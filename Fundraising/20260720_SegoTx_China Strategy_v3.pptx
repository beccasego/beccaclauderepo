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notesSlides/notesSlide1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4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</Types>
</file>

<file path=_rels/.rels><?xml version="1.0" encoding="UTF-8"?>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85" r:id="rId5"/>
    <p:sldMasterId id="2147483689" r:id="rId6"/>
  </p:sldMasterIdLst>
  <p:notesMasterIdLst>
    <p:notesMasterId r:id="rId39"/>
  </p:notesMasterIdLst>
  <p:sldIdLst>
    <p:sldId id="256" r:id="rId7"/>
    <p:sldId id="3437" r:id="rId8"/>
    <p:sldId id="262" r:id="rId9"/>
    <p:sldId id="3440" r:id="rId10"/>
    <p:sldId id="3441" r:id="rId11"/>
    <p:sldId id="3459" r:id="rId47"/>
    <p:sldId id="3443" r:id="rId12"/>
    <p:sldId id="3422" r:id="rId13"/>
    <p:sldId id="3460" r:id="rId48"/>
    <p:sldId id="3450" r:id="rId14"/>
    <p:sldId id="3457" r:id="rId15"/>
    <p:sldId id="3453" r:id="rId16"/>
    <p:sldId id="3456" r:id="rId17"/>
    <p:sldId id="3458" r:id="rId18"/>
    <p:sldId id="3461" r:id="rId49"/>
    <p:sldId id="3452" r:id="rId19"/>
    <p:sldId id="3454" r:id="rId20"/>
    <p:sldId id="304" r:id="rId21"/>
    <p:sldId id="301" r:id="rId22"/>
    <p:sldId id="3445" r:id="rId23"/>
    <p:sldId id="3447" r:id="rId24"/>
    <p:sldId id="3455" r:id="rId25"/>
    <p:sldId id="3438" r:id="rId27"/>
    <p:sldId id="275" r:id="rId28"/>
    <p:sldId id="748" r:id="rId29"/>
    <p:sldId id="760" r:id="rId30"/>
    <p:sldId id="756" r:id="rId31"/>
    <p:sldId id="302" r:id="rId32"/>
    <p:sldId id="294" r:id="rId33"/>
    <p:sldId id="3411" r:id="rId34"/>
    <p:sldId id="3436" r:id="rId35"/>
    <p:sldId id="295" r:id="rId36"/>
    <p:sldId id="289" r:id="rId37"/>
    <p:sldId id="3433" r:id="rId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6585D09-056B-E005-AC20-2C14617CF99E}" name="Brandon Buckway" initials="BB" userId="S::bbuckway@segotx.com::4cbca682-6461-4006-8430-dc75218b09f9" providerId="AD"/>
  <p188:author id="{43E7231E-D65A-7660-884F-A801964A74DA}" name="Becca Levin" initials="BL" userId="S::BLevin@segotx.com::08c76d0b-4d1f-44f5-8508-8653b2f54768" providerId="AD"/>
  <p188:author id="{4F69AF42-4032-CFCB-1043-3048198E80E2}" name="Austin Smith (Consultant)" initials="A(" userId="S::asmith@segotx.com::aee53c3c-45ff-4439-9df6-cfbb5e4ec6d9" providerId="AD"/>
  <p188:author id="{57391643-CACB-6F10-676A-1A430A8E71A6}" name="Becca Levin" initials="BL" userId="S::blevin@segotx.com::08c76d0b-4d1f-44f5-8508-8653b2f54768" providerId="AD"/>
  <p188:author id="{81BC175A-3DB8-02BE-2E43-B934E1767D54}" name="Austin Smith (Consultant)" initials="AS" userId="S::ASmith@segotx.com::aee53c3c-45ff-4439-9df6-cfbb5e4ec6d9" providerId="AD"/>
  <p188:author id="{94445064-71B3-532D-7356-63484D79DF55}" name="Kirstin Zettlitz" initials="KZ" userId="S::kzettlitz@segotx.com::ed94187f-4964-42f1-b936-14a5f47aff4a" providerId="AD"/>
  <p188:author id="{F8AD646D-C5B5-8D24-8E39-891EDEAA4A11}" name="Richard Tavare" initials="" userId="S::RTavare@segotx.com::c4c295fe-002f-4faa-a227-1c0d4cbd61fc" providerId="AD"/>
  <p188:author id="{AC88008C-3943-8373-3C2D-03532EEB48EA}" name="Brandon Buckway" initials="" userId="S::BBuckway@segotx.com::4cbca682-6461-4006-8430-dc75218b09f9" providerId="AD"/>
  <p188:author id="{2EC6969D-662B-A44E-D074-D4E7369444A4}" name="Edie Mitchell" initials="EM" userId="S::emitchell@segotx.com::049308e2-fe35-45a7-be98-5d15c4b5be47" providerId="AD"/>
  <p188:author id="{EE43B0AF-ADC2-B733-F9CA-50A0C930E760}" name="Jeevan Virk" initials="JV" userId="S::JVirk@segotx.com::e4151d08-4059-4e88-b62d-4ccc0b7bab83" providerId="AD"/>
  <p188:author id="{D37D7AB3-C188-8807-901A-40D7FCBD9833}" name="Kirstin Zettlitz" initials="KZ" userId="S::KZettlitz@segotx.com::ed94187f-4964-42f1-b936-14a5f47aff4a" providerId="AD"/>
  <p188:author id="{7CA513B5-F9EA-3B0B-8857-A3F23FB75B20}" name="Mia Klonsky" initials="MK" userId="S::mklonsky@segotx.com::3bca3bfe-ae71-40e5-b586-f8971324d468" providerId="AD"/>
  <p188:author id="{1B2CCED9-E761-A789-87FA-8A8BE5E75A61}" name="Greg Mullen" initials="GM" userId="S::gmullen@segotx.com::15d9f696-28c4-4111-b985-4ee728509f13" providerId="AD"/>
  <p188:author id="{3A8A40E7-F32A-5E2C-0845-7C9503997434}" name="Greg Mullen" initials="GM" userId="S::GMullen@segotx.com::15d9f696-28c4-4111-b985-4ee728509f13" providerId="AD"/>
  <p188:author id="{42105DF2-9AC6-5CAF-142B-5DEEB0BC3AC7}" name="Britt McPartland" initials="BM" userId="S::bmcpartland@segotx.com::09c5a84b-2a15-44d8-9471-bf5c2a80e097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08DC1"/>
    <a:srgbClr val="CF8E8F"/>
    <a:srgbClr val="7BD6D6"/>
    <a:srgbClr val="9ED3A8"/>
    <a:srgbClr val="FFFFFF"/>
    <a:srgbClr val="DED6D3"/>
    <a:srgbClr val="CC98CD"/>
    <a:srgbClr val="F6F3F2"/>
    <a:srgbClr val="BBE1C2"/>
    <a:srgbClr val="FF99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C691D53-E823-4C93-8F6D-6C839804025E}" v="27" dt="2026-07-08T15:05:37.00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–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67" d="100"/>
          <a:sy n="67" d="100"/>
        </p:scale>
        <p:origin x="548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?>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15.xml"/><Relationship Id="rId34" Type="http://schemas.openxmlformats.org/officeDocument/2006/relationships/slide" Target="slides/slide28.xml"/><Relationship Id="rId42" Type="http://schemas.openxmlformats.org/officeDocument/2006/relationships/theme" Target="theme/theme1.xml"/><Relationship Id="rId7" Type="http://schemas.openxmlformats.org/officeDocument/2006/relationships/slide" Target="slides/slide1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9" Type="http://schemas.openxmlformats.org/officeDocument/2006/relationships/slide" Target="slides/slide23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40" Type="http://schemas.openxmlformats.org/officeDocument/2006/relationships/presProps" Target="presProps.xml"/><Relationship Id="rId45" Type="http://schemas.microsoft.com/office/2015/10/relationships/revisionInfo" Target="revisionInfo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4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tableStyles" Target="tableStyles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46" Type="http://schemas.microsoft.com/office/2018/10/relationships/authors" Target="authors.xml"/><Relationship Id="rId20" Type="http://schemas.openxmlformats.org/officeDocument/2006/relationships/slide" Target="slides/slide14.xml"/><Relationship Id="rId41" Type="http://schemas.openxmlformats.org/officeDocument/2006/relationships/viewProps" Target="viewProps.xml"/><Relationship Id="rId47" Type="http://schemas.openxmlformats.org/officeDocument/2006/relationships/slide" Target="slides/slide33.xml"/><Relationship Id="rId48" Type="http://schemas.openxmlformats.org/officeDocument/2006/relationships/slide" Target="slides/slide34.xml"/><Relationship Id="rId49" Type="http://schemas.openxmlformats.org/officeDocument/2006/relationships/slide" Target="slides/slide3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ecca Levin" userId="08c76d0b-4d1f-44f5-8508-8653b2f54768" providerId="ADAL" clId="{5AA3B8CE-AFEA-44FA-ACCD-448CA31DFD0A}"/>
    <pc:docChg chg="undo custSel mod addSld delSld modSld sldOrd modMainMaster">
      <pc:chgData name="Becca Levin" userId="08c76d0b-4d1f-44f5-8508-8653b2f54768" providerId="ADAL" clId="{5AA3B8CE-AFEA-44FA-ACCD-448CA31DFD0A}" dt="2026-07-08T15:05:54.874" v="1652" actId="20577"/>
      <pc:docMkLst>
        <pc:docMk/>
      </pc:docMkLst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3038275126" sldId="257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756374946" sldId="277"/>
        </pc:sldMkLst>
      </pc:sldChg>
      <pc:sldChg chg="add setBg">
        <pc:chgData name="Becca Levin" userId="08c76d0b-4d1f-44f5-8508-8653b2f54768" providerId="ADAL" clId="{5AA3B8CE-AFEA-44FA-ACCD-448CA31DFD0A}" dt="2026-07-07T21:56:43.562" v="698"/>
        <pc:sldMkLst>
          <pc:docMk/>
          <pc:sldMk cId="2046253855" sldId="301"/>
        </pc:sldMkLst>
      </pc:sldChg>
      <pc:sldChg chg="del">
        <pc:chgData name="Becca Levin" userId="08c76d0b-4d1f-44f5-8508-8653b2f54768" providerId="ADAL" clId="{5AA3B8CE-AFEA-44FA-ACCD-448CA31DFD0A}" dt="2026-07-07T21:57:06.416" v="702" actId="47"/>
        <pc:sldMkLst>
          <pc:docMk/>
          <pc:sldMk cId="2640091887" sldId="303"/>
        </pc:sldMkLst>
      </pc:sldChg>
      <pc:sldChg chg="delSp add mod">
        <pc:chgData name="Becca Levin" userId="08c76d0b-4d1f-44f5-8508-8653b2f54768" providerId="ADAL" clId="{5AA3B8CE-AFEA-44FA-ACCD-448CA31DFD0A}" dt="2026-07-07T21:59:33.245" v="820" actId="478"/>
        <pc:sldMkLst>
          <pc:docMk/>
          <pc:sldMk cId="594651879" sldId="304"/>
        </pc:sldMkLst>
        <pc:picChg chg="del">
          <ac:chgData name="Becca Levin" userId="08c76d0b-4d1f-44f5-8508-8653b2f54768" providerId="ADAL" clId="{5AA3B8CE-AFEA-44FA-ACCD-448CA31DFD0A}" dt="2026-07-07T21:59:33.245" v="820" actId="478"/>
          <ac:picMkLst>
            <pc:docMk/>
            <pc:sldMk cId="594651879" sldId="304"/>
            <ac:picMk id="6" creationId="{D07FF869-151B-2922-F1A2-A0E484DCDDB4}"/>
          </ac:picMkLst>
        </pc:picChg>
      </pc:sldChg>
      <pc:sldChg chg="del">
        <pc:chgData name="Becca Levin" userId="08c76d0b-4d1f-44f5-8508-8653b2f54768" providerId="ADAL" clId="{5AA3B8CE-AFEA-44FA-ACCD-448CA31DFD0A}" dt="2026-07-07T21:56:58.959" v="700" actId="47"/>
        <pc:sldMkLst>
          <pc:docMk/>
          <pc:sldMk cId="1058755780" sldId="635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1138060380" sldId="644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909793543" sldId="708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505831652" sldId="731"/>
        </pc:sldMkLst>
      </pc:sldChg>
      <pc:sldChg chg="del">
        <pc:chgData name="Becca Levin" userId="08c76d0b-4d1f-44f5-8508-8653b2f54768" providerId="ADAL" clId="{5AA3B8CE-AFEA-44FA-ACCD-448CA31DFD0A}" dt="2026-07-07T21:56:58.959" v="700" actId="47"/>
        <pc:sldMkLst>
          <pc:docMk/>
          <pc:sldMk cId="618005401" sldId="732"/>
        </pc:sldMkLst>
      </pc:sldChg>
      <pc:sldChg chg="del">
        <pc:chgData name="Becca Levin" userId="08c76d0b-4d1f-44f5-8508-8653b2f54768" providerId="ADAL" clId="{5AA3B8CE-AFEA-44FA-ACCD-448CA31DFD0A}" dt="2026-07-07T21:57:02.460" v="701" actId="47"/>
        <pc:sldMkLst>
          <pc:docMk/>
          <pc:sldMk cId="1854605062" sldId="733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608758431" sldId="739"/>
        </pc:sldMkLst>
      </pc:sldChg>
      <pc:sldChg chg="del">
        <pc:chgData name="Becca Levin" userId="08c76d0b-4d1f-44f5-8508-8653b2f54768" providerId="ADAL" clId="{5AA3B8CE-AFEA-44FA-ACCD-448CA31DFD0A}" dt="2026-07-07T21:57:02.460" v="701" actId="47"/>
        <pc:sldMkLst>
          <pc:docMk/>
          <pc:sldMk cId="599644300" sldId="761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2716117511" sldId="765"/>
        </pc:sldMkLst>
      </pc:sldChg>
      <pc:sldChg chg="del">
        <pc:chgData name="Becca Levin" userId="08c76d0b-4d1f-44f5-8508-8653b2f54768" providerId="ADAL" clId="{5AA3B8CE-AFEA-44FA-ACCD-448CA31DFD0A}" dt="2026-07-07T21:56:53.885" v="699" actId="47"/>
        <pc:sldMkLst>
          <pc:docMk/>
          <pc:sldMk cId="159971428" sldId="775"/>
        </pc:sldMkLst>
      </pc:sldChg>
      <pc:sldChg chg="del">
        <pc:chgData name="Becca Levin" userId="08c76d0b-4d1f-44f5-8508-8653b2f54768" providerId="ADAL" clId="{5AA3B8CE-AFEA-44FA-ACCD-448CA31DFD0A}" dt="2026-07-07T21:56:58.959" v="700" actId="47"/>
        <pc:sldMkLst>
          <pc:docMk/>
          <pc:sldMk cId="1228932912" sldId="3410"/>
        </pc:sldMkLst>
      </pc:sldChg>
      <pc:sldChg chg="add">
        <pc:chgData name="Becca Levin" userId="08c76d0b-4d1f-44f5-8508-8653b2f54768" providerId="ADAL" clId="{5AA3B8CE-AFEA-44FA-ACCD-448CA31DFD0A}" dt="2026-07-07T21:56:15.101" v="697"/>
        <pc:sldMkLst>
          <pc:docMk/>
          <pc:sldMk cId="576611412" sldId="3422"/>
        </pc:sldMkLst>
      </pc:sldChg>
      <pc:sldChg chg="add ord">
        <pc:chgData name="Becca Levin" userId="08c76d0b-4d1f-44f5-8508-8653b2f54768" providerId="ADAL" clId="{5AA3B8CE-AFEA-44FA-ACCD-448CA31DFD0A}" dt="2026-07-07T21:57:47.276" v="706"/>
        <pc:sldMkLst>
          <pc:docMk/>
          <pc:sldMk cId="3719041231" sldId="3433"/>
        </pc:sldMkLst>
      </pc:sldChg>
      <pc:sldChg chg="addSp modSp new mod ord">
        <pc:chgData name="Becca Levin" userId="08c76d0b-4d1f-44f5-8508-8653b2f54768" providerId="ADAL" clId="{5AA3B8CE-AFEA-44FA-ACCD-448CA31DFD0A}" dt="2026-07-07T22:01:24.762" v="926" actId="20577"/>
        <pc:sldMkLst>
          <pc:docMk/>
          <pc:sldMk cId="3249415757" sldId="3437"/>
        </pc:sldMkLst>
        <pc:spChg chg="mod">
          <ac:chgData name="Becca Levin" userId="08c76d0b-4d1f-44f5-8508-8653b2f54768" providerId="ADAL" clId="{5AA3B8CE-AFEA-44FA-ACCD-448CA31DFD0A}" dt="2026-07-07T21:39:48.121" v="22" actId="20577"/>
          <ac:spMkLst>
            <pc:docMk/>
            <pc:sldMk cId="3249415757" sldId="3437"/>
            <ac:spMk id="2" creationId="{70E1C960-14C7-AFEC-0C65-8654022FA166}"/>
          </ac:spMkLst>
        </pc:spChg>
        <pc:spChg chg="add mod">
          <ac:chgData name="Becca Levin" userId="08c76d0b-4d1f-44f5-8508-8653b2f54768" providerId="ADAL" clId="{5AA3B8CE-AFEA-44FA-ACCD-448CA31DFD0A}" dt="2026-07-07T22:01:24.762" v="926" actId="20577"/>
          <ac:spMkLst>
            <pc:docMk/>
            <pc:sldMk cId="3249415757" sldId="3437"/>
            <ac:spMk id="5" creationId="{1A6DBCD4-4389-E0EF-DAFC-64FFBC22AD77}"/>
          </ac:spMkLst>
        </pc:spChg>
      </pc:sldChg>
      <pc:sldChg chg="add del setBg">
        <pc:chgData name="Becca Levin" userId="08c76d0b-4d1f-44f5-8508-8653b2f54768" providerId="ADAL" clId="{5AA3B8CE-AFEA-44FA-ACCD-448CA31DFD0A}" dt="2026-07-07T21:42:24.646" v="341"/>
        <pc:sldMkLst>
          <pc:docMk/>
          <pc:sldMk cId="0" sldId="3438"/>
        </pc:sldMkLst>
      </pc:sldChg>
      <pc:sldChg chg="addSp modSp new mod">
        <pc:chgData name="Becca Levin" userId="08c76d0b-4d1f-44f5-8508-8653b2f54768" providerId="ADAL" clId="{5AA3B8CE-AFEA-44FA-ACCD-448CA31DFD0A}" dt="2026-07-07T21:43:34.493" v="470" actId="5793"/>
        <pc:sldMkLst>
          <pc:docMk/>
          <pc:sldMk cId="1622868963" sldId="3439"/>
        </pc:sldMkLst>
        <pc:spChg chg="add mod">
          <ac:chgData name="Becca Levin" userId="08c76d0b-4d1f-44f5-8508-8653b2f54768" providerId="ADAL" clId="{5AA3B8CE-AFEA-44FA-ACCD-448CA31DFD0A}" dt="2026-07-07T21:43:34.493" v="470" actId="5793"/>
          <ac:spMkLst>
            <pc:docMk/>
            <pc:sldMk cId="1622868963" sldId="3439"/>
            <ac:spMk id="6" creationId="{3EF00285-C9A3-2DC2-3FB5-AA269779B93F}"/>
          </ac:spMkLst>
        </pc:spChg>
      </pc:sldChg>
      <pc:sldChg chg="addSp modSp new mod ord">
        <pc:chgData name="Becca Levin" userId="08c76d0b-4d1f-44f5-8508-8653b2f54768" providerId="ADAL" clId="{5AA3B8CE-AFEA-44FA-ACCD-448CA31DFD0A}" dt="2026-07-07T22:00:02.163" v="825"/>
        <pc:sldMkLst>
          <pc:docMk/>
          <pc:sldMk cId="3697755578" sldId="3440"/>
        </pc:sldMkLst>
        <pc:picChg chg="add mod">
          <ac:chgData name="Becca Levin" userId="08c76d0b-4d1f-44f5-8508-8653b2f54768" providerId="ADAL" clId="{5AA3B8CE-AFEA-44FA-ACCD-448CA31DFD0A}" dt="2026-07-07T21:58:05.022" v="708" actId="1076"/>
          <ac:picMkLst>
            <pc:docMk/>
            <pc:sldMk cId="3697755578" sldId="3440"/>
            <ac:picMk id="6" creationId="{C2F8C138-D237-4897-79CE-AA78B5C4BCE3}"/>
          </ac:picMkLst>
        </pc:picChg>
      </pc:sldChg>
      <pc:sldChg chg="addSp modSp new mod ord">
        <pc:chgData name="Becca Levin" userId="08c76d0b-4d1f-44f5-8508-8653b2f54768" providerId="ADAL" clId="{5AA3B8CE-AFEA-44FA-ACCD-448CA31DFD0A}" dt="2026-07-07T22:00:02.163" v="825"/>
        <pc:sldMkLst>
          <pc:docMk/>
          <pc:sldMk cId="556024354" sldId="3441"/>
        </pc:sldMkLst>
        <pc:spChg chg="mod">
          <ac:chgData name="Becca Levin" userId="08c76d0b-4d1f-44f5-8508-8653b2f54768" providerId="ADAL" clId="{5AA3B8CE-AFEA-44FA-ACCD-448CA31DFD0A}" dt="2026-07-07T21:59:21.793" v="818" actId="20577"/>
          <ac:spMkLst>
            <pc:docMk/>
            <pc:sldMk cId="556024354" sldId="3441"/>
            <ac:spMk id="2" creationId="{F97BDED9-19C0-89F5-2911-37B7D668C2B7}"/>
          </ac:spMkLst>
        </pc:spChg>
        <pc:picChg chg="add mod">
          <ac:chgData name="Becca Levin" userId="08c76d0b-4d1f-44f5-8508-8653b2f54768" providerId="ADAL" clId="{5AA3B8CE-AFEA-44FA-ACCD-448CA31DFD0A}" dt="2026-07-07T21:59:01.230" v="722" actId="1076"/>
          <ac:picMkLst>
            <pc:docMk/>
            <pc:sldMk cId="556024354" sldId="3441"/>
            <ac:picMk id="6" creationId="{579915F6-603C-9487-02AB-C29ADDC9A03F}"/>
          </ac:picMkLst>
        </pc:picChg>
        <pc:picChg chg="add mod">
          <ac:chgData name="Becca Levin" userId="08c76d0b-4d1f-44f5-8508-8653b2f54768" providerId="ADAL" clId="{5AA3B8CE-AFEA-44FA-ACCD-448CA31DFD0A}" dt="2026-07-07T21:59:04.112" v="723" actId="1076"/>
          <ac:picMkLst>
            <pc:docMk/>
            <pc:sldMk cId="556024354" sldId="3441"/>
            <ac:picMk id="7" creationId="{2F421931-0B00-5800-266E-D91400A8B585}"/>
          </ac:picMkLst>
        </pc:picChg>
      </pc:sldChg>
      <pc:sldChg chg="addSp modSp new del mod">
        <pc:chgData name="Becca Levin" userId="08c76d0b-4d1f-44f5-8508-8653b2f54768" providerId="ADAL" clId="{5AA3B8CE-AFEA-44FA-ACCD-448CA31DFD0A}" dt="2026-07-07T21:59:25.589" v="819" actId="47"/>
        <pc:sldMkLst>
          <pc:docMk/>
          <pc:sldMk cId="611887833" sldId="3442"/>
        </pc:sldMkLst>
        <pc:picChg chg="add mod">
          <ac:chgData name="Becca Levin" userId="08c76d0b-4d1f-44f5-8508-8653b2f54768" providerId="ADAL" clId="{5AA3B8CE-AFEA-44FA-ACCD-448CA31DFD0A}" dt="2026-07-07T21:58:27.716" v="714" actId="14100"/>
          <ac:picMkLst>
            <pc:docMk/>
            <pc:sldMk cId="611887833" sldId="3442"/>
            <ac:picMk id="6" creationId="{48999AF8-533A-E0C9-B2CE-17EF0BDE7339}"/>
          </ac:picMkLst>
        </pc:picChg>
      </pc:sldChg>
      <pc:sldChg chg="add">
        <pc:chgData name="Becca Levin" userId="08c76d0b-4d1f-44f5-8508-8653b2f54768" providerId="ADAL" clId="{5AA3B8CE-AFEA-44FA-ACCD-448CA31DFD0A}" dt="2026-07-07T21:56:15.101" v="697"/>
        <pc:sldMkLst>
          <pc:docMk/>
          <pc:sldMk cId="4274194163" sldId="3443"/>
        </pc:sldMkLst>
      </pc:sldChg>
      <pc:sldChg chg="add del setBg">
        <pc:chgData name="Becca Levin" userId="08c76d0b-4d1f-44f5-8508-8653b2f54768" providerId="ADAL" clId="{5AA3B8CE-AFEA-44FA-ACCD-448CA31DFD0A}" dt="2026-07-07T21:59:45.983" v="822" actId="47"/>
        <pc:sldMkLst>
          <pc:docMk/>
          <pc:sldMk cId="3035385693" sldId="3444"/>
        </pc:sldMkLst>
      </pc:sldChg>
      <pc:sldChg chg="add">
        <pc:chgData name="Becca Levin" userId="08c76d0b-4d1f-44f5-8508-8653b2f54768" providerId="ADAL" clId="{5AA3B8CE-AFEA-44FA-ACCD-448CA31DFD0A}" dt="2026-07-07T21:56:43.562" v="698"/>
        <pc:sldMkLst>
          <pc:docMk/>
          <pc:sldMk cId="3929150747" sldId="3445"/>
        </pc:sldMkLst>
      </pc:sldChg>
      <pc:sldChg chg="add">
        <pc:chgData name="Becca Levin" userId="08c76d0b-4d1f-44f5-8508-8653b2f54768" providerId="ADAL" clId="{5AA3B8CE-AFEA-44FA-ACCD-448CA31DFD0A}" dt="2026-07-07T21:56:43.562" v="698"/>
        <pc:sldMkLst>
          <pc:docMk/>
          <pc:sldMk cId="1287643742" sldId="3447"/>
        </pc:sldMkLst>
      </pc:sldChg>
      <pc:sldChg chg="delSp add del mod">
        <pc:chgData name="Becca Levin" userId="08c76d0b-4d1f-44f5-8508-8653b2f54768" providerId="ADAL" clId="{5AA3B8CE-AFEA-44FA-ACCD-448CA31DFD0A}" dt="2026-07-07T22:02:03.045" v="1029" actId="47"/>
        <pc:sldMkLst>
          <pc:docMk/>
          <pc:sldMk cId="2470209974" sldId="3448"/>
        </pc:sldMkLst>
        <pc:spChg chg="del">
          <ac:chgData name="Becca Levin" userId="08c76d0b-4d1f-44f5-8508-8653b2f54768" providerId="ADAL" clId="{5AA3B8CE-AFEA-44FA-ACCD-448CA31DFD0A}" dt="2026-07-07T21:59:48.542" v="823" actId="478"/>
          <ac:spMkLst>
            <pc:docMk/>
            <pc:sldMk cId="2470209974" sldId="3448"/>
            <ac:spMk id="40" creationId="{55D5DE0B-299C-AA45-0663-5A1F88D9DC86}"/>
          </ac:spMkLst>
        </pc:spChg>
      </pc:sldChg>
      <pc:sldChg chg="add del setBg">
        <pc:chgData name="Becca Levin" userId="08c76d0b-4d1f-44f5-8508-8653b2f54768" providerId="ADAL" clId="{5AA3B8CE-AFEA-44FA-ACCD-448CA31DFD0A}" dt="2026-07-07T22:00:46.794" v="894" actId="47"/>
        <pc:sldMkLst>
          <pc:docMk/>
          <pc:sldMk cId="3531876358" sldId="3449"/>
        </pc:sldMkLst>
      </pc:sldChg>
      <pc:sldChg chg="delSp modSp add mod">
        <pc:chgData name="Becca Levin" userId="08c76d0b-4d1f-44f5-8508-8653b2f54768" providerId="ADAL" clId="{5AA3B8CE-AFEA-44FA-ACCD-448CA31DFD0A}" dt="2026-07-07T22:01:06.678" v="919" actId="478"/>
        <pc:sldMkLst>
          <pc:docMk/>
          <pc:sldMk cId="3731251199" sldId="3450"/>
        </pc:sldMkLst>
        <pc:spChg chg="del">
          <ac:chgData name="Becca Levin" userId="08c76d0b-4d1f-44f5-8508-8653b2f54768" providerId="ADAL" clId="{5AA3B8CE-AFEA-44FA-ACCD-448CA31DFD0A}" dt="2026-07-07T22:01:06.678" v="919" actId="478"/>
          <ac:spMkLst>
            <pc:docMk/>
            <pc:sldMk cId="3731251199" sldId="3450"/>
            <ac:spMk id="18" creationId="{7E080B07-5C00-FA17-A9FB-3F7C60377AA2}"/>
          </ac:spMkLst>
        </pc:spChg>
        <pc:spChg chg="mod">
          <ac:chgData name="Becca Levin" userId="08c76d0b-4d1f-44f5-8508-8653b2f54768" providerId="ADAL" clId="{5AA3B8CE-AFEA-44FA-ACCD-448CA31DFD0A}" dt="2026-07-07T22:01:02.775" v="918" actId="20577"/>
          <ac:spMkLst>
            <pc:docMk/>
            <pc:sldMk cId="3731251199" sldId="3450"/>
            <ac:spMk id="31" creationId="{A6CB0F18-2D60-538D-1E0E-660D2E625F42}"/>
          </ac:spMkLst>
        </pc:spChg>
      </pc:sldChg>
      <pc:sldChg chg="add del ord setBg">
        <pc:chgData name="Becca Levin" userId="08c76d0b-4d1f-44f5-8508-8653b2f54768" providerId="ADAL" clId="{5AA3B8CE-AFEA-44FA-ACCD-448CA31DFD0A}" dt="2026-07-07T22:00:56.213" v="900" actId="47"/>
        <pc:sldMkLst>
          <pc:docMk/>
          <pc:sldMk cId="1365285314" sldId="3451"/>
        </pc:sldMkLst>
      </pc:sldChg>
      <pc:sldChg chg="delSp modSp add mod">
        <pc:chgData name="Becca Levin" userId="08c76d0b-4d1f-44f5-8508-8653b2f54768" providerId="ADAL" clId="{5AA3B8CE-AFEA-44FA-ACCD-448CA31DFD0A}" dt="2026-07-07T22:01:59.654" v="1028" actId="20577"/>
        <pc:sldMkLst>
          <pc:docMk/>
          <pc:sldMk cId="3986882188" sldId="3452"/>
        </pc:sldMkLst>
        <pc:spChg chg="del">
          <ac:chgData name="Becca Levin" userId="08c76d0b-4d1f-44f5-8508-8653b2f54768" providerId="ADAL" clId="{5AA3B8CE-AFEA-44FA-ACCD-448CA31DFD0A}" dt="2026-07-07T22:01:09.011" v="920" actId="478"/>
          <ac:spMkLst>
            <pc:docMk/>
            <pc:sldMk cId="3986882188" sldId="3452"/>
            <ac:spMk id="18" creationId="{4DBAB149-EDEC-D31F-7466-6FC0EBD72E98}"/>
          </ac:spMkLst>
        </pc:spChg>
        <pc:spChg chg="mod">
          <ac:chgData name="Becca Levin" userId="08c76d0b-4d1f-44f5-8508-8653b2f54768" providerId="ADAL" clId="{5AA3B8CE-AFEA-44FA-ACCD-448CA31DFD0A}" dt="2026-07-07T22:01:59.654" v="1028" actId="20577"/>
          <ac:spMkLst>
            <pc:docMk/>
            <pc:sldMk cId="3986882188" sldId="3452"/>
            <ac:spMk id="31" creationId="{8D5B81DF-5DEB-1CF7-4962-B515E0EB2D83}"/>
          </ac:spMkLst>
        </pc:spChg>
      </pc:sldChg>
      <pc:sldChg chg="addSp modSp new mod">
        <pc:chgData name="Becca Levin" userId="08c76d0b-4d1f-44f5-8508-8653b2f54768" providerId="ADAL" clId="{5AA3B8CE-AFEA-44FA-ACCD-448CA31DFD0A}" dt="2026-07-07T22:09:27.866" v="1488" actId="20577"/>
        <pc:sldMkLst>
          <pc:docMk/>
          <pc:sldMk cId="1844153222" sldId="3453"/>
        </pc:sldMkLst>
        <pc:spChg chg="mod">
          <ac:chgData name="Becca Levin" userId="08c76d0b-4d1f-44f5-8508-8653b2f54768" providerId="ADAL" clId="{5AA3B8CE-AFEA-44FA-ACCD-448CA31DFD0A}" dt="2026-07-07T22:09:06.963" v="1447" actId="20577"/>
          <ac:spMkLst>
            <pc:docMk/>
            <pc:sldMk cId="1844153222" sldId="3453"/>
            <ac:spMk id="2" creationId="{C9DBFDC1-C07A-0B70-7BDF-630677E36A55}"/>
          </ac:spMkLst>
        </pc:spChg>
        <pc:spChg chg="add mod">
          <ac:chgData name="Becca Levin" userId="08c76d0b-4d1f-44f5-8508-8653b2f54768" providerId="ADAL" clId="{5AA3B8CE-AFEA-44FA-ACCD-448CA31DFD0A}" dt="2026-07-07T22:09:13.443" v="1461" actId="20577"/>
          <ac:spMkLst>
            <pc:docMk/>
            <pc:sldMk cId="1844153222" sldId="3453"/>
            <ac:spMk id="5" creationId="{2A960DA0-A9CE-3AC5-B579-3EC8A8085F03}"/>
          </ac:spMkLst>
        </pc:spChg>
        <pc:spChg chg="add mod">
          <ac:chgData name="Becca Levin" userId="08c76d0b-4d1f-44f5-8508-8653b2f54768" providerId="ADAL" clId="{5AA3B8CE-AFEA-44FA-ACCD-448CA31DFD0A}" dt="2026-07-07T22:09:20.250" v="1474" actId="20577"/>
          <ac:spMkLst>
            <pc:docMk/>
            <pc:sldMk cId="1844153222" sldId="3453"/>
            <ac:spMk id="6" creationId="{2D04FEFC-A15D-3386-4AA5-B4FB07EFC094}"/>
          </ac:spMkLst>
        </pc:spChg>
        <pc:spChg chg="add mod">
          <ac:chgData name="Becca Levin" userId="08c76d0b-4d1f-44f5-8508-8653b2f54768" providerId="ADAL" clId="{5AA3B8CE-AFEA-44FA-ACCD-448CA31DFD0A}" dt="2026-07-07T22:09:27.866" v="1488" actId="20577"/>
          <ac:spMkLst>
            <pc:docMk/>
            <pc:sldMk cId="1844153222" sldId="3453"/>
            <ac:spMk id="7" creationId="{D4AE1175-6AD6-6B13-6ED6-69D0E1F98155}"/>
          </ac:spMkLst>
        </pc:spChg>
      </pc:sldChg>
      <pc:sldChg chg="addSp modSp new mod">
        <pc:chgData name="Becca Levin" userId="08c76d0b-4d1f-44f5-8508-8653b2f54768" providerId="ADAL" clId="{5AA3B8CE-AFEA-44FA-ACCD-448CA31DFD0A}" dt="2026-07-07T22:03:55.477" v="1391" actId="571"/>
        <pc:sldMkLst>
          <pc:docMk/>
          <pc:sldMk cId="2598368620" sldId="3454"/>
        </pc:sldMkLst>
        <pc:spChg chg="mod">
          <ac:chgData name="Becca Levin" userId="08c76d0b-4d1f-44f5-8508-8653b2f54768" providerId="ADAL" clId="{5AA3B8CE-AFEA-44FA-ACCD-448CA31DFD0A}" dt="2026-07-07T22:02:11.385" v="1079" actId="20577"/>
          <ac:spMkLst>
            <pc:docMk/>
            <pc:sldMk cId="2598368620" sldId="3454"/>
            <ac:spMk id="2" creationId="{86676BAB-DB07-6A82-5B13-6773A259ABDC}"/>
          </ac:spMkLst>
        </pc:spChg>
        <pc:spChg chg="add mod">
          <ac:chgData name="Becca Levin" userId="08c76d0b-4d1f-44f5-8508-8653b2f54768" providerId="ADAL" clId="{5AA3B8CE-AFEA-44FA-ACCD-448CA31DFD0A}" dt="2026-07-07T22:02:19.962" v="1110" actId="20577"/>
          <ac:spMkLst>
            <pc:docMk/>
            <pc:sldMk cId="2598368620" sldId="3454"/>
            <ac:spMk id="5" creationId="{0FA2C75C-2EF3-7BE9-D164-4EE5B4B8BC73}"/>
          </ac:spMkLst>
        </pc:spChg>
        <pc:spChg chg="add mod">
          <ac:chgData name="Becca Levin" userId="08c76d0b-4d1f-44f5-8508-8653b2f54768" providerId="ADAL" clId="{5AA3B8CE-AFEA-44FA-ACCD-448CA31DFD0A}" dt="2026-07-07T22:02:25.893" v="1125" actId="20577"/>
          <ac:spMkLst>
            <pc:docMk/>
            <pc:sldMk cId="2598368620" sldId="3454"/>
            <ac:spMk id="6" creationId="{5B39C50B-D049-6984-122B-44F3C72A499F}"/>
          </ac:spMkLst>
        </pc:spChg>
        <pc:spChg chg="add mod">
          <ac:chgData name="Becca Levin" userId="08c76d0b-4d1f-44f5-8508-8653b2f54768" providerId="ADAL" clId="{5AA3B8CE-AFEA-44FA-ACCD-448CA31DFD0A}" dt="2026-07-07T22:02:48.334" v="1225" actId="20577"/>
          <ac:spMkLst>
            <pc:docMk/>
            <pc:sldMk cId="2598368620" sldId="3454"/>
            <ac:spMk id="7" creationId="{D68DB050-4270-40D5-B432-B708B531241D}"/>
          </ac:spMkLst>
        </pc:spChg>
        <pc:spChg chg="add mod">
          <ac:chgData name="Becca Levin" userId="08c76d0b-4d1f-44f5-8508-8653b2f54768" providerId="ADAL" clId="{5AA3B8CE-AFEA-44FA-ACCD-448CA31DFD0A}" dt="2026-07-07T22:02:58.694" v="1250" actId="20577"/>
          <ac:spMkLst>
            <pc:docMk/>
            <pc:sldMk cId="2598368620" sldId="3454"/>
            <ac:spMk id="8" creationId="{00367818-CAA1-0F4A-5F9F-4F08711A2087}"/>
          </ac:spMkLst>
        </pc:spChg>
        <pc:spChg chg="add mod">
          <ac:chgData name="Becca Levin" userId="08c76d0b-4d1f-44f5-8508-8653b2f54768" providerId="ADAL" clId="{5AA3B8CE-AFEA-44FA-ACCD-448CA31DFD0A}" dt="2026-07-07T22:03:24.931" v="1344" actId="20577"/>
          <ac:spMkLst>
            <pc:docMk/>
            <pc:sldMk cId="2598368620" sldId="3454"/>
            <ac:spMk id="9" creationId="{DB15B63A-E31C-D5B1-E0F3-7E0A06C27CB2}"/>
          </ac:spMkLst>
        </pc:spChg>
        <pc:spChg chg="add mod">
          <ac:chgData name="Becca Levin" userId="08c76d0b-4d1f-44f5-8508-8653b2f54768" providerId="ADAL" clId="{5AA3B8CE-AFEA-44FA-ACCD-448CA31DFD0A}" dt="2026-07-07T22:03:34.290" v="1362" actId="20577"/>
          <ac:spMkLst>
            <pc:docMk/>
            <pc:sldMk cId="2598368620" sldId="3454"/>
            <ac:spMk id="10" creationId="{FE9473F4-96E4-C6FF-A2A0-872387F62890}"/>
          </ac:spMkLst>
        </pc:spChg>
        <pc:spChg chg="add mod">
          <ac:chgData name="Becca Levin" userId="08c76d0b-4d1f-44f5-8508-8653b2f54768" providerId="ADAL" clId="{5AA3B8CE-AFEA-44FA-ACCD-448CA31DFD0A}" dt="2026-07-07T22:03:51.356" v="1390" actId="20577"/>
          <ac:spMkLst>
            <pc:docMk/>
            <pc:sldMk cId="2598368620" sldId="3454"/>
            <ac:spMk id="11" creationId="{B5840954-0624-28A0-EFAF-BD68209C22BE}"/>
          </ac:spMkLst>
        </pc:spChg>
        <pc:spChg chg="add mod">
          <ac:chgData name="Becca Levin" userId="08c76d0b-4d1f-44f5-8508-8653b2f54768" providerId="ADAL" clId="{5AA3B8CE-AFEA-44FA-ACCD-448CA31DFD0A}" dt="2026-07-07T22:03:55.477" v="1391" actId="571"/>
          <ac:spMkLst>
            <pc:docMk/>
            <pc:sldMk cId="2598368620" sldId="3454"/>
            <ac:spMk id="12" creationId="{14B39438-81E1-7FBE-BBD8-8B1141EA8E23}"/>
          </ac:spMkLst>
        </pc:spChg>
      </pc:sldChg>
      <pc:sldChg chg="addSp delSp modSp new mod modClrScheme chgLayout">
        <pc:chgData name="Becca Levin" userId="08c76d0b-4d1f-44f5-8508-8653b2f54768" providerId="ADAL" clId="{5AA3B8CE-AFEA-44FA-ACCD-448CA31DFD0A}" dt="2026-07-07T22:04:19.497" v="1418" actId="20577"/>
        <pc:sldMkLst>
          <pc:docMk/>
          <pc:sldMk cId="105297979" sldId="3455"/>
        </pc:sldMkLst>
        <pc:spChg chg="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2" creationId="{D5744B33-11BB-472B-BC75-210B5D82DB4A}"/>
          </ac:spMkLst>
        </pc:spChg>
        <pc:spChg chg="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3" creationId="{2C20CF35-0FC7-F7E8-D089-5EC16D07FD40}"/>
          </ac:spMkLst>
        </pc:spChg>
        <pc:spChg chg="del 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5" creationId="{A6242AA8-15EC-AAA3-41CD-0E29DF0108BB}"/>
          </ac:spMkLst>
        </pc:spChg>
        <pc:spChg chg="del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6" creationId="{3C8494CA-D568-F1A2-E76E-A2F82B082F02}"/>
          </ac:spMkLst>
        </pc:spChg>
        <pc:spChg chg="del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7" creationId="{3F7BCBC8-CEEF-9865-6BB9-B99D99B44931}"/>
          </ac:spMkLst>
        </pc:spChg>
        <pc:spChg chg="del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8" creationId="{67BE67C7-5A8C-D6D7-3942-5DECA96782E9}"/>
          </ac:spMkLst>
        </pc:spChg>
        <pc:spChg chg="del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10" creationId="{3FCC5B42-592D-07F4-7A3B-7BD1265D8730}"/>
          </ac:spMkLst>
        </pc:spChg>
        <pc:spChg chg="del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11" creationId="{BA226FED-8CAC-54E6-16F9-16BE1843F8CB}"/>
          </ac:spMkLst>
        </pc:spChg>
        <pc:spChg chg="add mod ord">
          <ac:chgData name="Becca Levin" userId="08c76d0b-4d1f-44f5-8508-8653b2f54768" providerId="ADAL" clId="{5AA3B8CE-AFEA-44FA-ACCD-448CA31DFD0A}" dt="2026-07-07T22:04:19.497" v="1418" actId="20577"/>
          <ac:spMkLst>
            <pc:docMk/>
            <pc:sldMk cId="105297979" sldId="3455"/>
            <ac:spMk id="12" creationId="{3686F398-22B1-FD61-F232-84E80E571797}"/>
          </ac:spMkLst>
        </pc:spChg>
        <pc:spChg chg="add 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13" creationId="{500857A7-FC75-294F-C6A4-0E7AD784ACA1}"/>
          </ac:spMkLst>
        </pc:spChg>
      </pc:sldChg>
      <pc:sldChg chg="addSp modSp new mod">
        <pc:chgData name="Becca Levin" userId="08c76d0b-4d1f-44f5-8508-8653b2f54768" providerId="ADAL" clId="{5AA3B8CE-AFEA-44FA-ACCD-448CA31DFD0A}" dt="2026-07-08T15:05:23.661" v="1552" actId="20577"/>
        <pc:sldMkLst>
          <pc:docMk/>
          <pc:sldMk cId="177878338" sldId="3456"/>
        </pc:sldMkLst>
        <pc:spChg chg="mod">
          <ac:chgData name="Becca Levin" userId="08c76d0b-4d1f-44f5-8508-8653b2f54768" providerId="ADAL" clId="{5AA3B8CE-AFEA-44FA-ACCD-448CA31DFD0A}" dt="2026-07-07T22:09:31.742" v="1492" actId="20577"/>
          <ac:spMkLst>
            <pc:docMk/>
            <pc:sldMk cId="177878338" sldId="3456"/>
            <ac:spMk id="2" creationId="{BA8BD141-8E85-ACB7-6135-AA91D798DFFE}"/>
          </ac:spMkLst>
        </pc:spChg>
        <pc:spChg chg="add mod">
          <ac:chgData name="Becca Levin" userId="08c76d0b-4d1f-44f5-8508-8653b2f54768" providerId="ADAL" clId="{5AA3B8CE-AFEA-44FA-ACCD-448CA31DFD0A}" dt="2026-07-08T15:05:15.589" v="1530" actId="20577"/>
          <ac:spMkLst>
            <pc:docMk/>
            <pc:sldMk cId="177878338" sldId="3456"/>
            <ac:spMk id="5" creationId="{EF6CD737-08AD-1FD4-84D2-B53F4A7071C0}"/>
          </ac:spMkLst>
        </pc:spChg>
        <pc:spChg chg="add mod">
          <ac:chgData name="Becca Levin" userId="08c76d0b-4d1f-44f5-8508-8653b2f54768" providerId="ADAL" clId="{5AA3B8CE-AFEA-44FA-ACCD-448CA31DFD0A}" dt="2026-07-08T15:05:23.661" v="1552" actId="20577"/>
          <ac:spMkLst>
            <pc:docMk/>
            <pc:sldMk cId="177878338" sldId="3456"/>
            <ac:spMk id="6" creationId="{A4BC7F3D-72A5-F3E9-7550-9F585BB7899F}"/>
          </ac:spMkLst>
        </pc:spChg>
      </pc:sldChg>
      <pc:sldChg chg="delSp modSp add mod">
        <pc:chgData name="Becca Levin" userId="08c76d0b-4d1f-44f5-8508-8653b2f54768" providerId="ADAL" clId="{5AA3B8CE-AFEA-44FA-ACCD-448CA31DFD0A}" dt="2026-07-07T22:09:49.963" v="1522" actId="478"/>
        <pc:sldMkLst>
          <pc:docMk/>
          <pc:sldMk cId="100749421" sldId="3457"/>
        </pc:sldMkLst>
        <pc:spChg chg="mod">
          <ac:chgData name="Becca Levin" userId="08c76d0b-4d1f-44f5-8508-8653b2f54768" providerId="ADAL" clId="{5AA3B8CE-AFEA-44FA-ACCD-448CA31DFD0A}" dt="2026-07-07T22:09:46.827" v="1521" actId="20577"/>
          <ac:spMkLst>
            <pc:docMk/>
            <pc:sldMk cId="100749421" sldId="3457"/>
            <ac:spMk id="2" creationId="{023243E9-9DEB-5F8D-4F7D-E6FB778E12C4}"/>
          </ac:spMkLst>
        </pc:spChg>
        <pc:spChg chg="del">
          <ac:chgData name="Becca Levin" userId="08c76d0b-4d1f-44f5-8508-8653b2f54768" providerId="ADAL" clId="{5AA3B8CE-AFEA-44FA-ACCD-448CA31DFD0A}" dt="2026-07-07T22:09:49.963" v="1522" actId="478"/>
          <ac:spMkLst>
            <pc:docMk/>
            <pc:sldMk cId="100749421" sldId="3457"/>
            <ac:spMk id="5" creationId="{9461CE46-DA39-9F0D-FBE1-88E0FC4A12A4}"/>
          </ac:spMkLst>
        </pc:spChg>
        <pc:spChg chg="del">
          <ac:chgData name="Becca Levin" userId="08c76d0b-4d1f-44f5-8508-8653b2f54768" providerId="ADAL" clId="{5AA3B8CE-AFEA-44FA-ACCD-448CA31DFD0A}" dt="2026-07-07T22:09:49.963" v="1522" actId="478"/>
          <ac:spMkLst>
            <pc:docMk/>
            <pc:sldMk cId="100749421" sldId="3457"/>
            <ac:spMk id="6" creationId="{79B02B2C-BF99-87E1-18E4-8817A5B776C6}"/>
          </ac:spMkLst>
        </pc:spChg>
        <pc:spChg chg="del">
          <ac:chgData name="Becca Levin" userId="08c76d0b-4d1f-44f5-8508-8653b2f54768" providerId="ADAL" clId="{5AA3B8CE-AFEA-44FA-ACCD-448CA31DFD0A}" dt="2026-07-07T22:09:49.963" v="1522" actId="478"/>
          <ac:spMkLst>
            <pc:docMk/>
            <pc:sldMk cId="100749421" sldId="3457"/>
            <ac:spMk id="7" creationId="{31366008-1662-1EC2-33D2-6EFE83462160}"/>
          </ac:spMkLst>
        </pc:spChg>
      </pc:sldChg>
      <pc:sldChg chg="addSp modSp new mod">
        <pc:chgData name="Becca Levin" userId="08c76d0b-4d1f-44f5-8508-8653b2f54768" providerId="ADAL" clId="{5AA3B8CE-AFEA-44FA-ACCD-448CA31DFD0A}" dt="2026-07-08T15:05:54.874" v="1652" actId="20577"/>
        <pc:sldMkLst>
          <pc:docMk/>
          <pc:sldMk cId="762025683" sldId="3458"/>
        </pc:sldMkLst>
        <pc:spChg chg="mod">
          <ac:chgData name="Becca Levin" userId="08c76d0b-4d1f-44f5-8508-8653b2f54768" providerId="ADAL" clId="{5AA3B8CE-AFEA-44FA-ACCD-448CA31DFD0A}" dt="2026-07-08T15:05:32.539" v="1589" actId="20577"/>
          <ac:spMkLst>
            <pc:docMk/>
            <pc:sldMk cId="762025683" sldId="3458"/>
            <ac:spMk id="2" creationId="{A69382F3-497E-DD80-0F61-615F34FDB397}"/>
          </ac:spMkLst>
        </pc:spChg>
        <pc:spChg chg="add mod">
          <ac:chgData name="Becca Levin" userId="08c76d0b-4d1f-44f5-8508-8653b2f54768" providerId="ADAL" clId="{5AA3B8CE-AFEA-44FA-ACCD-448CA31DFD0A}" dt="2026-07-08T15:05:54.874" v="1652" actId="20577"/>
          <ac:spMkLst>
            <pc:docMk/>
            <pc:sldMk cId="762025683" sldId="3458"/>
            <ac:spMk id="5" creationId="{235AC62D-F908-F4EC-E2BB-2A6870CE1724}"/>
          </ac:spMkLst>
        </pc:spChg>
      </pc:sldChg>
      <pc:sldMasterChg chg="modSp mod delSldLayout">
        <pc:chgData name="Becca Levin" userId="08c76d0b-4d1f-44f5-8508-8653b2f54768" providerId="ADAL" clId="{5AA3B8CE-AFEA-44FA-ACCD-448CA31DFD0A}" dt="2026-07-07T22:00:46.794" v="894" actId="47"/>
        <pc:sldMasterMkLst>
          <pc:docMk/>
          <pc:sldMasterMk cId="219843506" sldId="2147483660"/>
        </pc:sldMasterMkLst>
        <pc:spChg chg="add mod">
          <ac:chgData name="Becca Levin" userId="08c76d0b-4d1f-44f5-8508-8653b2f54768" providerId="ADAL" clId="{5AA3B8CE-AFEA-44FA-ACCD-448CA31DFD0A}" dt="2026-07-07T21:58:17.657" v="711" actId="33475"/>
          <ac:spMkLst>
            <pc:docMk/>
            <pc:sldMasterMk cId="219843506" sldId="2147483660"/>
            <ac:spMk id="7" creationId="{7FDA3ADB-FDC1-3FA8-3055-901B9AFA9BBB}"/>
          </ac:spMkLst>
        </pc:spChg>
        <pc:sldLayoutChg chg="del">
          <pc:chgData name="Becca Levin" userId="08c76d0b-4d1f-44f5-8508-8653b2f54768" providerId="ADAL" clId="{5AA3B8CE-AFEA-44FA-ACCD-448CA31DFD0A}" dt="2026-07-07T21:59:45.983" v="822" actId="47"/>
          <pc:sldLayoutMkLst>
            <pc:docMk/>
            <pc:sldMasterMk cId="219843506" sldId="2147483660"/>
            <pc:sldLayoutMk cId="2743265637" sldId="2147483691"/>
          </pc:sldLayoutMkLst>
        </pc:sldLayoutChg>
        <pc:sldLayoutChg chg="del">
          <pc:chgData name="Becca Levin" userId="08c76d0b-4d1f-44f5-8508-8653b2f54768" providerId="ADAL" clId="{5AA3B8CE-AFEA-44FA-ACCD-448CA31DFD0A}" dt="2026-07-07T22:00:46.794" v="894" actId="47"/>
          <pc:sldLayoutMkLst>
            <pc:docMk/>
            <pc:sldMasterMk cId="219843506" sldId="2147483660"/>
            <pc:sldLayoutMk cId="2915487502" sldId="2147483693"/>
          </pc:sldLayoutMkLst>
        </pc:sldLayoutChg>
      </pc:sldMasterChg>
      <pc:sldMasterChg chg="modSp mod delSldLayout">
        <pc:chgData name="Becca Levin" userId="08c76d0b-4d1f-44f5-8508-8653b2f54768" providerId="ADAL" clId="{5AA3B8CE-AFEA-44FA-ACCD-448CA31DFD0A}" dt="2026-07-07T21:58:17.657" v="711" actId="33475"/>
        <pc:sldMasterMkLst>
          <pc:docMk/>
          <pc:sldMasterMk cId="1360684061" sldId="2147483685"/>
        </pc:sldMasterMkLst>
        <pc:spChg chg="add mod">
          <ac:chgData name="Becca Levin" userId="08c76d0b-4d1f-44f5-8508-8653b2f54768" providerId="ADAL" clId="{5AA3B8CE-AFEA-44FA-ACCD-448CA31DFD0A}" dt="2026-07-07T21:58:17.657" v="711" actId="33475"/>
          <ac:spMkLst>
            <pc:docMk/>
            <pc:sldMasterMk cId="1360684061" sldId="2147483685"/>
            <ac:spMk id="7" creationId="{3B01342F-FC00-B1F8-0840-DA8EF927E8F1}"/>
          </ac:spMkLst>
        </pc:spChg>
        <pc:sldLayoutChg chg="del">
          <pc:chgData name="Becca Levin" userId="08c76d0b-4d1f-44f5-8508-8653b2f54768" providerId="ADAL" clId="{5AA3B8CE-AFEA-44FA-ACCD-448CA31DFD0A}" dt="2026-07-07T21:56:53.885" v="699" actId="47"/>
          <pc:sldLayoutMkLst>
            <pc:docMk/>
            <pc:sldMasterMk cId="1360684061" sldId="2147483685"/>
            <pc:sldLayoutMk cId="609849122" sldId="2147483688"/>
          </pc:sldLayoutMkLst>
        </pc:sldLayoutChg>
      </pc:sldMasterChg>
      <pc:sldMasterChg chg="addSp mod">
        <pc:chgData name="Becca Levin" userId="08c76d0b-4d1f-44f5-8508-8653b2f54768" providerId="ADAL" clId="{5AA3B8CE-AFEA-44FA-ACCD-448CA31DFD0A}" dt="2026-07-07T21:58:17.657" v="711" actId="33475"/>
        <pc:sldMasterMkLst>
          <pc:docMk/>
          <pc:sldMasterMk cId="237354584" sldId="2147483689"/>
        </pc:sldMasterMkLst>
        <pc:spChg chg="add">
          <ac:chgData name="Becca Levin" userId="08c76d0b-4d1f-44f5-8508-8653b2f54768" providerId="ADAL" clId="{5AA3B8CE-AFEA-44FA-ACCD-448CA31DFD0A}" dt="2026-07-07T21:58:17.657" v="711" actId="33475"/>
          <ac:spMkLst>
            <pc:docMk/>
            <pc:sldMasterMk cId="237354584" sldId="2147483689"/>
            <ac:spMk id="3" creationId="{63792E26-E73E-F62B-8512-9C2CE06A8EBD}"/>
          </ac:spMkLst>
        </pc:spChg>
      </pc:sldMasterChg>
    </pc:docChg>
  </pc:docChgLst>
</pc:chgInfo>
</file>

<file path=ppt/charts/_rels/chart1.xml.rels><?xml version="1.0" encoding="UTF-8"?>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?>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?>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?>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Initial investment</c:v>
                </c:pt>
              </c:strCache>
            </c:strRef>
          </c:tx>
          <c:spPr>
            <a:solidFill>
              <a:srgbClr val="002924"/>
            </a:solidFill>
            <a:effectLst/>
          </c:spPr>
          <c:invertIfNegative val="0"/>
          <c:dLbls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EA-438D-B350-75F88679092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Realized (2022)</c:v>
                </c:pt>
              </c:strCache>
            </c:strRef>
          </c:tx>
          <c:spPr>
            <a:solidFill>
              <a:srgbClr val="B1C8B0"/>
            </a:solidFill>
            <a:effectLst/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0</c:v>
                </c:pt>
                <c:pt idx="1">
                  <c:v>72.5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EA-438D-B350-75F88679092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Realized (2025)</c:v>
                </c:pt>
              </c:strCache>
            </c:strRef>
          </c:tx>
          <c:spPr>
            <a:solidFill>
              <a:srgbClr val="61896E"/>
            </a:solidFill>
            <a:effectLst/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0</c:v>
                </c:pt>
                <c:pt idx="1">
                  <c:v>142.6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EA-438D-B350-75F88679092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Held (current)</c:v>
                </c:pt>
              </c:strCache>
            </c:strRef>
          </c:tx>
          <c:spPr>
            <a:solidFill>
              <a:srgbClr val="D5ED99"/>
            </a:solidFill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r>
                      <a:rPr lang="en-US" dirty="0"/>
                      <a:t>147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55EA-438D-B350-75F88679092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Sheet1!$E$2:$E$3</c:f>
              <c:numCache>
                <c:formatCode>General</c:formatCode>
                <c:ptCount val="2"/>
                <c:pt idx="0">
                  <c:v>0</c:v>
                </c:pt>
                <c:pt idx="1">
                  <c:v>146.5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5EA-438D-B350-75F88679092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2094734554"/>
        <c:axId val="2094734552"/>
      </c:barChart>
      <c:catAx>
        <c:axId val="209473455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2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low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 sz="1100">
          <a:latin typeface="+mn-lt"/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Ph I</c:v>
                </c:pt>
              </c:strCache>
            </c:strRef>
          </c:tx>
          <c:spPr>
            <a:solidFill>
              <a:srgbClr val="B1C8B0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5</c:v>
                </c:pt>
                <c:pt idx="1">
                  <c:v>5</c:v>
                </c:pt>
                <c:pt idx="2">
                  <c:v>4</c:v>
                </c:pt>
                <c:pt idx="3">
                  <c:v>4</c:v>
                </c:pt>
                <c:pt idx="4">
                  <c:v>6</c:v>
                </c:pt>
                <c:pt idx="5">
                  <c:v>4</c:v>
                </c:pt>
                <c:pt idx="6">
                  <c:v>15</c:v>
                </c:pt>
                <c:pt idx="7">
                  <c:v>18</c:v>
                </c:pt>
                <c:pt idx="8">
                  <c:v>20</c:v>
                </c:pt>
                <c:pt idx="9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EF-442F-80B5-E320C084917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Ph I/II</c:v>
                </c:pt>
              </c:strCache>
            </c:strRef>
          </c:tx>
          <c:spPr>
            <a:solidFill>
              <a:srgbClr val="BAD1D8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Sheet1!$C$2:$C$11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1</c:v>
                </c:pt>
                <c:pt idx="3">
                  <c:v>1</c:v>
                </c:pt>
                <c:pt idx="4">
                  <c:v>2</c:v>
                </c:pt>
                <c:pt idx="5">
                  <c:v>1</c:v>
                </c:pt>
                <c:pt idx="6">
                  <c:v>4</c:v>
                </c:pt>
                <c:pt idx="7">
                  <c:v>6</c:v>
                </c:pt>
                <c:pt idx="8">
                  <c:v>7</c:v>
                </c:pt>
                <c:pt idx="9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EF-442F-80B5-E320C084917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Ph II</c:v>
                </c:pt>
              </c:strCache>
            </c:strRef>
          </c:tx>
          <c:spPr>
            <a:solidFill>
              <a:srgbClr val="61896E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Sheet1!$D$2:$D$11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3</c:v>
                </c:pt>
                <c:pt idx="7">
                  <c:v>5</c:v>
                </c:pt>
                <c:pt idx="8">
                  <c:v>6</c:v>
                </c:pt>
                <c:pt idx="9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8EF-442F-80B5-E320C084917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Ph II/III</c:v>
                </c:pt>
              </c:strCache>
            </c:strRef>
          </c:tx>
          <c:spPr>
            <a:solidFill>
              <a:srgbClr val="5475E8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Sheet1!$E$2:$E$11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</c:v>
                </c:pt>
                <c:pt idx="5">
                  <c:v>0</c:v>
                </c:pt>
                <c:pt idx="6">
                  <c:v>2</c:v>
                </c:pt>
                <c:pt idx="7">
                  <c:v>3</c:v>
                </c:pt>
                <c:pt idx="8">
                  <c:v>4</c:v>
                </c:pt>
                <c:pt idx="9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8EF-442F-80B5-E320C084917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Ph III</c:v>
                </c:pt>
              </c:strCache>
            </c:strRef>
          </c:tx>
          <c:spPr>
            <a:solidFill>
              <a:srgbClr val="002924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Sheet1!$F$2:$F$11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</c:v>
                </c:pt>
                <c:pt idx="6">
                  <c:v>1</c:v>
                </c:pt>
                <c:pt idx="7">
                  <c:v>2</c:v>
                </c:pt>
                <c:pt idx="8">
                  <c:v>2</c:v>
                </c:pt>
                <c:pt idx="9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EF-442F-80B5-E320C084917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NDA</c:v>
                </c:pt>
              </c:strCache>
            </c:strRef>
          </c:tx>
          <c:spPr>
            <a:solidFill>
              <a:srgbClr val="8F1A43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Sheet1!$G$2:$G$11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1</c:v>
                </c:pt>
                <c:pt idx="8">
                  <c:v>1</c:v>
                </c:pt>
                <c:pt idx="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EF-442F-80B5-E320C084917C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Approval</c:v>
                </c:pt>
              </c:strCache>
            </c:strRef>
          </c:tx>
          <c:spPr>
            <a:solidFill>
              <a:srgbClr val="D5ED99"/>
            </a:solidFill>
            <a:effectLst/>
          </c:spPr>
          <c:invertIfNegative val="0"/>
          <c:cat>
            <c:strRef>
              <c:f>Sheet1!$A$2:$A$11</c:f>
              <c:strCache>
                <c:ptCount val="10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  <c:pt idx="9">
                  <c:v>2025</c:v>
                </c:pt>
              </c:strCache>
            </c:strRef>
          </c:cat>
          <c:val>
            <c:numRef>
              <c:f>Sheet1!$H$2:$H$11</c:f>
              <c:numCache>
                <c:formatCode>General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1</c:v>
                </c:pt>
                <c:pt idx="8">
                  <c:v>1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EF-442F-80B5-E320C08491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800" b="0" i="0" u="none" strike="noStrike">
                <a:solidFill>
                  <a:srgbClr val="656670"/>
                </a:solidFill>
                <a:latin typeface="Funnel Sans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  <c:max val="50"/>
        </c:scaling>
        <c:delete val="0"/>
        <c:axPos val="l"/>
        <c:majorGridlines>
          <c:spPr>
            <a:ln w="6350" cap="flat">
              <a:solidFill>
                <a:srgbClr val="E8E8E8"/>
              </a:solidFill>
              <a:prstDash val="solid"/>
              <a:round/>
            </a:ln>
          </c:spPr>
        </c:majorGridlines>
        <c:numFmt formatCode="General" sourceLinked="0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800" b="0" i="0" u="none" strike="noStrike">
                <a:solidFill>
                  <a:srgbClr val="656670"/>
                </a:solidFill>
                <a:latin typeface="Funnel Sans"/>
              </a:defRPr>
            </a:pPr>
            <a:endParaRPr lang="en-US"/>
          </a:p>
        </c:txPr>
        <c:crossAx val="209473455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700">
              <a:solidFill>
                <a:srgbClr val="656670"/>
              </a:solidFill>
              <a:latin typeface="Funnel Sans"/>
              <a:cs typeface="Funnel Sans"/>
            </a:defRPr>
          </a:pPr>
          <a:endParaRPr lang="en-US"/>
        </a:p>
      </c:txPr>
    </c:legend>
    <c:plotVisOnly val="1"/>
    <c:dispBlanksAs val="span"/>
    <c:showDLblsOverMax val="1"/>
  </c:chart>
  <c:spPr>
    <a:solidFill>
      <a:srgbClr val="FFFFFF"/>
    </a:solidFill>
    <a:ln>
      <a:noFill/>
    </a:ln>
    <a:effectLst/>
  </c:sp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Stage</c:v>
                </c:pt>
              </c:strCache>
            </c:strRef>
          </c:tx>
          <c:spPr>
            <a:solidFill>
              <a:schemeClr val="accent1"/>
            </a:solidFill>
            <a:ln w="9525" cap="flat">
              <a:solidFill>
                <a:srgbClr val="F9F9F9"/>
              </a:solidFill>
              <a:prstDash val="solid"/>
              <a:round/>
            </a:ln>
            <a:effectLst/>
          </c:spPr>
          <c:dPt>
            <c:idx val="0"/>
            <c:bubble3D val="0"/>
            <c:spPr>
              <a:solidFill>
                <a:srgbClr val="DED6D3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1-5F2D-4738-BF48-9FF06C454533}"/>
              </c:ext>
            </c:extLst>
          </c:dPt>
          <c:dPt>
            <c:idx val="1"/>
            <c:bubble3D val="0"/>
            <c:spPr>
              <a:solidFill>
                <a:srgbClr val="B1C8B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3-5F2D-4738-BF48-9FF06C454533}"/>
              </c:ext>
            </c:extLst>
          </c:dPt>
          <c:dPt>
            <c:idx val="2"/>
            <c:bubble3D val="0"/>
            <c:spPr>
              <a:solidFill>
                <a:srgbClr val="BAD1D8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5-5F2D-4738-BF48-9FF06C454533}"/>
              </c:ext>
            </c:extLst>
          </c:dPt>
          <c:dPt>
            <c:idx val="3"/>
            <c:bubble3D val="0"/>
            <c:spPr>
              <a:solidFill>
                <a:srgbClr val="D5ED99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7-5F2D-4738-BF48-9FF06C454533}"/>
              </c:ext>
            </c:extLst>
          </c:dPt>
          <c:dPt>
            <c:idx val="4"/>
            <c:bubble3D val="0"/>
            <c:spPr>
              <a:solidFill>
                <a:srgbClr val="61896E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9-5F2D-4738-BF48-9FF06C454533}"/>
              </c:ext>
            </c:extLst>
          </c:dPt>
          <c:dPt>
            <c:idx val="5"/>
            <c:bubble3D val="0"/>
            <c:spPr>
              <a:solidFill>
                <a:srgbClr val="5475E8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B-5F2D-4738-BF48-9FF06C454533}"/>
              </c:ext>
            </c:extLst>
          </c:dPt>
          <c:dPt>
            <c:idx val="6"/>
            <c:bubble3D val="0"/>
            <c:spPr>
              <a:solidFill>
                <a:srgbClr val="002924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D-5F2D-4738-BF48-9FF06C454533}"/>
              </c:ext>
            </c:extLst>
          </c:dPt>
          <c:dPt>
            <c:idx val="7"/>
            <c:bubble3D val="0"/>
            <c:spPr>
              <a:solidFill>
                <a:srgbClr val="8F1A43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F-5F2D-4738-BF48-9FF06C454533}"/>
              </c:ext>
            </c:extLst>
          </c:dPt>
          <c:dPt>
            <c:idx val="8"/>
            <c:bubble3D val="0"/>
            <c:spPr>
              <a:solidFill>
                <a:srgbClr val="360105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11-5F2D-4738-BF48-9FF06C454533}"/>
              </c:ext>
            </c:extLst>
          </c:dPt>
          <c:cat>
            <c:strRef>
              <c:f>Sheet1!$A$2:$A$10</c:f>
              <c:strCache>
                <c:ptCount val="9"/>
                <c:pt idx="0">
                  <c:v>Preclinical: 376</c:v>
                </c:pt>
                <c:pt idx="1">
                  <c:v>Phase I: 237</c:v>
                </c:pt>
                <c:pt idx="2">
                  <c:v>IND: 14</c:v>
                </c:pt>
                <c:pt idx="3">
                  <c:v>Phase I/II: 21</c:v>
                </c:pt>
                <c:pt idx="4">
                  <c:v>Phase II: 15</c:v>
                </c:pt>
                <c:pt idx="5">
                  <c:v>Phase II/III: 10</c:v>
                </c:pt>
                <c:pt idx="6">
                  <c:v>Phase III: 9</c:v>
                </c:pt>
                <c:pt idx="7">
                  <c:v>Filed: 3</c:v>
                </c:pt>
                <c:pt idx="8">
                  <c:v>Approved: 2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376</c:v>
                </c:pt>
                <c:pt idx="1">
                  <c:v>237</c:v>
                </c:pt>
                <c:pt idx="2">
                  <c:v>14</c:v>
                </c:pt>
                <c:pt idx="3">
                  <c:v>21</c:v>
                </c:pt>
                <c:pt idx="4">
                  <c:v>15</c:v>
                </c:pt>
                <c:pt idx="5">
                  <c:v>10</c:v>
                </c:pt>
                <c:pt idx="6">
                  <c:v>9</c:v>
                </c:pt>
                <c:pt idx="7">
                  <c:v>3</c:v>
                </c:pt>
                <c:pt idx="8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5F2D-4738-BF48-9FF06C4545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600">
              <a:solidFill>
                <a:srgbClr val="656670"/>
              </a:solidFill>
              <a:latin typeface="Funnel Sans"/>
              <a:cs typeface="Funnel Sans"/>
            </a:defRPr>
          </a:pPr>
          <a:endParaRPr lang="en-US"/>
        </a:p>
      </c:txPr>
    </c:legend>
    <c:plotVisOnly val="1"/>
    <c:dispBlanksAs val="span"/>
    <c:showDLblsOverMax val="1"/>
  </c:chart>
  <c:spPr>
    <a:solidFill>
      <a:srgbClr val="FFFFFF"/>
    </a:solidFill>
    <a:ln>
      <a:noFill/>
    </a:ln>
    <a:effectLst/>
  </c:sp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9002691210188398E-2"/>
          <c:y val="6.0188485739249065E-2"/>
          <c:w val="0.86255556719874438"/>
          <c:h val="0.8672018982075765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RayzeBio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45</c:v>
                </c:pt>
                <c:pt idx="1">
                  <c:v>150</c:v>
                </c:pt>
                <c:pt idx="2">
                  <c:v>258</c:v>
                </c:pt>
                <c:pt idx="3">
                  <c:v>418</c:v>
                </c:pt>
                <c:pt idx="4">
                  <c:v>755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BF9-451F-9004-359AADC76EC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Aktis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72</c:v>
                </c:pt>
                <c:pt idx="1">
                  <c:v>156</c:v>
                </c:pt>
                <c:pt idx="2">
                  <c:v>331</c:v>
                </c:pt>
                <c:pt idx="3">
                  <c:v>649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BF9-451F-9004-359AADC76EC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Fusion</c:v>
                </c:pt>
              </c:strCache>
            </c:strRef>
          </c:tx>
          <c:spPr>
            <a:ln w="28575" cap="rnd">
              <a:solidFill>
                <a:srgbClr val="5475E8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5475E8"/>
              </a:solidFill>
              <a:ln w="9525">
                <a:solidFill>
                  <a:srgbClr val="5475E8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46</c:v>
                </c:pt>
                <c:pt idx="1">
                  <c:v>151</c:v>
                </c:pt>
                <c:pt idx="2">
                  <c:v>364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BF9-451F-9004-359AADC76EC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Point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20</c:v>
                </c:pt>
                <c:pt idx="1">
                  <c:v>307</c:v>
                </c:pt>
                <c:pt idx="2">
                  <c:v>432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BF9-451F-9004-359AADC76EC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Mariana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50000"/>
                  </a:schemeClr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75</c:v>
                </c:pt>
                <c:pt idx="1">
                  <c:v>250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BF9-451F-9004-359AADC76EC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Radionetics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2"/>
              </a:solidFill>
              <a:ln w="9525">
                <a:solidFill>
                  <a:schemeClr val="tx2"/>
                </a:solidFill>
              </a:ln>
              <a:effectLst/>
            </c:spPr>
          </c:marker>
          <c:dPt>
            <c:idx val="1"/>
            <c:marker>
              <c:symbol val="circle"/>
              <c:size val="5"/>
              <c:spPr>
                <a:solidFill>
                  <a:schemeClr val="tx2"/>
                </a:solidFill>
                <a:ln w="9525">
                  <a:solidFill>
                    <a:schemeClr val="tx2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tx2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EBF9-451F-9004-359AADC76EC4}"/>
              </c:ext>
            </c:extLst>
          </c:dPt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30</c:v>
                </c:pt>
                <c:pt idx="1">
                  <c:v>82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EBF9-451F-9004-359AADC76EC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Evergreen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Sheet1!$H$2:$H$6</c:f>
              <c:numCache>
                <c:formatCode>General</c:formatCode>
                <c:ptCount val="5"/>
                <c:pt idx="0">
                  <c:v>19</c:v>
                </c:pt>
                <c:pt idx="1">
                  <c:v>15</c:v>
                </c:pt>
                <c:pt idx="2">
                  <c:v>60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9BF-4EF9-A483-8D0530D10E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4884815"/>
        <c:axId val="494888655"/>
      </c:lineChart>
      <c:catAx>
        <c:axId val="49488481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888888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4888655"/>
        <c:crosses val="autoZero"/>
        <c:auto val="1"/>
        <c:lblAlgn val="ctr"/>
        <c:lblOffset val="100"/>
        <c:noMultiLvlLbl val="0"/>
      </c:catAx>
      <c:valAx>
        <c:axId val="4948886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0"/>
                  <a:t>Total  Raised ($M)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solidFill>
              <a:srgbClr val="888888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48848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?>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C97152-8E08-474E-98B0-B10339035D8A}" type="datetimeFigureOut">
              <a:rPr lang="en-GB" smtClean="0"/>
              <a:t>07/07/2026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03A3D8-CA18-4489-9241-CA705B00537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8361918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?>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?>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3.xml.rels><?xml version="1.0" encoding="UTF-8"?>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4.xml.rels><?xml version="1.0" encoding="UTF-8"?>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408831-5C7C-A231-EF58-1117108C17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4BFB33-5183-855C-63FC-2F55803D79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BB959BF-F104-78CD-2E10-641ED0E573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F47EE6-74C3-879C-B8FA-0F56D166B1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C03A3D8-CA18-4489-9241-CA705B005370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501077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75F715A-089D-4914-AC0A-D7377EFE312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21624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75F715A-089D-4914-AC0A-D7377EFE312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7614379"/>
      </p:ext>
    </p:extLst>
  </p:cSld>
  <p:clrMapOvr>
    <a:masterClrMapping/>
  </p:clrMapOvr>
</p:notes>
</file>

<file path=ppt/slideLayouts/_rels/slideLayout1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?>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?>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?>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?>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50910-A0C0-68BB-7B53-15FDAD26F04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2258" y="3225776"/>
            <a:ext cx="5070017" cy="82806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 xml:space="preserve">Lorem ipsum dolor sit </a:t>
            </a:r>
            <a:r>
              <a:rPr lang="en-US" err="1"/>
              <a:t>amet</a:t>
            </a:r>
            <a:r>
              <a:rPr lang="en-US"/>
              <a:t xml:space="preserve"> </a:t>
            </a:r>
            <a:r>
              <a:rPr lang="en-US" err="1"/>
              <a:t>consectetur</a:t>
            </a:r>
            <a:r>
              <a:rPr lang="en-US"/>
              <a:t xml:space="preserve"> </a:t>
            </a:r>
            <a:r>
              <a:rPr lang="en-US" err="1"/>
              <a:t>adipiscing</a:t>
            </a:r>
            <a:r>
              <a:rPr lang="en-US"/>
              <a:t>.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34FF15-ACE1-BC40-45CB-34D1B57152A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4EC72E-7D93-4BA5-9C9F-9730CC1FCB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3" name="Date Placeholder 21" hidden="1">
            <a:extLst>
              <a:ext uri="{FF2B5EF4-FFF2-40B4-BE49-F238E27FC236}">
                <a16:creationId xmlns:a16="http://schemas.microsoft.com/office/drawing/2014/main" id="{538CCEA6-28D6-432F-620A-5FA841D9A6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800" spc="-39" smtClean="0">
                <a:solidFill>
                  <a:schemeClr val="tx1"/>
                </a:solidFill>
              </a:defRPr>
            </a:lvl1pPr>
          </a:lstStyle>
          <a:p>
            <a:fld id="{BC01B09E-BD2E-4777-B4D4-F6B540230C58}" type="datetime6">
              <a:rPr lang="en-GB" smtClean="0"/>
              <a:pPr/>
              <a:t>July 26</a:t>
            </a:fld>
            <a:endParaRPr lang="en-GB" sz="800"/>
          </a:p>
        </p:txBody>
      </p:sp>
      <p:grpSp>
        <p:nvGrpSpPr>
          <p:cNvPr id="7" name="Graphic 8">
            <a:extLst>
              <a:ext uri="{FF2B5EF4-FFF2-40B4-BE49-F238E27FC236}">
                <a16:creationId xmlns:a16="http://schemas.microsoft.com/office/drawing/2014/main" id="{CB562FDC-03F1-5521-89C7-C4C12E07C6DB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791912A-744B-425D-F110-EFB13F6FAEE4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9270859-3F16-2104-574D-74236AD8FD59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83165A3-2236-5DED-D823-B998BA612380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F43ADFC-C7F7-447E-7528-B2D251DE959F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E1AB878-C85A-B38C-3580-5EE82627FBF3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1061D67-2C92-6676-B691-D0C3162E6895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C5BED9F-A69D-4C82-E00C-5A9A9FD9EC99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9E26B4A-0E89-9545-CF71-72B0B21E751A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DA25754-0125-9425-59B1-7FEC7D4AAAF3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B2E4AC9-D18F-9818-11E5-9FAF5E9141FF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8" name="Subtitle 2">
            <a:extLst>
              <a:ext uri="{FF2B5EF4-FFF2-40B4-BE49-F238E27FC236}">
                <a16:creationId xmlns:a16="http://schemas.microsoft.com/office/drawing/2014/main" id="{620E3FC0-F13B-4AA1-8445-8E35E2CF193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2926186"/>
            <a:ext cx="5070017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Section Title</a:t>
            </a:r>
          </a:p>
        </p:txBody>
      </p:sp>
    </p:spTree>
    <p:extLst>
      <p:ext uri="{BB962C8B-B14F-4D97-AF65-F5344CB8AC3E}">
        <p14:creationId xmlns:p14="http://schemas.microsoft.com/office/powerpoint/2010/main" val="32525436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B042BA4-469A-ACDB-3C72-111476EA424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9ED306-214C-DFDE-1E4C-3120B3984D7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7" name="Graphic 8">
            <a:extLst>
              <a:ext uri="{FF2B5EF4-FFF2-40B4-BE49-F238E27FC236}">
                <a16:creationId xmlns:a16="http://schemas.microsoft.com/office/drawing/2014/main" id="{42F3CB05-B71F-2304-36F3-1D328DDB162C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30B7A793-96DD-718F-6C53-3ED56F3EC0D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4A4D229-A539-9666-C803-E715831FCB80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649BA90A-AFC7-6552-715F-EB24799740AA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FDB49AB-05C6-830A-79E4-659B4384A3D7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CA1B60CB-DCD7-8B10-E27A-06BFF887A080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9E0B493-3501-EF31-42E0-75A5F876ED0D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3DE3EBE-2D35-17A6-7194-22B9C028797B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65A8686-D0E9-5DE2-D5AF-9469D8DFC277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E79BEBE-4F28-1B64-3229-278A2A0FCA0C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C6D91C27-5113-D6F8-DD50-545A13EBBEA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8" name="Title 1">
            <a:extLst>
              <a:ext uri="{FF2B5EF4-FFF2-40B4-BE49-F238E27FC236}">
                <a16:creationId xmlns:a16="http://schemas.microsoft.com/office/drawing/2014/main" id="{55FB519E-F037-3DA4-A1C7-8F1520479F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5501" y="3268448"/>
            <a:ext cx="8945261" cy="40134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 xml:space="preserve">Lorem ipsum dolor sit </a:t>
            </a:r>
            <a:r>
              <a:rPr lang="en-US" err="1"/>
              <a:t>amet</a:t>
            </a:r>
            <a:r>
              <a:rPr lang="en-US"/>
              <a:t xml:space="preserve"> </a:t>
            </a:r>
            <a:r>
              <a:rPr lang="en-US" err="1"/>
              <a:t>consectetur</a:t>
            </a:r>
            <a:r>
              <a:rPr lang="en-US"/>
              <a:t xml:space="preserve"> </a:t>
            </a:r>
            <a:r>
              <a:rPr lang="en-US" err="1"/>
              <a:t>adipiscing</a:t>
            </a:r>
            <a:r>
              <a:rPr lang="en-US"/>
              <a:t>.</a:t>
            </a:r>
            <a:endParaRPr lang="en-GB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9A1371C9-0DD0-D675-51AF-9B5EDD28DB4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7178" y="306761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bg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One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13899FB2-FBD1-4075-123F-B4536AB49CE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7178" y="336095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6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Two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D2431CCB-56DE-6E4B-FFA1-297FA4232D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57178" y="365429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6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Three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436558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D03D0F0-7052-5160-A771-5119F33D0F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EDDD5D-8453-021D-0AFE-5BD4B5D976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0E650826-C49B-4E4D-633C-3F0654915E1A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9" y="1091036"/>
            <a:ext cx="10131425" cy="158693"/>
          </a:xfrm>
        </p:spPr>
        <p:txBody>
          <a:bodyPr/>
          <a:lstStyle>
            <a:lvl1pPr marL="0" indent="0" algn="l">
              <a:buNone/>
              <a:defRPr sz="1200" spc="-10">
                <a:solidFill>
                  <a:schemeClr val="bg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Agenda or Date</a:t>
            </a:r>
          </a:p>
        </p:txBody>
      </p:sp>
      <p:sp>
        <p:nvSpPr>
          <p:cNvPr id="9" name="Table Placeholder 8">
            <a:extLst>
              <a:ext uri="{FF2B5EF4-FFF2-40B4-BE49-F238E27FC236}">
                <a16:creationId xmlns:a16="http://schemas.microsoft.com/office/drawing/2014/main" id="{45FB2E71-CF98-96CB-FAEB-10749E7CDB00}"/>
              </a:ext>
            </a:extLst>
          </p:cNvPr>
          <p:cNvSpPr>
            <a:spLocks noGrp="1"/>
          </p:cNvSpPr>
          <p:nvPr>
            <p:ph type="tbl" sz="quarter" idx="12"/>
          </p:nvPr>
        </p:nvSpPr>
        <p:spPr>
          <a:xfrm>
            <a:off x="257179" y="1396445"/>
            <a:ext cx="10131425" cy="3835400"/>
          </a:xfrm>
        </p:spPr>
        <p:txBody>
          <a:bodyPr/>
          <a:lstStyle/>
          <a:p>
            <a:endParaRPr lang="en-GB"/>
          </a:p>
        </p:txBody>
      </p:sp>
      <p:grpSp>
        <p:nvGrpSpPr>
          <p:cNvPr id="2" name="Graphic 8">
            <a:extLst>
              <a:ext uri="{FF2B5EF4-FFF2-40B4-BE49-F238E27FC236}">
                <a16:creationId xmlns:a16="http://schemas.microsoft.com/office/drawing/2014/main" id="{90A17A9B-0C48-1515-ED38-C14C78957454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B92FA4EC-976C-DA82-9504-58AF70C402D3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4B48300-E7E6-EC2C-F589-F5BBD059681E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A2FCC75-9BAA-C54B-469C-5E1CD96B6EF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C1D0F2D6-F69A-C4D1-35DD-13FBD7B25F12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1FE0DA3-BFBB-5A05-D3B9-D06A9C5F5B8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4C3D3FD-92BD-87C8-7BEF-78648536719E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914ED9B-9040-1DAC-207F-44855782ED81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EA545CE9-1F2E-C4DF-A288-6E0D73E2ABC7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93B2B45-E164-0EA4-0C09-6DCA12389939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24F9729-F8E5-AF5F-4B62-28C93CE603C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974660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with Left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69B797-C20F-9FA8-DAAE-469DD3EC516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C1AEAF-E1EB-8682-46B5-C4986478473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54DAC0B-862D-B90A-DC42-00D38DC467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5344" y="1859280"/>
            <a:ext cx="6917619" cy="4895778"/>
          </a:xfrm>
          <a:custGeom>
            <a:avLst/>
            <a:gdLst>
              <a:gd name="connsiteX0" fmla="*/ 640714 w 6917619"/>
              <a:gd name="connsiteY0" fmla="*/ 0 h 4895778"/>
              <a:gd name="connsiteX1" fmla="*/ 6917619 w 6917619"/>
              <a:gd name="connsiteY1" fmla="*/ 0 h 4895778"/>
              <a:gd name="connsiteX2" fmla="*/ 6917619 w 6917619"/>
              <a:gd name="connsiteY2" fmla="*/ 4252461 h 4895778"/>
              <a:gd name="connsiteX3" fmla="*/ 6276905 w 6917619"/>
              <a:gd name="connsiteY3" fmla="*/ 4895778 h 4895778"/>
              <a:gd name="connsiteX4" fmla="*/ 640714 w 6917619"/>
              <a:gd name="connsiteY4" fmla="*/ 4895778 h 4895778"/>
              <a:gd name="connsiteX5" fmla="*/ 0 w 6917619"/>
              <a:gd name="connsiteY5" fmla="*/ 4252461 h 4895778"/>
              <a:gd name="connsiteX6" fmla="*/ 0 w 6917619"/>
              <a:gd name="connsiteY6" fmla="*/ 643317 h 4895778"/>
              <a:gd name="connsiteX7" fmla="*/ 640714 w 6917619"/>
              <a:gd name="connsiteY7" fmla="*/ 0 h 4895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17619" h="4895778">
                <a:moveTo>
                  <a:pt x="640714" y="0"/>
                </a:moveTo>
                <a:lnTo>
                  <a:pt x="6917619" y="0"/>
                </a:lnTo>
                <a:lnTo>
                  <a:pt x="6917619" y="4252461"/>
                </a:lnTo>
                <a:cubicBezTo>
                  <a:pt x="6917619" y="4607513"/>
                  <a:pt x="6630521" y="4895778"/>
                  <a:pt x="6276905" y="4895778"/>
                </a:cubicBezTo>
                <a:lnTo>
                  <a:pt x="640714" y="4895778"/>
                </a:lnTo>
                <a:cubicBezTo>
                  <a:pt x="287099" y="4895778"/>
                  <a:pt x="0" y="4607513"/>
                  <a:pt x="0" y="4252461"/>
                </a:cubicBezTo>
                <a:lnTo>
                  <a:pt x="0" y="643317"/>
                </a:lnTo>
                <a:cubicBezTo>
                  <a:pt x="0" y="288265"/>
                  <a:pt x="287099" y="0"/>
                  <a:pt x="64071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C81AD52E-1789-01A1-2BBB-C4BD46A5C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29556" y="1907516"/>
            <a:ext cx="3498564" cy="118620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An example quote or statement that’s paired with the left image.</a:t>
            </a:r>
            <a:endParaRPr lang="en-GB"/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F5FB426E-22B9-2183-4B0B-A78B89CDDD0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129555" y="3395374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Name</a:t>
            </a:r>
            <a:endParaRPr lang="en-GB"/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2A367706-A504-DD7D-152D-F9949108D1F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129555" y="3611410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Title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666803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Quote with Left Imag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69B797-C20F-9FA8-DAAE-469DD3EC516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C1AEAF-E1EB-8682-46B5-C4986478473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54DAC0B-862D-B90A-DC42-00D38DC467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5344" y="1859280"/>
            <a:ext cx="6917619" cy="4895778"/>
          </a:xfrm>
          <a:custGeom>
            <a:avLst/>
            <a:gdLst>
              <a:gd name="connsiteX0" fmla="*/ 640714 w 6917619"/>
              <a:gd name="connsiteY0" fmla="*/ 0 h 4895778"/>
              <a:gd name="connsiteX1" fmla="*/ 6917619 w 6917619"/>
              <a:gd name="connsiteY1" fmla="*/ 0 h 4895778"/>
              <a:gd name="connsiteX2" fmla="*/ 6917619 w 6917619"/>
              <a:gd name="connsiteY2" fmla="*/ 4252461 h 4895778"/>
              <a:gd name="connsiteX3" fmla="*/ 6276905 w 6917619"/>
              <a:gd name="connsiteY3" fmla="*/ 4895778 h 4895778"/>
              <a:gd name="connsiteX4" fmla="*/ 640714 w 6917619"/>
              <a:gd name="connsiteY4" fmla="*/ 4895778 h 4895778"/>
              <a:gd name="connsiteX5" fmla="*/ 0 w 6917619"/>
              <a:gd name="connsiteY5" fmla="*/ 4252461 h 4895778"/>
              <a:gd name="connsiteX6" fmla="*/ 0 w 6917619"/>
              <a:gd name="connsiteY6" fmla="*/ 643317 h 4895778"/>
              <a:gd name="connsiteX7" fmla="*/ 640714 w 6917619"/>
              <a:gd name="connsiteY7" fmla="*/ 0 h 4895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17619" h="4895778">
                <a:moveTo>
                  <a:pt x="640714" y="0"/>
                </a:moveTo>
                <a:lnTo>
                  <a:pt x="6917619" y="0"/>
                </a:lnTo>
                <a:lnTo>
                  <a:pt x="6917619" y="4252461"/>
                </a:lnTo>
                <a:cubicBezTo>
                  <a:pt x="6917619" y="4607513"/>
                  <a:pt x="6630521" y="4895778"/>
                  <a:pt x="6276905" y="4895778"/>
                </a:cubicBezTo>
                <a:lnTo>
                  <a:pt x="640714" y="4895778"/>
                </a:lnTo>
                <a:cubicBezTo>
                  <a:pt x="287099" y="4895778"/>
                  <a:pt x="0" y="4607513"/>
                  <a:pt x="0" y="4252461"/>
                </a:cubicBezTo>
                <a:lnTo>
                  <a:pt x="0" y="643317"/>
                </a:lnTo>
                <a:cubicBezTo>
                  <a:pt x="0" y="288265"/>
                  <a:pt x="287099" y="0"/>
                  <a:pt x="64071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C81AD52E-1789-01A1-2BBB-C4BD46A5C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29556" y="1907516"/>
            <a:ext cx="3498564" cy="118620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An example quote or statement that’s paired with the left image.</a:t>
            </a:r>
            <a:endParaRPr lang="en-GB"/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F5FB426E-22B9-2183-4B0B-A78B89CDDD0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129555" y="3395374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Name</a:t>
            </a:r>
            <a:endParaRPr lang="en-GB"/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2A367706-A504-DD7D-152D-F9949108D1F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129555" y="3611410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Title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078418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with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9761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Headline for slide with two images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5770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B780EE7-8B48-AE2D-938E-E4D65084BB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313" y="2687320"/>
            <a:ext cx="7909560" cy="4101878"/>
          </a:xfrm>
          <a:custGeom>
            <a:avLst/>
            <a:gdLst>
              <a:gd name="connsiteX0" fmla="*/ 640856 w 7909560"/>
              <a:gd name="connsiteY0" fmla="*/ 0 h 4101878"/>
              <a:gd name="connsiteX1" fmla="*/ 7909560 w 7909560"/>
              <a:gd name="connsiteY1" fmla="*/ 0 h 4101878"/>
              <a:gd name="connsiteX2" fmla="*/ 7909560 w 7909560"/>
              <a:gd name="connsiteY2" fmla="*/ 3461353 h 4101878"/>
              <a:gd name="connsiteX3" fmla="*/ 7268704 w 7909560"/>
              <a:gd name="connsiteY3" fmla="*/ 4101878 h 4101878"/>
              <a:gd name="connsiteX4" fmla="*/ 640856 w 7909560"/>
              <a:gd name="connsiteY4" fmla="*/ 4101878 h 4101878"/>
              <a:gd name="connsiteX5" fmla="*/ 0 w 7909560"/>
              <a:gd name="connsiteY5" fmla="*/ 3461353 h 4101878"/>
              <a:gd name="connsiteX6" fmla="*/ 0 w 7909560"/>
              <a:gd name="connsiteY6" fmla="*/ 640525 h 4101878"/>
              <a:gd name="connsiteX7" fmla="*/ 640856 w 7909560"/>
              <a:gd name="connsiteY7" fmla="*/ 0 h 4101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909560" h="4101878">
                <a:moveTo>
                  <a:pt x="640856" y="0"/>
                </a:moveTo>
                <a:lnTo>
                  <a:pt x="7909560" y="0"/>
                </a:lnTo>
                <a:lnTo>
                  <a:pt x="7909560" y="3461353"/>
                </a:lnTo>
                <a:cubicBezTo>
                  <a:pt x="7909560" y="3814847"/>
                  <a:pt x="7622380" y="4101878"/>
                  <a:pt x="7268704" y="4101878"/>
                </a:cubicBezTo>
                <a:lnTo>
                  <a:pt x="640856" y="4101878"/>
                </a:lnTo>
                <a:cubicBezTo>
                  <a:pt x="287180" y="4101878"/>
                  <a:pt x="0" y="3814847"/>
                  <a:pt x="0" y="3461353"/>
                </a:cubicBezTo>
                <a:lnTo>
                  <a:pt x="0" y="640525"/>
                </a:lnTo>
                <a:cubicBezTo>
                  <a:pt x="0" y="287031"/>
                  <a:pt x="287180" y="0"/>
                  <a:pt x="6408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717AD81-D334-8CCB-130E-2510F2DB65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25632" y="2687320"/>
            <a:ext cx="3975183" cy="4101813"/>
          </a:xfrm>
          <a:custGeom>
            <a:avLst/>
            <a:gdLst>
              <a:gd name="connsiteX0" fmla="*/ 0 w 3975183"/>
              <a:gd name="connsiteY0" fmla="*/ 0 h 4101813"/>
              <a:gd name="connsiteX1" fmla="*/ 3325754 w 3975183"/>
              <a:gd name="connsiteY1" fmla="*/ 0 h 4101813"/>
              <a:gd name="connsiteX2" fmla="*/ 3975183 w 3975183"/>
              <a:gd name="connsiteY2" fmla="*/ 649429 h 4101813"/>
              <a:gd name="connsiteX3" fmla="*/ 3975183 w 3975183"/>
              <a:gd name="connsiteY3" fmla="*/ 3452384 h 4101813"/>
              <a:gd name="connsiteX4" fmla="*/ 3325754 w 3975183"/>
              <a:gd name="connsiteY4" fmla="*/ 4101813 h 4101813"/>
              <a:gd name="connsiteX5" fmla="*/ 649429 w 3975183"/>
              <a:gd name="connsiteY5" fmla="*/ 4101813 h 4101813"/>
              <a:gd name="connsiteX6" fmla="*/ 0 w 3975183"/>
              <a:gd name="connsiteY6" fmla="*/ 3452384 h 410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75183" h="4101813">
                <a:moveTo>
                  <a:pt x="0" y="0"/>
                </a:moveTo>
                <a:lnTo>
                  <a:pt x="3325754" y="0"/>
                </a:lnTo>
                <a:cubicBezTo>
                  <a:pt x="3684209" y="0"/>
                  <a:pt x="3975183" y="290974"/>
                  <a:pt x="3975183" y="649429"/>
                </a:cubicBezTo>
                <a:lnTo>
                  <a:pt x="3975183" y="3452384"/>
                </a:lnTo>
                <a:cubicBezTo>
                  <a:pt x="3975183" y="3810839"/>
                  <a:pt x="3684209" y="4101813"/>
                  <a:pt x="3325754" y="4101813"/>
                </a:cubicBezTo>
                <a:lnTo>
                  <a:pt x="649429" y="4101813"/>
                </a:lnTo>
                <a:cubicBezTo>
                  <a:pt x="290974" y="4101813"/>
                  <a:pt x="0" y="3810839"/>
                  <a:pt x="0" y="3452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49391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eadline with Two Imag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9761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Headline for slide with two images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5770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B780EE7-8B48-AE2D-938E-E4D65084BB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313" y="2687320"/>
            <a:ext cx="7909560" cy="4101878"/>
          </a:xfrm>
          <a:custGeom>
            <a:avLst/>
            <a:gdLst>
              <a:gd name="connsiteX0" fmla="*/ 640856 w 7909560"/>
              <a:gd name="connsiteY0" fmla="*/ 0 h 4101878"/>
              <a:gd name="connsiteX1" fmla="*/ 7909560 w 7909560"/>
              <a:gd name="connsiteY1" fmla="*/ 0 h 4101878"/>
              <a:gd name="connsiteX2" fmla="*/ 7909560 w 7909560"/>
              <a:gd name="connsiteY2" fmla="*/ 3461353 h 4101878"/>
              <a:gd name="connsiteX3" fmla="*/ 7268704 w 7909560"/>
              <a:gd name="connsiteY3" fmla="*/ 4101878 h 4101878"/>
              <a:gd name="connsiteX4" fmla="*/ 640856 w 7909560"/>
              <a:gd name="connsiteY4" fmla="*/ 4101878 h 4101878"/>
              <a:gd name="connsiteX5" fmla="*/ 0 w 7909560"/>
              <a:gd name="connsiteY5" fmla="*/ 3461353 h 4101878"/>
              <a:gd name="connsiteX6" fmla="*/ 0 w 7909560"/>
              <a:gd name="connsiteY6" fmla="*/ 640525 h 4101878"/>
              <a:gd name="connsiteX7" fmla="*/ 640856 w 7909560"/>
              <a:gd name="connsiteY7" fmla="*/ 0 h 4101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909560" h="4101878">
                <a:moveTo>
                  <a:pt x="640856" y="0"/>
                </a:moveTo>
                <a:lnTo>
                  <a:pt x="7909560" y="0"/>
                </a:lnTo>
                <a:lnTo>
                  <a:pt x="7909560" y="3461353"/>
                </a:lnTo>
                <a:cubicBezTo>
                  <a:pt x="7909560" y="3814847"/>
                  <a:pt x="7622380" y="4101878"/>
                  <a:pt x="7268704" y="4101878"/>
                </a:cubicBezTo>
                <a:lnTo>
                  <a:pt x="640856" y="4101878"/>
                </a:lnTo>
                <a:cubicBezTo>
                  <a:pt x="287180" y="4101878"/>
                  <a:pt x="0" y="3814847"/>
                  <a:pt x="0" y="3461353"/>
                </a:cubicBezTo>
                <a:lnTo>
                  <a:pt x="0" y="640525"/>
                </a:lnTo>
                <a:cubicBezTo>
                  <a:pt x="0" y="287031"/>
                  <a:pt x="287180" y="0"/>
                  <a:pt x="6408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717AD81-D334-8CCB-130E-2510F2DB65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25632" y="2687320"/>
            <a:ext cx="3975183" cy="4101813"/>
          </a:xfrm>
          <a:custGeom>
            <a:avLst/>
            <a:gdLst>
              <a:gd name="connsiteX0" fmla="*/ 0 w 3975183"/>
              <a:gd name="connsiteY0" fmla="*/ 0 h 4101813"/>
              <a:gd name="connsiteX1" fmla="*/ 3325754 w 3975183"/>
              <a:gd name="connsiteY1" fmla="*/ 0 h 4101813"/>
              <a:gd name="connsiteX2" fmla="*/ 3975183 w 3975183"/>
              <a:gd name="connsiteY2" fmla="*/ 649429 h 4101813"/>
              <a:gd name="connsiteX3" fmla="*/ 3975183 w 3975183"/>
              <a:gd name="connsiteY3" fmla="*/ 3452384 h 4101813"/>
              <a:gd name="connsiteX4" fmla="*/ 3325754 w 3975183"/>
              <a:gd name="connsiteY4" fmla="*/ 4101813 h 4101813"/>
              <a:gd name="connsiteX5" fmla="*/ 649429 w 3975183"/>
              <a:gd name="connsiteY5" fmla="*/ 4101813 h 4101813"/>
              <a:gd name="connsiteX6" fmla="*/ 0 w 3975183"/>
              <a:gd name="connsiteY6" fmla="*/ 3452384 h 410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75183" h="4101813">
                <a:moveTo>
                  <a:pt x="0" y="0"/>
                </a:moveTo>
                <a:lnTo>
                  <a:pt x="3325754" y="0"/>
                </a:lnTo>
                <a:cubicBezTo>
                  <a:pt x="3684209" y="0"/>
                  <a:pt x="3975183" y="290974"/>
                  <a:pt x="3975183" y="649429"/>
                </a:cubicBezTo>
                <a:lnTo>
                  <a:pt x="3975183" y="3452384"/>
                </a:lnTo>
                <a:cubicBezTo>
                  <a:pt x="3975183" y="3810839"/>
                  <a:pt x="3684209" y="4101813"/>
                  <a:pt x="3325754" y="4101813"/>
                </a:cubicBezTo>
                <a:lnTo>
                  <a:pt x="649429" y="4101813"/>
                </a:lnTo>
                <a:cubicBezTo>
                  <a:pt x="290974" y="4101813"/>
                  <a:pt x="0" y="3810839"/>
                  <a:pt x="0" y="3452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35172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&amp; Body with Image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Text Placeholder 18">
            <a:extLst>
              <a:ext uri="{FF2B5EF4-FFF2-40B4-BE49-F238E27FC236}">
                <a16:creationId xmlns:a16="http://schemas.microsoft.com/office/drawing/2014/main" id="{8992FF23-EEEA-EC59-C320-07847EF7C9A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2929573"/>
            <a:ext cx="3753993" cy="36712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/>
            </a:lvl1pPr>
            <a:lvl2pPr>
              <a:lnSpc>
                <a:spcPct val="103000"/>
              </a:lnSpc>
              <a:spcBef>
                <a:spcPts val="1000"/>
              </a:spcBef>
              <a:defRPr sz="1400" spc="-17"/>
            </a:lvl2pPr>
            <a:lvl3pPr>
              <a:lnSpc>
                <a:spcPct val="103000"/>
              </a:lnSpc>
              <a:spcBef>
                <a:spcPts val="1000"/>
              </a:spcBef>
              <a:defRPr sz="1400" spc="-17"/>
            </a:lvl3pPr>
            <a:lvl4pPr>
              <a:lnSpc>
                <a:spcPct val="103000"/>
              </a:lnSpc>
              <a:spcBef>
                <a:spcPts val="1000"/>
              </a:spcBef>
              <a:defRPr sz="1400" spc="-17"/>
            </a:lvl4pPr>
            <a:lvl5pPr>
              <a:lnSpc>
                <a:spcPct val="103000"/>
              </a:lnSpc>
              <a:spcBef>
                <a:spcPts val="1000"/>
              </a:spcBef>
              <a:defRPr sz="1400" spc="-17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477848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eadline &amp; Body with Image-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Text Placeholder 18">
            <a:extLst>
              <a:ext uri="{FF2B5EF4-FFF2-40B4-BE49-F238E27FC236}">
                <a16:creationId xmlns:a16="http://schemas.microsoft.com/office/drawing/2014/main" id="{8992FF23-EEEA-EC59-C320-07847EF7C9A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2929573"/>
            <a:ext cx="3753993" cy="36712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/>
            </a:lvl1pPr>
            <a:lvl2pPr>
              <a:lnSpc>
                <a:spcPct val="103000"/>
              </a:lnSpc>
              <a:spcBef>
                <a:spcPts val="1000"/>
              </a:spcBef>
              <a:defRPr sz="1400" spc="-17"/>
            </a:lvl2pPr>
            <a:lvl3pPr>
              <a:lnSpc>
                <a:spcPct val="103000"/>
              </a:lnSpc>
              <a:spcBef>
                <a:spcPts val="1000"/>
              </a:spcBef>
              <a:defRPr sz="1400" spc="-17"/>
            </a:lvl3pPr>
            <a:lvl4pPr>
              <a:lnSpc>
                <a:spcPct val="103000"/>
              </a:lnSpc>
              <a:spcBef>
                <a:spcPts val="1000"/>
              </a:spcBef>
              <a:defRPr sz="1400" spc="-17"/>
            </a:lvl4pPr>
            <a:lvl5pPr>
              <a:lnSpc>
                <a:spcPct val="103000"/>
              </a:lnSpc>
              <a:spcBef>
                <a:spcPts val="1000"/>
              </a:spcBef>
              <a:defRPr sz="1400" spc="-17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855039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&amp; Body with Imag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9" name="Text Placeholder 18">
            <a:extLst>
              <a:ext uri="{FF2B5EF4-FFF2-40B4-BE49-F238E27FC236}">
                <a16:creationId xmlns:a16="http://schemas.microsoft.com/office/drawing/2014/main" id="{CA6B0C59-8056-303C-E693-D8259BDDE61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3299031"/>
            <a:ext cx="3753993" cy="3301794"/>
          </a:xfrm>
        </p:spPr>
        <p:txBody>
          <a:bodyPr/>
          <a:lstStyle>
            <a:lvl1pPr marL="237744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1pPr>
            <a:lvl2pPr marL="40233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2pPr>
            <a:lvl3pPr marL="58521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3pPr>
            <a:lvl4pPr marL="76809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4pPr>
            <a:lvl5pPr marL="95097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6E77B6E7-D661-181A-C34B-26EF05233EB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7180" y="2938535"/>
            <a:ext cx="3753871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442625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with Images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6679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2686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82B53A0F-9769-BFF4-2FB4-C73782AF9B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7178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44FE4434-42C1-8BF3-BAA6-94B7EF00C8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7178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29" name="Text Placeholder 24">
            <a:extLst>
              <a:ext uri="{FF2B5EF4-FFF2-40B4-BE49-F238E27FC236}">
                <a16:creationId xmlns:a16="http://schemas.microsoft.com/office/drawing/2014/main" id="{5C89FC96-610E-E710-FD59-5C6C4E45C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94141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DB5B3D3B-C4B0-1E8B-C229-72FF828AB6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94141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A7182F27-B965-0E1E-DE4D-C6A3690AAC4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131104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24">
            <a:extLst>
              <a:ext uri="{FF2B5EF4-FFF2-40B4-BE49-F238E27FC236}">
                <a16:creationId xmlns:a16="http://schemas.microsoft.com/office/drawing/2014/main" id="{A5796F65-7D98-EAE7-B767-CEEB4AA4749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31104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59A2748-5765-3F1C-D7FC-C9C2898E6DC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5" name="Picture Placeholder 33">
            <a:extLst>
              <a:ext uri="{FF2B5EF4-FFF2-40B4-BE49-F238E27FC236}">
                <a16:creationId xmlns:a16="http://schemas.microsoft.com/office/drawing/2014/main" id="{7D97A640-D804-0F5B-92BA-4FF2AA9F178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6" name="Picture Placeholder 33">
            <a:extLst>
              <a:ext uri="{FF2B5EF4-FFF2-40B4-BE49-F238E27FC236}">
                <a16:creationId xmlns:a16="http://schemas.microsoft.com/office/drawing/2014/main" id="{033C8B42-5CD4-4659-31F0-5175AEA6C24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145836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lumn with Images-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6679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2686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82B53A0F-9769-BFF4-2FB4-C73782AF9B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7178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44FE4434-42C1-8BF3-BAA6-94B7EF00C8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7178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29" name="Text Placeholder 24">
            <a:extLst>
              <a:ext uri="{FF2B5EF4-FFF2-40B4-BE49-F238E27FC236}">
                <a16:creationId xmlns:a16="http://schemas.microsoft.com/office/drawing/2014/main" id="{5C89FC96-610E-E710-FD59-5C6C4E45C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94141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DB5B3D3B-C4B0-1E8B-C229-72FF828AB6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94141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A7182F27-B965-0E1E-DE4D-C6A3690AAC4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131104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24">
            <a:extLst>
              <a:ext uri="{FF2B5EF4-FFF2-40B4-BE49-F238E27FC236}">
                <a16:creationId xmlns:a16="http://schemas.microsoft.com/office/drawing/2014/main" id="{A5796F65-7D98-EAE7-B767-CEEB4AA4749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31104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 xml:space="preserve">Ut </a:t>
            </a:r>
            <a:r>
              <a:rPr lang="en-US" err="1"/>
              <a:t>enim</a:t>
            </a:r>
            <a:r>
              <a:rPr lang="en-US"/>
              <a:t xml:space="preserve"> ad minim </a:t>
            </a:r>
            <a:r>
              <a:rPr lang="en-US" err="1"/>
              <a:t>veniam</a:t>
            </a:r>
            <a:r>
              <a:rPr lang="en-US"/>
              <a:t xml:space="preserve">, </a:t>
            </a:r>
            <a:r>
              <a:rPr lang="en-US" err="1"/>
              <a:t>quis</a:t>
            </a:r>
            <a:r>
              <a:rPr lang="en-US"/>
              <a:t xml:space="preserve"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 xml:space="preserve">exercitation </a:t>
            </a:r>
            <a:r>
              <a:rPr lang="en-US" err="1"/>
              <a:t>ullamco</a:t>
            </a:r>
            <a:r>
              <a:rPr lang="en-US"/>
              <a:t xml:space="preserve"> </a:t>
            </a:r>
            <a:r>
              <a:rPr lang="en-US" err="1"/>
              <a:t>laboris</a:t>
            </a:r>
            <a:r>
              <a:rPr lang="en-US"/>
              <a:t xml:space="preserve"> nisi </a:t>
            </a:r>
            <a:r>
              <a:rPr lang="en-US" err="1"/>
              <a:t>ut</a:t>
            </a:r>
            <a:r>
              <a:rPr lang="en-US"/>
              <a:t xml:space="preserve"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59A2748-5765-3F1C-D7FC-C9C2898E6DC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5" name="Picture Placeholder 33">
            <a:extLst>
              <a:ext uri="{FF2B5EF4-FFF2-40B4-BE49-F238E27FC236}">
                <a16:creationId xmlns:a16="http://schemas.microsoft.com/office/drawing/2014/main" id="{7D97A640-D804-0F5B-92BA-4FF2AA9F178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6" name="Picture Placeholder 33">
            <a:extLst>
              <a:ext uri="{FF2B5EF4-FFF2-40B4-BE49-F238E27FC236}">
                <a16:creationId xmlns:a16="http://schemas.microsoft.com/office/drawing/2014/main" id="{033C8B42-5CD4-4659-31F0-5175AEA6C24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6223382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with Images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7D087A9-08E7-6C44-BF3A-F150866106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1689407-E72F-B7C0-5F24-2EB64881AF1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DEC308B-3AA4-6AD2-F3B3-058F2A28654F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3803647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Our Values</a:t>
            </a:r>
            <a:endParaRPr lang="en-GB"/>
          </a:p>
        </p:txBody>
      </p:sp>
      <p:sp>
        <p:nvSpPr>
          <p:cNvPr id="8" name="Text Placeholder 18">
            <a:extLst>
              <a:ext uri="{FF2B5EF4-FFF2-40B4-BE49-F238E27FC236}">
                <a16:creationId xmlns:a16="http://schemas.microsoft.com/office/drawing/2014/main" id="{E0117899-3E76-D3F5-0D23-B952DA57678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9" name="Picture Placeholder 33">
            <a:extLst>
              <a:ext uri="{FF2B5EF4-FFF2-40B4-BE49-F238E27FC236}">
                <a16:creationId xmlns:a16="http://schemas.microsoft.com/office/drawing/2014/main" id="{47E5F4DB-7207-C400-8FC3-3AF767281D2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0" name="Picture Placeholder 33">
            <a:extLst>
              <a:ext uri="{FF2B5EF4-FFF2-40B4-BE49-F238E27FC236}">
                <a16:creationId xmlns:a16="http://schemas.microsoft.com/office/drawing/2014/main" id="{AC2F4AC6-1718-66CC-B3E7-9C6D2CFE59D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1" name="Picture Placeholder 33">
            <a:extLst>
              <a:ext uri="{FF2B5EF4-FFF2-40B4-BE49-F238E27FC236}">
                <a16:creationId xmlns:a16="http://schemas.microsoft.com/office/drawing/2014/main" id="{836F6D11-A1CF-A88C-B5A0-6A0A4E3FAE7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2" name="Text Placeholder 18">
            <a:extLst>
              <a:ext uri="{FF2B5EF4-FFF2-40B4-BE49-F238E27FC236}">
                <a16:creationId xmlns:a16="http://schemas.microsoft.com/office/drawing/2014/main" id="{B23F71E5-5599-C507-0217-57BC661E72F1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4194141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62143D84-C449-472E-13E7-11DD5B739482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8131107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66687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48907C-A293-A24F-523C-5514B8DCF60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E2BDE1-1549-02AE-0796-64039E1E8A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E15E787-00FA-16DF-09F6-81048AA4568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four columns of information with icons</a:t>
            </a:r>
            <a:endParaRPr lang="en-GB"/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68FDF0A5-B915-C040-7FB2-B05758D0735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79" name="Text Placeholder 24">
            <a:extLst>
              <a:ext uri="{FF2B5EF4-FFF2-40B4-BE49-F238E27FC236}">
                <a16:creationId xmlns:a16="http://schemas.microsoft.com/office/drawing/2014/main" id="{A0369386-5491-B34C-6363-9519032339F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0" name="Text Placeholder 18">
            <a:extLst>
              <a:ext uri="{FF2B5EF4-FFF2-40B4-BE49-F238E27FC236}">
                <a16:creationId xmlns:a16="http://schemas.microsoft.com/office/drawing/2014/main" id="{54BA11C3-44D1-0024-87F6-1334B5D0AF5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1" name="Text Placeholder 24">
            <a:extLst>
              <a:ext uri="{FF2B5EF4-FFF2-40B4-BE49-F238E27FC236}">
                <a16:creationId xmlns:a16="http://schemas.microsoft.com/office/drawing/2014/main" id="{AF394668-C890-66A2-CEB8-9580654AF0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4204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2" name="Text Placeholder 18">
            <a:extLst>
              <a:ext uri="{FF2B5EF4-FFF2-40B4-BE49-F238E27FC236}">
                <a16:creationId xmlns:a16="http://schemas.microsoft.com/office/drawing/2014/main" id="{5DCB598D-3D78-24FF-514B-2D325AFFFEA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414204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3" name="Text Placeholder 24">
            <a:extLst>
              <a:ext uri="{FF2B5EF4-FFF2-40B4-BE49-F238E27FC236}">
                <a16:creationId xmlns:a16="http://schemas.microsoft.com/office/drawing/2014/main" id="{BD0630B3-E95F-2FE2-AF86-AA84BF2D872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6504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4" name="Text Placeholder 18">
            <a:extLst>
              <a:ext uri="{FF2B5EF4-FFF2-40B4-BE49-F238E27FC236}">
                <a16:creationId xmlns:a16="http://schemas.microsoft.com/office/drawing/2014/main" id="{F8313115-A112-3FE0-6FB9-7D4DD314938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6504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5" name="Text Placeholder 24">
            <a:extLst>
              <a:ext uri="{FF2B5EF4-FFF2-40B4-BE49-F238E27FC236}">
                <a16:creationId xmlns:a16="http://schemas.microsoft.com/office/drawing/2014/main" id="{8EBDB70F-A626-208F-4EED-1D636825EF5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315886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6" name="Text Placeholder 18">
            <a:extLst>
              <a:ext uri="{FF2B5EF4-FFF2-40B4-BE49-F238E27FC236}">
                <a16:creationId xmlns:a16="http://schemas.microsoft.com/office/drawing/2014/main" id="{30268815-D602-794A-3F1C-7DA8ABFD6B93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315886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9578567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ur Colum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48907C-A293-A24F-523C-5514B8DCF60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E2BDE1-1549-02AE-0796-64039E1E8A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E15E787-00FA-16DF-09F6-81048AA4568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four columns of information with icons</a:t>
            </a:r>
            <a:endParaRPr lang="en-GB"/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68FDF0A5-B915-C040-7FB2-B05758D0735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79" name="Text Placeholder 24">
            <a:extLst>
              <a:ext uri="{FF2B5EF4-FFF2-40B4-BE49-F238E27FC236}">
                <a16:creationId xmlns:a16="http://schemas.microsoft.com/office/drawing/2014/main" id="{A0369386-5491-B34C-6363-9519032339F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0" name="Text Placeholder 18">
            <a:extLst>
              <a:ext uri="{FF2B5EF4-FFF2-40B4-BE49-F238E27FC236}">
                <a16:creationId xmlns:a16="http://schemas.microsoft.com/office/drawing/2014/main" id="{54BA11C3-44D1-0024-87F6-1334B5D0AF5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1" name="Text Placeholder 24">
            <a:extLst>
              <a:ext uri="{FF2B5EF4-FFF2-40B4-BE49-F238E27FC236}">
                <a16:creationId xmlns:a16="http://schemas.microsoft.com/office/drawing/2014/main" id="{AF394668-C890-66A2-CEB8-9580654AF0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4204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2" name="Text Placeholder 18">
            <a:extLst>
              <a:ext uri="{FF2B5EF4-FFF2-40B4-BE49-F238E27FC236}">
                <a16:creationId xmlns:a16="http://schemas.microsoft.com/office/drawing/2014/main" id="{5DCB598D-3D78-24FF-514B-2D325AFFFEA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414204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3" name="Text Placeholder 24">
            <a:extLst>
              <a:ext uri="{FF2B5EF4-FFF2-40B4-BE49-F238E27FC236}">
                <a16:creationId xmlns:a16="http://schemas.microsoft.com/office/drawing/2014/main" id="{BD0630B3-E95F-2FE2-AF86-AA84BF2D872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6504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4" name="Text Placeholder 18">
            <a:extLst>
              <a:ext uri="{FF2B5EF4-FFF2-40B4-BE49-F238E27FC236}">
                <a16:creationId xmlns:a16="http://schemas.microsoft.com/office/drawing/2014/main" id="{F8313115-A112-3FE0-6FB9-7D4DD314938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6504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5" name="Text Placeholder 24">
            <a:extLst>
              <a:ext uri="{FF2B5EF4-FFF2-40B4-BE49-F238E27FC236}">
                <a16:creationId xmlns:a16="http://schemas.microsoft.com/office/drawing/2014/main" id="{8EBDB70F-A626-208F-4EED-1D636825EF5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315886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6" name="Text Placeholder 18">
            <a:extLst>
              <a:ext uri="{FF2B5EF4-FFF2-40B4-BE49-F238E27FC236}">
                <a16:creationId xmlns:a16="http://schemas.microsoft.com/office/drawing/2014/main" id="{30268815-D602-794A-3F1C-7DA8ABFD6B93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315886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173494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 with icons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3" name="Text Placeholder 24">
            <a:extLst>
              <a:ext uri="{FF2B5EF4-FFF2-40B4-BE49-F238E27FC236}">
                <a16:creationId xmlns:a16="http://schemas.microsoft.com/office/drawing/2014/main" id="{36D3AC0F-9CCE-BDEB-91EC-43E4BC5CB1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036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4" name="Text Placeholder 18">
            <a:extLst>
              <a:ext uri="{FF2B5EF4-FFF2-40B4-BE49-F238E27FC236}">
                <a16:creationId xmlns:a16="http://schemas.microsoft.com/office/drawing/2014/main" id="{D7DE6A89-B9BA-2BC0-5715-AD30DD39E00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0036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5" name="Text Placeholder 24">
            <a:extLst>
              <a:ext uri="{FF2B5EF4-FFF2-40B4-BE49-F238E27FC236}">
                <a16:creationId xmlns:a16="http://schemas.microsoft.com/office/drawing/2014/main" id="{EB96FE59-26F5-1285-5BE3-7FA0E4844BA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7371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6" name="Text Placeholder 18">
            <a:extLst>
              <a:ext uri="{FF2B5EF4-FFF2-40B4-BE49-F238E27FC236}">
                <a16:creationId xmlns:a16="http://schemas.microsoft.com/office/drawing/2014/main" id="{4BD02C11-4BCB-8B90-A0FE-FB87EDDC441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337371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98660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lum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 with icons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3" name="Text Placeholder 24">
            <a:extLst>
              <a:ext uri="{FF2B5EF4-FFF2-40B4-BE49-F238E27FC236}">
                <a16:creationId xmlns:a16="http://schemas.microsoft.com/office/drawing/2014/main" id="{36D3AC0F-9CCE-BDEB-91EC-43E4BC5CB1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036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4" name="Text Placeholder 18">
            <a:extLst>
              <a:ext uri="{FF2B5EF4-FFF2-40B4-BE49-F238E27FC236}">
                <a16:creationId xmlns:a16="http://schemas.microsoft.com/office/drawing/2014/main" id="{D7DE6A89-B9BA-2BC0-5715-AD30DD39E00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0036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5" name="Text Placeholder 24">
            <a:extLst>
              <a:ext uri="{FF2B5EF4-FFF2-40B4-BE49-F238E27FC236}">
                <a16:creationId xmlns:a16="http://schemas.microsoft.com/office/drawing/2014/main" id="{EB96FE59-26F5-1285-5BE3-7FA0E4844BA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7371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6" name="Text Placeholder 18">
            <a:extLst>
              <a:ext uri="{FF2B5EF4-FFF2-40B4-BE49-F238E27FC236}">
                <a16:creationId xmlns:a16="http://schemas.microsoft.com/office/drawing/2014/main" id="{4BD02C11-4BCB-8B90-A0FE-FB87EDDC441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337371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4481366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 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19762" y="1098656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219763" y="1508760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02DE45A7-F0D6-9AE9-EEAE-33D9CAF4BD4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219762" y="2720075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7" name="Text Placeholder 18">
            <a:extLst>
              <a:ext uri="{FF2B5EF4-FFF2-40B4-BE49-F238E27FC236}">
                <a16:creationId xmlns:a16="http://schemas.microsoft.com/office/drawing/2014/main" id="{22502C5A-341A-BA01-1E99-66D29F7CE7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219763" y="3130179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0A402D78-651B-49D4-8CB0-D8BB60B2C4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219762" y="4336414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B9C3EFA1-D458-DCCA-B07C-3DF36495AE4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219763" y="4746518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77329537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Sectio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 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19762" y="1098656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219763" y="1508760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02DE45A7-F0D6-9AE9-EEAE-33D9CAF4BD4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219762" y="2720075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7" name="Text Placeholder 18">
            <a:extLst>
              <a:ext uri="{FF2B5EF4-FFF2-40B4-BE49-F238E27FC236}">
                <a16:creationId xmlns:a16="http://schemas.microsoft.com/office/drawing/2014/main" id="{22502C5A-341A-BA01-1E99-66D29F7CE7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219763" y="3130179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0A402D78-651B-49D4-8CB0-D8BB60B2C4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219762" y="4336414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B9C3EFA1-D458-DCCA-B07C-3DF36495AE4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219763" y="4746518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572644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four</a:t>
            </a:r>
            <a:br>
              <a:rPr lang="en-US"/>
            </a:br>
            <a:r>
              <a:rPr lang="en-US"/>
              <a:t>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7531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7531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650890D0-27EF-EEA5-0CBD-BCC3C1B147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1262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DB2E498E-FC14-A65E-9456-10AFF302252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11262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F13C5BA7-39B1-76D6-B614-954B5847D3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7531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1" name="Text Placeholder 18">
            <a:extLst>
              <a:ext uri="{FF2B5EF4-FFF2-40B4-BE49-F238E27FC236}">
                <a16:creationId xmlns:a16="http://schemas.microsoft.com/office/drawing/2014/main" id="{CB74D52F-7941-DED7-3799-706AF0DB8AB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7531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F225D206-8F03-0CC0-4677-1C3237B3066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11262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3" name="Text Placeholder 18">
            <a:extLst>
              <a:ext uri="{FF2B5EF4-FFF2-40B4-BE49-F238E27FC236}">
                <a16:creationId xmlns:a16="http://schemas.microsoft.com/office/drawing/2014/main" id="{4FBE3359-784B-AF8D-8324-03D79D85160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11262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52537170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ur Sectio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four</a:t>
            </a:r>
            <a:br>
              <a:rPr lang="en-US"/>
            </a:br>
            <a:r>
              <a:rPr lang="en-US"/>
              <a:t>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7531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7531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650890D0-27EF-EEA5-0CBD-BCC3C1B147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1262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DB2E498E-FC14-A65E-9456-10AFF302252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11262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F13C5BA7-39B1-76D6-B614-954B5847D3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7531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1" name="Text Placeholder 18">
            <a:extLst>
              <a:ext uri="{FF2B5EF4-FFF2-40B4-BE49-F238E27FC236}">
                <a16:creationId xmlns:a16="http://schemas.microsoft.com/office/drawing/2014/main" id="{CB74D52F-7941-DED7-3799-706AF0DB8AB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7531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F225D206-8F03-0CC0-4677-1C3237B3066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11262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3" name="Text Placeholder 18">
            <a:extLst>
              <a:ext uri="{FF2B5EF4-FFF2-40B4-BE49-F238E27FC236}">
                <a16:creationId xmlns:a16="http://schemas.microsoft.com/office/drawing/2014/main" id="{4FBE3359-784B-AF8D-8324-03D79D85160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11262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51444017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eces of Dat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</a:t>
            </a:r>
            <a:br>
              <a:rPr lang="en-US"/>
            </a:br>
            <a:r>
              <a:rPr lang="en-US"/>
              <a:t>pieces of data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27809" y="1355663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8" name="Text Placeholder 18">
            <a:extLst>
              <a:ext uri="{FF2B5EF4-FFF2-40B4-BE49-F238E27FC236}">
                <a16:creationId xmlns:a16="http://schemas.microsoft.com/office/drawing/2014/main" id="{732AC2A8-0CD2-B276-6ECA-49CF1F7D958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257181" y="2395728"/>
            <a:ext cx="4028947" cy="3239654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EAA277A7-7321-7A88-5F93-190B60652EE1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127809" y="2149184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13238D00-3EAE-DC62-E521-5E63FD0B9BE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127809" y="2992341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8CF5F73C-4783-7687-CD38-BDAE7553369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27809" y="3785862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5D47E480-92FD-B068-A30D-AB1FCD626A9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27809" y="4623196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331C8AFE-CB23-661B-7C14-586A53BBD67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127809" y="5416717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5747132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C7EFC1-1303-072F-1268-89AE9D9D6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ADFD45-BBA2-0FD1-6247-2B24FE11A9A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A83A8C-033D-5957-3864-393DC98EAFF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32203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5A8845-735A-6111-DCC0-B9C64CD2AC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9DF0F5C-DA6D-F8B5-5BF8-865C4661D04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7D6D29-FB65-D622-D467-4E7BC7596F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C2C01E-1A10-44FC-B07A-DB9E75797840}" type="datetimeFigureOut">
              <a:rPr lang="en-GB" smtClean="0"/>
              <a:t>07/07/2026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302E44-F1BC-4F86-926B-F7841989C2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3DDF04-3F61-C388-FACB-8718895739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5FFED0-6E47-47E4-9F8A-AC663D7D30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49370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50910-A0C0-68BB-7B53-15FDAD26F04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16992" y="2926056"/>
            <a:ext cx="11617834" cy="426744"/>
          </a:xfrm>
        </p:spPr>
        <p:txBody>
          <a:bodyPr/>
          <a:lstStyle>
            <a:lvl1pPr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>Innovative end-to-end drug platform technology company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34FF15-ACE1-BC40-45CB-34D1B57152A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4EC72E-7D93-4BA5-9C9F-9730CC1FCB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3" name="Date Placeholder 21">
            <a:extLst>
              <a:ext uri="{FF2B5EF4-FFF2-40B4-BE49-F238E27FC236}">
                <a16:creationId xmlns:a16="http://schemas.microsoft.com/office/drawing/2014/main" id="{538CCEA6-28D6-432F-620A-5FA841D9A6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800" spc="-39" smtClean="0">
                <a:solidFill>
                  <a:schemeClr val="tx1"/>
                </a:solidFill>
              </a:defRPr>
            </a:lvl1pPr>
          </a:lstStyle>
          <a:p>
            <a:fld id="{BC01B09E-BD2E-4777-B4D4-F6B540230C58}" type="datetime6">
              <a:rPr lang="en-GB" smtClean="0"/>
              <a:pPr/>
              <a:t>July 26</a:t>
            </a:fld>
            <a:endParaRPr lang="en-GB" sz="800"/>
          </a:p>
        </p:txBody>
      </p:sp>
    </p:spTree>
    <p:extLst>
      <p:ext uri="{BB962C8B-B14F-4D97-AF65-F5344CB8AC3E}">
        <p14:creationId xmlns:p14="http://schemas.microsoft.com/office/powerpoint/2010/main" val="37194182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C7EFC1-1303-072F-1268-89AE9D9D6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ADFD45-BBA2-0FD1-6247-2B24FE11A9A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A83A8C-033D-5957-3864-393DC98EAFF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174482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3319432"/>
      </p:ext>
    </p:extLst>
  </p:cSld>
  <p:clrMapOvr>
    <a:masterClrMapping/>
  </p:clrMapOvr>
</p:sldLayout>
</file>

<file path=ppt/slideMasters/_rels/slideMaster1.xml.rels><?xml version="1.0" encoding="UTF-8"?>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?>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/Relationships>
</file>

<file path=ppt/slideMasters/_rels/slideMaster3.xml.rels><?xml version="1.0" encoding="UTF-8"?>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8317050-C30C-E74C-C1F5-1B4FC8F3D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69E737-7895-43E7-91EE-24C987662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61111" y="2335371"/>
            <a:ext cx="11673712" cy="3709829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FCE6EB-5441-53CA-2FEE-EBCF971E1B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108812" y="255984"/>
            <a:ext cx="871608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>
              <a:defRPr sz="900" spc="-39">
                <a:solidFill>
                  <a:schemeClr val="tx2"/>
                </a:solidFill>
              </a:defRPr>
            </a:lvl1pPr>
          </a:lstStyle>
          <a:p>
            <a:r>
              <a:rPr lang="en-US"/>
              <a:t>Confidential</a:t>
            </a:r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86E8A7-6991-B8DA-83B1-EBCD0C2AD7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900" spc="-39" smtClean="0">
                <a:solidFill>
                  <a:schemeClr val="tx2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10" name="Graphic 8">
            <a:extLst>
              <a:ext uri="{FF2B5EF4-FFF2-40B4-BE49-F238E27FC236}">
                <a16:creationId xmlns:a16="http://schemas.microsoft.com/office/drawing/2014/main" id="{D8A8E73E-4DB6-FA58-001E-2368A417CCAB}"/>
              </a:ext>
            </a:extLst>
          </p:cNvPr>
          <p:cNvGrpSpPr/>
          <p:nvPr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rgbClr val="000000"/>
          </a:solidFill>
        </p:grpSpPr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EB496F3-A661-4DBF-0232-FCB4C123B86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5404865-E213-33CC-D712-771E46F7FD6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6CFE573-0387-CB48-F17A-213B6C9CA16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BB9D01A-1C1B-7B67-291A-A8524BBF96BB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403EE07-5ED7-8C84-947B-7AE4F4EF6F5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2F9F18C-FA01-2F12-DDEF-7C2431B88C17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8A5A8A2-DE91-8B1C-6FF3-41BEF31A4D8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4BDD56E3-1929-5137-04FF-F77B9406C158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5D71F2B-6D4E-D00D-1133-C56670C78B5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93D9C17-8D66-0E81-4046-4F54E2BC65A0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FDA3ADB-FDC1-3FA8-3055-901B9AFA9BBB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11588750" y="6672580"/>
            <a:ext cx="5603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219843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92" r:id="rId24"/>
  </p:sldLayoutIdLst>
  <p:hf hdr="0"/>
  <p:txStyles>
    <p:titleStyle>
      <a:lvl1pPr algn="l" defTabSz="914400" rtl="0" eaLnBrk="1" latinLnBrk="0" hangingPunct="1">
        <a:lnSpc>
          <a:spcPct val="96000"/>
        </a:lnSpc>
        <a:spcBef>
          <a:spcPts val="100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-146304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1pPr>
      <a:lvl2pPr marL="32004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2pPr>
      <a:lvl3pPr marL="50292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3pPr>
      <a:lvl4pPr marL="68580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4pPr>
      <a:lvl5pPr marL="86868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>
          <p15:clr>
            <a:srgbClr val="462901"/>
          </p15:clr>
        </p15:guide>
        <p15:guide id="2" pos="7680">
          <p15:clr>
            <a:srgbClr val="462901"/>
          </p15:clr>
        </p15:guide>
        <p15:guide id="3" pos="161">
          <p15:clr>
            <a:srgbClr val="462901"/>
          </p15:clr>
        </p15:guide>
        <p15:guide id="4" pos="1935">
          <p15:clr>
            <a:srgbClr val="462901"/>
          </p15:clr>
        </p15:guide>
        <p15:guide id="5" pos="2022">
          <p15:clr>
            <a:srgbClr val="462901"/>
          </p15:clr>
        </p15:guide>
        <p15:guide id="6" pos="3796">
          <p15:clr>
            <a:srgbClr val="462901"/>
          </p15:clr>
        </p15:guide>
        <p15:guide id="7" pos="3883">
          <p15:clr>
            <a:srgbClr val="462901"/>
          </p15:clr>
        </p15:guide>
        <p15:guide id="8" pos="5657">
          <p15:clr>
            <a:srgbClr val="462901"/>
          </p15:clr>
        </p15:guide>
        <p15:guide id="9" pos="5744">
          <p15:clr>
            <a:srgbClr val="462901"/>
          </p15:clr>
        </p15:guide>
        <p15:guide id="10" pos="7518">
          <p15:clr>
            <a:srgbClr val="462901"/>
          </p15:clr>
        </p15:guide>
        <p15:guide id="11" orient="horz">
          <p15:clr>
            <a:srgbClr val="462901"/>
          </p15:clr>
        </p15:guide>
        <p15:guide id="12" orient="horz" pos="4320">
          <p15:clr>
            <a:srgbClr val="462901"/>
          </p15:clr>
        </p15:guide>
        <p15:guide id="13" orient="horz" pos="161">
          <p15:clr>
            <a:srgbClr val="462901"/>
          </p15:clr>
        </p15:guide>
        <p15:guide id="14" orient="horz" pos="755">
          <p15:clr>
            <a:srgbClr val="462901"/>
          </p15:clr>
        </p15:guide>
        <p15:guide id="15" orient="horz" pos="841">
          <p15:clr>
            <a:srgbClr val="462901"/>
          </p15:clr>
        </p15:guide>
        <p15:guide id="16" orient="horz" pos="1436">
          <p15:clr>
            <a:srgbClr val="462901"/>
          </p15:clr>
        </p15:guide>
        <p15:guide id="17" orient="horz" pos="1522">
          <p15:clr>
            <a:srgbClr val="462901"/>
          </p15:clr>
        </p15:guide>
        <p15:guide id="18" orient="horz" pos="2116">
          <p15:clr>
            <a:srgbClr val="462901"/>
          </p15:clr>
        </p15:guide>
        <p15:guide id="19" orient="horz" pos="2203">
          <p15:clr>
            <a:srgbClr val="462901"/>
          </p15:clr>
        </p15:guide>
        <p15:guide id="20" orient="horz" pos="2797">
          <p15:clr>
            <a:srgbClr val="462901"/>
          </p15:clr>
        </p15:guide>
        <p15:guide id="21" orient="horz" pos="2883">
          <p15:clr>
            <a:srgbClr val="462901"/>
          </p15:clr>
        </p15:guide>
        <p15:guide id="22" orient="horz" pos="3478">
          <p15:clr>
            <a:srgbClr val="462901"/>
          </p15:clr>
        </p15:guide>
        <p15:guide id="23" orient="horz" pos="3564">
          <p15:clr>
            <a:srgbClr val="462901"/>
          </p15:clr>
        </p15:guide>
        <p15:guide id="24" orient="horz" pos="4158">
          <p15:clr>
            <a:srgbClr val="462901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8317050-C30C-E74C-C1F5-1B4FC8F3D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69E737-7895-43E7-91EE-24C987662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61111" y="2335371"/>
            <a:ext cx="11673712" cy="3709829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FCE6EB-5441-53CA-2FEE-EBCF971E1B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108812" y="255984"/>
            <a:ext cx="871608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>
              <a:defRPr sz="900" spc="0">
                <a:solidFill>
                  <a:schemeClr val="tx2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86E8A7-6991-B8DA-83B1-EBCD0C2AD7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900" spc="-39" smtClean="0">
                <a:solidFill>
                  <a:schemeClr val="tx2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10" name="Graphic 8">
            <a:extLst>
              <a:ext uri="{FF2B5EF4-FFF2-40B4-BE49-F238E27FC236}">
                <a16:creationId xmlns:a16="http://schemas.microsoft.com/office/drawing/2014/main" id="{D8A8E73E-4DB6-FA58-001E-2368A417CCAB}"/>
              </a:ext>
            </a:extLst>
          </p:cNvPr>
          <p:cNvGrpSpPr/>
          <p:nvPr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rgbClr val="000000"/>
          </a:solidFill>
        </p:grpSpPr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EB496F3-A661-4DBF-0232-FCB4C123B86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5404865-E213-33CC-D712-771E46F7FD6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6CFE573-0387-CB48-F17A-213B6C9CA16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BB9D01A-1C1B-7B67-291A-A8524BBF96BB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403EE07-5ED7-8C84-947B-7AE4F4EF6F5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2F9F18C-FA01-2F12-DDEF-7C2431B88C17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8A5A8A2-DE91-8B1C-6FF3-41BEF31A4D8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4BDD56E3-1929-5137-04FF-F77B9406C158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5D71F2B-6D4E-D00D-1133-C56670C78B5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93D9C17-8D66-0E81-4046-4F54E2BC65A0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B01342F-FC00-B1F8-0840-DA8EF927E8F1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11588750" y="6672580"/>
            <a:ext cx="5603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1360684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</p:sldLayoutIdLst>
  <p:hf hdr="0"/>
  <p:txStyles>
    <p:titleStyle>
      <a:lvl1pPr algn="l" defTabSz="914400" rtl="0" eaLnBrk="1" latinLnBrk="0" hangingPunct="1">
        <a:lnSpc>
          <a:spcPct val="96000"/>
        </a:lnSpc>
        <a:spcBef>
          <a:spcPts val="100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18872" indent="-118872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1pPr>
      <a:lvl2pPr marL="237744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2pPr>
      <a:lvl3pPr marL="36576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3pPr>
      <a:lvl4pPr marL="50292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4pPr>
      <a:lvl5pPr marL="64008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>
          <p15:clr>
            <a:srgbClr val="462901"/>
          </p15:clr>
        </p15:guide>
        <p15:guide id="2" pos="7680">
          <p15:clr>
            <a:srgbClr val="462901"/>
          </p15:clr>
        </p15:guide>
        <p15:guide id="3" pos="161">
          <p15:clr>
            <a:srgbClr val="462901"/>
          </p15:clr>
        </p15:guide>
        <p15:guide id="4" pos="1935">
          <p15:clr>
            <a:srgbClr val="462901"/>
          </p15:clr>
        </p15:guide>
        <p15:guide id="5" pos="2022">
          <p15:clr>
            <a:srgbClr val="462901"/>
          </p15:clr>
        </p15:guide>
        <p15:guide id="6" pos="3796">
          <p15:clr>
            <a:srgbClr val="462901"/>
          </p15:clr>
        </p15:guide>
        <p15:guide id="7" pos="3883">
          <p15:clr>
            <a:srgbClr val="462901"/>
          </p15:clr>
        </p15:guide>
        <p15:guide id="8" pos="5657">
          <p15:clr>
            <a:srgbClr val="462901"/>
          </p15:clr>
        </p15:guide>
        <p15:guide id="9" pos="5744">
          <p15:clr>
            <a:srgbClr val="462901"/>
          </p15:clr>
        </p15:guide>
        <p15:guide id="10" pos="7518">
          <p15:clr>
            <a:srgbClr val="462901"/>
          </p15:clr>
        </p15:guide>
        <p15:guide id="11" orient="horz">
          <p15:clr>
            <a:srgbClr val="462901"/>
          </p15:clr>
        </p15:guide>
        <p15:guide id="12" orient="horz" pos="4320">
          <p15:clr>
            <a:srgbClr val="462901"/>
          </p15:clr>
        </p15:guide>
        <p15:guide id="13" orient="horz" pos="161">
          <p15:clr>
            <a:srgbClr val="462901"/>
          </p15:clr>
        </p15:guide>
        <p15:guide id="14" orient="horz" pos="755">
          <p15:clr>
            <a:srgbClr val="462901"/>
          </p15:clr>
        </p15:guide>
        <p15:guide id="15" orient="horz" pos="841">
          <p15:clr>
            <a:srgbClr val="462901"/>
          </p15:clr>
        </p15:guide>
        <p15:guide id="16" orient="horz" pos="1436">
          <p15:clr>
            <a:srgbClr val="462901"/>
          </p15:clr>
        </p15:guide>
        <p15:guide id="17" orient="horz" pos="1522">
          <p15:clr>
            <a:srgbClr val="462901"/>
          </p15:clr>
        </p15:guide>
        <p15:guide id="18" orient="horz" pos="2116">
          <p15:clr>
            <a:srgbClr val="462901"/>
          </p15:clr>
        </p15:guide>
        <p15:guide id="19" orient="horz" pos="2203">
          <p15:clr>
            <a:srgbClr val="462901"/>
          </p15:clr>
        </p15:guide>
        <p15:guide id="20" orient="horz" pos="2797">
          <p15:clr>
            <a:srgbClr val="462901"/>
          </p15:clr>
        </p15:guide>
        <p15:guide id="21" orient="horz" pos="2883">
          <p15:clr>
            <a:srgbClr val="462901"/>
          </p15:clr>
        </p15:guide>
        <p15:guide id="22" orient="horz" pos="3478">
          <p15:clr>
            <a:srgbClr val="462901"/>
          </p15:clr>
        </p15:guide>
        <p15:guide id="23" orient="horz" pos="3564">
          <p15:clr>
            <a:srgbClr val="462901"/>
          </p15:clr>
        </p15:guide>
        <p15:guide id="24" orient="horz" pos="4158">
          <p15:clr>
            <a:srgbClr val="462901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3792E26-E73E-F62B-8512-9C2CE06A8EBD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11588750" y="6672580"/>
            <a:ext cx="5603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2373545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</p:sldLayoutIdLst>
  <p:hf sldNum="0" hdr="0" ftr="0" dt="0"/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?>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3.svg"/></Relationships>
</file>

<file path=ppt/slides/_rels/slide2.xml.rels><?xml version="1.0" encoding="UTF-8"?>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3.xml.rels><?xml version="1.0" encoding="UTF-8"?>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image" Target="../media/image4.png"/><Relationship Id="rId16" Type="http://schemas.openxmlformats.org/officeDocument/2006/relationships/image" Target="../media/image18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4.xml.rels><?xml version="1.0" encoding="UTF-8"?>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3.xml"/></Relationships>
</file>

<file path=ppt/slides/_rels/slide5.xml.rels><?xml version="1.0" encoding="UTF-8"?>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3.xml"/></Relationships>
</file>

<file path=ppt/slides/_rels/slide6.xml.rels><?xml version="1.0" encoding="UTF-8"?>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7.xml.rels><?xml version="1.0" encoding="UTF-8"?>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8.xml.rels><?xml version="1.0" encoding="UTF-8"?>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9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0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1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2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3.xml.rels><?xml version="1.0" encoding="UTF-8"?>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14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5.xml.rels><?xml version="1.0" encoding="UTF-8"?>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6.xml.rels><?xml version="1.0" encoding="UTF-8"?>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7.xml.rels><?xml version="1.0" encoding="UTF-8"?>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8.xml.rels><?xml version="1.0" encoding="UTF-8"?>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6.xml"/></Relationships>
</file>

<file path=ppt/slides/_rels/slide19.xml.rels><?xml version="1.0" encoding="UTF-8"?>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?>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1.xml.rels><?xml version="1.0" encoding="UTF-8"?>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7.xml"/><Relationship Id="rId4" Type="http://schemas.openxmlformats.org/officeDocument/2006/relationships/chart" Target="../charts/chart3.xml"/></Relationships>
</file>

<file path=ppt/slides/_rels/slide22.xml.rels><?xml version="1.0" encoding="UTF-8"?>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3.xml.rels><?xml version="1.0" encoding="UTF-8"?>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4.xml.rels><?xml version="1.0" encoding="UTF-8"?>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5.xml.rels><?xml version="1.0" encoding="UTF-8"?>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6.xml"/></Relationships>
</file>

<file path=ppt/slides/_rels/slide26.xml.rels><?xml version="1.0" encoding="UTF-8"?>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7.svg"/><Relationship Id="rId4" Type="http://schemas.openxmlformats.org/officeDocument/2006/relationships/image" Target="../media/image36.svg"/></Relationships>
</file>

<file path=ppt/slides/_rels/slide27.xml.rels><?xml version="1.0" encoding="UTF-8"?>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3.svg"/></Relationships>
</file>

<file path=ppt/slides/_rels/slide28.xml.rels><?xml version="1.0" encoding="UTF-8"?>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6.xml"/></Relationships>
</file>

<file path=ppt/slides/_rels/slide29.xml.rels><?xml version="1.0" encoding="UTF-8"?>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6.xml"/></Relationships>
</file>

<file path=ppt/slides/_rels/slide30.xml.rels><?xml version="1.0" encoding="UTF-8"?><Relationships xmlns="http://schemas.openxmlformats.org/package/2006/relationships"><Relationship Id="rId3" Type="http://schemas.openxmlformats.org/officeDocument/2006/relationships/image" Target="../media/image40.svg"/><Relationship Id="rId2" Type="http://schemas.openxmlformats.org/officeDocument/2006/relationships/image" Target="../media/image39.svg"/><Relationship Id="rId1" Type="http://schemas.openxmlformats.org/officeDocument/2006/relationships/slideLayout" Target="../slideLayouts/slideLayout26.xml"/></Relationships>
</file>

<file path=ppt/slides/_rels/slide31.xml.rels><?xml version="1.0" encoding="UTF-8"?><Relationships xmlns="http://schemas.openxmlformats.org/package/2006/relationships"><Relationship Id="rId3" Type="http://schemas.openxmlformats.org/officeDocument/2006/relationships/image" Target="../media/image4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32.xml.rels><?xml version="1.0" encoding="UTF-8"?>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_rels/slide33.xml.rels><?xml version="1.0" encoding="UTF-8"?>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4.xml.rels><?xml version="1.0" encoding="UTF-8"?>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35.xml.rels><?xml version="1.0" encoding="UTF-8"?>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42E405EF-554E-319D-06B6-E61586548DA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13DC6FBB-6AFD-0823-7D3C-6C5B47D5C97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5418F94C-89BE-7386-A085-4B572EC5371A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5F29209-2DB5-F5E4-F300-E19D498AC176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859FA7CD-2A63-9D51-928F-9983D438C89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2EFF96A-E953-8A9E-66EB-249A2DF76943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5C66ED4-1111-4193-E045-6D641B86D313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82BAF4F-8257-5371-4C69-115C0C5004B9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DC09641-5178-B4B5-C81F-D4D14D71E634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908A69B-BA70-811C-B167-30EB99D82ACF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C45B64F-BCB9-56D5-9F9C-543373A740FC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37B755E-DF9D-9FCF-D4E2-FF3127B1F766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D74C49E-F82F-129C-1704-C293FC01127C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C87E7674-A266-D629-CB96-7CEF6DC4950E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t>Hot medicines, fast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2" name="Text 2">
            <a:extLst>
              <a:ext uri="{FF2B5EF4-FFF2-40B4-BE49-F238E27FC236}">
                <a16:creationId xmlns:a16="http://schemas.microsoft.com/office/drawing/2014/main" id="{B5557F73-9F36-A511-1F08-899F2046B7B9}"/>
              </a:ext>
            </a:extLst>
          </p:cNvPr>
          <p:cNvSpPr/>
          <p:nvPr/>
        </p:nvSpPr>
        <p:spPr>
          <a:xfrm>
            <a:off x="260351" y="1873251"/>
            <a:ext cx="1289051" cy="1905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1425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"/>
                <a:ea typeface="Funnel Sans" pitchFamily="34" charset="-122"/>
                <a:cs typeface="Funnel Sans" pitchFamily="34" charset="-120"/>
              </a:rPr>
              <a:t>Sego Therapeutics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9" name="Text 5">
            <a:extLst>
              <a:ext uri="{FF2B5EF4-FFF2-40B4-BE49-F238E27FC236}">
                <a16:creationId xmlns:a16="http://schemas.microsoft.com/office/drawing/2014/main" id="{AE2B592B-4E70-EA65-824D-72A0C7897BF1}"/>
              </a:ext>
            </a:extLst>
          </p:cNvPr>
          <p:cNvSpPr/>
          <p:nvPr/>
        </p:nvSpPr>
        <p:spPr>
          <a:xfrm>
            <a:off x="260351" y="6454126"/>
            <a:ext cx="615951" cy="14789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51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"/>
                <a:ea typeface="Funnel Sans" pitchFamily="34" charset="-122"/>
                <a:cs typeface="Funnel Sans" pitchFamily="34" charset="-120"/>
              </a:rPr>
              <a:t>July 2026</a:t>
            </a:r>
            <a:endParaRPr kumimoji="0" lang="en-US" sz="951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9F426FA2-571E-4ABD-0FC6-8E454B83FFD2}"/>
              </a:ext>
            </a:extLst>
          </p:cNvPr>
          <p:cNvSpPr>
            <a:spLocks noChangeAspect="1"/>
          </p:cNvSpPr>
          <p:nvPr/>
        </p:nvSpPr>
        <p:spPr>
          <a:xfrm>
            <a:off x="5285995" y="1981201"/>
            <a:ext cx="6915149" cy="4873752"/>
          </a:xfrm>
          <a:custGeom>
            <a:avLst/>
            <a:gdLst>
              <a:gd name="csX0" fmla="*/ 812816 w 6915149"/>
              <a:gd name="csY0" fmla="*/ 0 h 4876799"/>
              <a:gd name="csX1" fmla="*/ 6102333 w 6915149"/>
              <a:gd name="csY1" fmla="*/ 0 h 4876799"/>
              <a:gd name="csX2" fmla="*/ 6915149 w 6915149"/>
              <a:gd name="csY2" fmla="*/ 812816 h 4876799"/>
              <a:gd name="csX3" fmla="*/ 6915149 w 6915149"/>
              <a:gd name="csY3" fmla="*/ 3258311 h 4876799"/>
              <a:gd name="csX4" fmla="*/ 6915149 w 6915149"/>
              <a:gd name="csY4" fmla="*/ 4063983 h 4876799"/>
              <a:gd name="csX5" fmla="*/ 6915149 w 6915149"/>
              <a:gd name="csY5" fmla="*/ 4876799 h 4876799"/>
              <a:gd name="csX6" fmla="*/ 6102333 w 6915149"/>
              <a:gd name="csY6" fmla="*/ 4876799 h 4876799"/>
              <a:gd name="csX7" fmla="*/ 5296661 w 6915149"/>
              <a:gd name="csY7" fmla="*/ 4876799 h 4876799"/>
              <a:gd name="csX8" fmla="*/ 812816 w 6915149"/>
              <a:gd name="csY8" fmla="*/ 4876799 h 4876799"/>
              <a:gd name="csX9" fmla="*/ 0 w 6915149"/>
              <a:gd name="csY9" fmla="*/ 4063983 h 4876799"/>
              <a:gd name="csX10" fmla="*/ 0 w 6915149"/>
              <a:gd name="csY10" fmla="*/ 812816 h 4876799"/>
              <a:gd name="csX11" fmla="*/ 812816 w 6915149"/>
              <a:gd name="csY11" fmla="*/ 0 h 4876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6915149" h="4876799">
                <a:moveTo>
                  <a:pt x="812816" y="0"/>
                </a:moveTo>
                <a:lnTo>
                  <a:pt x="6102333" y="0"/>
                </a:lnTo>
                <a:cubicBezTo>
                  <a:pt x="6551239" y="0"/>
                  <a:pt x="6915149" y="363910"/>
                  <a:pt x="6915149" y="812816"/>
                </a:cubicBezTo>
                <a:lnTo>
                  <a:pt x="6915149" y="3258311"/>
                </a:lnTo>
                <a:lnTo>
                  <a:pt x="6915149" y="4063983"/>
                </a:lnTo>
                <a:lnTo>
                  <a:pt x="6915149" y="4876799"/>
                </a:lnTo>
                <a:lnTo>
                  <a:pt x="6102333" y="4876799"/>
                </a:lnTo>
                <a:lnTo>
                  <a:pt x="5296661" y="4876799"/>
                </a:lnTo>
                <a:lnTo>
                  <a:pt x="812816" y="4876799"/>
                </a:lnTo>
                <a:cubicBezTo>
                  <a:pt x="363910" y="4876799"/>
                  <a:pt x="0" y="4512889"/>
                  <a:pt x="0" y="4063983"/>
                </a:cubicBezTo>
                <a:lnTo>
                  <a:pt x="0" y="812816"/>
                </a:lnTo>
                <a:cubicBezTo>
                  <a:pt x="0" y="363910"/>
                  <a:pt x="363910" y="0"/>
                  <a:pt x="812816" y="0"/>
                </a:cubicBezTo>
                <a:close/>
              </a:path>
            </a:pathLst>
          </a:custGeom>
          <a:blipFill dpi="0" rotWithShape="1">
            <a:blip r:embed="rId3">
              <a:alphaModFix amt="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8339" r="-8339"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0" name="Graphic 19">
            <a:extLst>
              <a:ext uri="{FF2B5EF4-FFF2-40B4-BE49-F238E27FC236}">
                <a16:creationId xmlns:a16="http://schemas.microsoft.com/office/drawing/2014/main" id="{3DC5FF46-CEEB-1932-8DD2-4EF2A2DC23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8982CBF-62B7-79BD-B302-B60ECF684E4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467967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E1C960-14C7-AFEC-0C65-8654022FA1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China strategy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49C4BA1-7F70-D438-9AE7-B7C536EB324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B83428-AF2C-64AA-B59F-3A392CA433D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A6DBCD4-4389-E0EF-DAFC-64FFBC22AD77}"/>
              </a:ext>
            </a:extLst>
          </p:cNvPr>
          <p:cNvSpPr txBox="1"/>
          <p:nvPr/>
        </p:nvSpPr>
        <p:spPr>
          <a:xfrm>
            <a:off x="261111" y="2238375"/>
            <a:ext cx="10997439" cy="372427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Team intro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Chinese ecosystem overview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 xml:space="preserve">Goals of </a:t>
            </a:r>
            <a:r>
              <a:rPr lang="en-US" dirty="0" err="1">
                <a:solidFill>
                  <a:srgbClr val="FF0000"/>
                </a:solidFill>
                <a:latin typeface="+mj-lt"/>
              </a:rPr>
              <a:t>china</a:t>
            </a:r>
            <a:r>
              <a:rPr lang="en-US" dirty="0">
                <a:solidFill>
                  <a:srgbClr val="FF0000"/>
                </a:solidFill>
                <a:latin typeface="+mj-lt"/>
              </a:rPr>
              <a:t xml:space="preserve"> visits – funding, </a:t>
            </a:r>
            <a:r>
              <a:rPr lang="en-US" dirty="0" err="1">
                <a:solidFill>
                  <a:srgbClr val="FF0000"/>
                </a:solidFill>
                <a:latin typeface="+mj-lt"/>
              </a:rPr>
              <a:t>cros</a:t>
            </a:r>
            <a:r>
              <a:rPr lang="en-US" dirty="0">
                <a:solidFill>
                  <a:srgbClr val="FF0000"/>
                </a:solidFill>
                <a:latin typeface="+mj-lt"/>
              </a:rPr>
              <a:t>, build partners, JVs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Funding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Brief stats on funding convos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Assets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Asset license financials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Stats on asset conversations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Promising lead one: BFC partnership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Promising leads – Specific assets (see other slides)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Route forward – discussions with XYZ companies, target evaluation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Chinese deal structure for JV or co development</a:t>
            </a:r>
          </a:p>
        </p:txBody>
      </p:sp>
    </p:spTree>
    <p:extLst>
      <p:ext uri="{BB962C8B-B14F-4D97-AF65-F5344CB8AC3E}">
        <p14:creationId xmlns:p14="http://schemas.microsoft.com/office/powerpoint/2010/main" val="324941575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AFD81F1A-409B-0518-FBB9-D9311E6EC69F}"/>
              </a:ext>
            </a:extLst>
          </p:cNvPr>
          <p:cNvSpPr/>
          <p:nvPr/>
        </p:nvSpPr>
        <p:spPr>
          <a:xfrm>
            <a:off x="250348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015EB9E-13F9-461C-7C0C-6BB13DCD7C79}"/>
              </a:ext>
            </a:extLst>
          </p:cNvPr>
          <p:cNvSpPr/>
          <p:nvPr/>
        </p:nvSpPr>
        <p:spPr>
          <a:xfrm>
            <a:off x="250348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ED4B43FE-145C-D7F6-6EC5-F8830579FE9A}"/>
              </a:ext>
            </a:extLst>
          </p:cNvPr>
          <p:cNvSpPr/>
          <p:nvPr/>
        </p:nvSpPr>
        <p:spPr>
          <a:xfrm>
            <a:off x="3218413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4290E02E-2B81-4A14-128A-6F4DC02ECDB6}"/>
              </a:ext>
            </a:extLst>
          </p:cNvPr>
          <p:cNvSpPr/>
          <p:nvPr/>
        </p:nvSpPr>
        <p:spPr>
          <a:xfrm>
            <a:off x="3210318" y="2019351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463275E9-CEE6-AB30-0063-62FE1BBA53E4}"/>
              </a:ext>
            </a:extLst>
          </p:cNvPr>
          <p:cNvSpPr/>
          <p:nvPr/>
        </p:nvSpPr>
        <p:spPr>
          <a:xfrm>
            <a:off x="6159733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54CC6419-267E-C554-6B36-E6DF3762981D}"/>
              </a:ext>
            </a:extLst>
          </p:cNvPr>
          <p:cNvSpPr/>
          <p:nvPr/>
        </p:nvSpPr>
        <p:spPr>
          <a:xfrm>
            <a:off x="6159733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EB9CAEF0-0332-0CC1-C0B6-A6A1304AB71C}"/>
              </a:ext>
            </a:extLst>
          </p:cNvPr>
          <p:cNvSpPr/>
          <p:nvPr/>
        </p:nvSpPr>
        <p:spPr>
          <a:xfrm>
            <a:off x="9109148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rgbClr val="FFFFFF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1C08F94-88AD-ED9C-2B35-C3F466CF605E}"/>
              </a:ext>
            </a:extLst>
          </p:cNvPr>
          <p:cNvSpPr/>
          <p:nvPr/>
        </p:nvSpPr>
        <p:spPr>
          <a:xfrm>
            <a:off x="9109148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478AA3-F5F5-E242-E301-758702F9C3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46411"/>
            <a:ext cx="11930889" cy="425903"/>
          </a:xfrm>
        </p:spPr>
        <p:txBody>
          <a:bodyPr/>
          <a:lstStyle/>
          <a:p>
            <a:r>
              <a:rPr lang="en-GB" spc="-24"/>
              <a:t xml:space="preserve">15+ domain area experts led by 4 founders with deep domain expertise in </a:t>
            </a:r>
            <a:r>
              <a:rPr lang="en-GB" spc="-24" err="1"/>
              <a:t>radiopharma</a:t>
            </a:r>
            <a:endParaRPr lang="en-US" spc="-24"/>
          </a:p>
        </p:txBody>
      </p:sp>
      <p:pic>
        <p:nvPicPr>
          <p:cNvPr id="6" name="Picture 5" descr="A logo with a black background  AI-generated content may be incorrect.">
            <a:extLst>
              <a:ext uri="{FF2B5EF4-FFF2-40B4-BE49-F238E27FC236}">
                <a16:creationId xmlns:a16="http://schemas.microsoft.com/office/drawing/2014/main" id="{0A8A95DF-2242-2029-841C-5C9919F5B6D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494" y="6050490"/>
            <a:ext cx="608185" cy="476516"/>
          </a:xfrm>
          <a:prstGeom prst="rect">
            <a:avLst/>
          </a:prstGeom>
        </p:spPr>
      </p:pic>
      <p:pic>
        <p:nvPicPr>
          <p:cNvPr id="8" name="Picture 7" descr="A close-up of a black background  AI-generated content may be incorrect.">
            <a:extLst>
              <a:ext uri="{FF2B5EF4-FFF2-40B4-BE49-F238E27FC236}">
                <a16:creationId xmlns:a16="http://schemas.microsoft.com/office/drawing/2014/main" id="{1CFC3129-416D-E855-7E4A-AE35930EC7B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7605" y="6202869"/>
            <a:ext cx="998677" cy="330772"/>
          </a:xfrm>
          <a:prstGeom prst="rect">
            <a:avLst/>
          </a:prstGeom>
        </p:spPr>
      </p:pic>
      <p:pic>
        <p:nvPicPr>
          <p:cNvPr id="12" name="Picture 11" descr="Blue letters on a black background  AI-generated content may be incorrect.">
            <a:extLst>
              <a:ext uri="{FF2B5EF4-FFF2-40B4-BE49-F238E27FC236}">
                <a16:creationId xmlns:a16="http://schemas.microsoft.com/office/drawing/2014/main" id="{15A5D6BE-F619-C095-73AC-7244060749E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194" y="5772030"/>
            <a:ext cx="937169" cy="153007"/>
          </a:xfrm>
          <a:prstGeom prst="rect">
            <a:avLst/>
          </a:prstGeom>
        </p:spPr>
      </p:pic>
      <p:pic>
        <p:nvPicPr>
          <p:cNvPr id="14" name="Picture 13" descr="A close up of a logo  AI-generated content may be incorrect.">
            <a:extLst>
              <a:ext uri="{FF2B5EF4-FFF2-40B4-BE49-F238E27FC236}">
                <a16:creationId xmlns:a16="http://schemas.microsoft.com/office/drawing/2014/main" id="{AB86C3E2-8448-D55C-E3D6-6BC88783326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332" y="5730314"/>
            <a:ext cx="1107218" cy="382023"/>
          </a:xfrm>
          <a:prstGeom prst="rect">
            <a:avLst/>
          </a:prstGeom>
        </p:spPr>
      </p:pic>
      <p:pic>
        <p:nvPicPr>
          <p:cNvPr id="16" name="Picture 15" descr="A black background with red and blue letters  AI-generated content may be incorrect.">
            <a:extLst>
              <a:ext uri="{FF2B5EF4-FFF2-40B4-BE49-F238E27FC236}">
                <a16:creationId xmlns:a16="http://schemas.microsoft.com/office/drawing/2014/main" id="{A3327425-0002-F320-CC06-5FF0D3FFA0A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766" b="26491"/>
          <a:stretch>
            <a:fillRect/>
          </a:stretch>
        </p:blipFill>
        <p:spPr>
          <a:xfrm>
            <a:off x="3391240" y="5935101"/>
            <a:ext cx="1272549" cy="158518"/>
          </a:xfrm>
          <a:prstGeom prst="rect">
            <a:avLst/>
          </a:prstGeom>
        </p:spPr>
      </p:pic>
      <p:pic>
        <p:nvPicPr>
          <p:cNvPr id="18" name="Picture 17" descr="A close up of a logo  AI-generated content may be incorrect.">
            <a:extLst>
              <a:ext uri="{FF2B5EF4-FFF2-40B4-BE49-F238E27FC236}">
                <a16:creationId xmlns:a16="http://schemas.microsoft.com/office/drawing/2014/main" id="{D58AF95E-8675-BD38-57E0-95753B68277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0869" y="6240511"/>
            <a:ext cx="857702" cy="222367"/>
          </a:xfrm>
          <a:prstGeom prst="rect">
            <a:avLst/>
          </a:prstGeom>
        </p:spPr>
      </p:pic>
      <p:pic>
        <p:nvPicPr>
          <p:cNvPr id="20" name="Picture 19" descr="A blue and black logo  AI-generated content may be incorrect.">
            <a:extLst>
              <a:ext uri="{FF2B5EF4-FFF2-40B4-BE49-F238E27FC236}">
                <a16:creationId xmlns:a16="http://schemas.microsoft.com/office/drawing/2014/main" id="{A7A05546-47AD-86BA-CAD6-23CC6D5EB62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6007" y="6019023"/>
            <a:ext cx="635851" cy="295891"/>
          </a:xfrm>
          <a:prstGeom prst="rect">
            <a:avLst/>
          </a:prstGeom>
        </p:spPr>
      </p:pic>
      <p:pic>
        <p:nvPicPr>
          <p:cNvPr id="22" name="Picture 21" descr="A black background with white text  AI-generated content may be incorrect.">
            <a:extLst>
              <a:ext uri="{FF2B5EF4-FFF2-40B4-BE49-F238E27FC236}">
                <a16:creationId xmlns:a16="http://schemas.microsoft.com/office/drawing/2014/main" id="{A583B4B0-41FF-E84F-AB19-AEBDF9D153B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6418" y="6048678"/>
            <a:ext cx="807077" cy="241487"/>
          </a:xfrm>
          <a:prstGeom prst="rect">
            <a:avLst/>
          </a:prstGeom>
        </p:spPr>
      </p:pic>
      <p:pic>
        <p:nvPicPr>
          <p:cNvPr id="24" name="Picture 23" descr="Blue and orange text on a black background  AI-generated content may be incorrect.">
            <a:extLst>
              <a:ext uri="{FF2B5EF4-FFF2-40B4-BE49-F238E27FC236}">
                <a16:creationId xmlns:a16="http://schemas.microsoft.com/office/drawing/2014/main" id="{9F8E0735-EBA5-7A70-9FB3-C0BE495E9CD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46192" y="6015561"/>
            <a:ext cx="909451" cy="305271"/>
          </a:xfrm>
          <a:prstGeom prst="rect">
            <a:avLst/>
          </a:prstGeom>
        </p:spPr>
      </p:pic>
      <p:pic>
        <p:nvPicPr>
          <p:cNvPr id="26" name="Picture 25" descr="A blue and black logo  AI-generated content may be incorrect.">
            <a:extLst>
              <a:ext uri="{FF2B5EF4-FFF2-40B4-BE49-F238E27FC236}">
                <a16:creationId xmlns:a16="http://schemas.microsoft.com/office/drawing/2014/main" id="{EF6E6462-D3AB-1DD6-6D49-9845839B455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3850" y="6064158"/>
            <a:ext cx="813337" cy="203334"/>
          </a:xfrm>
          <a:prstGeom prst="rect">
            <a:avLst/>
          </a:prstGeom>
        </p:spPr>
      </p:pic>
      <p:pic>
        <p:nvPicPr>
          <p:cNvPr id="28" name="Picture 27" descr="A blue and orange logo  AI-generated content may be incorrect.">
            <a:extLst>
              <a:ext uri="{FF2B5EF4-FFF2-40B4-BE49-F238E27FC236}">
                <a16:creationId xmlns:a16="http://schemas.microsoft.com/office/drawing/2014/main" id="{137FD2D2-0CC4-17AD-7426-B097938428E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4113" y="6052953"/>
            <a:ext cx="708293" cy="218927"/>
          </a:xfrm>
          <a:prstGeom prst="rect">
            <a:avLst/>
          </a:prstGeom>
        </p:spPr>
      </p:pic>
      <p:pic>
        <p:nvPicPr>
          <p:cNvPr id="30" name="Picture 29" descr="Blue text on a black background  AI-generated content may be incorrect.">
            <a:extLst>
              <a:ext uri="{FF2B5EF4-FFF2-40B4-BE49-F238E27FC236}">
                <a16:creationId xmlns:a16="http://schemas.microsoft.com/office/drawing/2014/main" id="{44191398-6056-56ED-855B-27B79B4BB1F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2374" y="5792040"/>
            <a:ext cx="1070264" cy="367309"/>
          </a:xfrm>
          <a:prstGeom prst="rect">
            <a:avLst/>
          </a:prstGeom>
        </p:spPr>
      </p:pic>
      <p:pic>
        <p:nvPicPr>
          <p:cNvPr id="32" name="Picture 31" descr="A blue and white logo  AI-generated content may be incorrect.">
            <a:extLst>
              <a:ext uri="{FF2B5EF4-FFF2-40B4-BE49-F238E27FC236}">
                <a16:creationId xmlns:a16="http://schemas.microsoft.com/office/drawing/2014/main" id="{B30C7658-EB70-2476-5FA1-46DA2C0D388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81046" y="6041535"/>
            <a:ext cx="572692" cy="260893"/>
          </a:xfrm>
          <a:prstGeom prst="rect">
            <a:avLst/>
          </a:prstGeom>
        </p:spPr>
      </p:pic>
      <p:pic>
        <p:nvPicPr>
          <p:cNvPr id="34" name="Picture 33" descr="A grey and blue logo  AI-generated content may be incorrect.">
            <a:extLst>
              <a:ext uri="{FF2B5EF4-FFF2-40B4-BE49-F238E27FC236}">
                <a16:creationId xmlns:a16="http://schemas.microsoft.com/office/drawing/2014/main" id="{FE38E6CE-C45E-698C-6223-26DC96EDBC5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1420" y="6184344"/>
            <a:ext cx="604976" cy="302488"/>
          </a:xfrm>
          <a:prstGeom prst="rect">
            <a:avLst/>
          </a:prstGeom>
        </p:spPr>
      </p:pic>
      <p:sp>
        <p:nvSpPr>
          <p:cNvPr id="39" name="TextBox 38">
            <a:extLst>
              <a:ext uri="{FF2B5EF4-FFF2-40B4-BE49-F238E27FC236}">
                <a16:creationId xmlns:a16="http://schemas.microsoft.com/office/drawing/2014/main" id="{DD5E2A07-356F-AA47-DA0F-26D5923A7195}"/>
              </a:ext>
            </a:extLst>
          </p:cNvPr>
          <p:cNvSpPr txBox="1"/>
          <p:nvPr/>
        </p:nvSpPr>
        <p:spPr>
          <a:xfrm>
            <a:off x="259874" y="1071722"/>
            <a:ext cx="1045051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Our Team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47366A6-D6A9-8AB3-1C2F-29B5D1DBAEC9}"/>
              </a:ext>
            </a:extLst>
          </p:cNvPr>
          <p:cNvSpPr txBox="1"/>
          <p:nvPr/>
        </p:nvSpPr>
        <p:spPr>
          <a:xfrm>
            <a:off x="448718" y="3280966"/>
            <a:ext cx="2163561" cy="25026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Jeevan Virk, CEO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E6DBB0A-D92D-1E42-8C93-B22AB5CCCEAD}"/>
              </a:ext>
            </a:extLst>
          </p:cNvPr>
          <p:cNvSpPr txBox="1"/>
          <p:nvPr/>
        </p:nvSpPr>
        <p:spPr>
          <a:xfrm>
            <a:off x="3408465" y="3280966"/>
            <a:ext cx="2163561" cy="25026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Greg Mullen, PhD, CTO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AB6DF50-F63C-0C9A-BFDF-6E3D08C51261}"/>
              </a:ext>
            </a:extLst>
          </p:cNvPr>
          <p:cNvSpPr txBox="1"/>
          <p:nvPr/>
        </p:nvSpPr>
        <p:spPr>
          <a:xfrm>
            <a:off x="6368212" y="3280966"/>
            <a:ext cx="2163561" cy="43489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Adam Badar, PhD,</a:t>
            </a:r>
            <a:b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</a:br>
            <a: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Head of Operations</a:t>
            </a:r>
            <a:endParaRPr kumimoji="0" lang="en-US" sz="1200" b="0" i="0" u="none" strike="noStrike" kern="1200" cap="none" spc="-5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Medium" pitchFamily="2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3C568DA-90BD-701E-9881-A1F675520156}"/>
              </a:ext>
            </a:extLst>
          </p:cNvPr>
          <p:cNvSpPr txBox="1"/>
          <p:nvPr/>
        </p:nvSpPr>
        <p:spPr>
          <a:xfrm>
            <a:off x="9318433" y="3280965"/>
            <a:ext cx="2163561" cy="4772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-17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Richard Tavaré, PhD,</a:t>
            </a:r>
            <a:br>
              <a:rPr kumimoji="0" lang="en-GB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</a:br>
            <a:r>
              <a:rPr kumimoji="0" lang="en-GB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Head of Research</a:t>
            </a:r>
            <a:endParaRPr kumimoji="0" lang="en-US" sz="1200" b="0" i="0" u="none" strike="noStrike" kern="1200" cap="none" spc="-5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Medium" pitchFamily="2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F1EE70B-5067-559B-2BE9-D1305B5B5DED}"/>
              </a:ext>
            </a:extLst>
          </p:cNvPr>
          <p:cNvSpPr txBox="1"/>
          <p:nvPr/>
        </p:nvSpPr>
        <p:spPr>
          <a:xfrm>
            <a:off x="524918" y="3589274"/>
            <a:ext cx="2545862" cy="200045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lvl="0" indent="-118872">
              <a:lnSpc>
                <a:spcPct val="105000"/>
              </a:lnSpc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spc="-5">
                <a:solidFill>
                  <a:srgbClr val="656670"/>
                </a:solidFill>
                <a:latin typeface="Funnel Sans Light"/>
              </a:rPr>
              <a:t>Pioneer in RLT field. Last role heading RLT Strategy at market leader Novartis</a:t>
            </a:r>
          </a:p>
          <a:p>
            <a:pPr marL="118872" indent="-118872">
              <a:lnSpc>
                <a:spcPct val="105000"/>
              </a:lnSpc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spc="-5">
                <a:solidFill>
                  <a:srgbClr val="656670"/>
                </a:solidFill>
                <a:latin typeface="Funnel Sans Light"/>
              </a:rPr>
              <a:t xml:space="preserve">19 years experience in </a:t>
            </a:r>
            <a:r>
              <a:rPr lang="en-US" sz="1100" spc="-5" err="1">
                <a:solidFill>
                  <a:srgbClr val="656670"/>
                </a:solidFill>
                <a:latin typeface="Funnel Sans Light"/>
              </a:rPr>
              <a:t>radiopharma</a:t>
            </a:r>
            <a:endParaRPr lang="en-US" sz="1100" spc="-5">
              <a:solidFill>
                <a:srgbClr val="656670"/>
              </a:solidFill>
              <a:latin typeface="Funnel Sans Light"/>
            </a:endParaRP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Worked directly with founders at AAA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Central to research, development and commercialization platform for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Pluvicto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&amp;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Lutathera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Key player in 5 Novartis deals with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Mariana Oncology ($1b+),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Peptidream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, Chengdu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Baiyu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plus others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CAE6823-B490-2E4C-C226-21D1BE644880}"/>
              </a:ext>
            </a:extLst>
          </p:cNvPr>
          <p:cNvSpPr txBox="1"/>
          <p:nvPr/>
        </p:nvSpPr>
        <p:spPr>
          <a:xfrm>
            <a:off x="3477768" y="3589274"/>
            <a:ext cx="2442053" cy="214349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25 yrs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radiopharma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R&amp;D, clin dev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and commercialization experience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Drove FDA approval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Nephroscan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diagnostic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Translated multiple products into FIH, Phase 1 and 2 clinical studies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M&amp;A: Out licenses to AAA/Novartis, exit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Theragnositics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for $41M 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C-suite experience, in licensing, IP, fundraising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9C369E6-D5C2-ED7E-3C42-3F90AF316E85}"/>
              </a:ext>
            </a:extLst>
          </p:cNvPr>
          <p:cNvSpPr txBox="1"/>
          <p:nvPr/>
        </p:nvSpPr>
        <p:spPr>
          <a:xfrm>
            <a:off x="6434302" y="3801934"/>
            <a:ext cx="2545862" cy="18512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15 yrs in nuclear medicine, oncology, technology development &amp;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innovation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Experience in product, partner, and customer development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Building and managing cross-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functional consulting teams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Experience in operational and project management in Agile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67BCF4F-D2F8-004B-5A04-AAE40840E28B}"/>
              </a:ext>
            </a:extLst>
          </p:cNvPr>
          <p:cNvSpPr txBox="1"/>
          <p:nvPr/>
        </p:nvSpPr>
        <p:spPr>
          <a:xfrm>
            <a:off x="9388108" y="3801934"/>
            <a:ext cx="2545862" cy="18512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15 yrs oncology diagnostic and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therapeutic drug development in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academia and pharma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Led to three molecules in imaging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clinical trials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Acquired cyclic peptide company for capabilities at Regeneron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PhD Imaging Immunology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BB111617-23A7-F37F-94DA-F04DAACF1F6D}"/>
              </a:ext>
            </a:extLst>
          </p:cNvPr>
          <p:cNvCxnSpPr>
            <a:cxnSpLocks/>
          </p:cNvCxnSpPr>
          <p:nvPr/>
        </p:nvCxnSpPr>
        <p:spPr>
          <a:xfrm>
            <a:off x="9323447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A124F21B-A98A-D163-4B56-C8F0F2233C20}"/>
              </a:ext>
            </a:extLst>
          </p:cNvPr>
          <p:cNvCxnSpPr>
            <a:cxnSpLocks/>
          </p:cNvCxnSpPr>
          <p:nvPr/>
        </p:nvCxnSpPr>
        <p:spPr>
          <a:xfrm>
            <a:off x="6359345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8985EA9D-1ACD-A9A4-CDD4-F74A00DF5CF1}"/>
              </a:ext>
            </a:extLst>
          </p:cNvPr>
          <p:cNvCxnSpPr>
            <a:cxnSpLocks/>
          </p:cNvCxnSpPr>
          <p:nvPr/>
        </p:nvCxnSpPr>
        <p:spPr>
          <a:xfrm>
            <a:off x="3409534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5FAC4FAB-B0D7-B087-E69C-F4214A637B74}"/>
              </a:ext>
            </a:extLst>
          </p:cNvPr>
          <p:cNvCxnSpPr>
            <a:cxnSpLocks/>
          </p:cNvCxnSpPr>
          <p:nvPr/>
        </p:nvCxnSpPr>
        <p:spPr>
          <a:xfrm>
            <a:off x="454887" y="5667851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79" name="Picture 78">
            <a:extLst>
              <a:ext uri="{FF2B5EF4-FFF2-40B4-BE49-F238E27FC236}">
                <a16:creationId xmlns:a16="http://schemas.microsoft.com/office/drawing/2014/main" id="{6A9A3CAD-E86A-A471-749B-520795C06398}"/>
              </a:ext>
            </a:extLst>
          </p:cNvPr>
          <p:cNvPicPr>
            <a:picLocks noChangeAspect="1"/>
          </p:cNvPicPr>
          <p:nvPr/>
        </p:nvPicPr>
        <p:blipFill>
          <a:blip r:embed="rId16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" r="52"/>
          <a:stretch/>
        </p:blipFill>
        <p:spPr>
          <a:xfrm>
            <a:off x="3382176" y="2207558"/>
            <a:ext cx="947072" cy="948051"/>
          </a:xfrm>
          <a:prstGeom prst="roundRect">
            <a:avLst>
              <a:gd name="adj" fmla="val 11644"/>
            </a:avLst>
          </a:prstGeom>
        </p:spPr>
      </p:pic>
      <p:pic>
        <p:nvPicPr>
          <p:cNvPr id="82" name="Picture 81">
            <a:extLst>
              <a:ext uri="{FF2B5EF4-FFF2-40B4-BE49-F238E27FC236}">
                <a16:creationId xmlns:a16="http://schemas.microsoft.com/office/drawing/2014/main" id="{689F619A-0AB7-1E91-4FF8-26A166F99E23}"/>
              </a:ext>
            </a:extLst>
          </p:cNvPr>
          <p:cNvPicPr>
            <a:picLocks noChangeAspect="1"/>
          </p:cNvPicPr>
          <p:nvPr/>
        </p:nvPicPr>
        <p:blipFill>
          <a:blip r:embed="rId17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97" b="1097"/>
          <a:stretch/>
        </p:blipFill>
        <p:spPr>
          <a:xfrm>
            <a:off x="448716" y="2246223"/>
            <a:ext cx="916691" cy="896585"/>
          </a:xfrm>
          <a:prstGeom prst="roundRect">
            <a:avLst>
              <a:gd name="adj" fmla="val 11731"/>
            </a:avLst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38D42182-5AC0-483F-C97A-EFCB147E6F2F}"/>
              </a:ext>
            </a:extLst>
          </p:cNvPr>
          <p:cNvPicPr>
            <a:picLocks noChangeAspect="1"/>
          </p:cNvPicPr>
          <p:nvPr/>
        </p:nvPicPr>
        <p:blipFill>
          <a:blip r:embed="rId18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" r="81"/>
          <a:stretch/>
        </p:blipFill>
        <p:spPr>
          <a:xfrm>
            <a:off x="6357709" y="2242587"/>
            <a:ext cx="911061" cy="912546"/>
          </a:xfrm>
          <a:prstGeom prst="roundRect">
            <a:avLst>
              <a:gd name="adj" fmla="val 11178"/>
            </a:avLst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7778FFB0-8210-FB55-DFCF-7A89CD5B2DD1}"/>
              </a:ext>
            </a:extLst>
          </p:cNvPr>
          <p:cNvPicPr>
            <a:picLocks noChangeAspect="1"/>
          </p:cNvPicPr>
          <p:nvPr/>
        </p:nvPicPr>
        <p:blipFill>
          <a:blip r:embed="rId19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1" r="351"/>
          <a:stretch/>
        </p:blipFill>
        <p:spPr>
          <a:xfrm>
            <a:off x="9318432" y="2242587"/>
            <a:ext cx="903063" cy="909452"/>
          </a:xfrm>
          <a:prstGeom prst="roundRect">
            <a:avLst>
              <a:gd name="adj" fmla="val 11657"/>
            </a:avLst>
          </a:prstGeom>
        </p:spPr>
      </p:pic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4F5EC4FB-A853-DD27-A85D-4D565B5059E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94420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5C9957-1F7E-FBE5-BE6A-ABEE3E3925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EE4C559-5E14-AC1B-B01D-D4A5204457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71A79B-882F-3350-9CD1-BA004271F4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4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2F8C138-D237-4897-79CE-AA78B5C4BC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3346" y="142875"/>
            <a:ext cx="11445307" cy="64591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77555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7BDED9-19C0-89F5-2911-37B7D668C2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 xml:space="preserve">Our view: there are gems, but innovation somewhat lower. Peptide repurposing common. 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952F32-E1A7-915E-C0BE-CA401542CC3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2A6343-ABB6-332C-F523-B7F7D6EF1E9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5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79915F6-603C-9487-02AB-C29ADDC9A0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725" y="1786542"/>
            <a:ext cx="6379160" cy="360006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F421931-0B00-5800-266E-D91400A8B5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11222" y="3073408"/>
            <a:ext cx="6380778" cy="36000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60243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8715C-2D76-86DF-0D6D-2E938EEB76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0063989" cy="414463"/>
          </a:xfrm>
        </p:spPr>
        <p:txBody>
          <a:bodyPr/>
          <a:lstStyle/>
          <a:p>
            <a:r>
              <a:rPr lang="en-US" dirty="0"/>
              <a:t>Sego’s world class team and headquarters make for a unique opportunity to bridge between Chinese &amp; US/EU RLT ecosystems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F64540-2E8B-48D9-E981-E29132F0860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83098F6C-736E-7426-6D39-312C57DA7FD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  <a:p>
            <a:endParaRPr lang="en-US" dirty="0"/>
          </a:p>
        </p:txBody>
      </p:sp>
      <p:sp>
        <p:nvSpPr>
          <p:cNvPr id="15" name="Shape 5">
            <a:extLst>
              <a:ext uri="{FF2B5EF4-FFF2-40B4-BE49-F238E27FC236}">
                <a16:creationId xmlns:a16="http://schemas.microsoft.com/office/drawing/2014/main" id="{B43966B5-D45A-2621-63CD-A5CCAA32A620}"/>
              </a:ext>
            </a:extLst>
          </p:cNvPr>
          <p:cNvSpPr/>
          <p:nvPr/>
        </p:nvSpPr>
        <p:spPr>
          <a:xfrm>
            <a:off x="609600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16" name="Image 0" descr="preencoded.png">
            <a:extLst>
              <a:ext uri="{FF2B5EF4-FFF2-40B4-BE49-F238E27FC236}">
                <a16:creationId xmlns:a16="http://schemas.microsoft.com/office/drawing/2014/main" id="{247ABB4C-D485-EDCD-303B-011DD08D73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93520" y="3101340"/>
            <a:ext cx="853440" cy="853440"/>
          </a:xfrm>
          <a:prstGeom prst="rect">
            <a:avLst/>
          </a:prstGeom>
        </p:spPr>
      </p:pic>
      <p:sp>
        <p:nvSpPr>
          <p:cNvPr id="17" name="Text 6">
            <a:extLst>
              <a:ext uri="{FF2B5EF4-FFF2-40B4-BE49-F238E27FC236}">
                <a16:creationId xmlns:a16="http://schemas.microsoft.com/office/drawing/2014/main" id="{99EA65BB-528E-9DE6-C466-703C7163520C}"/>
              </a:ext>
            </a:extLst>
          </p:cNvPr>
          <p:cNvSpPr/>
          <p:nvPr/>
        </p:nvSpPr>
        <p:spPr>
          <a:xfrm>
            <a:off x="731520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World-class RLT Operators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8" name="Shape 7">
            <a:extLst>
              <a:ext uri="{FF2B5EF4-FFF2-40B4-BE49-F238E27FC236}">
                <a16:creationId xmlns:a16="http://schemas.microsoft.com/office/drawing/2014/main" id="{ABE6F6FB-1DCA-030A-581F-765BDAF6A81D}"/>
              </a:ext>
            </a:extLst>
          </p:cNvPr>
          <p:cNvSpPr/>
          <p:nvPr/>
        </p:nvSpPr>
        <p:spPr>
          <a:xfrm>
            <a:off x="1219200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9" name="Text 8">
            <a:extLst>
              <a:ext uri="{FF2B5EF4-FFF2-40B4-BE49-F238E27FC236}">
                <a16:creationId xmlns:a16="http://schemas.microsoft.com/office/drawing/2014/main" id="{142E2B5B-3EB6-F8A2-7ED5-EFDF371A7369}"/>
              </a:ext>
            </a:extLst>
          </p:cNvPr>
          <p:cNvSpPr/>
          <p:nvPr/>
        </p:nvSpPr>
        <p:spPr>
          <a:xfrm>
            <a:off x="755904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Decades of combined RLT R&amp;D, commercialization experience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 xml:space="preserve">Led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Pluvicto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 xml:space="preserve"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Lutathera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 xml:space="preserve"> commercialization &amp; major RLT M&amp;A deals at Novartis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" name="Shape 9">
            <a:extLst>
              <a:ext uri="{FF2B5EF4-FFF2-40B4-BE49-F238E27FC236}">
                <a16:creationId xmlns:a16="http://schemas.microsoft.com/office/drawing/2014/main" id="{4B0E47A6-CD48-15D4-8446-A79C49FEF981}"/>
              </a:ext>
            </a:extLst>
          </p:cNvPr>
          <p:cNvSpPr/>
          <p:nvPr/>
        </p:nvSpPr>
        <p:spPr>
          <a:xfrm>
            <a:off x="3389376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61896E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1" name="Image 1" descr="preencoded.png">
            <a:extLst>
              <a:ext uri="{FF2B5EF4-FFF2-40B4-BE49-F238E27FC236}">
                <a16:creationId xmlns:a16="http://schemas.microsoft.com/office/drawing/2014/main" id="{A54FC349-09DF-3F30-FD6C-197C4754BA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73296" y="3101340"/>
            <a:ext cx="853440" cy="853440"/>
          </a:xfrm>
          <a:prstGeom prst="rect">
            <a:avLst/>
          </a:prstGeom>
        </p:spPr>
      </p:pic>
      <p:sp>
        <p:nvSpPr>
          <p:cNvPr id="22" name="Text 10">
            <a:extLst>
              <a:ext uri="{FF2B5EF4-FFF2-40B4-BE49-F238E27FC236}">
                <a16:creationId xmlns:a16="http://schemas.microsoft.com/office/drawing/2014/main" id="{FFD0581C-E46F-1345-7F1F-C4DA44C666CB}"/>
              </a:ext>
            </a:extLst>
          </p:cNvPr>
          <p:cNvSpPr/>
          <p:nvPr/>
        </p:nvSpPr>
        <p:spPr>
          <a:xfrm>
            <a:off x="3511296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Global Development &amp; Launch Capabilities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3" name="Shape 11">
            <a:extLst>
              <a:ext uri="{FF2B5EF4-FFF2-40B4-BE49-F238E27FC236}">
                <a16:creationId xmlns:a16="http://schemas.microsoft.com/office/drawing/2014/main" id="{5B6F95AE-DF99-903C-E593-B6D050A8C626}"/>
              </a:ext>
            </a:extLst>
          </p:cNvPr>
          <p:cNvSpPr/>
          <p:nvPr/>
        </p:nvSpPr>
        <p:spPr>
          <a:xfrm>
            <a:off x="3998976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4" name="Text 12">
            <a:extLst>
              <a:ext uri="{FF2B5EF4-FFF2-40B4-BE49-F238E27FC236}">
                <a16:creationId xmlns:a16="http://schemas.microsoft.com/office/drawing/2014/main" id="{B836A90B-C560-3B6B-52DE-D0C9F3D4DBBA}"/>
              </a:ext>
            </a:extLst>
          </p:cNvPr>
          <p:cNvSpPr/>
          <p:nvPr/>
        </p:nvSpPr>
        <p:spPr>
          <a:xfrm>
            <a:off x="3535680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GMP capabilities at US Headquarters to supply ex-China trials &amp; commercially</a:t>
            </a: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Established clinical trial network &amp; regulatory strategy ex-China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5" name="Shape 13">
            <a:extLst>
              <a:ext uri="{FF2B5EF4-FFF2-40B4-BE49-F238E27FC236}">
                <a16:creationId xmlns:a16="http://schemas.microsoft.com/office/drawing/2014/main" id="{34A357CC-A50C-B161-7936-6286FA3ED6C8}"/>
              </a:ext>
            </a:extLst>
          </p:cNvPr>
          <p:cNvSpPr/>
          <p:nvPr/>
        </p:nvSpPr>
        <p:spPr>
          <a:xfrm>
            <a:off x="6169152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B1C8B0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6" name="Image 2" descr="preencoded.png">
            <a:extLst>
              <a:ext uri="{FF2B5EF4-FFF2-40B4-BE49-F238E27FC236}">
                <a16:creationId xmlns:a16="http://schemas.microsoft.com/office/drawing/2014/main" id="{C3471791-690C-7ECB-F3D6-933D48AC262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3072" y="3101340"/>
            <a:ext cx="853440" cy="853440"/>
          </a:xfrm>
          <a:prstGeom prst="rect">
            <a:avLst/>
          </a:prstGeom>
        </p:spPr>
      </p:pic>
      <p:sp>
        <p:nvSpPr>
          <p:cNvPr id="27" name="Text 14">
            <a:extLst>
              <a:ext uri="{FF2B5EF4-FFF2-40B4-BE49-F238E27FC236}">
                <a16:creationId xmlns:a16="http://schemas.microsoft.com/office/drawing/2014/main" id="{682A10B0-915C-0557-DEFD-FEF84F2AAC33}"/>
              </a:ext>
            </a:extLst>
          </p:cNvPr>
          <p:cNvSpPr/>
          <p:nvPr/>
        </p:nvSpPr>
        <p:spPr>
          <a:xfrm>
            <a:off x="6291072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Near-term, Innovative Value Catalysts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8" name="Shape 15">
            <a:extLst>
              <a:ext uri="{FF2B5EF4-FFF2-40B4-BE49-F238E27FC236}">
                <a16:creationId xmlns:a16="http://schemas.microsoft.com/office/drawing/2014/main" id="{FAB77779-BA44-3807-9A73-ABDE44DB6692}"/>
              </a:ext>
            </a:extLst>
          </p:cNvPr>
          <p:cNvSpPr/>
          <p:nvPr/>
        </p:nvSpPr>
        <p:spPr>
          <a:xfrm>
            <a:off x="6778752" y="4869180"/>
            <a:ext cx="1402080" cy="0"/>
          </a:xfrm>
          <a:prstGeom prst="line">
            <a:avLst/>
          </a:prstGeom>
          <a:noFill/>
          <a:ln w="19050">
            <a:solidFill>
              <a:srgbClr val="002924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9" name="Text 16">
            <a:extLst>
              <a:ext uri="{FF2B5EF4-FFF2-40B4-BE49-F238E27FC236}">
                <a16:creationId xmlns:a16="http://schemas.microsoft.com/office/drawing/2014/main" id="{09A33B27-1E12-A107-7845-5D24506D9227}"/>
              </a:ext>
            </a:extLst>
          </p:cNvPr>
          <p:cNvSpPr/>
          <p:nvPr/>
        </p:nvSpPr>
        <p:spPr>
          <a:xfrm>
            <a:off x="6315456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 xml:space="preserve">Innovative FIH strategies, with first data in 2028.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IND, human efficacy, &amp; BD deals to follow rapidly. Each drives step-change valuations.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0" name="Shape 17">
            <a:extLst>
              <a:ext uri="{FF2B5EF4-FFF2-40B4-BE49-F238E27FC236}">
                <a16:creationId xmlns:a16="http://schemas.microsoft.com/office/drawing/2014/main" id="{9D58F84D-68F4-EAF2-948D-793586D5D53F}"/>
              </a:ext>
            </a:extLst>
          </p:cNvPr>
          <p:cNvSpPr/>
          <p:nvPr/>
        </p:nvSpPr>
        <p:spPr>
          <a:xfrm>
            <a:off x="8948928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31" name="Image 3" descr="preencoded.png">
            <a:extLst>
              <a:ext uri="{FF2B5EF4-FFF2-40B4-BE49-F238E27FC236}">
                <a16:creationId xmlns:a16="http://schemas.microsoft.com/office/drawing/2014/main" id="{64A14D40-8A95-3212-0462-D70FE30EF3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32848" y="3101340"/>
            <a:ext cx="853440" cy="853440"/>
          </a:xfrm>
          <a:prstGeom prst="rect">
            <a:avLst/>
          </a:prstGeom>
        </p:spPr>
      </p:pic>
      <p:sp>
        <p:nvSpPr>
          <p:cNvPr id="32" name="Text 18">
            <a:extLst>
              <a:ext uri="{FF2B5EF4-FFF2-40B4-BE49-F238E27FC236}">
                <a16:creationId xmlns:a16="http://schemas.microsoft.com/office/drawing/2014/main" id="{2FD48EFC-3BC8-4A25-0B4E-C2CC1F37C552}"/>
              </a:ext>
            </a:extLst>
          </p:cNvPr>
          <p:cNvSpPr/>
          <p:nvPr/>
        </p:nvSpPr>
        <p:spPr>
          <a:xfrm>
            <a:off x="9070848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Proven Value of RLT Investments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3" name="Shape 19">
            <a:extLst>
              <a:ext uri="{FF2B5EF4-FFF2-40B4-BE49-F238E27FC236}">
                <a16:creationId xmlns:a16="http://schemas.microsoft.com/office/drawing/2014/main" id="{B548D6AF-4C78-CA51-6E68-1D8D6450B3AD}"/>
              </a:ext>
            </a:extLst>
          </p:cNvPr>
          <p:cNvSpPr/>
          <p:nvPr/>
        </p:nvSpPr>
        <p:spPr>
          <a:xfrm>
            <a:off x="9558528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4" name="Text 20">
            <a:extLst>
              <a:ext uri="{FF2B5EF4-FFF2-40B4-BE49-F238E27FC236}">
                <a16:creationId xmlns:a16="http://schemas.microsoft.com/office/drawing/2014/main" id="{879EA3CE-3C49-2B96-3899-DD888000FCAA}"/>
              </a:ext>
            </a:extLst>
          </p:cNvPr>
          <p:cNvSpPr/>
          <p:nvPr/>
        </p:nvSpPr>
        <p:spPr>
          <a:xfrm>
            <a:off x="9095232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7 acquisitions &gt;$1B in 2 yrs by big pharma: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 xml:space="preserve">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Novartis, BMS, AZ, Lilly</a:t>
            </a: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+mn-ea"/>
                <a:cs typeface="Arial" pitchFamily="34" charset="-120"/>
              </a:rPr>
              <a:t xml:space="preserve">Returns of 5-10x common for early investors 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419416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6EF33D-4F50-E4AE-C504-8A288E1551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2"/>
            <a:ext cx="11367007" cy="1170367"/>
          </a:xfrm>
        </p:spPr>
        <p:txBody>
          <a:bodyPr/>
          <a:lstStyle/>
          <a:p>
            <a:r>
              <a:rPr lang="en-US"/>
              <a:t>Four ways Sego is looking to engage with the China RLT ecosystem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6077C-14C1-455E-205C-E2D712F593F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7</a:t>
            </a:fld>
            <a:endParaRPr lang="en-GB"/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B412523F-BE87-9F38-C4D0-6F26904C32D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116EFF71-635B-5831-022A-0F518FE85C3D}"/>
              </a:ext>
            </a:extLst>
          </p:cNvPr>
          <p:cNvSpPr/>
          <p:nvPr/>
        </p:nvSpPr>
        <p:spPr>
          <a:xfrm>
            <a:off x="1493520" y="2042160"/>
            <a:ext cx="853440" cy="853440"/>
          </a:xfrm>
          <a:prstGeom prst="ellipse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F96A4EC6-AB62-C203-662B-BB70AACC70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8592" y="2237232"/>
            <a:ext cx="463296" cy="463296"/>
          </a:xfrm>
          <a:prstGeom prst="rect">
            <a:avLst/>
          </a:prstGeom>
        </p:spPr>
      </p:pic>
      <p:sp>
        <p:nvSpPr>
          <p:cNvPr id="10" name="Text 4">
            <a:extLst>
              <a:ext uri="{FF2B5EF4-FFF2-40B4-BE49-F238E27FC236}">
                <a16:creationId xmlns:a16="http://schemas.microsoft.com/office/drawing/2014/main" id="{05A83A39-27FC-9825-EFC3-AF1F0C49C684}"/>
              </a:ext>
            </a:extLst>
          </p:cNvPr>
          <p:cNvSpPr/>
          <p:nvPr/>
        </p:nvSpPr>
        <p:spPr>
          <a:xfrm>
            <a:off x="609600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CROs</a:t>
            </a:r>
            <a:endParaRPr lang="en-US" sz="1867"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0653A552-3C0A-DA3A-D174-9689C4ADDB27}"/>
              </a:ext>
            </a:extLst>
          </p:cNvPr>
          <p:cNvSpPr/>
          <p:nvPr/>
        </p:nvSpPr>
        <p:spPr>
          <a:xfrm>
            <a:off x="609600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Contract Research</a:t>
            </a:r>
            <a:endParaRPr lang="en-US" sz="1333"/>
          </a:p>
        </p:txBody>
      </p:sp>
      <p:sp>
        <p:nvSpPr>
          <p:cNvPr id="12" name="Shape 6">
            <a:extLst>
              <a:ext uri="{FF2B5EF4-FFF2-40B4-BE49-F238E27FC236}">
                <a16:creationId xmlns:a16="http://schemas.microsoft.com/office/drawing/2014/main" id="{4C7BEE44-3F24-D5C0-D189-7D7ACB185ED7}"/>
              </a:ext>
            </a:extLst>
          </p:cNvPr>
          <p:cNvSpPr/>
          <p:nvPr/>
        </p:nvSpPr>
        <p:spPr>
          <a:xfrm>
            <a:off x="1219200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AF2D79E2-CDC0-F484-8247-2CBFC93F79E9}"/>
              </a:ext>
            </a:extLst>
          </p:cNvPr>
          <p:cNvSpPr/>
          <p:nvPr/>
        </p:nvSpPr>
        <p:spPr>
          <a:xfrm>
            <a:off x="731520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Access specialized chemistry, biology, and manufacturing capabilities at scale</a:t>
            </a:r>
            <a:endParaRPr lang="en-US" sz="1467"/>
          </a:p>
        </p:txBody>
      </p:sp>
      <p:sp>
        <p:nvSpPr>
          <p:cNvPr id="14" name="Shape 8">
            <a:extLst>
              <a:ext uri="{FF2B5EF4-FFF2-40B4-BE49-F238E27FC236}">
                <a16:creationId xmlns:a16="http://schemas.microsoft.com/office/drawing/2014/main" id="{738C9966-E922-DF4C-9F8A-8EF8D5273875}"/>
              </a:ext>
            </a:extLst>
          </p:cNvPr>
          <p:cNvSpPr/>
          <p:nvPr/>
        </p:nvSpPr>
        <p:spPr>
          <a:xfrm>
            <a:off x="4273296" y="2042160"/>
            <a:ext cx="853440" cy="853440"/>
          </a:xfrm>
          <a:prstGeom prst="ellipse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15" name="Image 1" descr="preencoded.png">
            <a:extLst>
              <a:ext uri="{FF2B5EF4-FFF2-40B4-BE49-F238E27FC236}">
                <a16:creationId xmlns:a16="http://schemas.microsoft.com/office/drawing/2014/main" id="{C28125BA-804A-CDDC-9017-6FEA64A6A63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68368" y="2237232"/>
            <a:ext cx="463296" cy="463296"/>
          </a:xfrm>
          <a:prstGeom prst="rect">
            <a:avLst/>
          </a:prstGeom>
        </p:spPr>
      </p:pic>
      <p:sp>
        <p:nvSpPr>
          <p:cNvPr id="16" name="Text 9">
            <a:extLst>
              <a:ext uri="{FF2B5EF4-FFF2-40B4-BE49-F238E27FC236}">
                <a16:creationId xmlns:a16="http://schemas.microsoft.com/office/drawing/2014/main" id="{90C2F8B8-B2E0-017C-3F70-D9C024E73587}"/>
              </a:ext>
            </a:extLst>
          </p:cNvPr>
          <p:cNvSpPr/>
          <p:nvPr/>
        </p:nvSpPr>
        <p:spPr>
          <a:xfrm>
            <a:off x="3389376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In-licensing</a:t>
            </a:r>
            <a:endParaRPr lang="en-US" sz="1867"/>
          </a:p>
        </p:txBody>
      </p:sp>
      <p:sp>
        <p:nvSpPr>
          <p:cNvPr id="17" name="Text 10">
            <a:extLst>
              <a:ext uri="{FF2B5EF4-FFF2-40B4-BE49-F238E27FC236}">
                <a16:creationId xmlns:a16="http://schemas.microsoft.com/office/drawing/2014/main" id="{F23367B3-CC59-C663-EEE0-AEAB3B0B4ABA}"/>
              </a:ext>
            </a:extLst>
          </p:cNvPr>
          <p:cNvSpPr/>
          <p:nvPr/>
        </p:nvSpPr>
        <p:spPr>
          <a:xfrm>
            <a:off x="3389376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Asset Access</a:t>
            </a:r>
            <a:endParaRPr lang="en-US" sz="1333"/>
          </a:p>
        </p:txBody>
      </p:sp>
      <p:sp>
        <p:nvSpPr>
          <p:cNvPr id="18" name="Shape 11">
            <a:extLst>
              <a:ext uri="{FF2B5EF4-FFF2-40B4-BE49-F238E27FC236}">
                <a16:creationId xmlns:a16="http://schemas.microsoft.com/office/drawing/2014/main" id="{8698EAC8-62E7-6846-5774-9D4A90992CD8}"/>
              </a:ext>
            </a:extLst>
          </p:cNvPr>
          <p:cNvSpPr/>
          <p:nvPr/>
        </p:nvSpPr>
        <p:spPr>
          <a:xfrm>
            <a:off x="3998976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9" name="Text 12">
            <a:extLst>
              <a:ext uri="{FF2B5EF4-FFF2-40B4-BE49-F238E27FC236}">
                <a16:creationId xmlns:a16="http://schemas.microsoft.com/office/drawing/2014/main" id="{5AFCC3C6-C5DE-BCC2-AF3B-4C08CD0F9115}"/>
              </a:ext>
            </a:extLst>
          </p:cNvPr>
          <p:cNvSpPr/>
          <p:nvPr/>
        </p:nvSpPr>
        <p:spPr>
          <a:xfrm>
            <a:off x="3511296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Source novel assets, ideally with early human data, and lead development in US/EU</a:t>
            </a:r>
            <a:endParaRPr lang="en-US" sz="1467"/>
          </a:p>
        </p:txBody>
      </p:sp>
      <p:sp>
        <p:nvSpPr>
          <p:cNvPr id="20" name="Shape 13">
            <a:extLst>
              <a:ext uri="{FF2B5EF4-FFF2-40B4-BE49-F238E27FC236}">
                <a16:creationId xmlns:a16="http://schemas.microsoft.com/office/drawing/2014/main" id="{61716188-20AC-9858-07FB-01824A4F0AAF}"/>
              </a:ext>
            </a:extLst>
          </p:cNvPr>
          <p:cNvSpPr/>
          <p:nvPr/>
        </p:nvSpPr>
        <p:spPr>
          <a:xfrm>
            <a:off x="7053072" y="2042160"/>
            <a:ext cx="853440" cy="853440"/>
          </a:xfrm>
          <a:prstGeom prst="ellipse">
            <a:avLst/>
          </a:prstGeom>
          <a:solidFill>
            <a:srgbClr val="B1C8B0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21" name="Image 2" descr="preencoded.png">
            <a:extLst>
              <a:ext uri="{FF2B5EF4-FFF2-40B4-BE49-F238E27FC236}">
                <a16:creationId xmlns:a16="http://schemas.microsoft.com/office/drawing/2014/main" id="{AD45BB12-F721-86ED-8144-A7ECCE323E6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8144" y="2237232"/>
            <a:ext cx="463296" cy="463296"/>
          </a:xfrm>
          <a:prstGeom prst="rect">
            <a:avLst/>
          </a:prstGeom>
        </p:spPr>
      </p:pic>
      <p:sp>
        <p:nvSpPr>
          <p:cNvPr id="22" name="Text 14">
            <a:extLst>
              <a:ext uri="{FF2B5EF4-FFF2-40B4-BE49-F238E27FC236}">
                <a16:creationId xmlns:a16="http://schemas.microsoft.com/office/drawing/2014/main" id="{89D4B787-1F64-0DC4-3105-D22F4732610C}"/>
              </a:ext>
            </a:extLst>
          </p:cNvPr>
          <p:cNvSpPr/>
          <p:nvPr/>
        </p:nvSpPr>
        <p:spPr>
          <a:xfrm>
            <a:off x="6169152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Equity Investments</a:t>
            </a:r>
            <a:endParaRPr lang="en-US" sz="1867"/>
          </a:p>
        </p:txBody>
      </p:sp>
      <p:sp>
        <p:nvSpPr>
          <p:cNvPr id="23" name="Text 15">
            <a:extLst>
              <a:ext uri="{FF2B5EF4-FFF2-40B4-BE49-F238E27FC236}">
                <a16:creationId xmlns:a16="http://schemas.microsoft.com/office/drawing/2014/main" id="{827BCD16-3854-AC28-FD43-12E6BFC61C59}"/>
              </a:ext>
            </a:extLst>
          </p:cNvPr>
          <p:cNvSpPr/>
          <p:nvPr/>
        </p:nvSpPr>
        <p:spPr>
          <a:xfrm>
            <a:off x="6169152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B1C8B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Strategic Capital</a:t>
            </a:r>
            <a:endParaRPr lang="en-US" sz="1333"/>
          </a:p>
        </p:txBody>
      </p:sp>
      <p:sp>
        <p:nvSpPr>
          <p:cNvPr id="24" name="Shape 16">
            <a:extLst>
              <a:ext uri="{FF2B5EF4-FFF2-40B4-BE49-F238E27FC236}">
                <a16:creationId xmlns:a16="http://schemas.microsoft.com/office/drawing/2014/main" id="{21CDACD1-832B-4468-EE81-77FF52AF86F0}"/>
              </a:ext>
            </a:extLst>
          </p:cNvPr>
          <p:cNvSpPr/>
          <p:nvPr/>
        </p:nvSpPr>
        <p:spPr>
          <a:xfrm>
            <a:off x="6778752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25" name="Text 17">
            <a:extLst>
              <a:ext uri="{FF2B5EF4-FFF2-40B4-BE49-F238E27FC236}">
                <a16:creationId xmlns:a16="http://schemas.microsoft.com/office/drawing/2014/main" id="{6B8B3EF8-D7D2-B55C-BF17-0F92CCB80EBF}"/>
              </a:ext>
            </a:extLst>
          </p:cNvPr>
          <p:cNvSpPr/>
          <p:nvPr/>
        </p:nvSpPr>
        <p:spPr>
          <a:xfrm>
            <a:off x="6291072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Secure investment in Sego’s mission from China’s divers investor base</a:t>
            </a:r>
            <a:endParaRPr lang="en-US" sz="1467"/>
          </a:p>
        </p:txBody>
      </p:sp>
      <p:sp>
        <p:nvSpPr>
          <p:cNvPr id="26" name="Shape 18">
            <a:extLst>
              <a:ext uri="{FF2B5EF4-FFF2-40B4-BE49-F238E27FC236}">
                <a16:creationId xmlns:a16="http://schemas.microsoft.com/office/drawing/2014/main" id="{333798EB-D53F-D76F-31CE-F5818EA310EE}"/>
              </a:ext>
            </a:extLst>
          </p:cNvPr>
          <p:cNvSpPr/>
          <p:nvPr/>
        </p:nvSpPr>
        <p:spPr>
          <a:xfrm>
            <a:off x="9832848" y="2042160"/>
            <a:ext cx="853440" cy="853440"/>
          </a:xfrm>
          <a:prstGeom prst="ellipse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27" name="Image 3" descr="preencoded.png">
            <a:extLst>
              <a:ext uri="{FF2B5EF4-FFF2-40B4-BE49-F238E27FC236}">
                <a16:creationId xmlns:a16="http://schemas.microsoft.com/office/drawing/2014/main" id="{77609D9A-F2DB-7E39-5BE9-AA022C84B8B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7920" y="2237232"/>
            <a:ext cx="463296" cy="463296"/>
          </a:xfrm>
          <a:prstGeom prst="rect">
            <a:avLst/>
          </a:prstGeom>
        </p:spPr>
      </p:pic>
      <p:sp>
        <p:nvSpPr>
          <p:cNvPr id="28" name="Text 19">
            <a:extLst>
              <a:ext uri="{FF2B5EF4-FFF2-40B4-BE49-F238E27FC236}">
                <a16:creationId xmlns:a16="http://schemas.microsoft.com/office/drawing/2014/main" id="{B26898F5-F649-1F1C-22F6-46E72FF4A274}"/>
              </a:ext>
            </a:extLst>
          </p:cNvPr>
          <p:cNvSpPr/>
          <p:nvPr/>
        </p:nvSpPr>
        <p:spPr>
          <a:xfrm>
            <a:off x="8948928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Joint Ventures</a:t>
            </a:r>
            <a:endParaRPr lang="en-US" sz="1867"/>
          </a:p>
        </p:txBody>
      </p:sp>
      <p:sp>
        <p:nvSpPr>
          <p:cNvPr id="29" name="Text 20">
            <a:extLst>
              <a:ext uri="{FF2B5EF4-FFF2-40B4-BE49-F238E27FC236}">
                <a16:creationId xmlns:a16="http://schemas.microsoft.com/office/drawing/2014/main" id="{45144A6F-028F-0A12-DD4D-97ECC3AA2C68}"/>
              </a:ext>
            </a:extLst>
          </p:cNvPr>
          <p:cNvSpPr/>
          <p:nvPr/>
        </p:nvSpPr>
        <p:spPr>
          <a:xfrm>
            <a:off x="8948928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Shared Programs</a:t>
            </a:r>
            <a:endParaRPr lang="en-US" sz="1333"/>
          </a:p>
        </p:txBody>
      </p:sp>
      <p:sp>
        <p:nvSpPr>
          <p:cNvPr id="30" name="Shape 21">
            <a:extLst>
              <a:ext uri="{FF2B5EF4-FFF2-40B4-BE49-F238E27FC236}">
                <a16:creationId xmlns:a16="http://schemas.microsoft.com/office/drawing/2014/main" id="{D639AE3C-A32A-C4B5-3037-1E12B69BB7DF}"/>
              </a:ext>
            </a:extLst>
          </p:cNvPr>
          <p:cNvSpPr/>
          <p:nvPr/>
        </p:nvSpPr>
        <p:spPr>
          <a:xfrm>
            <a:off x="9558528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31" name="Text 22">
            <a:extLst>
              <a:ext uri="{FF2B5EF4-FFF2-40B4-BE49-F238E27FC236}">
                <a16:creationId xmlns:a16="http://schemas.microsoft.com/office/drawing/2014/main" id="{DDFB0A20-429E-D844-1A4B-1971B11CCEFE}"/>
              </a:ext>
            </a:extLst>
          </p:cNvPr>
          <p:cNvSpPr/>
          <p:nvPr/>
        </p:nvSpPr>
        <p:spPr>
          <a:xfrm>
            <a:off x="9070848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Co-develop assets combining Sego's RLT expertise with local innovation &amp; investment</a:t>
            </a:r>
            <a:endParaRPr lang="en-US" sz="1467"/>
          </a:p>
        </p:txBody>
      </p:sp>
      <p:sp>
        <p:nvSpPr>
          <p:cNvPr id="32" name="Shape 23">
            <a:extLst>
              <a:ext uri="{FF2B5EF4-FFF2-40B4-BE49-F238E27FC236}">
                <a16:creationId xmlns:a16="http://schemas.microsoft.com/office/drawing/2014/main" id="{C9F789E5-C18B-7280-3B2D-38CFD860DA44}"/>
              </a:ext>
            </a:extLst>
          </p:cNvPr>
          <p:cNvSpPr/>
          <p:nvPr/>
        </p:nvSpPr>
        <p:spPr>
          <a:xfrm>
            <a:off x="1920240" y="5486400"/>
            <a:ext cx="8339328" cy="0"/>
          </a:xfrm>
          <a:prstGeom prst="line">
            <a:avLst/>
          </a:prstGeom>
          <a:noFill/>
          <a:ln w="381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33" name="Shape 24">
            <a:extLst>
              <a:ext uri="{FF2B5EF4-FFF2-40B4-BE49-F238E27FC236}">
                <a16:creationId xmlns:a16="http://schemas.microsoft.com/office/drawing/2014/main" id="{C74B1DB4-9E1B-1638-9D11-1E1C6565E781}"/>
              </a:ext>
            </a:extLst>
          </p:cNvPr>
          <p:cNvSpPr/>
          <p:nvPr/>
        </p:nvSpPr>
        <p:spPr>
          <a:xfrm>
            <a:off x="1822704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4" name="Shape 25">
            <a:extLst>
              <a:ext uri="{FF2B5EF4-FFF2-40B4-BE49-F238E27FC236}">
                <a16:creationId xmlns:a16="http://schemas.microsoft.com/office/drawing/2014/main" id="{AA014A4B-DDE3-B42A-D1CA-DD000EA774E0}"/>
              </a:ext>
            </a:extLst>
          </p:cNvPr>
          <p:cNvSpPr/>
          <p:nvPr/>
        </p:nvSpPr>
        <p:spPr>
          <a:xfrm>
            <a:off x="4602480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5" name="Shape 26">
            <a:extLst>
              <a:ext uri="{FF2B5EF4-FFF2-40B4-BE49-F238E27FC236}">
                <a16:creationId xmlns:a16="http://schemas.microsoft.com/office/drawing/2014/main" id="{00268562-3B1F-3BA0-FAD9-EBED84D0946D}"/>
              </a:ext>
            </a:extLst>
          </p:cNvPr>
          <p:cNvSpPr/>
          <p:nvPr/>
        </p:nvSpPr>
        <p:spPr>
          <a:xfrm>
            <a:off x="7382256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6" name="Shape 27">
            <a:extLst>
              <a:ext uri="{FF2B5EF4-FFF2-40B4-BE49-F238E27FC236}">
                <a16:creationId xmlns:a16="http://schemas.microsoft.com/office/drawing/2014/main" id="{1D6A001F-288A-54C9-C89D-6C4AEE5D3BC2}"/>
              </a:ext>
            </a:extLst>
          </p:cNvPr>
          <p:cNvSpPr/>
          <p:nvPr/>
        </p:nvSpPr>
        <p:spPr>
          <a:xfrm>
            <a:off x="10162032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7" name="Text 28">
            <a:extLst>
              <a:ext uri="{FF2B5EF4-FFF2-40B4-BE49-F238E27FC236}">
                <a16:creationId xmlns:a16="http://schemas.microsoft.com/office/drawing/2014/main" id="{F79178CC-DE69-7FDF-C708-04B2AA650069}"/>
              </a:ext>
            </a:extLst>
          </p:cNvPr>
          <p:cNvSpPr/>
          <p:nvPr/>
        </p:nvSpPr>
        <p:spPr>
          <a:xfrm>
            <a:off x="731520" y="5913120"/>
            <a:ext cx="1072896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467" i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Goal: Leverage Sego’s US footprint to bridge innovation between US and Asia</a:t>
            </a:r>
            <a:endParaRPr lang="en-US" sz="1467"/>
          </a:p>
        </p:txBody>
      </p:sp>
    </p:spTree>
    <p:extLst>
      <p:ext uri="{BB962C8B-B14F-4D97-AF65-F5344CB8AC3E}">
        <p14:creationId xmlns:p14="http://schemas.microsoft.com/office/powerpoint/2010/main" val="5766114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02A72F5-D948-AAC1-8E07-991A5175AB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02B6FD17-ACDB-17F1-A94A-1531A6BC6C4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BF10DDE2-6090-D75F-4D09-01298702571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E4AECC7E-2D20-F8F8-D236-66F2DDB462B4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17358F2A-70F4-066F-AD66-7DABFE25C0FC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68E03964-BD20-548F-9DF6-4B00ADD41DAC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411DDB0D-47FC-B566-2F93-28D442A93C2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76778BB9-B88F-11A8-C434-6CE8DF14EC27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BB56F89-08A1-A414-BD9E-9C17A54AF043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09382D64-6D86-730B-7706-D28801D3FB8B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62766692-0511-03FE-9261-D7456E17F4DB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7468E47-8763-68E0-78F8-6D27DAAE2D6D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33A2EFF-4DA9-4127-E93F-78D5DAEC4F9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639C1F1-1FB6-DA93-74FD-C017AE7FA60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A6CB0F18-2D60-538D-1E0E-660D2E625F42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Asset In-License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2" name="Text 4">
            <a:extLst>
              <a:ext uri="{FF2B5EF4-FFF2-40B4-BE49-F238E27FC236}">
                <a16:creationId xmlns:a16="http://schemas.microsoft.com/office/drawing/2014/main" id="{BCD153AB-1A74-9023-E068-323C6120883B}"/>
              </a:ext>
            </a:extLst>
          </p:cNvPr>
          <p:cNvSpPr/>
          <p:nvPr/>
        </p:nvSpPr>
        <p:spPr>
          <a:xfrm>
            <a:off x="11795533" y="190501"/>
            <a:ext cx="129769" cy="133351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r" defTabSz="914400" rtl="0" eaLnBrk="1" fontAlgn="auto" latinLnBrk="0" hangingPunct="1">
              <a:lnSpc>
                <a:spcPts val="98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B28F4D-21C6-C54E-A52C-53105BD84126}" type="slidenum">
              <a:rPr kumimoji="0" lang="en-US" sz="760" b="0" i="0" u="none" strike="noStrike" kern="1200" cap="none" spc="0" normalizeH="0" baseline="0" noProof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pPr marL="0" marR="0" lvl="0" indent="0" algn="r" defTabSz="914400" rtl="0" eaLnBrk="1" fontAlgn="auto" latinLnBrk="0" hangingPunct="1">
                <a:lnSpc>
                  <a:spcPts val="988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76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pic>
        <p:nvPicPr>
          <p:cNvPr id="23" name="Graphic 22">
            <a:extLst>
              <a:ext uri="{FF2B5EF4-FFF2-40B4-BE49-F238E27FC236}">
                <a16:creationId xmlns:a16="http://schemas.microsoft.com/office/drawing/2014/main" id="{A58CA897-48EF-3186-2547-E0248F6D7C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12511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07259-7906-355F-522D-A76B6819C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3243E9-9DEB-5F8D-4F7D-E6FB778E12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 license criteria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13BF50-7D4E-9DFD-743B-0B1880C27A6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F3A6B4-4C2B-821B-B8B6-779745CEA23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74942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DBFDC1-C07A-0B70-7BDF-630677E36A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 xml:space="preserve">Asset identification in </a:t>
            </a:r>
            <a:r>
              <a:rPr lang="en-US" dirty="0" err="1"/>
              <a:t>china</a:t>
            </a:r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D9B91A-F720-5700-DE49-29CF6D63B1E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ED1CAB-50E6-842D-E811-70B0FA81113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10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A960DA0-A9CE-3AC5-B579-3EC8A8085F03}"/>
              </a:ext>
            </a:extLst>
          </p:cNvPr>
          <p:cNvSpPr txBox="1"/>
          <p:nvPr/>
        </p:nvSpPr>
        <p:spPr>
          <a:xfrm>
            <a:off x="245806" y="2615381"/>
            <a:ext cx="31954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Self guided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D04FEFC-A15D-3386-4AA5-B4FB07EFC094}"/>
              </a:ext>
            </a:extLst>
          </p:cNvPr>
          <p:cNvSpPr txBox="1"/>
          <p:nvPr/>
        </p:nvSpPr>
        <p:spPr>
          <a:xfrm>
            <a:off x="4365523" y="2615381"/>
            <a:ext cx="31954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Retain guide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AE1175-6AD6-6B13-6ED6-69D0E1F98155}"/>
              </a:ext>
            </a:extLst>
          </p:cNvPr>
          <p:cNvSpPr txBox="1"/>
          <p:nvPr/>
        </p:nvSpPr>
        <p:spPr>
          <a:xfrm>
            <a:off x="8261248" y="2615381"/>
            <a:ext cx="31954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inbound</a:t>
            </a:r>
          </a:p>
        </p:txBody>
      </p:sp>
    </p:spTree>
    <p:extLst>
      <p:ext uri="{BB962C8B-B14F-4D97-AF65-F5344CB8AC3E}">
        <p14:creationId xmlns:p14="http://schemas.microsoft.com/office/powerpoint/2010/main" val="184415322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8BD141-8E85-ACB7-6135-AA91D798DF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BFC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2CB92E2-092E-3513-3A92-14116CE68D8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D061C4D-A995-65DA-DEAD-399A6CAEB4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11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F6CD737-08AD-1FD4-84D2-B53F4A7071C0}"/>
              </a:ext>
            </a:extLst>
          </p:cNvPr>
          <p:cNvSpPr txBox="1"/>
          <p:nvPr/>
        </p:nvSpPr>
        <p:spPr>
          <a:xfrm>
            <a:off x="600075" y="2164081"/>
            <a:ext cx="53244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Context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4BC7F3D-72A5-F3E9-7550-9F585BB7899F}"/>
              </a:ext>
            </a:extLst>
          </p:cNvPr>
          <p:cNvSpPr txBox="1"/>
          <p:nvPr/>
        </p:nvSpPr>
        <p:spPr>
          <a:xfrm>
            <a:off x="5924550" y="2164081"/>
            <a:ext cx="53244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 xml:space="preserve">Details of </a:t>
            </a:r>
            <a:r>
              <a:rPr lang="en-US" dirty="0" err="1"/>
              <a:t>partnershp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87833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9382F3-497E-DD80-0F61-615F34FDB3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 xml:space="preserve">Three bets across three targets in </a:t>
            </a:r>
            <a:r>
              <a:rPr lang="en-US" dirty="0" err="1"/>
              <a:t>China</a:t>
            </a:r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7EC2F68-B312-CFF7-8A19-B944113511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8ED36C-22AC-85E7-AE55-59B10CE094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12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35AC62D-F908-F4EC-E2BB-2A6870CE1724}"/>
              </a:ext>
            </a:extLst>
          </p:cNvPr>
          <p:cNvSpPr txBox="1"/>
          <p:nvPr/>
        </p:nvSpPr>
        <p:spPr>
          <a:xfrm>
            <a:off x="457200" y="2781300"/>
            <a:ext cx="11277600" cy="2600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0" dirty="0">
                <a:solidFill>
                  <a:srgbClr val="656670"/>
                </a:solidFill>
                <a:latin typeface="Funnel Sans"/>
              </a:rPr>
              <a:t>Three de-risked in-license bets, matched to Sego mechanism and BFC-flagged first-in-class RLT classes: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ACP3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 xml:space="preserve">  -  prostate (mCRPC); Sego lead target, internally validated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Nectin-4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 xml:space="preserve">  -  BFC first-in-class RLT class; ADC-validated (Padcev) in solid tumors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CLDN18.2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 xml:space="preserve">  -  BFC first-in-class RLT class; ADC and T-cell validated in gastric / GI</a:t>
            </a:r>
          </a:p>
          <a:p>
            <a:pPr>
              <a:spcBef>
                <a:spcPts val="1200"/>
              </a:spcBef>
            </a:pPr>
            <a:r>
              <a:rPr lang="en-US" sz="1400" b="0" i="1" dirty="0">
                <a:solidFill>
                  <a:srgbClr val="8F1A43"/>
                </a:solidFill>
                <a:latin typeface="Funnel Sans"/>
              </a:rPr>
              <a:t>Not pursuing: DLL3, FAP - crowded fields and narrow therapeutic index</a:t>
            </a:r>
          </a:p>
        </p:txBody>
      </p:sp>
    </p:spTree>
    <p:extLst>
      <p:ext uri="{BB962C8B-B14F-4D97-AF65-F5344CB8AC3E}">
        <p14:creationId xmlns:p14="http://schemas.microsoft.com/office/powerpoint/2010/main" val="7620256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5572D0C-85C2-F85B-FD1A-9270C6D308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153007F6-0B67-056B-63C9-D8074C5AD80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1F4DAB8E-AD4D-0972-63EC-A65ABAC5337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DA12CECF-31F4-BDDC-5AA3-7C243B85776A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C43F73B-08E0-1190-88DD-421D8200736E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6589AFCC-C74D-C31D-3489-66AD9C6486F3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B236F815-EE96-B3BE-D56F-9EFFBE778511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4767B75-EE4F-456E-AD47-E23849D192D0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383E6D4-24BA-B891-CD36-455279DE33DE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41B33DC-9BBF-FD4A-263E-BF7955895DE9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CD52E01-685C-8084-9B47-7F246FD81E4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1ADC5E03-D904-F472-FE4B-461101471153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35A4762-A3E1-76F4-D5B7-45138E210AC7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58918C4-0330-75A0-6206-D3FAE215616E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8D5B81DF-5DEB-1CF7-4962-B515E0EB2D83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Capital formation in China via two strategies: Traditional equity and JV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2" name="Text 4">
            <a:extLst>
              <a:ext uri="{FF2B5EF4-FFF2-40B4-BE49-F238E27FC236}">
                <a16:creationId xmlns:a16="http://schemas.microsoft.com/office/drawing/2014/main" id="{24BD871B-FC14-C533-560B-C6CDCA6317B4}"/>
              </a:ext>
            </a:extLst>
          </p:cNvPr>
          <p:cNvSpPr/>
          <p:nvPr/>
        </p:nvSpPr>
        <p:spPr>
          <a:xfrm>
            <a:off x="11795533" y="190501"/>
            <a:ext cx="129769" cy="133351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r" defTabSz="914400" rtl="0" eaLnBrk="1" fontAlgn="auto" latinLnBrk="0" hangingPunct="1">
              <a:lnSpc>
                <a:spcPts val="98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B28F4D-21C6-C54E-A52C-53105BD84126}" type="slidenum">
              <a:rPr kumimoji="0" lang="en-US" sz="760" b="0" i="0" u="none" strike="noStrike" kern="1200" cap="none" spc="0" normalizeH="0" baseline="0" noProof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pPr marL="0" marR="0" lvl="0" indent="0" algn="r" defTabSz="914400" rtl="0" eaLnBrk="1" fontAlgn="auto" latinLnBrk="0" hangingPunct="1">
                <a:lnSpc>
                  <a:spcPts val="988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76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pic>
        <p:nvPicPr>
          <p:cNvPr id="23" name="Graphic 22">
            <a:extLst>
              <a:ext uri="{FF2B5EF4-FFF2-40B4-BE49-F238E27FC236}">
                <a16:creationId xmlns:a16="http://schemas.microsoft.com/office/drawing/2014/main" id="{F899EA26-EB79-D01C-E196-895E483D83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68821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676BAB-DB07-6A82-5B13-6773A259AB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Two capital formation exercises in China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1829556-30E1-2D5A-EE8F-35DE2FF8874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259AD4-20E1-109F-1529-D4F75E0737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14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A2C75C-2EF3-7BE9-D164-4EE5B4B8BC73}"/>
              </a:ext>
            </a:extLst>
          </p:cNvPr>
          <p:cNvSpPr txBox="1"/>
          <p:nvPr/>
        </p:nvSpPr>
        <p:spPr>
          <a:xfrm>
            <a:off x="247650" y="2457450"/>
            <a:ext cx="48482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Equity investment in Parent Co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B39C50B-D049-6984-122B-44F3C72A499F}"/>
              </a:ext>
            </a:extLst>
          </p:cNvPr>
          <p:cNvSpPr txBox="1"/>
          <p:nvPr/>
        </p:nvSpPr>
        <p:spPr>
          <a:xfrm>
            <a:off x="6362700" y="2457450"/>
            <a:ext cx="48482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JV formation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68DB050-4270-40D5-B432-B708B531241D}"/>
              </a:ext>
            </a:extLst>
          </p:cNvPr>
          <p:cNvSpPr txBox="1"/>
          <p:nvPr/>
        </p:nvSpPr>
        <p:spPr>
          <a:xfrm>
            <a:off x="390525" y="3048000"/>
            <a:ext cx="41338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Goal: Traditional equity investment / participant meeting CFIUS regs in parent co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367818-CAA1-0F4A-5F9F-4F08711A2087}"/>
              </a:ext>
            </a:extLst>
          </p:cNvPr>
          <p:cNvSpPr txBox="1"/>
          <p:nvPr/>
        </p:nvSpPr>
        <p:spPr>
          <a:xfrm>
            <a:off x="390525" y="4448175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 xml:space="preserve">Status: LAV, </a:t>
            </a:r>
            <a:r>
              <a:rPr lang="en-US" dirty="0" err="1"/>
              <a:t>Decheng</a:t>
            </a:r>
            <a:r>
              <a:rPr lang="en-US" dirty="0"/>
              <a:t>, etc.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15B63A-E31C-D5B1-E0F3-7E0A06C27CB2}"/>
              </a:ext>
            </a:extLst>
          </p:cNvPr>
          <p:cNvSpPr txBox="1"/>
          <p:nvPr/>
        </p:nvSpPr>
        <p:spPr>
          <a:xfrm>
            <a:off x="6572250" y="3048000"/>
            <a:ext cx="41338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 xml:space="preserve">Goal: JV formation with strategic partner, either investor / CRO / larger </a:t>
            </a:r>
            <a:r>
              <a:rPr lang="en-US" dirty="0" err="1"/>
              <a:t>partent</a:t>
            </a:r>
            <a:r>
              <a:rPr lang="en-US" dirty="0"/>
              <a:t xml:space="preserve"> org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E9473F4-96E4-C6FF-A2A0-872387F62890}"/>
              </a:ext>
            </a:extLst>
          </p:cNvPr>
          <p:cNvSpPr txBox="1"/>
          <p:nvPr/>
        </p:nvSpPr>
        <p:spPr>
          <a:xfrm>
            <a:off x="6572250" y="4448175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 xml:space="preserve">Status: </a:t>
            </a:r>
            <a:r>
              <a:rPr lang="en-US" dirty="0" err="1"/>
              <a:t>Chempartner</a:t>
            </a:r>
            <a:r>
              <a:rPr lang="en-US" dirty="0"/>
              <a:t>, etc.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5840954-0624-28A0-EFAF-BD68209C22BE}"/>
              </a:ext>
            </a:extLst>
          </p:cNvPr>
          <p:cNvSpPr txBox="1"/>
          <p:nvPr/>
        </p:nvSpPr>
        <p:spPr>
          <a:xfrm>
            <a:off x="390525" y="5471738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Path forward: Enter diligence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4B39438-81E1-7FBE-BBD8-8B1141EA8E23}"/>
              </a:ext>
            </a:extLst>
          </p:cNvPr>
          <p:cNvSpPr txBox="1"/>
          <p:nvPr/>
        </p:nvSpPr>
        <p:spPr>
          <a:xfrm>
            <a:off x="6572250" y="5471738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Path forward: Enter diligence</a:t>
            </a:r>
          </a:p>
        </p:txBody>
      </p:sp>
    </p:spTree>
    <p:extLst>
      <p:ext uri="{BB962C8B-B14F-4D97-AF65-F5344CB8AC3E}">
        <p14:creationId xmlns:p14="http://schemas.microsoft.com/office/powerpoint/2010/main" val="25983686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952801-94D1-9733-717D-C5E72120F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Title">
            <a:extLst>
              <a:ext uri="{FF2B5EF4-FFF2-40B4-BE49-F238E27FC236}">
                <a16:creationId xmlns:a16="http://schemas.microsoft.com/office/drawing/2014/main" id="{AA4FFF11-8535-ED86-0197-C242E273BABB}"/>
              </a:ext>
            </a:extLst>
          </p:cNvPr>
          <p:cNvSpPr txBox="1"/>
          <p:nvPr/>
        </p:nvSpPr>
        <p:spPr>
          <a:xfrm>
            <a:off x="1726018" y="139700"/>
            <a:ext cx="6985000" cy="5334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-3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Light" pitchFamily="2" charset="0"/>
              </a:rPr>
              <a:t>Sego China Proposed Structure</a:t>
            </a:r>
          </a:p>
        </p:txBody>
      </p:sp>
      <p:sp>
        <p:nvSpPr>
          <p:cNvPr id="103" name="Header Line">
            <a:extLst>
              <a:ext uri="{FF2B5EF4-FFF2-40B4-BE49-F238E27FC236}">
                <a16:creationId xmlns:a16="http://schemas.microsoft.com/office/drawing/2014/main" id="{409711B3-495D-62B4-C090-F11D6A6B2791}"/>
              </a:ext>
            </a:extLst>
          </p:cNvPr>
          <p:cNvSpPr/>
          <p:nvPr/>
        </p:nvSpPr>
        <p:spPr>
          <a:xfrm>
            <a:off x="266700" y="787400"/>
            <a:ext cx="11658600" cy="9525"/>
          </a:xfrm>
          <a:prstGeom prst="rect">
            <a:avLst/>
          </a:prstGeom>
          <a:solidFill>
            <a:srgbClr val="B1C8B0"/>
          </a:solidFill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 panose="02110004020202020204"/>
              <a:ea typeface="+mn-ea"/>
              <a:cs typeface="+mn-cs"/>
            </a:endParaRPr>
          </a:p>
        </p:txBody>
      </p:sp>
      <p:sp>
        <p:nvSpPr>
          <p:cNvPr id="110" name="Investors">
            <a:extLst>
              <a:ext uri="{FF2B5EF4-FFF2-40B4-BE49-F238E27FC236}">
                <a16:creationId xmlns:a16="http://schemas.microsoft.com/office/drawing/2014/main" id="{CF457145-C552-5F20-B91F-918F50D61F89}"/>
              </a:ext>
            </a:extLst>
          </p:cNvPr>
          <p:cNvSpPr/>
          <p:nvPr/>
        </p:nvSpPr>
        <p:spPr>
          <a:xfrm>
            <a:off x="425450" y="1508760"/>
            <a:ext cx="1968500" cy="787400"/>
          </a:xfrm>
          <a:prstGeom prst="roundRect">
            <a:avLst>
              <a:gd name="adj" fmla="val 10000"/>
            </a:avLst>
          </a:prstGeom>
          <a:solidFill>
            <a:srgbClr val="002924"/>
          </a:solidFill>
          <a:ln>
            <a:noFill/>
          </a:ln>
        </p:spPr>
        <p:txBody>
          <a:bodyPr wrap="square" lIns="45720" tIns="27432" rIns="45720" bIns="27432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Sego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2110004020202020204"/>
                <a:ea typeface="+mn-ea"/>
                <a:cs typeface="+mn-cs"/>
              </a:rPr>
              <a:t>(US)</a:t>
            </a:r>
          </a:p>
        </p:txBody>
      </p:sp>
      <p:sp>
        <p:nvSpPr>
          <p:cNvPr id="111" name="Sego">
            <a:extLst>
              <a:ext uri="{FF2B5EF4-FFF2-40B4-BE49-F238E27FC236}">
                <a16:creationId xmlns:a16="http://schemas.microsoft.com/office/drawing/2014/main" id="{11C66878-0207-B41D-B081-370896F41F9A}"/>
              </a:ext>
            </a:extLst>
          </p:cNvPr>
          <p:cNvSpPr/>
          <p:nvPr/>
        </p:nvSpPr>
        <p:spPr>
          <a:xfrm>
            <a:off x="4318000" y="1407160"/>
            <a:ext cx="2794000" cy="965200"/>
          </a:xfrm>
          <a:prstGeom prst="roundRect">
            <a:avLst>
              <a:gd name="adj" fmla="val 10000"/>
            </a:avLst>
          </a:prstGeom>
          <a:solidFill>
            <a:srgbClr val="B1C8B0"/>
          </a:solidFill>
          <a:ln>
            <a:noFill/>
          </a:ln>
        </p:spPr>
        <p:txBody>
          <a:bodyPr wrap="square" lIns="54864" tIns="27432" rIns="54864" bIns="27432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 xml:space="preserve">Sego China </a:t>
            </a:r>
          </a:p>
        </p:txBody>
      </p:sp>
      <p:sp>
        <p:nvSpPr>
          <p:cNvPr id="112" name="Sinotau">
            <a:extLst>
              <a:ext uri="{FF2B5EF4-FFF2-40B4-BE49-F238E27FC236}">
                <a16:creationId xmlns:a16="http://schemas.microsoft.com/office/drawing/2014/main" id="{3BE777FB-C0B9-1185-E032-104CA40E9F0A}"/>
              </a:ext>
            </a:extLst>
          </p:cNvPr>
          <p:cNvSpPr/>
          <p:nvPr/>
        </p:nvSpPr>
        <p:spPr>
          <a:xfrm>
            <a:off x="9144000" y="1307334"/>
            <a:ext cx="2349500" cy="1143000"/>
          </a:xfrm>
          <a:prstGeom prst="diamond">
            <a:avLst/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Investors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(China)</a:t>
            </a:r>
          </a:p>
        </p:txBody>
      </p:sp>
      <p:cxnSp>
        <p:nvCxnSpPr>
          <p:cNvPr id="120" name="Arrow Inv-Sego">
            <a:extLst>
              <a:ext uri="{FF2B5EF4-FFF2-40B4-BE49-F238E27FC236}">
                <a16:creationId xmlns:a16="http://schemas.microsoft.com/office/drawing/2014/main" id="{E0982247-ADDC-48D9-B887-9814EB4AFF2F}"/>
              </a:ext>
            </a:extLst>
          </p:cNvPr>
          <p:cNvCxnSpPr/>
          <p:nvPr/>
        </p:nvCxnSpPr>
        <p:spPr>
          <a:xfrm>
            <a:off x="2476500" y="1902460"/>
            <a:ext cx="1778000" cy="0"/>
          </a:xfrm>
          <a:prstGeom prst="straightConnector1">
            <a:avLst/>
          </a:prstGeom>
          <a:ln w="15875">
            <a:solidFill>
              <a:srgbClr val="002924"/>
            </a:solidFill>
            <a:prstDash val="solid"/>
            <a:tailEnd type="triangle" w="med" len="med"/>
          </a:ln>
        </p:spPr>
      </p:cxnSp>
      <p:cxnSp>
        <p:nvCxnSpPr>
          <p:cNvPr id="121" name="Arrow Sego-Sino">
            <a:extLst>
              <a:ext uri="{FF2B5EF4-FFF2-40B4-BE49-F238E27FC236}">
                <a16:creationId xmlns:a16="http://schemas.microsoft.com/office/drawing/2014/main" id="{78B39AA6-03C2-9CC6-8ACA-AC465C8D81E6}"/>
              </a:ext>
            </a:extLst>
          </p:cNvPr>
          <p:cNvCxnSpPr>
            <a:cxnSpLocks/>
            <a:stCxn id="112" idx="1"/>
            <a:endCxn id="111" idx="3"/>
          </p:cNvCxnSpPr>
          <p:nvPr/>
        </p:nvCxnSpPr>
        <p:spPr>
          <a:xfrm flipH="1">
            <a:off x="7112000" y="1878834"/>
            <a:ext cx="2032000" cy="10926"/>
          </a:xfrm>
          <a:prstGeom prst="straightConnector1">
            <a:avLst/>
          </a:prstGeom>
          <a:ln w="15875">
            <a:solidFill>
              <a:srgbClr val="002924"/>
            </a:solidFill>
            <a:prstDash val="solid"/>
            <a:tailEnd type="triangle" w="med" len="med"/>
          </a:ln>
        </p:spPr>
      </p:cxnSp>
      <p:cxnSp>
        <p:nvCxnSpPr>
          <p:cNvPr id="140" name="Arrow to Asset1">
            <a:extLst>
              <a:ext uri="{FF2B5EF4-FFF2-40B4-BE49-F238E27FC236}">
                <a16:creationId xmlns:a16="http://schemas.microsoft.com/office/drawing/2014/main" id="{1F2374F6-DE68-DCCF-A5E0-DAA90E7DF566}"/>
              </a:ext>
            </a:extLst>
          </p:cNvPr>
          <p:cNvCxnSpPr/>
          <p:nvPr/>
        </p:nvCxnSpPr>
        <p:spPr>
          <a:xfrm>
            <a:off x="5733781" y="2397760"/>
            <a:ext cx="0" cy="444500"/>
          </a:xfrm>
          <a:prstGeom prst="straightConnector1">
            <a:avLst/>
          </a:prstGeom>
          <a:ln w="12700">
            <a:solidFill>
              <a:srgbClr val="61896E"/>
            </a:solidFill>
            <a:prstDash val="solid"/>
            <a:tailEnd type="triangle" w="med" len="med"/>
          </a:ln>
        </p:spPr>
      </p:cxnSp>
      <p:sp>
        <p:nvSpPr>
          <p:cNvPr id="150" name="Asset 1">
            <a:extLst>
              <a:ext uri="{FF2B5EF4-FFF2-40B4-BE49-F238E27FC236}">
                <a16:creationId xmlns:a16="http://schemas.microsoft.com/office/drawing/2014/main" id="{823E07CD-BE76-484A-8E04-13935FF5A86B}"/>
              </a:ext>
            </a:extLst>
          </p:cNvPr>
          <p:cNvSpPr/>
          <p:nvPr/>
        </p:nvSpPr>
        <p:spPr>
          <a:xfrm>
            <a:off x="4844781" y="2905760"/>
            <a:ext cx="1778000" cy="635000"/>
          </a:xfrm>
          <a:prstGeom prst="roundRect">
            <a:avLst>
              <a:gd name="adj" fmla="val 13000"/>
            </a:avLst>
          </a:prstGeom>
          <a:solidFill>
            <a:srgbClr val="D5ED99"/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Chinese commercial rights to 2 assets</a:t>
            </a:r>
          </a:p>
        </p:txBody>
      </p:sp>
      <p:sp>
        <p:nvSpPr>
          <p:cNvPr id="3" name="GlotopeBox">
            <a:extLst>
              <a:ext uri="{FF2B5EF4-FFF2-40B4-BE49-F238E27FC236}">
                <a16:creationId xmlns:a16="http://schemas.microsoft.com/office/drawing/2014/main" id="{601F8242-7232-796D-149D-98933181965D}"/>
              </a:ext>
            </a:extLst>
          </p:cNvPr>
          <p:cNvSpPr/>
          <p:nvPr/>
        </p:nvSpPr>
        <p:spPr>
          <a:xfrm>
            <a:off x="520700" y="2920720"/>
            <a:ext cx="1778000" cy="620040"/>
          </a:xfrm>
          <a:prstGeom prst="roundRect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 IP, preclinical and ex-China development</a:t>
            </a: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78D23138-A34E-72BD-6A6C-54EDE35DCD35}"/>
              </a:ext>
            </a:extLst>
          </p:cNvPr>
          <p:cNvSpPr/>
          <p:nvPr/>
        </p:nvSpPr>
        <p:spPr>
          <a:xfrm>
            <a:off x="435517" y="6035115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Key principle: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Sego US leads science &amp; IP globally; </a:t>
            </a:r>
            <a:r>
              <a:rPr lang="en-GB" sz="1200">
                <a:solidFill>
                  <a:srgbClr val="FFFFFF"/>
                </a:solidFill>
                <a:latin typeface="Funnel Sans" panose="00000500000000000000"/>
              </a:rPr>
              <a:t>Sego China gives Chinese investors exposure to Sego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2" name="FinBody">
            <a:extLst>
              <a:ext uri="{FF2B5EF4-FFF2-40B4-BE49-F238E27FC236}">
                <a16:creationId xmlns:a16="http://schemas.microsoft.com/office/drawing/2014/main" id="{EF45004F-F645-1387-9139-4EE98640BE1D}"/>
              </a:ext>
            </a:extLst>
          </p:cNvPr>
          <p:cNvSpPr/>
          <p:nvPr/>
        </p:nvSpPr>
        <p:spPr>
          <a:xfrm>
            <a:off x="457200" y="4688621"/>
            <a:ext cx="11277600" cy="1118256"/>
          </a:xfrm>
          <a:prstGeom prst="roundRect">
            <a:avLst/>
          </a:prstGeom>
          <a:solidFill>
            <a:srgbClr val="FFFFFF"/>
          </a:solidFill>
          <a:ln w="6350">
            <a:solidFill>
              <a:srgbClr val="CFCFCF"/>
            </a:solidFill>
          </a:ln>
        </p:spPr>
        <p:txBody>
          <a:bodyPr wrap="square" lIns="72000" tIns="54000" rIns="72000" bIns="36000" anchor="t"/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GB" sz="1400" b="1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  <a:p>
            <a:pPr marL="228600" lvl="0" indent="-228600">
              <a:buFont typeface="Arial"/>
              <a:buChar char="•"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Commencement: </a:t>
            </a:r>
            <a:r>
              <a:rPr lang="en-GB" sz="1400">
                <a:solidFill>
                  <a:srgbClr val="656670"/>
                </a:solidFill>
                <a:latin typeface="Funnel Sans" panose="00000500000000000000"/>
              </a:rPr>
              <a:t>3</a:t>
            </a:r>
            <a:r>
              <a:rPr kumimoji="0" lang="en-GB" sz="140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00</a:t>
            </a:r>
            <a:r>
              <a:rPr lang="en-GB" sz="1400">
                <a:solidFill>
                  <a:srgbClr val="656670"/>
                </a:solidFill>
                <a:latin typeface="Funnel Sans" panose="00000500000000000000"/>
              </a:rPr>
              <a:t xml:space="preserve">M RMB (~$44M USD)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sought to support the development and commercialization of an initial 2 assets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Clinical stage: </a:t>
            </a:r>
            <a:r>
              <a:rPr kumimoji="0" lang="en-GB" sz="140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Initial funding will support preclinical, Ph 0 and Ph 1 studies</a:t>
            </a: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.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Additional funding raised when molecules are in Ph 1.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Equity: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To be discussed and agreed on (terms TBD)</a:t>
            </a:r>
          </a:p>
        </p:txBody>
      </p:sp>
      <p:sp>
        <p:nvSpPr>
          <p:cNvPr id="221" name="FinHeader">
            <a:extLst>
              <a:ext uri="{FF2B5EF4-FFF2-40B4-BE49-F238E27FC236}">
                <a16:creationId xmlns:a16="http://schemas.microsoft.com/office/drawing/2014/main" id="{FAFEBF8A-4480-8FF7-0DAA-5C667A1452F6}"/>
              </a:ext>
            </a:extLst>
          </p:cNvPr>
          <p:cNvSpPr/>
          <p:nvPr/>
        </p:nvSpPr>
        <p:spPr>
          <a:xfrm>
            <a:off x="457200" y="4459680"/>
            <a:ext cx="11277600" cy="381000"/>
          </a:xfrm>
          <a:prstGeom prst="round2SameRect">
            <a:avLst/>
          </a:prstGeom>
          <a:solidFill>
            <a:srgbClr val="B1C8B0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F</a:t>
            </a:r>
            <a:r>
              <a:rPr kumimoji="0" lang="en-GB" sz="1200" b="1" i="0" u="none" strike="noStrike" kern="1200" cap="none" spc="0" normalizeH="0" baseline="0" noProof="0" err="1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unding</a:t>
            </a: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 &amp; Equity</a:t>
            </a:r>
          </a:p>
        </p:txBody>
      </p:sp>
      <p:cxnSp>
        <p:nvCxnSpPr>
          <p:cNvPr id="5" name="Arrow to Asset1">
            <a:extLst>
              <a:ext uri="{FF2B5EF4-FFF2-40B4-BE49-F238E27FC236}">
                <a16:creationId xmlns:a16="http://schemas.microsoft.com/office/drawing/2014/main" id="{8A17BB0C-5C14-0DA4-92C8-C7034AAF89A2}"/>
              </a:ext>
            </a:extLst>
          </p:cNvPr>
          <p:cNvCxnSpPr/>
          <p:nvPr/>
        </p:nvCxnSpPr>
        <p:spPr>
          <a:xfrm>
            <a:off x="1409700" y="2397760"/>
            <a:ext cx="0" cy="444500"/>
          </a:xfrm>
          <a:prstGeom prst="straightConnector1">
            <a:avLst/>
          </a:prstGeom>
          <a:ln w="12700">
            <a:solidFill>
              <a:srgbClr val="61896E"/>
            </a:solidFill>
            <a:prstDash val="solid"/>
            <a:tailEnd type="triangle" w="med" len="med"/>
          </a:ln>
        </p:spPr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1A68C3F-7C45-B731-578C-D58E5D9E783E}"/>
              </a:ext>
            </a:extLst>
          </p:cNvPr>
          <p:cNvSpPr txBox="1"/>
          <p:nvPr/>
        </p:nvSpPr>
        <p:spPr>
          <a:xfrm>
            <a:off x="2609389" y="1939647"/>
            <a:ext cx="138522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/>
              <a:t>Assignment of Commercial Rights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7E8CAFE-3EC8-4738-DE4D-F48F8188A86D}"/>
              </a:ext>
            </a:extLst>
          </p:cNvPr>
          <p:cNvSpPr txBox="1"/>
          <p:nvPr/>
        </p:nvSpPr>
        <p:spPr>
          <a:xfrm>
            <a:off x="7675224" y="1939647"/>
            <a:ext cx="1171254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/>
              <a:t>Capital</a:t>
            </a:r>
          </a:p>
          <a:p>
            <a:pPr algn="ctr"/>
            <a:r>
              <a:rPr lang="en-US" sz="1050"/>
              <a:t>300M RMB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6B453A4A-9B65-498E-C59C-0A4F5AA02DFD}"/>
              </a:ext>
            </a:extLst>
          </p:cNvPr>
          <p:cNvSpPr txBox="1">
            <a:spLocks/>
          </p:cNvSpPr>
          <p:nvPr/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41E5F93-45D3-472F-9EA1-BCB47A04FF6B}" type="slidenum">
              <a:rPr lang="en-GB" sz="900" spc="-39" smtClean="0">
                <a:solidFill>
                  <a:srgbClr val="656670"/>
                </a:solidFill>
                <a:latin typeface="Funnel Sans"/>
              </a:rPr>
              <a:pPr algn="r"/>
              <a:t>15</a:t>
            </a:fld>
            <a:endParaRPr lang="en-GB" sz="900" spc="-39">
              <a:solidFill>
                <a:srgbClr val="656670"/>
              </a:solidFill>
              <a:latin typeface="Funnel Sans"/>
            </a:endParaRPr>
          </a:p>
        </p:txBody>
      </p:sp>
    </p:spTree>
    <p:extLst>
      <p:ext uri="{BB962C8B-B14F-4D97-AF65-F5344CB8AC3E}">
        <p14:creationId xmlns:p14="http://schemas.microsoft.com/office/powerpoint/2010/main" val="59465187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209E6DF-1A75-FF1A-B010-71CBCC02DCAD}"/>
              </a:ext>
            </a:extLst>
          </p:cNvPr>
          <p:cNvSpPr/>
          <p:nvPr/>
        </p:nvSpPr>
        <p:spPr>
          <a:xfrm>
            <a:off x="-164387" y="2374900"/>
            <a:ext cx="12442005" cy="32142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Num1"/>
          <p:cNvSpPr/>
          <p:nvPr/>
        </p:nvSpPr>
        <p:spPr>
          <a:xfrm>
            <a:off x="4572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1</a:t>
            </a:r>
          </a:p>
        </p:txBody>
      </p:sp>
      <p:sp>
        <p:nvSpPr>
          <p:cNvPr id="205" name="Term1"/>
          <p:cNvSpPr txBox="1"/>
          <p:nvPr/>
        </p:nvSpPr>
        <p:spPr>
          <a:xfrm>
            <a:off x="889000" y="24897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Asset Selection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assigns China commercial rights for 2 assets of current total 6 at their discretion to China Sego</a:t>
            </a:r>
          </a:p>
        </p:txBody>
      </p:sp>
      <p:sp>
        <p:nvSpPr>
          <p:cNvPr id="206" name="Div1"/>
          <p:cNvSpPr/>
          <p:nvPr/>
        </p:nvSpPr>
        <p:spPr>
          <a:xfrm>
            <a:off x="457200" y="32517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7" name="Num2"/>
          <p:cNvSpPr/>
          <p:nvPr/>
        </p:nvSpPr>
        <p:spPr>
          <a:xfrm>
            <a:off x="4572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2</a:t>
            </a:r>
          </a:p>
        </p:txBody>
      </p:sp>
      <p:sp>
        <p:nvSpPr>
          <p:cNvPr id="208" name="Term2"/>
          <p:cNvSpPr txBox="1"/>
          <p:nvPr/>
        </p:nvSpPr>
        <p:spPr>
          <a:xfrm>
            <a:off x="889000" y="33025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Exclusivity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Exclusive </a:t>
            </a:r>
            <a:r>
              <a:rPr lang="en-GB" sz="1100">
                <a:solidFill>
                  <a:schemeClr val="tx2"/>
                </a:solidFill>
                <a:latin typeface="Funnel Sans" panose="00000500000000000000"/>
              </a:rPr>
              <a:t>Chinese commercial license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09" name="Div2"/>
          <p:cNvSpPr/>
          <p:nvPr/>
        </p:nvSpPr>
        <p:spPr>
          <a:xfrm>
            <a:off x="457200" y="40645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0" name="Num3"/>
          <p:cNvSpPr/>
          <p:nvPr/>
        </p:nvSpPr>
        <p:spPr>
          <a:xfrm>
            <a:off x="4572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3</a:t>
            </a:r>
          </a:p>
        </p:txBody>
      </p:sp>
      <p:sp>
        <p:nvSpPr>
          <p:cNvPr id="211" name="Term3"/>
          <p:cNvSpPr txBox="1"/>
          <p:nvPr/>
        </p:nvSpPr>
        <p:spPr>
          <a:xfrm>
            <a:off x="889000" y="41153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Research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US executes preclinical research &amp; development</a:t>
            </a:r>
          </a:p>
        </p:txBody>
      </p:sp>
      <p:sp>
        <p:nvSpPr>
          <p:cNvPr id="212" name="Num4"/>
          <p:cNvSpPr/>
          <p:nvPr/>
        </p:nvSpPr>
        <p:spPr>
          <a:xfrm>
            <a:off x="62230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4</a:t>
            </a:r>
          </a:p>
        </p:txBody>
      </p:sp>
      <p:sp>
        <p:nvSpPr>
          <p:cNvPr id="213" name="Term4"/>
          <p:cNvSpPr txBox="1"/>
          <p:nvPr/>
        </p:nvSpPr>
        <p:spPr>
          <a:xfrm>
            <a:off x="6654800" y="24897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Clinical Development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China will sponsor Chinese trials. Sego US will sponsor global trials of the same assets.</a:t>
            </a:r>
          </a:p>
        </p:txBody>
      </p:sp>
      <p:sp>
        <p:nvSpPr>
          <p:cNvPr id="214" name="Div4"/>
          <p:cNvSpPr/>
          <p:nvPr/>
        </p:nvSpPr>
        <p:spPr>
          <a:xfrm>
            <a:off x="6223000" y="32517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5" name="Num5"/>
          <p:cNvSpPr/>
          <p:nvPr/>
        </p:nvSpPr>
        <p:spPr>
          <a:xfrm>
            <a:off x="62230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5</a:t>
            </a:r>
          </a:p>
        </p:txBody>
      </p:sp>
      <p:sp>
        <p:nvSpPr>
          <p:cNvPr id="216" name="Term5"/>
          <p:cNvSpPr txBox="1"/>
          <p:nvPr/>
        </p:nvSpPr>
        <p:spPr>
          <a:xfrm>
            <a:off x="6654800" y="33025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Isotope Supply &amp; Manufacture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Isotope is supplied locally in China. Clinical &amp; commercial manufacture of assets is also China based for Chinese supply. </a:t>
            </a:r>
          </a:p>
        </p:txBody>
      </p:sp>
      <p:sp>
        <p:nvSpPr>
          <p:cNvPr id="217" name="Div5"/>
          <p:cNvSpPr/>
          <p:nvPr/>
        </p:nvSpPr>
        <p:spPr>
          <a:xfrm>
            <a:off x="6223000" y="40645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8" name="Num6"/>
          <p:cNvSpPr/>
          <p:nvPr/>
        </p:nvSpPr>
        <p:spPr>
          <a:xfrm>
            <a:off x="62230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6</a:t>
            </a:r>
          </a:p>
        </p:txBody>
      </p:sp>
      <p:sp>
        <p:nvSpPr>
          <p:cNvPr id="219" name="Term6"/>
          <p:cNvSpPr txBox="1"/>
          <p:nvPr/>
        </p:nvSpPr>
        <p:spPr>
          <a:xfrm>
            <a:off x="6654800" y="41153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IP Rights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US retains global IP ownership</a:t>
            </a:r>
          </a:p>
        </p:txBody>
      </p:sp>
      <p:sp>
        <p:nvSpPr>
          <p:cNvPr id="224" name="Div3"/>
          <p:cNvSpPr/>
          <p:nvPr/>
        </p:nvSpPr>
        <p:spPr>
          <a:xfrm>
            <a:off x="457200" y="48773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8" name="Div6"/>
          <p:cNvSpPr/>
          <p:nvPr/>
        </p:nvSpPr>
        <p:spPr>
          <a:xfrm>
            <a:off x="6223000" y="48773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5" name="Num7"/>
          <p:cNvSpPr/>
          <p:nvPr/>
        </p:nvSpPr>
        <p:spPr>
          <a:xfrm>
            <a:off x="4572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7</a:t>
            </a:r>
          </a:p>
        </p:txBody>
      </p:sp>
      <p:sp>
        <p:nvSpPr>
          <p:cNvPr id="226" name="Term7"/>
          <p:cNvSpPr txBox="1"/>
          <p:nvPr/>
        </p:nvSpPr>
        <p:spPr>
          <a:xfrm>
            <a:off x="889000" y="49789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Employee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100">
                <a:solidFill>
                  <a:srgbClr val="656670"/>
                </a:solidFill>
                <a:latin typeface="Funnel Sans" panose="00000500000000000000"/>
              </a:rPr>
              <a:t xml:space="preserve">One China-Based 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Alliance Manager (China ops, KOL management).</a:t>
            </a:r>
          </a:p>
        </p:txBody>
      </p:sp>
      <p:sp>
        <p:nvSpPr>
          <p:cNvPr id="229" name="Num8"/>
          <p:cNvSpPr/>
          <p:nvPr/>
        </p:nvSpPr>
        <p:spPr>
          <a:xfrm>
            <a:off x="62230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8</a:t>
            </a:r>
          </a:p>
        </p:txBody>
      </p:sp>
      <p:sp>
        <p:nvSpPr>
          <p:cNvPr id="230" name="Term8"/>
          <p:cNvSpPr txBox="1"/>
          <p:nvPr/>
        </p:nvSpPr>
        <p:spPr>
          <a:xfrm>
            <a:off x="6654800" y="49789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Exit</a:t>
            </a:r>
          </a:p>
          <a:p>
            <a:pPr lvl="0"/>
            <a:r>
              <a:rPr lang="en-GB" sz="1100">
                <a:solidFill>
                  <a:srgbClr val="656670"/>
                </a:solidFill>
              </a:rPr>
              <a:t>Tag/drag-along rights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C6BE8951-178E-A7C3-4B65-E75A4EE8C972}"/>
              </a:ext>
            </a:extLst>
          </p:cNvPr>
          <p:cNvSpPr/>
          <p:nvPr/>
        </p:nvSpPr>
        <p:spPr>
          <a:xfrm>
            <a:off x="544563" y="5804436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Key principle: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controls science &amp; IP globally; Sego China controls Chinese development &amp; commercial rights.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5E168A-6DAE-C49E-2C54-038F14C6B4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Initial terms for Sego China formation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679D5CE-BA15-646D-F7CA-21ADF2B601C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4" name="Slide Number Placeholder 3">
            <a:extLst>
              <a:ext uri="{FF2B5EF4-FFF2-40B4-BE49-F238E27FC236}">
                <a16:creationId xmlns:a16="http://schemas.microsoft.com/office/drawing/2014/main" id="{B851A287-A339-39BE-68E0-67861D6BAB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25385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Slide Number"/>
          <p:cNvSpPr/>
          <p:nvPr/>
        </p:nvSpPr>
        <p:spPr>
          <a:xfrm>
            <a:off x="11633200" y="203200"/>
            <a:ext cx="381000" cy="2286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ctr" anchorCtr="0"/>
          <a:lstStyle/>
          <a:p>
            <a:pPr algn="r">
              <a:buNone/>
            </a:pPr>
            <a:r>
              <a:rPr lang="en-US" sz="900" dirty="0">
                <a:solidFill>
                  <a:srgbClr val="656670"/>
                </a:solidFill>
                <a:latin typeface="Funnel Sans"/>
              </a:rPr>
              <a:t>5</a:t>
            </a:r>
          </a:p>
        </p:txBody>
      </p:sp>
      <p:sp>
        <p:nvSpPr>
          <p:cNvPr id="205" name="Timeline Bar"/>
          <p:cNvSpPr/>
          <p:nvPr/>
        </p:nvSpPr>
        <p:spPr>
          <a:xfrm>
            <a:off x="635000" y="3895725"/>
            <a:ext cx="10922000" cy="101600"/>
          </a:xfrm>
          <a:prstGeom prst="roundRect">
            <a:avLst>
              <a:gd name="adj" fmla="val 50000"/>
            </a:avLst>
          </a:prstGeom>
          <a:solidFill>
            <a:srgbClr val="DED6D3"/>
          </a:solidFill>
          <a:ln>
            <a:noFill/>
          </a:ln>
        </p:spPr>
        <p:txBody>
          <a:bodyPr wrap="square" lIns="91440" tIns="45720" rIns="91440" bIns="45720" anchor="t" anchorCtr="0"/>
          <a:lstStyle/>
          <a:p>
            <a:pPr>
              <a:buNone/>
            </a:pPr>
            <a:endParaRPr/>
          </a:p>
        </p:txBody>
      </p:sp>
      <p:sp>
        <p:nvSpPr>
          <p:cNvPr id="206" name="Step 1 Circle"/>
          <p:cNvSpPr/>
          <p:nvPr/>
        </p:nvSpPr>
        <p:spPr>
          <a:xfrm>
            <a:off x="914400" y="3590925"/>
            <a:ext cx="711200" cy="711200"/>
          </a:xfrm>
          <a:prstGeom prst="ellipse">
            <a:avLst/>
          </a:prstGeom>
          <a:solidFill>
            <a:srgbClr val="B1C8B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1</a:t>
            </a:r>
          </a:p>
        </p:txBody>
      </p:sp>
      <p:sp>
        <p:nvSpPr>
          <p:cNvPr id="207" name="Step 1 Title"/>
          <p:cNvSpPr/>
          <p:nvPr/>
        </p:nvSpPr>
        <p:spPr>
          <a:xfrm>
            <a:off x="4572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Intro Conversations</a:t>
            </a:r>
          </a:p>
        </p:txBody>
      </p:sp>
      <p:sp>
        <p:nvSpPr>
          <p:cNvPr id="208" name="Step 1 Detail"/>
          <p:cNvSpPr/>
          <p:nvPr/>
        </p:nvSpPr>
        <p:spPr>
          <a:xfrm>
            <a:off x="4572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In person or virtual introduction</a:t>
            </a:r>
          </a:p>
        </p:txBody>
      </p:sp>
      <p:sp>
        <p:nvSpPr>
          <p:cNvPr id="209" name="Step 1 When"/>
          <p:cNvSpPr/>
          <p:nvPr/>
        </p:nvSpPr>
        <p:spPr>
          <a:xfrm>
            <a:off x="7366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Late May</a:t>
            </a:r>
          </a:p>
        </p:txBody>
      </p:sp>
      <p:sp>
        <p:nvSpPr>
          <p:cNvPr id="210" name="Step 2 Circle"/>
          <p:cNvSpPr/>
          <p:nvPr/>
        </p:nvSpPr>
        <p:spPr>
          <a:xfrm>
            <a:off x="2895600" y="3590925"/>
            <a:ext cx="711200" cy="711200"/>
          </a:xfrm>
          <a:prstGeom prst="ellipse">
            <a:avLst/>
          </a:prstGeom>
          <a:solidFill>
            <a:srgbClr val="9BBCA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2</a:t>
            </a:r>
          </a:p>
        </p:txBody>
      </p:sp>
      <p:sp>
        <p:nvSpPr>
          <p:cNvPr id="211" name="Step 2 Title"/>
          <p:cNvSpPr/>
          <p:nvPr/>
        </p:nvSpPr>
        <p:spPr>
          <a:xfrm>
            <a:off x="24384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China Visit</a:t>
            </a:r>
          </a:p>
        </p:txBody>
      </p:sp>
      <p:sp>
        <p:nvSpPr>
          <p:cNvPr id="212" name="Step 2 Detail"/>
          <p:cNvSpPr/>
          <p:nvPr/>
        </p:nvSpPr>
        <p:spPr>
          <a:xfrm>
            <a:off x="24384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Jeevan visits potential partners in person to discuss</a:t>
            </a:r>
          </a:p>
        </p:txBody>
      </p:sp>
      <p:sp>
        <p:nvSpPr>
          <p:cNvPr id="213" name="Step 2 When"/>
          <p:cNvSpPr/>
          <p:nvPr/>
        </p:nvSpPr>
        <p:spPr>
          <a:xfrm>
            <a:off x="27178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June</a:t>
            </a:r>
          </a:p>
        </p:txBody>
      </p:sp>
      <p:sp>
        <p:nvSpPr>
          <p:cNvPr id="214" name="Step 3 Circle"/>
          <p:cNvSpPr/>
          <p:nvPr/>
        </p:nvSpPr>
        <p:spPr>
          <a:xfrm>
            <a:off x="4876800" y="3590925"/>
            <a:ext cx="711200" cy="711200"/>
          </a:xfrm>
          <a:prstGeom prst="ellipse">
            <a:avLst/>
          </a:prstGeom>
          <a:solidFill>
            <a:srgbClr val="85B09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3</a:t>
            </a:r>
          </a:p>
        </p:txBody>
      </p:sp>
      <p:sp>
        <p:nvSpPr>
          <p:cNvPr id="215" name="Step 3 Title"/>
          <p:cNvSpPr/>
          <p:nvPr/>
        </p:nvSpPr>
        <p:spPr>
          <a:xfrm>
            <a:off x="44196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Establish terms</a:t>
            </a:r>
          </a:p>
        </p:txBody>
      </p:sp>
      <p:sp>
        <p:nvSpPr>
          <p:cNvPr id="216" name="Step 3 Detail"/>
          <p:cNvSpPr/>
          <p:nvPr/>
        </p:nvSpPr>
        <p:spPr>
          <a:xfrm>
            <a:off x="44196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Draft &amp; revise terms on structure, governance, IP, equity split</a:t>
            </a:r>
          </a:p>
        </p:txBody>
      </p:sp>
      <p:sp>
        <p:nvSpPr>
          <p:cNvPr id="217" name="Step 3 When"/>
          <p:cNvSpPr/>
          <p:nvPr/>
        </p:nvSpPr>
        <p:spPr>
          <a:xfrm>
            <a:off x="46990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Jun – Aug</a:t>
            </a:r>
          </a:p>
        </p:txBody>
      </p:sp>
      <p:sp>
        <p:nvSpPr>
          <p:cNvPr id="218" name="Step 4 Circle"/>
          <p:cNvSpPr/>
          <p:nvPr/>
        </p:nvSpPr>
        <p:spPr>
          <a:xfrm>
            <a:off x="6858000" y="3590925"/>
            <a:ext cx="711200" cy="711200"/>
          </a:xfrm>
          <a:prstGeom prst="ellipse">
            <a:avLst/>
          </a:prstGeom>
          <a:solidFill>
            <a:srgbClr val="61896E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4</a:t>
            </a:r>
          </a:p>
        </p:txBody>
      </p:sp>
      <p:sp>
        <p:nvSpPr>
          <p:cNvPr id="219" name="Step 4 Title"/>
          <p:cNvSpPr/>
          <p:nvPr/>
        </p:nvSpPr>
        <p:spPr>
          <a:xfrm>
            <a:off x="64008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Sego US Raise</a:t>
            </a:r>
          </a:p>
        </p:txBody>
      </p:sp>
      <p:sp>
        <p:nvSpPr>
          <p:cNvPr id="220" name="Step 4 Detail"/>
          <p:cNvSpPr/>
          <p:nvPr/>
        </p:nvSpPr>
        <p:spPr>
          <a:xfrm>
            <a:off x="64008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Close of Seed Round</a:t>
            </a:r>
          </a:p>
        </p:txBody>
      </p:sp>
      <p:sp>
        <p:nvSpPr>
          <p:cNvPr id="221" name="Step 4 When"/>
          <p:cNvSpPr/>
          <p:nvPr/>
        </p:nvSpPr>
        <p:spPr>
          <a:xfrm>
            <a:off x="66802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Q3</a:t>
            </a:r>
          </a:p>
        </p:txBody>
      </p:sp>
      <p:sp>
        <p:nvSpPr>
          <p:cNvPr id="222" name="Step 5 Circle"/>
          <p:cNvSpPr/>
          <p:nvPr/>
        </p:nvSpPr>
        <p:spPr>
          <a:xfrm>
            <a:off x="8839200" y="3590925"/>
            <a:ext cx="711200" cy="711200"/>
          </a:xfrm>
          <a:prstGeom prst="ellipse">
            <a:avLst/>
          </a:prstGeom>
          <a:solidFill>
            <a:srgbClr val="335E48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5</a:t>
            </a:r>
          </a:p>
        </p:txBody>
      </p:sp>
      <p:sp>
        <p:nvSpPr>
          <p:cNvPr id="223" name="Step 5 Title"/>
          <p:cNvSpPr/>
          <p:nvPr/>
        </p:nvSpPr>
        <p:spPr>
          <a:xfrm>
            <a:off x="83820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Establish Sego China</a:t>
            </a:r>
          </a:p>
        </p:txBody>
      </p:sp>
      <p:sp>
        <p:nvSpPr>
          <p:cNvPr id="224" name="Step 5 Detail"/>
          <p:cNvSpPr/>
          <p:nvPr/>
        </p:nvSpPr>
        <p:spPr>
          <a:xfrm>
            <a:off x="83820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JV Entity formation &amp; operation</a:t>
            </a:r>
          </a:p>
        </p:txBody>
      </p:sp>
      <p:sp>
        <p:nvSpPr>
          <p:cNvPr id="225" name="Step 5 When"/>
          <p:cNvSpPr/>
          <p:nvPr/>
        </p:nvSpPr>
        <p:spPr>
          <a:xfrm>
            <a:off x="86614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Q3/Q4</a:t>
            </a:r>
          </a:p>
        </p:txBody>
      </p:sp>
      <p:sp>
        <p:nvSpPr>
          <p:cNvPr id="226" name="Step 6 Circle"/>
          <p:cNvSpPr/>
          <p:nvPr/>
        </p:nvSpPr>
        <p:spPr>
          <a:xfrm>
            <a:off x="10820400" y="3590925"/>
            <a:ext cx="711200" cy="711200"/>
          </a:xfrm>
          <a:prstGeom prst="ellipse">
            <a:avLst/>
          </a:prstGeom>
          <a:solidFill>
            <a:srgbClr val="002924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6</a:t>
            </a:r>
          </a:p>
        </p:txBody>
      </p:sp>
      <p:sp>
        <p:nvSpPr>
          <p:cNvPr id="227" name="Step 6 Title"/>
          <p:cNvSpPr/>
          <p:nvPr/>
        </p:nvSpPr>
        <p:spPr>
          <a:xfrm>
            <a:off x="103632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Sego China Fundraise</a:t>
            </a:r>
          </a:p>
        </p:txBody>
      </p:sp>
      <p:sp>
        <p:nvSpPr>
          <p:cNvPr id="228" name="Step 6 Detail"/>
          <p:cNvSpPr/>
          <p:nvPr/>
        </p:nvSpPr>
        <p:spPr>
          <a:xfrm>
            <a:off x="103632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Additional fundraise into Sego China</a:t>
            </a:r>
          </a:p>
        </p:txBody>
      </p:sp>
      <p:sp>
        <p:nvSpPr>
          <p:cNvPr id="229" name="Step 6 When"/>
          <p:cNvSpPr/>
          <p:nvPr/>
        </p:nvSpPr>
        <p:spPr>
          <a:xfrm>
            <a:off x="106426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Q4</a:t>
            </a:r>
          </a:p>
        </p:txBody>
      </p:sp>
      <p:sp>
        <p:nvSpPr>
          <p:cNvPr id="230" name="Phase 1 Bar"/>
          <p:cNvSpPr/>
          <p:nvPr/>
        </p:nvSpPr>
        <p:spPr>
          <a:xfrm>
            <a:off x="889000" y="2422525"/>
            <a:ext cx="4724400" cy="304800"/>
          </a:xfrm>
          <a:prstGeom prst="roundRect">
            <a:avLst>
              <a:gd name="adj" fmla="val 50000"/>
            </a:avLst>
          </a:prstGeom>
          <a:solidFill>
            <a:srgbClr val="B1C8B0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Phase 1  ·  Foundation  (May – Aug 2026)</a:t>
            </a:r>
          </a:p>
        </p:txBody>
      </p:sp>
      <p:sp>
        <p:nvSpPr>
          <p:cNvPr id="231" name="Phase 2 Bar"/>
          <p:cNvSpPr/>
          <p:nvPr/>
        </p:nvSpPr>
        <p:spPr>
          <a:xfrm>
            <a:off x="6832600" y="2422525"/>
            <a:ext cx="4724400" cy="3048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Phase 2  ·  Execution  (Q3 – Q4 2026)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56184B-ABE3-7067-7CDF-49FB8AF897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3" y="1389953"/>
            <a:ext cx="11270487" cy="797984"/>
          </a:xfrm>
        </p:spPr>
        <p:txBody>
          <a:bodyPr/>
          <a:lstStyle/>
          <a:p>
            <a:r>
              <a:rPr lang="en-US" dirty="0"/>
              <a:t>Path towards establishing a Sego JV in China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0EC1B73-7067-C44D-0002-13772FA19CB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0" name="Slide Number Placeholder 3">
            <a:extLst>
              <a:ext uri="{FF2B5EF4-FFF2-40B4-BE49-F238E27FC236}">
                <a16:creationId xmlns:a16="http://schemas.microsoft.com/office/drawing/2014/main" id="{650A914D-3DCB-B30F-2B59-A6591FF8C3F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264B1F3-3989-1D2A-7024-74C95A2E183D}"/>
              </a:ext>
            </a:extLst>
          </p:cNvPr>
          <p:cNvSpPr txBox="1"/>
          <p:nvPr/>
        </p:nvSpPr>
        <p:spPr>
          <a:xfrm>
            <a:off x="1590949" y="4663939"/>
            <a:ext cx="446434" cy="39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</a:rPr>
              <a:t>✓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2F61B55-5C3A-64B1-02BA-A2B9A9A4DB00}"/>
              </a:ext>
            </a:extLst>
          </p:cNvPr>
          <p:cNvSpPr txBox="1"/>
          <p:nvPr/>
        </p:nvSpPr>
        <p:spPr>
          <a:xfrm>
            <a:off x="3515966" y="4663939"/>
            <a:ext cx="446434" cy="39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</a:rPr>
              <a:t>✓</a:t>
            </a:r>
          </a:p>
        </p:txBody>
      </p:sp>
    </p:spTree>
    <p:extLst>
      <p:ext uri="{BB962C8B-B14F-4D97-AF65-F5344CB8AC3E}">
        <p14:creationId xmlns:p14="http://schemas.microsoft.com/office/powerpoint/2010/main" val="39291507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4092B4B-80A9-2510-D8EB-F572221D52E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C46F47D-8368-DDBC-7C8D-0BBFFE42CFC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18</a:t>
            </a:fld>
            <a:endParaRPr lang="en-GB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DBBACF0-F44F-A277-1497-E16796F848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11264137" cy="797984"/>
          </a:xfrm>
        </p:spPr>
        <p:txBody>
          <a:bodyPr/>
          <a:lstStyle/>
          <a:p>
            <a:r>
              <a:rPr lang="en-US" dirty="0"/>
              <a:t xml:space="preserve">Case Example: China Grand Pharma investment in Australia-based </a:t>
            </a:r>
            <a:r>
              <a:rPr lang="en-US" dirty="0" err="1"/>
              <a:t>Telix</a:t>
            </a:r>
            <a:r>
              <a:rPr lang="en-US" dirty="0"/>
              <a:t xml:space="preserve"> yields 10x returns in 5 years 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DE0CA558-A241-09A5-C622-98BB9ECB7BB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2" name="Text 5">
            <a:extLst>
              <a:ext uri="{FF2B5EF4-FFF2-40B4-BE49-F238E27FC236}">
                <a16:creationId xmlns:a16="http://schemas.microsoft.com/office/drawing/2014/main" id="{BAC86208-BAA2-6319-F5C0-B1444B1A04EB}"/>
              </a:ext>
            </a:extLst>
          </p:cNvPr>
          <p:cNvSpPr/>
          <p:nvPr/>
        </p:nvSpPr>
        <p:spPr>
          <a:xfrm>
            <a:off x="609600" y="2365296"/>
            <a:ext cx="548640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AUD 35M invested → AUD 361M total value (realized + held)</a:t>
            </a:r>
            <a:endParaRPr lang="en-US" sz="1333" dirty="0"/>
          </a:p>
        </p:txBody>
      </p:sp>
      <p:sp>
        <p:nvSpPr>
          <p:cNvPr id="13" name="Shape 6">
            <a:extLst>
              <a:ext uri="{FF2B5EF4-FFF2-40B4-BE49-F238E27FC236}">
                <a16:creationId xmlns:a16="http://schemas.microsoft.com/office/drawing/2014/main" id="{24593652-5555-5E65-9254-7A454E3F58E5}"/>
              </a:ext>
            </a:extLst>
          </p:cNvPr>
          <p:cNvSpPr/>
          <p:nvPr/>
        </p:nvSpPr>
        <p:spPr>
          <a:xfrm>
            <a:off x="609600" y="2706672"/>
            <a:ext cx="426720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4" name="Shape 7">
            <a:extLst>
              <a:ext uri="{FF2B5EF4-FFF2-40B4-BE49-F238E27FC236}">
                <a16:creationId xmlns:a16="http://schemas.microsoft.com/office/drawing/2014/main" id="{15730ED5-BAEA-67B7-B491-926C23F84D2E}"/>
              </a:ext>
            </a:extLst>
          </p:cNvPr>
          <p:cNvSpPr/>
          <p:nvPr/>
        </p:nvSpPr>
        <p:spPr>
          <a:xfrm>
            <a:off x="609600" y="2950131"/>
            <a:ext cx="5486400" cy="36576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5" name="Text 8">
            <a:extLst>
              <a:ext uri="{FF2B5EF4-FFF2-40B4-BE49-F238E27FC236}">
                <a16:creationId xmlns:a16="http://schemas.microsoft.com/office/drawing/2014/main" id="{8EB34AE0-5174-CF46-8284-CAC18EB7FA13}"/>
              </a:ext>
            </a:extLst>
          </p:cNvPr>
          <p:cNvSpPr/>
          <p:nvPr/>
        </p:nvSpPr>
        <p:spPr>
          <a:xfrm>
            <a:off x="792480" y="2950131"/>
            <a:ext cx="512064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Investment timeline</a:t>
            </a:r>
            <a:endParaRPr lang="en-US" sz="1333" dirty="0"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1FC54215-8BA6-8487-0628-FE752534B4B0}"/>
              </a:ext>
            </a:extLst>
          </p:cNvPr>
          <p:cNvSpPr/>
          <p:nvPr/>
        </p:nvSpPr>
        <p:spPr>
          <a:xfrm>
            <a:off x="609600" y="3315891"/>
            <a:ext cx="5486400" cy="140208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7" name="Shape 10">
            <a:extLst>
              <a:ext uri="{FF2B5EF4-FFF2-40B4-BE49-F238E27FC236}">
                <a16:creationId xmlns:a16="http://schemas.microsoft.com/office/drawing/2014/main" id="{ECD9E9CD-0F18-E364-A9DE-6606106474AA}"/>
              </a:ext>
            </a:extLst>
          </p:cNvPr>
          <p:cNvSpPr/>
          <p:nvPr/>
        </p:nvSpPr>
        <p:spPr>
          <a:xfrm>
            <a:off x="609600" y="3315891"/>
            <a:ext cx="60960" cy="140208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8" name="Text 11">
            <a:extLst>
              <a:ext uri="{FF2B5EF4-FFF2-40B4-BE49-F238E27FC236}">
                <a16:creationId xmlns:a16="http://schemas.microsoft.com/office/drawing/2014/main" id="{CA989EC4-B391-BFF7-E75C-BCF555DE2892}"/>
              </a:ext>
            </a:extLst>
          </p:cNvPr>
          <p:cNvSpPr/>
          <p:nvPr/>
        </p:nvSpPr>
        <p:spPr>
          <a:xfrm>
            <a:off x="853440" y="3376851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2020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AUD 35M invested (~20.95M shares at AUD 1.69)</a:t>
            </a:r>
            <a:endParaRPr lang="en-US" sz="1200" dirty="0"/>
          </a:p>
        </p:txBody>
      </p:sp>
      <p:sp>
        <p:nvSpPr>
          <p:cNvPr id="19" name="Text 12">
            <a:extLst>
              <a:ext uri="{FF2B5EF4-FFF2-40B4-BE49-F238E27FC236}">
                <a16:creationId xmlns:a16="http://schemas.microsoft.com/office/drawing/2014/main" id="{773AD2E7-E924-ACBD-6759-F7112ABFC4A3}"/>
              </a:ext>
            </a:extLst>
          </p:cNvPr>
          <p:cNvSpPr/>
          <p:nvPr/>
        </p:nvSpPr>
        <p:spPr>
          <a:xfrm>
            <a:off x="853440" y="3706035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2022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Sold 10M shares at AUD 7.25 → AUD 72.5M realized</a:t>
            </a:r>
            <a:endParaRPr lang="en-US" sz="1200" dirty="0"/>
          </a:p>
        </p:txBody>
      </p:sp>
      <p:sp>
        <p:nvSpPr>
          <p:cNvPr id="20" name="Text 13">
            <a:extLst>
              <a:ext uri="{FF2B5EF4-FFF2-40B4-BE49-F238E27FC236}">
                <a16:creationId xmlns:a16="http://schemas.microsoft.com/office/drawing/2014/main" id="{7202B442-4E45-03B0-1202-1817BB1B5494}"/>
              </a:ext>
            </a:extLst>
          </p:cNvPr>
          <p:cNvSpPr/>
          <p:nvPr/>
        </p:nvSpPr>
        <p:spPr>
          <a:xfrm>
            <a:off x="853440" y="4035219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2025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Sold ~4.95M shares at AUD 28.90 → AUD 142.6M realized</a:t>
            </a:r>
            <a:endParaRPr lang="en-US" sz="1200" dirty="0"/>
          </a:p>
        </p:txBody>
      </p:sp>
      <p:sp>
        <p:nvSpPr>
          <p:cNvPr id="21" name="Text 14">
            <a:extLst>
              <a:ext uri="{FF2B5EF4-FFF2-40B4-BE49-F238E27FC236}">
                <a16:creationId xmlns:a16="http://schemas.microsoft.com/office/drawing/2014/main" id="{5F1895FB-2450-F669-ED68-DFC64820A71E}"/>
              </a:ext>
            </a:extLst>
          </p:cNvPr>
          <p:cNvSpPr/>
          <p:nvPr/>
        </p:nvSpPr>
        <p:spPr>
          <a:xfrm>
            <a:off x="853440" y="4364403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Today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6M shares held, worth ~AUD 146.5M</a:t>
            </a:r>
            <a:endParaRPr lang="en-US" sz="1200" dirty="0"/>
          </a:p>
        </p:txBody>
      </p:sp>
      <p:sp>
        <p:nvSpPr>
          <p:cNvPr id="22" name="Shape 15">
            <a:extLst>
              <a:ext uri="{FF2B5EF4-FFF2-40B4-BE49-F238E27FC236}">
                <a16:creationId xmlns:a16="http://schemas.microsoft.com/office/drawing/2014/main" id="{66148CD0-AC28-A2B8-8AB6-B6E49BD37E00}"/>
              </a:ext>
            </a:extLst>
          </p:cNvPr>
          <p:cNvSpPr/>
          <p:nvPr/>
        </p:nvSpPr>
        <p:spPr>
          <a:xfrm>
            <a:off x="609600" y="4961811"/>
            <a:ext cx="5486400" cy="36576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3" name="Text 16">
            <a:extLst>
              <a:ext uri="{FF2B5EF4-FFF2-40B4-BE49-F238E27FC236}">
                <a16:creationId xmlns:a16="http://schemas.microsoft.com/office/drawing/2014/main" id="{705AA7D2-DB81-8752-01BD-410FC691A4A5}"/>
              </a:ext>
            </a:extLst>
          </p:cNvPr>
          <p:cNvSpPr/>
          <p:nvPr/>
        </p:nvSpPr>
        <p:spPr>
          <a:xfrm>
            <a:off x="792480" y="4961811"/>
            <a:ext cx="512064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Implication for investors in Sego</a:t>
            </a:r>
            <a:endParaRPr lang="en-US" sz="1333" dirty="0"/>
          </a:p>
        </p:txBody>
      </p:sp>
      <p:sp>
        <p:nvSpPr>
          <p:cNvPr id="24" name="Shape 17">
            <a:extLst>
              <a:ext uri="{FF2B5EF4-FFF2-40B4-BE49-F238E27FC236}">
                <a16:creationId xmlns:a16="http://schemas.microsoft.com/office/drawing/2014/main" id="{4E03C52D-327D-FB10-207C-F0CD8DD14B49}"/>
              </a:ext>
            </a:extLst>
          </p:cNvPr>
          <p:cNvSpPr/>
          <p:nvPr/>
        </p:nvSpPr>
        <p:spPr>
          <a:xfrm>
            <a:off x="609600" y="5327571"/>
            <a:ext cx="5486400" cy="10363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5" name="Shape 18">
            <a:extLst>
              <a:ext uri="{FF2B5EF4-FFF2-40B4-BE49-F238E27FC236}">
                <a16:creationId xmlns:a16="http://schemas.microsoft.com/office/drawing/2014/main" id="{BCA22815-42A7-497A-8ECC-2DDB84C608D9}"/>
              </a:ext>
            </a:extLst>
          </p:cNvPr>
          <p:cNvSpPr/>
          <p:nvPr/>
        </p:nvSpPr>
        <p:spPr>
          <a:xfrm>
            <a:off x="609600" y="5327571"/>
            <a:ext cx="60960" cy="103632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6" name="Text 19">
            <a:extLst>
              <a:ext uri="{FF2B5EF4-FFF2-40B4-BE49-F238E27FC236}">
                <a16:creationId xmlns:a16="http://schemas.microsoft.com/office/drawing/2014/main" id="{6B918E8C-167E-B73A-C598-03799381662F}"/>
              </a:ext>
            </a:extLst>
          </p:cNvPr>
          <p:cNvSpPr/>
          <p:nvPr/>
        </p:nvSpPr>
        <p:spPr>
          <a:xfrm>
            <a:off x="853440" y="5388531"/>
            <a:ext cx="518160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Early-stage entry at current private valuation offers significant multiple expansion as pipeline matures through IND and clinical proof-of-concept. Equity deepens alignment and captures upside from clinical milestones.</a:t>
            </a:r>
            <a:endParaRPr lang="en-US" sz="1200" dirty="0"/>
          </a:p>
        </p:txBody>
      </p:sp>
      <p:sp>
        <p:nvSpPr>
          <p:cNvPr id="27" name="Text 20">
            <a:extLst>
              <a:ext uri="{FF2B5EF4-FFF2-40B4-BE49-F238E27FC236}">
                <a16:creationId xmlns:a16="http://schemas.microsoft.com/office/drawing/2014/main" id="{AC993286-C768-96DA-AAA2-93076BE9DBDC}"/>
              </a:ext>
            </a:extLst>
          </p:cNvPr>
          <p:cNvSpPr/>
          <p:nvPr/>
        </p:nvSpPr>
        <p:spPr>
          <a:xfrm>
            <a:off x="6461760" y="2523792"/>
            <a:ext cx="524256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600" b="1" dirty="0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CGP return on investment in Telix (AUD M)</a:t>
            </a:r>
            <a:endParaRPr lang="en-US" sz="1600" dirty="0"/>
          </a:p>
        </p:txBody>
      </p:sp>
      <p:graphicFrame>
        <p:nvGraphicFramePr>
          <p:cNvPr id="28" name="Chart 0">
            <a:extLst>
              <a:ext uri="{FF2B5EF4-FFF2-40B4-BE49-F238E27FC236}">
                <a16:creationId xmlns:a16="http://schemas.microsoft.com/office/drawing/2014/main" id="{1823EB5B-866F-DE97-F991-3F80993C36E1}"/>
              </a:ext>
            </a:extLst>
          </p:cNvPr>
          <p:cNvGraphicFramePr/>
          <p:nvPr/>
        </p:nvGraphicFramePr>
        <p:xfrm>
          <a:off x="6461760" y="2950512"/>
          <a:ext cx="5242560" cy="34137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876437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1">
            <a:extLst>
              <a:ext uri="{FF2B5EF4-FFF2-40B4-BE49-F238E27FC236}">
                <a16:creationId xmlns:a16="http://schemas.microsoft.com/office/drawing/2014/main" id="{3686F398-22B1-FD61-F232-84E80E571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 up slides not needed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D5744B33-11BB-472B-BC75-210B5D82DB4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C20CF35-0FC7-F7E8-D089-5EC16D07FD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19</a:t>
            </a:fld>
            <a:endParaRPr lang="en-GB"/>
          </a:p>
        </p:txBody>
      </p:sp>
      <p:sp>
        <p:nvSpPr>
          <p:cNvPr id="13" name="Subtitle 12">
            <a:extLst>
              <a:ext uri="{FF2B5EF4-FFF2-40B4-BE49-F238E27FC236}">
                <a16:creationId xmlns:a16="http://schemas.microsoft.com/office/drawing/2014/main" id="{500857A7-FC75-294F-C6A4-0E7AD784ACA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2979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5C2DA0-83E9-4323-DD5B-407B3FCA80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4E1BBB5-D8BD-3FB8-1AA3-D64DFF6C1A1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F42739-1BFB-CE2F-709F-96034B1C8F8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20</a:t>
            </a:fld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EF00285-C9A3-2DC2-3FB5-AA269779B93F}"/>
              </a:ext>
            </a:extLst>
          </p:cNvPr>
          <p:cNvSpPr txBox="1"/>
          <p:nvPr/>
        </p:nvSpPr>
        <p:spPr>
          <a:xfrm>
            <a:off x="952501" y="3142923"/>
            <a:ext cx="8886824" cy="23251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1">
              <a:lnSpc>
                <a:spcPct val="116000"/>
              </a:lnSpc>
              <a:spcAft>
                <a:spcPts val="800"/>
              </a:spcAft>
              <a:buSzPts val="1000"/>
              <a:tabLst>
                <a:tab pos="914400" algn="l"/>
              </a:tabLst>
            </a:pPr>
            <a:r>
              <a:rPr lang="en-US" sz="1800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Greg included, full hour, here are the assets that we’ve looked at, we make 3 bets across 3 targets, cost per asset $5-15 to license, $5m for us/</a:t>
            </a:r>
            <a:r>
              <a:rPr lang="en-US" sz="1800" dirty="0" err="1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eu</a:t>
            </a:r>
            <a:r>
              <a:rPr lang="en-US" sz="1800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 xml:space="preserve"> study, $20M for us study, clinical strategy – come up with reasonable values for that – believe that the value in flection pts would create, could flip asset for $350m, plus moat piece, we can get BFC to do a </a:t>
            </a:r>
            <a:r>
              <a:rPr lang="en-US" sz="1800" dirty="0" err="1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china</a:t>
            </a:r>
            <a:r>
              <a:rPr lang="en-US" sz="1800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 xml:space="preserve"> landscape 6 companies to 70 companies, boom driven by low quality assets </a:t>
            </a:r>
            <a:r>
              <a:rPr lang="en-US" sz="1800" dirty="0" err="1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adcs</a:t>
            </a:r>
            <a:r>
              <a:rPr lang="en-US" sz="1800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 xml:space="preserve"> swapped to radio, more thoughtful companies are re engineering peptides. </a:t>
            </a:r>
          </a:p>
        </p:txBody>
      </p:sp>
    </p:spTree>
    <p:extLst>
      <p:ext uri="{BB962C8B-B14F-4D97-AF65-F5344CB8AC3E}">
        <p14:creationId xmlns:p14="http://schemas.microsoft.com/office/powerpoint/2010/main" val="162286896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6F3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609600" y="243840"/>
            <a:ext cx="3657600" cy="26822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1333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Landscape</a:t>
            </a:r>
            <a:endParaRPr lang="en-US" sz="1333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" name="Text 1"/>
          <p:cNvSpPr/>
          <p:nvPr/>
        </p:nvSpPr>
        <p:spPr>
          <a:xfrm>
            <a:off x="609600" y="487680"/>
            <a:ext cx="1097280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2000" dirty="0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China's radiopharmaceutical pipeline has exploded: ~290 clinically staged programs by 2025</a:t>
            </a:r>
            <a:endParaRPr lang="en-US" sz="200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" name="Text 2"/>
          <p:cNvSpPr/>
          <p:nvPr/>
        </p:nvSpPr>
        <p:spPr>
          <a:xfrm>
            <a:off x="10119360" y="182880"/>
            <a:ext cx="121920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r" defTabSz="1219170"/>
            <a:r>
              <a:rPr lang="en-US" sz="1067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Confidential</a:t>
            </a:r>
            <a:endParaRPr lang="en-US" sz="1067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Text 3"/>
          <p:cNvSpPr/>
          <p:nvPr/>
        </p:nvSpPr>
        <p:spPr>
          <a:xfrm>
            <a:off x="11399520" y="182880"/>
            <a:ext cx="42672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r" defTabSz="1219170"/>
            <a:r>
              <a:rPr lang="en-US" sz="1067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4</a:t>
            </a:r>
            <a:endParaRPr lang="en-US" sz="1067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Text 4"/>
          <p:cNvSpPr/>
          <p:nvPr/>
        </p:nvSpPr>
        <p:spPr>
          <a:xfrm>
            <a:off x="609600" y="1036320"/>
            <a:ext cx="1828800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4800" dirty="0">
                <a:solidFill>
                  <a:srgbClr val="002924"/>
                </a:solidFill>
                <a:latin typeface="Season Mix" pitchFamily="34" charset="0"/>
                <a:ea typeface="Season Mix" pitchFamily="34" charset="-122"/>
                <a:cs typeface="Season Mix" pitchFamily="34" charset="-120"/>
              </a:rPr>
              <a:t>~290</a:t>
            </a:r>
            <a:endParaRPr lang="en-US" sz="480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" name="Text 5"/>
          <p:cNvSpPr/>
          <p:nvPr/>
        </p:nvSpPr>
        <p:spPr>
          <a:xfrm>
            <a:off x="2316480" y="1036320"/>
            <a:ext cx="3169920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1333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clinically staged pipelines</a:t>
            </a:r>
            <a:endParaRPr lang="en-US" sz="1333" dirty="0">
              <a:solidFill>
                <a:prstClr val="black"/>
              </a:solidFill>
              <a:latin typeface="Calibri" panose="020F0502020204030204"/>
            </a:endParaRPr>
          </a:p>
          <a:p>
            <a:pPr defTabSz="1219170"/>
            <a:r>
              <a:rPr lang="en-US" sz="1333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by Chinese developers (2025)</a:t>
            </a:r>
            <a:endParaRPr lang="en-US" sz="1333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" name="Text 6"/>
          <p:cNvSpPr/>
          <p:nvPr/>
        </p:nvSpPr>
        <p:spPr>
          <a:xfrm>
            <a:off x="6096000" y="1036320"/>
            <a:ext cx="1828800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4267" dirty="0">
                <a:solidFill>
                  <a:srgbClr val="002924"/>
                </a:solidFill>
                <a:latin typeface="Season Mix" pitchFamily="34" charset="0"/>
                <a:ea typeface="Season Mix" pitchFamily="34" charset="-122"/>
                <a:cs typeface="Season Mix" pitchFamily="34" charset="-120"/>
              </a:rPr>
              <a:t>55%</a:t>
            </a:r>
            <a:endParaRPr lang="en-US" sz="4267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" name="Text 7"/>
          <p:cNvSpPr/>
          <p:nvPr/>
        </p:nvSpPr>
        <p:spPr>
          <a:xfrm>
            <a:off x="7741920" y="1036320"/>
            <a:ext cx="3048000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1333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of total pipeline still</a:t>
            </a:r>
            <a:endParaRPr lang="en-US" sz="1333" dirty="0">
              <a:solidFill>
                <a:prstClr val="black"/>
              </a:solidFill>
              <a:latin typeface="Calibri" panose="020F0502020204030204"/>
            </a:endParaRPr>
          </a:p>
          <a:p>
            <a:pPr defTabSz="1219170"/>
            <a:r>
              <a:rPr lang="en-US" sz="1333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in preclinical stage</a:t>
            </a:r>
            <a:endParaRPr lang="en-US" sz="1333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Shape 8"/>
          <p:cNvSpPr/>
          <p:nvPr/>
        </p:nvSpPr>
        <p:spPr>
          <a:xfrm>
            <a:off x="609600" y="1767840"/>
            <a:ext cx="10972800" cy="0"/>
          </a:xfrm>
          <a:prstGeom prst="line">
            <a:avLst/>
          </a:prstGeom>
          <a:noFill/>
          <a:ln w="6350">
            <a:solidFill>
              <a:srgbClr val="CFCFCF"/>
            </a:solidFill>
            <a:prstDash val="solid"/>
          </a:ln>
        </p:spPr>
        <p:txBody>
          <a:bodyPr/>
          <a:lstStyle/>
          <a:p>
            <a:pPr defTabSz="1219170"/>
            <a:endParaRPr lang="en-US" sz="24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Shape 9"/>
          <p:cNvSpPr/>
          <p:nvPr/>
        </p:nvSpPr>
        <p:spPr>
          <a:xfrm>
            <a:off x="609600" y="1950720"/>
            <a:ext cx="6705600" cy="390144"/>
          </a:xfrm>
          <a:prstGeom prst="roundRect">
            <a:avLst>
              <a:gd name="adj" fmla="val 25000"/>
            </a:avLst>
          </a:prstGeom>
          <a:solidFill>
            <a:srgbClr val="002924"/>
          </a:solidFill>
          <a:ln/>
        </p:spPr>
        <p:txBody>
          <a:bodyPr/>
          <a:lstStyle/>
          <a:p>
            <a:pPr defTabSz="1219170"/>
            <a:endParaRPr lang="en-US" sz="24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Text 10"/>
          <p:cNvSpPr/>
          <p:nvPr/>
        </p:nvSpPr>
        <p:spPr>
          <a:xfrm>
            <a:off x="792480" y="1950720"/>
            <a:ext cx="6339840" cy="3901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1200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Annual new clinical-stage entries by Chinese developers</a:t>
            </a:r>
            <a:endParaRPr lang="en-US" sz="1200" dirty="0">
              <a:solidFill>
                <a:prstClr val="black"/>
              </a:solidFill>
              <a:latin typeface="Calibri" panose="020F0502020204030204"/>
            </a:endParaRPr>
          </a:p>
        </p:txBody>
      </p:sp>
      <p:graphicFrame>
        <p:nvGraphicFramePr>
          <p:cNvPr id="13" name="Chart 0"/>
          <p:cNvGraphicFramePr/>
          <p:nvPr/>
        </p:nvGraphicFramePr>
        <p:xfrm>
          <a:off x="609600" y="2377440"/>
          <a:ext cx="6705600" cy="40843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Shape 11"/>
          <p:cNvSpPr/>
          <p:nvPr/>
        </p:nvSpPr>
        <p:spPr>
          <a:xfrm>
            <a:off x="7680960" y="1950720"/>
            <a:ext cx="4145280" cy="390144"/>
          </a:xfrm>
          <a:prstGeom prst="roundRect">
            <a:avLst>
              <a:gd name="adj" fmla="val 25000"/>
            </a:avLst>
          </a:prstGeom>
          <a:solidFill>
            <a:srgbClr val="002924"/>
          </a:solidFill>
          <a:ln/>
        </p:spPr>
        <p:txBody>
          <a:bodyPr/>
          <a:lstStyle/>
          <a:p>
            <a:pPr defTabSz="1219170"/>
            <a:endParaRPr lang="en-US" sz="24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Text 12"/>
          <p:cNvSpPr/>
          <p:nvPr/>
        </p:nvSpPr>
        <p:spPr>
          <a:xfrm>
            <a:off x="7863840" y="1950720"/>
            <a:ext cx="3779520" cy="3901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1200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Pipeline by development stage</a:t>
            </a:r>
            <a:endParaRPr lang="en-US" sz="1200" dirty="0">
              <a:solidFill>
                <a:prstClr val="black"/>
              </a:solidFill>
              <a:latin typeface="Calibri" panose="020F0502020204030204"/>
            </a:endParaRPr>
          </a:p>
        </p:txBody>
      </p:sp>
      <p:graphicFrame>
        <p:nvGraphicFramePr>
          <p:cNvPr id="16" name="Chart 1"/>
          <p:cNvGraphicFramePr/>
          <p:nvPr/>
        </p:nvGraphicFramePr>
        <p:xfrm>
          <a:off x="7680960" y="2377440"/>
          <a:ext cx="4145280" cy="40843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" name="Text 13"/>
          <p:cNvSpPr/>
          <p:nvPr/>
        </p:nvSpPr>
        <p:spPr>
          <a:xfrm>
            <a:off x="609600" y="6400800"/>
            <a:ext cx="609600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defTabSz="1219170"/>
            <a:r>
              <a:rPr lang="en-US" sz="933" dirty="0">
                <a:solidFill>
                  <a:srgbClr val="8F1A43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Source: NextPharma, Pharmacube (via BFC Group)</a:t>
            </a:r>
            <a:endParaRPr lang="en-US" sz="933" dirty="0">
              <a:solidFill>
                <a:prstClr val="black"/>
              </a:solidFill>
              <a:latin typeface="Calibri" panose="020F0502020204030204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A767EC07-B858-670D-79CF-1871357B004F}"/>
              </a:ext>
            </a:extLst>
          </p:cNvPr>
          <p:cNvSpPr/>
          <p:nvPr/>
        </p:nvSpPr>
        <p:spPr>
          <a:xfrm>
            <a:off x="8322895" y="850251"/>
            <a:ext cx="1879879" cy="1239740"/>
          </a:xfrm>
          <a:custGeom>
            <a:avLst/>
            <a:gdLst>
              <a:gd name="connsiteX0" fmla="*/ 10702 w 1879879"/>
              <a:gd name="connsiteY0" fmla="*/ 80917 h 1239740"/>
              <a:gd name="connsiteX1" fmla="*/ 50183 w 1879879"/>
              <a:gd name="connsiteY1" fmla="*/ 0 h 1239740"/>
              <a:gd name="connsiteX2" fmla="*/ 1829695 w 1879879"/>
              <a:gd name="connsiteY2" fmla="*/ 0 h 1239740"/>
              <a:gd name="connsiteX3" fmla="*/ 1869179 w 1879879"/>
              <a:gd name="connsiteY3" fmla="*/ 80917 h 1239740"/>
              <a:gd name="connsiteX4" fmla="*/ 979423 w 1879879"/>
              <a:gd name="connsiteY4" fmla="*/ 1220478 h 1239740"/>
              <a:gd name="connsiteX5" fmla="*/ 900455 w 1879879"/>
              <a:gd name="connsiteY5" fmla="*/ 1220478 h 1239740"/>
              <a:gd name="connsiteX6" fmla="*/ 10702 w 1879879"/>
              <a:gd name="connsiteY6" fmla="*/ 80917 h 123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79879" h="1239740">
                <a:moveTo>
                  <a:pt x="10702" y="80917"/>
                </a:moveTo>
                <a:cubicBezTo>
                  <a:pt x="-14977" y="48028"/>
                  <a:pt x="8457" y="0"/>
                  <a:pt x="50183" y="0"/>
                </a:cubicBezTo>
                <a:lnTo>
                  <a:pt x="1829695" y="0"/>
                </a:lnTo>
                <a:cubicBezTo>
                  <a:pt x="1871420" y="0"/>
                  <a:pt x="1894856" y="48028"/>
                  <a:pt x="1869179" y="80917"/>
                </a:cubicBezTo>
                <a:lnTo>
                  <a:pt x="979423" y="1220478"/>
                </a:lnTo>
                <a:cubicBezTo>
                  <a:pt x="959368" y="1246162"/>
                  <a:pt x="920510" y="1246162"/>
                  <a:pt x="900455" y="1220478"/>
                </a:cubicBezTo>
                <a:lnTo>
                  <a:pt x="10702" y="80917"/>
                </a:lnTo>
                <a:close/>
              </a:path>
            </a:pathLst>
          </a:custGeom>
          <a:solidFill>
            <a:srgbClr val="002924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3E617DB-0855-F2AC-E730-207DF038B5B1}"/>
              </a:ext>
            </a:extLst>
          </p:cNvPr>
          <p:cNvSpPr/>
          <p:nvPr/>
        </p:nvSpPr>
        <p:spPr>
          <a:xfrm>
            <a:off x="8614790" y="1288542"/>
            <a:ext cx="1296089" cy="801283"/>
          </a:xfrm>
          <a:custGeom>
            <a:avLst/>
            <a:gdLst>
              <a:gd name="connsiteX0" fmla="*/ 0 w 1296089"/>
              <a:gd name="connsiteY0" fmla="*/ 0 h 801283"/>
              <a:gd name="connsiteX1" fmla="*/ 1296089 w 1296089"/>
              <a:gd name="connsiteY1" fmla="*/ 0 h 801283"/>
              <a:gd name="connsiteX2" fmla="*/ 687578 w 1296089"/>
              <a:gd name="connsiteY2" fmla="*/ 781955 h 801283"/>
              <a:gd name="connsiteX3" fmla="*/ 608511 w 1296089"/>
              <a:gd name="connsiteY3" fmla="*/ 781955 h 801283"/>
              <a:gd name="connsiteX4" fmla="*/ 0 w 1296089"/>
              <a:gd name="connsiteY4" fmla="*/ 0 h 801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6089" h="801283">
                <a:moveTo>
                  <a:pt x="0" y="0"/>
                </a:moveTo>
                <a:lnTo>
                  <a:pt x="1296089" y="0"/>
                </a:lnTo>
                <a:lnTo>
                  <a:pt x="687578" y="781955"/>
                </a:lnTo>
                <a:cubicBezTo>
                  <a:pt x="667523" y="807727"/>
                  <a:pt x="628566" y="807727"/>
                  <a:pt x="608511" y="781955"/>
                </a:cubicBezTo>
                <a:lnTo>
                  <a:pt x="0" y="0"/>
                </a:lnTo>
                <a:close/>
              </a:path>
            </a:pathLst>
          </a:custGeom>
          <a:solidFill>
            <a:srgbClr val="61896E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0F8D83C1-CA40-B3BE-6F3F-04839626FF08}"/>
              </a:ext>
            </a:extLst>
          </p:cNvPr>
          <p:cNvSpPr/>
          <p:nvPr/>
        </p:nvSpPr>
        <p:spPr>
          <a:xfrm>
            <a:off x="8934116" y="1701787"/>
            <a:ext cx="657436" cy="388383"/>
          </a:xfrm>
          <a:custGeom>
            <a:avLst/>
            <a:gdLst>
              <a:gd name="connsiteX0" fmla="*/ 0 w 657436"/>
              <a:gd name="connsiteY0" fmla="*/ 0 h 388383"/>
              <a:gd name="connsiteX1" fmla="*/ 657436 w 657436"/>
              <a:gd name="connsiteY1" fmla="*/ 0 h 388383"/>
              <a:gd name="connsiteX2" fmla="*/ 368146 w 657436"/>
              <a:gd name="connsiteY2" fmla="*/ 369191 h 388383"/>
              <a:gd name="connsiteX3" fmla="*/ 289291 w 657436"/>
              <a:gd name="connsiteY3" fmla="*/ 369191 h 388383"/>
              <a:gd name="connsiteX4" fmla="*/ 0 w 657436"/>
              <a:gd name="connsiteY4" fmla="*/ 0 h 388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7436" h="388383">
                <a:moveTo>
                  <a:pt x="0" y="0"/>
                </a:moveTo>
                <a:lnTo>
                  <a:pt x="657436" y="0"/>
                </a:lnTo>
                <a:lnTo>
                  <a:pt x="368146" y="369191"/>
                </a:lnTo>
                <a:cubicBezTo>
                  <a:pt x="348091" y="394781"/>
                  <a:pt x="309346" y="394781"/>
                  <a:pt x="289291" y="369191"/>
                </a:cubicBezTo>
                <a:lnTo>
                  <a:pt x="0" y="0"/>
                </a:lnTo>
                <a:close/>
              </a:path>
            </a:pathLst>
          </a:custGeom>
          <a:solidFill>
            <a:srgbClr val="B1C8B0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590E9D-4D44-3221-CE0D-BCA41BBD6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061960"/>
            <a:ext cx="7742456" cy="774128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/>
              <a:t>We are prosecuting our first 5 targets based on criteria specifically matched to our mechanism of action</a:t>
            </a:r>
            <a:endParaRPr lang="en-US" spc="-3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AEBD661-B445-A091-029D-B24C94C5E595}"/>
              </a:ext>
            </a:extLst>
          </p:cNvPr>
          <p:cNvSpPr/>
          <p:nvPr/>
        </p:nvSpPr>
        <p:spPr>
          <a:xfrm>
            <a:off x="3209249" y="2686597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5" y="0"/>
                  <a:pt x="101534" y="0"/>
                </a:cubicBezTo>
                <a:lnTo>
                  <a:pt x="2722379" y="0"/>
                </a:lnTo>
                <a:cubicBezTo>
                  <a:pt x="2778457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Biology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D6B7C3A8-0FC1-8AB9-9F49-7A9C72592B75}"/>
              </a:ext>
            </a:extLst>
          </p:cNvPr>
          <p:cNvSpPr/>
          <p:nvPr/>
        </p:nvSpPr>
        <p:spPr>
          <a:xfrm>
            <a:off x="616007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6" y="0"/>
                  <a:pt x="101534" y="0"/>
                </a:cubicBezTo>
                <a:lnTo>
                  <a:pt x="2722379" y="0"/>
                </a:lnTo>
                <a:cubicBezTo>
                  <a:pt x="2778476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Feasibility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E2D3335-98A1-0ECB-7088-DA61D7BAF75B}"/>
              </a:ext>
            </a:extLst>
          </p:cNvPr>
          <p:cNvSpPr/>
          <p:nvPr/>
        </p:nvSpPr>
        <p:spPr>
          <a:xfrm>
            <a:off x="911090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37" y="0"/>
                  <a:pt x="101534" y="0"/>
                </a:cubicBezTo>
                <a:lnTo>
                  <a:pt x="2722379" y="0"/>
                </a:lnTo>
                <a:cubicBezTo>
                  <a:pt x="2778476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Landscape</a:t>
            </a: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6ED905F-F42E-44CD-85E7-F6D788C1CC1C}"/>
              </a:ext>
            </a:extLst>
          </p:cNvPr>
          <p:cNvSpPr/>
          <p:nvPr/>
        </p:nvSpPr>
        <p:spPr>
          <a:xfrm>
            <a:off x="258419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Tumor specific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Genomic &amp; protein expression: TCGA, IHC scoring, proteomics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Review protein expression: heterogeneity &amp; target density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Healthy tissue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Genomic &amp; protein expression: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GTEx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IHC scoring</a:t>
            </a:r>
          </a:p>
          <a:p>
            <a:pPr marL="274320" indent="-182880">
              <a:buFont typeface="Arial" panose="020B0604020202020204" pitchFamily="34" charset="0"/>
              <a:buChar char="•"/>
              <a:defRPr/>
            </a:pPr>
            <a:r>
              <a:rPr lang="en-US" sz="1200">
                <a:solidFill>
                  <a:srgbClr val="656670"/>
                </a:solidFill>
                <a:latin typeface="Funnel Sans Light"/>
              </a:rPr>
              <a:t xml:space="preserve">Review expression: Key tissues (kidney, ocular), healthy vs. </a:t>
            </a:r>
            <a:br>
              <a:rPr lang="en-US" sz="1200">
                <a:solidFill>
                  <a:srgbClr val="656670"/>
                </a:solidFill>
                <a:latin typeface="Funnel Sans Light"/>
              </a:rPr>
            </a:br>
            <a:r>
              <a:rPr lang="en-US" sz="1200">
                <a:solidFill>
                  <a:srgbClr val="656670"/>
                </a:solidFill>
                <a:latin typeface="Funnel Sans Light"/>
              </a:rPr>
              <a:t>tumor specific accessibility</a:t>
            </a:r>
            <a:br>
              <a:rPr lang="en-US" sz="1200">
                <a:solidFill>
                  <a:srgbClr val="656670"/>
                </a:solidFill>
                <a:latin typeface="Funnel Sans Light"/>
              </a:rPr>
            </a:br>
            <a:r>
              <a:rPr lang="en-US" sz="1200">
                <a:solidFill>
                  <a:srgbClr val="656670"/>
                </a:solidFill>
                <a:latin typeface="Funnel Sans Light"/>
              </a:rPr>
              <a:t>(e.g. apical vs basal)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Human imaging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Prior imaging data that informs target expression/distribution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F861D59-F928-5803-3281-50083ACD530F}"/>
              </a:ext>
            </a:extLst>
          </p:cNvPr>
          <p:cNvSpPr/>
          <p:nvPr/>
        </p:nvSpPr>
        <p:spPr>
          <a:xfrm>
            <a:off x="25841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8" y="0"/>
                  <a:pt x="101534" y="0"/>
                </a:cubicBezTo>
                <a:lnTo>
                  <a:pt x="2722379" y="0"/>
                </a:lnTo>
                <a:cubicBezTo>
                  <a:pt x="2778457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Expression</a:t>
            </a: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4304F7F-4AEF-3D17-B163-2E3C5C1FA895}"/>
              </a:ext>
            </a:extLst>
          </p:cNvPr>
          <p:cNvSpPr/>
          <p:nvPr/>
        </p:nvSpPr>
        <p:spPr>
          <a:xfrm>
            <a:off x="3209868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Biochemistry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Internalization &amp; recycling rate 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Shedding form &amp; rate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Plasma half-life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Structural biology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Structure of membrane bound 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vs. shed forms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Conformations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Natural ligands &amp; binding sites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840FE4A3-03A6-12DD-D573-DAB578A0FE9F}"/>
              </a:ext>
            </a:extLst>
          </p:cNvPr>
          <p:cNvSpPr/>
          <p:nvPr/>
        </p:nvSpPr>
        <p:spPr>
          <a:xfrm>
            <a:off x="6161318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Ligandability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Ability of target to be bound by a cyclic peptide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Translation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Availability of preclinical and clinical research methods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Radionuclide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Selection of radionuclide that 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best fits </a:t>
            </a:r>
            <a:r>
              <a:rPr kumimoji="0" lang="en-GB" sz="1200" b="0" i="0" u="none" strike="noStrike" kern="1200" cap="none" spc="0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tumor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tissue &amp; target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972DFDF-338A-B23F-F001-0421B0727E56}"/>
              </a:ext>
            </a:extLst>
          </p:cNvPr>
          <p:cNvSpPr/>
          <p:nvPr/>
        </p:nvSpPr>
        <p:spPr>
          <a:xfrm>
            <a:off x="9109670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Unmet need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Current gaps in patient care with existing SOC &amp; emerging therapies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Competition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Other trials/modalities against target &amp; current results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A49C6ED-5255-2F9C-3CE7-C26DD5FC2556}"/>
              </a:ext>
            </a:extLst>
          </p:cNvPr>
          <p:cNvSpPr txBox="1"/>
          <p:nvPr/>
        </p:nvSpPr>
        <p:spPr>
          <a:xfrm>
            <a:off x="9753600" y="984755"/>
            <a:ext cx="2182394" cy="105121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Initial targets sourced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Underwent deep diligence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Targets selected for prosecution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9547C4F-07B5-3825-12E0-88F757B829C6}"/>
              </a:ext>
            </a:extLst>
          </p:cNvPr>
          <p:cNvCxnSpPr/>
          <p:nvPr/>
        </p:nvCxnSpPr>
        <p:spPr>
          <a:xfrm>
            <a:off x="259038" y="2190750"/>
            <a:ext cx="11673924" cy="0"/>
          </a:xfrm>
          <a:prstGeom prst="line">
            <a:avLst/>
          </a:prstGeom>
          <a:ln w="1270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3E1EBDA-A853-F282-07DD-8C1BC480126E}"/>
              </a:ext>
            </a:extLst>
          </p:cNvPr>
          <p:cNvSpPr txBox="1"/>
          <p:nvPr/>
        </p:nvSpPr>
        <p:spPr>
          <a:xfrm>
            <a:off x="8271410" y="519145"/>
            <a:ext cx="1264126" cy="1985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Process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A2CA437-99EF-86E3-80B6-797D4F1A0A95}"/>
              </a:ext>
            </a:extLst>
          </p:cNvPr>
          <p:cNvSpPr txBox="1"/>
          <p:nvPr/>
        </p:nvSpPr>
        <p:spPr>
          <a:xfrm>
            <a:off x="9026240" y="1022783"/>
            <a:ext cx="434634" cy="103049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Inter 18pt Bold" panose="02000503000000020004" pitchFamily="2" charset="0"/>
                <a:cs typeface="+mn-cs"/>
              </a:rPr>
              <a:t>40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Inter 18pt Bold" panose="02000503000000020004" pitchFamily="2" charset="0"/>
                <a:cs typeface="+mn-cs"/>
              </a:rPr>
              <a:t>12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lang="en-US" sz="1200" spc="-16">
                <a:solidFill>
                  <a:srgbClr val="000000"/>
                </a:solidFill>
                <a:latin typeface="Funnel Sans"/>
                <a:ea typeface="Inter 18pt Bold" panose="02000503000000020004" pitchFamily="2" charset="0"/>
              </a:rPr>
              <a:t>5</a:t>
            </a:r>
            <a:endParaRPr kumimoji="0" lang="en-US" sz="1200" b="0" i="0" u="none" strike="noStrike" kern="1200" cap="none" spc="-16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Inter 18pt Bold" panose="02000503000000020004" pitchFamily="2" charset="0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B2281CD-8B36-C492-A522-269613952FE6}"/>
              </a:ext>
            </a:extLst>
          </p:cNvPr>
          <p:cNvSpPr txBox="1"/>
          <p:nvPr/>
        </p:nvSpPr>
        <p:spPr>
          <a:xfrm>
            <a:off x="252069" y="2317406"/>
            <a:ext cx="1786281" cy="24635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Target Selection Criteria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E0BB4FBC-1513-9936-E039-BE6B47B5BF5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541127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002BCB-7DDA-34D2-EB46-D0B0952A6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8E2A6EF-0135-94E3-F006-62DF0B0575F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23</a:t>
            </a:fld>
            <a:endParaRPr lang="en-GB"/>
          </a:p>
        </p:txBody>
      </p:sp>
      <p:sp>
        <p:nvSpPr>
          <p:cNvPr id="6" name="Subtitle 4">
            <a:extLst>
              <a:ext uri="{FF2B5EF4-FFF2-40B4-BE49-F238E27FC236}">
                <a16:creationId xmlns:a16="http://schemas.microsoft.com/office/drawing/2014/main" id="{62A9DF74-35CC-3EBA-D11A-119F419D2F3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57181" y="1088496"/>
            <a:ext cx="4028948" cy="158693"/>
          </a:xfrm>
        </p:spPr>
        <p:txBody>
          <a:bodyPr/>
          <a:lstStyle/>
          <a:p>
            <a:r>
              <a:rPr lang="en-US" dirty="0"/>
              <a:t>Target Selection</a:t>
            </a:r>
          </a:p>
        </p:txBody>
      </p:sp>
      <p:sp>
        <p:nvSpPr>
          <p:cNvPr id="7" name="Title 3">
            <a:extLst>
              <a:ext uri="{FF2B5EF4-FFF2-40B4-BE49-F238E27FC236}">
                <a16:creationId xmlns:a16="http://schemas.microsoft.com/office/drawing/2014/main" id="{B5BA2861-EC47-804F-655E-3820D432E46E}"/>
              </a:ext>
            </a:extLst>
          </p:cNvPr>
          <p:cNvSpPr txBox="1">
            <a:spLocks/>
          </p:cNvSpPr>
          <p:nvPr/>
        </p:nvSpPr>
        <p:spPr>
          <a:xfrm>
            <a:off x="261112" y="1389953"/>
            <a:ext cx="11673709" cy="797984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102381"/>
              </a:lnSpc>
              <a:spcBef>
                <a:spcPts val="1000"/>
              </a:spcBef>
              <a:buNone/>
              <a:defRPr sz="2400" kern="1200" spc="-22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kern="0" spc="-24">
                <a:solidFill>
                  <a:srgbClr val="000000">
                    <a:alpha val="99000"/>
                  </a:srgbClr>
                </a:solidFill>
              </a:rPr>
              <a:t>Target 6 to be selected by opportunistic and disciplined BD process</a:t>
            </a:r>
          </a:p>
        </p:txBody>
      </p:sp>
      <p:sp>
        <p:nvSpPr>
          <p:cNvPr id="4" name="CardBg">
            <a:extLst>
              <a:ext uri="{FF2B5EF4-FFF2-40B4-BE49-F238E27FC236}">
                <a16:creationId xmlns:a16="http://schemas.microsoft.com/office/drawing/2014/main" id="{C0CEA1C5-97BD-426F-8558-A36541FF31EF}"/>
              </a:ext>
            </a:extLst>
          </p:cNvPr>
          <p:cNvSpPr/>
          <p:nvPr/>
        </p:nvSpPr>
        <p:spPr>
          <a:xfrm>
            <a:off x="8246165" y="2133600"/>
            <a:ext cx="3679135" cy="3581400"/>
          </a:xfrm>
          <a:prstGeom prst="roundRect">
            <a:avLst>
              <a:gd name="adj" fmla="val 5529"/>
            </a:avLst>
          </a:prstGeom>
          <a:solidFill>
            <a:srgbClr val="FFFFFF"/>
          </a:solidFill>
          <a:ln>
            <a:noFill/>
          </a:ln>
        </p:spPr>
        <p:txBody>
          <a:bodyPr wrap="square" lIns="91440" tIns="45720" rIns="91440" bIns="45720" anchor="t"/>
          <a:lstStyle/>
          <a:p>
            <a:endParaRPr lang="en-US"/>
          </a:p>
        </p:txBody>
      </p:sp>
      <p:sp>
        <p:nvSpPr>
          <p:cNvPr id="5" name="CardHeader">
            <a:extLst>
              <a:ext uri="{FF2B5EF4-FFF2-40B4-BE49-F238E27FC236}">
                <a16:creationId xmlns:a16="http://schemas.microsoft.com/office/drawing/2014/main" id="{A3F8868C-3522-5AA9-5355-A55B170DC6A6}"/>
              </a:ext>
            </a:extLst>
          </p:cNvPr>
          <p:cNvSpPr/>
          <p:nvPr/>
        </p:nvSpPr>
        <p:spPr>
          <a:xfrm>
            <a:off x="8246165" y="2133600"/>
            <a:ext cx="3679135" cy="431800"/>
          </a:xfrm>
          <a:prstGeom prst="round2SameRect">
            <a:avLst>
              <a:gd name="adj1" fmla="val 48546"/>
              <a:gd name="adj2" fmla="val 0"/>
            </a:avLst>
          </a:prstGeom>
          <a:solidFill>
            <a:srgbClr val="002924"/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400" b="1">
                <a:solidFill>
                  <a:srgbClr val="FFFFFF"/>
                </a:solidFill>
                <a:latin typeface="Funnel Sans Medium" pitchFamily="2" charset="0"/>
              </a:rPr>
              <a:t>In-License Evaluation Framework</a:t>
            </a:r>
          </a:p>
        </p:txBody>
      </p:sp>
      <p:sp>
        <p:nvSpPr>
          <p:cNvPr id="8" name="Circle1">
            <a:extLst>
              <a:ext uri="{FF2B5EF4-FFF2-40B4-BE49-F238E27FC236}">
                <a16:creationId xmlns:a16="http://schemas.microsoft.com/office/drawing/2014/main" id="{27AD7CE0-5E2D-55CD-3847-FA08D74BD710}"/>
              </a:ext>
            </a:extLst>
          </p:cNvPr>
          <p:cNvSpPr/>
          <p:nvPr/>
        </p:nvSpPr>
        <p:spPr>
          <a:xfrm>
            <a:off x="8462065" y="28194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1</a:t>
            </a:r>
          </a:p>
        </p:txBody>
      </p:sp>
      <p:sp>
        <p:nvSpPr>
          <p:cNvPr id="9" name="Criterion1">
            <a:extLst>
              <a:ext uri="{FF2B5EF4-FFF2-40B4-BE49-F238E27FC236}">
                <a16:creationId xmlns:a16="http://schemas.microsoft.com/office/drawing/2014/main" id="{1B04B1AA-1F01-A743-5DEA-6D216C80CDCC}"/>
              </a:ext>
            </a:extLst>
          </p:cNvPr>
          <p:cNvSpPr/>
          <p:nvPr/>
        </p:nvSpPr>
        <p:spPr>
          <a:xfrm>
            <a:off x="8893865" y="26924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Target strength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0" name="Circle2">
            <a:extLst>
              <a:ext uri="{FF2B5EF4-FFF2-40B4-BE49-F238E27FC236}">
                <a16:creationId xmlns:a16="http://schemas.microsoft.com/office/drawing/2014/main" id="{55E0C2B0-7B88-35BE-68A2-8A52A0DC1732}"/>
              </a:ext>
            </a:extLst>
          </p:cNvPr>
          <p:cNvSpPr/>
          <p:nvPr/>
        </p:nvSpPr>
        <p:spPr>
          <a:xfrm>
            <a:off x="8462065" y="34036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2</a:t>
            </a:r>
          </a:p>
        </p:txBody>
      </p:sp>
      <p:sp>
        <p:nvSpPr>
          <p:cNvPr id="11" name="Criterion2">
            <a:extLst>
              <a:ext uri="{FF2B5EF4-FFF2-40B4-BE49-F238E27FC236}">
                <a16:creationId xmlns:a16="http://schemas.microsoft.com/office/drawing/2014/main" id="{2D6C0682-A9D9-304F-2F14-A408282A51AA}"/>
              </a:ext>
            </a:extLst>
          </p:cNvPr>
          <p:cNvSpPr/>
          <p:nvPr/>
        </p:nvSpPr>
        <p:spPr>
          <a:xfrm>
            <a:off x="8893865" y="32766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Multiple candidates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3" name="Circle3">
            <a:extLst>
              <a:ext uri="{FF2B5EF4-FFF2-40B4-BE49-F238E27FC236}">
                <a16:creationId xmlns:a16="http://schemas.microsoft.com/office/drawing/2014/main" id="{2BF295EF-907F-9E26-1151-B76874885F81}"/>
              </a:ext>
            </a:extLst>
          </p:cNvPr>
          <p:cNvSpPr/>
          <p:nvPr/>
        </p:nvSpPr>
        <p:spPr>
          <a:xfrm>
            <a:off x="8462065" y="39878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3</a:t>
            </a:r>
          </a:p>
        </p:txBody>
      </p:sp>
      <p:sp>
        <p:nvSpPr>
          <p:cNvPr id="14" name="Criterion3">
            <a:extLst>
              <a:ext uri="{FF2B5EF4-FFF2-40B4-BE49-F238E27FC236}">
                <a16:creationId xmlns:a16="http://schemas.microsoft.com/office/drawing/2014/main" id="{09FDFBB7-1AC1-FE7C-3EE0-626BDC7353CD}"/>
              </a:ext>
            </a:extLst>
          </p:cNvPr>
          <p:cNvSpPr/>
          <p:nvPr/>
        </p:nvSpPr>
        <p:spPr>
          <a:xfrm>
            <a:off x="8893865" y="38608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Data quality, competitiveness &amp; FTO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5" name="Circle4">
            <a:extLst>
              <a:ext uri="{FF2B5EF4-FFF2-40B4-BE49-F238E27FC236}">
                <a16:creationId xmlns:a16="http://schemas.microsoft.com/office/drawing/2014/main" id="{D5133C12-2BBA-4551-84A5-AE799FEB9CF0}"/>
              </a:ext>
            </a:extLst>
          </p:cNvPr>
          <p:cNvSpPr/>
          <p:nvPr/>
        </p:nvSpPr>
        <p:spPr>
          <a:xfrm>
            <a:off x="8462065" y="45720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4</a:t>
            </a:r>
          </a:p>
        </p:txBody>
      </p:sp>
      <p:sp>
        <p:nvSpPr>
          <p:cNvPr id="16" name="Criterion4">
            <a:extLst>
              <a:ext uri="{FF2B5EF4-FFF2-40B4-BE49-F238E27FC236}">
                <a16:creationId xmlns:a16="http://schemas.microsoft.com/office/drawing/2014/main" id="{586BB187-A55A-8C92-F57C-A3AD707B119A}"/>
              </a:ext>
            </a:extLst>
          </p:cNvPr>
          <p:cNvSpPr/>
          <p:nvPr/>
        </p:nvSpPr>
        <p:spPr>
          <a:xfrm>
            <a:off x="8893865" y="44450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Deal attractiveness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7" name="Circle5">
            <a:extLst>
              <a:ext uri="{FF2B5EF4-FFF2-40B4-BE49-F238E27FC236}">
                <a16:creationId xmlns:a16="http://schemas.microsoft.com/office/drawing/2014/main" id="{0B94F019-72AA-245A-6A96-535E7B5F1D1B}"/>
              </a:ext>
            </a:extLst>
          </p:cNvPr>
          <p:cNvSpPr/>
          <p:nvPr/>
        </p:nvSpPr>
        <p:spPr>
          <a:xfrm>
            <a:off x="8462065" y="51562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5</a:t>
            </a:r>
          </a:p>
        </p:txBody>
      </p:sp>
      <p:sp>
        <p:nvSpPr>
          <p:cNvPr id="18" name="Criterion5">
            <a:extLst>
              <a:ext uri="{FF2B5EF4-FFF2-40B4-BE49-F238E27FC236}">
                <a16:creationId xmlns:a16="http://schemas.microsoft.com/office/drawing/2014/main" id="{9C56F030-26E3-B93C-1618-A95729C7AE47}"/>
              </a:ext>
            </a:extLst>
          </p:cNvPr>
          <p:cNvSpPr/>
          <p:nvPr/>
        </p:nvSpPr>
        <p:spPr>
          <a:xfrm>
            <a:off x="8893865" y="50292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Strategic pipeline impact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9" name="BottomBg">
            <a:extLst>
              <a:ext uri="{FF2B5EF4-FFF2-40B4-BE49-F238E27FC236}">
                <a16:creationId xmlns:a16="http://schemas.microsoft.com/office/drawing/2014/main" id="{72E78DF8-ED92-5EFF-E6D4-EB0506CCBCAD}"/>
              </a:ext>
            </a:extLst>
          </p:cNvPr>
          <p:cNvSpPr/>
          <p:nvPr/>
        </p:nvSpPr>
        <p:spPr>
          <a:xfrm>
            <a:off x="179236" y="6106601"/>
            <a:ext cx="11658600" cy="498171"/>
          </a:xfrm>
          <a:prstGeom prst="roundRect">
            <a:avLst>
              <a:gd name="adj" fmla="val 18013"/>
            </a:avLst>
          </a:prstGeom>
          <a:solidFill>
            <a:schemeClr val="accent4"/>
          </a:solidFill>
          <a:ln>
            <a:noFill/>
          </a:ln>
        </p:spPr>
        <p:txBody>
          <a:bodyPr wrap="square" lIns="91440" tIns="45720" rIns="91440" bIns="45720" anchor="t"/>
          <a:lstStyle/>
          <a:p>
            <a:pPr algn="ctr"/>
            <a:endParaRPr lang="en-US"/>
          </a:p>
        </p:txBody>
      </p:sp>
      <p:sp>
        <p:nvSpPr>
          <p:cNvPr id="20" name="BottomLine1">
            <a:extLst>
              <a:ext uri="{FF2B5EF4-FFF2-40B4-BE49-F238E27FC236}">
                <a16:creationId xmlns:a16="http://schemas.microsoft.com/office/drawing/2014/main" id="{C74301D4-D78C-4C54-996F-CA3124D6DF78}"/>
              </a:ext>
            </a:extLst>
          </p:cNvPr>
          <p:cNvSpPr/>
          <p:nvPr/>
        </p:nvSpPr>
        <p:spPr>
          <a:xfrm>
            <a:off x="344336" y="6190586"/>
            <a:ext cx="11328400" cy="3302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 algn="ctr">
              <a:buNone/>
            </a:pPr>
            <a:r>
              <a:rPr lang="en-US" sz="1200" b="1">
                <a:latin typeface="Funnel Sans Medium" pitchFamily="2" charset="0"/>
              </a:rPr>
              <a:t>No external asset has met all criteria to date.</a:t>
            </a:r>
            <a:r>
              <a:rPr lang="en-US" sz="1200">
                <a:latin typeface="Funnel Sans" pitchFamily="2" charset="0"/>
              </a:rPr>
              <a:t xml:space="preserve">  Primary decline reasons: low-priority target, single asset (no basket), narrow therapeutic index, lack of FTO</a:t>
            </a:r>
          </a:p>
        </p:txBody>
      </p:sp>
      <p:grpSp>
        <p:nvGrpSpPr>
          <p:cNvPr id="1396" name="Group 1395">
            <a:extLst>
              <a:ext uri="{FF2B5EF4-FFF2-40B4-BE49-F238E27FC236}">
                <a16:creationId xmlns:a16="http://schemas.microsoft.com/office/drawing/2014/main" id="{21E1BD18-0473-D29B-068F-5CD797CA35E7}"/>
              </a:ext>
            </a:extLst>
          </p:cNvPr>
          <p:cNvGrpSpPr/>
          <p:nvPr/>
        </p:nvGrpSpPr>
        <p:grpSpPr>
          <a:xfrm>
            <a:off x="795130" y="2161589"/>
            <a:ext cx="6539581" cy="3690860"/>
            <a:chOff x="188844" y="1037988"/>
            <a:chExt cx="10575234" cy="5968534"/>
          </a:xfrm>
        </p:grpSpPr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5A94DD92-F729-F241-A4AB-3583670DB40B}"/>
                </a:ext>
              </a:extLst>
            </p:cNvPr>
            <p:cNvSpPr/>
            <p:nvPr/>
          </p:nvSpPr>
          <p:spPr>
            <a:xfrm>
              <a:off x="10475932" y="4299477"/>
              <a:ext cx="18442" cy="13737"/>
            </a:xfrm>
            <a:custGeom>
              <a:avLst/>
              <a:gdLst>
                <a:gd name="csX0" fmla="*/ 14863 w 21268"/>
                <a:gd name="csY0" fmla="*/ 142 h 15843"/>
                <a:gd name="csX1" fmla="*/ 18864 w 21268"/>
                <a:gd name="csY1" fmla="*/ 2409 h 15843"/>
                <a:gd name="csX2" fmla="*/ 21213 w 21268"/>
                <a:gd name="csY2" fmla="*/ 12899 h 15843"/>
                <a:gd name="csX3" fmla="*/ 18609 w 21268"/>
                <a:gd name="csY3" fmla="*/ 15820 h 15843"/>
                <a:gd name="csX4" fmla="*/ 7053 w 21268"/>
                <a:gd name="csY4" fmla="*/ 14849 h 15843"/>
                <a:gd name="csX5" fmla="*/ 2163 w 21268"/>
                <a:gd name="csY5" fmla="*/ 11604 h 15843"/>
                <a:gd name="csX6" fmla="*/ 321 w 21268"/>
                <a:gd name="csY6" fmla="*/ 7927 h 15843"/>
                <a:gd name="csX7" fmla="*/ 2100 w 21268"/>
                <a:gd name="csY7" fmla="*/ 3927 h 15843"/>
                <a:gd name="csX8" fmla="*/ 14990 w 21268"/>
                <a:gd name="csY8" fmla="*/ 34 h 15843"/>
                <a:gd name="csX9" fmla="*/ 14863 w 21268"/>
                <a:gd name="csY9" fmla="*/ 142 h 15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68" h="15843">
                  <a:moveTo>
                    <a:pt x="14863" y="142"/>
                  </a:moveTo>
                  <a:cubicBezTo>
                    <a:pt x="16578" y="-404"/>
                    <a:pt x="18419" y="682"/>
                    <a:pt x="18864" y="2409"/>
                  </a:cubicBezTo>
                  <a:lnTo>
                    <a:pt x="21213" y="12899"/>
                  </a:lnTo>
                  <a:cubicBezTo>
                    <a:pt x="21530" y="14741"/>
                    <a:pt x="20451" y="16036"/>
                    <a:pt x="18609" y="15820"/>
                  </a:cubicBezTo>
                  <a:lnTo>
                    <a:pt x="7053" y="14849"/>
                  </a:lnTo>
                  <a:cubicBezTo>
                    <a:pt x="5211" y="14741"/>
                    <a:pt x="3052" y="13223"/>
                    <a:pt x="2163" y="11604"/>
                  </a:cubicBezTo>
                  <a:lnTo>
                    <a:pt x="321" y="7927"/>
                  </a:lnTo>
                  <a:cubicBezTo>
                    <a:pt x="-504" y="6301"/>
                    <a:pt x="321" y="4466"/>
                    <a:pt x="2100" y="3927"/>
                  </a:cubicBezTo>
                  <a:lnTo>
                    <a:pt x="14990" y="34"/>
                  </a:lnTo>
                  <a:lnTo>
                    <a:pt x="14863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E781B08D-C57F-44B0-2412-E8F47F80CF06}"/>
                </a:ext>
              </a:extLst>
            </p:cNvPr>
            <p:cNvSpPr/>
            <p:nvPr/>
          </p:nvSpPr>
          <p:spPr>
            <a:xfrm>
              <a:off x="10511351" y="5362706"/>
              <a:ext cx="12578" cy="12644"/>
            </a:xfrm>
            <a:custGeom>
              <a:avLst/>
              <a:gdLst>
                <a:gd name="csX0" fmla="*/ 3353 w 14506"/>
                <a:gd name="csY0" fmla="*/ 990 h 14582"/>
                <a:gd name="csX1" fmla="*/ 13957 w 14506"/>
                <a:gd name="csY1" fmla="*/ 9207 h 14582"/>
                <a:gd name="csX2" fmla="*/ 3353 w 14506"/>
                <a:gd name="csY2" fmla="*/ 990 h 1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506" h="14582">
                  <a:moveTo>
                    <a:pt x="3353" y="990"/>
                  </a:moveTo>
                  <a:cubicBezTo>
                    <a:pt x="-9411" y="20237"/>
                    <a:pt x="18719" y="15151"/>
                    <a:pt x="13957" y="9207"/>
                  </a:cubicBezTo>
                  <a:cubicBezTo>
                    <a:pt x="9957" y="5207"/>
                    <a:pt x="7036" y="-2794"/>
                    <a:pt x="3353" y="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5496917-7F48-7774-19D6-8686DC77DB7E}"/>
                </a:ext>
              </a:extLst>
            </p:cNvPr>
            <p:cNvSpPr/>
            <p:nvPr/>
          </p:nvSpPr>
          <p:spPr>
            <a:xfrm>
              <a:off x="10512780" y="5384350"/>
              <a:ext cx="12394" cy="12068"/>
            </a:xfrm>
            <a:custGeom>
              <a:avLst/>
              <a:gdLst>
                <a:gd name="csX0" fmla="*/ 8309 w 14294"/>
                <a:gd name="csY0" fmla="*/ 681 h 13918"/>
                <a:gd name="csX1" fmla="*/ 689 w 14294"/>
                <a:gd name="csY1" fmla="*/ 4249 h 13918"/>
                <a:gd name="csX2" fmla="*/ 10214 w 14294"/>
                <a:gd name="csY2" fmla="*/ 12905 h 13918"/>
                <a:gd name="csX3" fmla="*/ 12945 w 14294"/>
                <a:gd name="csY3" fmla="*/ 4034 h 13918"/>
                <a:gd name="csX4" fmla="*/ 8309 w 14294"/>
                <a:gd name="csY4" fmla="*/ 681 h 1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94" h="13918">
                  <a:moveTo>
                    <a:pt x="8309" y="681"/>
                  </a:moveTo>
                  <a:cubicBezTo>
                    <a:pt x="4499" y="-2126"/>
                    <a:pt x="181" y="4681"/>
                    <a:pt x="689" y="4249"/>
                  </a:cubicBezTo>
                  <a:cubicBezTo>
                    <a:pt x="-2677" y="8034"/>
                    <a:pt x="7229" y="16905"/>
                    <a:pt x="10214" y="12905"/>
                  </a:cubicBezTo>
                  <a:cubicBezTo>
                    <a:pt x="11230" y="10955"/>
                    <a:pt x="16818" y="6847"/>
                    <a:pt x="12945" y="4034"/>
                  </a:cubicBezTo>
                  <a:lnTo>
                    <a:pt x="8309" y="6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B3D61F42-732A-9249-ED79-FFF8F7325EF3}"/>
                </a:ext>
              </a:extLst>
            </p:cNvPr>
            <p:cNvSpPr/>
            <p:nvPr/>
          </p:nvSpPr>
          <p:spPr>
            <a:xfrm>
              <a:off x="10483796" y="5399102"/>
              <a:ext cx="26402" cy="35078"/>
            </a:xfrm>
            <a:custGeom>
              <a:avLst/>
              <a:gdLst>
                <a:gd name="csX0" fmla="*/ 27510 w 30449"/>
                <a:gd name="csY0" fmla="*/ 12973 h 40454"/>
                <a:gd name="csX1" fmla="*/ 30432 w 30449"/>
                <a:gd name="csY1" fmla="*/ 38062 h 40454"/>
                <a:gd name="csX2" fmla="*/ 11064 w 30449"/>
                <a:gd name="csY2" fmla="*/ 37306 h 40454"/>
                <a:gd name="csX3" fmla="*/ 1475 w 30449"/>
                <a:gd name="csY3" fmla="*/ 0 h 40454"/>
                <a:gd name="csX4" fmla="*/ 20081 w 30449"/>
                <a:gd name="csY4" fmla="*/ 15678 h 40454"/>
                <a:gd name="csX5" fmla="*/ 27510 w 30449"/>
                <a:gd name="csY5" fmla="*/ 13081 h 40454"/>
                <a:gd name="csX6" fmla="*/ 27510 w 30449"/>
                <a:gd name="csY6" fmla="*/ 12973 h 40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49" h="40454">
                  <a:moveTo>
                    <a:pt x="27510" y="12973"/>
                  </a:moveTo>
                  <a:lnTo>
                    <a:pt x="30432" y="38062"/>
                  </a:lnTo>
                  <a:cubicBezTo>
                    <a:pt x="31130" y="43904"/>
                    <a:pt x="10556" y="37198"/>
                    <a:pt x="11064" y="37306"/>
                  </a:cubicBezTo>
                  <a:cubicBezTo>
                    <a:pt x="4905" y="36011"/>
                    <a:pt x="-3414" y="756"/>
                    <a:pt x="1475" y="0"/>
                  </a:cubicBezTo>
                  <a:cubicBezTo>
                    <a:pt x="14747" y="756"/>
                    <a:pt x="13922" y="20866"/>
                    <a:pt x="20081" y="15678"/>
                  </a:cubicBezTo>
                  <a:cubicBezTo>
                    <a:pt x="20081" y="15678"/>
                    <a:pt x="27002" y="8217"/>
                    <a:pt x="27510" y="13081"/>
                  </a:cubicBezTo>
                  <a:lnTo>
                    <a:pt x="27510" y="12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A00AE33-E59B-CEBD-B84C-D7A22063BF40}"/>
                </a:ext>
              </a:extLst>
            </p:cNvPr>
            <p:cNvSpPr/>
            <p:nvPr/>
          </p:nvSpPr>
          <p:spPr>
            <a:xfrm>
              <a:off x="10503745" y="5442954"/>
              <a:ext cx="22018" cy="22912"/>
            </a:xfrm>
            <a:custGeom>
              <a:avLst/>
              <a:gdLst>
                <a:gd name="csX0" fmla="*/ 1202 w 25393"/>
                <a:gd name="csY0" fmla="*/ 13226 h 26424"/>
                <a:gd name="csX1" fmla="*/ 12886 w 25393"/>
                <a:gd name="csY1" fmla="*/ 25989 h 26424"/>
                <a:gd name="csX2" fmla="*/ 24569 w 25393"/>
                <a:gd name="csY2" fmla="*/ 17766 h 26424"/>
                <a:gd name="csX3" fmla="*/ 3995 w 25393"/>
                <a:gd name="csY3" fmla="*/ 360 h 26424"/>
                <a:gd name="csX4" fmla="*/ 1202 w 25393"/>
                <a:gd name="csY4" fmla="*/ 13226 h 26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393" h="26424">
                  <a:moveTo>
                    <a:pt x="1202" y="13226"/>
                  </a:moveTo>
                  <a:cubicBezTo>
                    <a:pt x="12886" y="16363"/>
                    <a:pt x="5583" y="28904"/>
                    <a:pt x="12886" y="25989"/>
                  </a:cubicBezTo>
                  <a:cubicBezTo>
                    <a:pt x="18728" y="22852"/>
                    <a:pt x="28253" y="21773"/>
                    <a:pt x="24569" y="17766"/>
                  </a:cubicBezTo>
                  <a:cubicBezTo>
                    <a:pt x="9520" y="1656"/>
                    <a:pt x="8187" y="-1157"/>
                    <a:pt x="3995" y="360"/>
                  </a:cubicBezTo>
                  <a:cubicBezTo>
                    <a:pt x="3424" y="792"/>
                    <a:pt x="-2482" y="13226"/>
                    <a:pt x="1202" y="132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E09363B-4F51-3E28-439F-6D47A8C402F3}"/>
                </a:ext>
              </a:extLst>
            </p:cNvPr>
            <p:cNvSpPr/>
            <p:nvPr/>
          </p:nvSpPr>
          <p:spPr>
            <a:xfrm>
              <a:off x="10530501" y="5446440"/>
              <a:ext cx="16383" cy="10066"/>
            </a:xfrm>
            <a:custGeom>
              <a:avLst/>
              <a:gdLst>
                <a:gd name="csX0" fmla="*/ 15050 w 18894"/>
                <a:gd name="csY0" fmla="*/ 1960 h 11609"/>
                <a:gd name="csX1" fmla="*/ 18352 w 18894"/>
                <a:gd name="csY1" fmla="*/ 6284 h 11609"/>
                <a:gd name="csX2" fmla="*/ 10287 w 18894"/>
                <a:gd name="csY2" fmla="*/ 11479 h 11609"/>
                <a:gd name="csX3" fmla="*/ 635 w 18894"/>
                <a:gd name="csY3" fmla="*/ 4557 h 11609"/>
                <a:gd name="csX4" fmla="*/ 1842 w 18894"/>
                <a:gd name="csY4" fmla="*/ 1420 h 11609"/>
                <a:gd name="csX5" fmla="*/ 15050 w 18894"/>
                <a:gd name="csY5" fmla="*/ 2068 h 11609"/>
                <a:gd name="csX6" fmla="*/ 15050 w 18894"/>
                <a:gd name="csY6" fmla="*/ 1960 h 11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894" h="11609">
                  <a:moveTo>
                    <a:pt x="15050" y="1960"/>
                  </a:moveTo>
                  <a:lnTo>
                    <a:pt x="18352" y="6284"/>
                  </a:lnTo>
                  <a:cubicBezTo>
                    <a:pt x="21527" y="10393"/>
                    <a:pt x="9716" y="11695"/>
                    <a:pt x="10287" y="11479"/>
                  </a:cubicBezTo>
                  <a:cubicBezTo>
                    <a:pt x="5271" y="12774"/>
                    <a:pt x="0" y="4017"/>
                    <a:pt x="635" y="4557"/>
                  </a:cubicBezTo>
                  <a:cubicBezTo>
                    <a:pt x="-571" y="3148"/>
                    <a:pt x="0" y="1744"/>
                    <a:pt x="1842" y="1420"/>
                  </a:cubicBezTo>
                  <a:cubicBezTo>
                    <a:pt x="5843" y="1204"/>
                    <a:pt x="11875" y="-2040"/>
                    <a:pt x="15050" y="2068"/>
                  </a:cubicBezTo>
                  <a:lnTo>
                    <a:pt x="15050" y="19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183CC365-FFCA-7068-8200-DF15AD52D5AF}"/>
                </a:ext>
              </a:extLst>
            </p:cNvPr>
            <p:cNvSpPr/>
            <p:nvPr/>
          </p:nvSpPr>
          <p:spPr>
            <a:xfrm>
              <a:off x="10537138" y="5469067"/>
              <a:ext cx="13371" cy="9393"/>
            </a:xfrm>
            <a:custGeom>
              <a:avLst/>
              <a:gdLst>
                <a:gd name="csX0" fmla="*/ 92 w 15420"/>
                <a:gd name="csY0" fmla="*/ 3443 h 10833"/>
                <a:gd name="csX1" fmla="*/ 410 w 15420"/>
                <a:gd name="csY1" fmla="*/ 7120 h 10833"/>
                <a:gd name="csX2" fmla="*/ 12221 w 15420"/>
                <a:gd name="csY2" fmla="*/ 10472 h 10833"/>
                <a:gd name="csX3" fmla="*/ 15079 w 15420"/>
                <a:gd name="csY3" fmla="*/ 3443 h 10833"/>
                <a:gd name="csX4" fmla="*/ 11459 w 15420"/>
                <a:gd name="csY4" fmla="*/ 90 h 10833"/>
                <a:gd name="csX5" fmla="*/ 30 w 15420"/>
                <a:gd name="csY5" fmla="*/ 3443 h 10833"/>
                <a:gd name="csX6" fmla="*/ 92 w 15420"/>
                <a:gd name="csY6" fmla="*/ 3443 h 10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0" h="10833">
                  <a:moveTo>
                    <a:pt x="92" y="3443"/>
                  </a:moveTo>
                  <a:lnTo>
                    <a:pt x="410" y="7120"/>
                  </a:lnTo>
                  <a:cubicBezTo>
                    <a:pt x="981" y="12308"/>
                    <a:pt x="12856" y="10580"/>
                    <a:pt x="12221" y="10472"/>
                  </a:cubicBezTo>
                  <a:cubicBezTo>
                    <a:pt x="16793" y="10472"/>
                    <a:pt x="15143" y="2897"/>
                    <a:pt x="15079" y="3443"/>
                  </a:cubicBezTo>
                  <a:cubicBezTo>
                    <a:pt x="14952" y="1601"/>
                    <a:pt x="13301" y="90"/>
                    <a:pt x="11459" y="90"/>
                  </a:cubicBezTo>
                  <a:cubicBezTo>
                    <a:pt x="7331" y="630"/>
                    <a:pt x="-543" y="-1752"/>
                    <a:pt x="30" y="3443"/>
                  </a:cubicBezTo>
                  <a:lnTo>
                    <a:pt x="92" y="34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755EFB6C-5A31-FF47-0D8A-297F2A7C06A0}"/>
                </a:ext>
              </a:extLst>
            </p:cNvPr>
            <p:cNvSpPr/>
            <p:nvPr/>
          </p:nvSpPr>
          <p:spPr>
            <a:xfrm>
              <a:off x="10537576" y="5489624"/>
              <a:ext cx="15591" cy="17342"/>
            </a:xfrm>
            <a:custGeom>
              <a:avLst/>
              <a:gdLst>
                <a:gd name="csX0" fmla="*/ 10129 w 17981"/>
                <a:gd name="csY0" fmla="*/ 931 h 20000"/>
                <a:gd name="csX1" fmla="*/ 16924 w 17981"/>
                <a:gd name="csY1" fmla="*/ 7954 h 20000"/>
                <a:gd name="csX2" fmla="*/ 14320 w 17981"/>
                <a:gd name="csY2" fmla="*/ 18553 h 20000"/>
                <a:gd name="csX3" fmla="*/ 287 w 17981"/>
                <a:gd name="csY3" fmla="*/ 10767 h 20000"/>
                <a:gd name="csX4" fmla="*/ 10129 w 17981"/>
                <a:gd name="csY4" fmla="*/ 931 h 2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81" h="20000">
                  <a:moveTo>
                    <a:pt x="10129" y="931"/>
                  </a:moveTo>
                  <a:lnTo>
                    <a:pt x="16924" y="7954"/>
                  </a:lnTo>
                  <a:cubicBezTo>
                    <a:pt x="20416" y="11523"/>
                    <a:pt x="14129" y="19099"/>
                    <a:pt x="14320" y="18553"/>
                  </a:cubicBezTo>
                  <a:cubicBezTo>
                    <a:pt x="11399" y="23423"/>
                    <a:pt x="-2126" y="14768"/>
                    <a:pt x="287" y="10767"/>
                  </a:cubicBezTo>
                  <a:cubicBezTo>
                    <a:pt x="4160" y="5796"/>
                    <a:pt x="6446" y="-2853"/>
                    <a:pt x="10129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C70612D2-052B-C017-9D46-FD2584E57719}"/>
                </a:ext>
              </a:extLst>
            </p:cNvPr>
            <p:cNvSpPr/>
            <p:nvPr/>
          </p:nvSpPr>
          <p:spPr>
            <a:xfrm>
              <a:off x="10534893" y="5409561"/>
              <a:ext cx="10913" cy="26791"/>
            </a:xfrm>
            <a:custGeom>
              <a:avLst/>
              <a:gdLst>
                <a:gd name="csX0" fmla="*/ 4779 w 12586"/>
                <a:gd name="csY0" fmla="*/ 371 h 30897"/>
                <a:gd name="csX1" fmla="*/ 16 w 12586"/>
                <a:gd name="csY1" fmla="*/ 5782 h 30897"/>
                <a:gd name="csX2" fmla="*/ 5286 w 12586"/>
                <a:gd name="csY2" fmla="*/ 30864 h 30897"/>
                <a:gd name="csX3" fmla="*/ 12525 w 12586"/>
                <a:gd name="csY3" fmla="*/ 26756 h 30897"/>
                <a:gd name="csX4" fmla="*/ 4779 w 12586"/>
                <a:gd name="csY4" fmla="*/ 371 h 30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86" h="30897">
                  <a:moveTo>
                    <a:pt x="4779" y="371"/>
                  </a:moveTo>
                  <a:cubicBezTo>
                    <a:pt x="4207" y="803"/>
                    <a:pt x="-302" y="1451"/>
                    <a:pt x="16" y="5782"/>
                  </a:cubicBezTo>
                  <a:cubicBezTo>
                    <a:pt x="1604" y="27626"/>
                    <a:pt x="778" y="31302"/>
                    <a:pt x="5286" y="30864"/>
                  </a:cubicBezTo>
                  <a:cubicBezTo>
                    <a:pt x="6683" y="30432"/>
                    <a:pt x="13287" y="31410"/>
                    <a:pt x="12525" y="26756"/>
                  </a:cubicBezTo>
                  <a:cubicBezTo>
                    <a:pt x="8461" y="2213"/>
                    <a:pt x="8970" y="-1356"/>
                    <a:pt x="4779" y="3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E53A8BDD-4944-9646-7684-A8CE913E63D6}"/>
                </a:ext>
              </a:extLst>
            </p:cNvPr>
            <p:cNvSpPr/>
            <p:nvPr/>
          </p:nvSpPr>
          <p:spPr>
            <a:xfrm>
              <a:off x="10562746" y="5529470"/>
              <a:ext cx="15476" cy="16431"/>
            </a:xfrm>
            <a:custGeom>
              <a:avLst/>
              <a:gdLst>
                <a:gd name="csX0" fmla="*/ 977 w 17848"/>
                <a:gd name="csY0" fmla="*/ 1905 h 18949"/>
                <a:gd name="csX1" fmla="*/ 24 w 17848"/>
                <a:gd name="csY1" fmla="*/ 10452 h 18949"/>
                <a:gd name="csX2" fmla="*/ 10947 w 17848"/>
                <a:gd name="csY2" fmla="*/ 18669 h 18949"/>
                <a:gd name="csX3" fmla="*/ 17550 w 17848"/>
                <a:gd name="csY3" fmla="*/ 12395 h 18949"/>
                <a:gd name="csX4" fmla="*/ 16026 w 17848"/>
                <a:gd name="csY4" fmla="*/ 7531 h 18949"/>
                <a:gd name="csX5" fmla="*/ 977 w 17848"/>
                <a:gd name="csY5" fmla="*/ 1905 h 1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48" h="18949">
                  <a:moveTo>
                    <a:pt x="977" y="1905"/>
                  </a:moveTo>
                  <a:lnTo>
                    <a:pt x="24" y="10452"/>
                  </a:lnTo>
                  <a:cubicBezTo>
                    <a:pt x="-611" y="15532"/>
                    <a:pt x="11581" y="18993"/>
                    <a:pt x="10947" y="18669"/>
                  </a:cubicBezTo>
                  <a:cubicBezTo>
                    <a:pt x="15391" y="20618"/>
                    <a:pt x="17868" y="11747"/>
                    <a:pt x="17550" y="12395"/>
                  </a:cubicBezTo>
                  <a:cubicBezTo>
                    <a:pt x="18312" y="10668"/>
                    <a:pt x="17550" y="8502"/>
                    <a:pt x="16026" y="7531"/>
                  </a:cubicBezTo>
                  <a:cubicBezTo>
                    <a:pt x="5993" y="1365"/>
                    <a:pt x="1611" y="-2527"/>
                    <a:pt x="977" y="1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933E5DC0-9D62-BF26-F394-E6FF6C6A5E5C}"/>
                </a:ext>
              </a:extLst>
            </p:cNvPr>
            <p:cNvSpPr/>
            <p:nvPr/>
          </p:nvSpPr>
          <p:spPr>
            <a:xfrm>
              <a:off x="10571147" y="5553808"/>
              <a:ext cx="11779" cy="14142"/>
            </a:xfrm>
            <a:custGeom>
              <a:avLst/>
              <a:gdLst>
                <a:gd name="csX0" fmla="*/ 9830 w 13584"/>
                <a:gd name="csY0" fmla="*/ 1738 h 16309"/>
                <a:gd name="csX1" fmla="*/ 178 w 13584"/>
                <a:gd name="csY1" fmla="*/ 5739 h 16309"/>
                <a:gd name="csX2" fmla="*/ 6972 w 13584"/>
                <a:gd name="csY2" fmla="*/ 15582 h 16309"/>
                <a:gd name="csX3" fmla="*/ 12941 w 13584"/>
                <a:gd name="csY3" fmla="*/ 6710 h 16309"/>
                <a:gd name="csX4" fmla="*/ 9830 w 13584"/>
                <a:gd name="csY4" fmla="*/ 1738 h 1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84" h="16309">
                  <a:moveTo>
                    <a:pt x="9830" y="1738"/>
                  </a:moveTo>
                  <a:cubicBezTo>
                    <a:pt x="7353" y="-2262"/>
                    <a:pt x="-1346" y="1306"/>
                    <a:pt x="178" y="5739"/>
                  </a:cubicBezTo>
                  <a:cubicBezTo>
                    <a:pt x="2146" y="9847"/>
                    <a:pt x="2782" y="18934"/>
                    <a:pt x="6972" y="15582"/>
                  </a:cubicBezTo>
                  <a:cubicBezTo>
                    <a:pt x="8941" y="13524"/>
                    <a:pt x="15672" y="10933"/>
                    <a:pt x="12941" y="6710"/>
                  </a:cubicBezTo>
                  <a:lnTo>
                    <a:pt x="9830" y="17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6EAD0873-987A-65F5-8D71-9455D14AB710}"/>
                </a:ext>
              </a:extLst>
            </p:cNvPr>
            <p:cNvSpPr/>
            <p:nvPr/>
          </p:nvSpPr>
          <p:spPr>
            <a:xfrm>
              <a:off x="10585941" y="5577161"/>
              <a:ext cx="10266" cy="11292"/>
            </a:xfrm>
            <a:custGeom>
              <a:avLst/>
              <a:gdLst>
                <a:gd name="csX0" fmla="*/ 11819 w 11839"/>
                <a:gd name="csY0" fmla="*/ 2924 h 13023"/>
                <a:gd name="csX1" fmla="*/ 4008 w 11839"/>
                <a:gd name="csY1" fmla="*/ 650 h 13023"/>
                <a:gd name="csX2" fmla="*/ 3436 w 11839"/>
                <a:gd name="csY2" fmla="*/ 12868 h 13023"/>
                <a:gd name="csX3" fmla="*/ 11374 w 11839"/>
                <a:gd name="csY3" fmla="*/ 6924 h 13023"/>
                <a:gd name="csX4" fmla="*/ 11819 w 11839"/>
                <a:gd name="csY4" fmla="*/ 2924 h 1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39" h="13023">
                  <a:moveTo>
                    <a:pt x="11819" y="2924"/>
                  </a:moveTo>
                  <a:cubicBezTo>
                    <a:pt x="12327" y="-1839"/>
                    <a:pt x="3373" y="650"/>
                    <a:pt x="4008" y="650"/>
                  </a:cubicBezTo>
                  <a:cubicBezTo>
                    <a:pt x="-1072" y="1298"/>
                    <a:pt x="-1390" y="14601"/>
                    <a:pt x="3436" y="12868"/>
                  </a:cubicBezTo>
                  <a:cubicBezTo>
                    <a:pt x="4960" y="12004"/>
                    <a:pt x="10803" y="11572"/>
                    <a:pt x="11374" y="6924"/>
                  </a:cubicBezTo>
                  <a:lnTo>
                    <a:pt x="11819" y="29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547FC4-07E3-F738-FDEB-18DFB17E8D78}"/>
                </a:ext>
              </a:extLst>
            </p:cNvPr>
            <p:cNvSpPr/>
            <p:nvPr/>
          </p:nvSpPr>
          <p:spPr>
            <a:xfrm>
              <a:off x="10154824" y="5131463"/>
              <a:ext cx="43586" cy="30740"/>
            </a:xfrm>
            <a:custGeom>
              <a:avLst/>
              <a:gdLst>
                <a:gd name="csX0" fmla="*/ 4504 w 50266"/>
                <a:gd name="csY0" fmla="*/ 360 h 35452"/>
                <a:gd name="csX1" fmla="*/ 59 w 50266"/>
                <a:gd name="csY1" fmla="*/ 5116 h 35452"/>
                <a:gd name="csX2" fmla="*/ 24951 w 50266"/>
                <a:gd name="csY2" fmla="*/ 29773 h 35452"/>
                <a:gd name="csX3" fmla="*/ 48319 w 50266"/>
                <a:gd name="csY3" fmla="*/ 35393 h 35452"/>
                <a:gd name="csX4" fmla="*/ 48255 w 50266"/>
                <a:gd name="csY4" fmla="*/ 29989 h 35452"/>
                <a:gd name="csX5" fmla="*/ 34921 w 50266"/>
                <a:gd name="csY5" fmla="*/ 23931 h 35452"/>
                <a:gd name="csX6" fmla="*/ 27872 w 50266"/>
                <a:gd name="csY6" fmla="*/ 14628 h 35452"/>
                <a:gd name="csX7" fmla="*/ 23554 w 50266"/>
                <a:gd name="csY7" fmla="*/ 10088 h 35452"/>
                <a:gd name="csX8" fmla="*/ 4631 w 50266"/>
                <a:gd name="csY8" fmla="*/ 252 h 35452"/>
                <a:gd name="csX9" fmla="*/ 4504 w 50266"/>
                <a:gd name="csY9" fmla="*/ 36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266" h="35452">
                  <a:moveTo>
                    <a:pt x="4504" y="360"/>
                  </a:moveTo>
                  <a:cubicBezTo>
                    <a:pt x="630" y="-1697"/>
                    <a:pt x="-259" y="5764"/>
                    <a:pt x="59" y="5116"/>
                  </a:cubicBezTo>
                  <a:cubicBezTo>
                    <a:pt x="-1210" y="10736"/>
                    <a:pt x="25523" y="30313"/>
                    <a:pt x="24951" y="29773"/>
                  </a:cubicBezTo>
                  <a:cubicBezTo>
                    <a:pt x="29078" y="33234"/>
                    <a:pt x="49017" y="35501"/>
                    <a:pt x="48319" y="35393"/>
                  </a:cubicBezTo>
                  <a:cubicBezTo>
                    <a:pt x="52891" y="36149"/>
                    <a:pt x="47938" y="29449"/>
                    <a:pt x="48255" y="29989"/>
                  </a:cubicBezTo>
                  <a:cubicBezTo>
                    <a:pt x="45653" y="25557"/>
                    <a:pt x="34286" y="23823"/>
                    <a:pt x="34921" y="23931"/>
                  </a:cubicBezTo>
                  <a:cubicBezTo>
                    <a:pt x="30158" y="22636"/>
                    <a:pt x="27428" y="14089"/>
                    <a:pt x="27872" y="14628"/>
                  </a:cubicBezTo>
                  <a:cubicBezTo>
                    <a:pt x="27110" y="13009"/>
                    <a:pt x="25205" y="10844"/>
                    <a:pt x="23554" y="10088"/>
                  </a:cubicBezTo>
                  <a:lnTo>
                    <a:pt x="4631" y="252"/>
                  </a:lnTo>
                  <a:lnTo>
                    <a:pt x="4504" y="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059984EF-4D46-5A3F-2620-C0A1AFB521E1}"/>
                </a:ext>
              </a:extLst>
            </p:cNvPr>
            <p:cNvSpPr/>
            <p:nvPr/>
          </p:nvSpPr>
          <p:spPr>
            <a:xfrm>
              <a:off x="10129672" y="5149863"/>
              <a:ext cx="9389" cy="8676"/>
            </a:xfrm>
            <a:custGeom>
              <a:avLst/>
              <a:gdLst>
                <a:gd name="csX0" fmla="*/ 5825 w 10828"/>
                <a:gd name="csY0" fmla="*/ 222 h 10006"/>
                <a:gd name="csX1" fmla="*/ 173 w 10828"/>
                <a:gd name="csY1" fmla="*/ 5848 h 10006"/>
                <a:gd name="csX2" fmla="*/ 10587 w 10828"/>
                <a:gd name="csY2" fmla="*/ 7144 h 10006"/>
                <a:gd name="csX3" fmla="*/ 8047 w 10828"/>
                <a:gd name="csY3" fmla="*/ 1200 h 10006"/>
                <a:gd name="csX4" fmla="*/ 5825 w 10828"/>
                <a:gd name="csY4" fmla="*/ 336 h 10006"/>
                <a:gd name="csX5" fmla="*/ 5825 w 10828"/>
                <a:gd name="csY5" fmla="*/ 222 h 1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8" h="10006">
                  <a:moveTo>
                    <a:pt x="5825" y="222"/>
                  </a:moveTo>
                  <a:cubicBezTo>
                    <a:pt x="1507" y="-1397"/>
                    <a:pt x="-271" y="6388"/>
                    <a:pt x="173" y="5848"/>
                  </a:cubicBezTo>
                  <a:cubicBezTo>
                    <a:pt x="-1541" y="10497"/>
                    <a:pt x="10016" y="11690"/>
                    <a:pt x="10587" y="7144"/>
                  </a:cubicBezTo>
                  <a:cubicBezTo>
                    <a:pt x="10587" y="6604"/>
                    <a:pt x="11985" y="2603"/>
                    <a:pt x="8047" y="1200"/>
                  </a:cubicBezTo>
                  <a:lnTo>
                    <a:pt x="5825" y="336"/>
                  </a:lnTo>
                  <a:lnTo>
                    <a:pt x="5825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5F385929-FDBC-7437-F1D4-C9E79A933357}"/>
                </a:ext>
              </a:extLst>
            </p:cNvPr>
            <p:cNvSpPr/>
            <p:nvPr/>
          </p:nvSpPr>
          <p:spPr>
            <a:xfrm>
              <a:off x="10215910" y="5156794"/>
              <a:ext cx="53326" cy="41030"/>
            </a:xfrm>
            <a:custGeom>
              <a:avLst/>
              <a:gdLst>
                <a:gd name="csX0" fmla="*/ 222 w 61499"/>
                <a:gd name="csY0" fmla="*/ 1963 h 47318"/>
                <a:gd name="csX1" fmla="*/ 5683 w 61499"/>
                <a:gd name="csY1" fmla="*/ 14828 h 47318"/>
                <a:gd name="csX2" fmla="*/ 48927 w 61499"/>
                <a:gd name="csY2" fmla="*/ 45759 h 47318"/>
                <a:gd name="csX3" fmla="*/ 60039 w 61499"/>
                <a:gd name="csY3" fmla="*/ 43378 h 47318"/>
                <a:gd name="csX4" fmla="*/ 58070 w 61499"/>
                <a:gd name="csY4" fmla="*/ 34513 h 47318"/>
                <a:gd name="csX5" fmla="*/ 53308 w 61499"/>
                <a:gd name="csY5" fmla="*/ 30081 h 47318"/>
                <a:gd name="csX6" fmla="*/ 222 w 61499"/>
                <a:gd name="csY6" fmla="*/ 1855 h 47318"/>
                <a:gd name="csX7" fmla="*/ 222 w 61499"/>
                <a:gd name="csY7" fmla="*/ 1963 h 47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499" h="47318">
                  <a:moveTo>
                    <a:pt x="222" y="1963"/>
                  </a:moveTo>
                  <a:cubicBezTo>
                    <a:pt x="1619" y="6287"/>
                    <a:pt x="1302" y="12130"/>
                    <a:pt x="5683" y="14828"/>
                  </a:cubicBezTo>
                  <a:cubicBezTo>
                    <a:pt x="56801" y="45327"/>
                    <a:pt x="49244" y="46407"/>
                    <a:pt x="48927" y="45759"/>
                  </a:cubicBezTo>
                  <a:cubicBezTo>
                    <a:pt x="51086" y="50407"/>
                    <a:pt x="60611" y="43162"/>
                    <a:pt x="60039" y="43378"/>
                  </a:cubicBezTo>
                  <a:cubicBezTo>
                    <a:pt x="64293" y="41003"/>
                    <a:pt x="57880" y="33974"/>
                    <a:pt x="58070" y="34513"/>
                  </a:cubicBezTo>
                  <a:cubicBezTo>
                    <a:pt x="57118" y="32996"/>
                    <a:pt x="54959" y="31052"/>
                    <a:pt x="53308" y="30081"/>
                  </a:cubicBezTo>
                  <a:cubicBezTo>
                    <a:pt x="413" y="-850"/>
                    <a:pt x="-921" y="-2685"/>
                    <a:pt x="222" y="1855"/>
                  </a:cubicBezTo>
                  <a:lnTo>
                    <a:pt x="222" y="19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F90207D1-9A83-8043-498D-717C8BB1871C}"/>
                </a:ext>
              </a:extLst>
            </p:cNvPr>
            <p:cNvSpPr/>
            <p:nvPr/>
          </p:nvSpPr>
          <p:spPr>
            <a:xfrm>
              <a:off x="10290660" y="5188879"/>
              <a:ext cx="32875" cy="48584"/>
            </a:xfrm>
            <a:custGeom>
              <a:avLst/>
              <a:gdLst>
                <a:gd name="csX0" fmla="*/ 1963 w 37914"/>
                <a:gd name="csY0" fmla="*/ 0 h 56030"/>
                <a:gd name="csX1" fmla="*/ 19298 w 37914"/>
                <a:gd name="csY1" fmla="*/ 22168 h 56030"/>
                <a:gd name="csX2" fmla="*/ 37777 w 37914"/>
                <a:gd name="csY2" fmla="*/ 48660 h 56030"/>
                <a:gd name="csX3" fmla="*/ 34031 w 37914"/>
                <a:gd name="csY3" fmla="*/ 55257 h 56030"/>
                <a:gd name="csX4" fmla="*/ 10726 w 37914"/>
                <a:gd name="csY4" fmla="*/ 33630 h 56030"/>
                <a:gd name="csX5" fmla="*/ 2852 w 37914"/>
                <a:gd name="csY5" fmla="*/ 7137 h 56030"/>
                <a:gd name="csX6" fmla="*/ 1963 w 37914"/>
                <a:gd name="csY6" fmla="*/ 0 h 56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14" h="56030">
                  <a:moveTo>
                    <a:pt x="1963" y="0"/>
                  </a:moveTo>
                  <a:cubicBezTo>
                    <a:pt x="19108" y="1188"/>
                    <a:pt x="16568" y="18815"/>
                    <a:pt x="19298" y="22168"/>
                  </a:cubicBezTo>
                  <a:cubicBezTo>
                    <a:pt x="36634" y="43250"/>
                    <a:pt x="38539" y="44228"/>
                    <a:pt x="37777" y="48660"/>
                  </a:cubicBezTo>
                  <a:cubicBezTo>
                    <a:pt x="37142" y="50603"/>
                    <a:pt x="37586" y="58503"/>
                    <a:pt x="34031" y="55257"/>
                  </a:cubicBezTo>
                  <a:lnTo>
                    <a:pt x="10726" y="33630"/>
                  </a:lnTo>
                  <a:cubicBezTo>
                    <a:pt x="5963" y="29197"/>
                    <a:pt x="6662" y="13189"/>
                    <a:pt x="2852" y="7137"/>
                  </a:cubicBezTo>
                  <a:cubicBezTo>
                    <a:pt x="2281" y="5836"/>
                    <a:pt x="-2673" y="540"/>
                    <a:pt x="196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AF6C866B-9C4C-2CF6-0486-C6E74EA83458}"/>
                </a:ext>
              </a:extLst>
            </p:cNvPr>
            <p:cNvSpPr/>
            <p:nvPr/>
          </p:nvSpPr>
          <p:spPr>
            <a:xfrm>
              <a:off x="10273170" y="5207157"/>
              <a:ext cx="13627" cy="9842"/>
            </a:xfrm>
            <a:custGeom>
              <a:avLst/>
              <a:gdLst>
                <a:gd name="csX0" fmla="*/ 1941 w 15715"/>
                <a:gd name="csY0" fmla="*/ 1197 h 11350"/>
                <a:gd name="csX1" fmla="*/ 734 w 15715"/>
                <a:gd name="csY1" fmla="*/ 2384 h 11350"/>
                <a:gd name="csX2" fmla="*/ 9497 w 15715"/>
                <a:gd name="csY2" fmla="*/ 10925 h 11350"/>
                <a:gd name="csX3" fmla="*/ 15212 w 15715"/>
                <a:gd name="csY3" fmla="*/ 8010 h 11350"/>
                <a:gd name="csX4" fmla="*/ 13942 w 15715"/>
                <a:gd name="csY4" fmla="*/ 3680 h 11350"/>
                <a:gd name="csX5" fmla="*/ 1941 w 15715"/>
                <a:gd name="csY5" fmla="*/ 1304 h 11350"/>
                <a:gd name="csX6" fmla="*/ 1941 w 15715"/>
                <a:gd name="csY6" fmla="*/ 1197 h 11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15" h="11350">
                  <a:moveTo>
                    <a:pt x="1941" y="1197"/>
                  </a:moveTo>
                  <a:lnTo>
                    <a:pt x="734" y="2384"/>
                  </a:lnTo>
                  <a:cubicBezTo>
                    <a:pt x="-3203" y="6169"/>
                    <a:pt x="10005" y="11255"/>
                    <a:pt x="9497" y="10925"/>
                  </a:cubicBezTo>
                  <a:cubicBezTo>
                    <a:pt x="13053" y="12874"/>
                    <a:pt x="15783" y="7470"/>
                    <a:pt x="15212" y="8010"/>
                  </a:cubicBezTo>
                  <a:cubicBezTo>
                    <a:pt x="16228" y="6385"/>
                    <a:pt x="15656" y="4441"/>
                    <a:pt x="13942" y="3680"/>
                  </a:cubicBezTo>
                  <a:cubicBezTo>
                    <a:pt x="10323" y="2492"/>
                    <a:pt x="5496" y="-2264"/>
                    <a:pt x="1941" y="1304"/>
                  </a:cubicBezTo>
                  <a:lnTo>
                    <a:pt x="1941" y="11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76102EF1-84FD-D973-4CC2-9AA947B250FC}"/>
                </a:ext>
              </a:extLst>
            </p:cNvPr>
            <p:cNvSpPr/>
            <p:nvPr/>
          </p:nvSpPr>
          <p:spPr>
            <a:xfrm>
              <a:off x="10312513" y="5247213"/>
              <a:ext cx="38698" cy="27192"/>
            </a:xfrm>
            <a:custGeom>
              <a:avLst/>
              <a:gdLst>
                <a:gd name="csX0" fmla="*/ 4130 w 44629"/>
                <a:gd name="csY0" fmla="*/ 415 h 31360"/>
                <a:gd name="csX1" fmla="*/ 65 w 44629"/>
                <a:gd name="csY1" fmla="*/ 6150 h 31360"/>
                <a:gd name="csX2" fmla="*/ 5781 w 44629"/>
                <a:gd name="csY2" fmla="*/ 12633 h 31360"/>
                <a:gd name="csX3" fmla="*/ 9273 w 44629"/>
                <a:gd name="csY3" fmla="*/ 17504 h 31360"/>
                <a:gd name="csX4" fmla="*/ 42991 w 44629"/>
                <a:gd name="csY4" fmla="*/ 31238 h 31360"/>
                <a:gd name="csX5" fmla="*/ 37467 w 44629"/>
                <a:gd name="csY5" fmla="*/ 16424 h 31360"/>
                <a:gd name="csX6" fmla="*/ 16257 w 44629"/>
                <a:gd name="csY6" fmla="*/ 7661 h 31360"/>
                <a:gd name="csX7" fmla="*/ 4130 w 44629"/>
                <a:gd name="csY7" fmla="*/ 415 h 31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629" h="31360">
                  <a:moveTo>
                    <a:pt x="4130" y="415"/>
                  </a:moveTo>
                  <a:cubicBezTo>
                    <a:pt x="129" y="-1966"/>
                    <a:pt x="-189" y="6690"/>
                    <a:pt x="65" y="6150"/>
                  </a:cubicBezTo>
                  <a:cubicBezTo>
                    <a:pt x="-697" y="10582"/>
                    <a:pt x="6352" y="13179"/>
                    <a:pt x="5781" y="12633"/>
                  </a:cubicBezTo>
                  <a:cubicBezTo>
                    <a:pt x="7432" y="13503"/>
                    <a:pt x="9019" y="15662"/>
                    <a:pt x="9273" y="17504"/>
                  </a:cubicBezTo>
                  <a:cubicBezTo>
                    <a:pt x="12511" y="23993"/>
                    <a:pt x="43690" y="31454"/>
                    <a:pt x="42991" y="31238"/>
                  </a:cubicBezTo>
                  <a:cubicBezTo>
                    <a:pt x="48833" y="32966"/>
                    <a:pt x="37149" y="15770"/>
                    <a:pt x="37467" y="16424"/>
                  </a:cubicBezTo>
                  <a:cubicBezTo>
                    <a:pt x="34165" y="10582"/>
                    <a:pt x="24322" y="12525"/>
                    <a:pt x="16257" y="7661"/>
                  </a:cubicBezTo>
                  <a:lnTo>
                    <a:pt x="4130" y="4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D7724A89-912E-9CCA-E840-BA6B6124A90C}"/>
                </a:ext>
              </a:extLst>
            </p:cNvPr>
            <p:cNvSpPr/>
            <p:nvPr/>
          </p:nvSpPr>
          <p:spPr>
            <a:xfrm>
              <a:off x="10270068" y="5291085"/>
              <a:ext cx="23094" cy="15702"/>
            </a:xfrm>
            <a:custGeom>
              <a:avLst/>
              <a:gdLst>
                <a:gd name="csX0" fmla="*/ 3995 w 26634"/>
                <a:gd name="csY0" fmla="*/ 214 h 18109"/>
                <a:gd name="csX1" fmla="*/ 312 w 26634"/>
                <a:gd name="csY1" fmla="*/ 2265 h 18109"/>
                <a:gd name="csX2" fmla="*/ 58 w 26634"/>
                <a:gd name="csY2" fmla="*/ 3459 h 18109"/>
                <a:gd name="csX3" fmla="*/ 2344 w 26634"/>
                <a:gd name="csY3" fmla="*/ 8431 h 18109"/>
                <a:gd name="csX4" fmla="*/ 18028 w 26634"/>
                <a:gd name="csY4" fmla="*/ 17626 h 18109"/>
                <a:gd name="csX5" fmla="*/ 26284 w 26634"/>
                <a:gd name="csY5" fmla="*/ 12647 h 18109"/>
                <a:gd name="csX6" fmla="*/ 3995 w 26634"/>
                <a:gd name="csY6" fmla="*/ 214 h 18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34" h="18109">
                  <a:moveTo>
                    <a:pt x="3995" y="214"/>
                  </a:moveTo>
                  <a:cubicBezTo>
                    <a:pt x="2344" y="-434"/>
                    <a:pt x="502" y="430"/>
                    <a:pt x="312" y="2265"/>
                  </a:cubicBezTo>
                  <a:lnTo>
                    <a:pt x="58" y="3459"/>
                  </a:lnTo>
                  <a:cubicBezTo>
                    <a:pt x="-260" y="5294"/>
                    <a:pt x="757" y="7459"/>
                    <a:pt x="2344" y="8431"/>
                  </a:cubicBezTo>
                  <a:lnTo>
                    <a:pt x="18028" y="17626"/>
                  </a:lnTo>
                  <a:cubicBezTo>
                    <a:pt x="22283" y="20108"/>
                    <a:pt x="26919" y="12215"/>
                    <a:pt x="26284" y="12647"/>
                  </a:cubicBezTo>
                  <a:cubicBezTo>
                    <a:pt x="29966" y="8107"/>
                    <a:pt x="3423" y="-2"/>
                    <a:pt x="3995" y="2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8B4538A1-D4D3-8755-AAD2-684251D010EE}"/>
                </a:ext>
              </a:extLst>
            </p:cNvPr>
            <p:cNvSpPr/>
            <p:nvPr/>
          </p:nvSpPr>
          <p:spPr>
            <a:xfrm>
              <a:off x="10258473" y="5219385"/>
              <a:ext cx="40073" cy="22324"/>
            </a:xfrm>
            <a:custGeom>
              <a:avLst/>
              <a:gdLst>
                <a:gd name="csX0" fmla="*/ 3269 w 46215"/>
                <a:gd name="csY0" fmla="*/ 283 h 25745"/>
                <a:gd name="csX1" fmla="*/ 349 w 46215"/>
                <a:gd name="csY1" fmla="*/ 4830 h 25745"/>
                <a:gd name="csX2" fmla="*/ 6318 w 46215"/>
                <a:gd name="csY2" fmla="*/ 19314 h 25745"/>
                <a:gd name="csX3" fmla="*/ 45688 w 46215"/>
                <a:gd name="csY3" fmla="*/ 23321 h 25745"/>
                <a:gd name="csX4" fmla="*/ 12287 w 46215"/>
                <a:gd name="csY4" fmla="*/ 4938 h 25745"/>
                <a:gd name="csX5" fmla="*/ 3269 w 46215"/>
                <a:gd name="csY5" fmla="*/ 283 h 25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215" h="25745">
                  <a:moveTo>
                    <a:pt x="3269" y="283"/>
                  </a:moveTo>
                  <a:cubicBezTo>
                    <a:pt x="2762" y="715"/>
                    <a:pt x="-1175" y="1261"/>
                    <a:pt x="349" y="4830"/>
                  </a:cubicBezTo>
                  <a:lnTo>
                    <a:pt x="6318" y="19314"/>
                  </a:lnTo>
                  <a:cubicBezTo>
                    <a:pt x="7905" y="23105"/>
                    <a:pt x="51466" y="29157"/>
                    <a:pt x="45688" y="23321"/>
                  </a:cubicBezTo>
                  <a:cubicBezTo>
                    <a:pt x="17557" y="-5228"/>
                    <a:pt x="22510" y="15098"/>
                    <a:pt x="12287" y="4938"/>
                  </a:cubicBezTo>
                  <a:cubicBezTo>
                    <a:pt x="10635" y="3744"/>
                    <a:pt x="7842" y="-1228"/>
                    <a:pt x="3269" y="2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127B8D08-CA57-FB5E-2EFD-D6111B8F2F79}"/>
                </a:ext>
              </a:extLst>
            </p:cNvPr>
            <p:cNvSpPr/>
            <p:nvPr/>
          </p:nvSpPr>
          <p:spPr>
            <a:xfrm>
              <a:off x="10237872" y="5208113"/>
              <a:ext cx="11220" cy="10292"/>
            </a:xfrm>
            <a:custGeom>
              <a:avLst/>
              <a:gdLst>
                <a:gd name="csX0" fmla="*/ 2454 w 12940"/>
                <a:gd name="csY0" fmla="*/ 1496 h 11870"/>
                <a:gd name="csX1" fmla="*/ 1375 w 12940"/>
                <a:gd name="csY1" fmla="*/ 8202 h 11870"/>
                <a:gd name="csX2" fmla="*/ 10011 w 12940"/>
                <a:gd name="csY2" fmla="*/ 10361 h 11870"/>
                <a:gd name="csX3" fmla="*/ 11217 w 12940"/>
                <a:gd name="csY3" fmla="*/ 2144 h 11870"/>
                <a:gd name="csX4" fmla="*/ 2454 w 12940"/>
                <a:gd name="csY4" fmla="*/ 1496 h 11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940" h="11870">
                  <a:moveTo>
                    <a:pt x="2454" y="1496"/>
                  </a:moveTo>
                  <a:cubicBezTo>
                    <a:pt x="2264" y="2144"/>
                    <a:pt x="-2182" y="5713"/>
                    <a:pt x="1375" y="8202"/>
                  </a:cubicBezTo>
                  <a:cubicBezTo>
                    <a:pt x="3026" y="8958"/>
                    <a:pt x="7534" y="14476"/>
                    <a:pt x="10011" y="10361"/>
                  </a:cubicBezTo>
                  <a:cubicBezTo>
                    <a:pt x="10582" y="8958"/>
                    <a:pt x="15471" y="4201"/>
                    <a:pt x="11217" y="2144"/>
                  </a:cubicBezTo>
                  <a:cubicBezTo>
                    <a:pt x="9947" y="1820"/>
                    <a:pt x="5375" y="-2072"/>
                    <a:pt x="2454" y="14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0AA0A1D-95AF-F3FD-D140-7B6A41FD568D}"/>
                </a:ext>
              </a:extLst>
            </p:cNvPr>
            <p:cNvSpPr/>
            <p:nvPr/>
          </p:nvSpPr>
          <p:spPr>
            <a:xfrm>
              <a:off x="10181208" y="5179814"/>
              <a:ext cx="32411" cy="24851"/>
            </a:xfrm>
            <a:custGeom>
              <a:avLst/>
              <a:gdLst>
                <a:gd name="csX0" fmla="*/ 9827 w 37378"/>
                <a:gd name="csY0" fmla="*/ 719 h 28660"/>
                <a:gd name="csX1" fmla="*/ 1445 w 37378"/>
                <a:gd name="csY1" fmla="*/ 8180 h 28660"/>
                <a:gd name="csX2" fmla="*/ 27543 w 37378"/>
                <a:gd name="csY2" fmla="*/ 27859 h 28660"/>
                <a:gd name="csX3" fmla="*/ 36878 w 37378"/>
                <a:gd name="csY3" fmla="*/ 19534 h 28660"/>
                <a:gd name="csX4" fmla="*/ 35862 w 37378"/>
                <a:gd name="csY4" fmla="*/ 14778 h 28660"/>
                <a:gd name="csX5" fmla="*/ 9700 w 37378"/>
                <a:gd name="csY5" fmla="*/ 611 h 28660"/>
                <a:gd name="csX6" fmla="*/ 9827 w 37378"/>
                <a:gd name="csY6" fmla="*/ 719 h 2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78" h="28660">
                  <a:moveTo>
                    <a:pt x="9827" y="719"/>
                  </a:moveTo>
                  <a:cubicBezTo>
                    <a:pt x="6017" y="3316"/>
                    <a:pt x="-3635" y="6669"/>
                    <a:pt x="1445" y="8180"/>
                  </a:cubicBezTo>
                  <a:cubicBezTo>
                    <a:pt x="19987" y="13914"/>
                    <a:pt x="28178" y="28405"/>
                    <a:pt x="27543" y="27859"/>
                  </a:cubicBezTo>
                  <a:cubicBezTo>
                    <a:pt x="31226" y="31974"/>
                    <a:pt x="37386" y="18886"/>
                    <a:pt x="36878" y="19534"/>
                  </a:cubicBezTo>
                  <a:cubicBezTo>
                    <a:pt x="37830" y="18023"/>
                    <a:pt x="37386" y="15858"/>
                    <a:pt x="35862" y="14778"/>
                  </a:cubicBezTo>
                  <a:cubicBezTo>
                    <a:pt x="18209" y="2777"/>
                    <a:pt x="14018" y="-1770"/>
                    <a:pt x="9700" y="611"/>
                  </a:cubicBezTo>
                  <a:lnTo>
                    <a:pt x="9827" y="7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F1AF4601-9169-7CD7-D5C0-123EB2FB5571}"/>
                </a:ext>
              </a:extLst>
            </p:cNvPr>
            <p:cNvSpPr/>
            <p:nvPr/>
          </p:nvSpPr>
          <p:spPr>
            <a:xfrm>
              <a:off x="10171944" y="5169352"/>
              <a:ext cx="8726" cy="10408"/>
            </a:xfrm>
            <a:custGeom>
              <a:avLst/>
              <a:gdLst>
                <a:gd name="csX0" fmla="*/ 9843 w 10063"/>
                <a:gd name="csY0" fmla="*/ 3806 h 12003"/>
                <a:gd name="csX1" fmla="*/ 7049 w 10063"/>
                <a:gd name="csY1" fmla="*/ 11160 h 12003"/>
                <a:gd name="csX2" fmla="*/ 0 w 10063"/>
                <a:gd name="csY2" fmla="*/ 9324 h 12003"/>
                <a:gd name="csX3" fmla="*/ 3684 w 10063"/>
                <a:gd name="csY3" fmla="*/ 22 h 12003"/>
                <a:gd name="csX4" fmla="*/ 9843 w 10063"/>
                <a:gd name="csY4" fmla="*/ 3806 h 12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63" h="12003">
                  <a:moveTo>
                    <a:pt x="9843" y="3806"/>
                  </a:moveTo>
                  <a:cubicBezTo>
                    <a:pt x="9653" y="4784"/>
                    <a:pt x="11494" y="10188"/>
                    <a:pt x="7049" y="11160"/>
                  </a:cubicBezTo>
                  <a:cubicBezTo>
                    <a:pt x="5970" y="11160"/>
                    <a:pt x="-63" y="13973"/>
                    <a:pt x="0" y="9324"/>
                  </a:cubicBezTo>
                  <a:cubicBezTo>
                    <a:pt x="572" y="6619"/>
                    <a:pt x="-1269" y="-410"/>
                    <a:pt x="3684" y="22"/>
                  </a:cubicBezTo>
                  <a:cubicBezTo>
                    <a:pt x="3684" y="22"/>
                    <a:pt x="9525" y="-518"/>
                    <a:pt x="9843" y="38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5A28104-6B31-B544-DB5D-E8522A4D83B7}"/>
                </a:ext>
              </a:extLst>
            </p:cNvPr>
            <p:cNvSpPr/>
            <p:nvPr/>
          </p:nvSpPr>
          <p:spPr>
            <a:xfrm>
              <a:off x="10155784" y="5163720"/>
              <a:ext cx="10005" cy="12694"/>
            </a:xfrm>
            <a:custGeom>
              <a:avLst/>
              <a:gdLst>
                <a:gd name="csX0" fmla="*/ 5239 w 11539"/>
                <a:gd name="csY0" fmla="*/ 358 h 14639"/>
                <a:gd name="csX1" fmla="*/ 9684 w 11539"/>
                <a:gd name="csY1" fmla="*/ 2732 h 14639"/>
                <a:gd name="csX2" fmla="*/ 9049 w 11539"/>
                <a:gd name="csY2" fmla="*/ 13439 h 14639"/>
                <a:gd name="csX3" fmla="*/ 286 w 11539"/>
                <a:gd name="csY3" fmla="*/ 2840 h 14639"/>
                <a:gd name="csX4" fmla="*/ 5112 w 11539"/>
                <a:gd name="csY4" fmla="*/ 465 h 14639"/>
                <a:gd name="csX5" fmla="*/ 5239 w 11539"/>
                <a:gd name="csY5" fmla="*/ 358 h 14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9" h="14639">
                  <a:moveTo>
                    <a:pt x="5239" y="358"/>
                  </a:moveTo>
                  <a:lnTo>
                    <a:pt x="9684" y="2732"/>
                  </a:lnTo>
                  <a:cubicBezTo>
                    <a:pt x="14256" y="5114"/>
                    <a:pt x="8922" y="13985"/>
                    <a:pt x="9049" y="13439"/>
                  </a:cubicBezTo>
                  <a:cubicBezTo>
                    <a:pt x="7081" y="18309"/>
                    <a:pt x="-1682" y="7063"/>
                    <a:pt x="286" y="2840"/>
                  </a:cubicBezTo>
                  <a:cubicBezTo>
                    <a:pt x="286" y="2840"/>
                    <a:pt x="1746" y="-1376"/>
                    <a:pt x="5112" y="465"/>
                  </a:cubicBezTo>
                  <a:lnTo>
                    <a:pt x="5239" y="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FE27735-8636-614F-7321-47EE6D840406}"/>
                </a:ext>
              </a:extLst>
            </p:cNvPr>
            <p:cNvSpPr/>
            <p:nvPr/>
          </p:nvSpPr>
          <p:spPr>
            <a:xfrm>
              <a:off x="10179212" y="5195414"/>
              <a:ext cx="9033" cy="9471"/>
            </a:xfrm>
            <a:custGeom>
              <a:avLst/>
              <a:gdLst>
                <a:gd name="csX0" fmla="*/ 2350 w 10418"/>
                <a:gd name="csY0" fmla="*/ 1760 h 10923"/>
                <a:gd name="csX1" fmla="*/ 9399 w 10418"/>
                <a:gd name="csY1" fmla="*/ 2084 h 10923"/>
                <a:gd name="csX2" fmla="*/ 8002 w 10418"/>
                <a:gd name="csY2" fmla="*/ 9983 h 10923"/>
                <a:gd name="csX3" fmla="*/ 509 w 10418"/>
                <a:gd name="csY3" fmla="*/ 8465 h 10923"/>
                <a:gd name="csX4" fmla="*/ 2350 w 10418"/>
                <a:gd name="csY4" fmla="*/ 1760 h 10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18" h="10923">
                  <a:moveTo>
                    <a:pt x="2350" y="1760"/>
                  </a:moveTo>
                  <a:cubicBezTo>
                    <a:pt x="3239" y="1652"/>
                    <a:pt x="8319" y="-2349"/>
                    <a:pt x="9399" y="2084"/>
                  </a:cubicBezTo>
                  <a:cubicBezTo>
                    <a:pt x="9399" y="3277"/>
                    <a:pt x="12447" y="8897"/>
                    <a:pt x="8002" y="9983"/>
                  </a:cubicBezTo>
                  <a:cubicBezTo>
                    <a:pt x="6922" y="9983"/>
                    <a:pt x="1525" y="12898"/>
                    <a:pt x="509" y="8465"/>
                  </a:cubicBezTo>
                  <a:cubicBezTo>
                    <a:pt x="509" y="8465"/>
                    <a:pt x="-1460" y="3601"/>
                    <a:pt x="2350" y="17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C933B21B-CEEE-771C-0000-91F14AAB6DAB}"/>
                </a:ext>
              </a:extLst>
            </p:cNvPr>
            <p:cNvSpPr/>
            <p:nvPr/>
          </p:nvSpPr>
          <p:spPr>
            <a:xfrm>
              <a:off x="10459005" y="5265454"/>
              <a:ext cx="12840" cy="9888"/>
            </a:xfrm>
            <a:custGeom>
              <a:avLst/>
              <a:gdLst>
                <a:gd name="csX0" fmla="*/ 3398 w 14808"/>
                <a:gd name="csY0" fmla="*/ 684 h 11403"/>
                <a:gd name="csX1" fmla="*/ 14764 w 14808"/>
                <a:gd name="csY1" fmla="*/ 3065 h 11403"/>
                <a:gd name="csX2" fmla="*/ 10700 w 14808"/>
                <a:gd name="csY2" fmla="*/ 9980 h 11403"/>
                <a:gd name="csX3" fmla="*/ 159 w 14808"/>
                <a:gd name="csY3" fmla="*/ 8685 h 11403"/>
                <a:gd name="csX4" fmla="*/ 3525 w 14808"/>
                <a:gd name="csY4" fmla="*/ 684 h 11403"/>
                <a:gd name="csX5" fmla="*/ 3398 w 14808"/>
                <a:gd name="csY5" fmla="*/ 684 h 11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808" h="11403">
                  <a:moveTo>
                    <a:pt x="3398" y="684"/>
                  </a:moveTo>
                  <a:cubicBezTo>
                    <a:pt x="7652" y="900"/>
                    <a:pt x="15463" y="-2129"/>
                    <a:pt x="14764" y="3065"/>
                  </a:cubicBezTo>
                  <a:cubicBezTo>
                    <a:pt x="14447" y="3929"/>
                    <a:pt x="15018" y="9117"/>
                    <a:pt x="10700" y="9980"/>
                  </a:cubicBezTo>
                  <a:cubicBezTo>
                    <a:pt x="7398" y="10202"/>
                    <a:pt x="159" y="13771"/>
                    <a:pt x="159" y="8685"/>
                  </a:cubicBezTo>
                  <a:cubicBezTo>
                    <a:pt x="159" y="8685"/>
                    <a:pt x="-1111" y="1116"/>
                    <a:pt x="3525" y="684"/>
                  </a:cubicBezTo>
                  <a:lnTo>
                    <a:pt x="3398" y="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9D2EB685-1187-A208-8441-5994E1335EDD}"/>
                </a:ext>
              </a:extLst>
            </p:cNvPr>
            <p:cNvSpPr/>
            <p:nvPr/>
          </p:nvSpPr>
          <p:spPr>
            <a:xfrm>
              <a:off x="10479665" y="5281782"/>
              <a:ext cx="9055" cy="8928"/>
            </a:xfrm>
            <a:custGeom>
              <a:avLst/>
              <a:gdLst>
                <a:gd name="csX0" fmla="*/ 4145 w 10443"/>
                <a:gd name="csY0" fmla="*/ 20 h 10296"/>
                <a:gd name="csX1" fmla="*/ 10431 w 10443"/>
                <a:gd name="csY1" fmla="*/ 3373 h 10296"/>
                <a:gd name="csX2" fmla="*/ 6749 w 10443"/>
                <a:gd name="csY2" fmla="*/ 10186 h 10296"/>
                <a:gd name="csX3" fmla="*/ 17 w 10443"/>
                <a:gd name="csY3" fmla="*/ 7049 h 10296"/>
                <a:gd name="csX4" fmla="*/ 4145 w 10443"/>
                <a:gd name="csY4" fmla="*/ 20 h 10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43" h="10296">
                  <a:moveTo>
                    <a:pt x="4145" y="20"/>
                  </a:moveTo>
                  <a:cubicBezTo>
                    <a:pt x="4907" y="236"/>
                    <a:pt x="10749" y="-1060"/>
                    <a:pt x="10431" y="3373"/>
                  </a:cubicBezTo>
                  <a:cubicBezTo>
                    <a:pt x="10241" y="4344"/>
                    <a:pt x="11320" y="10078"/>
                    <a:pt x="6749" y="10186"/>
                  </a:cubicBezTo>
                  <a:cubicBezTo>
                    <a:pt x="5669" y="9970"/>
                    <a:pt x="-363" y="11590"/>
                    <a:pt x="17" y="7049"/>
                  </a:cubicBezTo>
                  <a:cubicBezTo>
                    <a:pt x="17" y="7049"/>
                    <a:pt x="-490" y="20"/>
                    <a:pt x="4145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54B73BE8-DF01-1C22-D7C1-3D6F226FD9F8}"/>
                </a:ext>
              </a:extLst>
            </p:cNvPr>
            <p:cNvSpPr/>
            <p:nvPr/>
          </p:nvSpPr>
          <p:spPr>
            <a:xfrm>
              <a:off x="10491927" y="5296010"/>
              <a:ext cx="12646" cy="8483"/>
            </a:xfrm>
            <a:custGeom>
              <a:avLst/>
              <a:gdLst>
                <a:gd name="csX0" fmla="*/ 100 w 14584"/>
                <a:gd name="csY0" fmla="*/ 5995 h 9783"/>
                <a:gd name="csX1" fmla="*/ 14451 w 14584"/>
                <a:gd name="csY1" fmla="*/ 5995 h 9783"/>
                <a:gd name="csX2" fmla="*/ 8990 w 14584"/>
                <a:gd name="csY2" fmla="*/ 154 h 9783"/>
                <a:gd name="csX3" fmla="*/ 100 w 14584"/>
                <a:gd name="csY3" fmla="*/ 5995 h 9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584" h="9783">
                  <a:moveTo>
                    <a:pt x="100" y="5995"/>
                  </a:moveTo>
                  <a:cubicBezTo>
                    <a:pt x="3973" y="11723"/>
                    <a:pt x="15975" y="10320"/>
                    <a:pt x="14451" y="5995"/>
                  </a:cubicBezTo>
                  <a:cubicBezTo>
                    <a:pt x="13943" y="5024"/>
                    <a:pt x="13309" y="-1034"/>
                    <a:pt x="8990" y="154"/>
                  </a:cubicBezTo>
                  <a:cubicBezTo>
                    <a:pt x="8990" y="154"/>
                    <a:pt x="-1106" y="1023"/>
                    <a:pt x="100" y="59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4CD99BC3-E6FB-3B2A-41F9-87B4F31F3E3D}"/>
                </a:ext>
              </a:extLst>
            </p:cNvPr>
            <p:cNvSpPr/>
            <p:nvPr/>
          </p:nvSpPr>
          <p:spPr>
            <a:xfrm>
              <a:off x="9834862" y="4984091"/>
              <a:ext cx="27899" cy="9315"/>
            </a:xfrm>
            <a:custGeom>
              <a:avLst/>
              <a:gdLst>
                <a:gd name="csX0" fmla="*/ 0 w 32175"/>
                <a:gd name="csY0" fmla="*/ 2920 h 10743"/>
                <a:gd name="csX1" fmla="*/ 30543 w 32175"/>
                <a:gd name="csY1" fmla="*/ 1942 h 10743"/>
                <a:gd name="csX2" fmla="*/ 0 w 32175"/>
                <a:gd name="csY2" fmla="*/ 2920 h 1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75" h="10743">
                  <a:moveTo>
                    <a:pt x="0" y="2920"/>
                  </a:moveTo>
                  <a:cubicBezTo>
                    <a:pt x="127" y="20656"/>
                    <a:pt x="40704" y="2812"/>
                    <a:pt x="30543" y="1942"/>
                  </a:cubicBezTo>
                  <a:cubicBezTo>
                    <a:pt x="2794" y="-325"/>
                    <a:pt x="953" y="-1296"/>
                    <a:pt x="0" y="29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DDEFF0A5-D2E9-4BD8-6A15-C8752EB1BC11}"/>
                </a:ext>
              </a:extLst>
            </p:cNvPr>
            <p:cNvSpPr/>
            <p:nvPr/>
          </p:nvSpPr>
          <p:spPr>
            <a:xfrm>
              <a:off x="9812539" y="5062276"/>
              <a:ext cx="9750" cy="10605"/>
            </a:xfrm>
            <a:custGeom>
              <a:avLst/>
              <a:gdLst>
                <a:gd name="csX0" fmla="*/ 1677 w 11244"/>
                <a:gd name="csY0" fmla="*/ 10726 h 12230"/>
                <a:gd name="csX1" fmla="*/ 10885 w 11244"/>
                <a:gd name="csY1" fmla="*/ 4884 h 12230"/>
                <a:gd name="csX2" fmla="*/ 1677 w 11244"/>
                <a:gd name="csY2" fmla="*/ 10726 h 1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244" h="12230">
                  <a:moveTo>
                    <a:pt x="1677" y="10726"/>
                  </a:moveTo>
                  <a:cubicBezTo>
                    <a:pt x="3899" y="15050"/>
                    <a:pt x="13171" y="9100"/>
                    <a:pt x="10885" y="4884"/>
                  </a:cubicBezTo>
                  <a:cubicBezTo>
                    <a:pt x="-1435" y="-9715"/>
                    <a:pt x="-1308" y="13317"/>
                    <a:pt x="1677" y="107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FFFAAE4E-8AB9-115B-4C82-1303D2FC48EA}"/>
                </a:ext>
              </a:extLst>
            </p:cNvPr>
            <p:cNvSpPr/>
            <p:nvPr/>
          </p:nvSpPr>
          <p:spPr>
            <a:xfrm>
              <a:off x="9930863" y="4961844"/>
              <a:ext cx="9748" cy="9428"/>
            </a:xfrm>
            <a:custGeom>
              <a:avLst/>
              <a:gdLst>
                <a:gd name="csX0" fmla="*/ 410 w 11242"/>
                <a:gd name="csY0" fmla="*/ 2085 h 10873"/>
                <a:gd name="csX1" fmla="*/ 28 w 11242"/>
                <a:gd name="csY1" fmla="*/ 5324 h 10873"/>
                <a:gd name="csX2" fmla="*/ 7140 w 11242"/>
                <a:gd name="csY2" fmla="*/ 10734 h 10873"/>
                <a:gd name="csX3" fmla="*/ 11141 w 11242"/>
                <a:gd name="csY3" fmla="*/ 7921 h 10873"/>
                <a:gd name="csX4" fmla="*/ 8855 w 11242"/>
                <a:gd name="csY4" fmla="*/ 3057 h 10873"/>
                <a:gd name="csX5" fmla="*/ 346 w 11242"/>
                <a:gd name="csY5" fmla="*/ 2085 h 10873"/>
                <a:gd name="csX6" fmla="*/ 410 w 11242"/>
                <a:gd name="csY6" fmla="*/ 2085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42" h="10873">
                  <a:moveTo>
                    <a:pt x="410" y="2085"/>
                  </a:moveTo>
                  <a:lnTo>
                    <a:pt x="28" y="5324"/>
                  </a:lnTo>
                  <a:cubicBezTo>
                    <a:pt x="-543" y="9979"/>
                    <a:pt x="7712" y="10950"/>
                    <a:pt x="7140" y="10734"/>
                  </a:cubicBezTo>
                  <a:cubicBezTo>
                    <a:pt x="10633" y="11706"/>
                    <a:pt x="11586" y="7273"/>
                    <a:pt x="11141" y="7921"/>
                  </a:cubicBezTo>
                  <a:cubicBezTo>
                    <a:pt x="11586" y="6194"/>
                    <a:pt x="10506" y="3920"/>
                    <a:pt x="8855" y="3057"/>
                  </a:cubicBezTo>
                  <a:cubicBezTo>
                    <a:pt x="6696" y="2301"/>
                    <a:pt x="854" y="-2785"/>
                    <a:pt x="346" y="2085"/>
                  </a:cubicBezTo>
                  <a:lnTo>
                    <a:pt x="410" y="20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7849C96C-AF20-7180-52EB-8200921F15DA}"/>
                </a:ext>
              </a:extLst>
            </p:cNvPr>
            <p:cNvSpPr/>
            <p:nvPr/>
          </p:nvSpPr>
          <p:spPr>
            <a:xfrm>
              <a:off x="9947256" y="4996984"/>
              <a:ext cx="16299" cy="11308"/>
            </a:xfrm>
            <a:custGeom>
              <a:avLst/>
              <a:gdLst>
                <a:gd name="csX0" fmla="*/ 3855 w 18797"/>
                <a:gd name="csY0" fmla="*/ 9895 h 13041"/>
                <a:gd name="csX1" fmla="*/ 680 w 18797"/>
                <a:gd name="csY1" fmla="*/ 6218 h 13041"/>
                <a:gd name="csX2" fmla="*/ 3728 w 18797"/>
                <a:gd name="csY2" fmla="*/ 808 h 13041"/>
                <a:gd name="csX3" fmla="*/ 9760 w 18797"/>
                <a:gd name="csY3" fmla="*/ 377 h 13041"/>
                <a:gd name="csX4" fmla="*/ 3728 w 18797"/>
                <a:gd name="csY4" fmla="*/ 9895 h 13041"/>
                <a:gd name="csX5" fmla="*/ 3855 w 18797"/>
                <a:gd name="csY5" fmla="*/ 9895 h 13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97" h="13041">
                  <a:moveTo>
                    <a:pt x="3855" y="9895"/>
                  </a:moveTo>
                  <a:lnTo>
                    <a:pt x="680" y="6218"/>
                  </a:lnTo>
                  <a:cubicBezTo>
                    <a:pt x="-2050" y="2974"/>
                    <a:pt x="4363" y="268"/>
                    <a:pt x="3728" y="808"/>
                  </a:cubicBezTo>
                  <a:cubicBezTo>
                    <a:pt x="5316" y="-55"/>
                    <a:pt x="8047" y="-271"/>
                    <a:pt x="9760" y="377"/>
                  </a:cubicBezTo>
                  <a:cubicBezTo>
                    <a:pt x="30652" y="11730"/>
                    <a:pt x="9571" y="16817"/>
                    <a:pt x="3728" y="9895"/>
                  </a:cubicBezTo>
                  <a:lnTo>
                    <a:pt x="3855" y="98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5E58E11F-FBF5-7A9B-2190-62C95D918E02}"/>
                </a:ext>
              </a:extLst>
            </p:cNvPr>
            <p:cNvSpPr/>
            <p:nvPr/>
          </p:nvSpPr>
          <p:spPr>
            <a:xfrm>
              <a:off x="9848185" y="5088081"/>
              <a:ext cx="10358" cy="7995"/>
            </a:xfrm>
            <a:custGeom>
              <a:avLst/>
              <a:gdLst>
                <a:gd name="csX0" fmla="*/ 2604 w 11945"/>
                <a:gd name="csY0" fmla="*/ 537 h 9220"/>
                <a:gd name="csX1" fmla="*/ 10478 w 11945"/>
                <a:gd name="csY1" fmla="*/ 3457 h 9220"/>
                <a:gd name="csX2" fmla="*/ 2604 w 11945"/>
                <a:gd name="csY2" fmla="*/ 537 h 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945" h="9220">
                  <a:moveTo>
                    <a:pt x="2604" y="537"/>
                  </a:moveTo>
                  <a:cubicBezTo>
                    <a:pt x="-8127" y="12538"/>
                    <a:pt x="18289" y="10703"/>
                    <a:pt x="10478" y="3457"/>
                  </a:cubicBezTo>
                  <a:cubicBezTo>
                    <a:pt x="10478" y="3457"/>
                    <a:pt x="6477" y="-1629"/>
                    <a:pt x="2604" y="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5A51F5F4-93D0-C0D1-963C-FFF27C416DCA}"/>
                </a:ext>
              </a:extLst>
            </p:cNvPr>
            <p:cNvSpPr/>
            <p:nvPr/>
          </p:nvSpPr>
          <p:spPr>
            <a:xfrm>
              <a:off x="9874166" y="5095377"/>
              <a:ext cx="11208" cy="14279"/>
            </a:xfrm>
            <a:custGeom>
              <a:avLst/>
              <a:gdLst>
                <a:gd name="csX0" fmla="*/ 3566 w 12926"/>
                <a:gd name="csY0" fmla="*/ 448 h 16468"/>
                <a:gd name="csX1" fmla="*/ 10106 w 12926"/>
                <a:gd name="csY1" fmla="*/ 3477 h 16468"/>
                <a:gd name="csX2" fmla="*/ 12265 w 12926"/>
                <a:gd name="csY2" fmla="*/ 14831 h 16468"/>
                <a:gd name="csX3" fmla="*/ 2487 w 12926"/>
                <a:gd name="csY3" fmla="*/ 10830 h 16468"/>
                <a:gd name="csX4" fmla="*/ 10 w 12926"/>
                <a:gd name="csY4" fmla="*/ 5420 h 16468"/>
                <a:gd name="csX5" fmla="*/ 3566 w 12926"/>
                <a:gd name="csY5" fmla="*/ 340 h 16468"/>
                <a:gd name="csX6" fmla="*/ 3566 w 12926"/>
                <a:gd name="csY6" fmla="*/ 448 h 1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26" h="16468">
                  <a:moveTo>
                    <a:pt x="3566" y="448"/>
                  </a:moveTo>
                  <a:lnTo>
                    <a:pt x="10106" y="3477"/>
                  </a:lnTo>
                  <a:cubicBezTo>
                    <a:pt x="14742" y="5642"/>
                    <a:pt x="12265" y="15478"/>
                    <a:pt x="12265" y="14831"/>
                  </a:cubicBezTo>
                  <a:cubicBezTo>
                    <a:pt x="11694" y="20235"/>
                    <a:pt x="1852" y="10506"/>
                    <a:pt x="2487" y="10830"/>
                  </a:cubicBezTo>
                  <a:cubicBezTo>
                    <a:pt x="963" y="9751"/>
                    <a:pt x="-117" y="7261"/>
                    <a:pt x="10" y="5420"/>
                  </a:cubicBezTo>
                  <a:cubicBezTo>
                    <a:pt x="201" y="4664"/>
                    <a:pt x="-498" y="-1495"/>
                    <a:pt x="3566" y="340"/>
                  </a:cubicBezTo>
                  <a:lnTo>
                    <a:pt x="3566" y="4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3E6F82FB-B5C6-C1C5-DDDC-687FF0ED9DED}"/>
                </a:ext>
              </a:extLst>
            </p:cNvPr>
            <p:cNvSpPr/>
            <p:nvPr/>
          </p:nvSpPr>
          <p:spPr>
            <a:xfrm>
              <a:off x="9969477" y="5003087"/>
              <a:ext cx="79296" cy="72209"/>
            </a:xfrm>
            <a:custGeom>
              <a:avLst/>
              <a:gdLst>
                <a:gd name="csX0" fmla="*/ 15123 w 91449"/>
                <a:gd name="csY0" fmla="*/ 584 h 83276"/>
                <a:gd name="csX1" fmla="*/ 74305 w 91449"/>
                <a:gd name="csY1" fmla="*/ 72390 h 83276"/>
                <a:gd name="csX2" fmla="*/ 36840 w 91449"/>
                <a:gd name="csY2" fmla="*/ 26752 h 83276"/>
                <a:gd name="csX3" fmla="*/ 1661 w 91449"/>
                <a:gd name="csY3" fmla="*/ 5448 h 83276"/>
                <a:gd name="csX4" fmla="*/ 15123 w 91449"/>
                <a:gd name="csY4" fmla="*/ 584 h 8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49" h="83276">
                  <a:moveTo>
                    <a:pt x="15123" y="584"/>
                  </a:moveTo>
                  <a:cubicBezTo>
                    <a:pt x="138821" y="74549"/>
                    <a:pt x="75195" y="100070"/>
                    <a:pt x="74305" y="72390"/>
                  </a:cubicBezTo>
                  <a:cubicBezTo>
                    <a:pt x="73353" y="43301"/>
                    <a:pt x="36333" y="26321"/>
                    <a:pt x="36840" y="26752"/>
                  </a:cubicBezTo>
                  <a:cubicBezTo>
                    <a:pt x="12393" y="2318"/>
                    <a:pt x="-5704" y="9995"/>
                    <a:pt x="1661" y="5448"/>
                  </a:cubicBezTo>
                  <a:cubicBezTo>
                    <a:pt x="1661" y="5448"/>
                    <a:pt x="10551" y="-2121"/>
                    <a:pt x="15123" y="5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A6D9CF6B-9618-F7AC-890C-5DB0814CF965}"/>
                </a:ext>
              </a:extLst>
            </p:cNvPr>
            <p:cNvSpPr/>
            <p:nvPr/>
          </p:nvSpPr>
          <p:spPr>
            <a:xfrm>
              <a:off x="9893623" y="5054681"/>
              <a:ext cx="130583" cy="68840"/>
            </a:xfrm>
            <a:custGeom>
              <a:avLst/>
              <a:gdLst>
                <a:gd name="csX0" fmla="*/ 121398 w 150597"/>
                <a:gd name="csY0" fmla="*/ 17 h 79391"/>
                <a:gd name="csX1" fmla="*/ 131494 w 150597"/>
                <a:gd name="csY1" fmla="*/ 3477 h 79391"/>
                <a:gd name="csX2" fmla="*/ 144893 w 150597"/>
                <a:gd name="csY2" fmla="*/ 3369 h 79391"/>
                <a:gd name="csX3" fmla="*/ 150544 w 150597"/>
                <a:gd name="csY3" fmla="*/ 10831 h 79391"/>
                <a:gd name="csX4" fmla="*/ 135050 w 150597"/>
                <a:gd name="csY4" fmla="*/ 32998 h 79391"/>
                <a:gd name="csX5" fmla="*/ 140448 w 150597"/>
                <a:gd name="csY5" fmla="*/ 47165 h 79391"/>
                <a:gd name="csX6" fmla="*/ 127557 w 150597"/>
                <a:gd name="csY6" fmla="*/ 51489 h 79391"/>
                <a:gd name="csX7" fmla="*/ 119493 w 150597"/>
                <a:gd name="csY7" fmla="*/ 49762 h 79391"/>
                <a:gd name="csX8" fmla="*/ 114921 w 150597"/>
                <a:gd name="csY8" fmla="*/ 57655 h 79391"/>
                <a:gd name="csX9" fmla="*/ 74026 w 150597"/>
                <a:gd name="csY9" fmla="*/ 79176 h 79391"/>
                <a:gd name="csX10" fmla="*/ 50087 w 150597"/>
                <a:gd name="csY10" fmla="*/ 79392 h 79391"/>
                <a:gd name="csX11" fmla="*/ 40562 w 150597"/>
                <a:gd name="csY11" fmla="*/ 71822 h 79391"/>
                <a:gd name="csX12" fmla="*/ 30402 w 150597"/>
                <a:gd name="csY12" fmla="*/ 72686 h 79391"/>
                <a:gd name="csX13" fmla="*/ 16432 w 150597"/>
                <a:gd name="csY13" fmla="*/ 65117 h 79391"/>
                <a:gd name="csX14" fmla="*/ 3034 w 150597"/>
                <a:gd name="csY14" fmla="*/ 59922 h 79391"/>
                <a:gd name="csX15" fmla="*/ 430 w 150597"/>
                <a:gd name="csY15" fmla="*/ 51597 h 79391"/>
                <a:gd name="csX16" fmla="*/ 58533 w 150597"/>
                <a:gd name="csY16" fmla="*/ 46949 h 79391"/>
                <a:gd name="csX17" fmla="*/ 64501 w 150597"/>
                <a:gd name="csY17" fmla="*/ 32027 h 79391"/>
                <a:gd name="csX18" fmla="*/ 68947 w 150597"/>
                <a:gd name="csY18" fmla="*/ 31703 h 79391"/>
                <a:gd name="csX19" fmla="*/ 68947 w 150597"/>
                <a:gd name="csY19" fmla="*/ 38841 h 79391"/>
                <a:gd name="csX20" fmla="*/ 82345 w 150597"/>
                <a:gd name="csY20" fmla="*/ 48784 h 79391"/>
                <a:gd name="csX21" fmla="*/ 99871 w 150597"/>
                <a:gd name="csY21" fmla="*/ 44568 h 79391"/>
                <a:gd name="csX22" fmla="*/ 109840 w 150597"/>
                <a:gd name="csY22" fmla="*/ 30509 h 79391"/>
                <a:gd name="csX23" fmla="*/ 121524 w 150597"/>
                <a:gd name="csY23" fmla="*/ 28674 h 79391"/>
                <a:gd name="csX24" fmla="*/ 123684 w 150597"/>
                <a:gd name="csY24" fmla="*/ 14831 h 79391"/>
                <a:gd name="csX25" fmla="*/ 121334 w 150597"/>
                <a:gd name="csY25" fmla="*/ 17 h 79391"/>
                <a:gd name="csX26" fmla="*/ 121398 w 150597"/>
                <a:gd name="csY26" fmla="*/ 17 h 79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597" h="79391">
                  <a:moveTo>
                    <a:pt x="121398" y="17"/>
                  </a:moveTo>
                  <a:cubicBezTo>
                    <a:pt x="123557" y="448"/>
                    <a:pt x="129081" y="-631"/>
                    <a:pt x="131494" y="3477"/>
                  </a:cubicBezTo>
                  <a:cubicBezTo>
                    <a:pt x="138733" y="9751"/>
                    <a:pt x="138543" y="-955"/>
                    <a:pt x="144893" y="3369"/>
                  </a:cubicBezTo>
                  <a:cubicBezTo>
                    <a:pt x="145972" y="4449"/>
                    <a:pt x="151179" y="6290"/>
                    <a:pt x="150544" y="10831"/>
                  </a:cubicBezTo>
                  <a:cubicBezTo>
                    <a:pt x="146226" y="43381"/>
                    <a:pt x="136701" y="22184"/>
                    <a:pt x="135050" y="32998"/>
                  </a:cubicBezTo>
                  <a:cubicBezTo>
                    <a:pt x="136002" y="43489"/>
                    <a:pt x="145845" y="43705"/>
                    <a:pt x="140448" y="47165"/>
                  </a:cubicBezTo>
                  <a:cubicBezTo>
                    <a:pt x="136002" y="49331"/>
                    <a:pt x="131176" y="55274"/>
                    <a:pt x="127557" y="51489"/>
                  </a:cubicBezTo>
                  <a:cubicBezTo>
                    <a:pt x="124636" y="48460"/>
                    <a:pt x="118794" y="49762"/>
                    <a:pt x="119493" y="49762"/>
                  </a:cubicBezTo>
                  <a:cubicBezTo>
                    <a:pt x="114794" y="50302"/>
                    <a:pt x="114730" y="58303"/>
                    <a:pt x="114921" y="57655"/>
                  </a:cubicBezTo>
                  <a:cubicBezTo>
                    <a:pt x="113841" y="64361"/>
                    <a:pt x="76821" y="79176"/>
                    <a:pt x="74026" y="79176"/>
                  </a:cubicBezTo>
                  <a:lnTo>
                    <a:pt x="50087" y="79392"/>
                  </a:lnTo>
                  <a:cubicBezTo>
                    <a:pt x="44880" y="79392"/>
                    <a:pt x="39927" y="71175"/>
                    <a:pt x="40562" y="71822"/>
                  </a:cubicBezTo>
                  <a:cubicBezTo>
                    <a:pt x="37514" y="68038"/>
                    <a:pt x="29767" y="72902"/>
                    <a:pt x="30402" y="72686"/>
                  </a:cubicBezTo>
                  <a:cubicBezTo>
                    <a:pt x="25639" y="74743"/>
                    <a:pt x="15797" y="64685"/>
                    <a:pt x="16432" y="65117"/>
                  </a:cubicBezTo>
                  <a:cubicBezTo>
                    <a:pt x="12305" y="61764"/>
                    <a:pt x="2335" y="59706"/>
                    <a:pt x="3034" y="59922"/>
                  </a:cubicBezTo>
                  <a:cubicBezTo>
                    <a:pt x="-1412" y="58627"/>
                    <a:pt x="303" y="50950"/>
                    <a:pt x="430" y="51597"/>
                  </a:cubicBezTo>
                  <a:cubicBezTo>
                    <a:pt x="1510" y="39056"/>
                    <a:pt x="56056" y="61440"/>
                    <a:pt x="58533" y="46949"/>
                  </a:cubicBezTo>
                  <a:cubicBezTo>
                    <a:pt x="60374" y="40244"/>
                    <a:pt x="59040" y="32459"/>
                    <a:pt x="64501" y="32027"/>
                  </a:cubicBezTo>
                  <a:lnTo>
                    <a:pt x="68947" y="31703"/>
                  </a:lnTo>
                  <a:cubicBezTo>
                    <a:pt x="73709" y="31271"/>
                    <a:pt x="68947" y="39488"/>
                    <a:pt x="68947" y="38841"/>
                  </a:cubicBezTo>
                  <a:cubicBezTo>
                    <a:pt x="60374" y="58627"/>
                    <a:pt x="76821" y="46086"/>
                    <a:pt x="82345" y="48784"/>
                  </a:cubicBezTo>
                  <a:cubicBezTo>
                    <a:pt x="89711" y="51058"/>
                    <a:pt x="98601" y="49978"/>
                    <a:pt x="99871" y="44568"/>
                  </a:cubicBezTo>
                  <a:cubicBezTo>
                    <a:pt x="103554" y="34186"/>
                    <a:pt x="110285" y="29862"/>
                    <a:pt x="109840" y="30509"/>
                  </a:cubicBezTo>
                  <a:cubicBezTo>
                    <a:pt x="113524" y="27156"/>
                    <a:pt x="122160" y="28674"/>
                    <a:pt x="121524" y="28674"/>
                  </a:cubicBezTo>
                  <a:cubicBezTo>
                    <a:pt x="126859" y="28890"/>
                    <a:pt x="124763" y="17644"/>
                    <a:pt x="123684" y="14831"/>
                  </a:cubicBezTo>
                  <a:cubicBezTo>
                    <a:pt x="121715" y="7694"/>
                    <a:pt x="115810" y="-415"/>
                    <a:pt x="121334" y="17"/>
                  </a:cubicBezTo>
                  <a:lnTo>
                    <a:pt x="121398" y="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8E12A48-182B-973D-3D21-7CB92B002477}"/>
                </a:ext>
              </a:extLst>
            </p:cNvPr>
            <p:cNvSpPr/>
            <p:nvPr/>
          </p:nvSpPr>
          <p:spPr>
            <a:xfrm>
              <a:off x="9948910" y="5214508"/>
              <a:ext cx="10359" cy="12256"/>
            </a:xfrm>
            <a:custGeom>
              <a:avLst/>
              <a:gdLst>
                <a:gd name="csX0" fmla="*/ 9696 w 11947"/>
                <a:gd name="csY0" fmla="*/ 1799 h 14134"/>
                <a:gd name="csX1" fmla="*/ 2456 w 11947"/>
                <a:gd name="csY1" fmla="*/ 2555 h 14134"/>
                <a:gd name="csX2" fmla="*/ 9378 w 11947"/>
                <a:gd name="csY2" fmla="*/ 13801 h 14134"/>
                <a:gd name="csX3" fmla="*/ 11854 w 11947"/>
                <a:gd name="csY3" fmla="*/ 11426 h 14134"/>
                <a:gd name="csX4" fmla="*/ 9696 w 11947"/>
                <a:gd name="csY4" fmla="*/ 1799 h 14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7" h="14134">
                  <a:moveTo>
                    <a:pt x="9696" y="1799"/>
                  </a:moveTo>
                  <a:cubicBezTo>
                    <a:pt x="8616" y="-2741"/>
                    <a:pt x="1822" y="2771"/>
                    <a:pt x="2456" y="2555"/>
                  </a:cubicBezTo>
                  <a:cubicBezTo>
                    <a:pt x="-6434" y="7965"/>
                    <a:pt x="11854" y="15858"/>
                    <a:pt x="9378" y="13801"/>
                  </a:cubicBezTo>
                  <a:cubicBezTo>
                    <a:pt x="11092" y="14340"/>
                    <a:pt x="12299" y="13261"/>
                    <a:pt x="11854" y="11426"/>
                  </a:cubicBezTo>
                  <a:lnTo>
                    <a:pt x="9696" y="17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73AA3-331F-B565-EB79-B2C9B4FEA9A8}"/>
                </a:ext>
              </a:extLst>
            </p:cNvPr>
            <p:cNvSpPr/>
            <p:nvPr/>
          </p:nvSpPr>
          <p:spPr>
            <a:xfrm>
              <a:off x="9966764" y="5221976"/>
              <a:ext cx="17970" cy="12204"/>
            </a:xfrm>
            <a:custGeom>
              <a:avLst/>
              <a:gdLst>
                <a:gd name="csX0" fmla="*/ 2948 w 20724"/>
                <a:gd name="csY0" fmla="*/ 0 h 14075"/>
                <a:gd name="csX1" fmla="*/ 3963 w 20724"/>
                <a:gd name="csY1" fmla="*/ 9620 h 14075"/>
                <a:gd name="csX2" fmla="*/ 20600 w 20724"/>
                <a:gd name="csY2" fmla="*/ 11786 h 14075"/>
                <a:gd name="csX3" fmla="*/ 14759 w 20724"/>
                <a:gd name="csY3" fmla="*/ 0 h 14075"/>
                <a:gd name="csX4" fmla="*/ 3074 w 20724"/>
                <a:gd name="csY4" fmla="*/ 0 h 14075"/>
                <a:gd name="csX5" fmla="*/ 2948 w 20724"/>
                <a:gd name="csY5" fmla="*/ 0 h 14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724" h="14075">
                  <a:moveTo>
                    <a:pt x="2948" y="0"/>
                  </a:moveTo>
                  <a:cubicBezTo>
                    <a:pt x="-1688" y="0"/>
                    <a:pt x="-481" y="8217"/>
                    <a:pt x="3963" y="9620"/>
                  </a:cubicBezTo>
                  <a:cubicBezTo>
                    <a:pt x="16410" y="13513"/>
                    <a:pt x="21617" y="16218"/>
                    <a:pt x="20600" y="11786"/>
                  </a:cubicBezTo>
                  <a:cubicBezTo>
                    <a:pt x="19204" y="7677"/>
                    <a:pt x="19966" y="0"/>
                    <a:pt x="14759" y="0"/>
                  </a:cubicBezTo>
                  <a:lnTo>
                    <a:pt x="3074" y="0"/>
                  </a:lnTo>
                  <a:lnTo>
                    <a:pt x="294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F973CBA6-BA70-E055-4A49-BCCB5121D31A}"/>
                </a:ext>
              </a:extLst>
            </p:cNvPr>
            <p:cNvSpPr/>
            <p:nvPr/>
          </p:nvSpPr>
          <p:spPr>
            <a:xfrm>
              <a:off x="9976130" y="5242122"/>
              <a:ext cx="15561" cy="9680"/>
            </a:xfrm>
            <a:custGeom>
              <a:avLst/>
              <a:gdLst>
                <a:gd name="csX0" fmla="*/ 592 w 17946"/>
                <a:gd name="csY0" fmla="*/ 2180 h 11164"/>
                <a:gd name="csX1" fmla="*/ 4275 w 17946"/>
                <a:gd name="csY1" fmla="*/ 8015 h 11164"/>
                <a:gd name="csX2" fmla="*/ 12086 w 17946"/>
                <a:gd name="csY2" fmla="*/ 11044 h 11164"/>
                <a:gd name="csX3" fmla="*/ 17737 w 17946"/>
                <a:gd name="csY3" fmla="*/ 3259 h 11164"/>
                <a:gd name="csX4" fmla="*/ 7768 w 17946"/>
                <a:gd name="csY4" fmla="*/ 1208 h 11164"/>
                <a:gd name="csX5" fmla="*/ 529 w 17946"/>
                <a:gd name="csY5" fmla="*/ 2180 h 11164"/>
                <a:gd name="csX6" fmla="*/ 592 w 17946"/>
                <a:gd name="csY6" fmla="*/ 2180 h 11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946" h="11164">
                  <a:moveTo>
                    <a:pt x="592" y="2180"/>
                  </a:moveTo>
                  <a:lnTo>
                    <a:pt x="4275" y="8015"/>
                  </a:lnTo>
                  <a:cubicBezTo>
                    <a:pt x="6561" y="11584"/>
                    <a:pt x="12721" y="11260"/>
                    <a:pt x="12086" y="11044"/>
                  </a:cubicBezTo>
                  <a:cubicBezTo>
                    <a:pt x="16848" y="11260"/>
                    <a:pt x="18055" y="2611"/>
                    <a:pt x="17737" y="3259"/>
                  </a:cubicBezTo>
                  <a:cubicBezTo>
                    <a:pt x="19135" y="-1281"/>
                    <a:pt x="13292" y="2287"/>
                    <a:pt x="7768" y="1208"/>
                  </a:cubicBezTo>
                  <a:cubicBezTo>
                    <a:pt x="5673" y="992"/>
                    <a:pt x="-2075" y="-1929"/>
                    <a:pt x="529" y="2180"/>
                  </a:cubicBezTo>
                  <a:lnTo>
                    <a:pt x="592" y="2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6165BC99-E764-14C5-B48E-28D5D15084D5}"/>
                </a:ext>
              </a:extLst>
            </p:cNvPr>
            <p:cNvSpPr/>
            <p:nvPr/>
          </p:nvSpPr>
          <p:spPr>
            <a:xfrm>
              <a:off x="10026227" y="5209030"/>
              <a:ext cx="19727" cy="10965"/>
            </a:xfrm>
            <a:custGeom>
              <a:avLst/>
              <a:gdLst>
                <a:gd name="csX0" fmla="*/ 1745 w 22750"/>
                <a:gd name="csY0" fmla="*/ 8 h 12645"/>
                <a:gd name="csX1" fmla="*/ 4983 w 22750"/>
                <a:gd name="csY1" fmla="*/ 8657 h 12645"/>
                <a:gd name="csX2" fmla="*/ 22699 w 22750"/>
                <a:gd name="csY2" fmla="*/ 9520 h 12645"/>
                <a:gd name="csX3" fmla="*/ 21747 w 22750"/>
                <a:gd name="csY3" fmla="*/ 4225 h 12645"/>
                <a:gd name="csX4" fmla="*/ 17747 w 22750"/>
                <a:gd name="csY4" fmla="*/ 763 h 12645"/>
                <a:gd name="csX5" fmla="*/ 1745 w 22750"/>
                <a:gd name="csY5" fmla="*/ 8 h 1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50" h="12645">
                  <a:moveTo>
                    <a:pt x="1745" y="8"/>
                  </a:moveTo>
                  <a:cubicBezTo>
                    <a:pt x="-3716" y="-316"/>
                    <a:pt x="5427" y="9196"/>
                    <a:pt x="4983" y="8657"/>
                  </a:cubicBezTo>
                  <a:cubicBezTo>
                    <a:pt x="7333" y="11793"/>
                    <a:pt x="23779" y="15362"/>
                    <a:pt x="22699" y="9520"/>
                  </a:cubicBezTo>
                  <a:lnTo>
                    <a:pt x="21747" y="4225"/>
                  </a:lnTo>
                  <a:cubicBezTo>
                    <a:pt x="21430" y="2383"/>
                    <a:pt x="19588" y="872"/>
                    <a:pt x="17747" y="763"/>
                  </a:cubicBezTo>
                  <a:lnTo>
                    <a:pt x="1745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A8471045-4340-E47A-7CB1-375805A51B68}"/>
                </a:ext>
              </a:extLst>
            </p:cNvPr>
            <p:cNvSpPr/>
            <p:nvPr/>
          </p:nvSpPr>
          <p:spPr>
            <a:xfrm>
              <a:off x="9974070" y="5189269"/>
              <a:ext cx="14464" cy="9813"/>
            </a:xfrm>
            <a:custGeom>
              <a:avLst/>
              <a:gdLst>
                <a:gd name="csX0" fmla="*/ 15795 w 16681"/>
                <a:gd name="csY0" fmla="*/ 2141 h 11317"/>
                <a:gd name="csX1" fmla="*/ 13953 w 16681"/>
                <a:gd name="csY1" fmla="*/ 11120 h 11317"/>
                <a:gd name="csX2" fmla="*/ 1253 w 16681"/>
                <a:gd name="csY2" fmla="*/ 4846 h 11317"/>
                <a:gd name="csX3" fmla="*/ 15795 w 16681"/>
                <a:gd name="csY3" fmla="*/ 2141 h 11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681" h="11317">
                  <a:moveTo>
                    <a:pt x="15795" y="2141"/>
                  </a:moveTo>
                  <a:cubicBezTo>
                    <a:pt x="15795" y="5062"/>
                    <a:pt x="18716" y="12631"/>
                    <a:pt x="13953" y="11120"/>
                  </a:cubicBezTo>
                  <a:cubicBezTo>
                    <a:pt x="3666" y="7875"/>
                    <a:pt x="-2874" y="6681"/>
                    <a:pt x="1253" y="4846"/>
                  </a:cubicBezTo>
                  <a:cubicBezTo>
                    <a:pt x="7858" y="2789"/>
                    <a:pt x="15033" y="-3155"/>
                    <a:pt x="15795" y="21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7C319C6-79CB-3BB2-9A71-15E4DB71EFDE}"/>
                </a:ext>
              </a:extLst>
            </p:cNvPr>
            <p:cNvSpPr/>
            <p:nvPr/>
          </p:nvSpPr>
          <p:spPr>
            <a:xfrm>
              <a:off x="10050417" y="5286964"/>
              <a:ext cx="20279" cy="14312"/>
            </a:xfrm>
            <a:custGeom>
              <a:avLst/>
              <a:gdLst>
                <a:gd name="csX0" fmla="*/ 2739 w 23387"/>
                <a:gd name="csY0" fmla="*/ 204 h 16505"/>
                <a:gd name="csX1" fmla="*/ 22107 w 23387"/>
                <a:gd name="csY1" fmla="*/ 8319 h 16505"/>
                <a:gd name="csX2" fmla="*/ 12264 w 23387"/>
                <a:gd name="csY2" fmla="*/ 16104 h 16505"/>
                <a:gd name="csX3" fmla="*/ 580 w 23387"/>
                <a:gd name="csY3" fmla="*/ 6370 h 16505"/>
                <a:gd name="csX4" fmla="*/ 2612 w 23387"/>
                <a:gd name="csY4" fmla="*/ 312 h 16505"/>
                <a:gd name="csX5" fmla="*/ 2739 w 23387"/>
                <a:gd name="csY5" fmla="*/ 204 h 16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87" h="16505">
                  <a:moveTo>
                    <a:pt x="2739" y="204"/>
                  </a:moveTo>
                  <a:lnTo>
                    <a:pt x="22107" y="8319"/>
                  </a:lnTo>
                  <a:cubicBezTo>
                    <a:pt x="27060" y="10370"/>
                    <a:pt x="16328" y="18371"/>
                    <a:pt x="12264" y="16104"/>
                  </a:cubicBezTo>
                  <a:cubicBezTo>
                    <a:pt x="5088" y="11882"/>
                    <a:pt x="1215" y="10587"/>
                    <a:pt x="580" y="6370"/>
                  </a:cubicBezTo>
                  <a:cubicBezTo>
                    <a:pt x="580" y="5290"/>
                    <a:pt x="-1642" y="-1523"/>
                    <a:pt x="2612" y="312"/>
                  </a:cubicBezTo>
                  <a:lnTo>
                    <a:pt x="2739" y="2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BCF6305-D88F-621A-987B-52710F9696FC}"/>
                </a:ext>
              </a:extLst>
            </p:cNvPr>
            <p:cNvSpPr/>
            <p:nvPr/>
          </p:nvSpPr>
          <p:spPr>
            <a:xfrm>
              <a:off x="10079421" y="5282123"/>
              <a:ext cx="11412" cy="11682"/>
            </a:xfrm>
            <a:custGeom>
              <a:avLst/>
              <a:gdLst>
                <a:gd name="csX0" fmla="*/ 25 w 13161"/>
                <a:gd name="csY0" fmla="*/ 8060 h 13472"/>
                <a:gd name="csX1" fmla="*/ 3898 w 13161"/>
                <a:gd name="csY1" fmla="*/ 13362 h 13472"/>
                <a:gd name="csX2" fmla="*/ 12915 w 13161"/>
                <a:gd name="csY2" fmla="*/ 7952 h 13472"/>
                <a:gd name="csX3" fmla="*/ 6692 w 13161"/>
                <a:gd name="csY3" fmla="*/ 491 h 13472"/>
                <a:gd name="csX4" fmla="*/ 25 w 13161"/>
                <a:gd name="csY4" fmla="*/ 7952 h 13472"/>
                <a:gd name="csX5" fmla="*/ 25 w 13161"/>
                <a:gd name="csY5" fmla="*/ 8060 h 1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1" h="13472">
                  <a:moveTo>
                    <a:pt x="25" y="8060"/>
                  </a:moveTo>
                  <a:cubicBezTo>
                    <a:pt x="215" y="8600"/>
                    <a:pt x="-420" y="14334"/>
                    <a:pt x="3898" y="13362"/>
                  </a:cubicBezTo>
                  <a:cubicBezTo>
                    <a:pt x="6946" y="12276"/>
                    <a:pt x="14629" y="12708"/>
                    <a:pt x="12915" y="7952"/>
                  </a:cubicBezTo>
                  <a:cubicBezTo>
                    <a:pt x="11582" y="5679"/>
                    <a:pt x="10947" y="-1998"/>
                    <a:pt x="6692" y="491"/>
                  </a:cubicBezTo>
                  <a:cubicBezTo>
                    <a:pt x="5232" y="1678"/>
                    <a:pt x="-420" y="3304"/>
                    <a:pt x="25" y="7952"/>
                  </a:cubicBezTo>
                  <a:lnTo>
                    <a:pt x="25" y="80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2C50127C-01DB-14DB-2225-650C658FF883}"/>
                </a:ext>
              </a:extLst>
            </p:cNvPr>
            <p:cNvSpPr/>
            <p:nvPr/>
          </p:nvSpPr>
          <p:spPr>
            <a:xfrm>
              <a:off x="10094357" y="5082331"/>
              <a:ext cx="46044" cy="58497"/>
            </a:xfrm>
            <a:custGeom>
              <a:avLst/>
              <a:gdLst>
                <a:gd name="csX0" fmla="*/ 7 w 53101"/>
                <a:gd name="csY0" fmla="*/ 3924 h 67463"/>
                <a:gd name="csX1" fmla="*/ 3118 w 53101"/>
                <a:gd name="csY1" fmla="*/ 18955 h 67463"/>
                <a:gd name="csX2" fmla="*/ 10358 w 53101"/>
                <a:gd name="csY2" fmla="*/ 38633 h 67463"/>
                <a:gd name="csX3" fmla="*/ 28011 w 53101"/>
                <a:gd name="csY3" fmla="*/ 61455 h 67463"/>
                <a:gd name="csX4" fmla="*/ 51378 w 53101"/>
                <a:gd name="csY4" fmla="*/ 54642 h 67463"/>
                <a:gd name="csX5" fmla="*/ 32265 w 53101"/>
                <a:gd name="csY5" fmla="*/ 38202 h 67463"/>
                <a:gd name="csX6" fmla="*/ 16898 w 53101"/>
                <a:gd name="csY6" fmla="*/ 16250 h 67463"/>
                <a:gd name="csX7" fmla="*/ 6484 w 53101"/>
                <a:gd name="csY7" fmla="*/ 32 h 67463"/>
                <a:gd name="csX8" fmla="*/ 7 w 53101"/>
                <a:gd name="csY8" fmla="*/ 3924 h 6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3101" h="67463">
                  <a:moveTo>
                    <a:pt x="7" y="3924"/>
                  </a:moveTo>
                  <a:cubicBezTo>
                    <a:pt x="451" y="13659"/>
                    <a:pt x="198" y="16466"/>
                    <a:pt x="3118" y="18955"/>
                  </a:cubicBezTo>
                  <a:cubicBezTo>
                    <a:pt x="12326" y="29661"/>
                    <a:pt x="4325" y="34201"/>
                    <a:pt x="10358" y="38633"/>
                  </a:cubicBezTo>
                  <a:cubicBezTo>
                    <a:pt x="34106" y="56045"/>
                    <a:pt x="20327" y="57233"/>
                    <a:pt x="28011" y="61455"/>
                  </a:cubicBezTo>
                  <a:cubicBezTo>
                    <a:pt x="63126" y="80702"/>
                    <a:pt x="50998" y="46857"/>
                    <a:pt x="51378" y="54642"/>
                  </a:cubicBezTo>
                  <a:cubicBezTo>
                    <a:pt x="49981" y="48044"/>
                    <a:pt x="36583" y="45231"/>
                    <a:pt x="32265" y="38202"/>
                  </a:cubicBezTo>
                  <a:cubicBezTo>
                    <a:pt x="22930" y="22848"/>
                    <a:pt x="21089" y="18523"/>
                    <a:pt x="16898" y="16250"/>
                  </a:cubicBezTo>
                  <a:cubicBezTo>
                    <a:pt x="3563" y="6083"/>
                    <a:pt x="13977" y="-508"/>
                    <a:pt x="6484" y="32"/>
                  </a:cubicBezTo>
                  <a:cubicBezTo>
                    <a:pt x="6484" y="32"/>
                    <a:pt x="-247" y="-616"/>
                    <a:pt x="7" y="3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15442D9-16CC-07DD-7E3F-2B367197AABA}"/>
                </a:ext>
              </a:extLst>
            </p:cNvPr>
            <p:cNvSpPr/>
            <p:nvPr/>
          </p:nvSpPr>
          <p:spPr>
            <a:xfrm>
              <a:off x="10028689" y="5016423"/>
              <a:ext cx="8184" cy="8534"/>
            </a:xfrm>
            <a:custGeom>
              <a:avLst/>
              <a:gdLst>
                <a:gd name="csX0" fmla="*/ 2905 w 9438"/>
                <a:gd name="csY0" fmla="*/ 234 h 9842"/>
                <a:gd name="csX1" fmla="*/ 2651 w 9438"/>
                <a:gd name="csY1" fmla="*/ 234 h 9842"/>
                <a:gd name="csX2" fmla="*/ 365 w 9438"/>
                <a:gd name="csY2" fmla="*/ 6939 h 9842"/>
                <a:gd name="csX3" fmla="*/ 7223 w 9438"/>
                <a:gd name="csY3" fmla="*/ 9536 h 9842"/>
                <a:gd name="csX4" fmla="*/ 9192 w 9438"/>
                <a:gd name="csY4" fmla="*/ 6076 h 9842"/>
                <a:gd name="csX5" fmla="*/ 2905 w 9438"/>
                <a:gd name="csY5" fmla="*/ 234 h 9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38" h="9842">
                  <a:moveTo>
                    <a:pt x="2905" y="234"/>
                  </a:moveTo>
                  <a:lnTo>
                    <a:pt x="2651" y="234"/>
                  </a:lnTo>
                  <a:cubicBezTo>
                    <a:pt x="-1349" y="1644"/>
                    <a:pt x="365" y="7479"/>
                    <a:pt x="365" y="6939"/>
                  </a:cubicBezTo>
                  <a:cubicBezTo>
                    <a:pt x="1127" y="11156"/>
                    <a:pt x="7858" y="9536"/>
                    <a:pt x="7223" y="9536"/>
                  </a:cubicBezTo>
                  <a:cubicBezTo>
                    <a:pt x="9065" y="9321"/>
                    <a:pt x="9890" y="7803"/>
                    <a:pt x="9192" y="6076"/>
                  </a:cubicBezTo>
                  <a:cubicBezTo>
                    <a:pt x="8430" y="4990"/>
                    <a:pt x="7350" y="-1278"/>
                    <a:pt x="2905" y="2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D856357-1EE2-07E8-6D6D-5149F949EADB}"/>
                </a:ext>
              </a:extLst>
            </p:cNvPr>
            <p:cNvSpPr/>
            <p:nvPr/>
          </p:nvSpPr>
          <p:spPr>
            <a:xfrm>
              <a:off x="10062798" y="5047265"/>
              <a:ext cx="8872" cy="9470"/>
            </a:xfrm>
            <a:custGeom>
              <a:avLst/>
              <a:gdLst>
                <a:gd name="csX0" fmla="*/ 5669 w 10232"/>
                <a:gd name="csY0" fmla="*/ 136 h 10922"/>
                <a:gd name="csX1" fmla="*/ 2304 w 10232"/>
                <a:gd name="csY1" fmla="*/ 1431 h 10922"/>
                <a:gd name="csX2" fmla="*/ 4907 w 10232"/>
                <a:gd name="csY2" fmla="*/ 10734 h 10922"/>
                <a:gd name="csX3" fmla="*/ 5669 w 10232"/>
                <a:gd name="csY3" fmla="*/ 136 h 10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32" h="10922">
                  <a:moveTo>
                    <a:pt x="5669" y="136"/>
                  </a:moveTo>
                  <a:lnTo>
                    <a:pt x="2304" y="1431"/>
                  </a:lnTo>
                  <a:cubicBezTo>
                    <a:pt x="-2142" y="3057"/>
                    <a:pt x="462" y="12354"/>
                    <a:pt x="4907" y="10734"/>
                  </a:cubicBezTo>
                  <a:cubicBezTo>
                    <a:pt x="14749" y="4568"/>
                    <a:pt x="8463" y="-943"/>
                    <a:pt x="5669" y="1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689B917E-2B2E-BEE6-18EB-AEEF5E2B1CC9}"/>
                </a:ext>
              </a:extLst>
            </p:cNvPr>
            <p:cNvSpPr/>
            <p:nvPr/>
          </p:nvSpPr>
          <p:spPr>
            <a:xfrm>
              <a:off x="9647875" y="5004529"/>
              <a:ext cx="334700" cy="263864"/>
            </a:xfrm>
            <a:custGeom>
              <a:avLst/>
              <a:gdLst>
                <a:gd name="csX0" fmla="*/ 8127 w 385999"/>
                <a:gd name="csY0" fmla="*/ 242881 h 304306"/>
                <a:gd name="csX1" fmla="*/ 51117 w 385999"/>
                <a:gd name="csY1" fmla="*/ 242557 h 304306"/>
                <a:gd name="csX2" fmla="*/ 71438 w 385999"/>
                <a:gd name="csY2" fmla="*/ 250990 h 304306"/>
                <a:gd name="csX3" fmla="*/ 97345 w 385999"/>
                <a:gd name="csY3" fmla="*/ 234118 h 304306"/>
                <a:gd name="csX4" fmla="*/ 106552 w 385999"/>
                <a:gd name="csY4" fmla="*/ 223844 h 304306"/>
                <a:gd name="csX5" fmla="*/ 104394 w 385999"/>
                <a:gd name="csY5" fmla="*/ 218440 h 304306"/>
                <a:gd name="csX6" fmla="*/ 105981 w 385999"/>
                <a:gd name="csY6" fmla="*/ 208490 h 304306"/>
                <a:gd name="csX7" fmla="*/ 111189 w 385999"/>
                <a:gd name="csY7" fmla="*/ 202330 h 304306"/>
                <a:gd name="csX8" fmla="*/ 119507 w 385999"/>
                <a:gd name="csY8" fmla="*/ 198330 h 304306"/>
                <a:gd name="csX9" fmla="*/ 141288 w 385999"/>
                <a:gd name="csY9" fmla="*/ 190754 h 304306"/>
                <a:gd name="csX10" fmla="*/ 157099 w 385999"/>
                <a:gd name="csY10" fmla="*/ 191840 h 304306"/>
                <a:gd name="csX11" fmla="*/ 195199 w 385999"/>
                <a:gd name="csY11" fmla="*/ 202546 h 304306"/>
                <a:gd name="csX12" fmla="*/ 220599 w 385999"/>
                <a:gd name="csY12" fmla="*/ 237903 h 304306"/>
                <a:gd name="csX13" fmla="*/ 228092 w 385999"/>
                <a:gd name="csY13" fmla="*/ 242557 h 304306"/>
                <a:gd name="csX14" fmla="*/ 232092 w 385999"/>
                <a:gd name="csY14" fmla="*/ 250666 h 304306"/>
                <a:gd name="csX15" fmla="*/ 242697 w 385999"/>
                <a:gd name="csY15" fmla="*/ 257156 h 304306"/>
                <a:gd name="csX16" fmla="*/ 265113 w 385999"/>
                <a:gd name="csY16" fmla="*/ 279216 h 304306"/>
                <a:gd name="csX17" fmla="*/ 341502 w 385999"/>
                <a:gd name="csY17" fmla="*/ 293922 h 304306"/>
                <a:gd name="csX18" fmla="*/ 355473 w 385999"/>
                <a:gd name="csY18" fmla="*/ 304298 h 304306"/>
                <a:gd name="csX19" fmla="*/ 379730 w 385999"/>
                <a:gd name="csY19" fmla="*/ 296729 h 304306"/>
                <a:gd name="csX20" fmla="*/ 365315 w 385999"/>
                <a:gd name="csY20" fmla="*/ 292081 h 304306"/>
                <a:gd name="csX21" fmla="*/ 372173 w 385999"/>
                <a:gd name="csY21" fmla="*/ 285915 h 304306"/>
                <a:gd name="csX22" fmla="*/ 356552 w 385999"/>
                <a:gd name="csY22" fmla="*/ 281915 h 304306"/>
                <a:gd name="csX23" fmla="*/ 337756 w 385999"/>
                <a:gd name="csY23" fmla="*/ 269697 h 304306"/>
                <a:gd name="csX24" fmla="*/ 344741 w 385999"/>
                <a:gd name="csY24" fmla="*/ 267424 h 304306"/>
                <a:gd name="csX25" fmla="*/ 345757 w 385999"/>
                <a:gd name="csY25" fmla="*/ 262776 h 304306"/>
                <a:gd name="csX26" fmla="*/ 340551 w 385999"/>
                <a:gd name="csY26" fmla="*/ 260179 h 304306"/>
                <a:gd name="csX27" fmla="*/ 319088 w 385999"/>
                <a:gd name="csY27" fmla="*/ 240392 h 304306"/>
                <a:gd name="csX28" fmla="*/ 315849 w 385999"/>
                <a:gd name="csY28" fmla="*/ 237579 h 304306"/>
                <a:gd name="csX29" fmla="*/ 297688 w 385999"/>
                <a:gd name="csY29" fmla="*/ 241903 h 304306"/>
                <a:gd name="csX30" fmla="*/ 287909 w 385999"/>
                <a:gd name="csY30" fmla="*/ 229902 h 304306"/>
                <a:gd name="csX31" fmla="*/ 277749 w 385999"/>
                <a:gd name="csY31" fmla="*/ 219196 h 304306"/>
                <a:gd name="csX32" fmla="*/ 270827 w 385999"/>
                <a:gd name="csY32" fmla="*/ 201352 h 304306"/>
                <a:gd name="csX33" fmla="*/ 238378 w 385999"/>
                <a:gd name="csY33" fmla="*/ 177457 h 304306"/>
                <a:gd name="csX34" fmla="*/ 233363 w 385999"/>
                <a:gd name="csY34" fmla="*/ 153016 h 304306"/>
                <a:gd name="csX35" fmla="*/ 266319 w 385999"/>
                <a:gd name="csY35" fmla="*/ 144799 h 304306"/>
                <a:gd name="csX36" fmla="*/ 231203 w 385999"/>
                <a:gd name="csY36" fmla="*/ 123279 h 304306"/>
                <a:gd name="csX37" fmla="*/ 188785 w 385999"/>
                <a:gd name="csY37" fmla="*/ 106623 h 304306"/>
                <a:gd name="csX38" fmla="*/ 187578 w 385999"/>
                <a:gd name="csY38" fmla="*/ 88132 h 304306"/>
                <a:gd name="csX39" fmla="*/ 171576 w 385999"/>
                <a:gd name="csY39" fmla="*/ 68453 h 304306"/>
                <a:gd name="csX40" fmla="*/ 162178 w 385999"/>
                <a:gd name="csY40" fmla="*/ 65424 h 304306"/>
                <a:gd name="csX41" fmla="*/ 141414 w 385999"/>
                <a:gd name="csY41" fmla="*/ 47365 h 304306"/>
                <a:gd name="csX42" fmla="*/ 125031 w 385999"/>
                <a:gd name="csY42" fmla="*/ 44558 h 304306"/>
                <a:gd name="csX43" fmla="*/ 106552 w 385999"/>
                <a:gd name="csY43" fmla="*/ 33198 h 304306"/>
                <a:gd name="csX44" fmla="*/ 77406 w 385999"/>
                <a:gd name="csY44" fmla="*/ 27470 h 304306"/>
                <a:gd name="csX45" fmla="*/ 7938 w 385999"/>
                <a:gd name="csY45" fmla="*/ 0 h 304306"/>
                <a:gd name="csX46" fmla="*/ 7938 w 385999"/>
                <a:gd name="csY46" fmla="*/ 138741 h 304306"/>
                <a:gd name="csX47" fmla="*/ 0 w 385999"/>
                <a:gd name="csY47" fmla="*/ 152260 h 304306"/>
                <a:gd name="csX48" fmla="*/ 7938 w 385999"/>
                <a:gd name="csY48" fmla="*/ 162211 h 304306"/>
                <a:gd name="csX49" fmla="*/ 7938 w 385999"/>
                <a:gd name="csY49" fmla="*/ 242450 h 304306"/>
                <a:gd name="csX50" fmla="*/ 8127 w 385999"/>
                <a:gd name="csY50" fmla="*/ 242881 h 304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85999" h="304306">
                  <a:moveTo>
                    <a:pt x="8127" y="242881"/>
                  </a:moveTo>
                  <a:lnTo>
                    <a:pt x="51117" y="242557"/>
                  </a:lnTo>
                  <a:cubicBezTo>
                    <a:pt x="59563" y="242557"/>
                    <a:pt x="66167" y="255638"/>
                    <a:pt x="71438" y="250990"/>
                  </a:cubicBezTo>
                  <a:cubicBezTo>
                    <a:pt x="92139" y="232715"/>
                    <a:pt x="99377" y="241040"/>
                    <a:pt x="97345" y="234118"/>
                  </a:cubicBezTo>
                  <a:cubicBezTo>
                    <a:pt x="94614" y="215195"/>
                    <a:pt x="104139" y="233147"/>
                    <a:pt x="106552" y="223844"/>
                  </a:cubicBezTo>
                  <a:cubicBezTo>
                    <a:pt x="106552" y="223196"/>
                    <a:pt x="108076" y="219844"/>
                    <a:pt x="104394" y="218440"/>
                  </a:cubicBezTo>
                  <a:cubicBezTo>
                    <a:pt x="77089" y="207734"/>
                    <a:pt x="110553" y="207734"/>
                    <a:pt x="105981" y="208490"/>
                  </a:cubicBezTo>
                  <a:cubicBezTo>
                    <a:pt x="111189" y="208058"/>
                    <a:pt x="105981" y="202870"/>
                    <a:pt x="111189" y="202330"/>
                  </a:cubicBezTo>
                  <a:cubicBezTo>
                    <a:pt x="112839" y="201892"/>
                    <a:pt x="118745" y="202870"/>
                    <a:pt x="119507" y="198330"/>
                  </a:cubicBezTo>
                  <a:cubicBezTo>
                    <a:pt x="125158" y="185026"/>
                    <a:pt x="138113" y="198977"/>
                    <a:pt x="141288" y="190754"/>
                  </a:cubicBezTo>
                  <a:cubicBezTo>
                    <a:pt x="148018" y="180048"/>
                    <a:pt x="144208" y="188271"/>
                    <a:pt x="157099" y="191840"/>
                  </a:cubicBezTo>
                  <a:lnTo>
                    <a:pt x="195199" y="202546"/>
                  </a:lnTo>
                  <a:cubicBezTo>
                    <a:pt x="202882" y="204705"/>
                    <a:pt x="213233" y="235852"/>
                    <a:pt x="220599" y="237903"/>
                  </a:cubicBezTo>
                  <a:cubicBezTo>
                    <a:pt x="221234" y="238227"/>
                    <a:pt x="226123" y="238665"/>
                    <a:pt x="228092" y="242557"/>
                  </a:cubicBezTo>
                  <a:lnTo>
                    <a:pt x="232092" y="250666"/>
                  </a:lnTo>
                  <a:cubicBezTo>
                    <a:pt x="234378" y="255099"/>
                    <a:pt x="243332" y="257480"/>
                    <a:pt x="242697" y="257156"/>
                  </a:cubicBezTo>
                  <a:cubicBezTo>
                    <a:pt x="250571" y="260286"/>
                    <a:pt x="257492" y="277914"/>
                    <a:pt x="265113" y="279216"/>
                  </a:cubicBezTo>
                  <a:cubicBezTo>
                    <a:pt x="339598" y="291757"/>
                    <a:pt x="338074" y="290570"/>
                    <a:pt x="341502" y="293922"/>
                  </a:cubicBezTo>
                  <a:cubicBezTo>
                    <a:pt x="347789" y="300082"/>
                    <a:pt x="350838" y="304514"/>
                    <a:pt x="355473" y="304298"/>
                  </a:cubicBezTo>
                  <a:cubicBezTo>
                    <a:pt x="356108" y="304190"/>
                    <a:pt x="402463" y="304083"/>
                    <a:pt x="379730" y="296729"/>
                  </a:cubicBezTo>
                  <a:lnTo>
                    <a:pt x="365315" y="292081"/>
                  </a:lnTo>
                  <a:cubicBezTo>
                    <a:pt x="360108" y="290462"/>
                    <a:pt x="372681" y="285591"/>
                    <a:pt x="372173" y="285915"/>
                  </a:cubicBezTo>
                  <a:cubicBezTo>
                    <a:pt x="377889" y="283001"/>
                    <a:pt x="355917" y="281807"/>
                    <a:pt x="356552" y="281915"/>
                  </a:cubicBezTo>
                  <a:cubicBezTo>
                    <a:pt x="351599" y="281267"/>
                    <a:pt x="332295" y="271539"/>
                    <a:pt x="337756" y="269697"/>
                  </a:cubicBezTo>
                  <a:lnTo>
                    <a:pt x="344741" y="267424"/>
                  </a:lnTo>
                  <a:cubicBezTo>
                    <a:pt x="348361" y="266236"/>
                    <a:pt x="345630" y="262236"/>
                    <a:pt x="345757" y="262776"/>
                  </a:cubicBezTo>
                  <a:cubicBezTo>
                    <a:pt x="344741" y="261157"/>
                    <a:pt x="342519" y="260071"/>
                    <a:pt x="340551" y="260179"/>
                  </a:cubicBezTo>
                  <a:cubicBezTo>
                    <a:pt x="304800" y="263099"/>
                    <a:pt x="319088" y="247745"/>
                    <a:pt x="319088" y="240392"/>
                  </a:cubicBezTo>
                  <a:cubicBezTo>
                    <a:pt x="318897" y="239744"/>
                    <a:pt x="318897" y="236931"/>
                    <a:pt x="315849" y="237579"/>
                  </a:cubicBezTo>
                  <a:lnTo>
                    <a:pt x="297688" y="241903"/>
                  </a:lnTo>
                  <a:cubicBezTo>
                    <a:pt x="292164" y="243205"/>
                    <a:pt x="287591" y="229362"/>
                    <a:pt x="287909" y="229902"/>
                  </a:cubicBezTo>
                  <a:cubicBezTo>
                    <a:pt x="284988" y="223958"/>
                    <a:pt x="279082" y="225146"/>
                    <a:pt x="277749" y="219196"/>
                  </a:cubicBezTo>
                  <a:cubicBezTo>
                    <a:pt x="274955" y="206547"/>
                    <a:pt x="275082" y="202654"/>
                    <a:pt x="270827" y="201352"/>
                  </a:cubicBezTo>
                  <a:cubicBezTo>
                    <a:pt x="270319" y="200920"/>
                    <a:pt x="244411" y="195193"/>
                    <a:pt x="238378" y="177457"/>
                  </a:cubicBezTo>
                  <a:cubicBezTo>
                    <a:pt x="231139" y="156909"/>
                    <a:pt x="228917" y="153772"/>
                    <a:pt x="233363" y="153016"/>
                  </a:cubicBezTo>
                  <a:cubicBezTo>
                    <a:pt x="264096" y="148044"/>
                    <a:pt x="269621" y="148152"/>
                    <a:pt x="266319" y="144799"/>
                  </a:cubicBezTo>
                  <a:cubicBezTo>
                    <a:pt x="229171" y="106515"/>
                    <a:pt x="245618" y="132690"/>
                    <a:pt x="231203" y="123279"/>
                  </a:cubicBezTo>
                  <a:cubicBezTo>
                    <a:pt x="205803" y="106731"/>
                    <a:pt x="188277" y="106515"/>
                    <a:pt x="188785" y="106623"/>
                  </a:cubicBezTo>
                  <a:cubicBezTo>
                    <a:pt x="183070" y="105435"/>
                    <a:pt x="187578" y="87484"/>
                    <a:pt x="187578" y="88132"/>
                  </a:cubicBezTo>
                  <a:cubicBezTo>
                    <a:pt x="188277" y="82728"/>
                    <a:pt x="170942" y="67913"/>
                    <a:pt x="171576" y="68453"/>
                  </a:cubicBezTo>
                  <a:cubicBezTo>
                    <a:pt x="168339" y="65316"/>
                    <a:pt x="161544" y="65316"/>
                    <a:pt x="162178" y="65424"/>
                  </a:cubicBezTo>
                  <a:cubicBezTo>
                    <a:pt x="156654" y="64884"/>
                    <a:pt x="140715" y="46825"/>
                    <a:pt x="141414" y="47365"/>
                  </a:cubicBezTo>
                  <a:cubicBezTo>
                    <a:pt x="137731" y="43580"/>
                    <a:pt x="124523" y="44558"/>
                    <a:pt x="125031" y="44558"/>
                  </a:cubicBezTo>
                  <a:cubicBezTo>
                    <a:pt x="119761" y="44336"/>
                    <a:pt x="105981" y="32766"/>
                    <a:pt x="106552" y="33198"/>
                  </a:cubicBezTo>
                  <a:cubicBezTo>
                    <a:pt x="101346" y="29305"/>
                    <a:pt x="84138" y="30175"/>
                    <a:pt x="77406" y="27470"/>
                  </a:cubicBezTo>
                  <a:lnTo>
                    <a:pt x="7938" y="0"/>
                  </a:lnTo>
                  <a:lnTo>
                    <a:pt x="7938" y="138741"/>
                  </a:lnTo>
                  <a:lnTo>
                    <a:pt x="0" y="152260"/>
                  </a:lnTo>
                  <a:lnTo>
                    <a:pt x="7938" y="162211"/>
                  </a:lnTo>
                  <a:lnTo>
                    <a:pt x="7938" y="242450"/>
                  </a:lnTo>
                  <a:lnTo>
                    <a:pt x="8127" y="242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9DAD9FE7-87F7-66F0-8AFC-CD2815641513}"/>
                </a:ext>
              </a:extLst>
            </p:cNvPr>
            <p:cNvSpPr/>
            <p:nvPr/>
          </p:nvSpPr>
          <p:spPr>
            <a:xfrm>
              <a:off x="9439341" y="4686307"/>
              <a:ext cx="14025" cy="20718"/>
            </a:xfrm>
            <a:custGeom>
              <a:avLst/>
              <a:gdLst>
                <a:gd name="csX0" fmla="*/ 11070 w 16175"/>
                <a:gd name="csY0" fmla="*/ 19117 h 23893"/>
                <a:gd name="csX1" fmla="*/ 7069 w 16175"/>
                <a:gd name="csY1" fmla="*/ 22686 h 23893"/>
                <a:gd name="csX2" fmla="*/ 338 w 16175"/>
                <a:gd name="csY2" fmla="*/ 18469 h 23893"/>
                <a:gd name="csX3" fmla="*/ 2497 w 16175"/>
                <a:gd name="csY3" fmla="*/ 13605 h 23893"/>
                <a:gd name="csX4" fmla="*/ 10943 w 16175"/>
                <a:gd name="csY4" fmla="*/ 19009 h 23893"/>
                <a:gd name="csX5" fmla="*/ 11070 w 16175"/>
                <a:gd name="csY5" fmla="*/ 19117 h 23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75" h="23893">
                  <a:moveTo>
                    <a:pt x="11070" y="19117"/>
                  </a:moveTo>
                  <a:lnTo>
                    <a:pt x="7069" y="22686"/>
                  </a:lnTo>
                  <a:cubicBezTo>
                    <a:pt x="3831" y="25715"/>
                    <a:pt x="-1377" y="22578"/>
                    <a:pt x="338" y="18469"/>
                  </a:cubicBezTo>
                  <a:lnTo>
                    <a:pt x="2497" y="13605"/>
                  </a:lnTo>
                  <a:cubicBezTo>
                    <a:pt x="15260" y="-15484"/>
                    <a:pt x="21230" y="9713"/>
                    <a:pt x="10943" y="19009"/>
                  </a:cubicBezTo>
                  <a:lnTo>
                    <a:pt x="11070" y="191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520E957B-E118-91C1-EB4C-1417A295F479}"/>
                </a:ext>
              </a:extLst>
            </p:cNvPr>
            <p:cNvSpPr/>
            <p:nvPr/>
          </p:nvSpPr>
          <p:spPr>
            <a:xfrm>
              <a:off x="9801323" y="4437198"/>
              <a:ext cx="12981" cy="17245"/>
            </a:xfrm>
            <a:custGeom>
              <a:avLst/>
              <a:gdLst>
                <a:gd name="csX0" fmla="*/ 6611 w 14971"/>
                <a:gd name="csY0" fmla="*/ 1568 h 19888"/>
                <a:gd name="csX1" fmla="*/ 1341 w 14971"/>
                <a:gd name="csY1" fmla="*/ 17577 h 19888"/>
                <a:gd name="csX2" fmla="*/ 7183 w 14971"/>
                <a:gd name="csY2" fmla="*/ 18440 h 19888"/>
                <a:gd name="csX3" fmla="*/ 13533 w 14971"/>
                <a:gd name="csY3" fmla="*/ 2540 h 19888"/>
                <a:gd name="csX4" fmla="*/ 6738 w 14971"/>
                <a:gd name="csY4" fmla="*/ 1568 h 19888"/>
                <a:gd name="csX5" fmla="*/ 6611 w 14971"/>
                <a:gd name="csY5" fmla="*/ 1568 h 1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971" h="19888">
                  <a:moveTo>
                    <a:pt x="6611" y="1568"/>
                  </a:moveTo>
                  <a:cubicBezTo>
                    <a:pt x="3246" y="8921"/>
                    <a:pt x="-2660" y="14008"/>
                    <a:pt x="1341" y="17577"/>
                  </a:cubicBezTo>
                  <a:cubicBezTo>
                    <a:pt x="1849" y="17900"/>
                    <a:pt x="4770" y="22009"/>
                    <a:pt x="7183" y="18440"/>
                  </a:cubicBezTo>
                  <a:cubicBezTo>
                    <a:pt x="11056" y="11087"/>
                    <a:pt x="17978" y="5785"/>
                    <a:pt x="13533" y="2540"/>
                  </a:cubicBezTo>
                  <a:cubicBezTo>
                    <a:pt x="12771" y="2216"/>
                    <a:pt x="8897" y="-2325"/>
                    <a:pt x="6738" y="1568"/>
                  </a:cubicBezTo>
                  <a:lnTo>
                    <a:pt x="6611" y="15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68C30FC1-768A-0DF3-A84D-0AC6E4C5F32A}"/>
                </a:ext>
              </a:extLst>
            </p:cNvPr>
            <p:cNvSpPr/>
            <p:nvPr/>
          </p:nvSpPr>
          <p:spPr>
            <a:xfrm>
              <a:off x="9801830" y="4400955"/>
              <a:ext cx="9520" cy="10785"/>
            </a:xfrm>
            <a:custGeom>
              <a:avLst/>
              <a:gdLst>
                <a:gd name="csX0" fmla="*/ 3740 w 10979"/>
                <a:gd name="csY0" fmla="*/ 980 h 12438"/>
                <a:gd name="csX1" fmla="*/ 819 w 10979"/>
                <a:gd name="csY1" fmla="*/ 8225 h 12438"/>
                <a:gd name="csX2" fmla="*/ 7360 w 10979"/>
                <a:gd name="csY2" fmla="*/ 11248 h 12438"/>
                <a:gd name="csX3" fmla="*/ 9963 w 10979"/>
                <a:gd name="csY3" fmla="*/ 2599 h 12438"/>
                <a:gd name="csX4" fmla="*/ 3740 w 10979"/>
                <a:gd name="csY4" fmla="*/ 980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79" h="12438">
                  <a:moveTo>
                    <a:pt x="3740" y="980"/>
                  </a:moveTo>
                  <a:cubicBezTo>
                    <a:pt x="3232" y="1843"/>
                    <a:pt x="-1975" y="4656"/>
                    <a:pt x="819" y="8225"/>
                  </a:cubicBezTo>
                  <a:cubicBezTo>
                    <a:pt x="1709" y="8981"/>
                    <a:pt x="4502" y="14924"/>
                    <a:pt x="7360" y="11248"/>
                  </a:cubicBezTo>
                  <a:cubicBezTo>
                    <a:pt x="8122" y="9736"/>
                    <a:pt x="13075" y="6060"/>
                    <a:pt x="9963" y="2599"/>
                  </a:cubicBezTo>
                  <a:cubicBezTo>
                    <a:pt x="9963" y="2599"/>
                    <a:pt x="6915" y="-1941"/>
                    <a:pt x="3740" y="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6A2D6218-BA9D-793E-540B-F6B5C4B35DE3}"/>
                </a:ext>
              </a:extLst>
            </p:cNvPr>
            <p:cNvSpPr/>
            <p:nvPr/>
          </p:nvSpPr>
          <p:spPr>
            <a:xfrm>
              <a:off x="9803833" y="4338057"/>
              <a:ext cx="10682" cy="10860"/>
            </a:xfrm>
            <a:custGeom>
              <a:avLst/>
              <a:gdLst>
                <a:gd name="csX0" fmla="*/ 2319 w 12319"/>
                <a:gd name="csY0" fmla="*/ 2144 h 12525"/>
                <a:gd name="csX1" fmla="*/ 2319 w 12319"/>
                <a:gd name="csY1" fmla="*/ 12526 h 12525"/>
                <a:gd name="csX2" fmla="*/ 2319 w 12319"/>
                <a:gd name="csY2" fmla="*/ 2144 h 12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319" h="12525">
                  <a:moveTo>
                    <a:pt x="2319" y="2144"/>
                  </a:moveTo>
                  <a:cubicBezTo>
                    <a:pt x="1811" y="5173"/>
                    <a:pt x="-2635" y="11338"/>
                    <a:pt x="2319" y="12526"/>
                  </a:cubicBezTo>
                  <a:cubicBezTo>
                    <a:pt x="23210" y="12418"/>
                    <a:pt x="5367" y="-6181"/>
                    <a:pt x="2319" y="21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37E2F1C6-CE1A-2D30-EDF4-C498C637310A}"/>
                </a:ext>
              </a:extLst>
            </p:cNvPr>
            <p:cNvSpPr/>
            <p:nvPr/>
          </p:nvSpPr>
          <p:spPr>
            <a:xfrm>
              <a:off x="9808006" y="4359964"/>
              <a:ext cx="10893" cy="9228"/>
            </a:xfrm>
            <a:custGeom>
              <a:avLst/>
              <a:gdLst>
                <a:gd name="csX0" fmla="*/ 3666 w 12563"/>
                <a:gd name="csY0" fmla="*/ 673 h 10642"/>
                <a:gd name="csX1" fmla="*/ 1063 w 12563"/>
                <a:gd name="csY1" fmla="*/ 6292 h 10642"/>
                <a:gd name="csX2" fmla="*/ 9763 w 12563"/>
                <a:gd name="csY2" fmla="*/ 9213 h 10642"/>
                <a:gd name="csX3" fmla="*/ 10905 w 12563"/>
                <a:gd name="csY3" fmla="*/ 1104 h 10642"/>
                <a:gd name="csX4" fmla="*/ 3666 w 12563"/>
                <a:gd name="csY4" fmla="*/ 673 h 1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63" h="10642">
                  <a:moveTo>
                    <a:pt x="3666" y="673"/>
                  </a:moveTo>
                  <a:cubicBezTo>
                    <a:pt x="3158" y="1320"/>
                    <a:pt x="-2239" y="3479"/>
                    <a:pt x="1063" y="6292"/>
                  </a:cubicBezTo>
                  <a:cubicBezTo>
                    <a:pt x="2904" y="7372"/>
                    <a:pt x="7159" y="13322"/>
                    <a:pt x="9763" y="9213"/>
                  </a:cubicBezTo>
                  <a:cubicBezTo>
                    <a:pt x="10207" y="8026"/>
                    <a:pt x="15033" y="3371"/>
                    <a:pt x="10905" y="1104"/>
                  </a:cubicBezTo>
                  <a:cubicBezTo>
                    <a:pt x="10905" y="1104"/>
                    <a:pt x="6270" y="-1061"/>
                    <a:pt x="3666" y="6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DCEE7BAF-23A2-C7FE-A50B-DFA053B8627B}"/>
                </a:ext>
              </a:extLst>
            </p:cNvPr>
            <p:cNvSpPr/>
            <p:nvPr/>
          </p:nvSpPr>
          <p:spPr>
            <a:xfrm>
              <a:off x="9799964" y="4315419"/>
              <a:ext cx="9458" cy="9908"/>
            </a:xfrm>
            <a:custGeom>
              <a:avLst/>
              <a:gdLst>
                <a:gd name="csX0" fmla="*/ 1701 w 10908"/>
                <a:gd name="csY0" fmla="*/ 1651 h 11427"/>
                <a:gd name="csX1" fmla="*/ 2145 w 10908"/>
                <a:gd name="csY1" fmla="*/ 9868 h 11427"/>
                <a:gd name="csX2" fmla="*/ 10908 w 10908"/>
                <a:gd name="csY2" fmla="*/ 9005 h 11427"/>
                <a:gd name="csX3" fmla="*/ 8939 w 10908"/>
                <a:gd name="csY3" fmla="*/ 2623 h 11427"/>
                <a:gd name="csX4" fmla="*/ 1574 w 10908"/>
                <a:gd name="csY4" fmla="*/ 1651 h 11427"/>
                <a:gd name="csX5" fmla="*/ 1701 w 10908"/>
                <a:gd name="csY5" fmla="*/ 1651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08" h="11427">
                  <a:moveTo>
                    <a:pt x="1701" y="1651"/>
                  </a:moveTo>
                  <a:cubicBezTo>
                    <a:pt x="1510" y="3055"/>
                    <a:pt x="-2300" y="8465"/>
                    <a:pt x="2145" y="9868"/>
                  </a:cubicBezTo>
                  <a:cubicBezTo>
                    <a:pt x="4050" y="10084"/>
                    <a:pt x="10019" y="13761"/>
                    <a:pt x="10908" y="9005"/>
                  </a:cubicBezTo>
                  <a:cubicBezTo>
                    <a:pt x="10463" y="3378"/>
                    <a:pt x="10654" y="3702"/>
                    <a:pt x="8939" y="2623"/>
                  </a:cubicBezTo>
                  <a:cubicBezTo>
                    <a:pt x="8939" y="2623"/>
                    <a:pt x="3351" y="-2565"/>
                    <a:pt x="1574" y="1651"/>
                  </a:cubicBezTo>
                  <a:lnTo>
                    <a:pt x="1701" y="1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045E81CE-D756-764E-8B4F-3685084A8B40}"/>
                </a:ext>
              </a:extLst>
            </p:cNvPr>
            <p:cNvSpPr/>
            <p:nvPr/>
          </p:nvSpPr>
          <p:spPr>
            <a:xfrm>
              <a:off x="9792773" y="4289675"/>
              <a:ext cx="7252" cy="6627"/>
            </a:xfrm>
            <a:custGeom>
              <a:avLst/>
              <a:gdLst>
                <a:gd name="csX0" fmla="*/ 2501 w 8364"/>
                <a:gd name="csY0" fmla="*/ 6684 h 7643"/>
                <a:gd name="csX1" fmla="*/ 7835 w 8364"/>
                <a:gd name="csY1" fmla="*/ 4303 h 7643"/>
                <a:gd name="csX2" fmla="*/ 6502 w 8364"/>
                <a:gd name="csY2" fmla="*/ 302 h 7643"/>
                <a:gd name="csX3" fmla="*/ 2501 w 8364"/>
                <a:gd name="csY3" fmla="*/ 668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4" h="7643">
                  <a:moveTo>
                    <a:pt x="2501" y="6684"/>
                  </a:moveTo>
                  <a:cubicBezTo>
                    <a:pt x="5232" y="9929"/>
                    <a:pt x="8344" y="3871"/>
                    <a:pt x="7835" y="4303"/>
                  </a:cubicBezTo>
                  <a:cubicBezTo>
                    <a:pt x="8915" y="2791"/>
                    <a:pt x="8280" y="950"/>
                    <a:pt x="6502" y="302"/>
                  </a:cubicBezTo>
                  <a:cubicBezTo>
                    <a:pt x="-5563" y="-1749"/>
                    <a:pt x="2946" y="7332"/>
                    <a:pt x="2501" y="66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1A00D9C9-FC11-22B6-D8E1-7115B37879F1}"/>
                </a:ext>
              </a:extLst>
            </p:cNvPr>
            <p:cNvSpPr/>
            <p:nvPr/>
          </p:nvSpPr>
          <p:spPr>
            <a:xfrm>
              <a:off x="9775536" y="4259744"/>
              <a:ext cx="7538" cy="7363"/>
            </a:xfrm>
            <a:custGeom>
              <a:avLst/>
              <a:gdLst>
                <a:gd name="csX0" fmla="*/ 4092 w 8693"/>
                <a:gd name="csY0" fmla="*/ 112 h 8491"/>
                <a:gd name="csX1" fmla="*/ 8536 w 8693"/>
                <a:gd name="csY1" fmla="*/ 5084 h 8491"/>
                <a:gd name="csX2" fmla="*/ 4219 w 8693"/>
                <a:gd name="csY2" fmla="*/ 8329 h 8491"/>
                <a:gd name="csX3" fmla="*/ 91 w 8693"/>
                <a:gd name="csY3" fmla="*/ 3788 h 8491"/>
                <a:gd name="csX4" fmla="*/ 4092 w 8693"/>
                <a:gd name="csY4" fmla="*/ 219 h 8491"/>
                <a:gd name="csX5" fmla="*/ 4092 w 8693"/>
                <a:gd name="csY5" fmla="*/ 112 h 8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93" h="8491">
                  <a:moveTo>
                    <a:pt x="4092" y="112"/>
                  </a:moveTo>
                  <a:cubicBezTo>
                    <a:pt x="4790" y="435"/>
                    <a:pt x="9616" y="975"/>
                    <a:pt x="8536" y="5084"/>
                  </a:cubicBezTo>
                  <a:cubicBezTo>
                    <a:pt x="8092" y="5623"/>
                    <a:pt x="7901" y="9300"/>
                    <a:pt x="4219" y="8329"/>
                  </a:cubicBezTo>
                  <a:cubicBezTo>
                    <a:pt x="3584" y="7897"/>
                    <a:pt x="-671" y="7789"/>
                    <a:pt x="91" y="3788"/>
                  </a:cubicBezTo>
                  <a:cubicBezTo>
                    <a:pt x="91" y="3788"/>
                    <a:pt x="345" y="-1076"/>
                    <a:pt x="4092" y="219"/>
                  </a:cubicBezTo>
                  <a:lnTo>
                    <a:pt x="4092" y="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87DC815D-19C9-336E-F526-3C161C86031F}"/>
                </a:ext>
              </a:extLst>
            </p:cNvPr>
            <p:cNvSpPr/>
            <p:nvPr/>
          </p:nvSpPr>
          <p:spPr>
            <a:xfrm>
              <a:off x="10461422" y="6758243"/>
              <a:ext cx="19238" cy="20912"/>
            </a:xfrm>
            <a:custGeom>
              <a:avLst/>
              <a:gdLst>
                <a:gd name="csX0" fmla="*/ 9816 w 22186"/>
                <a:gd name="csY0" fmla="*/ 540 h 24117"/>
                <a:gd name="csX1" fmla="*/ 22072 w 22186"/>
                <a:gd name="csY1" fmla="*/ 3461 h 24117"/>
                <a:gd name="csX2" fmla="*/ 14261 w 22186"/>
                <a:gd name="csY2" fmla="*/ 23590 h 24117"/>
                <a:gd name="csX3" fmla="*/ 227 w 22186"/>
                <a:gd name="csY3" fmla="*/ 20733 h 24117"/>
                <a:gd name="csX4" fmla="*/ 9943 w 22186"/>
                <a:gd name="csY4" fmla="*/ 540 h 24117"/>
                <a:gd name="csX5" fmla="*/ 9816 w 22186"/>
                <a:gd name="csY5" fmla="*/ 540 h 24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86" h="24117">
                  <a:moveTo>
                    <a:pt x="9816" y="540"/>
                  </a:moveTo>
                  <a:cubicBezTo>
                    <a:pt x="14706" y="858"/>
                    <a:pt x="23278" y="-2190"/>
                    <a:pt x="22072" y="3461"/>
                  </a:cubicBezTo>
                  <a:cubicBezTo>
                    <a:pt x="18706" y="18574"/>
                    <a:pt x="18833" y="23336"/>
                    <a:pt x="14261" y="23590"/>
                  </a:cubicBezTo>
                  <a:cubicBezTo>
                    <a:pt x="7466" y="23146"/>
                    <a:pt x="-1550" y="26385"/>
                    <a:pt x="227" y="20733"/>
                  </a:cubicBezTo>
                  <a:cubicBezTo>
                    <a:pt x="227" y="20733"/>
                    <a:pt x="5498" y="858"/>
                    <a:pt x="9943" y="540"/>
                  </a:cubicBezTo>
                  <a:lnTo>
                    <a:pt x="9816" y="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798E1254-3711-BDC0-6CC7-6C7065B0D148}"/>
                </a:ext>
              </a:extLst>
            </p:cNvPr>
            <p:cNvSpPr/>
            <p:nvPr/>
          </p:nvSpPr>
          <p:spPr>
            <a:xfrm>
              <a:off x="10684865" y="6071192"/>
              <a:ext cx="78888" cy="281869"/>
            </a:xfrm>
            <a:custGeom>
              <a:avLst/>
              <a:gdLst>
                <a:gd name="csX0" fmla="*/ 90979 w 90979"/>
                <a:gd name="csY0" fmla="*/ 292114 h 325070"/>
                <a:gd name="csX1" fmla="*/ 90979 w 90979"/>
                <a:gd name="csY1" fmla="*/ 324488 h 325070"/>
                <a:gd name="csX2" fmla="*/ 90900 w 90979"/>
                <a:gd name="csY2" fmla="*/ 324441 h 325070"/>
                <a:gd name="csX3" fmla="*/ 80296 w 90979"/>
                <a:gd name="csY3" fmla="*/ 323901 h 325070"/>
                <a:gd name="csX4" fmla="*/ 74453 w 90979"/>
                <a:gd name="csY4" fmla="*/ 316655 h 325070"/>
                <a:gd name="csX5" fmla="*/ 10636 w 90979"/>
                <a:gd name="csY5" fmla="*/ 26 h 325070"/>
                <a:gd name="csX6" fmla="*/ 32988 w 90979"/>
                <a:gd name="csY6" fmla="*/ 23387 h 325070"/>
                <a:gd name="csX7" fmla="*/ 58324 w 90979"/>
                <a:gd name="csY7" fmla="*/ 25222 h 325070"/>
                <a:gd name="csX8" fmla="*/ 70326 w 90979"/>
                <a:gd name="csY8" fmla="*/ 56153 h 325070"/>
                <a:gd name="csX9" fmla="*/ 68167 w 90979"/>
                <a:gd name="csY9" fmla="*/ 61125 h 325070"/>
                <a:gd name="csX10" fmla="*/ 79661 w 90979"/>
                <a:gd name="csY10" fmla="*/ 75616 h 325070"/>
                <a:gd name="csX11" fmla="*/ 80613 w 90979"/>
                <a:gd name="csY11" fmla="*/ 97999 h 325070"/>
                <a:gd name="csX12" fmla="*/ 84741 w 90979"/>
                <a:gd name="csY12" fmla="*/ 103489 h 325070"/>
                <a:gd name="csX13" fmla="*/ 90979 w 90979"/>
                <a:gd name="csY13" fmla="*/ 106020 h 325070"/>
                <a:gd name="csX14" fmla="*/ 90979 w 90979"/>
                <a:gd name="csY14" fmla="*/ 263416 h 325070"/>
                <a:gd name="csX15" fmla="*/ 85574 w 90979"/>
                <a:gd name="csY15" fmla="*/ 254542 h 325070"/>
                <a:gd name="csX16" fmla="*/ 50133 w 90979"/>
                <a:gd name="csY16" fmla="*/ 236201 h 325070"/>
                <a:gd name="csX17" fmla="*/ 67341 w 90979"/>
                <a:gd name="csY17" fmla="*/ 203543 h 325070"/>
                <a:gd name="csX18" fmla="*/ 80232 w 90979"/>
                <a:gd name="csY18" fmla="*/ 146012 h 325070"/>
                <a:gd name="csX19" fmla="*/ 16986 w 90979"/>
                <a:gd name="csY19" fmla="*/ 30848 h 325070"/>
                <a:gd name="csX20" fmla="*/ 16351 w 90979"/>
                <a:gd name="csY20" fmla="*/ 24574 h 325070"/>
                <a:gd name="csX21" fmla="*/ 16669 w 90979"/>
                <a:gd name="csY21" fmla="*/ 23171 h 325070"/>
                <a:gd name="csX22" fmla="*/ 984 w 90979"/>
                <a:gd name="csY22" fmla="*/ 1219 h 32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0979" h="325070">
                  <a:moveTo>
                    <a:pt x="90979" y="292114"/>
                  </a:moveTo>
                  <a:lnTo>
                    <a:pt x="90979" y="324488"/>
                  </a:lnTo>
                  <a:lnTo>
                    <a:pt x="90900" y="324441"/>
                  </a:lnTo>
                  <a:cubicBezTo>
                    <a:pt x="91472" y="324441"/>
                    <a:pt x="84423" y="326168"/>
                    <a:pt x="80296" y="323901"/>
                  </a:cubicBezTo>
                  <a:cubicBezTo>
                    <a:pt x="80931" y="324441"/>
                    <a:pt x="71533" y="320980"/>
                    <a:pt x="74453" y="316655"/>
                  </a:cubicBezTo>
                  <a:close/>
                  <a:moveTo>
                    <a:pt x="10636" y="26"/>
                  </a:moveTo>
                  <a:cubicBezTo>
                    <a:pt x="18320" y="-838"/>
                    <a:pt x="24479" y="20466"/>
                    <a:pt x="32988" y="23387"/>
                  </a:cubicBezTo>
                  <a:lnTo>
                    <a:pt x="58324" y="25222"/>
                  </a:lnTo>
                  <a:cubicBezTo>
                    <a:pt x="64166" y="27496"/>
                    <a:pt x="74898" y="53772"/>
                    <a:pt x="70326" y="56153"/>
                  </a:cubicBezTo>
                  <a:cubicBezTo>
                    <a:pt x="71024" y="55499"/>
                    <a:pt x="65563" y="57880"/>
                    <a:pt x="68167" y="61125"/>
                  </a:cubicBezTo>
                  <a:lnTo>
                    <a:pt x="79661" y="75616"/>
                  </a:lnTo>
                  <a:cubicBezTo>
                    <a:pt x="82582" y="79292"/>
                    <a:pt x="81629" y="83401"/>
                    <a:pt x="80613" y="97999"/>
                  </a:cubicBezTo>
                  <a:cubicBezTo>
                    <a:pt x="80455" y="100867"/>
                    <a:pt x="82248" y="102354"/>
                    <a:pt x="84741" y="103489"/>
                  </a:cubicBezTo>
                  <a:lnTo>
                    <a:pt x="90979" y="106020"/>
                  </a:lnTo>
                  <a:lnTo>
                    <a:pt x="90979" y="263416"/>
                  </a:lnTo>
                  <a:lnTo>
                    <a:pt x="85574" y="254542"/>
                  </a:lnTo>
                  <a:cubicBezTo>
                    <a:pt x="75597" y="244472"/>
                    <a:pt x="60833" y="237281"/>
                    <a:pt x="50133" y="236201"/>
                  </a:cubicBezTo>
                  <a:cubicBezTo>
                    <a:pt x="46196" y="235877"/>
                    <a:pt x="26956" y="218249"/>
                    <a:pt x="67341" y="203543"/>
                  </a:cubicBezTo>
                  <a:cubicBezTo>
                    <a:pt x="72485" y="201702"/>
                    <a:pt x="82264" y="151962"/>
                    <a:pt x="80232" y="146012"/>
                  </a:cubicBezTo>
                  <a:cubicBezTo>
                    <a:pt x="80423" y="146660"/>
                    <a:pt x="83344" y="131629"/>
                    <a:pt x="16986" y="30848"/>
                  </a:cubicBezTo>
                  <a:cubicBezTo>
                    <a:pt x="15907" y="29223"/>
                    <a:pt x="15589" y="26410"/>
                    <a:pt x="16351" y="24574"/>
                  </a:cubicBezTo>
                  <a:cubicBezTo>
                    <a:pt x="16097" y="25222"/>
                    <a:pt x="19462" y="26410"/>
                    <a:pt x="16669" y="23171"/>
                  </a:cubicBezTo>
                  <a:cubicBezTo>
                    <a:pt x="17240" y="23711"/>
                    <a:pt x="-4858" y="1867"/>
                    <a:pt x="984" y="1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37EA9E2A-CF7E-B05F-DB4D-FD80CD86416A}"/>
                </a:ext>
              </a:extLst>
            </p:cNvPr>
            <p:cNvSpPr/>
            <p:nvPr/>
          </p:nvSpPr>
          <p:spPr>
            <a:xfrm>
              <a:off x="10480878" y="6313358"/>
              <a:ext cx="258305" cy="269109"/>
            </a:xfrm>
            <a:custGeom>
              <a:avLst/>
              <a:gdLst>
                <a:gd name="csX0" fmla="*/ 176925 w 297895"/>
                <a:gd name="csY0" fmla="*/ 221205 h 310355"/>
                <a:gd name="csX1" fmla="*/ 180355 w 297895"/>
                <a:gd name="csY1" fmla="*/ 193088 h 310355"/>
                <a:gd name="csX2" fmla="*/ 230456 w 297895"/>
                <a:gd name="csY2" fmla="*/ 162271 h 310355"/>
                <a:gd name="csX3" fmla="*/ 242838 w 297895"/>
                <a:gd name="csY3" fmla="*/ 165840 h 310355"/>
                <a:gd name="csX4" fmla="*/ 250650 w 297895"/>
                <a:gd name="csY4" fmla="*/ 159566 h 310355"/>
                <a:gd name="csX5" fmla="*/ 239283 w 297895"/>
                <a:gd name="csY5" fmla="*/ 150371 h 310355"/>
                <a:gd name="csX6" fmla="*/ 236870 w 297895"/>
                <a:gd name="csY6" fmla="*/ 134801 h 310355"/>
                <a:gd name="csX7" fmla="*/ 257888 w 297895"/>
                <a:gd name="csY7" fmla="*/ 117497 h 310355"/>
                <a:gd name="csX8" fmla="*/ 266334 w 297895"/>
                <a:gd name="csY8" fmla="*/ 98682 h 310355"/>
                <a:gd name="csX9" fmla="*/ 291734 w 297895"/>
                <a:gd name="csY9" fmla="*/ 65700 h 310355"/>
                <a:gd name="csX10" fmla="*/ 287606 w 297895"/>
                <a:gd name="csY10" fmla="*/ 49914 h 310355"/>
                <a:gd name="csX11" fmla="*/ 296179 w 297895"/>
                <a:gd name="csY11" fmla="*/ 29912 h 310355"/>
                <a:gd name="csX12" fmla="*/ 282526 w 297895"/>
                <a:gd name="csY12" fmla="*/ 21365 h 310355"/>
                <a:gd name="csX13" fmla="*/ 251792 w 297895"/>
                <a:gd name="csY13" fmla="*/ 38776 h 310355"/>
                <a:gd name="csX14" fmla="*/ 244998 w 297895"/>
                <a:gd name="csY14" fmla="*/ 16177 h 310355"/>
                <a:gd name="csX15" fmla="*/ 236235 w 297895"/>
                <a:gd name="csY15" fmla="*/ 10551 h 310355"/>
                <a:gd name="csX16" fmla="*/ 239600 w 297895"/>
                <a:gd name="csY16" fmla="*/ 4391 h 310355"/>
                <a:gd name="csX17" fmla="*/ 212612 w 297895"/>
                <a:gd name="csY17" fmla="*/ 23314 h 310355"/>
                <a:gd name="csX18" fmla="*/ 212295 w 297895"/>
                <a:gd name="csY18" fmla="*/ 42453 h 310355"/>
                <a:gd name="csX19" fmla="*/ 194198 w 297895"/>
                <a:gd name="csY19" fmla="*/ 62131 h 310355"/>
                <a:gd name="csX20" fmla="*/ 167845 w 297895"/>
                <a:gd name="csY20" fmla="*/ 113497 h 310355"/>
                <a:gd name="csX21" fmla="*/ 89487 w 297895"/>
                <a:gd name="csY21" fmla="*/ 168107 h 310355"/>
                <a:gd name="csX22" fmla="*/ 77358 w 297895"/>
                <a:gd name="csY22" fmla="*/ 169840 h 310355"/>
                <a:gd name="csX23" fmla="*/ 1031 w 297895"/>
                <a:gd name="csY23" fmla="*/ 262296 h 310355"/>
                <a:gd name="csX24" fmla="*/ 8841 w 297895"/>
                <a:gd name="csY24" fmla="*/ 282851 h 310355"/>
                <a:gd name="csX25" fmla="*/ 29479 w 297895"/>
                <a:gd name="csY25" fmla="*/ 287804 h 310355"/>
                <a:gd name="csX26" fmla="*/ 34495 w 297895"/>
                <a:gd name="csY26" fmla="*/ 284439 h 310355"/>
                <a:gd name="csX27" fmla="*/ 50814 w 297895"/>
                <a:gd name="csY27" fmla="*/ 288058 h 310355"/>
                <a:gd name="csX28" fmla="*/ 67706 w 297895"/>
                <a:gd name="csY28" fmla="*/ 297139 h 310355"/>
                <a:gd name="csX29" fmla="*/ 73421 w 297895"/>
                <a:gd name="csY29" fmla="*/ 305521 h 310355"/>
                <a:gd name="csX30" fmla="*/ 99519 w 297895"/>
                <a:gd name="csY30" fmla="*/ 310283 h 310355"/>
                <a:gd name="csX31" fmla="*/ 123967 w 297895"/>
                <a:gd name="csY31" fmla="*/ 301520 h 310355"/>
                <a:gd name="csX32" fmla="*/ 130571 w 297895"/>
                <a:gd name="csY32" fmla="*/ 292122 h 310355"/>
                <a:gd name="csX33" fmla="*/ 163718 w 297895"/>
                <a:gd name="csY33" fmla="*/ 266278 h 310355"/>
                <a:gd name="csX34" fmla="*/ 160924 w 297895"/>
                <a:gd name="csY34" fmla="*/ 261001 h 310355"/>
                <a:gd name="csX35" fmla="*/ 156987 w 297895"/>
                <a:gd name="csY35" fmla="*/ 256454 h 310355"/>
                <a:gd name="csX36" fmla="*/ 176799 w 297895"/>
                <a:gd name="csY36" fmla="*/ 221097 h 310355"/>
                <a:gd name="csX37" fmla="*/ 176925 w 297895"/>
                <a:gd name="csY37" fmla="*/ 221205 h 310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7895" h="310355">
                  <a:moveTo>
                    <a:pt x="176925" y="221205"/>
                  </a:moveTo>
                  <a:cubicBezTo>
                    <a:pt x="179847" y="216119"/>
                    <a:pt x="180482" y="192440"/>
                    <a:pt x="180355" y="193088"/>
                  </a:cubicBezTo>
                  <a:cubicBezTo>
                    <a:pt x="180926" y="185950"/>
                    <a:pt x="226075" y="160969"/>
                    <a:pt x="230456" y="162271"/>
                  </a:cubicBezTo>
                  <a:lnTo>
                    <a:pt x="242838" y="165840"/>
                  </a:lnTo>
                  <a:cubicBezTo>
                    <a:pt x="247475" y="167135"/>
                    <a:pt x="251157" y="158918"/>
                    <a:pt x="250650" y="159566"/>
                  </a:cubicBezTo>
                  <a:cubicBezTo>
                    <a:pt x="253761" y="154486"/>
                    <a:pt x="238712" y="150047"/>
                    <a:pt x="239283" y="150371"/>
                  </a:cubicBezTo>
                  <a:cubicBezTo>
                    <a:pt x="234393" y="148104"/>
                    <a:pt x="236870" y="134153"/>
                    <a:pt x="236870" y="134801"/>
                  </a:cubicBezTo>
                  <a:cubicBezTo>
                    <a:pt x="237441" y="126368"/>
                    <a:pt x="254078" y="126152"/>
                    <a:pt x="257888" y="117497"/>
                  </a:cubicBezTo>
                  <a:lnTo>
                    <a:pt x="266334" y="98682"/>
                  </a:lnTo>
                  <a:cubicBezTo>
                    <a:pt x="268938" y="92954"/>
                    <a:pt x="292369" y="65053"/>
                    <a:pt x="291734" y="65700"/>
                  </a:cubicBezTo>
                  <a:cubicBezTo>
                    <a:pt x="295226" y="61376"/>
                    <a:pt x="287416" y="49266"/>
                    <a:pt x="287606" y="49914"/>
                  </a:cubicBezTo>
                  <a:cubicBezTo>
                    <a:pt x="283987" y="42453"/>
                    <a:pt x="303672" y="32503"/>
                    <a:pt x="296179" y="29912"/>
                  </a:cubicBezTo>
                  <a:cubicBezTo>
                    <a:pt x="290146" y="26991"/>
                    <a:pt x="282526" y="27206"/>
                    <a:pt x="282526" y="21365"/>
                  </a:cubicBezTo>
                  <a:cubicBezTo>
                    <a:pt x="279542" y="5255"/>
                    <a:pt x="259475" y="46453"/>
                    <a:pt x="251792" y="38776"/>
                  </a:cubicBezTo>
                  <a:cubicBezTo>
                    <a:pt x="242521" y="25797"/>
                    <a:pt x="252237" y="17904"/>
                    <a:pt x="244998" y="16177"/>
                  </a:cubicBezTo>
                  <a:cubicBezTo>
                    <a:pt x="241823" y="14875"/>
                    <a:pt x="233504" y="15313"/>
                    <a:pt x="236235" y="10551"/>
                  </a:cubicBezTo>
                  <a:lnTo>
                    <a:pt x="239600" y="4391"/>
                  </a:lnTo>
                  <a:cubicBezTo>
                    <a:pt x="247475" y="-9668"/>
                    <a:pt x="212867" y="13688"/>
                    <a:pt x="212612" y="23314"/>
                  </a:cubicBezTo>
                  <a:lnTo>
                    <a:pt x="212295" y="42453"/>
                  </a:lnTo>
                  <a:cubicBezTo>
                    <a:pt x="211978" y="60512"/>
                    <a:pt x="193690" y="62678"/>
                    <a:pt x="194198" y="62131"/>
                  </a:cubicBezTo>
                  <a:cubicBezTo>
                    <a:pt x="185244" y="64081"/>
                    <a:pt x="176672" y="107013"/>
                    <a:pt x="167845" y="113497"/>
                  </a:cubicBezTo>
                  <a:cubicBezTo>
                    <a:pt x="91074" y="169193"/>
                    <a:pt x="93868" y="167567"/>
                    <a:pt x="89487" y="168107"/>
                  </a:cubicBezTo>
                  <a:lnTo>
                    <a:pt x="77358" y="169840"/>
                  </a:lnTo>
                  <a:cubicBezTo>
                    <a:pt x="57863" y="172647"/>
                    <a:pt x="-9066" y="275295"/>
                    <a:pt x="1031" y="262296"/>
                  </a:cubicBezTo>
                  <a:cubicBezTo>
                    <a:pt x="-1763" y="267294"/>
                    <a:pt x="9222" y="283486"/>
                    <a:pt x="8841" y="282851"/>
                  </a:cubicBezTo>
                  <a:cubicBezTo>
                    <a:pt x="11635" y="287804"/>
                    <a:pt x="30113" y="287804"/>
                    <a:pt x="29479" y="287804"/>
                  </a:cubicBezTo>
                  <a:cubicBezTo>
                    <a:pt x="32971" y="288122"/>
                    <a:pt x="35003" y="283804"/>
                    <a:pt x="34495" y="284439"/>
                  </a:cubicBezTo>
                  <a:cubicBezTo>
                    <a:pt x="36654" y="279168"/>
                    <a:pt x="49925" y="282597"/>
                    <a:pt x="50814" y="288058"/>
                  </a:cubicBezTo>
                  <a:cubicBezTo>
                    <a:pt x="55895" y="299806"/>
                    <a:pt x="64975" y="288439"/>
                    <a:pt x="67706" y="297139"/>
                  </a:cubicBezTo>
                  <a:cubicBezTo>
                    <a:pt x="68468" y="298599"/>
                    <a:pt x="68785" y="304822"/>
                    <a:pt x="73421" y="305521"/>
                  </a:cubicBezTo>
                  <a:lnTo>
                    <a:pt x="99519" y="310283"/>
                  </a:lnTo>
                  <a:cubicBezTo>
                    <a:pt x="105044" y="311299"/>
                    <a:pt x="124601" y="301203"/>
                    <a:pt x="123967" y="301520"/>
                  </a:cubicBezTo>
                  <a:cubicBezTo>
                    <a:pt x="128412" y="299615"/>
                    <a:pt x="131015" y="291487"/>
                    <a:pt x="130571" y="292122"/>
                  </a:cubicBezTo>
                  <a:cubicBezTo>
                    <a:pt x="142064" y="266081"/>
                    <a:pt x="162701" y="274850"/>
                    <a:pt x="163718" y="266278"/>
                  </a:cubicBezTo>
                  <a:cubicBezTo>
                    <a:pt x="163718" y="265649"/>
                    <a:pt x="164670" y="261972"/>
                    <a:pt x="160924" y="261001"/>
                  </a:cubicBezTo>
                  <a:cubicBezTo>
                    <a:pt x="160352" y="260677"/>
                    <a:pt x="154828" y="260569"/>
                    <a:pt x="156987" y="256454"/>
                  </a:cubicBezTo>
                  <a:lnTo>
                    <a:pt x="176799" y="221097"/>
                  </a:lnTo>
                  <a:lnTo>
                    <a:pt x="176925" y="2212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F8A677F-746F-6268-6E59-5C076CEC29CE}"/>
                </a:ext>
              </a:extLst>
            </p:cNvPr>
            <p:cNvSpPr/>
            <p:nvPr/>
          </p:nvSpPr>
          <p:spPr>
            <a:xfrm>
              <a:off x="10514911" y="6584167"/>
              <a:ext cx="25039" cy="28402"/>
            </a:xfrm>
            <a:custGeom>
              <a:avLst/>
              <a:gdLst>
                <a:gd name="csX0" fmla="*/ 28584 w 28877"/>
                <a:gd name="csY0" fmla="*/ 16828 h 32755"/>
                <a:gd name="csX1" fmla="*/ 7755 w 28877"/>
                <a:gd name="csY1" fmla="*/ 32194 h 32755"/>
                <a:gd name="csX2" fmla="*/ 1088 w 28877"/>
                <a:gd name="csY2" fmla="*/ 30988 h 32755"/>
                <a:gd name="csX3" fmla="*/ 8073 w 28877"/>
                <a:gd name="csY3" fmla="*/ 16828 h 32755"/>
                <a:gd name="csX4" fmla="*/ 9851 w 28877"/>
                <a:gd name="csY4" fmla="*/ 10414 h 32755"/>
                <a:gd name="csX5" fmla="*/ 28647 w 28877"/>
                <a:gd name="csY5" fmla="*/ 16828 h 32755"/>
                <a:gd name="csX6" fmla="*/ 28584 w 28877"/>
                <a:gd name="csY6" fmla="*/ 16828 h 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877" h="32755">
                  <a:moveTo>
                    <a:pt x="28584" y="16828"/>
                  </a:moveTo>
                  <a:cubicBezTo>
                    <a:pt x="31822" y="22098"/>
                    <a:pt x="7248" y="32512"/>
                    <a:pt x="7755" y="32194"/>
                  </a:cubicBezTo>
                  <a:cubicBezTo>
                    <a:pt x="4453" y="34036"/>
                    <a:pt x="389" y="30734"/>
                    <a:pt x="1088" y="30988"/>
                  </a:cubicBezTo>
                  <a:cubicBezTo>
                    <a:pt x="-3611" y="27495"/>
                    <a:pt x="8454" y="16193"/>
                    <a:pt x="8073" y="16828"/>
                  </a:cubicBezTo>
                  <a:cubicBezTo>
                    <a:pt x="9279" y="15304"/>
                    <a:pt x="10041" y="12382"/>
                    <a:pt x="9851" y="10414"/>
                  </a:cubicBezTo>
                  <a:cubicBezTo>
                    <a:pt x="10930" y="-16383"/>
                    <a:pt x="29218" y="17018"/>
                    <a:pt x="28647" y="16828"/>
                  </a:cubicBezTo>
                  <a:lnTo>
                    <a:pt x="28584" y="168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643874BC-C0A8-6E87-C43F-35810F3773F6}"/>
                </a:ext>
              </a:extLst>
            </p:cNvPr>
            <p:cNvSpPr/>
            <p:nvPr/>
          </p:nvSpPr>
          <p:spPr>
            <a:xfrm>
              <a:off x="10561988" y="6847274"/>
              <a:ext cx="15838" cy="15606"/>
            </a:xfrm>
            <a:custGeom>
              <a:avLst/>
              <a:gdLst>
                <a:gd name="csX0" fmla="*/ 7502 w 18266"/>
                <a:gd name="csY0" fmla="*/ 924 h 17998"/>
                <a:gd name="csX1" fmla="*/ 1533 w 18266"/>
                <a:gd name="csY1" fmla="*/ 11973 h 17998"/>
                <a:gd name="csX2" fmla="*/ 17471 w 18266"/>
                <a:gd name="csY2" fmla="*/ 15720 h 17998"/>
                <a:gd name="csX3" fmla="*/ 16709 w 18266"/>
                <a:gd name="csY3" fmla="*/ 6322 h 17998"/>
                <a:gd name="csX4" fmla="*/ 7502 w 18266"/>
                <a:gd name="csY4" fmla="*/ 924 h 1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266" h="17998">
                  <a:moveTo>
                    <a:pt x="7502" y="924"/>
                  </a:moveTo>
                  <a:cubicBezTo>
                    <a:pt x="4771" y="4607"/>
                    <a:pt x="-3356" y="9560"/>
                    <a:pt x="1533" y="11973"/>
                  </a:cubicBezTo>
                  <a:cubicBezTo>
                    <a:pt x="9661" y="14958"/>
                    <a:pt x="16138" y="21434"/>
                    <a:pt x="17471" y="15720"/>
                  </a:cubicBezTo>
                  <a:cubicBezTo>
                    <a:pt x="17471" y="14767"/>
                    <a:pt x="19694" y="9877"/>
                    <a:pt x="16709" y="6322"/>
                  </a:cubicBezTo>
                  <a:cubicBezTo>
                    <a:pt x="16709" y="6322"/>
                    <a:pt x="11058" y="-2886"/>
                    <a:pt x="7502" y="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42AAF53-002D-4CDD-04AD-F5DBCBAA3ECF}"/>
                </a:ext>
              </a:extLst>
            </p:cNvPr>
            <p:cNvSpPr/>
            <p:nvPr/>
          </p:nvSpPr>
          <p:spPr>
            <a:xfrm>
              <a:off x="10400521" y="5579317"/>
              <a:ext cx="102708" cy="81895"/>
            </a:xfrm>
            <a:custGeom>
              <a:avLst/>
              <a:gdLst>
                <a:gd name="csX0" fmla="*/ 21949 w 118450"/>
                <a:gd name="csY0" fmla="*/ 5085 h 94447"/>
                <a:gd name="csX1" fmla="*/ 117643 w 118450"/>
                <a:gd name="csY1" fmla="*/ 83051 h 94447"/>
                <a:gd name="csX2" fmla="*/ 111103 w 118450"/>
                <a:gd name="csY2" fmla="*/ 93973 h 94447"/>
                <a:gd name="csX3" fmla="*/ 33188 w 118450"/>
                <a:gd name="csY3" fmla="*/ 49421 h 94447"/>
                <a:gd name="csX4" fmla="*/ 1820 w 118450"/>
                <a:gd name="csY4" fmla="*/ 113 h 94447"/>
                <a:gd name="csX5" fmla="*/ 21949 w 118450"/>
                <a:gd name="csY5" fmla="*/ 5085 h 94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450" h="94447">
                  <a:moveTo>
                    <a:pt x="21949" y="5085"/>
                  </a:moveTo>
                  <a:cubicBezTo>
                    <a:pt x="123232" y="83158"/>
                    <a:pt x="120120" y="78942"/>
                    <a:pt x="117643" y="83051"/>
                  </a:cubicBezTo>
                  <a:lnTo>
                    <a:pt x="111103" y="93973"/>
                  </a:lnTo>
                  <a:cubicBezTo>
                    <a:pt x="107801" y="99707"/>
                    <a:pt x="34712" y="51694"/>
                    <a:pt x="33188" y="49421"/>
                  </a:cubicBezTo>
                  <a:cubicBezTo>
                    <a:pt x="-657" y="1085"/>
                    <a:pt x="-2816" y="-649"/>
                    <a:pt x="1820" y="113"/>
                  </a:cubicBezTo>
                  <a:cubicBezTo>
                    <a:pt x="1820" y="113"/>
                    <a:pt x="18457" y="2380"/>
                    <a:pt x="21949" y="50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4326B10C-6FAE-0A0C-974A-9A9C9BD99C05}"/>
                </a:ext>
              </a:extLst>
            </p:cNvPr>
            <p:cNvSpPr/>
            <p:nvPr/>
          </p:nvSpPr>
          <p:spPr>
            <a:xfrm>
              <a:off x="10499537" y="5594912"/>
              <a:ext cx="17717" cy="23556"/>
            </a:xfrm>
            <a:custGeom>
              <a:avLst/>
              <a:gdLst>
                <a:gd name="csX0" fmla="*/ 3770 w 20433"/>
                <a:gd name="csY0" fmla="*/ 1592 h 27166"/>
                <a:gd name="csX1" fmla="*/ 2119 w 20433"/>
                <a:gd name="csY1" fmla="*/ 21054 h 27166"/>
                <a:gd name="csX2" fmla="*/ 13041 w 20433"/>
                <a:gd name="csY2" fmla="*/ 26788 h 27166"/>
                <a:gd name="csX3" fmla="*/ 19962 w 20433"/>
                <a:gd name="csY3" fmla="*/ 20083 h 27166"/>
                <a:gd name="csX4" fmla="*/ 19264 w 20433"/>
                <a:gd name="csY4" fmla="*/ 14565 h 27166"/>
                <a:gd name="csX5" fmla="*/ 3770 w 20433"/>
                <a:gd name="csY5" fmla="*/ 1592 h 27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433" h="27166">
                  <a:moveTo>
                    <a:pt x="3770" y="1592"/>
                  </a:moveTo>
                  <a:cubicBezTo>
                    <a:pt x="214" y="15543"/>
                    <a:pt x="-1755" y="18997"/>
                    <a:pt x="2119" y="21054"/>
                  </a:cubicBezTo>
                  <a:lnTo>
                    <a:pt x="13041" y="26788"/>
                  </a:lnTo>
                  <a:cubicBezTo>
                    <a:pt x="17486" y="29163"/>
                    <a:pt x="20407" y="19543"/>
                    <a:pt x="19962" y="20083"/>
                  </a:cubicBezTo>
                  <a:cubicBezTo>
                    <a:pt x="20852" y="18457"/>
                    <a:pt x="20407" y="15974"/>
                    <a:pt x="19264" y="14565"/>
                  </a:cubicBezTo>
                  <a:cubicBezTo>
                    <a:pt x="7770" y="1807"/>
                    <a:pt x="4977" y="-2733"/>
                    <a:pt x="3770" y="15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2645C4F9-E08B-1500-6E6D-676698A26206}"/>
                </a:ext>
              </a:extLst>
            </p:cNvPr>
            <p:cNvSpPr/>
            <p:nvPr/>
          </p:nvSpPr>
          <p:spPr>
            <a:xfrm>
              <a:off x="10523507" y="5619484"/>
              <a:ext cx="16349" cy="18168"/>
            </a:xfrm>
            <a:custGeom>
              <a:avLst/>
              <a:gdLst>
                <a:gd name="csX0" fmla="*/ 12448 w 18855"/>
                <a:gd name="csY0" fmla="*/ 933 h 20952"/>
                <a:gd name="csX1" fmla="*/ 574 w 18855"/>
                <a:gd name="csY1" fmla="*/ 10343 h 20952"/>
                <a:gd name="csX2" fmla="*/ 9908 w 18855"/>
                <a:gd name="csY2" fmla="*/ 20186 h 20952"/>
                <a:gd name="csX3" fmla="*/ 18417 w 18855"/>
                <a:gd name="csY3" fmla="*/ 11747 h 20952"/>
                <a:gd name="csX4" fmla="*/ 12448 w 18855"/>
                <a:gd name="csY4" fmla="*/ 933 h 20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55" h="20952">
                  <a:moveTo>
                    <a:pt x="12448" y="933"/>
                  </a:moveTo>
                  <a:cubicBezTo>
                    <a:pt x="8701" y="-3068"/>
                    <a:pt x="-2665" y="6883"/>
                    <a:pt x="574" y="10343"/>
                  </a:cubicBezTo>
                  <a:lnTo>
                    <a:pt x="9908" y="20186"/>
                  </a:lnTo>
                  <a:cubicBezTo>
                    <a:pt x="13591" y="24186"/>
                    <a:pt x="18862" y="11207"/>
                    <a:pt x="18417" y="11747"/>
                  </a:cubicBezTo>
                  <a:cubicBezTo>
                    <a:pt x="20893" y="7206"/>
                    <a:pt x="12067" y="393"/>
                    <a:pt x="12448" y="9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31C548FC-6B34-0C14-A464-2490C6614ED0}"/>
                </a:ext>
              </a:extLst>
            </p:cNvPr>
            <p:cNvSpPr/>
            <p:nvPr/>
          </p:nvSpPr>
          <p:spPr>
            <a:xfrm>
              <a:off x="10512378" y="5660163"/>
              <a:ext cx="9805" cy="8394"/>
            </a:xfrm>
            <a:custGeom>
              <a:avLst/>
              <a:gdLst>
                <a:gd name="csX0" fmla="*/ 4962 w 11308"/>
                <a:gd name="csY0" fmla="*/ 196 h 9681"/>
                <a:gd name="csX1" fmla="*/ 10931 w 11308"/>
                <a:gd name="csY1" fmla="*/ 5168 h 9681"/>
                <a:gd name="csX2" fmla="*/ 4962 w 11308"/>
                <a:gd name="csY2" fmla="*/ 196 h 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308" h="9681">
                  <a:moveTo>
                    <a:pt x="4962" y="196"/>
                  </a:moveTo>
                  <a:cubicBezTo>
                    <a:pt x="-10215" y="10255"/>
                    <a:pt x="14614" y="12960"/>
                    <a:pt x="10931" y="5168"/>
                  </a:cubicBezTo>
                  <a:cubicBezTo>
                    <a:pt x="10360" y="4413"/>
                    <a:pt x="9153" y="-1099"/>
                    <a:pt x="4962" y="1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B56358B7-1339-503F-70DB-59A0A6CB48E2}"/>
                </a:ext>
              </a:extLst>
            </p:cNvPr>
            <p:cNvSpPr/>
            <p:nvPr/>
          </p:nvSpPr>
          <p:spPr>
            <a:xfrm>
              <a:off x="10269551" y="5543475"/>
              <a:ext cx="6845" cy="12258"/>
            </a:xfrm>
            <a:custGeom>
              <a:avLst/>
              <a:gdLst>
                <a:gd name="csX0" fmla="*/ 4655 w 7894"/>
                <a:gd name="csY0" fmla="*/ 27 h 14137"/>
                <a:gd name="csX1" fmla="*/ 7512 w 7894"/>
                <a:gd name="csY1" fmla="*/ 10193 h 14137"/>
                <a:gd name="csX2" fmla="*/ 2940 w 7894"/>
                <a:gd name="csY2" fmla="*/ 14086 h 14137"/>
                <a:gd name="csX3" fmla="*/ 19 w 7894"/>
                <a:gd name="csY3" fmla="*/ 11165 h 14137"/>
                <a:gd name="csX4" fmla="*/ 4591 w 7894"/>
                <a:gd name="csY4" fmla="*/ 27 h 14137"/>
                <a:gd name="csX5" fmla="*/ 4655 w 7894"/>
                <a:gd name="csY5" fmla="*/ 27 h 1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94" h="14137">
                  <a:moveTo>
                    <a:pt x="4655" y="27"/>
                  </a:moveTo>
                  <a:cubicBezTo>
                    <a:pt x="9354" y="567"/>
                    <a:pt x="7576" y="10733"/>
                    <a:pt x="7512" y="10193"/>
                  </a:cubicBezTo>
                  <a:cubicBezTo>
                    <a:pt x="7512" y="13978"/>
                    <a:pt x="2432" y="14302"/>
                    <a:pt x="2940" y="14086"/>
                  </a:cubicBezTo>
                  <a:cubicBezTo>
                    <a:pt x="1099" y="14302"/>
                    <a:pt x="-171" y="13006"/>
                    <a:pt x="19" y="11165"/>
                  </a:cubicBezTo>
                  <a:cubicBezTo>
                    <a:pt x="971" y="7165"/>
                    <a:pt x="-171" y="-512"/>
                    <a:pt x="4591" y="27"/>
                  </a:cubicBezTo>
                  <a:lnTo>
                    <a:pt x="4655" y="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4A914FB5-C8A7-E1EF-5BAF-2EAFBEC5F889}"/>
                </a:ext>
              </a:extLst>
            </p:cNvPr>
            <p:cNvSpPr/>
            <p:nvPr/>
          </p:nvSpPr>
          <p:spPr>
            <a:xfrm>
              <a:off x="10490306" y="4935862"/>
              <a:ext cx="14551" cy="13985"/>
            </a:xfrm>
            <a:custGeom>
              <a:avLst/>
              <a:gdLst>
                <a:gd name="csX0" fmla="*/ 9335 w 16781"/>
                <a:gd name="csY0" fmla="*/ 903 h 16128"/>
                <a:gd name="csX1" fmla="*/ 16701 w 16781"/>
                <a:gd name="csY1" fmla="*/ 10853 h 16128"/>
                <a:gd name="csX2" fmla="*/ 952 w 16781"/>
                <a:gd name="csY2" fmla="*/ 9882 h 16128"/>
                <a:gd name="csX3" fmla="*/ 952 w 16781"/>
                <a:gd name="csY3" fmla="*/ 4903 h 16128"/>
                <a:gd name="csX4" fmla="*/ 9335 w 16781"/>
                <a:gd name="csY4" fmla="*/ 903 h 16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81" h="16128">
                  <a:moveTo>
                    <a:pt x="9335" y="903"/>
                  </a:moveTo>
                  <a:cubicBezTo>
                    <a:pt x="11811" y="3608"/>
                    <a:pt x="17526" y="6199"/>
                    <a:pt x="16701" y="10853"/>
                  </a:cubicBezTo>
                  <a:cubicBezTo>
                    <a:pt x="14414" y="24696"/>
                    <a:pt x="-3048" y="6529"/>
                    <a:pt x="952" y="9882"/>
                  </a:cubicBezTo>
                  <a:cubicBezTo>
                    <a:pt x="-317" y="8472"/>
                    <a:pt x="-317" y="6313"/>
                    <a:pt x="952" y="4903"/>
                  </a:cubicBezTo>
                  <a:cubicBezTo>
                    <a:pt x="2477" y="3716"/>
                    <a:pt x="5715" y="-2234"/>
                    <a:pt x="9335" y="9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B378B4B0-2A16-DF6A-E13D-B61556FCF256}"/>
                </a:ext>
              </a:extLst>
            </p:cNvPr>
            <p:cNvSpPr/>
            <p:nvPr/>
          </p:nvSpPr>
          <p:spPr>
            <a:xfrm>
              <a:off x="10547772" y="4783493"/>
              <a:ext cx="8957" cy="7818"/>
            </a:xfrm>
            <a:custGeom>
              <a:avLst/>
              <a:gdLst>
                <a:gd name="csX0" fmla="*/ 3324 w 10330"/>
                <a:gd name="csY0" fmla="*/ 362 h 9016"/>
                <a:gd name="csX1" fmla="*/ 847 w 10330"/>
                <a:gd name="csY1" fmla="*/ 5989 h 9016"/>
                <a:gd name="csX2" fmla="*/ 6689 w 10330"/>
                <a:gd name="csY2" fmla="*/ 8148 h 9016"/>
                <a:gd name="csX3" fmla="*/ 9419 w 10330"/>
                <a:gd name="csY3" fmla="*/ 1880 h 9016"/>
                <a:gd name="csX4" fmla="*/ 3324 w 10330"/>
                <a:gd name="csY4" fmla="*/ 254 h 9016"/>
                <a:gd name="csX5" fmla="*/ 3324 w 10330"/>
                <a:gd name="csY5" fmla="*/ 362 h 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30" h="9016">
                  <a:moveTo>
                    <a:pt x="3324" y="362"/>
                  </a:moveTo>
                  <a:cubicBezTo>
                    <a:pt x="2816" y="902"/>
                    <a:pt x="-1883" y="2528"/>
                    <a:pt x="847" y="5989"/>
                  </a:cubicBezTo>
                  <a:cubicBezTo>
                    <a:pt x="1355" y="6420"/>
                    <a:pt x="3324" y="10853"/>
                    <a:pt x="6689" y="8148"/>
                  </a:cubicBezTo>
                  <a:cubicBezTo>
                    <a:pt x="7133" y="7608"/>
                    <a:pt x="12404" y="5118"/>
                    <a:pt x="9419" y="1880"/>
                  </a:cubicBezTo>
                  <a:cubicBezTo>
                    <a:pt x="9419" y="1880"/>
                    <a:pt x="5038" y="-825"/>
                    <a:pt x="3324" y="254"/>
                  </a:cubicBezTo>
                  <a:lnTo>
                    <a:pt x="3324" y="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324AE903-7DAC-404C-E253-CEB7AE8C7080}"/>
                </a:ext>
              </a:extLst>
            </p:cNvPr>
            <p:cNvSpPr/>
            <p:nvPr/>
          </p:nvSpPr>
          <p:spPr>
            <a:xfrm>
              <a:off x="10529208" y="4752324"/>
              <a:ext cx="7051" cy="7512"/>
            </a:xfrm>
            <a:custGeom>
              <a:avLst/>
              <a:gdLst>
                <a:gd name="csX0" fmla="*/ 7016 w 8132"/>
                <a:gd name="csY0" fmla="*/ 1706 h 8663"/>
                <a:gd name="csX1" fmla="*/ 6254 w 8132"/>
                <a:gd name="csY1" fmla="*/ 7650 h 8663"/>
                <a:gd name="csX2" fmla="*/ 729 w 8132"/>
                <a:gd name="csY2" fmla="*/ 6786 h 8663"/>
                <a:gd name="csX3" fmla="*/ 1682 w 8132"/>
                <a:gd name="csY3" fmla="*/ 1274 h 8663"/>
                <a:gd name="csX4" fmla="*/ 7016 w 8132"/>
                <a:gd name="csY4" fmla="*/ 1706 h 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32" h="8663">
                  <a:moveTo>
                    <a:pt x="7016" y="1706"/>
                  </a:moveTo>
                  <a:cubicBezTo>
                    <a:pt x="7079" y="2246"/>
                    <a:pt x="9937" y="5707"/>
                    <a:pt x="6254" y="7650"/>
                  </a:cubicBezTo>
                  <a:cubicBezTo>
                    <a:pt x="5682" y="7758"/>
                    <a:pt x="2444" y="10355"/>
                    <a:pt x="729" y="6786"/>
                  </a:cubicBezTo>
                  <a:cubicBezTo>
                    <a:pt x="729" y="6247"/>
                    <a:pt x="-1430" y="3325"/>
                    <a:pt x="1682" y="1274"/>
                  </a:cubicBezTo>
                  <a:cubicBezTo>
                    <a:pt x="1682" y="1274"/>
                    <a:pt x="5238" y="-1862"/>
                    <a:pt x="7016" y="1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BFFE49F7-07F6-DDD5-6A20-27F4F1B8F34E}"/>
                </a:ext>
              </a:extLst>
            </p:cNvPr>
            <p:cNvSpPr/>
            <p:nvPr/>
          </p:nvSpPr>
          <p:spPr>
            <a:xfrm>
              <a:off x="10647721" y="4709432"/>
              <a:ext cx="7331" cy="6787"/>
            </a:xfrm>
            <a:custGeom>
              <a:avLst/>
              <a:gdLst>
                <a:gd name="csX0" fmla="*/ 2164 w 8455"/>
                <a:gd name="csY0" fmla="*/ 995 h 7827"/>
                <a:gd name="csX1" fmla="*/ 958 w 8455"/>
                <a:gd name="csY1" fmla="*/ 6507 h 7827"/>
                <a:gd name="csX2" fmla="*/ 5848 w 8455"/>
                <a:gd name="csY2" fmla="*/ 7053 h 7827"/>
                <a:gd name="csX3" fmla="*/ 7245 w 8455"/>
                <a:gd name="csY3" fmla="*/ 5968 h 7827"/>
                <a:gd name="csX4" fmla="*/ 7562 w 8455"/>
                <a:gd name="csY4" fmla="*/ 1535 h 7827"/>
                <a:gd name="csX5" fmla="*/ 2228 w 8455"/>
                <a:gd name="csY5" fmla="*/ 995 h 7827"/>
                <a:gd name="csX6" fmla="*/ 2164 w 8455"/>
                <a:gd name="csY6" fmla="*/ 995 h 7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55" h="7827">
                  <a:moveTo>
                    <a:pt x="2164" y="995"/>
                  </a:moveTo>
                  <a:cubicBezTo>
                    <a:pt x="1847" y="1535"/>
                    <a:pt x="-1645" y="3484"/>
                    <a:pt x="958" y="6507"/>
                  </a:cubicBezTo>
                  <a:cubicBezTo>
                    <a:pt x="3879" y="7917"/>
                    <a:pt x="4323" y="8349"/>
                    <a:pt x="5848" y="7053"/>
                  </a:cubicBezTo>
                  <a:lnTo>
                    <a:pt x="7245" y="5968"/>
                  </a:lnTo>
                  <a:cubicBezTo>
                    <a:pt x="8769" y="4888"/>
                    <a:pt x="8832" y="2831"/>
                    <a:pt x="7562" y="1535"/>
                  </a:cubicBezTo>
                  <a:cubicBezTo>
                    <a:pt x="6990" y="1211"/>
                    <a:pt x="4832" y="-1386"/>
                    <a:pt x="2228" y="995"/>
                  </a:cubicBezTo>
                  <a:lnTo>
                    <a:pt x="2164" y="9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C02ADC92-421C-B8E7-F15E-3F7DF9DCA0D5}"/>
                </a:ext>
              </a:extLst>
            </p:cNvPr>
            <p:cNvSpPr/>
            <p:nvPr/>
          </p:nvSpPr>
          <p:spPr>
            <a:xfrm>
              <a:off x="10579158" y="4738420"/>
              <a:ext cx="7385" cy="9275"/>
            </a:xfrm>
            <a:custGeom>
              <a:avLst/>
              <a:gdLst>
                <a:gd name="csX0" fmla="*/ 5798 w 8517"/>
                <a:gd name="csY0" fmla="*/ 222 h 10697"/>
                <a:gd name="csX1" fmla="*/ 8465 w 8517"/>
                <a:gd name="csY1" fmla="*/ 3791 h 10697"/>
                <a:gd name="csX2" fmla="*/ 7640 w 8517"/>
                <a:gd name="csY2" fmla="*/ 8331 h 10697"/>
                <a:gd name="csX3" fmla="*/ 3830 w 8517"/>
                <a:gd name="csY3" fmla="*/ 10496 h 10697"/>
                <a:gd name="csX4" fmla="*/ 2750 w 8517"/>
                <a:gd name="csY4" fmla="*/ 10065 h 10697"/>
                <a:gd name="csX5" fmla="*/ 20 w 8517"/>
                <a:gd name="csY5" fmla="*/ 5626 h 10697"/>
                <a:gd name="csX6" fmla="*/ 464 w 8517"/>
                <a:gd name="csY6" fmla="*/ 3035 h 10697"/>
                <a:gd name="csX7" fmla="*/ 4337 w 8517"/>
                <a:gd name="csY7" fmla="*/ 6 h 10697"/>
                <a:gd name="csX8" fmla="*/ 5861 w 8517"/>
                <a:gd name="csY8" fmla="*/ 6 h 10697"/>
                <a:gd name="csX9" fmla="*/ 5798 w 8517"/>
                <a:gd name="csY9" fmla="*/ 222 h 1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517" h="10697">
                  <a:moveTo>
                    <a:pt x="5798" y="222"/>
                  </a:moveTo>
                  <a:cubicBezTo>
                    <a:pt x="7640" y="438"/>
                    <a:pt x="8782" y="2057"/>
                    <a:pt x="8465" y="3791"/>
                  </a:cubicBezTo>
                  <a:lnTo>
                    <a:pt x="7640" y="8331"/>
                  </a:lnTo>
                  <a:cubicBezTo>
                    <a:pt x="7258" y="10173"/>
                    <a:pt x="5544" y="11144"/>
                    <a:pt x="3830" y="10496"/>
                  </a:cubicBezTo>
                  <a:lnTo>
                    <a:pt x="2750" y="10065"/>
                  </a:lnTo>
                  <a:cubicBezTo>
                    <a:pt x="1035" y="9411"/>
                    <a:pt x="-171" y="7467"/>
                    <a:pt x="20" y="5626"/>
                  </a:cubicBezTo>
                  <a:lnTo>
                    <a:pt x="464" y="3035"/>
                  </a:lnTo>
                  <a:cubicBezTo>
                    <a:pt x="655" y="1194"/>
                    <a:pt x="2496" y="-102"/>
                    <a:pt x="4337" y="6"/>
                  </a:cubicBezTo>
                  <a:lnTo>
                    <a:pt x="5861" y="6"/>
                  </a:lnTo>
                  <a:lnTo>
                    <a:pt x="5798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6217BA52-E387-0EDE-0849-254EC23A5ABF}"/>
                </a:ext>
              </a:extLst>
            </p:cNvPr>
            <p:cNvSpPr/>
            <p:nvPr/>
          </p:nvSpPr>
          <p:spPr>
            <a:xfrm>
              <a:off x="10595565" y="4635134"/>
              <a:ext cx="7450" cy="9151"/>
            </a:xfrm>
            <a:custGeom>
              <a:avLst/>
              <a:gdLst>
                <a:gd name="csX0" fmla="*/ 8531 w 8592"/>
                <a:gd name="csY0" fmla="*/ 3629 h 10554"/>
                <a:gd name="csX1" fmla="*/ 3768 w 8592"/>
                <a:gd name="csY1" fmla="*/ 10334 h 10554"/>
                <a:gd name="csX2" fmla="*/ 85 w 8592"/>
                <a:gd name="csY2" fmla="*/ 5578 h 10554"/>
                <a:gd name="csX3" fmla="*/ 8531 w 8592"/>
                <a:gd name="csY3" fmla="*/ 3629 h 10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2" h="10554">
                  <a:moveTo>
                    <a:pt x="8531" y="3629"/>
                  </a:moveTo>
                  <a:cubicBezTo>
                    <a:pt x="7959" y="5146"/>
                    <a:pt x="8276" y="11846"/>
                    <a:pt x="3768" y="10334"/>
                  </a:cubicBezTo>
                  <a:cubicBezTo>
                    <a:pt x="3197" y="9903"/>
                    <a:pt x="-614" y="9363"/>
                    <a:pt x="85" y="5578"/>
                  </a:cubicBezTo>
                  <a:cubicBezTo>
                    <a:pt x="3832" y="-3293"/>
                    <a:pt x="9229" y="276"/>
                    <a:pt x="8531" y="3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C3F27B99-0953-62DB-97A4-62DFA8DBD863}"/>
                </a:ext>
              </a:extLst>
            </p:cNvPr>
            <p:cNvSpPr/>
            <p:nvPr/>
          </p:nvSpPr>
          <p:spPr>
            <a:xfrm>
              <a:off x="10652278" y="4737056"/>
              <a:ext cx="7685" cy="8365"/>
            </a:xfrm>
            <a:custGeom>
              <a:avLst/>
              <a:gdLst>
                <a:gd name="csX0" fmla="*/ 782 w 8863"/>
                <a:gd name="csY0" fmla="*/ 2119 h 9647"/>
                <a:gd name="csX1" fmla="*/ 1100 w 8863"/>
                <a:gd name="csY1" fmla="*/ 8393 h 9647"/>
                <a:gd name="csX2" fmla="*/ 6116 w 8863"/>
                <a:gd name="csY2" fmla="*/ 8393 h 9647"/>
                <a:gd name="csX3" fmla="*/ 7068 w 8863"/>
                <a:gd name="csY3" fmla="*/ 823 h 9647"/>
                <a:gd name="csX4" fmla="*/ 782 w 8863"/>
                <a:gd name="csY4" fmla="*/ 2011 h 9647"/>
                <a:gd name="csX5" fmla="*/ 782 w 8863"/>
                <a:gd name="csY5" fmla="*/ 2119 h 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63" h="9647">
                  <a:moveTo>
                    <a:pt x="782" y="2119"/>
                  </a:moveTo>
                  <a:cubicBezTo>
                    <a:pt x="-424" y="7853"/>
                    <a:pt x="-170" y="7199"/>
                    <a:pt x="1100" y="8393"/>
                  </a:cubicBezTo>
                  <a:cubicBezTo>
                    <a:pt x="4973" y="10012"/>
                    <a:pt x="4973" y="10120"/>
                    <a:pt x="6116" y="8393"/>
                  </a:cubicBezTo>
                  <a:cubicBezTo>
                    <a:pt x="6624" y="7091"/>
                    <a:pt x="11387" y="2443"/>
                    <a:pt x="7068" y="823"/>
                  </a:cubicBezTo>
                  <a:cubicBezTo>
                    <a:pt x="7068" y="823"/>
                    <a:pt x="2751" y="-1666"/>
                    <a:pt x="782" y="2011"/>
                  </a:cubicBezTo>
                  <a:lnTo>
                    <a:pt x="782" y="21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FE4F240F-8E9C-38B9-C81C-7666097929A1}"/>
                </a:ext>
              </a:extLst>
            </p:cNvPr>
            <p:cNvSpPr/>
            <p:nvPr/>
          </p:nvSpPr>
          <p:spPr>
            <a:xfrm>
              <a:off x="10552314" y="4700739"/>
              <a:ext cx="16193" cy="8759"/>
            </a:xfrm>
            <a:custGeom>
              <a:avLst/>
              <a:gdLst>
                <a:gd name="csX0" fmla="*/ 116 w 18675"/>
                <a:gd name="csY0" fmla="*/ 3235 h 10101"/>
                <a:gd name="csX1" fmla="*/ 2719 w 18675"/>
                <a:gd name="csY1" fmla="*/ 7883 h 10101"/>
                <a:gd name="csX2" fmla="*/ 14530 w 18675"/>
                <a:gd name="csY2" fmla="*/ 10048 h 10101"/>
                <a:gd name="csX3" fmla="*/ 18214 w 18675"/>
                <a:gd name="csY3" fmla="*/ 7343 h 10101"/>
                <a:gd name="csX4" fmla="*/ 18658 w 18675"/>
                <a:gd name="csY4" fmla="*/ 3991 h 10101"/>
                <a:gd name="csX5" fmla="*/ 15610 w 18675"/>
                <a:gd name="csY5" fmla="*/ 530 h 10101"/>
                <a:gd name="csX6" fmla="*/ 243 w 18675"/>
                <a:gd name="csY6" fmla="*/ 3127 h 10101"/>
                <a:gd name="csX7" fmla="*/ 116 w 18675"/>
                <a:gd name="csY7" fmla="*/ 3235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675" h="10101">
                  <a:moveTo>
                    <a:pt x="116" y="3235"/>
                  </a:moveTo>
                  <a:cubicBezTo>
                    <a:pt x="116" y="3882"/>
                    <a:pt x="-836" y="7128"/>
                    <a:pt x="2719" y="7883"/>
                  </a:cubicBezTo>
                  <a:lnTo>
                    <a:pt x="14530" y="10048"/>
                  </a:lnTo>
                  <a:cubicBezTo>
                    <a:pt x="16245" y="10372"/>
                    <a:pt x="18023" y="9179"/>
                    <a:pt x="18214" y="7343"/>
                  </a:cubicBezTo>
                  <a:lnTo>
                    <a:pt x="18658" y="3991"/>
                  </a:lnTo>
                  <a:cubicBezTo>
                    <a:pt x="18849" y="2155"/>
                    <a:pt x="17452" y="638"/>
                    <a:pt x="15610" y="530"/>
                  </a:cubicBezTo>
                  <a:cubicBezTo>
                    <a:pt x="8689" y="854"/>
                    <a:pt x="1259" y="-2067"/>
                    <a:pt x="243" y="3127"/>
                  </a:cubicBezTo>
                  <a:lnTo>
                    <a:pt x="116" y="3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0752DA18-CA8E-55AD-BE79-76399F789CD5}"/>
                </a:ext>
              </a:extLst>
            </p:cNvPr>
            <p:cNvSpPr/>
            <p:nvPr/>
          </p:nvSpPr>
          <p:spPr>
            <a:xfrm>
              <a:off x="10632963" y="4678134"/>
              <a:ext cx="9100" cy="15983"/>
            </a:xfrm>
            <a:custGeom>
              <a:avLst/>
              <a:gdLst>
                <a:gd name="csX0" fmla="*/ 3818 w 10495"/>
                <a:gd name="csY0" fmla="*/ 0 h 18433"/>
                <a:gd name="csX1" fmla="*/ 8 w 10495"/>
                <a:gd name="csY1" fmla="*/ 3677 h 18433"/>
                <a:gd name="csX2" fmla="*/ 961 w 10495"/>
                <a:gd name="csY2" fmla="*/ 15570 h 18433"/>
                <a:gd name="csX3" fmla="*/ 4580 w 10495"/>
                <a:gd name="csY3" fmla="*/ 18383 h 18433"/>
                <a:gd name="csX4" fmla="*/ 7819 w 10495"/>
                <a:gd name="csY4" fmla="*/ 17843 h 18433"/>
                <a:gd name="csX5" fmla="*/ 10422 w 10495"/>
                <a:gd name="csY5" fmla="*/ 14059 h 18433"/>
                <a:gd name="csX6" fmla="*/ 3691 w 10495"/>
                <a:gd name="csY6" fmla="*/ 108 h 18433"/>
                <a:gd name="csX7" fmla="*/ 3818 w 10495"/>
                <a:gd name="csY7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495" h="18433">
                  <a:moveTo>
                    <a:pt x="3818" y="0"/>
                  </a:moveTo>
                  <a:cubicBezTo>
                    <a:pt x="3119" y="324"/>
                    <a:pt x="-182" y="108"/>
                    <a:pt x="8" y="3677"/>
                  </a:cubicBezTo>
                  <a:lnTo>
                    <a:pt x="961" y="15570"/>
                  </a:lnTo>
                  <a:cubicBezTo>
                    <a:pt x="1088" y="17412"/>
                    <a:pt x="2739" y="18707"/>
                    <a:pt x="4580" y="18383"/>
                  </a:cubicBezTo>
                  <a:lnTo>
                    <a:pt x="7819" y="17843"/>
                  </a:lnTo>
                  <a:cubicBezTo>
                    <a:pt x="9660" y="17519"/>
                    <a:pt x="10803" y="15894"/>
                    <a:pt x="10422" y="14059"/>
                  </a:cubicBezTo>
                  <a:cubicBezTo>
                    <a:pt x="8263" y="7677"/>
                    <a:pt x="9089" y="-432"/>
                    <a:pt x="3691" y="108"/>
                  </a:cubicBezTo>
                  <a:lnTo>
                    <a:pt x="381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4A472CF8-B19E-E7A2-CFD7-896A28AEA017}"/>
                </a:ext>
              </a:extLst>
            </p:cNvPr>
            <p:cNvSpPr/>
            <p:nvPr/>
          </p:nvSpPr>
          <p:spPr>
            <a:xfrm>
              <a:off x="10556434" y="4682566"/>
              <a:ext cx="9235" cy="8818"/>
            </a:xfrm>
            <a:custGeom>
              <a:avLst/>
              <a:gdLst>
                <a:gd name="csX0" fmla="*/ 573 w 10651"/>
                <a:gd name="csY0" fmla="*/ 2025 h 10169"/>
                <a:gd name="csX1" fmla="*/ 1652 w 10651"/>
                <a:gd name="csY1" fmla="*/ 7644 h 10169"/>
                <a:gd name="csX2" fmla="*/ 8510 w 10651"/>
                <a:gd name="csY2" fmla="*/ 8623 h 10169"/>
                <a:gd name="csX3" fmla="*/ 8827 w 10651"/>
                <a:gd name="csY3" fmla="*/ 1485 h 10169"/>
                <a:gd name="csX4" fmla="*/ 573 w 10651"/>
                <a:gd name="csY4" fmla="*/ 2025 h 10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1" h="10169">
                  <a:moveTo>
                    <a:pt x="573" y="2025"/>
                  </a:moveTo>
                  <a:cubicBezTo>
                    <a:pt x="573" y="2564"/>
                    <a:pt x="-1269" y="5486"/>
                    <a:pt x="1652" y="7644"/>
                  </a:cubicBezTo>
                  <a:cubicBezTo>
                    <a:pt x="2224" y="7861"/>
                    <a:pt x="6225" y="12515"/>
                    <a:pt x="8510" y="8623"/>
                  </a:cubicBezTo>
                  <a:cubicBezTo>
                    <a:pt x="8701" y="7861"/>
                    <a:pt x="13019" y="2996"/>
                    <a:pt x="8827" y="1485"/>
                  </a:cubicBezTo>
                  <a:cubicBezTo>
                    <a:pt x="8827" y="1485"/>
                    <a:pt x="2415" y="-2191"/>
                    <a:pt x="573" y="20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25716063-506E-47A3-BD91-CE4EEEB7D94C}"/>
                </a:ext>
              </a:extLst>
            </p:cNvPr>
            <p:cNvSpPr/>
            <p:nvPr/>
          </p:nvSpPr>
          <p:spPr>
            <a:xfrm>
              <a:off x="10540491" y="4690475"/>
              <a:ext cx="7980" cy="9189"/>
            </a:xfrm>
            <a:custGeom>
              <a:avLst/>
              <a:gdLst>
                <a:gd name="csX0" fmla="*/ 7848 w 9203"/>
                <a:gd name="csY0" fmla="*/ 258 h 10597"/>
                <a:gd name="csX1" fmla="*/ 6768 w 9203"/>
                <a:gd name="csY1" fmla="*/ 8799 h 10597"/>
                <a:gd name="csX2" fmla="*/ 1561 w 9203"/>
                <a:gd name="csY2" fmla="*/ 9878 h 10597"/>
                <a:gd name="csX3" fmla="*/ 608 w 9203"/>
                <a:gd name="csY3" fmla="*/ 5662 h 10597"/>
                <a:gd name="csX4" fmla="*/ 7911 w 9203"/>
                <a:gd name="csY4" fmla="*/ 258 h 10597"/>
                <a:gd name="csX5" fmla="*/ 7848 w 9203"/>
                <a:gd name="csY5" fmla="*/ 258 h 10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03" h="10597">
                  <a:moveTo>
                    <a:pt x="7848" y="258"/>
                  </a:moveTo>
                  <a:cubicBezTo>
                    <a:pt x="11530" y="1769"/>
                    <a:pt x="6514" y="9446"/>
                    <a:pt x="6768" y="8799"/>
                  </a:cubicBezTo>
                  <a:cubicBezTo>
                    <a:pt x="5117" y="12151"/>
                    <a:pt x="926" y="9770"/>
                    <a:pt x="1561" y="9878"/>
                  </a:cubicBezTo>
                  <a:cubicBezTo>
                    <a:pt x="-90" y="9014"/>
                    <a:pt x="-471" y="7071"/>
                    <a:pt x="608" y="5662"/>
                  </a:cubicBezTo>
                  <a:cubicBezTo>
                    <a:pt x="1752" y="4366"/>
                    <a:pt x="4291" y="-1260"/>
                    <a:pt x="7911" y="258"/>
                  </a:cubicBezTo>
                  <a:lnTo>
                    <a:pt x="7848" y="2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ED1B016-9DCC-D96C-0B4B-9499FCDFEE4B}"/>
                </a:ext>
              </a:extLst>
            </p:cNvPr>
            <p:cNvSpPr/>
            <p:nvPr/>
          </p:nvSpPr>
          <p:spPr>
            <a:xfrm>
              <a:off x="10531966" y="4680967"/>
              <a:ext cx="7792" cy="8220"/>
            </a:xfrm>
            <a:custGeom>
              <a:avLst/>
              <a:gdLst>
                <a:gd name="csX0" fmla="*/ 4343 w 8986"/>
                <a:gd name="csY0" fmla="*/ 86 h 9480"/>
                <a:gd name="csX1" fmla="*/ 8979 w 8986"/>
                <a:gd name="csY1" fmla="*/ 4302 h 9480"/>
                <a:gd name="csX2" fmla="*/ 6057 w 8986"/>
                <a:gd name="csY2" fmla="*/ 8843 h 9480"/>
                <a:gd name="csX3" fmla="*/ 25 w 8986"/>
                <a:gd name="csY3" fmla="*/ 6785 h 9480"/>
                <a:gd name="csX4" fmla="*/ 4216 w 8986"/>
                <a:gd name="csY4" fmla="*/ 86 h 9480"/>
                <a:gd name="csX5" fmla="*/ 4343 w 8986"/>
                <a:gd name="csY5" fmla="*/ 86 h 9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480">
                  <a:moveTo>
                    <a:pt x="4343" y="86"/>
                  </a:moveTo>
                  <a:cubicBezTo>
                    <a:pt x="9296" y="2785"/>
                    <a:pt x="8788" y="2677"/>
                    <a:pt x="8979" y="4302"/>
                  </a:cubicBezTo>
                  <a:cubicBezTo>
                    <a:pt x="8915" y="4842"/>
                    <a:pt x="9550" y="8195"/>
                    <a:pt x="6057" y="8843"/>
                  </a:cubicBezTo>
                  <a:cubicBezTo>
                    <a:pt x="5232" y="8843"/>
                    <a:pt x="-419" y="11224"/>
                    <a:pt x="25" y="6785"/>
                  </a:cubicBezTo>
                  <a:cubicBezTo>
                    <a:pt x="25" y="6785"/>
                    <a:pt x="-293" y="-892"/>
                    <a:pt x="4216" y="86"/>
                  </a:cubicBezTo>
                  <a:lnTo>
                    <a:pt x="4343" y="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EDC0DD41-CD90-B98F-8AC9-C3E58FDC37DD}"/>
                </a:ext>
              </a:extLst>
            </p:cNvPr>
            <p:cNvSpPr/>
            <p:nvPr/>
          </p:nvSpPr>
          <p:spPr>
            <a:xfrm>
              <a:off x="10532552" y="4666920"/>
              <a:ext cx="8013" cy="7899"/>
            </a:xfrm>
            <a:custGeom>
              <a:avLst/>
              <a:gdLst>
                <a:gd name="csX0" fmla="*/ 3540 w 9241"/>
                <a:gd name="csY0" fmla="*/ 709 h 9110"/>
                <a:gd name="csX1" fmla="*/ 746 w 9241"/>
                <a:gd name="csY1" fmla="*/ 6767 h 9110"/>
                <a:gd name="csX2" fmla="*/ 6270 w 9241"/>
                <a:gd name="csY2" fmla="*/ 8285 h 9110"/>
                <a:gd name="csX3" fmla="*/ 8556 w 9241"/>
                <a:gd name="csY3" fmla="*/ 2335 h 9110"/>
                <a:gd name="csX4" fmla="*/ 3540 w 9241"/>
                <a:gd name="csY4" fmla="*/ 709 h 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41" h="9110">
                  <a:moveTo>
                    <a:pt x="3540" y="709"/>
                  </a:moveTo>
                  <a:cubicBezTo>
                    <a:pt x="3159" y="1255"/>
                    <a:pt x="-1857" y="3306"/>
                    <a:pt x="746" y="6767"/>
                  </a:cubicBezTo>
                  <a:cubicBezTo>
                    <a:pt x="1318" y="7199"/>
                    <a:pt x="3159" y="10660"/>
                    <a:pt x="6270" y="8285"/>
                  </a:cubicBezTo>
                  <a:cubicBezTo>
                    <a:pt x="6715" y="7739"/>
                    <a:pt x="10843" y="5903"/>
                    <a:pt x="8556" y="2335"/>
                  </a:cubicBezTo>
                  <a:cubicBezTo>
                    <a:pt x="8556" y="2335"/>
                    <a:pt x="6588" y="-1558"/>
                    <a:pt x="3540" y="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B258756-55F8-71AA-A15D-0C535A7F2B09}"/>
                </a:ext>
              </a:extLst>
            </p:cNvPr>
            <p:cNvSpPr/>
            <p:nvPr/>
          </p:nvSpPr>
          <p:spPr>
            <a:xfrm>
              <a:off x="10567097" y="4618586"/>
              <a:ext cx="7992" cy="7847"/>
            </a:xfrm>
            <a:custGeom>
              <a:avLst/>
              <a:gdLst>
                <a:gd name="csX0" fmla="*/ 3579 w 9217"/>
                <a:gd name="csY0" fmla="*/ 652 h 9050"/>
                <a:gd name="csX1" fmla="*/ 848 w 9217"/>
                <a:gd name="csY1" fmla="*/ 6710 h 9050"/>
                <a:gd name="csX2" fmla="*/ 6246 w 9217"/>
                <a:gd name="csY2" fmla="*/ 8221 h 9050"/>
                <a:gd name="csX3" fmla="*/ 8532 w 9217"/>
                <a:gd name="csY3" fmla="*/ 2386 h 9050"/>
                <a:gd name="csX4" fmla="*/ 3579 w 9217"/>
                <a:gd name="csY4" fmla="*/ 652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17" h="9050">
                  <a:moveTo>
                    <a:pt x="3579" y="652"/>
                  </a:moveTo>
                  <a:cubicBezTo>
                    <a:pt x="3007" y="1300"/>
                    <a:pt x="-1945" y="3357"/>
                    <a:pt x="848" y="6710"/>
                  </a:cubicBezTo>
                  <a:cubicBezTo>
                    <a:pt x="1420" y="7142"/>
                    <a:pt x="3134" y="10603"/>
                    <a:pt x="6246" y="8221"/>
                  </a:cubicBezTo>
                  <a:cubicBezTo>
                    <a:pt x="6691" y="7682"/>
                    <a:pt x="10817" y="5847"/>
                    <a:pt x="8532" y="2386"/>
                  </a:cubicBezTo>
                  <a:cubicBezTo>
                    <a:pt x="8532" y="2386"/>
                    <a:pt x="6563" y="-1507"/>
                    <a:pt x="3579" y="6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3A7E7B7F-6AFE-586C-400F-F6403E2A59BE}"/>
                </a:ext>
              </a:extLst>
            </p:cNvPr>
            <p:cNvSpPr/>
            <p:nvPr/>
          </p:nvSpPr>
          <p:spPr>
            <a:xfrm>
              <a:off x="10518035" y="4654173"/>
              <a:ext cx="7181" cy="6223"/>
            </a:xfrm>
            <a:custGeom>
              <a:avLst/>
              <a:gdLst>
                <a:gd name="csX0" fmla="*/ 723 w 8282"/>
                <a:gd name="csY0" fmla="*/ 1465 h 7177"/>
                <a:gd name="csX1" fmla="*/ 1359 w 8282"/>
                <a:gd name="csY1" fmla="*/ 6329 h 7177"/>
                <a:gd name="csX2" fmla="*/ 7455 w 8282"/>
                <a:gd name="csY2" fmla="*/ 5033 h 7177"/>
                <a:gd name="csX3" fmla="*/ 6883 w 8282"/>
                <a:gd name="csY3" fmla="*/ 1135 h 7177"/>
                <a:gd name="csX4" fmla="*/ 850 w 8282"/>
                <a:gd name="csY4" fmla="*/ 1465 h 7177"/>
                <a:gd name="csX5" fmla="*/ 723 w 8282"/>
                <a:gd name="csY5" fmla="*/ 1465 h 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82" h="7177">
                  <a:moveTo>
                    <a:pt x="723" y="1465"/>
                  </a:moveTo>
                  <a:cubicBezTo>
                    <a:pt x="-1308" y="3948"/>
                    <a:pt x="1612" y="6868"/>
                    <a:pt x="1359" y="6329"/>
                  </a:cubicBezTo>
                  <a:cubicBezTo>
                    <a:pt x="4280" y="8926"/>
                    <a:pt x="7962" y="4703"/>
                    <a:pt x="7455" y="5033"/>
                  </a:cubicBezTo>
                  <a:cubicBezTo>
                    <a:pt x="8724" y="3732"/>
                    <a:pt x="8534" y="2004"/>
                    <a:pt x="6883" y="1135"/>
                  </a:cubicBezTo>
                  <a:cubicBezTo>
                    <a:pt x="6375" y="1026"/>
                    <a:pt x="3200" y="-1564"/>
                    <a:pt x="850" y="1465"/>
                  </a:cubicBezTo>
                  <a:lnTo>
                    <a:pt x="723" y="1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75680994-9755-2FBD-3F84-094BB7F3D96F}"/>
                </a:ext>
              </a:extLst>
            </p:cNvPr>
            <p:cNvSpPr/>
            <p:nvPr/>
          </p:nvSpPr>
          <p:spPr>
            <a:xfrm>
              <a:off x="10519048" y="4640176"/>
              <a:ext cx="7141" cy="7572"/>
            </a:xfrm>
            <a:custGeom>
              <a:avLst/>
              <a:gdLst>
                <a:gd name="csX0" fmla="*/ 381 w 8236"/>
                <a:gd name="csY0" fmla="*/ 6793 h 8733"/>
                <a:gd name="csX1" fmla="*/ 1397 w 8236"/>
                <a:gd name="csY1" fmla="*/ 1923 h 8733"/>
                <a:gd name="csX2" fmla="*/ 7556 w 8236"/>
                <a:gd name="csY2" fmla="*/ 1923 h 8733"/>
                <a:gd name="csX3" fmla="*/ 6032 w 8236"/>
                <a:gd name="csY3" fmla="*/ 7981 h 8733"/>
                <a:gd name="csX4" fmla="*/ 317 w 8236"/>
                <a:gd name="csY4" fmla="*/ 6901 h 8733"/>
                <a:gd name="csX5" fmla="*/ 381 w 8236"/>
                <a:gd name="csY5" fmla="*/ 6793 h 8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36" h="8733">
                  <a:moveTo>
                    <a:pt x="381" y="6793"/>
                  </a:moveTo>
                  <a:cubicBezTo>
                    <a:pt x="0" y="3980"/>
                    <a:pt x="-571" y="3225"/>
                    <a:pt x="1397" y="1923"/>
                  </a:cubicBezTo>
                  <a:cubicBezTo>
                    <a:pt x="2032" y="1707"/>
                    <a:pt x="6032" y="-2294"/>
                    <a:pt x="7556" y="1923"/>
                  </a:cubicBezTo>
                  <a:cubicBezTo>
                    <a:pt x="7556" y="2469"/>
                    <a:pt x="9842" y="6254"/>
                    <a:pt x="6032" y="7981"/>
                  </a:cubicBezTo>
                  <a:cubicBezTo>
                    <a:pt x="6032" y="7981"/>
                    <a:pt x="2350" y="10254"/>
                    <a:pt x="317" y="6901"/>
                  </a:cubicBezTo>
                  <a:lnTo>
                    <a:pt x="381" y="6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2A985CF-BE6A-7963-CC9F-92209AF51F24}"/>
                </a:ext>
              </a:extLst>
            </p:cNvPr>
            <p:cNvSpPr/>
            <p:nvPr/>
          </p:nvSpPr>
          <p:spPr>
            <a:xfrm>
              <a:off x="10342881" y="4568258"/>
              <a:ext cx="7100" cy="7570"/>
            </a:xfrm>
            <a:custGeom>
              <a:avLst/>
              <a:gdLst>
                <a:gd name="csX0" fmla="*/ 413 w 8188"/>
                <a:gd name="csY0" fmla="*/ 6790 h 8730"/>
                <a:gd name="csX1" fmla="*/ 1365 w 8188"/>
                <a:gd name="csY1" fmla="*/ 1926 h 8730"/>
                <a:gd name="csX2" fmla="*/ 7461 w 8188"/>
                <a:gd name="csY2" fmla="*/ 1926 h 8730"/>
                <a:gd name="csX3" fmla="*/ 6064 w 8188"/>
                <a:gd name="csY3" fmla="*/ 7977 h 8730"/>
                <a:gd name="csX4" fmla="*/ 285 w 8188"/>
                <a:gd name="csY4" fmla="*/ 6898 h 8730"/>
                <a:gd name="csX5" fmla="*/ 413 w 8188"/>
                <a:gd name="csY5" fmla="*/ 6790 h 8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88" h="8730">
                  <a:moveTo>
                    <a:pt x="413" y="6790"/>
                  </a:moveTo>
                  <a:cubicBezTo>
                    <a:pt x="-32" y="3977"/>
                    <a:pt x="-539" y="3221"/>
                    <a:pt x="1365" y="1926"/>
                  </a:cubicBezTo>
                  <a:cubicBezTo>
                    <a:pt x="2064" y="1710"/>
                    <a:pt x="6191" y="-2297"/>
                    <a:pt x="7461" y="1926"/>
                  </a:cubicBezTo>
                  <a:cubicBezTo>
                    <a:pt x="7461" y="2465"/>
                    <a:pt x="9810" y="6250"/>
                    <a:pt x="6064" y="7977"/>
                  </a:cubicBezTo>
                  <a:cubicBezTo>
                    <a:pt x="6064" y="7977"/>
                    <a:pt x="2381" y="10250"/>
                    <a:pt x="285" y="6898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54C638B4-6B95-3667-FC1F-6B4803F28563}"/>
                </a:ext>
              </a:extLst>
            </p:cNvPr>
            <p:cNvSpPr/>
            <p:nvPr/>
          </p:nvSpPr>
          <p:spPr>
            <a:xfrm>
              <a:off x="10629418" y="4657055"/>
              <a:ext cx="7123" cy="7476"/>
            </a:xfrm>
            <a:custGeom>
              <a:avLst/>
              <a:gdLst>
                <a:gd name="csX0" fmla="*/ 413 w 8215"/>
                <a:gd name="csY0" fmla="*/ 6790 h 8622"/>
                <a:gd name="csX1" fmla="*/ 1366 w 8215"/>
                <a:gd name="csY1" fmla="*/ 1926 h 8622"/>
                <a:gd name="csX2" fmla="*/ 7525 w 8215"/>
                <a:gd name="csY2" fmla="*/ 1926 h 8622"/>
                <a:gd name="csX3" fmla="*/ 6064 w 8215"/>
                <a:gd name="csY3" fmla="*/ 7869 h 8622"/>
                <a:gd name="csX4" fmla="*/ 286 w 8215"/>
                <a:gd name="csY4" fmla="*/ 6790 h 8622"/>
                <a:gd name="csX5" fmla="*/ 413 w 8215"/>
                <a:gd name="csY5" fmla="*/ 6790 h 8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15" h="8622">
                  <a:moveTo>
                    <a:pt x="413" y="6790"/>
                  </a:moveTo>
                  <a:cubicBezTo>
                    <a:pt x="-31" y="3977"/>
                    <a:pt x="-540" y="3221"/>
                    <a:pt x="1366" y="1926"/>
                  </a:cubicBezTo>
                  <a:cubicBezTo>
                    <a:pt x="2064" y="1710"/>
                    <a:pt x="6128" y="-2297"/>
                    <a:pt x="7525" y="1926"/>
                  </a:cubicBezTo>
                  <a:cubicBezTo>
                    <a:pt x="7525" y="2466"/>
                    <a:pt x="9811" y="6142"/>
                    <a:pt x="6064" y="7869"/>
                  </a:cubicBezTo>
                  <a:cubicBezTo>
                    <a:pt x="6064" y="7869"/>
                    <a:pt x="2382" y="10143"/>
                    <a:pt x="286" y="6790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746EA815-4DFD-731C-5A26-2905895666B7}"/>
                </a:ext>
              </a:extLst>
            </p:cNvPr>
            <p:cNvSpPr/>
            <p:nvPr/>
          </p:nvSpPr>
          <p:spPr>
            <a:xfrm>
              <a:off x="10489731" y="4631436"/>
              <a:ext cx="9057" cy="10332"/>
            </a:xfrm>
            <a:custGeom>
              <a:avLst/>
              <a:gdLst>
                <a:gd name="csX0" fmla="*/ 664 w 10445"/>
                <a:gd name="csY0" fmla="*/ 3461 h 11915"/>
                <a:gd name="csX1" fmla="*/ 4347 w 10445"/>
                <a:gd name="csY1" fmla="*/ 0 h 11915"/>
                <a:gd name="csX2" fmla="*/ 6316 w 10445"/>
                <a:gd name="csY2" fmla="*/ 0 h 11915"/>
                <a:gd name="csX3" fmla="*/ 9999 w 10445"/>
                <a:gd name="csY3" fmla="*/ 3137 h 11915"/>
                <a:gd name="csX4" fmla="*/ 10443 w 10445"/>
                <a:gd name="csY4" fmla="*/ 7785 h 11915"/>
                <a:gd name="csX5" fmla="*/ 7395 w 10445"/>
                <a:gd name="csY5" fmla="*/ 11462 h 11915"/>
                <a:gd name="csX6" fmla="*/ 3077 w 10445"/>
                <a:gd name="csY6" fmla="*/ 11894 h 11915"/>
                <a:gd name="csX7" fmla="*/ 29 w 10445"/>
                <a:gd name="csY7" fmla="*/ 8871 h 11915"/>
                <a:gd name="csX8" fmla="*/ 664 w 10445"/>
                <a:gd name="csY8" fmla="*/ 3461 h 1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445" h="11915">
                  <a:moveTo>
                    <a:pt x="664" y="3461"/>
                  </a:moveTo>
                  <a:cubicBezTo>
                    <a:pt x="918" y="1626"/>
                    <a:pt x="2505" y="108"/>
                    <a:pt x="4347" y="0"/>
                  </a:cubicBezTo>
                  <a:lnTo>
                    <a:pt x="6316" y="0"/>
                  </a:lnTo>
                  <a:cubicBezTo>
                    <a:pt x="8157" y="0"/>
                    <a:pt x="9871" y="1296"/>
                    <a:pt x="9999" y="3137"/>
                  </a:cubicBezTo>
                  <a:lnTo>
                    <a:pt x="10443" y="7785"/>
                  </a:lnTo>
                  <a:cubicBezTo>
                    <a:pt x="10506" y="9627"/>
                    <a:pt x="9237" y="11246"/>
                    <a:pt x="7395" y="11462"/>
                  </a:cubicBezTo>
                  <a:lnTo>
                    <a:pt x="3077" y="11894"/>
                  </a:lnTo>
                  <a:cubicBezTo>
                    <a:pt x="1236" y="12110"/>
                    <a:pt x="-225" y="10706"/>
                    <a:pt x="29" y="8871"/>
                  </a:cubicBezTo>
                  <a:lnTo>
                    <a:pt x="664" y="34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98F99B17-FF0E-8553-B8D8-7A438EB3ACFA}"/>
                </a:ext>
              </a:extLst>
            </p:cNvPr>
            <p:cNvSpPr/>
            <p:nvPr/>
          </p:nvSpPr>
          <p:spPr>
            <a:xfrm>
              <a:off x="10459285" y="4607089"/>
              <a:ext cx="12685" cy="8456"/>
            </a:xfrm>
            <a:custGeom>
              <a:avLst/>
              <a:gdLst>
                <a:gd name="csX0" fmla="*/ 90 w 14629"/>
                <a:gd name="csY0" fmla="*/ 3537 h 9752"/>
                <a:gd name="csX1" fmla="*/ 10250 w 14629"/>
                <a:gd name="csY1" fmla="*/ 292 h 9752"/>
                <a:gd name="csX2" fmla="*/ 90 w 14629"/>
                <a:gd name="csY2" fmla="*/ 3537 h 9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629" h="9752">
                  <a:moveTo>
                    <a:pt x="90" y="3537"/>
                  </a:moveTo>
                  <a:cubicBezTo>
                    <a:pt x="8853" y="19215"/>
                    <a:pt x="21362" y="292"/>
                    <a:pt x="10250" y="292"/>
                  </a:cubicBezTo>
                  <a:cubicBezTo>
                    <a:pt x="10250" y="292"/>
                    <a:pt x="-1117" y="-1441"/>
                    <a:pt x="90" y="3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C1CF6F3-89B2-87AE-2883-9DBAFBFE3E6B}"/>
                </a:ext>
              </a:extLst>
            </p:cNvPr>
            <p:cNvSpPr/>
            <p:nvPr/>
          </p:nvSpPr>
          <p:spPr>
            <a:xfrm>
              <a:off x="10445755" y="4638751"/>
              <a:ext cx="6306" cy="5905"/>
            </a:xfrm>
            <a:custGeom>
              <a:avLst/>
              <a:gdLst>
                <a:gd name="csX0" fmla="*/ 3564 w 7273"/>
                <a:gd name="csY0" fmla="*/ 6811 h 6810"/>
                <a:gd name="csX1" fmla="*/ 3119 w 7273"/>
                <a:gd name="csY1" fmla="*/ 6811 h 6810"/>
                <a:gd name="csX2" fmla="*/ 8 w 7273"/>
                <a:gd name="csY2" fmla="*/ 3458 h 6810"/>
                <a:gd name="csX3" fmla="*/ 3564 w 7273"/>
                <a:gd name="csY3" fmla="*/ 6811 h 6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273" h="6810">
                  <a:moveTo>
                    <a:pt x="3564" y="6811"/>
                  </a:moveTo>
                  <a:lnTo>
                    <a:pt x="3119" y="6811"/>
                  </a:lnTo>
                  <a:cubicBezTo>
                    <a:pt x="1278" y="6811"/>
                    <a:pt x="-118" y="5300"/>
                    <a:pt x="8" y="3458"/>
                  </a:cubicBezTo>
                  <a:cubicBezTo>
                    <a:pt x="4199" y="-5946"/>
                    <a:pt x="11882" y="6811"/>
                    <a:pt x="3564" y="68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4A6D76D5-8D68-0176-E543-1009DB2C6D00}"/>
                </a:ext>
              </a:extLst>
            </p:cNvPr>
            <p:cNvSpPr/>
            <p:nvPr/>
          </p:nvSpPr>
          <p:spPr>
            <a:xfrm>
              <a:off x="10510976" y="4630132"/>
              <a:ext cx="5971" cy="5851"/>
            </a:xfrm>
            <a:custGeom>
              <a:avLst/>
              <a:gdLst>
                <a:gd name="csX0" fmla="*/ 1689 w 6886"/>
                <a:gd name="csY0" fmla="*/ 316 h 6748"/>
                <a:gd name="csX1" fmla="*/ 419 w 6886"/>
                <a:gd name="csY1" fmla="*/ 4533 h 6748"/>
                <a:gd name="csX2" fmla="*/ 737 w 6886"/>
                <a:gd name="csY2" fmla="*/ 5073 h 6748"/>
                <a:gd name="csX3" fmla="*/ 5309 w 6886"/>
                <a:gd name="csY3" fmla="*/ 6260 h 6748"/>
                <a:gd name="csX4" fmla="*/ 6389 w 6886"/>
                <a:gd name="csY4" fmla="*/ 1720 h 6748"/>
                <a:gd name="csX5" fmla="*/ 1626 w 6886"/>
                <a:gd name="csY5" fmla="*/ 316 h 6748"/>
                <a:gd name="csX6" fmla="*/ 1689 w 6886"/>
                <a:gd name="csY6" fmla="*/ 316 h 6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86" h="6748">
                  <a:moveTo>
                    <a:pt x="1689" y="316"/>
                  </a:moveTo>
                  <a:cubicBezTo>
                    <a:pt x="102" y="964"/>
                    <a:pt x="-470" y="2907"/>
                    <a:pt x="419" y="4533"/>
                  </a:cubicBezTo>
                  <a:lnTo>
                    <a:pt x="737" y="5073"/>
                  </a:lnTo>
                  <a:cubicBezTo>
                    <a:pt x="1626" y="6698"/>
                    <a:pt x="3658" y="7238"/>
                    <a:pt x="5309" y="6260"/>
                  </a:cubicBezTo>
                  <a:cubicBezTo>
                    <a:pt x="6897" y="5289"/>
                    <a:pt x="7341" y="3238"/>
                    <a:pt x="6389" y="1720"/>
                  </a:cubicBezTo>
                  <a:cubicBezTo>
                    <a:pt x="5373" y="209"/>
                    <a:pt x="3214" y="-439"/>
                    <a:pt x="1626" y="316"/>
                  </a:cubicBezTo>
                  <a:lnTo>
                    <a:pt x="1689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587A8296-F903-BF06-B4E8-9B625B9F8676}"/>
                </a:ext>
              </a:extLst>
            </p:cNvPr>
            <p:cNvSpPr/>
            <p:nvPr/>
          </p:nvSpPr>
          <p:spPr>
            <a:xfrm>
              <a:off x="10474568" y="4574180"/>
              <a:ext cx="8468" cy="7975"/>
            </a:xfrm>
            <a:custGeom>
              <a:avLst/>
              <a:gdLst>
                <a:gd name="csX0" fmla="*/ 7992 w 9766"/>
                <a:gd name="csY0" fmla="*/ 1579 h 9197"/>
                <a:gd name="csX1" fmla="*/ 8309 w 9766"/>
                <a:gd name="csY1" fmla="*/ 8608 h 9197"/>
                <a:gd name="csX2" fmla="*/ 1388 w 9766"/>
                <a:gd name="csY2" fmla="*/ 1801 h 9197"/>
                <a:gd name="csX3" fmla="*/ 7992 w 9766"/>
                <a:gd name="csY3" fmla="*/ 1579 h 9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66" h="9197">
                  <a:moveTo>
                    <a:pt x="7992" y="1579"/>
                  </a:moveTo>
                  <a:cubicBezTo>
                    <a:pt x="8182" y="2232"/>
                    <a:pt x="11675" y="6017"/>
                    <a:pt x="8309" y="8608"/>
                  </a:cubicBezTo>
                  <a:cubicBezTo>
                    <a:pt x="626" y="11313"/>
                    <a:pt x="-1850" y="3960"/>
                    <a:pt x="1388" y="1801"/>
                  </a:cubicBezTo>
                  <a:cubicBezTo>
                    <a:pt x="1388" y="1801"/>
                    <a:pt x="5833" y="-2098"/>
                    <a:pt x="7992" y="157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804AF18-0A43-F971-EC03-B2CAB8711BF8}"/>
                </a:ext>
              </a:extLst>
            </p:cNvPr>
            <p:cNvSpPr/>
            <p:nvPr/>
          </p:nvSpPr>
          <p:spPr>
            <a:xfrm>
              <a:off x="10490960" y="4569735"/>
              <a:ext cx="7374" cy="6970"/>
            </a:xfrm>
            <a:custGeom>
              <a:avLst/>
              <a:gdLst>
                <a:gd name="csX0" fmla="*/ 2422 w 8504"/>
                <a:gd name="csY0" fmla="*/ 762 h 8038"/>
                <a:gd name="csX1" fmla="*/ 961 w 8504"/>
                <a:gd name="csY1" fmla="*/ 5842 h 8038"/>
                <a:gd name="csX2" fmla="*/ 6740 w 8504"/>
                <a:gd name="csY2" fmla="*/ 7036 h 8038"/>
                <a:gd name="csX3" fmla="*/ 7692 w 8504"/>
                <a:gd name="csY3" fmla="*/ 1734 h 8038"/>
                <a:gd name="csX4" fmla="*/ 2485 w 8504"/>
                <a:gd name="csY4" fmla="*/ 654 h 8038"/>
                <a:gd name="csX5" fmla="*/ 2422 w 8504"/>
                <a:gd name="csY5" fmla="*/ 762 h 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4" h="8038">
                  <a:moveTo>
                    <a:pt x="2422" y="762"/>
                  </a:moveTo>
                  <a:cubicBezTo>
                    <a:pt x="1977" y="1302"/>
                    <a:pt x="-1706" y="2921"/>
                    <a:pt x="961" y="5842"/>
                  </a:cubicBezTo>
                  <a:cubicBezTo>
                    <a:pt x="1660" y="6166"/>
                    <a:pt x="3692" y="9735"/>
                    <a:pt x="6740" y="7036"/>
                  </a:cubicBezTo>
                  <a:cubicBezTo>
                    <a:pt x="7057" y="6382"/>
                    <a:pt x="9851" y="4547"/>
                    <a:pt x="7692" y="1734"/>
                  </a:cubicBezTo>
                  <a:cubicBezTo>
                    <a:pt x="7692" y="1734"/>
                    <a:pt x="5343" y="-1295"/>
                    <a:pt x="2485" y="654"/>
                  </a:cubicBezTo>
                  <a:lnTo>
                    <a:pt x="2422" y="7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F48DB5B4-66D6-2BE5-6A9A-7D66FCF34678}"/>
                </a:ext>
              </a:extLst>
            </p:cNvPr>
            <p:cNvSpPr/>
            <p:nvPr/>
          </p:nvSpPr>
          <p:spPr>
            <a:xfrm>
              <a:off x="10508520" y="4571263"/>
              <a:ext cx="7122" cy="6991"/>
            </a:xfrm>
            <a:custGeom>
              <a:avLst/>
              <a:gdLst>
                <a:gd name="csX0" fmla="*/ 4205 w 8214"/>
                <a:gd name="csY0" fmla="*/ 618 h 8062"/>
                <a:gd name="csX1" fmla="*/ 332 w 8214"/>
                <a:gd name="csY1" fmla="*/ 6784 h 8062"/>
                <a:gd name="csX2" fmla="*/ 7571 w 8214"/>
                <a:gd name="csY2" fmla="*/ 4943 h 8062"/>
                <a:gd name="csX3" fmla="*/ 4205 w 8214"/>
                <a:gd name="csY3" fmla="*/ 618 h 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14" h="8062">
                  <a:moveTo>
                    <a:pt x="4205" y="618"/>
                  </a:moveTo>
                  <a:cubicBezTo>
                    <a:pt x="3698" y="1158"/>
                    <a:pt x="-1319" y="3215"/>
                    <a:pt x="332" y="6784"/>
                  </a:cubicBezTo>
                  <a:cubicBezTo>
                    <a:pt x="2047" y="10569"/>
                    <a:pt x="8206" y="4727"/>
                    <a:pt x="7571" y="4943"/>
                  </a:cubicBezTo>
                  <a:cubicBezTo>
                    <a:pt x="9095" y="3863"/>
                    <a:pt x="7888" y="-1865"/>
                    <a:pt x="4205" y="6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6DB87F00-2057-5DFC-7998-1951DF8BE99E}"/>
                </a:ext>
              </a:extLst>
            </p:cNvPr>
            <p:cNvSpPr/>
            <p:nvPr/>
          </p:nvSpPr>
          <p:spPr>
            <a:xfrm>
              <a:off x="10445160" y="4561911"/>
              <a:ext cx="5956" cy="6126"/>
            </a:xfrm>
            <a:custGeom>
              <a:avLst/>
              <a:gdLst>
                <a:gd name="csX0" fmla="*/ 1965 w 6869"/>
                <a:gd name="csY0" fmla="*/ 483 h 7065"/>
                <a:gd name="csX1" fmla="*/ 631 w 6869"/>
                <a:gd name="csY1" fmla="*/ 5137 h 7065"/>
                <a:gd name="csX2" fmla="*/ 5520 w 6869"/>
                <a:gd name="csY2" fmla="*/ 6433 h 7065"/>
                <a:gd name="csX3" fmla="*/ 1965 w 6869"/>
                <a:gd name="csY3" fmla="*/ 483 h 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69" h="7065">
                  <a:moveTo>
                    <a:pt x="1965" y="483"/>
                  </a:moveTo>
                  <a:cubicBezTo>
                    <a:pt x="1520" y="1022"/>
                    <a:pt x="-1210" y="2324"/>
                    <a:pt x="631" y="5137"/>
                  </a:cubicBezTo>
                  <a:cubicBezTo>
                    <a:pt x="1330" y="5569"/>
                    <a:pt x="2727" y="8268"/>
                    <a:pt x="5520" y="6433"/>
                  </a:cubicBezTo>
                  <a:cubicBezTo>
                    <a:pt x="9204" y="1022"/>
                    <a:pt x="4441" y="-1029"/>
                    <a:pt x="1965" y="4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C8A3E4F5-62A2-D396-D799-0B0767038288}"/>
                </a:ext>
              </a:extLst>
            </p:cNvPr>
            <p:cNvSpPr/>
            <p:nvPr/>
          </p:nvSpPr>
          <p:spPr>
            <a:xfrm>
              <a:off x="10584951" y="4577714"/>
              <a:ext cx="6275" cy="6265"/>
            </a:xfrm>
            <a:custGeom>
              <a:avLst/>
              <a:gdLst>
                <a:gd name="csX0" fmla="*/ 1911 w 7237"/>
                <a:gd name="csY0" fmla="*/ 640 h 7225"/>
                <a:gd name="csX1" fmla="*/ 641 w 7237"/>
                <a:gd name="csY1" fmla="*/ 5295 h 7225"/>
                <a:gd name="csX2" fmla="*/ 5467 w 7237"/>
                <a:gd name="csY2" fmla="*/ 6590 h 7225"/>
                <a:gd name="csX3" fmla="*/ 6674 w 7237"/>
                <a:gd name="csY3" fmla="*/ 1834 h 7225"/>
                <a:gd name="csX4" fmla="*/ 1911 w 7237"/>
                <a:gd name="csY4" fmla="*/ 532 h 7225"/>
                <a:gd name="csX5" fmla="*/ 1911 w 7237"/>
                <a:gd name="csY5" fmla="*/ 640 h 7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7" h="7225">
                  <a:moveTo>
                    <a:pt x="1911" y="640"/>
                  </a:moveTo>
                  <a:cubicBezTo>
                    <a:pt x="1466" y="1186"/>
                    <a:pt x="-1200" y="2590"/>
                    <a:pt x="641" y="5295"/>
                  </a:cubicBezTo>
                  <a:cubicBezTo>
                    <a:pt x="1149" y="5727"/>
                    <a:pt x="2673" y="8432"/>
                    <a:pt x="5467" y="6590"/>
                  </a:cubicBezTo>
                  <a:cubicBezTo>
                    <a:pt x="7245" y="4101"/>
                    <a:pt x="7753" y="3669"/>
                    <a:pt x="6674" y="1834"/>
                  </a:cubicBezTo>
                  <a:cubicBezTo>
                    <a:pt x="6674" y="1834"/>
                    <a:pt x="4705" y="-1195"/>
                    <a:pt x="1911" y="532"/>
                  </a:cubicBezTo>
                  <a:lnTo>
                    <a:pt x="1911" y="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6DC19EEA-7BE0-D329-4B47-23CA9FC53C51}"/>
                </a:ext>
              </a:extLst>
            </p:cNvPr>
            <p:cNvSpPr/>
            <p:nvPr/>
          </p:nvSpPr>
          <p:spPr>
            <a:xfrm>
              <a:off x="516731" y="5204846"/>
              <a:ext cx="11262" cy="9827"/>
            </a:xfrm>
            <a:custGeom>
              <a:avLst/>
              <a:gdLst>
                <a:gd name="csX0" fmla="*/ 8846 w 12988"/>
                <a:gd name="csY0" fmla="*/ 185 h 11333"/>
                <a:gd name="csX1" fmla="*/ 404 w 12988"/>
                <a:gd name="csY1" fmla="*/ 3862 h 11333"/>
                <a:gd name="csX2" fmla="*/ 3976 w 12988"/>
                <a:gd name="csY2" fmla="*/ 11000 h 11333"/>
                <a:gd name="csX3" fmla="*/ 12418 w 12988"/>
                <a:gd name="csY3" fmla="*/ 7323 h 11333"/>
                <a:gd name="csX4" fmla="*/ 8955 w 12988"/>
                <a:gd name="csY4" fmla="*/ 185 h 11333"/>
                <a:gd name="csX5" fmla="*/ 8846 w 12988"/>
                <a:gd name="csY5" fmla="*/ 185 h 11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88" h="11333">
                  <a:moveTo>
                    <a:pt x="8846" y="185"/>
                  </a:moveTo>
                  <a:cubicBezTo>
                    <a:pt x="5383" y="-570"/>
                    <a:pt x="1595" y="1049"/>
                    <a:pt x="404" y="3862"/>
                  </a:cubicBezTo>
                  <a:cubicBezTo>
                    <a:pt x="-787" y="6561"/>
                    <a:pt x="729" y="9805"/>
                    <a:pt x="3976" y="11000"/>
                  </a:cubicBezTo>
                  <a:cubicBezTo>
                    <a:pt x="7115" y="12079"/>
                    <a:pt x="10903" y="10460"/>
                    <a:pt x="12418" y="7323"/>
                  </a:cubicBezTo>
                  <a:cubicBezTo>
                    <a:pt x="13933" y="4186"/>
                    <a:pt x="12310" y="941"/>
                    <a:pt x="8955" y="185"/>
                  </a:cubicBezTo>
                  <a:lnTo>
                    <a:pt x="8846" y="1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3FFA3BF8-C310-BF66-FE17-504DAB305721}"/>
                </a:ext>
              </a:extLst>
            </p:cNvPr>
            <p:cNvSpPr/>
            <p:nvPr/>
          </p:nvSpPr>
          <p:spPr>
            <a:xfrm>
              <a:off x="541040" y="5208100"/>
              <a:ext cx="8604" cy="9144"/>
            </a:xfrm>
            <a:custGeom>
              <a:avLst/>
              <a:gdLst>
                <a:gd name="csX0" fmla="*/ 3758 w 9923"/>
                <a:gd name="csY0" fmla="*/ 0 h 10546"/>
                <a:gd name="csX1" fmla="*/ 9819 w 9923"/>
                <a:gd name="csY1" fmla="*/ 3785 h 10546"/>
                <a:gd name="csX2" fmla="*/ 6247 w 9923"/>
                <a:gd name="csY2" fmla="*/ 10059 h 10546"/>
                <a:gd name="csX3" fmla="*/ 186 w 9923"/>
                <a:gd name="csY3" fmla="*/ 6274 h 10546"/>
                <a:gd name="csX4" fmla="*/ 3866 w 9923"/>
                <a:gd name="csY4" fmla="*/ 0 h 10546"/>
                <a:gd name="csX5" fmla="*/ 3758 w 9923"/>
                <a:gd name="csY5" fmla="*/ 0 h 10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23" h="10546">
                  <a:moveTo>
                    <a:pt x="3758" y="0"/>
                  </a:moveTo>
                  <a:cubicBezTo>
                    <a:pt x="6572" y="0"/>
                    <a:pt x="9278" y="1727"/>
                    <a:pt x="9819" y="3785"/>
                  </a:cubicBezTo>
                  <a:cubicBezTo>
                    <a:pt x="10360" y="5836"/>
                    <a:pt x="8737" y="8649"/>
                    <a:pt x="6247" y="10059"/>
                  </a:cubicBezTo>
                  <a:cubicBezTo>
                    <a:pt x="3650" y="11462"/>
                    <a:pt x="943" y="9728"/>
                    <a:pt x="186" y="6274"/>
                  </a:cubicBezTo>
                  <a:cubicBezTo>
                    <a:pt x="-572" y="2813"/>
                    <a:pt x="1052" y="0"/>
                    <a:pt x="3866" y="0"/>
                  </a:cubicBezTo>
                  <a:lnTo>
                    <a:pt x="375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90386BBC-6AA9-F8D4-EFDA-1264A454A2A4}"/>
                </a:ext>
              </a:extLst>
            </p:cNvPr>
            <p:cNvSpPr/>
            <p:nvPr/>
          </p:nvSpPr>
          <p:spPr>
            <a:xfrm>
              <a:off x="519661" y="5224197"/>
              <a:ext cx="10536" cy="9111"/>
            </a:xfrm>
            <a:custGeom>
              <a:avLst/>
              <a:gdLst>
                <a:gd name="csX0" fmla="*/ 11853 w 12151"/>
                <a:gd name="csY0" fmla="*/ 4360 h 10507"/>
                <a:gd name="csX1" fmla="*/ 4818 w 12151"/>
                <a:gd name="csY1" fmla="*/ 35 h 10507"/>
                <a:gd name="csX2" fmla="*/ 55 w 12151"/>
                <a:gd name="csY2" fmla="*/ 6087 h 10507"/>
                <a:gd name="csX3" fmla="*/ 7090 w 12151"/>
                <a:gd name="csY3" fmla="*/ 10418 h 10507"/>
                <a:gd name="csX4" fmla="*/ 11961 w 12151"/>
                <a:gd name="csY4" fmla="*/ 4360 h 10507"/>
                <a:gd name="csX5" fmla="*/ 11853 w 12151"/>
                <a:gd name="csY5" fmla="*/ 4360 h 10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51" h="10507">
                  <a:moveTo>
                    <a:pt x="11853" y="4360"/>
                  </a:moveTo>
                  <a:cubicBezTo>
                    <a:pt x="10987" y="1655"/>
                    <a:pt x="7849" y="-288"/>
                    <a:pt x="4818" y="35"/>
                  </a:cubicBezTo>
                  <a:cubicBezTo>
                    <a:pt x="1787" y="467"/>
                    <a:pt x="-378" y="3172"/>
                    <a:pt x="55" y="6087"/>
                  </a:cubicBezTo>
                  <a:cubicBezTo>
                    <a:pt x="380" y="9008"/>
                    <a:pt x="3518" y="10957"/>
                    <a:pt x="7090" y="10418"/>
                  </a:cubicBezTo>
                  <a:cubicBezTo>
                    <a:pt x="10662" y="9871"/>
                    <a:pt x="12827" y="7173"/>
                    <a:pt x="11961" y="4360"/>
                  </a:cubicBezTo>
                  <a:lnTo>
                    <a:pt x="11853" y="4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F3D7F6A1-AB84-318B-D886-28303D0A7C99}"/>
                </a:ext>
              </a:extLst>
            </p:cNvPr>
            <p:cNvSpPr/>
            <p:nvPr/>
          </p:nvSpPr>
          <p:spPr>
            <a:xfrm>
              <a:off x="552617" y="5234836"/>
              <a:ext cx="14390" cy="12490"/>
            </a:xfrm>
            <a:custGeom>
              <a:avLst/>
              <a:gdLst>
                <a:gd name="csX0" fmla="*/ 1336 w 16596"/>
                <a:gd name="csY0" fmla="*/ 5395 h 14404"/>
                <a:gd name="csX1" fmla="*/ 13025 w 16596"/>
                <a:gd name="csY1" fmla="*/ 416 h 14404"/>
                <a:gd name="csX2" fmla="*/ 14108 w 16596"/>
                <a:gd name="csY2" fmla="*/ 9287 h 14404"/>
                <a:gd name="csX3" fmla="*/ 2418 w 16596"/>
                <a:gd name="csY3" fmla="*/ 14259 h 14404"/>
                <a:gd name="csX4" fmla="*/ 1336 w 16596"/>
                <a:gd name="csY4" fmla="*/ 5395 h 1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96" h="14404">
                  <a:moveTo>
                    <a:pt x="1336" y="5395"/>
                  </a:moveTo>
                  <a:cubicBezTo>
                    <a:pt x="3500" y="1280"/>
                    <a:pt x="8696" y="-987"/>
                    <a:pt x="13025" y="416"/>
                  </a:cubicBezTo>
                  <a:cubicBezTo>
                    <a:pt x="17355" y="1826"/>
                    <a:pt x="17788" y="5826"/>
                    <a:pt x="14108" y="9287"/>
                  </a:cubicBezTo>
                  <a:cubicBezTo>
                    <a:pt x="10428" y="12748"/>
                    <a:pt x="5233" y="15015"/>
                    <a:pt x="2418" y="14259"/>
                  </a:cubicBezTo>
                  <a:cubicBezTo>
                    <a:pt x="-287" y="13612"/>
                    <a:pt x="-829" y="9611"/>
                    <a:pt x="1336" y="53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2B24381A-1959-8DD1-1B48-8CA112F4AB85}"/>
                </a:ext>
              </a:extLst>
            </p:cNvPr>
            <p:cNvSpPr/>
            <p:nvPr/>
          </p:nvSpPr>
          <p:spPr>
            <a:xfrm>
              <a:off x="10679647" y="4827215"/>
              <a:ext cx="11708" cy="12754"/>
            </a:xfrm>
            <a:custGeom>
              <a:avLst/>
              <a:gdLst>
                <a:gd name="csX0" fmla="*/ 7890 w 13502"/>
                <a:gd name="csY0" fmla="*/ 331 h 14709"/>
                <a:gd name="csX1" fmla="*/ 397 w 13502"/>
                <a:gd name="csY1" fmla="*/ 8117 h 14709"/>
                <a:gd name="csX2" fmla="*/ 7001 w 13502"/>
                <a:gd name="csY2" fmla="*/ 14390 h 14709"/>
                <a:gd name="csX3" fmla="*/ 13351 w 13502"/>
                <a:gd name="csY3" fmla="*/ 8224 h 14709"/>
                <a:gd name="csX4" fmla="*/ 7890 w 13502"/>
                <a:gd name="csY4" fmla="*/ 331 h 14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02" h="14709">
                  <a:moveTo>
                    <a:pt x="7890" y="331"/>
                  </a:moveTo>
                  <a:cubicBezTo>
                    <a:pt x="5477" y="2059"/>
                    <a:pt x="-1762" y="3468"/>
                    <a:pt x="397" y="8117"/>
                  </a:cubicBezTo>
                  <a:cubicBezTo>
                    <a:pt x="1477" y="9628"/>
                    <a:pt x="2556" y="16225"/>
                    <a:pt x="7001" y="14390"/>
                  </a:cubicBezTo>
                  <a:cubicBezTo>
                    <a:pt x="8207" y="13520"/>
                    <a:pt x="14557" y="12765"/>
                    <a:pt x="13351" y="8224"/>
                  </a:cubicBezTo>
                  <a:cubicBezTo>
                    <a:pt x="13351" y="8224"/>
                    <a:pt x="12271" y="-1942"/>
                    <a:pt x="7890" y="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8A882811-027A-2415-4D33-1C4267CEF833}"/>
                </a:ext>
              </a:extLst>
            </p:cNvPr>
            <p:cNvSpPr/>
            <p:nvPr/>
          </p:nvSpPr>
          <p:spPr>
            <a:xfrm>
              <a:off x="10681711" y="4857093"/>
              <a:ext cx="17137" cy="24133"/>
            </a:xfrm>
            <a:custGeom>
              <a:avLst/>
              <a:gdLst>
                <a:gd name="csX0" fmla="*/ 3860 w 19763"/>
                <a:gd name="csY0" fmla="*/ 368 h 27832"/>
                <a:gd name="csX1" fmla="*/ 812 w 19763"/>
                <a:gd name="csY1" fmla="*/ 5562 h 27832"/>
                <a:gd name="csX2" fmla="*/ 9574 w 19763"/>
                <a:gd name="csY2" fmla="*/ 27622 h 27832"/>
                <a:gd name="csX3" fmla="*/ 13702 w 19763"/>
                <a:gd name="csY3" fmla="*/ 7937 h 27832"/>
                <a:gd name="csX4" fmla="*/ 3860 w 19763"/>
                <a:gd name="csY4" fmla="*/ 368 h 27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763" h="27832">
                  <a:moveTo>
                    <a:pt x="3860" y="368"/>
                  </a:moveTo>
                  <a:cubicBezTo>
                    <a:pt x="3288" y="908"/>
                    <a:pt x="-1983" y="2209"/>
                    <a:pt x="812" y="5562"/>
                  </a:cubicBezTo>
                  <a:cubicBezTo>
                    <a:pt x="11861" y="21456"/>
                    <a:pt x="2589" y="29242"/>
                    <a:pt x="9574" y="27622"/>
                  </a:cubicBezTo>
                  <a:cubicBezTo>
                    <a:pt x="11543" y="26860"/>
                    <a:pt x="28624" y="27838"/>
                    <a:pt x="13702" y="7937"/>
                  </a:cubicBezTo>
                  <a:cubicBezTo>
                    <a:pt x="13702" y="7937"/>
                    <a:pt x="8495" y="-2013"/>
                    <a:pt x="3860" y="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22E4A51C-4F56-09EA-EDB7-B12475C30861}"/>
                </a:ext>
              </a:extLst>
            </p:cNvPr>
            <p:cNvSpPr/>
            <p:nvPr/>
          </p:nvSpPr>
          <p:spPr>
            <a:xfrm>
              <a:off x="10686040" y="4888408"/>
              <a:ext cx="11370" cy="14194"/>
            </a:xfrm>
            <a:custGeom>
              <a:avLst/>
              <a:gdLst>
                <a:gd name="csX0" fmla="*/ 11440 w 13113"/>
                <a:gd name="csY0" fmla="*/ 1668 h 16370"/>
                <a:gd name="csX1" fmla="*/ 11884 w 13113"/>
                <a:gd name="csY1" fmla="*/ 10215 h 16370"/>
                <a:gd name="csX2" fmla="*/ 3757 w 13113"/>
                <a:gd name="csY2" fmla="*/ 14971 h 16370"/>
                <a:gd name="csX3" fmla="*/ 1788 w 13113"/>
                <a:gd name="csY3" fmla="*/ 3294 h 16370"/>
                <a:gd name="csX4" fmla="*/ 11440 w 13113"/>
                <a:gd name="csY4" fmla="*/ 1668 h 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113" h="16370">
                  <a:moveTo>
                    <a:pt x="11440" y="1668"/>
                  </a:moveTo>
                  <a:cubicBezTo>
                    <a:pt x="11631" y="2538"/>
                    <a:pt x="14806" y="6863"/>
                    <a:pt x="11884" y="10215"/>
                  </a:cubicBezTo>
                  <a:cubicBezTo>
                    <a:pt x="9789" y="12050"/>
                    <a:pt x="6043" y="19404"/>
                    <a:pt x="3757" y="14971"/>
                  </a:cubicBezTo>
                  <a:cubicBezTo>
                    <a:pt x="2423" y="11295"/>
                    <a:pt x="-2657" y="5891"/>
                    <a:pt x="1788" y="3294"/>
                  </a:cubicBezTo>
                  <a:cubicBezTo>
                    <a:pt x="1788" y="3294"/>
                    <a:pt x="9471" y="-2872"/>
                    <a:pt x="11440" y="16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982758EE-75A8-E351-4E07-72256042CD03}"/>
                </a:ext>
              </a:extLst>
            </p:cNvPr>
            <p:cNvSpPr/>
            <p:nvPr/>
          </p:nvSpPr>
          <p:spPr>
            <a:xfrm>
              <a:off x="10699554" y="4853262"/>
              <a:ext cx="8937" cy="7960"/>
            </a:xfrm>
            <a:custGeom>
              <a:avLst/>
              <a:gdLst>
                <a:gd name="csX0" fmla="*/ 5253 w 10307"/>
                <a:gd name="csY0" fmla="*/ 678 h 9180"/>
                <a:gd name="csX1" fmla="*/ 300 w 10307"/>
                <a:gd name="csY1" fmla="*/ 4894 h 9180"/>
                <a:gd name="csX2" fmla="*/ 5253 w 10307"/>
                <a:gd name="csY2" fmla="*/ 8787 h 9180"/>
                <a:gd name="csX3" fmla="*/ 10143 w 10307"/>
                <a:gd name="csY3" fmla="*/ 2843 h 9180"/>
                <a:gd name="csX4" fmla="*/ 5253 w 10307"/>
                <a:gd name="csY4" fmla="*/ 785 h 9180"/>
                <a:gd name="csX5" fmla="*/ 5253 w 10307"/>
                <a:gd name="csY5" fmla="*/ 678 h 9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07" h="9180">
                  <a:moveTo>
                    <a:pt x="5253" y="678"/>
                  </a:moveTo>
                  <a:cubicBezTo>
                    <a:pt x="4301" y="1649"/>
                    <a:pt x="-1351" y="462"/>
                    <a:pt x="300" y="4894"/>
                  </a:cubicBezTo>
                  <a:cubicBezTo>
                    <a:pt x="682" y="5440"/>
                    <a:pt x="1253" y="10628"/>
                    <a:pt x="5253" y="8787"/>
                  </a:cubicBezTo>
                  <a:cubicBezTo>
                    <a:pt x="6143" y="8139"/>
                    <a:pt x="11286" y="7060"/>
                    <a:pt x="10143" y="2843"/>
                  </a:cubicBezTo>
                  <a:cubicBezTo>
                    <a:pt x="10143" y="2843"/>
                    <a:pt x="9063" y="-1805"/>
                    <a:pt x="5253" y="785"/>
                  </a:cubicBezTo>
                  <a:lnTo>
                    <a:pt x="5253" y="6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26306474-19E4-A3A4-EB7B-D655D723928A}"/>
                </a:ext>
              </a:extLst>
            </p:cNvPr>
            <p:cNvSpPr/>
            <p:nvPr/>
          </p:nvSpPr>
          <p:spPr>
            <a:xfrm>
              <a:off x="10716296" y="4903316"/>
              <a:ext cx="10019" cy="10709"/>
            </a:xfrm>
            <a:custGeom>
              <a:avLst/>
              <a:gdLst>
                <a:gd name="csX0" fmla="*/ 3788 w 11555"/>
                <a:gd name="csY0" fmla="*/ 1132 h 12350"/>
                <a:gd name="csX1" fmla="*/ 1629 w 11555"/>
                <a:gd name="csY1" fmla="*/ 10212 h 12350"/>
                <a:gd name="csX2" fmla="*/ 9757 w 11555"/>
                <a:gd name="csY2" fmla="*/ 10974 h 12350"/>
                <a:gd name="csX3" fmla="*/ 10710 w 11555"/>
                <a:gd name="csY3" fmla="*/ 5024 h 12350"/>
                <a:gd name="csX4" fmla="*/ 3788 w 11555"/>
                <a:gd name="csY4" fmla="*/ 1132 h 12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55" h="12350">
                  <a:moveTo>
                    <a:pt x="3788" y="1132"/>
                  </a:moveTo>
                  <a:cubicBezTo>
                    <a:pt x="2836" y="3189"/>
                    <a:pt x="-2689" y="7945"/>
                    <a:pt x="1629" y="10212"/>
                  </a:cubicBezTo>
                  <a:cubicBezTo>
                    <a:pt x="2645" y="10542"/>
                    <a:pt x="6709" y="14327"/>
                    <a:pt x="9757" y="10974"/>
                  </a:cubicBezTo>
                  <a:cubicBezTo>
                    <a:pt x="9948" y="10326"/>
                    <a:pt x="12996" y="8161"/>
                    <a:pt x="10710" y="5024"/>
                  </a:cubicBezTo>
                  <a:cubicBezTo>
                    <a:pt x="10710" y="5024"/>
                    <a:pt x="6518" y="-2869"/>
                    <a:pt x="3788" y="11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A5DED4C9-370A-C979-57DE-2C6301299FD6}"/>
                </a:ext>
              </a:extLst>
            </p:cNvPr>
            <p:cNvSpPr/>
            <p:nvPr/>
          </p:nvSpPr>
          <p:spPr>
            <a:xfrm>
              <a:off x="10701172" y="4908188"/>
              <a:ext cx="8892" cy="8081"/>
            </a:xfrm>
            <a:custGeom>
              <a:avLst/>
              <a:gdLst>
                <a:gd name="csX0" fmla="*/ 8276 w 10255"/>
                <a:gd name="csY0" fmla="*/ 1354 h 9319"/>
                <a:gd name="csX1" fmla="*/ 655 w 10255"/>
                <a:gd name="csY1" fmla="*/ 5571 h 9319"/>
                <a:gd name="csX2" fmla="*/ 7514 w 10255"/>
                <a:gd name="csY2" fmla="*/ 8492 h 9319"/>
                <a:gd name="csX3" fmla="*/ 9355 w 10255"/>
                <a:gd name="csY3" fmla="*/ 2758 h 9319"/>
                <a:gd name="csX4" fmla="*/ 8149 w 10255"/>
                <a:gd name="csY4" fmla="*/ 1354 h 9319"/>
                <a:gd name="csX5" fmla="*/ 8276 w 10255"/>
                <a:gd name="csY5" fmla="*/ 1354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9319">
                  <a:moveTo>
                    <a:pt x="8276" y="1354"/>
                  </a:moveTo>
                  <a:cubicBezTo>
                    <a:pt x="5355" y="-2215"/>
                    <a:pt x="-2266" y="2002"/>
                    <a:pt x="655" y="5571"/>
                  </a:cubicBezTo>
                  <a:cubicBezTo>
                    <a:pt x="1417" y="6110"/>
                    <a:pt x="3894" y="11298"/>
                    <a:pt x="7514" y="8492"/>
                  </a:cubicBezTo>
                  <a:cubicBezTo>
                    <a:pt x="7958" y="7952"/>
                    <a:pt x="12022" y="6110"/>
                    <a:pt x="9355" y="2758"/>
                  </a:cubicBezTo>
                  <a:lnTo>
                    <a:pt x="8149" y="1354"/>
                  </a:lnTo>
                  <a:lnTo>
                    <a:pt x="8276" y="13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5510B77-C5EA-528E-2116-66CBBD3C491B}"/>
                </a:ext>
              </a:extLst>
            </p:cNvPr>
            <p:cNvSpPr/>
            <p:nvPr/>
          </p:nvSpPr>
          <p:spPr>
            <a:xfrm>
              <a:off x="10726860" y="4938791"/>
              <a:ext cx="14893" cy="14423"/>
            </a:xfrm>
            <a:custGeom>
              <a:avLst/>
              <a:gdLst>
                <a:gd name="csX0" fmla="*/ 1383 w 17176"/>
                <a:gd name="csY0" fmla="*/ 1417 h 16633"/>
                <a:gd name="csX1" fmla="*/ 1383 w 17176"/>
                <a:gd name="csY1" fmla="*/ 8338 h 16633"/>
                <a:gd name="csX2" fmla="*/ 13258 w 17176"/>
                <a:gd name="csY2" fmla="*/ 15152 h 16633"/>
                <a:gd name="csX3" fmla="*/ 15290 w 17176"/>
                <a:gd name="csY3" fmla="*/ 4338 h 16633"/>
                <a:gd name="csX4" fmla="*/ 1383 w 17176"/>
                <a:gd name="csY4" fmla="*/ 1525 h 16633"/>
                <a:gd name="csX5" fmla="*/ 1383 w 17176"/>
                <a:gd name="csY5" fmla="*/ 1417 h 16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76" h="16633">
                  <a:moveTo>
                    <a:pt x="1383" y="1417"/>
                  </a:moveTo>
                  <a:cubicBezTo>
                    <a:pt x="1256" y="1957"/>
                    <a:pt x="-1665" y="5417"/>
                    <a:pt x="1383" y="8338"/>
                  </a:cubicBezTo>
                  <a:cubicBezTo>
                    <a:pt x="6209" y="12015"/>
                    <a:pt x="10781" y="19908"/>
                    <a:pt x="13258" y="15152"/>
                  </a:cubicBezTo>
                  <a:cubicBezTo>
                    <a:pt x="14592" y="11799"/>
                    <a:pt x="19989" y="6389"/>
                    <a:pt x="15290" y="4338"/>
                  </a:cubicBezTo>
                  <a:cubicBezTo>
                    <a:pt x="15290" y="4338"/>
                    <a:pt x="3733" y="-3123"/>
                    <a:pt x="1383" y="1525"/>
                  </a:cubicBezTo>
                  <a:lnTo>
                    <a:pt x="1383" y="1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FD6DD076-D1E7-CDDC-1D5E-66FAAF0D9FFC}"/>
                </a:ext>
              </a:extLst>
            </p:cNvPr>
            <p:cNvSpPr/>
            <p:nvPr/>
          </p:nvSpPr>
          <p:spPr>
            <a:xfrm>
              <a:off x="10743002" y="4957329"/>
              <a:ext cx="21076" cy="17417"/>
            </a:xfrm>
            <a:custGeom>
              <a:avLst/>
              <a:gdLst>
                <a:gd name="csX0" fmla="*/ 2643 w 24306"/>
                <a:gd name="csY0" fmla="*/ 263 h 20087"/>
                <a:gd name="csX1" fmla="*/ 484 w 24306"/>
                <a:gd name="csY1" fmla="*/ 4156 h 20087"/>
                <a:gd name="csX2" fmla="*/ 11215 w 24306"/>
                <a:gd name="csY2" fmla="*/ 19726 h 20087"/>
                <a:gd name="csX3" fmla="*/ 23026 w 24306"/>
                <a:gd name="csY3" fmla="*/ 13566 h 20087"/>
                <a:gd name="csX4" fmla="*/ 13184 w 24306"/>
                <a:gd name="csY4" fmla="*/ 7400 h 20087"/>
                <a:gd name="csX5" fmla="*/ 2643 w 24306"/>
                <a:gd name="csY5" fmla="*/ 155 h 20087"/>
                <a:gd name="csX6" fmla="*/ 2643 w 24306"/>
                <a:gd name="csY6" fmla="*/ 263 h 2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306" h="20087">
                  <a:moveTo>
                    <a:pt x="2643" y="263"/>
                  </a:moveTo>
                  <a:cubicBezTo>
                    <a:pt x="-913" y="2968"/>
                    <a:pt x="-23" y="3184"/>
                    <a:pt x="484" y="4156"/>
                  </a:cubicBezTo>
                  <a:cubicBezTo>
                    <a:pt x="6009" y="14862"/>
                    <a:pt x="7088" y="18322"/>
                    <a:pt x="11215" y="19726"/>
                  </a:cubicBezTo>
                  <a:cubicBezTo>
                    <a:pt x="23344" y="21675"/>
                    <a:pt x="26392" y="15186"/>
                    <a:pt x="23026" y="13566"/>
                  </a:cubicBezTo>
                  <a:cubicBezTo>
                    <a:pt x="19344" y="11833"/>
                    <a:pt x="15852" y="10429"/>
                    <a:pt x="13184" y="7400"/>
                  </a:cubicBezTo>
                  <a:cubicBezTo>
                    <a:pt x="10326" y="4911"/>
                    <a:pt x="7660" y="-1032"/>
                    <a:pt x="2643" y="155"/>
                  </a:cubicBezTo>
                  <a:lnTo>
                    <a:pt x="2643" y="2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011E3B9-4B10-DACE-ACF9-3900591A9BDF}"/>
                </a:ext>
              </a:extLst>
            </p:cNvPr>
            <p:cNvSpPr/>
            <p:nvPr/>
          </p:nvSpPr>
          <p:spPr>
            <a:xfrm>
              <a:off x="10590193" y="4945627"/>
              <a:ext cx="11812" cy="8784"/>
            </a:xfrm>
            <a:custGeom>
              <a:avLst/>
              <a:gdLst>
                <a:gd name="csX0" fmla="*/ 57 w 13622"/>
                <a:gd name="csY0" fmla="*/ 3700 h 10130"/>
                <a:gd name="csX1" fmla="*/ 4629 w 13622"/>
                <a:gd name="csY1" fmla="*/ 10082 h 10130"/>
                <a:gd name="csX2" fmla="*/ 13392 w 13622"/>
                <a:gd name="csY2" fmla="*/ 6945 h 10130"/>
                <a:gd name="csX3" fmla="*/ 7677 w 13622"/>
                <a:gd name="csY3" fmla="*/ 132 h 10130"/>
                <a:gd name="csX4" fmla="*/ 57 w 13622"/>
                <a:gd name="csY4" fmla="*/ 3700 h 10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622" h="10130">
                  <a:moveTo>
                    <a:pt x="57" y="3700"/>
                  </a:moveTo>
                  <a:cubicBezTo>
                    <a:pt x="502" y="4672"/>
                    <a:pt x="57" y="10082"/>
                    <a:pt x="4629" y="10082"/>
                  </a:cubicBezTo>
                  <a:cubicBezTo>
                    <a:pt x="7359" y="9651"/>
                    <a:pt x="15043" y="11593"/>
                    <a:pt x="13392" y="6945"/>
                  </a:cubicBezTo>
                  <a:cubicBezTo>
                    <a:pt x="12757" y="5866"/>
                    <a:pt x="12186" y="24"/>
                    <a:pt x="7677" y="132"/>
                  </a:cubicBezTo>
                  <a:cubicBezTo>
                    <a:pt x="7677" y="132"/>
                    <a:pt x="-769" y="-1056"/>
                    <a:pt x="57" y="3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33FFB6DE-CA82-E702-2FCD-B2EDD8D8D261}"/>
                </a:ext>
              </a:extLst>
            </p:cNvPr>
            <p:cNvSpPr/>
            <p:nvPr/>
          </p:nvSpPr>
          <p:spPr>
            <a:xfrm>
              <a:off x="9766974" y="4492456"/>
              <a:ext cx="18064" cy="21430"/>
            </a:xfrm>
            <a:custGeom>
              <a:avLst/>
              <a:gdLst>
                <a:gd name="csX0" fmla="*/ 10221 w 20833"/>
                <a:gd name="csY0" fmla="*/ 2725 h 24714"/>
                <a:gd name="csX1" fmla="*/ 19301 w 20833"/>
                <a:gd name="csY1" fmla="*/ 452 h 24714"/>
                <a:gd name="csX2" fmla="*/ 12571 w 20833"/>
                <a:gd name="csY2" fmla="*/ 23267 h 24714"/>
                <a:gd name="csX3" fmla="*/ 1204 w 20833"/>
                <a:gd name="csY3" fmla="*/ 19813 h 24714"/>
                <a:gd name="csX4" fmla="*/ 3363 w 20833"/>
                <a:gd name="csY4" fmla="*/ 13323 h 24714"/>
                <a:gd name="csX5" fmla="*/ 7363 w 20833"/>
                <a:gd name="csY5" fmla="*/ 8129 h 24714"/>
                <a:gd name="csX6" fmla="*/ 10221 w 20833"/>
                <a:gd name="csY6" fmla="*/ 2725 h 24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833" h="24714">
                  <a:moveTo>
                    <a:pt x="10221" y="2725"/>
                  </a:moveTo>
                  <a:cubicBezTo>
                    <a:pt x="12380" y="-1384"/>
                    <a:pt x="19810" y="343"/>
                    <a:pt x="19301" y="452"/>
                  </a:cubicBezTo>
                  <a:cubicBezTo>
                    <a:pt x="25143" y="991"/>
                    <a:pt x="12380" y="23813"/>
                    <a:pt x="12571" y="23267"/>
                  </a:cubicBezTo>
                  <a:cubicBezTo>
                    <a:pt x="10411" y="28030"/>
                    <a:pt x="569" y="19483"/>
                    <a:pt x="1204" y="19813"/>
                  </a:cubicBezTo>
                  <a:cubicBezTo>
                    <a:pt x="-2542" y="17323"/>
                    <a:pt x="3680" y="12783"/>
                    <a:pt x="3363" y="13323"/>
                  </a:cubicBezTo>
                  <a:cubicBezTo>
                    <a:pt x="4697" y="12129"/>
                    <a:pt x="6538" y="9754"/>
                    <a:pt x="7363" y="8129"/>
                  </a:cubicBezTo>
                  <a:lnTo>
                    <a:pt x="10221" y="27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AC48CA48-8235-3123-211F-0D0DF13DB930}"/>
                </a:ext>
              </a:extLst>
            </p:cNvPr>
            <p:cNvSpPr/>
            <p:nvPr/>
          </p:nvSpPr>
          <p:spPr>
            <a:xfrm>
              <a:off x="9784787" y="4472825"/>
              <a:ext cx="14358" cy="9821"/>
            </a:xfrm>
            <a:custGeom>
              <a:avLst/>
              <a:gdLst>
                <a:gd name="csX0" fmla="*/ 28 w 16559"/>
                <a:gd name="csY0" fmla="*/ 3629 h 11326"/>
                <a:gd name="csX1" fmla="*/ 4409 w 16559"/>
                <a:gd name="csY1" fmla="*/ 10982 h 11326"/>
                <a:gd name="csX2" fmla="*/ 12728 w 16559"/>
                <a:gd name="csY2" fmla="*/ 8817 h 11326"/>
                <a:gd name="csX3" fmla="*/ 14569 w 16559"/>
                <a:gd name="csY3" fmla="*/ 384 h 11326"/>
                <a:gd name="csX4" fmla="*/ 28 w 16559"/>
                <a:gd name="csY4" fmla="*/ 3737 h 11326"/>
                <a:gd name="csX5" fmla="*/ 28 w 16559"/>
                <a:gd name="csY5" fmla="*/ 3629 h 11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59" h="11326">
                  <a:moveTo>
                    <a:pt x="28" y="3629"/>
                  </a:moveTo>
                  <a:cubicBezTo>
                    <a:pt x="345" y="4708"/>
                    <a:pt x="-163" y="10550"/>
                    <a:pt x="4409" y="10982"/>
                  </a:cubicBezTo>
                  <a:cubicBezTo>
                    <a:pt x="5361" y="10982"/>
                    <a:pt x="10315" y="12601"/>
                    <a:pt x="12728" y="8817"/>
                  </a:cubicBezTo>
                  <a:cubicBezTo>
                    <a:pt x="13807" y="6334"/>
                    <a:pt x="19522" y="384"/>
                    <a:pt x="14569" y="384"/>
                  </a:cubicBezTo>
                  <a:cubicBezTo>
                    <a:pt x="14569" y="384"/>
                    <a:pt x="-734" y="-1674"/>
                    <a:pt x="28" y="3737"/>
                  </a:cubicBezTo>
                  <a:lnTo>
                    <a:pt x="28" y="36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738BA604-57D6-AD4C-081A-F5A7046A7665}"/>
                </a:ext>
              </a:extLst>
            </p:cNvPr>
            <p:cNvSpPr/>
            <p:nvPr/>
          </p:nvSpPr>
          <p:spPr>
            <a:xfrm>
              <a:off x="9557469" y="4622925"/>
              <a:ext cx="11168" cy="11102"/>
            </a:xfrm>
            <a:custGeom>
              <a:avLst/>
              <a:gdLst>
                <a:gd name="csX0" fmla="*/ 3169 w 12880"/>
                <a:gd name="csY0" fmla="*/ 1382 h 12804"/>
                <a:gd name="csX1" fmla="*/ 629 w 12880"/>
                <a:gd name="csY1" fmla="*/ 5167 h 12804"/>
                <a:gd name="csX2" fmla="*/ 3169 w 12880"/>
                <a:gd name="csY2" fmla="*/ 12088 h 12804"/>
                <a:gd name="csX3" fmla="*/ 11742 w 12880"/>
                <a:gd name="csY3" fmla="*/ 2785 h 12804"/>
                <a:gd name="csX4" fmla="*/ 3296 w 12880"/>
                <a:gd name="csY4" fmla="*/ 1382 h 12804"/>
                <a:gd name="csX5" fmla="*/ 3169 w 12880"/>
                <a:gd name="csY5" fmla="*/ 1382 h 1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80" h="12804">
                  <a:moveTo>
                    <a:pt x="3169" y="1382"/>
                  </a:moveTo>
                  <a:lnTo>
                    <a:pt x="629" y="5167"/>
                  </a:lnTo>
                  <a:cubicBezTo>
                    <a:pt x="-1784" y="8736"/>
                    <a:pt x="3551" y="12628"/>
                    <a:pt x="3169" y="12088"/>
                  </a:cubicBezTo>
                  <a:cubicBezTo>
                    <a:pt x="6979" y="15549"/>
                    <a:pt x="16060" y="5491"/>
                    <a:pt x="11742" y="2785"/>
                  </a:cubicBezTo>
                  <a:cubicBezTo>
                    <a:pt x="11742" y="2785"/>
                    <a:pt x="5900" y="-2403"/>
                    <a:pt x="3296" y="1382"/>
                  </a:cubicBezTo>
                  <a:lnTo>
                    <a:pt x="3169" y="13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5D892812-709A-85A4-6347-67B85A210DC1}"/>
                </a:ext>
              </a:extLst>
            </p:cNvPr>
            <p:cNvSpPr/>
            <p:nvPr/>
          </p:nvSpPr>
          <p:spPr>
            <a:xfrm>
              <a:off x="9613406" y="4607148"/>
              <a:ext cx="10216" cy="10468"/>
            </a:xfrm>
            <a:custGeom>
              <a:avLst/>
              <a:gdLst>
                <a:gd name="csX0" fmla="*/ 4699 w 11782"/>
                <a:gd name="csY0" fmla="*/ 1086 h 12072"/>
                <a:gd name="csX1" fmla="*/ 1334 w 11782"/>
                <a:gd name="csY1" fmla="*/ 9303 h 12072"/>
                <a:gd name="csX2" fmla="*/ 9335 w 11782"/>
                <a:gd name="csY2" fmla="*/ 10598 h 12072"/>
                <a:gd name="csX3" fmla="*/ 10795 w 11782"/>
                <a:gd name="csY3" fmla="*/ 2921 h 12072"/>
                <a:gd name="csX4" fmla="*/ 4572 w 11782"/>
                <a:gd name="csY4" fmla="*/ 978 h 12072"/>
                <a:gd name="csX5" fmla="*/ 4699 w 11782"/>
                <a:gd name="csY5" fmla="*/ 1086 h 1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782" h="12072">
                  <a:moveTo>
                    <a:pt x="4699" y="1086"/>
                  </a:moveTo>
                  <a:cubicBezTo>
                    <a:pt x="3492" y="2921"/>
                    <a:pt x="-2667" y="6706"/>
                    <a:pt x="1334" y="9303"/>
                  </a:cubicBezTo>
                  <a:cubicBezTo>
                    <a:pt x="2541" y="9735"/>
                    <a:pt x="6795" y="14383"/>
                    <a:pt x="9335" y="10598"/>
                  </a:cubicBezTo>
                  <a:cubicBezTo>
                    <a:pt x="9589" y="9951"/>
                    <a:pt x="13590" y="6274"/>
                    <a:pt x="10795" y="2921"/>
                  </a:cubicBezTo>
                  <a:cubicBezTo>
                    <a:pt x="10795" y="2921"/>
                    <a:pt x="7620" y="-2051"/>
                    <a:pt x="4572" y="978"/>
                  </a:cubicBezTo>
                  <a:lnTo>
                    <a:pt x="4699" y="1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6F912591-9BF9-7240-E40F-64ACB380F64A}"/>
                </a:ext>
              </a:extLst>
            </p:cNvPr>
            <p:cNvSpPr/>
            <p:nvPr/>
          </p:nvSpPr>
          <p:spPr>
            <a:xfrm>
              <a:off x="9636620" y="4616606"/>
              <a:ext cx="10220" cy="10356"/>
            </a:xfrm>
            <a:custGeom>
              <a:avLst/>
              <a:gdLst>
                <a:gd name="csX0" fmla="*/ 3581 w 11786"/>
                <a:gd name="csY0" fmla="*/ 993 h 11943"/>
                <a:gd name="csX1" fmla="*/ 1231 w 11786"/>
                <a:gd name="csY1" fmla="*/ 8023 h 11943"/>
                <a:gd name="csX2" fmla="*/ 9741 w 11786"/>
                <a:gd name="csY2" fmla="*/ 10505 h 11943"/>
                <a:gd name="csX3" fmla="*/ 10503 w 11786"/>
                <a:gd name="csY3" fmla="*/ 3152 h 11943"/>
                <a:gd name="csX4" fmla="*/ 3581 w 11786"/>
                <a:gd name="csY4" fmla="*/ 99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86" h="11943">
                  <a:moveTo>
                    <a:pt x="3581" y="993"/>
                  </a:moveTo>
                  <a:cubicBezTo>
                    <a:pt x="3073" y="1965"/>
                    <a:pt x="-2388" y="5318"/>
                    <a:pt x="1231" y="8023"/>
                  </a:cubicBezTo>
                  <a:cubicBezTo>
                    <a:pt x="2946" y="8994"/>
                    <a:pt x="7137" y="14506"/>
                    <a:pt x="9741" y="10505"/>
                  </a:cubicBezTo>
                  <a:cubicBezTo>
                    <a:pt x="9994" y="9966"/>
                    <a:pt x="13678" y="6181"/>
                    <a:pt x="10503" y="3152"/>
                  </a:cubicBezTo>
                  <a:cubicBezTo>
                    <a:pt x="10503" y="3152"/>
                    <a:pt x="6819" y="-2144"/>
                    <a:pt x="3581" y="9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ABC05E31-7D3A-C81E-E4E4-F6839C35837B}"/>
                </a:ext>
              </a:extLst>
            </p:cNvPr>
            <p:cNvSpPr/>
            <p:nvPr/>
          </p:nvSpPr>
          <p:spPr>
            <a:xfrm>
              <a:off x="9746552" y="4693713"/>
              <a:ext cx="8887" cy="8860"/>
            </a:xfrm>
            <a:custGeom>
              <a:avLst/>
              <a:gdLst>
                <a:gd name="csX0" fmla="*/ 8118 w 10249"/>
                <a:gd name="csY0" fmla="*/ 2575 h 10218"/>
                <a:gd name="csX1" fmla="*/ 8309 w 10249"/>
                <a:gd name="csY1" fmla="*/ 10151 h 10218"/>
                <a:gd name="csX2" fmla="*/ 8118 w 10249"/>
                <a:gd name="csY2" fmla="*/ 2575 h 1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9" h="10218">
                  <a:moveTo>
                    <a:pt x="8118" y="2575"/>
                  </a:moveTo>
                  <a:cubicBezTo>
                    <a:pt x="8436" y="3553"/>
                    <a:pt x="12627" y="8525"/>
                    <a:pt x="8309" y="10151"/>
                  </a:cubicBezTo>
                  <a:cubicBezTo>
                    <a:pt x="-7502" y="11446"/>
                    <a:pt x="3229" y="-6505"/>
                    <a:pt x="8118" y="2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E3146097-9771-81B8-B76D-CF984FB48D99}"/>
                </a:ext>
              </a:extLst>
            </p:cNvPr>
            <p:cNvSpPr/>
            <p:nvPr/>
          </p:nvSpPr>
          <p:spPr>
            <a:xfrm>
              <a:off x="9766546" y="4698962"/>
              <a:ext cx="7882" cy="7127"/>
            </a:xfrm>
            <a:custGeom>
              <a:avLst/>
              <a:gdLst>
                <a:gd name="csX0" fmla="*/ 3665 w 9090"/>
                <a:gd name="csY0" fmla="*/ 306 h 8219"/>
                <a:gd name="csX1" fmla="*/ 617 w 9090"/>
                <a:gd name="csY1" fmla="*/ 5177 h 8219"/>
                <a:gd name="csX2" fmla="*/ 6141 w 9090"/>
                <a:gd name="csY2" fmla="*/ 7660 h 8219"/>
                <a:gd name="csX3" fmla="*/ 3538 w 9090"/>
                <a:gd name="csY3" fmla="*/ 306 h 8219"/>
                <a:gd name="csX4" fmla="*/ 3665 w 9090"/>
                <a:gd name="csY4" fmla="*/ 306 h 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90" h="8219">
                  <a:moveTo>
                    <a:pt x="3665" y="306"/>
                  </a:moveTo>
                  <a:cubicBezTo>
                    <a:pt x="3093" y="846"/>
                    <a:pt x="-1669" y="1716"/>
                    <a:pt x="617" y="5177"/>
                  </a:cubicBezTo>
                  <a:cubicBezTo>
                    <a:pt x="4427" y="8422"/>
                    <a:pt x="4110" y="8745"/>
                    <a:pt x="6141" y="7660"/>
                  </a:cubicBezTo>
                  <a:cubicBezTo>
                    <a:pt x="13063" y="846"/>
                    <a:pt x="5951" y="-773"/>
                    <a:pt x="3538" y="306"/>
                  </a:cubicBezTo>
                  <a:lnTo>
                    <a:pt x="3665" y="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7F6D0516-CCA3-BD4F-4289-3A0848C565B6}"/>
                </a:ext>
              </a:extLst>
            </p:cNvPr>
            <p:cNvSpPr/>
            <p:nvPr/>
          </p:nvSpPr>
          <p:spPr>
            <a:xfrm>
              <a:off x="10562468" y="4864526"/>
              <a:ext cx="8730" cy="8695"/>
            </a:xfrm>
            <a:custGeom>
              <a:avLst/>
              <a:gdLst>
                <a:gd name="csX0" fmla="*/ 1741 w 10068"/>
                <a:gd name="csY0" fmla="*/ 1422 h 10028"/>
                <a:gd name="csX1" fmla="*/ 916 w 10068"/>
                <a:gd name="csY1" fmla="*/ 7582 h 10028"/>
                <a:gd name="csX2" fmla="*/ 6504 w 10068"/>
                <a:gd name="csY2" fmla="*/ 8883 h 10028"/>
                <a:gd name="csX3" fmla="*/ 8663 w 10068"/>
                <a:gd name="csY3" fmla="*/ 1854 h 10028"/>
                <a:gd name="csX4" fmla="*/ 1614 w 10068"/>
                <a:gd name="csY4" fmla="*/ 1315 h 10028"/>
                <a:gd name="csX5" fmla="*/ 1741 w 10068"/>
                <a:gd name="csY5" fmla="*/ 1422 h 10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68" h="10028">
                  <a:moveTo>
                    <a:pt x="1741" y="1422"/>
                  </a:moveTo>
                  <a:cubicBezTo>
                    <a:pt x="-418" y="6395"/>
                    <a:pt x="-418" y="6070"/>
                    <a:pt x="916" y="7582"/>
                  </a:cubicBezTo>
                  <a:cubicBezTo>
                    <a:pt x="1551" y="8020"/>
                    <a:pt x="3709" y="11913"/>
                    <a:pt x="6504" y="8883"/>
                  </a:cubicBezTo>
                  <a:cubicBezTo>
                    <a:pt x="7075" y="8020"/>
                    <a:pt x="12600" y="4343"/>
                    <a:pt x="8663" y="1854"/>
                  </a:cubicBezTo>
                  <a:cubicBezTo>
                    <a:pt x="8663" y="1854"/>
                    <a:pt x="4471" y="-1931"/>
                    <a:pt x="1614" y="1315"/>
                  </a:cubicBezTo>
                  <a:lnTo>
                    <a:pt x="1741" y="14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559AE80A-0CB0-19D3-B4AF-D69047CB440E}"/>
                </a:ext>
              </a:extLst>
            </p:cNvPr>
            <p:cNvSpPr/>
            <p:nvPr/>
          </p:nvSpPr>
          <p:spPr>
            <a:xfrm>
              <a:off x="10558808" y="4852271"/>
              <a:ext cx="8748" cy="6159"/>
            </a:xfrm>
            <a:custGeom>
              <a:avLst/>
              <a:gdLst>
                <a:gd name="csX0" fmla="*/ 2534 w 10089"/>
                <a:gd name="csY0" fmla="*/ 1172 h 7103"/>
                <a:gd name="csX1" fmla="*/ 1644 w 10089"/>
                <a:gd name="csY1" fmla="*/ 5389 h 7103"/>
                <a:gd name="csX2" fmla="*/ 8693 w 10089"/>
                <a:gd name="csY2" fmla="*/ 5497 h 7103"/>
                <a:gd name="csX3" fmla="*/ 8884 w 10089"/>
                <a:gd name="csY3" fmla="*/ 3014 h 7103"/>
                <a:gd name="csX4" fmla="*/ 2534 w 10089"/>
                <a:gd name="csY4" fmla="*/ 1172 h 7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89" h="7103">
                  <a:moveTo>
                    <a:pt x="2534" y="1172"/>
                  </a:moveTo>
                  <a:cubicBezTo>
                    <a:pt x="2152" y="2144"/>
                    <a:pt x="-2356" y="3122"/>
                    <a:pt x="1644" y="5389"/>
                  </a:cubicBezTo>
                  <a:cubicBezTo>
                    <a:pt x="2279" y="5605"/>
                    <a:pt x="6153" y="9066"/>
                    <a:pt x="8693" y="5497"/>
                  </a:cubicBezTo>
                  <a:cubicBezTo>
                    <a:pt x="8884" y="4957"/>
                    <a:pt x="11614" y="5497"/>
                    <a:pt x="8884" y="3014"/>
                  </a:cubicBezTo>
                  <a:cubicBezTo>
                    <a:pt x="8884" y="3014"/>
                    <a:pt x="4756" y="-2288"/>
                    <a:pt x="2534" y="11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4CF95B02-D8A3-DF13-D9A5-D2FE017F4865}"/>
                </a:ext>
              </a:extLst>
            </p:cNvPr>
            <p:cNvSpPr/>
            <p:nvPr/>
          </p:nvSpPr>
          <p:spPr>
            <a:xfrm>
              <a:off x="10523340" y="4808183"/>
              <a:ext cx="8768" cy="9664"/>
            </a:xfrm>
            <a:custGeom>
              <a:avLst/>
              <a:gdLst>
                <a:gd name="csX0" fmla="*/ 4 w 10112"/>
                <a:gd name="csY0" fmla="*/ 2819 h 11145"/>
                <a:gd name="csX1" fmla="*/ 3878 w 10112"/>
                <a:gd name="csY1" fmla="*/ 11144 h 11145"/>
                <a:gd name="csX2" fmla="*/ 10100 w 10112"/>
                <a:gd name="csY2" fmla="*/ 7575 h 11145"/>
                <a:gd name="csX3" fmla="*/ 6291 w 10112"/>
                <a:gd name="csY3" fmla="*/ 438 h 11145"/>
                <a:gd name="csX4" fmla="*/ 4 w 10112"/>
                <a:gd name="csY4" fmla="*/ 2819 h 11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2" h="11145">
                  <a:moveTo>
                    <a:pt x="4" y="2819"/>
                  </a:moveTo>
                  <a:cubicBezTo>
                    <a:pt x="575" y="4762"/>
                    <a:pt x="-885" y="11252"/>
                    <a:pt x="3878" y="11144"/>
                  </a:cubicBezTo>
                  <a:cubicBezTo>
                    <a:pt x="4576" y="10928"/>
                    <a:pt x="10418" y="12007"/>
                    <a:pt x="10100" y="7575"/>
                  </a:cubicBezTo>
                  <a:cubicBezTo>
                    <a:pt x="9719" y="6603"/>
                    <a:pt x="10735" y="977"/>
                    <a:pt x="6291" y="438"/>
                  </a:cubicBezTo>
                  <a:cubicBezTo>
                    <a:pt x="6291" y="438"/>
                    <a:pt x="-187" y="-1512"/>
                    <a:pt x="4" y="28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5B2EA34-A85F-468B-E117-BC169D6ABCFE}"/>
                </a:ext>
              </a:extLst>
            </p:cNvPr>
            <p:cNvSpPr/>
            <p:nvPr/>
          </p:nvSpPr>
          <p:spPr>
            <a:xfrm>
              <a:off x="10360797" y="4760565"/>
              <a:ext cx="12040" cy="12333"/>
            </a:xfrm>
            <a:custGeom>
              <a:avLst/>
              <a:gdLst>
                <a:gd name="csX0" fmla="*/ 10802 w 13885"/>
                <a:gd name="csY0" fmla="*/ 635 h 14223"/>
                <a:gd name="csX1" fmla="*/ 13215 w 13885"/>
                <a:gd name="csY1" fmla="*/ 6363 h 14223"/>
                <a:gd name="csX2" fmla="*/ 4643 w 13885"/>
                <a:gd name="csY2" fmla="*/ 13716 h 14223"/>
                <a:gd name="csX3" fmla="*/ 769 w 13885"/>
                <a:gd name="csY3" fmla="*/ 7773 h 14223"/>
                <a:gd name="csX4" fmla="*/ 10802 w 13885"/>
                <a:gd name="csY4" fmla="*/ 527 h 14223"/>
                <a:gd name="csX5" fmla="*/ 10802 w 13885"/>
                <a:gd name="csY5" fmla="*/ 635 h 1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85" h="14223">
                  <a:moveTo>
                    <a:pt x="10802" y="635"/>
                  </a:moveTo>
                  <a:cubicBezTo>
                    <a:pt x="11247" y="1175"/>
                    <a:pt x="15501" y="2902"/>
                    <a:pt x="13215" y="6363"/>
                  </a:cubicBezTo>
                  <a:cubicBezTo>
                    <a:pt x="11056" y="8852"/>
                    <a:pt x="9087" y="16205"/>
                    <a:pt x="4643" y="13716"/>
                  </a:cubicBezTo>
                  <a:cubicBezTo>
                    <a:pt x="3881" y="13068"/>
                    <a:pt x="-2089" y="11341"/>
                    <a:pt x="769" y="7773"/>
                  </a:cubicBezTo>
                  <a:cubicBezTo>
                    <a:pt x="769" y="7773"/>
                    <a:pt x="6611" y="-2394"/>
                    <a:pt x="10802" y="527"/>
                  </a:cubicBezTo>
                  <a:lnTo>
                    <a:pt x="10802" y="6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4748AC8D-25B9-F6EC-1DEA-E969EC2B6E26}"/>
                </a:ext>
              </a:extLst>
            </p:cNvPr>
            <p:cNvSpPr/>
            <p:nvPr/>
          </p:nvSpPr>
          <p:spPr>
            <a:xfrm>
              <a:off x="10289445" y="4733736"/>
              <a:ext cx="8077" cy="8247"/>
            </a:xfrm>
            <a:custGeom>
              <a:avLst/>
              <a:gdLst>
                <a:gd name="csX0" fmla="*/ 3682 w 9315"/>
                <a:gd name="csY0" fmla="*/ 430 h 9511"/>
                <a:gd name="csX1" fmla="*/ 444 w 9315"/>
                <a:gd name="csY1" fmla="*/ 5409 h 9511"/>
                <a:gd name="csX2" fmla="*/ 5650 w 9315"/>
                <a:gd name="csY2" fmla="*/ 8762 h 9511"/>
                <a:gd name="csX3" fmla="*/ 8699 w 9315"/>
                <a:gd name="csY3" fmla="*/ 2056 h 9511"/>
                <a:gd name="csX4" fmla="*/ 3682 w 9315"/>
                <a:gd name="csY4" fmla="*/ 322 h 9511"/>
                <a:gd name="csX5" fmla="*/ 3682 w 9315"/>
                <a:gd name="csY5" fmla="*/ 430 h 9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15" h="9511">
                  <a:moveTo>
                    <a:pt x="3682" y="430"/>
                  </a:moveTo>
                  <a:cubicBezTo>
                    <a:pt x="3048" y="976"/>
                    <a:pt x="-1398" y="1624"/>
                    <a:pt x="444" y="5409"/>
                  </a:cubicBezTo>
                  <a:cubicBezTo>
                    <a:pt x="1015" y="6056"/>
                    <a:pt x="2286" y="11460"/>
                    <a:pt x="5650" y="8762"/>
                  </a:cubicBezTo>
                  <a:cubicBezTo>
                    <a:pt x="6223" y="7999"/>
                    <a:pt x="10985" y="5732"/>
                    <a:pt x="8699" y="2056"/>
                  </a:cubicBezTo>
                  <a:cubicBezTo>
                    <a:pt x="8699" y="2056"/>
                    <a:pt x="6730" y="-973"/>
                    <a:pt x="3682" y="322"/>
                  </a:cubicBezTo>
                  <a:lnTo>
                    <a:pt x="3682" y="4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B5CA29A8-4AFC-EC5D-1946-A025270A3816}"/>
                </a:ext>
              </a:extLst>
            </p:cNvPr>
            <p:cNvSpPr/>
            <p:nvPr/>
          </p:nvSpPr>
          <p:spPr>
            <a:xfrm>
              <a:off x="10187909" y="4830621"/>
              <a:ext cx="10782" cy="9784"/>
            </a:xfrm>
            <a:custGeom>
              <a:avLst/>
              <a:gdLst>
                <a:gd name="csX0" fmla="*/ 6417 w 12435"/>
                <a:gd name="csY0" fmla="*/ 80 h 11283"/>
                <a:gd name="csX1" fmla="*/ 12322 w 12435"/>
                <a:gd name="csY1" fmla="*/ 4621 h 11283"/>
                <a:gd name="csX2" fmla="*/ 7559 w 12435"/>
                <a:gd name="csY2" fmla="*/ 11111 h 11283"/>
                <a:gd name="csX3" fmla="*/ 321 w 12435"/>
                <a:gd name="csY3" fmla="*/ 5592 h 11283"/>
                <a:gd name="csX4" fmla="*/ 6417 w 12435"/>
                <a:gd name="csY4" fmla="*/ 80 h 11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35" h="11283">
                  <a:moveTo>
                    <a:pt x="6417" y="80"/>
                  </a:moveTo>
                  <a:cubicBezTo>
                    <a:pt x="7242" y="404"/>
                    <a:pt x="13338" y="189"/>
                    <a:pt x="12322" y="4621"/>
                  </a:cubicBezTo>
                  <a:cubicBezTo>
                    <a:pt x="11814" y="6024"/>
                    <a:pt x="12132" y="12406"/>
                    <a:pt x="7559" y="11111"/>
                  </a:cubicBezTo>
                  <a:cubicBezTo>
                    <a:pt x="5528" y="10139"/>
                    <a:pt x="-1584" y="10031"/>
                    <a:pt x="321" y="5592"/>
                  </a:cubicBezTo>
                  <a:cubicBezTo>
                    <a:pt x="321" y="5592"/>
                    <a:pt x="1845" y="-783"/>
                    <a:pt x="6417" y="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159AB836-730C-897E-04E2-D3092F73B5D8}"/>
                </a:ext>
              </a:extLst>
            </p:cNvPr>
            <p:cNvSpPr/>
            <p:nvPr/>
          </p:nvSpPr>
          <p:spPr>
            <a:xfrm>
              <a:off x="10205422" y="4709270"/>
              <a:ext cx="15538" cy="14224"/>
            </a:xfrm>
            <a:custGeom>
              <a:avLst/>
              <a:gdLst>
                <a:gd name="csX0" fmla="*/ 2666 w 17919"/>
                <a:gd name="csY0" fmla="*/ 642 h 16404"/>
                <a:gd name="csX1" fmla="*/ 16319 w 17919"/>
                <a:gd name="csY1" fmla="*/ 3017 h 16404"/>
                <a:gd name="csX2" fmla="*/ 15303 w 17919"/>
                <a:gd name="csY2" fmla="*/ 14701 h 16404"/>
                <a:gd name="csX3" fmla="*/ 1650 w 17919"/>
                <a:gd name="csY3" fmla="*/ 13723 h 16404"/>
                <a:gd name="csX4" fmla="*/ 2666 w 17919"/>
                <a:gd name="csY4" fmla="*/ 642 h 1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19" h="16404">
                  <a:moveTo>
                    <a:pt x="2666" y="642"/>
                  </a:moveTo>
                  <a:cubicBezTo>
                    <a:pt x="7937" y="858"/>
                    <a:pt x="15239" y="-2063"/>
                    <a:pt x="16319" y="3017"/>
                  </a:cubicBezTo>
                  <a:cubicBezTo>
                    <a:pt x="16637" y="7018"/>
                    <a:pt x="20319" y="13831"/>
                    <a:pt x="15303" y="14701"/>
                  </a:cubicBezTo>
                  <a:cubicBezTo>
                    <a:pt x="9778" y="15025"/>
                    <a:pt x="2666" y="18917"/>
                    <a:pt x="1650" y="13723"/>
                  </a:cubicBezTo>
                  <a:cubicBezTo>
                    <a:pt x="1650" y="13723"/>
                    <a:pt x="-2668" y="966"/>
                    <a:pt x="2666" y="6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22FC3220-4D64-9E93-01DB-3EE1DEA8E0A3}"/>
                </a:ext>
              </a:extLst>
            </p:cNvPr>
            <p:cNvSpPr/>
            <p:nvPr/>
          </p:nvSpPr>
          <p:spPr>
            <a:xfrm>
              <a:off x="10174127" y="4746395"/>
              <a:ext cx="9326" cy="10129"/>
            </a:xfrm>
            <a:custGeom>
              <a:avLst/>
              <a:gdLst>
                <a:gd name="csX0" fmla="*/ 4086 w 10755"/>
                <a:gd name="csY0" fmla="*/ 106 h 11681"/>
                <a:gd name="csX1" fmla="*/ 10691 w 10755"/>
                <a:gd name="csY1" fmla="*/ 5192 h 11681"/>
                <a:gd name="csX2" fmla="*/ 6372 w 10755"/>
                <a:gd name="csY2" fmla="*/ 11676 h 11681"/>
                <a:gd name="csX3" fmla="*/ 22 w 10755"/>
                <a:gd name="csY3" fmla="*/ 8107 h 11681"/>
                <a:gd name="csX4" fmla="*/ 4086 w 10755"/>
                <a:gd name="csY4" fmla="*/ 106 h 11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5" h="11681">
                  <a:moveTo>
                    <a:pt x="4086" y="106"/>
                  </a:moveTo>
                  <a:cubicBezTo>
                    <a:pt x="5293" y="646"/>
                    <a:pt x="11453" y="646"/>
                    <a:pt x="10691" y="5192"/>
                  </a:cubicBezTo>
                  <a:cubicBezTo>
                    <a:pt x="10373" y="6164"/>
                    <a:pt x="10944" y="11892"/>
                    <a:pt x="6372" y="11676"/>
                  </a:cubicBezTo>
                  <a:cubicBezTo>
                    <a:pt x="5610" y="11460"/>
                    <a:pt x="-359" y="12545"/>
                    <a:pt x="22" y="8107"/>
                  </a:cubicBezTo>
                  <a:cubicBezTo>
                    <a:pt x="22" y="8107"/>
                    <a:pt x="-549" y="-1082"/>
                    <a:pt x="4086" y="1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1381E03C-5790-2600-7462-2F13A078AA46}"/>
                </a:ext>
              </a:extLst>
            </p:cNvPr>
            <p:cNvSpPr/>
            <p:nvPr/>
          </p:nvSpPr>
          <p:spPr>
            <a:xfrm>
              <a:off x="10141330" y="4791561"/>
              <a:ext cx="9144" cy="10353"/>
            </a:xfrm>
            <a:custGeom>
              <a:avLst/>
              <a:gdLst>
                <a:gd name="csX0" fmla="*/ 3303 w 10545"/>
                <a:gd name="csY0" fmla="*/ 144 h 11940"/>
                <a:gd name="csX1" fmla="*/ 10541 w 10545"/>
                <a:gd name="csY1" fmla="*/ 3274 h 11940"/>
                <a:gd name="csX2" fmla="*/ 6668 w 10545"/>
                <a:gd name="csY2" fmla="*/ 11929 h 11940"/>
                <a:gd name="csX3" fmla="*/ 254 w 10545"/>
                <a:gd name="csY3" fmla="*/ 8037 h 11940"/>
                <a:gd name="csX4" fmla="*/ 3429 w 10545"/>
                <a:gd name="csY4" fmla="*/ 144 h 11940"/>
                <a:gd name="csX5" fmla="*/ 3303 w 10545"/>
                <a:gd name="csY5" fmla="*/ 144 h 1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5" h="11940">
                  <a:moveTo>
                    <a:pt x="3303" y="144"/>
                  </a:moveTo>
                  <a:cubicBezTo>
                    <a:pt x="4382" y="359"/>
                    <a:pt x="10732" y="-1374"/>
                    <a:pt x="10541" y="3274"/>
                  </a:cubicBezTo>
                  <a:cubicBezTo>
                    <a:pt x="10033" y="5439"/>
                    <a:pt x="11494" y="12253"/>
                    <a:pt x="6668" y="11929"/>
                  </a:cubicBezTo>
                  <a:cubicBezTo>
                    <a:pt x="5778" y="11605"/>
                    <a:pt x="381" y="12577"/>
                    <a:pt x="254" y="8037"/>
                  </a:cubicBezTo>
                  <a:cubicBezTo>
                    <a:pt x="254" y="8037"/>
                    <a:pt x="-1334" y="359"/>
                    <a:pt x="3429" y="144"/>
                  </a:cubicBezTo>
                  <a:lnTo>
                    <a:pt x="3303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11C6A56C-C16D-7E23-4F4C-42D19CD39C7D}"/>
                </a:ext>
              </a:extLst>
            </p:cNvPr>
            <p:cNvSpPr/>
            <p:nvPr/>
          </p:nvSpPr>
          <p:spPr>
            <a:xfrm>
              <a:off x="10112095" y="4690442"/>
              <a:ext cx="14567" cy="10972"/>
            </a:xfrm>
            <a:custGeom>
              <a:avLst/>
              <a:gdLst>
                <a:gd name="csX0" fmla="*/ 4506 w 16800"/>
                <a:gd name="csY0" fmla="*/ 512 h 12654"/>
                <a:gd name="csX1" fmla="*/ 316 w 16800"/>
                <a:gd name="csY1" fmla="*/ 6455 h 12654"/>
                <a:gd name="csX2" fmla="*/ 6157 w 16800"/>
                <a:gd name="csY2" fmla="*/ 12297 h 12654"/>
                <a:gd name="csX3" fmla="*/ 15682 w 16800"/>
                <a:gd name="csY3" fmla="*/ 4836 h 12654"/>
                <a:gd name="csX4" fmla="*/ 4506 w 16800"/>
                <a:gd name="csY4" fmla="*/ 512 h 12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800" h="12654">
                  <a:moveTo>
                    <a:pt x="4506" y="512"/>
                  </a:moveTo>
                  <a:cubicBezTo>
                    <a:pt x="3999" y="1051"/>
                    <a:pt x="-1335" y="2455"/>
                    <a:pt x="316" y="6455"/>
                  </a:cubicBezTo>
                  <a:cubicBezTo>
                    <a:pt x="1078" y="7649"/>
                    <a:pt x="1840" y="14247"/>
                    <a:pt x="6157" y="12297"/>
                  </a:cubicBezTo>
                  <a:cubicBezTo>
                    <a:pt x="10730" y="9700"/>
                    <a:pt x="20001" y="7865"/>
                    <a:pt x="15682" y="4836"/>
                  </a:cubicBezTo>
                  <a:cubicBezTo>
                    <a:pt x="15682" y="4836"/>
                    <a:pt x="8952" y="-1870"/>
                    <a:pt x="4506" y="5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96178DC3-A732-BC69-F0DC-42CEA871AEA7}"/>
                </a:ext>
              </a:extLst>
            </p:cNvPr>
            <p:cNvSpPr/>
            <p:nvPr/>
          </p:nvSpPr>
          <p:spPr>
            <a:xfrm>
              <a:off x="10157469" y="4677589"/>
              <a:ext cx="12424" cy="9301"/>
            </a:xfrm>
            <a:custGeom>
              <a:avLst/>
              <a:gdLst>
                <a:gd name="csX0" fmla="*/ 4692 w 14328"/>
                <a:gd name="csY0" fmla="*/ 10032 h 10726"/>
                <a:gd name="csX1" fmla="*/ 13011 w 14328"/>
                <a:gd name="csY1" fmla="*/ 1167 h 10726"/>
                <a:gd name="csX2" fmla="*/ 4692 w 14328"/>
                <a:gd name="csY2" fmla="*/ 10032 h 10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8" h="10726">
                  <a:moveTo>
                    <a:pt x="4692" y="10032"/>
                  </a:moveTo>
                  <a:cubicBezTo>
                    <a:pt x="8629" y="13492"/>
                    <a:pt x="17710" y="3002"/>
                    <a:pt x="13011" y="1167"/>
                  </a:cubicBezTo>
                  <a:cubicBezTo>
                    <a:pt x="-11310" y="-4675"/>
                    <a:pt x="6216" y="13492"/>
                    <a:pt x="4692" y="100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3D81ED5D-FA0B-B23C-B3BB-8294C3837B96}"/>
                </a:ext>
              </a:extLst>
            </p:cNvPr>
            <p:cNvSpPr/>
            <p:nvPr/>
          </p:nvSpPr>
          <p:spPr>
            <a:xfrm>
              <a:off x="10079059" y="4672317"/>
              <a:ext cx="10489" cy="9352"/>
            </a:xfrm>
            <a:custGeom>
              <a:avLst/>
              <a:gdLst>
                <a:gd name="csX0" fmla="*/ 4443 w 12097"/>
                <a:gd name="csY0" fmla="*/ 973 h 10785"/>
                <a:gd name="csX1" fmla="*/ 1268 w 12097"/>
                <a:gd name="csY1" fmla="*/ 8003 h 10785"/>
                <a:gd name="csX2" fmla="*/ 9395 w 12097"/>
                <a:gd name="csY2" fmla="*/ 9413 h 10785"/>
                <a:gd name="csX3" fmla="*/ 10729 w 12097"/>
                <a:gd name="csY3" fmla="*/ 2059 h 10785"/>
                <a:gd name="csX4" fmla="*/ 4315 w 12097"/>
                <a:gd name="csY4" fmla="*/ 973 h 10785"/>
                <a:gd name="csX5" fmla="*/ 4443 w 12097"/>
                <a:gd name="csY5" fmla="*/ 973 h 10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7" h="10785">
                  <a:moveTo>
                    <a:pt x="4443" y="973"/>
                  </a:moveTo>
                  <a:cubicBezTo>
                    <a:pt x="3553" y="2059"/>
                    <a:pt x="-2607" y="5406"/>
                    <a:pt x="1268" y="8003"/>
                  </a:cubicBezTo>
                  <a:cubicBezTo>
                    <a:pt x="2601" y="8543"/>
                    <a:pt x="6728" y="12975"/>
                    <a:pt x="9395" y="9413"/>
                  </a:cubicBezTo>
                  <a:cubicBezTo>
                    <a:pt x="9840" y="8543"/>
                    <a:pt x="14285" y="4974"/>
                    <a:pt x="10729" y="2059"/>
                  </a:cubicBezTo>
                  <a:cubicBezTo>
                    <a:pt x="10729" y="2059"/>
                    <a:pt x="7490" y="-1732"/>
                    <a:pt x="4315" y="973"/>
                  </a:cubicBezTo>
                  <a:lnTo>
                    <a:pt x="4443" y="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468A8BEC-E674-BC71-829B-F0E5FA693D06}"/>
                </a:ext>
              </a:extLst>
            </p:cNvPr>
            <p:cNvSpPr/>
            <p:nvPr/>
          </p:nvSpPr>
          <p:spPr>
            <a:xfrm>
              <a:off x="10062465" y="4767029"/>
              <a:ext cx="7099" cy="6659"/>
            </a:xfrm>
            <a:custGeom>
              <a:avLst/>
              <a:gdLst>
                <a:gd name="csX0" fmla="*/ 6371 w 8187"/>
                <a:gd name="csY0" fmla="*/ 6045 h 7680"/>
                <a:gd name="csX1" fmla="*/ 212 w 8187"/>
                <a:gd name="csY1" fmla="*/ 6045 h 7680"/>
                <a:gd name="csX2" fmla="*/ 6371 w 8187"/>
                <a:gd name="csY2" fmla="*/ 6045 h 7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87" h="7680">
                  <a:moveTo>
                    <a:pt x="6371" y="6045"/>
                  </a:moveTo>
                  <a:cubicBezTo>
                    <a:pt x="5736" y="6261"/>
                    <a:pt x="2561" y="9614"/>
                    <a:pt x="212" y="6045"/>
                  </a:cubicBezTo>
                  <a:cubicBezTo>
                    <a:pt x="-1947" y="-4769"/>
                    <a:pt x="13293" y="1289"/>
                    <a:pt x="6371" y="6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5E921C2E-8A7E-F090-29CC-AD69EE5414CA}"/>
                </a:ext>
              </a:extLst>
            </p:cNvPr>
            <p:cNvSpPr/>
            <p:nvPr/>
          </p:nvSpPr>
          <p:spPr>
            <a:xfrm>
              <a:off x="10054190" y="4755273"/>
              <a:ext cx="7492" cy="8703"/>
            </a:xfrm>
            <a:custGeom>
              <a:avLst/>
              <a:gdLst>
                <a:gd name="csX0" fmla="*/ 7342 w 8640"/>
                <a:gd name="csY0" fmla="*/ 1004 h 10037"/>
                <a:gd name="csX1" fmla="*/ 7342 w 8640"/>
                <a:gd name="csY1" fmla="*/ 8688 h 10037"/>
                <a:gd name="csX2" fmla="*/ 1056 w 8640"/>
                <a:gd name="csY2" fmla="*/ 7386 h 10037"/>
                <a:gd name="csX3" fmla="*/ 992 w 8640"/>
                <a:gd name="csY3" fmla="*/ 2738 h 10037"/>
                <a:gd name="csX4" fmla="*/ 7215 w 8640"/>
                <a:gd name="csY4" fmla="*/ 1004 h 10037"/>
                <a:gd name="csX5" fmla="*/ 7342 w 8640"/>
                <a:gd name="csY5" fmla="*/ 1004 h 1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40" h="10037">
                  <a:moveTo>
                    <a:pt x="7342" y="1004"/>
                  </a:moveTo>
                  <a:cubicBezTo>
                    <a:pt x="10263" y="6522"/>
                    <a:pt x="7342" y="9228"/>
                    <a:pt x="7342" y="8688"/>
                  </a:cubicBezTo>
                  <a:cubicBezTo>
                    <a:pt x="5183" y="12472"/>
                    <a:pt x="548" y="7062"/>
                    <a:pt x="1056" y="7386"/>
                  </a:cubicBezTo>
                  <a:cubicBezTo>
                    <a:pt x="-341" y="6091"/>
                    <a:pt x="-341" y="4033"/>
                    <a:pt x="992" y="2738"/>
                  </a:cubicBezTo>
                  <a:cubicBezTo>
                    <a:pt x="1500" y="2414"/>
                    <a:pt x="4104" y="-1911"/>
                    <a:pt x="7215" y="1004"/>
                  </a:cubicBezTo>
                  <a:lnTo>
                    <a:pt x="7342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7C8173C-1317-31B2-7FBE-C42831D38F88}"/>
                </a:ext>
              </a:extLst>
            </p:cNvPr>
            <p:cNvSpPr/>
            <p:nvPr/>
          </p:nvSpPr>
          <p:spPr>
            <a:xfrm>
              <a:off x="10045031" y="4742158"/>
              <a:ext cx="6903" cy="8772"/>
            </a:xfrm>
            <a:custGeom>
              <a:avLst/>
              <a:gdLst>
                <a:gd name="csX0" fmla="*/ 5711 w 7961"/>
                <a:gd name="csY0" fmla="*/ 1099 h 10117"/>
                <a:gd name="csX1" fmla="*/ 6855 w 7961"/>
                <a:gd name="csY1" fmla="*/ 6941 h 10117"/>
                <a:gd name="csX2" fmla="*/ 6029 w 7961"/>
                <a:gd name="csY2" fmla="*/ 7804 h 10117"/>
                <a:gd name="csX3" fmla="*/ 5711 w 7961"/>
                <a:gd name="csY3" fmla="*/ 1099 h 10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61" h="10117">
                  <a:moveTo>
                    <a:pt x="5711" y="1099"/>
                  </a:moveTo>
                  <a:cubicBezTo>
                    <a:pt x="6029" y="1638"/>
                    <a:pt x="9776" y="4020"/>
                    <a:pt x="6855" y="6941"/>
                  </a:cubicBezTo>
                  <a:lnTo>
                    <a:pt x="6029" y="7804"/>
                  </a:lnTo>
                  <a:cubicBezTo>
                    <a:pt x="-3305" y="17107"/>
                    <a:pt x="-511" y="-5061"/>
                    <a:pt x="5711" y="10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1CF83910-59A9-D188-B1F4-F42804173D08}"/>
                </a:ext>
              </a:extLst>
            </p:cNvPr>
            <p:cNvSpPr/>
            <p:nvPr/>
          </p:nvSpPr>
          <p:spPr>
            <a:xfrm>
              <a:off x="10030432" y="4713361"/>
              <a:ext cx="7990" cy="8709"/>
            </a:xfrm>
            <a:custGeom>
              <a:avLst/>
              <a:gdLst>
                <a:gd name="csX0" fmla="*/ 6611 w 9215"/>
                <a:gd name="csY0" fmla="*/ 1004 h 10044"/>
                <a:gd name="csX1" fmla="*/ 8262 w 9215"/>
                <a:gd name="csY1" fmla="*/ 2845 h 10044"/>
                <a:gd name="csX2" fmla="*/ 8579 w 9215"/>
                <a:gd name="csY2" fmla="*/ 8249 h 10044"/>
                <a:gd name="csX3" fmla="*/ 578 w 9215"/>
                <a:gd name="csY3" fmla="*/ 4141 h 10044"/>
                <a:gd name="csX4" fmla="*/ 6738 w 9215"/>
                <a:gd name="csY4" fmla="*/ 1004 h 10044"/>
                <a:gd name="csX5" fmla="*/ 6611 w 9215"/>
                <a:gd name="csY5" fmla="*/ 1004 h 1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15" h="10044">
                  <a:moveTo>
                    <a:pt x="6611" y="1004"/>
                  </a:moveTo>
                  <a:lnTo>
                    <a:pt x="8262" y="2845"/>
                  </a:lnTo>
                  <a:cubicBezTo>
                    <a:pt x="9405" y="4249"/>
                    <a:pt x="9532" y="6630"/>
                    <a:pt x="8579" y="8249"/>
                  </a:cubicBezTo>
                  <a:cubicBezTo>
                    <a:pt x="2293" y="13113"/>
                    <a:pt x="-1517" y="6846"/>
                    <a:pt x="578" y="4141"/>
                  </a:cubicBezTo>
                  <a:cubicBezTo>
                    <a:pt x="578" y="4141"/>
                    <a:pt x="3690" y="-2457"/>
                    <a:pt x="6738" y="1004"/>
                  </a:cubicBezTo>
                  <a:lnTo>
                    <a:pt x="6611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674A3A10-A796-C616-52AC-CC547C5E2F6D}"/>
                </a:ext>
              </a:extLst>
            </p:cNvPr>
            <p:cNvSpPr/>
            <p:nvPr/>
          </p:nvSpPr>
          <p:spPr>
            <a:xfrm>
              <a:off x="10003244" y="4697088"/>
              <a:ext cx="7481" cy="8265"/>
            </a:xfrm>
            <a:custGeom>
              <a:avLst/>
              <a:gdLst>
                <a:gd name="csX0" fmla="*/ 8502 w 8628"/>
                <a:gd name="csY0" fmla="*/ 3007 h 9532"/>
                <a:gd name="csX1" fmla="*/ 8502 w 8628"/>
                <a:gd name="csY1" fmla="*/ 7122 h 9532"/>
                <a:gd name="csX2" fmla="*/ 3231 w 8628"/>
                <a:gd name="csY2" fmla="*/ 8741 h 9532"/>
                <a:gd name="csX3" fmla="*/ 56 w 8628"/>
                <a:gd name="csY3" fmla="*/ 4201 h 9532"/>
                <a:gd name="csX4" fmla="*/ 3422 w 8628"/>
                <a:gd name="csY4" fmla="*/ 308 h 9532"/>
                <a:gd name="csX5" fmla="*/ 8628 w 8628"/>
                <a:gd name="csY5" fmla="*/ 2899 h 9532"/>
                <a:gd name="csX6" fmla="*/ 8502 w 8628"/>
                <a:gd name="csY6" fmla="*/ 3007 h 9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28" h="9532">
                  <a:moveTo>
                    <a:pt x="8502" y="3007"/>
                  </a:moveTo>
                  <a:lnTo>
                    <a:pt x="8502" y="7122"/>
                  </a:lnTo>
                  <a:cubicBezTo>
                    <a:pt x="8755" y="11338"/>
                    <a:pt x="2660" y="8741"/>
                    <a:pt x="3231" y="8741"/>
                  </a:cubicBezTo>
                  <a:cubicBezTo>
                    <a:pt x="-8" y="7769"/>
                    <a:pt x="-135" y="3661"/>
                    <a:pt x="56" y="4201"/>
                  </a:cubicBezTo>
                  <a:cubicBezTo>
                    <a:pt x="56" y="2359"/>
                    <a:pt x="1580" y="632"/>
                    <a:pt x="3422" y="308"/>
                  </a:cubicBezTo>
                  <a:cubicBezTo>
                    <a:pt x="3993" y="308"/>
                    <a:pt x="8502" y="-1318"/>
                    <a:pt x="8628" y="2899"/>
                  </a:cubicBezTo>
                  <a:lnTo>
                    <a:pt x="8502" y="3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A31A91B9-8F50-8FE2-1893-1AE58E014E40}"/>
                </a:ext>
              </a:extLst>
            </p:cNvPr>
            <p:cNvSpPr/>
            <p:nvPr/>
          </p:nvSpPr>
          <p:spPr>
            <a:xfrm>
              <a:off x="9987233" y="4699752"/>
              <a:ext cx="9212" cy="8121"/>
            </a:xfrm>
            <a:custGeom>
              <a:avLst/>
              <a:gdLst>
                <a:gd name="csX0" fmla="*/ 4678 w 10624"/>
                <a:gd name="csY0" fmla="*/ 157 h 9366"/>
                <a:gd name="csX1" fmla="*/ 9694 w 10624"/>
                <a:gd name="csY1" fmla="*/ 6533 h 9366"/>
                <a:gd name="csX2" fmla="*/ 2837 w 10624"/>
                <a:gd name="csY2" fmla="*/ 8482 h 9366"/>
                <a:gd name="csX3" fmla="*/ 360 w 10624"/>
                <a:gd name="csY3" fmla="*/ 2316 h 9366"/>
                <a:gd name="csX4" fmla="*/ 4678 w 10624"/>
                <a:gd name="csY4" fmla="*/ 157 h 9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24" h="9366">
                  <a:moveTo>
                    <a:pt x="4678" y="157"/>
                  </a:moveTo>
                  <a:cubicBezTo>
                    <a:pt x="6075" y="1344"/>
                    <a:pt x="13124" y="3180"/>
                    <a:pt x="9694" y="6533"/>
                  </a:cubicBezTo>
                  <a:cubicBezTo>
                    <a:pt x="8996" y="6856"/>
                    <a:pt x="6075" y="11187"/>
                    <a:pt x="2837" y="8482"/>
                  </a:cubicBezTo>
                  <a:cubicBezTo>
                    <a:pt x="-402" y="3942"/>
                    <a:pt x="-275" y="4266"/>
                    <a:pt x="360" y="2316"/>
                  </a:cubicBezTo>
                  <a:cubicBezTo>
                    <a:pt x="360" y="2316"/>
                    <a:pt x="2964" y="-713"/>
                    <a:pt x="4678" y="15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903E8DCD-52C4-DFF2-062A-EB018B6FBE22}"/>
                </a:ext>
              </a:extLst>
            </p:cNvPr>
            <p:cNvSpPr/>
            <p:nvPr/>
          </p:nvSpPr>
          <p:spPr>
            <a:xfrm>
              <a:off x="9748005" y="6277971"/>
              <a:ext cx="10823" cy="21749"/>
            </a:xfrm>
            <a:custGeom>
              <a:avLst/>
              <a:gdLst>
                <a:gd name="csX0" fmla="*/ 1744 w 12482"/>
                <a:gd name="csY0" fmla="*/ 2270 h 25082"/>
                <a:gd name="csX1" fmla="*/ 29 w 12482"/>
                <a:gd name="csY1" fmla="*/ 22056 h 25082"/>
                <a:gd name="csX2" fmla="*/ 8158 w 12482"/>
                <a:gd name="csY2" fmla="*/ 2162 h 25082"/>
                <a:gd name="csX3" fmla="*/ 1744 w 12482"/>
                <a:gd name="csY3" fmla="*/ 2162 h 25082"/>
                <a:gd name="csX4" fmla="*/ 1744 w 12482"/>
                <a:gd name="csY4" fmla="*/ 2270 h 25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82" h="25082">
                  <a:moveTo>
                    <a:pt x="1744" y="2270"/>
                  </a:moveTo>
                  <a:lnTo>
                    <a:pt x="29" y="22056"/>
                  </a:lnTo>
                  <a:cubicBezTo>
                    <a:pt x="-923" y="33302"/>
                    <a:pt x="21683" y="10163"/>
                    <a:pt x="8158" y="2162"/>
                  </a:cubicBezTo>
                  <a:cubicBezTo>
                    <a:pt x="8158" y="2162"/>
                    <a:pt x="2188" y="-2702"/>
                    <a:pt x="1744" y="2162"/>
                  </a:cubicBezTo>
                  <a:lnTo>
                    <a:pt x="1744" y="22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39ED7A3A-52E1-BB08-A32E-02E76EF4EE57}"/>
                </a:ext>
              </a:extLst>
            </p:cNvPr>
            <p:cNvSpPr/>
            <p:nvPr/>
          </p:nvSpPr>
          <p:spPr>
            <a:xfrm>
              <a:off x="9882204" y="6307844"/>
              <a:ext cx="16147" cy="8692"/>
            </a:xfrm>
            <a:custGeom>
              <a:avLst/>
              <a:gdLst>
                <a:gd name="csX0" fmla="*/ 138 w 18622"/>
                <a:gd name="csY0" fmla="*/ 6102 h 10024"/>
                <a:gd name="csX1" fmla="*/ 18553 w 18622"/>
                <a:gd name="csY1" fmla="*/ 8585 h 10024"/>
                <a:gd name="csX2" fmla="*/ 10234 w 18622"/>
                <a:gd name="csY2" fmla="*/ 152 h 10024"/>
                <a:gd name="csX3" fmla="*/ 138 w 18622"/>
                <a:gd name="csY3" fmla="*/ 6102 h 1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622" h="10024">
                  <a:moveTo>
                    <a:pt x="138" y="6102"/>
                  </a:moveTo>
                  <a:cubicBezTo>
                    <a:pt x="1471" y="10211"/>
                    <a:pt x="17346" y="11182"/>
                    <a:pt x="18553" y="8585"/>
                  </a:cubicBezTo>
                  <a:cubicBezTo>
                    <a:pt x="19315" y="1340"/>
                    <a:pt x="13600" y="-604"/>
                    <a:pt x="10234" y="152"/>
                  </a:cubicBezTo>
                  <a:cubicBezTo>
                    <a:pt x="10234" y="152"/>
                    <a:pt x="-1386" y="1232"/>
                    <a:pt x="138" y="61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A066A35E-0202-2A15-F961-6BBE451695F6}"/>
                </a:ext>
              </a:extLst>
            </p:cNvPr>
            <p:cNvSpPr/>
            <p:nvPr/>
          </p:nvSpPr>
          <p:spPr>
            <a:xfrm>
              <a:off x="9875457" y="6281683"/>
              <a:ext cx="15964" cy="20013"/>
            </a:xfrm>
            <a:custGeom>
              <a:avLst/>
              <a:gdLst>
                <a:gd name="csX0" fmla="*/ 13762 w 18411"/>
                <a:gd name="csY0" fmla="*/ 23078 h 23080"/>
                <a:gd name="csX1" fmla="*/ 17127 w 18411"/>
                <a:gd name="csY1" fmla="*/ 22322 h 23080"/>
                <a:gd name="csX2" fmla="*/ 7729 w 18411"/>
                <a:gd name="csY2" fmla="*/ 1125 h 23080"/>
                <a:gd name="csX3" fmla="*/ 554 w 18411"/>
                <a:gd name="csY3" fmla="*/ 6644 h 23080"/>
                <a:gd name="csX4" fmla="*/ 2713 w 18411"/>
                <a:gd name="csY4" fmla="*/ 12371 h 23080"/>
                <a:gd name="csX5" fmla="*/ 7285 w 18411"/>
                <a:gd name="csY5" fmla="*/ 17458 h 23080"/>
                <a:gd name="csX6" fmla="*/ 13889 w 18411"/>
                <a:gd name="csY6" fmla="*/ 22969 h 23080"/>
                <a:gd name="csX7" fmla="*/ 13762 w 18411"/>
                <a:gd name="csY7" fmla="*/ 23078 h 23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411" h="23080">
                  <a:moveTo>
                    <a:pt x="13762" y="23078"/>
                  </a:moveTo>
                  <a:lnTo>
                    <a:pt x="17127" y="22322"/>
                  </a:lnTo>
                  <a:cubicBezTo>
                    <a:pt x="22906" y="21134"/>
                    <a:pt x="7285" y="478"/>
                    <a:pt x="7729" y="1125"/>
                  </a:cubicBezTo>
                  <a:cubicBezTo>
                    <a:pt x="4936" y="-3415"/>
                    <a:pt x="46" y="7291"/>
                    <a:pt x="554" y="6644"/>
                  </a:cubicBezTo>
                  <a:cubicBezTo>
                    <a:pt x="-1605" y="10212"/>
                    <a:pt x="3285" y="13019"/>
                    <a:pt x="2713" y="12371"/>
                  </a:cubicBezTo>
                  <a:cubicBezTo>
                    <a:pt x="4364" y="13451"/>
                    <a:pt x="6396" y="15724"/>
                    <a:pt x="7285" y="17458"/>
                  </a:cubicBezTo>
                  <a:cubicBezTo>
                    <a:pt x="7920" y="18213"/>
                    <a:pt x="9444" y="23941"/>
                    <a:pt x="13889" y="22969"/>
                  </a:cubicBezTo>
                  <a:lnTo>
                    <a:pt x="13762" y="230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AE7D6FEA-7F44-C50A-73F8-8D5B6A61AE43}"/>
                </a:ext>
              </a:extLst>
            </p:cNvPr>
            <p:cNvSpPr/>
            <p:nvPr/>
          </p:nvSpPr>
          <p:spPr>
            <a:xfrm>
              <a:off x="9774078" y="6324020"/>
              <a:ext cx="119601" cy="120855"/>
            </a:xfrm>
            <a:custGeom>
              <a:avLst/>
              <a:gdLst>
                <a:gd name="csX0" fmla="*/ 64448 w 137932"/>
                <a:gd name="csY0" fmla="*/ 21184 h 139378"/>
                <a:gd name="csX1" fmla="*/ 94039 w 137932"/>
                <a:gd name="csY1" fmla="*/ 12421 h 139378"/>
                <a:gd name="csX2" fmla="*/ 114486 w 137932"/>
                <a:gd name="csY2" fmla="*/ 6586 h 139378"/>
                <a:gd name="csX3" fmla="*/ 127249 w 137932"/>
                <a:gd name="csY3" fmla="*/ 3773 h 139378"/>
                <a:gd name="csX4" fmla="*/ 136203 w 137932"/>
                <a:gd name="csY4" fmla="*/ 15234 h 139378"/>
                <a:gd name="csX5" fmla="*/ 137854 w 137932"/>
                <a:gd name="csY5" fmla="*/ 69844 h 139378"/>
                <a:gd name="csX6" fmla="*/ 135377 w 137932"/>
                <a:gd name="csY6" fmla="*/ 76766 h 139378"/>
                <a:gd name="csX7" fmla="*/ 130805 w 137932"/>
                <a:gd name="csY7" fmla="*/ 69737 h 139378"/>
                <a:gd name="csX8" fmla="*/ 126931 w 137932"/>
                <a:gd name="csY8" fmla="*/ 68981 h 139378"/>
                <a:gd name="csX9" fmla="*/ 124074 w 137932"/>
                <a:gd name="csY9" fmla="*/ 118180 h 139378"/>
                <a:gd name="csX10" fmla="*/ 118994 w 137932"/>
                <a:gd name="csY10" fmla="*/ 121749 h 139378"/>
                <a:gd name="csX11" fmla="*/ 112200 w 137932"/>
                <a:gd name="csY11" fmla="*/ 115044 h 139378"/>
                <a:gd name="csX12" fmla="*/ 114676 w 137932"/>
                <a:gd name="csY12" fmla="*/ 107798 h 139378"/>
                <a:gd name="csX13" fmla="*/ 106230 w 137932"/>
                <a:gd name="csY13" fmla="*/ 101423 h 139378"/>
                <a:gd name="csX14" fmla="*/ 100516 w 137932"/>
                <a:gd name="csY14" fmla="*/ 130398 h 139378"/>
                <a:gd name="csX15" fmla="*/ 96832 w 137932"/>
                <a:gd name="csY15" fmla="*/ 134189 h 139378"/>
                <a:gd name="csX16" fmla="*/ 93023 w 137932"/>
                <a:gd name="csY16" fmla="*/ 127483 h 139378"/>
                <a:gd name="csX17" fmla="*/ 87054 w 137932"/>
                <a:gd name="csY17" fmla="*/ 125750 h 139378"/>
                <a:gd name="csX18" fmla="*/ 61971 w 137932"/>
                <a:gd name="csY18" fmla="*/ 134513 h 139378"/>
                <a:gd name="csX19" fmla="*/ 54732 w 137932"/>
                <a:gd name="csY19" fmla="*/ 135484 h 139378"/>
                <a:gd name="csX20" fmla="*/ 34793 w 137932"/>
                <a:gd name="csY20" fmla="*/ 110503 h 139378"/>
                <a:gd name="csX21" fmla="*/ 21712 w 137932"/>
                <a:gd name="csY21" fmla="*/ 78931 h 139378"/>
                <a:gd name="csX22" fmla="*/ 31364 w 137932"/>
                <a:gd name="csY22" fmla="*/ 80874 h 139378"/>
                <a:gd name="csX23" fmla="*/ 12949 w 137932"/>
                <a:gd name="csY23" fmla="*/ 51137 h 139378"/>
                <a:gd name="csX24" fmla="*/ 693 w 137932"/>
                <a:gd name="csY24" fmla="*/ 10802 h 139378"/>
                <a:gd name="csX25" fmla="*/ 2662 w 137932"/>
                <a:gd name="csY25" fmla="*/ 3557 h 139378"/>
                <a:gd name="csX26" fmla="*/ 64448 w 137932"/>
                <a:gd name="csY26" fmla="*/ 21184 h 139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7932" h="139378">
                  <a:moveTo>
                    <a:pt x="64448" y="21184"/>
                  </a:moveTo>
                  <a:cubicBezTo>
                    <a:pt x="85911" y="13507"/>
                    <a:pt x="89467" y="11450"/>
                    <a:pt x="94039" y="12421"/>
                  </a:cubicBezTo>
                  <a:cubicBezTo>
                    <a:pt x="112327" y="13507"/>
                    <a:pt x="108072" y="2585"/>
                    <a:pt x="114486" y="6586"/>
                  </a:cubicBezTo>
                  <a:cubicBezTo>
                    <a:pt x="123312" y="8637"/>
                    <a:pt x="122487" y="-336"/>
                    <a:pt x="127249" y="3773"/>
                  </a:cubicBezTo>
                  <a:cubicBezTo>
                    <a:pt x="130488" y="7126"/>
                    <a:pt x="136330" y="9507"/>
                    <a:pt x="136203" y="15234"/>
                  </a:cubicBezTo>
                  <a:cubicBezTo>
                    <a:pt x="135567" y="71572"/>
                    <a:pt x="137980" y="70492"/>
                    <a:pt x="137854" y="69844"/>
                  </a:cubicBezTo>
                  <a:cubicBezTo>
                    <a:pt x="138489" y="73737"/>
                    <a:pt x="135060" y="77414"/>
                    <a:pt x="135377" y="76766"/>
                  </a:cubicBezTo>
                  <a:cubicBezTo>
                    <a:pt x="131757" y="80551"/>
                    <a:pt x="130488" y="69089"/>
                    <a:pt x="130805" y="69737"/>
                  </a:cubicBezTo>
                  <a:cubicBezTo>
                    <a:pt x="129916" y="65844"/>
                    <a:pt x="126360" y="69197"/>
                    <a:pt x="126931" y="68981"/>
                  </a:cubicBezTo>
                  <a:cubicBezTo>
                    <a:pt x="118804" y="76334"/>
                    <a:pt x="124963" y="124455"/>
                    <a:pt x="124074" y="118180"/>
                  </a:cubicBezTo>
                  <a:cubicBezTo>
                    <a:pt x="124074" y="122613"/>
                    <a:pt x="118359" y="121857"/>
                    <a:pt x="118994" y="121749"/>
                  </a:cubicBezTo>
                  <a:cubicBezTo>
                    <a:pt x="114549" y="121642"/>
                    <a:pt x="111628" y="114396"/>
                    <a:pt x="112200" y="115044"/>
                  </a:cubicBezTo>
                  <a:cubicBezTo>
                    <a:pt x="109723" y="110396"/>
                    <a:pt x="117597" y="112237"/>
                    <a:pt x="114676" y="107798"/>
                  </a:cubicBezTo>
                  <a:cubicBezTo>
                    <a:pt x="112200" y="105208"/>
                    <a:pt x="108961" y="96660"/>
                    <a:pt x="106230" y="101423"/>
                  </a:cubicBezTo>
                  <a:cubicBezTo>
                    <a:pt x="100389" y="114288"/>
                    <a:pt x="100516" y="132239"/>
                    <a:pt x="100516" y="130398"/>
                  </a:cubicBezTo>
                  <a:cubicBezTo>
                    <a:pt x="101151" y="134513"/>
                    <a:pt x="96261" y="134405"/>
                    <a:pt x="96832" y="134189"/>
                  </a:cubicBezTo>
                  <a:cubicBezTo>
                    <a:pt x="92515" y="134297"/>
                    <a:pt x="92832" y="126728"/>
                    <a:pt x="93023" y="127483"/>
                  </a:cubicBezTo>
                  <a:cubicBezTo>
                    <a:pt x="92705" y="122613"/>
                    <a:pt x="88069" y="120993"/>
                    <a:pt x="87054" y="125750"/>
                  </a:cubicBezTo>
                  <a:cubicBezTo>
                    <a:pt x="78417" y="151810"/>
                    <a:pt x="80577" y="132023"/>
                    <a:pt x="61971" y="134513"/>
                  </a:cubicBezTo>
                  <a:lnTo>
                    <a:pt x="54732" y="135484"/>
                  </a:lnTo>
                  <a:cubicBezTo>
                    <a:pt x="47874" y="136456"/>
                    <a:pt x="41524" y="112885"/>
                    <a:pt x="34793" y="110503"/>
                  </a:cubicBezTo>
                  <a:cubicBezTo>
                    <a:pt x="27237" y="105639"/>
                    <a:pt x="21394" y="78277"/>
                    <a:pt x="21712" y="78931"/>
                  </a:cubicBezTo>
                  <a:cubicBezTo>
                    <a:pt x="19426" y="71032"/>
                    <a:pt x="31364" y="88444"/>
                    <a:pt x="31364" y="80874"/>
                  </a:cubicBezTo>
                  <a:cubicBezTo>
                    <a:pt x="29840" y="69628"/>
                    <a:pt x="12505" y="50490"/>
                    <a:pt x="12949" y="51137"/>
                  </a:cubicBezTo>
                  <a:cubicBezTo>
                    <a:pt x="11235" y="48864"/>
                    <a:pt x="-3307" y="16422"/>
                    <a:pt x="693" y="10802"/>
                  </a:cubicBezTo>
                  <a:cubicBezTo>
                    <a:pt x="948" y="10155"/>
                    <a:pt x="3170" y="7665"/>
                    <a:pt x="2662" y="3557"/>
                  </a:cubicBezTo>
                  <a:cubicBezTo>
                    <a:pt x="5392" y="-11042"/>
                    <a:pt x="56002" y="24213"/>
                    <a:pt x="64448" y="2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6BCCB27E-6C25-6E90-2F14-4739C5C3E072}"/>
                </a:ext>
              </a:extLst>
            </p:cNvPr>
            <p:cNvSpPr/>
            <p:nvPr/>
          </p:nvSpPr>
          <p:spPr>
            <a:xfrm>
              <a:off x="9776760" y="6309913"/>
              <a:ext cx="8372" cy="6603"/>
            </a:xfrm>
            <a:custGeom>
              <a:avLst/>
              <a:gdLst>
                <a:gd name="csX0" fmla="*/ 966 w 9655"/>
                <a:gd name="csY0" fmla="*/ 6415 h 7615"/>
                <a:gd name="csX1" fmla="*/ 8141 w 9655"/>
                <a:gd name="csY1" fmla="*/ 6199 h 7615"/>
                <a:gd name="csX2" fmla="*/ 8967 w 9655"/>
                <a:gd name="csY2" fmla="*/ 1766 h 7615"/>
                <a:gd name="csX3" fmla="*/ 966 w 9655"/>
                <a:gd name="csY3" fmla="*/ 6415 h 76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655" h="7615">
                  <a:moveTo>
                    <a:pt x="966" y="6415"/>
                  </a:moveTo>
                  <a:cubicBezTo>
                    <a:pt x="3887" y="9335"/>
                    <a:pt x="8776" y="5983"/>
                    <a:pt x="8141" y="6199"/>
                  </a:cubicBezTo>
                  <a:cubicBezTo>
                    <a:pt x="9729" y="5335"/>
                    <a:pt x="10174" y="3284"/>
                    <a:pt x="8967" y="1766"/>
                  </a:cubicBezTo>
                  <a:cubicBezTo>
                    <a:pt x="2046" y="-3206"/>
                    <a:pt x="-1955" y="3608"/>
                    <a:pt x="966" y="64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47717E00-188C-0C12-9257-EFCA1033C960}"/>
                </a:ext>
              </a:extLst>
            </p:cNvPr>
            <p:cNvSpPr/>
            <p:nvPr/>
          </p:nvSpPr>
          <p:spPr>
            <a:xfrm>
              <a:off x="8741003" y="5266971"/>
              <a:ext cx="1325409" cy="991403"/>
            </a:xfrm>
            <a:custGeom>
              <a:avLst/>
              <a:gdLst>
                <a:gd name="csX0" fmla="*/ 1250969 w 1528551"/>
                <a:gd name="csY0" fmla="*/ 1139458 h 1143353"/>
                <a:gd name="csX1" fmla="*/ 1260749 w 1528551"/>
                <a:gd name="csY1" fmla="*/ 1133076 h 1143353"/>
                <a:gd name="csX2" fmla="*/ 1252938 w 1528551"/>
                <a:gd name="csY2" fmla="*/ 1125075 h 1143353"/>
                <a:gd name="csX3" fmla="*/ 1276624 w 1528551"/>
                <a:gd name="csY3" fmla="*/ 1115347 h 1143353"/>
                <a:gd name="csX4" fmla="*/ 1313136 w 1528551"/>
                <a:gd name="csY4" fmla="*/ 1081711 h 1143353"/>
                <a:gd name="csX5" fmla="*/ 1369651 w 1528551"/>
                <a:gd name="csY5" fmla="*/ 1076199 h 1143353"/>
                <a:gd name="csX6" fmla="*/ 1387050 w 1528551"/>
                <a:gd name="csY6" fmla="*/ 1066896 h 1143353"/>
                <a:gd name="csX7" fmla="*/ 1388256 w 1528551"/>
                <a:gd name="csY7" fmla="*/ 1037699 h 1143353"/>
                <a:gd name="csX8" fmla="*/ 1413467 w 1528551"/>
                <a:gd name="csY8" fmla="*/ 951733 h 1143353"/>
                <a:gd name="csX9" fmla="*/ 1421657 w 1528551"/>
                <a:gd name="csY9" fmla="*/ 944379 h 1143353"/>
                <a:gd name="csX10" fmla="*/ 1439565 w 1528551"/>
                <a:gd name="csY10" fmla="*/ 909664 h 1143353"/>
                <a:gd name="csX11" fmla="*/ 1456519 w 1528551"/>
                <a:gd name="csY11" fmla="*/ 869761 h 1143353"/>
                <a:gd name="csX12" fmla="*/ 1470934 w 1528551"/>
                <a:gd name="csY12" fmla="*/ 863169 h 1143353"/>
                <a:gd name="csX13" fmla="*/ 1486745 w 1528551"/>
                <a:gd name="csY13" fmla="*/ 838081 h 1143353"/>
                <a:gd name="csX14" fmla="*/ 1505033 w 1528551"/>
                <a:gd name="csY14" fmla="*/ 793529 h 1143353"/>
                <a:gd name="csX15" fmla="*/ 1505224 w 1528551"/>
                <a:gd name="csY15" fmla="*/ 768116 h 1143353"/>
                <a:gd name="csX16" fmla="*/ 1525353 w 1528551"/>
                <a:gd name="csY16" fmla="*/ 707340 h 1143353"/>
                <a:gd name="csX17" fmla="*/ 1522877 w 1528551"/>
                <a:gd name="csY17" fmla="*/ 675006 h 1143353"/>
                <a:gd name="csX18" fmla="*/ 1519765 w 1528551"/>
                <a:gd name="csY18" fmla="*/ 641593 h 1143353"/>
                <a:gd name="csX19" fmla="*/ 1512081 w 1528551"/>
                <a:gd name="csY19" fmla="*/ 649701 h 1143353"/>
                <a:gd name="csX20" fmla="*/ 1506430 w 1528551"/>
                <a:gd name="csY20" fmla="*/ 585255 h 1143353"/>
                <a:gd name="csX21" fmla="*/ 1515511 w 1528551"/>
                <a:gd name="csY21" fmla="*/ 555086 h 1143353"/>
                <a:gd name="csX22" fmla="*/ 1513352 w 1528551"/>
                <a:gd name="csY22" fmla="*/ 547079 h 1143353"/>
                <a:gd name="csX23" fmla="*/ 1501922 w 1528551"/>
                <a:gd name="csY23" fmla="*/ 557354 h 1143353"/>
                <a:gd name="csX24" fmla="*/ 1479569 w 1528551"/>
                <a:gd name="csY24" fmla="*/ 540272 h 1143353"/>
                <a:gd name="csX25" fmla="*/ 1469854 w 1528551"/>
                <a:gd name="csY25" fmla="*/ 534538 h 1143353"/>
                <a:gd name="csX26" fmla="*/ 1464901 w 1528551"/>
                <a:gd name="csY26" fmla="*/ 525673 h 1143353"/>
                <a:gd name="csX27" fmla="*/ 1430230 w 1528551"/>
                <a:gd name="csY27" fmla="*/ 495066 h 1143353"/>
                <a:gd name="csX28" fmla="*/ 1418355 w 1528551"/>
                <a:gd name="csY28" fmla="*/ 452572 h 1143353"/>
                <a:gd name="csX29" fmla="*/ 1410354 w 1528551"/>
                <a:gd name="csY29" fmla="*/ 448349 h 1143353"/>
                <a:gd name="csX30" fmla="*/ 1406989 w 1528551"/>
                <a:gd name="csY30" fmla="*/ 452464 h 1143353"/>
                <a:gd name="csX31" fmla="*/ 1389654 w 1528551"/>
                <a:gd name="csY31" fmla="*/ 457868 h 1143353"/>
                <a:gd name="csX32" fmla="*/ 1360190 w 1528551"/>
                <a:gd name="csY32" fmla="*/ 400013 h 1143353"/>
                <a:gd name="csX33" fmla="*/ 1342346 w 1528551"/>
                <a:gd name="csY33" fmla="*/ 383471 h 1143353"/>
                <a:gd name="csX34" fmla="*/ 1347553 w 1528551"/>
                <a:gd name="csY34" fmla="*/ 378709 h 1143353"/>
                <a:gd name="csX35" fmla="*/ 1338790 w 1528551"/>
                <a:gd name="csY35" fmla="*/ 365844 h 1143353"/>
                <a:gd name="csX36" fmla="*/ 1328693 w 1528551"/>
                <a:gd name="csY36" fmla="*/ 365844 h 1143353"/>
                <a:gd name="csX37" fmla="*/ 1323741 w 1528551"/>
                <a:gd name="csY37" fmla="*/ 358382 h 1143353"/>
                <a:gd name="csX38" fmla="*/ 1301769 w 1528551"/>
                <a:gd name="csY38" fmla="*/ 347892 h 1143353"/>
                <a:gd name="csX39" fmla="*/ 1294404 w 1528551"/>
                <a:gd name="csY39" fmla="*/ 334919 h 1143353"/>
                <a:gd name="csX40" fmla="*/ 1256113 w 1528551"/>
                <a:gd name="csY40" fmla="*/ 318911 h 1143353"/>
                <a:gd name="csX41" fmla="*/ 1254906 w 1528551"/>
                <a:gd name="csY41" fmla="*/ 297931 h 1143353"/>
                <a:gd name="csX42" fmla="*/ 1244619 w 1528551"/>
                <a:gd name="csY42" fmla="*/ 292311 h 1143353"/>
                <a:gd name="csX43" fmla="*/ 1243096 w 1528551"/>
                <a:gd name="csY43" fmla="*/ 260516 h 1143353"/>
                <a:gd name="csX44" fmla="*/ 1218330 w 1528551"/>
                <a:gd name="csY44" fmla="*/ 218454 h 1143353"/>
                <a:gd name="csX45" fmla="*/ 1214838 w 1528551"/>
                <a:gd name="csY45" fmla="*/ 165679 h 1143353"/>
                <a:gd name="csX46" fmla="*/ 1193756 w 1528551"/>
                <a:gd name="csY46" fmla="*/ 149353 h 1143353"/>
                <a:gd name="csX47" fmla="*/ 1184549 w 1528551"/>
                <a:gd name="csY47" fmla="*/ 131510 h 1143353"/>
                <a:gd name="csX48" fmla="*/ 1164546 w 1528551"/>
                <a:gd name="csY48" fmla="*/ 146864 h 1143353"/>
                <a:gd name="csX49" fmla="*/ 1159339 w 1528551"/>
                <a:gd name="csY49" fmla="*/ 145893 h 1143353"/>
                <a:gd name="csX50" fmla="*/ 1145242 w 1528551"/>
                <a:gd name="csY50" fmla="*/ 81332 h 1143353"/>
                <a:gd name="csX51" fmla="*/ 1133812 w 1528551"/>
                <a:gd name="csY51" fmla="*/ 59488 h 1143353"/>
                <a:gd name="csX52" fmla="*/ 1135971 w 1528551"/>
                <a:gd name="csY52" fmla="*/ 50515 h 1143353"/>
                <a:gd name="csX53" fmla="*/ 1129557 w 1528551"/>
                <a:gd name="csY53" fmla="*/ 45213 h 1143353"/>
                <a:gd name="csX54" fmla="*/ 1111587 w 1528551"/>
                <a:gd name="csY54" fmla="*/ 337 h 1143353"/>
                <a:gd name="csX55" fmla="*/ 1092981 w 1528551"/>
                <a:gd name="csY55" fmla="*/ 34729 h 1143353"/>
                <a:gd name="csX56" fmla="*/ 1077932 w 1528551"/>
                <a:gd name="csY56" fmla="*/ 66949 h 1143353"/>
                <a:gd name="csX57" fmla="*/ 1085044 w 1528551"/>
                <a:gd name="csY57" fmla="*/ 71604 h 1143353"/>
                <a:gd name="csX58" fmla="*/ 1078567 w 1528551"/>
                <a:gd name="csY58" fmla="*/ 86526 h 1143353"/>
                <a:gd name="csX59" fmla="*/ 1078567 w 1528551"/>
                <a:gd name="csY59" fmla="*/ 97016 h 1143353"/>
                <a:gd name="csX60" fmla="*/ 1072535 w 1528551"/>
                <a:gd name="csY60" fmla="*/ 119940 h 1143353"/>
                <a:gd name="csX61" fmla="*/ 1070693 w 1528551"/>
                <a:gd name="csY61" fmla="*/ 205042 h 1143353"/>
                <a:gd name="csX62" fmla="*/ 1050437 w 1528551"/>
                <a:gd name="csY62" fmla="*/ 257703 h 1143353"/>
                <a:gd name="csX63" fmla="*/ 1024655 w 1528551"/>
                <a:gd name="csY63" fmla="*/ 270143 h 1143353"/>
                <a:gd name="csX64" fmla="*/ 988968 w 1528551"/>
                <a:gd name="csY64" fmla="*/ 257163 h 1143353"/>
                <a:gd name="csX65" fmla="*/ 981603 w 1528551"/>
                <a:gd name="csY65" fmla="*/ 243975 h 1143353"/>
                <a:gd name="csX66" fmla="*/ 948265 w 1528551"/>
                <a:gd name="csY66" fmla="*/ 230671 h 1143353"/>
                <a:gd name="csX67" fmla="*/ 932898 w 1528551"/>
                <a:gd name="csY67" fmla="*/ 216505 h 1143353"/>
                <a:gd name="csX68" fmla="*/ 890670 w 1528551"/>
                <a:gd name="csY68" fmla="*/ 199855 h 1143353"/>
                <a:gd name="csX69" fmla="*/ 883749 w 1528551"/>
                <a:gd name="csY69" fmla="*/ 192285 h 1143353"/>
                <a:gd name="csX70" fmla="*/ 842728 w 1528551"/>
                <a:gd name="csY70" fmla="*/ 158110 h 1143353"/>
                <a:gd name="csX71" fmla="*/ 860572 w 1528551"/>
                <a:gd name="csY71" fmla="*/ 111831 h 1143353"/>
                <a:gd name="csX72" fmla="*/ 864064 w 1528551"/>
                <a:gd name="csY72" fmla="*/ 99715 h 1143353"/>
                <a:gd name="csX73" fmla="*/ 873144 w 1528551"/>
                <a:gd name="csY73" fmla="*/ 94527 h 1143353"/>
                <a:gd name="csX74" fmla="*/ 878796 w 1528551"/>
                <a:gd name="csY74" fmla="*/ 97772 h 1143353"/>
                <a:gd name="csX75" fmla="*/ 888321 w 1528551"/>
                <a:gd name="csY75" fmla="*/ 85225 h 1143353"/>
                <a:gd name="csX76" fmla="*/ 887305 w 1528551"/>
                <a:gd name="csY76" fmla="*/ 78633 h 1143353"/>
                <a:gd name="csX77" fmla="*/ 900830 w 1528551"/>
                <a:gd name="csY77" fmla="*/ 65006 h 1143353"/>
                <a:gd name="csX78" fmla="*/ 898291 w 1528551"/>
                <a:gd name="csY78" fmla="*/ 57437 h 1143353"/>
                <a:gd name="csX79" fmla="*/ 892639 w 1528551"/>
                <a:gd name="csY79" fmla="*/ 58301 h 1143353"/>
                <a:gd name="csX80" fmla="*/ 886226 w 1528551"/>
                <a:gd name="csY80" fmla="*/ 51271 h 1143353"/>
                <a:gd name="csX81" fmla="*/ 876828 w 1528551"/>
                <a:gd name="csY81" fmla="*/ 53544 h 1143353"/>
                <a:gd name="csX82" fmla="*/ 878542 w 1528551"/>
                <a:gd name="csY82" fmla="*/ 62625 h 1143353"/>
                <a:gd name="csX83" fmla="*/ 864953 w 1528551"/>
                <a:gd name="csY83" fmla="*/ 65978 h 1143353"/>
                <a:gd name="csX84" fmla="*/ 859429 w 1528551"/>
                <a:gd name="csY84" fmla="*/ 57437 h 1143353"/>
                <a:gd name="csX85" fmla="*/ 854666 w 1528551"/>
                <a:gd name="csY85" fmla="*/ 54840 h 1143353"/>
                <a:gd name="csX86" fmla="*/ 859175 w 1528551"/>
                <a:gd name="csY86" fmla="*/ 39809 h 1143353"/>
                <a:gd name="csX87" fmla="*/ 832886 w 1528551"/>
                <a:gd name="csY87" fmla="*/ 57437 h 1143353"/>
                <a:gd name="csX88" fmla="*/ 816756 w 1528551"/>
                <a:gd name="csY88" fmla="*/ 49544 h 1143353"/>
                <a:gd name="csX89" fmla="*/ 813264 w 1528551"/>
                <a:gd name="csY89" fmla="*/ 51487 h 1143353"/>
                <a:gd name="csX90" fmla="*/ 788816 w 1528551"/>
                <a:gd name="csY90" fmla="*/ 43270 h 1143353"/>
                <a:gd name="csX91" fmla="*/ 786975 w 1528551"/>
                <a:gd name="csY91" fmla="*/ 39593 h 1143353"/>
                <a:gd name="csX92" fmla="*/ 778212 w 1528551"/>
                <a:gd name="csY92" fmla="*/ 41428 h 1143353"/>
                <a:gd name="csX93" fmla="*/ 756495 w 1528551"/>
                <a:gd name="csY93" fmla="*/ 27808 h 1143353"/>
                <a:gd name="csX94" fmla="*/ 747288 w 1528551"/>
                <a:gd name="csY94" fmla="*/ 27376 h 1143353"/>
                <a:gd name="csX95" fmla="*/ 738080 w 1528551"/>
                <a:gd name="csY95" fmla="*/ 17641 h 1143353"/>
                <a:gd name="csX96" fmla="*/ 713696 w 1528551"/>
                <a:gd name="csY96" fmla="*/ 17426 h 1143353"/>
                <a:gd name="csX97" fmla="*/ 721951 w 1528551"/>
                <a:gd name="csY97" fmla="*/ 31160 h 1143353"/>
                <a:gd name="csX98" fmla="*/ 732238 w 1528551"/>
                <a:gd name="csY98" fmla="*/ 33104 h 1143353"/>
                <a:gd name="csX99" fmla="*/ 738270 w 1528551"/>
                <a:gd name="csY99" fmla="*/ 52897 h 1143353"/>
                <a:gd name="csX100" fmla="*/ 678644 w 1528551"/>
                <a:gd name="csY100" fmla="*/ 60898 h 1143353"/>
                <a:gd name="csX101" fmla="*/ 661245 w 1528551"/>
                <a:gd name="csY101" fmla="*/ 69978 h 1143353"/>
                <a:gd name="csX102" fmla="*/ 648545 w 1528551"/>
                <a:gd name="csY102" fmla="*/ 85987 h 1143353"/>
                <a:gd name="csX103" fmla="*/ 652545 w 1528551"/>
                <a:gd name="csY103" fmla="*/ 99823 h 1143353"/>
                <a:gd name="csX104" fmla="*/ 639020 w 1528551"/>
                <a:gd name="csY104" fmla="*/ 106960 h 1143353"/>
                <a:gd name="csX105" fmla="*/ 631464 w 1528551"/>
                <a:gd name="csY105" fmla="*/ 124912 h 1143353"/>
                <a:gd name="csX106" fmla="*/ 619144 w 1528551"/>
                <a:gd name="csY106" fmla="*/ 140374 h 1143353"/>
                <a:gd name="csX107" fmla="*/ 625749 w 1528551"/>
                <a:gd name="csY107" fmla="*/ 148166 h 1143353"/>
                <a:gd name="csX108" fmla="*/ 629749 w 1528551"/>
                <a:gd name="csY108" fmla="*/ 160275 h 1143353"/>
                <a:gd name="csX109" fmla="*/ 582505 w 1528551"/>
                <a:gd name="csY109" fmla="*/ 159951 h 1143353"/>
                <a:gd name="csX110" fmla="*/ 572154 w 1528551"/>
                <a:gd name="csY110" fmla="*/ 173902 h 1143353"/>
                <a:gd name="csX111" fmla="*/ 568599 w 1528551"/>
                <a:gd name="csY111" fmla="*/ 171521 h 1143353"/>
                <a:gd name="csX112" fmla="*/ 571710 w 1528551"/>
                <a:gd name="csY112" fmla="*/ 157786 h 1143353"/>
                <a:gd name="csX113" fmla="*/ 547136 w 1528551"/>
                <a:gd name="csY113" fmla="*/ 127617 h 1143353"/>
                <a:gd name="csX114" fmla="*/ 537103 w 1528551"/>
                <a:gd name="csY114" fmla="*/ 124480 h 1143353"/>
                <a:gd name="csX115" fmla="*/ 529610 w 1528551"/>
                <a:gd name="csY115" fmla="*/ 118099 h 1143353"/>
                <a:gd name="csX116" fmla="*/ 521037 w 1528551"/>
                <a:gd name="csY116" fmla="*/ 117667 h 1143353"/>
                <a:gd name="csX117" fmla="*/ 520212 w 1528551"/>
                <a:gd name="csY117" fmla="*/ 125020 h 1143353"/>
                <a:gd name="csX118" fmla="*/ 516592 w 1528551"/>
                <a:gd name="csY118" fmla="*/ 133453 h 1143353"/>
                <a:gd name="csX119" fmla="*/ 507321 w 1528551"/>
                <a:gd name="csY119" fmla="*/ 129020 h 1143353"/>
                <a:gd name="csX120" fmla="*/ 494621 w 1528551"/>
                <a:gd name="csY120" fmla="*/ 144489 h 1143353"/>
                <a:gd name="csX121" fmla="*/ 489097 w 1528551"/>
                <a:gd name="csY121" fmla="*/ 150648 h 1143353"/>
                <a:gd name="csX122" fmla="*/ 479508 w 1528551"/>
                <a:gd name="csY122" fmla="*/ 141784 h 1143353"/>
                <a:gd name="csX123" fmla="*/ 464586 w 1528551"/>
                <a:gd name="csY123" fmla="*/ 156598 h 1143353"/>
                <a:gd name="csX124" fmla="*/ 468650 w 1528551"/>
                <a:gd name="csY124" fmla="*/ 170003 h 1143353"/>
                <a:gd name="csX125" fmla="*/ 468459 w 1528551"/>
                <a:gd name="csY125" fmla="*/ 170219 h 1143353"/>
                <a:gd name="csX126" fmla="*/ 456966 w 1528551"/>
                <a:gd name="csY126" fmla="*/ 168384 h 1143353"/>
                <a:gd name="csX127" fmla="*/ 432708 w 1528551"/>
                <a:gd name="csY127" fmla="*/ 186875 h 1143353"/>
                <a:gd name="csX128" fmla="*/ 436391 w 1528551"/>
                <a:gd name="csY128" fmla="*/ 204827 h 1143353"/>
                <a:gd name="csX129" fmla="*/ 425025 w 1528551"/>
                <a:gd name="csY129" fmla="*/ 217914 h 1143353"/>
                <a:gd name="csX130" fmla="*/ 402737 w 1528551"/>
                <a:gd name="csY130" fmla="*/ 213152 h 1143353"/>
                <a:gd name="csX131" fmla="*/ 399180 w 1528551"/>
                <a:gd name="csY131" fmla="*/ 225591 h 1143353"/>
                <a:gd name="csX132" fmla="*/ 407626 w 1528551"/>
                <a:gd name="csY132" fmla="*/ 240622 h 1143353"/>
                <a:gd name="csX133" fmla="*/ 400895 w 1528551"/>
                <a:gd name="csY133" fmla="*/ 260516 h 1143353"/>
                <a:gd name="csX134" fmla="*/ 378861 w 1528551"/>
                <a:gd name="csY134" fmla="*/ 224505 h 1143353"/>
                <a:gd name="csX135" fmla="*/ 350793 w 1528551"/>
                <a:gd name="csY135" fmla="*/ 249378 h 1143353"/>
                <a:gd name="csX136" fmla="*/ 357080 w 1528551"/>
                <a:gd name="csY136" fmla="*/ 284634 h 1143353"/>
                <a:gd name="csX137" fmla="*/ 330474 w 1528551"/>
                <a:gd name="csY137" fmla="*/ 308529 h 1143353"/>
                <a:gd name="csX138" fmla="*/ 314408 w 1528551"/>
                <a:gd name="csY138" fmla="*/ 336107 h 1143353"/>
                <a:gd name="csX139" fmla="*/ 257512 w 1528551"/>
                <a:gd name="csY139" fmla="*/ 359894 h 1143353"/>
                <a:gd name="csX140" fmla="*/ 231858 w 1528551"/>
                <a:gd name="csY140" fmla="*/ 359246 h 1143353"/>
                <a:gd name="csX141" fmla="*/ 223413 w 1528551"/>
                <a:gd name="csY141" fmla="*/ 368980 h 1143353"/>
                <a:gd name="csX142" fmla="*/ 199791 w 1528551"/>
                <a:gd name="csY142" fmla="*/ 373197 h 1143353"/>
                <a:gd name="csX143" fmla="*/ 182265 w 1528551"/>
                <a:gd name="csY143" fmla="*/ 384227 h 1143353"/>
                <a:gd name="csX144" fmla="*/ 153054 w 1528551"/>
                <a:gd name="csY144" fmla="*/ 385414 h 1143353"/>
                <a:gd name="csX145" fmla="*/ 148864 w 1528551"/>
                <a:gd name="csY145" fmla="*/ 380442 h 1143353"/>
                <a:gd name="csX146" fmla="*/ 105620 w 1528551"/>
                <a:gd name="csY146" fmla="*/ 405639 h 1143353"/>
                <a:gd name="csX147" fmla="*/ 64536 w 1528551"/>
                <a:gd name="csY147" fmla="*/ 432671 h 1143353"/>
                <a:gd name="csX148" fmla="*/ 43962 w 1528551"/>
                <a:gd name="csY148" fmla="*/ 429534 h 1143353"/>
                <a:gd name="csX149" fmla="*/ 30182 w 1528551"/>
                <a:gd name="csY149" fmla="*/ 454839 h 1143353"/>
                <a:gd name="csX150" fmla="*/ 33865 w 1528551"/>
                <a:gd name="csY150" fmla="*/ 468250 h 1143353"/>
                <a:gd name="csX151" fmla="*/ 27388 w 1528551"/>
                <a:gd name="csY151" fmla="*/ 498959 h 1143353"/>
                <a:gd name="csX152" fmla="*/ 51010 w 1528551"/>
                <a:gd name="csY152" fmla="*/ 587198 h 1143353"/>
                <a:gd name="csX153" fmla="*/ 47073 w 1528551"/>
                <a:gd name="csY153" fmla="*/ 605582 h 1143353"/>
                <a:gd name="csX154" fmla="*/ 39707 w 1528551"/>
                <a:gd name="csY154" fmla="*/ 593796 h 1143353"/>
                <a:gd name="csX155" fmla="*/ 34944 w 1528551"/>
                <a:gd name="csY155" fmla="*/ 595529 h 1143353"/>
                <a:gd name="csX156" fmla="*/ 33230 w 1528551"/>
                <a:gd name="csY156" fmla="*/ 609804 h 1143353"/>
                <a:gd name="csX157" fmla="*/ 2941 w 1528551"/>
                <a:gd name="csY157" fmla="*/ 572923 h 1143353"/>
                <a:gd name="csX158" fmla="*/ 1416 w 1528551"/>
                <a:gd name="csY158" fmla="*/ 573901 h 1143353"/>
                <a:gd name="csX159" fmla="*/ 28277 w 1528551"/>
                <a:gd name="csY159" fmla="*/ 619856 h 1143353"/>
                <a:gd name="csX160" fmla="*/ 47644 w 1528551"/>
                <a:gd name="csY160" fmla="*/ 667869 h 1143353"/>
                <a:gd name="csX161" fmla="*/ 62123 w 1528551"/>
                <a:gd name="csY161" fmla="*/ 688849 h 1143353"/>
                <a:gd name="csX162" fmla="*/ 65043 w 1528551"/>
                <a:gd name="csY162" fmla="*/ 700851 h 1143353"/>
                <a:gd name="csX163" fmla="*/ 73489 w 1528551"/>
                <a:gd name="csY163" fmla="*/ 713074 h 1143353"/>
                <a:gd name="csX164" fmla="*/ 85173 w 1528551"/>
                <a:gd name="csY164" fmla="*/ 774491 h 1143353"/>
                <a:gd name="csX165" fmla="*/ 106509 w 1528551"/>
                <a:gd name="csY165" fmla="*/ 816668 h 1143353"/>
                <a:gd name="csX166" fmla="*/ 90825 w 1528551"/>
                <a:gd name="csY166" fmla="*/ 896043 h 1143353"/>
                <a:gd name="csX167" fmla="*/ 82062 w 1528551"/>
                <a:gd name="csY167" fmla="*/ 894094 h 1143353"/>
                <a:gd name="csX168" fmla="*/ 80093 w 1528551"/>
                <a:gd name="csY168" fmla="*/ 921456 h 1143353"/>
                <a:gd name="csX169" fmla="*/ 85872 w 1528551"/>
                <a:gd name="csY169" fmla="*/ 923507 h 1143353"/>
                <a:gd name="csX170" fmla="*/ 137116 w 1528551"/>
                <a:gd name="csY170" fmla="*/ 951301 h 1143353"/>
                <a:gd name="csX171" fmla="*/ 197886 w 1528551"/>
                <a:gd name="csY171" fmla="*/ 950215 h 1143353"/>
                <a:gd name="csX172" fmla="*/ 228810 w 1528551"/>
                <a:gd name="csY172" fmla="*/ 928701 h 1143353"/>
                <a:gd name="csX173" fmla="*/ 263989 w 1528551"/>
                <a:gd name="csY173" fmla="*/ 908908 h 1143353"/>
                <a:gd name="csX174" fmla="*/ 334982 w 1528551"/>
                <a:gd name="csY174" fmla="*/ 903936 h 1143353"/>
                <a:gd name="csX175" fmla="*/ 342666 w 1528551"/>
                <a:gd name="csY175" fmla="*/ 909340 h 1143353"/>
                <a:gd name="csX176" fmla="*/ 364954 w 1528551"/>
                <a:gd name="csY176" fmla="*/ 904476 h 1143353"/>
                <a:gd name="csX177" fmla="*/ 400704 w 1528551"/>
                <a:gd name="csY177" fmla="*/ 905340 h 1143353"/>
                <a:gd name="csX178" fmla="*/ 427882 w 1528551"/>
                <a:gd name="csY178" fmla="*/ 869221 h 1143353"/>
                <a:gd name="csX179" fmla="*/ 501797 w 1528551"/>
                <a:gd name="csY179" fmla="*/ 839808 h 1143353"/>
                <a:gd name="csX180" fmla="*/ 544532 w 1528551"/>
                <a:gd name="csY180" fmla="*/ 839376 h 1143353"/>
                <a:gd name="csX181" fmla="*/ 606254 w 1528551"/>
                <a:gd name="csY181" fmla="*/ 816128 h 1143353"/>
                <a:gd name="csX182" fmla="*/ 689058 w 1528551"/>
                <a:gd name="csY182" fmla="*/ 810071 h 1143353"/>
                <a:gd name="csX183" fmla="*/ 747923 w 1528551"/>
                <a:gd name="csY183" fmla="*/ 828778 h 1143353"/>
                <a:gd name="csX184" fmla="*/ 781451 w 1528551"/>
                <a:gd name="csY184" fmla="*/ 837325 h 1143353"/>
                <a:gd name="csX185" fmla="*/ 796182 w 1528551"/>
                <a:gd name="csY185" fmla="*/ 848355 h 1143353"/>
                <a:gd name="csX186" fmla="*/ 803104 w 1528551"/>
                <a:gd name="csY186" fmla="*/ 856356 h 1143353"/>
                <a:gd name="csX187" fmla="*/ 799230 w 1528551"/>
                <a:gd name="csY187" fmla="*/ 861544 h 1143353"/>
                <a:gd name="csX188" fmla="*/ 801580 w 1528551"/>
                <a:gd name="csY188" fmla="*/ 874523 h 1143353"/>
                <a:gd name="csX189" fmla="*/ 820313 w 1528551"/>
                <a:gd name="csY189" fmla="*/ 880797 h 1143353"/>
                <a:gd name="csX190" fmla="*/ 837839 w 1528551"/>
                <a:gd name="csY190" fmla="*/ 910102 h 1143353"/>
                <a:gd name="csX191" fmla="*/ 845204 w 1528551"/>
                <a:gd name="csY191" fmla="*/ 930860 h 1143353"/>
                <a:gd name="csX192" fmla="*/ 839616 w 1528551"/>
                <a:gd name="csY192" fmla="*/ 934429 h 1143353"/>
                <a:gd name="csX193" fmla="*/ 852507 w 1528551"/>
                <a:gd name="csY193" fmla="*/ 947732 h 1143353"/>
                <a:gd name="csX194" fmla="*/ 864572 w 1528551"/>
                <a:gd name="csY194" fmla="*/ 940811 h 1143353"/>
                <a:gd name="csX195" fmla="*/ 879558 w 1528551"/>
                <a:gd name="csY195" fmla="*/ 913779 h 1143353"/>
                <a:gd name="csX196" fmla="*/ 913277 w 1528551"/>
                <a:gd name="csY196" fmla="*/ 894850 h 1143353"/>
                <a:gd name="csX197" fmla="*/ 931374 w 1528551"/>
                <a:gd name="csY197" fmla="*/ 861436 h 1143353"/>
                <a:gd name="csX198" fmla="*/ 939629 w 1528551"/>
                <a:gd name="csY198" fmla="*/ 879063 h 1143353"/>
                <a:gd name="csX199" fmla="*/ 939057 w 1528551"/>
                <a:gd name="csY199" fmla="*/ 891173 h 1143353"/>
                <a:gd name="csX200" fmla="*/ 927818 w 1528551"/>
                <a:gd name="csY200" fmla="*/ 908584 h 1143353"/>
                <a:gd name="csX201" fmla="*/ 917722 w 1528551"/>
                <a:gd name="csY201" fmla="*/ 948704 h 1143353"/>
                <a:gd name="csX202" fmla="*/ 907689 w 1528551"/>
                <a:gd name="csY202" fmla="*/ 949244 h 1143353"/>
                <a:gd name="csX203" fmla="*/ 900195 w 1528551"/>
                <a:gd name="csY203" fmla="*/ 951733 h 1143353"/>
                <a:gd name="csX204" fmla="*/ 927247 w 1528551"/>
                <a:gd name="csY204" fmla="*/ 950761 h 1143353"/>
                <a:gd name="csX205" fmla="*/ 943820 w 1528551"/>
                <a:gd name="csY205" fmla="*/ 920154 h 1143353"/>
                <a:gd name="csX206" fmla="*/ 960266 w 1528551"/>
                <a:gd name="csY206" fmla="*/ 938861 h 1143353"/>
                <a:gd name="csX207" fmla="*/ 959187 w 1528551"/>
                <a:gd name="csY207" fmla="*/ 955841 h 1143353"/>
                <a:gd name="csX208" fmla="*/ 950234 w 1528551"/>
                <a:gd name="csY208" fmla="*/ 965144 h 1143353"/>
                <a:gd name="csX209" fmla="*/ 947059 w 1528551"/>
                <a:gd name="csY209" fmla="*/ 970980 h 1143353"/>
                <a:gd name="csX210" fmla="*/ 958362 w 1528551"/>
                <a:gd name="csY210" fmla="*/ 974225 h 1143353"/>
                <a:gd name="csX211" fmla="*/ 967887 w 1528551"/>
                <a:gd name="csY211" fmla="*/ 969252 h 1143353"/>
                <a:gd name="csX212" fmla="*/ 1002812 w 1528551"/>
                <a:gd name="csY212" fmla="*/ 994341 h 1143353"/>
                <a:gd name="csX213" fmla="*/ 1011257 w 1528551"/>
                <a:gd name="csY213" fmla="*/ 1033375 h 1143353"/>
                <a:gd name="csX214" fmla="*/ 1007701 w 1528551"/>
                <a:gd name="csY214" fmla="*/ 1042030 h 1143353"/>
                <a:gd name="csX215" fmla="*/ 1061295 w 1528551"/>
                <a:gd name="csY215" fmla="*/ 1093935 h 1143353"/>
                <a:gd name="csX216" fmla="*/ 1079139 w 1528551"/>
                <a:gd name="csY216" fmla="*/ 1106368 h 1143353"/>
                <a:gd name="csX217" fmla="*/ 1084409 w 1528551"/>
                <a:gd name="csY217" fmla="*/ 1100310 h 1143353"/>
                <a:gd name="csX218" fmla="*/ 1101554 w 1528551"/>
                <a:gd name="csY218" fmla="*/ 1103879 h 1143353"/>
                <a:gd name="csX219" fmla="*/ 1153053 w 1528551"/>
                <a:gd name="csY219" fmla="*/ 1125507 h 1143353"/>
                <a:gd name="csX220" fmla="*/ 1173055 w 1528551"/>
                <a:gd name="csY220" fmla="*/ 1107556 h 1143353"/>
                <a:gd name="csX221" fmla="*/ 1183660 w 1528551"/>
                <a:gd name="csY221" fmla="*/ 1105612 h 1143353"/>
                <a:gd name="csX222" fmla="*/ 1189755 w 1528551"/>
                <a:gd name="csY222" fmla="*/ 1100748 h 1143353"/>
                <a:gd name="csX223" fmla="*/ 1184358 w 1528551"/>
                <a:gd name="csY223" fmla="*/ 1095770 h 1143353"/>
                <a:gd name="csX224" fmla="*/ 1193439 w 1528551"/>
                <a:gd name="csY224" fmla="*/ 1082797 h 1143353"/>
                <a:gd name="csX225" fmla="*/ 1207028 w 1528551"/>
                <a:gd name="csY225" fmla="*/ 1095014 h 1143353"/>
                <a:gd name="csX226" fmla="*/ 1200106 w 1528551"/>
                <a:gd name="csY226" fmla="*/ 1103555 h 1143353"/>
                <a:gd name="csX227" fmla="*/ 1204996 w 1528551"/>
                <a:gd name="csY227" fmla="*/ 1110045 h 1143353"/>
                <a:gd name="csX228" fmla="*/ 1220045 w 1528551"/>
                <a:gd name="csY228" fmla="*/ 1101828 h 1143353"/>
                <a:gd name="csX229" fmla="*/ 1221315 w 1528551"/>
                <a:gd name="csY229" fmla="*/ 1102691 h 1143353"/>
                <a:gd name="csX230" fmla="*/ 1218330 w 1528551"/>
                <a:gd name="csY230" fmla="*/ 1110369 h 1143353"/>
                <a:gd name="csX231" fmla="*/ 1218775 w 1528551"/>
                <a:gd name="csY231" fmla="*/ 1114477 h 1143353"/>
                <a:gd name="csX232" fmla="*/ 1251542 w 1528551"/>
                <a:gd name="csY232" fmla="*/ 1139890 h 1143353"/>
                <a:gd name="csX233" fmla="*/ 1250969 w 1528551"/>
                <a:gd name="csY233" fmla="*/ 1139458 h 114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1528551" h="1143353">
                  <a:moveTo>
                    <a:pt x="1250969" y="1139458"/>
                  </a:moveTo>
                  <a:cubicBezTo>
                    <a:pt x="1259034" y="1151460"/>
                    <a:pt x="1261701" y="1131781"/>
                    <a:pt x="1260749" y="1133076"/>
                  </a:cubicBezTo>
                  <a:cubicBezTo>
                    <a:pt x="1261256" y="1127780"/>
                    <a:pt x="1255796" y="1129831"/>
                    <a:pt x="1252938" y="1125075"/>
                  </a:cubicBezTo>
                  <a:cubicBezTo>
                    <a:pt x="1249700" y="1113829"/>
                    <a:pt x="1268877" y="1122592"/>
                    <a:pt x="1276624" y="1115347"/>
                  </a:cubicBezTo>
                  <a:lnTo>
                    <a:pt x="1313136" y="1081711"/>
                  </a:lnTo>
                  <a:cubicBezTo>
                    <a:pt x="1317581" y="1077602"/>
                    <a:pt x="1370159" y="1076199"/>
                    <a:pt x="1369651" y="1076199"/>
                  </a:cubicBezTo>
                  <a:cubicBezTo>
                    <a:pt x="1374794" y="1075875"/>
                    <a:pt x="1387685" y="1066572"/>
                    <a:pt x="1387050" y="1066896"/>
                  </a:cubicBezTo>
                  <a:cubicBezTo>
                    <a:pt x="1396702" y="1060737"/>
                    <a:pt x="1387622" y="1042570"/>
                    <a:pt x="1388256" y="1037699"/>
                  </a:cubicBezTo>
                  <a:cubicBezTo>
                    <a:pt x="1388574" y="1035432"/>
                    <a:pt x="1397210" y="958438"/>
                    <a:pt x="1413467" y="951733"/>
                  </a:cubicBezTo>
                  <a:cubicBezTo>
                    <a:pt x="1416197" y="949999"/>
                    <a:pt x="1423499" y="949459"/>
                    <a:pt x="1421657" y="944379"/>
                  </a:cubicBezTo>
                  <a:cubicBezTo>
                    <a:pt x="1413974" y="916046"/>
                    <a:pt x="1437723" y="914103"/>
                    <a:pt x="1439565" y="909664"/>
                  </a:cubicBezTo>
                  <a:lnTo>
                    <a:pt x="1456519" y="869761"/>
                  </a:lnTo>
                  <a:cubicBezTo>
                    <a:pt x="1458615" y="865004"/>
                    <a:pt x="1471568" y="862953"/>
                    <a:pt x="1470934" y="863169"/>
                  </a:cubicBezTo>
                  <a:cubicBezTo>
                    <a:pt x="1489539" y="858083"/>
                    <a:pt x="1486872" y="835591"/>
                    <a:pt x="1486745" y="838081"/>
                  </a:cubicBezTo>
                  <a:cubicBezTo>
                    <a:pt x="1486492" y="832346"/>
                    <a:pt x="1505351" y="792989"/>
                    <a:pt x="1505033" y="793529"/>
                  </a:cubicBezTo>
                  <a:cubicBezTo>
                    <a:pt x="1507954" y="787147"/>
                    <a:pt x="1503318" y="776117"/>
                    <a:pt x="1505224" y="768116"/>
                  </a:cubicBezTo>
                  <a:cubicBezTo>
                    <a:pt x="1521606" y="700959"/>
                    <a:pt x="1526052" y="707016"/>
                    <a:pt x="1525353" y="707340"/>
                  </a:cubicBezTo>
                  <a:cubicBezTo>
                    <a:pt x="1534370" y="693827"/>
                    <a:pt x="1521289" y="671977"/>
                    <a:pt x="1522877" y="675006"/>
                  </a:cubicBezTo>
                  <a:cubicBezTo>
                    <a:pt x="1518876" y="667761"/>
                    <a:pt x="1523766" y="634023"/>
                    <a:pt x="1519765" y="641593"/>
                  </a:cubicBezTo>
                  <a:cubicBezTo>
                    <a:pt x="1517479" y="644945"/>
                    <a:pt x="1515320" y="654032"/>
                    <a:pt x="1512081" y="649701"/>
                  </a:cubicBezTo>
                  <a:cubicBezTo>
                    <a:pt x="1508717" y="643974"/>
                    <a:pt x="1507002" y="580277"/>
                    <a:pt x="1506430" y="585255"/>
                  </a:cubicBezTo>
                  <a:cubicBezTo>
                    <a:pt x="1505986" y="579629"/>
                    <a:pt x="1515765" y="554540"/>
                    <a:pt x="1515511" y="555086"/>
                  </a:cubicBezTo>
                  <a:cubicBezTo>
                    <a:pt x="1516907" y="551086"/>
                    <a:pt x="1513161" y="546431"/>
                    <a:pt x="1513352" y="547079"/>
                  </a:cubicBezTo>
                  <a:cubicBezTo>
                    <a:pt x="1510240" y="542215"/>
                    <a:pt x="1501350" y="557893"/>
                    <a:pt x="1501922" y="557354"/>
                  </a:cubicBezTo>
                  <a:cubicBezTo>
                    <a:pt x="1490618" y="572708"/>
                    <a:pt x="1484332" y="543078"/>
                    <a:pt x="1479569" y="540272"/>
                  </a:cubicBezTo>
                  <a:lnTo>
                    <a:pt x="1469854" y="534538"/>
                  </a:lnTo>
                  <a:cubicBezTo>
                    <a:pt x="1465854" y="532157"/>
                    <a:pt x="1464520" y="525019"/>
                    <a:pt x="1464901" y="525673"/>
                  </a:cubicBezTo>
                  <a:cubicBezTo>
                    <a:pt x="1463377" y="520587"/>
                    <a:pt x="1433278" y="490418"/>
                    <a:pt x="1430230" y="495066"/>
                  </a:cubicBezTo>
                  <a:cubicBezTo>
                    <a:pt x="1410354" y="511506"/>
                    <a:pt x="1425023" y="459163"/>
                    <a:pt x="1418355" y="452572"/>
                  </a:cubicBezTo>
                  <a:cubicBezTo>
                    <a:pt x="1416069" y="450838"/>
                    <a:pt x="1411053" y="443377"/>
                    <a:pt x="1410354" y="448349"/>
                  </a:cubicBezTo>
                  <a:cubicBezTo>
                    <a:pt x="1409974" y="449111"/>
                    <a:pt x="1410101" y="455709"/>
                    <a:pt x="1406989" y="452464"/>
                  </a:cubicBezTo>
                  <a:cubicBezTo>
                    <a:pt x="1370921" y="415482"/>
                    <a:pt x="1398543" y="464034"/>
                    <a:pt x="1389654" y="457868"/>
                  </a:cubicBezTo>
                  <a:cubicBezTo>
                    <a:pt x="1362285" y="438837"/>
                    <a:pt x="1371556" y="410503"/>
                    <a:pt x="1360190" y="400013"/>
                  </a:cubicBezTo>
                  <a:lnTo>
                    <a:pt x="1342346" y="383471"/>
                  </a:lnTo>
                  <a:cubicBezTo>
                    <a:pt x="1338917" y="380226"/>
                    <a:pt x="1348188" y="378493"/>
                    <a:pt x="1347553" y="378709"/>
                  </a:cubicBezTo>
                  <a:cubicBezTo>
                    <a:pt x="1353204" y="376982"/>
                    <a:pt x="1338155" y="365196"/>
                    <a:pt x="1338790" y="365844"/>
                  </a:cubicBezTo>
                  <a:cubicBezTo>
                    <a:pt x="1335425" y="362491"/>
                    <a:pt x="1328186" y="365952"/>
                    <a:pt x="1328693" y="365844"/>
                  </a:cubicBezTo>
                  <a:cubicBezTo>
                    <a:pt x="1324058" y="367355"/>
                    <a:pt x="1323550" y="357735"/>
                    <a:pt x="1323741" y="358382"/>
                  </a:cubicBezTo>
                  <a:cubicBezTo>
                    <a:pt x="1322090" y="350598"/>
                    <a:pt x="1304119" y="355569"/>
                    <a:pt x="1301769" y="347892"/>
                  </a:cubicBezTo>
                  <a:cubicBezTo>
                    <a:pt x="1299356" y="342374"/>
                    <a:pt x="1299738" y="334919"/>
                    <a:pt x="1294404" y="334919"/>
                  </a:cubicBezTo>
                  <a:cubicBezTo>
                    <a:pt x="1277957" y="334919"/>
                    <a:pt x="1255541" y="318587"/>
                    <a:pt x="1256113" y="318911"/>
                  </a:cubicBezTo>
                  <a:cubicBezTo>
                    <a:pt x="1251414" y="316206"/>
                    <a:pt x="1254906" y="297283"/>
                    <a:pt x="1254906" y="297931"/>
                  </a:cubicBezTo>
                  <a:cubicBezTo>
                    <a:pt x="1255351" y="292743"/>
                    <a:pt x="1243985" y="292095"/>
                    <a:pt x="1244619" y="292311"/>
                  </a:cubicBezTo>
                  <a:cubicBezTo>
                    <a:pt x="1238968" y="291123"/>
                    <a:pt x="1243223" y="259976"/>
                    <a:pt x="1243096" y="260516"/>
                  </a:cubicBezTo>
                  <a:cubicBezTo>
                    <a:pt x="1244302" y="247435"/>
                    <a:pt x="1218966" y="228182"/>
                    <a:pt x="1218330" y="218454"/>
                  </a:cubicBezTo>
                  <a:lnTo>
                    <a:pt x="1214838" y="165679"/>
                  </a:lnTo>
                  <a:cubicBezTo>
                    <a:pt x="1214393" y="160167"/>
                    <a:pt x="1193121" y="149029"/>
                    <a:pt x="1193756" y="149353"/>
                  </a:cubicBezTo>
                  <a:cubicBezTo>
                    <a:pt x="1186898" y="145029"/>
                    <a:pt x="1191661" y="131078"/>
                    <a:pt x="1184549" y="131510"/>
                  </a:cubicBezTo>
                  <a:cubicBezTo>
                    <a:pt x="1166768" y="135078"/>
                    <a:pt x="1172738" y="148490"/>
                    <a:pt x="1164546" y="146864"/>
                  </a:cubicBezTo>
                  <a:lnTo>
                    <a:pt x="1159339" y="145893"/>
                  </a:lnTo>
                  <a:cubicBezTo>
                    <a:pt x="1151655" y="144483"/>
                    <a:pt x="1151211" y="90311"/>
                    <a:pt x="1145242" y="81332"/>
                  </a:cubicBezTo>
                  <a:cubicBezTo>
                    <a:pt x="1134638" y="65222"/>
                    <a:pt x="1132796" y="63704"/>
                    <a:pt x="1133812" y="59488"/>
                  </a:cubicBezTo>
                  <a:lnTo>
                    <a:pt x="1135971" y="50515"/>
                  </a:lnTo>
                  <a:cubicBezTo>
                    <a:pt x="1137051" y="46083"/>
                    <a:pt x="1128923" y="44997"/>
                    <a:pt x="1129557" y="45213"/>
                  </a:cubicBezTo>
                  <a:cubicBezTo>
                    <a:pt x="1120223" y="42622"/>
                    <a:pt x="1119398" y="-4418"/>
                    <a:pt x="1111587" y="337"/>
                  </a:cubicBezTo>
                  <a:cubicBezTo>
                    <a:pt x="1088092" y="14720"/>
                    <a:pt x="1102634" y="13965"/>
                    <a:pt x="1092981" y="34729"/>
                  </a:cubicBezTo>
                  <a:lnTo>
                    <a:pt x="1077932" y="66949"/>
                  </a:lnTo>
                  <a:cubicBezTo>
                    <a:pt x="1075900" y="71388"/>
                    <a:pt x="1085742" y="71820"/>
                    <a:pt x="1085044" y="71604"/>
                  </a:cubicBezTo>
                  <a:cubicBezTo>
                    <a:pt x="1097744" y="73871"/>
                    <a:pt x="1074693" y="89771"/>
                    <a:pt x="1078567" y="86526"/>
                  </a:cubicBezTo>
                  <a:cubicBezTo>
                    <a:pt x="1074440" y="89333"/>
                    <a:pt x="1078567" y="97664"/>
                    <a:pt x="1078567" y="97016"/>
                  </a:cubicBezTo>
                  <a:cubicBezTo>
                    <a:pt x="1080218" y="102096"/>
                    <a:pt x="1072280" y="120480"/>
                    <a:pt x="1072535" y="119940"/>
                  </a:cubicBezTo>
                  <a:cubicBezTo>
                    <a:pt x="1067963" y="132697"/>
                    <a:pt x="1090823" y="165355"/>
                    <a:pt x="1070693" y="205042"/>
                  </a:cubicBezTo>
                  <a:cubicBezTo>
                    <a:pt x="1049230" y="247327"/>
                    <a:pt x="1050310" y="258249"/>
                    <a:pt x="1050437" y="257703"/>
                  </a:cubicBezTo>
                  <a:cubicBezTo>
                    <a:pt x="1049357" y="263221"/>
                    <a:pt x="1024148" y="270359"/>
                    <a:pt x="1024655" y="270143"/>
                  </a:cubicBezTo>
                  <a:cubicBezTo>
                    <a:pt x="1019258" y="272086"/>
                    <a:pt x="988334" y="256947"/>
                    <a:pt x="988968" y="257163"/>
                  </a:cubicBezTo>
                  <a:cubicBezTo>
                    <a:pt x="984206" y="255112"/>
                    <a:pt x="981412" y="243428"/>
                    <a:pt x="981603" y="243975"/>
                  </a:cubicBezTo>
                  <a:cubicBezTo>
                    <a:pt x="976840" y="230887"/>
                    <a:pt x="951504" y="233700"/>
                    <a:pt x="948265" y="230671"/>
                  </a:cubicBezTo>
                  <a:lnTo>
                    <a:pt x="932898" y="216505"/>
                  </a:lnTo>
                  <a:cubicBezTo>
                    <a:pt x="907562" y="193257"/>
                    <a:pt x="887241" y="199963"/>
                    <a:pt x="890670" y="199855"/>
                  </a:cubicBezTo>
                  <a:cubicBezTo>
                    <a:pt x="885908" y="200178"/>
                    <a:pt x="883431" y="191631"/>
                    <a:pt x="883749" y="192285"/>
                  </a:cubicBezTo>
                  <a:cubicBezTo>
                    <a:pt x="879241" y="182335"/>
                    <a:pt x="837648" y="164600"/>
                    <a:pt x="842728" y="158110"/>
                  </a:cubicBezTo>
                  <a:cubicBezTo>
                    <a:pt x="885273" y="103932"/>
                    <a:pt x="860254" y="116155"/>
                    <a:pt x="860572" y="111831"/>
                  </a:cubicBezTo>
                  <a:cubicBezTo>
                    <a:pt x="861270" y="108154"/>
                    <a:pt x="859619" y="102205"/>
                    <a:pt x="864064" y="99715"/>
                  </a:cubicBezTo>
                  <a:lnTo>
                    <a:pt x="873144" y="94527"/>
                  </a:lnTo>
                  <a:cubicBezTo>
                    <a:pt x="876828" y="92470"/>
                    <a:pt x="879304" y="98420"/>
                    <a:pt x="878796" y="97772"/>
                  </a:cubicBezTo>
                  <a:cubicBezTo>
                    <a:pt x="881463" y="102744"/>
                    <a:pt x="891242" y="88901"/>
                    <a:pt x="888321" y="85225"/>
                  </a:cubicBezTo>
                  <a:cubicBezTo>
                    <a:pt x="888067" y="84685"/>
                    <a:pt x="884384" y="81548"/>
                    <a:pt x="887305" y="78633"/>
                  </a:cubicBezTo>
                  <a:lnTo>
                    <a:pt x="900830" y="65006"/>
                  </a:lnTo>
                  <a:cubicBezTo>
                    <a:pt x="904132" y="61761"/>
                    <a:pt x="897910" y="56897"/>
                    <a:pt x="898291" y="57437"/>
                  </a:cubicBezTo>
                  <a:cubicBezTo>
                    <a:pt x="895560" y="54732"/>
                    <a:pt x="892067" y="58516"/>
                    <a:pt x="892639" y="58301"/>
                  </a:cubicBezTo>
                  <a:cubicBezTo>
                    <a:pt x="888956" y="61977"/>
                    <a:pt x="885908" y="50623"/>
                    <a:pt x="886226" y="51271"/>
                  </a:cubicBezTo>
                  <a:cubicBezTo>
                    <a:pt x="884320" y="46623"/>
                    <a:pt x="876192" y="53868"/>
                    <a:pt x="876828" y="53544"/>
                  </a:cubicBezTo>
                  <a:cubicBezTo>
                    <a:pt x="872827" y="56243"/>
                    <a:pt x="879749" y="57761"/>
                    <a:pt x="878542" y="62625"/>
                  </a:cubicBezTo>
                  <a:cubicBezTo>
                    <a:pt x="873779" y="71712"/>
                    <a:pt x="865779" y="69222"/>
                    <a:pt x="864953" y="65978"/>
                  </a:cubicBezTo>
                  <a:cubicBezTo>
                    <a:pt x="863937" y="63812"/>
                    <a:pt x="864254" y="57437"/>
                    <a:pt x="859429" y="57437"/>
                  </a:cubicBezTo>
                  <a:cubicBezTo>
                    <a:pt x="858730" y="57221"/>
                    <a:pt x="851745" y="58301"/>
                    <a:pt x="854666" y="54840"/>
                  </a:cubicBezTo>
                  <a:cubicBezTo>
                    <a:pt x="869589" y="36996"/>
                    <a:pt x="861461" y="37860"/>
                    <a:pt x="859175" y="39809"/>
                  </a:cubicBezTo>
                  <a:cubicBezTo>
                    <a:pt x="837077" y="58085"/>
                    <a:pt x="836441" y="60028"/>
                    <a:pt x="832886" y="57437"/>
                  </a:cubicBezTo>
                  <a:cubicBezTo>
                    <a:pt x="822916" y="50191"/>
                    <a:pt x="820566" y="47378"/>
                    <a:pt x="816756" y="49544"/>
                  </a:cubicBezTo>
                  <a:lnTo>
                    <a:pt x="813264" y="51487"/>
                  </a:lnTo>
                  <a:cubicBezTo>
                    <a:pt x="808946" y="53976"/>
                    <a:pt x="785895" y="47271"/>
                    <a:pt x="788816" y="43270"/>
                  </a:cubicBezTo>
                  <a:cubicBezTo>
                    <a:pt x="790594" y="40889"/>
                    <a:pt x="786340" y="39054"/>
                    <a:pt x="786975" y="39593"/>
                  </a:cubicBezTo>
                  <a:cubicBezTo>
                    <a:pt x="782975" y="37968"/>
                    <a:pt x="777577" y="41537"/>
                    <a:pt x="778212" y="41428"/>
                  </a:cubicBezTo>
                  <a:cubicBezTo>
                    <a:pt x="764941" y="48566"/>
                    <a:pt x="755289" y="25750"/>
                    <a:pt x="756495" y="27808"/>
                  </a:cubicBezTo>
                  <a:cubicBezTo>
                    <a:pt x="754209" y="23699"/>
                    <a:pt x="746716" y="27484"/>
                    <a:pt x="747288" y="27376"/>
                  </a:cubicBezTo>
                  <a:cubicBezTo>
                    <a:pt x="742207" y="29103"/>
                    <a:pt x="737636" y="17102"/>
                    <a:pt x="738080" y="17641"/>
                  </a:cubicBezTo>
                  <a:cubicBezTo>
                    <a:pt x="735477" y="12885"/>
                    <a:pt x="713188" y="17426"/>
                    <a:pt x="713696" y="17426"/>
                  </a:cubicBezTo>
                  <a:cubicBezTo>
                    <a:pt x="708108" y="18073"/>
                    <a:pt x="717062" y="31593"/>
                    <a:pt x="721951" y="31160"/>
                  </a:cubicBezTo>
                  <a:cubicBezTo>
                    <a:pt x="724110" y="31269"/>
                    <a:pt x="729507" y="29319"/>
                    <a:pt x="732238" y="33104"/>
                  </a:cubicBezTo>
                  <a:cubicBezTo>
                    <a:pt x="740239" y="44241"/>
                    <a:pt x="738525" y="53436"/>
                    <a:pt x="738270" y="52897"/>
                  </a:cubicBezTo>
                  <a:cubicBezTo>
                    <a:pt x="738715" y="65438"/>
                    <a:pt x="674961" y="48998"/>
                    <a:pt x="678644" y="60898"/>
                  </a:cubicBezTo>
                  <a:cubicBezTo>
                    <a:pt x="683597" y="89441"/>
                    <a:pt x="665754" y="64250"/>
                    <a:pt x="661245" y="69978"/>
                  </a:cubicBezTo>
                  <a:lnTo>
                    <a:pt x="648545" y="85987"/>
                  </a:lnTo>
                  <a:cubicBezTo>
                    <a:pt x="645306" y="90095"/>
                    <a:pt x="652800" y="100471"/>
                    <a:pt x="652545" y="99823"/>
                  </a:cubicBezTo>
                  <a:cubicBezTo>
                    <a:pt x="655276" y="104909"/>
                    <a:pt x="638385" y="107176"/>
                    <a:pt x="639020" y="106960"/>
                  </a:cubicBezTo>
                  <a:cubicBezTo>
                    <a:pt x="633940" y="108370"/>
                    <a:pt x="631337" y="125452"/>
                    <a:pt x="631464" y="124912"/>
                  </a:cubicBezTo>
                  <a:cubicBezTo>
                    <a:pt x="630130" y="129998"/>
                    <a:pt x="618573" y="141028"/>
                    <a:pt x="619144" y="140374"/>
                  </a:cubicBezTo>
                  <a:cubicBezTo>
                    <a:pt x="615525" y="144159"/>
                    <a:pt x="626256" y="148706"/>
                    <a:pt x="625749" y="148166"/>
                  </a:cubicBezTo>
                  <a:cubicBezTo>
                    <a:pt x="630130" y="150864"/>
                    <a:pt x="629940" y="160923"/>
                    <a:pt x="629749" y="160275"/>
                  </a:cubicBezTo>
                  <a:cubicBezTo>
                    <a:pt x="630829" y="169895"/>
                    <a:pt x="587077" y="151512"/>
                    <a:pt x="582505" y="159951"/>
                  </a:cubicBezTo>
                  <a:cubicBezTo>
                    <a:pt x="576790" y="170765"/>
                    <a:pt x="576155" y="173032"/>
                    <a:pt x="572154" y="173902"/>
                  </a:cubicBezTo>
                  <a:cubicBezTo>
                    <a:pt x="571583" y="173902"/>
                    <a:pt x="567710" y="175198"/>
                    <a:pt x="568599" y="171521"/>
                  </a:cubicBezTo>
                  <a:lnTo>
                    <a:pt x="571710" y="157786"/>
                  </a:lnTo>
                  <a:cubicBezTo>
                    <a:pt x="572980" y="152166"/>
                    <a:pt x="546628" y="126969"/>
                    <a:pt x="547136" y="127617"/>
                  </a:cubicBezTo>
                  <a:cubicBezTo>
                    <a:pt x="543897" y="124156"/>
                    <a:pt x="536404" y="124264"/>
                    <a:pt x="537103" y="124480"/>
                  </a:cubicBezTo>
                  <a:cubicBezTo>
                    <a:pt x="532404" y="123940"/>
                    <a:pt x="529038" y="117451"/>
                    <a:pt x="529610" y="118099"/>
                  </a:cubicBezTo>
                  <a:cubicBezTo>
                    <a:pt x="527133" y="114314"/>
                    <a:pt x="520402" y="117774"/>
                    <a:pt x="521037" y="117667"/>
                  </a:cubicBezTo>
                  <a:cubicBezTo>
                    <a:pt x="516846" y="119076"/>
                    <a:pt x="520212" y="125560"/>
                    <a:pt x="520212" y="125020"/>
                  </a:cubicBezTo>
                  <a:cubicBezTo>
                    <a:pt x="521799" y="129344"/>
                    <a:pt x="516275" y="134107"/>
                    <a:pt x="516592" y="133453"/>
                  </a:cubicBezTo>
                  <a:cubicBezTo>
                    <a:pt x="513163" y="137352"/>
                    <a:pt x="506750" y="128589"/>
                    <a:pt x="507321" y="129020"/>
                  </a:cubicBezTo>
                  <a:cubicBezTo>
                    <a:pt x="492081" y="113882"/>
                    <a:pt x="494430" y="149029"/>
                    <a:pt x="494621" y="144489"/>
                  </a:cubicBezTo>
                  <a:cubicBezTo>
                    <a:pt x="494621" y="148813"/>
                    <a:pt x="488589" y="151188"/>
                    <a:pt x="489097" y="150648"/>
                  </a:cubicBezTo>
                  <a:cubicBezTo>
                    <a:pt x="484334" y="153138"/>
                    <a:pt x="479064" y="141136"/>
                    <a:pt x="479508" y="141784"/>
                  </a:cubicBezTo>
                  <a:cubicBezTo>
                    <a:pt x="476016" y="136266"/>
                    <a:pt x="462363" y="153030"/>
                    <a:pt x="464586" y="156598"/>
                  </a:cubicBezTo>
                  <a:cubicBezTo>
                    <a:pt x="466808" y="161678"/>
                    <a:pt x="472777" y="166657"/>
                    <a:pt x="468650" y="170003"/>
                  </a:cubicBezTo>
                  <a:lnTo>
                    <a:pt x="468459" y="170219"/>
                  </a:lnTo>
                  <a:cubicBezTo>
                    <a:pt x="464586" y="173464"/>
                    <a:pt x="456457" y="168168"/>
                    <a:pt x="456966" y="168384"/>
                  </a:cubicBezTo>
                  <a:cubicBezTo>
                    <a:pt x="451124" y="165679"/>
                    <a:pt x="431312" y="182659"/>
                    <a:pt x="432708" y="186875"/>
                  </a:cubicBezTo>
                  <a:cubicBezTo>
                    <a:pt x="436011" y="195962"/>
                    <a:pt x="438804" y="200718"/>
                    <a:pt x="436391" y="204827"/>
                  </a:cubicBezTo>
                  <a:cubicBezTo>
                    <a:pt x="431629" y="211640"/>
                    <a:pt x="430232" y="219857"/>
                    <a:pt x="425025" y="217914"/>
                  </a:cubicBezTo>
                  <a:cubicBezTo>
                    <a:pt x="406737" y="211101"/>
                    <a:pt x="404895" y="209475"/>
                    <a:pt x="402737" y="213152"/>
                  </a:cubicBezTo>
                  <a:cubicBezTo>
                    <a:pt x="401149" y="216936"/>
                    <a:pt x="395815" y="221591"/>
                    <a:pt x="399180" y="225591"/>
                  </a:cubicBezTo>
                  <a:cubicBezTo>
                    <a:pt x="407308" y="235103"/>
                    <a:pt x="411436" y="238133"/>
                    <a:pt x="407626" y="240622"/>
                  </a:cubicBezTo>
                  <a:cubicBezTo>
                    <a:pt x="400260" y="247651"/>
                    <a:pt x="400704" y="261164"/>
                    <a:pt x="400895" y="260516"/>
                  </a:cubicBezTo>
                  <a:cubicBezTo>
                    <a:pt x="400133" y="266466"/>
                    <a:pt x="378543" y="223966"/>
                    <a:pt x="378861" y="224505"/>
                  </a:cubicBezTo>
                  <a:cubicBezTo>
                    <a:pt x="376003" y="219425"/>
                    <a:pt x="350286" y="249918"/>
                    <a:pt x="350793" y="249378"/>
                  </a:cubicBezTo>
                  <a:cubicBezTo>
                    <a:pt x="342666" y="257811"/>
                    <a:pt x="359366" y="288634"/>
                    <a:pt x="357080" y="284634"/>
                  </a:cubicBezTo>
                  <a:cubicBezTo>
                    <a:pt x="356636" y="292527"/>
                    <a:pt x="335680" y="299664"/>
                    <a:pt x="330474" y="308529"/>
                  </a:cubicBezTo>
                  <a:lnTo>
                    <a:pt x="314408" y="336107"/>
                  </a:lnTo>
                  <a:cubicBezTo>
                    <a:pt x="311614" y="341079"/>
                    <a:pt x="256877" y="360217"/>
                    <a:pt x="257512" y="359894"/>
                  </a:cubicBezTo>
                  <a:cubicBezTo>
                    <a:pt x="249511" y="362923"/>
                    <a:pt x="236493" y="353842"/>
                    <a:pt x="231858" y="359246"/>
                  </a:cubicBezTo>
                  <a:lnTo>
                    <a:pt x="223413" y="368980"/>
                  </a:lnTo>
                  <a:cubicBezTo>
                    <a:pt x="219856" y="373089"/>
                    <a:pt x="199155" y="373197"/>
                    <a:pt x="199791" y="373197"/>
                  </a:cubicBezTo>
                  <a:cubicBezTo>
                    <a:pt x="194393" y="373521"/>
                    <a:pt x="181629" y="384659"/>
                    <a:pt x="182265" y="384227"/>
                  </a:cubicBezTo>
                  <a:cubicBezTo>
                    <a:pt x="177819" y="387580"/>
                    <a:pt x="152547" y="385414"/>
                    <a:pt x="153054" y="385414"/>
                  </a:cubicBezTo>
                  <a:cubicBezTo>
                    <a:pt x="149054" y="385306"/>
                    <a:pt x="148482" y="379903"/>
                    <a:pt x="148864" y="380442"/>
                  </a:cubicBezTo>
                  <a:cubicBezTo>
                    <a:pt x="147530" y="373521"/>
                    <a:pt x="106191" y="404991"/>
                    <a:pt x="105620" y="405639"/>
                  </a:cubicBezTo>
                  <a:cubicBezTo>
                    <a:pt x="85935" y="430836"/>
                    <a:pt x="68218" y="423267"/>
                    <a:pt x="64536" y="432671"/>
                  </a:cubicBezTo>
                  <a:cubicBezTo>
                    <a:pt x="43707" y="486418"/>
                    <a:pt x="49168" y="427807"/>
                    <a:pt x="43962" y="429534"/>
                  </a:cubicBezTo>
                  <a:cubicBezTo>
                    <a:pt x="36024" y="434081"/>
                    <a:pt x="29865" y="455379"/>
                    <a:pt x="30182" y="454839"/>
                  </a:cubicBezTo>
                  <a:cubicBezTo>
                    <a:pt x="28341" y="459709"/>
                    <a:pt x="34119" y="468790"/>
                    <a:pt x="33865" y="468250"/>
                  </a:cubicBezTo>
                  <a:cubicBezTo>
                    <a:pt x="42565" y="486418"/>
                    <a:pt x="25102" y="501772"/>
                    <a:pt x="27388" y="498959"/>
                  </a:cubicBezTo>
                  <a:cubicBezTo>
                    <a:pt x="-1632" y="527832"/>
                    <a:pt x="52725" y="569901"/>
                    <a:pt x="51010" y="587198"/>
                  </a:cubicBezTo>
                  <a:cubicBezTo>
                    <a:pt x="49359" y="602991"/>
                    <a:pt x="49486" y="609582"/>
                    <a:pt x="47073" y="605582"/>
                  </a:cubicBezTo>
                  <a:lnTo>
                    <a:pt x="39707" y="593796"/>
                  </a:lnTo>
                  <a:cubicBezTo>
                    <a:pt x="37548" y="590335"/>
                    <a:pt x="34310" y="596069"/>
                    <a:pt x="34944" y="595529"/>
                  </a:cubicBezTo>
                  <a:cubicBezTo>
                    <a:pt x="31071" y="601473"/>
                    <a:pt x="39326" y="608287"/>
                    <a:pt x="33230" y="609804"/>
                  </a:cubicBezTo>
                  <a:cubicBezTo>
                    <a:pt x="22308" y="609150"/>
                    <a:pt x="9672" y="568275"/>
                    <a:pt x="2941" y="572923"/>
                  </a:cubicBezTo>
                  <a:lnTo>
                    <a:pt x="1416" y="573901"/>
                  </a:lnTo>
                  <a:cubicBezTo>
                    <a:pt x="-7537" y="580061"/>
                    <a:pt x="28912" y="620288"/>
                    <a:pt x="28277" y="619856"/>
                  </a:cubicBezTo>
                  <a:cubicBezTo>
                    <a:pt x="41549" y="629915"/>
                    <a:pt x="48470" y="673603"/>
                    <a:pt x="47644" y="667869"/>
                  </a:cubicBezTo>
                  <a:cubicBezTo>
                    <a:pt x="47391" y="673387"/>
                    <a:pt x="62694" y="689389"/>
                    <a:pt x="62123" y="688849"/>
                  </a:cubicBezTo>
                  <a:cubicBezTo>
                    <a:pt x="65361" y="692634"/>
                    <a:pt x="65043" y="701505"/>
                    <a:pt x="65043" y="700851"/>
                  </a:cubicBezTo>
                  <a:cubicBezTo>
                    <a:pt x="65488" y="706045"/>
                    <a:pt x="74061" y="713614"/>
                    <a:pt x="73489" y="713074"/>
                  </a:cubicBezTo>
                  <a:cubicBezTo>
                    <a:pt x="78887" y="719018"/>
                    <a:pt x="80728" y="765627"/>
                    <a:pt x="85173" y="774491"/>
                  </a:cubicBezTo>
                  <a:lnTo>
                    <a:pt x="106509" y="816668"/>
                  </a:lnTo>
                  <a:cubicBezTo>
                    <a:pt x="108986" y="821532"/>
                    <a:pt x="110637" y="900584"/>
                    <a:pt x="90825" y="896043"/>
                  </a:cubicBezTo>
                  <a:lnTo>
                    <a:pt x="82062" y="894094"/>
                  </a:lnTo>
                  <a:cubicBezTo>
                    <a:pt x="76410" y="892799"/>
                    <a:pt x="80093" y="922104"/>
                    <a:pt x="80093" y="921456"/>
                  </a:cubicBezTo>
                  <a:cubicBezTo>
                    <a:pt x="80347" y="925672"/>
                    <a:pt x="86506" y="923615"/>
                    <a:pt x="85872" y="923507"/>
                  </a:cubicBezTo>
                  <a:cubicBezTo>
                    <a:pt x="95016" y="921564"/>
                    <a:pt x="126892" y="951193"/>
                    <a:pt x="137116" y="951301"/>
                  </a:cubicBezTo>
                  <a:cubicBezTo>
                    <a:pt x="188424" y="951301"/>
                    <a:pt x="192869" y="954006"/>
                    <a:pt x="197886" y="950215"/>
                  </a:cubicBezTo>
                  <a:cubicBezTo>
                    <a:pt x="223920" y="929457"/>
                    <a:pt x="224302" y="928047"/>
                    <a:pt x="228810" y="928701"/>
                  </a:cubicBezTo>
                  <a:cubicBezTo>
                    <a:pt x="250781" y="929457"/>
                    <a:pt x="253829" y="909556"/>
                    <a:pt x="263989" y="908908"/>
                  </a:cubicBezTo>
                  <a:lnTo>
                    <a:pt x="334982" y="903936"/>
                  </a:lnTo>
                  <a:cubicBezTo>
                    <a:pt x="339554" y="903613"/>
                    <a:pt x="343364" y="909994"/>
                    <a:pt x="342666" y="909340"/>
                  </a:cubicBezTo>
                  <a:cubicBezTo>
                    <a:pt x="349524" y="918211"/>
                    <a:pt x="360318" y="904044"/>
                    <a:pt x="364954" y="904476"/>
                  </a:cubicBezTo>
                  <a:cubicBezTo>
                    <a:pt x="396132" y="907397"/>
                    <a:pt x="397466" y="908369"/>
                    <a:pt x="400704" y="905340"/>
                  </a:cubicBezTo>
                  <a:cubicBezTo>
                    <a:pt x="425469" y="882524"/>
                    <a:pt x="419437" y="870739"/>
                    <a:pt x="427882" y="869221"/>
                  </a:cubicBezTo>
                  <a:cubicBezTo>
                    <a:pt x="464903" y="862522"/>
                    <a:pt x="490430" y="839916"/>
                    <a:pt x="501797" y="839808"/>
                  </a:cubicBezTo>
                  <a:lnTo>
                    <a:pt x="544532" y="839376"/>
                  </a:lnTo>
                  <a:cubicBezTo>
                    <a:pt x="553930" y="839376"/>
                    <a:pt x="596285" y="817100"/>
                    <a:pt x="606254" y="816128"/>
                  </a:cubicBezTo>
                  <a:cubicBezTo>
                    <a:pt x="686899" y="808344"/>
                    <a:pt x="684930" y="807588"/>
                    <a:pt x="689058" y="810071"/>
                  </a:cubicBezTo>
                  <a:cubicBezTo>
                    <a:pt x="747732" y="844031"/>
                    <a:pt x="734079" y="821316"/>
                    <a:pt x="747923" y="828778"/>
                  </a:cubicBezTo>
                  <a:cubicBezTo>
                    <a:pt x="780180" y="846513"/>
                    <a:pt x="774974" y="828346"/>
                    <a:pt x="781451" y="837325"/>
                  </a:cubicBezTo>
                  <a:cubicBezTo>
                    <a:pt x="792309" y="852248"/>
                    <a:pt x="796817" y="848571"/>
                    <a:pt x="796182" y="848355"/>
                  </a:cubicBezTo>
                  <a:cubicBezTo>
                    <a:pt x="801199" y="848139"/>
                    <a:pt x="803549" y="857003"/>
                    <a:pt x="803104" y="856356"/>
                  </a:cubicBezTo>
                  <a:cubicBezTo>
                    <a:pt x="804882" y="860248"/>
                    <a:pt x="798595" y="862083"/>
                    <a:pt x="799230" y="861544"/>
                  </a:cubicBezTo>
                  <a:cubicBezTo>
                    <a:pt x="794214" y="863601"/>
                    <a:pt x="801834" y="875063"/>
                    <a:pt x="801580" y="874523"/>
                  </a:cubicBezTo>
                  <a:cubicBezTo>
                    <a:pt x="804882" y="881445"/>
                    <a:pt x="818280" y="873659"/>
                    <a:pt x="820313" y="880797"/>
                  </a:cubicBezTo>
                  <a:cubicBezTo>
                    <a:pt x="826853" y="903504"/>
                    <a:pt x="838283" y="910642"/>
                    <a:pt x="837839" y="910102"/>
                  </a:cubicBezTo>
                  <a:cubicBezTo>
                    <a:pt x="841522" y="913887"/>
                    <a:pt x="845459" y="931508"/>
                    <a:pt x="845204" y="930860"/>
                  </a:cubicBezTo>
                  <a:cubicBezTo>
                    <a:pt x="846411" y="935077"/>
                    <a:pt x="838918" y="934645"/>
                    <a:pt x="839616" y="934429"/>
                  </a:cubicBezTo>
                  <a:cubicBezTo>
                    <a:pt x="833330" y="934753"/>
                    <a:pt x="853015" y="948164"/>
                    <a:pt x="852507" y="947732"/>
                  </a:cubicBezTo>
                  <a:cubicBezTo>
                    <a:pt x="858984" y="953028"/>
                    <a:pt x="874224" y="946322"/>
                    <a:pt x="864572" y="940811"/>
                  </a:cubicBezTo>
                  <a:cubicBezTo>
                    <a:pt x="859492" y="937782"/>
                    <a:pt x="879939" y="913233"/>
                    <a:pt x="879558" y="913779"/>
                  </a:cubicBezTo>
                  <a:cubicBezTo>
                    <a:pt x="884829" y="906311"/>
                    <a:pt x="909276" y="902095"/>
                    <a:pt x="913277" y="894850"/>
                  </a:cubicBezTo>
                  <a:lnTo>
                    <a:pt x="931374" y="861436"/>
                  </a:lnTo>
                  <a:cubicBezTo>
                    <a:pt x="934422" y="855816"/>
                    <a:pt x="943376" y="876466"/>
                    <a:pt x="939629" y="879063"/>
                  </a:cubicBezTo>
                  <a:cubicBezTo>
                    <a:pt x="935375" y="884467"/>
                    <a:pt x="939057" y="891719"/>
                    <a:pt x="939057" y="891173"/>
                  </a:cubicBezTo>
                  <a:cubicBezTo>
                    <a:pt x="940454" y="896259"/>
                    <a:pt x="927247" y="909124"/>
                    <a:pt x="927818" y="908584"/>
                  </a:cubicBezTo>
                  <a:cubicBezTo>
                    <a:pt x="921404" y="916046"/>
                    <a:pt x="925723" y="948164"/>
                    <a:pt x="917722" y="948704"/>
                  </a:cubicBezTo>
                  <a:lnTo>
                    <a:pt x="907689" y="949244"/>
                  </a:lnTo>
                  <a:cubicBezTo>
                    <a:pt x="902481" y="949568"/>
                    <a:pt x="899878" y="952381"/>
                    <a:pt x="900195" y="951733"/>
                  </a:cubicBezTo>
                  <a:cubicBezTo>
                    <a:pt x="897846" y="957575"/>
                    <a:pt x="927818" y="950653"/>
                    <a:pt x="927247" y="950761"/>
                  </a:cubicBezTo>
                  <a:cubicBezTo>
                    <a:pt x="933089" y="949891"/>
                    <a:pt x="944074" y="919614"/>
                    <a:pt x="943820" y="920154"/>
                  </a:cubicBezTo>
                  <a:cubicBezTo>
                    <a:pt x="945789" y="914750"/>
                    <a:pt x="960711" y="939407"/>
                    <a:pt x="960266" y="938861"/>
                  </a:cubicBezTo>
                  <a:cubicBezTo>
                    <a:pt x="963441" y="943300"/>
                    <a:pt x="959060" y="956489"/>
                    <a:pt x="959187" y="955841"/>
                  </a:cubicBezTo>
                  <a:cubicBezTo>
                    <a:pt x="958425" y="961359"/>
                    <a:pt x="949535" y="965684"/>
                    <a:pt x="950234" y="965144"/>
                  </a:cubicBezTo>
                  <a:cubicBezTo>
                    <a:pt x="947313" y="967087"/>
                    <a:pt x="946868" y="971627"/>
                    <a:pt x="947059" y="970980"/>
                  </a:cubicBezTo>
                  <a:cubicBezTo>
                    <a:pt x="946741" y="976714"/>
                    <a:pt x="958997" y="974332"/>
                    <a:pt x="958362" y="974225"/>
                  </a:cubicBezTo>
                  <a:cubicBezTo>
                    <a:pt x="962997" y="974116"/>
                    <a:pt x="968522" y="968821"/>
                    <a:pt x="967887" y="969252"/>
                  </a:cubicBezTo>
                  <a:cubicBezTo>
                    <a:pt x="973348" y="964928"/>
                    <a:pt x="1001732" y="990665"/>
                    <a:pt x="1002812" y="994341"/>
                  </a:cubicBezTo>
                  <a:cubicBezTo>
                    <a:pt x="1012972" y="1028943"/>
                    <a:pt x="1014495" y="1030022"/>
                    <a:pt x="1011257" y="1033375"/>
                  </a:cubicBezTo>
                  <a:cubicBezTo>
                    <a:pt x="1010368" y="1034569"/>
                    <a:pt x="1004970" y="1037915"/>
                    <a:pt x="1007701" y="1042030"/>
                  </a:cubicBezTo>
                  <a:cubicBezTo>
                    <a:pt x="1060914" y="1124427"/>
                    <a:pt x="1040404" y="1073926"/>
                    <a:pt x="1061295" y="1093935"/>
                  </a:cubicBezTo>
                  <a:cubicBezTo>
                    <a:pt x="1074884" y="1106800"/>
                    <a:pt x="1077741" y="1111124"/>
                    <a:pt x="1079139" y="1106368"/>
                  </a:cubicBezTo>
                  <a:cubicBezTo>
                    <a:pt x="1079583" y="1105505"/>
                    <a:pt x="1079901" y="1099339"/>
                    <a:pt x="1084409" y="1100310"/>
                  </a:cubicBezTo>
                  <a:lnTo>
                    <a:pt x="1101554" y="1103879"/>
                  </a:lnTo>
                  <a:cubicBezTo>
                    <a:pt x="1113746" y="1106368"/>
                    <a:pt x="1147401" y="1130485"/>
                    <a:pt x="1153053" y="1125507"/>
                  </a:cubicBezTo>
                  <a:lnTo>
                    <a:pt x="1173055" y="1107556"/>
                  </a:lnTo>
                  <a:cubicBezTo>
                    <a:pt x="1176738" y="1104203"/>
                    <a:pt x="1184358" y="1105505"/>
                    <a:pt x="1183660" y="1105612"/>
                  </a:cubicBezTo>
                  <a:cubicBezTo>
                    <a:pt x="1187660" y="1105828"/>
                    <a:pt x="1190391" y="1100202"/>
                    <a:pt x="1189755" y="1100748"/>
                  </a:cubicBezTo>
                  <a:cubicBezTo>
                    <a:pt x="1192105" y="1096418"/>
                    <a:pt x="1183787" y="1095446"/>
                    <a:pt x="1184358" y="1095770"/>
                  </a:cubicBezTo>
                  <a:cubicBezTo>
                    <a:pt x="1178579" y="1094259"/>
                    <a:pt x="1193947" y="1082257"/>
                    <a:pt x="1193439" y="1082797"/>
                  </a:cubicBezTo>
                  <a:cubicBezTo>
                    <a:pt x="1197884" y="1078473"/>
                    <a:pt x="1209949" y="1091338"/>
                    <a:pt x="1207028" y="1095014"/>
                  </a:cubicBezTo>
                  <a:lnTo>
                    <a:pt x="1200106" y="1103555"/>
                  </a:lnTo>
                  <a:cubicBezTo>
                    <a:pt x="1197185" y="1107232"/>
                    <a:pt x="1201440" y="1113073"/>
                    <a:pt x="1204996" y="1110045"/>
                  </a:cubicBezTo>
                  <a:cubicBezTo>
                    <a:pt x="1211409" y="1105720"/>
                    <a:pt x="1215473" y="1098691"/>
                    <a:pt x="1220045" y="1101828"/>
                  </a:cubicBezTo>
                  <a:lnTo>
                    <a:pt x="1221315" y="1102691"/>
                  </a:lnTo>
                  <a:cubicBezTo>
                    <a:pt x="1225379" y="1105505"/>
                    <a:pt x="1217759" y="1111016"/>
                    <a:pt x="1218330" y="1110369"/>
                  </a:cubicBezTo>
                  <a:cubicBezTo>
                    <a:pt x="1216934" y="1111670"/>
                    <a:pt x="1217124" y="1113505"/>
                    <a:pt x="1218775" y="1114477"/>
                  </a:cubicBezTo>
                  <a:cubicBezTo>
                    <a:pt x="1252621" y="1133076"/>
                    <a:pt x="1252176" y="1140544"/>
                    <a:pt x="1251542" y="1139890"/>
                  </a:cubicBezTo>
                  <a:lnTo>
                    <a:pt x="1250969" y="11394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4EDCF5F1-F642-A2A8-3D98-F1A674CE6F10}"/>
                </a:ext>
              </a:extLst>
            </p:cNvPr>
            <p:cNvSpPr/>
            <p:nvPr/>
          </p:nvSpPr>
          <p:spPr>
            <a:xfrm>
              <a:off x="9300543" y="5286509"/>
              <a:ext cx="42548" cy="19212"/>
            </a:xfrm>
            <a:custGeom>
              <a:avLst/>
              <a:gdLst>
                <a:gd name="csX0" fmla="*/ 30424 w 49069"/>
                <a:gd name="csY0" fmla="*/ 22141 h 22157"/>
                <a:gd name="csX1" fmla="*/ 453 w 49069"/>
                <a:gd name="csY1" fmla="*/ 16845 h 22157"/>
                <a:gd name="csX2" fmla="*/ 26551 w 49069"/>
                <a:gd name="csY2" fmla="*/ 6355 h 22157"/>
                <a:gd name="csX3" fmla="*/ 30297 w 49069"/>
                <a:gd name="csY3" fmla="*/ 22141 h 22157"/>
                <a:gd name="csX4" fmla="*/ 30424 w 49069"/>
                <a:gd name="csY4" fmla="*/ 22141 h 2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69" h="22157">
                  <a:moveTo>
                    <a:pt x="30424" y="22141"/>
                  </a:moveTo>
                  <a:cubicBezTo>
                    <a:pt x="1977" y="19982"/>
                    <a:pt x="-1516" y="20954"/>
                    <a:pt x="453" y="16845"/>
                  </a:cubicBezTo>
                  <a:cubicBezTo>
                    <a:pt x="17343" y="-17432"/>
                    <a:pt x="13533" y="12197"/>
                    <a:pt x="26551" y="6355"/>
                  </a:cubicBezTo>
                  <a:cubicBezTo>
                    <a:pt x="68080" y="-12244"/>
                    <a:pt x="41600" y="23011"/>
                    <a:pt x="30297" y="22141"/>
                  </a:cubicBezTo>
                  <a:lnTo>
                    <a:pt x="30424" y="22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DF1F4A7F-B784-35DD-4DFA-14083AA45355}"/>
                </a:ext>
              </a:extLst>
            </p:cNvPr>
            <p:cNvSpPr/>
            <p:nvPr/>
          </p:nvSpPr>
          <p:spPr>
            <a:xfrm>
              <a:off x="9505767" y="5367826"/>
              <a:ext cx="17097" cy="20986"/>
            </a:xfrm>
            <a:custGeom>
              <a:avLst/>
              <a:gdLst>
                <a:gd name="csX0" fmla="*/ 15552 w 19717"/>
                <a:gd name="csY0" fmla="*/ 23953 h 24202"/>
                <a:gd name="csX1" fmla="*/ 19615 w 19717"/>
                <a:gd name="csY1" fmla="*/ 21038 h 24202"/>
                <a:gd name="csX2" fmla="*/ 15932 w 19717"/>
                <a:gd name="csY2" fmla="*/ 15952 h 24202"/>
                <a:gd name="csX3" fmla="*/ 18345 w 19717"/>
                <a:gd name="csY3" fmla="*/ 3303 h 24202"/>
                <a:gd name="csX4" fmla="*/ 14345 w 19717"/>
                <a:gd name="csY4" fmla="*/ 58 h 24202"/>
                <a:gd name="csX5" fmla="*/ 8249 w 19717"/>
                <a:gd name="csY5" fmla="*/ 1893 h 24202"/>
                <a:gd name="csX6" fmla="*/ 15615 w 19717"/>
                <a:gd name="csY6" fmla="*/ 24061 h 24202"/>
                <a:gd name="csX7" fmla="*/ 15552 w 19717"/>
                <a:gd name="csY7" fmla="*/ 23953 h 2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17" h="24202">
                  <a:moveTo>
                    <a:pt x="15552" y="23953"/>
                  </a:moveTo>
                  <a:cubicBezTo>
                    <a:pt x="18853" y="24715"/>
                    <a:pt x="19933" y="20498"/>
                    <a:pt x="19615" y="21038"/>
                  </a:cubicBezTo>
                  <a:cubicBezTo>
                    <a:pt x="20504" y="17253"/>
                    <a:pt x="15298" y="15412"/>
                    <a:pt x="15932" y="15952"/>
                  </a:cubicBezTo>
                  <a:cubicBezTo>
                    <a:pt x="10979" y="13901"/>
                    <a:pt x="18536" y="2655"/>
                    <a:pt x="18345" y="3303"/>
                  </a:cubicBezTo>
                  <a:cubicBezTo>
                    <a:pt x="20060" y="-374"/>
                    <a:pt x="13710" y="-50"/>
                    <a:pt x="14345" y="58"/>
                  </a:cubicBezTo>
                  <a:cubicBezTo>
                    <a:pt x="12503" y="58"/>
                    <a:pt x="9773" y="813"/>
                    <a:pt x="8249" y="1893"/>
                  </a:cubicBezTo>
                  <a:cubicBezTo>
                    <a:pt x="-14801" y="23197"/>
                    <a:pt x="18028" y="24823"/>
                    <a:pt x="15615" y="24061"/>
                  </a:cubicBezTo>
                  <a:lnTo>
                    <a:pt x="15552" y="239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0024D0D4-15BA-3A49-F23E-CEBB37CA00DC}"/>
                </a:ext>
              </a:extLst>
            </p:cNvPr>
            <p:cNvSpPr/>
            <p:nvPr/>
          </p:nvSpPr>
          <p:spPr>
            <a:xfrm>
              <a:off x="9688961" y="5257865"/>
              <a:ext cx="10578" cy="9591"/>
            </a:xfrm>
            <a:custGeom>
              <a:avLst/>
              <a:gdLst>
                <a:gd name="csX0" fmla="*/ 11608 w 12199"/>
                <a:gd name="csY0" fmla="*/ 4356 h 11061"/>
                <a:gd name="csX1" fmla="*/ 5131 w 12199"/>
                <a:gd name="csY1" fmla="*/ 11056 h 11061"/>
                <a:gd name="csX2" fmla="*/ 11608 w 12199"/>
                <a:gd name="csY2" fmla="*/ 4356 h 1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199" h="11061">
                  <a:moveTo>
                    <a:pt x="11608" y="4356"/>
                  </a:moveTo>
                  <a:cubicBezTo>
                    <a:pt x="10909" y="5543"/>
                    <a:pt x="9767" y="11271"/>
                    <a:pt x="5131" y="11056"/>
                  </a:cubicBezTo>
                  <a:cubicBezTo>
                    <a:pt x="-10998" y="5867"/>
                    <a:pt x="16497" y="-6566"/>
                    <a:pt x="11608" y="4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9CA77181-4BAC-762B-07FA-40A62CD2B568}"/>
                </a:ext>
              </a:extLst>
            </p:cNvPr>
            <p:cNvSpPr/>
            <p:nvPr/>
          </p:nvSpPr>
          <p:spPr>
            <a:xfrm>
              <a:off x="9690521" y="5241081"/>
              <a:ext cx="8941" cy="10371"/>
            </a:xfrm>
            <a:custGeom>
              <a:avLst/>
              <a:gdLst>
                <a:gd name="csX0" fmla="*/ 3903 w 10311"/>
                <a:gd name="csY0" fmla="*/ 998 h 11960"/>
                <a:gd name="csX1" fmla="*/ 1363 w 10311"/>
                <a:gd name="csY1" fmla="*/ 9215 h 11960"/>
                <a:gd name="csX2" fmla="*/ 4538 w 10311"/>
                <a:gd name="csY2" fmla="*/ 11380 h 11960"/>
                <a:gd name="csX3" fmla="*/ 9618 w 10311"/>
                <a:gd name="csY3" fmla="*/ 9761 h 11960"/>
                <a:gd name="csX4" fmla="*/ 3776 w 10311"/>
                <a:gd name="csY4" fmla="*/ 890 h 11960"/>
                <a:gd name="csX5" fmla="*/ 3903 w 10311"/>
                <a:gd name="csY5" fmla="*/ 998 h 119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11" h="11960">
                  <a:moveTo>
                    <a:pt x="3903" y="998"/>
                  </a:moveTo>
                  <a:cubicBezTo>
                    <a:pt x="3014" y="2408"/>
                    <a:pt x="-2511" y="6516"/>
                    <a:pt x="1363" y="9215"/>
                  </a:cubicBezTo>
                  <a:lnTo>
                    <a:pt x="4538" y="11380"/>
                  </a:lnTo>
                  <a:cubicBezTo>
                    <a:pt x="7585" y="13438"/>
                    <a:pt x="10253" y="9329"/>
                    <a:pt x="9618" y="9761"/>
                  </a:cubicBezTo>
                  <a:cubicBezTo>
                    <a:pt x="12221" y="5868"/>
                    <a:pt x="6887" y="-2787"/>
                    <a:pt x="3776" y="890"/>
                  </a:cubicBezTo>
                  <a:lnTo>
                    <a:pt x="3903" y="9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9FF2B868-040C-4E42-C197-86549519FB6C}"/>
                </a:ext>
              </a:extLst>
            </p:cNvPr>
            <p:cNvSpPr/>
            <p:nvPr/>
          </p:nvSpPr>
          <p:spPr>
            <a:xfrm>
              <a:off x="9595733" y="5456298"/>
              <a:ext cx="19148" cy="11278"/>
            </a:xfrm>
            <a:custGeom>
              <a:avLst/>
              <a:gdLst>
                <a:gd name="csX0" fmla="*/ 20000 w 22083"/>
                <a:gd name="csY0" fmla="*/ 1 h 13007"/>
                <a:gd name="csX1" fmla="*/ 1268 w 22083"/>
                <a:gd name="csY1" fmla="*/ 3678 h 13007"/>
                <a:gd name="csX2" fmla="*/ 2601 w 22083"/>
                <a:gd name="csY2" fmla="*/ 12435 h 13007"/>
                <a:gd name="csX3" fmla="*/ 15999 w 22083"/>
                <a:gd name="csY3" fmla="*/ 10491 h 13007"/>
                <a:gd name="csX4" fmla="*/ 20127 w 22083"/>
                <a:gd name="csY4" fmla="*/ 1 h 13007"/>
                <a:gd name="csX5" fmla="*/ 20000 w 22083"/>
                <a:gd name="csY5" fmla="*/ 1 h 1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83" h="13007">
                  <a:moveTo>
                    <a:pt x="20000" y="1"/>
                  </a:moveTo>
                  <a:cubicBezTo>
                    <a:pt x="5585" y="325"/>
                    <a:pt x="2284" y="-539"/>
                    <a:pt x="1268" y="3678"/>
                  </a:cubicBezTo>
                  <a:cubicBezTo>
                    <a:pt x="1204" y="5837"/>
                    <a:pt x="-2289" y="12111"/>
                    <a:pt x="2601" y="12435"/>
                  </a:cubicBezTo>
                  <a:cubicBezTo>
                    <a:pt x="7047" y="12327"/>
                    <a:pt x="13079" y="14708"/>
                    <a:pt x="15999" y="10491"/>
                  </a:cubicBezTo>
                  <a:cubicBezTo>
                    <a:pt x="18285" y="6599"/>
                    <a:pt x="25524" y="-107"/>
                    <a:pt x="20127" y="1"/>
                  </a:cubicBezTo>
                  <a:lnTo>
                    <a:pt x="20000" y="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EE06E8D-4B84-27B8-DDE7-81CC476432B9}"/>
                </a:ext>
              </a:extLst>
            </p:cNvPr>
            <p:cNvSpPr/>
            <p:nvPr/>
          </p:nvSpPr>
          <p:spPr>
            <a:xfrm>
              <a:off x="8759425" y="5759597"/>
              <a:ext cx="8718" cy="19222"/>
            </a:xfrm>
            <a:custGeom>
              <a:avLst/>
              <a:gdLst>
                <a:gd name="csX0" fmla="*/ 9191 w 10054"/>
                <a:gd name="csY0" fmla="*/ 8147 h 22168"/>
                <a:gd name="csX1" fmla="*/ 7795 w 10054"/>
                <a:gd name="csY1" fmla="*/ 20802 h 22168"/>
                <a:gd name="csX2" fmla="*/ 5064 w 10054"/>
                <a:gd name="csY2" fmla="*/ 21018 h 22168"/>
                <a:gd name="csX3" fmla="*/ 4620 w 10054"/>
                <a:gd name="csY3" fmla="*/ 686 h 22168"/>
                <a:gd name="csX4" fmla="*/ 9064 w 10054"/>
                <a:gd name="csY4" fmla="*/ 8147 h 22168"/>
                <a:gd name="csX5" fmla="*/ 9191 w 10054"/>
                <a:gd name="csY5" fmla="*/ 8147 h 22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4" h="22168">
                  <a:moveTo>
                    <a:pt x="9191" y="8147"/>
                  </a:moveTo>
                  <a:cubicBezTo>
                    <a:pt x="11795" y="12585"/>
                    <a:pt x="7667" y="21342"/>
                    <a:pt x="7795" y="20802"/>
                  </a:cubicBezTo>
                  <a:cubicBezTo>
                    <a:pt x="7223" y="22530"/>
                    <a:pt x="6016" y="22637"/>
                    <a:pt x="5064" y="21018"/>
                  </a:cubicBezTo>
                  <a:cubicBezTo>
                    <a:pt x="-5223" y="2419"/>
                    <a:pt x="3096" y="-1905"/>
                    <a:pt x="4620" y="686"/>
                  </a:cubicBezTo>
                  <a:lnTo>
                    <a:pt x="9064" y="8147"/>
                  </a:lnTo>
                  <a:lnTo>
                    <a:pt x="9191" y="81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150EBEBB-007D-4E7A-BB91-61468269CF8B}"/>
                </a:ext>
              </a:extLst>
            </p:cNvPr>
            <p:cNvSpPr/>
            <p:nvPr/>
          </p:nvSpPr>
          <p:spPr>
            <a:xfrm>
              <a:off x="9512091" y="6109327"/>
              <a:ext cx="46663" cy="20328"/>
            </a:xfrm>
            <a:custGeom>
              <a:avLst/>
              <a:gdLst>
                <a:gd name="csX0" fmla="*/ 32896 w 53815"/>
                <a:gd name="csY0" fmla="*/ 166 h 23444"/>
                <a:gd name="csX1" fmla="*/ 41977 w 53815"/>
                <a:gd name="csY1" fmla="*/ 6116 h 23444"/>
                <a:gd name="csX2" fmla="*/ 46676 w 53815"/>
                <a:gd name="csY2" fmla="*/ 6548 h 23444"/>
                <a:gd name="csX3" fmla="*/ 53280 w 53815"/>
                <a:gd name="csY3" fmla="*/ 12929 h 23444"/>
                <a:gd name="csX4" fmla="*/ 36897 w 53815"/>
                <a:gd name="csY4" fmla="*/ 19311 h 23444"/>
                <a:gd name="csX5" fmla="*/ 36262 w 53815"/>
                <a:gd name="csY5" fmla="*/ 20498 h 23444"/>
                <a:gd name="csX6" fmla="*/ 2162 w 53815"/>
                <a:gd name="csY6" fmla="*/ 17578 h 23444"/>
                <a:gd name="csX7" fmla="*/ 2162 w 53815"/>
                <a:gd name="csY7" fmla="*/ 8173 h 23444"/>
                <a:gd name="csX8" fmla="*/ 32770 w 53815"/>
                <a:gd name="csY8" fmla="*/ 166 h 23444"/>
                <a:gd name="csX9" fmla="*/ 32896 w 53815"/>
                <a:gd name="csY9" fmla="*/ 166 h 2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3815" h="23444">
                  <a:moveTo>
                    <a:pt x="32896" y="166"/>
                  </a:moveTo>
                  <a:cubicBezTo>
                    <a:pt x="37659" y="-1130"/>
                    <a:pt x="36897" y="5576"/>
                    <a:pt x="41977" y="6116"/>
                  </a:cubicBezTo>
                  <a:lnTo>
                    <a:pt x="46676" y="6548"/>
                  </a:lnTo>
                  <a:cubicBezTo>
                    <a:pt x="50994" y="6979"/>
                    <a:pt x="53788" y="13577"/>
                    <a:pt x="53280" y="12929"/>
                  </a:cubicBezTo>
                  <a:cubicBezTo>
                    <a:pt x="56963" y="19851"/>
                    <a:pt x="40580" y="12281"/>
                    <a:pt x="36897" y="19311"/>
                  </a:cubicBezTo>
                  <a:lnTo>
                    <a:pt x="36262" y="20498"/>
                  </a:lnTo>
                  <a:cubicBezTo>
                    <a:pt x="33023" y="26664"/>
                    <a:pt x="3814" y="21902"/>
                    <a:pt x="2162" y="17578"/>
                  </a:cubicBezTo>
                  <a:cubicBezTo>
                    <a:pt x="1718" y="15634"/>
                    <a:pt x="-2473" y="9468"/>
                    <a:pt x="2162" y="8173"/>
                  </a:cubicBezTo>
                  <a:lnTo>
                    <a:pt x="32770" y="166"/>
                  </a:lnTo>
                  <a:lnTo>
                    <a:pt x="32896" y="1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62A6BF0B-8EF1-B7BB-598F-376A6CF54F4F}"/>
                </a:ext>
              </a:extLst>
            </p:cNvPr>
            <p:cNvSpPr/>
            <p:nvPr/>
          </p:nvSpPr>
          <p:spPr>
            <a:xfrm>
              <a:off x="10231113" y="6944097"/>
              <a:ext cx="10762" cy="19564"/>
            </a:xfrm>
            <a:custGeom>
              <a:avLst/>
              <a:gdLst>
                <a:gd name="csX0" fmla="*/ 6375 w 12411"/>
                <a:gd name="csY0" fmla="*/ 195 h 22563"/>
                <a:gd name="csX1" fmla="*/ 12344 w 12411"/>
                <a:gd name="csY1" fmla="*/ 3433 h 22563"/>
                <a:gd name="csX2" fmla="*/ 6058 w 12411"/>
                <a:gd name="csY2" fmla="*/ 22483 h 22563"/>
                <a:gd name="csX3" fmla="*/ 88 w 12411"/>
                <a:gd name="csY3" fmla="*/ 17848 h 22563"/>
                <a:gd name="csX4" fmla="*/ 6248 w 12411"/>
                <a:gd name="csY4" fmla="*/ 195 h 22563"/>
                <a:gd name="csX5" fmla="*/ 6375 w 12411"/>
                <a:gd name="csY5" fmla="*/ 195 h 22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11" h="22563">
                  <a:moveTo>
                    <a:pt x="6375" y="195"/>
                  </a:moveTo>
                  <a:cubicBezTo>
                    <a:pt x="7137" y="322"/>
                    <a:pt x="13106" y="-1392"/>
                    <a:pt x="12344" y="3433"/>
                  </a:cubicBezTo>
                  <a:cubicBezTo>
                    <a:pt x="10185" y="18673"/>
                    <a:pt x="10375" y="23246"/>
                    <a:pt x="6058" y="22483"/>
                  </a:cubicBezTo>
                  <a:cubicBezTo>
                    <a:pt x="5296" y="22166"/>
                    <a:pt x="-801" y="22610"/>
                    <a:pt x="88" y="17848"/>
                  </a:cubicBezTo>
                  <a:cubicBezTo>
                    <a:pt x="88" y="17848"/>
                    <a:pt x="2057" y="449"/>
                    <a:pt x="6248" y="195"/>
                  </a:cubicBezTo>
                  <a:lnTo>
                    <a:pt x="6375" y="19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37358E5-B47D-0104-B97F-9FFDB4022BA4}"/>
                </a:ext>
              </a:extLst>
            </p:cNvPr>
            <p:cNvSpPr/>
            <p:nvPr/>
          </p:nvSpPr>
          <p:spPr>
            <a:xfrm>
              <a:off x="9670064" y="5659491"/>
              <a:ext cx="115903" cy="115049"/>
            </a:xfrm>
            <a:custGeom>
              <a:avLst/>
              <a:gdLst>
                <a:gd name="csX0" fmla="*/ 133668 w 133667"/>
                <a:gd name="csY0" fmla="*/ 0 h 132682"/>
                <a:gd name="csX1" fmla="*/ 0 w 133667"/>
                <a:gd name="csY1" fmla="*/ 0 h 132682"/>
                <a:gd name="csX2" fmla="*/ 0 w 133667"/>
                <a:gd name="csY2" fmla="*/ 132683 h 132682"/>
                <a:gd name="csX3" fmla="*/ 133668 w 133667"/>
                <a:gd name="csY3" fmla="*/ 132683 h 132682"/>
                <a:gd name="csX4" fmla="*/ 133668 w 133667"/>
                <a:gd name="csY4" fmla="*/ 0 h 132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667" h="132682">
                  <a:moveTo>
                    <a:pt x="133668" y="0"/>
                  </a:moveTo>
                  <a:lnTo>
                    <a:pt x="0" y="0"/>
                  </a:lnTo>
                  <a:lnTo>
                    <a:pt x="0" y="132683"/>
                  </a:lnTo>
                  <a:lnTo>
                    <a:pt x="133668" y="132683"/>
                  </a:lnTo>
                  <a:lnTo>
                    <a:pt x="13366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034A4382-250E-959A-DD92-9C3B2302B574}"/>
                </a:ext>
              </a:extLst>
            </p:cNvPr>
            <p:cNvSpPr/>
            <p:nvPr/>
          </p:nvSpPr>
          <p:spPr>
            <a:xfrm>
              <a:off x="2979949" y="4572100"/>
              <a:ext cx="19584" cy="11324"/>
            </a:xfrm>
            <a:custGeom>
              <a:avLst/>
              <a:gdLst>
                <a:gd name="csX0" fmla="*/ 2686 w 22586"/>
                <a:gd name="csY0" fmla="*/ 10467 h 13060"/>
                <a:gd name="csX1" fmla="*/ 16542 w 22586"/>
                <a:gd name="csY1" fmla="*/ 11979 h 13060"/>
                <a:gd name="csX2" fmla="*/ 22060 w 22586"/>
                <a:gd name="csY2" fmla="*/ 4517 h 13060"/>
                <a:gd name="csX3" fmla="*/ 16218 w 22586"/>
                <a:gd name="csY3" fmla="*/ 841 h 13060"/>
                <a:gd name="csX4" fmla="*/ 8318 w 22586"/>
                <a:gd name="csY4" fmla="*/ 3978 h 13060"/>
                <a:gd name="csX5" fmla="*/ 89 w 22586"/>
                <a:gd name="csY5" fmla="*/ 5279 h 13060"/>
                <a:gd name="csX6" fmla="*/ 89 w 22586"/>
                <a:gd name="csY6" fmla="*/ 6251 h 13060"/>
                <a:gd name="csX7" fmla="*/ 2686 w 22586"/>
                <a:gd name="csY7" fmla="*/ 10467 h 13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586" h="13060">
                  <a:moveTo>
                    <a:pt x="2686" y="10467"/>
                  </a:moveTo>
                  <a:cubicBezTo>
                    <a:pt x="7017" y="11331"/>
                    <a:pt x="12103" y="14792"/>
                    <a:pt x="16542" y="11979"/>
                  </a:cubicBezTo>
                  <a:cubicBezTo>
                    <a:pt x="18059" y="10575"/>
                    <a:pt x="24441" y="8632"/>
                    <a:pt x="22060" y="4517"/>
                  </a:cubicBezTo>
                  <a:cubicBezTo>
                    <a:pt x="21520" y="3870"/>
                    <a:pt x="19571" y="-2182"/>
                    <a:pt x="16218" y="841"/>
                  </a:cubicBezTo>
                  <a:cubicBezTo>
                    <a:pt x="15570" y="1279"/>
                    <a:pt x="12643" y="5171"/>
                    <a:pt x="8318" y="3978"/>
                  </a:cubicBezTo>
                  <a:cubicBezTo>
                    <a:pt x="8318" y="3978"/>
                    <a:pt x="845" y="625"/>
                    <a:pt x="89" y="5279"/>
                  </a:cubicBezTo>
                  <a:lnTo>
                    <a:pt x="89" y="6251"/>
                  </a:lnTo>
                  <a:cubicBezTo>
                    <a:pt x="-343" y="8086"/>
                    <a:pt x="845" y="9928"/>
                    <a:pt x="2686" y="10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F895A6E9-E543-466A-5E7C-C0697792393E}"/>
                </a:ext>
              </a:extLst>
            </p:cNvPr>
            <p:cNvSpPr/>
            <p:nvPr/>
          </p:nvSpPr>
          <p:spPr>
            <a:xfrm>
              <a:off x="2794564" y="4525370"/>
              <a:ext cx="8714" cy="9495"/>
            </a:xfrm>
            <a:custGeom>
              <a:avLst/>
              <a:gdLst>
                <a:gd name="csX0" fmla="*/ 3912 w 10050"/>
                <a:gd name="csY0" fmla="*/ 669 h 10950"/>
                <a:gd name="csX1" fmla="*/ 553 w 10050"/>
                <a:gd name="csY1" fmla="*/ 1748 h 10950"/>
                <a:gd name="csX2" fmla="*/ 121 w 10050"/>
                <a:gd name="csY2" fmla="*/ 3475 h 10950"/>
                <a:gd name="csX3" fmla="*/ 1855 w 10050"/>
                <a:gd name="csY3" fmla="*/ 8886 h 10950"/>
                <a:gd name="csX4" fmla="*/ 2826 w 10050"/>
                <a:gd name="csY4" fmla="*/ 9857 h 10950"/>
                <a:gd name="csX5" fmla="*/ 8891 w 10050"/>
                <a:gd name="csY5" fmla="*/ 9209 h 10950"/>
                <a:gd name="csX6" fmla="*/ 4020 w 10050"/>
                <a:gd name="csY6" fmla="*/ 669 h 10950"/>
                <a:gd name="csX7" fmla="*/ 3912 w 10050"/>
                <a:gd name="csY7" fmla="*/ 669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50" h="10950">
                  <a:moveTo>
                    <a:pt x="3912" y="669"/>
                  </a:moveTo>
                  <a:cubicBezTo>
                    <a:pt x="2502" y="-525"/>
                    <a:pt x="991" y="-93"/>
                    <a:pt x="553" y="1748"/>
                  </a:cubicBezTo>
                  <a:lnTo>
                    <a:pt x="121" y="3475"/>
                  </a:lnTo>
                  <a:cubicBezTo>
                    <a:pt x="-311" y="5209"/>
                    <a:pt x="445" y="7698"/>
                    <a:pt x="1855" y="8886"/>
                  </a:cubicBezTo>
                  <a:lnTo>
                    <a:pt x="2826" y="9857"/>
                  </a:lnTo>
                  <a:cubicBezTo>
                    <a:pt x="5862" y="12562"/>
                    <a:pt x="8243" y="9425"/>
                    <a:pt x="8891" y="9209"/>
                  </a:cubicBezTo>
                  <a:cubicBezTo>
                    <a:pt x="12789" y="6072"/>
                    <a:pt x="5754" y="2720"/>
                    <a:pt x="4020" y="669"/>
                  </a:cubicBezTo>
                  <a:lnTo>
                    <a:pt x="3912" y="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5D366E54-6D18-FF34-59BF-0E9E53DDAFC5}"/>
                </a:ext>
              </a:extLst>
            </p:cNvPr>
            <p:cNvSpPr/>
            <p:nvPr/>
          </p:nvSpPr>
          <p:spPr>
            <a:xfrm>
              <a:off x="2944544" y="4577329"/>
              <a:ext cx="10770" cy="8071"/>
            </a:xfrm>
            <a:custGeom>
              <a:avLst/>
              <a:gdLst>
                <a:gd name="csX0" fmla="*/ 1640 w 12421"/>
                <a:gd name="csY0" fmla="*/ 5409 h 9308"/>
                <a:gd name="csX1" fmla="*/ 4885 w 12421"/>
                <a:gd name="csY1" fmla="*/ 8114 h 9308"/>
                <a:gd name="csX2" fmla="*/ 10295 w 12421"/>
                <a:gd name="csY2" fmla="*/ 8978 h 9308"/>
                <a:gd name="csX3" fmla="*/ 12029 w 12421"/>
                <a:gd name="csY3" fmla="*/ 3358 h 9308"/>
                <a:gd name="csX4" fmla="*/ 1640 w 12421"/>
                <a:gd name="csY4" fmla="*/ 5409 h 9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21" h="9308">
                  <a:moveTo>
                    <a:pt x="1640" y="5409"/>
                  </a:moveTo>
                  <a:lnTo>
                    <a:pt x="4885" y="8114"/>
                  </a:lnTo>
                  <a:cubicBezTo>
                    <a:pt x="6288" y="9302"/>
                    <a:pt x="8784" y="9632"/>
                    <a:pt x="10295" y="8978"/>
                  </a:cubicBezTo>
                  <a:cubicBezTo>
                    <a:pt x="13654" y="7467"/>
                    <a:pt x="12029" y="4006"/>
                    <a:pt x="12029" y="3358"/>
                  </a:cubicBezTo>
                  <a:cubicBezTo>
                    <a:pt x="10403" y="-2484"/>
                    <a:pt x="-4964" y="5"/>
                    <a:pt x="1640" y="54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C6A1A2BA-17F0-668A-CC2E-2AAB43D053D7}"/>
                </a:ext>
              </a:extLst>
            </p:cNvPr>
            <p:cNvSpPr/>
            <p:nvPr/>
          </p:nvSpPr>
          <p:spPr>
            <a:xfrm>
              <a:off x="2691997" y="4541465"/>
              <a:ext cx="438478" cy="356455"/>
            </a:xfrm>
            <a:custGeom>
              <a:avLst/>
              <a:gdLst>
                <a:gd name="csX0" fmla="*/ 456108 w 505682"/>
                <a:gd name="csY0" fmla="*/ 220011 h 411088"/>
                <a:gd name="csX1" fmla="*/ 451885 w 505682"/>
                <a:gd name="csY1" fmla="*/ 208765 h 411088"/>
                <a:gd name="csX2" fmla="*/ 460007 w 505682"/>
                <a:gd name="csY2" fmla="*/ 200974 h 411088"/>
                <a:gd name="csX3" fmla="*/ 479704 w 505682"/>
                <a:gd name="csY3" fmla="*/ 199138 h 411088"/>
                <a:gd name="csX4" fmla="*/ 494100 w 505682"/>
                <a:gd name="csY4" fmla="*/ 181943 h 411088"/>
                <a:gd name="csX5" fmla="*/ 475698 w 505682"/>
                <a:gd name="csY5" fmla="*/ 167991 h 411088"/>
                <a:gd name="csX6" fmla="*/ 505682 w 505682"/>
                <a:gd name="csY6" fmla="*/ 141715 h 411088"/>
                <a:gd name="csX7" fmla="*/ 483165 w 505682"/>
                <a:gd name="csY7" fmla="*/ 133066 h 411088"/>
                <a:gd name="csX8" fmla="*/ 476021 w 505682"/>
                <a:gd name="csY8" fmla="*/ 136959 h 411088"/>
                <a:gd name="csX9" fmla="*/ 468338 w 505682"/>
                <a:gd name="csY9" fmla="*/ 131333 h 411088"/>
                <a:gd name="csX10" fmla="*/ 467798 w 505682"/>
                <a:gd name="csY10" fmla="*/ 111115 h 411088"/>
                <a:gd name="csX11" fmla="*/ 456324 w 505682"/>
                <a:gd name="csY11" fmla="*/ 96192 h 411088"/>
                <a:gd name="csX12" fmla="*/ 436950 w 505682"/>
                <a:gd name="csY12" fmla="*/ 88083 h 411088"/>
                <a:gd name="csX13" fmla="*/ 434029 w 505682"/>
                <a:gd name="csY13" fmla="*/ 90782 h 411088"/>
                <a:gd name="csX14" fmla="*/ 430670 w 505682"/>
                <a:gd name="csY14" fmla="*/ 90350 h 411088"/>
                <a:gd name="csX15" fmla="*/ 417144 w 505682"/>
                <a:gd name="csY15" fmla="*/ 82889 h 411088"/>
                <a:gd name="csX16" fmla="*/ 410648 w 505682"/>
                <a:gd name="csY16" fmla="*/ 84298 h 411088"/>
                <a:gd name="csX17" fmla="*/ 406210 w 505682"/>
                <a:gd name="csY17" fmla="*/ 83752 h 411088"/>
                <a:gd name="csX18" fmla="*/ 394195 w 505682"/>
                <a:gd name="csY18" fmla="*/ 61801 h 411088"/>
                <a:gd name="csX19" fmla="*/ 408051 w 505682"/>
                <a:gd name="csY19" fmla="*/ 62239 h 411088"/>
                <a:gd name="csX20" fmla="*/ 421799 w 505682"/>
                <a:gd name="csY20" fmla="*/ 55209 h 411088"/>
                <a:gd name="csX21" fmla="*/ 397878 w 505682"/>
                <a:gd name="csY21" fmla="*/ 53260 h 411088"/>
                <a:gd name="csX22" fmla="*/ 339642 w 505682"/>
                <a:gd name="csY22" fmla="*/ 54886 h 411088"/>
                <a:gd name="csX23" fmla="*/ 339103 w 505682"/>
                <a:gd name="csY23" fmla="*/ 58778 h 411088"/>
                <a:gd name="csX24" fmla="*/ 344519 w 505682"/>
                <a:gd name="csY24" fmla="*/ 61692 h 411088"/>
                <a:gd name="csX25" fmla="*/ 352527 w 505682"/>
                <a:gd name="csY25" fmla="*/ 62239 h 411088"/>
                <a:gd name="csX26" fmla="*/ 355879 w 505682"/>
                <a:gd name="csY26" fmla="*/ 66131 h 411088"/>
                <a:gd name="csX27" fmla="*/ 352527 w 505682"/>
                <a:gd name="csY27" fmla="*/ 69262 h 411088"/>
                <a:gd name="csX28" fmla="*/ 337153 w 505682"/>
                <a:gd name="csY28" fmla="*/ 68506 h 411088"/>
                <a:gd name="csX29" fmla="*/ 328282 w 505682"/>
                <a:gd name="csY29" fmla="*/ 74240 h 411088"/>
                <a:gd name="csX30" fmla="*/ 319297 w 505682"/>
                <a:gd name="csY30" fmla="*/ 76837 h 411088"/>
                <a:gd name="csX31" fmla="*/ 312153 w 505682"/>
                <a:gd name="csY31" fmla="*/ 80184 h 411088"/>
                <a:gd name="csX32" fmla="*/ 280010 w 505682"/>
                <a:gd name="csY32" fmla="*/ 73593 h 411088"/>
                <a:gd name="csX33" fmla="*/ 269507 w 505682"/>
                <a:gd name="csY33" fmla="*/ 62994 h 411088"/>
                <a:gd name="csX34" fmla="*/ 267672 w 505682"/>
                <a:gd name="csY34" fmla="*/ 59965 h 411088"/>
                <a:gd name="csX35" fmla="*/ 243751 w 505682"/>
                <a:gd name="csY35" fmla="*/ 58346 h 411088"/>
                <a:gd name="csX36" fmla="*/ 197098 w 505682"/>
                <a:gd name="csY36" fmla="*/ 62454 h 411088"/>
                <a:gd name="csX37" fmla="*/ 191364 w 505682"/>
                <a:gd name="csY37" fmla="*/ 60397 h 411088"/>
                <a:gd name="csX38" fmla="*/ 187573 w 505682"/>
                <a:gd name="csY38" fmla="*/ 56613 h 411088"/>
                <a:gd name="csX39" fmla="*/ 187357 w 505682"/>
                <a:gd name="csY39" fmla="*/ 46014 h 411088"/>
                <a:gd name="csX40" fmla="*/ 179673 w 505682"/>
                <a:gd name="csY40" fmla="*/ 35848 h 411088"/>
                <a:gd name="csX41" fmla="*/ 162681 w 505682"/>
                <a:gd name="csY41" fmla="*/ 27523 h 411088"/>
                <a:gd name="csX42" fmla="*/ 136055 w 505682"/>
                <a:gd name="csY42" fmla="*/ 23847 h 411088"/>
                <a:gd name="csX43" fmla="*/ 121444 w 505682"/>
                <a:gd name="csY43" fmla="*/ 599 h 411088"/>
                <a:gd name="csX44" fmla="*/ 112459 w 505682"/>
                <a:gd name="csY44" fmla="*/ 9572 h 411088"/>
                <a:gd name="csX45" fmla="*/ 118085 w 505682"/>
                <a:gd name="csY45" fmla="*/ 20170 h 411088"/>
                <a:gd name="csX46" fmla="*/ 127718 w 505682"/>
                <a:gd name="csY46" fmla="*/ 22875 h 411088"/>
                <a:gd name="csX47" fmla="*/ 128372 w 505682"/>
                <a:gd name="csY47" fmla="*/ 31200 h 411088"/>
                <a:gd name="csX48" fmla="*/ 112890 w 505682"/>
                <a:gd name="csY48" fmla="*/ 32171 h 411088"/>
                <a:gd name="csX49" fmla="*/ 67215 w 505682"/>
                <a:gd name="csY49" fmla="*/ 50015 h 411088"/>
                <a:gd name="csX50" fmla="*/ 69488 w 505682"/>
                <a:gd name="csY50" fmla="*/ 66563 h 411088"/>
                <a:gd name="csX51" fmla="*/ 82150 w 505682"/>
                <a:gd name="csY51" fmla="*/ 91328 h 411088"/>
                <a:gd name="csX52" fmla="*/ 80099 w 505682"/>
                <a:gd name="csY52" fmla="*/ 107870 h 411088"/>
                <a:gd name="csX53" fmla="*/ 70028 w 505682"/>
                <a:gd name="csY53" fmla="*/ 115439 h 411088"/>
                <a:gd name="csX54" fmla="*/ 57042 w 505682"/>
                <a:gd name="csY54" fmla="*/ 111546 h 411088"/>
                <a:gd name="csX55" fmla="*/ 54877 w 505682"/>
                <a:gd name="csY55" fmla="*/ 102790 h 411088"/>
                <a:gd name="csX56" fmla="*/ 44488 w 505682"/>
                <a:gd name="csY56" fmla="*/ 85486 h 411088"/>
                <a:gd name="csX57" fmla="*/ 58338 w 505682"/>
                <a:gd name="csY57" fmla="*/ 59102 h 411088"/>
                <a:gd name="csX58" fmla="*/ 56826 w 505682"/>
                <a:gd name="csY58" fmla="*/ 45043 h 411088"/>
                <a:gd name="csX59" fmla="*/ 56718 w 505682"/>
                <a:gd name="csY59" fmla="*/ 26660 h 411088"/>
                <a:gd name="csX60" fmla="*/ 61805 w 505682"/>
                <a:gd name="csY60" fmla="*/ 21688 h 411088"/>
                <a:gd name="csX61" fmla="*/ 71222 w 505682"/>
                <a:gd name="csY61" fmla="*/ 16385 h 411088"/>
                <a:gd name="csX62" fmla="*/ 78581 w 505682"/>
                <a:gd name="csY62" fmla="*/ 7521 h 411088"/>
                <a:gd name="csX63" fmla="*/ 47301 w 505682"/>
                <a:gd name="csY63" fmla="*/ 13680 h 411088"/>
                <a:gd name="csX64" fmla="*/ 37236 w 505682"/>
                <a:gd name="csY64" fmla="*/ 37150 h 411088"/>
                <a:gd name="csX65" fmla="*/ 28791 w 505682"/>
                <a:gd name="csY65" fmla="*/ 39309 h 411088"/>
                <a:gd name="csX66" fmla="*/ 14072 w 505682"/>
                <a:gd name="csY66" fmla="*/ 63858 h 411088"/>
                <a:gd name="csX67" fmla="*/ 11367 w 505682"/>
                <a:gd name="csY67" fmla="*/ 85270 h 411088"/>
                <a:gd name="csX68" fmla="*/ 0 w 505682"/>
                <a:gd name="csY68" fmla="*/ 114036 h 411088"/>
                <a:gd name="csX69" fmla="*/ 20352 w 505682"/>
                <a:gd name="csY69" fmla="*/ 113280 h 411088"/>
                <a:gd name="csX70" fmla="*/ 23813 w 505682"/>
                <a:gd name="csY70" fmla="*/ 132635 h 411088"/>
                <a:gd name="csX71" fmla="*/ 34423 w 505682"/>
                <a:gd name="csY71" fmla="*/ 140960 h 411088"/>
                <a:gd name="csX72" fmla="*/ 35395 w 505682"/>
                <a:gd name="csY72" fmla="*/ 152206 h 411088"/>
                <a:gd name="csX73" fmla="*/ 31280 w 505682"/>
                <a:gd name="csY73" fmla="*/ 159667 h 411088"/>
                <a:gd name="csX74" fmla="*/ 32690 w 505682"/>
                <a:gd name="csY74" fmla="*/ 177402 h 411088"/>
                <a:gd name="csX75" fmla="*/ 41021 w 505682"/>
                <a:gd name="csY75" fmla="*/ 178482 h 411088"/>
                <a:gd name="csX76" fmla="*/ 48597 w 505682"/>
                <a:gd name="csY76" fmla="*/ 192325 h 411088"/>
                <a:gd name="csX77" fmla="*/ 79121 w 505682"/>
                <a:gd name="csY77" fmla="*/ 194490 h 411088"/>
                <a:gd name="csX78" fmla="*/ 95466 w 505682"/>
                <a:gd name="csY78" fmla="*/ 188217 h 411088"/>
                <a:gd name="csX79" fmla="*/ 111271 w 505682"/>
                <a:gd name="csY79" fmla="*/ 195030 h 411088"/>
                <a:gd name="csX80" fmla="*/ 117005 w 505682"/>
                <a:gd name="csY80" fmla="*/ 192865 h 411088"/>
                <a:gd name="csX81" fmla="*/ 147961 w 505682"/>
                <a:gd name="csY81" fmla="*/ 228983 h 411088"/>
                <a:gd name="csX82" fmla="*/ 159328 w 505682"/>
                <a:gd name="csY82" fmla="*/ 221954 h 411088"/>
                <a:gd name="csX83" fmla="*/ 195910 w 505682"/>
                <a:gd name="csY83" fmla="*/ 223580 h 411088"/>
                <a:gd name="csX84" fmla="*/ 200457 w 505682"/>
                <a:gd name="csY84" fmla="*/ 216658 h 411088"/>
                <a:gd name="csX85" fmla="*/ 214852 w 505682"/>
                <a:gd name="csY85" fmla="*/ 217090 h 411088"/>
                <a:gd name="csX86" fmla="*/ 219831 w 505682"/>
                <a:gd name="csY86" fmla="*/ 229631 h 411088"/>
                <a:gd name="csX87" fmla="*/ 211601 w 505682"/>
                <a:gd name="csY87" fmla="*/ 239042 h 411088"/>
                <a:gd name="csX88" fmla="*/ 212579 w 505682"/>
                <a:gd name="csY88" fmla="*/ 247366 h 411088"/>
                <a:gd name="csX89" fmla="*/ 203270 w 505682"/>
                <a:gd name="csY89" fmla="*/ 256561 h 411088"/>
                <a:gd name="csX90" fmla="*/ 202838 w 505682"/>
                <a:gd name="csY90" fmla="*/ 276024 h 411088"/>
                <a:gd name="csX91" fmla="*/ 211601 w 505682"/>
                <a:gd name="csY91" fmla="*/ 297436 h 411088"/>
                <a:gd name="csX92" fmla="*/ 224377 w 505682"/>
                <a:gd name="csY92" fmla="*/ 310625 h 411088"/>
                <a:gd name="csX93" fmla="*/ 203810 w 505682"/>
                <a:gd name="csY93" fmla="*/ 333339 h 411088"/>
                <a:gd name="csX94" fmla="*/ 217126 w 505682"/>
                <a:gd name="csY94" fmla="*/ 335390 h 411088"/>
                <a:gd name="csX95" fmla="*/ 232277 w 505682"/>
                <a:gd name="csY95" fmla="*/ 338311 h 411088"/>
                <a:gd name="csX96" fmla="*/ 244291 w 505682"/>
                <a:gd name="csY96" fmla="*/ 391950 h 411088"/>
                <a:gd name="csX97" fmla="*/ 259442 w 505682"/>
                <a:gd name="csY97" fmla="*/ 406440 h 411088"/>
                <a:gd name="csX98" fmla="*/ 277082 w 505682"/>
                <a:gd name="csY98" fmla="*/ 391734 h 411088"/>
                <a:gd name="csX99" fmla="*/ 287693 w 505682"/>
                <a:gd name="csY99" fmla="*/ 398979 h 411088"/>
                <a:gd name="csX100" fmla="*/ 286830 w 505682"/>
                <a:gd name="csY100" fmla="*/ 411089 h 411088"/>
                <a:gd name="csX101" fmla="*/ 302952 w 505682"/>
                <a:gd name="csY101" fmla="*/ 409463 h 411088"/>
                <a:gd name="csX102" fmla="*/ 315944 w 505682"/>
                <a:gd name="csY102" fmla="*/ 391296 h 411088"/>
                <a:gd name="csX103" fmla="*/ 325901 w 505682"/>
                <a:gd name="csY103" fmla="*/ 384705 h 411088"/>
                <a:gd name="csX104" fmla="*/ 335210 w 505682"/>
                <a:gd name="csY104" fmla="*/ 386971 h 411088"/>
                <a:gd name="csX105" fmla="*/ 347872 w 505682"/>
                <a:gd name="csY105" fmla="*/ 370861 h 411088"/>
                <a:gd name="csX106" fmla="*/ 370275 w 505682"/>
                <a:gd name="csY106" fmla="*/ 363724 h 411088"/>
                <a:gd name="csX107" fmla="*/ 372116 w 505682"/>
                <a:gd name="csY107" fmla="*/ 351722 h 411088"/>
                <a:gd name="csX108" fmla="*/ 347872 w 505682"/>
                <a:gd name="csY108" fmla="*/ 349557 h 411088"/>
                <a:gd name="csX109" fmla="*/ 350146 w 505682"/>
                <a:gd name="csY109" fmla="*/ 349881 h 411088"/>
                <a:gd name="csX110" fmla="*/ 339865 w 505682"/>
                <a:gd name="csY110" fmla="*/ 336692 h 411088"/>
                <a:gd name="csX111" fmla="*/ 340189 w 505682"/>
                <a:gd name="csY111" fmla="*/ 322525 h 411088"/>
                <a:gd name="csX112" fmla="*/ 315728 w 505682"/>
                <a:gd name="csY112" fmla="*/ 296573 h 411088"/>
                <a:gd name="csX113" fmla="*/ 332937 w 505682"/>
                <a:gd name="csY113" fmla="*/ 292680 h 411088"/>
                <a:gd name="csX114" fmla="*/ 347440 w 505682"/>
                <a:gd name="csY114" fmla="*/ 299595 h 411088"/>
                <a:gd name="csX115" fmla="*/ 355772 w 505682"/>
                <a:gd name="csY115" fmla="*/ 306949 h 411088"/>
                <a:gd name="csX116" fmla="*/ 373634 w 505682"/>
                <a:gd name="csY116" fmla="*/ 305545 h 411088"/>
                <a:gd name="csX117" fmla="*/ 388461 w 505682"/>
                <a:gd name="csY117" fmla="*/ 320360 h 411088"/>
                <a:gd name="csX118" fmla="*/ 400152 w 505682"/>
                <a:gd name="csY118" fmla="*/ 315820 h 411088"/>
                <a:gd name="csX119" fmla="*/ 400476 w 505682"/>
                <a:gd name="csY119" fmla="*/ 302517 h 411088"/>
                <a:gd name="csX120" fmla="*/ 414547 w 505682"/>
                <a:gd name="csY120" fmla="*/ 295487 h 411088"/>
                <a:gd name="csX121" fmla="*/ 423526 w 505682"/>
                <a:gd name="csY121" fmla="*/ 299056 h 411088"/>
                <a:gd name="csX122" fmla="*/ 439979 w 505682"/>
                <a:gd name="csY122" fmla="*/ 294191 h 411088"/>
                <a:gd name="csX123" fmla="*/ 443878 w 505682"/>
                <a:gd name="csY123" fmla="*/ 285759 h 411088"/>
                <a:gd name="csX124" fmla="*/ 460654 w 505682"/>
                <a:gd name="csY124" fmla="*/ 285435 h 411088"/>
                <a:gd name="csX125" fmla="*/ 475698 w 505682"/>
                <a:gd name="csY125" fmla="*/ 269750 h 411088"/>
                <a:gd name="csX126" fmla="*/ 471913 w 505682"/>
                <a:gd name="csY126" fmla="*/ 259806 h 411088"/>
                <a:gd name="csX127" fmla="*/ 446151 w 505682"/>
                <a:gd name="csY127" fmla="*/ 231581 h 411088"/>
                <a:gd name="csX128" fmla="*/ 456755 w 505682"/>
                <a:gd name="csY128" fmla="*/ 219357 h 411088"/>
                <a:gd name="csX129" fmla="*/ 456108 w 505682"/>
                <a:gd name="csY129" fmla="*/ 220011 h 41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505682" h="411088">
                  <a:moveTo>
                    <a:pt x="456108" y="220011"/>
                  </a:moveTo>
                  <a:lnTo>
                    <a:pt x="451885" y="208765"/>
                  </a:lnTo>
                  <a:lnTo>
                    <a:pt x="460007" y="200974"/>
                  </a:lnTo>
                  <a:lnTo>
                    <a:pt x="479704" y="199138"/>
                  </a:lnTo>
                  <a:lnTo>
                    <a:pt x="494100" y="181943"/>
                  </a:lnTo>
                  <a:lnTo>
                    <a:pt x="475698" y="167991"/>
                  </a:lnTo>
                  <a:lnTo>
                    <a:pt x="505682" y="141715"/>
                  </a:lnTo>
                  <a:cubicBezTo>
                    <a:pt x="486956" y="131009"/>
                    <a:pt x="485439" y="130146"/>
                    <a:pt x="483165" y="133066"/>
                  </a:cubicBezTo>
                  <a:cubicBezTo>
                    <a:pt x="482517" y="133606"/>
                    <a:pt x="480244" y="138254"/>
                    <a:pt x="476021" y="136959"/>
                  </a:cubicBezTo>
                  <a:cubicBezTo>
                    <a:pt x="474294" y="136096"/>
                    <a:pt x="468014" y="135988"/>
                    <a:pt x="468338" y="131333"/>
                  </a:cubicBezTo>
                  <a:cubicBezTo>
                    <a:pt x="469309" y="118900"/>
                    <a:pt x="470288" y="114899"/>
                    <a:pt x="467798" y="111115"/>
                  </a:cubicBezTo>
                  <a:cubicBezTo>
                    <a:pt x="461842" y="102028"/>
                    <a:pt x="460223" y="98465"/>
                    <a:pt x="456324" y="96192"/>
                  </a:cubicBezTo>
                  <a:cubicBezTo>
                    <a:pt x="441280" y="87651"/>
                    <a:pt x="436410" y="83752"/>
                    <a:pt x="436950" y="88083"/>
                  </a:cubicBezTo>
                  <a:cubicBezTo>
                    <a:pt x="437166" y="89811"/>
                    <a:pt x="435870" y="90998"/>
                    <a:pt x="434029" y="90782"/>
                  </a:cubicBezTo>
                  <a:lnTo>
                    <a:pt x="430670" y="90350"/>
                  </a:lnTo>
                  <a:cubicBezTo>
                    <a:pt x="425476" y="89811"/>
                    <a:pt x="416604" y="82457"/>
                    <a:pt x="417144" y="82889"/>
                  </a:cubicBezTo>
                  <a:cubicBezTo>
                    <a:pt x="413893" y="80622"/>
                    <a:pt x="410108" y="84514"/>
                    <a:pt x="410648" y="84298"/>
                  </a:cubicBezTo>
                  <a:cubicBezTo>
                    <a:pt x="409239" y="85486"/>
                    <a:pt x="407295" y="85270"/>
                    <a:pt x="406210" y="83752"/>
                  </a:cubicBezTo>
                  <a:cubicBezTo>
                    <a:pt x="393008" y="64614"/>
                    <a:pt x="389649" y="61692"/>
                    <a:pt x="394195" y="61801"/>
                  </a:cubicBezTo>
                  <a:lnTo>
                    <a:pt x="408051" y="62239"/>
                  </a:lnTo>
                  <a:cubicBezTo>
                    <a:pt x="412058" y="62454"/>
                    <a:pt x="427749" y="55749"/>
                    <a:pt x="421799" y="55209"/>
                  </a:cubicBezTo>
                  <a:lnTo>
                    <a:pt x="397878" y="53260"/>
                  </a:lnTo>
                  <a:cubicBezTo>
                    <a:pt x="392030" y="52828"/>
                    <a:pt x="339103" y="54886"/>
                    <a:pt x="339642" y="54886"/>
                  </a:cubicBezTo>
                  <a:cubicBezTo>
                    <a:pt x="335750" y="54993"/>
                    <a:pt x="339319" y="59426"/>
                    <a:pt x="339103" y="58778"/>
                  </a:cubicBezTo>
                  <a:cubicBezTo>
                    <a:pt x="340189" y="60289"/>
                    <a:pt x="342678" y="61585"/>
                    <a:pt x="344519" y="61692"/>
                  </a:cubicBezTo>
                  <a:lnTo>
                    <a:pt x="352527" y="62239"/>
                  </a:lnTo>
                  <a:cubicBezTo>
                    <a:pt x="355987" y="62454"/>
                    <a:pt x="356203" y="66671"/>
                    <a:pt x="355879" y="66131"/>
                  </a:cubicBezTo>
                  <a:cubicBezTo>
                    <a:pt x="355879" y="67967"/>
                    <a:pt x="354368" y="69376"/>
                    <a:pt x="352527" y="69262"/>
                  </a:cubicBezTo>
                  <a:lnTo>
                    <a:pt x="337153" y="68506"/>
                  </a:lnTo>
                  <a:cubicBezTo>
                    <a:pt x="331959" y="68290"/>
                    <a:pt x="333477" y="74132"/>
                    <a:pt x="328282" y="74240"/>
                  </a:cubicBezTo>
                  <a:cubicBezTo>
                    <a:pt x="327304" y="74456"/>
                    <a:pt x="322434" y="73700"/>
                    <a:pt x="319297" y="76837"/>
                  </a:cubicBezTo>
                  <a:cubicBezTo>
                    <a:pt x="318649" y="77269"/>
                    <a:pt x="316376" y="80838"/>
                    <a:pt x="312153" y="80184"/>
                  </a:cubicBezTo>
                  <a:cubicBezTo>
                    <a:pt x="286938" y="76075"/>
                    <a:pt x="283902" y="76183"/>
                    <a:pt x="280010" y="73593"/>
                  </a:cubicBezTo>
                  <a:cubicBezTo>
                    <a:pt x="274923" y="69592"/>
                    <a:pt x="267018" y="67535"/>
                    <a:pt x="269507" y="62994"/>
                  </a:cubicBezTo>
                  <a:cubicBezTo>
                    <a:pt x="270377" y="61477"/>
                    <a:pt x="269507" y="60073"/>
                    <a:pt x="267672" y="59965"/>
                  </a:cubicBezTo>
                  <a:lnTo>
                    <a:pt x="243751" y="58346"/>
                  </a:lnTo>
                  <a:cubicBezTo>
                    <a:pt x="238011" y="57908"/>
                    <a:pt x="196450" y="62563"/>
                    <a:pt x="197098" y="62454"/>
                  </a:cubicBezTo>
                  <a:cubicBezTo>
                    <a:pt x="195256" y="62670"/>
                    <a:pt x="192659" y="61692"/>
                    <a:pt x="191364" y="60397"/>
                  </a:cubicBezTo>
                  <a:lnTo>
                    <a:pt x="187573" y="56613"/>
                  </a:lnTo>
                  <a:cubicBezTo>
                    <a:pt x="184004" y="53152"/>
                    <a:pt x="189846" y="50447"/>
                    <a:pt x="187357" y="46014"/>
                  </a:cubicBezTo>
                  <a:cubicBezTo>
                    <a:pt x="185083" y="41906"/>
                    <a:pt x="183350" y="38013"/>
                    <a:pt x="179673" y="35848"/>
                  </a:cubicBezTo>
                  <a:cubicBezTo>
                    <a:pt x="170148" y="30120"/>
                    <a:pt x="167119" y="27631"/>
                    <a:pt x="162681" y="27523"/>
                  </a:cubicBezTo>
                  <a:cubicBezTo>
                    <a:pt x="139624" y="26983"/>
                    <a:pt x="137897" y="27739"/>
                    <a:pt x="136055" y="23847"/>
                  </a:cubicBezTo>
                  <a:cubicBezTo>
                    <a:pt x="125660" y="1787"/>
                    <a:pt x="125228" y="-1674"/>
                    <a:pt x="121444" y="599"/>
                  </a:cubicBezTo>
                  <a:cubicBezTo>
                    <a:pt x="118193" y="3082"/>
                    <a:pt x="111379" y="4600"/>
                    <a:pt x="112459" y="9572"/>
                  </a:cubicBezTo>
                  <a:cubicBezTo>
                    <a:pt x="113646" y="13033"/>
                    <a:pt x="112782" y="20386"/>
                    <a:pt x="118085" y="20170"/>
                  </a:cubicBezTo>
                  <a:cubicBezTo>
                    <a:pt x="120034" y="20386"/>
                    <a:pt x="125660" y="18551"/>
                    <a:pt x="127718" y="22875"/>
                  </a:cubicBezTo>
                  <a:cubicBezTo>
                    <a:pt x="128372" y="25034"/>
                    <a:pt x="133350" y="31200"/>
                    <a:pt x="128372" y="31200"/>
                  </a:cubicBezTo>
                  <a:cubicBezTo>
                    <a:pt x="121552" y="31200"/>
                    <a:pt x="117113" y="30876"/>
                    <a:pt x="112890" y="32171"/>
                  </a:cubicBezTo>
                  <a:cubicBezTo>
                    <a:pt x="68517" y="46338"/>
                    <a:pt x="66999" y="45367"/>
                    <a:pt x="67215" y="50015"/>
                  </a:cubicBezTo>
                  <a:cubicBezTo>
                    <a:pt x="67539" y="57692"/>
                    <a:pt x="67215" y="62670"/>
                    <a:pt x="69488" y="66563"/>
                  </a:cubicBezTo>
                  <a:cubicBezTo>
                    <a:pt x="79661" y="83861"/>
                    <a:pt x="82150" y="86889"/>
                    <a:pt x="82150" y="91328"/>
                  </a:cubicBezTo>
                  <a:cubicBezTo>
                    <a:pt x="82150" y="102136"/>
                    <a:pt x="82696" y="104841"/>
                    <a:pt x="80099" y="107870"/>
                  </a:cubicBezTo>
                  <a:cubicBezTo>
                    <a:pt x="77495" y="110359"/>
                    <a:pt x="75114" y="115655"/>
                    <a:pt x="70028" y="115439"/>
                  </a:cubicBezTo>
                  <a:cubicBezTo>
                    <a:pt x="64834" y="114683"/>
                    <a:pt x="56934" y="116842"/>
                    <a:pt x="57042" y="111546"/>
                  </a:cubicBezTo>
                  <a:cubicBezTo>
                    <a:pt x="56934" y="110683"/>
                    <a:pt x="57690" y="106142"/>
                    <a:pt x="54877" y="102790"/>
                  </a:cubicBezTo>
                  <a:cubicBezTo>
                    <a:pt x="44920" y="90998"/>
                    <a:pt x="42323" y="89163"/>
                    <a:pt x="44488" y="85486"/>
                  </a:cubicBezTo>
                  <a:cubicBezTo>
                    <a:pt x="55848" y="66563"/>
                    <a:pt x="58338" y="63858"/>
                    <a:pt x="58338" y="59102"/>
                  </a:cubicBezTo>
                  <a:cubicBezTo>
                    <a:pt x="58338" y="53152"/>
                    <a:pt x="58776" y="48936"/>
                    <a:pt x="56826" y="45043"/>
                  </a:cubicBezTo>
                  <a:cubicBezTo>
                    <a:pt x="50438" y="32718"/>
                    <a:pt x="55093" y="30552"/>
                    <a:pt x="56718" y="26660"/>
                  </a:cubicBezTo>
                  <a:cubicBezTo>
                    <a:pt x="57150" y="26012"/>
                    <a:pt x="57798" y="22551"/>
                    <a:pt x="61805" y="21688"/>
                  </a:cubicBezTo>
                  <a:cubicBezTo>
                    <a:pt x="70682" y="19954"/>
                    <a:pt x="68409" y="19738"/>
                    <a:pt x="71222" y="16385"/>
                  </a:cubicBezTo>
                  <a:cubicBezTo>
                    <a:pt x="74682" y="12277"/>
                    <a:pt x="77064" y="9572"/>
                    <a:pt x="78581" y="7521"/>
                  </a:cubicBezTo>
                  <a:lnTo>
                    <a:pt x="47301" y="13680"/>
                  </a:lnTo>
                  <a:lnTo>
                    <a:pt x="37236" y="37150"/>
                  </a:lnTo>
                  <a:lnTo>
                    <a:pt x="28791" y="39309"/>
                  </a:lnTo>
                  <a:lnTo>
                    <a:pt x="14072" y="63858"/>
                  </a:lnTo>
                  <a:lnTo>
                    <a:pt x="11367" y="85270"/>
                  </a:lnTo>
                  <a:lnTo>
                    <a:pt x="0" y="114036"/>
                  </a:lnTo>
                  <a:lnTo>
                    <a:pt x="20352" y="113280"/>
                  </a:lnTo>
                  <a:lnTo>
                    <a:pt x="23813" y="132635"/>
                  </a:lnTo>
                  <a:lnTo>
                    <a:pt x="34423" y="140960"/>
                  </a:lnTo>
                  <a:lnTo>
                    <a:pt x="35395" y="152206"/>
                  </a:lnTo>
                  <a:lnTo>
                    <a:pt x="31280" y="159667"/>
                  </a:lnTo>
                  <a:lnTo>
                    <a:pt x="32690" y="177402"/>
                  </a:lnTo>
                  <a:lnTo>
                    <a:pt x="41021" y="178482"/>
                  </a:lnTo>
                  <a:lnTo>
                    <a:pt x="48597" y="192325"/>
                  </a:lnTo>
                  <a:lnTo>
                    <a:pt x="79121" y="194490"/>
                  </a:lnTo>
                  <a:lnTo>
                    <a:pt x="95466" y="188217"/>
                  </a:lnTo>
                  <a:lnTo>
                    <a:pt x="111271" y="195030"/>
                  </a:lnTo>
                  <a:lnTo>
                    <a:pt x="117005" y="192865"/>
                  </a:lnTo>
                  <a:lnTo>
                    <a:pt x="147961" y="228983"/>
                  </a:lnTo>
                  <a:lnTo>
                    <a:pt x="159328" y="221954"/>
                  </a:lnTo>
                  <a:lnTo>
                    <a:pt x="195910" y="223580"/>
                  </a:lnTo>
                  <a:lnTo>
                    <a:pt x="200457" y="216658"/>
                  </a:lnTo>
                  <a:lnTo>
                    <a:pt x="214852" y="217090"/>
                  </a:lnTo>
                  <a:lnTo>
                    <a:pt x="219831" y="229631"/>
                  </a:lnTo>
                  <a:lnTo>
                    <a:pt x="211601" y="239042"/>
                  </a:lnTo>
                  <a:lnTo>
                    <a:pt x="212579" y="247366"/>
                  </a:lnTo>
                  <a:lnTo>
                    <a:pt x="203270" y="256561"/>
                  </a:lnTo>
                  <a:lnTo>
                    <a:pt x="202838" y="276024"/>
                  </a:lnTo>
                  <a:lnTo>
                    <a:pt x="211601" y="297436"/>
                  </a:lnTo>
                  <a:lnTo>
                    <a:pt x="224377" y="310625"/>
                  </a:lnTo>
                  <a:lnTo>
                    <a:pt x="203810" y="333339"/>
                  </a:lnTo>
                  <a:lnTo>
                    <a:pt x="217126" y="335390"/>
                  </a:lnTo>
                  <a:lnTo>
                    <a:pt x="232277" y="338311"/>
                  </a:lnTo>
                  <a:lnTo>
                    <a:pt x="244291" y="391950"/>
                  </a:lnTo>
                  <a:lnTo>
                    <a:pt x="259442" y="406440"/>
                  </a:lnTo>
                  <a:lnTo>
                    <a:pt x="277082" y="391734"/>
                  </a:lnTo>
                  <a:lnTo>
                    <a:pt x="287693" y="398979"/>
                  </a:lnTo>
                  <a:lnTo>
                    <a:pt x="286830" y="411089"/>
                  </a:lnTo>
                  <a:lnTo>
                    <a:pt x="302952" y="409463"/>
                  </a:lnTo>
                  <a:lnTo>
                    <a:pt x="315944" y="391296"/>
                  </a:lnTo>
                  <a:lnTo>
                    <a:pt x="325901" y="384705"/>
                  </a:lnTo>
                  <a:lnTo>
                    <a:pt x="335210" y="386971"/>
                  </a:lnTo>
                  <a:lnTo>
                    <a:pt x="347872" y="370861"/>
                  </a:lnTo>
                  <a:lnTo>
                    <a:pt x="370275" y="363724"/>
                  </a:lnTo>
                  <a:lnTo>
                    <a:pt x="372116" y="351722"/>
                  </a:lnTo>
                  <a:lnTo>
                    <a:pt x="347872" y="349557"/>
                  </a:lnTo>
                  <a:lnTo>
                    <a:pt x="350146" y="349881"/>
                  </a:lnTo>
                  <a:lnTo>
                    <a:pt x="339865" y="336692"/>
                  </a:lnTo>
                  <a:lnTo>
                    <a:pt x="340189" y="322525"/>
                  </a:lnTo>
                  <a:lnTo>
                    <a:pt x="315728" y="296573"/>
                  </a:lnTo>
                  <a:lnTo>
                    <a:pt x="332937" y="292680"/>
                  </a:lnTo>
                  <a:lnTo>
                    <a:pt x="347440" y="299595"/>
                  </a:lnTo>
                  <a:lnTo>
                    <a:pt x="355772" y="306949"/>
                  </a:lnTo>
                  <a:lnTo>
                    <a:pt x="373634" y="305545"/>
                  </a:lnTo>
                  <a:lnTo>
                    <a:pt x="388461" y="320360"/>
                  </a:lnTo>
                  <a:lnTo>
                    <a:pt x="400152" y="315820"/>
                  </a:lnTo>
                  <a:lnTo>
                    <a:pt x="400476" y="302517"/>
                  </a:lnTo>
                  <a:lnTo>
                    <a:pt x="414547" y="295487"/>
                  </a:lnTo>
                  <a:lnTo>
                    <a:pt x="423526" y="299056"/>
                  </a:lnTo>
                  <a:lnTo>
                    <a:pt x="439979" y="294191"/>
                  </a:lnTo>
                  <a:lnTo>
                    <a:pt x="443878" y="285759"/>
                  </a:lnTo>
                  <a:lnTo>
                    <a:pt x="460654" y="285435"/>
                  </a:lnTo>
                  <a:lnTo>
                    <a:pt x="475698" y="269750"/>
                  </a:lnTo>
                  <a:lnTo>
                    <a:pt x="471913" y="259806"/>
                  </a:lnTo>
                  <a:lnTo>
                    <a:pt x="446151" y="231581"/>
                  </a:lnTo>
                  <a:lnTo>
                    <a:pt x="456755" y="219357"/>
                  </a:lnTo>
                  <a:lnTo>
                    <a:pt x="456108" y="2200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FE8AE0CD-A72A-E3DB-5250-F23A29DFBE6B}"/>
                </a:ext>
              </a:extLst>
            </p:cNvPr>
            <p:cNvSpPr/>
            <p:nvPr/>
          </p:nvSpPr>
          <p:spPr>
            <a:xfrm>
              <a:off x="3169326" y="5925501"/>
              <a:ext cx="176156" cy="165938"/>
            </a:xfrm>
            <a:custGeom>
              <a:avLst/>
              <a:gdLst>
                <a:gd name="csX0" fmla="*/ 31172 w 203155"/>
                <a:gd name="csY0" fmla="*/ 25412 h 191371"/>
                <a:gd name="csX1" fmla="*/ 24460 w 203155"/>
                <a:gd name="csY1" fmla="*/ 31578 h 191371"/>
                <a:gd name="csX2" fmla="*/ 19266 w 203155"/>
                <a:gd name="csY2" fmla="*/ 48990 h 191371"/>
                <a:gd name="csX3" fmla="*/ 23482 w 203155"/>
                <a:gd name="csY3" fmla="*/ 58070 h 191371"/>
                <a:gd name="csX4" fmla="*/ 14071 w 203155"/>
                <a:gd name="csY4" fmla="*/ 68345 h 191371"/>
                <a:gd name="csX5" fmla="*/ 15259 w 203155"/>
                <a:gd name="csY5" fmla="*/ 111493 h 191371"/>
                <a:gd name="csX6" fmla="*/ 5734 w 203155"/>
                <a:gd name="csY6" fmla="*/ 117221 h 191371"/>
                <a:gd name="csX7" fmla="*/ 0 w 203155"/>
                <a:gd name="csY7" fmla="*/ 136366 h 191371"/>
                <a:gd name="csX8" fmla="*/ 8547 w 203155"/>
                <a:gd name="csY8" fmla="*/ 158318 h 191371"/>
                <a:gd name="csX9" fmla="*/ 10604 w 203155"/>
                <a:gd name="csY9" fmla="*/ 159074 h 191371"/>
                <a:gd name="csX10" fmla="*/ 31604 w 203155"/>
                <a:gd name="csY10" fmla="*/ 175399 h 191371"/>
                <a:gd name="csX11" fmla="*/ 58769 w 203155"/>
                <a:gd name="csY11" fmla="*/ 178212 h 191371"/>
                <a:gd name="csX12" fmla="*/ 92539 w 203155"/>
                <a:gd name="csY12" fmla="*/ 184702 h 191371"/>
                <a:gd name="csX13" fmla="*/ 107474 w 203155"/>
                <a:gd name="csY13" fmla="*/ 188055 h 191371"/>
                <a:gd name="csX14" fmla="*/ 141573 w 203155"/>
                <a:gd name="csY14" fmla="*/ 186645 h 191371"/>
                <a:gd name="csX15" fmla="*/ 181508 w 203155"/>
                <a:gd name="csY15" fmla="*/ 169564 h 191371"/>
                <a:gd name="csX16" fmla="*/ 195472 w 203155"/>
                <a:gd name="csY16" fmla="*/ 146742 h 191371"/>
                <a:gd name="csX17" fmla="*/ 187465 w 203155"/>
                <a:gd name="csY17" fmla="*/ 135064 h 191371"/>
                <a:gd name="csX18" fmla="*/ 185083 w 203155"/>
                <a:gd name="csY18" fmla="*/ 124574 h 191371"/>
                <a:gd name="csX19" fmla="*/ 198825 w 203155"/>
                <a:gd name="csY19" fmla="*/ 103276 h 191371"/>
                <a:gd name="csX20" fmla="*/ 203155 w 203155"/>
                <a:gd name="csY20" fmla="*/ 100031 h 191371"/>
                <a:gd name="csX21" fmla="*/ 188976 w 203155"/>
                <a:gd name="csY21" fmla="*/ 91592 h 191371"/>
                <a:gd name="csX22" fmla="*/ 178695 w 203155"/>
                <a:gd name="csY22" fmla="*/ 72022 h 191371"/>
                <a:gd name="csX23" fmla="*/ 165055 w 203155"/>
                <a:gd name="csY23" fmla="*/ 67697 h 191371"/>
                <a:gd name="csX24" fmla="*/ 149472 w 203155"/>
                <a:gd name="csY24" fmla="*/ 50178 h 191371"/>
                <a:gd name="csX25" fmla="*/ 129883 w 203155"/>
                <a:gd name="csY25" fmla="*/ 44882 h 191371"/>
                <a:gd name="csX26" fmla="*/ 111696 w 203155"/>
                <a:gd name="csY26" fmla="*/ 26384 h 191371"/>
                <a:gd name="csX27" fmla="*/ 103905 w 203155"/>
                <a:gd name="csY27" fmla="*/ 36226 h 191371"/>
                <a:gd name="csX28" fmla="*/ 87668 w 203155"/>
                <a:gd name="csY28" fmla="*/ 30283 h 191371"/>
                <a:gd name="csX29" fmla="*/ 91675 w 203155"/>
                <a:gd name="csY29" fmla="*/ 18167 h 191371"/>
                <a:gd name="csX30" fmla="*/ 73165 w 203155"/>
                <a:gd name="csY30" fmla="*/ 0 h 191371"/>
                <a:gd name="csX31" fmla="*/ 63100 w 203155"/>
                <a:gd name="csY31" fmla="*/ 0 h 191371"/>
                <a:gd name="csX32" fmla="*/ 55632 w 203155"/>
                <a:gd name="csY32" fmla="*/ 6705 h 191371"/>
                <a:gd name="csX33" fmla="*/ 35389 w 203155"/>
                <a:gd name="csY33" fmla="*/ 546 h 191371"/>
                <a:gd name="csX34" fmla="*/ 27381 w 203155"/>
                <a:gd name="csY34" fmla="*/ 13195 h 191371"/>
                <a:gd name="csX35" fmla="*/ 31064 w 203155"/>
                <a:gd name="csY35" fmla="*/ 25521 h 191371"/>
                <a:gd name="csX36" fmla="*/ 31172 w 203155"/>
                <a:gd name="csY36" fmla="*/ 25412 h 191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03155" h="191371">
                  <a:moveTo>
                    <a:pt x="31172" y="25412"/>
                  </a:moveTo>
                  <a:lnTo>
                    <a:pt x="24460" y="31578"/>
                  </a:lnTo>
                  <a:lnTo>
                    <a:pt x="19266" y="48990"/>
                  </a:lnTo>
                  <a:lnTo>
                    <a:pt x="23482" y="58070"/>
                  </a:lnTo>
                  <a:lnTo>
                    <a:pt x="14071" y="68345"/>
                  </a:lnTo>
                  <a:lnTo>
                    <a:pt x="15259" y="111493"/>
                  </a:lnTo>
                  <a:lnTo>
                    <a:pt x="5734" y="117221"/>
                  </a:lnTo>
                  <a:lnTo>
                    <a:pt x="0" y="136366"/>
                  </a:lnTo>
                  <a:lnTo>
                    <a:pt x="8547" y="158318"/>
                  </a:lnTo>
                  <a:cubicBezTo>
                    <a:pt x="9201" y="158096"/>
                    <a:pt x="9849" y="158318"/>
                    <a:pt x="10604" y="159074"/>
                  </a:cubicBezTo>
                  <a:cubicBezTo>
                    <a:pt x="25647" y="172802"/>
                    <a:pt x="27165" y="175076"/>
                    <a:pt x="31604" y="175399"/>
                  </a:cubicBezTo>
                  <a:cubicBezTo>
                    <a:pt x="51949" y="176593"/>
                    <a:pt x="54654" y="176155"/>
                    <a:pt x="58769" y="178212"/>
                  </a:cubicBezTo>
                  <a:cubicBezTo>
                    <a:pt x="87560" y="192703"/>
                    <a:pt x="88424" y="186645"/>
                    <a:pt x="92539" y="184702"/>
                  </a:cubicBezTo>
                  <a:cubicBezTo>
                    <a:pt x="100984" y="180594"/>
                    <a:pt x="103473" y="187077"/>
                    <a:pt x="107474" y="188055"/>
                  </a:cubicBezTo>
                  <a:cubicBezTo>
                    <a:pt x="136265" y="195085"/>
                    <a:pt x="137674" y="189135"/>
                    <a:pt x="141573" y="186645"/>
                  </a:cubicBezTo>
                  <a:cubicBezTo>
                    <a:pt x="179127" y="163290"/>
                    <a:pt x="179235" y="173348"/>
                    <a:pt x="181508" y="169564"/>
                  </a:cubicBezTo>
                  <a:cubicBezTo>
                    <a:pt x="190602" y="154095"/>
                    <a:pt x="192983" y="149447"/>
                    <a:pt x="195472" y="146742"/>
                  </a:cubicBezTo>
                  <a:lnTo>
                    <a:pt x="187465" y="135064"/>
                  </a:lnTo>
                  <a:cubicBezTo>
                    <a:pt x="185515" y="133553"/>
                    <a:pt x="185947" y="127711"/>
                    <a:pt x="185083" y="124574"/>
                  </a:cubicBezTo>
                  <a:cubicBezTo>
                    <a:pt x="184213" y="118523"/>
                    <a:pt x="196119" y="105003"/>
                    <a:pt x="198825" y="103276"/>
                  </a:cubicBezTo>
                  <a:cubicBezTo>
                    <a:pt x="198393" y="103600"/>
                    <a:pt x="200990" y="102298"/>
                    <a:pt x="203155" y="100031"/>
                  </a:cubicBezTo>
                  <a:lnTo>
                    <a:pt x="188976" y="91592"/>
                  </a:lnTo>
                  <a:lnTo>
                    <a:pt x="178695" y="72022"/>
                  </a:lnTo>
                  <a:lnTo>
                    <a:pt x="165055" y="67697"/>
                  </a:lnTo>
                  <a:lnTo>
                    <a:pt x="149472" y="50178"/>
                  </a:lnTo>
                  <a:lnTo>
                    <a:pt x="129883" y="44882"/>
                  </a:lnTo>
                  <a:lnTo>
                    <a:pt x="111696" y="26384"/>
                  </a:lnTo>
                  <a:lnTo>
                    <a:pt x="103905" y="36226"/>
                  </a:lnTo>
                  <a:lnTo>
                    <a:pt x="87668" y="30283"/>
                  </a:lnTo>
                  <a:lnTo>
                    <a:pt x="91675" y="18167"/>
                  </a:lnTo>
                  <a:lnTo>
                    <a:pt x="73165" y="0"/>
                  </a:lnTo>
                  <a:lnTo>
                    <a:pt x="63100" y="0"/>
                  </a:lnTo>
                  <a:lnTo>
                    <a:pt x="55632" y="6705"/>
                  </a:lnTo>
                  <a:lnTo>
                    <a:pt x="35389" y="546"/>
                  </a:lnTo>
                  <a:lnTo>
                    <a:pt x="27381" y="13195"/>
                  </a:lnTo>
                  <a:lnTo>
                    <a:pt x="31064" y="25521"/>
                  </a:lnTo>
                  <a:lnTo>
                    <a:pt x="31172" y="25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A5839B1-99DA-24B2-DABA-A485ADF4E307}"/>
                </a:ext>
              </a:extLst>
            </p:cNvPr>
            <p:cNvSpPr/>
            <p:nvPr/>
          </p:nvSpPr>
          <p:spPr>
            <a:xfrm>
              <a:off x="3186505" y="4740854"/>
              <a:ext cx="132608" cy="120589"/>
            </a:xfrm>
            <a:custGeom>
              <a:avLst/>
              <a:gdLst>
                <a:gd name="csX0" fmla="*/ 144062 w 152933"/>
                <a:gd name="csY0" fmla="*/ 120580 h 139071"/>
                <a:gd name="csX1" fmla="*/ 144062 w 152933"/>
                <a:gd name="csY1" fmla="*/ 105010 h 139071"/>
                <a:gd name="csX2" fmla="*/ 152933 w 152933"/>
                <a:gd name="csY2" fmla="*/ 97441 h 139071"/>
                <a:gd name="csX3" fmla="*/ 152933 w 152933"/>
                <a:gd name="csY3" fmla="*/ 89116 h 139071"/>
                <a:gd name="csX4" fmla="*/ 138868 w 152933"/>
                <a:gd name="csY4" fmla="*/ 71056 h 139071"/>
                <a:gd name="csX5" fmla="*/ 135185 w 152933"/>
                <a:gd name="csY5" fmla="*/ 37319 h 139071"/>
                <a:gd name="csX6" fmla="*/ 152717 w 152933"/>
                <a:gd name="csY6" fmla="*/ 10604 h 139071"/>
                <a:gd name="csX7" fmla="*/ 117221 w 152933"/>
                <a:gd name="csY7" fmla="*/ 13 h 139071"/>
                <a:gd name="csX8" fmla="*/ 84963 w 152933"/>
                <a:gd name="csY8" fmla="*/ 2496 h 139071"/>
                <a:gd name="csX9" fmla="*/ 72841 w 152933"/>
                <a:gd name="csY9" fmla="*/ 6712 h 139071"/>
                <a:gd name="csX10" fmla="*/ 45136 w 152933"/>
                <a:gd name="csY10" fmla="*/ 2280 h 139071"/>
                <a:gd name="csX11" fmla="*/ 34849 w 152933"/>
                <a:gd name="csY11" fmla="*/ 6820 h 139071"/>
                <a:gd name="csX12" fmla="*/ 28251 w 152933"/>
                <a:gd name="csY12" fmla="*/ 23800 h 139071"/>
                <a:gd name="csX13" fmla="*/ 30740 w 152933"/>
                <a:gd name="csY13" fmla="*/ 31801 h 139071"/>
                <a:gd name="csX14" fmla="*/ 28251 w 152933"/>
                <a:gd name="csY14" fmla="*/ 39046 h 139071"/>
                <a:gd name="csX15" fmla="*/ 13963 w 152933"/>
                <a:gd name="csY15" fmla="*/ 36779 h 139071"/>
                <a:gd name="csX16" fmla="*/ 4763 w 152933"/>
                <a:gd name="csY16" fmla="*/ 45428 h 139071"/>
                <a:gd name="csX17" fmla="*/ 7576 w 152933"/>
                <a:gd name="csY17" fmla="*/ 52025 h 139071"/>
                <a:gd name="csX18" fmla="*/ 0 w 152933"/>
                <a:gd name="csY18" fmla="*/ 72676 h 139071"/>
                <a:gd name="csX19" fmla="*/ 16123 w 152933"/>
                <a:gd name="csY19" fmla="*/ 98844 h 139071"/>
                <a:gd name="csX20" fmla="*/ 28899 w 152933"/>
                <a:gd name="csY20" fmla="*/ 98844 h 139071"/>
                <a:gd name="csX21" fmla="*/ 42532 w 152933"/>
                <a:gd name="csY21" fmla="*/ 121450 h 139071"/>
                <a:gd name="csX22" fmla="*/ 55308 w 152933"/>
                <a:gd name="csY22" fmla="*/ 128150 h 139071"/>
                <a:gd name="csX23" fmla="*/ 63748 w 152933"/>
                <a:gd name="csY23" fmla="*/ 139071 h 139071"/>
                <a:gd name="csX24" fmla="*/ 79661 w 152933"/>
                <a:gd name="csY24" fmla="*/ 139071 h 139071"/>
                <a:gd name="csX25" fmla="*/ 79661 w 152933"/>
                <a:gd name="csY25" fmla="*/ 118529 h 139071"/>
                <a:gd name="csX26" fmla="*/ 93840 w 152933"/>
                <a:gd name="csY26" fmla="*/ 122853 h 139071"/>
                <a:gd name="csX27" fmla="*/ 116459 w 152933"/>
                <a:gd name="csY27" fmla="*/ 116796 h 139071"/>
                <a:gd name="csX28" fmla="*/ 132372 w 152933"/>
                <a:gd name="csY28" fmla="*/ 125235 h 139071"/>
                <a:gd name="csX29" fmla="*/ 144278 w 152933"/>
                <a:gd name="csY29" fmla="*/ 120472 h 139071"/>
                <a:gd name="csX30" fmla="*/ 144062 w 152933"/>
                <a:gd name="csY30" fmla="*/ 120580 h 13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52933" h="139071">
                  <a:moveTo>
                    <a:pt x="144062" y="120580"/>
                  </a:moveTo>
                  <a:lnTo>
                    <a:pt x="144062" y="105010"/>
                  </a:lnTo>
                  <a:lnTo>
                    <a:pt x="152933" y="97441"/>
                  </a:lnTo>
                  <a:lnTo>
                    <a:pt x="152933" y="89116"/>
                  </a:lnTo>
                  <a:lnTo>
                    <a:pt x="138868" y="71056"/>
                  </a:lnTo>
                  <a:lnTo>
                    <a:pt x="135185" y="37319"/>
                  </a:lnTo>
                  <a:lnTo>
                    <a:pt x="152717" y="10604"/>
                  </a:lnTo>
                  <a:cubicBezTo>
                    <a:pt x="122091" y="337"/>
                    <a:pt x="121221" y="-102"/>
                    <a:pt x="117221" y="13"/>
                  </a:cubicBezTo>
                  <a:cubicBezTo>
                    <a:pt x="92107" y="769"/>
                    <a:pt x="89078" y="120"/>
                    <a:pt x="84963" y="2496"/>
                  </a:cubicBezTo>
                  <a:cubicBezTo>
                    <a:pt x="81934" y="3797"/>
                    <a:pt x="77711" y="7906"/>
                    <a:pt x="72841" y="6712"/>
                  </a:cubicBezTo>
                  <a:cubicBezTo>
                    <a:pt x="50978" y="1308"/>
                    <a:pt x="49028" y="120"/>
                    <a:pt x="45136" y="2280"/>
                  </a:cubicBezTo>
                  <a:cubicBezTo>
                    <a:pt x="41777" y="3575"/>
                    <a:pt x="37446" y="7474"/>
                    <a:pt x="34849" y="6820"/>
                  </a:cubicBezTo>
                  <a:lnTo>
                    <a:pt x="28251" y="23800"/>
                  </a:lnTo>
                  <a:lnTo>
                    <a:pt x="30740" y="31801"/>
                  </a:lnTo>
                  <a:lnTo>
                    <a:pt x="28251" y="39046"/>
                  </a:lnTo>
                  <a:lnTo>
                    <a:pt x="13963" y="36779"/>
                  </a:lnTo>
                  <a:lnTo>
                    <a:pt x="4763" y="45428"/>
                  </a:lnTo>
                  <a:lnTo>
                    <a:pt x="7576" y="52025"/>
                  </a:lnTo>
                  <a:lnTo>
                    <a:pt x="0" y="72676"/>
                  </a:lnTo>
                  <a:lnTo>
                    <a:pt x="16123" y="98844"/>
                  </a:lnTo>
                  <a:lnTo>
                    <a:pt x="28899" y="98844"/>
                  </a:lnTo>
                  <a:lnTo>
                    <a:pt x="42532" y="121450"/>
                  </a:lnTo>
                  <a:lnTo>
                    <a:pt x="55308" y="128150"/>
                  </a:lnTo>
                  <a:lnTo>
                    <a:pt x="63748" y="139071"/>
                  </a:lnTo>
                  <a:lnTo>
                    <a:pt x="79661" y="139071"/>
                  </a:lnTo>
                  <a:lnTo>
                    <a:pt x="79661" y="118529"/>
                  </a:lnTo>
                  <a:lnTo>
                    <a:pt x="93840" y="122853"/>
                  </a:lnTo>
                  <a:lnTo>
                    <a:pt x="116459" y="116796"/>
                  </a:lnTo>
                  <a:lnTo>
                    <a:pt x="132372" y="125235"/>
                  </a:lnTo>
                  <a:lnTo>
                    <a:pt x="144278" y="120472"/>
                  </a:lnTo>
                  <a:lnTo>
                    <a:pt x="144062" y="1205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A628FF44-3211-98C9-B8AD-9FDF4CCD6E50}"/>
                </a:ext>
              </a:extLst>
            </p:cNvPr>
            <p:cNvSpPr/>
            <p:nvPr/>
          </p:nvSpPr>
          <p:spPr>
            <a:xfrm>
              <a:off x="3839669" y="6922537"/>
              <a:ext cx="69449" cy="43236"/>
            </a:xfrm>
            <a:custGeom>
              <a:avLst/>
              <a:gdLst>
                <a:gd name="csX0" fmla="*/ 72563 w 80093"/>
                <a:gd name="csY0" fmla="*/ 29505 h 49863"/>
                <a:gd name="csX1" fmla="*/ 64010 w 80093"/>
                <a:gd name="csY1" fmla="*/ 18456 h 49863"/>
                <a:gd name="csX2" fmla="*/ 57190 w 80093"/>
                <a:gd name="csY2" fmla="*/ 15471 h 49863"/>
                <a:gd name="csX3" fmla="*/ 48211 w 80093"/>
                <a:gd name="csY3" fmla="*/ 12550 h 49863"/>
                <a:gd name="csX4" fmla="*/ 36304 w 80093"/>
                <a:gd name="csY4" fmla="*/ 6708 h 49863"/>
                <a:gd name="csX5" fmla="*/ 26887 w 80093"/>
                <a:gd name="csY5" fmla="*/ 4105 h 49863"/>
                <a:gd name="csX6" fmla="*/ 9025 w 80093"/>
                <a:gd name="csY6" fmla="*/ 104 h 49863"/>
                <a:gd name="csX7" fmla="*/ 1557 w 80093"/>
                <a:gd name="csY7" fmla="*/ 7089 h 49863"/>
                <a:gd name="csX8" fmla="*/ 15521 w 80093"/>
                <a:gd name="csY8" fmla="*/ 11979 h 49863"/>
                <a:gd name="csX9" fmla="*/ 21363 w 80093"/>
                <a:gd name="csY9" fmla="*/ 14899 h 49863"/>
                <a:gd name="csX10" fmla="*/ 25262 w 80093"/>
                <a:gd name="csY10" fmla="*/ 19345 h 49863"/>
                <a:gd name="csX11" fmla="*/ 42254 w 80093"/>
                <a:gd name="csY11" fmla="*/ 26457 h 49863"/>
                <a:gd name="csX12" fmla="*/ 60981 w 80093"/>
                <a:gd name="csY12" fmla="*/ 42459 h 49863"/>
                <a:gd name="csX13" fmla="*/ 75052 w 80093"/>
                <a:gd name="csY13" fmla="*/ 49634 h 49863"/>
                <a:gd name="csX14" fmla="*/ 79707 w 80093"/>
                <a:gd name="csY14" fmla="*/ 39792 h 49863"/>
                <a:gd name="csX15" fmla="*/ 72563 w 80093"/>
                <a:gd name="csY15" fmla="*/ 29378 h 49863"/>
                <a:gd name="csX16" fmla="*/ 72563 w 80093"/>
                <a:gd name="csY16" fmla="*/ 29505 h 49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0093" h="49863">
                  <a:moveTo>
                    <a:pt x="72563" y="29505"/>
                  </a:moveTo>
                  <a:cubicBezTo>
                    <a:pt x="70074" y="27981"/>
                    <a:pt x="66175" y="23028"/>
                    <a:pt x="64010" y="18456"/>
                  </a:cubicBezTo>
                  <a:cubicBezTo>
                    <a:pt x="61844" y="13820"/>
                    <a:pt x="58707" y="12550"/>
                    <a:pt x="57190" y="15471"/>
                  </a:cubicBezTo>
                  <a:cubicBezTo>
                    <a:pt x="55570" y="18392"/>
                    <a:pt x="51563" y="17059"/>
                    <a:pt x="48211" y="12550"/>
                  </a:cubicBezTo>
                  <a:cubicBezTo>
                    <a:pt x="44852" y="7978"/>
                    <a:pt x="39549" y="5374"/>
                    <a:pt x="36304" y="6708"/>
                  </a:cubicBezTo>
                  <a:cubicBezTo>
                    <a:pt x="33053" y="7978"/>
                    <a:pt x="28837" y="6772"/>
                    <a:pt x="26887" y="4105"/>
                  </a:cubicBezTo>
                  <a:cubicBezTo>
                    <a:pt x="24938" y="1374"/>
                    <a:pt x="16931" y="-467"/>
                    <a:pt x="9025" y="104"/>
                  </a:cubicBezTo>
                  <a:cubicBezTo>
                    <a:pt x="1125" y="739"/>
                    <a:pt x="-2227" y="3850"/>
                    <a:pt x="1557" y="7089"/>
                  </a:cubicBezTo>
                  <a:cubicBezTo>
                    <a:pt x="5240" y="10391"/>
                    <a:pt x="11514" y="12613"/>
                    <a:pt x="15521" y="11979"/>
                  </a:cubicBezTo>
                  <a:cubicBezTo>
                    <a:pt x="19528" y="11344"/>
                    <a:pt x="22125" y="12613"/>
                    <a:pt x="21363" y="14899"/>
                  </a:cubicBezTo>
                  <a:cubicBezTo>
                    <a:pt x="20499" y="17059"/>
                    <a:pt x="22341" y="19091"/>
                    <a:pt x="25262" y="19345"/>
                  </a:cubicBezTo>
                  <a:cubicBezTo>
                    <a:pt x="28183" y="19536"/>
                    <a:pt x="35873" y="22773"/>
                    <a:pt x="42254" y="26457"/>
                  </a:cubicBezTo>
                  <a:cubicBezTo>
                    <a:pt x="48750" y="30140"/>
                    <a:pt x="57082" y="37379"/>
                    <a:pt x="60981" y="42459"/>
                  </a:cubicBezTo>
                  <a:cubicBezTo>
                    <a:pt x="64879" y="47538"/>
                    <a:pt x="71153" y="50777"/>
                    <a:pt x="75052" y="49634"/>
                  </a:cubicBezTo>
                  <a:cubicBezTo>
                    <a:pt x="78945" y="48428"/>
                    <a:pt x="81002" y="43983"/>
                    <a:pt x="79707" y="39792"/>
                  </a:cubicBezTo>
                  <a:cubicBezTo>
                    <a:pt x="78297" y="35537"/>
                    <a:pt x="75052" y="30901"/>
                    <a:pt x="72563" y="29378"/>
                  </a:cubicBezTo>
                  <a:lnTo>
                    <a:pt x="72563" y="295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5E528B31-E28E-3084-50FA-9E4535ACAB2B}"/>
                </a:ext>
              </a:extLst>
            </p:cNvPr>
            <p:cNvSpPr/>
            <p:nvPr/>
          </p:nvSpPr>
          <p:spPr>
            <a:xfrm>
              <a:off x="2431341" y="4921921"/>
              <a:ext cx="409975" cy="594762"/>
            </a:xfrm>
            <a:custGeom>
              <a:avLst/>
              <a:gdLst>
                <a:gd name="csX0" fmla="*/ 432438 w 472811"/>
                <a:gd name="csY0" fmla="*/ 675646 h 685920"/>
                <a:gd name="csX1" fmla="*/ 429517 w 472811"/>
                <a:gd name="csY1" fmla="*/ 662883 h 685920"/>
                <a:gd name="csX2" fmla="*/ 443696 w 472811"/>
                <a:gd name="csY2" fmla="*/ 655314 h 685920"/>
                <a:gd name="csX3" fmla="*/ 434387 w 472811"/>
                <a:gd name="csY3" fmla="*/ 647745 h 685920"/>
                <a:gd name="csX4" fmla="*/ 461013 w 472811"/>
                <a:gd name="csY4" fmla="*/ 620497 h 685920"/>
                <a:gd name="csX5" fmla="*/ 445970 w 472811"/>
                <a:gd name="csY5" fmla="*/ 577888 h 685920"/>
                <a:gd name="csX6" fmla="*/ 457228 w 472811"/>
                <a:gd name="csY6" fmla="*/ 566642 h 685920"/>
                <a:gd name="csX7" fmla="*/ 447157 w 472811"/>
                <a:gd name="csY7" fmla="*/ 555180 h 685920"/>
                <a:gd name="csX8" fmla="*/ 465344 w 472811"/>
                <a:gd name="csY8" fmla="*/ 525444 h 685920"/>
                <a:gd name="csX9" fmla="*/ 458416 w 472811"/>
                <a:gd name="csY9" fmla="*/ 485324 h 685920"/>
                <a:gd name="csX10" fmla="*/ 472811 w 472811"/>
                <a:gd name="csY10" fmla="*/ 465753 h 685920"/>
                <a:gd name="csX11" fmla="*/ 439258 w 472811"/>
                <a:gd name="csY11" fmla="*/ 406489 h 685920"/>
                <a:gd name="csX12" fmla="*/ 425510 w 472811"/>
                <a:gd name="csY12" fmla="*/ 405841 h 685920"/>
                <a:gd name="csX13" fmla="*/ 411115 w 472811"/>
                <a:gd name="csY13" fmla="*/ 412007 h 685920"/>
                <a:gd name="csX14" fmla="*/ 399215 w 472811"/>
                <a:gd name="csY14" fmla="*/ 409842 h 685920"/>
                <a:gd name="csX15" fmla="*/ 399215 w 472811"/>
                <a:gd name="csY15" fmla="*/ 383458 h 685920"/>
                <a:gd name="csX16" fmla="*/ 407114 w 472811"/>
                <a:gd name="csY16" fmla="*/ 372751 h 685920"/>
                <a:gd name="csX17" fmla="*/ 404193 w 472811"/>
                <a:gd name="csY17" fmla="*/ 345503 h 685920"/>
                <a:gd name="csX18" fmla="*/ 374640 w 472811"/>
                <a:gd name="csY18" fmla="*/ 371672 h 685920"/>
                <a:gd name="csX19" fmla="*/ 341525 w 472811"/>
                <a:gd name="csY19" fmla="*/ 371672 h 685920"/>
                <a:gd name="csX20" fmla="*/ 336540 w 472811"/>
                <a:gd name="csY20" fmla="*/ 353936 h 685920"/>
                <a:gd name="csX21" fmla="*/ 303101 w 472811"/>
                <a:gd name="csY21" fmla="*/ 349180 h 685920"/>
                <a:gd name="csX22" fmla="*/ 311216 w 472811"/>
                <a:gd name="csY22" fmla="*/ 332740 h 685920"/>
                <a:gd name="csX23" fmla="*/ 286324 w 472811"/>
                <a:gd name="csY23" fmla="*/ 294894 h 685920"/>
                <a:gd name="csX24" fmla="*/ 272684 w 472811"/>
                <a:gd name="csY24" fmla="*/ 289052 h 685920"/>
                <a:gd name="csX25" fmla="*/ 272361 w 472811"/>
                <a:gd name="csY25" fmla="*/ 272618 h 685920"/>
                <a:gd name="csX26" fmla="*/ 283943 w 472811"/>
                <a:gd name="csY26" fmla="*/ 269373 h 685920"/>
                <a:gd name="csX27" fmla="*/ 282749 w 472811"/>
                <a:gd name="csY27" fmla="*/ 252501 h 685920"/>
                <a:gd name="csX28" fmla="*/ 305590 w 472811"/>
                <a:gd name="csY28" fmla="*/ 239097 h 685920"/>
                <a:gd name="csX29" fmla="*/ 304504 w 472811"/>
                <a:gd name="csY29" fmla="*/ 222872 h 685920"/>
                <a:gd name="csX30" fmla="*/ 315115 w 472811"/>
                <a:gd name="csY30" fmla="*/ 189243 h 685920"/>
                <a:gd name="csX31" fmla="*/ 353971 w 472811"/>
                <a:gd name="csY31" fmla="*/ 165888 h 685920"/>
                <a:gd name="csX32" fmla="*/ 386654 w 472811"/>
                <a:gd name="csY32" fmla="*/ 168154 h 685920"/>
                <a:gd name="csX33" fmla="*/ 393258 w 472811"/>
                <a:gd name="csY33" fmla="*/ 160153 h 685920"/>
                <a:gd name="csX34" fmla="*/ 408956 w 472811"/>
                <a:gd name="csY34" fmla="*/ 159290 h 685920"/>
                <a:gd name="csX35" fmla="*/ 411229 w 472811"/>
                <a:gd name="csY35" fmla="*/ 165779 h 685920"/>
                <a:gd name="csX36" fmla="*/ 425732 w 472811"/>
                <a:gd name="csY36" fmla="*/ 169132 h 685920"/>
                <a:gd name="csX37" fmla="*/ 429301 w 472811"/>
                <a:gd name="csY37" fmla="*/ 146748 h 685920"/>
                <a:gd name="csX38" fmla="*/ 428869 w 472811"/>
                <a:gd name="csY38" fmla="*/ 147072 h 685920"/>
                <a:gd name="csX39" fmla="*/ 400402 w 472811"/>
                <a:gd name="csY39" fmla="*/ 131928 h 685920"/>
                <a:gd name="csX40" fmla="*/ 415769 w 472811"/>
                <a:gd name="csY40" fmla="*/ 98190 h 685920"/>
                <a:gd name="csX41" fmla="*/ 386438 w 472811"/>
                <a:gd name="csY41" fmla="*/ 81109 h 685920"/>
                <a:gd name="csX42" fmla="*/ 369770 w 472811"/>
                <a:gd name="csY42" fmla="*/ 86080 h 685920"/>
                <a:gd name="csX43" fmla="*/ 357863 w 472811"/>
                <a:gd name="csY43" fmla="*/ 78296 h 685920"/>
                <a:gd name="csX44" fmla="*/ 336540 w 472811"/>
                <a:gd name="csY44" fmla="*/ 90297 h 685920"/>
                <a:gd name="csX45" fmla="*/ 308295 w 472811"/>
                <a:gd name="csY45" fmla="*/ 87376 h 685920"/>
                <a:gd name="csX46" fmla="*/ 303857 w 472811"/>
                <a:gd name="csY46" fmla="*/ 65964 h 685920"/>
                <a:gd name="csX47" fmla="*/ 291519 w 472811"/>
                <a:gd name="csY47" fmla="*/ 64669 h 685920"/>
                <a:gd name="csX48" fmla="*/ 288706 w 472811"/>
                <a:gd name="csY48" fmla="*/ 48558 h 685920"/>
                <a:gd name="csX49" fmla="*/ 262728 w 472811"/>
                <a:gd name="csY49" fmla="*/ 35039 h 685920"/>
                <a:gd name="csX50" fmla="*/ 257311 w 472811"/>
                <a:gd name="csY50" fmla="*/ 19253 h 685920"/>
                <a:gd name="csX51" fmla="*/ 228412 w 472811"/>
                <a:gd name="csY51" fmla="*/ 0 h 685920"/>
                <a:gd name="csX52" fmla="*/ 217592 w 472811"/>
                <a:gd name="csY52" fmla="*/ 12979 h 685920"/>
                <a:gd name="csX53" fmla="*/ 227117 w 472811"/>
                <a:gd name="csY53" fmla="*/ 28334 h 685920"/>
                <a:gd name="csX54" fmla="*/ 227117 w 472811"/>
                <a:gd name="csY54" fmla="*/ 46177 h 685920"/>
                <a:gd name="csX55" fmla="*/ 215642 w 472811"/>
                <a:gd name="csY55" fmla="*/ 44558 h 685920"/>
                <a:gd name="csX56" fmla="*/ 213153 w 472811"/>
                <a:gd name="csY56" fmla="*/ 66834 h 685920"/>
                <a:gd name="csX57" fmla="*/ 174190 w 472811"/>
                <a:gd name="csY57" fmla="*/ 95377 h 685920"/>
                <a:gd name="csX58" fmla="*/ 125809 w 472811"/>
                <a:gd name="csY58" fmla="*/ 111709 h 685920"/>
                <a:gd name="csX59" fmla="*/ 116932 w 472811"/>
                <a:gd name="csY59" fmla="*/ 130416 h 685920"/>
                <a:gd name="csX60" fmla="*/ 107946 w 472811"/>
                <a:gd name="csY60" fmla="*/ 129229 h 685920"/>
                <a:gd name="csX61" fmla="*/ 100047 w 472811"/>
                <a:gd name="csY61" fmla="*/ 166427 h 685920"/>
                <a:gd name="csX62" fmla="*/ 88896 w 472811"/>
                <a:gd name="csY62" fmla="*/ 173565 h 685920"/>
                <a:gd name="csX63" fmla="*/ 85004 w 472811"/>
                <a:gd name="csY63" fmla="*/ 184595 h 685920"/>
                <a:gd name="csX64" fmla="*/ 70177 w 472811"/>
                <a:gd name="csY64" fmla="*/ 183947 h 685920"/>
                <a:gd name="csX65" fmla="*/ 62487 w 472811"/>
                <a:gd name="csY65" fmla="*/ 162535 h 685920"/>
                <a:gd name="csX66" fmla="*/ 34350 w 472811"/>
                <a:gd name="csY66" fmla="*/ 166751 h 685920"/>
                <a:gd name="csX67" fmla="*/ 30667 w 472811"/>
                <a:gd name="csY67" fmla="*/ 147504 h 685920"/>
                <a:gd name="csX68" fmla="*/ 44199 w 472811"/>
                <a:gd name="csY68" fmla="*/ 144367 h 685920"/>
                <a:gd name="csX69" fmla="*/ 39760 w 472811"/>
                <a:gd name="csY69" fmla="*/ 125660 h 685920"/>
                <a:gd name="csX70" fmla="*/ 17465 w 472811"/>
                <a:gd name="csY70" fmla="*/ 140907 h 685920"/>
                <a:gd name="csX71" fmla="*/ 581 w 472811"/>
                <a:gd name="csY71" fmla="*/ 163398 h 685920"/>
                <a:gd name="csX72" fmla="*/ 1876 w 472811"/>
                <a:gd name="csY72" fmla="*/ 175616 h 685920"/>
                <a:gd name="csX73" fmla="*/ 8264 w 472811"/>
                <a:gd name="csY73" fmla="*/ 188595 h 685920"/>
                <a:gd name="csX74" fmla="*/ 7286 w 472811"/>
                <a:gd name="csY74" fmla="*/ 189243 h 685920"/>
                <a:gd name="csX75" fmla="*/ 17249 w 472811"/>
                <a:gd name="csY75" fmla="*/ 210223 h 685920"/>
                <a:gd name="csX76" fmla="*/ 13027 w 472811"/>
                <a:gd name="csY76" fmla="*/ 216275 h 685920"/>
                <a:gd name="csX77" fmla="*/ 7401 w 472811"/>
                <a:gd name="csY77" fmla="*/ 218116 h 685920"/>
                <a:gd name="csX78" fmla="*/ 9775 w 472811"/>
                <a:gd name="csY78" fmla="*/ 228498 h 685920"/>
                <a:gd name="csX79" fmla="*/ 56861 w 472811"/>
                <a:gd name="csY79" fmla="*/ 258235 h 685920"/>
                <a:gd name="csX80" fmla="*/ 72990 w 472811"/>
                <a:gd name="csY80" fmla="*/ 292621 h 685920"/>
                <a:gd name="csX81" fmla="*/ 91608 w 472811"/>
                <a:gd name="csY81" fmla="*/ 315766 h 685920"/>
                <a:gd name="csX82" fmla="*/ 114227 w 472811"/>
                <a:gd name="csY82" fmla="*/ 367887 h 685920"/>
                <a:gd name="csX83" fmla="*/ 135766 w 472811"/>
                <a:gd name="csY83" fmla="*/ 409518 h 685920"/>
                <a:gd name="csX84" fmla="*/ 135334 w 472811"/>
                <a:gd name="csY84" fmla="*/ 419036 h 685920"/>
                <a:gd name="csX85" fmla="*/ 152758 w 472811"/>
                <a:gd name="csY85" fmla="*/ 437852 h 685920"/>
                <a:gd name="csX86" fmla="*/ 157305 w 472811"/>
                <a:gd name="csY86" fmla="*/ 453746 h 685920"/>
                <a:gd name="csX87" fmla="*/ 192154 w 472811"/>
                <a:gd name="csY87" fmla="*/ 504031 h 685920"/>
                <a:gd name="csX88" fmla="*/ 189881 w 472811"/>
                <a:gd name="csY88" fmla="*/ 528148 h 685920"/>
                <a:gd name="csX89" fmla="*/ 203952 w 472811"/>
                <a:gd name="csY89" fmla="*/ 550208 h 685920"/>
                <a:gd name="csX90" fmla="*/ 223110 w 472811"/>
                <a:gd name="csY90" fmla="*/ 562102 h 685920"/>
                <a:gd name="csX91" fmla="*/ 234369 w 472811"/>
                <a:gd name="csY91" fmla="*/ 578320 h 685920"/>
                <a:gd name="csX92" fmla="*/ 270195 w 472811"/>
                <a:gd name="csY92" fmla="*/ 593243 h 685920"/>
                <a:gd name="csX93" fmla="*/ 286432 w 472811"/>
                <a:gd name="csY93" fmla="*/ 607949 h 685920"/>
                <a:gd name="csX94" fmla="*/ 324640 w 472811"/>
                <a:gd name="csY94" fmla="*/ 623094 h 685920"/>
                <a:gd name="csX95" fmla="*/ 354295 w 472811"/>
                <a:gd name="csY95" fmla="*/ 643528 h 685920"/>
                <a:gd name="csX96" fmla="*/ 370748 w 472811"/>
                <a:gd name="csY96" fmla="*/ 652723 h 685920"/>
                <a:gd name="csX97" fmla="*/ 380596 w 472811"/>
                <a:gd name="csY97" fmla="*/ 668941 h 685920"/>
                <a:gd name="csX98" fmla="*/ 400942 w 472811"/>
                <a:gd name="csY98" fmla="*/ 685921 h 685920"/>
                <a:gd name="csX99" fmla="*/ 424538 w 472811"/>
                <a:gd name="csY99" fmla="*/ 684619 h 685920"/>
                <a:gd name="csX100" fmla="*/ 432654 w 472811"/>
                <a:gd name="csY100" fmla="*/ 675538 h 685920"/>
                <a:gd name="csX101" fmla="*/ 432438 w 472811"/>
                <a:gd name="csY101" fmla="*/ 675646 h 685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472811" h="685920">
                  <a:moveTo>
                    <a:pt x="432438" y="675646"/>
                  </a:moveTo>
                  <a:lnTo>
                    <a:pt x="429517" y="662883"/>
                  </a:lnTo>
                  <a:lnTo>
                    <a:pt x="443696" y="655314"/>
                  </a:lnTo>
                  <a:lnTo>
                    <a:pt x="434387" y="647745"/>
                  </a:lnTo>
                  <a:lnTo>
                    <a:pt x="461013" y="620497"/>
                  </a:lnTo>
                  <a:lnTo>
                    <a:pt x="445970" y="577888"/>
                  </a:lnTo>
                  <a:lnTo>
                    <a:pt x="457228" y="566642"/>
                  </a:lnTo>
                  <a:lnTo>
                    <a:pt x="447157" y="555180"/>
                  </a:lnTo>
                  <a:lnTo>
                    <a:pt x="465344" y="525444"/>
                  </a:lnTo>
                  <a:lnTo>
                    <a:pt x="458416" y="485324"/>
                  </a:lnTo>
                  <a:lnTo>
                    <a:pt x="472811" y="465753"/>
                  </a:lnTo>
                  <a:lnTo>
                    <a:pt x="439258" y="406489"/>
                  </a:lnTo>
                  <a:lnTo>
                    <a:pt x="425510" y="405841"/>
                  </a:lnTo>
                  <a:lnTo>
                    <a:pt x="411115" y="412007"/>
                  </a:lnTo>
                  <a:lnTo>
                    <a:pt x="399215" y="409842"/>
                  </a:lnTo>
                  <a:lnTo>
                    <a:pt x="399215" y="383458"/>
                  </a:lnTo>
                  <a:lnTo>
                    <a:pt x="407114" y="372751"/>
                  </a:lnTo>
                  <a:lnTo>
                    <a:pt x="404193" y="345503"/>
                  </a:lnTo>
                  <a:lnTo>
                    <a:pt x="374640" y="371672"/>
                  </a:lnTo>
                  <a:lnTo>
                    <a:pt x="341525" y="371672"/>
                  </a:lnTo>
                  <a:lnTo>
                    <a:pt x="336540" y="353936"/>
                  </a:lnTo>
                  <a:lnTo>
                    <a:pt x="303101" y="349180"/>
                  </a:lnTo>
                  <a:lnTo>
                    <a:pt x="311216" y="332740"/>
                  </a:lnTo>
                  <a:lnTo>
                    <a:pt x="286324" y="294894"/>
                  </a:lnTo>
                  <a:lnTo>
                    <a:pt x="272684" y="289052"/>
                  </a:lnTo>
                  <a:lnTo>
                    <a:pt x="272361" y="272618"/>
                  </a:lnTo>
                  <a:lnTo>
                    <a:pt x="283943" y="269373"/>
                  </a:lnTo>
                  <a:lnTo>
                    <a:pt x="282749" y="252501"/>
                  </a:lnTo>
                  <a:lnTo>
                    <a:pt x="305590" y="239097"/>
                  </a:lnTo>
                  <a:lnTo>
                    <a:pt x="304504" y="222872"/>
                  </a:lnTo>
                  <a:lnTo>
                    <a:pt x="315115" y="189243"/>
                  </a:lnTo>
                  <a:lnTo>
                    <a:pt x="353971" y="165888"/>
                  </a:lnTo>
                  <a:lnTo>
                    <a:pt x="386654" y="168154"/>
                  </a:lnTo>
                  <a:lnTo>
                    <a:pt x="393258" y="160153"/>
                  </a:lnTo>
                  <a:lnTo>
                    <a:pt x="408956" y="159290"/>
                  </a:lnTo>
                  <a:lnTo>
                    <a:pt x="411229" y="165779"/>
                  </a:lnTo>
                  <a:lnTo>
                    <a:pt x="425732" y="169132"/>
                  </a:lnTo>
                  <a:lnTo>
                    <a:pt x="429301" y="146748"/>
                  </a:lnTo>
                  <a:lnTo>
                    <a:pt x="428869" y="147072"/>
                  </a:lnTo>
                  <a:lnTo>
                    <a:pt x="400402" y="131928"/>
                  </a:lnTo>
                  <a:lnTo>
                    <a:pt x="415769" y="98190"/>
                  </a:lnTo>
                  <a:lnTo>
                    <a:pt x="386438" y="81109"/>
                  </a:lnTo>
                  <a:lnTo>
                    <a:pt x="369770" y="86080"/>
                  </a:lnTo>
                  <a:lnTo>
                    <a:pt x="357863" y="78296"/>
                  </a:lnTo>
                  <a:lnTo>
                    <a:pt x="336540" y="90297"/>
                  </a:lnTo>
                  <a:lnTo>
                    <a:pt x="308295" y="87376"/>
                  </a:lnTo>
                  <a:lnTo>
                    <a:pt x="303857" y="65964"/>
                  </a:lnTo>
                  <a:lnTo>
                    <a:pt x="291519" y="64669"/>
                  </a:lnTo>
                  <a:lnTo>
                    <a:pt x="288706" y="48558"/>
                  </a:lnTo>
                  <a:lnTo>
                    <a:pt x="262728" y="35039"/>
                  </a:lnTo>
                  <a:lnTo>
                    <a:pt x="257311" y="19253"/>
                  </a:lnTo>
                  <a:lnTo>
                    <a:pt x="228412" y="0"/>
                  </a:lnTo>
                  <a:lnTo>
                    <a:pt x="217592" y="12979"/>
                  </a:lnTo>
                  <a:lnTo>
                    <a:pt x="227117" y="28334"/>
                  </a:lnTo>
                  <a:lnTo>
                    <a:pt x="227117" y="46177"/>
                  </a:lnTo>
                  <a:lnTo>
                    <a:pt x="215642" y="44558"/>
                  </a:lnTo>
                  <a:lnTo>
                    <a:pt x="213153" y="66834"/>
                  </a:lnTo>
                  <a:lnTo>
                    <a:pt x="174190" y="95377"/>
                  </a:lnTo>
                  <a:lnTo>
                    <a:pt x="125809" y="111709"/>
                  </a:lnTo>
                  <a:lnTo>
                    <a:pt x="116932" y="130416"/>
                  </a:lnTo>
                  <a:lnTo>
                    <a:pt x="107946" y="129229"/>
                  </a:lnTo>
                  <a:lnTo>
                    <a:pt x="100047" y="166427"/>
                  </a:lnTo>
                  <a:lnTo>
                    <a:pt x="88896" y="173565"/>
                  </a:lnTo>
                  <a:lnTo>
                    <a:pt x="85004" y="184595"/>
                  </a:lnTo>
                  <a:lnTo>
                    <a:pt x="70177" y="183947"/>
                  </a:lnTo>
                  <a:lnTo>
                    <a:pt x="62487" y="162535"/>
                  </a:lnTo>
                  <a:lnTo>
                    <a:pt x="34350" y="166751"/>
                  </a:lnTo>
                  <a:lnTo>
                    <a:pt x="30667" y="147504"/>
                  </a:lnTo>
                  <a:lnTo>
                    <a:pt x="44199" y="144367"/>
                  </a:lnTo>
                  <a:lnTo>
                    <a:pt x="39760" y="125660"/>
                  </a:lnTo>
                  <a:cubicBezTo>
                    <a:pt x="21142" y="137338"/>
                    <a:pt x="19955" y="137985"/>
                    <a:pt x="17465" y="140907"/>
                  </a:cubicBezTo>
                  <a:cubicBezTo>
                    <a:pt x="4149" y="156369"/>
                    <a:pt x="1012" y="158750"/>
                    <a:pt x="581" y="163398"/>
                  </a:cubicBezTo>
                  <a:cubicBezTo>
                    <a:pt x="581" y="166427"/>
                    <a:pt x="-1369" y="171831"/>
                    <a:pt x="1876" y="175616"/>
                  </a:cubicBezTo>
                  <a:cubicBezTo>
                    <a:pt x="5451" y="180918"/>
                    <a:pt x="12703" y="185566"/>
                    <a:pt x="8264" y="188595"/>
                  </a:cubicBezTo>
                  <a:lnTo>
                    <a:pt x="7286" y="189243"/>
                  </a:lnTo>
                  <a:cubicBezTo>
                    <a:pt x="1120" y="193459"/>
                    <a:pt x="18329" y="202006"/>
                    <a:pt x="17249" y="210223"/>
                  </a:cubicBezTo>
                  <a:cubicBezTo>
                    <a:pt x="16919" y="211303"/>
                    <a:pt x="17465" y="217576"/>
                    <a:pt x="13027" y="216275"/>
                  </a:cubicBezTo>
                  <a:cubicBezTo>
                    <a:pt x="12379" y="216275"/>
                    <a:pt x="7617" y="213792"/>
                    <a:pt x="7401" y="218116"/>
                  </a:cubicBezTo>
                  <a:cubicBezTo>
                    <a:pt x="7617" y="220389"/>
                    <a:pt x="5559" y="226009"/>
                    <a:pt x="9775" y="228498"/>
                  </a:cubicBezTo>
                  <a:cubicBezTo>
                    <a:pt x="55781" y="255422"/>
                    <a:pt x="55019" y="253911"/>
                    <a:pt x="56861" y="258235"/>
                  </a:cubicBezTo>
                  <a:cubicBezTo>
                    <a:pt x="69738" y="287541"/>
                    <a:pt x="70069" y="289160"/>
                    <a:pt x="72990" y="292621"/>
                  </a:cubicBezTo>
                  <a:cubicBezTo>
                    <a:pt x="88249" y="310248"/>
                    <a:pt x="89874" y="311766"/>
                    <a:pt x="91608" y="315766"/>
                  </a:cubicBezTo>
                  <a:lnTo>
                    <a:pt x="114227" y="367887"/>
                  </a:lnTo>
                  <a:cubicBezTo>
                    <a:pt x="116500" y="373183"/>
                    <a:pt x="135982" y="410166"/>
                    <a:pt x="135766" y="409518"/>
                  </a:cubicBezTo>
                  <a:cubicBezTo>
                    <a:pt x="137823" y="413518"/>
                    <a:pt x="135226" y="419684"/>
                    <a:pt x="135334" y="419036"/>
                  </a:cubicBezTo>
                  <a:cubicBezTo>
                    <a:pt x="133061" y="426390"/>
                    <a:pt x="151133" y="429311"/>
                    <a:pt x="152758" y="437852"/>
                  </a:cubicBezTo>
                  <a:cubicBezTo>
                    <a:pt x="154168" y="445205"/>
                    <a:pt x="154600" y="450177"/>
                    <a:pt x="157305" y="453746"/>
                  </a:cubicBezTo>
                  <a:cubicBezTo>
                    <a:pt x="191938" y="499599"/>
                    <a:pt x="193024" y="499383"/>
                    <a:pt x="192154" y="504031"/>
                  </a:cubicBezTo>
                  <a:cubicBezTo>
                    <a:pt x="189017" y="521443"/>
                    <a:pt x="187722" y="524256"/>
                    <a:pt x="189881" y="528148"/>
                  </a:cubicBezTo>
                  <a:cubicBezTo>
                    <a:pt x="197894" y="543179"/>
                    <a:pt x="199621" y="548043"/>
                    <a:pt x="203952" y="550208"/>
                  </a:cubicBezTo>
                  <a:cubicBezTo>
                    <a:pt x="215534" y="556044"/>
                    <a:pt x="220837" y="557993"/>
                    <a:pt x="223110" y="562102"/>
                  </a:cubicBezTo>
                  <a:cubicBezTo>
                    <a:pt x="229390" y="573672"/>
                    <a:pt x="230254" y="576700"/>
                    <a:pt x="234369" y="578320"/>
                  </a:cubicBezTo>
                  <a:lnTo>
                    <a:pt x="270195" y="593243"/>
                  </a:lnTo>
                  <a:cubicBezTo>
                    <a:pt x="277015" y="596056"/>
                    <a:pt x="279720" y="605358"/>
                    <a:pt x="286432" y="607949"/>
                  </a:cubicBezTo>
                  <a:lnTo>
                    <a:pt x="324640" y="623094"/>
                  </a:lnTo>
                  <a:cubicBezTo>
                    <a:pt x="330051" y="625145"/>
                    <a:pt x="354834" y="644068"/>
                    <a:pt x="354295" y="643528"/>
                  </a:cubicBezTo>
                  <a:cubicBezTo>
                    <a:pt x="361007" y="648392"/>
                    <a:pt x="367928" y="647313"/>
                    <a:pt x="370748" y="652723"/>
                  </a:cubicBezTo>
                  <a:cubicBezTo>
                    <a:pt x="375834" y="662559"/>
                    <a:pt x="377237" y="666020"/>
                    <a:pt x="380596" y="668941"/>
                  </a:cubicBezTo>
                  <a:cubicBezTo>
                    <a:pt x="389906" y="676834"/>
                    <a:pt x="396395" y="682136"/>
                    <a:pt x="400942" y="685921"/>
                  </a:cubicBezTo>
                  <a:lnTo>
                    <a:pt x="424538" y="684619"/>
                  </a:lnTo>
                  <a:lnTo>
                    <a:pt x="432654" y="675538"/>
                  </a:lnTo>
                  <a:lnTo>
                    <a:pt x="432438" y="6756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6D70EBD5-2F60-617A-2AAD-5C9AE900CEFF}"/>
                </a:ext>
              </a:extLst>
            </p:cNvPr>
            <p:cNvSpPr/>
            <p:nvPr/>
          </p:nvSpPr>
          <p:spPr>
            <a:xfrm>
              <a:off x="3037279" y="5550436"/>
              <a:ext cx="271704" cy="283272"/>
            </a:xfrm>
            <a:custGeom>
              <a:avLst/>
              <a:gdLst>
                <a:gd name="csX0" fmla="*/ 299924 w 313347"/>
                <a:gd name="csY0" fmla="*/ 175292 h 326688"/>
                <a:gd name="csX1" fmla="*/ 283363 w 313347"/>
                <a:gd name="csY1" fmla="*/ 184487 h 326688"/>
                <a:gd name="csX2" fmla="*/ 271132 w 313347"/>
                <a:gd name="csY2" fmla="*/ 182213 h 326688"/>
                <a:gd name="csX3" fmla="*/ 270269 w 313347"/>
                <a:gd name="csY3" fmla="*/ 172593 h 326688"/>
                <a:gd name="csX4" fmla="*/ 264528 w 313347"/>
                <a:gd name="csY4" fmla="*/ 161233 h 326688"/>
                <a:gd name="csX5" fmla="*/ 263125 w 313347"/>
                <a:gd name="csY5" fmla="*/ 129769 h 326688"/>
                <a:gd name="csX6" fmla="*/ 255112 w 313347"/>
                <a:gd name="csY6" fmla="*/ 115818 h 326688"/>
                <a:gd name="csX7" fmla="*/ 239852 w 313347"/>
                <a:gd name="csY7" fmla="*/ 115386 h 326688"/>
                <a:gd name="csX8" fmla="*/ 234874 w 313347"/>
                <a:gd name="csY8" fmla="*/ 106953 h 326688"/>
                <a:gd name="csX9" fmla="*/ 219831 w 313347"/>
                <a:gd name="csY9" fmla="*/ 116789 h 326688"/>
                <a:gd name="csX10" fmla="*/ 193205 w 313347"/>
                <a:gd name="csY10" fmla="*/ 113761 h 326688"/>
                <a:gd name="csX11" fmla="*/ 185407 w 313347"/>
                <a:gd name="csY11" fmla="*/ 105975 h 326688"/>
                <a:gd name="csX12" fmla="*/ 175019 w 313347"/>
                <a:gd name="csY12" fmla="*/ 107709 h 326688"/>
                <a:gd name="csX13" fmla="*/ 180213 w 313347"/>
                <a:gd name="csY13" fmla="*/ 66618 h 326688"/>
                <a:gd name="csX14" fmla="*/ 168847 w 313347"/>
                <a:gd name="csY14" fmla="*/ 34716 h 326688"/>
                <a:gd name="csX15" fmla="*/ 165386 w 313347"/>
                <a:gd name="csY15" fmla="*/ 21628 h 326688"/>
                <a:gd name="csX16" fmla="*/ 132918 w 313347"/>
                <a:gd name="csY16" fmla="*/ 1949 h 326688"/>
                <a:gd name="csX17" fmla="*/ 99257 w 313347"/>
                <a:gd name="csY17" fmla="*/ 0 h 326688"/>
                <a:gd name="csX18" fmla="*/ 74251 w 313347"/>
                <a:gd name="csY18" fmla="*/ 6598 h 326688"/>
                <a:gd name="csX19" fmla="*/ 33553 w 313347"/>
                <a:gd name="csY19" fmla="*/ 13303 h 326688"/>
                <a:gd name="csX20" fmla="*/ 27604 w 313347"/>
                <a:gd name="csY20" fmla="*/ 29413 h 326688"/>
                <a:gd name="csX21" fmla="*/ 13532 w 313347"/>
                <a:gd name="csY21" fmla="*/ 48882 h 326688"/>
                <a:gd name="csX22" fmla="*/ 14288 w 313347"/>
                <a:gd name="csY22" fmla="*/ 68561 h 326688"/>
                <a:gd name="csX23" fmla="*/ 0 w 313347"/>
                <a:gd name="csY23" fmla="*/ 116034 h 326688"/>
                <a:gd name="csX24" fmla="*/ 16021 w 313347"/>
                <a:gd name="csY24" fmla="*/ 125121 h 326688"/>
                <a:gd name="csX25" fmla="*/ 25222 w 313347"/>
                <a:gd name="csY25" fmla="*/ 145231 h 326688"/>
                <a:gd name="csX26" fmla="*/ 56611 w 313347"/>
                <a:gd name="csY26" fmla="*/ 167075 h 326688"/>
                <a:gd name="csX27" fmla="*/ 62776 w 313347"/>
                <a:gd name="csY27" fmla="*/ 178537 h 326688"/>
                <a:gd name="csX28" fmla="*/ 102718 w 313347"/>
                <a:gd name="csY28" fmla="*/ 184271 h 326688"/>
                <a:gd name="csX29" fmla="*/ 124257 w 313347"/>
                <a:gd name="csY29" fmla="*/ 204489 h 326688"/>
                <a:gd name="csX30" fmla="*/ 152616 w 313347"/>
                <a:gd name="csY30" fmla="*/ 213036 h 326688"/>
                <a:gd name="csX31" fmla="*/ 158458 w 313347"/>
                <a:gd name="csY31" fmla="*/ 222441 h 326688"/>
                <a:gd name="csX32" fmla="*/ 168199 w 313347"/>
                <a:gd name="csY32" fmla="*/ 221793 h 326688"/>
                <a:gd name="csX33" fmla="*/ 183896 w 313347"/>
                <a:gd name="csY33" fmla="*/ 227305 h 326688"/>
                <a:gd name="csX34" fmla="*/ 190824 w 313347"/>
                <a:gd name="csY34" fmla="*/ 241688 h 326688"/>
                <a:gd name="csX35" fmla="*/ 188443 w 313347"/>
                <a:gd name="csY35" fmla="*/ 247637 h 326688"/>
                <a:gd name="csX36" fmla="*/ 181731 w 313347"/>
                <a:gd name="csY36" fmla="*/ 251314 h 326688"/>
                <a:gd name="csX37" fmla="*/ 178264 w 313347"/>
                <a:gd name="csY37" fmla="*/ 265157 h 326688"/>
                <a:gd name="csX38" fmla="*/ 167551 w 313347"/>
                <a:gd name="csY38" fmla="*/ 271316 h 326688"/>
                <a:gd name="csX39" fmla="*/ 166580 w 313347"/>
                <a:gd name="csY39" fmla="*/ 290570 h 326688"/>
                <a:gd name="csX40" fmla="*/ 148177 w 313347"/>
                <a:gd name="csY40" fmla="*/ 301923 h 326688"/>
                <a:gd name="csX41" fmla="*/ 151206 w 313347"/>
                <a:gd name="csY41" fmla="*/ 315551 h 326688"/>
                <a:gd name="csX42" fmla="*/ 174155 w 313347"/>
                <a:gd name="csY42" fmla="*/ 312738 h 326688"/>
                <a:gd name="csX43" fmla="*/ 207709 w 313347"/>
                <a:gd name="csY43" fmla="*/ 323012 h 326688"/>
                <a:gd name="csX44" fmla="*/ 223615 w 313347"/>
                <a:gd name="csY44" fmla="*/ 318357 h 326688"/>
                <a:gd name="csX45" fmla="*/ 234766 w 313347"/>
                <a:gd name="csY45" fmla="*/ 326689 h 326688"/>
                <a:gd name="csX46" fmla="*/ 241586 w 313347"/>
                <a:gd name="csY46" fmla="*/ 315335 h 326688"/>
                <a:gd name="csX47" fmla="*/ 251759 w 313347"/>
                <a:gd name="csY47" fmla="*/ 314465 h 326688"/>
                <a:gd name="csX48" fmla="*/ 256953 w 313347"/>
                <a:gd name="csY48" fmla="*/ 319767 h 326688"/>
                <a:gd name="csX49" fmla="*/ 264637 w 313347"/>
                <a:gd name="csY49" fmla="*/ 314681 h 326688"/>
                <a:gd name="csX50" fmla="*/ 265830 w 313347"/>
                <a:gd name="csY50" fmla="*/ 307436 h 326688"/>
                <a:gd name="csX51" fmla="*/ 274377 w 313347"/>
                <a:gd name="csY51" fmla="*/ 300190 h 326688"/>
                <a:gd name="csX52" fmla="*/ 283578 w 313347"/>
                <a:gd name="csY52" fmla="*/ 300190 h 326688"/>
                <a:gd name="csX53" fmla="*/ 297110 w 313347"/>
                <a:gd name="csY53" fmla="*/ 284512 h 326688"/>
                <a:gd name="csX54" fmla="*/ 297650 w 313347"/>
                <a:gd name="csY54" fmla="*/ 263855 h 326688"/>
                <a:gd name="csX55" fmla="*/ 302305 w 313347"/>
                <a:gd name="csY55" fmla="*/ 258991 h 326688"/>
                <a:gd name="csX56" fmla="*/ 300787 w 313347"/>
                <a:gd name="csY56" fmla="*/ 248501 h 326688"/>
                <a:gd name="csX57" fmla="*/ 313347 w 313347"/>
                <a:gd name="csY57" fmla="*/ 184487 h 326688"/>
                <a:gd name="csX58" fmla="*/ 299924 w 313347"/>
                <a:gd name="csY58" fmla="*/ 175292 h 3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13347" h="326688">
                  <a:moveTo>
                    <a:pt x="299924" y="175292"/>
                  </a:moveTo>
                  <a:lnTo>
                    <a:pt x="283363" y="184487"/>
                  </a:lnTo>
                  <a:lnTo>
                    <a:pt x="271132" y="182213"/>
                  </a:lnTo>
                  <a:lnTo>
                    <a:pt x="270269" y="172593"/>
                  </a:lnTo>
                  <a:lnTo>
                    <a:pt x="264528" y="161233"/>
                  </a:lnTo>
                  <a:lnTo>
                    <a:pt x="263125" y="129769"/>
                  </a:lnTo>
                  <a:lnTo>
                    <a:pt x="255112" y="115818"/>
                  </a:lnTo>
                  <a:lnTo>
                    <a:pt x="239852" y="115386"/>
                  </a:lnTo>
                  <a:lnTo>
                    <a:pt x="234874" y="106953"/>
                  </a:lnTo>
                  <a:lnTo>
                    <a:pt x="219831" y="116789"/>
                  </a:lnTo>
                  <a:lnTo>
                    <a:pt x="193205" y="113761"/>
                  </a:lnTo>
                  <a:lnTo>
                    <a:pt x="185407" y="105975"/>
                  </a:lnTo>
                  <a:lnTo>
                    <a:pt x="175019" y="107709"/>
                  </a:lnTo>
                  <a:lnTo>
                    <a:pt x="180213" y="66618"/>
                  </a:lnTo>
                  <a:lnTo>
                    <a:pt x="168847" y="34716"/>
                  </a:ln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4" y="29413"/>
                  </a:lnTo>
                  <a:lnTo>
                    <a:pt x="13532" y="48882"/>
                  </a:lnTo>
                  <a:lnTo>
                    <a:pt x="14288" y="68561"/>
                  </a:lnTo>
                  <a:lnTo>
                    <a:pt x="0" y="116034"/>
                  </a:lnTo>
                  <a:lnTo>
                    <a:pt x="16021" y="125121"/>
                  </a:lnTo>
                  <a:lnTo>
                    <a:pt x="25222" y="145231"/>
                  </a:lnTo>
                  <a:lnTo>
                    <a:pt x="56611" y="167075"/>
                  </a:lnTo>
                  <a:lnTo>
                    <a:pt x="62776" y="178537"/>
                  </a:lnTo>
                  <a:lnTo>
                    <a:pt x="102718" y="184271"/>
                  </a:lnTo>
                  <a:lnTo>
                    <a:pt x="124257" y="204489"/>
                  </a:lnTo>
                  <a:lnTo>
                    <a:pt x="152616" y="213036"/>
                  </a:lnTo>
                  <a:lnTo>
                    <a:pt x="158458" y="222441"/>
                  </a:lnTo>
                  <a:lnTo>
                    <a:pt x="168199" y="221793"/>
                  </a:lnTo>
                  <a:lnTo>
                    <a:pt x="183896" y="227305"/>
                  </a:lnTo>
                  <a:lnTo>
                    <a:pt x="190824" y="241688"/>
                  </a:lnTo>
                  <a:lnTo>
                    <a:pt x="188443" y="247637"/>
                  </a:lnTo>
                  <a:lnTo>
                    <a:pt x="181731" y="251314"/>
                  </a:lnTo>
                  <a:lnTo>
                    <a:pt x="178264" y="265157"/>
                  </a:lnTo>
                  <a:lnTo>
                    <a:pt x="167551" y="271316"/>
                  </a:lnTo>
                  <a:lnTo>
                    <a:pt x="166580" y="290570"/>
                  </a:lnTo>
                  <a:lnTo>
                    <a:pt x="148177" y="301923"/>
                  </a:lnTo>
                  <a:lnTo>
                    <a:pt x="151206" y="315551"/>
                  </a:lnTo>
                  <a:lnTo>
                    <a:pt x="174155" y="312738"/>
                  </a:lnTo>
                  <a:lnTo>
                    <a:pt x="207709" y="323012"/>
                  </a:lnTo>
                  <a:lnTo>
                    <a:pt x="223615" y="318357"/>
                  </a:lnTo>
                  <a:lnTo>
                    <a:pt x="234766" y="326689"/>
                  </a:lnTo>
                  <a:lnTo>
                    <a:pt x="241586" y="315335"/>
                  </a:lnTo>
                  <a:lnTo>
                    <a:pt x="251759" y="314465"/>
                  </a:lnTo>
                  <a:lnTo>
                    <a:pt x="256953" y="319767"/>
                  </a:lnTo>
                  <a:lnTo>
                    <a:pt x="264637" y="314681"/>
                  </a:lnTo>
                  <a:lnTo>
                    <a:pt x="265830" y="307436"/>
                  </a:lnTo>
                  <a:lnTo>
                    <a:pt x="274377" y="300190"/>
                  </a:lnTo>
                  <a:lnTo>
                    <a:pt x="283578" y="300190"/>
                  </a:lnTo>
                  <a:lnTo>
                    <a:pt x="297110" y="284512"/>
                  </a:lnTo>
                  <a:lnTo>
                    <a:pt x="297650" y="263855"/>
                  </a:lnTo>
                  <a:lnTo>
                    <a:pt x="302305" y="258991"/>
                  </a:lnTo>
                  <a:lnTo>
                    <a:pt x="300787" y="248501"/>
                  </a:lnTo>
                  <a:lnTo>
                    <a:pt x="313347" y="184487"/>
                  </a:lnTo>
                  <a:lnTo>
                    <a:pt x="299924" y="1752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9506EEEE-CB98-B7C1-92E7-BE4ECF28AD8F}"/>
                </a:ext>
              </a:extLst>
            </p:cNvPr>
            <p:cNvSpPr/>
            <p:nvPr/>
          </p:nvSpPr>
          <p:spPr>
            <a:xfrm>
              <a:off x="3078101" y="4664159"/>
              <a:ext cx="163492" cy="218663"/>
            </a:xfrm>
            <a:custGeom>
              <a:avLst/>
              <a:gdLst>
                <a:gd name="csX0" fmla="*/ 180105 w 188550"/>
                <a:gd name="csY0" fmla="*/ 216707 h 252177"/>
                <a:gd name="csX1" fmla="*/ 167336 w 188550"/>
                <a:gd name="csY1" fmla="*/ 210007 h 252177"/>
                <a:gd name="csX2" fmla="*/ 153696 w 188550"/>
                <a:gd name="csY2" fmla="*/ 187401 h 252177"/>
                <a:gd name="csX3" fmla="*/ 140926 w 188550"/>
                <a:gd name="csY3" fmla="*/ 187401 h 252177"/>
                <a:gd name="csX4" fmla="*/ 124797 w 188550"/>
                <a:gd name="csY4" fmla="*/ 161233 h 252177"/>
                <a:gd name="csX5" fmla="*/ 132372 w 188550"/>
                <a:gd name="csY5" fmla="*/ 140583 h 252177"/>
                <a:gd name="csX6" fmla="*/ 129559 w 188550"/>
                <a:gd name="csY6" fmla="*/ 133985 h 252177"/>
                <a:gd name="csX7" fmla="*/ 138761 w 188550"/>
                <a:gd name="csY7" fmla="*/ 125330 h 252177"/>
                <a:gd name="csX8" fmla="*/ 153048 w 188550"/>
                <a:gd name="csY8" fmla="*/ 127603 h 252177"/>
                <a:gd name="csX9" fmla="*/ 155537 w 188550"/>
                <a:gd name="csY9" fmla="*/ 120358 h 252177"/>
                <a:gd name="csX10" fmla="*/ 153048 w 188550"/>
                <a:gd name="csY10" fmla="*/ 112357 h 252177"/>
                <a:gd name="csX11" fmla="*/ 159652 w 188550"/>
                <a:gd name="csY11" fmla="*/ 95377 h 252177"/>
                <a:gd name="csX12" fmla="*/ 157918 w 188550"/>
                <a:gd name="csY12" fmla="*/ 93650 h 252177"/>
                <a:gd name="csX13" fmla="*/ 150127 w 188550"/>
                <a:gd name="csY13" fmla="*/ 77426 h 252177"/>
                <a:gd name="csX14" fmla="*/ 121120 w 188550"/>
                <a:gd name="csY14" fmla="*/ 57639 h 252177"/>
                <a:gd name="csX15" fmla="*/ 108560 w 188550"/>
                <a:gd name="csY15" fmla="*/ 52559 h 252177"/>
                <a:gd name="csX16" fmla="*/ 105315 w 188550"/>
                <a:gd name="csY16" fmla="*/ 35903 h 252177"/>
                <a:gd name="csX17" fmla="*/ 80855 w 188550"/>
                <a:gd name="csY17" fmla="*/ 11678 h 252177"/>
                <a:gd name="csX18" fmla="*/ 60179 w 188550"/>
                <a:gd name="csY18" fmla="*/ 0 h 252177"/>
                <a:gd name="csX19" fmla="*/ 30201 w 188550"/>
                <a:gd name="csY19" fmla="*/ 26276 h 252177"/>
                <a:gd name="csX20" fmla="*/ 48597 w 188550"/>
                <a:gd name="csY20" fmla="*/ 40227 h 252177"/>
                <a:gd name="csX21" fmla="*/ 34208 w 188550"/>
                <a:gd name="csY21" fmla="*/ 57423 h 252177"/>
                <a:gd name="csX22" fmla="*/ 14503 w 188550"/>
                <a:gd name="csY22" fmla="*/ 59258 h 252177"/>
                <a:gd name="csX23" fmla="*/ 6388 w 188550"/>
                <a:gd name="csY23" fmla="*/ 67050 h 252177"/>
                <a:gd name="csX24" fmla="*/ 10611 w 188550"/>
                <a:gd name="csY24" fmla="*/ 78296 h 252177"/>
                <a:gd name="csX25" fmla="*/ 0 w 188550"/>
                <a:gd name="csY25" fmla="*/ 90513 h 252177"/>
                <a:gd name="csX26" fmla="*/ 25762 w 188550"/>
                <a:gd name="csY26" fmla="*/ 118739 h 252177"/>
                <a:gd name="csX27" fmla="*/ 46438 w 188550"/>
                <a:gd name="csY27" fmla="*/ 115710 h 252177"/>
                <a:gd name="csX28" fmla="*/ 52603 w 188550"/>
                <a:gd name="csY28" fmla="*/ 124143 h 252177"/>
                <a:gd name="csX29" fmla="*/ 47733 w 188550"/>
                <a:gd name="csY29" fmla="*/ 144259 h 252177"/>
                <a:gd name="csX30" fmla="*/ 62021 w 188550"/>
                <a:gd name="csY30" fmla="*/ 148584 h 252177"/>
                <a:gd name="csX31" fmla="*/ 70358 w 188550"/>
                <a:gd name="csY31" fmla="*/ 167291 h 252177"/>
                <a:gd name="csX32" fmla="*/ 57798 w 188550"/>
                <a:gd name="csY32" fmla="*/ 178861 h 252177"/>
                <a:gd name="csX33" fmla="*/ 52388 w 188550"/>
                <a:gd name="csY33" fmla="*/ 210871 h 252177"/>
                <a:gd name="csX34" fmla="*/ 61481 w 188550"/>
                <a:gd name="csY34" fmla="*/ 214871 h 252177"/>
                <a:gd name="csX35" fmla="*/ 62021 w 188550"/>
                <a:gd name="csY35" fmla="*/ 227413 h 252177"/>
                <a:gd name="csX36" fmla="*/ 94711 w 188550"/>
                <a:gd name="csY36" fmla="*/ 252178 h 252177"/>
                <a:gd name="csX37" fmla="*/ 108452 w 188550"/>
                <a:gd name="csY37" fmla="*/ 248069 h 252177"/>
                <a:gd name="csX38" fmla="*/ 107696 w 188550"/>
                <a:gd name="csY38" fmla="*/ 242011 h 252177"/>
                <a:gd name="csX39" fmla="*/ 117221 w 188550"/>
                <a:gd name="csY39" fmla="*/ 235528 h 252177"/>
                <a:gd name="csX40" fmla="*/ 128156 w 188550"/>
                <a:gd name="csY40" fmla="*/ 238011 h 252177"/>
                <a:gd name="csX41" fmla="*/ 142983 w 188550"/>
                <a:gd name="csY41" fmla="*/ 233039 h 252177"/>
                <a:gd name="csX42" fmla="*/ 147746 w 188550"/>
                <a:gd name="csY42" fmla="*/ 220167 h 252177"/>
                <a:gd name="csX43" fmla="*/ 165062 w 188550"/>
                <a:gd name="csY43" fmla="*/ 227413 h 252177"/>
                <a:gd name="csX44" fmla="*/ 188551 w 188550"/>
                <a:gd name="csY44" fmla="*/ 227413 h 252177"/>
                <a:gd name="csX45" fmla="*/ 180105 w 188550"/>
                <a:gd name="csY45" fmla="*/ 216491 h 252177"/>
                <a:gd name="csX46" fmla="*/ 180105 w 188550"/>
                <a:gd name="csY46" fmla="*/ 216707 h 25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88550" h="252177">
                  <a:moveTo>
                    <a:pt x="180105" y="216707"/>
                  </a:moveTo>
                  <a:lnTo>
                    <a:pt x="167336" y="210007"/>
                  </a:lnTo>
                  <a:lnTo>
                    <a:pt x="153696" y="187401"/>
                  </a:lnTo>
                  <a:lnTo>
                    <a:pt x="140926" y="187401"/>
                  </a:lnTo>
                  <a:lnTo>
                    <a:pt x="124797" y="161233"/>
                  </a:lnTo>
                  <a:lnTo>
                    <a:pt x="132372" y="140583"/>
                  </a:lnTo>
                  <a:lnTo>
                    <a:pt x="129559" y="133985"/>
                  </a:lnTo>
                  <a:lnTo>
                    <a:pt x="138761" y="125330"/>
                  </a:lnTo>
                  <a:lnTo>
                    <a:pt x="153048" y="127603"/>
                  </a:lnTo>
                  <a:lnTo>
                    <a:pt x="155537" y="120358"/>
                  </a:lnTo>
                  <a:lnTo>
                    <a:pt x="153048" y="112357"/>
                  </a:lnTo>
                  <a:lnTo>
                    <a:pt x="159652" y="95377"/>
                  </a:lnTo>
                  <a:cubicBezTo>
                    <a:pt x="158998" y="95161"/>
                    <a:pt x="158350" y="94729"/>
                    <a:pt x="157918" y="93650"/>
                  </a:cubicBezTo>
                  <a:cubicBezTo>
                    <a:pt x="154889" y="85211"/>
                    <a:pt x="153803" y="80239"/>
                    <a:pt x="150127" y="77426"/>
                  </a:cubicBezTo>
                  <a:cubicBezTo>
                    <a:pt x="126422" y="59582"/>
                    <a:pt x="125667" y="58179"/>
                    <a:pt x="121120" y="57639"/>
                  </a:cubicBezTo>
                  <a:cubicBezTo>
                    <a:pt x="116358" y="56452"/>
                    <a:pt x="108890" y="57855"/>
                    <a:pt x="108560" y="52559"/>
                  </a:cubicBezTo>
                  <a:cubicBezTo>
                    <a:pt x="108020" y="43796"/>
                    <a:pt x="108560" y="39148"/>
                    <a:pt x="105315" y="35903"/>
                  </a:cubicBezTo>
                  <a:cubicBezTo>
                    <a:pt x="87027" y="16764"/>
                    <a:pt x="85077" y="14059"/>
                    <a:pt x="80855" y="11678"/>
                  </a:cubicBezTo>
                  <a:cubicBezTo>
                    <a:pt x="72301" y="6814"/>
                    <a:pt x="65596" y="3029"/>
                    <a:pt x="60179" y="0"/>
                  </a:cubicBezTo>
                  <a:lnTo>
                    <a:pt x="30201" y="26276"/>
                  </a:lnTo>
                  <a:lnTo>
                    <a:pt x="48597" y="40227"/>
                  </a:lnTo>
                  <a:lnTo>
                    <a:pt x="34208" y="57423"/>
                  </a:lnTo>
                  <a:lnTo>
                    <a:pt x="14503" y="59258"/>
                  </a:lnTo>
                  <a:lnTo>
                    <a:pt x="6388" y="67050"/>
                  </a:lnTo>
                  <a:lnTo>
                    <a:pt x="10611" y="78296"/>
                  </a:lnTo>
                  <a:lnTo>
                    <a:pt x="0" y="90513"/>
                  </a:lnTo>
                  <a:lnTo>
                    <a:pt x="25762" y="118739"/>
                  </a:lnTo>
                  <a:lnTo>
                    <a:pt x="46438" y="115710"/>
                  </a:lnTo>
                  <a:lnTo>
                    <a:pt x="52603" y="124143"/>
                  </a:lnTo>
                  <a:lnTo>
                    <a:pt x="47733" y="144259"/>
                  </a:lnTo>
                  <a:lnTo>
                    <a:pt x="62021" y="148584"/>
                  </a:lnTo>
                  <a:lnTo>
                    <a:pt x="70358" y="167291"/>
                  </a:lnTo>
                  <a:lnTo>
                    <a:pt x="57798" y="178861"/>
                  </a:lnTo>
                  <a:lnTo>
                    <a:pt x="52388" y="210871"/>
                  </a:lnTo>
                  <a:lnTo>
                    <a:pt x="61481" y="214871"/>
                  </a:lnTo>
                  <a:lnTo>
                    <a:pt x="62021" y="227413"/>
                  </a:lnTo>
                  <a:lnTo>
                    <a:pt x="94711" y="252178"/>
                  </a:lnTo>
                  <a:lnTo>
                    <a:pt x="108452" y="248069"/>
                  </a:lnTo>
                  <a:lnTo>
                    <a:pt x="107696" y="242011"/>
                  </a:lnTo>
                  <a:lnTo>
                    <a:pt x="117221" y="235528"/>
                  </a:lnTo>
                  <a:lnTo>
                    <a:pt x="128156" y="238011"/>
                  </a:lnTo>
                  <a:lnTo>
                    <a:pt x="142983" y="233039"/>
                  </a:lnTo>
                  <a:lnTo>
                    <a:pt x="147746" y="220167"/>
                  </a:lnTo>
                  <a:lnTo>
                    <a:pt x="165062" y="227413"/>
                  </a:lnTo>
                  <a:lnTo>
                    <a:pt x="188551" y="227413"/>
                  </a:lnTo>
                  <a:lnTo>
                    <a:pt x="180105" y="216491"/>
                  </a:lnTo>
                  <a:lnTo>
                    <a:pt x="180105" y="216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7C622AE-279D-5182-3B8C-5A16A20170A1}"/>
                </a:ext>
              </a:extLst>
            </p:cNvPr>
            <p:cNvSpPr/>
            <p:nvPr/>
          </p:nvSpPr>
          <p:spPr>
            <a:xfrm>
              <a:off x="3301092" y="4750329"/>
              <a:ext cx="91880" cy="103707"/>
            </a:xfrm>
            <a:custGeom>
              <a:avLst/>
              <a:gdLst>
                <a:gd name="csX0" fmla="*/ 29007 w 105962"/>
                <a:gd name="csY0" fmla="*/ 112573 h 119602"/>
                <a:gd name="csX1" fmla="*/ 37668 w 105962"/>
                <a:gd name="csY1" fmla="*/ 116789 h 119602"/>
                <a:gd name="csX2" fmla="*/ 44380 w 105962"/>
                <a:gd name="csY2" fmla="*/ 113221 h 119602"/>
                <a:gd name="csX3" fmla="*/ 57690 w 105962"/>
                <a:gd name="csY3" fmla="*/ 119602 h 119602"/>
                <a:gd name="csX4" fmla="*/ 72517 w 105962"/>
                <a:gd name="csY4" fmla="*/ 109004 h 119602"/>
                <a:gd name="csX5" fmla="*/ 81826 w 105962"/>
                <a:gd name="csY5" fmla="*/ 95593 h 119602"/>
                <a:gd name="csX6" fmla="*/ 105963 w 105962"/>
                <a:gd name="csY6" fmla="*/ 61532 h 119602"/>
                <a:gd name="csX7" fmla="*/ 104775 w 105962"/>
                <a:gd name="csY7" fmla="*/ 60020 h 119602"/>
                <a:gd name="csX8" fmla="*/ 98171 w 105962"/>
                <a:gd name="csY8" fmla="*/ 45961 h 119602"/>
                <a:gd name="csX9" fmla="*/ 44380 w 105962"/>
                <a:gd name="csY9" fmla="*/ 7900 h 119602"/>
                <a:gd name="csX10" fmla="*/ 20568 w 105962"/>
                <a:gd name="csY10" fmla="*/ 0 h 119602"/>
                <a:gd name="csX11" fmla="*/ 3035 w 105962"/>
                <a:gd name="csY11" fmla="*/ 26715 h 119602"/>
                <a:gd name="csX12" fmla="*/ 6712 w 105962"/>
                <a:gd name="csY12" fmla="*/ 60452 h 119602"/>
                <a:gd name="csX13" fmla="*/ 20784 w 105962"/>
                <a:gd name="csY13" fmla="*/ 78511 h 119602"/>
                <a:gd name="csX14" fmla="*/ 20784 w 105962"/>
                <a:gd name="csY14" fmla="*/ 86836 h 119602"/>
                <a:gd name="csX15" fmla="*/ 11906 w 105962"/>
                <a:gd name="csY15" fmla="*/ 94405 h 119602"/>
                <a:gd name="csX16" fmla="*/ 11906 w 105962"/>
                <a:gd name="csY16" fmla="*/ 109976 h 119602"/>
                <a:gd name="csX17" fmla="*/ 0 w 105962"/>
                <a:gd name="csY17" fmla="*/ 114738 h 119602"/>
                <a:gd name="csX18" fmla="*/ 13532 w 105962"/>
                <a:gd name="csY18" fmla="*/ 118738 h 119602"/>
                <a:gd name="csX19" fmla="*/ 29115 w 105962"/>
                <a:gd name="csY19" fmla="*/ 112897 h 119602"/>
                <a:gd name="csX20" fmla="*/ 29007 w 105962"/>
                <a:gd name="csY20" fmla="*/ 112573 h 119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962" h="119602">
                  <a:moveTo>
                    <a:pt x="29007" y="112573"/>
                  </a:moveTo>
                  <a:lnTo>
                    <a:pt x="37668" y="116789"/>
                  </a:lnTo>
                  <a:lnTo>
                    <a:pt x="44380" y="113221"/>
                  </a:lnTo>
                  <a:lnTo>
                    <a:pt x="57690" y="119602"/>
                  </a:lnTo>
                  <a:lnTo>
                    <a:pt x="72517" y="109004"/>
                  </a:lnTo>
                  <a:lnTo>
                    <a:pt x="81826" y="95593"/>
                  </a:lnTo>
                  <a:lnTo>
                    <a:pt x="105963" y="61532"/>
                  </a:lnTo>
                  <a:cubicBezTo>
                    <a:pt x="105963" y="61532"/>
                    <a:pt x="105099" y="60992"/>
                    <a:pt x="104775" y="60020"/>
                  </a:cubicBezTo>
                  <a:cubicBezTo>
                    <a:pt x="101746" y="50609"/>
                    <a:pt x="101530" y="48342"/>
                    <a:pt x="98171" y="45961"/>
                  </a:cubicBezTo>
                  <a:cubicBezTo>
                    <a:pt x="48711" y="9735"/>
                    <a:pt x="48819" y="9303"/>
                    <a:pt x="44380" y="7900"/>
                  </a:cubicBezTo>
                  <a:cubicBezTo>
                    <a:pt x="34855" y="4763"/>
                    <a:pt x="27064" y="2165"/>
                    <a:pt x="20568" y="0"/>
                  </a:cubicBezTo>
                  <a:lnTo>
                    <a:pt x="3035" y="26715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976"/>
                  </a:lnTo>
                  <a:lnTo>
                    <a:pt x="0" y="114738"/>
                  </a:lnTo>
                  <a:lnTo>
                    <a:pt x="13532" y="118738"/>
                  </a:lnTo>
                  <a:lnTo>
                    <a:pt x="29115" y="112897"/>
                  </a:lnTo>
                  <a:lnTo>
                    <a:pt x="29007" y="1125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3C891235-AF7A-1070-9B67-3F374B63CFDE}"/>
                </a:ext>
              </a:extLst>
            </p:cNvPr>
            <p:cNvSpPr/>
            <p:nvPr/>
          </p:nvSpPr>
          <p:spPr>
            <a:xfrm>
              <a:off x="3155346" y="6801955"/>
              <a:ext cx="40869" cy="25597"/>
            </a:xfrm>
            <a:custGeom>
              <a:avLst/>
              <a:gdLst>
                <a:gd name="csX0" fmla="*/ 40259 w 47133"/>
                <a:gd name="csY0" fmla="*/ 12930 h 29520"/>
                <a:gd name="csX1" fmla="*/ 46647 w 47133"/>
                <a:gd name="csY1" fmla="*/ 6262 h 29520"/>
                <a:gd name="csX2" fmla="*/ 40691 w 47133"/>
                <a:gd name="csY2" fmla="*/ 1183 h 29520"/>
                <a:gd name="csX3" fmla="*/ 29330 w 47133"/>
                <a:gd name="csY3" fmla="*/ 3786 h 29520"/>
                <a:gd name="csX4" fmla="*/ 22079 w 47133"/>
                <a:gd name="csY4" fmla="*/ 6453 h 29520"/>
                <a:gd name="csX5" fmla="*/ 13417 w 47133"/>
                <a:gd name="csY5" fmla="*/ 294 h 29520"/>
                <a:gd name="csX6" fmla="*/ 0 w 47133"/>
                <a:gd name="csY6" fmla="*/ 5500 h 29520"/>
                <a:gd name="csX7" fmla="*/ 0 w 47133"/>
                <a:gd name="csY7" fmla="*/ 6580 h 29520"/>
                <a:gd name="csX8" fmla="*/ 10712 w 47133"/>
                <a:gd name="csY8" fmla="*/ 26011 h 29520"/>
                <a:gd name="csX9" fmla="*/ 30194 w 47133"/>
                <a:gd name="csY9" fmla="*/ 28869 h 29520"/>
                <a:gd name="csX10" fmla="*/ 45453 w 47133"/>
                <a:gd name="csY10" fmla="*/ 19661 h 29520"/>
                <a:gd name="csX11" fmla="*/ 40367 w 47133"/>
                <a:gd name="csY11" fmla="*/ 13057 h 29520"/>
                <a:gd name="csX12" fmla="*/ 40259 w 47133"/>
                <a:gd name="csY12" fmla="*/ 12930 h 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133" h="29520">
                  <a:moveTo>
                    <a:pt x="40259" y="12930"/>
                  </a:moveTo>
                  <a:cubicBezTo>
                    <a:pt x="41992" y="11787"/>
                    <a:pt x="49028" y="10898"/>
                    <a:pt x="46647" y="6262"/>
                  </a:cubicBezTo>
                  <a:cubicBezTo>
                    <a:pt x="46107" y="5627"/>
                    <a:pt x="45021" y="1183"/>
                    <a:pt x="40691" y="1183"/>
                  </a:cubicBezTo>
                  <a:cubicBezTo>
                    <a:pt x="38093" y="1500"/>
                    <a:pt x="32791" y="-24"/>
                    <a:pt x="29330" y="3786"/>
                  </a:cubicBezTo>
                  <a:cubicBezTo>
                    <a:pt x="28461" y="4421"/>
                    <a:pt x="25000" y="10390"/>
                    <a:pt x="22079" y="6453"/>
                  </a:cubicBezTo>
                  <a:cubicBezTo>
                    <a:pt x="20453" y="4865"/>
                    <a:pt x="17856" y="-1421"/>
                    <a:pt x="13417" y="294"/>
                  </a:cubicBezTo>
                  <a:lnTo>
                    <a:pt x="0" y="5500"/>
                  </a:lnTo>
                  <a:lnTo>
                    <a:pt x="0" y="6580"/>
                  </a:lnTo>
                  <a:cubicBezTo>
                    <a:pt x="5086" y="17502"/>
                    <a:pt x="5302" y="24741"/>
                    <a:pt x="10712" y="26011"/>
                  </a:cubicBezTo>
                  <a:cubicBezTo>
                    <a:pt x="19805" y="28297"/>
                    <a:pt x="25648" y="30710"/>
                    <a:pt x="30194" y="28869"/>
                  </a:cubicBezTo>
                  <a:cubicBezTo>
                    <a:pt x="44158" y="23217"/>
                    <a:pt x="49352" y="22011"/>
                    <a:pt x="45453" y="19661"/>
                  </a:cubicBezTo>
                  <a:cubicBezTo>
                    <a:pt x="43618" y="18010"/>
                    <a:pt x="35820" y="15089"/>
                    <a:pt x="40367" y="13057"/>
                  </a:cubicBezTo>
                  <a:lnTo>
                    <a:pt x="40259" y="129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90F4C0F1-A720-3BDB-D4C3-711CABD4FD5C}"/>
                </a:ext>
              </a:extLst>
            </p:cNvPr>
            <p:cNvSpPr/>
            <p:nvPr/>
          </p:nvSpPr>
          <p:spPr>
            <a:xfrm>
              <a:off x="3134808" y="6827287"/>
              <a:ext cx="35807" cy="26402"/>
            </a:xfrm>
            <a:custGeom>
              <a:avLst/>
              <a:gdLst>
                <a:gd name="csX0" fmla="*/ 40780 w 41295"/>
                <a:gd name="csY0" fmla="*/ 15021 h 30448"/>
                <a:gd name="csX1" fmla="*/ 26924 w 41295"/>
                <a:gd name="csY1" fmla="*/ 7020 h 30448"/>
                <a:gd name="csX2" fmla="*/ 21190 w 41295"/>
                <a:gd name="csY2" fmla="*/ 1241 h 30448"/>
                <a:gd name="csX3" fmla="*/ 5925 w 41295"/>
                <a:gd name="csY3" fmla="*/ 8607 h 30448"/>
                <a:gd name="csX4" fmla="*/ 191 w 41295"/>
                <a:gd name="csY4" fmla="*/ 21180 h 30448"/>
                <a:gd name="csX5" fmla="*/ 10579 w 41295"/>
                <a:gd name="csY5" fmla="*/ 30134 h 30448"/>
                <a:gd name="csX6" fmla="*/ 13615 w 41295"/>
                <a:gd name="csY6" fmla="*/ 27974 h 30448"/>
                <a:gd name="csX7" fmla="*/ 13615 w 41295"/>
                <a:gd name="csY7" fmla="*/ 26450 h 30448"/>
                <a:gd name="csX8" fmla="*/ 24543 w 41295"/>
                <a:gd name="csY8" fmla="*/ 22259 h 30448"/>
                <a:gd name="csX9" fmla="*/ 24327 w 41295"/>
                <a:gd name="csY9" fmla="*/ 20735 h 30448"/>
                <a:gd name="csX10" fmla="*/ 41212 w 41295"/>
                <a:gd name="csY10" fmla="*/ 17052 h 30448"/>
                <a:gd name="csX11" fmla="*/ 40888 w 41295"/>
                <a:gd name="csY11" fmla="*/ 15084 h 30448"/>
                <a:gd name="csX12" fmla="*/ 40780 w 41295"/>
                <a:gd name="csY12" fmla="*/ 15021 h 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1295" h="30448">
                  <a:moveTo>
                    <a:pt x="40780" y="15021"/>
                  </a:moveTo>
                  <a:cubicBezTo>
                    <a:pt x="39809" y="9242"/>
                    <a:pt x="32773" y="9559"/>
                    <a:pt x="26924" y="7020"/>
                  </a:cubicBezTo>
                  <a:cubicBezTo>
                    <a:pt x="22924" y="5686"/>
                    <a:pt x="21622" y="1876"/>
                    <a:pt x="21190" y="1241"/>
                  </a:cubicBezTo>
                  <a:cubicBezTo>
                    <a:pt x="18377" y="-3903"/>
                    <a:pt x="5925" y="8607"/>
                    <a:pt x="5925" y="8607"/>
                  </a:cubicBezTo>
                  <a:cubicBezTo>
                    <a:pt x="2680" y="11084"/>
                    <a:pt x="2140" y="14132"/>
                    <a:pt x="191" y="21180"/>
                  </a:cubicBezTo>
                  <a:cubicBezTo>
                    <a:pt x="-1327" y="26641"/>
                    <a:pt x="6579" y="27530"/>
                    <a:pt x="10579" y="30134"/>
                  </a:cubicBezTo>
                  <a:cubicBezTo>
                    <a:pt x="12313" y="31022"/>
                    <a:pt x="13615" y="29943"/>
                    <a:pt x="13615" y="27974"/>
                  </a:cubicBezTo>
                  <a:lnTo>
                    <a:pt x="13615" y="26450"/>
                  </a:lnTo>
                  <a:cubicBezTo>
                    <a:pt x="13615" y="18894"/>
                    <a:pt x="25737" y="29816"/>
                    <a:pt x="24543" y="22259"/>
                  </a:cubicBezTo>
                  <a:lnTo>
                    <a:pt x="24327" y="20735"/>
                  </a:lnTo>
                  <a:cubicBezTo>
                    <a:pt x="23032" y="12290"/>
                    <a:pt x="42729" y="25498"/>
                    <a:pt x="41212" y="17052"/>
                  </a:cubicBezTo>
                  <a:lnTo>
                    <a:pt x="40888" y="15084"/>
                  </a:lnTo>
                  <a:lnTo>
                    <a:pt x="40780" y="1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E751E06A-C820-AE68-7596-D74E505F55E7}"/>
                </a:ext>
              </a:extLst>
            </p:cNvPr>
            <p:cNvSpPr/>
            <p:nvPr/>
          </p:nvSpPr>
          <p:spPr>
            <a:xfrm>
              <a:off x="3094453" y="6797662"/>
              <a:ext cx="51848" cy="47976"/>
            </a:xfrm>
            <a:custGeom>
              <a:avLst/>
              <a:gdLst>
                <a:gd name="csX0" fmla="*/ 43594 w 59795"/>
                <a:gd name="csY0" fmla="*/ 290 h 55329"/>
                <a:gd name="csX1" fmla="*/ 40019 w 59795"/>
                <a:gd name="csY1" fmla="*/ 8736 h 55329"/>
                <a:gd name="csX2" fmla="*/ 24436 w 59795"/>
                <a:gd name="csY2" fmla="*/ 6132 h 55329"/>
                <a:gd name="csX3" fmla="*/ 16645 w 59795"/>
                <a:gd name="csY3" fmla="*/ 6640 h 55329"/>
                <a:gd name="csX4" fmla="*/ 24976 w 59795"/>
                <a:gd name="csY4" fmla="*/ 20737 h 55329"/>
                <a:gd name="csX5" fmla="*/ 17076 w 59795"/>
                <a:gd name="csY5" fmla="*/ 24484 h 55329"/>
                <a:gd name="csX6" fmla="*/ 16753 w 59795"/>
                <a:gd name="csY6" fmla="*/ 30325 h 55329"/>
                <a:gd name="csX7" fmla="*/ 1379 w 59795"/>
                <a:gd name="csY7" fmla="*/ 42962 h 55329"/>
                <a:gd name="csX8" fmla="*/ 11882 w 59795"/>
                <a:gd name="csY8" fmla="*/ 54583 h 55329"/>
                <a:gd name="csX9" fmla="*/ 25947 w 59795"/>
                <a:gd name="csY9" fmla="*/ 41565 h 55329"/>
                <a:gd name="csX10" fmla="*/ 35148 w 59795"/>
                <a:gd name="csY10" fmla="*/ 38644 h 55329"/>
                <a:gd name="csX11" fmla="*/ 58961 w 59795"/>
                <a:gd name="csY11" fmla="*/ 11720 h 55329"/>
                <a:gd name="csX12" fmla="*/ 43594 w 59795"/>
                <a:gd name="csY12" fmla="*/ 163 h 55329"/>
                <a:gd name="csX13" fmla="*/ 43594 w 59795"/>
                <a:gd name="csY13" fmla="*/ 290 h 5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9795" h="55329">
                  <a:moveTo>
                    <a:pt x="43594" y="290"/>
                  </a:moveTo>
                  <a:cubicBezTo>
                    <a:pt x="39156" y="-1869"/>
                    <a:pt x="40019" y="8736"/>
                    <a:pt x="40019" y="8736"/>
                  </a:cubicBezTo>
                  <a:cubicBezTo>
                    <a:pt x="39803" y="14768"/>
                    <a:pt x="31796" y="8418"/>
                    <a:pt x="24436" y="6132"/>
                  </a:cubicBezTo>
                  <a:cubicBezTo>
                    <a:pt x="20537" y="4481"/>
                    <a:pt x="17184" y="6576"/>
                    <a:pt x="16645" y="6640"/>
                  </a:cubicBezTo>
                  <a:cubicBezTo>
                    <a:pt x="12422" y="8418"/>
                    <a:pt x="16860" y="11720"/>
                    <a:pt x="24976" y="20737"/>
                  </a:cubicBezTo>
                  <a:cubicBezTo>
                    <a:pt x="28545" y="24611"/>
                    <a:pt x="19782" y="23849"/>
                    <a:pt x="17076" y="24484"/>
                  </a:cubicBezTo>
                  <a:cubicBezTo>
                    <a:pt x="12746" y="25055"/>
                    <a:pt x="16530" y="29690"/>
                    <a:pt x="16753" y="30325"/>
                  </a:cubicBezTo>
                  <a:cubicBezTo>
                    <a:pt x="19026" y="34580"/>
                    <a:pt x="15019" y="35406"/>
                    <a:pt x="1379" y="42962"/>
                  </a:cubicBezTo>
                  <a:cubicBezTo>
                    <a:pt x="-2628" y="45248"/>
                    <a:pt x="2465" y="47661"/>
                    <a:pt x="11882" y="54583"/>
                  </a:cubicBezTo>
                  <a:cubicBezTo>
                    <a:pt x="15559" y="57249"/>
                    <a:pt x="17616" y="52741"/>
                    <a:pt x="25947" y="41565"/>
                  </a:cubicBezTo>
                  <a:cubicBezTo>
                    <a:pt x="28875" y="37692"/>
                    <a:pt x="33745" y="38961"/>
                    <a:pt x="35148" y="38644"/>
                  </a:cubicBezTo>
                  <a:cubicBezTo>
                    <a:pt x="39587" y="38644"/>
                    <a:pt x="40127" y="36612"/>
                    <a:pt x="58961" y="11720"/>
                  </a:cubicBezTo>
                  <a:cubicBezTo>
                    <a:pt x="61882" y="7974"/>
                    <a:pt x="57227" y="6958"/>
                    <a:pt x="43594" y="163"/>
                  </a:cubicBezTo>
                  <a:lnTo>
                    <a:pt x="43594" y="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0E4A19A-E2D8-8D06-25D5-5DF2CEA0A080}"/>
                </a:ext>
              </a:extLst>
            </p:cNvPr>
            <p:cNvSpPr/>
            <p:nvPr/>
          </p:nvSpPr>
          <p:spPr>
            <a:xfrm>
              <a:off x="3081014" y="6817406"/>
              <a:ext cx="13186" cy="10324"/>
            </a:xfrm>
            <a:custGeom>
              <a:avLst/>
              <a:gdLst>
                <a:gd name="csX0" fmla="*/ 8007 w 15207"/>
                <a:gd name="csY0" fmla="*/ 0 h 11906"/>
                <a:gd name="csX1" fmla="*/ 0 w 15207"/>
                <a:gd name="csY1" fmla="*/ 1397 h 11906"/>
                <a:gd name="csX2" fmla="*/ 0 w 15207"/>
                <a:gd name="csY2" fmla="*/ 2794 h 11906"/>
                <a:gd name="csX3" fmla="*/ 7036 w 15207"/>
                <a:gd name="csY3" fmla="*/ 11874 h 11906"/>
                <a:gd name="csX4" fmla="*/ 14827 w 15207"/>
                <a:gd name="csY4" fmla="*/ 7556 h 11906"/>
                <a:gd name="csX5" fmla="*/ 8007 w 15207"/>
                <a:gd name="csY5" fmla="*/ 127 h 11906"/>
                <a:gd name="csX6" fmla="*/ 8007 w 15207"/>
                <a:gd name="csY6" fmla="*/ 0 h 11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07" h="11906">
                  <a:moveTo>
                    <a:pt x="8007" y="0"/>
                  </a:moveTo>
                  <a:lnTo>
                    <a:pt x="0" y="1397"/>
                  </a:lnTo>
                  <a:lnTo>
                    <a:pt x="0" y="2794"/>
                  </a:lnTo>
                  <a:cubicBezTo>
                    <a:pt x="1403" y="5270"/>
                    <a:pt x="1943" y="12446"/>
                    <a:pt x="7036" y="11874"/>
                  </a:cubicBezTo>
                  <a:cubicBezTo>
                    <a:pt x="9303" y="11240"/>
                    <a:pt x="16992" y="12446"/>
                    <a:pt x="14827" y="7556"/>
                  </a:cubicBezTo>
                  <a:cubicBezTo>
                    <a:pt x="13633" y="5652"/>
                    <a:pt x="12770" y="-762"/>
                    <a:pt x="8007" y="127"/>
                  </a:cubicBezTo>
                  <a:lnTo>
                    <a:pt x="800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3DBFE3E-12AE-AA87-43F4-ACBE287CCD53}"/>
                </a:ext>
              </a:extLst>
            </p:cNvPr>
            <p:cNvSpPr/>
            <p:nvPr/>
          </p:nvSpPr>
          <p:spPr>
            <a:xfrm>
              <a:off x="2444359" y="4875043"/>
              <a:ext cx="184852" cy="206847"/>
            </a:xfrm>
            <a:custGeom>
              <a:avLst/>
              <a:gdLst>
                <a:gd name="csX0" fmla="*/ 28971 w 213184"/>
                <a:gd name="csY0" fmla="*/ 198323 h 238550"/>
                <a:gd name="csX1" fmla="*/ 15439 w 213184"/>
                <a:gd name="csY1" fmla="*/ 201460 h 238550"/>
                <a:gd name="csX2" fmla="*/ 19122 w 213184"/>
                <a:gd name="csY2" fmla="*/ 220707 h 238550"/>
                <a:gd name="csX3" fmla="*/ 47259 w 213184"/>
                <a:gd name="csY3" fmla="*/ 216490 h 238550"/>
                <a:gd name="csX4" fmla="*/ 54948 w 213184"/>
                <a:gd name="csY4" fmla="*/ 237896 h 238550"/>
                <a:gd name="csX5" fmla="*/ 69776 w 213184"/>
                <a:gd name="csY5" fmla="*/ 238550 h 238550"/>
                <a:gd name="csX6" fmla="*/ 73668 w 213184"/>
                <a:gd name="csY6" fmla="*/ 227520 h 238550"/>
                <a:gd name="csX7" fmla="*/ 84819 w 213184"/>
                <a:gd name="csY7" fmla="*/ 220383 h 238550"/>
                <a:gd name="csX8" fmla="*/ 92718 w 213184"/>
                <a:gd name="csY8" fmla="*/ 183185 h 238550"/>
                <a:gd name="csX9" fmla="*/ 101703 w 213184"/>
                <a:gd name="csY9" fmla="*/ 184372 h 238550"/>
                <a:gd name="csX10" fmla="*/ 110581 w 213184"/>
                <a:gd name="csY10" fmla="*/ 165665 h 238550"/>
                <a:gd name="csX11" fmla="*/ 158961 w 213184"/>
                <a:gd name="csY11" fmla="*/ 149333 h 238550"/>
                <a:gd name="csX12" fmla="*/ 197925 w 213184"/>
                <a:gd name="csY12" fmla="*/ 120783 h 238550"/>
                <a:gd name="csX13" fmla="*/ 200414 w 213184"/>
                <a:gd name="csY13" fmla="*/ 98508 h 238550"/>
                <a:gd name="csX14" fmla="*/ 211997 w 213184"/>
                <a:gd name="csY14" fmla="*/ 100133 h 238550"/>
                <a:gd name="csX15" fmla="*/ 211997 w 213184"/>
                <a:gd name="csY15" fmla="*/ 82290 h 238550"/>
                <a:gd name="csX16" fmla="*/ 202364 w 213184"/>
                <a:gd name="csY16" fmla="*/ 66935 h 238550"/>
                <a:gd name="csX17" fmla="*/ 213184 w 213184"/>
                <a:gd name="csY17" fmla="*/ 53956 h 238550"/>
                <a:gd name="csX18" fmla="*/ 170760 w 213184"/>
                <a:gd name="csY18" fmla="*/ 36112 h 238550"/>
                <a:gd name="csX19" fmla="*/ 163616 w 213184"/>
                <a:gd name="csY19" fmla="*/ 44552 h 238550"/>
                <a:gd name="csX20" fmla="*/ 133307 w 213184"/>
                <a:gd name="csY20" fmla="*/ 40767 h 238550"/>
                <a:gd name="csX21" fmla="*/ 126487 w 213184"/>
                <a:gd name="csY21" fmla="*/ 28003 h 238550"/>
                <a:gd name="csX22" fmla="*/ 76373 w 213184"/>
                <a:gd name="csY22" fmla="*/ 0 h 238550"/>
                <a:gd name="csX23" fmla="*/ 75294 w 213184"/>
                <a:gd name="csY23" fmla="*/ 216 h 238550"/>
                <a:gd name="csX24" fmla="*/ 75402 w 213184"/>
                <a:gd name="csY24" fmla="*/ 3238 h 238550"/>
                <a:gd name="csX25" fmla="*/ 69344 w 213184"/>
                <a:gd name="csY25" fmla="*/ 12973 h 238550"/>
                <a:gd name="csX26" fmla="*/ 31028 w 213184"/>
                <a:gd name="csY26" fmla="*/ 24650 h 238550"/>
                <a:gd name="csX27" fmla="*/ 31568 w 213184"/>
                <a:gd name="csY27" fmla="*/ 49631 h 238550"/>
                <a:gd name="csX28" fmla="*/ 15978 w 213184"/>
                <a:gd name="csY28" fmla="*/ 70720 h 238550"/>
                <a:gd name="csX29" fmla="*/ 16194 w 213184"/>
                <a:gd name="csY29" fmla="*/ 79692 h 238550"/>
                <a:gd name="csX30" fmla="*/ 3533 w 213184"/>
                <a:gd name="csY30" fmla="*/ 96996 h 238550"/>
                <a:gd name="csX31" fmla="*/ 4726 w 213184"/>
                <a:gd name="csY31" fmla="*/ 108026 h 238550"/>
                <a:gd name="csX32" fmla="*/ 1799 w 213184"/>
                <a:gd name="csY32" fmla="*/ 116567 h 238550"/>
                <a:gd name="csX33" fmla="*/ 3748 w 213184"/>
                <a:gd name="csY33" fmla="*/ 129438 h 238550"/>
                <a:gd name="csX34" fmla="*/ 1691 w 213184"/>
                <a:gd name="csY34" fmla="*/ 141224 h 238550"/>
                <a:gd name="csX35" fmla="*/ 20741 w 213184"/>
                <a:gd name="csY35" fmla="*/ 156902 h 238550"/>
                <a:gd name="csX36" fmla="*/ 25719 w 213184"/>
                <a:gd name="csY36" fmla="*/ 164802 h 238550"/>
                <a:gd name="csX37" fmla="*/ 31568 w 213184"/>
                <a:gd name="csY37" fmla="*/ 153879 h 238550"/>
                <a:gd name="csX38" fmla="*/ 28755 w 213184"/>
                <a:gd name="csY38" fmla="*/ 146412 h 238550"/>
                <a:gd name="csX39" fmla="*/ 37841 w 213184"/>
                <a:gd name="csY39" fmla="*/ 138087 h 238550"/>
                <a:gd name="csX40" fmla="*/ 43042 w 213184"/>
                <a:gd name="csY40" fmla="*/ 153333 h 238550"/>
                <a:gd name="csX41" fmla="*/ 33409 w 213184"/>
                <a:gd name="csY41" fmla="*/ 174206 h 238550"/>
                <a:gd name="csX42" fmla="*/ 24316 w 213184"/>
                <a:gd name="csY42" fmla="*/ 179832 h 238550"/>
                <a:gd name="csX43" fmla="*/ 28755 w 213184"/>
                <a:gd name="csY43" fmla="*/ 198539 h 238550"/>
                <a:gd name="csX44" fmla="*/ 28971 w 213184"/>
                <a:gd name="csY44" fmla="*/ 198323 h 238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13184" h="238550">
                  <a:moveTo>
                    <a:pt x="28971" y="198323"/>
                  </a:moveTo>
                  <a:lnTo>
                    <a:pt x="15439" y="201460"/>
                  </a:lnTo>
                  <a:lnTo>
                    <a:pt x="19122" y="220707"/>
                  </a:lnTo>
                  <a:lnTo>
                    <a:pt x="47259" y="216490"/>
                  </a:lnTo>
                  <a:lnTo>
                    <a:pt x="54948" y="237896"/>
                  </a:lnTo>
                  <a:lnTo>
                    <a:pt x="69776" y="238550"/>
                  </a:lnTo>
                  <a:lnTo>
                    <a:pt x="73668" y="227520"/>
                  </a:lnTo>
                  <a:lnTo>
                    <a:pt x="84819" y="220383"/>
                  </a:lnTo>
                  <a:lnTo>
                    <a:pt x="92718" y="183185"/>
                  </a:lnTo>
                  <a:lnTo>
                    <a:pt x="101703" y="184372"/>
                  </a:lnTo>
                  <a:lnTo>
                    <a:pt x="110581" y="165665"/>
                  </a:lnTo>
                  <a:lnTo>
                    <a:pt x="158961" y="149333"/>
                  </a:lnTo>
                  <a:lnTo>
                    <a:pt x="197925" y="120783"/>
                  </a:lnTo>
                  <a:lnTo>
                    <a:pt x="200414" y="98508"/>
                  </a:lnTo>
                  <a:lnTo>
                    <a:pt x="211997" y="100133"/>
                  </a:lnTo>
                  <a:lnTo>
                    <a:pt x="211997" y="82290"/>
                  </a:lnTo>
                  <a:lnTo>
                    <a:pt x="202364" y="66935"/>
                  </a:lnTo>
                  <a:lnTo>
                    <a:pt x="213184" y="53956"/>
                  </a:lnTo>
                  <a:lnTo>
                    <a:pt x="170760" y="36112"/>
                  </a:lnTo>
                  <a:lnTo>
                    <a:pt x="163616" y="44552"/>
                  </a:lnTo>
                  <a:lnTo>
                    <a:pt x="133307" y="40767"/>
                  </a:lnTo>
                  <a:lnTo>
                    <a:pt x="126487" y="28003"/>
                  </a:lnTo>
                  <a:lnTo>
                    <a:pt x="76373" y="0"/>
                  </a:lnTo>
                  <a:lnTo>
                    <a:pt x="75294" y="216"/>
                  </a:lnTo>
                  <a:cubicBezTo>
                    <a:pt x="75618" y="1079"/>
                    <a:pt x="75834" y="2051"/>
                    <a:pt x="75402" y="3238"/>
                  </a:cubicBezTo>
                  <a:cubicBezTo>
                    <a:pt x="74214" y="5943"/>
                    <a:pt x="74214" y="12001"/>
                    <a:pt x="69344" y="12973"/>
                  </a:cubicBezTo>
                  <a:cubicBezTo>
                    <a:pt x="31784" y="21082"/>
                    <a:pt x="30374" y="20218"/>
                    <a:pt x="31028" y="24650"/>
                  </a:cubicBezTo>
                  <a:cubicBezTo>
                    <a:pt x="33517" y="44552"/>
                    <a:pt x="34489" y="46494"/>
                    <a:pt x="31568" y="49631"/>
                  </a:cubicBezTo>
                  <a:cubicBezTo>
                    <a:pt x="17172" y="65094"/>
                    <a:pt x="14467" y="66611"/>
                    <a:pt x="15978" y="70720"/>
                  </a:cubicBezTo>
                  <a:cubicBezTo>
                    <a:pt x="16194" y="72015"/>
                    <a:pt x="19338" y="76448"/>
                    <a:pt x="16194" y="79692"/>
                  </a:cubicBezTo>
                  <a:cubicBezTo>
                    <a:pt x="4726" y="91370"/>
                    <a:pt x="1913" y="92995"/>
                    <a:pt x="3533" y="96996"/>
                  </a:cubicBezTo>
                  <a:cubicBezTo>
                    <a:pt x="4072" y="99270"/>
                    <a:pt x="7647" y="104134"/>
                    <a:pt x="4726" y="108026"/>
                  </a:cubicBezTo>
                  <a:cubicBezTo>
                    <a:pt x="4288" y="108998"/>
                    <a:pt x="288" y="112351"/>
                    <a:pt x="1799" y="116567"/>
                  </a:cubicBezTo>
                  <a:cubicBezTo>
                    <a:pt x="2669" y="120243"/>
                    <a:pt x="5914" y="124898"/>
                    <a:pt x="3748" y="129438"/>
                  </a:cubicBezTo>
                  <a:cubicBezTo>
                    <a:pt x="2561" y="133115"/>
                    <a:pt x="-2633" y="138303"/>
                    <a:pt x="1691" y="141224"/>
                  </a:cubicBezTo>
                  <a:cubicBezTo>
                    <a:pt x="16848" y="151606"/>
                    <a:pt x="19661" y="152686"/>
                    <a:pt x="20741" y="156902"/>
                  </a:cubicBezTo>
                  <a:cubicBezTo>
                    <a:pt x="21827" y="159607"/>
                    <a:pt x="22259" y="168364"/>
                    <a:pt x="25719" y="164802"/>
                  </a:cubicBezTo>
                  <a:cubicBezTo>
                    <a:pt x="28316" y="161341"/>
                    <a:pt x="35136" y="157556"/>
                    <a:pt x="31568" y="153879"/>
                  </a:cubicBezTo>
                  <a:cubicBezTo>
                    <a:pt x="31028" y="153009"/>
                    <a:pt x="26265" y="150089"/>
                    <a:pt x="28755" y="146412"/>
                  </a:cubicBezTo>
                  <a:cubicBezTo>
                    <a:pt x="32108" y="142411"/>
                    <a:pt x="35352" y="133439"/>
                    <a:pt x="37841" y="138087"/>
                  </a:cubicBezTo>
                  <a:cubicBezTo>
                    <a:pt x="41093" y="144253"/>
                    <a:pt x="44553" y="149009"/>
                    <a:pt x="43042" y="153333"/>
                  </a:cubicBezTo>
                  <a:cubicBezTo>
                    <a:pt x="37518" y="168802"/>
                    <a:pt x="37194" y="171824"/>
                    <a:pt x="33409" y="174206"/>
                  </a:cubicBezTo>
                  <a:cubicBezTo>
                    <a:pt x="29942" y="176371"/>
                    <a:pt x="27021" y="178206"/>
                    <a:pt x="24316" y="179832"/>
                  </a:cubicBezTo>
                  <a:lnTo>
                    <a:pt x="28755" y="198539"/>
                  </a:lnTo>
                  <a:lnTo>
                    <a:pt x="28971" y="198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8407640F-20AD-85D5-FB77-228A84147565}"/>
                </a:ext>
              </a:extLst>
            </p:cNvPr>
            <p:cNvSpPr/>
            <p:nvPr/>
          </p:nvSpPr>
          <p:spPr>
            <a:xfrm>
              <a:off x="2090149" y="4913685"/>
              <a:ext cx="31761" cy="39878"/>
            </a:xfrm>
            <a:custGeom>
              <a:avLst/>
              <a:gdLst>
                <a:gd name="csX0" fmla="*/ 1059 w 36629"/>
                <a:gd name="csY0" fmla="*/ 8959 h 45990"/>
                <a:gd name="csX1" fmla="*/ 10044 w 36629"/>
                <a:gd name="csY1" fmla="*/ 13721 h 45990"/>
                <a:gd name="csX2" fmla="*/ 20649 w 36629"/>
                <a:gd name="csY2" fmla="*/ 27342 h 45990"/>
                <a:gd name="csX3" fmla="*/ 11124 w 36629"/>
                <a:gd name="csY3" fmla="*/ 41509 h 45990"/>
                <a:gd name="csX4" fmla="*/ 24979 w 36629"/>
                <a:gd name="csY4" fmla="*/ 45941 h 45990"/>
                <a:gd name="csX5" fmla="*/ 35482 w 36629"/>
                <a:gd name="csY5" fmla="*/ 37940 h 45990"/>
                <a:gd name="csX6" fmla="*/ 17296 w 36629"/>
                <a:gd name="csY6" fmla="*/ 1498 h 45990"/>
                <a:gd name="csX7" fmla="*/ 1059 w 36629"/>
                <a:gd name="csY7" fmla="*/ 9067 h 45990"/>
                <a:gd name="csX8" fmla="*/ 1059 w 36629"/>
                <a:gd name="csY8" fmla="*/ 8959 h 45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629" h="45990">
                  <a:moveTo>
                    <a:pt x="1059" y="8959"/>
                  </a:moveTo>
                  <a:cubicBezTo>
                    <a:pt x="-3164" y="11988"/>
                    <a:pt x="6361" y="12420"/>
                    <a:pt x="10044" y="13721"/>
                  </a:cubicBezTo>
                  <a:cubicBezTo>
                    <a:pt x="14483" y="14801"/>
                    <a:pt x="20649" y="27342"/>
                    <a:pt x="20649" y="27342"/>
                  </a:cubicBezTo>
                  <a:cubicBezTo>
                    <a:pt x="23354" y="32105"/>
                    <a:pt x="15994" y="35673"/>
                    <a:pt x="11124" y="41509"/>
                  </a:cubicBezTo>
                  <a:cubicBezTo>
                    <a:pt x="7987" y="44646"/>
                    <a:pt x="13613" y="44538"/>
                    <a:pt x="24979" y="45941"/>
                  </a:cubicBezTo>
                  <a:cubicBezTo>
                    <a:pt x="30066" y="46595"/>
                    <a:pt x="32771" y="40538"/>
                    <a:pt x="35482" y="37940"/>
                  </a:cubicBezTo>
                  <a:cubicBezTo>
                    <a:pt x="38403" y="34480"/>
                    <a:pt x="36886" y="34156"/>
                    <a:pt x="17296" y="1498"/>
                  </a:cubicBezTo>
                  <a:cubicBezTo>
                    <a:pt x="15130" y="-2071"/>
                    <a:pt x="12533" y="850"/>
                    <a:pt x="1059" y="9067"/>
                  </a:cubicBezTo>
                  <a:lnTo>
                    <a:pt x="1059" y="8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C499FBF-E0F6-F476-E256-60A0CCD4F820}"/>
                </a:ext>
              </a:extLst>
            </p:cNvPr>
            <p:cNvSpPr/>
            <p:nvPr/>
          </p:nvSpPr>
          <p:spPr>
            <a:xfrm>
              <a:off x="2079933" y="4932489"/>
              <a:ext cx="13510" cy="9445"/>
            </a:xfrm>
            <a:custGeom>
              <a:avLst/>
              <a:gdLst>
                <a:gd name="csX0" fmla="*/ 13596 w 15581"/>
                <a:gd name="csY0" fmla="*/ 144 h 10893"/>
                <a:gd name="csX1" fmla="*/ 1150 w 15581"/>
                <a:gd name="csY1" fmla="*/ 3383 h 10893"/>
                <a:gd name="csX2" fmla="*/ 2554 w 15581"/>
                <a:gd name="csY2" fmla="*/ 10850 h 10893"/>
                <a:gd name="csX3" fmla="*/ 12841 w 15581"/>
                <a:gd name="csY3" fmla="*/ 7930 h 10893"/>
                <a:gd name="csX4" fmla="*/ 13596 w 15581"/>
                <a:gd name="csY4" fmla="*/ 252 h 10893"/>
                <a:gd name="csX5" fmla="*/ 13596 w 15581"/>
                <a:gd name="csY5" fmla="*/ 144 h 1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581" h="10893">
                  <a:moveTo>
                    <a:pt x="13596" y="144"/>
                  </a:moveTo>
                  <a:cubicBezTo>
                    <a:pt x="9481" y="576"/>
                    <a:pt x="2446" y="-1697"/>
                    <a:pt x="1150" y="3383"/>
                  </a:cubicBezTo>
                  <a:cubicBezTo>
                    <a:pt x="1150" y="4684"/>
                    <a:pt x="-2209" y="10850"/>
                    <a:pt x="2554" y="10850"/>
                  </a:cubicBezTo>
                  <a:cubicBezTo>
                    <a:pt x="4827" y="10520"/>
                    <a:pt x="10567" y="12146"/>
                    <a:pt x="12841" y="7930"/>
                  </a:cubicBezTo>
                  <a:cubicBezTo>
                    <a:pt x="12841" y="7930"/>
                    <a:pt x="18467" y="252"/>
                    <a:pt x="13596" y="252"/>
                  </a:cubicBezTo>
                  <a:lnTo>
                    <a:pt x="13596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1BC3E77C-0D3A-CD5F-CBC5-AE11B5E0CEDF}"/>
                </a:ext>
              </a:extLst>
            </p:cNvPr>
            <p:cNvSpPr/>
            <p:nvPr/>
          </p:nvSpPr>
          <p:spPr>
            <a:xfrm>
              <a:off x="2130727" y="4935201"/>
              <a:ext cx="12928" cy="11317"/>
            </a:xfrm>
            <a:custGeom>
              <a:avLst/>
              <a:gdLst>
                <a:gd name="csX0" fmla="*/ 10542 w 14910"/>
                <a:gd name="csY0" fmla="*/ 153 h 13051"/>
                <a:gd name="csX1" fmla="*/ 46 w 14910"/>
                <a:gd name="csY1" fmla="*/ 6637 h 13051"/>
                <a:gd name="csX2" fmla="*/ 3398 w 14910"/>
                <a:gd name="csY2" fmla="*/ 13018 h 13051"/>
                <a:gd name="csX3" fmla="*/ 14873 w 14910"/>
                <a:gd name="csY3" fmla="*/ 8370 h 13051"/>
                <a:gd name="csX4" fmla="*/ 10542 w 14910"/>
                <a:gd name="csY4" fmla="*/ 153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10" h="13051">
                  <a:moveTo>
                    <a:pt x="10542" y="153"/>
                  </a:moveTo>
                  <a:cubicBezTo>
                    <a:pt x="10542" y="153"/>
                    <a:pt x="46" y="1557"/>
                    <a:pt x="46" y="6637"/>
                  </a:cubicBezTo>
                  <a:cubicBezTo>
                    <a:pt x="262" y="7399"/>
                    <a:pt x="-1148" y="13558"/>
                    <a:pt x="3398" y="13018"/>
                  </a:cubicBezTo>
                  <a:cubicBezTo>
                    <a:pt x="7621" y="12047"/>
                    <a:pt x="15521" y="13451"/>
                    <a:pt x="14873" y="8370"/>
                  </a:cubicBezTo>
                  <a:cubicBezTo>
                    <a:pt x="14225" y="6205"/>
                    <a:pt x="15197" y="-1148"/>
                    <a:pt x="10542" y="1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41524BF8-8C69-9938-7B02-925A29FA1F50}"/>
                </a:ext>
              </a:extLst>
            </p:cNvPr>
            <p:cNvSpPr/>
            <p:nvPr/>
          </p:nvSpPr>
          <p:spPr>
            <a:xfrm>
              <a:off x="2120583" y="4917239"/>
              <a:ext cx="12070" cy="10112"/>
            </a:xfrm>
            <a:custGeom>
              <a:avLst/>
              <a:gdLst>
                <a:gd name="csX0" fmla="*/ 13801 w 13920"/>
                <a:gd name="csY0" fmla="*/ 8753 h 11662"/>
                <a:gd name="csX1" fmla="*/ 9254 w 13920"/>
                <a:gd name="csY1" fmla="*/ 2054 h 11662"/>
                <a:gd name="csX2" fmla="*/ 53 w 13920"/>
                <a:gd name="csY2" fmla="*/ 2270 h 11662"/>
                <a:gd name="csX3" fmla="*/ 3405 w 13920"/>
                <a:gd name="csY3" fmla="*/ 10811 h 11662"/>
                <a:gd name="csX4" fmla="*/ 13801 w 13920"/>
                <a:gd name="csY4" fmla="*/ 8753 h 11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920" h="11662">
                  <a:moveTo>
                    <a:pt x="13801" y="8753"/>
                  </a:moveTo>
                  <a:cubicBezTo>
                    <a:pt x="13477" y="7998"/>
                    <a:pt x="13369" y="3457"/>
                    <a:pt x="9254" y="2054"/>
                  </a:cubicBezTo>
                  <a:cubicBezTo>
                    <a:pt x="9254" y="2054"/>
                    <a:pt x="53" y="-2708"/>
                    <a:pt x="53" y="2270"/>
                  </a:cubicBezTo>
                  <a:cubicBezTo>
                    <a:pt x="377" y="3997"/>
                    <a:pt x="-1357" y="10271"/>
                    <a:pt x="3405" y="10811"/>
                  </a:cubicBezTo>
                  <a:cubicBezTo>
                    <a:pt x="7089" y="10811"/>
                    <a:pt x="14988" y="13732"/>
                    <a:pt x="13801" y="87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B671C1D-C6C7-6A73-1640-F1EA3A005D8F}"/>
                </a:ext>
              </a:extLst>
            </p:cNvPr>
            <p:cNvSpPr/>
            <p:nvPr/>
          </p:nvSpPr>
          <p:spPr>
            <a:xfrm>
              <a:off x="2160128" y="4941046"/>
              <a:ext cx="11735" cy="13397"/>
            </a:xfrm>
            <a:custGeom>
              <a:avLst/>
              <a:gdLst>
                <a:gd name="csX0" fmla="*/ 6619 w 13534"/>
                <a:gd name="csY0" fmla="*/ 875 h 15450"/>
                <a:gd name="csX1" fmla="*/ 14 w 13534"/>
                <a:gd name="csY1" fmla="*/ 9955 h 15450"/>
                <a:gd name="csX2" fmla="*/ 3259 w 13534"/>
                <a:gd name="csY2" fmla="*/ 14819 h 15450"/>
                <a:gd name="csX3" fmla="*/ 12892 w 13534"/>
                <a:gd name="csY3" fmla="*/ 3789 h 15450"/>
                <a:gd name="csX4" fmla="*/ 6726 w 13534"/>
                <a:gd name="csY4" fmla="*/ 766 h 15450"/>
                <a:gd name="csX5" fmla="*/ 6619 w 13534"/>
                <a:gd name="csY5" fmla="*/ 875 h 15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34" h="15450">
                  <a:moveTo>
                    <a:pt x="6619" y="875"/>
                  </a:moveTo>
                  <a:cubicBezTo>
                    <a:pt x="4885" y="2710"/>
                    <a:pt x="-309" y="5091"/>
                    <a:pt x="14" y="9955"/>
                  </a:cubicBezTo>
                  <a:cubicBezTo>
                    <a:pt x="230" y="10710"/>
                    <a:pt x="-417" y="17524"/>
                    <a:pt x="3259" y="14819"/>
                  </a:cubicBezTo>
                  <a:cubicBezTo>
                    <a:pt x="7482" y="11143"/>
                    <a:pt x="15921" y="8228"/>
                    <a:pt x="12892" y="3789"/>
                  </a:cubicBezTo>
                  <a:cubicBezTo>
                    <a:pt x="12892" y="3789"/>
                    <a:pt x="10079" y="-2047"/>
                    <a:pt x="6726" y="766"/>
                  </a:cubicBezTo>
                  <a:lnTo>
                    <a:pt x="6619" y="8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962DCF3E-DEB7-83B2-1EE7-2CD660D6657C}"/>
                </a:ext>
              </a:extLst>
            </p:cNvPr>
            <p:cNvSpPr/>
            <p:nvPr/>
          </p:nvSpPr>
          <p:spPr>
            <a:xfrm>
              <a:off x="2505602" y="4533046"/>
              <a:ext cx="397839" cy="516308"/>
            </a:xfrm>
            <a:custGeom>
              <a:avLst/>
              <a:gdLst>
                <a:gd name="csX0" fmla="*/ 431651 w 458815"/>
                <a:gd name="csY0" fmla="*/ 345423 h 595441"/>
                <a:gd name="csX1" fmla="*/ 418335 w 458815"/>
                <a:gd name="csY1" fmla="*/ 343372 h 595441"/>
                <a:gd name="csX2" fmla="*/ 438902 w 458815"/>
                <a:gd name="csY2" fmla="*/ 320664 h 595441"/>
                <a:gd name="csX3" fmla="*/ 426132 w 458815"/>
                <a:gd name="csY3" fmla="*/ 307469 h 595441"/>
                <a:gd name="csX4" fmla="*/ 417363 w 458815"/>
                <a:gd name="csY4" fmla="*/ 286057 h 595441"/>
                <a:gd name="csX5" fmla="*/ 417795 w 458815"/>
                <a:gd name="csY5" fmla="*/ 266594 h 595441"/>
                <a:gd name="csX6" fmla="*/ 427104 w 458815"/>
                <a:gd name="csY6" fmla="*/ 257399 h 595441"/>
                <a:gd name="csX7" fmla="*/ 426132 w 458815"/>
                <a:gd name="csY7" fmla="*/ 249074 h 595441"/>
                <a:gd name="csX8" fmla="*/ 434356 w 458815"/>
                <a:gd name="csY8" fmla="*/ 239664 h 595441"/>
                <a:gd name="csX9" fmla="*/ 429377 w 458815"/>
                <a:gd name="csY9" fmla="*/ 227122 h 595441"/>
                <a:gd name="csX10" fmla="*/ 414982 w 458815"/>
                <a:gd name="csY10" fmla="*/ 226690 h 595441"/>
                <a:gd name="csX11" fmla="*/ 410435 w 458815"/>
                <a:gd name="csY11" fmla="*/ 233612 h 595441"/>
                <a:gd name="csX12" fmla="*/ 373853 w 458815"/>
                <a:gd name="csY12" fmla="*/ 231986 h 595441"/>
                <a:gd name="csX13" fmla="*/ 362486 w 458815"/>
                <a:gd name="csY13" fmla="*/ 239016 h 595441"/>
                <a:gd name="csX14" fmla="*/ 331530 w 458815"/>
                <a:gd name="csY14" fmla="*/ 202897 h 595441"/>
                <a:gd name="csX15" fmla="*/ 325796 w 458815"/>
                <a:gd name="csY15" fmla="*/ 205062 h 595441"/>
                <a:gd name="csX16" fmla="*/ 309991 w 458815"/>
                <a:gd name="csY16" fmla="*/ 198249 h 595441"/>
                <a:gd name="csX17" fmla="*/ 293646 w 458815"/>
                <a:gd name="csY17" fmla="*/ 204522 h 595441"/>
                <a:gd name="csX18" fmla="*/ 263128 w 458815"/>
                <a:gd name="csY18" fmla="*/ 202357 h 595441"/>
                <a:gd name="csX19" fmla="*/ 255552 w 458815"/>
                <a:gd name="csY19" fmla="*/ 188514 h 595441"/>
                <a:gd name="csX20" fmla="*/ 247215 w 458815"/>
                <a:gd name="csY20" fmla="*/ 187435 h 595441"/>
                <a:gd name="csX21" fmla="*/ 245811 w 458815"/>
                <a:gd name="csY21" fmla="*/ 169699 h 595441"/>
                <a:gd name="csX22" fmla="*/ 249920 w 458815"/>
                <a:gd name="csY22" fmla="*/ 162238 h 595441"/>
                <a:gd name="csX23" fmla="*/ 248948 w 458815"/>
                <a:gd name="csY23" fmla="*/ 150992 h 595441"/>
                <a:gd name="csX24" fmla="*/ 238337 w 458815"/>
                <a:gd name="csY24" fmla="*/ 142667 h 595441"/>
                <a:gd name="csX25" fmla="*/ 234877 w 458815"/>
                <a:gd name="csY25" fmla="*/ 123313 h 595441"/>
                <a:gd name="csX26" fmla="*/ 214531 w 458815"/>
                <a:gd name="csY26" fmla="*/ 124068 h 595441"/>
                <a:gd name="csX27" fmla="*/ 225891 w 458815"/>
                <a:gd name="csY27" fmla="*/ 95303 h 595441"/>
                <a:gd name="csX28" fmla="*/ 228597 w 458815"/>
                <a:gd name="csY28" fmla="*/ 73890 h 595441"/>
                <a:gd name="csX29" fmla="*/ 243322 w 458815"/>
                <a:gd name="csY29" fmla="*/ 49341 h 595441"/>
                <a:gd name="csX30" fmla="*/ 251761 w 458815"/>
                <a:gd name="csY30" fmla="*/ 47182 h 595441"/>
                <a:gd name="csX31" fmla="*/ 261826 w 458815"/>
                <a:gd name="csY31" fmla="*/ 23713 h 595441"/>
                <a:gd name="csX32" fmla="*/ 293106 w 458815"/>
                <a:gd name="csY32" fmla="*/ 17553 h 595441"/>
                <a:gd name="csX33" fmla="*/ 294408 w 458815"/>
                <a:gd name="csY33" fmla="*/ 11171 h 595441"/>
                <a:gd name="csX34" fmla="*/ 287696 w 458815"/>
                <a:gd name="csY34" fmla="*/ 3386 h 595441"/>
                <a:gd name="csX35" fmla="*/ 270056 w 458815"/>
                <a:gd name="csY35" fmla="*/ 789 h 595441"/>
                <a:gd name="csX36" fmla="*/ 254790 w 458815"/>
                <a:gd name="csY36" fmla="*/ 10956 h 595441"/>
                <a:gd name="csX37" fmla="*/ 247970 w 458815"/>
                <a:gd name="csY37" fmla="*/ 22310 h 595441"/>
                <a:gd name="csX38" fmla="*/ 207388 w 458815"/>
                <a:gd name="csY38" fmla="*/ 43938 h 595441"/>
                <a:gd name="csX39" fmla="*/ 180432 w 458815"/>
                <a:gd name="csY39" fmla="*/ 45233 h 595441"/>
                <a:gd name="csX40" fmla="*/ 169288 w 458815"/>
                <a:gd name="csY40" fmla="*/ 64486 h 595441"/>
                <a:gd name="csX41" fmla="*/ 162252 w 458815"/>
                <a:gd name="csY41" fmla="*/ 53018 h 595441"/>
                <a:gd name="csX42" fmla="*/ 153914 w 458815"/>
                <a:gd name="csY42" fmla="*/ 53456 h 595441"/>
                <a:gd name="csX43" fmla="*/ 129454 w 458815"/>
                <a:gd name="csY43" fmla="*/ 78431 h 595441"/>
                <a:gd name="csX44" fmla="*/ 122850 w 458815"/>
                <a:gd name="csY44" fmla="*/ 112066 h 595441"/>
                <a:gd name="csX45" fmla="*/ 112030 w 458815"/>
                <a:gd name="csY45" fmla="*/ 115197 h 595441"/>
                <a:gd name="csX46" fmla="*/ 98498 w 458815"/>
                <a:gd name="csY46" fmla="*/ 130450 h 595441"/>
                <a:gd name="csX47" fmla="*/ 80857 w 458815"/>
                <a:gd name="csY47" fmla="*/ 145156 h 595441"/>
                <a:gd name="csX48" fmla="*/ 86699 w 458815"/>
                <a:gd name="csY48" fmla="*/ 158454 h 595441"/>
                <a:gd name="csX49" fmla="*/ 82915 w 458815"/>
                <a:gd name="csY49" fmla="*/ 170239 h 595441"/>
                <a:gd name="csX50" fmla="*/ 76203 w 458815"/>
                <a:gd name="csY50" fmla="*/ 167540 h 595441"/>
                <a:gd name="csX51" fmla="*/ 74685 w 458815"/>
                <a:gd name="csY51" fmla="*/ 156618 h 595441"/>
                <a:gd name="csX52" fmla="*/ 62131 w 458815"/>
                <a:gd name="csY52" fmla="*/ 143099 h 595441"/>
                <a:gd name="csX53" fmla="*/ 54664 w 458815"/>
                <a:gd name="csY53" fmla="*/ 151100 h 595441"/>
                <a:gd name="csX54" fmla="*/ 64836 w 458815"/>
                <a:gd name="csY54" fmla="*/ 167432 h 595441"/>
                <a:gd name="csX55" fmla="*/ 54232 w 458815"/>
                <a:gd name="csY55" fmla="*/ 182355 h 595441"/>
                <a:gd name="csX56" fmla="*/ 46548 w 458815"/>
                <a:gd name="csY56" fmla="*/ 176837 h 595441"/>
                <a:gd name="csX57" fmla="*/ 38858 w 458815"/>
                <a:gd name="csY57" fmla="*/ 191975 h 595441"/>
                <a:gd name="csX58" fmla="*/ 46225 w 458815"/>
                <a:gd name="csY58" fmla="*/ 198465 h 595441"/>
                <a:gd name="csX59" fmla="*/ 49146 w 458815"/>
                <a:gd name="csY59" fmla="*/ 205170 h 595441"/>
                <a:gd name="csX60" fmla="*/ 62887 w 458815"/>
                <a:gd name="csY60" fmla="*/ 221172 h 595441"/>
                <a:gd name="csX61" fmla="*/ 62131 w 458815"/>
                <a:gd name="csY61" fmla="*/ 226582 h 595441"/>
                <a:gd name="csX62" fmla="*/ 57585 w 458815"/>
                <a:gd name="csY62" fmla="*/ 232964 h 595441"/>
                <a:gd name="csX63" fmla="*/ 62995 w 458815"/>
                <a:gd name="csY63" fmla="*/ 250046 h 595441"/>
                <a:gd name="csX64" fmla="*/ 58124 w 458815"/>
                <a:gd name="csY64" fmla="*/ 253938 h 595441"/>
                <a:gd name="csX65" fmla="*/ 57477 w 458815"/>
                <a:gd name="csY65" fmla="*/ 253938 h 595441"/>
                <a:gd name="csX66" fmla="*/ 59966 w 458815"/>
                <a:gd name="csY66" fmla="*/ 270810 h 595441"/>
                <a:gd name="csX67" fmla="*/ 59210 w 458815"/>
                <a:gd name="csY67" fmla="*/ 299144 h 595441"/>
                <a:gd name="csX68" fmla="*/ 54124 w 458815"/>
                <a:gd name="csY68" fmla="*/ 308872 h 595441"/>
                <a:gd name="csX69" fmla="*/ 66786 w 458815"/>
                <a:gd name="csY69" fmla="*/ 326824 h 595441"/>
                <a:gd name="csX70" fmla="*/ 39513 w 458815"/>
                <a:gd name="csY70" fmla="*/ 356777 h 595441"/>
                <a:gd name="csX71" fmla="*/ 16348 w 458815"/>
                <a:gd name="csY71" fmla="*/ 362295 h 595441"/>
                <a:gd name="csX72" fmla="*/ 13643 w 458815"/>
                <a:gd name="csY72" fmla="*/ 369540 h 595441"/>
                <a:gd name="csX73" fmla="*/ 18513 w 458815"/>
                <a:gd name="csY73" fmla="*/ 380030 h 595441"/>
                <a:gd name="csX74" fmla="*/ 18297 w 458815"/>
                <a:gd name="csY74" fmla="*/ 380570 h 595441"/>
                <a:gd name="csX75" fmla="*/ 2600 w 458815"/>
                <a:gd name="csY75" fmla="*/ 383707 h 595441"/>
                <a:gd name="csX76" fmla="*/ 1521 w 458815"/>
                <a:gd name="csY76" fmla="*/ 391492 h 595441"/>
                <a:gd name="csX77" fmla="*/ 4873 w 458815"/>
                <a:gd name="csY77" fmla="*/ 394629 h 595441"/>
                <a:gd name="csX78" fmla="*/ 5959 w 458815"/>
                <a:gd name="csY78" fmla="*/ 394413 h 595441"/>
                <a:gd name="csX79" fmla="*/ 56073 w 458815"/>
                <a:gd name="csY79" fmla="*/ 422417 h 595441"/>
                <a:gd name="csX80" fmla="*/ 62887 w 458815"/>
                <a:gd name="csY80" fmla="*/ 435180 h 595441"/>
                <a:gd name="csX81" fmla="*/ 93195 w 458815"/>
                <a:gd name="csY81" fmla="*/ 438965 h 595441"/>
                <a:gd name="csX82" fmla="*/ 100339 w 458815"/>
                <a:gd name="csY82" fmla="*/ 430532 h 595441"/>
                <a:gd name="csX83" fmla="*/ 142770 w 458815"/>
                <a:gd name="csY83" fmla="*/ 448369 h 595441"/>
                <a:gd name="csX84" fmla="*/ 171669 w 458815"/>
                <a:gd name="csY84" fmla="*/ 467622 h 595441"/>
                <a:gd name="csX85" fmla="*/ 177079 w 458815"/>
                <a:gd name="csY85" fmla="*/ 483408 h 595441"/>
                <a:gd name="csX86" fmla="*/ 203057 w 458815"/>
                <a:gd name="csY86" fmla="*/ 496927 h 595441"/>
                <a:gd name="csX87" fmla="*/ 205870 w 458815"/>
                <a:gd name="csY87" fmla="*/ 513037 h 595441"/>
                <a:gd name="csX88" fmla="*/ 218208 w 458815"/>
                <a:gd name="csY88" fmla="*/ 514333 h 595441"/>
                <a:gd name="csX89" fmla="*/ 222647 w 458815"/>
                <a:gd name="csY89" fmla="*/ 535745 h 595441"/>
                <a:gd name="csX90" fmla="*/ 250898 w 458815"/>
                <a:gd name="csY90" fmla="*/ 538666 h 595441"/>
                <a:gd name="csX91" fmla="*/ 272221 w 458815"/>
                <a:gd name="csY91" fmla="*/ 526664 h 595441"/>
                <a:gd name="csX92" fmla="*/ 284121 w 458815"/>
                <a:gd name="csY92" fmla="*/ 534450 h 595441"/>
                <a:gd name="csX93" fmla="*/ 300790 w 458815"/>
                <a:gd name="csY93" fmla="*/ 529477 h 595441"/>
                <a:gd name="csX94" fmla="*/ 330127 w 458815"/>
                <a:gd name="csY94" fmla="*/ 546559 h 595441"/>
                <a:gd name="csX95" fmla="*/ 314753 w 458815"/>
                <a:gd name="csY95" fmla="*/ 580296 h 595441"/>
                <a:gd name="csX96" fmla="*/ 343220 w 458815"/>
                <a:gd name="csY96" fmla="*/ 595441 h 595441"/>
                <a:gd name="csX97" fmla="*/ 343652 w 458815"/>
                <a:gd name="csY97" fmla="*/ 595118 h 595441"/>
                <a:gd name="csX98" fmla="*/ 358048 w 458815"/>
                <a:gd name="csY98" fmla="*/ 501684 h 595441"/>
                <a:gd name="csX99" fmla="*/ 362378 w 458815"/>
                <a:gd name="csY99" fmla="*/ 493035 h 595441"/>
                <a:gd name="csX100" fmla="*/ 353609 w 458815"/>
                <a:gd name="csY100" fmla="*/ 479192 h 595441"/>
                <a:gd name="csX101" fmla="*/ 351558 w 458815"/>
                <a:gd name="csY101" fmla="*/ 464161 h 595441"/>
                <a:gd name="csX102" fmla="*/ 335429 w 458815"/>
                <a:gd name="csY102" fmla="*/ 451938 h 595441"/>
                <a:gd name="csX103" fmla="*/ 338674 w 458815"/>
                <a:gd name="csY103" fmla="*/ 428367 h 595441"/>
                <a:gd name="csX104" fmla="*/ 369306 w 458815"/>
                <a:gd name="csY104" fmla="*/ 427287 h 595441"/>
                <a:gd name="csX105" fmla="*/ 362810 w 458815"/>
                <a:gd name="csY105" fmla="*/ 407062 h 595441"/>
                <a:gd name="csX106" fmla="*/ 343652 w 458815"/>
                <a:gd name="csY106" fmla="*/ 403817 h 595441"/>
                <a:gd name="csX107" fmla="*/ 346903 w 458815"/>
                <a:gd name="csY107" fmla="*/ 382843 h 595441"/>
                <a:gd name="csX108" fmla="*/ 381104 w 458815"/>
                <a:gd name="csY108" fmla="*/ 382621 h 595441"/>
                <a:gd name="csX109" fmla="*/ 384781 w 458815"/>
                <a:gd name="csY109" fmla="*/ 374188 h 595441"/>
                <a:gd name="csX110" fmla="*/ 401558 w 458815"/>
                <a:gd name="csY110" fmla="*/ 381326 h 595441"/>
                <a:gd name="csX111" fmla="*/ 412169 w 458815"/>
                <a:gd name="csY111" fmla="*/ 372137 h 595441"/>
                <a:gd name="csX112" fmla="*/ 427644 w 458815"/>
                <a:gd name="csY112" fmla="*/ 389543 h 595441"/>
                <a:gd name="csX113" fmla="*/ 427644 w 458815"/>
                <a:gd name="csY113" fmla="*/ 404033 h 595441"/>
                <a:gd name="csX114" fmla="*/ 458816 w 458815"/>
                <a:gd name="csY114" fmla="*/ 401982 h 595441"/>
                <a:gd name="csX115" fmla="*/ 446802 w 458815"/>
                <a:gd name="csY115" fmla="*/ 348344 h 595441"/>
                <a:gd name="csX116" fmla="*/ 431651 w 458815"/>
                <a:gd name="csY116" fmla="*/ 345423 h 595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</a:cxnLst>
              <a:rect l="l" t="t" r="r" b="b"/>
              <a:pathLst>
                <a:path w="458815" h="595441">
                  <a:moveTo>
                    <a:pt x="431651" y="345423"/>
                  </a:moveTo>
                  <a:lnTo>
                    <a:pt x="418335" y="343372"/>
                  </a:lnTo>
                  <a:lnTo>
                    <a:pt x="438902" y="320664"/>
                  </a:lnTo>
                  <a:lnTo>
                    <a:pt x="426132" y="307469"/>
                  </a:lnTo>
                  <a:lnTo>
                    <a:pt x="417363" y="286057"/>
                  </a:lnTo>
                  <a:lnTo>
                    <a:pt x="417795" y="266594"/>
                  </a:lnTo>
                  <a:lnTo>
                    <a:pt x="427104" y="257399"/>
                  </a:lnTo>
                  <a:lnTo>
                    <a:pt x="426132" y="249074"/>
                  </a:lnTo>
                  <a:lnTo>
                    <a:pt x="434356" y="239664"/>
                  </a:lnTo>
                  <a:lnTo>
                    <a:pt x="429377" y="227122"/>
                  </a:lnTo>
                  <a:lnTo>
                    <a:pt x="414982" y="226690"/>
                  </a:lnTo>
                  <a:lnTo>
                    <a:pt x="410435" y="233612"/>
                  </a:lnTo>
                  <a:lnTo>
                    <a:pt x="373853" y="231986"/>
                  </a:lnTo>
                  <a:lnTo>
                    <a:pt x="362486" y="239016"/>
                  </a:lnTo>
                  <a:lnTo>
                    <a:pt x="331530" y="202897"/>
                  </a:lnTo>
                  <a:lnTo>
                    <a:pt x="325796" y="205062"/>
                  </a:lnTo>
                  <a:lnTo>
                    <a:pt x="309991" y="198249"/>
                  </a:lnTo>
                  <a:lnTo>
                    <a:pt x="293646" y="204522"/>
                  </a:lnTo>
                  <a:lnTo>
                    <a:pt x="263128" y="202357"/>
                  </a:lnTo>
                  <a:lnTo>
                    <a:pt x="255552" y="188514"/>
                  </a:lnTo>
                  <a:lnTo>
                    <a:pt x="247215" y="187435"/>
                  </a:lnTo>
                  <a:lnTo>
                    <a:pt x="245811" y="169699"/>
                  </a:lnTo>
                  <a:lnTo>
                    <a:pt x="249920" y="162238"/>
                  </a:lnTo>
                  <a:lnTo>
                    <a:pt x="248948" y="150992"/>
                  </a:lnTo>
                  <a:lnTo>
                    <a:pt x="238337" y="142667"/>
                  </a:lnTo>
                  <a:lnTo>
                    <a:pt x="234877" y="123313"/>
                  </a:lnTo>
                  <a:lnTo>
                    <a:pt x="214531" y="124068"/>
                  </a:lnTo>
                  <a:lnTo>
                    <a:pt x="225891" y="95303"/>
                  </a:lnTo>
                  <a:lnTo>
                    <a:pt x="228597" y="73890"/>
                  </a:lnTo>
                  <a:lnTo>
                    <a:pt x="243322" y="49341"/>
                  </a:lnTo>
                  <a:lnTo>
                    <a:pt x="251761" y="47182"/>
                  </a:lnTo>
                  <a:lnTo>
                    <a:pt x="261826" y="23713"/>
                  </a:lnTo>
                  <a:lnTo>
                    <a:pt x="293106" y="17553"/>
                  </a:lnTo>
                  <a:cubicBezTo>
                    <a:pt x="295056" y="14848"/>
                    <a:pt x="295487" y="13337"/>
                    <a:pt x="294408" y="11171"/>
                  </a:cubicBezTo>
                  <a:cubicBezTo>
                    <a:pt x="293430" y="9876"/>
                    <a:pt x="292243" y="4574"/>
                    <a:pt x="287696" y="3386"/>
                  </a:cubicBezTo>
                  <a:cubicBezTo>
                    <a:pt x="278279" y="789"/>
                    <a:pt x="274056" y="-1154"/>
                    <a:pt x="270056" y="789"/>
                  </a:cubicBezTo>
                  <a:cubicBezTo>
                    <a:pt x="259985" y="5768"/>
                    <a:pt x="256308" y="6847"/>
                    <a:pt x="254790" y="10956"/>
                  </a:cubicBezTo>
                  <a:cubicBezTo>
                    <a:pt x="253063" y="14524"/>
                    <a:pt x="252517" y="20150"/>
                    <a:pt x="247970" y="22310"/>
                  </a:cubicBezTo>
                  <a:cubicBezTo>
                    <a:pt x="216690" y="37232"/>
                    <a:pt x="214855" y="44477"/>
                    <a:pt x="207388" y="43938"/>
                  </a:cubicBezTo>
                  <a:cubicBezTo>
                    <a:pt x="185302" y="42426"/>
                    <a:pt x="182273" y="41124"/>
                    <a:pt x="180432" y="45233"/>
                  </a:cubicBezTo>
                  <a:cubicBezTo>
                    <a:pt x="172424" y="63076"/>
                    <a:pt x="170907" y="68811"/>
                    <a:pt x="169288" y="64486"/>
                  </a:cubicBezTo>
                  <a:cubicBezTo>
                    <a:pt x="167554" y="60917"/>
                    <a:pt x="167122" y="54535"/>
                    <a:pt x="162252" y="53018"/>
                  </a:cubicBezTo>
                  <a:cubicBezTo>
                    <a:pt x="161490" y="53018"/>
                    <a:pt x="157165" y="50535"/>
                    <a:pt x="153914" y="53456"/>
                  </a:cubicBezTo>
                  <a:cubicBezTo>
                    <a:pt x="131511" y="73459"/>
                    <a:pt x="129778" y="73890"/>
                    <a:pt x="129454" y="78431"/>
                  </a:cubicBezTo>
                  <a:cubicBezTo>
                    <a:pt x="126425" y="109685"/>
                    <a:pt x="127397" y="111743"/>
                    <a:pt x="122850" y="112066"/>
                  </a:cubicBezTo>
                  <a:cubicBezTo>
                    <a:pt x="120469" y="112499"/>
                    <a:pt x="114951" y="111413"/>
                    <a:pt x="112030" y="115197"/>
                  </a:cubicBezTo>
                  <a:cubicBezTo>
                    <a:pt x="105857" y="122989"/>
                    <a:pt x="102720" y="127961"/>
                    <a:pt x="98498" y="130450"/>
                  </a:cubicBezTo>
                  <a:cubicBezTo>
                    <a:pt x="82153" y="140394"/>
                    <a:pt x="78476" y="141372"/>
                    <a:pt x="80857" y="145156"/>
                  </a:cubicBezTo>
                  <a:cubicBezTo>
                    <a:pt x="84102" y="150560"/>
                    <a:pt x="86915" y="154021"/>
                    <a:pt x="86699" y="158454"/>
                  </a:cubicBezTo>
                  <a:cubicBezTo>
                    <a:pt x="86052" y="162346"/>
                    <a:pt x="88109" y="169699"/>
                    <a:pt x="82915" y="170239"/>
                  </a:cubicBezTo>
                  <a:cubicBezTo>
                    <a:pt x="81829" y="170131"/>
                    <a:pt x="75771" y="172188"/>
                    <a:pt x="76203" y="167540"/>
                  </a:cubicBezTo>
                  <a:cubicBezTo>
                    <a:pt x="76203" y="165051"/>
                    <a:pt x="77937" y="160295"/>
                    <a:pt x="74685" y="156618"/>
                  </a:cubicBezTo>
                  <a:cubicBezTo>
                    <a:pt x="68735" y="149805"/>
                    <a:pt x="65484" y="145480"/>
                    <a:pt x="62131" y="143099"/>
                  </a:cubicBezTo>
                  <a:lnTo>
                    <a:pt x="54664" y="151100"/>
                  </a:lnTo>
                  <a:lnTo>
                    <a:pt x="64836" y="167432"/>
                  </a:lnTo>
                  <a:lnTo>
                    <a:pt x="54232" y="182355"/>
                  </a:lnTo>
                  <a:lnTo>
                    <a:pt x="46548" y="176837"/>
                  </a:lnTo>
                  <a:lnTo>
                    <a:pt x="38858" y="191975"/>
                  </a:lnTo>
                  <a:lnTo>
                    <a:pt x="46225" y="198465"/>
                  </a:lnTo>
                  <a:cubicBezTo>
                    <a:pt x="49038" y="200954"/>
                    <a:pt x="49362" y="205818"/>
                    <a:pt x="49146" y="205170"/>
                  </a:cubicBezTo>
                  <a:cubicBezTo>
                    <a:pt x="49793" y="212848"/>
                    <a:pt x="63865" y="213927"/>
                    <a:pt x="62887" y="221172"/>
                  </a:cubicBezTo>
                  <a:lnTo>
                    <a:pt x="62131" y="226582"/>
                  </a:lnTo>
                  <a:cubicBezTo>
                    <a:pt x="61484" y="231447"/>
                    <a:pt x="55527" y="228418"/>
                    <a:pt x="57585" y="232964"/>
                  </a:cubicBezTo>
                  <a:cubicBezTo>
                    <a:pt x="61807" y="242045"/>
                    <a:pt x="64513" y="245829"/>
                    <a:pt x="62995" y="250046"/>
                  </a:cubicBezTo>
                  <a:cubicBezTo>
                    <a:pt x="62563" y="250586"/>
                    <a:pt x="62131" y="254916"/>
                    <a:pt x="58124" y="253938"/>
                  </a:cubicBezTo>
                  <a:lnTo>
                    <a:pt x="57477" y="253938"/>
                  </a:lnTo>
                  <a:cubicBezTo>
                    <a:pt x="51527" y="252427"/>
                    <a:pt x="59426" y="262162"/>
                    <a:pt x="59966" y="270810"/>
                  </a:cubicBezTo>
                  <a:cubicBezTo>
                    <a:pt x="61376" y="293302"/>
                    <a:pt x="62563" y="296007"/>
                    <a:pt x="59210" y="299144"/>
                  </a:cubicBezTo>
                  <a:cubicBezTo>
                    <a:pt x="57153" y="301843"/>
                    <a:pt x="50549" y="305304"/>
                    <a:pt x="54124" y="308872"/>
                  </a:cubicBezTo>
                  <a:cubicBezTo>
                    <a:pt x="65706" y="320988"/>
                    <a:pt x="69059" y="323039"/>
                    <a:pt x="66786" y="326824"/>
                  </a:cubicBezTo>
                  <a:cubicBezTo>
                    <a:pt x="42973" y="367159"/>
                    <a:pt x="43951" y="356237"/>
                    <a:pt x="39513" y="356777"/>
                  </a:cubicBezTo>
                  <a:cubicBezTo>
                    <a:pt x="20571" y="359266"/>
                    <a:pt x="18297" y="358834"/>
                    <a:pt x="16348" y="362295"/>
                  </a:cubicBezTo>
                  <a:cubicBezTo>
                    <a:pt x="15052" y="365324"/>
                    <a:pt x="10398" y="365648"/>
                    <a:pt x="13643" y="369540"/>
                  </a:cubicBezTo>
                  <a:cubicBezTo>
                    <a:pt x="15268" y="372137"/>
                    <a:pt x="20463" y="375598"/>
                    <a:pt x="18513" y="380030"/>
                  </a:cubicBezTo>
                  <a:lnTo>
                    <a:pt x="18297" y="380570"/>
                  </a:lnTo>
                  <a:cubicBezTo>
                    <a:pt x="15376" y="387060"/>
                    <a:pt x="6607" y="377541"/>
                    <a:pt x="2600" y="383707"/>
                  </a:cubicBezTo>
                  <a:cubicBezTo>
                    <a:pt x="2168" y="384679"/>
                    <a:pt x="-2270" y="388895"/>
                    <a:pt x="1521" y="391492"/>
                  </a:cubicBezTo>
                  <a:cubicBezTo>
                    <a:pt x="1952" y="391924"/>
                    <a:pt x="4010" y="392787"/>
                    <a:pt x="4873" y="394629"/>
                  </a:cubicBezTo>
                  <a:lnTo>
                    <a:pt x="5959" y="394413"/>
                  </a:lnTo>
                  <a:lnTo>
                    <a:pt x="56073" y="422417"/>
                  </a:lnTo>
                  <a:lnTo>
                    <a:pt x="62887" y="435180"/>
                  </a:lnTo>
                  <a:lnTo>
                    <a:pt x="93195" y="438965"/>
                  </a:lnTo>
                  <a:lnTo>
                    <a:pt x="100339" y="430532"/>
                  </a:lnTo>
                  <a:lnTo>
                    <a:pt x="142770" y="448369"/>
                  </a:lnTo>
                  <a:lnTo>
                    <a:pt x="171669" y="467622"/>
                  </a:lnTo>
                  <a:lnTo>
                    <a:pt x="177079" y="483408"/>
                  </a:lnTo>
                  <a:lnTo>
                    <a:pt x="203057" y="496927"/>
                  </a:lnTo>
                  <a:lnTo>
                    <a:pt x="205870" y="513037"/>
                  </a:lnTo>
                  <a:lnTo>
                    <a:pt x="218208" y="514333"/>
                  </a:lnTo>
                  <a:lnTo>
                    <a:pt x="222647" y="535745"/>
                  </a:lnTo>
                  <a:lnTo>
                    <a:pt x="250898" y="538666"/>
                  </a:lnTo>
                  <a:lnTo>
                    <a:pt x="272221" y="526664"/>
                  </a:lnTo>
                  <a:lnTo>
                    <a:pt x="284121" y="534450"/>
                  </a:lnTo>
                  <a:lnTo>
                    <a:pt x="300790" y="529477"/>
                  </a:lnTo>
                  <a:lnTo>
                    <a:pt x="330127" y="546559"/>
                  </a:lnTo>
                  <a:lnTo>
                    <a:pt x="314753" y="580296"/>
                  </a:lnTo>
                  <a:lnTo>
                    <a:pt x="343220" y="595441"/>
                  </a:lnTo>
                  <a:lnTo>
                    <a:pt x="343652" y="595118"/>
                  </a:lnTo>
                  <a:lnTo>
                    <a:pt x="358048" y="501684"/>
                  </a:lnTo>
                  <a:lnTo>
                    <a:pt x="362378" y="493035"/>
                  </a:lnTo>
                  <a:lnTo>
                    <a:pt x="353609" y="479192"/>
                  </a:lnTo>
                  <a:lnTo>
                    <a:pt x="351558" y="464161"/>
                  </a:lnTo>
                  <a:lnTo>
                    <a:pt x="335429" y="451938"/>
                  </a:lnTo>
                  <a:lnTo>
                    <a:pt x="338674" y="428367"/>
                  </a:lnTo>
                  <a:lnTo>
                    <a:pt x="369306" y="427287"/>
                  </a:lnTo>
                  <a:lnTo>
                    <a:pt x="362810" y="407062"/>
                  </a:lnTo>
                  <a:lnTo>
                    <a:pt x="343652" y="403817"/>
                  </a:lnTo>
                  <a:lnTo>
                    <a:pt x="346903" y="382843"/>
                  </a:lnTo>
                  <a:lnTo>
                    <a:pt x="381104" y="382621"/>
                  </a:lnTo>
                  <a:lnTo>
                    <a:pt x="384781" y="374188"/>
                  </a:lnTo>
                  <a:lnTo>
                    <a:pt x="401558" y="381326"/>
                  </a:lnTo>
                  <a:lnTo>
                    <a:pt x="412169" y="372137"/>
                  </a:lnTo>
                  <a:lnTo>
                    <a:pt x="427644" y="389543"/>
                  </a:lnTo>
                  <a:lnTo>
                    <a:pt x="427644" y="404033"/>
                  </a:lnTo>
                  <a:lnTo>
                    <a:pt x="458816" y="401982"/>
                  </a:lnTo>
                  <a:lnTo>
                    <a:pt x="446802" y="348344"/>
                  </a:lnTo>
                  <a:lnTo>
                    <a:pt x="431651" y="345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377BBD81-3442-4CA9-094A-47E693A32968}"/>
                </a:ext>
              </a:extLst>
            </p:cNvPr>
            <p:cNvSpPr/>
            <p:nvPr/>
          </p:nvSpPr>
          <p:spPr>
            <a:xfrm>
              <a:off x="2655000" y="6379144"/>
              <a:ext cx="34781" cy="61406"/>
            </a:xfrm>
            <a:custGeom>
              <a:avLst/>
              <a:gdLst>
                <a:gd name="csX0" fmla="*/ 34114 w 40112"/>
                <a:gd name="csY0" fmla="*/ 18059 h 70817"/>
                <a:gd name="csX1" fmla="*/ 39416 w 40112"/>
                <a:gd name="csY1" fmla="*/ 13518 h 70817"/>
                <a:gd name="csX2" fmla="*/ 26424 w 40112"/>
                <a:gd name="csY2" fmla="*/ 323 h 70817"/>
                <a:gd name="csX3" fmla="*/ 10949 w 40112"/>
                <a:gd name="csY3" fmla="*/ 3568 h 70817"/>
                <a:gd name="csX4" fmla="*/ 10733 w 40112"/>
                <a:gd name="csY4" fmla="*/ 14274 h 70817"/>
                <a:gd name="csX5" fmla="*/ 7812 w 40112"/>
                <a:gd name="csY5" fmla="*/ 26599 h 70817"/>
                <a:gd name="csX6" fmla="*/ 7158 w 40112"/>
                <a:gd name="csY6" fmla="*/ 44551 h 70817"/>
                <a:gd name="csX7" fmla="*/ 1748 w 40112"/>
                <a:gd name="csY7" fmla="*/ 66071 h 70817"/>
                <a:gd name="csX8" fmla="*/ 13006 w 40112"/>
                <a:gd name="csY8" fmla="*/ 70611 h 70817"/>
                <a:gd name="csX9" fmla="*/ 24151 w 40112"/>
                <a:gd name="csY9" fmla="*/ 64236 h 70817"/>
                <a:gd name="csX10" fmla="*/ 24151 w 40112"/>
                <a:gd name="csY10" fmla="*/ 62718 h 70817"/>
                <a:gd name="csX11" fmla="*/ 33568 w 40112"/>
                <a:gd name="csY11" fmla="*/ 57638 h 70817"/>
                <a:gd name="csX12" fmla="*/ 30323 w 40112"/>
                <a:gd name="csY12" fmla="*/ 43255 h 70817"/>
                <a:gd name="csX13" fmla="*/ 26316 w 40112"/>
                <a:gd name="csY13" fmla="*/ 31470 h 70817"/>
                <a:gd name="csX14" fmla="*/ 32164 w 40112"/>
                <a:gd name="csY14" fmla="*/ 24009 h 70817"/>
                <a:gd name="csX15" fmla="*/ 34222 w 40112"/>
                <a:gd name="csY15" fmla="*/ 17950 h 70817"/>
                <a:gd name="csX16" fmla="*/ 34114 w 40112"/>
                <a:gd name="csY16" fmla="*/ 18059 h 70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0112" h="70817">
                  <a:moveTo>
                    <a:pt x="34114" y="18059"/>
                  </a:moveTo>
                  <a:cubicBezTo>
                    <a:pt x="35193" y="17519"/>
                    <a:pt x="42337" y="17519"/>
                    <a:pt x="39416" y="13518"/>
                  </a:cubicBezTo>
                  <a:cubicBezTo>
                    <a:pt x="39416" y="13518"/>
                    <a:pt x="30971" y="431"/>
                    <a:pt x="26424" y="323"/>
                  </a:cubicBezTo>
                  <a:cubicBezTo>
                    <a:pt x="18849" y="971"/>
                    <a:pt x="10193" y="-2268"/>
                    <a:pt x="10949" y="3568"/>
                  </a:cubicBezTo>
                  <a:cubicBezTo>
                    <a:pt x="10949" y="4755"/>
                    <a:pt x="12359" y="9734"/>
                    <a:pt x="10733" y="14274"/>
                  </a:cubicBezTo>
                  <a:cubicBezTo>
                    <a:pt x="9215" y="18490"/>
                    <a:pt x="7596" y="22167"/>
                    <a:pt x="7812" y="26599"/>
                  </a:cubicBezTo>
                  <a:cubicBezTo>
                    <a:pt x="8244" y="33629"/>
                    <a:pt x="9108" y="39794"/>
                    <a:pt x="7158" y="44551"/>
                  </a:cubicBezTo>
                  <a:cubicBezTo>
                    <a:pt x="345" y="60775"/>
                    <a:pt x="-1929" y="63480"/>
                    <a:pt x="1748" y="66071"/>
                  </a:cubicBezTo>
                  <a:cubicBezTo>
                    <a:pt x="4453" y="67481"/>
                    <a:pt x="8244" y="71805"/>
                    <a:pt x="13006" y="70611"/>
                  </a:cubicBezTo>
                  <a:cubicBezTo>
                    <a:pt x="16791" y="69100"/>
                    <a:pt x="23719" y="69748"/>
                    <a:pt x="24151" y="64236"/>
                  </a:cubicBezTo>
                  <a:lnTo>
                    <a:pt x="24151" y="62718"/>
                  </a:lnTo>
                  <a:cubicBezTo>
                    <a:pt x="24913" y="55797"/>
                    <a:pt x="34546" y="64560"/>
                    <a:pt x="33568" y="57638"/>
                  </a:cubicBezTo>
                  <a:cubicBezTo>
                    <a:pt x="32920" y="52228"/>
                    <a:pt x="32596" y="47364"/>
                    <a:pt x="30323" y="43255"/>
                  </a:cubicBezTo>
                  <a:cubicBezTo>
                    <a:pt x="29021" y="40442"/>
                    <a:pt x="25237" y="36658"/>
                    <a:pt x="26316" y="31470"/>
                  </a:cubicBezTo>
                  <a:cubicBezTo>
                    <a:pt x="27402" y="26167"/>
                    <a:pt x="33352" y="29304"/>
                    <a:pt x="32164" y="24009"/>
                  </a:cubicBezTo>
                  <a:cubicBezTo>
                    <a:pt x="32164" y="23361"/>
                    <a:pt x="30107" y="18814"/>
                    <a:pt x="34222" y="17950"/>
                  </a:cubicBezTo>
                  <a:lnTo>
                    <a:pt x="34114" y="18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C0BE7E19-E080-BB2B-98EC-E535C535E22B}"/>
                </a:ext>
              </a:extLst>
            </p:cNvPr>
            <p:cNvSpPr/>
            <p:nvPr/>
          </p:nvSpPr>
          <p:spPr>
            <a:xfrm>
              <a:off x="2664559" y="6450735"/>
              <a:ext cx="19844" cy="15803"/>
            </a:xfrm>
            <a:custGeom>
              <a:avLst/>
              <a:gdLst>
                <a:gd name="csX0" fmla="*/ 21903 w 22885"/>
                <a:gd name="csY0" fmla="*/ 10869 h 18225"/>
                <a:gd name="csX1" fmla="*/ 7400 w 22885"/>
                <a:gd name="csY1" fmla="*/ 811 h 18225"/>
                <a:gd name="csX2" fmla="*/ 1552 w 22885"/>
                <a:gd name="csY2" fmla="*/ 12488 h 18225"/>
                <a:gd name="csX3" fmla="*/ 17572 w 22885"/>
                <a:gd name="csY3" fmla="*/ 17352 h 18225"/>
                <a:gd name="csX4" fmla="*/ 21903 w 22885"/>
                <a:gd name="csY4" fmla="*/ 10869 h 18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885" h="18225">
                  <a:moveTo>
                    <a:pt x="21903" y="10869"/>
                  </a:moveTo>
                  <a:cubicBezTo>
                    <a:pt x="21903" y="10869"/>
                    <a:pt x="11184" y="-3514"/>
                    <a:pt x="7400" y="811"/>
                  </a:cubicBezTo>
                  <a:cubicBezTo>
                    <a:pt x="4580" y="4811"/>
                    <a:pt x="-3319" y="9999"/>
                    <a:pt x="1552" y="12488"/>
                  </a:cubicBezTo>
                  <a:cubicBezTo>
                    <a:pt x="11616" y="17568"/>
                    <a:pt x="13997" y="19518"/>
                    <a:pt x="17572" y="17352"/>
                  </a:cubicBezTo>
                  <a:cubicBezTo>
                    <a:pt x="18652" y="16381"/>
                    <a:pt x="25364" y="14438"/>
                    <a:pt x="21903" y="108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A1FF0F5-4292-E863-0693-47955DCE4D54}"/>
                </a:ext>
              </a:extLst>
            </p:cNvPr>
            <p:cNvSpPr/>
            <p:nvPr/>
          </p:nvSpPr>
          <p:spPr>
            <a:xfrm>
              <a:off x="2614704" y="5490239"/>
              <a:ext cx="280666" cy="1427966"/>
            </a:xfrm>
            <a:custGeom>
              <a:avLst/>
              <a:gdLst>
                <a:gd name="csX0" fmla="*/ 259396 w 323683"/>
                <a:gd name="csY0" fmla="*/ 1559154 h 1646826"/>
                <a:gd name="csX1" fmla="*/ 237095 w 323683"/>
                <a:gd name="csY1" fmla="*/ 1542707 h 1646826"/>
                <a:gd name="csX2" fmla="*/ 141959 w 323683"/>
                <a:gd name="csY2" fmla="*/ 1542707 h 1646826"/>
                <a:gd name="csX3" fmla="*/ 139362 w 323683"/>
                <a:gd name="csY3" fmla="*/ 1533182 h 1646826"/>
                <a:gd name="csX4" fmla="*/ 120096 w 323683"/>
                <a:gd name="csY4" fmla="*/ 1518450 h 1646826"/>
                <a:gd name="csX5" fmla="*/ 127564 w 323683"/>
                <a:gd name="csY5" fmla="*/ 1493685 h 1646826"/>
                <a:gd name="csX6" fmla="*/ 121392 w 323683"/>
                <a:gd name="csY6" fmla="*/ 1467777 h 1646826"/>
                <a:gd name="csX7" fmla="*/ 96608 w 323683"/>
                <a:gd name="csY7" fmla="*/ 1475778 h 1646826"/>
                <a:gd name="csX8" fmla="*/ 82968 w 323683"/>
                <a:gd name="csY8" fmla="*/ 1439773 h 1646826"/>
                <a:gd name="csX9" fmla="*/ 82968 w 323683"/>
                <a:gd name="csY9" fmla="*/ 1400784 h 1646826"/>
                <a:gd name="csX10" fmla="*/ 98665 w 323683"/>
                <a:gd name="csY10" fmla="*/ 1396085 h 1646826"/>
                <a:gd name="csX11" fmla="*/ 98665 w 323683"/>
                <a:gd name="csY11" fmla="*/ 1381544 h 1646826"/>
                <a:gd name="csX12" fmla="*/ 112952 w 323683"/>
                <a:gd name="csY12" fmla="*/ 1374622 h 1646826"/>
                <a:gd name="csX13" fmla="*/ 125614 w 323683"/>
                <a:gd name="csY13" fmla="*/ 1342428 h 1646826"/>
                <a:gd name="csX14" fmla="*/ 119442 w 323683"/>
                <a:gd name="csY14" fmla="*/ 1329347 h 1646826"/>
                <a:gd name="csX15" fmla="*/ 125614 w 323683"/>
                <a:gd name="csY15" fmla="*/ 1299058 h 1646826"/>
                <a:gd name="csX16" fmla="*/ 142391 w 323683"/>
                <a:gd name="csY16" fmla="*/ 1286167 h 1646826"/>
                <a:gd name="csX17" fmla="*/ 138276 w 323683"/>
                <a:gd name="csY17" fmla="*/ 1273658 h 1646826"/>
                <a:gd name="csX18" fmla="*/ 147154 w 323683"/>
                <a:gd name="csY18" fmla="*/ 1261656 h 1646826"/>
                <a:gd name="csX19" fmla="*/ 150291 w 323683"/>
                <a:gd name="csY19" fmla="*/ 1232891 h 1646826"/>
                <a:gd name="csX20" fmla="*/ 142175 w 323683"/>
                <a:gd name="csY20" fmla="*/ 1216254 h 1646826"/>
                <a:gd name="csX21" fmla="*/ 162089 w 323683"/>
                <a:gd name="csY21" fmla="*/ 1196543 h 1646826"/>
                <a:gd name="csX22" fmla="*/ 155161 w 323683"/>
                <a:gd name="csY22" fmla="*/ 1185621 h 1646826"/>
                <a:gd name="csX23" fmla="*/ 134276 w 323683"/>
                <a:gd name="csY23" fmla="*/ 1180218 h 1646826"/>
                <a:gd name="csX24" fmla="*/ 139902 w 323683"/>
                <a:gd name="csY24" fmla="*/ 1163453 h 1646826"/>
                <a:gd name="csX25" fmla="*/ 164686 w 323683"/>
                <a:gd name="csY25" fmla="*/ 1161720 h 1646826"/>
                <a:gd name="csX26" fmla="*/ 161117 w 323683"/>
                <a:gd name="csY26" fmla="*/ 1143336 h 1646826"/>
                <a:gd name="csX27" fmla="*/ 142499 w 323683"/>
                <a:gd name="csY27" fmla="*/ 1140098 h 1646826"/>
                <a:gd name="csX28" fmla="*/ 149319 w 323683"/>
                <a:gd name="csY28" fmla="*/ 1123118 h 1646826"/>
                <a:gd name="csX29" fmla="*/ 141959 w 323683"/>
                <a:gd name="csY29" fmla="*/ 1102030 h 1646826"/>
                <a:gd name="csX30" fmla="*/ 146506 w 323683"/>
                <a:gd name="csY30" fmla="*/ 1086136 h 1646826"/>
                <a:gd name="csX31" fmla="*/ 136003 w 323683"/>
                <a:gd name="csY31" fmla="*/ 1077811 h 1646826"/>
                <a:gd name="csX32" fmla="*/ 134168 w 323683"/>
                <a:gd name="csY32" fmla="*/ 1054665 h 1646826"/>
                <a:gd name="csX33" fmla="*/ 138924 w 323683"/>
                <a:gd name="csY33" fmla="*/ 1047636 h 1646826"/>
                <a:gd name="csX34" fmla="*/ 136327 w 323683"/>
                <a:gd name="csY34" fmla="*/ 1039095 h 1646826"/>
                <a:gd name="csX35" fmla="*/ 148995 w 323683"/>
                <a:gd name="csY35" fmla="*/ 1025036 h 1646826"/>
                <a:gd name="csX36" fmla="*/ 140873 w 323683"/>
                <a:gd name="csY36" fmla="*/ 1009358 h 1646826"/>
                <a:gd name="csX37" fmla="*/ 139146 w 323683"/>
                <a:gd name="csY37" fmla="*/ 971728 h 1646826"/>
                <a:gd name="csX38" fmla="*/ 148341 w 323683"/>
                <a:gd name="csY38" fmla="*/ 954316 h 1646826"/>
                <a:gd name="csX39" fmla="*/ 144341 w 323683"/>
                <a:gd name="csY39" fmla="*/ 941984 h 1646826"/>
                <a:gd name="csX40" fmla="*/ 151700 w 323683"/>
                <a:gd name="csY40" fmla="*/ 930630 h 1646826"/>
                <a:gd name="csX41" fmla="*/ 146938 w 323683"/>
                <a:gd name="csY41" fmla="*/ 914521 h 1646826"/>
                <a:gd name="csX42" fmla="*/ 159168 w 323683"/>
                <a:gd name="csY42" fmla="*/ 905764 h 1646826"/>
                <a:gd name="csX43" fmla="*/ 159168 w 323683"/>
                <a:gd name="csY43" fmla="*/ 876675 h 1646826"/>
                <a:gd name="csX44" fmla="*/ 177354 w 323683"/>
                <a:gd name="csY44" fmla="*/ 867696 h 1646826"/>
                <a:gd name="csX45" fmla="*/ 183304 w 323683"/>
                <a:gd name="csY45" fmla="*/ 858507 h 1646826"/>
                <a:gd name="csX46" fmla="*/ 174751 w 323683"/>
                <a:gd name="csY46" fmla="*/ 850284 h 1646826"/>
                <a:gd name="csX47" fmla="*/ 167391 w 323683"/>
                <a:gd name="csY47" fmla="*/ 817848 h 1646826"/>
                <a:gd name="csX48" fmla="*/ 172916 w 323683"/>
                <a:gd name="csY48" fmla="*/ 809517 h 1646826"/>
                <a:gd name="csX49" fmla="*/ 166635 w 323683"/>
                <a:gd name="csY49" fmla="*/ 802703 h 1646826"/>
                <a:gd name="csX50" fmla="*/ 171614 w 323683"/>
                <a:gd name="csY50" fmla="*/ 790918 h 1646826"/>
                <a:gd name="csX51" fmla="*/ 166635 w 323683"/>
                <a:gd name="csY51" fmla="*/ 784644 h 1646826"/>
                <a:gd name="csX52" fmla="*/ 173024 w 323683"/>
                <a:gd name="csY52" fmla="*/ 761289 h 1646826"/>
                <a:gd name="csX53" fmla="*/ 184822 w 323683"/>
                <a:gd name="csY53" fmla="*/ 758584 h 1646826"/>
                <a:gd name="csX54" fmla="*/ 197592 w 323683"/>
                <a:gd name="csY54" fmla="*/ 742042 h 1646826"/>
                <a:gd name="csX55" fmla="*/ 196182 w 323683"/>
                <a:gd name="csY55" fmla="*/ 715004 h 1646826"/>
                <a:gd name="csX56" fmla="*/ 189476 w 323683"/>
                <a:gd name="csY56" fmla="*/ 701491 h 1646826"/>
                <a:gd name="csX57" fmla="*/ 198671 w 323683"/>
                <a:gd name="csY57" fmla="*/ 696728 h 1646826"/>
                <a:gd name="csX58" fmla="*/ 209498 w 323683"/>
                <a:gd name="csY58" fmla="*/ 670452 h 1646826"/>
                <a:gd name="csX59" fmla="*/ 218591 w 323683"/>
                <a:gd name="csY59" fmla="*/ 666667 h 1646826"/>
                <a:gd name="csX60" fmla="*/ 220318 w 323683"/>
                <a:gd name="csY60" fmla="*/ 626980 h 1646826"/>
                <a:gd name="csX61" fmla="*/ 207872 w 323683"/>
                <a:gd name="csY61" fmla="*/ 627202 h 1646826"/>
                <a:gd name="csX62" fmla="*/ 202786 w 323683"/>
                <a:gd name="csY62" fmla="*/ 611841 h 1646826"/>
                <a:gd name="csX63" fmla="*/ 208742 w 323683"/>
                <a:gd name="csY63" fmla="*/ 605682 h 1646826"/>
                <a:gd name="csX64" fmla="*/ 189362 w 323683"/>
                <a:gd name="csY64" fmla="*/ 554533 h 1646826"/>
                <a:gd name="csX65" fmla="*/ 193585 w 323683"/>
                <a:gd name="csY65" fmla="*/ 538525 h 1646826"/>
                <a:gd name="csX66" fmla="*/ 200297 w 323683"/>
                <a:gd name="csY66" fmla="*/ 535496 h 1646826"/>
                <a:gd name="csX67" fmla="*/ 207225 w 323683"/>
                <a:gd name="csY67" fmla="*/ 507384 h 1646826"/>
                <a:gd name="csX68" fmla="*/ 213721 w 323683"/>
                <a:gd name="csY68" fmla="*/ 507816 h 1646826"/>
                <a:gd name="csX69" fmla="*/ 220210 w 323683"/>
                <a:gd name="csY69" fmla="*/ 500787 h 1646826"/>
                <a:gd name="csX70" fmla="*/ 211339 w 323683"/>
                <a:gd name="csY70" fmla="*/ 462940 h 1646826"/>
                <a:gd name="csX71" fmla="*/ 219455 w 323683"/>
                <a:gd name="csY71" fmla="*/ 454393 h 1646826"/>
                <a:gd name="csX72" fmla="*/ 224217 w 323683"/>
                <a:gd name="csY72" fmla="*/ 428117 h 1646826"/>
                <a:gd name="csX73" fmla="*/ 243375 w 323683"/>
                <a:gd name="csY73" fmla="*/ 407899 h 1646826"/>
                <a:gd name="csX74" fmla="*/ 256361 w 323683"/>
                <a:gd name="csY74" fmla="*/ 376212 h 1646826"/>
                <a:gd name="csX75" fmla="*/ 268267 w 323683"/>
                <a:gd name="csY75" fmla="*/ 379997 h 1646826"/>
                <a:gd name="csX76" fmla="*/ 277036 w 323683"/>
                <a:gd name="csY76" fmla="*/ 369614 h 1646826"/>
                <a:gd name="csX77" fmla="*/ 263829 w 323683"/>
                <a:gd name="csY77" fmla="*/ 350260 h 1646826"/>
                <a:gd name="csX78" fmla="*/ 271303 w 323683"/>
                <a:gd name="csY78" fmla="*/ 337712 h 1646826"/>
                <a:gd name="csX79" fmla="*/ 264159 w 323683"/>
                <a:gd name="csY79" fmla="*/ 309925 h 1646826"/>
                <a:gd name="csX80" fmla="*/ 272166 w 323683"/>
                <a:gd name="csY80" fmla="*/ 295326 h 1646826"/>
                <a:gd name="csX81" fmla="*/ 265670 w 323683"/>
                <a:gd name="csY81" fmla="*/ 282785 h 1646826"/>
                <a:gd name="csX82" fmla="*/ 277684 w 323683"/>
                <a:gd name="csY82" fmla="*/ 268072 h 1646826"/>
                <a:gd name="csX83" fmla="*/ 311885 w 323683"/>
                <a:gd name="csY83" fmla="*/ 252609 h 1646826"/>
                <a:gd name="csX84" fmla="*/ 323684 w 323683"/>
                <a:gd name="csY84" fmla="*/ 214547 h 1646826"/>
                <a:gd name="csX85" fmla="*/ 316324 w 323683"/>
                <a:gd name="csY85" fmla="*/ 206870 h 1646826"/>
                <a:gd name="csX86" fmla="*/ 292950 w 323683"/>
                <a:gd name="csY86" fmla="*/ 207518 h 1646826"/>
                <a:gd name="csX87" fmla="*/ 281475 w 323683"/>
                <a:gd name="csY87" fmla="*/ 154312 h 1646826"/>
                <a:gd name="csX88" fmla="*/ 267404 w 323683"/>
                <a:gd name="csY88" fmla="*/ 137338 h 1646826"/>
                <a:gd name="csX89" fmla="*/ 270972 w 323683"/>
                <a:gd name="csY89" fmla="*/ 126848 h 1646826"/>
                <a:gd name="csX90" fmla="*/ 260476 w 323683"/>
                <a:gd name="csY90" fmla="*/ 120466 h 1646826"/>
                <a:gd name="csX91" fmla="*/ 258850 w 323683"/>
                <a:gd name="csY91" fmla="*/ 106515 h 1646826"/>
                <a:gd name="csX92" fmla="*/ 267619 w 323683"/>
                <a:gd name="csY92" fmla="*/ 106515 h 1646826"/>
                <a:gd name="csX93" fmla="*/ 268159 w 323683"/>
                <a:gd name="csY93" fmla="*/ 91592 h 1646826"/>
                <a:gd name="csX94" fmla="*/ 260476 w 323683"/>
                <a:gd name="csY94" fmla="*/ 84995 h 1646826"/>
                <a:gd name="csX95" fmla="*/ 269461 w 323683"/>
                <a:gd name="csY95" fmla="*/ 73425 h 1646826"/>
                <a:gd name="csX96" fmla="*/ 249763 w 323683"/>
                <a:gd name="csY96" fmla="*/ 56020 h 1646826"/>
                <a:gd name="csX97" fmla="*/ 245864 w 323683"/>
                <a:gd name="csY97" fmla="*/ 22060 h 1646826"/>
                <a:gd name="csX98" fmla="*/ 237965 w 323683"/>
                <a:gd name="csY98" fmla="*/ 18383 h 1646826"/>
                <a:gd name="csX99" fmla="*/ 232009 w 323683"/>
                <a:gd name="csY99" fmla="*/ 0 h 1646826"/>
                <a:gd name="csX100" fmla="*/ 217829 w 323683"/>
                <a:gd name="csY100" fmla="*/ 7569 h 1646826"/>
                <a:gd name="csX101" fmla="*/ 220757 w 323683"/>
                <a:gd name="csY101" fmla="*/ 20333 h 1646826"/>
                <a:gd name="csX102" fmla="*/ 212635 w 323683"/>
                <a:gd name="csY102" fmla="*/ 29413 h 1646826"/>
                <a:gd name="csX103" fmla="*/ 189038 w 323683"/>
                <a:gd name="csY103" fmla="*/ 30715 h 1646826"/>
                <a:gd name="csX104" fmla="*/ 199757 w 323683"/>
                <a:gd name="csY104" fmla="*/ 42825 h 1646826"/>
                <a:gd name="csX105" fmla="*/ 206253 w 323683"/>
                <a:gd name="csY105" fmla="*/ 96571 h 1646826"/>
                <a:gd name="csX106" fmla="*/ 203650 w 323683"/>
                <a:gd name="csY106" fmla="*/ 120898 h 1646826"/>
                <a:gd name="csX107" fmla="*/ 206685 w 323683"/>
                <a:gd name="csY107" fmla="*/ 139713 h 1646826"/>
                <a:gd name="csX108" fmla="*/ 200189 w 323683"/>
                <a:gd name="csY108" fmla="*/ 214440 h 1646826"/>
                <a:gd name="csX109" fmla="*/ 191311 w 323683"/>
                <a:gd name="csY109" fmla="*/ 212814 h 1646826"/>
                <a:gd name="csX110" fmla="*/ 187311 w 323683"/>
                <a:gd name="csY110" fmla="*/ 231743 h 1646826"/>
                <a:gd name="csX111" fmla="*/ 189908 w 323683"/>
                <a:gd name="csY111" fmla="*/ 234010 h 1646826"/>
                <a:gd name="csX112" fmla="*/ 196506 w 323683"/>
                <a:gd name="csY112" fmla="*/ 238989 h 1646826"/>
                <a:gd name="csX113" fmla="*/ 191858 w 323683"/>
                <a:gd name="csY113" fmla="*/ 249803 h 1646826"/>
                <a:gd name="csX114" fmla="*/ 191311 w 323683"/>
                <a:gd name="csY114" fmla="*/ 286893 h 1646826"/>
                <a:gd name="csX115" fmla="*/ 194347 w 323683"/>
                <a:gd name="csY115" fmla="*/ 305168 h 1646826"/>
                <a:gd name="csX116" fmla="*/ 186009 w 323683"/>
                <a:gd name="csY116" fmla="*/ 315982 h 1646826"/>
                <a:gd name="csX117" fmla="*/ 183952 w 323683"/>
                <a:gd name="csY117" fmla="*/ 329495 h 1646826"/>
                <a:gd name="csX118" fmla="*/ 186009 w 323683"/>
                <a:gd name="csY118" fmla="*/ 346799 h 1646826"/>
                <a:gd name="csX119" fmla="*/ 177786 w 323683"/>
                <a:gd name="csY119" fmla="*/ 397192 h 1646826"/>
                <a:gd name="csX120" fmla="*/ 169880 w 323683"/>
                <a:gd name="csY120" fmla="*/ 407029 h 1646826"/>
                <a:gd name="csX121" fmla="*/ 164362 w 323683"/>
                <a:gd name="csY121" fmla="*/ 431578 h 1646826"/>
                <a:gd name="csX122" fmla="*/ 156679 w 323683"/>
                <a:gd name="csY122" fmla="*/ 460235 h 1646826"/>
                <a:gd name="csX123" fmla="*/ 161333 w 323683"/>
                <a:gd name="csY123" fmla="*/ 472345 h 1646826"/>
                <a:gd name="csX124" fmla="*/ 158520 w 323683"/>
                <a:gd name="csY124" fmla="*/ 501110 h 1646826"/>
                <a:gd name="csX125" fmla="*/ 147909 w 323683"/>
                <a:gd name="csY125" fmla="*/ 511708 h 1646826"/>
                <a:gd name="csX126" fmla="*/ 154945 w 323683"/>
                <a:gd name="csY126" fmla="*/ 603948 h 1646826"/>
                <a:gd name="csX127" fmla="*/ 146182 w 323683"/>
                <a:gd name="csY127" fmla="*/ 623850 h 1646826"/>
                <a:gd name="csX128" fmla="*/ 148563 w 323683"/>
                <a:gd name="csY128" fmla="*/ 648824 h 1646826"/>
                <a:gd name="csX129" fmla="*/ 143909 w 323683"/>
                <a:gd name="csY129" fmla="*/ 652069 h 1646826"/>
                <a:gd name="csX130" fmla="*/ 125399 w 323683"/>
                <a:gd name="csY130" fmla="*/ 699649 h 1646826"/>
                <a:gd name="csX131" fmla="*/ 116521 w 323683"/>
                <a:gd name="csY131" fmla="*/ 713384 h 1646826"/>
                <a:gd name="csX132" fmla="*/ 114788 w 323683"/>
                <a:gd name="csY132" fmla="*/ 724846 h 1646826"/>
                <a:gd name="csX133" fmla="*/ 113816 w 323683"/>
                <a:gd name="csY133" fmla="*/ 731984 h 1646826"/>
                <a:gd name="csX134" fmla="*/ 102450 w 323683"/>
                <a:gd name="csY134" fmla="*/ 767778 h 1646826"/>
                <a:gd name="csX135" fmla="*/ 97579 w 323683"/>
                <a:gd name="csY135" fmla="*/ 771671 h 1646826"/>
                <a:gd name="csX136" fmla="*/ 94118 w 323683"/>
                <a:gd name="csY136" fmla="*/ 775779 h 1646826"/>
                <a:gd name="csX137" fmla="*/ 93902 w 323683"/>
                <a:gd name="csY137" fmla="*/ 788651 h 1646826"/>
                <a:gd name="csX138" fmla="*/ 88378 w 323683"/>
                <a:gd name="csY138" fmla="*/ 798595 h 1646826"/>
                <a:gd name="csX139" fmla="*/ 74313 w 323683"/>
                <a:gd name="csY139" fmla="*/ 796004 h 1646826"/>
                <a:gd name="csX140" fmla="*/ 71716 w 323683"/>
                <a:gd name="csY140" fmla="*/ 804761 h 1646826"/>
                <a:gd name="csX141" fmla="*/ 80695 w 323683"/>
                <a:gd name="csY141" fmla="*/ 839038 h 1646826"/>
                <a:gd name="csX142" fmla="*/ 78745 w 323683"/>
                <a:gd name="csY142" fmla="*/ 857314 h 1646826"/>
                <a:gd name="csX143" fmla="*/ 88600 w 323683"/>
                <a:gd name="csY143" fmla="*/ 905002 h 1646826"/>
                <a:gd name="csX144" fmla="*/ 70846 w 323683"/>
                <a:gd name="csY144" fmla="*/ 933552 h 1646826"/>
                <a:gd name="csX145" fmla="*/ 65327 w 323683"/>
                <a:gd name="csY145" fmla="*/ 982758 h 1646826"/>
                <a:gd name="csX146" fmla="*/ 77774 w 323683"/>
                <a:gd name="csY146" fmla="*/ 1014006 h 1646826"/>
                <a:gd name="csX147" fmla="*/ 93795 w 323683"/>
                <a:gd name="csY147" fmla="*/ 1010977 h 1646826"/>
                <a:gd name="csX148" fmla="*/ 96716 w 323683"/>
                <a:gd name="csY148" fmla="*/ 1003084 h 1646826"/>
                <a:gd name="csX149" fmla="*/ 106349 w 323683"/>
                <a:gd name="csY149" fmla="*/ 1001465 h 1646826"/>
                <a:gd name="csX150" fmla="*/ 112952 w 323683"/>
                <a:gd name="csY150" fmla="*/ 1015632 h 1646826"/>
                <a:gd name="csX151" fmla="*/ 106133 w 323683"/>
                <a:gd name="csY151" fmla="*/ 1021252 h 1646826"/>
                <a:gd name="csX152" fmla="*/ 109377 w 323683"/>
                <a:gd name="csY152" fmla="*/ 1030122 h 1646826"/>
                <a:gd name="csX153" fmla="*/ 116737 w 323683"/>
                <a:gd name="csY153" fmla="*/ 1034986 h 1646826"/>
                <a:gd name="csX154" fmla="*/ 114140 w 323683"/>
                <a:gd name="csY154" fmla="*/ 1042124 h 1646826"/>
                <a:gd name="csX155" fmla="*/ 108082 w 323683"/>
                <a:gd name="csY155" fmla="*/ 1046772 h 1646826"/>
                <a:gd name="csX156" fmla="*/ 109270 w 323683"/>
                <a:gd name="csY156" fmla="*/ 1054557 h 1646826"/>
                <a:gd name="csX157" fmla="*/ 104075 w 323683"/>
                <a:gd name="csY157" fmla="*/ 1060723 h 1646826"/>
                <a:gd name="csX158" fmla="*/ 103104 w 323683"/>
                <a:gd name="csY158" fmla="*/ 1082243 h 1646826"/>
                <a:gd name="csX159" fmla="*/ 97579 w 323683"/>
                <a:gd name="csY159" fmla="*/ 1104087 h 1646826"/>
                <a:gd name="csX160" fmla="*/ 102666 w 323683"/>
                <a:gd name="csY160" fmla="*/ 1115009 h 1646826"/>
                <a:gd name="csX161" fmla="*/ 96392 w 323683"/>
                <a:gd name="csY161" fmla="*/ 1123226 h 1646826"/>
                <a:gd name="csX162" fmla="*/ 92925 w 323683"/>
                <a:gd name="csY162" fmla="*/ 1126903 h 1646826"/>
                <a:gd name="csX163" fmla="*/ 92601 w 323683"/>
                <a:gd name="csY163" fmla="*/ 1131875 h 1646826"/>
                <a:gd name="csX164" fmla="*/ 96284 w 323683"/>
                <a:gd name="csY164" fmla="*/ 1139882 h 1646826"/>
                <a:gd name="csX165" fmla="*/ 89464 w 323683"/>
                <a:gd name="csY165" fmla="*/ 1152639 h 1646826"/>
                <a:gd name="csX166" fmla="*/ 88492 w 323683"/>
                <a:gd name="csY166" fmla="*/ 1161072 h 1646826"/>
                <a:gd name="csX167" fmla="*/ 92925 w 323683"/>
                <a:gd name="csY167" fmla="*/ 1169295 h 1646826"/>
                <a:gd name="csX168" fmla="*/ 87730 w 323683"/>
                <a:gd name="csY168" fmla="*/ 1181729 h 1646826"/>
                <a:gd name="csX169" fmla="*/ 81349 w 323683"/>
                <a:gd name="csY169" fmla="*/ 1208653 h 1646826"/>
                <a:gd name="csX170" fmla="*/ 80695 w 323683"/>
                <a:gd name="csY170" fmla="*/ 1239368 h 1646826"/>
                <a:gd name="csX171" fmla="*/ 78313 w 323683"/>
                <a:gd name="csY171" fmla="*/ 1245527 h 1646826"/>
                <a:gd name="csX172" fmla="*/ 65112 w 323683"/>
                <a:gd name="csY172" fmla="*/ 1256893 h 1646826"/>
                <a:gd name="csX173" fmla="*/ 69004 w 323683"/>
                <a:gd name="csY173" fmla="*/ 1245400 h 1646826"/>
                <a:gd name="csX174" fmla="*/ 70198 w 323683"/>
                <a:gd name="csY174" fmla="*/ 1224572 h 1646826"/>
                <a:gd name="csX175" fmla="*/ 52774 w 323683"/>
                <a:gd name="csY175" fmla="*/ 1214927 h 1646826"/>
                <a:gd name="csX176" fmla="*/ 50176 w 323683"/>
                <a:gd name="csY176" fmla="*/ 1209300 h 1646826"/>
                <a:gd name="csX177" fmla="*/ 40213 w 323683"/>
                <a:gd name="csY177" fmla="*/ 1207141 h 1646826"/>
                <a:gd name="csX178" fmla="*/ 31342 w 323683"/>
                <a:gd name="csY178" fmla="*/ 1217206 h 1646826"/>
                <a:gd name="csX179" fmla="*/ 19976 w 323683"/>
                <a:gd name="csY179" fmla="*/ 1225080 h 1646826"/>
                <a:gd name="csX180" fmla="*/ 25062 w 323683"/>
                <a:gd name="csY180" fmla="*/ 1234097 h 1646826"/>
                <a:gd name="csX181" fmla="*/ 30472 w 323683"/>
                <a:gd name="csY181" fmla="*/ 1237843 h 1646826"/>
                <a:gd name="csX182" fmla="*/ 2875 w 323683"/>
                <a:gd name="csY182" fmla="*/ 1266165 h 1646826"/>
                <a:gd name="csX183" fmla="*/ 9803 w 323683"/>
                <a:gd name="csY183" fmla="*/ 1279246 h 1646826"/>
                <a:gd name="csX184" fmla="*/ 16731 w 323683"/>
                <a:gd name="csY184" fmla="*/ 1271054 h 1646826"/>
                <a:gd name="csX185" fmla="*/ 18350 w 323683"/>
                <a:gd name="csY185" fmla="*/ 1263243 h 1646826"/>
                <a:gd name="csX186" fmla="*/ 27875 w 323683"/>
                <a:gd name="csY186" fmla="*/ 1262164 h 1646826"/>
                <a:gd name="csX187" fmla="*/ 41407 w 323683"/>
                <a:gd name="csY187" fmla="*/ 1274166 h 1646826"/>
                <a:gd name="csX188" fmla="*/ 48335 w 323683"/>
                <a:gd name="csY188" fmla="*/ 1268578 h 1646826"/>
                <a:gd name="csX189" fmla="*/ 56234 w 323683"/>
                <a:gd name="csY189" fmla="*/ 1271562 h 1646826"/>
                <a:gd name="csX190" fmla="*/ 60025 w 323683"/>
                <a:gd name="csY190" fmla="*/ 1284008 h 1646826"/>
                <a:gd name="csX191" fmla="*/ 41191 w 323683"/>
                <a:gd name="csY191" fmla="*/ 1321854 h 1646826"/>
                <a:gd name="csX192" fmla="*/ 43141 w 323683"/>
                <a:gd name="csY192" fmla="*/ 1331061 h 1646826"/>
                <a:gd name="csX193" fmla="*/ 42163 w 323683"/>
                <a:gd name="csY193" fmla="*/ 1337983 h 1646826"/>
                <a:gd name="csX194" fmla="*/ 50932 w 323683"/>
                <a:gd name="csY194" fmla="*/ 1373670 h 1646826"/>
                <a:gd name="csX195" fmla="*/ 44112 w 323683"/>
                <a:gd name="csY195" fmla="*/ 1388910 h 1646826"/>
                <a:gd name="csX196" fmla="*/ 26256 w 323683"/>
                <a:gd name="csY196" fmla="*/ 1333030 h 1646826"/>
                <a:gd name="csX197" fmla="*/ 20192 w 323683"/>
                <a:gd name="csY197" fmla="*/ 1340777 h 1646826"/>
                <a:gd name="csX198" fmla="*/ 19544 w 323683"/>
                <a:gd name="csY198" fmla="*/ 1353541 h 1646826"/>
                <a:gd name="csX199" fmla="*/ 13372 w 323683"/>
                <a:gd name="csY199" fmla="*/ 1349794 h 1646826"/>
                <a:gd name="csX200" fmla="*/ 5257 w 323683"/>
                <a:gd name="csY200" fmla="*/ 1339063 h 1646826"/>
                <a:gd name="csX201" fmla="*/ 818 w 323683"/>
                <a:gd name="csY201" fmla="*/ 1346873 h 1646826"/>
                <a:gd name="csX202" fmla="*/ 4501 w 323683"/>
                <a:gd name="csY202" fmla="*/ 1368590 h 1646826"/>
                <a:gd name="csX203" fmla="*/ 5364 w 323683"/>
                <a:gd name="csY203" fmla="*/ 1368590 h 1646826"/>
                <a:gd name="csX204" fmla="*/ 6336 w 323683"/>
                <a:gd name="csY204" fmla="*/ 1378941 h 1646826"/>
                <a:gd name="csX205" fmla="*/ 62 w 323683"/>
                <a:gd name="csY205" fmla="*/ 1386433 h 1646826"/>
                <a:gd name="csX206" fmla="*/ 2767 w 323683"/>
                <a:gd name="csY206" fmla="*/ 1398245 h 1646826"/>
                <a:gd name="csX207" fmla="*/ 14674 w 323683"/>
                <a:gd name="csY207" fmla="*/ 1394879 h 1646826"/>
                <a:gd name="csX208" fmla="*/ 13588 w 323683"/>
                <a:gd name="csY208" fmla="*/ 1403388 h 1646826"/>
                <a:gd name="csX209" fmla="*/ 5364 w 323683"/>
                <a:gd name="csY209" fmla="*/ 1415834 h 1646826"/>
                <a:gd name="csX210" fmla="*/ 4063 w 323683"/>
                <a:gd name="csY210" fmla="*/ 1425804 h 1646826"/>
                <a:gd name="csX211" fmla="*/ 7314 w 323683"/>
                <a:gd name="csY211" fmla="*/ 1428407 h 1646826"/>
                <a:gd name="csX212" fmla="*/ 13696 w 323683"/>
                <a:gd name="csY212" fmla="*/ 1428852 h 1646826"/>
                <a:gd name="csX213" fmla="*/ 26148 w 323683"/>
                <a:gd name="csY213" fmla="*/ 1434122 h 1646826"/>
                <a:gd name="csX214" fmla="*/ 32746 w 323683"/>
                <a:gd name="csY214" fmla="*/ 1439837 h 1646826"/>
                <a:gd name="csX215" fmla="*/ 43033 w 323683"/>
                <a:gd name="csY215" fmla="*/ 1430883 h 1646826"/>
                <a:gd name="csX216" fmla="*/ 43357 w 323683"/>
                <a:gd name="csY216" fmla="*/ 1422247 h 1646826"/>
                <a:gd name="csX217" fmla="*/ 48983 w 323683"/>
                <a:gd name="csY217" fmla="*/ 1416850 h 1646826"/>
                <a:gd name="csX218" fmla="*/ 52666 w 323683"/>
                <a:gd name="csY218" fmla="*/ 1419390 h 1646826"/>
                <a:gd name="csX219" fmla="*/ 54501 w 323683"/>
                <a:gd name="csY219" fmla="*/ 1433234 h 1646826"/>
                <a:gd name="csX220" fmla="*/ 59479 w 323683"/>
                <a:gd name="csY220" fmla="*/ 1449616 h 1646826"/>
                <a:gd name="csX221" fmla="*/ 51796 w 323683"/>
                <a:gd name="csY221" fmla="*/ 1450442 h 1646826"/>
                <a:gd name="csX222" fmla="*/ 44004 w 323683"/>
                <a:gd name="csY222" fmla="*/ 1448727 h 1646826"/>
                <a:gd name="csX223" fmla="*/ 41191 w 323683"/>
                <a:gd name="csY223" fmla="*/ 1456601 h 1646826"/>
                <a:gd name="csX224" fmla="*/ 48227 w 323683"/>
                <a:gd name="csY224" fmla="*/ 1460856 h 1646826"/>
                <a:gd name="csX225" fmla="*/ 51904 w 323683"/>
                <a:gd name="csY225" fmla="*/ 1468603 h 1646826"/>
                <a:gd name="csX226" fmla="*/ 49307 w 323683"/>
                <a:gd name="csY226" fmla="*/ 1470761 h 1646826"/>
                <a:gd name="csX227" fmla="*/ 39566 w 323683"/>
                <a:gd name="csY227" fmla="*/ 1466317 h 1646826"/>
                <a:gd name="csX228" fmla="*/ 37076 w 323683"/>
                <a:gd name="csY228" fmla="*/ 1469492 h 1646826"/>
                <a:gd name="csX229" fmla="*/ 40213 w 323683"/>
                <a:gd name="csY229" fmla="*/ 1475460 h 1646826"/>
                <a:gd name="csX230" fmla="*/ 49522 w 323683"/>
                <a:gd name="csY230" fmla="*/ 1483461 h 1646826"/>
                <a:gd name="csX231" fmla="*/ 58076 w 323683"/>
                <a:gd name="csY231" fmla="*/ 1487780 h 1646826"/>
                <a:gd name="csX232" fmla="*/ 60241 w 323683"/>
                <a:gd name="csY232" fmla="*/ 1496923 h 1646826"/>
                <a:gd name="csX233" fmla="*/ 54393 w 323683"/>
                <a:gd name="csY233" fmla="*/ 1504924 h 1646826"/>
                <a:gd name="csX234" fmla="*/ 56882 w 323683"/>
                <a:gd name="csY234" fmla="*/ 1514132 h 1646826"/>
                <a:gd name="csX235" fmla="*/ 66623 w 323683"/>
                <a:gd name="csY235" fmla="*/ 1513370 h 1646826"/>
                <a:gd name="csX236" fmla="*/ 64788 w 323683"/>
                <a:gd name="csY236" fmla="*/ 1520228 h 1646826"/>
                <a:gd name="csX237" fmla="*/ 58400 w 323683"/>
                <a:gd name="csY237" fmla="*/ 1532293 h 1646826"/>
                <a:gd name="csX238" fmla="*/ 91305 w 323683"/>
                <a:gd name="csY238" fmla="*/ 1556296 h 1646826"/>
                <a:gd name="csX239" fmla="*/ 87730 w 323683"/>
                <a:gd name="csY239" fmla="*/ 1564107 h 1646826"/>
                <a:gd name="csX240" fmla="*/ 80047 w 323683"/>
                <a:gd name="csY240" fmla="*/ 1566393 h 1646826"/>
                <a:gd name="csX241" fmla="*/ 80047 w 323683"/>
                <a:gd name="csY241" fmla="*/ 1584998 h 1646826"/>
                <a:gd name="csX242" fmla="*/ 81349 w 323683"/>
                <a:gd name="csY242" fmla="*/ 1591475 h 1646826"/>
                <a:gd name="csX243" fmla="*/ 78967 w 323683"/>
                <a:gd name="csY243" fmla="*/ 1599984 h 1646826"/>
                <a:gd name="csX244" fmla="*/ 90651 w 323683"/>
                <a:gd name="csY244" fmla="*/ 1604302 h 1646826"/>
                <a:gd name="csX245" fmla="*/ 102126 w 323683"/>
                <a:gd name="csY245" fmla="*/ 1602842 h 1646826"/>
                <a:gd name="csX246" fmla="*/ 102450 w 323683"/>
                <a:gd name="csY246" fmla="*/ 1610906 h 1646826"/>
                <a:gd name="csX247" fmla="*/ 99637 w 323683"/>
                <a:gd name="csY247" fmla="*/ 1616684 h 1646826"/>
                <a:gd name="csX248" fmla="*/ 117715 w 323683"/>
                <a:gd name="csY248" fmla="*/ 1625829 h 1646826"/>
                <a:gd name="csX249" fmla="*/ 130161 w 323683"/>
                <a:gd name="csY249" fmla="*/ 1628242 h 1646826"/>
                <a:gd name="csX250" fmla="*/ 137197 w 323683"/>
                <a:gd name="csY250" fmla="*/ 1636878 h 1646826"/>
                <a:gd name="csX251" fmla="*/ 166851 w 323683"/>
                <a:gd name="csY251" fmla="*/ 1645641 h 1646826"/>
                <a:gd name="csX252" fmla="*/ 175405 w 323683"/>
                <a:gd name="csY252" fmla="*/ 1635163 h 1646826"/>
                <a:gd name="csX253" fmla="*/ 174973 w 323683"/>
                <a:gd name="csY253" fmla="*/ 1621193 h 1646826"/>
                <a:gd name="csX254" fmla="*/ 191311 w 323683"/>
                <a:gd name="csY254" fmla="*/ 1583030 h 1646826"/>
                <a:gd name="csX255" fmla="*/ 219455 w 323683"/>
                <a:gd name="csY255" fmla="*/ 1573187 h 1646826"/>
                <a:gd name="csX256" fmla="*/ 224649 w 323683"/>
                <a:gd name="csY256" fmla="*/ 1573187 h 1646826"/>
                <a:gd name="csX257" fmla="*/ 229735 w 323683"/>
                <a:gd name="csY257" fmla="*/ 1565377 h 1646826"/>
                <a:gd name="csX258" fmla="*/ 229951 w 323683"/>
                <a:gd name="csY258" fmla="*/ 1564107 h 1646826"/>
                <a:gd name="csX259" fmla="*/ 233850 w 323683"/>
                <a:gd name="csY259" fmla="*/ 1559471 h 1646826"/>
                <a:gd name="csX260" fmla="*/ 243375 w 323683"/>
                <a:gd name="csY260" fmla="*/ 1559471 h 1646826"/>
                <a:gd name="csX261" fmla="*/ 255173 w 323683"/>
                <a:gd name="csY261" fmla="*/ 1567472 h 1646826"/>
                <a:gd name="csX262" fmla="*/ 259066 w 323683"/>
                <a:gd name="csY262" fmla="*/ 1568297 h 1646826"/>
                <a:gd name="csX263" fmla="*/ 259066 w 323683"/>
                <a:gd name="csY263" fmla="*/ 1559661 h 1646826"/>
                <a:gd name="csX264" fmla="*/ 259396 w 323683"/>
                <a:gd name="csY264" fmla="*/ 1559154 h 1646826"/>
                <a:gd name="csX265" fmla="*/ 115442 w 323683"/>
                <a:gd name="csY265" fmla="*/ 935825 h 1646826"/>
                <a:gd name="csX266" fmla="*/ 123017 w 323683"/>
                <a:gd name="csY266" fmla="*/ 931170 h 1646826"/>
                <a:gd name="csX267" fmla="*/ 127456 w 323683"/>
                <a:gd name="csY267" fmla="*/ 939825 h 1646826"/>
                <a:gd name="csX268" fmla="*/ 118795 w 323683"/>
                <a:gd name="csY268" fmla="*/ 943502 h 1646826"/>
                <a:gd name="csX269" fmla="*/ 115442 w 323683"/>
                <a:gd name="csY269" fmla="*/ 935825 h 1646826"/>
                <a:gd name="csX270" fmla="*/ 102450 w 323683"/>
                <a:gd name="csY270" fmla="*/ 989133 h 1646826"/>
                <a:gd name="csX271" fmla="*/ 100068 w 323683"/>
                <a:gd name="csY271" fmla="*/ 977024 h 1646826"/>
                <a:gd name="csX272" fmla="*/ 103643 w 323683"/>
                <a:gd name="csY272" fmla="*/ 973887 h 1646826"/>
                <a:gd name="csX273" fmla="*/ 105269 w 323683"/>
                <a:gd name="csY273" fmla="*/ 974211 h 1646826"/>
                <a:gd name="csX274" fmla="*/ 113600 w 323683"/>
                <a:gd name="csY274" fmla="*/ 982974 h 1646826"/>
                <a:gd name="csX275" fmla="*/ 102450 w 323683"/>
                <a:gd name="csY275" fmla="*/ 989133 h 1646826"/>
                <a:gd name="csX276" fmla="*/ 114248 w 323683"/>
                <a:gd name="csY276" fmla="*/ 965022 h 1646826"/>
                <a:gd name="csX277" fmla="*/ 111975 w 323683"/>
                <a:gd name="csY277" fmla="*/ 958209 h 1646826"/>
                <a:gd name="csX278" fmla="*/ 120636 w 323683"/>
                <a:gd name="csY278" fmla="*/ 954100 h 1646826"/>
                <a:gd name="csX279" fmla="*/ 125183 w 323683"/>
                <a:gd name="csY279" fmla="*/ 966426 h 1646826"/>
                <a:gd name="csX280" fmla="*/ 114248 w 323683"/>
                <a:gd name="csY280" fmla="*/ 965022 h 1646826"/>
                <a:gd name="csX281" fmla="*/ 124859 w 323683"/>
                <a:gd name="csY281" fmla="*/ 1592682 h 1646826"/>
                <a:gd name="csX282" fmla="*/ 103320 w 323683"/>
                <a:gd name="csY282" fmla="*/ 1580299 h 1646826"/>
                <a:gd name="csX283" fmla="*/ 120636 w 323683"/>
                <a:gd name="csY283" fmla="*/ 1576426 h 1646826"/>
                <a:gd name="csX284" fmla="*/ 126262 w 323683"/>
                <a:gd name="csY284" fmla="*/ 1572298 h 1646826"/>
                <a:gd name="csX285" fmla="*/ 148779 w 323683"/>
                <a:gd name="csY285" fmla="*/ 1572298 h 1646826"/>
                <a:gd name="csX286" fmla="*/ 154729 w 323683"/>
                <a:gd name="csY286" fmla="*/ 1582903 h 1646826"/>
                <a:gd name="csX287" fmla="*/ 136765 w 323683"/>
                <a:gd name="csY287" fmla="*/ 1586458 h 1646826"/>
                <a:gd name="csX288" fmla="*/ 125075 w 323683"/>
                <a:gd name="csY288" fmla="*/ 1592682 h 1646826"/>
                <a:gd name="csX289" fmla="*/ 124859 w 323683"/>
                <a:gd name="csY289" fmla="*/ 1592682 h 1646826"/>
                <a:gd name="csX290" fmla="*/ 152132 w 323683"/>
                <a:gd name="csY290" fmla="*/ 1613954 h 1646826"/>
                <a:gd name="csX291" fmla="*/ 136111 w 323683"/>
                <a:gd name="csY291" fmla="*/ 1614526 h 1646826"/>
                <a:gd name="csX292" fmla="*/ 137305 w 323683"/>
                <a:gd name="csY292" fmla="*/ 1605635 h 1646826"/>
                <a:gd name="csX293" fmla="*/ 155485 w 323683"/>
                <a:gd name="csY293" fmla="*/ 1597063 h 1646826"/>
                <a:gd name="csX294" fmla="*/ 165988 w 323683"/>
                <a:gd name="csY294" fmla="*/ 1598841 h 1646826"/>
                <a:gd name="csX295" fmla="*/ 152132 w 323683"/>
                <a:gd name="csY295" fmla="*/ 1613954 h 1646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323683" h="1646826">
                  <a:moveTo>
                    <a:pt x="259396" y="1559154"/>
                  </a:moveTo>
                  <a:lnTo>
                    <a:pt x="237095" y="1542707"/>
                  </a:lnTo>
                  <a:lnTo>
                    <a:pt x="141959" y="1542707"/>
                  </a:lnTo>
                  <a:lnTo>
                    <a:pt x="139362" y="1533182"/>
                  </a:lnTo>
                  <a:lnTo>
                    <a:pt x="120096" y="1518450"/>
                  </a:lnTo>
                  <a:lnTo>
                    <a:pt x="127564" y="1493685"/>
                  </a:lnTo>
                  <a:lnTo>
                    <a:pt x="121392" y="1467777"/>
                  </a:lnTo>
                  <a:lnTo>
                    <a:pt x="96608" y="1475778"/>
                  </a:lnTo>
                  <a:lnTo>
                    <a:pt x="82968" y="1439773"/>
                  </a:lnTo>
                  <a:lnTo>
                    <a:pt x="82968" y="1400784"/>
                  </a:lnTo>
                  <a:lnTo>
                    <a:pt x="98665" y="1396085"/>
                  </a:lnTo>
                  <a:lnTo>
                    <a:pt x="98665" y="1381544"/>
                  </a:lnTo>
                  <a:lnTo>
                    <a:pt x="112952" y="1374622"/>
                  </a:lnTo>
                  <a:lnTo>
                    <a:pt x="125614" y="1342428"/>
                  </a:lnTo>
                  <a:lnTo>
                    <a:pt x="119442" y="1329347"/>
                  </a:lnTo>
                  <a:lnTo>
                    <a:pt x="125614" y="1299058"/>
                  </a:lnTo>
                  <a:lnTo>
                    <a:pt x="142391" y="1286167"/>
                  </a:lnTo>
                  <a:lnTo>
                    <a:pt x="138276" y="1273658"/>
                  </a:lnTo>
                  <a:lnTo>
                    <a:pt x="147154" y="1261656"/>
                  </a:lnTo>
                  <a:lnTo>
                    <a:pt x="150291" y="1232891"/>
                  </a:lnTo>
                  <a:lnTo>
                    <a:pt x="142175" y="1216254"/>
                  </a:lnTo>
                  <a:lnTo>
                    <a:pt x="162089" y="1196543"/>
                  </a:lnTo>
                  <a:lnTo>
                    <a:pt x="155161" y="1185621"/>
                  </a:lnTo>
                  <a:lnTo>
                    <a:pt x="134276" y="1180218"/>
                  </a:lnTo>
                  <a:lnTo>
                    <a:pt x="139902" y="1163453"/>
                  </a:lnTo>
                  <a:lnTo>
                    <a:pt x="164686" y="1161720"/>
                  </a:lnTo>
                  <a:lnTo>
                    <a:pt x="161117" y="1143336"/>
                  </a:lnTo>
                  <a:lnTo>
                    <a:pt x="142499" y="1140098"/>
                  </a:lnTo>
                  <a:lnTo>
                    <a:pt x="149319" y="1123118"/>
                  </a:lnTo>
                  <a:lnTo>
                    <a:pt x="141959" y="1102030"/>
                  </a:lnTo>
                  <a:lnTo>
                    <a:pt x="146506" y="1086136"/>
                  </a:lnTo>
                  <a:lnTo>
                    <a:pt x="136003" y="1077811"/>
                  </a:lnTo>
                  <a:lnTo>
                    <a:pt x="134168" y="1054665"/>
                  </a:lnTo>
                  <a:lnTo>
                    <a:pt x="138924" y="1047636"/>
                  </a:lnTo>
                  <a:lnTo>
                    <a:pt x="136327" y="1039095"/>
                  </a:lnTo>
                  <a:lnTo>
                    <a:pt x="148995" y="1025036"/>
                  </a:lnTo>
                  <a:lnTo>
                    <a:pt x="140873" y="1009358"/>
                  </a:lnTo>
                  <a:lnTo>
                    <a:pt x="139146" y="971728"/>
                  </a:lnTo>
                  <a:lnTo>
                    <a:pt x="148341" y="954316"/>
                  </a:lnTo>
                  <a:lnTo>
                    <a:pt x="144341" y="941984"/>
                  </a:lnTo>
                  <a:lnTo>
                    <a:pt x="151700" y="930630"/>
                  </a:lnTo>
                  <a:lnTo>
                    <a:pt x="146938" y="914521"/>
                  </a:lnTo>
                  <a:lnTo>
                    <a:pt x="159168" y="905764"/>
                  </a:lnTo>
                  <a:lnTo>
                    <a:pt x="159168" y="876675"/>
                  </a:lnTo>
                  <a:lnTo>
                    <a:pt x="177354" y="867696"/>
                  </a:lnTo>
                  <a:lnTo>
                    <a:pt x="183304" y="858507"/>
                  </a:lnTo>
                  <a:lnTo>
                    <a:pt x="174751" y="850284"/>
                  </a:lnTo>
                  <a:lnTo>
                    <a:pt x="167391" y="817848"/>
                  </a:lnTo>
                  <a:lnTo>
                    <a:pt x="172916" y="809517"/>
                  </a:lnTo>
                  <a:lnTo>
                    <a:pt x="166635" y="802703"/>
                  </a:lnTo>
                  <a:lnTo>
                    <a:pt x="171614" y="790918"/>
                  </a:lnTo>
                  <a:lnTo>
                    <a:pt x="166635" y="784644"/>
                  </a:lnTo>
                  <a:lnTo>
                    <a:pt x="173024" y="761289"/>
                  </a:lnTo>
                  <a:lnTo>
                    <a:pt x="184822" y="758584"/>
                  </a:lnTo>
                  <a:lnTo>
                    <a:pt x="197592" y="742042"/>
                  </a:lnTo>
                  <a:lnTo>
                    <a:pt x="196182" y="715004"/>
                  </a:lnTo>
                  <a:lnTo>
                    <a:pt x="189476" y="701491"/>
                  </a:lnTo>
                  <a:lnTo>
                    <a:pt x="198671" y="696728"/>
                  </a:lnTo>
                  <a:lnTo>
                    <a:pt x="209498" y="670452"/>
                  </a:lnTo>
                  <a:lnTo>
                    <a:pt x="218591" y="666667"/>
                  </a:lnTo>
                  <a:lnTo>
                    <a:pt x="220318" y="626980"/>
                  </a:lnTo>
                  <a:lnTo>
                    <a:pt x="207872" y="627202"/>
                  </a:lnTo>
                  <a:lnTo>
                    <a:pt x="202786" y="611841"/>
                  </a:lnTo>
                  <a:lnTo>
                    <a:pt x="208742" y="605682"/>
                  </a:lnTo>
                  <a:lnTo>
                    <a:pt x="189362" y="554533"/>
                  </a:lnTo>
                  <a:lnTo>
                    <a:pt x="193585" y="538525"/>
                  </a:lnTo>
                  <a:lnTo>
                    <a:pt x="200297" y="535496"/>
                  </a:lnTo>
                  <a:lnTo>
                    <a:pt x="207225" y="507384"/>
                  </a:lnTo>
                  <a:lnTo>
                    <a:pt x="213721" y="507816"/>
                  </a:lnTo>
                  <a:lnTo>
                    <a:pt x="220210" y="500787"/>
                  </a:lnTo>
                  <a:lnTo>
                    <a:pt x="211339" y="462940"/>
                  </a:lnTo>
                  <a:lnTo>
                    <a:pt x="219455" y="454393"/>
                  </a:lnTo>
                  <a:lnTo>
                    <a:pt x="224217" y="428117"/>
                  </a:lnTo>
                  <a:lnTo>
                    <a:pt x="243375" y="407899"/>
                  </a:lnTo>
                  <a:lnTo>
                    <a:pt x="256361" y="376212"/>
                  </a:lnTo>
                  <a:lnTo>
                    <a:pt x="268267" y="379997"/>
                  </a:lnTo>
                  <a:lnTo>
                    <a:pt x="277036" y="369614"/>
                  </a:lnTo>
                  <a:lnTo>
                    <a:pt x="263829" y="350260"/>
                  </a:lnTo>
                  <a:lnTo>
                    <a:pt x="271303" y="337712"/>
                  </a:lnTo>
                  <a:lnTo>
                    <a:pt x="264159" y="309925"/>
                  </a:lnTo>
                  <a:lnTo>
                    <a:pt x="272166" y="295326"/>
                  </a:lnTo>
                  <a:lnTo>
                    <a:pt x="265670" y="282785"/>
                  </a:lnTo>
                  <a:lnTo>
                    <a:pt x="277684" y="268072"/>
                  </a:lnTo>
                  <a:lnTo>
                    <a:pt x="311885" y="252609"/>
                  </a:lnTo>
                  <a:lnTo>
                    <a:pt x="323684" y="214547"/>
                  </a:lnTo>
                  <a:lnTo>
                    <a:pt x="316324" y="206870"/>
                  </a:lnTo>
                  <a:lnTo>
                    <a:pt x="292950" y="207518"/>
                  </a:lnTo>
                  <a:lnTo>
                    <a:pt x="281475" y="154312"/>
                  </a:lnTo>
                  <a:lnTo>
                    <a:pt x="267404" y="137338"/>
                  </a:lnTo>
                  <a:lnTo>
                    <a:pt x="270972" y="126848"/>
                  </a:lnTo>
                  <a:lnTo>
                    <a:pt x="260476" y="120466"/>
                  </a:lnTo>
                  <a:lnTo>
                    <a:pt x="258850" y="106515"/>
                  </a:lnTo>
                  <a:lnTo>
                    <a:pt x="267619" y="106515"/>
                  </a:lnTo>
                  <a:lnTo>
                    <a:pt x="268159" y="91592"/>
                  </a:lnTo>
                  <a:lnTo>
                    <a:pt x="260476" y="84995"/>
                  </a:lnTo>
                  <a:lnTo>
                    <a:pt x="269461" y="73425"/>
                  </a:lnTo>
                  <a:lnTo>
                    <a:pt x="249763" y="56020"/>
                  </a:lnTo>
                  <a:lnTo>
                    <a:pt x="245864" y="22060"/>
                  </a:lnTo>
                  <a:lnTo>
                    <a:pt x="237965" y="18383"/>
                  </a:lnTo>
                  <a:lnTo>
                    <a:pt x="232009" y="0"/>
                  </a:lnTo>
                  <a:lnTo>
                    <a:pt x="217829" y="7569"/>
                  </a:lnTo>
                  <a:lnTo>
                    <a:pt x="220757" y="20333"/>
                  </a:lnTo>
                  <a:lnTo>
                    <a:pt x="212635" y="29413"/>
                  </a:lnTo>
                  <a:lnTo>
                    <a:pt x="189038" y="30715"/>
                  </a:lnTo>
                  <a:cubicBezTo>
                    <a:pt x="198779" y="38932"/>
                    <a:pt x="199433" y="39795"/>
                    <a:pt x="199757" y="42825"/>
                  </a:cubicBezTo>
                  <a:lnTo>
                    <a:pt x="206253" y="96571"/>
                  </a:lnTo>
                  <a:cubicBezTo>
                    <a:pt x="206901" y="101975"/>
                    <a:pt x="203650" y="121438"/>
                    <a:pt x="203650" y="120898"/>
                  </a:cubicBezTo>
                  <a:cubicBezTo>
                    <a:pt x="203002" y="126092"/>
                    <a:pt x="206901" y="140367"/>
                    <a:pt x="206685" y="139713"/>
                  </a:cubicBezTo>
                  <a:cubicBezTo>
                    <a:pt x="207980" y="145339"/>
                    <a:pt x="200081" y="214979"/>
                    <a:pt x="200189" y="214440"/>
                  </a:cubicBezTo>
                  <a:cubicBezTo>
                    <a:pt x="199541" y="221145"/>
                    <a:pt x="192721" y="206330"/>
                    <a:pt x="191311" y="212814"/>
                  </a:cubicBezTo>
                  <a:lnTo>
                    <a:pt x="187311" y="231743"/>
                  </a:lnTo>
                  <a:cubicBezTo>
                    <a:pt x="186657" y="234982"/>
                    <a:pt x="190556" y="234118"/>
                    <a:pt x="189908" y="234010"/>
                  </a:cubicBezTo>
                  <a:cubicBezTo>
                    <a:pt x="194125" y="232823"/>
                    <a:pt x="198779" y="235204"/>
                    <a:pt x="196506" y="238989"/>
                  </a:cubicBezTo>
                  <a:cubicBezTo>
                    <a:pt x="194347" y="242557"/>
                    <a:pt x="192074" y="245688"/>
                    <a:pt x="191858" y="249803"/>
                  </a:cubicBezTo>
                  <a:cubicBezTo>
                    <a:pt x="190448" y="280619"/>
                    <a:pt x="189908" y="282562"/>
                    <a:pt x="191311" y="286893"/>
                  </a:cubicBezTo>
                  <a:cubicBezTo>
                    <a:pt x="195534" y="299434"/>
                    <a:pt x="197376" y="302139"/>
                    <a:pt x="194347" y="305168"/>
                  </a:cubicBezTo>
                  <a:cubicBezTo>
                    <a:pt x="190772" y="308845"/>
                    <a:pt x="187203" y="311652"/>
                    <a:pt x="186009" y="315982"/>
                  </a:cubicBezTo>
                  <a:cubicBezTo>
                    <a:pt x="184606" y="321278"/>
                    <a:pt x="183196" y="325279"/>
                    <a:pt x="183952" y="329495"/>
                  </a:cubicBezTo>
                  <a:cubicBezTo>
                    <a:pt x="185254" y="336957"/>
                    <a:pt x="186549" y="342259"/>
                    <a:pt x="186009" y="346799"/>
                  </a:cubicBezTo>
                  <a:cubicBezTo>
                    <a:pt x="180383" y="394811"/>
                    <a:pt x="181139" y="394164"/>
                    <a:pt x="177786" y="397192"/>
                  </a:cubicBezTo>
                  <a:cubicBezTo>
                    <a:pt x="172808" y="401517"/>
                    <a:pt x="170534" y="403136"/>
                    <a:pt x="169880" y="407029"/>
                  </a:cubicBezTo>
                  <a:cubicBezTo>
                    <a:pt x="167175" y="422713"/>
                    <a:pt x="166851" y="427577"/>
                    <a:pt x="164362" y="431578"/>
                  </a:cubicBezTo>
                  <a:cubicBezTo>
                    <a:pt x="157650" y="442608"/>
                    <a:pt x="151160" y="449637"/>
                    <a:pt x="156679" y="460235"/>
                  </a:cubicBezTo>
                  <a:cubicBezTo>
                    <a:pt x="158844" y="464344"/>
                    <a:pt x="161333" y="468020"/>
                    <a:pt x="161333" y="472345"/>
                  </a:cubicBezTo>
                  <a:cubicBezTo>
                    <a:pt x="161333" y="495598"/>
                    <a:pt x="162305" y="498513"/>
                    <a:pt x="158520" y="501110"/>
                  </a:cubicBezTo>
                  <a:cubicBezTo>
                    <a:pt x="154189" y="504571"/>
                    <a:pt x="147478" y="506413"/>
                    <a:pt x="147909" y="511708"/>
                  </a:cubicBezTo>
                  <a:cubicBezTo>
                    <a:pt x="156895" y="602761"/>
                    <a:pt x="157218" y="599840"/>
                    <a:pt x="154945" y="603948"/>
                  </a:cubicBezTo>
                  <a:cubicBezTo>
                    <a:pt x="146938" y="618115"/>
                    <a:pt x="145312" y="619735"/>
                    <a:pt x="146182" y="623850"/>
                  </a:cubicBezTo>
                  <a:cubicBezTo>
                    <a:pt x="150506" y="643744"/>
                    <a:pt x="152132" y="646341"/>
                    <a:pt x="148563" y="648824"/>
                  </a:cubicBezTo>
                  <a:lnTo>
                    <a:pt x="143909" y="652069"/>
                  </a:lnTo>
                  <a:cubicBezTo>
                    <a:pt x="131241" y="660940"/>
                    <a:pt x="131787" y="689705"/>
                    <a:pt x="125399" y="699649"/>
                  </a:cubicBezTo>
                  <a:lnTo>
                    <a:pt x="116521" y="713384"/>
                  </a:lnTo>
                  <a:cubicBezTo>
                    <a:pt x="113816" y="717493"/>
                    <a:pt x="114788" y="725494"/>
                    <a:pt x="114788" y="724846"/>
                  </a:cubicBezTo>
                  <a:cubicBezTo>
                    <a:pt x="114788" y="726904"/>
                    <a:pt x="114464" y="730040"/>
                    <a:pt x="113816" y="731984"/>
                  </a:cubicBezTo>
                  <a:lnTo>
                    <a:pt x="102450" y="767778"/>
                  </a:lnTo>
                  <a:cubicBezTo>
                    <a:pt x="101262" y="771455"/>
                    <a:pt x="96932" y="771995"/>
                    <a:pt x="97579" y="771671"/>
                  </a:cubicBezTo>
                  <a:cubicBezTo>
                    <a:pt x="95744" y="771887"/>
                    <a:pt x="94226" y="773722"/>
                    <a:pt x="94118" y="775779"/>
                  </a:cubicBezTo>
                  <a:lnTo>
                    <a:pt x="93902" y="788651"/>
                  </a:lnTo>
                  <a:cubicBezTo>
                    <a:pt x="93902" y="793839"/>
                    <a:pt x="87946" y="799249"/>
                    <a:pt x="88378" y="798595"/>
                  </a:cubicBezTo>
                  <a:cubicBezTo>
                    <a:pt x="83508" y="804221"/>
                    <a:pt x="78637" y="789946"/>
                    <a:pt x="74313" y="796004"/>
                  </a:cubicBezTo>
                  <a:cubicBezTo>
                    <a:pt x="73983" y="796760"/>
                    <a:pt x="70198" y="800221"/>
                    <a:pt x="71716" y="804761"/>
                  </a:cubicBezTo>
                  <a:cubicBezTo>
                    <a:pt x="80047" y="831037"/>
                    <a:pt x="81672" y="834066"/>
                    <a:pt x="80695" y="839038"/>
                  </a:cubicBezTo>
                  <a:cubicBezTo>
                    <a:pt x="79075" y="847369"/>
                    <a:pt x="77450" y="852665"/>
                    <a:pt x="78745" y="857314"/>
                  </a:cubicBezTo>
                  <a:cubicBezTo>
                    <a:pt x="90112" y="900138"/>
                    <a:pt x="91413" y="900893"/>
                    <a:pt x="88600" y="905002"/>
                  </a:cubicBezTo>
                  <a:cubicBezTo>
                    <a:pt x="73227" y="927170"/>
                    <a:pt x="71608" y="928579"/>
                    <a:pt x="70846" y="933552"/>
                  </a:cubicBezTo>
                  <a:cubicBezTo>
                    <a:pt x="64464" y="977995"/>
                    <a:pt x="63918" y="977995"/>
                    <a:pt x="65327" y="982758"/>
                  </a:cubicBezTo>
                  <a:cubicBezTo>
                    <a:pt x="73659" y="1010977"/>
                    <a:pt x="73227" y="1013790"/>
                    <a:pt x="77774" y="1014006"/>
                  </a:cubicBezTo>
                  <a:cubicBezTo>
                    <a:pt x="85457" y="1013466"/>
                    <a:pt x="93795" y="1016927"/>
                    <a:pt x="93795" y="1010977"/>
                  </a:cubicBezTo>
                  <a:cubicBezTo>
                    <a:pt x="93902" y="1010329"/>
                    <a:pt x="93033" y="1005357"/>
                    <a:pt x="96716" y="1003084"/>
                  </a:cubicBezTo>
                  <a:cubicBezTo>
                    <a:pt x="98557" y="1002437"/>
                    <a:pt x="103212" y="997572"/>
                    <a:pt x="106349" y="1001465"/>
                  </a:cubicBezTo>
                  <a:cubicBezTo>
                    <a:pt x="109809" y="1007085"/>
                    <a:pt x="117169" y="1012063"/>
                    <a:pt x="112952" y="1015632"/>
                  </a:cubicBezTo>
                  <a:lnTo>
                    <a:pt x="106133" y="1021252"/>
                  </a:lnTo>
                  <a:cubicBezTo>
                    <a:pt x="102558" y="1024172"/>
                    <a:pt x="105047" y="1029360"/>
                    <a:pt x="109377" y="1030122"/>
                  </a:cubicBezTo>
                  <a:cubicBezTo>
                    <a:pt x="110355" y="1030554"/>
                    <a:pt x="116197" y="1030122"/>
                    <a:pt x="116737" y="1034986"/>
                  </a:cubicBezTo>
                  <a:cubicBezTo>
                    <a:pt x="116737" y="1035634"/>
                    <a:pt x="118363" y="1041260"/>
                    <a:pt x="114140" y="1042124"/>
                  </a:cubicBezTo>
                  <a:cubicBezTo>
                    <a:pt x="112737" y="1042772"/>
                    <a:pt x="105269" y="1042556"/>
                    <a:pt x="108082" y="1046772"/>
                  </a:cubicBezTo>
                  <a:cubicBezTo>
                    <a:pt x="108514" y="1047852"/>
                    <a:pt x="113492" y="1052506"/>
                    <a:pt x="109270" y="1054557"/>
                  </a:cubicBezTo>
                  <a:cubicBezTo>
                    <a:pt x="108730" y="1054989"/>
                    <a:pt x="103859" y="1055967"/>
                    <a:pt x="104075" y="1060723"/>
                  </a:cubicBezTo>
                  <a:cubicBezTo>
                    <a:pt x="104291" y="1070997"/>
                    <a:pt x="105047" y="1077373"/>
                    <a:pt x="103104" y="1082243"/>
                  </a:cubicBezTo>
                  <a:cubicBezTo>
                    <a:pt x="96932" y="1097490"/>
                    <a:pt x="94550" y="1100519"/>
                    <a:pt x="97579" y="1104087"/>
                  </a:cubicBezTo>
                  <a:cubicBezTo>
                    <a:pt x="99205" y="1106678"/>
                    <a:pt x="104507" y="1110031"/>
                    <a:pt x="102666" y="1115009"/>
                  </a:cubicBezTo>
                  <a:cubicBezTo>
                    <a:pt x="101694" y="1116844"/>
                    <a:pt x="100938" y="1123226"/>
                    <a:pt x="96392" y="1123226"/>
                  </a:cubicBezTo>
                  <a:cubicBezTo>
                    <a:pt x="94658" y="1123226"/>
                    <a:pt x="93141" y="1124953"/>
                    <a:pt x="92925" y="1126903"/>
                  </a:cubicBezTo>
                  <a:lnTo>
                    <a:pt x="92601" y="1131875"/>
                  </a:lnTo>
                  <a:cubicBezTo>
                    <a:pt x="92385" y="1136421"/>
                    <a:pt x="96716" y="1140530"/>
                    <a:pt x="96284" y="1139882"/>
                  </a:cubicBezTo>
                  <a:cubicBezTo>
                    <a:pt x="100614" y="1144638"/>
                    <a:pt x="90327" y="1145178"/>
                    <a:pt x="89464" y="1152639"/>
                  </a:cubicBezTo>
                  <a:lnTo>
                    <a:pt x="88492" y="1161072"/>
                  </a:lnTo>
                  <a:cubicBezTo>
                    <a:pt x="87946" y="1165835"/>
                    <a:pt x="93471" y="1169943"/>
                    <a:pt x="92925" y="1169295"/>
                  </a:cubicBezTo>
                  <a:cubicBezTo>
                    <a:pt x="97039" y="1173188"/>
                    <a:pt x="89356" y="1174915"/>
                    <a:pt x="87730" y="1181729"/>
                  </a:cubicBezTo>
                  <a:lnTo>
                    <a:pt x="81349" y="1208653"/>
                  </a:lnTo>
                  <a:cubicBezTo>
                    <a:pt x="79939" y="1214495"/>
                    <a:pt x="80695" y="1240003"/>
                    <a:pt x="80695" y="1239368"/>
                  </a:cubicBezTo>
                  <a:cubicBezTo>
                    <a:pt x="80695" y="1241399"/>
                    <a:pt x="79615" y="1244130"/>
                    <a:pt x="78313" y="1245527"/>
                  </a:cubicBezTo>
                  <a:cubicBezTo>
                    <a:pt x="68141" y="1255941"/>
                    <a:pt x="63486" y="1261656"/>
                    <a:pt x="65112" y="1256893"/>
                  </a:cubicBezTo>
                  <a:lnTo>
                    <a:pt x="69004" y="1245400"/>
                  </a:lnTo>
                  <a:cubicBezTo>
                    <a:pt x="70846" y="1240003"/>
                    <a:pt x="70198" y="1223874"/>
                    <a:pt x="70198" y="1224572"/>
                  </a:cubicBezTo>
                  <a:cubicBezTo>
                    <a:pt x="70198" y="1216635"/>
                    <a:pt x="56342" y="1222477"/>
                    <a:pt x="52774" y="1214927"/>
                  </a:cubicBezTo>
                  <a:lnTo>
                    <a:pt x="50176" y="1209300"/>
                  </a:lnTo>
                  <a:cubicBezTo>
                    <a:pt x="48119" y="1205084"/>
                    <a:pt x="42702" y="1203141"/>
                    <a:pt x="40213" y="1207141"/>
                  </a:cubicBezTo>
                  <a:cubicBezTo>
                    <a:pt x="36321" y="1213199"/>
                    <a:pt x="35127" y="1215873"/>
                    <a:pt x="31342" y="1217206"/>
                  </a:cubicBezTo>
                  <a:cubicBezTo>
                    <a:pt x="26688" y="1219492"/>
                    <a:pt x="18788" y="1219365"/>
                    <a:pt x="19976" y="1225080"/>
                  </a:cubicBezTo>
                  <a:cubicBezTo>
                    <a:pt x="20516" y="1226604"/>
                    <a:pt x="20300" y="1233081"/>
                    <a:pt x="25062" y="1234097"/>
                  </a:cubicBezTo>
                  <a:cubicBezTo>
                    <a:pt x="26364" y="1234478"/>
                    <a:pt x="34263" y="1234605"/>
                    <a:pt x="30472" y="1237843"/>
                  </a:cubicBezTo>
                  <a:cubicBezTo>
                    <a:pt x="3523" y="1261339"/>
                    <a:pt x="1574" y="1261339"/>
                    <a:pt x="2875" y="1266165"/>
                  </a:cubicBezTo>
                  <a:cubicBezTo>
                    <a:pt x="5257" y="1272324"/>
                    <a:pt x="5149" y="1282103"/>
                    <a:pt x="9803" y="1279246"/>
                  </a:cubicBezTo>
                  <a:cubicBezTo>
                    <a:pt x="11645" y="1277658"/>
                    <a:pt x="17918" y="1276134"/>
                    <a:pt x="16731" y="1271054"/>
                  </a:cubicBezTo>
                  <a:cubicBezTo>
                    <a:pt x="16731" y="1270419"/>
                    <a:pt x="14458" y="1265339"/>
                    <a:pt x="18350" y="1263243"/>
                  </a:cubicBezTo>
                  <a:cubicBezTo>
                    <a:pt x="20084" y="1262736"/>
                    <a:pt x="24846" y="1258291"/>
                    <a:pt x="27875" y="1262164"/>
                  </a:cubicBezTo>
                  <a:cubicBezTo>
                    <a:pt x="36645" y="1273404"/>
                    <a:pt x="38918" y="1278166"/>
                    <a:pt x="41407" y="1274166"/>
                  </a:cubicBezTo>
                  <a:cubicBezTo>
                    <a:pt x="41947" y="1273530"/>
                    <a:pt x="43896" y="1268578"/>
                    <a:pt x="48335" y="1268578"/>
                  </a:cubicBezTo>
                  <a:cubicBezTo>
                    <a:pt x="49199" y="1268641"/>
                    <a:pt x="53853" y="1267561"/>
                    <a:pt x="56234" y="1271562"/>
                  </a:cubicBezTo>
                  <a:cubicBezTo>
                    <a:pt x="57752" y="1275055"/>
                    <a:pt x="62730" y="1279499"/>
                    <a:pt x="60025" y="1284008"/>
                  </a:cubicBezTo>
                  <a:cubicBezTo>
                    <a:pt x="40328" y="1317092"/>
                    <a:pt x="38594" y="1317790"/>
                    <a:pt x="41191" y="1321854"/>
                  </a:cubicBezTo>
                  <a:cubicBezTo>
                    <a:pt x="41731" y="1323251"/>
                    <a:pt x="45630" y="1326871"/>
                    <a:pt x="43141" y="1331061"/>
                  </a:cubicBezTo>
                  <a:cubicBezTo>
                    <a:pt x="42925" y="1331697"/>
                    <a:pt x="41083" y="1334427"/>
                    <a:pt x="42163" y="1337983"/>
                  </a:cubicBezTo>
                  <a:cubicBezTo>
                    <a:pt x="51148" y="1367511"/>
                    <a:pt x="52342" y="1369034"/>
                    <a:pt x="50932" y="1373670"/>
                  </a:cubicBezTo>
                  <a:cubicBezTo>
                    <a:pt x="47033" y="1386243"/>
                    <a:pt x="45414" y="1393863"/>
                    <a:pt x="44112" y="1388910"/>
                  </a:cubicBezTo>
                  <a:cubicBezTo>
                    <a:pt x="29501" y="1332268"/>
                    <a:pt x="30364" y="1330554"/>
                    <a:pt x="26256" y="1333030"/>
                  </a:cubicBezTo>
                  <a:cubicBezTo>
                    <a:pt x="24954" y="1334173"/>
                    <a:pt x="19220" y="1335697"/>
                    <a:pt x="20192" y="1340777"/>
                  </a:cubicBezTo>
                  <a:cubicBezTo>
                    <a:pt x="20624" y="1345476"/>
                    <a:pt x="24846" y="1353985"/>
                    <a:pt x="19544" y="1353541"/>
                  </a:cubicBezTo>
                  <a:cubicBezTo>
                    <a:pt x="18896" y="1353350"/>
                    <a:pt x="15105" y="1353795"/>
                    <a:pt x="13372" y="1349794"/>
                  </a:cubicBezTo>
                  <a:cubicBezTo>
                    <a:pt x="10667" y="1344905"/>
                    <a:pt x="9263" y="1335380"/>
                    <a:pt x="5257" y="1339063"/>
                  </a:cubicBezTo>
                  <a:cubicBezTo>
                    <a:pt x="4717" y="1339698"/>
                    <a:pt x="710" y="1342111"/>
                    <a:pt x="818" y="1346873"/>
                  </a:cubicBezTo>
                  <a:cubicBezTo>
                    <a:pt x="1142" y="1365542"/>
                    <a:pt x="278" y="1368908"/>
                    <a:pt x="4501" y="1368590"/>
                  </a:cubicBezTo>
                  <a:lnTo>
                    <a:pt x="5364" y="1368590"/>
                  </a:lnTo>
                  <a:cubicBezTo>
                    <a:pt x="9911" y="1368146"/>
                    <a:pt x="10343" y="1376591"/>
                    <a:pt x="6336" y="1378941"/>
                  </a:cubicBezTo>
                  <a:cubicBezTo>
                    <a:pt x="5364" y="1379830"/>
                    <a:pt x="62" y="1381354"/>
                    <a:pt x="62" y="1386433"/>
                  </a:cubicBezTo>
                  <a:cubicBezTo>
                    <a:pt x="386" y="1389482"/>
                    <a:pt x="-1240" y="1396149"/>
                    <a:pt x="2767" y="1398245"/>
                  </a:cubicBezTo>
                  <a:cubicBezTo>
                    <a:pt x="8285" y="1400911"/>
                    <a:pt x="13264" y="1388148"/>
                    <a:pt x="14674" y="1394879"/>
                  </a:cubicBezTo>
                  <a:cubicBezTo>
                    <a:pt x="14674" y="1395514"/>
                    <a:pt x="16515" y="1400086"/>
                    <a:pt x="13588" y="1403388"/>
                  </a:cubicBezTo>
                  <a:cubicBezTo>
                    <a:pt x="9479" y="1408087"/>
                    <a:pt x="5904" y="1411071"/>
                    <a:pt x="5364" y="1415834"/>
                  </a:cubicBezTo>
                  <a:lnTo>
                    <a:pt x="4063" y="1425804"/>
                  </a:lnTo>
                  <a:cubicBezTo>
                    <a:pt x="3523" y="1429550"/>
                    <a:pt x="7962" y="1428471"/>
                    <a:pt x="7314" y="1428407"/>
                  </a:cubicBezTo>
                  <a:cubicBezTo>
                    <a:pt x="9048" y="1427835"/>
                    <a:pt x="11969" y="1428090"/>
                    <a:pt x="13696" y="1428852"/>
                  </a:cubicBezTo>
                  <a:lnTo>
                    <a:pt x="26148" y="1434122"/>
                  </a:lnTo>
                  <a:cubicBezTo>
                    <a:pt x="29933" y="1435646"/>
                    <a:pt x="33400" y="1440472"/>
                    <a:pt x="32746" y="1439837"/>
                  </a:cubicBezTo>
                  <a:cubicBezTo>
                    <a:pt x="35997" y="1444092"/>
                    <a:pt x="42817" y="1435836"/>
                    <a:pt x="43033" y="1430883"/>
                  </a:cubicBezTo>
                  <a:lnTo>
                    <a:pt x="43357" y="1422247"/>
                  </a:lnTo>
                  <a:cubicBezTo>
                    <a:pt x="43572" y="1417676"/>
                    <a:pt x="49630" y="1416406"/>
                    <a:pt x="48983" y="1416850"/>
                  </a:cubicBezTo>
                  <a:cubicBezTo>
                    <a:pt x="50716" y="1416279"/>
                    <a:pt x="52450" y="1417485"/>
                    <a:pt x="52666" y="1419390"/>
                  </a:cubicBezTo>
                  <a:lnTo>
                    <a:pt x="54501" y="1433234"/>
                  </a:lnTo>
                  <a:cubicBezTo>
                    <a:pt x="55695" y="1441806"/>
                    <a:pt x="64680" y="1446314"/>
                    <a:pt x="59479" y="1449616"/>
                  </a:cubicBezTo>
                  <a:cubicBezTo>
                    <a:pt x="58832" y="1449807"/>
                    <a:pt x="55263" y="1453235"/>
                    <a:pt x="51796" y="1450442"/>
                  </a:cubicBezTo>
                  <a:cubicBezTo>
                    <a:pt x="50824" y="1449997"/>
                    <a:pt x="47249" y="1445234"/>
                    <a:pt x="44004" y="1448727"/>
                  </a:cubicBezTo>
                  <a:cubicBezTo>
                    <a:pt x="43141" y="1449997"/>
                    <a:pt x="37076" y="1453997"/>
                    <a:pt x="41191" y="1456601"/>
                  </a:cubicBezTo>
                  <a:lnTo>
                    <a:pt x="48227" y="1460856"/>
                  </a:lnTo>
                  <a:cubicBezTo>
                    <a:pt x="51796" y="1463015"/>
                    <a:pt x="52120" y="1469238"/>
                    <a:pt x="51904" y="1468603"/>
                  </a:cubicBezTo>
                  <a:cubicBezTo>
                    <a:pt x="52120" y="1470571"/>
                    <a:pt x="50932" y="1471651"/>
                    <a:pt x="49307" y="1470761"/>
                  </a:cubicBezTo>
                  <a:lnTo>
                    <a:pt x="39566" y="1466317"/>
                  </a:lnTo>
                  <a:cubicBezTo>
                    <a:pt x="36105" y="1464729"/>
                    <a:pt x="36968" y="1470127"/>
                    <a:pt x="37076" y="1469492"/>
                  </a:cubicBezTo>
                  <a:cubicBezTo>
                    <a:pt x="37292" y="1471523"/>
                    <a:pt x="38702" y="1474127"/>
                    <a:pt x="40213" y="1475460"/>
                  </a:cubicBezTo>
                  <a:lnTo>
                    <a:pt x="49522" y="1483461"/>
                  </a:lnTo>
                  <a:cubicBezTo>
                    <a:pt x="53097" y="1486573"/>
                    <a:pt x="58724" y="1487970"/>
                    <a:pt x="58076" y="1487780"/>
                  </a:cubicBezTo>
                  <a:cubicBezTo>
                    <a:pt x="62299" y="1489240"/>
                    <a:pt x="63918" y="1494130"/>
                    <a:pt x="60241" y="1496923"/>
                  </a:cubicBezTo>
                  <a:cubicBezTo>
                    <a:pt x="59371" y="1497813"/>
                    <a:pt x="54717" y="1499971"/>
                    <a:pt x="54393" y="1504924"/>
                  </a:cubicBezTo>
                  <a:cubicBezTo>
                    <a:pt x="54609" y="1507782"/>
                    <a:pt x="52335" y="1516291"/>
                    <a:pt x="56882" y="1514132"/>
                  </a:cubicBezTo>
                  <a:cubicBezTo>
                    <a:pt x="59701" y="1513370"/>
                    <a:pt x="65975" y="1507846"/>
                    <a:pt x="66623" y="1513370"/>
                  </a:cubicBezTo>
                  <a:cubicBezTo>
                    <a:pt x="66623" y="1514005"/>
                    <a:pt x="67277" y="1517371"/>
                    <a:pt x="64788" y="1520228"/>
                  </a:cubicBezTo>
                  <a:cubicBezTo>
                    <a:pt x="61645" y="1524609"/>
                    <a:pt x="53853" y="1529499"/>
                    <a:pt x="58400" y="1532293"/>
                  </a:cubicBezTo>
                  <a:cubicBezTo>
                    <a:pt x="90112" y="1551851"/>
                    <a:pt x="91413" y="1551470"/>
                    <a:pt x="91305" y="1556296"/>
                  </a:cubicBezTo>
                  <a:cubicBezTo>
                    <a:pt x="90982" y="1557693"/>
                    <a:pt x="92385" y="1565059"/>
                    <a:pt x="87730" y="1564107"/>
                  </a:cubicBezTo>
                  <a:cubicBezTo>
                    <a:pt x="86543" y="1564107"/>
                    <a:pt x="80802" y="1561376"/>
                    <a:pt x="80047" y="1566393"/>
                  </a:cubicBezTo>
                  <a:cubicBezTo>
                    <a:pt x="78313" y="1578140"/>
                    <a:pt x="77018" y="1581759"/>
                    <a:pt x="80047" y="1584998"/>
                  </a:cubicBezTo>
                  <a:cubicBezTo>
                    <a:pt x="80371" y="1585634"/>
                    <a:pt x="84054" y="1588109"/>
                    <a:pt x="81349" y="1591475"/>
                  </a:cubicBezTo>
                  <a:cubicBezTo>
                    <a:pt x="81349" y="1591475"/>
                    <a:pt x="74960" y="1597317"/>
                    <a:pt x="78967" y="1599984"/>
                  </a:cubicBezTo>
                  <a:cubicBezTo>
                    <a:pt x="82104" y="1601635"/>
                    <a:pt x="86111" y="1606461"/>
                    <a:pt x="90651" y="1604302"/>
                  </a:cubicBezTo>
                  <a:cubicBezTo>
                    <a:pt x="93902" y="1603349"/>
                    <a:pt x="99637" y="1597952"/>
                    <a:pt x="102126" y="1602842"/>
                  </a:cubicBezTo>
                  <a:cubicBezTo>
                    <a:pt x="102342" y="1603794"/>
                    <a:pt x="106349" y="1608239"/>
                    <a:pt x="102450" y="1610906"/>
                  </a:cubicBezTo>
                  <a:cubicBezTo>
                    <a:pt x="101802" y="1611605"/>
                    <a:pt x="95852" y="1614145"/>
                    <a:pt x="99637" y="1616684"/>
                  </a:cubicBezTo>
                  <a:cubicBezTo>
                    <a:pt x="107974" y="1621955"/>
                    <a:pt x="112845" y="1626146"/>
                    <a:pt x="117715" y="1625829"/>
                  </a:cubicBezTo>
                  <a:cubicBezTo>
                    <a:pt x="121500" y="1626083"/>
                    <a:pt x="127564" y="1623352"/>
                    <a:pt x="130161" y="1628242"/>
                  </a:cubicBezTo>
                  <a:cubicBezTo>
                    <a:pt x="131241" y="1629829"/>
                    <a:pt x="132758" y="1635036"/>
                    <a:pt x="137197" y="1636878"/>
                  </a:cubicBezTo>
                  <a:cubicBezTo>
                    <a:pt x="161117" y="1646593"/>
                    <a:pt x="163283" y="1648434"/>
                    <a:pt x="166851" y="1645641"/>
                  </a:cubicBezTo>
                  <a:cubicBezTo>
                    <a:pt x="169880" y="1642720"/>
                    <a:pt x="176268" y="1640688"/>
                    <a:pt x="175405" y="1635163"/>
                  </a:cubicBezTo>
                  <a:cubicBezTo>
                    <a:pt x="174535" y="1630146"/>
                    <a:pt x="173347" y="1625511"/>
                    <a:pt x="174973" y="1621193"/>
                  </a:cubicBezTo>
                  <a:cubicBezTo>
                    <a:pt x="187527" y="1586395"/>
                    <a:pt x="187203" y="1584998"/>
                    <a:pt x="191311" y="1583030"/>
                  </a:cubicBezTo>
                  <a:cubicBezTo>
                    <a:pt x="210901" y="1573695"/>
                    <a:pt x="215664" y="1569631"/>
                    <a:pt x="219455" y="1573187"/>
                  </a:cubicBezTo>
                  <a:cubicBezTo>
                    <a:pt x="219994" y="1573378"/>
                    <a:pt x="222268" y="1575536"/>
                    <a:pt x="224649" y="1573187"/>
                  </a:cubicBezTo>
                  <a:cubicBezTo>
                    <a:pt x="225189" y="1572552"/>
                    <a:pt x="228980" y="1570139"/>
                    <a:pt x="229735" y="1565377"/>
                  </a:cubicBezTo>
                  <a:lnTo>
                    <a:pt x="229951" y="1564107"/>
                  </a:lnTo>
                  <a:cubicBezTo>
                    <a:pt x="230282" y="1562138"/>
                    <a:pt x="232009" y="1560106"/>
                    <a:pt x="233850" y="1559471"/>
                  </a:cubicBezTo>
                  <a:cubicBezTo>
                    <a:pt x="235152" y="1559217"/>
                    <a:pt x="239692" y="1556423"/>
                    <a:pt x="243375" y="1559471"/>
                  </a:cubicBezTo>
                  <a:cubicBezTo>
                    <a:pt x="247490" y="1563027"/>
                    <a:pt x="250735" y="1566456"/>
                    <a:pt x="255173" y="1567472"/>
                  </a:cubicBezTo>
                  <a:cubicBezTo>
                    <a:pt x="256577" y="1567790"/>
                    <a:pt x="257771" y="1568107"/>
                    <a:pt x="259066" y="1568297"/>
                  </a:cubicBezTo>
                  <a:lnTo>
                    <a:pt x="259066" y="1559661"/>
                  </a:lnTo>
                  <a:lnTo>
                    <a:pt x="259396" y="1559154"/>
                  </a:lnTo>
                  <a:close/>
                  <a:moveTo>
                    <a:pt x="115442" y="935825"/>
                  </a:moveTo>
                  <a:cubicBezTo>
                    <a:pt x="115442" y="930739"/>
                    <a:pt x="123017" y="931170"/>
                    <a:pt x="123017" y="931170"/>
                  </a:cubicBezTo>
                  <a:cubicBezTo>
                    <a:pt x="127780" y="930523"/>
                    <a:pt x="126802" y="937768"/>
                    <a:pt x="127456" y="939825"/>
                  </a:cubicBezTo>
                  <a:cubicBezTo>
                    <a:pt x="128104" y="945121"/>
                    <a:pt x="120852" y="943178"/>
                    <a:pt x="118795" y="943502"/>
                  </a:cubicBezTo>
                  <a:cubicBezTo>
                    <a:pt x="114248" y="943502"/>
                    <a:pt x="115658" y="937012"/>
                    <a:pt x="115442" y="935825"/>
                  </a:cubicBezTo>
                  <a:close/>
                  <a:moveTo>
                    <a:pt x="102450" y="989133"/>
                  </a:moveTo>
                  <a:cubicBezTo>
                    <a:pt x="97363" y="990435"/>
                    <a:pt x="100284" y="981564"/>
                    <a:pt x="100068" y="977024"/>
                  </a:cubicBezTo>
                  <a:cubicBezTo>
                    <a:pt x="100176" y="974973"/>
                    <a:pt x="101802" y="973563"/>
                    <a:pt x="103643" y="973887"/>
                  </a:cubicBezTo>
                  <a:lnTo>
                    <a:pt x="105269" y="974211"/>
                  </a:lnTo>
                  <a:cubicBezTo>
                    <a:pt x="110139" y="975080"/>
                    <a:pt x="111975" y="980916"/>
                    <a:pt x="113600" y="982974"/>
                  </a:cubicBezTo>
                  <a:cubicBezTo>
                    <a:pt x="116521" y="987730"/>
                    <a:pt x="107536" y="987298"/>
                    <a:pt x="102450" y="989133"/>
                  </a:cubicBezTo>
                  <a:close/>
                  <a:moveTo>
                    <a:pt x="114248" y="965022"/>
                  </a:moveTo>
                  <a:cubicBezTo>
                    <a:pt x="110355" y="963289"/>
                    <a:pt x="111975" y="958856"/>
                    <a:pt x="111975" y="958209"/>
                  </a:cubicBezTo>
                  <a:cubicBezTo>
                    <a:pt x="112737" y="953122"/>
                    <a:pt x="120636" y="954100"/>
                    <a:pt x="120636" y="954100"/>
                  </a:cubicBezTo>
                  <a:cubicBezTo>
                    <a:pt x="125830" y="953776"/>
                    <a:pt x="124313" y="962209"/>
                    <a:pt x="125183" y="966426"/>
                  </a:cubicBezTo>
                  <a:cubicBezTo>
                    <a:pt x="125722" y="972267"/>
                    <a:pt x="118255" y="966210"/>
                    <a:pt x="114248" y="965022"/>
                  </a:cubicBezTo>
                  <a:close/>
                  <a:moveTo>
                    <a:pt x="124859" y="1592682"/>
                  </a:moveTo>
                  <a:cubicBezTo>
                    <a:pt x="121284" y="1595348"/>
                    <a:pt x="119664" y="1592872"/>
                    <a:pt x="103320" y="1580299"/>
                  </a:cubicBezTo>
                  <a:cubicBezTo>
                    <a:pt x="99529" y="1577315"/>
                    <a:pt x="120636" y="1576426"/>
                    <a:pt x="120636" y="1576426"/>
                  </a:cubicBezTo>
                  <a:cubicBezTo>
                    <a:pt x="124313" y="1576109"/>
                    <a:pt x="125614" y="1572996"/>
                    <a:pt x="126262" y="1572298"/>
                  </a:cubicBezTo>
                  <a:cubicBezTo>
                    <a:pt x="128643" y="1568297"/>
                    <a:pt x="131564" y="1569695"/>
                    <a:pt x="148779" y="1572298"/>
                  </a:cubicBezTo>
                  <a:cubicBezTo>
                    <a:pt x="153866" y="1573060"/>
                    <a:pt x="153434" y="1579791"/>
                    <a:pt x="154729" y="1582903"/>
                  </a:cubicBezTo>
                  <a:cubicBezTo>
                    <a:pt x="155923" y="1587665"/>
                    <a:pt x="151268" y="1586458"/>
                    <a:pt x="136765" y="1586458"/>
                  </a:cubicBezTo>
                  <a:cubicBezTo>
                    <a:pt x="132434" y="1586458"/>
                    <a:pt x="129075" y="1589633"/>
                    <a:pt x="125075" y="1592682"/>
                  </a:cubicBezTo>
                  <a:lnTo>
                    <a:pt x="124859" y="1592682"/>
                  </a:lnTo>
                  <a:close/>
                  <a:moveTo>
                    <a:pt x="152132" y="1613954"/>
                  </a:moveTo>
                  <a:cubicBezTo>
                    <a:pt x="148563" y="1616875"/>
                    <a:pt x="144233" y="1615478"/>
                    <a:pt x="136111" y="1614526"/>
                  </a:cubicBezTo>
                  <a:cubicBezTo>
                    <a:pt x="131241" y="1613827"/>
                    <a:pt x="136549" y="1607795"/>
                    <a:pt x="137305" y="1605635"/>
                  </a:cubicBezTo>
                  <a:cubicBezTo>
                    <a:pt x="139578" y="1601381"/>
                    <a:pt x="155485" y="1597063"/>
                    <a:pt x="155485" y="1597063"/>
                  </a:cubicBezTo>
                  <a:cubicBezTo>
                    <a:pt x="159923" y="1595666"/>
                    <a:pt x="164254" y="1598396"/>
                    <a:pt x="165988" y="1598841"/>
                  </a:cubicBezTo>
                  <a:cubicBezTo>
                    <a:pt x="170318" y="1600429"/>
                    <a:pt x="165334" y="1603159"/>
                    <a:pt x="152132" y="1613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088FBE8D-F1CC-79E5-30E1-ACA6E05DF741}"/>
                </a:ext>
              </a:extLst>
            </p:cNvPr>
            <p:cNvSpPr/>
            <p:nvPr/>
          </p:nvSpPr>
          <p:spPr>
            <a:xfrm>
              <a:off x="2623683" y="6628062"/>
              <a:ext cx="13239" cy="9825"/>
            </a:xfrm>
            <a:custGeom>
              <a:avLst/>
              <a:gdLst>
                <a:gd name="csX0" fmla="*/ 13087 w 15268"/>
                <a:gd name="csY0" fmla="*/ 9577 h 11331"/>
                <a:gd name="csX1" fmla="*/ 14274 w 15268"/>
                <a:gd name="csY1" fmla="*/ 2084 h 11331"/>
                <a:gd name="csX2" fmla="*/ 1504 w 15268"/>
                <a:gd name="csY2" fmla="*/ 3480 h 11331"/>
                <a:gd name="csX3" fmla="*/ 4641 w 15268"/>
                <a:gd name="csY3" fmla="*/ 10085 h 11331"/>
                <a:gd name="csX4" fmla="*/ 13195 w 15268"/>
                <a:gd name="csY4" fmla="*/ 9577 h 11331"/>
                <a:gd name="csX5" fmla="*/ 13087 w 15268"/>
                <a:gd name="csY5" fmla="*/ 9577 h 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268" h="11331">
                  <a:moveTo>
                    <a:pt x="13087" y="9577"/>
                  </a:moveTo>
                  <a:cubicBezTo>
                    <a:pt x="17087" y="7608"/>
                    <a:pt x="14382" y="2846"/>
                    <a:pt x="14274" y="2084"/>
                  </a:cubicBezTo>
                  <a:cubicBezTo>
                    <a:pt x="12541" y="-3314"/>
                    <a:pt x="1504" y="3480"/>
                    <a:pt x="1504" y="3480"/>
                  </a:cubicBezTo>
                  <a:cubicBezTo>
                    <a:pt x="-2934" y="5322"/>
                    <a:pt x="3778" y="9005"/>
                    <a:pt x="4641" y="10085"/>
                  </a:cubicBezTo>
                  <a:cubicBezTo>
                    <a:pt x="8216" y="13133"/>
                    <a:pt x="12433" y="9640"/>
                    <a:pt x="13195" y="9577"/>
                  </a:cubicBezTo>
                  <a:lnTo>
                    <a:pt x="13087" y="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7059A651-2026-6E98-3D2D-EAD7EAD6767F}"/>
                </a:ext>
              </a:extLst>
            </p:cNvPr>
            <p:cNvSpPr/>
            <p:nvPr/>
          </p:nvSpPr>
          <p:spPr>
            <a:xfrm>
              <a:off x="2653086" y="6508147"/>
              <a:ext cx="23348" cy="27771"/>
            </a:xfrm>
            <a:custGeom>
              <a:avLst/>
              <a:gdLst>
                <a:gd name="csX0" fmla="*/ 18789 w 26926"/>
                <a:gd name="csY0" fmla="*/ 132 h 32027"/>
                <a:gd name="csX1" fmla="*/ 1257 w 26926"/>
                <a:gd name="csY1" fmla="*/ 7593 h 32027"/>
                <a:gd name="csX2" fmla="*/ 1796 w 26926"/>
                <a:gd name="csY2" fmla="*/ 17537 h 32027"/>
                <a:gd name="csX3" fmla="*/ 8508 w 26926"/>
                <a:gd name="csY3" fmla="*/ 19810 h 32027"/>
                <a:gd name="csX4" fmla="*/ 14350 w 26926"/>
                <a:gd name="csY4" fmla="*/ 22299 h 32027"/>
                <a:gd name="csX5" fmla="*/ 20631 w 26926"/>
                <a:gd name="csY5" fmla="*/ 32028 h 32027"/>
                <a:gd name="csX6" fmla="*/ 20954 w 26926"/>
                <a:gd name="csY6" fmla="*/ 32028 h 32027"/>
                <a:gd name="csX7" fmla="*/ 24853 w 26926"/>
                <a:gd name="csY7" fmla="*/ 28351 h 32027"/>
                <a:gd name="csX8" fmla="*/ 25717 w 26926"/>
                <a:gd name="csY8" fmla="*/ 6075 h 32027"/>
                <a:gd name="csX9" fmla="*/ 18897 w 26926"/>
                <a:gd name="csY9" fmla="*/ 132 h 32027"/>
                <a:gd name="csX10" fmla="*/ 18789 w 26926"/>
                <a:gd name="csY10" fmla="*/ 132 h 3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6926" h="32027">
                  <a:moveTo>
                    <a:pt x="18789" y="132"/>
                  </a:moveTo>
                  <a:cubicBezTo>
                    <a:pt x="18789" y="132"/>
                    <a:pt x="2444" y="3161"/>
                    <a:pt x="1257" y="7593"/>
                  </a:cubicBezTo>
                  <a:cubicBezTo>
                    <a:pt x="1041" y="9212"/>
                    <a:pt x="-1772" y="14407"/>
                    <a:pt x="1796" y="17537"/>
                  </a:cubicBezTo>
                  <a:cubicBezTo>
                    <a:pt x="2444" y="17867"/>
                    <a:pt x="4717" y="20674"/>
                    <a:pt x="8508" y="19810"/>
                  </a:cubicBezTo>
                  <a:cubicBezTo>
                    <a:pt x="9156" y="19810"/>
                    <a:pt x="13055" y="17975"/>
                    <a:pt x="14350" y="22299"/>
                  </a:cubicBezTo>
                  <a:cubicBezTo>
                    <a:pt x="15436" y="24674"/>
                    <a:pt x="15436" y="32028"/>
                    <a:pt x="20631" y="32028"/>
                  </a:cubicBezTo>
                  <a:lnTo>
                    <a:pt x="20954" y="32028"/>
                  </a:lnTo>
                  <a:cubicBezTo>
                    <a:pt x="22796" y="32028"/>
                    <a:pt x="24530" y="30409"/>
                    <a:pt x="24853" y="28351"/>
                  </a:cubicBezTo>
                  <a:cubicBezTo>
                    <a:pt x="26689" y="14731"/>
                    <a:pt x="27990" y="10292"/>
                    <a:pt x="25717" y="6075"/>
                  </a:cubicBezTo>
                  <a:cubicBezTo>
                    <a:pt x="24961" y="4996"/>
                    <a:pt x="23444" y="-954"/>
                    <a:pt x="18897" y="132"/>
                  </a:cubicBezTo>
                  <a:lnTo>
                    <a:pt x="18789" y="1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9D6E6A5D-882F-335F-A79A-91A9760B0C7E}"/>
                </a:ext>
              </a:extLst>
            </p:cNvPr>
            <p:cNvSpPr/>
            <p:nvPr/>
          </p:nvSpPr>
          <p:spPr>
            <a:xfrm>
              <a:off x="2651842" y="6473657"/>
              <a:ext cx="29651" cy="28228"/>
            </a:xfrm>
            <a:custGeom>
              <a:avLst/>
              <a:gdLst>
                <a:gd name="csX0" fmla="*/ 32670 w 34196"/>
                <a:gd name="csY0" fmla="*/ 6386 h 32555"/>
                <a:gd name="csX1" fmla="*/ 23037 w 34196"/>
                <a:gd name="csY1" fmla="*/ 112 h 32555"/>
                <a:gd name="csX2" fmla="*/ 19678 w 34196"/>
                <a:gd name="csY2" fmla="*/ 10926 h 32555"/>
                <a:gd name="csX3" fmla="*/ 2037 w 34196"/>
                <a:gd name="csY3" fmla="*/ 19899 h 32555"/>
                <a:gd name="csX4" fmla="*/ 3009 w 34196"/>
                <a:gd name="csY4" fmla="*/ 29957 h 32555"/>
                <a:gd name="csX5" fmla="*/ 31260 w 34196"/>
                <a:gd name="csY5" fmla="*/ 28446 h 32555"/>
                <a:gd name="csX6" fmla="*/ 32670 w 34196"/>
                <a:gd name="csY6" fmla="*/ 6386 h 32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96" h="32555">
                  <a:moveTo>
                    <a:pt x="32670" y="6386"/>
                  </a:moveTo>
                  <a:cubicBezTo>
                    <a:pt x="32238" y="868"/>
                    <a:pt x="25850" y="1408"/>
                    <a:pt x="23037" y="112"/>
                  </a:cubicBezTo>
                  <a:cubicBezTo>
                    <a:pt x="18058" y="-1291"/>
                    <a:pt x="19678" y="10926"/>
                    <a:pt x="19678" y="10926"/>
                  </a:cubicBezTo>
                  <a:cubicBezTo>
                    <a:pt x="19678" y="15683"/>
                    <a:pt x="16001" y="15790"/>
                    <a:pt x="2037" y="19899"/>
                  </a:cubicBezTo>
                  <a:cubicBezTo>
                    <a:pt x="-2725" y="21309"/>
                    <a:pt x="2253" y="27468"/>
                    <a:pt x="3009" y="29957"/>
                  </a:cubicBezTo>
                  <a:cubicBezTo>
                    <a:pt x="5066" y="34390"/>
                    <a:pt x="7771" y="32663"/>
                    <a:pt x="31260" y="28446"/>
                  </a:cubicBezTo>
                  <a:cubicBezTo>
                    <a:pt x="35591" y="27684"/>
                    <a:pt x="34289" y="24122"/>
                    <a:pt x="32670" y="638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1DB9706A-7655-5E55-C937-F921EC001BAE}"/>
                </a:ext>
              </a:extLst>
            </p:cNvPr>
            <p:cNvSpPr/>
            <p:nvPr/>
          </p:nvSpPr>
          <p:spPr>
            <a:xfrm>
              <a:off x="2647132" y="6468148"/>
              <a:ext cx="10725" cy="13641"/>
            </a:xfrm>
            <a:custGeom>
              <a:avLst/>
              <a:gdLst>
                <a:gd name="csX0" fmla="*/ 3570 w 12369"/>
                <a:gd name="csY0" fmla="*/ 15545 h 15732"/>
                <a:gd name="csX1" fmla="*/ 12339 w 12369"/>
                <a:gd name="csY1" fmla="*/ 8840 h 15732"/>
                <a:gd name="csX2" fmla="*/ 8116 w 12369"/>
                <a:gd name="csY2" fmla="*/ 191 h 15732"/>
                <a:gd name="csX3" fmla="*/ 1 w 12369"/>
                <a:gd name="csY3" fmla="*/ 6573 h 15732"/>
                <a:gd name="csX4" fmla="*/ 3570 w 12369"/>
                <a:gd name="csY4" fmla="*/ 15545 h 1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69" h="15732">
                  <a:moveTo>
                    <a:pt x="3570" y="15545"/>
                  </a:moveTo>
                  <a:cubicBezTo>
                    <a:pt x="6059" y="14250"/>
                    <a:pt x="12879" y="14250"/>
                    <a:pt x="12339" y="8840"/>
                  </a:cubicBezTo>
                  <a:cubicBezTo>
                    <a:pt x="11691" y="6573"/>
                    <a:pt x="12771" y="-1321"/>
                    <a:pt x="8116" y="191"/>
                  </a:cubicBezTo>
                  <a:cubicBezTo>
                    <a:pt x="8116" y="191"/>
                    <a:pt x="-107" y="1270"/>
                    <a:pt x="1" y="6573"/>
                  </a:cubicBezTo>
                  <a:cubicBezTo>
                    <a:pt x="433" y="8954"/>
                    <a:pt x="-1085" y="17063"/>
                    <a:pt x="3570" y="155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3593B537-E235-6000-7DDD-8117939AE7AF}"/>
                </a:ext>
              </a:extLst>
            </p:cNvPr>
            <p:cNvSpPr/>
            <p:nvPr/>
          </p:nvSpPr>
          <p:spPr>
            <a:xfrm>
              <a:off x="2619720" y="6741277"/>
              <a:ext cx="17232" cy="33282"/>
            </a:xfrm>
            <a:custGeom>
              <a:avLst/>
              <a:gdLst>
                <a:gd name="csX0" fmla="*/ 14515 w 19873"/>
                <a:gd name="csY0" fmla="*/ 25820 h 38383"/>
                <a:gd name="csX1" fmla="*/ 19709 w 19873"/>
                <a:gd name="csY1" fmla="*/ 8612 h 38383"/>
                <a:gd name="csX2" fmla="*/ 8241 w 19873"/>
                <a:gd name="csY2" fmla="*/ 103 h 38383"/>
                <a:gd name="csX3" fmla="*/ 4234 w 19873"/>
                <a:gd name="csY3" fmla="*/ 18708 h 38383"/>
                <a:gd name="csX4" fmla="*/ 551 w 19873"/>
                <a:gd name="csY4" fmla="*/ 29186 h 38383"/>
                <a:gd name="csX5" fmla="*/ 4450 w 19873"/>
                <a:gd name="csY5" fmla="*/ 37504 h 38383"/>
                <a:gd name="csX6" fmla="*/ 14515 w 19873"/>
                <a:gd name="csY6" fmla="*/ 25820 h 38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873" h="38383">
                  <a:moveTo>
                    <a:pt x="14515" y="25820"/>
                  </a:moveTo>
                  <a:cubicBezTo>
                    <a:pt x="16788" y="21502"/>
                    <a:pt x="17874" y="16232"/>
                    <a:pt x="19709" y="8612"/>
                  </a:cubicBezTo>
                  <a:cubicBezTo>
                    <a:pt x="21119" y="3151"/>
                    <a:pt x="13111" y="2770"/>
                    <a:pt x="8241" y="103"/>
                  </a:cubicBezTo>
                  <a:cubicBezTo>
                    <a:pt x="4018" y="-1611"/>
                    <a:pt x="4234" y="18708"/>
                    <a:pt x="4234" y="18708"/>
                  </a:cubicBezTo>
                  <a:cubicBezTo>
                    <a:pt x="4018" y="23026"/>
                    <a:pt x="1961" y="26455"/>
                    <a:pt x="551" y="29186"/>
                  </a:cubicBezTo>
                  <a:cubicBezTo>
                    <a:pt x="-1716" y="33631"/>
                    <a:pt x="3694" y="36425"/>
                    <a:pt x="4450" y="37504"/>
                  </a:cubicBezTo>
                  <a:cubicBezTo>
                    <a:pt x="8565" y="41378"/>
                    <a:pt x="10730" y="31536"/>
                    <a:pt x="14515" y="258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95A17AB8-A7E2-6B7D-F78E-CFDFA3090FFD}"/>
                </a:ext>
              </a:extLst>
            </p:cNvPr>
            <p:cNvSpPr/>
            <p:nvPr/>
          </p:nvSpPr>
          <p:spPr>
            <a:xfrm>
              <a:off x="2636680" y="6774866"/>
              <a:ext cx="17140" cy="20553"/>
            </a:xfrm>
            <a:custGeom>
              <a:avLst/>
              <a:gdLst>
                <a:gd name="csX0" fmla="*/ 2963 w 19767"/>
                <a:gd name="csY0" fmla="*/ 13817 h 23703"/>
                <a:gd name="csX1" fmla="*/ 19092 w 19767"/>
                <a:gd name="csY1" fmla="*/ 21565 h 23703"/>
                <a:gd name="csX2" fmla="*/ 17574 w 19767"/>
                <a:gd name="csY2" fmla="*/ 9245 h 23703"/>
                <a:gd name="csX3" fmla="*/ 8912 w 19767"/>
                <a:gd name="csY3" fmla="*/ 1562 h 23703"/>
                <a:gd name="csX4" fmla="*/ 42 w 19767"/>
                <a:gd name="csY4" fmla="*/ 4864 h 23703"/>
                <a:gd name="csX5" fmla="*/ 2855 w 19767"/>
                <a:gd name="csY5" fmla="*/ 13690 h 23703"/>
                <a:gd name="csX6" fmla="*/ 2963 w 19767"/>
                <a:gd name="csY6" fmla="*/ 13817 h 2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67" h="23703">
                  <a:moveTo>
                    <a:pt x="2963" y="13817"/>
                  </a:moveTo>
                  <a:cubicBezTo>
                    <a:pt x="14977" y="22580"/>
                    <a:pt x="18660" y="26454"/>
                    <a:pt x="19092" y="21565"/>
                  </a:cubicBezTo>
                  <a:cubicBezTo>
                    <a:pt x="19092" y="19025"/>
                    <a:pt x="21365" y="12611"/>
                    <a:pt x="17574" y="9245"/>
                  </a:cubicBezTo>
                  <a:lnTo>
                    <a:pt x="8912" y="1562"/>
                  </a:lnTo>
                  <a:cubicBezTo>
                    <a:pt x="5452" y="-1423"/>
                    <a:pt x="42" y="-25"/>
                    <a:pt x="42" y="4864"/>
                  </a:cubicBezTo>
                  <a:cubicBezTo>
                    <a:pt x="150" y="5690"/>
                    <a:pt x="-828" y="11023"/>
                    <a:pt x="2855" y="13690"/>
                  </a:cubicBezTo>
                  <a:lnTo>
                    <a:pt x="2963" y="138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85245CB8-FB00-9F98-EB5A-31E07D6AB95F}"/>
                </a:ext>
              </a:extLst>
            </p:cNvPr>
            <p:cNvSpPr/>
            <p:nvPr/>
          </p:nvSpPr>
          <p:spPr>
            <a:xfrm>
              <a:off x="2623484" y="6794797"/>
              <a:ext cx="23914" cy="19037"/>
            </a:xfrm>
            <a:custGeom>
              <a:avLst/>
              <a:gdLst>
                <a:gd name="csX0" fmla="*/ 16123 w 27579"/>
                <a:gd name="csY0" fmla="*/ 15724 h 21955"/>
                <a:gd name="csX1" fmla="*/ 26296 w 27579"/>
                <a:gd name="csY1" fmla="*/ 12549 h 21955"/>
                <a:gd name="csX2" fmla="*/ 16339 w 27579"/>
                <a:gd name="csY2" fmla="*/ 865 h 21955"/>
                <a:gd name="csX3" fmla="*/ 6922 w 27579"/>
                <a:gd name="csY3" fmla="*/ 4230 h 21955"/>
                <a:gd name="csX4" fmla="*/ 216 w 27579"/>
                <a:gd name="csY4" fmla="*/ 17502 h 21955"/>
                <a:gd name="csX5" fmla="*/ 2267 w 27579"/>
                <a:gd name="csY5" fmla="*/ 21503 h 21955"/>
                <a:gd name="csX6" fmla="*/ 10065 w 27579"/>
                <a:gd name="csY6" fmla="*/ 19598 h 21955"/>
                <a:gd name="csX7" fmla="*/ 11684 w 27579"/>
                <a:gd name="csY7" fmla="*/ 16994 h 21955"/>
                <a:gd name="csX8" fmla="*/ 16123 w 27579"/>
                <a:gd name="csY8" fmla="*/ 15724 h 2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579" h="21955">
                  <a:moveTo>
                    <a:pt x="16123" y="15724"/>
                  </a:moveTo>
                  <a:cubicBezTo>
                    <a:pt x="19698" y="18264"/>
                    <a:pt x="24137" y="13502"/>
                    <a:pt x="26296" y="12549"/>
                  </a:cubicBezTo>
                  <a:cubicBezTo>
                    <a:pt x="30950" y="9501"/>
                    <a:pt x="21864" y="6072"/>
                    <a:pt x="16339" y="865"/>
                  </a:cubicBezTo>
                  <a:cubicBezTo>
                    <a:pt x="12446" y="-2056"/>
                    <a:pt x="8548" y="3278"/>
                    <a:pt x="6922" y="4230"/>
                  </a:cubicBezTo>
                  <a:cubicBezTo>
                    <a:pt x="3353" y="7025"/>
                    <a:pt x="2267" y="11724"/>
                    <a:pt x="216" y="17502"/>
                  </a:cubicBezTo>
                  <a:cubicBezTo>
                    <a:pt x="-438" y="19470"/>
                    <a:pt x="432" y="21185"/>
                    <a:pt x="2267" y="21503"/>
                  </a:cubicBezTo>
                  <a:cubicBezTo>
                    <a:pt x="1728" y="21503"/>
                    <a:pt x="7576" y="23344"/>
                    <a:pt x="10065" y="19598"/>
                  </a:cubicBezTo>
                  <a:lnTo>
                    <a:pt x="11684" y="16994"/>
                  </a:lnTo>
                  <a:cubicBezTo>
                    <a:pt x="12770" y="15343"/>
                    <a:pt x="14720" y="14708"/>
                    <a:pt x="16123" y="157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388270D4-C1C4-9F50-BBAA-859D859601E7}"/>
                </a:ext>
              </a:extLst>
            </p:cNvPr>
            <p:cNvSpPr/>
            <p:nvPr/>
          </p:nvSpPr>
          <p:spPr>
            <a:xfrm>
              <a:off x="2859614" y="6976638"/>
              <a:ext cx="34549" cy="17347"/>
            </a:xfrm>
            <a:custGeom>
              <a:avLst/>
              <a:gdLst>
                <a:gd name="csX0" fmla="*/ 38747 w 39844"/>
                <a:gd name="csY0" fmla="*/ 4640 h 20006"/>
                <a:gd name="csX1" fmla="*/ 2165 w 39844"/>
                <a:gd name="csY1" fmla="*/ 5 h 20006"/>
                <a:gd name="csX2" fmla="*/ 2165 w 39844"/>
                <a:gd name="csY2" fmla="*/ 9149 h 20006"/>
                <a:gd name="csX3" fmla="*/ 12553 w 39844"/>
                <a:gd name="csY3" fmla="*/ 15435 h 20006"/>
                <a:gd name="csX4" fmla="*/ 24675 w 39844"/>
                <a:gd name="csY4" fmla="*/ 15753 h 20006"/>
                <a:gd name="csX5" fmla="*/ 28574 w 39844"/>
                <a:gd name="csY5" fmla="*/ 20007 h 20006"/>
                <a:gd name="csX6" fmla="*/ 29222 w 39844"/>
                <a:gd name="csY6" fmla="*/ 20007 h 20006"/>
                <a:gd name="csX7" fmla="*/ 38963 w 39844"/>
                <a:gd name="csY7" fmla="*/ 11244 h 20006"/>
                <a:gd name="csX8" fmla="*/ 39179 w 39844"/>
                <a:gd name="csY8" fmla="*/ 5275 h 20006"/>
                <a:gd name="csX9" fmla="*/ 38747 w 39844"/>
                <a:gd name="csY9" fmla="*/ 4640 h 2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9844" h="20006">
                  <a:moveTo>
                    <a:pt x="38747" y="4640"/>
                  </a:moveTo>
                  <a:cubicBezTo>
                    <a:pt x="36258" y="513"/>
                    <a:pt x="34416" y="1465"/>
                    <a:pt x="2165" y="5"/>
                  </a:cubicBezTo>
                  <a:cubicBezTo>
                    <a:pt x="-2706" y="-249"/>
                    <a:pt x="2165" y="9149"/>
                    <a:pt x="2165" y="9149"/>
                  </a:cubicBezTo>
                  <a:cubicBezTo>
                    <a:pt x="4000" y="14165"/>
                    <a:pt x="9848" y="14165"/>
                    <a:pt x="12553" y="15435"/>
                  </a:cubicBezTo>
                  <a:cubicBezTo>
                    <a:pt x="18611" y="17404"/>
                    <a:pt x="23920" y="9720"/>
                    <a:pt x="24675" y="15753"/>
                  </a:cubicBezTo>
                  <a:cubicBezTo>
                    <a:pt x="24351" y="15117"/>
                    <a:pt x="24999" y="20007"/>
                    <a:pt x="28574" y="20007"/>
                  </a:cubicBezTo>
                  <a:lnTo>
                    <a:pt x="29222" y="20007"/>
                  </a:lnTo>
                  <a:cubicBezTo>
                    <a:pt x="34308" y="20007"/>
                    <a:pt x="36474" y="14038"/>
                    <a:pt x="38963" y="11244"/>
                  </a:cubicBezTo>
                  <a:cubicBezTo>
                    <a:pt x="40042" y="9593"/>
                    <a:pt x="40150" y="6990"/>
                    <a:pt x="39179" y="5275"/>
                  </a:cubicBezTo>
                  <a:lnTo>
                    <a:pt x="38747" y="4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B9FE2943-2C8E-3075-DE3C-B99CFCA9104D}"/>
                </a:ext>
              </a:extLst>
            </p:cNvPr>
            <p:cNvSpPr/>
            <p:nvPr/>
          </p:nvSpPr>
          <p:spPr>
            <a:xfrm>
              <a:off x="2902531" y="6983843"/>
              <a:ext cx="12556" cy="10723"/>
            </a:xfrm>
            <a:custGeom>
              <a:avLst/>
              <a:gdLst>
                <a:gd name="csX0" fmla="*/ 12848 w 14481"/>
                <a:gd name="csY0" fmla="*/ 1919 h 12367"/>
                <a:gd name="csX1" fmla="*/ 2460 w 14481"/>
                <a:gd name="csY1" fmla="*/ 1919 h 12367"/>
                <a:gd name="csX2" fmla="*/ 1590 w 14481"/>
                <a:gd name="csY2" fmla="*/ 9857 h 12367"/>
                <a:gd name="csX3" fmla="*/ 9928 w 14481"/>
                <a:gd name="csY3" fmla="*/ 10809 h 12367"/>
                <a:gd name="csX4" fmla="*/ 12741 w 14481"/>
                <a:gd name="csY4" fmla="*/ 1919 h 12367"/>
                <a:gd name="csX5" fmla="*/ 12848 w 14481"/>
                <a:gd name="csY5" fmla="*/ 1919 h 12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81" h="12367">
                  <a:moveTo>
                    <a:pt x="12848" y="1919"/>
                  </a:moveTo>
                  <a:cubicBezTo>
                    <a:pt x="12848" y="1919"/>
                    <a:pt x="5057" y="-2399"/>
                    <a:pt x="2460" y="1919"/>
                  </a:cubicBezTo>
                  <a:cubicBezTo>
                    <a:pt x="2136" y="2808"/>
                    <a:pt x="-2303" y="7444"/>
                    <a:pt x="1590" y="9857"/>
                  </a:cubicBezTo>
                  <a:cubicBezTo>
                    <a:pt x="2784" y="10301"/>
                    <a:pt x="7006" y="14619"/>
                    <a:pt x="9928" y="10809"/>
                  </a:cubicBezTo>
                  <a:cubicBezTo>
                    <a:pt x="11115" y="8650"/>
                    <a:pt x="17503" y="3697"/>
                    <a:pt x="12741" y="1919"/>
                  </a:cubicBezTo>
                  <a:lnTo>
                    <a:pt x="12848" y="1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5C33FD9C-200E-FAB4-5FF9-970D4CB90327}"/>
                </a:ext>
              </a:extLst>
            </p:cNvPr>
            <p:cNvSpPr/>
            <p:nvPr/>
          </p:nvSpPr>
          <p:spPr>
            <a:xfrm>
              <a:off x="2804593" y="6977528"/>
              <a:ext cx="56224" cy="28994"/>
            </a:xfrm>
            <a:custGeom>
              <a:avLst/>
              <a:gdLst>
                <a:gd name="csX0" fmla="*/ 51116 w 64841"/>
                <a:gd name="csY0" fmla="*/ 8884 h 33438"/>
                <a:gd name="csX1" fmla="*/ 47439 w 64841"/>
                <a:gd name="csY1" fmla="*/ 58 h 33438"/>
                <a:gd name="csX2" fmla="*/ 786 w 64841"/>
                <a:gd name="csY2" fmla="*/ 11361 h 33438"/>
                <a:gd name="csX3" fmla="*/ 20706 w 64841"/>
                <a:gd name="csY3" fmla="*/ 30411 h 33438"/>
                <a:gd name="csX4" fmla="*/ 26332 w 64841"/>
                <a:gd name="csY4" fmla="*/ 27045 h 33438"/>
                <a:gd name="csX5" fmla="*/ 25360 w 64841"/>
                <a:gd name="csY5" fmla="*/ 15361 h 33438"/>
                <a:gd name="csX6" fmla="*/ 35425 w 64841"/>
                <a:gd name="csY6" fmla="*/ 16885 h 33438"/>
                <a:gd name="csX7" fmla="*/ 41807 w 64841"/>
                <a:gd name="csY7" fmla="*/ 25585 h 33438"/>
                <a:gd name="csX8" fmla="*/ 52418 w 64841"/>
                <a:gd name="csY8" fmla="*/ 28252 h 33438"/>
                <a:gd name="csX9" fmla="*/ 62158 w 64841"/>
                <a:gd name="csY9" fmla="*/ 32824 h 33438"/>
                <a:gd name="csX10" fmla="*/ 63454 w 64841"/>
                <a:gd name="csY10" fmla="*/ 32062 h 33438"/>
                <a:gd name="csX11" fmla="*/ 51116 w 64841"/>
                <a:gd name="csY11" fmla="*/ 9011 h 33438"/>
                <a:gd name="csX12" fmla="*/ 51116 w 64841"/>
                <a:gd name="csY12" fmla="*/ 8884 h 3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4841" h="33438">
                  <a:moveTo>
                    <a:pt x="51116" y="8884"/>
                  </a:moveTo>
                  <a:cubicBezTo>
                    <a:pt x="51116" y="8884"/>
                    <a:pt x="52202" y="-832"/>
                    <a:pt x="47439" y="58"/>
                  </a:cubicBezTo>
                  <a:cubicBezTo>
                    <a:pt x="2735" y="7931"/>
                    <a:pt x="-2459" y="7614"/>
                    <a:pt x="786" y="11361"/>
                  </a:cubicBezTo>
                  <a:cubicBezTo>
                    <a:pt x="14965" y="27743"/>
                    <a:pt x="16159" y="30411"/>
                    <a:pt x="20706" y="30411"/>
                  </a:cubicBezTo>
                  <a:cubicBezTo>
                    <a:pt x="21569" y="30220"/>
                    <a:pt x="28281" y="31617"/>
                    <a:pt x="26332" y="27045"/>
                  </a:cubicBezTo>
                  <a:cubicBezTo>
                    <a:pt x="25360" y="23362"/>
                    <a:pt x="20268" y="16504"/>
                    <a:pt x="25360" y="15361"/>
                  </a:cubicBezTo>
                  <a:cubicBezTo>
                    <a:pt x="27850" y="15298"/>
                    <a:pt x="33583" y="11805"/>
                    <a:pt x="35425" y="16885"/>
                  </a:cubicBezTo>
                  <a:cubicBezTo>
                    <a:pt x="36396" y="18727"/>
                    <a:pt x="36936" y="25203"/>
                    <a:pt x="41807" y="25585"/>
                  </a:cubicBezTo>
                  <a:cubicBezTo>
                    <a:pt x="43756" y="25902"/>
                    <a:pt x="48843" y="24886"/>
                    <a:pt x="52418" y="28252"/>
                  </a:cubicBezTo>
                  <a:cubicBezTo>
                    <a:pt x="54367" y="29585"/>
                    <a:pt x="58044" y="35300"/>
                    <a:pt x="62158" y="32824"/>
                  </a:cubicBezTo>
                  <a:lnTo>
                    <a:pt x="63454" y="32062"/>
                  </a:lnTo>
                  <a:cubicBezTo>
                    <a:pt x="69950" y="28125"/>
                    <a:pt x="51548" y="18409"/>
                    <a:pt x="51116" y="9011"/>
                  </a:cubicBezTo>
                  <a:lnTo>
                    <a:pt x="51116" y="8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DFE7CBAD-B6E3-0871-8740-1A14CBF92188}"/>
                </a:ext>
              </a:extLst>
            </p:cNvPr>
            <p:cNvSpPr/>
            <p:nvPr/>
          </p:nvSpPr>
          <p:spPr>
            <a:xfrm>
              <a:off x="2634082" y="6820910"/>
              <a:ext cx="19668" cy="38113"/>
            </a:xfrm>
            <a:custGeom>
              <a:avLst/>
              <a:gdLst>
                <a:gd name="csX0" fmla="*/ 22519 w 22683"/>
                <a:gd name="csY0" fmla="*/ 39012 h 43955"/>
                <a:gd name="csX1" fmla="*/ 17325 w 22683"/>
                <a:gd name="csY1" fmla="*/ 26692 h 43955"/>
                <a:gd name="csX2" fmla="*/ 18728 w 22683"/>
                <a:gd name="csY2" fmla="*/ 18120 h 43955"/>
                <a:gd name="csX3" fmla="*/ 11692 w 22683"/>
                <a:gd name="csY3" fmla="*/ 1610 h 43955"/>
                <a:gd name="csX4" fmla="*/ 2275 w 22683"/>
                <a:gd name="csY4" fmla="*/ 2880 h 43955"/>
                <a:gd name="csX5" fmla="*/ 3469 w 22683"/>
                <a:gd name="csY5" fmla="*/ 27518 h 43955"/>
                <a:gd name="csX6" fmla="*/ 18512 w 22683"/>
                <a:gd name="csY6" fmla="*/ 43202 h 43955"/>
                <a:gd name="csX7" fmla="*/ 22411 w 22683"/>
                <a:gd name="csY7" fmla="*/ 39075 h 43955"/>
                <a:gd name="csX8" fmla="*/ 22519 w 22683"/>
                <a:gd name="csY8" fmla="*/ 39012 h 43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83" h="43955">
                  <a:moveTo>
                    <a:pt x="22519" y="39012"/>
                  </a:moveTo>
                  <a:cubicBezTo>
                    <a:pt x="23599" y="33677"/>
                    <a:pt x="19052" y="29804"/>
                    <a:pt x="17325" y="26692"/>
                  </a:cubicBezTo>
                  <a:cubicBezTo>
                    <a:pt x="14728" y="22755"/>
                    <a:pt x="18512" y="18755"/>
                    <a:pt x="18728" y="18120"/>
                  </a:cubicBezTo>
                  <a:cubicBezTo>
                    <a:pt x="21757" y="13230"/>
                    <a:pt x="15484" y="8531"/>
                    <a:pt x="11692" y="1610"/>
                  </a:cubicBezTo>
                  <a:cubicBezTo>
                    <a:pt x="8879" y="-2645"/>
                    <a:pt x="2275" y="2880"/>
                    <a:pt x="2275" y="2880"/>
                  </a:cubicBezTo>
                  <a:cubicBezTo>
                    <a:pt x="-1725" y="5166"/>
                    <a:pt x="110" y="9039"/>
                    <a:pt x="3469" y="27518"/>
                  </a:cubicBezTo>
                  <a:cubicBezTo>
                    <a:pt x="4441" y="32407"/>
                    <a:pt x="8124" y="34439"/>
                    <a:pt x="18512" y="43202"/>
                  </a:cubicBezTo>
                  <a:cubicBezTo>
                    <a:pt x="21980" y="46124"/>
                    <a:pt x="22195" y="39646"/>
                    <a:pt x="22411" y="39075"/>
                  </a:cubicBezTo>
                  <a:lnTo>
                    <a:pt x="22519" y="39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F58D4BC4-9D08-4C16-8C76-9244291B0D27}"/>
                </a:ext>
              </a:extLst>
            </p:cNvPr>
            <p:cNvSpPr/>
            <p:nvPr/>
          </p:nvSpPr>
          <p:spPr>
            <a:xfrm>
              <a:off x="2660230" y="6828216"/>
              <a:ext cx="16047" cy="36325"/>
            </a:xfrm>
            <a:custGeom>
              <a:avLst/>
              <a:gdLst>
                <a:gd name="csX0" fmla="*/ 5889 w 18507"/>
                <a:gd name="csY0" fmla="*/ 24110 h 41892"/>
                <a:gd name="csX1" fmla="*/ 5025 w 18507"/>
                <a:gd name="csY1" fmla="*/ 34904 h 41892"/>
                <a:gd name="csX2" fmla="*/ 12169 w 18507"/>
                <a:gd name="csY2" fmla="*/ 41572 h 41892"/>
                <a:gd name="csX3" fmla="*/ 18449 w 18507"/>
                <a:gd name="csY3" fmla="*/ 14902 h 41892"/>
                <a:gd name="csX4" fmla="*/ 5241 w 18507"/>
                <a:gd name="csY4" fmla="*/ 614 h 41892"/>
                <a:gd name="csX5" fmla="*/ 3292 w 18507"/>
                <a:gd name="csY5" fmla="*/ 6139 h 41892"/>
                <a:gd name="csX6" fmla="*/ 803 w 18507"/>
                <a:gd name="csY6" fmla="*/ 13950 h 41892"/>
                <a:gd name="csX7" fmla="*/ 5997 w 18507"/>
                <a:gd name="csY7" fmla="*/ 24110 h 41892"/>
                <a:gd name="csX8" fmla="*/ 5889 w 18507"/>
                <a:gd name="csY8" fmla="*/ 24110 h 4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07" h="41892">
                  <a:moveTo>
                    <a:pt x="5889" y="24110"/>
                  </a:moveTo>
                  <a:cubicBezTo>
                    <a:pt x="9356" y="27665"/>
                    <a:pt x="5457" y="32873"/>
                    <a:pt x="5025" y="34904"/>
                  </a:cubicBezTo>
                  <a:cubicBezTo>
                    <a:pt x="3076" y="39794"/>
                    <a:pt x="10112" y="40429"/>
                    <a:pt x="12169" y="41572"/>
                  </a:cubicBezTo>
                  <a:cubicBezTo>
                    <a:pt x="16392" y="43223"/>
                    <a:pt x="15738" y="39096"/>
                    <a:pt x="18449" y="14902"/>
                  </a:cubicBezTo>
                  <a:cubicBezTo>
                    <a:pt x="18989" y="10330"/>
                    <a:pt x="15846" y="8869"/>
                    <a:pt x="5241" y="614"/>
                  </a:cubicBezTo>
                  <a:cubicBezTo>
                    <a:pt x="1565" y="-2307"/>
                    <a:pt x="3292" y="6139"/>
                    <a:pt x="3292" y="6139"/>
                  </a:cubicBezTo>
                  <a:cubicBezTo>
                    <a:pt x="3832" y="10584"/>
                    <a:pt x="1127" y="13251"/>
                    <a:pt x="803" y="13950"/>
                  </a:cubicBezTo>
                  <a:cubicBezTo>
                    <a:pt x="-2226" y="18267"/>
                    <a:pt x="4162" y="21569"/>
                    <a:pt x="5997" y="24110"/>
                  </a:cubicBezTo>
                  <a:lnTo>
                    <a:pt x="5889" y="241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A80B22-B66F-1908-8CA7-B63141ED9E2E}"/>
                </a:ext>
              </a:extLst>
            </p:cNvPr>
            <p:cNvSpPr/>
            <p:nvPr/>
          </p:nvSpPr>
          <p:spPr>
            <a:xfrm>
              <a:off x="2728565" y="6922871"/>
              <a:ext cx="34649" cy="21345"/>
            </a:xfrm>
            <a:custGeom>
              <a:avLst/>
              <a:gdLst>
                <a:gd name="csX0" fmla="*/ 39756 w 39960"/>
                <a:gd name="csY0" fmla="*/ 14197 h 24617"/>
                <a:gd name="csX1" fmla="*/ 14108 w 39960"/>
                <a:gd name="csY1" fmla="*/ 353 h 24617"/>
                <a:gd name="csX2" fmla="*/ 2094 w 39960"/>
                <a:gd name="csY2" fmla="*/ 3719 h 24617"/>
                <a:gd name="csX3" fmla="*/ 4367 w 39960"/>
                <a:gd name="csY3" fmla="*/ 22071 h 24617"/>
                <a:gd name="csX4" fmla="*/ 12267 w 39960"/>
                <a:gd name="csY4" fmla="*/ 23404 h 24617"/>
                <a:gd name="csX5" fmla="*/ 16159 w 39960"/>
                <a:gd name="csY5" fmla="*/ 18642 h 24617"/>
                <a:gd name="csX6" fmla="*/ 34669 w 39960"/>
                <a:gd name="csY6" fmla="*/ 21245 h 24617"/>
                <a:gd name="csX7" fmla="*/ 39756 w 39960"/>
                <a:gd name="csY7" fmla="*/ 14197 h 24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9960" h="24617">
                  <a:moveTo>
                    <a:pt x="39756" y="14197"/>
                  </a:moveTo>
                  <a:cubicBezTo>
                    <a:pt x="40842" y="9561"/>
                    <a:pt x="38352" y="9625"/>
                    <a:pt x="14108" y="353"/>
                  </a:cubicBezTo>
                  <a:cubicBezTo>
                    <a:pt x="9454" y="-1361"/>
                    <a:pt x="2094" y="3719"/>
                    <a:pt x="2094" y="3719"/>
                  </a:cubicBezTo>
                  <a:cubicBezTo>
                    <a:pt x="-2884" y="6196"/>
                    <a:pt x="2310" y="12990"/>
                    <a:pt x="4367" y="22071"/>
                  </a:cubicBezTo>
                  <a:cubicBezTo>
                    <a:pt x="5879" y="26833"/>
                    <a:pt x="11181" y="23468"/>
                    <a:pt x="12267" y="23404"/>
                  </a:cubicBezTo>
                  <a:cubicBezTo>
                    <a:pt x="15404" y="22388"/>
                    <a:pt x="15835" y="19276"/>
                    <a:pt x="16159" y="18642"/>
                  </a:cubicBezTo>
                  <a:cubicBezTo>
                    <a:pt x="17029" y="13879"/>
                    <a:pt x="20814" y="16483"/>
                    <a:pt x="34669" y="21245"/>
                  </a:cubicBezTo>
                  <a:cubicBezTo>
                    <a:pt x="39108" y="22833"/>
                    <a:pt x="39108" y="15594"/>
                    <a:pt x="39756" y="141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3BAEDFB8-26B5-783A-E0EB-CAE4FBFF5288}"/>
                </a:ext>
              </a:extLst>
            </p:cNvPr>
            <p:cNvSpPr/>
            <p:nvPr/>
          </p:nvSpPr>
          <p:spPr>
            <a:xfrm>
              <a:off x="2678722" y="6900623"/>
              <a:ext cx="44266" cy="30632"/>
            </a:xfrm>
            <a:custGeom>
              <a:avLst/>
              <a:gdLst>
                <a:gd name="csX0" fmla="*/ 45935 w 51051"/>
                <a:gd name="csY0" fmla="*/ 29377 h 35327"/>
                <a:gd name="csX1" fmla="*/ 45935 w 51051"/>
                <a:gd name="csY1" fmla="*/ 28488 h 35327"/>
                <a:gd name="csX2" fmla="*/ 49942 w 51051"/>
                <a:gd name="csY2" fmla="*/ 20932 h 35327"/>
                <a:gd name="csX3" fmla="*/ 26346 w 51051"/>
                <a:gd name="csY3" fmla="*/ 4295 h 35327"/>
                <a:gd name="csX4" fmla="*/ 3403 w 51051"/>
                <a:gd name="csY4" fmla="*/ 40 h 35327"/>
                <a:gd name="csX5" fmla="*/ 44 w 51051"/>
                <a:gd name="csY5" fmla="*/ 7533 h 35327"/>
                <a:gd name="csX6" fmla="*/ 9353 w 51051"/>
                <a:gd name="csY6" fmla="*/ 13248 h 35327"/>
                <a:gd name="csX7" fmla="*/ 12598 w 51051"/>
                <a:gd name="csY7" fmla="*/ 21122 h 35327"/>
                <a:gd name="csX8" fmla="*/ 16497 w 51051"/>
                <a:gd name="csY8" fmla="*/ 27726 h 35327"/>
                <a:gd name="csX9" fmla="*/ 22885 w 51051"/>
                <a:gd name="csY9" fmla="*/ 22900 h 35327"/>
                <a:gd name="csX10" fmla="*/ 29699 w 51051"/>
                <a:gd name="csY10" fmla="*/ 20170 h 35327"/>
                <a:gd name="csX11" fmla="*/ 30245 w 51051"/>
                <a:gd name="csY11" fmla="*/ 32362 h 35327"/>
                <a:gd name="csX12" fmla="*/ 42799 w 51051"/>
                <a:gd name="csY12" fmla="*/ 33696 h 35327"/>
                <a:gd name="csX13" fmla="*/ 45935 w 51051"/>
                <a:gd name="csY13" fmla="*/ 29441 h 35327"/>
                <a:gd name="csX14" fmla="*/ 45935 w 51051"/>
                <a:gd name="csY14" fmla="*/ 29377 h 35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051" h="35327">
                  <a:moveTo>
                    <a:pt x="45935" y="29377"/>
                  </a:moveTo>
                  <a:lnTo>
                    <a:pt x="45935" y="28488"/>
                  </a:lnTo>
                  <a:cubicBezTo>
                    <a:pt x="45719" y="23853"/>
                    <a:pt x="49403" y="21567"/>
                    <a:pt x="49942" y="20932"/>
                  </a:cubicBezTo>
                  <a:cubicBezTo>
                    <a:pt x="53403" y="17694"/>
                    <a:pt x="49618" y="17058"/>
                    <a:pt x="26346" y="4295"/>
                  </a:cubicBezTo>
                  <a:cubicBezTo>
                    <a:pt x="22015" y="1882"/>
                    <a:pt x="3403" y="40"/>
                    <a:pt x="3403" y="40"/>
                  </a:cubicBezTo>
                  <a:cubicBezTo>
                    <a:pt x="-1144" y="-594"/>
                    <a:pt x="260" y="6454"/>
                    <a:pt x="44" y="7533"/>
                  </a:cubicBezTo>
                  <a:cubicBezTo>
                    <a:pt x="44" y="12931"/>
                    <a:pt x="6972" y="12295"/>
                    <a:pt x="9353" y="13248"/>
                  </a:cubicBezTo>
                  <a:cubicBezTo>
                    <a:pt x="13792" y="14201"/>
                    <a:pt x="12382" y="20043"/>
                    <a:pt x="12598" y="21122"/>
                  </a:cubicBezTo>
                  <a:cubicBezTo>
                    <a:pt x="12598" y="25567"/>
                    <a:pt x="15957" y="27091"/>
                    <a:pt x="16497" y="27726"/>
                  </a:cubicBezTo>
                  <a:cubicBezTo>
                    <a:pt x="20288" y="30521"/>
                    <a:pt x="22123" y="23726"/>
                    <a:pt x="22885" y="22900"/>
                  </a:cubicBezTo>
                  <a:cubicBezTo>
                    <a:pt x="24936" y="18900"/>
                    <a:pt x="29051" y="20296"/>
                    <a:pt x="29699" y="20170"/>
                  </a:cubicBezTo>
                  <a:cubicBezTo>
                    <a:pt x="34791" y="20678"/>
                    <a:pt x="30676" y="28361"/>
                    <a:pt x="30245" y="32362"/>
                  </a:cubicBezTo>
                  <a:cubicBezTo>
                    <a:pt x="28943" y="38013"/>
                    <a:pt x="37496" y="33886"/>
                    <a:pt x="42799" y="33696"/>
                  </a:cubicBezTo>
                  <a:cubicBezTo>
                    <a:pt x="44640" y="33378"/>
                    <a:pt x="46043" y="31536"/>
                    <a:pt x="45935" y="29441"/>
                  </a:cubicBezTo>
                  <a:lnTo>
                    <a:pt x="45935" y="29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09F9FBBC-332F-BDC3-4C89-EF6782B5A093}"/>
                </a:ext>
              </a:extLst>
            </p:cNvPr>
            <p:cNvSpPr/>
            <p:nvPr/>
          </p:nvSpPr>
          <p:spPr>
            <a:xfrm>
              <a:off x="2645651" y="6871974"/>
              <a:ext cx="39557" cy="19307"/>
            </a:xfrm>
            <a:custGeom>
              <a:avLst/>
              <a:gdLst>
                <a:gd name="csX0" fmla="*/ 44571 w 45620"/>
                <a:gd name="csY0" fmla="*/ 20571 h 22266"/>
                <a:gd name="csX1" fmla="*/ 21298 w 45620"/>
                <a:gd name="csY1" fmla="*/ 4569 h 22266"/>
                <a:gd name="csX2" fmla="*/ 299 w 45620"/>
                <a:gd name="csY2" fmla="*/ 1076 h 22266"/>
                <a:gd name="csX3" fmla="*/ 18917 w 45620"/>
                <a:gd name="csY3" fmla="*/ 19491 h 22266"/>
                <a:gd name="csX4" fmla="*/ 44571 w 45620"/>
                <a:gd name="csY4" fmla="*/ 20571 h 22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620" h="22266">
                  <a:moveTo>
                    <a:pt x="44571" y="20571"/>
                  </a:moveTo>
                  <a:cubicBezTo>
                    <a:pt x="27687" y="7807"/>
                    <a:pt x="25737" y="5711"/>
                    <a:pt x="21298" y="4569"/>
                  </a:cubicBezTo>
                  <a:cubicBezTo>
                    <a:pt x="21298" y="4569"/>
                    <a:pt x="-2946" y="-2670"/>
                    <a:pt x="299" y="1076"/>
                  </a:cubicBezTo>
                  <a:cubicBezTo>
                    <a:pt x="13831" y="17078"/>
                    <a:pt x="14694" y="18920"/>
                    <a:pt x="18917" y="19491"/>
                  </a:cubicBezTo>
                  <a:cubicBezTo>
                    <a:pt x="39161" y="21713"/>
                    <a:pt x="49010" y="23873"/>
                    <a:pt x="44571" y="205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01E0228-D1EB-7C49-4406-334BC9FC13D0}"/>
                </a:ext>
              </a:extLst>
            </p:cNvPr>
            <p:cNvSpPr/>
            <p:nvPr/>
          </p:nvSpPr>
          <p:spPr>
            <a:xfrm>
              <a:off x="2711732" y="6938402"/>
              <a:ext cx="11773" cy="11772"/>
            </a:xfrm>
            <a:custGeom>
              <a:avLst/>
              <a:gdLst>
                <a:gd name="csX0" fmla="*/ 7981 w 13577"/>
                <a:gd name="csY0" fmla="*/ 159 h 13576"/>
                <a:gd name="csX1" fmla="*/ 184 w 13577"/>
                <a:gd name="csY1" fmla="*/ 6319 h 13576"/>
                <a:gd name="csX2" fmla="*/ 5708 w 13577"/>
                <a:gd name="csY2" fmla="*/ 13367 h 13576"/>
                <a:gd name="csX3" fmla="*/ 13392 w 13577"/>
                <a:gd name="csY3" fmla="*/ 7017 h 13576"/>
                <a:gd name="csX4" fmla="*/ 7981 w 13577"/>
                <a:gd name="csY4" fmla="*/ 159 h 13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77" h="13576">
                  <a:moveTo>
                    <a:pt x="7981" y="159"/>
                  </a:moveTo>
                  <a:cubicBezTo>
                    <a:pt x="5816" y="1239"/>
                    <a:pt x="-1220" y="1239"/>
                    <a:pt x="184" y="6319"/>
                  </a:cubicBezTo>
                  <a:cubicBezTo>
                    <a:pt x="838" y="7652"/>
                    <a:pt x="1161" y="14891"/>
                    <a:pt x="5708" y="13367"/>
                  </a:cubicBezTo>
                  <a:cubicBezTo>
                    <a:pt x="7867" y="12288"/>
                    <a:pt x="14795" y="12097"/>
                    <a:pt x="13392" y="7017"/>
                  </a:cubicBezTo>
                  <a:cubicBezTo>
                    <a:pt x="13392" y="7017"/>
                    <a:pt x="12414" y="-1238"/>
                    <a:pt x="7981" y="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28A82D4-5120-F0F3-C832-99F15A2971F2}"/>
                </a:ext>
              </a:extLst>
            </p:cNvPr>
            <p:cNvSpPr/>
            <p:nvPr/>
          </p:nvSpPr>
          <p:spPr>
            <a:xfrm>
              <a:off x="2771837" y="6908045"/>
              <a:ext cx="16667" cy="20902"/>
            </a:xfrm>
            <a:custGeom>
              <a:avLst/>
              <a:gdLst>
                <a:gd name="csX0" fmla="*/ 7497 w 19221"/>
                <a:gd name="csY0" fmla="*/ 24056 h 24106"/>
                <a:gd name="csX1" fmla="*/ 10850 w 19221"/>
                <a:gd name="csY1" fmla="*/ 21262 h 24106"/>
                <a:gd name="csX2" fmla="*/ 16914 w 19221"/>
                <a:gd name="csY2" fmla="*/ 16817 h 24106"/>
                <a:gd name="csX3" fmla="*/ 15505 w 19221"/>
                <a:gd name="csY3" fmla="*/ 1767 h 24106"/>
                <a:gd name="csX4" fmla="*/ 2519 w 19221"/>
                <a:gd name="csY4" fmla="*/ 9769 h 24106"/>
                <a:gd name="csX5" fmla="*/ 30 w 19221"/>
                <a:gd name="csY5" fmla="*/ 18849 h 24106"/>
                <a:gd name="csX6" fmla="*/ 7497 w 19221"/>
                <a:gd name="csY6" fmla="*/ 23929 h 24106"/>
                <a:gd name="csX7" fmla="*/ 7497 w 19221"/>
                <a:gd name="csY7" fmla="*/ 24056 h 24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221" h="24106">
                  <a:moveTo>
                    <a:pt x="7497" y="24056"/>
                  </a:moveTo>
                  <a:cubicBezTo>
                    <a:pt x="9339" y="24373"/>
                    <a:pt x="10850" y="23167"/>
                    <a:pt x="10850" y="21262"/>
                  </a:cubicBezTo>
                  <a:cubicBezTo>
                    <a:pt x="10850" y="16817"/>
                    <a:pt x="16375" y="17008"/>
                    <a:pt x="16914" y="16817"/>
                  </a:cubicBezTo>
                  <a:cubicBezTo>
                    <a:pt x="22217" y="15928"/>
                    <a:pt x="16914" y="8245"/>
                    <a:pt x="15505" y="1767"/>
                  </a:cubicBezTo>
                  <a:cubicBezTo>
                    <a:pt x="13663" y="-3757"/>
                    <a:pt x="8577" y="5006"/>
                    <a:pt x="2519" y="9769"/>
                  </a:cubicBezTo>
                  <a:cubicBezTo>
                    <a:pt x="-732" y="13007"/>
                    <a:pt x="138" y="17960"/>
                    <a:pt x="30" y="18849"/>
                  </a:cubicBezTo>
                  <a:cubicBezTo>
                    <a:pt x="30" y="23929"/>
                    <a:pt x="6196" y="23421"/>
                    <a:pt x="7497" y="23929"/>
                  </a:cubicBezTo>
                  <a:lnTo>
                    <a:pt x="7497" y="24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8A325160-6EBC-EA00-C52A-2805E9EE8FE6}"/>
                </a:ext>
              </a:extLst>
            </p:cNvPr>
            <p:cNvSpPr/>
            <p:nvPr/>
          </p:nvSpPr>
          <p:spPr>
            <a:xfrm>
              <a:off x="2784074" y="6858092"/>
              <a:ext cx="58927" cy="84412"/>
            </a:xfrm>
            <a:custGeom>
              <a:avLst/>
              <a:gdLst>
                <a:gd name="csX0" fmla="*/ 67960 w 67959"/>
                <a:gd name="csY0" fmla="*/ 7054 h 97350"/>
                <a:gd name="csX1" fmla="*/ 61248 w 67959"/>
                <a:gd name="csY1" fmla="*/ 4577 h 97350"/>
                <a:gd name="csX2" fmla="*/ 47938 w 67959"/>
                <a:gd name="csY2" fmla="*/ 6927 h 97350"/>
                <a:gd name="csX3" fmla="*/ 37867 w 67959"/>
                <a:gd name="csY3" fmla="*/ 894 h 97350"/>
                <a:gd name="csX4" fmla="*/ 33543 w 67959"/>
                <a:gd name="csY4" fmla="*/ 7816 h 97350"/>
                <a:gd name="csX5" fmla="*/ 28672 w 67959"/>
                <a:gd name="csY5" fmla="*/ 14484 h 97350"/>
                <a:gd name="csX6" fmla="*/ 22716 w 67959"/>
                <a:gd name="csY6" fmla="*/ 14801 h 97350"/>
                <a:gd name="csX7" fmla="*/ 17738 w 67959"/>
                <a:gd name="csY7" fmla="*/ 12260 h 97350"/>
                <a:gd name="csX8" fmla="*/ 11565 w 67959"/>
                <a:gd name="csY8" fmla="*/ 15055 h 97350"/>
                <a:gd name="csX9" fmla="*/ 12112 w 67959"/>
                <a:gd name="csY9" fmla="*/ 20262 h 97350"/>
                <a:gd name="csX10" fmla="*/ 14385 w 67959"/>
                <a:gd name="csY10" fmla="*/ 26802 h 97350"/>
                <a:gd name="csX11" fmla="*/ 10270 w 67959"/>
                <a:gd name="csY11" fmla="*/ 30739 h 97350"/>
                <a:gd name="csX12" fmla="*/ 3990 w 67959"/>
                <a:gd name="csY12" fmla="*/ 31247 h 97350"/>
                <a:gd name="csX13" fmla="*/ 2148 w 67959"/>
                <a:gd name="csY13" fmla="*/ 43185 h 97350"/>
                <a:gd name="csX14" fmla="*/ 13515 w 67959"/>
                <a:gd name="csY14" fmla="*/ 49345 h 97350"/>
                <a:gd name="csX15" fmla="*/ 26831 w 67959"/>
                <a:gd name="csY15" fmla="*/ 44455 h 97350"/>
                <a:gd name="csX16" fmla="*/ 40795 w 67959"/>
                <a:gd name="csY16" fmla="*/ 45090 h 97350"/>
                <a:gd name="csX17" fmla="*/ 41010 w 67959"/>
                <a:gd name="csY17" fmla="*/ 54297 h 97350"/>
                <a:gd name="csX18" fmla="*/ 13839 w 67959"/>
                <a:gd name="csY18" fmla="*/ 69410 h 97350"/>
                <a:gd name="csX19" fmla="*/ 19795 w 67959"/>
                <a:gd name="csY19" fmla="*/ 80904 h 97350"/>
                <a:gd name="csX20" fmla="*/ 64277 w 67959"/>
                <a:gd name="csY20" fmla="*/ 97096 h 97350"/>
                <a:gd name="csX21" fmla="*/ 67960 w 67959"/>
                <a:gd name="csY21" fmla="*/ 97351 h 97350"/>
                <a:gd name="csX22" fmla="*/ 67960 w 67959"/>
                <a:gd name="csY22" fmla="*/ 6927 h 97350"/>
                <a:gd name="csX23" fmla="*/ 67960 w 67959"/>
                <a:gd name="csY23" fmla="*/ 7054 h 97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7959" h="97350">
                  <a:moveTo>
                    <a:pt x="67960" y="7054"/>
                  </a:moveTo>
                  <a:cubicBezTo>
                    <a:pt x="64715" y="3815"/>
                    <a:pt x="63305" y="3561"/>
                    <a:pt x="61248" y="4577"/>
                  </a:cubicBezTo>
                  <a:cubicBezTo>
                    <a:pt x="56917" y="5974"/>
                    <a:pt x="51507" y="11054"/>
                    <a:pt x="47938" y="6927"/>
                  </a:cubicBezTo>
                  <a:cubicBezTo>
                    <a:pt x="45119" y="4577"/>
                    <a:pt x="41982" y="-2471"/>
                    <a:pt x="37867" y="894"/>
                  </a:cubicBezTo>
                  <a:cubicBezTo>
                    <a:pt x="37327" y="1529"/>
                    <a:pt x="33543" y="3497"/>
                    <a:pt x="33543" y="7816"/>
                  </a:cubicBezTo>
                  <a:cubicBezTo>
                    <a:pt x="33543" y="12133"/>
                    <a:pt x="28126" y="15055"/>
                    <a:pt x="28672" y="14484"/>
                  </a:cubicBezTo>
                  <a:cubicBezTo>
                    <a:pt x="27047" y="15563"/>
                    <a:pt x="24450" y="15690"/>
                    <a:pt x="22716" y="14801"/>
                  </a:cubicBezTo>
                  <a:lnTo>
                    <a:pt x="17738" y="12260"/>
                  </a:lnTo>
                  <a:cubicBezTo>
                    <a:pt x="14163" y="10292"/>
                    <a:pt x="11026" y="15499"/>
                    <a:pt x="11565" y="15055"/>
                  </a:cubicBezTo>
                  <a:cubicBezTo>
                    <a:pt x="10486" y="16642"/>
                    <a:pt x="10702" y="18928"/>
                    <a:pt x="12112" y="20262"/>
                  </a:cubicBezTo>
                  <a:cubicBezTo>
                    <a:pt x="12543" y="20896"/>
                    <a:pt x="17630" y="23691"/>
                    <a:pt x="14385" y="26802"/>
                  </a:cubicBezTo>
                  <a:lnTo>
                    <a:pt x="10270" y="30739"/>
                  </a:lnTo>
                  <a:cubicBezTo>
                    <a:pt x="7565" y="33343"/>
                    <a:pt x="3450" y="31183"/>
                    <a:pt x="3990" y="31247"/>
                  </a:cubicBezTo>
                  <a:cubicBezTo>
                    <a:pt x="-665" y="28961"/>
                    <a:pt x="-1204" y="40137"/>
                    <a:pt x="2148" y="43185"/>
                  </a:cubicBezTo>
                  <a:cubicBezTo>
                    <a:pt x="5400" y="45408"/>
                    <a:pt x="8752" y="51186"/>
                    <a:pt x="13515" y="49345"/>
                  </a:cubicBezTo>
                  <a:lnTo>
                    <a:pt x="26831" y="44455"/>
                  </a:lnTo>
                  <a:cubicBezTo>
                    <a:pt x="31809" y="42614"/>
                    <a:pt x="41442" y="45217"/>
                    <a:pt x="40795" y="45090"/>
                  </a:cubicBezTo>
                  <a:cubicBezTo>
                    <a:pt x="45227" y="45852"/>
                    <a:pt x="45119" y="52584"/>
                    <a:pt x="41010" y="54297"/>
                  </a:cubicBezTo>
                  <a:cubicBezTo>
                    <a:pt x="16328" y="64584"/>
                    <a:pt x="12543" y="64648"/>
                    <a:pt x="13839" y="69410"/>
                  </a:cubicBezTo>
                  <a:cubicBezTo>
                    <a:pt x="15140" y="72649"/>
                    <a:pt x="15140" y="79190"/>
                    <a:pt x="19795" y="80904"/>
                  </a:cubicBezTo>
                  <a:cubicBezTo>
                    <a:pt x="58975" y="96144"/>
                    <a:pt x="59406" y="96779"/>
                    <a:pt x="64277" y="97096"/>
                  </a:cubicBezTo>
                  <a:cubicBezTo>
                    <a:pt x="65579" y="97096"/>
                    <a:pt x="66658" y="97223"/>
                    <a:pt x="67960" y="97351"/>
                  </a:cubicBezTo>
                  <a:lnTo>
                    <a:pt x="67960" y="6927"/>
                  </a:lnTo>
                  <a:lnTo>
                    <a:pt x="67960" y="7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FC7E817B-3F20-626E-BBC3-0E1D83CA8C65}"/>
                </a:ext>
              </a:extLst>
            </p:cNvPr>
            <p:cNvSpPr/>
            <p:nvPr/>
          </p:nvSpPr>
          <p:spPr>
            <a:xfrm>
              <a:off x="2749618" y="6936648"/>
              <a:ext cx="93383" cy="38976"/>
            </a:xfrm>
            <a:custGeom>
              <a:avLst/>
              <a:gdLst>
                <a:gd name="csX0" fmla="*/ 97085 w 107696"/>
                <a:gd name="csY0" fmla="*/ 17866 h 44950"/>
                <a:gd name="csX1" fmla="*/ 84315 w 107696"/>
                <a:gd name="csY1" fmla="*/ 16660 h 44950"/>
                <a:gd name="csX2" fmla="*/ 83668 w 107696"/>
                <a:gd name="csY2" fmla="*/ 17104 h 44950"/>
                <a:gd name="csX3" fmla="*/ 79661 w 107696"/>
                <a:gd name="csY3" fmla="*/ 15707 h 44950"/>
                <a:gd name="csX4" fmla="*/ 74682 w 107696"/>
                <a:gd name="csY4" fmla="*/ 9421 h 44950"/>
                <a:gd name="csX5" fmla="*/ 65481 w 107696"/>
                <a:gd name="csY5" fmla="*/ 9992 h 44950"/>
                <a:gd name="csX6" fmla="*/ 62560 w 107696"/>
                <a:gd name="csY6" fmla="*/ 15517 h 44950"/>
                <a:gd name="csX7" fmla="*/ 54553 w 107696"/>
                <a:gd name="csY7" fmla="*/ 11389 h 44950"/>
                <a:gd name="csX8" fmla="*/ 49467 w 107696"/>
                <a:gd name="csY8" fmla="*/ 3706 h 44950"/>
                <a:gd name="csX9" fmla="*/ 27927 w 107696"/>
                <a:gd name="csY9" fmla="*/ 2182 h 44950"/>
                <a:gd name="csX10" fmla="*/ 30309 w 107696"/>
                <a:gd name="csY10" fmla="*/ 6944 h 44950"/>
                <a:gd name="csX11" fmla="*/ 39726 w 107696"/>
                <a:gd name="csY11" fmla="*/ 12342 h 44950"/>
                <a:gd name="csX12" fmla="*/ 34963 w 107696"/>
                <a:gd name="csY12" fmla="*/ 17231 h 44950"/>
                <a:gd name="csX13" fmla="*/ 20238 w 107696"/>
                <a:gd name="csY13" fmla="*/ 15072 h 44950"/>
                <a:gd name="csX14" fmla="*/ 0 w 107696"/>
                <a:gd name="csY14" fmla="*/ 15962 h 44950"/>
                <a:gd name="csX15" fmla="*/ 0 w 107696"/>
                <a:gd name="csY15" fmla="*/ 25994 h 44950"/>
                <a:gd name="csX16" fmla="*/ 42970 w 107696"/>
                <a:gd name="csY16" fmla="*/ 32154 h 44950"/>
                <a:gd name="csX17" fmla="*/ 58992 w 107696"/>
                <a:gd name="csY17" fmla="*/ 32788 h 44950"/>
                <a:gd name="csX18" fmla="*/ 93409 w 107696"/>
                <a:gd name="csY18" fmla="*/ 38885 h 44950"/>
                <a:gd name="csX19" fmla="*/ 107696 w 107696"/>
                <a:gd name="csY19" fmla="*/ 36472 h 44950"/>
                <a:gd name="csX20" fmla="*/ 107696 w 107696"/>
                <a:gd name="csY20" fmla="*/ 18501 h 44950"/>
                <a:gd name="csX21" fmla="*/ 97085 w 107696"/>
                <a:gd name="csY21" fmla="*/ 17549 h 44950"/>
                <a:gd name="csX22" fmla="*/ 97085 w 107696"/>
                <a:gd name="csY22" fmla="*/ 17866 h 44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7696" h="44950">
                  <a:moveTo>
                    <a:pt x="97085" y="17866"/>
                  </a:moveTo>
                  <a:cubicBezTo>
                    <a:pt x="93517" y="17104"/>
                    <a:pt x="88538" y="13675"/>
                    <a:pt x="84315" y="16660"/>
                  </a:cubicBezTo>
                  <a:lnTo>
                    <a:pt x="83668" y="17104"/>
                  </a:lnTo>
                  <a:cubicBezTo>
                    <a:pt x="82150" y="18311"/>
                    <a:pt x="80315" y="17675"/>
                    <a:pt x="79661" y="15707"/>
                  </a:cubicBezTo>
                  <a:cubicBezTo>
                    <a:pt x="79229" y="15072"/>
                    <a:pt x="78689" y="10818"/>
                    <a:pt x="74682" y="9421"/>
                  </a:cubicBezTo>
                  <a:cubicBezTo>
                    <a:pt x="71977" y="9039"/>
                    <a:pt x="65050" y="4595"/>
                    <a:pt x="65481" y="9992"/>
                  </a:cubicBezTo>
                  <a:cubicBezTo>
                    <a:pt x="65481" y="10627"/>
                    <a:pt x="66783" y="15834"/>
                    <a:pt x="62560" y="15517"/>
                  </a:cubicBezTo>
                  <a:cubicBezTo>
                    <a:pt x="61481" y="15199"/>
                    <a:pt x="55848" y="16279"/>
                    <a:pt x="54553" y="11389"/>
                  </a:cubicBezTo>
                  <a:cubicBezTo>
                    <a:pt x="54121" y="10436"/>
                    <a:pt x="53905" y="4595"/>
                    <a:pt x="49467" y="3706"/>
                  </a:cubicBezTo>
                  <a:cubicBezTo>
                    <a:pt x="32690" y="276"/>
                    <a:pt x="28791" y="-1819"/>
                    <a:pt x="27927" y="2182"/>
                  </a:cubicBezTo>
                  <a:cubicBezTo>
                    <a:pt x="27604" y="3833"/>
                    <a:pt x="28683" y="5992"/>
                    <a:pt x="30309" y="6944"/>
                  </a:cubicBezTo>
                  <a:lnTo>
                    <a:pt x="39726" y="12342"/>
                  </a:lnTo>
                  <a:cubicBezTo>
                    <a:pt x="43618" y="14628"/>
                    <a:pt x="39288" y="18437"/>
                    <a:pt x="34963" y="17231"/>
                  </a:cubicBezTo>
                  <a:cubicBezTo>
                    <a:pt x="29331" y="15580"/>
                    <a:pt x="23597" y="13040"/>
                    <a:pt x="20238" y="15072"/>
                  </a:cubicBezTo>
                  <a:cubicBezTo>
                    <a:pt x="13964" y="18946"/>
                    <a:pt x="0" y="8278"/>
                    <a:pt x="0" y="15962"/>
                  </a:cubicBezTo>
                  <a:lnTo>
                    <a:pt x="0" y="25994"/>
                  </a:lnTo>
                  <a:cubicBezTo>
                    <a:pt x="33122" y="31264"/>
                    <a:pt x="37014" y="33233"/>
                    <a:pt x="42970" y="32154"/>
                  </a:cubicBezTo>
                  <a:cubicBezTo>
                    <a:pt x="55740" y="30122"/>
                    <a:pt x="60611" y="28280"/>
                    <a:pt x="58992" y="32788"/>
                  </a:cubicBezTo>
                  <a:cubicBezTo>
                    <a:pt x="55201" y="48918"/>
                    <a:pt x="44920" y="46886"/>
                    <a:pt x="93409" y="38885"/>
                  </a:cubicBezTo>
                  <a:cubicBezTo>
                    <a:pt x="99143" y="37869"/>
                    <a:pt x="103797" y="37107"/>
                    <a:pt x="107696" y="36472"/>
                  </a:cubicBezTo>
                  <a:lnTo>
                    <a:pt x="107696" y="18501"/>
                  </a:lnTo>
                  <a:cubicBezTo>
                    <a:pt x="100552" y="18501"/>
                    <a:pt x="99466" y="18311"/>
                    <a:pt x="97085" y="17549"/>
                  </a:cubicBezTo>
                  <a:lnTo>
                    <a:pt x="97085" y="17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B1746271-A0C7-F696-6C1D-4D75406BC9FF}"/>
                </a:ext>
              </a:extLst>
            </p:cNvPr>
            <p:cNvSpPr/>
            <p:nvPr/>
          </p:nvSpPr>
          <p:spPr>
            <a:xfrm>
              <a:off x="2755661" y="6971121"/>
              <a:ext cx="31638" cy="14750"/>
            </a:xfrm>
            <a:custGeom>
              <a:avLst/>
              <a:gdLst>
                <a:gd name="csX0" fmla="*/ 34491 w 36487"/>
                <a:gd name="csY0" fmla="*/ 4399 h 17011"/>
                <a:gd name="csX1" fmla="*/ 67 w 36487"/>
                <a:gd name="csY1" fmla="*/ 1479 h 17011"/>
                <a:gd name="csX2" fmla="*/ 5916 w 36487"/>
                <a:gd name="csY2" fmla="*/ 9035 h 17011"/>
                <a:gd name="csX3" fmla="*/ 32433 w 36487"/>
                <a:gd name="csY3" fmla="*/ 15004 h 17011"/>
                <a:gd name="csX4" fmla="*/ 34491 w 36487"/>
                <a:gd name="csY4" fmla="*/ 4399 h 17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487" h="17011">
                  <a:moveTo>
                    <a:pt x="34491" y="4399"/>
                  </a:moveTo>
                  <a:cubicBezTo>
                    <a:pt x="34491" y="4399"/>
                    <a:pt x="-1768" y="-3094"/>
                    <a:pt x="67" y="1479"/>
                  </a:cubicBezTo>
                  <a:cubicBezTo>
                    <a:pt x="613" y="2368"/>
                    <a:pt x="1693" y="7447"/>
                    <a:pt x="5916" y="9035"/>
                  </a:cubicBezTo>
                  <a:cubicBezTo>
                    <a:pt x="24750" y="15956"/>
                    <a:pt x="29944" y="19512"/>
                    <a:pt x="32433" y="15004"/>
                  </a:cubicBezTo>
                  <a:cubicBezTo>
                    <a:pt x="33729" y="11638"/>
                    <a:pt x="39469" y="5288"/>
                    <a:pt x="34491" y="4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8994799-1F8A-A9F9-6921-1C4283FB3D80}"/>
                </a:ext>
              </a:extLst>
            </p:cNvPr>
            <p:cNvSpPr/>
            <p:nvPr/>
          </p:nvSpPr>
          <p:spPr>
            <a:xfrm>
              <a:off x="2729997" y="6951800"/>
              <a:ext cx="11691" cy="13382"/>
            </a:xfrm>
            <a:custGeom>
              <a:avLst/>
              <a:gdLst>
                <a:gd name="csX0" fmla="*/ 8779 w 13483"/>
                <a:gd name="csY0" fmla="*/ 202 h 15433"/>
                <a:gd name="csX1" fmla="*/ 441 w 13483"/>
                <a:gd name="csY1" fmla="*/ 7124 h 15433"/>
                <a:gd name="csX2" fmla="*/ 8233 w 13483"/>
                <a:gd name="csY2" fmla="*/ 15188 h 15433"/>
                <a:gd name="csX3" fmla="*/ 13427 w 13483"/>
                <a:gd name="csY3" fmla="*/ 9727 h 15433"/>
                <a:gd name="csX4" fmla="*/ 8779 w 13483"/>
                <a:gd name="csY4" fmla="*/ 202 h 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83" h="15433">
                  <a:moveTo>
                    <a:pt x="8779" y="202"/>
                  </a:moveTo>
                  <a:cubicBezTo>
                    <a:pt x="5959" y="1726"/>
                    <a:pt x="-1940" y="2234"/>
                    <a:pt x="441" y="7124"/>
                  </a:cubicBezTo>
                  <a:cubicBezTo>
                    <a:pt x="2283" y="9727"/>
                    <a:pt x="3470" y="16839"/>
                    <a:pt x="8233" y="15188"/>
                  </a:cubicBezTo>
                  <a:cubicBezTo>
                    <a:pt x="8887" y="14807"/>
                    <a:pt x="14081" y="14363"/>
                    <a:pt x="13427" y="9727"/>
                  </a:cubicBezTo>
                  <a:cubicBezTo>
                    <a:pt x="13427" y="9727"/>
                    <a:pt x="13427" y="-1639"/>
                    <a:pt x="8779" y="2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13052171-27EB-800B-FD50-262A026250AF}"/>
                </a:ext>
              </a:extLst>
            </p:cNvPr>
            <p:cNvSpPr/>
            <p:nvPr/>
          </p:nvSpPr>
          <p:spPr>
            <a:xfrm>
              <a:off x="2503449" y="6042782"/>
              <a:ext cx="10932" cy="9000"/>
            </a:xfrm>
            <a:custGeom>
              <a:avLst/>
              <a:gdLst>
                <a:gd name="csX0" fmla="*/ 4981 w 12607"/>
                <a:gd name="csY0" fmla="*/ 240 h 10379"/>
                <a:gd name="csX1" fmla="*/ 3 w 12607"/>
                <a:gd name="csY1" fmla="*/ 7162 h 10379"/>
                <a:gd name="csX2" fmla="*/ 7248 w 12607"/>
                <a:gd name="csY2" fmla="*/ 9651 h 10379"/>
                <a:gd name="csX3" fmla="*/ 12233 w 12607"/>
                <a:gd name="csY3" fmla="*/ 2730 h 10379"/>
                <a:gd name="csX4" fmla="*/ 5089 w 12607"/>
                <a:gd name="csY4" fmla="*/ 240 h 10379"/>
                <a:gd name="csX5" fmla="*/ 4981 w 12607"/>
                <a:gd name="csY5" fmla="*/ 240 h 10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607" h="10379">
                  <a:moveTo>
                    <a:pt x="4981" y="240"/>
                  </a:moveTo>
                  <a:cubicBezTo>
                    <a:pt x="2378" y="1104"/>
                    <a:pt x="111" y="4133"/>
                    <a:pt x="3" y="7162"/>
                  </a:cubicBezTo>
                  <a:cubicBezTo>
                    <a:pt x="-111" y="10083"/>
                    <a:pt x="3140" y="11270"/>
                    <a:pt x="7248" y="9651"/>
                  </a:cubicBezTo>
                  <a:cubicBezTo>
                    <a:pt x="11363" y="8025"/>
                    <a:pt x="13528" y="5003"/>
                    <a:pt x="12233" y="2730"/>
                  </a:cubicBezTo>
                  <a:cubicBezTo>
                    <a:pt x="10823" y="564"/>
                    <a:pt x="7578" y="-515"/>
                    <a:pt x="5089" y="240"/>
                  </a:cubicBezTo>
                  <a:lnTo>
                    <a:pt x="4981" y="2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43655B06-A366-8CCF-3DFF-1ECC1D00197E}"/>
                </a:ext>
              </a:extLst>
            </p:cNvPr>
            <p:cNvSpPr/>
            <p:nvPr/>
          </p:nvSpPr>
          <p:spPr>
            <a:xfrm>
              <a:off x="2446913" y="6047359"/>
              <a:ext cx="4585" cy="7847"/>
            </a:xfrm>
            <a:custGeom>
              <a:avLst/>
              <a:gdLst>
                <a:gd name="csX0" fmla="*/ 41 w 5288"/>
                <a:gd name="csY0" fmla="*/ 5451 h 9050"/>
                <a:gd name="csX1" fmla="*/ 3502 w 5288"/>
                <a:gd name="csY1" fmla="*/ 263 h 9050"/>
                <a:gd name="csX2" fmla="*/ 4048 w 5288"/>
                <a:gd name="csY2" fmla="*/ 7401 h 9050"/>
                <a:gd name="csX3" fmla="*/ 149 w 5288"/>
                <a:gd name="csY3" fmla="*/ 5451 h 9050"/>
                <a:gd name="csX4" fmla="*/ 41 w 5288"/>
                <a:gd name="csY4" fmla="*/ 5451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88" h="9050">
                  <a:moveTo>
                    <a:pt x="41" y="5451"/>
                  </a:moveTo>
                  <a:cubicBezTo>
                    <a:pt x="-283" y="1558"/>
                    <a:pt x="1343" y="-823"/>
                    <a:pt x="3502" y="263"/>
                  </a:cubicBezTo>
                  <a:cubicBezTo>
                    <a:pt x="5667" y="1343"/>
                    <a:pt x="5883" y="4587"/>
                    <a:pt x="4048" y="7401"/>
                  </a:cubicBezTo>
                  <a:cubicBezTo>
                    <a:pt x="2099" y="10214"/>
                    <a:pt x="365" y="9344"/>
                    <a:pt x="149" y="5451"/>
                  </a:cubicBezTo>
                  <a:lnTo>
                    <a:pt x="41" y="54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3A59233C-7AA8-7CEB-733F-618A7FB78042}"/>
                </a:ext>
              </a:extLst>
            </p:cNvPr>
            <p:cNvSpPr/>
            <p:nvPr/>
          </p:nvSpPr>
          <p:spPr>
            <a:xfrm>
              <a:off x="2640228" y="6446837"/>
              <a:ext cx="8123" cy="7063"/>
            </a:xfrm>
            <a:custGeom>
              <a:avLst/>
              <a:gdLst>
                <a:gd name="csX0" fmla="*/ 712 w 9368"/>
                <a:gd name="csY0" fmla="*/ 5629 h 8146"/>
                <a:gd name="csX1" fmla="*/ 4935 w 9368"/>
                <a:gd name="csY1" fmla="*/ 3 h 8146"/>
                <a:gd name="csX2" fmla="*/ 8288 w 9368"/>
                <a:gd name="csY2" fmla="*/ 5953 h 8146"/>
                <a:gd name="csX3" fmla="*/ 712 w 9368"/>
                <a:gd name="csY3" fmla="*/ 5629 h 8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68" h="8146">
                  <a:moveTo>
                    <a:pt x="712" y="5629"/>
                  </a:moveTo>
                  <a:cubicBezTo>
                    <a:pt x="-1129" y="2385"/>
                    <a:pt x="712" y="-104"/>
                    <a:pt x="4935" y="3"/>
                  </a:cubicBezTo>
                  <a:cubicBezTo>
                    <a:pt x="9158" y="219"/>
                    <a:pt x="10561" y="2816"/>
                    <a:pt x="8288" y="5953"/>
                  </a:cubicBezTo>
                  <a:cubicBezTo>
                    <a:pt x="5907" y="8982"/>
                    <a:pt x="2554" y="8875"/>
                    <a:pt x="712" y="5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D23332BB-A89A-6F5C-2F02-63542C49E053}"/>
                </a:ext>
              </a:extLst>
            </p:cNvPr>
            <p:cNvSpPr/>
            <p:nvPr/>
          </p:nvSpPr>
          <p:spPr>
            <a:xfrm>
              <a:off x="3458566" y="4913643"/>
              <a:ext cx="12701" cy="9868"/>
            </a:xfrm>
            <a:custGeom>
              <a:avLst/>
              <a:gdLst>
                <a:gd name="csX0" fmla="*/ 12345 w 14648"/>
                <a:gd name="csY0" fmla="*/ 35 h 11380"/>
                <a:gd name="csX1" fmla="*/ 4122 w 14648"/>
                <a:gd name="csY1" fmla="*/ 3604 h 11380"/>
                <a:gd name="csX2" fmla="*/ 1957 w 14648"/>
                <a:gd name="csY2" fmla="*/ 11281 h 11380"/>
                <a:gd name="csX3" fmla="*/ 13215 w 14648"/>
                <a:gd name="csY3" fmla="*/ 6309 h 11380"/>
                <a:gd name="csX4" fmla="*/ 12345 w 14648"/>
                <a:gd name="csY4" fmla="*/ 35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648" h="11380">
                  <a:moveTo>
                    <a:pt x="12345" y="35"/>
                  </a:moveTo>
                  <a:cubicBezTo>
                    <a:pt x="12345" y="35"/>
                    <a:pt x="6611" y="-73"/>
                    <a:pt x="4122" y="3604"/>
                  </a:cubicBezTo>
                  <a:cubicBezTo>
                    <a:pt x="2928" y="5871"/>
                    <a:pt x="-3022" y="12253"/>
                    <a:pt x="1957" y="11281"/>
                  </a:cubicBezTo>
                  <a:cubicBezTo>
                    <a:pt x="5417" y="10202"/>
                    <a:pt x="11374" y="10957"/>
                    <a:pt x="13215" y="6309"/>
                  </a:cubicBezTo>
                  <a:cubicBezTo>
                    <a:pt x="13323" y="5331"/>
                    <a:pt x="16892" y="-505"/>
                    <a:pt x="12345" y="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04553925-A113-6CF9-9E62-AB4388CCB349}"/>
                </a:ext>
              </a:extLst>
            </p:cNvPr>
            <p:cNvSpPr/>
            <p:nvPr/>
          </p:nvSpPr>
          <p:spPr>
            <a:xfrm>
              <a:off x="3430860" y="4851178"/>
              <a:ext cx="8414" cy="6593"/>
            </a:xfrm>
            <a:custGeom>
              <a:avLst/>
              <a:gdLst>
                <a:gd name="csX0" fmla="*/ 2952 w 9704"/>
                <a:gd name="csY0" fmla="*/ 700 h 7603"/>
                <a:gd name="csX1" fmla="*/ 678 w 9704"/>
                <a:gd name="csY1" fmla="*/ 2542 h 7603"/>
                <a:gd name="csX2" fmla="*/ 7282 w 9704"/>
                <a:gd name="csY2" fmla="*/ 6542 h 7603"/>
                <a:gd name="csX3" fmla="*/ 8908 w 9704"/>
                <a:gd name="csY3" fmla="*/ 3297 h 7603"/>
                <a:gd name="csX4" fmla="*/ 2952 w 9704"/>
                <a:gd name="csY4" fmla="*/ 592 h 7603"/>
                <a:gd name="csX5" fmla="*/ 2952 w 9704"/>
                <a:gd name="csY5" fmla="*/ 700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04" h="7603">
                  <a:moveTo>
                    <a:pt x="2952" y="700"/>
                  </a:moveTo>
                  <a:cubicBezTo>
                    <a:pt x="2952" y="700"/>
                    <a:pt x="-1703" y="-919"/>
                    <a:pt x="678" y="2542"/>
                  </a:cubicBezTo>
                  <a:cubicBezTo>
                    <a:pt x="1764" y="3621"/>
                    <a:pt x="4253" y="10111"/>
                    <a:pt x="7282" y="6542"/>
                  </a:cubicBezTo>
                  <a:cubicBezTo>
                    <a:pt x="7606" y="6002"/>
                    <a:pt x="11289" y="6542"/>
                    <a:pt x="8908" y="3297"/>
                  </a:cubicBezTo>
                  <a:cubicBezTo>
                    <a:pt x="8908" y="3297"/>
                    <a:pt x="6527" y="-1675"/>
                    <a:pt x="2952" y="592"/>
                  </a:cubicBezTo>
                  <a:lnTo>
                    <a:pt x="2952" y="7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D1004117-96DB-50D7-F3E4-FDFB93429728}"/>
                </a:ext>
              </a:extLst>
            </p:cNvPr>
            <p:cNvSpPr/>
            <p:nvPr/>
          </p:nvSpPr>
          <p:spPr>
            <a:xfrm>
              <a:off x="3608517" y="4954573"/>
              <a:ext cx="7875" cy="8677"/>
            </a:xfrm>
            <a:custGeom>
              <a:avLst/>
              <a:gdLst>
                <a:gd name="csX0" fmla="*/ 1552 w 9082"/>
                <a:gd name="csY0" fmla="*/ 8737 h 10007"/>
                <a:gd name="csX1" fmla="*/ 7617 w 9082"/>
                <a:gd name="csY1" fmla="*/ 8521 h 10007"/>
                <a:gd name="csX2" fmla="*/ 8480 w 9082"/>
                <a:gd name="csY2" fmla="*/ 3873 h 10007"/>
                <a:gd name="csX3" fmla="*/ 2423 w 9082"/>
                <a:gd name="csY3" fmla="*/ 1060 h 10007"/>
                <a:gd name="csX4" fmla="*/ 905 w 9082"/>
                <a:gd name="csY4" fmla="*/ 7873 h 10007"/>
                <a:gd name="csX5" fmla="*/ 1552 w 9082"/>
                <a:gd name="csY5" fmla="*/ 8629 h 10007"/>
                <a:gd name="csX6" fmla="*/ 1552 w 9082"/>
                <a:gd name="csY6" fmla="*/ 8737 h 1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82" h="10007">
                  <a:moveTo>
                    <a:pt x="1552" y="8737"/>
                  </a:moveTo>
                  <a:cubicBezTo>
                    <a:pt x="4041" y="11766"/>
                    <a:pt x="8264" y="8413"/>
                    <a:pt x="7617" y="8521"/>
                  </a:cubicBezTo>
                  <a:cubicBezTo>
                    <a:pt x="9128" y="7442"/>
                    <a:pt x="9566" y="5384"/>
                    <a:pt x="8480" y="3873"/>
                  </a:cubicBezTo>
                  <a:cubicBezTo>
                    <a:pt x="7833" y="3333"/>
                    <a:pt x="5343" y="-2293"/>
                    <a:pt x="2423" y="1060"/>
                  </a:cubicBezTo>
                  <a:cubicBezTo>
                    <a:pt x="2423" y="1060"/>
                    <a:pt x="-1800" y="4521"/>
                    <a:pt x="905" y="7873"/>
                  </a:cubicBezTo>
                  <a:lnTo>
                    <a:pt x="1552" y="8629"/>
                  </a:lnTo>
                  <a:lnTo>
                    <a:pt x="1552" y="8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1AC27140-2F75-C7CF-D3BC-5E88F90D19BA}"/>
                </a:ext>
              </a:extLst>
            </p:cNvPr>
            <p:cNvSpPr/>
            <p:nvPr/>
          </p:nvSpPr>
          <p:spPr>
            <a:xfrm>
              <a:off x="3633418" y="5679031"/>
              <a:ext cx="11256" cy="6593"/>
            </a:xfrm>
            <a:custGeom>
              <a:avLst/>
              <a:gdLst>
                <a:gd name="csX0" fmla="*/ 11583 w 12981"/>
                <a:gd name="csY0" fmla="*/ 712 h 7603"/>
                <a:gd name="csX1" fmla="*/ 1734 w 12981"/>
                <a:gd name="csY1" fmla="*/ 1036 h 7603"/>
                <a:gd name="csX2" fmla="*/ 2820 w 12981"/>
                <a:gd name="csY2" fmla="*/ 6440 h 7603"/>
                <a:gd name="csX3" fmla="*/ 7906 w 12981"/>
                <a:gd name="csY3" fmla="*/ 6878 h 7603"/>
                <a:gd name="csX4" fmla="*/ 11913 w 12981"/>
                <a:gd name="csY4" fmla="*/ 3957 h 7603"/>
                <a:gd name="csX5" fmla="*/ 11691 w 12981"/>
                <a:gd name="csY5" fmla="*/ 712 h 7603"/>
                <a:gd name="csX6" fmla="*/ 11583 w 12981"/>
                <a:gd name="csY6" fmla="*/ 712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81" h="7603">
                  <a:moveTo>
                    <a:pt x="11583" y="712"/>
                  </a:moveTo>
                  <a:cubicBezTo>
                    <a:pt x="7582" y="-1015"/>
                    <a:pt x="3036" y="928"/>
                    <a:pt x="1734" y="1036"/>
                  </a:cubicBezTo>
                  <a:cubicBezTo>
                    <a:pt x="-2590" y="2008"/>
                    <a:pt x="2496" y="5684"/>
                    <a:pt x="2820" y="6440"/>
                  </a:cubicBezTo>
                  <a:cubicBezTo>
                    <a:pt x="4115" y="7850"/>
                    <a:pt x="6388" y="7958"/>
                    <a:pt x="7906" y="6878"/>
                  </a:cubicBezTo>
                  <a:lnTo>
                    <a:pt x="11913" y="3957"/>
                  </a:lnTo>
                  <a:cubicBezTo>
                    <a:pt x="13424" y="2877"/>
                    <a:pt x="13316" y="1360"/>
                    <a:pt x="11691" y="712"/>
                  </a:cubicBezTo>
                  <a:lnTo>
                    <a:pt x="11583" y="7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E83148AE-CC58-CF9C-46CC-2920C684E741}"/>
                </a:ext>
              </a:extLst>
            </p:cNvPr>
            <p:cNvSpPr/>
            <p:nvPr/>
          </p:nvSpPr>
          <p:spPr>
            <a:xfrm>
              <a:off x="2667126" y="4764397"/>
              <a:ext cx="1274897" cy="1287688"/>
            </a:xfrm>
            <a:custGeom>
              <a:avLst/>
              <a:gdLst>
                <a:gd name="csX0" fmla="*/ 776485 w 1470297"/>
                <a:gd name="csY0" fmla="*/ 1484078 h 1485049"/>
                <a:gd name="csX1" fmla="*/ 804843 w 1470297"/>
                <a:gd name="csY1" fmla="*/ 1458125 h 1485049"/>
                <a:gd name="csX2" fmla="*/ 811333 w 1470297"/>
                <a:gd name="csY2" fmla="*/ 1433576 h 1485049"/>
                <a:gd name="csX3" fmla="*/ 824541 w 1470297"/>
                <a:gd name="csY3" fmla="*/ 1414113 h 1485049"/>
                <a:gd name="csX4" fmla="*/ 841642 w 1470297"/>
                <a:gd name="csY4" fmla="*/ 1402759 h 1485049"/>
                <a:gd name="csX5" fmla="*/ 868591 w 1470297"/>
                <a:gd name="csY5" fmla="*/ 1379182 h 1485049"/>
                <a:gd name="csX6" fmla="*/ 881469 w 1470297"/>
                <a:gd name="csY6" fmla="*/ 1359288 h 1485049"/>
                <a:gd name="csX7" fmla="*/ 901497 w 1470297"/>
                <a:gd name="csY7" fmla="*/ 1316247 h 1485049"/>
                <a:gd name="csX8" fmla="*/ 923360 w 1470297"/>
                <a:gd name="csY8" fmla="*/ 1289323 h 1485049"/>
                <a:gd name="csX9" fmla="*/ 947712 w 1470297"/>
                <a:gd name="csY9" fmla="*/ 1268990 h 1485049"/>
                <a:gd name="csX10" fmla="*/ 956151 w 1470297"/>
                <a:gd name="csY10" fmla="*/ 1225957 h 1485049"/>
                <a:gd name="csX11" fmla="*/ 956043 w 1470297"/>
                <a:gd name="csY11" fmla="*/ 1225957 h 1485049"/>
                <a:gd name="csX12" fmla="*/ 952583 w 1470297"/>
                <a:gd name="csY12" fmla="*/ 1223683 h 1485049"/>
                <a:gd name="csX13" fmla="*/ 951611 w 1470297"/>
                <a:gd name="csY13" fmla="*/ 1192428 h 1485049"/>
                <a:gd name="csX14" fmla="*/ 954856 w 1470297"/>
                <a:gd name="csY14" fmla="*/ 1178808 h 1485049"/>
                <a:gd name="csX15" fmla="*/ 954208 w 1470297"/>
                <a:gd name="csY15" fmla="*/ 1168102 h 1485049"/>
                <a:gd name="csX16" fmla="*/ 956481 w 1470297"/>
                <a:gd name="csY16" fmla="*/ 1153071 h 1485049"/>
                <a:gd name="csX17" fmla="*/ 954532 w 1470297"/>
                <a:gd name="csY17" fmla="*/ 1146150 h 1485049"/>
                <a:gd name="csX18" fmla="*/ 963295 w 1470297"/>
                <a:gd name="csY18" fmla="*/ 1143336 h 1485049"/>
                <a:gd name="csX19" fmla="*/ 965899 w 1470297"/>
                <a:gd name="csY19" fmla="*/ 1148417 h 1485049"/>
                <a:gd name="csX20" fmla="*/ 980072 w 1470297"/>
                <a:gd name="csY20" fmla="*/ 1130357 h 1485049"/>
                <a:gd name="csX21" fmla="*/ 1012114 w 1470297"/>
                <a:gd name="csY21" fmla="*/ 1105814 h 1485049"/>
                <a:gd name="csX22" fmla="*/ 1016661 w 1470297"/>
                <a:gd name="csY22" fmla="*/ 1100296 h 1485049"/>
                <a:gd name="csX23" fmla="*/ 1035818 w 1470297"/>
                <a:gd name="csY23" fmla="*/ 1092511 h 1485049"/>
                <a:gd name="csX24" fmla="*/ 1045128 w 1470297"/>
                <a:gd name="csY24" fmla="*/ 1087539 h 1485049"/>
                <a:gd name="csX25" fmla="*/ 1049884 w 1470297"/>
                <a:gd name="csY25" fmla="*/ 1083647 h 1485049"/>
                <a:gd name="csX26" fmla="*/ 1061682 w 1470297"/>
                <a:gd name="csY26" fmla="*/ 1082561 h 1485049"/>
                <a:gd name="csX27" fmla="*/ 1077811 w 1470297"/>
                <a:gd name="csY27" fmla="*/ 1084834 h 1485049"/>
                <a:gd name="csX28" fmla="*/ 1076185 w 1470297"/>
                <a:gd name="csY28" fmla="*/ 1080078 h 1485049"/>
                <a:gd name="csX29" fmla="*/ 1074350 w 1470297"/>
                <a:gd name="csY29" fmla="*/ 1078884 h 1485049"/>
                <a:gd name="csX30" fmla="*/ 1074350 w 1470297"/>
                <a:gd name="csY30" fmla="*/ 1075424 h 1485049"/>
                <a:gd name="csX31" fmla="*/ 1086580 w 1470297"/>
                <a:gd name="csY31" fmla="*/ 1068178 h 1485049"/>
                <a:gd name="csX32" fmla="*/ 1092854 w 1470297"/>
                <a:gd name="csY32" fmla="*/ 1066775 h 1485049"/>
                <a:gd name="csX33" fmla="*/ 1100214 w 1470297"/>
                <a:gd name="csY33" fmla="*/ 1067423 h 1485049"/>
                <a:gd name="csX34" fmla="*/ 1103681 w 1470297"/>
                <a:gd name="csY34" fmla="*/ 1060285 h 1485049"/>
                <a:gd name="csX35" fmla="*/ 1099458 w 1470297"/>
                <a:gd name="csY35" fmla="*/ 1054989 h 1485049"/>
                <a:gd name="csX36" fmla="*/ 1102379 w 1470297"/>
                <a:gd name="csY36" fmla="*/ 1051529 h 1485049"/>
                <a:gd name="csX37" fmla="*/ 1125328 w 1470297"/>
                <a:gd name="csY37" fmla="*/ 1046448 h 1485049"/>
                <a:gd name="csX38" fmla="*/ 1131494 w 1470297"/>
                <a:gd name="csY38" fmla="*/ 1047420 h 1485049"/>
                <a:gd name="csX39" fmla="*/ 1137126 w 1470297"/>
                <a:gd name="csY39" fmla="*/ 1050665 h 1485049"/>
                <a:gd name="csX40" fmla="*/ 1143400 w 1470297"/>
                <a:gd name="csY40" fmla="*/ 1051852 h 1485049"/>
                <a:gd name="csX41" fmla="*/ 1153471 w 1470297"/>
                <a:gd name="csY41" fmla="*/ 1050449 h 1485049"/>
                <a:gd name="csX42" fmla="*/ 1155630 w 1470297"/>
                <a:gd name="csY42" fmla="*/ 1046880 h 1485049"/>
                <a:gd name="csX43" fmla="*/ 1154875 w 1470297"/>
                <a:gd name="csY43" fmla="*/ 1044715 h 1485049"/>
                <a:gd name="csX44" fmla="*/ 1157040 w 1470297"/>
                <a:gd name="csY44" fmla="*/ 1040606 h 1485049"/>
                <a:gd name="csX45" fmla="*/ 1160831 w 1470297"/>
                <a:gd name="csY45" fmla="*/ 1039527 h 1485049"/>
                <a:gd name="csX46" fmla="*/ 1163968 w 1470297"/>
                <a:gd name="csY46" fmla="*/ 1041902 h 1485049"/>
                <a:gd name="csX47" fmla="*/ 1163752 w 1470297"/>
                <a:gd name="csY47" fmla="*/ 1046556 h 1485049"/>
                <a:gd name="csX48" fmla="*/ 1166997 w 1470297"/>
                <a:gd name="csY48" fmla="*/ 1049903 h 1485049"/>
                <a:gd name="csX49" fmla="*/ 1194492 w 1470297"/>
                <a:gd name="csY49" fmla="*/ 1049903 h 1485049"/>
                <a:gd name="csX50" fmla="*/ 1202284 w 1470297"/>
                <a:gd name="csY50" fmla="*/ 1044715 h 1485049"/>
                <a:gd name="csX51" fmla="*/ 1202607 w 1470297"/>
                <a:gd name="csY51" fmla="*/ 1039311 h 1485049"/>
                <a:gd name="csX52" fmla="*/ 1199687 w 1470297"/>
                <a:gd name="csY52" fmla="*/ 1034872 h 1485049"/>
                <a:gd name="csX53" fmla="*/ 1200874 w 1470297"/>
                <a:gd name="csY53" fmla="*/ 1030656 h 1485049"/>
                <a:gd name="csX54" fmla="*/ 1236161 w 1470297"/>
                <a:gd name="csY54" fmla="*/ 1013358 h 1485049"/>
                <a:gd name="csX55" fmla="*/ 1238650 w 1470297"/>
                <a:gd name="csY55" fmla="*/ 1008596 h 1485049"/>
                <a:gd name="csX56" fmla="*/ 1236485 w 1470297"/>
                <a:gd name="csY56" fmla="*/ 995839 h 1485049"/>
                <a:gd name="csX57" fmla="*/ 1237241 w 1470297"/>
                <a:gd name="csY57" fmla="*/ 989457 h 1485049"/>
                <a:gd name="csX58" fmla="*/ 1245038 w 1470297"/>
                <a:gd name="csY58" fmla="*/ 972153 h 1485049"/>
                <a:gd name="csX59" fmla="*/ 1251204 w 1470297"/>
                <a:gd name="csY59" fmla="*/ 966641 h 1485049"/>
                <a:gd name="csX60" fmla="*/ 1255967 w 1470297"/>
                <a:gd name="csY60" fmla="*/ 962209 h 1485049"/>
                <a:gd name="csX61" fmla="*/ 1266793 w 1470297"/>
                <a:gd name="csY61" fmla="*/ 944582 h 1485049"/>
                <a:gd name="csX62" fmla="*/ 1271010 w 1470297"/>
                <a:gd name="csY62" fmla="*/ 932034 h 1485049"/>
                <a:gd name="csX63" fmla="*/ 1282916 w 1470297"/>
                <a:gd name="csY63" fmla="*/ 912247 h 1485049"/>
                <a:gd name="csX64" fmla="*/ 1285082 w 1470297"/>
                <a:gd name="csY64" fmla="*/ 906190 h 1485049"/>
                <a:gd name="csX65" fmla="*/ 1288872 w 1470297"/>
                <a:gd name="csY65" fmla="*/ 867048 h 1485049"/>
                <a:gd name="csX66" fmla="*/ 1291685 w 1470297"/>
                <a:gd name="csY66" fmla="*/ 861422 h 1485049"/>
                <a:gd name="csX67" fmla="*/ 1306081 w 1470297"/>
                <a:gd name="csY67" fmla="*/ 847903 h 1485049"/>
                <a:gd name="csX68" fmla="*/ 1306513 w 1470297"/>
                <a:gd name="csY68" fmla="*/ 821843 h 1485049"/>
                <a:gd name="csX69" fmla="*/ 1317987 w 1470297"/>
                <a:gd name="csY69" fmla="*/ 772966 h 1485049"/>
                <a:gd name="csX70" fmla="*/ 1311599 w 1470297"/>
                <a:gd name="csY70" fmla="*/ 737388 h 1485049"/>
                <a:gd name="csX71" fmla="*/ 1313872 w 1470297"/>
                <a:gd name="csY71" fmla="*/ 715004 h 1485049"/>
                <a:gd name="csX72" fmla="*/ 1313117 w 1470297"/>
                <a:gd name="csY72" fmla="*/ 684187 h 1485049"/>
                <a:gd name="csX73" fmla="*/ 1319613 w 1470297"/>
                <a:gd name="csY73" fmla="*/ 674884 h 1485049"/>
                <a:gd name="csX74" fmla="*/ 1315174 w 1470297"/>
                <a:gd name="csY74" fmla="*/ 668827 h 1485049"/>
                <a:gd name="csX75" fmla="*/ 1318851 w 1470297"/>
                <a:gd name="csY75" fmla="*/ 657473 h 1485049"/>
                <a:gd name="csX76" fmla="*/ 1329893 w 1470297"/>
                <a:gd name="csY76" fmla="*/ 654666 h 1485049"/>
                <a:gd name="csX77" fmla="*/ 1334764 w 1470297"/>
                <a:gd name="csY77" fmla="*/ 666776 h 1485049"/>
                <a:gd name="csX78" fmla="*/ 1346022 w 1470297"/>
                <a:gd name="csY78" fmla="*/ 660178 h 1485049"/>
                <a:gd name="csX79" fmla="*/ 1391698 w 1470297"/>
                <a:gd name="csY79" fmla="*/ 585889 h 1485049"/>
                <a:gd name="csX80" fmla="*/ 1414317 w 1470297"/>
                <a:gd name="csY80" fmla="*/ 568585 h 1485049"/>
                <a:gd name="csX81" fmla="*/ 1456532 w 1470297"/>
                <a:gd name="csY81" fmla="*/ 514191 h 1485049"/>
                <a:gd name="csX82" fmla="*/ 1469841 w 1470297"/>
                <a:gd name="csY82" fmla="*/ 450285 h 1485049"/>
                <a:gd name="csX83" fmla="*/ 1444301 w 1470297"/>
                <a:gd name="csY83" fmla="*/ 374263 h 1485049"/>
                <a:gd name="csX84" fmla="*/ 1423734 w 1470297"/>
                <a:gd name="csY84" fmla="*/ 369722 h 1485049"/>
                <a:gd name="csX85" fmla="*/ 1415180 w 1470297"/>
                <a:gd name="csY85" fmla="*/ 370370 h 1485049"/>
                <a:gd name="csX86" fmla="*/ 1395590 w 1470297"/>
                <a:gd name="csY86" fmla="*/ 367449 h 1485049"/>
                <a:gd name="csX87" fmla="*/ 1390288 w 1470297"/>
                <a:gd name="csY87" fmla="*/ 365074 h 1485049"/>
                <a:gd name="csX88" fmla="*/ 1384122 w 1470297"/>
                <a:gd name="csY88" fmla="*/ 364744 h 1485049"/>
                <a:gd name="csX89" fmla="*/ 1378598 w 1470297"/>
                <a:gd name="csY89" fmla="*/ 360636 h 1485049"/>
                <a:gd name="csX90" fmla="*/ 1373727 w 1470297"/>
                <a:gd name="csY90" fmla="*/ 356635 h 1485049"/>
                <a:gd name="csX91" fmla="*/ 1368965 w 1470297"/>
                <a:gd name="csY91" fmla="*/ 355016 h 1485049"/>
                <a:gd name="csX92" fmla="*/ 1361282 w 1470297"/>
                <a:gd name="csY92" fmla="*/ 347447 h 1485049"/>
                <a:gd name="csX93" fmla="*/ 1350893 w 1470297"/>
                <a:gd name="csY93" fmla="*/ 339008 h 1485049"/>
                <a:gd name="csX94" fmla="*/ 1335735 w 1470297"/>
                <a:gd name="csY94" fmla="*/ 321818 h 1485049"/>
                <a:gd name="csX95" fmla="*/ 1322966 w 1470297"/>
                <a:gd name="csY95" fmla="*/ 315544 h 1485049"/>
                <a:gd name="csX96" fmla="*/ 1301210 w 1470297"/>
                <a:gd name="csY96" fmla="*/ 299650 h 1485049"/>
                <a:gd name="csX97" fmla="*/ 1258024 w 1470297"/>
                <a:gd name="csY97" fmla="*/ 285591 h 1485049"/>
                <a:gd name="csX98" fmla="*/ 1222737 w 1470297"/>
                <a:gd name="csY98" fmla="*/ 288944 h 1485049"/>
                <a:gd name="csX99" fmla="*/ 1208018 w 1470297"/>
                <a:gd name="csY99" fmla="*/ 283102 h 1485049"/>
                <a:gd name="csX100" fmla="*/ 1194276 w 1470297"/>
                <a:gd name="csY100" fmla="*/ 281159 h 1485049"/>
                <a:gd name="csX101" fmla="*/ 1188968 w 1470297"/>
                <a:gd name="csY101" fmla="*/ 285375 h 1485049"/>
                <a:gd name="csX102" fmla="*/ 1170896 w 1470297"/>
                <a:gd name="csY102" fmla="*/ 273914 h 1485049"/>
                <a:gd name="csX103" fmla="*/ 1149032 w 1470297"/>
                <a:gd name="csY103" fmla="*/ 269043 h 1485049"/>
                <a:gd name="csX104" fmla="*/ 1144270 w 1470297"/>
                <a:gd name="csY104" fmla="*/ 274562 h 1485049"/>
                <a:gd name="csX105" fmla="*/ 1142860 w 1470297"/>
                <a:gd name="csY105" fmla="*/ 274562 h 1485049"/>
                <a:gd name="csX106" fmla="*/ 1138530 w 1470297"/>
                <a:gd name="csY106" fmla="*/ 267316 h 1485049"/>
                <a:gd name="csX107" fmla="*/ 1130954 w 1470297"/>
                <a:gd name="csY107" fmla="*/ 274562 h 1485049"/>
                <a:gd name="csX108" fmla="*/ 1127709 w 1470297"/>
                <a:gd name="csY108" fmla="*/ 283426 h 1485049"/>
                <a:gd name="csX109" fmla="*/ 1119918 w 1470297"/>
                <a:gd name="csY109" fmla="*/ 285699 h 1485049"/>
                <a:gd name="csX110" fmla="*/ 1122191 w 1470297"/>
                <a:gd name="csY110" fmla="*/ 279317 h 1485049"/>
                <a:gd name="csX111" fmla="*/ 1123594 w 1470297"/>
                <a:gd name="csY111" fmla="*/ 272828 h 1485049"/>
                <a:gd name="csX112" fmla="*/ 1113638 w 1470297"/>
                <a:gd name="csY112" fmla="*/ 278454 h 1485049"/>
                <a:gd name="csX113" fmla="*/ 1104544 w 1470297"/>
                <a:gd name="csY113" fmla="*/ 290671 h 1485049"/>
                <a:gd name="csX114" fmla="*/ 1102925 w 1470297"/>
                <a:gd name="csY114" fmla="*/ 281483 h 1485049"/>
                <a:gd name="csX115" fmla="*/ 1111256 w 1470297"/>
                <a:gd name="csY115" fmla="*/ 265475 h 1485049"/>
                <a:gd name="csX116" fmla="*/ 1107357 w 1470297"/>
                <a:gd name="csY116" fmla="*/ 262230 h 1485049"/>
                <a:gd name="csX117" fmla="*/ 1106386 w 1470297"/>
                <a:gd name="csY117" fmla="*/ 262884 h 1485049"/>
                <a:gd name="csX118" fmla="*/ 1102925 w 1470297"/>
                <a:gd name="csY118" fmla="*/ 257150 h 1485049"/>
                <a:gd name="csX119" fmla="*/ 1105415 w 1470297"/>
                <a:gd name="csY119" fmla="*/ 255092 h 1485049"/>
                <a:gd name="csX120" fmla="*/ 1106278 w 1470297"/>
                <a:gd name="csY120" fmla="*/ 248501 h 1485049"/>
                <a:gd name="csX121" fmla="*/ 1099566 w 1470297"/>
                <a:gd name="csY121" fmla="*/ 241255 h 1485049"/>
                <a:gd name="csX122" fmla="*/ 1097617 w 1470297"/>
                <a:gd name="csY122" fmla="*/ 236061 h 1485049"/>
                <a:gd name="csX123" fmla="*/ 1092098 w 1470297"/>
                <a:gd name="csY123" fmla="*/ 235522 h 1485049"/>
                <a:gd name="csX124" fmla="*/ 1089069 w 1470297"/>
                <a:gd name="csY124" fmla="*/ 237147 h 1485049"/>
                <a:gd name="csX125" fmla="*/ 1081494 w 1470297"/>
                <a:gd name="csY125" fmla="*/ 236601 h 1485049"/>
                <a:gd name="csX126" fmla="*/ 1076731 w 1470297"/>
                <a:gd name="csY126" fmla="*/ 238011 h 1485049"/>
                <a:gd name="csX127" fmla="*/ 1071753 w 1470297"/>
                <a:gd name="csY127" fmla="*/ 230981 h 1485049"/>
                <a:gd name="csX128" fmla="*/ 1071099 w 1470297"/>
                <a:gd name="csY128" fmla="*/ 231413 h 1485049"/>
                <a:gd name="csX129" fmla="*/ 1066121 w 1470297"/>
                <a:gd name="csY129" fmla="*/ 230441 h 1485049"/>
                <a:gd name="csX130" fmla="*/ 1059955 w 1470297"/>
                <a:gd name="csY130" fmla="*/ 225463 h 1485049"/>
                <a:gd name="csX131" fmla="*/ 1048372 w 1470297"/>
                <a:gd name="csY131" fmla="*/ 219196 h 1485049"/>
                <a:gd name="csX132" fmla="*/ 1048372 w 1470297"/>
                <a:gd name="csY132" fmla="*/ 218980 h 1485049"/>
                <a:gd name="csX133" fmla="*/ 1043610 w 1470297"/>
                <a:gd name="csY133" fmla="*/ 216598 h 1485049"/>
                <a:gd name="csX134" fmla="*/ 1036250 w 1470297"/>
                <a:gd name="csY134" fmla="*/ 215195 h 1485049"/>
                <a:gd name="csX135" fmla="*/ 1031919 w 1470297"/>
                <a:gd name="csY135" fmla="*/ 213462 h 1485049"/>
                <a:gd name="csX136" fmla="*/ 1023150 w 1470297"/>
                <a:gd name="csY136" fmla="*/ 212922 h 1485049"/>
                <a:gd name="csX137" fmla="*/ 1017416 w 1470297"/>
                <a:gd name="csY137" fmla="*/ 209569 h 1485049"/>
                <a:gd name="csX138" fmla="*/ 1009949 w 1470297"/>
                <a:gd name="csY138" fmla="*/ 209461 h 1485049"/>
                <a:gd name="csX139" fmla="*/ 1008971 w 1470297"/>
                <a:gd name="csY139" fmla="*/ 207626 h 1485049"/>
                <a:gd name="csX140" fmla="*/ 1003021 w 1470297"/>
                <a:gd name="csY140" fmla="*/ 204057 h 1485049"/>
                <a:gd name="csX141" fmla="*/ 997179 w 1470297"/>
                <a:gd name="csY141" fmla="*/ 207188 h 1485049"/>
                <a:gd name="csX142" fmla="*/ 991222 w 1470297"/>
                <a:gd name="csY142" fmla="*/ 209137 h 1485049"/>
                <a:gd name="csX143" fmla="*/ 984618 w 1470297"/>
                <a:gd name="csY143" fmla="*/ 202755 h 1485049"/>
                <a:gd name="csX144" fmla="*/ 971849 w 1470297"/>
                <a:gd name="csY144" fmla="*/ 207188 h 1485049"/>
                <a:gd name="csX145" fmla="*/ 958101 w 1470297"/>
                <a:gd name="csY145" fmla="*/ 227305 h 1485049"/>
                <a:gd name="csX146" fmla="*/ 954748 w 1470297"/>
                <a:gd name="csY146" fmla="*/ 234442 h 1485049"/>
                <a:gd name="csX147" fmla="*/ 939375 w 1470297"/>
                <a:gd name="csY147" fmla="*/ 241364 h 1485049"/>
                <a:gd name="csX148" fmla="*/ 945763 w 1470297"/>
                <a:gd name="csY148" fmla="*/ 225247 h 1485049"/>
                <a:gd name="csX149" fmla="*/ 955504 w 1470297"/>
                <a:gd name="csY149" fmla="*/ 211303 h 1485049"/>
                <a:gd name="csX150" fmla="*/ 941108 w 1470297"/>
                <a:gd name="csY150" fmla="*/ 188589 h 1485049"/>
                <a:gd name="csX151" fmla="*/ 930612 w 1470297"/>
                <a:gd name="csY151" fmla="*/ 187077 h 1485049"/>
                <a:gd name="csX152" fmla="*/ 909828 w 1470297"/>
                <a:gd name="csY152" fmla="*/ 191078 h 1485049"/>
                <a:gd name="csX153" fmla="*/ 886670 w 1470297"/>
                <a:gd name="csY153" fmla="*/ 183293 h 1485049"/>
                <a:gd name="csX154" fmla="*/ 886886 w 1470297"/>
                <a:gd name="csY154" fmla="*/ 182861 h 1485049"/>
                <a:gd name="csX155" fmla="*/ 891972 w 1470297"/>
                <a:gd name="csY155" fmla="*/ 180372 h 1485049"/>
                <a:gd name="csX156" fmla="*/ 899655 w 1470297"/>
                <a:gd name="csY156" fmla="*/ 181343 h 1485049"/>
                <a:gd name="csX157" fmla="*/ 904958 w 1470297"/>
                <a:gd name="csY157" fmla="*/ 179076 h 1485049"/>
                <a:gd name="csX158" fmla="*/ 911238 w 1470297"/>
                <a:gd name="csY158" fmla="*/ 170529 h 1485049"/>
                <a:gd name="csX159" fmla="*/ 895541 w 1470297"/>
                <a:gd name="csY159" fmla="*/ 167723 h 1485049"/>
                <a:gd name="csX160" fmla="*/ 895541 w 1470297"/>
                <a:gd name="csY160" fmla="*/ 160153 h 1485049"/>
                <a:gd name="csX161" fmla="*/ 886777 w 1470297"/>
                <a:gd name="csY161" fmla="*/ 164478 h 1485049"/>
                <a:gd name="csX162" fmla="*/ 876706 w 1470297"/>
                <a:gd name="csY162" fmla="*/ 173558 h 1485049"/>
                <a:gd name="csX163" fmla="*/ 875627 w 1470297"/>
                <a:gd name="csY163" fmla="*/ 173019 h 1485049"/>
                <a:gd name="csX164" fmla="*/ 874325 w 1470297"/>
                <a:gd name="csY164" fmla="*/ 168694 h 1485049"/>
                <a:gd name="csX165" fmla="*/ 887533 w 1470297"/>
                <a:gd name="csY165" fmla="*/ 151390 h 1485049"/>
                <a:gd name="csX166" fmla="*/ 900087 w 1470297"/>
                <a:gd name="csY166" fmla="*/ 145555 h 1485049"/>
                <a:gd name="csX167" fmla="*/ 903770 w 1470297"/>
                <a:gd name="csY167" fmla="*/ 133223 h 1485049"/>
                <a:gd name="csX168" fmla="*/ 899224 w 1470297"/>
                <a:gd name="csY168" fmla="*/ 115488 h 1485049"/>
                <a:gd name="csX169" fmla="*/ 879850 w 1470297"/>
                <a:gd name="csY169" fmla="*/ 113005 h 1485049"/>
                <a:gd name="csX170" fmla="*/ 870865 w 1470297"/>
                <a:gd name="csY170" fmla="*/ 102298 h 1485049"/>
                <a:gd name="csX171" fmla="*/ 858527 w 1470297"/>
                <a:gd name="csY171" fmla="*/ 76778 h 1485049"/>
                <a:gd name="csX172" fmla="*/ 859066 w 1470297"/>
                <a:gd name="csY172" fmla="*/ 49416 h 1485049"/>
                <a:gd name="csX173" fmla="*/ 844455 w 1470297"/>
                <a:gd name="csY173" fmla="*/ 36335 h 1485049"/>
                <a:gd name="csX174" fmla="*/ 837203 w 1470297"/>
                <a:gd name="csY174" fmla="*/ 44983 h 1485049"/>
                <a:gd name="csX175" fmla="*/ 813067 w 1470297"/>
                <a:gd name="csY175" fmla="*/ 79045 h 1485049"/>
                <a:gd name="csX176" fmla="*/ 803758 w 1470297"/>
                <a:gd name="csY176" fmla="*/ 92456 h 1485049"/>
                <a:gd name="csX177" fmla="*/ 788930 w 1470297"/>
                <a:gd name="csY177" fmla="*/ 103054 h 1485049"/>
                <a:gd name="csX178" fmla="*/ 775615 w 1470297"/>
                <a:gd name="csY178" fmla="*/ 96672 h 1485049"/>
                <a:gd name="csX179" fmla="*/ 768909 w 1470297"/>
                <a:gd name="csY179" fmla="*/ 100241 h 1485049"/>
                <a:gd name="csX180" fmla="*/ 760248 w 1470297"/>
                <a:gd name="csY180" fmla="*/ 96025 h 1485049"/>
                <a:gd name="csX181" fmla="*/ 744658 w 1470297"/>
                <a:gd name="csY181" fmla="*/ 101867 h 1485049"/>
                <a:gd name="csX182" fmla="*/ 715220 w 1470297"/>
                <a:gd name="csY182" fmla="*/ 89535 h 1485049"/>
                <a:gd name="csX183" fmla="*/ 692601 w 1470297"/>
                <a:gd name="csY183" fmla="*/ 95593 h 1485049"/>
                <a:gd name="csX184" fmla="*/ 678421 w 1470297"/>
                <a:gd name="csY184" fmla="*/ 91268 h 1485049"/>
                <a:gd name="csX185" fmla="*/ 678421 w 1470297"/>
                <a:gd name="csY185" fmla="*/ 111811 h 1485049"/>
                <a:gd name="csX186" fmla="*/ 639026 w 1470297"/>
                <a:gd name="csY186" fmla="*/ 111811 h 1485049"/>
                <a:gd name="csX187" fmla="*/ 621703 w 1470297"/>
                <a:gd name="csY187" fmla="*/ 104458 h 1485049"/>
                <a:gd name="csX188" fmla="*/ 616941 w 1470297"/>
                <a:gd name="csY188" fmla="*/ 117329 h 1485049"/>
                <a:gd name="csX189" fmla="*/ 602113 w 1470297"/>
                <a:gd name="csY189" fmla="*/ 122301 h 1485049"/>
                <a:gd name="csX190" fmla="*/ 591185 w 1470297"/>
                <a:gd name="csY190" fmla="*/ 119818 h 1485049"/>
                <a:gd name="csX191" fmla="*/ 581660 w 1470297"/>
                <a:gd name="csY191" fmla="*/ 126302 h 1485049"/>
                <a:gd name="csX192" fmla="*/ 582416 w 1470297"/>
                <a:gd name="csY192" fmla="*/ 132359 h 1485049"/>
                <a:gd name="csX193" fmla="*/ 568668 w 1470297"/>
                <a:gd name="csY193" fmla="*/ 136468 h 1485049"/>
                <a:gd name="csX194" fmla="*/ 535985 w 1470297"/>
                <a:gd name="csY194" fmla="*/ 111703 h 1485049"/>
                <a:gd name="csX195" fmla="*/ 535438 w 1470297"/>
                <a:gd name="csY195" fmla="*/ 99162 h 1485049"/>
                <a:gd name="csX196" fmla="*/ 526351 w 1470297"/>
                <a:gd name="csY196" fmla="*/ 95161 h 1485049"/>
                <a:gd name="csX197" fmla="*/ 531762 w 1470297"/>
                <a:gd name="csY197" fmla="*/ 63151 h 1485049"/>
                <a:gd name="csX198" fmla="*/ 544316 w 1470297"/>
                <a:gd name="csY198" fmla="*/ 51581 h 1485049"/>
                <a:gd name="csX199" fmla="*/ 535985 w 1470297"/>
                <a:gd name="csY199" fmla="*/ 32874 h 1485049"/>
                <a:gd name="csX200" fmla="*/ 521697 w 1470297"/>
                <a:gd name="csY200" fmla="*/ 28550 h 1485049"/>
                <a:gd name="csX201" fmla="*/ 526567 w 1470297"/>
                <a:gd name="csY201" fmla="*/ 8433 h 1485049"/>
                <a:gd name="csX202" fmla="*/ 520395 w 1470297"/>
                <a:gd name="csY202" fmla="*/ 0 h 1485049"/>
                <a:gd name="csX203" fmla="*/ 499726 w 1470297"/>
                <a:gd name="csY203" fmla="*/ 3029 h 1485049"/>
                <a:gd name="csX204" fmla="*/ 503511 w 1470297"/>
                <a:gd name="csY204" fmla="*/ 12973 h 1485049"/>
                <a:gd name="csX205" fmla="*/ 488467 w 1470297"/>
                <a:gd name="csY205" fmla="*/ 28658 h 1485049"/>
                <a:gd name="csX206" fmla="*/ 471691 w 1470297"/>
                <a:gd name="csY206" fmla="*/ 28982 h 1485049"/>
                <a:gd name="csX207" fmla="*/ 467792 w 1470297"/>
                <a:gd name="csY207" fmla="*/ 37414 h 1485049"/>
                <a:gd name="csX208" fmla="*/ 451339 w 1470297"/>
                <a:gd name="csY208" fmla="*/ 42278 h 1485049"/>
                <a:gd name="csX209" fmla="*/ 442360 w 1470297"/>
                <a:gd name="csY209" fmla="*/ 38710 h 1485049"/>
                <a:gd name="csX210" fmla="*/ 428288 w 1470297"/>
                <a:gd name="csY210" fmla="*/ 45739 h 1485049"/>
                <a:gd name="csX211" fmla="*/ 427965 w 1470297"/>
                <a:gd name="csY211" fmla="*/ 59043 h 1485049"/>
                <a:gd name="csX212" fmla="*/ 416274 w 1470297"/>
                <a:gd name="csY212" fmla="*/ 63583 h 1485049"/>
                <a:gd name="csX213" fmla="*/ 401447 w 1470297"/>
                <a:gd name="csY213" fmla="*/ 48768 h 1485049"/>
                <a:gd name="csX214" fmla="*/ 383585 w 1470297"/>
                <a:gd name="csY214" fmla="*/ 50178 h 1485049"/>
                <a:gd name="csX215" fmla="*/ 375253 w 1470297"/>
                <a:gd name="csY215" fmla="*/ 42825 h 1485049"/>
                <a:gd name="csX216" fmla="*/ 360750 w 1470297"/>
                <a:gd name="csY216" fmla="*/ 35903 h 1485049"/>
                <a:gd name="csX217" fmla="*/ 343541 w 1470297"/>
                <a:gd name="csY217" fmla="*/ 39796 h 1485049"/>
                <a:gd name="csX218" fmla="*/ 368002 w 1470297"/>
                <a:gd name="csY218" fmla="*/ 65748 h 1485049"/>
                <a:gd name="csX219" fmla="*/ 367678 w 1470297"/>
                <a:gd name="csY219" fmla="*/ 79915 h 1485049"/>
                <a:gd name="csX220" fmla="*/ 377958 w 1470297"/>
                <a:gd name="csY220" fmla="*/ 93104 h 1485049"/>
                <a:gd name="csX221" fmla="*/ 375685 w 1470297"/>
                <a:gd name="csY221" fmla="*/ 92780 h 1485049"/>
                <a:gd name="csX222" fmla="*/ 399929 w 1470297"/>
                <a:gd name="csY222" fmla="*/ 94945 h 1485049"/>
                <a:gd name="csX223" fmla="*/ 398088 w 1470297"/>
                <a:gd name="csY223" fmla="*/ 106947 h 1485049"/>
                <a:gd name="csX224" fmla="*/ 375685 w 1470297"/>
                <a:gd name="csY224" fmla="*/ 114084 h 1485049"/>
                <a:gd name="csX225" fmla="*/ 363023 w 1470297"/>
                <a:gd name="csY225" fmla="*/ 130194 h 1485049"/>
                <a:gd name="csX226" fmla="*/ 353714 w 1470297"/>
                <a:gd name="csY226" fmla="*/ 127927 h 1485049"/>
                <a:gd name="csX227" fmla="*/ 343757 w 1470297"/>
                <a:gd name="csY227" fmla="*/ 134525 h 1485049"/>
                <a:gd name="csX228" fmla="*/ 330765 w 1470297"/>
                <a:gd name="csY228" fmla="*/ 152692 h 1485049"/>
                <a:gd name="csX229" fmla="*/ 314643 w 1470297"/>
                <a:gd name="csY229" fmla="*/ 154312 h 1485049"/>
                <a:gd name="csX230" fmla="*/ 315506 w 1470297"/>
                <a:gd name="csY230" fmla="*/ 142202 h 1485049"/>
                <a:gd name="csX231" fmla="*/ 304902 w 1470297"/>
                <a:gd name="csY231" fmla="*/ 134956 h 1485049"/>
                <a:gd name="csX232" fmla="*/ 287255 w 1470297"/>
                <a:gd name="csY232" fmla="*/ 149663 h 1485049"/>
                <a:gd name="csX233" fmla="*/ 272104 w 1470297"/>
                <a:gd name="csY233" fmla="*/ 135172 h 1485049"/>
                <a:gd name="csX234" fmla="*/ 240932 w 1470297"/>
                <a:gd name="csY234" fmla="*/ 137223 h 1485049"/>
                <a:gd name="csX235" fmla="*/ 240932 w 1470297"/>
                <a:gd name="csY235" fmla="*/ 122733 h 1485049"/>
                <a:gd name="csX236" fmla="*/ 225450 w 1470297"/>
                <a:gd name="csY236" fmla="*/ 105328 h 1485049"/>
                <a:gd name="csX237" fmla="*/ 214846 w 1470297"/>
                <a:gd name="csY237" fmla="*/ 114516 h 1485049"/>
                <a:gd name="csX238" fmla="*/ 198069 w 1470297"/>
                <a:gd name="csY238" fmla="*/ 107379 h 1485049"/>
                <a:gd name="csX239" fmla="*/ 194393 w 1470297"/>
                <a:gd name="csY239" fmla="*/ 115812 h 1485049"/>
                <a:gd name="csX240" fmla="*/ 160185 w 1470297"/>
                <a:gd name="csY240" fmla="*/ 116034 h 1485049"/>
                <a:gd name="csX241" fmla="*/ 156940 w 1470297"/>
                <a:gd name="csY241" fmla="*/ 137008 h 1485049"/>
                <a:gd name="csX242" fmla="*/ 176098 w 1470297"/>
                <a:gd name="csY242" fmla="*/ 140253 h 1485049"/>
                <a:gd name="csX243" fmla="*/ 182594 w 1470297"/>
                <a:gd name="csY243" fmla="*/ 160477 h 1485049"/>
                <a:gd name="csX244" fmla="*/ 151962 w 1470297"/>
                <a:gd name="csY244" fmla="*/ 161557 h 1485049"/>
                <a:gd name="csX245" fmla="*/ 148717 w 1470297"/>
                <a:gd name="csY245" fmla="*/ 185128 h 1485049"/>
                <a:gd name="csX246" fmla="*/ 164840 w 1470297"/>
                <a:gd name="csY246" fmla="*/ 197352 h 1485049"/>
                <a:gd name="csX247" fmla="*/ 166897 w 1470297"/>
                <a:gd name="csY247" fmla="*/ 212382 h 1485049"/>
                <a:gd name="csX248" fmla="*/ 175666 w 1470297"/>
                <a:gd name="csY248" fmla="*/ 226225 h 1485049"/>
                <a:gd name="csX249" fmla="*/ 171336 w 1470297"/>
                <a:gd name="csY249" fmla="*/ 234874 h 1485049"/>
                <a:gd name="csX250" fmla="*/ 153365 w 1470297"/>
                <a:gd name="csY250" fmla="*/ 350584 h 1485049"/>
                <a:gd name="csX251" fmla="*/ 138862 w 1470297"/>
                <a:gd name="csY251" fmla="*/ 347231 h 1485049"/>
                <a:gd name="csX252" fmla="*/ 136595 w 1470297"/>
                <a:gd name="csY252" fmla="*/ 340741 h 1485049"/>
                <a:gd name="csX253" fmla="*/ 120898 w 1470297"/>
                <a:gd name="csY253" fmla="*/ 341605 h 1485049"/>
                <a:gd name="csX254" fmla="*/ 114294 w 1470297"/>
                <a:gd name="csY254" fmla="*/ 349606 h 1485049"/>
                <a:gd name="csX255" fmla="*/ 81610 w 1470297"/>
                <a:gd name="csY255" fmla="*/ 347339 h 1485049"/>
                <a:gd name="csX256" fmla="*/ 42748 w 1470297"/>
                <a:gd name="csY256" fmla="*/ 370694 h 1485049"/>
                <a:gd name="csX257" fmla="*/ 32144 w 1470297"/>
                <a:gd name="csY257" fmla="*/ 404324 h 1485049"/>
                <a:gd name="csX258" fmla="*/ 33223 w 1470297"/>
                <a:gd name="csY258" fmla="*/ 420548 h 1485049"/>
                <a:gd name="csX259" fmla="*/ 10389 w 1470297"/>
                <a:gd name="csY259" fmla="*/ 433953 h 1485049"/>
                <a:gd name="csX260" fmla="*/ 11576 w 1470297"/>
                <a:gd name="csY260" fmla="*/ 450825 h 1485049"/>
                <a:gd name="csX261" fmla="*/ 0 w 1470297"/>
                <a:gd name="csY261" fmla="*/ 454070 h 1485049"/>
                <a:gd name="csX262" fmla="*/ 324 w 1470297"/>
                <a:gd name="csY262" fmla="*/ 470503 h 1485049"/>
                <a:gd name="csX263" fmla="*/ 13957 w 1470297"/>
                <a:gd name="csY263" fmla="*/ 476345 h 1485049"/>
                <a:gd name="csX264" fmla="*/ 38856 w 1470297"/>
                <a:gd name="csY264" fmla="*/ 514191 h 1485049"/>
                <a:gd name="csX265" fmla="*/ 30734 w 1470297"/>
                <a:gd name="csY265" fmla="*/ 530632 h 1485049"/>
                <a:gd name="csX266" fmla="*/ 64179 w 1470297"/>
                <a:gd name="csY266" fmla="*/ 535388 h 1485049"/>
                <a:gd name="csX267" fmla="*/ 69158 w 1470297"/>
                <a:gd name="csY267" fmla="*/ 553123 h 1485049"/>
                <a:gd name="csX268" fmla="*/ 102279 w 1470297"/>
                <a:gd name="csY268" fmla="*/ 553123 h 1485049"/>
                <a:gd name="csX269" fmla="*/ 131832 w 1470297"/>
                <a:gd name="csY269" fmla="*/ 526955 h 1485049"/>
                <a:gd name="csX270" fmla="*/ 134753 w 1470297"/>
                <a:gd name="csY270" fmla="*/ 554203 h 1485049"/>
                <a:gd name="csX271" fmla="*/ 126848 w 1470297"/>
                <a:gd name="csY271" fmla="*/ 564909 h 1485049"/>
                <a:gd name="csX272" fmla="*/ 126848 w 1470297"/>
                <a:gd name="csY272" fmla="*/ 591293 h 1485049"/>
                <a:gd name="csX273" fmla="*/ 138754 w 1470297"/>
                <a:gd name="csY273" fmla="*/ 593458 h 1485049"/>
                <a:gd name="csX274" fmla="*/ 153149 w 1470297"/>
                <a:gd name="csY274" fmla="*/ 587292 h 1485049"/>
                <a:gd name="csX275" fmla="*/ 195796 w 1470297"/>
                <a:gd name="csY275" fmla="*/ 589242 h 1485049"/>
                <a:gd name="csX276" fmla="*/ 203587 w 1470297"/>
                <a:gd name="csY276" fmla="*/ 597243 h 1485049"/>
                <a:gd name="csX277" fmla="*/ 214198 w 1470297"/>
                <a:gd name="csY277" fmla="*/ 592379 h 1485049"/>
                <a:gd name="csX278" fmla="*/ 223723 w 1470297"/>
                <a:gd name="csY278" fmla="*/ 578428 h 1485049"/>
                <a:gd name="csX279" fmla="*/ 236925 w 1470297"/>
                <a:gd name="csY279" fmla="*/ 579291 h 1485049"/>
                <a:gd name="csX280" fmla="*/ 276866 w 1470297"/>
                <a:gd name="csY280" fmla="*/ 549554 h 1485049"/>
                <a:gd name="csX281" fmla="*/ 309226 w 1470297"/>
                <a:gd name="csY281" fmla="*/ 545338 h 1485049"/>
                <a:gd name="csX282" fmla="*/ 316694 w 1470297"/>
                <a:gd name="csY282" fmla="*/ 539064 h 1485049"/>
                <a:gd name="csX283" fmla="*/ 330010 w 1470297"/>
                <a:gd name="csY283" fmla="*/ 551066 h 1485049"/>
                <a:gd name="csX284" fmla="*/ 329470 w 1470297"/>
                <a:gd name="csY284" fmla="*/ 566534 h 1485049"/>
                <a:gd name="csX285" fmla="*/ 322218 w 1470297"/>
                <a:gd name="csY285" fmla="*/ 573888 h 1485049"/>
                <a:gd name="csX286" fmla="*/ 329470 w 1470297"/>
                <a:gd name="csY286" fmla="*/ 594970 h 1485049"/>
                <a:gd name="csX287" fmla="*/ 324923 w 1470297"/>
                <a:gd name="csY287" fmla="*/ 604704 h 1485049"/>
                <a:gd name="csX288" fmla="*/ 336722 w 1470297"/>
                <a:gd name="csY288" fmla="*/ 627520 h 1485049"/>
                <a:gd name="csX289" fmla="*/ 356203 w 1470297"/>
                <a:gd name="csY289" fmla="*/ 637038 h 1485049"/>
                <a:gd name="csX290" fmla="*/ 356203 w 1470297"/>
                <a:gd name="csY290" fmla="*/ 645795 h 1485049"/>
                <a:gd name="csX291" fmla="*/ 375577 w 1470297"/>
                <a:gd name="csY291" fmla="*/ 650335 h 1485049"/>
                <a:gd name="csX292" fmla="*/ 383261 w 1470297"/>
                <a:gd name="csY292" fmla="*/ 645903 h 1485049"/>
                <a:gd name="csX293" fmla="*/ 408267 w 1470297"/>
                <a:gd name="csY293" fmla="*/ 653149 h 1485049"/>
                <a:gd name="csX294" fmla="*/ 420929 w 1470297"/>
                <a:gd name="csY294" fmla="*/ 667531 h 1485049"/>
                <a:gd name="csX295" fmla="*/ 444418 w 1470297"/>
                <a:gd name="csY295" fmla="*/ 670452 h 1485049"/>
                <a:gd name="csX296" fmla="*/ 459245 w 1470297"/>
                <a:gd name="csY296" fmla="*/ 687432 h 1485049"/>
                <a:gd name="csX297" fmla="*/ 485108 w 1470297"/>
                <a:gd name="csY297" fmla="*/ 683863 h 1485049"/>
                <a:gd name="csX298" fmla="*/ 507625 w 1470297"/>
                <a:gd name="csY298" fmla="*/ 693268 h 1485049"/>
                <a:gd name="csX299" fmla="*/ 513036 w 1470297"/>
                <a:gd name="csY299" fmla="*/ 704082 h 1485049"/>
                <a:gd name="csX300" fmla="*/ 508597 w 1470297"/>
                <a:gd name="csY300" fmla="*/ 712622 h 1485049"/>
                <a:gd name="csX301" fmla="*/ 512928 w 1470297"/>
                <a:gd name="csY301" fmla="*/ 723436 h 1485049"/>
                <a:gd name="csX302" fmla="*/ 512604 w 1470297"/>
                <a:gd name="csY302" fmla="*/ 745389 h 1485049"/>
                <a:gd name="csX303" fmla="*/ 507841 w 1470297"/>
                <a:gd name="csY303" fmla="*/ 749719 h 1485049"/>
                <a:gd name="csX304" fmla="*/ 517150 w 1470297"/>
                <a:gd name="csY304" fmla="*/ 759663 h 1485049"/>
                <a:gd name="csX305" fmla="*/ 519100 w 1470297"/>
                <a:gd name="csY305" fmla="*/ 778154 h 1485049"/>
                <a:gd name="csX306" fmla="*/ 588480 w 1470297"/>
                <a:gd name="csY306" fmla="*/ 778154 h 1485049"/>
                <a:gd name="csX307" fmla="*/ 590861 w 1470297"/>
                <a:gd name="csY307" fmla="*/ 797516 h 1485049"/>
                <a:gd name="csX308" fmla="*/ 582739 w 1470297"/>
                <a:gd name="csY308" fmla="*/ 804977 h 1485049"/>
                <a:gd name="csX309" fmla="*/ 584797 w 1470297"/>
                <a:gd name="csY309" fmla="*/ 827793 h 1485049"/>
                <a:gd name="csX310" fmla="*/ 609365 w 1470297"/>
                <a:gd name="csY310" fmla="*/ 840010 h 1485049"/>
                <a:gd name="csX311" fmla="*/ 618890 w 1470297"/>
                <a:gd name="csY311" fmla="*/ 863264 h 1485049"/>
                <a:gd name="csX312" fmla="*/ 613156 w 1470297"/>
                <a:gd name="csY312" fmla="*/ 882726 h 1485049"/>
                <a:gd name="csX313" fmla="*/ 615537 w 1470297"/>
                <a:gd name="csY313" fmla="*/ 893109 h 1485049"/>
                <a:gd name="csX314" fmla="*/ 604387 w 1470297"/>
                <a:gd name="csY314" fmla="*/ 904570 h 1485049"/>
                <a:gd name="csX315" fmla="*/ 613804 w 1470297"/>
                <a:gd name="csY315" fmla="*/ 916572 h 1485049"/>
                <a:gd name="csX316" fmla="*/ 595293 w 1470297"/>
                <a:gd name="csY316" fmla="*/ 940689 h 1485049"/>
                <a:gd name="csX317" fmla="*/ 606660 w 1470297"/>
                <a:gd name="csY317" fmla="*/ 972477 h 1485049"/>
                <a:gd name="csX318" fmla="*/ 601466 w 1470297"/>
                <a:gd name="csY318" fmla="*/ 1013574 h 1485049"/>
                <a:gd name="csX319" fmla="*/ 611854 w 1470297"/>
                <a:gd name="csY319" fmla="*/ 1011841 h 1485049"/>
                <a:gd name="csX320" fmla="*/ 619646 w 1470297"/>
                <a:gd name="csY320" fmla="*/ 1019626 h 1485049"/>
                <a:gd name="csX321" fmla="*/ 646170 w 1470297"/>
                <a:gd name="csY321" fmla="*/ 1022655 h 1485049"/>
                <a:gd name="csX322" fmla="*/ 661213 w 1470297"/>
                <a:gd name="csY322" fmla="*/ 1012812 h 1485049"/>
                <a:gd name="csX323" fmla="*/ 666191 w 1470297"/>
                <a:gd name="csY323" fmla="*/ 1021252 h 1485049"/>
                <a:gd name="csX324" fmla="*/ 681450 w 1470297"/>
                <a:gd name="csY324" fmla="*/ 1021683 h 1485049"/>
                <a:gd name="csX325" fmla="*/ 689464 w 1470297"/>
                <a:gd name="csY325" fmla="*/ 1035742 h 1485049"/>
                <a:gd name="csX326" fmla="*/ 690975 w 1470297"/>
                <a:gd name="csY326" fmla="*/ 1067207 h 1485049"/>
                <a:gd name="csX327" fmla="*/ 696602 w 1470297"/>
                <a:gd name="csY327" fmla="*/ 1078452 h 1485049"/>
                <a:gd name="csX328" fmla="*/ 697579 w 1470297"/>
                <a:gd name="csY328" fmla="*/ 1088079 h 1485049"/>
                <a:gd name="csX329" fmla="*/ 709701 w 1470297"/>
                <a:gd name="csY329" fmla="*/ 1090352 h 1485049"/>
                <a:gd name="csX330" fmla="*/ 726262 w 1470297"/>
                <a:gd name="csY330" fmla="*/ 1081157 h 1485049"/>
                <a:gd name="csX331" fmla="*/ 739788 w 1470297"/>
                <a:gd name="csY331" fmla="*/ 1090352 h 1485049"/>
                <a:gd name="csX332" fmla="*/ 727234 w 1470297"/>
                <a:gd name="csY332" fmla="*/ 1154259 h 1485049"/>
                <a:gd name="csX333" fmla="*/ 743687 w 1470297"/>
                <a:gd name="csY333" fmla="*/ 1155662 h 1485049"/>
                <a:gd name="csX334" fmla="*/ 750291 w 1470297"/>
                <a:gd name="csY334" fmla="*/ 1148417 h 1485049"/>
                <a:gd name="csX335" fmla="*/ 760787 w 1470297"/>
                <a:gd name="csY335" fmla="*/ 1153719 h 1485049"/>
                <a:gd name="csX336" fmla="*/ 769341 w 1470297"/>
                <a:gd name="csY336" fmla="*/ 1176427 h 1485049"/>
                <a:gd name="csX337" fmla="*/ 764578 w 1470297"/>
                <a:gd name="csY337" fmla="*/ 1195889 h 1485049"/>
                <a:gd name="csX338" fmla="*/ 770528 w 1470297"/>
                <a:gd name="csY338" fmla="*/ 1202703 h 1485049"/>
                <a:gd name="csX339" fmla="*/ 766305 w 1470297"/>
                <a:gd name="csY339" fmla="*/ 1213625 h 1485049"/>
                <a:gd name="csX340" fmla="*/ 718687 w 1470297"/>
                <a:gd name="csY340" fmla="*/ 1229195 h 1485049"/>
                <a:gd name="csX341" fmla="*/ 716089 w 1470297"/>
                <a:gd name="csY341" fmla="*/ 1237526 h 1485049"/>
                <a:gd name="csX342" fmla="*/ 689026 w 1470297"/>
                <a:gd name="csY342" fmla="*/ 1254500 h 1485049"/>
                <a:gd name="csX343" fmla="*/ 687623 w 1470297"/>
                <a:gd name="csY343" fmla="*/ 1262615 h 1485049"/>
                <a:gd name="csX344" fmla="*/ 679069 w 1470297"/>
                <a:gd name="csY344" fmla="*/ 1263371 h 1485049"/>
                <a:gd name="csX345" fmla="*/ 640861 w 1470297"/>
                <a:gd name="csY345" fmla="*/ 1314844 h 1485049"/>
                <a:gd name="csX346" fmla="*/ 628307 w 1470297"/>
                <a:gd name="csY346" fmla="*/ 1319276 h 1485049"/>
                <a:gd name="csX347" fmla="*/ 614127 w 1470297"/>
                <a:gd name="csY347" fmla="*/ 1338739 h 1485049"/>
                <a:gd name="csX348" fmla="*/ 634372 w 1470297"/>
                <a:gd name="csY348" fmla="*/ 1344905 h 1485049"/>
                <a:gd name="csX349" fmla="*/ 641839 w 1470297"/>
                <a:gd name="csY349" fmla="*/ 1338199 h 1485049"/>
                <a:gd name="csX350" fmla="*/ 651904 w 1470297"/>
                <a:gd name="csY350" fmla="*/ 1338199 h 1485049"/>
                <a:gd name="csX351" fmla="*/ 670414 w 1470297"/>
                <a:gd name="csY351" fmla="*/ 1356366 h 1485049"/>
                <a:gd name="csX352" fmla="*/ 666407 w 1470297"/>
                <a:gd name="csY352" fmla="*/ 1368482 h 1485049"/>
                <a:gd name="csX353" fmla="*/ 682644 w 1470297"/>
                <a:gd name="csY353" fmla="*/ 1374426 h 1485049"/>
                <a:gd name="csX354" fmla="*/ 690436 w 1470297"/>
                <a:gd name="csY354" fmla="*/ 1364583 h 1485049"/>
                <a:gd name="csX355" fmla="*/ 708615 w 1470297"/>
                <a:gd name="csY355" fmla="*/ 1383075 h 1485049"/>
                <a:gd name="csX356" fmla="*/ 728212 w 1470297"/>
                <a:gd name="csY356" fmla="*/ 1388377 h 1485049"/>
                <a:gd name="csX357" fmla="*/ 743795 w 1470297"/>
                <a:gd name="csY357" fmla="*/ 1405896 h 1485049"/>
                <a:gd name="csX358" fmla="*/ 757435 w 1470297"/>
                <a:gd name="csY358" fmla="*/ 1410221 h 1485049"/>
                <a:gd name="csX359" fmla="*/ 767715 w 1470297"/>
                <a:gd name="csY359" fmla="*/ 1429791 h 1485049"/>
                <a:gd name="csX360" fmla="*/ 781895 w 1470297"/>
                <a:gd name="csY360" fmla="*/ 1438008 h 1485049"/>
                <a:gd name="csX361" fmla="*/ 784060 w 1470297"/>
                <a:gd name="csY361" fmla="*/ 1435417 h 1485049"/>
                <a:gd name="csX362" fmla="*/ 790010 w 1470297"/>
                <a:gd name="csY362" fmla="*/ 1431093 h 1485049"/>
                <a:gd name="csX363" fmla="*/ 796938 w 1470297"/>
                <a:gd name="csY363" fmla="*/ 1432173 h 1485049"/>
                <a:gd name="csX364" fmla="*/ 797808 w 1470297"/>
                <a:gd name="csY364" fmla="*/ 1444498 h 1485049"/>
                <a:gd name="csX365" fmla="*/ 794233 w 1470297"/>
                <a:gd name="csY365" fmla="*/ 1448822 h 1485049"/>
                <a:gd name="csX366" fmla="*/ 777348 w 1470297"/>
                <a:gd name="csY366" fmla="*/ 1458989 h 1485049"/>
                <a:gd name="csX367" fmla="*/ 774319 w 1470297"/>
                <a:gd name="csY367" fmla="*/ 1467536 h 1485049"/>
                <a:gd name="csX368" fmla="*/ 768579 w 1470297"/>
                <a:gd name="csY368" fmla="*/ 1473264 h 1485049"/>
                <a:gd name="csX369" fmla="*/ 766197 w 1470297"/>
                <a:gd name="csY369" fmla="*/ 1473264 h 1485049"/>
                <a:gd name="csX370" fmla="*/ 774211 w 1470297"/>
                <a:gd name="csY370" fmla="*/ 1485049 h 1485049"/>
                <a:gd name="csX371" fmla="*/ 776052 w 1470297"/>
                <a:gd name="csY371" fmla="*/ 1483322 h 1485049"/>
                <a:gd name="csX372" fmla="*/ 776485 w 1470297"/>
                <a:gd name="csY372" fmla="*/ 1484078 h 1485049"/>
                <a:gd name="csX373" fmla="*/ 817721 w 1470297"/>
                <a:gd name="csY373" fmla="*/ 1402112 h 1485049"/>
                <a:gd name="csX374" fmla="*/ 820966 w 1470297"/>
                <a:gd name="csY374" fmla="*/ 1396378 h 1485049"/>
                <a:gd name="csX375" fmla="*/ 825945 w 1470297"/>
                <a:gd name="csY375" fmla="*/ 1386212 h 1485049"/>
                <a:gd name="csX376" fmla="*/ 835578 w 1470297"/>
                <a:gd name="csY376" fmla="*/ 1380808 h 1485049"/>
                <a:gd name="csX377" fmla="*/ 841426 w 1470297"/>
                <a:gd name="csY377" fmla="*/ 1370641 h 1485049"/>
                <a:gd name="csX378" fmla="*/ 848024 w 1470297"/>
                <a:gd name="csY378" fmla="*/ 1363288 h 1485049"/>
                <a:gd name="csX379" fmla="*/ 852462 w 1470297"/>
                <a:gd name="csY379" fmla="*/ 1351610 h 1485049"/>
                <a:gd name="csX380" fmla="*/ 868591 w 1470297"/>
                <a:gd name="csY380" fmla="*/ 1343717 h 1485049"/>
                <a:gd name="csX381" fmla="*/ 871296 w 1470297"/>
                <a:gd name="csY381" fmla="*/ 1354639 h 1485049"/>
                <a:gd name="csX382" fmla="*/ 865238 w 1470297"/>
                <a:gd name="csY382" fmla="*/ 1362532 h 1485049"/>
                <a:gd name="csX383" fmla="*/ 862641 w 1470297"/>
                <a:gd name="csY383" fmla="*/ 1368152 h 1485049"/>
                <a:gd name="csX384" fmla="*/ 859390 w 1470297"/>
                <a:gd name="csY384" fmla="*/ 1373022 h 1485049"/>
                <a:gd name="csX385" fmla="*/ 841965 w 1470297"/>
                <a:gd name="csY385" fmla="*/ 1391514 h 1485049"/>
                <a:gd name="csX386" fmla="*/ 820966 w 1470297"/>
                <a:gd name="csY386" fmla="*/ 1406544 h 1485049"/>
                <a:gd name="csX387" fmla="*/ 817613 w 1470297"/>
                <a:gd name="csY387" fmla="*/ 1401788 h 1485049"/>
                <a:gd name="csX388" fmla="*/ 817721 w 1470297"/>
                <a:gd name="csY388" fmla="*/ 1402112 h 1485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</a:cxnLst>
              <a:rect l="l" t="t" r="r" b="b"/>
              <a:pathLst>
                <a:path w="1470297" h="1485049">
                  <a:moveTo>
                    <a:pt x="776485" y="1484078"/>
                  </a:moveTo>
                  <a:cubicBezTo>
                    <a:pt x="802570" y="1462665"/>
                    <a:pt x="803865" y="1462450"/>
                    <a:pt x="804843" y="1458125"/>
                  </a:cubicBezTo>
                  <a:cubicBezTo>
                    <a:pt x="808196" y="1442663"/>
                    <a:pt x="808844" y="1437793"/>
                    <a:pt x="811333" y="1433576"/>
                  </a:cubicBezTo>
                  <a:cubicBezTo>
                    <a:pt x="818369" y="1421467"/>
                    <a:pt x="820534" y="1416710"/>
                    <a:pt x="824541" y="1414113"/>
                  </a:cubicBezTo>
                  <a:cubicBezTo>
                    <a:pt x="832009" y="1409357"/>
                    <a:pt x="837743" y="1406005"/>
                    <a:pt x="841642" y="1402759"/>
                  </a:cubicBezTo>
                  <a:cubicBezTo>
                    <a:pt x="864800" y="1383513"/>
                    <a:pt x="865994" y="1382966"/>
                    <a:pt x="868591" y="1379182"/>
                  </a:cubicBezTo>
                  <a:cubicBezTo>
                    <a:pt x="876383" y="1367828"/>
                    <a:pt x="879526" y="1363720"/>
                    <a:pt x="881469" y="1359288"/>
                  </a:cubicBezTo>
                  <a:cubicBezTo>
                    <a:pt x="899224" y="1319492"/>
                    <a:pt x="898792" y="1319816"/>
                    <a:pt x="901497" y="1316247"/>
                  </a:cubicBezTo>
                  <a:cubicBezTo>
                    <a:pt x="919677" y="1292568"/>
                    <a:pt x="919893" y="1291920"/>
                    <a:pt x="923360" y="1289323"/>
                  </a:cubicBezTo>
                  <a:cubicBezTo>
                    <a:pt x="943813" y="1274185"/>
                    <a:pt x="946194" y="1273315"/>
                    <a:pt x="947712" y="1268990"/>
                  </a:cubicBezTo>
                  <a:cubicBezTo>
                    <a:pt x="950741" y="1260234"/>
                    <a:pt x="965137" y="1223144"/>
                    <a:pt x="956151" y="1225957"/>
                  </a:cubicBezTo>
                  <a:lnTo>
                    <a:pt x="956043" y="1225957"/>
                  </a:lnTo>
                  <a:cubicBezTo>
                    <a:pt x="954316" y="1226496"/>
                    <a:pt x="952691" y="1225518"/>
                    <a:pt x="952583" y="1223683"/>
                  </a:cubicBezTo>
                  <a:cubicBezTo>
                    <a:pt x="950633" y="1198594"/>
                    <a:pt x="949986" y="1196651"/>
                    <a:pt x="951611" y="1192428"/>
                  </a:cubicBezTo>
                  <a:cubicBezTo>
                    <a:pt x="953662" y="1186917"/>
                    <a:pt x="955828" y="1183024"/>
                    <a:pt x="954856" y="1178808"/>
                  </a:cubicBezTo>
                  <a:cubicBezTo>
                    <a:pt x="954640" y="1176966"/>
                    <a:pt x="952691" y="1172426"/>
                    <a:pt x="954208" y="1168102"/>
                  </a:cubicBezTo>
                  <a:cubicBezTo>
                    <a:pt x="955719" y="1162367"/>
                    <a:pt x="960050" y="1156856"/>
                    <a:pt x="956481" y="1153071"/>
                  </a:cubicBezTo>
                  <a:cubicBezTo>
                    <a:pt x="956043" y="1152201"/>
                    <a:pt x="950849" y="1148747"/>
                    <a:pt x="954532" y="1146150"/>
                  </a:cubicBezTo>
                  <a:cubicBezTo>
                    <a:pt x="957345" y="1144632"/>
                    <a:pt x="962971" y="1138257"/>
                    <a:pt x="963295" y="1143336"/>
                  </a:cubicBezTo>
                  <a:cubicBezTo>
                    <a:pt x="963625" y="1144524"/>
                    <a:pt x="963187" y="1152309"/>
                    <a:pt x="965899" y="1148417"/>
                  </a:cubicBezTo>
                  <a:cubicBezTo>
                    <a:pt x="973366" y="1137710"/>
                    <a:pt x="976071" y="1133062"/>
                    <a:pt x="980072" y="1130357"/>
                  </a:cubicBezTo>
                  <a:cubicBezTo>
                    <a:pt x="1007999" y="1110895"/>
                    <a:pt x="1010272" y="1110247"/>
                    <a:pt x="1012114" y="1105814"/>
                  </a:cubicBezTo>
                  <a:cubicBezTo>
                    <a:pt x="1012546" y="1105275"/>
                    <a:pt x="1013409" y="1102030"/>
                    <a:pt x="1016661" y="1100296"/>
                  </a:cubicBezTo>
                  <a:cubicBezTo>
                    <a:pt x="1030186" y="1093159"/>
                    <a:pt x="1032999" y="1091108"/>
                    <a:pt x="1035818" y="1092511"/>
                  </a:cubicBezTo>
                  <a:cubicBezTo>
                    <a:pt x="1039171" y="1094137"/>
                    <a:pt x="1043394" y="1090892"/>
                    <a:pt x="1045128" y="1087539"/>
                  </a:cubicBezTo>
                  <a:cubicBezTo>
                    <a:pt x="1045883" y="1085805"/>
                    <a:pt x="1048049" y="1084078"/>
                    <a:pt x="1049884" y="1083647"/>
                  </a:cubicBezTo>
                  <a:cubicBezTo>
                    <a:pt x="1053891" y="1082561"/>
                    <a:pt x="1057790" y="1081157"/>
                    <a:pt x="1061682" y="1082561"/>
                  </a:cubicBezTo>
                  <a:cubicBezTo>
                    <a:pt x="1072941" y="1086454"/>
                    <a:pt x="1076185" y="1088619"/>
                    <a:pt x="1077811" y="1084834"/>
                  </a:cubicBezTo>
                  <a:cubicBezTo>
                    <a:pt x="1078459" y="1083215"/>
                    <a:pt x="1077811" y="1081050"/>
                    <a:pt x="1076185" y="1080078"/>
                  </a:cubicBezTo>
                  <a:lnTo>
                    <a:pt x="1074350" y="1078884"/>
                  </a:lnTo>
                  <a:cubicBezTo>
                    <a:pt x="1072725" y="1077913"/>
                    <a:pt x="1072832" y="1076293"/>
                    <a:pt x="1074350" y="1075424"/>
                  </a:cubicBezTo>
                  <a:lnTo>
                    <a:pt x="1086580" y="1068178"/>
                  </a:lnTo>
                  <a:cubicBezTo>
                    <a:pt x="1088200" y="1067207"/>
                    <a:pt x="1091019" y="1066667"/>
                    <a:pt x="1092854" y="1066775"/>
                  </a:cubicBezTo>
                  <a:lnTo>
                    <a:pt x="1100214" y="1067423"/>
                  </a:lnTo>
                  <a:cubicBezTo>
                    <a:pt x="1104653" y="1067854"/>
                    <a:pt x="1107357" y="1062774"/>
                    <a:pt x="1103681" y="1060285"/>
                  </a:cubicBezTo>
                  <a:cubicBezTo>
                    <a:pt x="1103141" y="1059745"/>
                    <a:pt x="1099890" y="1058234"/>
                    <a:pt x="1099458" y="1054989"/>
                  </a:cubicBezTo>
                  <a:cubicBezTo>
                    <a:pt x="1099242" y="1053478"/>
                    <a:pt x="1100652" y="1051960"/>
                    <a:pt x="1102379" y="1051529"/>
                  </a:cubicBezTo>
                  <a:lnTo>
                    <a:pt x="1125328" y="1046448"/>
                  </a:lnTo>
                  <a:cubicBezTo>
                    <a:pt x="1127169" y="1046010"/>
                    <a:pt x="1129875" y="1046448"/>
                    <a:pt x="1131494" y="1047420"/>
                  </a:cubicBezTo>
                  <a:lnTo>
                    <a:pt x="1137126" y="1050665"/>
                  </a:lnTo>
                  <a:cubicBezTo>
                    <a:pt x="1138745" y="1051529"/>
                    <a:pt x="1141565" y="1052176"/>
                    <a:pt x="1143400" y="1051852"/>
                  </a:cubicBezTo>
                  <a:lnTo>
                    <a:pt x="1153471" y="1050449"/>
                  </a:lnTo>
                  <a:cubicBezTo>
                    <a:pt x="1155306" y="1050233"/>
                    <a:pt x="1156284" y="1048607"/>
                    <a:pt x="1155630" y="1046880"/>
                  </a:cubicBezTo>
                  <a:lnTo>
                    <a:pt x="1154875" y="1044715"/>
                  </a:lnTo>
                  <a:cubicBezTo>
                    <a:pt x="1154335" y="1042988"/>
                    <a:pt x="1155198" y="1041146"/>
                    <a:pt x="1157040" y="1040606"/>
                  </a:cubicBezTo>
                  <a:lnTo>
                    <a:pt x="1160831" y="1039527"/>
                  </a:lnTo>
                  <a:cubicBezTo>
                    <a:pt x="1162666" y="1039095"/>
                    <a:pt x="1164076" y="1040066"/>
                    <a:pt x="1163968" y="1041902"/>
                  </a:cubicBezTo>
                  <a:lnTo>
                    <a:pt x="1163752" y="1046556"/>
                  </a:lnTo>
                  <a:cubicBezTo>
                    <a:pt x="1163752" y="1048391"/>
                    <a:pt x="1165155" y="1049903"/>
                    <a:pt x="1166997" y="1049903"/>
                  </a:cubicBezTo>
                  <a:lnTo>
                    <a:pt x="1194492" y="1049903"/>
                  </a:lnTo>
                  <a:cubicBezTo>
                    <a:pt x="1198925" y="1049903"/>
                    <a:pt x="1202823" y="1044175"/>
                    <a:pt x="1202284" y="1044715"/>
                  </a:cubicBezTo>
                  <a:cubicBezTo>
                    <a:pt x="1203471" y="1043312"/>
                    <a:pt x="1203579" y="1040930"/>
                    <a:pt x="1202607" y="1039311"/>
                  </a:cubicBezTo>
                  <a:lnTo>
                    <a:pt x="1199687" y="1034872"/>
                  </a:lnTo>
                  <a:cubicBezTo>
                    <a:pt x="1198708" y="1033361"/>
                    <a:pt x="1199147" y="1031411"/>
                    <a:pt x="1200874" y="1030656"/>
                  </a:cubicBezTo>
                  <a:lnTo>
                    <a:pt x="1236161" y="1013358"/>
                  </a:lnTo>
                  <a:cubicBezTo>
                    <a:pt x="1237787" y="1012489"/>
                    <a:pt x="1238974" y="1010438"/>
                    <a:pt x="1238650" y="1008596"/>
                  </a:cubicBezTo>
                  <a:lnTo>
                    <a:pt x="1236485" y="995839"/>
                  </a:lnTo>
                  <a:cubicBezTo>
                    <a:pt x="1236161" y="993997"/>
                    <a:pt x="1236485" y="991191"/>
                    <a:pt x="1237241" y="989457"/>
                  </a:cubicBezTo>
                  <a:lnTo>
                    <a:pt x="1245038" y="972153"/>
                  </a:lnTo>
                  <a:cubicBezTo>
                    <a:pt x="1246657" y="968477"/>
                    <a:pt x="1251744" y="966210"/>
                    <a:pt x="1251204" y="966641"/>
                  </a:cubicBezTo>
                  <a:cubicBezTo>
                    <a:pt x="1252830" y="965772"/>
                    <a:pt x="1254995" y="963828"/>
                    <a:pt x="1255967" y="962209"/>
                  </a:cubicBezTo>
                  <a:lnTo>
                    <a:pt x="1266793" y="944582"/>
                  </a:lnTo>
                  <a:cubicBezTo>
                    <a:pt x="1269391" y="940257"/>
                    <a:pt x="1271124" y="931386"/>
                    <a:pt x="1271010" y="932034"/>
                  </a:cubicBezTo>
                  <a:cubicBezTo>
                    <a:pt x="1272311" y="926846"/>
                    <a:pt x="1283354" y="911600"/>
                    <a:pt x="1282916" y="912247"/>
                  </a:cubicBezTo>
                  <a:cubicBezTo>
                    <a:pt x="1283894" y="910736"/>
                    <a:pt x="1284973" y="908031"/>
                    <a:pt x="1285082" y="906190"/>
                  </a:cubicBezTo>
                  <a:lnTo>
                    <a:pt x="1288872" y="867048"/>
                  </a:lnTo>
                  <a:cubicBezTo>
                    <a:pt x="1289088" y="865207"/>
                    <a:pt x="1290282" y="862718"/>
                    <a:pt x="1291685" y="861422"/>
                  </a:cubicBezTo>
                  <a:lnTo>
                    <a:pt x="1306081" y="847903"/>
                  </a:lnTo>
                  <a:cubicBezTo>
                    <a:pt x="1311167" y="843147"/>
                    <a:pt x="1304132" y="830821"/>
                    <a:pt x="1306513" y="821843"/>
                  </a:cubicBezTo>
                  <a:cubicBezTo>
                    <a:pt x="1318419" y="776751"/>
                    <a:pt x="1318743" y="777399"/>
                    <a:pt x="1317987" y="772966"/>
                  </a:cubicBezTo>
                  <a:lnTo>
                    <a:pt x="1311599" y="737388"/>
                  </a:lnTo>
                  <a:cubicBezTo>
                    <a:pt x="1310627" y="732200"/>
                    <a:pt x="1313980" y="714464"/>
                    <a:pt x="1313872" y="715004"/>
                  </a:cubicBezTo>
                  <a:cubicBezTo>
                    <a:pt x="1315498" y="704405"/>
                    <a:pt x="1309002" y="690023"/>
                    <a:pt x="1313117" y="684187"/>
                  </a:cubicBezTo>
                  <a:lnTo>
                    <a:pt x="1319613" y="674884"/>
                  </a:lnTo>
                  <a:cubicBezTo>
                    <a:pt x="1322533" y="670776"/>
                    <a:pt x="1314850" y="673805"/>
                    <a:pt x="1315174" y="668827"/>
                  </a:cubicBezTo>
                  <a:cubicBezTo>
                    <a:pt x="1315822" y="665696"/>
                    <a:pt x="1314526" y="659962"/>
                    <a:pt x="1318851" y="657473"/>
                  </a:cubicBezTo>
                  <a:cubicBezTo>
                    <a:pt x="1322642" y="655853"/>
                    <a:pt x="1329138" y="649364"/>
                    <a:pt x="1329893" y="654666"/>
                  </a:cubicBezTo>
                  <a:cubicBezTo>
                    <a:pt x="1331195" y="659962"/>
                    <a:pt x="1329785" y="668719"/>
                    <a:pt x="1334764" y="666776"/>
                  </a:cubicBezTo>
                  <a:cubicBezTo>
                    <a:pt x="1340390" y="664610"/>
                    <a:pt x="1343965" y="663639"/>
                    <a:pt x="1346022" y="660178"/>
                  </a:cubicBezTo>
                  <a:cubicBezTo>
                    <a:pt x="1389641" y="586753"/>
                    <a:pt x="1387799" y="588702"/>
                    <a:pt x="1391698" y="585889"/>
                  </a:cubicBezTo>
                  <a:cubicBezTo>
                    <a:pt x="1408036" y="574211"/>
                    <a:pt x="1411396" y="572262"/>
                    <a:pt x="1414317" y="568585"/>
                  </a:cubicBezTo>
                  <a:cubicBezTo>
                    <a:pt x="1457719" y="515277"/>
                    <a:pt x="1455553" y="518300"/>
                    <a:pt x="1456532" y="514191"/>
                  </a:cubicBezTo>
                  <a:cubicBezTo>
                    <a:pt x="1470489" y="454825"/>
                    <a:pt x="1471143" y="454825"/>
                    <a:pt x="1469841" y="450285"/>
                  </a:cubicBezTo>
                  <a:cubicBezTo>
                    <a:pt x="1447438" y="374695"/>
                    <a:pt x="1448949" y="375558"/>
                    <a:pt x="1444301" y="374263"/>
                  </a:cubicBezTo>
                  <a:cubicBezTo>
                    <a:pt x="1434014" y="371126"/>
                    <a:pt x="1428496" y="368967"/>
                    <a:pt x="1423734" y="369722"/>
                  </a:cubicBezTo>
                  <a:cubicBezTo>
                    <a:pt x="1421136" y="370154"/>
                    <a:pt x="1418323" y="370586"/>
                    <a:pt x="1415180" y="370370"/>
                  </a:cubicBezTo>
                  <a:cubicBezTo>
                    <a:pt x="1402302" y="369831"/>
                    <a:pt x="1398187" y="370370"/>
                    <a:pt x="1395590" y="367449"/>
                  </a:cubicBezTo>
                  <a:cubicBezTo>
                    <a:pt x="1394511" y="366262"/>
                    <a:pt x="1392130" y="365290"/>
                    <a:pt x="1390288" y="365074"/>
                  </a:cubicBezTo>
                  <a:lnTo>
                    <a:pt x="1384122" y="364744"/>
                  </a:lnTo>
                  <a:cubicBezTo>
                    <a:pt x="1380332" y="364528"/>
                    <a:pt x="1378058" y="359988"/>
                    <a:pt x="1378598" y="360636"/>
                  </a:cubicBezTo>
                  <a:cubicBezTo>
                    <a:pt x="1377734" y="359016"/>
                    <a:pt x="1375569" y="357175"/>
                    <a:pt x="1373727" y="356635"/>
                  </a:cubicBezTo>
                  <a:lnTo>
                    <a:pt x="1368965" y="355016"/>
                  </a:lnTo>
                  <a:cubicBezTo>
                    <a:pt x="1364526" y="353498"/>
                    <a:pt x="1360742" y="346907"/>
                    <a:pt x="1361282" y="347447"/>
                  </a:cubicBezTo>
                  <a:cubicBezTo>
                    <a:pt x="1358360" y="343230"/>
                    <a:pt x="1350347" y="338684"/>
                    <a:pt x="1350893" y="339008"/>
                  </a:cubicBezTo>
                  <a:cubicBezTo>
                    <a:pt x="1346454" y="335985"/>
                    <a:pt x="1335196" y="321278"/>
                    <a:pt x="1335735" y="321818"/>
                  </a:cubicBezTo>
                  <a:cubicBezTo>
                    <a:pt x="1332491" y="317817"/>
                    <a:pt x="1322318" y="315328"/>
                    <a:pt x="1322966" y="315544"/>
                  </a:cubicBezTo>
                  <a:cubicBezTo>
                    <a:pt x="1315930" y="313163"/>
                    <a:pt x="1308354" y="302241"/>
                    <a:pt x="1301210" y="299650"/>
                  </a:cubicBezTo>
                  <a:cubicBezTo>
                    <a:pt x="1263110" y="285699"/>
                    <a:pt x="1262355" y="284943"/>
                    <a:pt x="1258024" y="285591"/>
                  </a:cubicBezTo>
                  <a:cubicBezTo>
                    <a:pt x="1228585" y="289808"/>
                    <a:pt x="1227068" y="290671"/>
                    <a:pt x="1222737" y="288944"/>
                  </a:cubicBezTo>
                  <a:lnTo>
                    <a:pt x="1208018" y="283102"/>
                  </a:lnTo>
                  <a:cubicBezTo>
                    <a:pt x="1203255" y="281159"/>
                    <a:pt x="1193730" y="281159"/>
                    <a:pt x="1194276" y="281159"/>
                  </a:cubicBezTo>
                  <a:cubicBezTo>
                    <a:pt x="1189292" y="280943"/>
                    <a:pt x="1193082" y="288189"/>
                    <a:pt x="1188968" y="285375"/>
                  </a:cubicBezTo>
                  <a:cubicBezTo>
                    <a:pt x="1179658" y="278886"/>
                    <a:pt x="1175226" y="275533"/>
                    <a:pt x="1170896" y="273914"/>
                  </a:cubicBezTo>
                  <a:cubicBezTo>
                    <a:pt x="1153363" y="267208"/>
                    <a:pt x="1150220" y="264719"/>
                    <a:pt x="1149032" y="269043"/>
                  </a:cubicBezTo>
                  <a:cubicBezTo>
                    <a:pt x="1148709" y="269583"/>
                    <a:pt x="1148601" y="274345"/>
                    <a:pt x="1144270" y="274562"/>
                  </a:cubicBezTo>
                  <a:lnTo>
                    <a:pt x="1142860" y="274562"/>
                  </a:lnTo>
                  <a:cubicBezTo>
                    <a:pt x="1136694" y="274993"/>
                    <a:pt x="1144162" y="264395"/>
                    <a:pt x="1138530" y="267316"/>
                  </a:cubicBezTo>
                  <a:cubicBezTo>
                    <a:pt x="1136910" y="268396"/>
                    <a:pt x="1131278" y="269805"/>
                    <a:pt x="1130954" y="274562"/>
                  </a:cubicBezTo>
                  <a:cubicBezTo>
                    <a:pt x="1130630" y="275857"/>
                    <a:pt x="1131386" y="280721"/>
                    <a:pt x="1127709" y="283426"/>
                  </a:cubicBezTo>
                  <a:cubicBezTo>
                    <a:pt x="1125544" y="284620"/>
                    <a:pt x="1120134" y="290671"/>
                    <a:pt x="1119918" y="285699"/>
                  </a:cubicBezTo>
                  <a:cubicBezTo>
                    <a:pt x="1119918" y="285159"/>
                    <a:pt x="1119480" y="281915"/>
                    <a:pt x="1122191" y="279317"/>
                  </a:cubicBezTo>
                  <a:cubicBezTo>
                    <a:pt x="1124788" y="276613"/>
                    <a:pt x="1123594" y="272180"/>
                    <a:pt x="1123594" y="272828"/>
                  </a:cubicBezTo>
                  <a:cubicBezTo>
                    <a:pt x="1122299" y="267856"/>
                    <a:pt x="1115479" y="274993"/>
                    <a:pt x="1113638" y="278454"/>
                  </a:cubicBezTo>
                  <a:cubicBezTo>
                    <a:pt x="1108228" y="289376"/>
                    <a:pt x="1106710" y="294564"/>
                    <a:pt x="1104544" y="290671"/>
                  </a:cubicBezTo>
                  <a:cubicBezTo>
                    <a:pt x="1104005" y="289160"/>
                    <a:pt x="1100214" y="285267"/>
                    <a:pt x="1102925" y="281483"/>
                  </a:cubicBezTo>
                  <a:cubicBezTo>
                    <a:pt x="1108659" y="273476"/>
                    <a:pt x="1112336" y="269913"/>
                    <a:pt x="1111256" y="265475"/>
                  </a:cubicBezTo>
                  <a:cubicBezTo>
                    <a:pt x="1110932" y="264935"/>
                    <a:pt x="1110717" y="259747"/>
                    <a:pt x="1107357" y="262230"/>
                  </a:cubicBezTo>
                  <a:lnTo>
                    <a:pt x="1106386" y="262884"/>
                  </a:lnTo>
                  <a:cubicBezTo>
                    <a:pt x="1102811" y="265475"/>
                    <a:pt x="1099458" y="259963"/>
                    <a:pt x="1102925" y="257150"/>
                  </a:cubicBezTo>
                  <a:lnTo>
                    <a:pt x="1105415" y="255092"/>
                  </a:lnTo>
                  <a:cubicBezTo>
                    <a:pt x="1108443" y="252609"/>
                    <a:pt x="1106170" y="247961"/>
                    <a:pt x="1106278" y="248501"/>
                  </a:cubicBezTo>
                  <a:cubicBezTo>
                    <a:pt x="1104544" y="243954"/>
                    <a:pt x="1098379" y="245472"/>
                    <a:pt x="1099566" y="241255"/>
                  </a:cubicBezTo>
                  <a:cubicBezTo>
                    <a:pt x="1100436" y="238227"/>
                    <a:pt x="1097293" y="235414"/>
                    <a:pt x="1097617" y="236061"/>
                  </a:cubicBezTo>
                  <a:cubicBezTo>
                    <a:pt x="1096213" y="234874"/>
                    <a:pt x="1093724" y="234658"/>
                    <a:pt x="1092098" y="235522"/>
                  </a:cubicBezTo>
                  <a:lnTo>
                    <a:pt x="1089069" y="237147"/>
                  </a:lnTo>
                  <a:cubicBezTo>
                    <a:pt x="1084631" y="239522"/>
                    <a:pt x="1084739" y="232709"/>
                    <a:pt x="1081494" y="236601"/>
                  </a:cubicBezTo>
                  <a:cubicBezTo>
                    <a:pt x="1080840" y="237039"/>
                    <a:pt x="1077703" y="242227"/>
                    <a:pt x="1076731" y="238011"/>
                  </a:cubicBezTo>
                  <a:cubicBezTo>
                    <a:pt x="1075862" y="235953"/>
                    <a:pt x="1075969" y="228492"/>
                    <a:pt x="1071753" y="230981"/>
                  </a:cubicBezTo>
                  <a:lnTo>
                    <a:pt x="1071099" y="231413"/>
                  </a:lnTo>
                  <a:cubicBezTo>
                    <a:pt x="1069480" y="232385"/>
                    <a:pt x="1067315" y="231953"/>
                    <a:pt x="1066121" y="230441"/>
                  </a:cubicBezTo>
                  <a:cubicBezTo>
                    <a:pt x="1065581" y="229902"/>
                    <a:pt x="1063955" y="226765"/>
                    <a:pt x="1059955" y="225463"/>
                  </a:cubicBezTo>
                  <a:cubicBezTo>
                    <a:pt x="1056380" y="223952"/>
                    <a:pt x="1050322" y="223844"/>
                    <a:pt x="1048372" y="219196"/>
                  </a:cubicBezTo>
                  <a:lnTo>
                    <a:pt x="1048372" y="218980"/>
                  </a:lnTo>
                  <a:cubicBezTo>
                    <a:pt x="1047503" y="217246"/>
                    <a:pt x="1045452" y="216167"/>
                    <a:pt x="1043610" y="216598"/>
                  </a:cubicBezTo>
                  <a:cubicBezTo>
                    <a:pt x="1042854" y="216598"/>
                    <a:pt x="1037762" y="218872"/>
                    <a:pt x="1036250" y="215195"/>
                  </a:cubicBezTo>
                  <a:cubicBezTo>
                    <a:pt x="1035603" y="213678"/>
                    <a:pt x="1033761" y="212922"/>
                    <a:pt x="1031919" y="213462"/>
                  </a:cubicBezTo>
                  <a:cubicBezTo>
                    <a:pt x="1030732" y="213678"/>
                    <a:pt x="1025423" y="216922"/>
                    <a:pt x="1023150" y="212922"/>
                  </a:cubicBezTo>
                  <a:cubicBezTo>
                    <a:pt x="1022503" y="212382"/>
                    <a:pt x="1021315" y="207626"/>
                    <a:pt x="1017416" y="209569"/>
                  </a:cubicBezTo>
                  <a:cubicBezTo>
                    <a:pt x="1016445" y="209785"/>
                    <a:pt x="1012006" y="213462"/>
                    <a:pt x="1009949" y="209461"/>
                  </a:cubicBezTo>
                  <a:lnTo>
                    <a:pt x="1008971" y="207626"/>
                  </a:lnTo>
                  <a:cubicBezTo>
                    <a:pt x="1007243" y="204273"/>
                    <a:pt x="1002481" y="203841"/>
                    <a:pt x="1003021" y="204057"/>
                  </a:cubicBezTo>
                  <a:cubicBezTo>
                    <a:pt x="999230" y="203511"/>
                    <a:pt x="996525" y="207734"/>
                    <a:pt x="997179" y="207188"/>
                  </a:cubicBezTo>
                  <a:cubicBezTo>
                    <a:pt x="995121" y="210217"/>
                    <a:pt x="990683" y="209245"/>
                    <a:pt x="991222" y="209137"/>
                  </a:cubicBezTo>
                  <a:cubicBezTo>
                    <a:pt x="986244" y="208166"/>
                    <a:pt x="989489" y="202000"/>
                    <a:pt x="984618" y="202755"/>
                  </a:cubicBezTo>
                  <a:cubicBezTo>
                    <a:pt x="979532" y="203619"/>
                    <a:pt x="974662" y="203727"/>
                    <a:pt x="971849" y="207188"/>
                  </a:cubicBezTo>
                  <a:cubicBezTo>
                    <a:pt x="960698" y="221031"/>
                    <a:pt x="958532" y="222872"/>
                    <a:pt x="958101" y="227305"/>
                  </a:cubicBezTo>
                  <a:cubicBezTo>
                    <a:pt x="957885" y="227844"/>
                    <a:pt x="958425" y="232169"/>
                    <a:pt x="954748" y="234442"/>
                  </a:cubicBezTo>
                  <a:cubicBezTo>
                    <a:pt x="942842" y="241795"/>
                    <a:pt x="938079" y="245688"/>
                    <a:pt x="939375" y="241364"/>
                  </a:cubicBezTo>
                  <a:cubicBezTo>
                    <a:pt x="941756" y="233902"/>
                    <a:pt x="942950" y="228816"/>
                    <a:pt x="945763" y="225247"/>
                  </a:cubicBezTo>
                  <a:cubicBezTo>
                    <a:pt x="950957" y="219088"/>
                    <a:pt x="954424" y="215627"/>
                    <a:pt x="955504" y="211303"/>
                  </a:cubicBezTo>
                  <a:cubicBezTo>
                    <a:pt x="963403" y="181020"/>
                    <a:pt x="961460" y="195294"/>
                    <a:pt x="941108" y="188589"/>
                  </a:cubicBezTo>
                  <a:cubicBezTo>
                    <a:pt x="939489" y="188157"/>
                    <a:pt x="935050" y="185890"/>
                    <a:pt x="930612" y="187077"/>
                  </a:cubicBezTo>
                  <a:cubicBezTo>
                    <a:pt x="920109" y="189890"/>
                    <a:pt x="914483" y="191941"/>
                    <a:pt x="909828" y="191078"/>
                  </a:cubicBezTo>
                  <a:cubicBezTo>
                    <a:pt x="888613" y="186861"/>
                    <a:pt x="884288" y="187185"/>
                    <a:pt x="886670" y="183293"/>
                  </a:cubicBezTo>
                  <a:lnTo>
                    <a:pt x="886886" y="182861"/>
                  </a:lnTo>
                  <a:cubicBezTo>
                    <a:pt x="887857" y="181235"/>
                    <a:pt x="890130" y="180156"/>
                    <a:pt x="891972" y="180372"/>
                  </a:cubicBezTo>
                  <a:lnTo>
                    <a:pt x="899655" y="181343"/>
                  </a:lnTo>
                  <a:cubicBezTo>
                    <a:pt x="901497" y="181559"/>
                    <a:pt x="903878" y="180480"/>
                    <a:pt x="904958" y="179076"/>
                  </a:cubicBezTo>
                  <a:lnTo>
                    <a:pt x="911238" y="170529"/>
                  </a:lnTo>
                  <a:cubicBezTo>
                    <a:pt x="916000" y="164046"/>
                    <a:pt x="892728" y="174752"/>
                    <a:pt x="895541" y="167723"/>
                  </a:cubicBezTo>
                  <a:cubicBezTo>
                    <a:pt x="895972" y="165665"/>
                    <a:pt x="900303" y="159067"/>
                    <a:pt x="895541" y="160153"/>
                  </a:cubicBezTo>
                  <a:cubicBezTo>
                    <a:pt x="894569" y="160477"/>
                    <a:pt x="889375" y="160693"/>
                    <a:pt x="886777" y="164478"/>
                  </a:cubicBezTo>
                  <a:cubicBezTo>
                    <a:pt x="883527" y="168262"/>
                    <a:pt x="881469" y="175832"/>
                    <a:pt x="876706" y="173558"/>
                  </a:cubicBezTo>
                  <a:lnTo>
                    <a:pt x="875627" y="173019"/>
                  </a:lnTo>
                  <a:cubicBezTo>
                    <a:pt x="873893" y="172155"/>
                    <a:pt x="873354" y="170206"/>
                    <a:pt x="874325" y="168694"/>
                  </a:cubicBezTo>
                  <a:cubicBezTo>
                    <a:pt x="882447" y="155067"/>
                    <a:pt x="883311" y="152362"/>
                    <a:pt x="887533" y="151390"/>
                  </a:cubicBezTo>
                  <a:cubicBezTo>
                    <a:pt x="891648" y="149987"/>
                    <a:pt x="898138" y="150311"/>
                    <a:pt x="900087" y="145555"/>
                  </a:cubicBezTo>
                  <a:cubicBezTo>
                    <a:pt x="901929" y="141224"/>
                    <a:pt x="903986" y="137439"/>
                    <a:pt x="903770" y="133223"/>
                  </a:cubicBezTo>
                  <a:cubicBezTo>
                    <a:pt x="902792" y="118948"/>
                    <a:pt x="903554" y="115379"/>
                    <a:pt x="899224" y="115488"/>
                  </a:cubicBezTo>
                  <a:cubicBezTo>
                    <a:pt x="885476" y="115703"/>
                    <a:pt x="882231" y="116574"/>
                    <a:pt x="879850" y="113005"/>
                  </a:cubicBezTo>
                  <a:cubicBezTo>
                    <a:pt x="875411" y="106731"/>
                    <a:pt x="872490" y="106191"/>
                    <a:pt x="870865" y="102298"/>
                  </a:cubicBezTo>
                  <a:cubicBezTo>
                    <a:pt x="859282" y="73641"/>
                    <a:pt x="858095" y="81210"/>
                    <a:pt x="858527" y="76778"/>
                  </a:cubicBezTo>
                  <a:cubicBezTo>
                    <a:pt x="860908" y="54934"/>
                    <a:pt x="861771" y="52877"/>
                    <a:pt x="859066" y="49416"/>
                  </a:cubicBezTo>
                  <a:cubicBezTo>
                    <a:pt x="848893" y="36874"/>
                    <a:pt x="846944" y="32766"/>
                    <a:pt x="844455" y="36335"/>
                  </a:cubicBezTo>
                  <a:cubicBezTo>
                    <a:pt x="842290" y="38818"/>
                    <a:pt x="839152" y="45415"/>
                    <a:pt x="837203" y="44983"/>
                  </a:cubicBezTo>
                  <a:lnTo>
                    <a:pt x="813067" y="79045"/>
                  </a:lnTo>
                  <a:lnTo>
                    <a:pt x="803758" y="92456"/>
                  </a:lnTo>
                  <a:lnTo>
                    <a:pt x="788930" y="103054"/>
                  </a:lnTo>
                  <a:lnTo>
                    <a:pt x="775615" y="96672"/>
                  </a:lnTo>
                  <a:lnTo>
                    <a:pt x="768909" y="100241"/>
                  </a:lnTo>
                  <a:lnTo>
                    <a:pt x="760248" y="96025"/>
                  </a:lnTo>
                  <a:lnTo>
                    <a:pt x="744658" y="101867"/>
                  </a:lnTo>
                  <a:lnTo>
                    <a:pt x="715220" y="89535"/>
                  </a:lnTo>
                  <a:lnTo>
                    <a:pt x="692601" y="95593"/>
                  </a:lnTo>
                  <a:lnTo>
                    <a:pt x="678421" y="91268"/>
                  </a:lnTo>
                  <a:lnTo>
                    <a:pt x="678421" y="111811"/>
                  </a:lnTo>
                  <a:lnTo>
                    <a:pt x="639026" y="111811"/>
                  </a:lnTo>
                  <a:lnTo>
                    <a:pt x="621703" y="104458"/>
                  </a:lnTo>
                  <a:lnTo>
                    <a:pt x="616941" y="117329"/>
                  </a:lnTo>
                  <a:lnTo>
                    <a:pt x="602113" y="122301"/>
                  </a:lnTo>
                  <a:lnTo>
                    <a:pt x="591185" y="119818"/>
                  </a:lnTo>
                  <a:lnTo>
                    <a:pt x="581660" y="126302"/>
                  </a:lnTo>
                  <a:lnTo>
                    <a:pt x="582416" y="132359"/>
                  </a:lnTo>
                  <a:lnTo>
                    <a:pt x="568668" y="136468"/>
                  </a:lnTo>
                  <a:lnTo>
                    <a:pt x="535985" y="111703"/>
                  </a:lnTo>
                  <a:lnTo>
                    <a:pt x="535438" y="99162"/>
                  </a:lnTo>
                  <a:lnTo>
                    <a:pt x="526351" y="95161"/>
                  </a:lnTo>
                  <a:lnTo>
                    <a:pt x="531762" y="63151"/>
                  </a:lnTo>
                  <a:lnTo>
                    <a:pt x="544316" y="51581"/>
                  </a:lnTo>
                  <a:lnTo>
                    <a:pt x="535985" y="32874"/>
                  </a:lnTo>
                  <a:lnTo>
                    <a:pt x="521697" y="28550"/>
                  </a:lnTo>
                  <a:lnTo>
                    <a:pt x="526567" y="8433"/>
                  </a:lnTo>
                  <a:lnTo>
                    <a:pt x="520395" y="0"/>
                  </a:lnTo>
                  <a:lnTo>
                    <a:pt x="499726" y="3029"/>
                  </a:lnTo>
                  <a:lnTo>
                    <a:pt x="503511" y="12973"/>
                  </a:lnTo>
                  <a:lnTo>
                    <a:pt x="488467" y="28658"/>
                  </a:lnTo>
                  <a:lnTo>
                    <a:pt x="471691" y="28982"/>
                  </a:lnTo>
                  <a:lnTo>
                    <a:pt x="467792" y="37414"/>
                  </a:lnTo>
                  <a:lnTo>
                    <a:pt x="451339" y="42278"/>
                  </a:lnTo>
                  <a:lnTo>
                    <a:pt x="442360" y="38710"/>
                  </a:lnTo>
                  <a:lnTo>
                    <a:pt x="428288" y="45739"/>
                  </a:lnTo>
                  <a:lnTo>
                    <a:pt x="427965" y="59043"/>
                  </a:lnTo>
                  <a:lnTo>
                    <a:pt x="416274" y="63583"/>
                  </a:lnTo>
                  <a:lnTo>
                    <a:pt x="401447" y="48768"/>
                  </a:lnTo>
                  <a:lnTo>
                    <a:pt x="383585" y="50178"/>
                  </a:lnTo>
                  <a:lnTo>
                    <a:pt x="375253" y="42825"/>
                  </a:lnTo>
                  <a:lnTo>
                    <a:pt x="360750" y="35903"/>
                  </a:lnTo>
                  <a:lnTo>
                    <a:pt x="343541" y="39796"/>
                  </a:lnTo>
                  <a:lnTo>
                    <a:pt x="368002" y="65748"/>
                  </a:lnTo>
                  <a:lnTo>
                    <a:pt x="367678" y="79915"/>
                  </a:lnTo>
                  <a:lnTo>
                    <a:pt x="377958" y="93104"/>
                  </a:lnTo>
                  <a:lnTo>
                    <a:pt x="375685" y="92780"/>
                  </a:lnTo>
                  <a:lnTo>
                    <a:pt x="399929" y="94945"/>
                  </a:lnTo>
                  <a:lnTo>
                    <a:pt x="398088" y="106947"/>
                  </a:lnTo>
                  <a:lnTo>
                    <a:pt x="375685" y="114084"/>
                  </a:lnTo>
                  <a:lnTo>
                    <a:pt x="363023" y="130194"/>
                  </a:lnTo>
                  <a:lnTo>
                    <a:pt x="353714" y="127927"/>
                  </a:lnTo>
                  <a:lnTo>
                    <a:pt x="343757" y="134525"/>
                  </a:lnTo>
                  <a:lnTo>
                    <a:pt x="330765" y="152692"/>
                  </a:lnTo>
                  <a:lnTo>
                    <a:pt x="314643" y="154312"/>
                  </a:lnTo>
                  <a:lnTo>
                    <a:pt x="315506" y="142202"/>
                  </a:lnTo>
                  <a:lnTo>
                    <a:pt x="304902" y="134956"/>
                  </a:lnTo>
                  <a:lnTo>
                    <a:pt x="287255" y="149663"/>
                  </a:lnTo>
                  <a:lnTo>
                    <a:pt x="272104" y="135172"/>
                  </a:lnTo>
                  <a:lnTo>
                    <a:pt x="240932" y="137223"/>
                  </a:lnTo>
                  <a:lnTo>
                    <a:pt x="240932" y="122733"/>
                  </a:lnTo>
                  <a:lnTo>
                    <a:pt x="225450" y="105328"/>
                  </a:lnTo>
                  <a:lnTo>
                    <a:pt x="214846" y="114516"/>
                  </a:lnTo>
                  <a:lnTo>
                    <a:pt x="198069" y="107379"/>
                  </a:lnTo>
                  <a:lnTo>
                    <a:pt x="194393" y="115812"/>
                  </a:lnTo>
                  <a:lnTo>
                    <a:pt x="160185" y="116034"/>
                  </a:lnTo>
                  <a:lnTo>
                    <a:pt x="156940" y="137008"/>
                  </a:lnTo>
                  <a:lnTo>
                    <a:pt x="176098" y="140253"/>
                  </a:lnTo>
                  <a:lnTo>
                    <a:pt x="182594" y="160477"/>
                  </a:lnTo>
                  <a:lnTo>
                    <a:pt x="151962" y="161557"/>
                  </a:lnTo>
                  <a:lnTo>
                    <a:pt x="148717" y="185128"/>
                  </a:lnTo>
                  <a:lnTo>
                    <a:pt x="164840" y="197352"/>
                  </a:lnTo>
                  <a:lnTo>
                    <a:pt x="166897" y="212382"/>
                  </a:lnTo>
                  <a:lnTo>
                    <a:pt x="175666" y="226225"/>
                  </a:lnTo>
                  <a:lnTo>
                    <a:pt x="171336" y="234874"/>
                  </a:lnTo>
                  <a:lnTo>
                    <a:pt x="153365" y="350584"/>
                  </a:lnTo>
                  <a:lnTo>
                    <a:pt x="138862" y="347231"/>
                  </a:lnTo>
                  <a:lnTo>
                    <a:pt x="136595" y="340741"/>
                  </a:lnTo>
                  <a:lnTo>
                    <a:pt x="120898" y="341605"/>
                  </a:lnTo>
                  <a:lnTo>
                    <a:pt x="114294" y="349606"/>
                  </a:lnTo>
                  <a:lnTo>
                    <a:pt x="81610" y="347339"/>
                  </a:lnTo>
                  <a:lnTo>
                    <a:pt x="42748" y="370694"/>
                  </a:lnTo>
                  <a:lnTo>
                    <a:pt x="32144" y="404324"/>
                  </a:lnTo>
                  <a:lnTo>
                    <a:pt x="33223" y="420548"/>
                  </a:lnTo>
                  <a:lnTo>
                    <a:pt x="10389" y="433953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503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734" y="530632"/>
                  </a:lnTo>
                  <a:lnTo>
                    <a:pt x="64179" y="535388"/>
                  </a:lnTo>
                  <a:lnTo>
                    <a:pt x="69158" y="553123"/>
                  </a:lnTo>
                  <a:lnTo>
                    <a:pt x="102279" y="553123"/>
                  </a:lnTo>
                  <a:lnTo>
                    <a:pt x="131832" y="526955"/>
                  </a:lnTo>
                  <a:lnTo>
                    <a:pt x="134753" y="554203"/>
                  </a:lnTo>
                  <a:lnTo>
                    <a:pt x="126848" y="564909"/>
                  </a:lnTo>
                  <a:lnTo>
                    <a:pt x="126848" y="591293"/>
                  </a:lnTo>
                  <a:lnTo>
                    <a:pt x="138754" y="593458"/>
                  </a:lnTo>
                  <a:lnTo>
                    <a:pt x="153149" y="587292"/>
                  </a:lnTo>
                  <a:lnTo>
                    <a:pt x="195796" y="589242"/>
                  </a:lnTo>
                  <a:lnTo>
                    <a:pt x="203587" y="597243"/>
                  </a:lnTo>
                  <a:lnTo>
                    <a:pt x="214198" y="592379"/>
                  </a:lnTo>
                  <a:lnTo>
                    <a:pt x="223723" y="578428"/>
                  </a:lnTo>
                  <a:lnTo>
                    <a:pt x="236925" y="579291"/>
                  </a:lnTo>
                  <a:lnTo>
                    <a:pt x="276866" y="549554"/>
                  </a:lnTo>
                  <a:lnTo>
                    <a:pt x="309226" y="545338"/>
                  </a:lnTo>
                  <a:lnTo>
                    <a:pt x="316694" y="539064"/>
                  </a:lnTo>
                  <a:lnTo>
                    <a:pt x="330010" y="551066"/>
                  </a:lnTo>
                  <a:lnTo>
                    <a:pt x="329470" y="566534"/>
                  </a:lnTo>
                  <a:lnTo>
                    <a:pt x="322218" y="573888"/>
                  </a:lnTo>
                  <a:lnTo>
                    <a:pt x="329470" y="594970"/>
                  </a:lnTo>
                  <a:lnTo>
                    <a:pt x="324923" y="604704"/>
                  </a:lnTo>
                  <a:lnTo>
                    <a:pt x="336722" y="627520"/>
                  </a:lnTo>
                  <a:lnTo>
                    <a:pt x="356203" y="637038"/>
                  </a:lnTo>
                  <a:lnTo>
                    <a:pt x="356203" y="645795"/>
                  </a:lnTo>
                  <a:lnTo>
                    <a:pt x="375577" y="650335"/>
                  </a:lnTo>
                  <a:lnTo>
                    <a:pt x="383261" y="645903"/>
                  </a:lnTo>
                  <a:lnTo>
                    <a:pt x="408267" y="653149"/>
                  </a:lnTo>
                  <a:lnTo>
                    <a:pt x="420929" y="667531"/>
                  </a:lnTo>
                  <a:lnTo>
                    <a:pt x="444418" y="670452"/>
                  </a:lnTo>
                  <a:lnTo>
                    <a:pt x="459245" y="687432"/>
                  </a:lnTo>
                  <a:lnTo>
                    <a:pt x="485108" y="683863"/>
                  </a:lnTo>
                  <a:lnTo>
                    <a:pt x="507625" y="693268"/>
                  </a:lnTo>
                  <a:lnTo>
                    <a:pt x="513036" y="704082"/>
                  </a:lnTo>
                  <a:lnTo>
                    <a:pt x="508597" y="712622"/>
                  </a:lnTo>
                  <a:lnTo>
                    <a:pt x="512928" y="723436"/>
                  </a:lnTo>
                  <a:lnTo>
                    <a:pt x="512604" y="745389"/>
                  </a:lnTo>
                  <a:lnTo>
                    <a:pt x="507841" y="749719"/>
                  </a:lnTo>
                  <a:lnTo>
                    <a:pt x="517150" y="759663"/>
                  </a:lnTo>
                  <a:lnTo>
                    <a:pt x="519100" y="778154"/>
                  </a:lnTo>
                  <a:lnTo>
                    <a:pt x="588480" y="778154"/>
                  </a:lnTo>
                  <a:lnTo>
                    <a:pt x="590861" y="797516"/>
                  </a:lnTo>
                  <a:lnTo>
                    <a:pt x="582739" y="804977"/>
                  </a:lnTo>
                  <a:lnTo>
                    <a:pt x="584797" y="827793"/>
                  </a:lnTo>
                  <a:lnTo>
                    <a:pt x="609365" y="840010"/>
                  </a:lnTo>
                  <a:lnTo>
                    <a:pt x="618890" y="863264"/>
                  </a:lnTo>
                  <a:lnTo>
                    <a:pt x="613156" y="882726"/>
                  </a:lnTo>
                  <a:lnTo>
                    <a:pt x="615537" y="893109"/>
                  </a:lnTo>
                  <a:lnTo>
                    <a:pt x="604387" y="904570"/>
                  </a:lnTo>
                  <a:lnTo>
                    <a:pt x="613804" y="916572"/>
                  </a:lnTo>
                  <a:lnTo>
                    <a:pt x="595293" y="940689"/>
                  </a:lnTo>
                  <a:lnTo>
                    <a:pt x="606660" y="972477"/>
                  </a:lnTo>
                  <a:lnTo>
                    <a:pt x="601466" y="1013574"/>
                  </a:lnTo>
                  <a:lnTo>
                    <a:pt x="611854" y="1011841"/>
                  </a:lnTo>
                  <a:lnTo>
                    <a:pt x="619646" y="1019626"/>
                  </a:lnTo>
                  <a:lnTo>
                    <a:pt x="646170" y="1022655"/>
                  </a:lnTo>
                  <a:lnTo>
                    <a:pt x="661213" y="1012812"/>
                  </a:lnTo>
                  <a:lnTo>
                    <a:pt x="666191" y="1021252"/>
                  </a:lnTo>
                  <a:lnTo>
                    <a:pt x="681450" y="1021683"/>
                  </a:lnTo>
                  <a:lnTo>
                    <a:pt x="689464" y="1035742"/>
                  </a:lnTo>
                  <a:lnTo>
                    <a:pt x="690975" y="1067207"/>
                  </a:lnTo>
                  <a:lnTo>
                    <a:pt x="696602" y="1078452"/>
                  </a:lnTo>
                  <a:lnTo>
                    <a:pt x="697579" y="1088079"/>
                  </a:lnTo>
                  <a:lnTo>
                    <a:pt x="709701" y="1090352"/>
                  </a:lnTo>
                  <a:lnTo>
                    <a:pt x="726262" y="1081157"/>
                  </a:lnTo>
                  <a:lnTo>
                    <a:pt x="739788" y="1090352"/>
                  </a:lnTo>
                  <a:lnTo>
                    <a:pt x="727234" y="1154259"/>
                  </a:lnTo>
                  <a:lnTo>
                    <a:pt x="743687" y="1155662"/>
                  </a:lnTo>
                  <a:lnTo>
                    <a:pt x="750291" y="1148417"/>
                  </a:lnTo>
                  <a:lnTo>
                    <a:pt x="760787" y="1153719"/>
                  </a:lnTo>
                  <a:lnTo>
                    <a:pt x="769341" y="1176427"/>
                  </a:lnTo>
                  <a:lnTo>
                    <a:pt x="764578" y="1195889"/>
                  </a:lnTo>
                  <a:lnTo>
                    <a:pt x="770528" y="1202703"/>
                  </a:lnTo>
                  <a:lnTo>
                    <a:pt x="766305" y="1213625"/>
                  </a:lnTo>
                  <a:lnTo>
                    <a:pt x="718687" y="1229195"/>
                  </a:lnTo>
                  <a:lnTo>
                    <a:pt x="716089" y="1237526"/>
                  </a:lnTo>
                  <a:lnTo>
                    <a:pt x="689026" y="1254500"/>
                  </a:lnTo>
                  <a:lnTo>
                    <a:pt x="687623" y="1262615"/>
                  </a:lnTo>
                  <a:lnTo>
                    <a:pt x="679069" y="1263371"/>
                  </a:lnTo>
                  <a:lnTo>
                    <a:pt x="640861" y="1314844"/>
                  </a:lnTo>
                  <a:lnTo>
                    <a:pt x="628307" y="1319276"/>
                  </a:lnTo>
                  <a:lnTo>
                    <a:pt x="614127" y="1338739"/>
                  </a:lnTo>
                  <a:lnTo>
                    <a:pt x="634372" y="1344905"/>
                  </a:lnTo>
                  <a:lnTo>
                    <a:pt x="641839" y="1338199"/>
                  </a:lnTo>
                  <a:lnTo>
                    <a:pt x="651904" y="1338199"/>
                  </a:lnTo>
                  <a:lnTo>
                    <a:pt x="670414" y="1356366"/>
                  </a:lnTo>
                  <a:lnTo>
                    <a:pt x="666407" y="1368482"/>
                  </a:lnTo>
                  <a:lnTo>
                    <a:pt x="682644" y="1374426"/>
                  </a:lnTo>
                  <a:lnTo>
                    <a:pt x="690436" y="1364583"/>
                  </a:lnTo>
                  <a:lnTo>
                    <a:pt x="708615" y="1383075"/>
                  </a:lnTo>
                  <a:lnTo>
                    <a:pt x="728212" y="1388377"/>
                  </a:lnTo>
                  <a:lnTo>
                    <a:pt x="743795" y="1405896"/>
                  </a:lnTo>
                  <a:lnTo>
                    <a:pt x="757435" y="1410221"/>
                  </a:lnTo>
                  <a:lnTo>
                    <a:pt x="767715" y="1429791"/>
                  </a:lnTo>
                  <a:lnTo>
                    <a:pt x="781895" y="1438008"/>
                  </a:lnTo>
                  <a:cubicBezTo>
                    <a:pt x="782758" y="1437361"/>
                    <a:pt x="783520" y="1436389"/>
                    <a:pt x="784060" y="1435417"/>
                  </a:cubicBezTo>
                  <a:cubicBezTo>
                    <a:pt x="783520" y="1435957"/>
                    <a:pt x="786010" y="1430547"/>
                    <a:pt x="790010" y="1431093"/>
                  </a:cubicBezTo>
                  <a:lnTo>
                    <a:pt x="796938" y="1432173"/>
                  </a:lnTo>
                  <a:cubicBezTo>
                    <a:pt x="802132" y="1432928"/>
                    <a:pt x="798239" y="1440066"/>
                    <a:pt x="797808" y="1444498"/>
                  </a:cubicBezTo>
                  <a:cubicBezTo>
                    <a:pt x="797478" y="1446232"/>
                    <a:pt x="795858" y="1448283"/>
                    <a:pt x="794233" y="1448822"/>
                  </a:cubicBezTo>
                  <a:cubicBezTo>
                    <a:pt x="790334" y="1450232"/>
                    <a:pt x="787629" y="1452391"/>
                    <a:pt x="777348" y="1458989"/>
                  </a:cubicBezTo>
                  <a:cubicBezTo>
                    <a:pt x="773557" y="1461478"/>
                    <a:pt x="774535" y="1466450"/>
                    <a:pt x="774319" y="1467536"/>
                  </a:cubicBezTo>
                  <a:cubicBezTo>
                    <a:pt x="774211" y="1471860"/>
                    <a:pt x="769233" y="1472832"/>
                    <a:pt x="768579" y="1473264"/>
                  </a:cubicBezTo>
                  <a:cubicBezTo>
                    <a:pt x="767499" y="1473804"/>
                    <a:pt x="766743" y="1473588"/>
                    <a:pt x="766197" y="1473264"/>
                  </a:cubicBezTo>
                  <a:lnTo>
                    <a:pt x="774211" y="1485049"/>
                  </a:lnTo>
                  <a:cubicBezTo>
                    <a:pt x="774751" y="1484402"/>
                    <a:pt x="775399" y="1483862"/>
                    <a:pt x="776052" y="1483322"/>
                  </a:cubicBezTo>
                  <a:lnTo>
                    <a:pt x="776485" y="1484078"/>
                  </a:lnTo>
                  <a:close/>
                  <a:moveTo>
                    <a:pt x="817721" y="1402112"/>
                  </a:moveTo>
                  <a:cubicBezTo>
                    <a:pt x="817398" y="1398435"/>
                    <a:pt x="820427" y="1397026"/>
                    <a:pt x="820966" y="1396378"/>
                  </a:cubicBezTo>
                  <a:cubicBezTo>
                    <a:pt x="824973" y="1393673"/>
                    <a:pt x="825081" y="1388593"/>
                    <a:pt x="825945" y="1386212"/>
                  </a:cubicBezTo>
                  <a:cubicBezTo>
                    <a:pt x="827246" y="1381455"/>
                    <a:pt x="833196" y="1381779"/>
                    <a:pt x="835578" y="1380808"/>
                  </a:cubicBezTo>
                  <a:cubicBezTo>
                    <a:pt x="840340" y="1379620"/>
                    <a:pt x="840232" y="1373562"/>
                    <a:pt x="841426" y="1370641"/>
                  </a:cubicBezTo>
                  <a:cubicBezTo>
                    <a:pt x="842721" y="1366209"/>
                    <a:pt x="847160" y="1364152"/>
                    <a:pt x="848024" y="1363288"/>
                  </a:cubicBezTo>
                  <a:cubicBezTo>
                    <a:pt x="852030" y="1360367"/>
                    <a:pt x="851599" y="1354531"/>
                    <a:pt x="852462" y="1351610"/>
                  </a:cubicBezTo>
                  <a:cubicBezTo>
                    <a:pt x="853224" y="1347394"/>
                    <a:pt x="856577" y="1347286"/>
                    <a:pt x="868591" y="1343717"/>
                  </a:cubicBezTo>
                  <a:cubicBezTo>
                    <a:pt x="873678" y="1342200"/>
                    <a:pt x="870972" y="1350639"/>
                    <a:pt x="871296" y="1354639"/>
                  </a:cubicBezTo>
                  <a:cubicBezTo>
                    <a:pt x="871080" y="1359288"/>
                    <a:pt x="866318" y="1361561"/>
                    <a:pt x="865238" y="1362532"/>
                  </a:cubicBezTo>
                  <a:cubicBezTo>
                    <a:pt x="862641" y="1364583"/>
                    <a:pt x="862749" y="1367612"/>
                    <a:pt x="862641" y="1368152"/>
                  </a:cubicBezTo>
                  <a:cubicBezTo>
                    <a:pt x="862641" y="1371505"/>
                    <a:pt x="859930" y="1372483"/>
                    <a:pt x="859390" y="1373022"/>
                  </a:cubicBezTo>
                  <a:cubicBezTo>
                    <a:pt x="854952" y="1374966"/>
                    <a:pt x="852570" y="1378858"/>
                    <a:pt x="841965" y="1391514"/>
                  </a:cubicBezTo>
                  <a:cubicBezTo>
                    <a:pt x="838829" y="1395298"/>
                    <a:pt x="833628" y="1398219"/>
                    <a:pt x="820966" y="1406544"/>
                  </a:cubicBezTo>
                  <a:cubicBezTo>
                    <a:pt x="817182" y="1409033"/>
                    <a:pt x="817613" y="1401788"/>
                    <a:pt x="817613" y="1401788"/>
                  </a:cubicBezTo>
                  <a:lnTo>
                    <a:pt x="817721" y="1402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A1998CCD-4F5E-195E-412B-F62C4B026C68}"/>
                </a:ext>
              </a:extLst>
            </p:cNvPr>
            <p:cNvSpPr/>
            <p:nvPr/>
          </p:nvSpPr>
          <p:spPr>
            <a:xfrm>
              <a:off x="2807906" y="5232383"/>
              <a:ext cx="396147" cy="438075"/>
            </a:xfrm>
            <a:custGeom>
              <a:avLst/>
              <a:gdLst>
                <a:gd name="csX0" fmla="*/ 278060 w 456863"/>
                <a:gd name="csY0" fmla="*/ 415684 h 505218"/>
                <a:gd name="csX1" fmla="*/ 292132 w 456863"/>
                <a:gd name="csY1" fmla="*/ 396215 h 505218"/>
                <a:gd name="csX2" fmla="*/ 298082 w 456863"/>
                <a:gd name="csY2" fmla="*/ 379997 h 505218"/>
                <a:gd name="csX3" fmla="*/ 338671 w 456863"/>
                <a:gd name="csY3" fmla="*/ 373399 h 505218"/>
                <a:gd name="csX4" fmla="*/ 363671 w 456863"/>
                <a:gd name="csY4" fmla="*/ 366801 h 505218"/>
                <a:gd name="csX5" fmla="*/ 397332 w 456863"/>
                <a:gd name="csY5" fmla="*/ 368751 h 505218"/>
                <a:gd name="csX6" fmla="*/ 429806 w 456863"/>
                <a:gd name="csY6" fmla="*/ 388429 h 505218"/>
                <a:gd name="csX7" fmla="*/ 433267 w 456863"/>
                <a:gd name="csY7" fmla="*/ 401625 h 505218"/>
                <a:gd name="csX8" fmla="*/ 451777 w 456863"/>
                <a:gd name="csY8" fmla="*/ 377508 h 505218"/>
                <a:gd name="csX9" fmla="*/ 442360 w 456863"/>
                <a:gd name="csY9" fmla="*/ 365506 h 505218"/>
                <a:gd name="csX10" fmla="*/ 453511 w 456863"/>
                <a:gd name="csY10" fmla="*/ 354044 h 505218"/>
                <a:gd name="csX11" fmla="*/ 451130 w 456863"/>
                <a:gd name="csY11" fmla="*/ 343662 h 505218"/>
                <a:gd name="csX12" fmla="*/ 456863 w 456863"/>
                <a:gd name="csY12" fmla="*/ 324199 h 505218"/>
                <a:gd name="csX13" fmla="*/ 447338 w 456863"/>
                <a:gd name="csY13" fmla="*/ 300946 h 505218"/>
                <a:gd name="csX14" fmla="*/ 422771 w 456863"/>
                <a:gd name="csY14" fmla="*/ 288728 h 505218"/>
                <a:gd name="csX15" fmla="*/ 420713 w 456863"/>
                <a:gd name="csY15" fmla="*/ 265912 h 505218"/>
                <a:gd name="csX16" fmla="*/ 428828 w 456863"/>
                <a:gd name="csY16" fmla="*/ 258451 h 505218"/>
                <a:gd name="csX17" fmla="*/ 426447 w 456863"/>
                <a:gd name="csY17" fmla="*/ 239097 h 505218"/>
                <a:gd name="csX18" fmla="*/ 357073 w 456863"/>
                <a:gd name="csY18" fmla="*/ 239097 h 505218"/>
                <a:gd name="csX19" fmla="*/ 355124 w 456863"/>
                <a:gd name="csY19" fmla="*/ 220599 h 505218"/>
                <a:gd name="csX20" fmla="*/ 345815 w 456863"/>
                <a:gd name="csY20" fmla="*/ 210655 h 505218"/>
                <a:gd name="csX21" fmla="*/ 350577 w 456863"/>
                <a:gd name="csY21" fmla="*/ 206330 h 505218"/>
                <a:gd name="csX22" fmla="*/ 350901 w 456863"/>
                <a:gd name="csY22" fmla="*/ 184379 h 505218"/>
                <a:gd name="csX23" fmla="*/ 346571 w 456863"/>
                <a:gd name="csY23" fmla="*/ 173565 h 505218"/>
                <a:gd name="csX24" fmla="*/ 351009 w 456863"/>
                <a:gd name="csY24" fmla="*/ 165017 h 505218"/>
                <a:gd name="csX25" fmla="*/ 345599 w 456863"/>
                <a:gd name="csY25" fmla="*/ 154203 h 505218"/>
                <a:gd name="csX26" fmla="*/ 323082 w 456863"/>
                <a:gd name="csY26" fmla="*/ 144799 h 505218"/>
                <a:gd name="csX27" fmla="*/ 297218 w 456863"/>
                <a:gd name="csY27" fmla="*/ 148368 h 505218"/>
                <a:gd name="csX28" fmla="*/ 282391 w 456863"/>
                <a:gd name="csY28" fmla="*/ 131388 h 505218"/>
                <a:gd name="csX29" fmla="*/ 258902 w 456863"/>
                <a:gd name="csY29" fmla="*/ 128467 h 505218"/>
                <a:gd name="csX30" fmla="*/ 246234 w 456863"/>
                <a:gd name="csY30" fmla="*/ 114084 h 505218"/>
                <a:gd name="csX31" fmla="*/ 221234 w 456863"/>
                <a:gd name="csY31" fmla="*/ 106839 h 505218"/>
                <a:gd name="csX32" fmla="*/ 213551 w 456863"/>
                <a:gd name="csY32" fmla="*/ 111277 h 505218"/>
                <a:gd name="csX33" fmla="*/ 194177 w 456863"/>
                <a:gd name="csY33" fmla="*/ 106731 h 505218"/>
                <a:gd name="csX34" fmla="*/ 194177 w 456863"/>
                <a:gd name="csY34" fmla="*/ 97974 h 505218"/>
                <a:gd name="csX35" fmla="*/ 174695 w 456863"/>
                <a:gd name="csY35" fmla="*/ 88455 h 505218"/>
                <a:gd name="csX36" fmla="*/ 162897 w 456863"/>
                <a:gd name="csY36" fmla="*/ 65640 h 505218"/>
                <a:gd name="csX37" fmla="*/ 167443 w 456863"/>
                <a:gd name="csY37" fmla="*/ 55906 h 505218"/>
                <a:gd name="csX38" fmla="*/ 160192 w 456863"/>
                <a:gd name="csY38" fmla="*/ 34823 h 505218"/>
                <a:gd name="csX39" fmla="*/ 167443 w 456863"/>
                <a:gd name="csY39" fmla="*/ 27470 h 505218"/>
                <a:gd name="csX40" fmla="*/ 167983 w 456863"/>
                <a:gd name="csY40" fmla="*/ 12002 h 505218"/>
                <a:gd name="csX41" fmla="*/ 154667 w 456863"/>
                <a:gd name="csY41" fmla="*/ 0 h 505218"/>
                <a:gd name="csX42" fmla="*/ 147199 w 456863"/>
                <a:gd name="csY42" fmla="*/ 6274 h 505218"/>
                <a:gd name="csX43" fmla="*/ 114840 w 456863"/>
                <a:gd name="csY43" fmla="*/ 10490 h 505218"/>
                <a:gd name="csX44" fmla="*/ 74898 w 456863"/>
                <a:gd name="csY44" fmla="*/ 40227 h 505218"/>
                <a:gd name="csX45" fmla="*/ 61697 w 456863"/>
                <a:gd name="csY45" fmla="*/ 39363 h 505218"/>
                <a:gd name="csX46" fmla="*/ 52172 w 456863"/>
                <a:gd name="csY46" fmla="*/ 53315 h 505218"/>
                <a:gd name="csX47" fmla="*/ 41561 w 456863"/>
                <a:gd name="csY47" fmla="*/ 58179 h 505218"/>
                <a:gd name="csX48" fmla="*/ 33769 w 456863"/>
                <a:gd name="csY48" fmla="*/ 50178 h 505218"/>
                <a:gd name="csX49" fmla="*/ 4871 w 456863"/>
                <a:gd name="csY49" fmla="*/ 48882 h 505218"/>
                <a:gd name="csX50" fmla="*/ 38424 w 456863"/>
                <a:gd name="csY50" fmla="*/ 108140 h 505218"/>
                <a:gd name="csX51" fmla="*/ 24029 w 456863"/>
                <a:gd name="csY51" fmla="*/ 127711 h 505218"/>
                <a:gd name="csX52" fmla="*/ 30956 w 456863"/>
                <a:gd name="csY52" fmla="*/ 167830 h 505218"/>
                <a:gd name="csX53" fmla="*/ 12770 w 456863"/>
                <a:gd name="csY53" fmla="*/ 197567 h 505218"/>
                <a:gd name="csX54" fmla="*/ 22841 w 456863"/>
                <a:gd name="csY54" fmla="*/ 209029 h 505218"/>
                <a:gd name="csX55" fmla="*/ 11582 w 456863"/>
                <a:gd name="csY55" fmla="*/ 220275 h 505218"/>
                <a:gd name="csX56" fmla="*/ 26626 w 456863"/>
                <a:gd name="csY56" fmla="*/ 262884 h 505218"/>
                <a:gd name="csX57" fmla="*/ 0 w 456863"/>
                <a:gd name="csY57" fmla="*/ 290132 h 505218"/>
                <a:gd name="csX58" fmla="*/ 9309 w 456863"/>
                <a:gd name="csY58" fmla="*/ 297707 h 505218"/>
                <a:gd name="csX59" fmla="*/ 15259 w 456863"/>
                <a:gd name="csY59" fmla="*/ 316084 h 505218"/>
                <a:gd name="csX60" fmla="*/ 23165 w 456863"/>
                <a:gd name="csY60" fmla="*/ 319767 h 505218"/>
                <a:gd name="csX61" fmla="*/ 27057 w 456863"/>
                <a:gd name="csY61" fmla="*/ 353720 h 505218"/>
                <a:gd name="csX62" fmla="*/ 46755 w 456863"/>
                <a:gd name="csY62" fmla="*/ 371132 h 505218"/>
                <a:gd name="csX63" fmla="*/ 37776 w 456863"/>
                <a:gd name="csY63" fmla="*/ 382702 h 505218"/>
                <a:gd name="csX64" fmla="*/ 45460 w 456863"/>
                <a:gd name="csY64" fmla="*/ 389293 h 505218"/>
                <a:gd name="csX65" fmla="*/ 44920 w 456863"/>
                <a:gd name="csY65" fmla="*/ 404222 h 505218"/>
                <a:gd name="csX66" fmla="*/ 36151 w 456863"/>
                <a:gd name="csY66" fmla="*/ 404222 h 505218"/>
                <a:gd name="csX67" fmla="*/ 37776 w 456863"/>
                <a:gd name="csY67" fmla="*/ 418166 h 505218"/>
                <a:gd name="csX68" fmla="*/ 48273 w 456863"/>
                <a:gd name="csY68" fmla="*/ 424548 h 505218"/>
                <a:gd name="csX69" fmla="*/ 44704 w 456863"/>
                <a:gd name="csY69" fmla="*/ 435039 h 505218"/>
                <a:gd name="csX70" fmla="*/ 58776 w 456863"/>
                <a:gd name="csY70" fmla="*/ 452018 h 505218"/>
                <a:gd name="csX71" fmla="*/ 70244 w 456863"/>
                <a:gd name="csY71" fmla="*/ 505219 h 505218"/>
                <a:gd name="csX72" fmla="*/ 93625 w 456863"/>
                <a:gd name="csY72" fmla="*/ 504571 h 505218"/>
                <a:gd name="csX73" fmla="*/ 113214 w 456863"/>
                <a:gd name="csY73" fmla="*/ 479698 h 505218"/>
                <a:gd name="csX74" fmla="*/ 127178 w 456863"/>
                <a:gd name="csY74" fmla="*/ 477101 h 505218"/>
                <a:gd name="csX75" fmla="*/ 129451 w 456863"/>
                <a:gd name="csY75" fmla="*/ 464991 h 505218"/>
                <a:gd name="csX76" fmla="*/ 149041 w 456863"/>
                <a:gd name="csY76" fmla="*/ 475805 h 505218"/>
                <a:gd name="csX77" fmla="*/ 177184 w 456863"/>
                <a:gd name="csY77" fmla="*/ 475805 h 505218"/>
                <a:gd name="csX78" fmla="*/ 192551 w 456863"/>
                <a:gd name="csY78" fmla="*/ 480670 h 505218"/>
                <a:gd name="csX79" fmla="*/ 190494 w 456863"/>
                <a:gd name="csY79" fmla="*/ 487915 h 505218"/>
                <a:gd name="csX80" fmla="*/ 197853 w 456863"/>
                <a:gd name="csY80" fmla="*/ 504355 h 505218"/>
                <a:gd name="csX81" fmla="*/ 218637 w 456863"/>
                <a:gd name="csY81" fmla="*/ 504571 h 505218"/>
                <a:gd name="csX82" fmla="*/ 221882 w 456863"/>
                <a:gd name="csY82" fmla="*/ 472668 h 505218"/>
                <a:gd name="csX83" fmla="*/ 255543 w 456863"/>
                <a:gd name="csY83" fmla="*/ 472668 h 505218"/>
                <a:gd name="csX84" fmla="*/ 256737 w 456863"/>
                <a:gd name="csY84" fmla="*/ 478618 h 505218"/>
                <a:gd name="csX85" fmla="*/ 264528 w 456863"/>
                <a:gd name="csY85" fmla="*/ 483051 h 505218"/>
                <a:gd name="csX86" fmla="*/ 278816 w 456863"/>
                <a:gd name="csY86" fmla="*/ 435578 h 505218"/>
                <a:gd name="csX87" fmla="*/ 278060 w 456863"/>
                <a:gd name="csY87" fmla="*/ 415899 h 505218"/>
                <a:gd name="csX88" fmla="*/ 278060 w 456863"/>
                <a:gd name="csY88" fmla="*/ 415684 h 50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456863" h="505218">
                  <a:moveTo>
                    <a:pt x="278060" y="415684"/>
                  </a:moveTo>
                  <a:lnTo>
                    <a:pt x="292132" y="396215"/>
                  </a:lnTo>
                  <a:lnTo>
                    <a:pt x="298082" y="379997"/>
                  </a:lnTo>
                  <a:lnTo>
                    <a:pt x="338671" y="373399"/>
                  </a:lnTo>
                  <a:lnTo>
                    <a:pt x="363671" y="366801"/>
                  </a:lnTo>
                  <a:lnTo>
                    <a:pt x="397332" y="368751"/>
                  </a:lnTo>
                  <a:lnTo>
                    <a:pt x="429806" y="388429"/>
                  </a:lnTo>
                  <a:lnTo>
                    <a:pt x="433267" y="401625"/>
                  </a:lnTo>
                  <a:lnTo>
                    <a:pt x="451777" y="377508"/>
                  </a:lnTo>
                  <a:lnTo>
                    <a:pt x="442360" y="365506"/>
                  </a:lnTo>
                  <a:lnTo>
                    <a:pt x="453511" y="354044"/>
                  </a:lnTo>
                  <a:lnTo>
                    <a:pt x="451130" y="343662"/>
                  </a:lnTo>
                  <a:lnTo>
                    <a:pt x="456863" y="324199"/>
                  </a:lnTo>
                  <a:lnTo>
                    <a:pt x="447338" y="300946"/>
                  </a:lnTo>
                  <a:lnTo>
                    <a:pt x="422771" y="288728"/>
                  </a:lnTo>
                  <a:lnTo>
                    <a:pt x="420713" y="265912"/>
                  </a:lnTo>
                  <a:lnTo>
                    <a:pt x="428828" y="258451"/>
                  </a:lnTo>
                  <a:lnTo>
                    <a:pt x="426447" y="239097"/>
                  </a:lnTo>
                  <a:lnTo>
                    <a:pt x="357073" y="239097"/>
                  </a:lnTo>
                  <a:lnTo>
                    <a:pt x="355124" y="220599"/>
                  </a:lnTo>
                  <a:lnTo>
                    <a:pt x="345815" y="210655"/>
                  </a:lnTo>
                  <a:lnTo>
                    <a:pt x="350577" y="206330"/>
                  </a:lnTo>
                  <a:lnTo>
                    <a:pt x="350901" y="184379"/>
                  </a:lnTo>
                  <a:lnTo>
                    <a:pt x="346571" y="173565"/>
                  </a:lnTo>
                  <a:lnTo>
                    <a:pt x="351009" y="165017"/>
                  </a:lnTo>
                  <a:lnTo>
                    <a:pt x="345599" y="154203"/>
                  </a:lnTo>
                  <a:lnTo>
                    <a:pt x="323082" y="144799"/>
                  </a:lnTo>
                  <a:lnTo>
                    <a:pt x="297218" y="148368"/>
                  </a:lnTo>
                  <a:lnTo>
                    <a:pt x="282391" y="131388"/>
                  </a:lnTo>
                  <a:lnTo>
                    <a:pt x="258902" y="128467"/>
                  </a:lnTo>
                  <a:lnTo>
                    <a:pt x="246234" y="114084"/>
                  </a:lnTo>
                  <a:lnTo>
                    <a:pt x="221234" y="106839"/>
                  </a:lnTo>
                  <a:lnTo>
                    <a:pt x="213551" y="111277"/>
                  </a:lnTo>
                  <a:lnTo>
                    <a:pt x="194177" y="106731"/>
                  </a:lnTo>
                  <a:lnTo>
                    <a:pt x="194177" y="97974"/>
                  </a:lnTo>
                  <a:lnTo>
                    <a:pt x="174695" y="88455"/>
                  </a:lnTo>
                  <a:lnTo>
                    <a:pt x="162897" y="65640"/>
                  </a:lnTo>
                  <a:lnTo>
                    <a:pt x="167443" y="55906"/>
                  </a:lnTo>
                  <a:lnTo>
                    <a:pt x="160192" y="34823"/>
                  </a:lnTo>
                  <a:lnTo>
                    <a:pt x="167443" y="27470"/>
                  </a:lnTo>
                  <a:lnTo>
                    <a:pt x="167983" y="12002"/>
                  </a:lnTo>
                  <a:lnTo>
                    <a:pt x="154667" y="0"/>
                  </a:lnTo>
                  <a:lnTo>
                    <a:pt x="147199" y="6274"/>
                  </a:lnTo>
                  <a:lnTo>
                    <a:pt x="114840" y="10490"/>
                  </a:lnTo>
                  <a:lnTo>
                    <a:pt x="74898" y="40227"/>
                  </a:lnTo>
                  <a:lnTo>
                    <a:pt x="61697" y="39363"/>
                  </a:lnTo>
                  <a:lnTo>
                    <a:pt x="52172" y="53315"/>
                  </a:lnTo>
                  <a:lnTo>
                    <a:pt x="41561" y="58179"/>
                  </a:lnTo>
                  <a:lnTo>
                    <a:pt x="33769" y="50178"/>
                  </a:lnTo>
                  <a:lnTo>
                    <a:pt x="4871" y="48882"/>
                  </a:lnTo>
                  <a:lnTo>
                    <a:pt x="38424" y="108140"/>
                  </a:lnTo>
                  <a:lnTo>
                    <a:pt x="24029" y="127711"/>
                  </a:lnTo>
                  <a:lnTo>
                    <a:pt x="30956" y="167830"/>
                  </a:lnTo>
                  <a:lnTo>
                    <a:pt x="12770" y="197567"/>
                  </a:lnTo>
                  <a:lnTo>
                    <a:pt x="22841" y="209029"/>
                  </a:lnTo>
                  <a:lnTo>
                    <a:pt x="11582" y="220275"/>
                  </a:lnTo>
                  <a:lnTo>
                    <a:pt x="26626" y="262884"/>
                  </a:lnTo>
                  <a:lnTo>
                    <a:pt x="0" y="290132"/>
                  </a:lnTo>
                  <a:lnTo>
                    <a:pt x="9309" y="297707"/>
                  </a:lnTo>
                  <a:lnTo>
                    <a:pt x="15259" y="316084"/>
                  </a:lnTo>
                  <a:lnTo>
                    <a:pt x="23165" y="319767"/>
                  </a:lnTo>
                  <a:lnTo>
                    <a:pt x="27057" y="353720"/>
                  </a:lnTo>
                  <a:lnTo>
                    <a:pt x="46755" y="371132"/>
                  </a:lnTo>
                  <a:lnTo>
                    <a:pt x="37776" y="382702"/>
                  </a:lnTo>
                  <a:lnTo>
                    <a:pt x="45460" y="389293"/>
                  </a:lnTo>
                  <a:lnTo>
                    <a:pt x="44920" y="404222"/>
                  </a:lnTo>
                  <a:lnTo>
                    <a:pt x="36151" y="404222"/>
                  </a:lnTo>
                  <a:lnTo>
                    <a:pt x="37776" y="418166"/>
                  </a:lnTo>
                  <a:lnTo>
                    <a:pt x="48273" y="424548"/>
                  </a:lnTo>
                  <a:lnTo>
                    <a:pt x="44704" y="435039"/>
                  </a:lnTo>
                  <a:lnTo>
                    <a:pt x="58776" y="452018"/>
                  </a:lnTo>
                  <a:lnTo>
                    <a:pt x="70244" y="505219"/>
                  </a:lnTo>
                  <a:lnTo>
                    <a:pt x="93625" y="504571"/>
                  </a:lnTo>
                  <a:lnTo>
                    <a:pt x="113214" y="479698"/>
                  </a:lnTo>
                  <a:lnTo>
                    <a:pt x="127178" y="477101"/>
                  </a:lnTo>
                  <a:lnTo>
                    <a:pt x="129451" y="464991"/>
                  </a:lnTo>
                  <a:lnTo>
                    <a:pt x="149041" y="475805"/>
                  </a:lnTo>
                  <a:lnTo>
                    <a:pt x="177184" y="475805"/>
                  </a:lnTo>
                  <a:lnTo>
                    <a:pt x="192551" y="480670"/>
                  </a:lnTo>
                  <a:lnTo>
                    <a:pt x="190494" y="487915"/>
                  </a:lnTo>
                  <a:lnTo>
                    <a:pt x="197853" y="504355"/>
                  </a:lnTo>
                  <a:lnTo>
                    <a:pt x="218637" y="504571"/>
                  </a:lnTo>
                  <a:lnTo>
                    <a:pt x="221882" y="472668"/>
                  </a:lnTo>
                  <a:lnTo>
                    <a:pt x="255543" y="472668"/>
                  </a:lnTo>
                  <a:lnTo>
                    <a:pt x="256737" y="478618"/>
                  </a:lnTo>
                  <a:lnTo>
                    <a:pt x="264528" y="483051"/>
                  </a:lnTo>
                  <a:lnTo>
                    <a:pt x="278816" y="435578"/>
                  </a:lnTo>
                  <a:lnTo>
                    <a:pt x="278060" y="415899"/>
                  </a:lnTo>
                  <a:lnTo>
                    <a:pt x="278060" y="415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3FD0E260-C807-BB02-F53B-EECDED2DD872}"/>
                </a:ext>
              </a:extLst>
            </p:cNvPr>
            <p:cNvSpPr/>
            <p:nvPr/>
          </p:nvSpPr>
          <p:spPr>
            <a:xfrm>
              <a:off x="2970504" y="6955498"/>
              <a:ext cx="31422" cy="12853"/>
            </a:xfrm>
            <a:custGeom>
              <a:avLst/>
              <a:gdLst>
                <a:gd name="csX0" fmla="*/ 33931 w 36238"/>
                <a:gd name="csY0" fmla="*/ 0 h 14823"/>
                <a:gd name="csX1" fmla="*/ 270 w 36238"/>
                <a:gd name="csY1" fmla="*/ 8128 h 14823"/>
                <a:gd name="csX2" fmla="*/ 12392 w 36238"/>
                <a:gd name="csY2" fmla="*/ 14732 h 14823"/>
                <a:gd name="csX3" fmla="*/ 34578 w 36238"/>
                <a:gd name="csY3" fmla="*/ 8128 h 14823"/>
                <a:gd name="csX4" fmla="*/ 33931 w 36238"/>
                <a:gd name="csY4" fmla="*/ 127 h 14823"/>
                <a:gd name="csX5" fmla="*/ 33931 w 36238"/>
                <a:gd name="csY5" fmla="*/ 0 h 1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238" h="14823">
                  <a:moveTo>
                    <a:pt x="33931" y="0"/>
                  </a:moveTo>
                  <a:cubicBezTo>
                    <a:pt x="33931" y="0"/>
                    <a:pt x="-3522" y="5144"/>
                    <a:pt x="270" y="8128"/>
                  </a:cubicBezTo>
                  <a:cubicBezTo>
                    <a:pt x="6651" y="13208"/>
                    <a:pt x="8493" y="15304"/>
                    <a:pt x="12392" y="14732"/>
                  </a:cubicBezTo>
                  <a:cubicBezTo>
                    <a:pt x="30788" y="12065"/>
                    <a:pt x="33277" y="12447"/>
                    <a:pt x="34578" y="8128"/>
                  </a:cubicBezTo>
                  <a:cubicBezTo>
                    <a:pt x="34794" y="6286"/>
                    <a:pt x="38585" y="-635"/>
                    <a:pt x="33931" y="127"/>
                  </a:cubicBezTo>
                  <a:lnTo>
                    <a:pt x="3393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0571F52D-F034-DA0E-8A54-A701F20DE245}"/>
                </a:ext>
              </a:extLst>
            </p:cNvPr>
            <p:cNvSpPr/>
            <p:nvPr/>
          </p:nvSpPr>
          <p:spPr>
            <a:xfrm>
              <a:off x="2686552" y="5635391"/>
              <a:ext cx="649074" cy="1216573"/>
            </a:xfrm>
            <a:custGeom>
              <a:avLst/>
              <a:gdLst>
                <a:gd name="csX0" fmla="*/ 618890 w 748556"/>
                <a:gd name="csY0" fmla="*/ 311112 h 1403034"/>
                <a:gd name="csX1" fmla="*/ 657098 w 748556"/>
                <a:gd name="csY1" fmla="*/ 259639 h 1403034"/>
                <a:gd name="csX2" fmla="*/ 665651 w 748556"/>
                <a:gd name="csY2" fmla="*/ 258883 h 1403034"/>
                <a:gd name="csX3" fmla="*/ 667055 w 748556"/>
                <a:gd name="csY3" fmla="*/ 250774 h 1403034"/>
                <a:gd name="csX4" fmla="*/ 694118 w 748556"/>
                <a:gd name="csY4" fmla="*/ 233794 h 1403034"/>
                <a:gd name="csX5" fmla="*/ 696715 w 748556"/>
                <a:gd name="csY5" fmla="*/ 225470 h 1403034"/>
                <a:gd name="csX6" fmla="*/ 744340 w 748556"/>
                <a:gd name="csY6" fmla="*/ 209893 h 1403034"/>
                <a:gd name="csX7" fmla="*/ 748557 w 748556"/>
                <a:gd name="csY7" fmla="*/ 198971 h 1403034"/>
                <a:gd name="csX8" fmla="*/ 742607 w 748556"/>
                <a:gd name="csY8" fmla="*/ 192164 h 1403034"/>
                <a:gd name="csX9" fmla="*/ 747370 w 748556"/>
                <a:gd name="csY9" fmla="*/ 172695 h 1403034"/>
                <a:gd name="csX10" fmla="*/ 738816 w 748556"/>
                <a:gd name="csY10" fmla="*/ 149987 h 1403034"/>
                <a:gd name="csX11" fmla="*/ 728320 w 748556"/>
                <a:gd name="csY11" fmla="*/ 144691 h 1403034"/>
                <a:gd name="csX12" fmla="*/ 721715 w 748556"/>
                <a:gd name="csY12" fmla="*/ 151936 h 1403034"/>
                <a:gd name="csX13" fmla="*/ 705263 w 748556"/>
                <a:gd name="csY13" fmla="*/ 150527 h 1403034"/>
                <a:gd name="csX14" fmla="*/ 706780 w 748556"/>
                <a:gd name="csY14" fmla="*/ 161017 h 1403034"/>
                <a:gd name="csX15" fmla="*/ 702018 w 748556"/>
                <a:gd name="csY15" fmla="*/ 165881 h 1403034"/>
                <a:gd name="csX16" fmla="*/ 701478 w 748556"/>
                <a:gd name="csY16" fmla="*/ 186537 h 1403034"/>
                <a:gd name="csX17" fmla="*/ 687838 w 748556"/>
                <a:gd name="csY17" fmla="*/ 202216 h 1403034"/>
                <a:gd name="csX18" fmla="*/ 678637 w 748556"/>
                <a:gd name="csY18" fmla="*/ 202216 h 1403034"/>
                <a:gd name="csX19" fmla="*/ 670090 w 748556"/>
                <a:gd name="csY19" fmla="*/ 209461 h 1403034"/>
                <a:gd name="csX20" fmla="*/ 668896 w 748556"/>
                <a:gd name="csY20" fmla="*/ 216598 h 1403034"/>
                <a:gd name="csX21" fmla="*/ 661213 w 748556"/>
                <a:gd name="csY21" fmla="*/ 221685 h 1403034"/>
                <a:gd name="csX22" fmla="*/ 656126 w 748556"/>
                <a:gd name="csY22" fmla="*/ 216383 h 1403034"/>
                <a:gd name="csX23" fmla="*/ 645846 w 748556"/>
                <a:gd name="csY23" fmla="*/ 217246 h 1403034"/>
                <a:gd name="csX24" fmla="*/ 639026 w 748556"/>
                <a:gd name="csY24" fmla="*/ 228606 h 1403034"/>
                <a:gd name="csX25" fmla="*/ 627875 w 748556"/>
                <a:gd name="csY25" fmla="*/ 220275 h 1403034"/>
                <a:gd name="csX26" fmla="*/ 612076 w 748556"/>
                <a:gd name="csY26" fmla="*/ 224930 h 1403034"/>
                <a:gd name="csX27" fmla="*/ 578523 w 748556"/>
                <a:gd name="csY27" fmla="*/ 214656 h 1403034"/>
                <a:gd name="csX28" fmla="*/ 555574 w 748556"/>
                <a:gd name="csY28" fmla="*/ 217469 h 1403034"/>
                <a:gd name="csX29" fmla="*/ 552545 w 748556"/>
                <a:gd name="csY29" fmla="*/ 203841 h 1403034"/>
                <a:gd name="csX30" fmla="*/ 570833 w 748556"/>
                <a:gd name="csY30" fmla="*/ 192487 h 1403034"/>
                <a:gd name="csX31" fmla="*/ 571919 w 748556"/>
                <a:gd name="csY31" fmla="*/ 173234 h 1403034"/>
                <a:gd name="csX32" fmla="*/ 582632 w 748556"/>
                <a:gd name="csY32" fmla="*/ 167075 h 1403034"/>
                <a:gd name="csX33" fmla="*/ 586099 w 748556"/>
                <a:gd name="csY33" fmla="*/ 153340 h 1403034"/>
                <a:gd name="csX34" fmla="*/ 592703 w 748556"/>
                <a:gd name="csY34" fmla="*/ 149663 h 1403034"/>
                <a:gd name="csX35" fmla="*/ 595084 w 748556"/>
                <a:gd name="csY35" fmla="*/ 143713 h 1403034"/>
                <a:gd name="csX36" fmla="*/ 588156 w 748556"/>
                <a:gd name="csY36" fmla="*/ 129330 h 1403034"/>
                <a:gd name="csX37" fmla="*/ 572459 w 748556"/>
                <a:gd name="csY37" fmla="*/ 123819 h 1403034"/>
                <a:gd name="csX38" fmla="*/ 562718 w 748556"/>
                <a:gd name="csY38" fmla="*/ 124574 h 1403034"/>
                <a:gd name="csX39" fmla="*/ 556768 w 748556"/>
                <a:gd name="csY39" fmla="*/ 115170 h 1403034"/>
                <a:gd name="csX40" fmla="*/ 528517 w 748556"/>
                <a:gd name="csY40" fmla="*/ 106623 h 1403034"/>
                <a:gd name="csX41" fmla="*/ 506978 w 748556"/>
                <a:gd name="csY41" fmla="*/ 86404 h 1403034"/>
                <a:gd name="csX42" fmla="*/ 467036 w 748556"/>
                <a:gd name="csY42" fmla="*/ 80670 h 1403034"/>
                <a:gd name="csX43" fmla="*/ 460870 w 748556"/>
                <a:gd name="csY43" fmla="*/ 69209 h 1403034"/>
                <a:gd name="csX44" fmla="*/ 429482 w 748556"/>
                <a:gd name="csY44" fmla="*/ 47257 h 1403034"/>
                <a:gd name="csX45" fmla="*/ 420281 w 748556"/>
                <a:gd name="csY45" fmla="*/ 27254 h 1403034"/>
                <a:gd name="csX46" fmla="*/ 396469 w 748556"/>
                <a:gd name="csY46" fmla="*/ 13627 h 1403034"/>
                <a:gd name="csX47" fmla="*/ 395275 w 748556"/>
                <a:gd name="csY47" fmla="*/ 7677 h 1403034"/>
                <a:gd name="csX48" fmla="*/ 361613 w 748556"/>
                <a:gd name="csY48" fmla="*/ 7677 h 1403034"/>
                <a:gd name="csX49" fmla="*/ 358369 w 748556"/>
                <a:gd name="csY49" fmla="*/ 39579 h 1403034"/>
                <a:gd name="csX50" fmla="*/ 337585 w 748556"/>
                <a:gd name="csY50" fmla="*/ 39363 h 1403034"/>
                <a:gd name="csX51" fmla="*/ 330225 w 748556"/>
                <a:gd name="csY51" fmla="*/ 22923 h 1403034"/>
                <a:gd name="csX52" fmla="*/ 332283 w 748556"/>
                <a:gd name="csY52" fmla="*/ 15678 h 1403034"/>
                <a:gd name="csX53" fmla="*/ 316916 w 748556"/>
                <a:gd name="csY53" fmla="*/ 10814 h 1403034"/>
                <a:gd name="csX54" fmla="*/ 288773 w 748556"/>
                <a:gd name="csY54" fmla="*/ 10814 h 1403034"/>
                <a:gd name="csX55" fmla="*/ 269183 w 748556"/>
                <a:gd name="csY55" fmla="*/ 0 h 1403034"/>
                <a:gd name="csX56" fmla="*/ 266909 w 748556"/>
                <a:gd name="csY56" fmla="*/ 12109 h 1403034"/>
                <a:gd name="csX57" fmla="*/ 252946 w 748556"/>
                <a:gd name="csY57" fmla="*/ 14706 h 1403034"/>
                <a:gd name="csX58" fmla="*/ 233356 w 748556"/>
                <a:gd name="csY58" fmla="*/ 39579 h 1403034"/>
                <a:gd name="csX59" fmla="*/ 240716 w 748556"/>
                <a:gd name="csY59" fmla="*/ 47257 h 1403034"/>
                <a:gd name="csX60" fmla="*/ 228917 w 748556"/>
                <a:gd name="csY60" fmla="*/ 85318 h 1403034"/>
                <a:gd name="csX61" fmla="*/ 194716 w 748556"/>
                <a:gd name="csY61" fmla="*/ 100787 h 1403034"/>
                <a:gd name="csX62" fmla="*/ 182702 w 748556"/>
                <a:gd name="csY62" fmla="*/ 115494 h 1403034"/>
                <a:gd name="csX63" fmla="*/ 189198 w 748556"/>
                <a:gd name="csY63" fmla="*/ 128035 h 1403034"/>
                <a:gd name="csX64" fmla="*/ 181184 w 748556"/>
                <a:gd name="csY64" fmla="*/ 142634 h 1403034"/>
                <a:gd name="csX65" fmla="*/ 188328 w 748556"/>
                <a:gd name="csY65" fmla="*/ 170428 h 1403034"/>
                <a:gd name="csX66" fmla="*/ 180861 w 748556"/>
                <a:gd name="csY66" fmla="*/ 182969 h 1403034"/>
                <a:gd name="csX67" fmla="*/ 194069 w 748556"/>
                <a:gd name="csY67" fmla="*/ 202324 h 1403034"/>
                <a:gd name="csX68" fmla="*/ 185299 w 748556"/>
                <a:gd name="csY68" fmla="*/ 212706 h 1403034"/>
                <a:gd name="csX69" fmla="*/ 173393 w 748556"/>
                <a:gd name="csY69" fmla="*/ 208921 h 1403034"/>
                <a:gd name="csX70" fmla="*/ 160407 w 748556"/>
                <a:gd name="csY70" fmla="*/ 240608 h 1403034"/>
                <a:gd name="csX71" fmla="*/ 141249 w 748556"/>
                <a:gd name="csY71" fmla="*/ 260826 h 1403034"/>
                <a:gd name="csX72" fmla="*/ 136487 w 748556"/>
                <a:gd name="csY72" fmla="*/ 287109 h 1403034"/>
                <a:gd name="csX73" fmla="*/ 128365 w 748556"/>
                <a:gd name="csY73" fmla="*/ 295650 h 1403034"/>
                <a:gd name="csX74" fmla="*/ 137243 w 748556"/>
                <a:gd name="csY74" fmla="*/ 333496 h 1403034"/>
                <a:gd name="csX75" fmla="*/ 130746 w 748556"/>
                <a:gd name="csY75" fmla="*/ 340525 h 1403034"/>
                <a:gd name="csX76" fmla="*/ 124257 w 748556"/>
                <a:gd name="csY76" fmla="*/ 340093 h 1403034"/>
                <a:gd name="csX77" fmla="*/ 117329 w 748556"/>
                <a:gd name="csY77" fmla="*/ 368211 h 1403034"/>
                <a:gd name="csX78" fmla="*/ 110617 w 748556"/>
                <a:gd name="csY78" fmla="*/ 371234 h 1403034"/>
                <a:gd name="csX79" fmla="*/ 106394 w 748556"/>
                <a:gd name="csY79" fmla="*/ 387242 h 1403034"/>
                <a:gd name="csX80" fmla="*/ 125768 w 748556"/>
                <a:gd name="csY80" fmla="*/ 438391 h 1403034"/>
                <a:gd name="csX81" fmla="*/ 119818 w 748556"/>
                <a:gd name="csY81" fmla="*/ 444557 h 1403034"/>
                <a:gd name="csX82" fmla="*/ 124904 w 748556"/>
                <a:gd name="csY82" fmla="*/ 459911 h 1403034"/>
                <a:gd name="csX83" fmla="*/ 137351 w 748556"/>
                <a:gd name="csY83" fmla="*/ 459696 h 1403034"/>
                <a:gd name="csX84" fmla="*/ 135617 w 748556"/>
                <a:gd name="csY84" fmla="*/ 499383 h 1403034"/>
                <a:gd name="csX85" fmla="*/ 126530 w 748556"/>
                <a:gd name="csY85" fmla="*/ 503161 h 1403034"/>
                <a:gd name="csX86" fmla="*/ 115703 w 748556"/>
                <a:gd name="csY86" fmla="*/ 529444 h 1403034"/>
                <a:gd name="csX87" fmla="*/ 106502 w 748556"/>
                <a:gd name="csY87" fmla="*/ 534200 h 1403034"/>
                <a:gd name="csX88" fmla="*/ 113214 w 748556"/>
                <a:gd name="csY88" fmla="*/ 547719 h 1403034"/>
                <a:gd name="csX89" fmla="*/ 114624 w 748556"/>
                <a:gd name="csY89" fmla="*/ 574751 h 1403034"/>
                <a:gd name="csX90" fmla="*/ 101848 w 748556"/>
                <a:gd name="csY90" fmla="*/ 591299 h 1403034"/>
                <a:gd name="csX91" fmla="*/ 90049 w 748556"/>
                <a:gd name="csY91" fmla="*/ 593998 h 1403034"/>
                <a:gd name="csX92" fmla="*/ 83668 w 748556"/>
                <a:gd name="csY92" fmla="*/ 617360 h 1403034"/>
                <a:gd name="csX93" fmla="*/ 88646 w 748556"/>
                <a:gd name="csY93" fmla="*/ 623627 h 1403034"/>
                <a:gd name="csX94" fmla="*/ 83668 w 748556"/>
                <a:gd name="csY94" fmla="*/ 635419 h 1403034"/>
                <a:gd name="csX95" fmla="*/ 89941 w 748556"/>
                <a:gd name="csY95" fmla="*/ 642226 h 1403034"/>
                <a:gd name="csX96" fmla="*/ 84423 w 748556"/>
                <a:gd name="csY96" fmla="*/ 650558 h 1403034"/>
                <a:gd name="csX97" fmla="*/ 91783 w 748556"/>
                <a:gd name="csY97" fmla="*/ 683000 h 1403034"/>
                <a:gd name="csX98" fmla="*/ 100336 w 748556"/>
                <a:gd name="csY98" fmla="*/ 691216 h 1403034"/>
                <a:gd name="csX99" fmla="*/ 94380 w 748556"/>
                <a:gd name="csY99" fmla="*/ 700405 h 1403034"/>
                <a:gd name="csX100" fmla="*/ 76308 w 748556"/>
                <a:gd name="csY100" fmla="*/ 709384 h 1403034"/>
                <a:gd name="csX101" fmla="*/ 76308 w 748556"/>
                <a:gd name="csY101" fmla="*/ 738473 h 1403034"/>
                <a:gd name="csX102" fmla="*/ 63970 w 748556"/>
                <a:gd name="csY102" fmla="*/ 747230 h 1403034"/>
                <a:gd name="csX103" fmla="*/ 68732 w 748556"/>
                <a:gd name="csY103" fmla="*/ 763346 h 1403034"/>
                <a:gd name="csX104" fmla="*/ 61373 w 748556"/>
                <a:gd name="csY104" fmla="*/ 774700 h 1403034"/>
                <a:gd name="csX105" fmla="*/ 65373 w 748556"/>
                <a:gd name="csY105" fmla="*/ 787025 h 1403034"/>
                <a:gd name="csX106" fmla="*/ 56172 w 748556"/>
                <a:gd name="csY106" fmla="*/ 804437 h 1403034"/>
                <a:gd name="csX107" fmla="*/ 57906 w 748556"/>
                <a:gd name="csY107" fmla="*/ 842067 h 1403034"/>
                <a:gd name="csX108" fmla="*/ 66021 w 748556"/>
                <a:gd name="csY108" fmla="*/ 857745 h 1403034"/>
                <a:gd name="csX109" fmla="*/ 53359 w 748556"/>
                <a:gd name="csY109" fmla="*/ 871804 h 1403034"/>
                <a:gd name="csX110" fmla="*/ 55956 w 748556"/>
                <a:gd name="csY110" fmla="*/ 880351 h 1403034"/>
                <a:gd name="csX111" fmla="*/ 51194 w 748556"/>
                <a:gd name="csY111" fmla="*/ 887375 h 1403034"/>
                <a:gd name="csX112" fmla="*/ 53035 w 748556"/>
                <a:gd name="csY112" fmla="*/ 910520 h 1403034"/>
                <a:gd name="csX113" fmla="*/ 63532 w 748556"/>
                <a:gd name="csY113" fmla="*/ 918845 h 1403034"/>
                <a:gd name="csX114" fmla="*/ 58991 w 748556"/>
                <a:gd name="csY114" fmla="*/ 934739 h 1403034"/>
                <a:gd name="csX115" fmla="*/ 66351 w 748556"/>
                <a:gd name="csY115" fmla="*/ 955827 h 1403034"/>
                <a:gd name="csX116" fmla="*/ 59531 w 748556"/>
                <a:gd name="csY116" fmla="*/ 972807 h 1403034"/>
                <a:gd name="csX117" fmla="*/ 78143 w 748556"/>
                <a:gd name="csY117" fmla="*/ 976052 h 1403034"/>
                <a:gd name="csX118" fmla="*/ 81718 w 748556"/>
                <a:gd name="csY118" fmla="*/ 994435 h 1403034"/>
                <a:gd name="csX119" fmla="*/ 56934 w 748556"/>
                <a:gd name="csY119" fmla="*/ 996162 h 1403034"/>
                <a:gd name="csX120" fmla="*/ 51302 w 748556"/>
                <a:gd name="csY120" fmla="*/ 1012927 h 1403034"/>
                <a:gd name="csX121" fmla="*/ 72193 w 748556"/>
                <a:gd name="csY121" fmla="*/ 1018331 h 1403034"/>
                <a:gd name="csX122" fmla="*/ 79121 w 748556"/>
                <a:gd name="csY122" fmla="*/ 1029252 h 1403034"/>
                <a:gd name="csX123" fmla="*/ 59207 w 748556"/>
                <a:gd name="csY123" fmla="*/ 1048919 h 1403034"/>
                <a:gd name="csX124" fmla="*/ 67323 w 748556"/>
                <a:gd name="csY124" fmla="*/ 1065619 h 1403034"/>
                <a:gd name="csX125" fmla="*/ 64186 w 748556"/>
                <a:gd name="csY125" fmla="*/ 1094321 h 1403034"/>
                <a:gd name="csX126" fmla="*/ 55308 w 748556"/>
                <a:gd name="csY126" fmla="*/ 1106386 h 1403034"/>
                <a:gd name="csX127" fmla="*/ 59423 w 748556"/>
                <a:gd name="csY127" fmla="*/ 1118895 h 1403034"/>
                <a:gd name="csX128" fmla="*/ 42647 w 748556"/>
                <a:gd name="csY128" fmla="*/ 1131786 h 1403034"/>
                <a:gd name="csX129" fmla="*/ 36474 w 748556"/>
                <a:gd name="csY129" fmla="*/ 1162075 h 1403034"/>
                <a:gd name="csX130" fmla="*/ 42647 w 748556"/>
                <a:gd name="csY130" fmla="*/ 1175157 h 1403034"/>
                <a:gd name="csX131" fmla="*/ 29978 w 748556"/>
                <a:gd name="csY131" fmla="*/ 1207351 h 1403034"/>
                <a:gd name="csX132" fmla="*/ 15697 w 748556"/>
                <a:gd name="csY132" fmla="*/ 1214272 h 1403034"/>
                <a:gd name="csX133" fmla="*/ 15697 w 748556"/>
                <a:gd name="csY133" fmla="*/ 1228750 h 1403034"/>
                <a:gd name="csX134" fmla="*/ 0 w 748556"/>
                <a:gd name="csY134" fmla="*/ 1233513 h 1403034"/>
                <a:gd name="csX135" fmla="*/ 0 w 748556"/>
                <a:gd name="csY135" fmla="*/ 1272438 h 1403034"/>
                <a:gd name="csX136" fmla="*/ 13640 w 748556"/>
                <a:gd name="csY136" fmla="*/ 1308443 h 1403034"/>
                <a:gd name="csX137" fmla="*/ 38424 w 748556"/>
                <a:gd name="csY137" fmla="*/ 1300442 h 1403034"/>
                <a:gd name="csX138" fmla="*/ 44596 w 748556"/>
                <a:gd name="csY138" fmla="*/ 1326413 h 1403034"/>
                <a:gd name="csX139" fmla="*/ 37122 w 748556"/>
                <a:gd name="csY139" fmla="*/ 1351178 h 1403034"/>
                <a:gd name="csX140" fmla="*/ 56388 w 748556"/>
                <a:gd name="csY140" fmla="*/ 1365910 h 1403034"/>
                <a:gd name="csX141" fmla="*/ 58991 w 748556"/>
                <a:gd name="csY141" fmla="*/ 1375372 h 1403034"/>
                <a:gd name="csX142" fmla="*/ 154127 w 748556"/>
                <a:gd name="csY142" fmla="*/ 1375372 h 1403034"/>
                <a:gd name="csX143" fmla="*/ 176422 w 748556"/>
                <a:gd name="csY143" fmla="*/ 1391819 h 1403034"/>
                <a:gd name="csX144" fmla="*/ 176422 w 748556"/>
                <a:gd name="csY144" fmla="*/ 1400518 h 1403034"/>
                <a:gd name="csX145" fmla="*/ 192227 w 748556"/>
                <a:gd name="csY145" fmla="*/ 1400835 h 1403034"/>
                <a:gd name="csX146" fmla="*/ 190278 w 748556"/>
                <a:gd name="csY146" fmla="*/ 1395057 h 1403034"/>
                <a:gd name="csX147" fmla="*/ 183674 w 748556"/>
                <a:gd name="csY147" fmla="*/ 1387183 h 1403034"/>
                <a:gd name="csX148" fmla="*/ 171444 w 748556"/>
                <a:gd name="csY148" fmla="*/ 1364133 h 1403034"/>
                <a:gd name="csX149" fmla="*/ 166141 w 748556"/>
                <a:gd name="csY149" fmla="*/ 1360259 h 1403034"/>
                <a:gd name="csX150" fmla="*/ 165386 w 748556"/>
                <a:gd name="csY150" fmla="*/ 1356385 h 1403034"/>
                <a:gd name="csX151" fmla="*/ 166789 w 748556"/>
                <a:gd name="csY151" fmla="*/ 1350099 h 1403034"/>
                <a:gd name="csX152" fmla="*/ 161163 w 748556"/>
                <a:gd name="csY152" fmla="*/ 1320063 h 1403034"/>
                <a:gd name="csX153" fmla="*/ 167767 w 748556"/>
                <a:gd name="csY153" fmla="*/ 1295934 h 1403034"/>
                <a:gd name="csX154" fmla="*/ 184328 w 748556"/>
                <a:gd name="csY154" fmla="*/ 1284694 h 1403034"/>
                <a:gd name="csX155" fmla="*/ 186925 w 748556"/>
                <a:gd name="csY155" fmla="*/ 1276884 h 1403034"/>
                <a:gd name="csX156" fmla="*/ 189630 w 748556"/>
                <a:gd name="csY156" fmla="*/ 1275169 h 1403034"/>
                <a:gd name="csX157" fmla="*/ 199263 w 748556"/>
                <a:gd name="csY157" fmla="*/ 1278217 h 1403034"/>
                <a:gd name="csX158" fmla="*/ 209112 w 748556"/>
                <a:gd name="csY158" fmla="*/ 1271486 h 1403034"/>
                <a:gd name="csX159" fmla="*/ 213766 w 748556"/>
                <a:gd name="csY159" fmla="*/ 1262151 h 1403034"/>
                <a:gd name="csX160" fmla="*/ 217881 w 748556"/>
                <a:gd name="csY160" fmla="*/ 1237768 h 1403034"/>
                <a:gd name="csX161" fmla="*/ 213874 w 748556"/>
                <a:gd name="csY161" fmla="*/ 1231925 h 1403034"/>
                <a:gd name="csX162" fmla="*/ 213227 w 748556"/>
                <a:gd name="csY162" fmla="*/ 1227925 h 1403034"/>
                <a:gd name="csX163" fmla="*/ 250997 w 748556"/>
                <a:gd name="csY163" fmla="*/ 1189634 h 1403034"/>
                <a:gd name="csX164" fmla="*/ 261499 w 748556"/>
                <a:gd name="csY164" fmla="*/ 1187158 h 1403034"/>
                <a:gd name="csX165" fmla="*/ 267449 w 748556"/>
                <a:gd name="csY165" fmla="*/ 1184745 h 1403034"/>
                <a:gd name="csX166" fmla="*/ 286175 w 748556"/>
                <a:gd name="csY166" fmla="*/ 1166901 h 1403034"/>
                <a:gd name="csX167" fmla="*/ 286823 w 748556"/>
                <a:gd name="csY167" fmla="*/ 1160742 h 1403034"/>
                <a:gd name="csX168" fmla="*/ 287801 w 748556"/>
                <a:gd name="csY168" fmla="*/ 1127532 h 1403034"/>
                <a:gd name="csX169" fmla="*/ 276866 w 748556"/>
                <a:gd name="csY169" fmla="*/ 1118260 h 1403034"/>
                <a:gd name="csX170" fmla="*/ 250565 w 748556"/>
                <a:gd name="csY170" fmla="*/ 1113307 h 1403034"/>
                <a:gd name="csX171" fmla="*/ 237471 w 748556"/>
                <a:gd name="csY171" fmla="*/ 1099020 h 1403034"/>
                <a:gd name="csX172" fmla="*/ 221882 w 748556"/>
                <a:gd name="csY172" fmla="*/ 1085240 h 1403034"/>
                <a:gd name="csX173" fmla="*/ 219069 w 748556"/>
                <a:gd name="csY173" fmla="*/ 1059840 h 1403034"/>
                <a:gd name="csX174" fmla="*/ 245802 w 748556"/>
                <a:gd name="csY174" fmla="*/ 1021359 h 1403034"/>
                <a:gd name="csX175" fmla="*/ 255003 w 748556"/>
                <a:gd name="csY175" fmla="*/ 1020172 h 1403034"/>
                <a:gd name="csX176" fmla="*/ 273621 w 748556"/>
                <a:gd name="csY176" fmla="*/ 1010653 h 1403034"/>
                <a:gd name="csX177" fmla="*/ 293103 w 748556"/>
                <a:gd name="csY177" fmla="*/ 1011409 h 1403034"/>
                <a:gd name="csX178" fmla="*/ 298513 w 748556"/>
                <a:gd name="csY178" fmla="*/ 1006761 h 1403034"/>
                <a:gd name="csX179" fmla="*/ 290398 w 748556"/>
                <a:gd name="csY179" fmla="*/ 993242 h 1403034"/>
                <a:gd name="csX180" fmla="*/ 306305 w 748556"/>
                <a:gd name="csY180" fmla="*/ 978103 h 1403034"/>
                <a:gd name="csX181" fmla="*/ 307607 w 748556"/>
                <a:gd name="csY181" fmla="*/ 962965 h 1403034"/>
                <a:gd name="csX182" fmla="*/ 306197 w 748556"/>
                <a:gd name="csY182" fmla="*/ 938847 h 1403034"/>
                <a:gd name="csX183" fmla="*/ 314103 w 748556"/>
                <a:gd name="csY183" fmla="*/ 926630 h 1403034"/>
                <a:gd name="csX184" fmla="*/ 338131 w 748556"/>
                <a:gd name="csY184" fmla="*/ 906952 h 1403034"/>
                <a:gd name="csX185" fmla="*/ 318535 w 748556"/>
                <a:gd name="csY185" fmla="*/ 896029 h 1403034"/>
                <a:gd name="csX186" fmla="*/ 330879 w 748556"/>
                <a:gd name="csY186" fmla="*/ 887813 h 1403034"/>
                <a:gd name="csX187" fmla="*/ 342455 w 748556"/>
                <a:gd name="csY187" fmla="*/ 890079 h 1403034"/>
                <a:gd name="csX188" fmla="*/ 346030 w 748556"/>
                <a:gd name="csY188" fmla="*/ 894728 h 1403034"/>
                <a:gd name="csX189" fmla="*/ 349929 w 748556"/>
                <a:gd name="csY189" fmla="*/ 900678 h 1403034"/>
                <a:gd name="csX190" fmla="*/ 356095 w 748556"/>
                <a:gd name="csY190" fmla="*/ 901649 h 1403034"/>
                <a:gd name="csX191" fmla="*/ 369195 w 748556"/>
                <a:gd name="csY191" fmla="*/ 894836 h 1403034"/>
                <a:gd name="csX192" fmla="*/ 370707 w 748556"/>
                <a:gd name="csY192" fmla="*/ 878078 h 1403034"/>
                <a:gd name="csX193" fmla="*/ 361829 w 748556"/>
                <a:gd name="csY193" fmla="*/ 865207 h 1403034"/>
                <a:gd name="csX194" fmla="*/ 352527 w 748556"/>
                <a:gd name="csY194" fmla="*/ 868883 h 1403034"/>
                <a:gd name="csX195" fmla="*/ 350037 w 748556"/>
                <a:gd name="csY195" fmla="*/ 876236 h 1403034"/>
                <a:gd name="csX196" fmla="*/ 347110 w 748556"/>
                <a:gd name="csY196" fmla="*/ 879697 h 1403034"/>
                <a:gd name="csX197" fmla="*/ 337153 w 748556"/>
                <a:gd name="csY197" fmla="*/ 879158 h 1403034"/>
                <a:gd name="csX198" fmla="*/ 329902 w 748556"/>
                <a:gd name="csY198" fmla="*/ 871048 h 1403034"/>
                <a:gd name="csX199" fmla="*/ 314211 w 748556"/>
                <a:gd name="csY199" fmla="*/ 859911 h 1403034"/>
                <a:gd name="csX200" fmla="*/ 315830 w 748556"/>
                <a:gd name="csY200" fmla="*/ 837527 h 1403034"/>
                <a:gd name="csX201" fmla="*/ 312693 w 748556"/>
                <a:gd name="csY201" fmla="*/ 810165 h 1403034"/>
                <a:gd name="csX202" fmla="*/ 327628 w 748556"/>
                <a:gd name="csY202" fmla="*/ 804437 h 1403034"/>
                <a:gd name="csX203" fmla="*/ 364649 w 748556"/>
                <a:gd name="csY203" fmla="*/ 822712 h 1403034"/>
                <a:gd name="csX204" fmla="*/ 388785 w 748556"/>
                <a:gd name="csY204" fmla="*/ 821087 h 1403034"/>
                <a:gd name="csX205" fmla="*/ 417900 w 748556"/>
                <a:gd name="csY205" fmla="*/ 802596 h 1403034"/>
                <a:gd name="csX206" fmla="*/ 417684 w 748556"/>
                <a:gd name="csY206" fmla="*/ 792652 h 1403034"/>
                <a:gd name="csX207" fmla="*/ 410216 w 748556"/>
                <a:gd name="csY207" fmla="*/ 783025 h 1403034"/>
                <a:gd name="csX208" fmla="*/ 415842 w 748556"/>
                <a:gd name="csY208" fmla="*/ 762045 h 1403034"/>
                <a:gd name="csX209" fmla="*/ 426777 w 748556"/>
                <a:gd name="csY209" fmla="*/ 753180 h 1403034"/>
                <a:gd name="csX210" fmla="*/ 424828 w 748556"/>
                <a:gd name="csY210" fmla="*/ 734365 h 1403034"/>
                <a:gd name="csX211" fmla="*/ 420497 w 748556"/>
                <a:gd name="csY211" fmla="*/ 723983 h 1403034"/>
                <a:gd name="csX212" fmla="*/ 423634 w 748556"/>
                <a:gd name="csY212" fmla="*/ 704190 h 1403034"/>
                <a:gd name="csX213" fmla="*/ 456324 w 748556"/>
                <a:gd name="csY213" fmla="*/ 716413 h 1403034"/>
                <a:gd name="csX214" fmla="*/ 543020 w 748556"/>
                <a:gd name="csY214" fmla="*/ 698246 h 1403034"/>
                <a:gd name="csX215" fmla="*/ 595732 w 748556"/>
                <a:gd name="csY215" fmla="*/ 669156 h 1403034"/>
                <a:gd name="csX216" fmla="*/ 600170 w 748556"/>
                <a:gd name="csY216" fmla="*/ 655638 h 1403034"/>
                <a:gd name="csX217" fmla="*/ 614134 w 748556"/>
                <a:gd name="csY217" fmla="*/ 636715 h 1403034"/>
                <a:gd name="csX218" fmla="*/ 627227 w 748556"/>
                <a:gd name="csY218" fmla="*/ 608705 h 1403034"/>
                <a:gd name="csX219" fmla="*/ 621601 w 748556"/>
                <a:gd name="csY219" fmla="*/ 586861 h 1403034"/>
                <a:gd name="csX220" fmla="*/ 613912 w 748556"/>
                <a:gd name="csY220" fmla="*/ 585349 h 1403034"/>
                <a:gd name="csX221" fmla="*/ 603847 w 748556"/>
                <a:gd name="csY221" fmla="*/ 574319 h 1403034"/>
                <a:gd name="csX222" fmla="*/ 603415 w 748556"/>
                <a:gd name="csY222" fmla="*/ 557771 h 1403034"/>
                <a:gd name="csX223" fmla="*/ 609257 w 748556"/>
                <a:gd name="csY223" fmla="*/ 543065 h 1403034"/>
                <a:gd name="csX224" fmla="*/ 594538 w 748556"/>
                <a:gd name="csY224" fmla="*/ 525659 h 1403034"/>
                <a:gd name="csX225" fmla="*/ 571379 w 748556"/>
                <a:gd name="csY225" fmla="*/ 521767 h 1403034"/>
                <a:gd name="csX226" fmla="*/ 557632 w 748556"/>
                <a:gd name="csY226" fmla="*/ 507492 h 1403034"/>
                <a:gd name="csX227" fmla="*/ 564883 w 748556"/>
                <a:gd name="csY227" fmla="*/ 493109 h 1403034"/>
                <a:gd name="csX228" fmla="*/ 556330 w 748556"/>
                <a:gd name="csY228" fmla="*/ 471157 h 1403034"/>
                <a:gd name="csX229" fmla="*/ 562070 w 748556"/>
                <a:gd name="csY229" fmla="*/ 452019 h 1403034"/>
                <a:gd name="csX230" fmla="*/ 571595 w 748556"/>
                <a:gd name="csY230" fmla="*/ 446284 h 1403034"/>
                <a:gd name="csX231" fmla="*/ 570401 w 748556"/>
                <a:gd name="csY231" fmla="*/ 403136 h 1403034"/>
                <a:gd name="csX232" fmla="*/ 579818 w 748556"/>
                <a:gd name="csY232" fmla="*/ 392862 h 1403034"/>
                <a:gd name="csX233" fmla="*/ 575596 w 748556"/>
                <a:gd name="csY233" fmla="*/ 383781 h 1403034"/>
                <a:gd name="csX234" fmla="*/ 580797 w 748556"/>
                <a:gd name="csY234" fmla="*/ 366370 h 1403034"/>
                <a:gd name="csX235" fmla="*/ 587502 w 748556"/>
                <a:gd name="csY235" fmla="*/ 360204 h 1403034"/>
                <a:gd name="csX236" fmla="*/ 583825 w 748556"/>
                <a:gd name="csY236" fmla="*/ 347878 h 1403034"/>
                <a:gd name="csX237" fmla="*/ 591833 w 748556"/>
                <a:gd name="csY237" fmla="*/ 335229 h 1403034"/>
                <a:gd name="csX238" fmla="*/ 606012 w 748556"/>
                <a:gd name="csY238" fmla="*/ 315760 h 1403034"/>
                <a:gd name="csX239" fmla="*/ 618566 w 748556"/>
                <a:gd name="csY239" fmla="*/ 311328 h 1403034"/>
                <a:gd name="csX240" fmla="*/ 618890 w 748556"/>
                <a:gd name="csY240" fmla="*/ 311112 h 1403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748556" h="1403034">
                  <a:moveTo>
                    <a:pt x="618890" y="311112"/>
                  </a:moveTo>
                  <a:lnTo>
                    <a:pt x="657098" y="259639"/>
                  </a:lnTo>
                  <a:lnTo>
                    <a:pt x="665651" y="258883"/>
                  </a:lnTo>
                  <a:lnTo>
                    <a:pt x="667055" y="250774"/>
                  </a:lnTo>
                  <a:lnTo>
                    <a:pt x="694118" y="233794"/>
                  </a:lnTo>
                  <a:lnTo>
                    <a:pt x="696715" y="225470"/>
                  </a:lnTo>
                  <a:lnTo>
                    <a:pt x="744340" y="209893"/>
                  </a:lnTo>
                  <a:lnTo>
                    <a:pt x="748557" y="198971"/>
                  </a:lnTo>
                  <a:lnTo>
                    <a:pt x="742607" y="192164"/>
                  </a:lnTo>
                  <a:lnTo>
                    <a:pt x="747370" y="172695"/>
                  </a:lnTo>
                  <a:lnTo>
                    <a:pt x="738816" y="149987"/>
                  </a:lnTo>
                  <a:lnTo>
                    <a:pt x="728320" y="144691"/>
                  </a:lnTo>
                  <a:lnTo>
                    <a:pt x="721715" y="151936"/>
                  </a:lnTo>
                  <a:lnTo>
                    <a:pt x="705263" y="150527"/>
                  </a:lnTo>
                  <a:lnTo>
                    <a:pt x="706780" y="161017"/>
                  </a:lnTo>
                  <a:lnTo>
                    <a:pt x="702018" y="165881"/>
                  </a:lnTo>
                  <a:lnTo>
                    <a:pt x="701478" y="186537"/>
                  </a:lnTo>
                  <a:lnTo>
                    <a:pt x="687838" y="202216"/>
                  </a:lnTo>
                  <a:lnTo>
                    <a:pt x="678637" y="202216"/>
                  </a:lnTo>
                  <a:lnTo>
                    <a:pt x="670090" y="209461"/>
                  </a:lnTo>
                  <a:lnTo>
                    <a:pt x="668896" y="216598"/>
                  </a:lnTo>
                  <a:lnTo>
                    <a:pt x="661213" y="221685"/>
                  </a:lnTo>
                  <a:lnTo>
                    <a:pt x="656126" y="216383"/>
                  </a:lnTo>
                  <a:lnTo>
                    <a:pt x="645846" y="217246"/>
                  </a:lnTo>
                  <a:lnTo>
                    <a:pt x="639026" y="228606"/>
                  </a:lnTo>
                  <a:lnTo>
                    <a:pt x="627875" y="220275"/>
                  </a:lnTo>
                  <a:lnTo>
                    <a:pt x="612076" y="224930"/>
                  </a:lnTo>
                  <a:lnTo>
                    <a:pt x="578523" y="214656"/>
                  </a:lnTo>
                  <a:lnTo>
                    <a:pt x="555574" y="217469"/>
                  </a:lnTo>
                  <a:lnTo>
                    <a:pt x="552545" y="203841"/>
                  </a:lnTo>
                  <a:lnTo>
                    <a:pt x="570833" y="192487"/>
                  </a:lnTo>
                  <a:lnTo>
                    <a:pt x="571919" y="173234"/>
                  </a:lnTo>
                  <a:lnTo>
                    <a:pt x="582632" y="167075"/>
                  </a:lnTo>
                  <a:lnTo>
                    <a:pt x="586099" y="153340"/>
                  </a:lnTo>
                  <a:lnTo>
                    <a:pt x="592703" y="149663"/>
                  </a:lnTo>
                  <a:lnTo>
                    <a:pt x="595084" y="143713"/>
                  </a:lnTo>
                  <a:lnTo>
                    <a:pt x="588156" y="129330"/>
                  </a:lnTo>
                  <a:lnTo>
                    <a:pt x="572459" y="123819"/>
                  </a:lnTo>
                  <a:lnTo>
                    <a:pt x="562718" y="124574"/>
                  </a:lnTo>
                  <a:lnTo>
                    <a:pt x="556768" y="115170"/>
                  </a:lnTo>
                  <a:lnTo>
                    <a:pt x="528517" y="106623"/>
                  </a:lnTo>
                  <a:lnTo>
                    <a:pt x="506978" y="86404"/>
                  </a:lnTo>
                  <a:lnTo>
                    <a:pt x="467036" y="80670"/>
                  </a:lnTo>
                  <a:lnTo>
                    <a:pt x="460870" y="69209"/>
                  </a:lnTo>
                  <a:lnTo>
                    <a:pt x="429482" y="47257"/>
                  </a:lnTo>
                  <a:lnTo>
                    <a:pt x="420281" y="27254"/>
                  </a:lnTo>
                  <a:lnTo>
                    <a:pt x="396469" y="13627"/>
                  </a:lnTo>
                  <a:lnTo>
                    <a:pt x="395275" y="7677"/>
                  </a:lnTo>
                  <a:lnTo>
                    <a:pt x="361613" y="7677"/>
                  </a:lnTo>
                  <a:lnTo>
                    <a:pt x="358369" y="39579"/>
                  </a:lnTo>
                  <a:lnTo>
                    <a:pt x="337585" y="39363"/>
                  </a:lnTo>
                  <a:lnTo>
                    <a:pt x="330225" y="22923"/>
                  </a:lnTo>
                  <a:lnTo>
                    <a:pt x="332283" y="15678"/>
                  </a:lnTo>
                  <a:lnTo>
                    <a:pt x="316916" y="10814"/>
                  </a:lnTo>
                  <a:lnTo>
                    <a:pt x="288773" y="10814"/>
                  </a:lnTo>
                  <a:lnTo>
                    <a:pt x="269183" y="0"/>
                  </a:lnTo>
                  <a:lnTo>
                    <a:pt x="266909" y="12109"/>
                  </a:lnTo>
                  <a:lnTo>
                    <a:pt x="252946" y="14706"/>
                  </a:lnTo>
                  <a:lnTo>
                    <a:pt x="233356" y="39579"/>
                  </a:lnTo>
                  <a:lnTo>
                    <a:pt x="240716" y="47257"/>
                  </a:lnTo>
                  <a:lnTo>
                    <a:pt x="228917" y="85318"/>
                  </a:lnTo>
                  <a:lnTo>
                    <a:pt x="194716" y="100787"/>
                  </a:lnTo>
                  <a:lnTo>
                    <a:pt x="182702" y="115494"/>
                  </a:lnTo>
                  <a:lnTo>
                    <a:pt x="189198" y="128035"/>
                  </a:lnTo>
                  <a:lnTo>
                    <a:pt x="181184" y="142634"/>
                  </a:lnTo>
                  <a:lnTo>
                    <a:pt x="188328" y="170428"/>
                  </a:lnTo>
                  <a:lnTo>
                    <a:pt x="180861" y="182969"/>
                  </a:lnTo>
                  <a:lnTo>
                    <a:pt x="194069" y="202324"/>
                  </a:lnTo>
                  <a:lnTo>
                    <a:pt x="185299" y="212706"/>
                  </a:lnTo>
                  <a:lnTo>
                    <a:pt x="173393" y="208921"/>
                  </a:lnTo>
                  <a:lnTo>
                    <a:pt x="160407" y="240608"/>
                  </a:lnTo>
                  <a:lnTo>
                    <a:pt x="141249" y="260826"/>
                  </a:lnTo>
                  <a:lnTo>
                    <a:pt x="136487" y="287109"/>
                  </a:lnTo>
                  <a:lnTo>
                    <a:pt x="128365" y="295650"/>
                  </a:lnTo>
                  <a:lnTo>
                    <a:pt x="137243" y="333496"/>
                  </a:lnTo>
                  <a:lnTo>
                    <a:pt x="130746" y="340525"/>
                  </a:lnTo>
                  <a:lnTo>
                    <a:pt x="124257" y="340093"/>
                  </a:lnTo>
                  <a:lnTo>
                    <a:pt x="117329" y="368211"/>
                  </a:lnTo>
                  <a:lnTo>
                    <a:pt x="110617" y="371234"/>
                  </a:lnTo>
                  <a:lnTo>
                    <a:pt x="106394" y="387242"/>
                  </a:lnTo>
                  <a:lnTo>
                    <a:pt x="125768" y="438391"/>
                  </a:lnTo>
                  <a:lnTo>
                    <a:pt x="119818" y="444557"/>
                  </a:lnTo>
                  <a:lnTo>
                    <a:pt x="124904" y="459911"/>
                  </a:lnTo>
                  <a:lnTo>
                    <a:pt x="137351" y="459696"/>
                  </a:lnTo>
                  <a:lnTo>
                    <a:pt x="135617" y="499383"/>
                  </a:lnTo>
                  <a:lnTo>
                    <a:pt x="126530" y="503161"/>
                  </a:lnTo>
                  <a:lnTo>
                    <a:pt x="115703" y="529444"/>
                  </a:lnTo>
                  <a:lnTo>
                    <a:pt x="106502" y="534200"/>
                  </a:lnTo>
                  <a:lnTo>
                    <a:pt x="113214" y="547719"/>
                  </a:lnTo>
                  <a:lnTo>
                    <a:pt x="114624" y="574751"/>
                  </a:lnTo>
                  <a:lnTo>
                    <a:pt x="101848" y="591299"/>
                  </a:lnTo>
                  <a:lnTo>
                    <a:pt x="90049" y="593998"/>
                  </a:lnTo>
                  <a:lnTo>
                    <a:pt x="83668" y="617360"/>
                  </a:lnTo>
                  <a:lnTo>
                    <a:pt x="88646" y="623627"/>
                  </a:lnTo>
                  <a:lnTo>
                    <a:pt x="83668" y="635419"/>
                  </a:lnTo>
                  <a:lnTo>
                    <a:pt x="89941" y="642226"/>
                  </a:lnTo>
                  <a:lnTo>
                    <a:pt x="84423" y="650558"/>
                  </a:lnTo>
                  <a:lnTo>
                    <a:pt x="91783" y="683000"/>
                  </a:lnTo>
                  <a:lnTo>
                    <a:pt x="100336" y="691216"/>
                  </a:lnTo>
                  <a:lnTo>
                    <a:pt x="94380" y="700405"/>
                  </a:lnTo>
                  <a:lnTo>
                    <a:pt x="76308" y="709384"/>
                  </a:lnTo>
                  <a:lnTo>
                    <a:pt x="76308" y="738473"/>
                  </a:lnTo>
                  <a:lnTo>
                    <a:pt x="63970" y="747230"/>
                  </a:lnTo>
                  <a:lnTo>
                    <a:pt x="68732" y="763346"/>
                  </a:lnTo>
                  <a:lnTo>
                    <a:pt x="61373" y="774700"/>
                  </a:lnTo>
                  <a:lnTo>
                    <a:pt x="65373" y="787025"/>
                  </a:lnTo>
                  <a:lnTo>
                    <a:pt x="56172" y="804437"/>
                  </a:lnTo>
                  <a:lnTo>
                    <a:pt x="57906" y="842067"/>
                  </a:lnTo>
                  <a:lnTo>
                    <a:pt x="66021" y="857745"/>
                  </a:lnTo>
                  <a:lnTo>
                    <a:pt x="53359" y="871804"/>
                  </a:lnTo>
                  <a:lnTo>
                    <a:pt x="55956" y="880351"/>
                  </a:lnTo>
                  <a:lnTo>
                    <a:pt x="51194" y="887375"/>
                  </a:lnTo>
                  <a:lnTo>
                    <a:pt x="53035" y="910520"/>
                  </a:lnTo>
                  <a:lnTo>
                    <a:pt x="63532" y="918845"/>
                  </a:lnTo>
                  <a:lnTo>
                    <a:pt x="58991" y="934739"/>
                  </a:lnTo>
                  <a:lnTo>
                    <a:pt x="66351" y="955827"/>
                  </a:lnTo>
                  <a:lnTo>
                    <a:pt x="59531" y="972807"/>
                  </a:lnTo>
                  <a:lnTo>
                    <a:pt x="78143" y="976052"/>
                  </a:lnTo>
                  <a:lnTo>
                    <a:pt x="81718" y="994435"/>
                  </a:lnTo>
                  <a:lnTo>
                    <a:pt x="56934" y="996162"/>
                  </a:lnTo>
                  <a:lnTo>
                    <a:pt x="51302" y="1012927"/>
                  </a:lnTo>
                  <a:lnTo>
                    <a:pt x="72193" y="1018331"/>
                  </a:lnTo>
                  <a:lnTo>
                    <a:pt x="79121" y="1029252"/>
                  </a:lnTo>
                  <a:lnTo>
                    <a:pt x="59207" y="1048919"/>
                  </a:lnTo>
                  <a:lnTo>
                    <a:pt x="67323" y="1065619"/>
                  </a:lnTo>
                  <a:lnTo>
                    <a:pt x="64186" y="1094321"/>
                  </a:lnTo>
                  <a:lnTo>
                    <a:pt x="55308" y="1106386"/>
                  </a:lnTo>
                  <a:lnTo>
                    <a:pt x="59423" y="1118895"/>
                  </a:lnTo>
                  <a:lnTo>
                    <a:pt x="42647" y="1131786"/>
                  </a:lnTo>
                  <a:lnTo>
                    <a:pt x="36474" y="1162075"/>
                  </a:lnTo>
                  <a:lnTo>
                    <a:pt x="42647" y="1175157"/>
                  </a:lnTo>
                  <a:lnTo>
                    <a:pt x="29978" y="1207351"/>
                  </a:lnTo>
                  <a:lnTo>
                    <a:pt x="15697" y="1214272"/>
                  </a:lnTo>
                  <a:lnTo>
                    <a:pt x="15697" y="1228750"/>
                  </a:lnTo>
                  <a:lnTo>
                    <a:pt x="0" y="1233513"/>
                  </a:lnTo>
                  <a:lnTo>
                    <a:pt x="0" y="1272438"/>
                  </a:lnTo>
                  <a:lnTo>
                    <a:pt x="13640" y="1308443"/>
                  </a:lnTo>
                  <a:lnTo>
                    <a:pt x="38424" y="1300442"/>
                  </a:lnTo>
                  <a:lnTo>
                    <a:pt x="44596" y="1326413"/>
                  </a:lnTo>
                  <a:lnTo>
                    <a:pt x="37122" y="1351178"/>
                  </a:lnTo>
                  <a:lnTo>
                    <a:pt x="56388" y="1365910"/>
                  </a:lnTo>
                  <a:lnTo>
                    <a:pt x="58991" y="1375372"/>
                  </a:lnTo>
                  <a:lnTo>
                    <a:pt x="154127" y="1375372"/>
                  </a:lnTo>
                  <a:lnTo>
                    <a:pt x="176422" y="1391819"/>
                  </a:lnTo>
                  <a:lnTo>
                    <a:pt x="176422" y="1400518"/>
                  </a:lnTo>
                  <a:cubicBezTo>
                    <a:pt x="189090" y="1403312"/>
                    <a:pt x="191795" y="1404264"/>
                    <a:pt x="192227" y="1400835"/>
                  </a:cubicBezTo>
                  <a:cubicBezTo>
                    <a:pt x="192443" y="1399185"/>
                    <a:pt x="191579" y="1396581"/>
                    <a:pt x="190278" y="1395057"/>
                  </a:cubicBezTo>
                  <a:lnTo>
                    <a:pt x="183674" y="1387183"/>
                  </a:lnTo>
                  <a:cubicBezTo>
                    <a:pt x="179997" y="1382738"/>
                    <a:pt x="171120" y="1363497"/>
                    <a:pt x="171444" y="1364133"/>
                  </a:cubicBezTo>
                  <a:cubicBezTo>
                    <a:pt x="169824" y="1360831"/>
                    <a:pt x="165602" y="1359941"/>
                    <a:pt x="166141" y="1360259"/>
                  </a:cubicBezTo>
                  <a:cubicBezTo>
                    <a:pt x="162573" y="1359624"/>
                    <a:pt x="165602" y="1355750"/>
                    <a:pt x="165386" y="1356385"/>
                  </a:cubicBezTo>
                  <a:cubicBezTo>
                    <a:pt x="166573" y="1354861"/>
                    <a:pt x="167227" y="1351940"/>
                    <a:pt x="166789" y="1350099"/>
                  </a:cubicBezTo>
                  <a:cubicBezTo>
                    <a:pt x="162027" y="1329970"/>
                    <a:pt x="160299" y="1325207"/>
                    <a:pt x="161163" y="1320063"/>
                  </a:cubicBezTo>
                  <a:cubicBezTo>
                    <a:pt x="164192" y="1301966"/>
                    <a:pt x="163976" y="1298410"/>
                    <a:pt x="167767" y="1295934"/>
                  </a:cubicBezTo>
                  <a:lnTo>
                    <a:pt x="184328" y="1284694"/>
                  </a:lnTo>
                  <a:cubicBezTo>
                    <a:pt x="187789" y="1282281"/>
                    <a:pt x="187033" y="1276248"/>
                    <a:pt x="186925" y="1276884"/>
                  </a:cubicBezTo>
                  <a:cubicBezTo>
                    <a:pt x="186925" y="1274851"/>
                    <a:pt x="188112" y="1274089"/>
                    <a:pt x="189630" y="1275169"/>
                  </a:cubicBezTo>
                  <a:cubicBezTo>
                    <a:pt x="191033" y="1275804"/>
                    <a:pt x="194932" y="1279995"/>
                    <a:pt x="199263" y="1278217"/>
                  </a:cubicBezTo>
                  <a:cubicBezTo>
                    <a:pt x="201536" y="1276884"/>
                    <a:pt x="206731" y="1276122"/>
                    <a:pt x="209112" y="1271486"/>
                  </a:cubicBezTo>
                  <a:lnTo>
                    <a:pt x="213766" y="1262151"/>
                  </a:lnTo>
                  <a:cubicBezTo>
                    <a:pt x="216364" y="1257072"/>
                    <a:pt x="217989" y="1237069"/>
                    <a:pt x="217881" y="1237768"/>
                  </a:cubicBezTo>
                  <a:cubicBezTo>
                    <a:pt x="218421" y="1233386"/>
                    <a:pt x="213227" y="1231227"/>
                    <a:pt x="213874" y="1231925"/>
                  </a:cubicBezTo>
                  <a:cubicBezTo>
                    <a:pt x="212141" y="1231036"/>
                    <a:pt x="211925" y="1229195"/>
                    <a:pt x="213227" y="1227925"/>
                  </a:cubicBezTo>
                  <a:lnTo>
                    <a:pt x="250997" y="1189634"/>
                  </a:lnTo>
                  <a:cubicBezTo>
                    <a:pt x="254464" y="1186078"/>
                    <a:pt x="262147" y="1187031"/>
                    <a:pt x="261499" y="1187158"/>
                  </a:cubicBezTo>
                  <a:cubicBezTo>
                    <a:pt x="263341" y="1187158"/>
                    <a:pt x="265938" y="1186078"/>
                    <a:pt x="267449" y="1184745"/>
                  </a:cubicBezTo>
                  <a:lnTo>
                    <a:pt x="286175" y="1166901"/>
                  </a:lnTo>
                  <a:cubicBezTo>
                    <a:pt x="288880" y="1164298"/>
                    <a:pt x="286715" y="1160107"/>
                    <a:pt x="286823" y="1160742"/>
                  </a:cubicBezTo>
                  <a:cubicBezTo>
                    <a:pt x="282715" y="1152424"/>
                    <a:pt x="293211" y="1133818"/>
                    <a:pt x="287801" y="1127532"/>
                  </a:cubicBezTo>
                  <a:cubicBezTo>
                    <a:pt x="284334" y="1123468"/>
                    <a:pt x="281305" y="1118705"/>
                    <a:pt x="276866" y="1118260"/>
                  </a:cubicBezTo>
                  <a:cubicBezTo>
                    <a:pt x="256305" y="1116165"/>
                    <a:pt x="253708" y="1116737"/>
                    <a:pt x="250565" y="1113307"/>
                  </a:cubicBezTo>
                  <a:lnTo>
                    <a:pt x="237471" y="1099020"/>
                  </a:lnTo>
                  <a:cubicBezTo>
                    <a:pt x="231083" y="1092099"/>
                    <a:pt x="223291" y="1091844"/>
                    <a:pt x="221882" y="1085240"/>
                  </a:cubicBezTo>
                  <a:cubicBezTo>
                    <a:pt x="217881" y="1066254"/>
                    <a:pt x="216579" y="1063841"/>
                    <a:pt x="219069" y="1059840"/>
                  </a:cubicBezTo>
                  <a:cubicBezTo>
                    <a:pt x="241802" y="1022979"/>
                    <a:pt x="241255" y="1022007"/>
                    <a:pt x="245802" y="1021359"/>
                  </a:cubicBezTo>
                  <a:lnTo>
                    <a:pt x="255003" y="1020172"/>
                  </a:lnTo>
                  <a:cubicBezTo>
                    <a:pt x="262687" y="1019086"/>
                    <a:pt x="266694" y="1010329"/>
                    <a:pt x="273621" y="1010653"/>
                  </a:cubicBezTo>
                  <a:lnTo>
                    <a:pt x="293103" y="1011409"/>
                  </a:lnTo>
                  <a:cubicBezTo>
                    <a:pt x="297002" y="1011517"/>
                    <a:pt x="299053" y="1006113"/>
                    <a:pt x="298513" y="1006761"/>
                  </a:cubicBezTo>
                  <a:cubicBezTo>
                    <a:pt x="301657" y="999515"/>
                    <a:pt x="284334" y="997680"/>
                    <a:pt x="290398" y="993242"/>
                  </a:cubicBezTo>
                  <a:cubicBezTo>
                    <a:pt x="303168" y="983837"/>
                    <a:pt x="305873" y="982751"/>
                    <a:pt x="306305" y="978103"/>
                  </a:cubicBezTo>
                  <a:lnTo>
                    <a:pt x="307607" y="962965"/>
                  </a:lnTo>
                  <a:cubicBezTo>
                    <a:pt x="308470" y="952798"/>
                    <a:pt x="302304" y="944690"/>
                    <a:pt x="306197" y="938847"/>
                  </a:cubicBezTo>
                  <a:lnTo>
                    <a:pt x="314103" y="926630"/>
                  </a:lnTo>
                  <a:cubicBezTo>
                    <a:pt x="319837" y="917765"/>
                    <a:pt x="345599" y="909872"/>
                    <a:pt x="338131" y="906952"/>
                  </a:cubicBezTo>
                  <a:cubicBezTo>
                    <a:pt x="319837" y="899922"/>
                    <a:pt x="315182" y="899274"/>
                    <a:pt x="318535" y="896029"/>
                  </a:cubicBezTo>
                  <a:cubicBezTo>
                    <a:pt x="322434" y="892785"/>
                    <a:pt x="325679" y="886727"/>
                    <a:pt x="330879" y="887813"/>
                  </a:cubicBezTo>
                  <a:lnTo>
                    <a:pt x="342455" y="890079"/>
                  </a:lnTo>
                  <a:cubicBezTo>
                    <a:pt x="345923" y="890727"/>
                    <a:pt x="346247" y="895382"/>
                    <a:pt x="346030" y="894728"/>
                  </a:cubicBezTo>
                  <a:cubicBezTo>
                    <a:pt x="346247" y="898735"/>
                    <a:pt x="350577" y="901325"/>
                    <a:pt x="349929" y="900678"/>
                  </a:cubicBezTo>
                  <a:cubicBezTo>
                    <a:pt x="351549" y="901649"/>
                    <a:pt x="354362" y="902081"/>
                    <a:pt x="356095" y="901649"/>
                  </a:cubicBezTo>
                  <a:cubicBezTo>
                    <a:pt x="360966" y="899814"/>
                    <a:pt x="368002" y="900462"/>
                    <a:pt x="369195" y="894836"/>
                  </a:cubicBezTo>
                  <a:cubicBezTo>
                    <a:pt x="371247" y="885431"/>
                    <a:pt x="372440" y="882294"/>
                    <a:pt x="370707" y="878078"/>
                  </a:cubicBezTo>
                  <a:cubicBezTo>
                    <a:pt x="367570" y="872128"/>
                    <a:pt x="366814" y="863264"/>
                    <a:pt x="361829" y="865207"/>
                  </a:cubicBezTo>
                  <a:lnTo>
                    <a:pt x="352527" y="868883"/>
                  </a:lnTo>
                  <a:cubicBezTo>
                    <a:pt x="348628" y="870401"/>
                    <a:pt x="350037" y="876891"/>
                    <a:pt x="350037" y="876236"/>
                  </a:cubicBezTo>
                  <a:cubicBezTo>
                    <a:pt x="350253" y="878294"/>
                    <a:pt x="348952" y="879805"/>
                    <a:pt x="347110" y="879697"/>
                  </a:cubicBezTo>
                  <a:lnTo>
                    <a:pt x="337153" y="879158"/>
                  </a:lnTo>
                  <a:cubicBezTo>
                    <a:pt x="332283" y="878942"/>
                    <a:pt x="334556" y="873214"/>
                    <a:pt x="329902" y="871048"/>
                  </a:cubicBezTo>
                  <a:cubicBezTo>
                    <a:pt x="317563" y="865422"/>
                    <a:pt x="313557" y="864667"/>
                    <a:pt x="314211" y="859911"/>
                  </a:cubicBezTo>
                  <a:cubicBezTo>
                    <a:pt x="316046" y="845960"/>
                    <a:pt x="316916" y="842283"/>
                    <a:pt x="315830" y="837527"/>
                  </a:cubicBezTo>
                  <a:cubicBezTo>
                    <a:pt x="310744" y="816007"/>
                    <a:pt x="308794" y="812546"/>
                    <a:pt x="312693" y="810165"/>
                  </a:cubicBezTo>
                  <a:cubicBezTo>
                    <a:pt x="321678" y="804545"/>
                    <a:pt x="323952" y="802380"/>
                    <a:pt x="327628" y="804437"/>
                  </a:cubicBezTo>
                  <a:cubicBezTo>
                    <a:pt x="359016" y="821411"/>
                    <a:pt x="359886" y="822712"/>
                    <a:pt x="364649" y="822712"/>
                  </a:cubicBezTo>
                  <a:cubicBezTo>
                    <a:pt x="381965" y="822712"/>
                    <a:pt x="384778" y="823252"/>
                    <a:pt x="388785" y="821087"/>
                  </a:cubicBezTo>
                  <a:cubicBezTo>
                    <a:pt x="414433" y="807358"/>
                    <a:pt x="416274" y="807250"/>
                    <a:pt x="417900" y="802596"/>
                  </a:cubicBezTo>
                  <a:cubicBezTo>
                    <a:pt x="418116" y="800868"/>
                    <a:pt x="421576" y="795458"/>
                    <a:pt x="417684" y="792652"/>
                  </a:cubicBezTo>
                  <a:cubicBezTo>
                    <a:pt x="415411" y="790378"/>
                    <a:pt x="409562" y="788429"/>
                    <a:pt x="410216" y="783025"/>
                  </a:cubicBezTo>
                  <a:cubicBezTo>
                    <a:pt x="412267" y="767239"/>
                    <a:pt x="411944" y="763886"/>
                    <a:pt x="415842" y="762045"/>
                  </a:cubicBezTo>
                  <a:cubicBezTo>
                    <a:pt x="419849" y="759561"/>
                    <a:pt x="426777" y="758908"/>
                    <a:pt x="426777" y="753180"/>
                  </a:cubicBezTo>
                  <a:cubicBezTo>
                    <a:pt x="426777" y="744633"/>
                    <a:pt x="427533" y="738581"/>
                    <a:pt x="424828" y="734365"/>
                  </a:cubicBezTo>
                  <a:cubicBezTo>
                    <a:pt x="424174" y="733063"/>
                    <a:pt x="420497" y="729063"/>
                    <a:pt x="420497" y="723983"/>
                  </a:cubicBezTo>
                  <a:cubicBezTo>
                    <a:pt x="420497" y="708298"/>
                    <a:pt x="419411" y="702354"/>
                    <a:pt x="423634" y="704190"/>
                  </a:cubicBezTo>
                  <a:cubicBezTo>
                    <a:pt x="450583" y="715982"/>
                    <a:pt x="451777" y="717277"/>
                    <a:pt x="456324" y="716413"/>
                  </a:cubicBezTo>
                  <a:cubicBezTo>
                    <a:pt x="529488" y="700405"/>
                    <a:pt x="536092" y="702247"/>
                    <a:pt x="543020" y="698246"/>
                  </a:cubicBezTo>
                  <a:cubicBezTo>
                    <a:pt x="581984" y="676186"/>
                    <a:pt x="594106" y="676618"/>
                    <a:pt x="595732" y="669156"/>
                  </a:cubicBezTo>
                  <a:cubicBezTo>
                    <a:pt x="596811" y="663962"/>
                    <a:pt x="597243" y="659206"/>
                    <a:pt x="600170" y="655638"/>
                  </a:cubicBezTo>
                  <a:cubicBezTo>
                    <a:pt x="608177" y="645687"/>
                    <a:pt x="612076" y="641471"/>
                    <a:pt x="614134" y="636715"/>
                  </a:cubicBezTo>
                  <a:cubicBezTo>
                    <a:pt x="621386" y="620058"/>
                    <a:pt x="627875" y="615626"/>
                    <a:pt x="627227" y="608705"/>
                  </a:cubicBezTo>
                  <a:cubicBezTo>
                    <a:pt x="625278" y="589890"/>
                    <a:pt x="625926" y="586213"/>
                    <a:pt x="621601" y="586861"/>
                  </a:cubicBezTo>
                  <a:cubicBezTo>
                    <a:pt x="620948" y="586861"/>
                    <a:pt x="617379" y="588054"/>
                    <a:pt x="613912" y="585349"/>
                  </a:cubicBezTo>
                  <a:cubicBezTo>
                    <a:pt x="608501" y="581133"/>
                    <a:pt x="604609" y="578860"/>
                    <a:pt x="603847" y="574319"/>
                  </a:cubicBezTo>
                  <a:cubicBezTo>
                    <a:pt x="602113" y="564585"/>
                    <a:pt x="601034" y="561448"/>
                    <a:pt x="603415" y="557771"/>
                  </a:cubicBezTo>
                  <a:cubicBezTo>
                    <a:pt x="606336" y="552259"/>
                    <a:pt x="612616" y="547611"/>
                    <a:pt x="609257" y="543065"/>
                  </a:cubicBezTo>
                  <a:cubicBezTo>
                    <a:pt x="602005" y="533121"/>
                    <a:pt x="598976" y="527818"/>
                    <a:pt x="594538" y="525659"/>
                  </a:cubicBezTo>
                  <a:cubicBezTo>
                    <a:pt x="580358" y="518846"/>
                    <a:pt x="575272" y="524682"/>
                    <a:pt x="571379" y="521767"/>
                  </a:cubicBezTo>
                  <a:cubicBezTo>
                    <a:pt x="558933" y="512464"/>
                    <a:pt x="556006" y="511277"/>
                    <a:pt x="557632" y="507492"/>
                  </a:cubicBezTo>
                  <a:cubicBezTo>
                    <a:pt x="561423" y="498621"/>
                    <a:pt x="562934" y="493649"/>
                    <a:pt x="564883" y="493109"/>
                  </a:cubicBezTo>
                  <a:lnTo>
                    <a:pt x="556330" y="471157"/>
                  </a:lnTo>
                  <a:lnTo>
                    <a:pt x="562070" y="452019"/>
                  </a:lnTo>
                  <a:lnTo>
                    <a:pt x="571595" y="446284"/>
                  </a:lnTo>
                  <a:lnTo>
                    <a:pt x="570401" y="403136"/>
                  </a:lnTo>
                  <a:lnTo>
                    <a:pt x="579818" y="392862"/>
                  </a:lnTo>
                  <a:lnTo>
                    <a:pt x="575596" y="383781"/>
                  </a:lnTo>
                  <a:lnTo>
                    <a:pt x="580797" y="366370"/>
                  </a:lnTo>
                  <a:lnTo>
                    <a:pt x="587502" y="360204"/>
                  </a:lnTo>
                  <a:lnTo>
                    <a:pt x="583825" y="347878"/>
                  </a:lnTo>
                  <a:lnTo>
                    <a:pt x="591833" y="335229"/>
                  </a:lnTo>
                  <a:lnTo>
                    <a:pt x="606012" y="315760"/>
                  </a:lnTo>
                  <a:lnTo>
                    <a:pt x="618566" y="311328"/>
                  </a:lnTo>
                  <a:lnTo>
                    <a:pt x="618890" y="311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AB6EFC6-BBEC-2422-9ADA-521B93C6705D}"/>
                </a:ext>
              </a:extLst>
            </p:cNvPr>
            <p:cNvSpPr/>
            <p:nvPr/>
          </p:nvSpPr>
          <p:spPr>
            <a:xfrm>
              <a:off x="2843282" y="6864097"/>
              <a:ext cx="114356" cy="109886"/>
            </a:xfrm>
            <a:custGeom>
              <a:avLst/>
              <a:gdLst>
                <a:gd name="csX0" fmla="*/ 22403 w 131883"/>
                <a:gd name="csY0" fmla="*/ 117539 h 126728"/>
                <a:gd name="csX1" fmla="*/ 64294 w 131883"/>
                <a:gd name="csY1" fmla="*/ 121666 h 126728"/>
                <a:gd name="csX2" fmla="*/ 83668 w 131883"/>
                <a:gd name="csY2" fmla="*/ 126302 h 126728"/>
                <a:gd name="csX3" fmla="*/ 104661 w 131883"/>
                <a:gd name="csY3" fmla="*/ 120459 h 126728"/>
                <a:gd name="csX4" fmla="*/ 127178 w 131883"/>
                <a:gd name="csY4" fmla="*/ 117348 h 126728"/>
                <a:gd name="csX5" fmla="*/ 129883 w 131883"/>
                <a:gd name="csY5" fmla="*/ 105855 h 126728"/>
                <a:gd name="csX6" fmla="*/ 86804 w 131883"/>
                <a:gd name="csY6" fmla="*/ 99187 h 126728"/>
                <a:gd name="csX7" fmla="*/ 66783 w 131883"/>
                <a:gd name="csY7" fmla="*/ 82741 h 126728"/>
                <a:gd name="csX8" fmla="*/ 41345 w 131883"/>
                <a:gd name="csY8" fmla="*/ 67691 h 126728"/>
                <a:gd name="csX9" fmla="*/ 22511 w 131883"/>
                <a:gd name="csY9" fmla="*/ 45339 h 126728"/>
                <a:gd name="csX10" fmla="*/ 17856 w 131883"/>
                <a:gd name="csY10" fmla="*/ 35560 h 126728"/>
                <a:gd name="csX11" fmla="*/ 9633 w 131883"/>
                <a:gd name="csY11" fmla="*/ 31496 h 126728"/>
                <a:gd name="csX12" fmla="*/ 12122 w 131883"/>
                <a:gd name="csY12" fmla="*/ 22161 h 126728"/>
                <a:gd name="csX13" fmla="*/ 16669 w 131883"/>
                <a:gd name="csY13" fmla="*/ 18161 h 126728"/>
                <a:gd name="csX14" fmla="*/ 0 w 131883"/>
                <a:gd name="csY14" fmla="*/ 0 h 126728"/>
                <a:gd name="csX15" fmla="*/ 0 w 131883"/>
                <a:gd name="csY15" fmla="*/ 318 h 126728"/>
                <a:gd name="csX16" fmla="*/ 0 w 131883"/>
                <a:gd name="csY16" fmla="*/ 90424 h 126728"/>
                <a:gd name="csX17" fmla="*/ 45460 w 131883"/>
                <a:gd name="csY17" fmla="*/ 96012 h 126728"/>
                <a:gd name="csX18" fmla="*/ 37014 w 131883"/>
                <a:gd name="csY18" fmla="*/ 101854 h 126728"/>
                <a:gd name="csX19" fmla="*/ 0 w 131883"/>
                <a:gd name="csY19" fmla="*/ 102426 h 126728"/>
                <a:gd name="csX20" fmla="*/ 0 w 131883"/>
                <a:gd name="csY20" fmla="*/ 120332 h 126728"/>
                <a:gd name="csX21" fmla="*/ 22619 w 131883"/>
                <a:gd name="csY21" fmla="*/ 117539 h 126728"/>
                <a:gd name="csX22" fmla="*/ 22403 w 131883"/>
                <a:gd name="csY22" fmla="*/ 117539 h 126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31883" h="126728">
                  <a:moveTo>
                    <a:pt x="22403" y="117539"/>
                  </a:moveTo>
                  <a:cubicBezTo>
                    <a:pt x="59315" y="120459"/>
                    <a:pt x="59747" y="120142"/>
                    <a:pt x="64294" y="121666"/>
                  </a:cubicBezTo>
                  <a:cubicBezTo>
                    <a:pt x="73596" y="125032"/>
                    <a:pt x="79013" y="127826"/>
                    <a:pt x="83668" y="126302"/>
                  </a:cubicBezTo>
                  <a:cubicBezTo>
                    <a:pt x="94380" y="122745"/>
                    <a:pt x="99790" y="120459"/>
                    <a:pt x="104661" y="120459"/>
                  </a:cubicBezTo>
                  <a:cubicBezTo>
                    <a:pt x="122199" y="120459"/>
                    <a:pt x="124904" y="121348"/>
                    <a:pt x="127178" y="117348"/>
                  </a:cubicBezTo>
                  <a:cubicBezTo>
                    <a:pt x="128689" y="113538"/>
                    <a:pt x="135077" y="106553"/>
                    <a:pt x="129883" y="105855"/>
                  </a:cubicBezTo>
                  <a:cubicBezTo>
                    <a:pt x="91027" y="101409"/>
                    <a:pt x="90481" y="102298"/>
                    <a:pt x="86804" y="99187"/>
                  </a:cubicBezTo>
                  <a:cubicBezTo>
                    <a:pt x="74790" y="88773"/>
                    <a:pt x="71107" y="85090"/>
                    <a:pt x="66783" y="82741"/>
                  </a:cubicBezTo>
                  <a:cubicBezTo>
                    <a:pt x="50222" y="73660"/>
                    <a:pt x="44920" y="71374"/>
                    <a:pt x="41345" y="67691"/>
                  </a:cubicBezTo>
                  <a:cubicBezTo>
                    <a:pt x="25216" y="51181"/>
                    <a:pt x="23158" y="50102"/>
                    <a:pt x="22511" y="45339"/>
                  </a:cubicBezTo>
                  <a:cubicBezTo>
                    <a:pt x="21863" y="43053"/>
                    <a:pt x="22727" y="35878"/>
                    <a:pt x="17856" y="35560"/>
                  </a:cubicBezTo>
                  <a:cubicBezTo>
                    <a:pt x="16129" y="35179"/>
                    <a:pt x="10065" y="36640"/>
                    <a:pt x="9633" y="31496"/>
                  </a:cubicBezTo>
                  <a:cubicBezTo>
                    <a:pt x="9741" y="29845"/>
                    <a:pt x="7576" y="23241"/>
                    <a:pt x="12122" y="22161"/>
                  </a:cubicBezTo>
                  <a:cubicBezTo>
                    <a:pt x="12986" y="21844"/>
                    <a:pt x="19806" y="21654"/>
                    <a:pt x="16669" y="18161"/>
                  </a:cubicBezTo>
                  <a:cubicBezTo>
                    <a:pt x="7791" y="8572"/>
                    <a:pt x="3029" y="2921"/>
                    <a:pt x="0" y="0"/>
                  </a:cubicBezTo>
                  <a:lnTo>
                    <a:pt x="0" y="318"/>
                  </a:lnTo>
                  <a:lnTo>
                    <a:pt x="0" y="90424"/>
                  </a:lnTo>
                  <a:cubicBezTo>
                    <a:pt x="44920" y="93091"/>
                    <a:pt x="48704" y="92329"/>
                    <a:pt x="45460" y="96012"/>
                  </a:cubicBezTo>
                  <a:cubicBezTo>
                    <a:pt x="44374" y="97028"/>
                    <a:pt x="41669" y="101854"/>
                    <a:pt x="37014" y="101854"/>
                  </a:cubicBezTo>
                  <a:cubicBezTo>
                    <a:pt x="16885" y="102171"/>
                    <a:pt x="6166" y="102426"/>
                    <a:pt x="0" y="102426"/>
                  </a:cubicBezTo>
                  <a:lnTo>
                    <a:pt x="0" y="120332"/>
                  </a:lnTo>
                  <a:cubicBezTo>
                    <a:pt x="18072" y="117475"/>
                    <a:pt x="19482" y="117348"/>
                    <a:pt x="22619" y="117539"/>
                  </a:cubicBezTo>
                  <a:lnTo>
                    <a:pt x="22403" y="1175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98701353-DEA4-2CD2-B7F9-CE1F9A016B80}"/>
                </a:ext>
              </a:extLst>
            </p:cNvPr>
            <p:cNvSpPr/>
            <p:nvPr/>
          </p:nvSpPr>
          <p:spPr>
            <a:xfrm>
              <a:off x="745911" y="2960368"/>
              <a:ext cx="70731" cy="105257"/>
            </a:xfrm>
            <a:custGeom>
              <a:avLst/>
              <a:gdLst>
                <a:gd name="csX0" fmla="*/ 72499 w 81572"/>
                <a:gd name="csY0" fmla="*/ 99017 h 121389"/>
                <a:gd name="csX1" fmla="*/ 64600 w 81572"/>
                <a:gd name="csY1" fmla="*/ 90362 h 121389"/>
                <a:gd name="csX2" fmla="*/ 61781 w 81572"/>
                <a:gd name="csY2" fmla="*/ 77712 h 121389"/>
                <a:gd name="csX3" fmla="*/ 53665 w 81572"/>
                <a:gd name="csY3" fmla="*/ 74251 h 121389"/>
                <a:gd name="csX4" fmla="*/ 55291 w 81572"/>
                <a:gd name="csY4" fmla="*/ 61710 h 121389"/>
                <a:gd name="csX5" fmla="*/ 46845 w 81572"/>
                <a:gd name="csY5" fmla="*/ 52731 h 121389"/>
                <a:gd name="csX6" fmla="*/ 36349 w 81572"/>
                <a:gd name="csY6" fmla="*/ 51436 h 121389"/>
                <a:gd name="csX7" fmla="*/ 45766 w 81572"/>
                <a:gd name="csY7" fmla="*/ 38996 h 121389"/>
                <a:gd name="csX8" fmla="*/ 51500 w 81572"/>
                <a:gd name="csY8" fmla="*/ 3640 h 121389"/>
                <a:gd name="csX9" fmla="*/ 36457 w 81572"/>
                <a:gd name="csY9" fmla="*/ 11209 h 121389"/>
                <a:gd name="csX10" fmla="*/ 26392 w 81572"/>
                <a:gd name="csY10" fmla="*/ 9259 h 121389"/>
                <a:gd name="csX11" fmla="*/ 18162 w 81572"/>
                <a:gd name="csY11" fmla="*/ 10885 h 121389"/>
                <a:gd name="csX12" fmla="*/ 14918 w 81572"/>
                <a:gd name="csY12" fmla="*/ 3640 h 121389"/>
                <a:gd name="csX13" fmla="*/ 1710 w 81572"/>
                <a:gd name="csY13" fmla="*/ 2554 h 121389"/>
                <a:gd name="csX14" fmla="*/ 1170 w 81572"/>
                <a:gd name="csY14" fmla="*/ 25699 h 121389"/>
                <a:gd name="csX15" fmla="*/ 5824 w 81572"/>
                <a:gd name="csY15" fmla="*/ 35212 h 121389"/>
                <a:gd name="csX16" fmla="*/ 10695 w 81572"/>
                <a:gd name="csY16" fmla="*/ 39320 h 121389"/>
                <a:gd name="csX17" fmla="*/ 21414 w 81572"/>
                <a:gd name="csY17" fmla="*/ 44622 h 121389"/>
                <a:gd name="csX18" fmla="*/ 15457 w 81572"/>
                <a:gd name="csY18" fmla="*/ 52947 h 121389"/>
                <a:gd name="csX19" fmla="*/ 25630 w 81572"/>
                <a:gd name="csY19" fmla="*/ 64193 h 121389"/>
                <a:gd name="csX20" fmla="*/ 32666 w 81572"/>
                <a:gd name="csY20" fmla="*/ 67006 h 121389"/>
                <a:gd name="csX21" fmla="*/ 32234 w 81572"/>
                <a:gd name="csY21" fmla="*/ 76741 h 121389"/>
                <a:gd name="csX22" fmla="*/ 59507 w 81572"/>
                <a:gd name="csY22" fmla="*/ 106478 h 121389"/>
                <a:gd name="csX23" fmla="*/ 79427 w 81572"/>
                <a:gd name="csY23" fmla="*/ 119775 h 121389"/>
                <a:gd name="csX24" fmla="*/ 80938 w 81572"/>
                <a:gd name="csY24" fmla="*/ 111882 h 121389"/>
                <a:gd name="csX25" fmla="*/ 72391 w 81572"/>
                <a:gd name="csY25" fmla="*/ 99017 h 121389"/>
                <a:gd name="csX26" fmla="*/ 72499 w 81572"/>
                <a:gd name="csY26" fmla="*/ 99017 h 121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1572" h="121389">
                  <a:moveTo>
                    <a:pt x="72499" y="99017"/>
                  </a:moveTo>
                  <a:cubicBezTo>
                    <a:pt x="70226" y="97175"/>
                    <a:pt x="64378" y="95772"/>
                    <a:pt x="64600" y="90362"/>
                  </a:cubicBezTo>
                  <a:cubicBezTo>
                    <a:pt x="64270" y="85929"/>
                    <a:pt x="66981" y="77712"/>
                    <a:pt x="61781" y="77712"/>
                  </a:cubicBezTo>
                  <a:cubicBezTo>
                    <a:pt x="59507" y="77281"/>
                    <a:pt x="51932" y="79332"/>
                    <a:pt x="53665" y="74251"/>
                  </a:cubicBezTo>
                  <a:cubicBezTo>
                    <a:pt x="54313" y="71546"/>
                    <a:pt x="57780" y="66251"/>
                    <a:pt x="55291" y="61710"/>
                  </a:cubicBezTo>
                  <a:cubicBezTo>
                    <a:pt x="53233" y="58897"/>
                    <a:pt x="51716" y="52300"/>
                    <a:pt x="46845" y="52731"/>
                  </a:cubicBezTo>
                  <a:cubicBezTo>
                    <a:pt x="39378" y="53487"/>
                    <a:pt x="33098" y="54897"/>
                    <a:pt x="36349" y="51436"/>
                  </a:cubicBezTo>
                  <a:cubicBezTo>
                    <a:pt x="41003" y="46566"/>
                    <a:pt x="44680" y="43759"/>
                    <a:pt x="45766" y="38996"/>
                  </a:cubicBezTo>
                  <a:cubicBezTo>
                    <a:pt x="53126" y="6446"/>
                    <a:pt x="55399" y="611"/>
                    <a:pt x="51500" y="3640"/>
                  </a:cubicBezTo>
                  <a:cubicBezTo>
                    <a:pt x="42515" y="10561"/>
                    <a:pt x="40349" y="13260"/>
                    <a:pt x="36457" y="11209"/>
                  </a:cubicBezTo>
                  <a:cubicBezTo>
                    <a:pt x="34939" y="10669"/>
                    <a:pt x="30500" y="6669"/>
                    <a:pt x="26392" y="9259"/>
                  </a:cubicBezTo>
                  <a:cubicBezTo>
                    <a:pt x="24227" y="10231"/>
                    <a:pt x="18162" y="16181"/>
                    <a:pt x="18162" y="10885"/>
                  </a:cubicBezTo>
                  <a:cubicBezTo>
                    <a:pt x="18054" y="10237"/>
                    <a:pt x="19032" y="5151"/>
                    <a:pt x="14918" y="3640"/>
                  </a:cubicBezTo>
                  <a:cubicBezTo>
                    <a:pt x="9507" y="2338"/>
                    <a:pt x="2256" y="-3174"/>
                    <a:pt x="1710" y="2554"/>
                  </a:cubicBezTo>
                  <a:cubicBezTo>
                    <a:pt x="414" y="14669"/>
                    <a:pt x="-1104" y="21045"/>
                    <a:pt x="1170" y="25699"/>
                  </a:cubicBezTo>
                  <a:lnTo>
                    <a:pt x="5824" y="35212"/>
                  </a:lnTo>
                  <a:cubicBezTo>
                    <a:pt x="6688" y="36945"/>
                    <a:pt x="8961" y="38780"/>
                    <a:pt x="10695" y="39320"/>
                  </a:cubicBezTo>
                  <a:cubicBezTo>
                    <a:pt x="18270" y="41162"/>
                    <a:pt x="25306" y="42025"/>
                    <a:pt x="21414" y="44622"/>
                  </a:cubicBezTo>
                  <a:cubicBezTo>
                    <a:pt x="19680" y="46350"/>
                    <a:pt x="12752" y="48407"/>
                    <a:pt x="15457" y="52947"/>
                  </a:cubicBezTo>
                  <a:cubicBezTo>
                    <a:pt x="18594" y="57272"/>
                    <a:pt x="20436" y="64517"/>
                    <a:pt x="25630" y="64193"/>
                  </a:cubicBezTo>
                  <a:cubicBezTo>
                    <a:pt x="27256" y="64409"/>
                    <a:pt x="34615" y="62250"/>
                    <a:pt x="32666" y="67006"/>
                  </a:cubicBezTo>
                  <a:cubicBezTo>
                    <a:pt x="32342" y="68302"/>
                    <a:pt x="29097" y="73064"/>
                    <a:pt x="32234" y="76741"/>
                  </a:cubicBezTo>
                  <a:cubicBezTo>
                    <a:pt x="32234" y="76741"/>
                    <a:pt x="56154" y="103557"/>
                    <a:pt x="59507" y="106478"/>
                  </a:cubicBezTo>
                  <a:cubicBezTo>
                    <a:pt x="75852" y="121292"/>
                    <a:pt x="76938" y="123559"/>
                    <a:pt x="79427" y="119775"/>
                  </a:cubicBezTo>
                  <a:cubicBezTo>
                    <a:pt x="79751" y="119127"/>
                    <a:pt x="82888" y="115990"/>
                    <a:pt x="80938" y="111882"/>
                  </a:cubicBezTo>
                  <a:cubicBezTo>
                    <a:pt x="77910" y="105938"/>
                    <a:pt x="76284" y="101391"/>
                    <a:pt x="72391" y="99017"/>
                  </a:cubicBezTo>
                  <a:lnTo>
                    <a:pt x="72499" y="99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F4631C93-F7EA-E001-D380-C12040ECC7E0}"/>
                </a:ext>
              </a:extLst>
            </p:cNvPr>
            <p:cNvSpPr/>
            <p:nvPr/>
          </p:nvSpPr>
          <p:spPr>
            <a:xfrm>
              <a:off x="267994" y="2648131"/>
              <a:ext cx="29446" cy="29701"/>
            </a:xfrm>
            <a:custGeom>
              <a:avLst/>
              <a:gdLst>
                <a:gd name="csX0" fmla="*/ 32477 w 33959"/>
                <a:gd name="csY0" fmla="*/ 2120 h 34253"/>
                <a:gd name="csX1" fmla="*/ 25766 w 33959"/>
                <a:gd name="csY1" fmla="*/ 1364 h 34253"/>
                <a:gd name="csX2" fmla="*/ 1738 w 33959"/>
                <a:gd name="csY2" fmla="*/ 34238 h 34253"/>
                <a:gd name="csX3" fmla="*/ 21220 w 33959"/>
                <a:gd name="csY3" fmla="*/ 29044 h 34253"/>
                <a:gd name="csX4" fmla="*/ 23277 w 33959"/>
                <a:gd name="csY4" fmla="*/ 21259 h 34253"/>
                <a:gd name="csX5" fmla="*/ 32477 w 33959"/>
                <a:gd name="csY5" fmla="*/ 2120 h 34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959" h="34253">
                  <a:moveTo>
                    <a:pt x="32477" y="2120"/>
                  </a:moveTo>
                  <a:cubicBezTo>
                    <a:pt x="32477" y="2120"/>
                    <a:pt x="28689" y="-2097"/>
                    <a:pt x="25766" y="1364"/>
                  </a:cubicBezTo>
                  <a:cubicBezTo>
                    <a:pt x="2171" y="29914"/>
                    <a:pt x="-3349" y="34562"/>
                    <a:pt x="1738" y="34238"/>
                  </a:cubicBezTo>
                  <a:cubicBezTo>
                    <a:pt x="17865" y="33044"/>
                    <a:pt x="21220" y="33806"/>
                    <a:pt x="21220" y="29044"/>
                  </a:cubicBezTo>
                  <a:cubicBezTo>
                    <a:pt x="21220" y="28396"/>
                    <a:pt x="20896" y="24719"/>
                    <a:pt x="23277" y="21259"/>
                  </a:cubicBezTo>
                  <a:cubicBezTo>
                    <a:pt x="33235" y="6984"/>
                    <a:pt x="36049" y="4825"/>
                    <a:pt x="32477" y="21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C309057-2436-8462-92B0-EA099745CD7C}"/>
                </a:ext>
              </a:extLst>
            </p:cNvPr>
            <p:cNvSpPr/>
            <p:nvPr/>
          </p:nvSpPr>
          <p:spPr>
            <a:xfrm>
              <a:off x="307128" y="2636647"/>
              <a:ext cx="16100" cy="13558"/>
            </a:xfrm>
            <a:custGeom>
              <a:avLst/>
              <a:gdLst>
                <a:gd name="csX0" fmla="*/ 2392 w 18568"/>
                <a:gd name="csY0" fmla="*/ 3470 h 15636"/>
                <a:gd name="csX1" fmla="*/ 1310 w 18568"/>
                <a:gd name="csY1" fmla="*/ 13198 h 15636"/>
                <a:gd name="csX2" fmla="*/ 9210 w 18568"/>
                <a:gd name="csY2" fmla="*/ 13960 h 15636"/>
                <a:gd name="csX3" fmla="*/ 18086 w 18568"/>
                <a:gd name="csY3" fmla="*/ 2276 h 15636"/>
                <a:gd name="csX4" fmla="*/ 2392 w 18568"/>
                <a:gd name="csY4" fmla="*/ 3470 h 1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568" h="15636">
                  <a:moveTo>
                    <a:pt x="2392" y="3470"/>
                  </a:moveTo>
                  <a:cubicBezTo>
                    <a:pt x="-2262" y="4657"/>
                    <a:pt x="1310" y="13198"/>
                    <a:pt x="1310" y="13198"/>
                  </a:cubicBezTo>
                  <a:cubicBezTo>
                    <a:pt x="2500" y="18068"/>
                    <a:pt x="8020" y="14176"/>
                    <a:pt x="9210" y="13960"/>
                  </a:cubicBezTo>
                  <a:cubicBezTo>
                    <a:pt x="13432" y="12334"/>
                    <a:pt x="15489" y="7038"/>
                    <a:pt x="18086" y="2276"/>
                  </a:cubicBezTo>
                  <a:cubicBezTo>
                    <a:pt x="20359" y="-1941"/>
                    <a:pt x="14514" y="441"/>
                    <a:pt x="2392" y="34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C2809F36-5992-303A-185C-81F5894EAC98}"/>
                </a:ext>
              </a:extLst>
            </p:cNvPr>
            <p:cNvSpPr/>
            <p:nvPr/>
          </p:nvSpPr>
          <p:spPr>
            <a:xfrm>
              <a:off x="690312" y="2756488"/>
              <a:ext cx="30814" cy="57239"/>
            </a:xfrm>
            <a:custGeom>
              <a:avLst/>
              <a:gdLst>
                <a:gd name="csX0" fmla="*/ 24919 w 35537"/>
                <a:gd name="csY0" fmla="*/ 53094 h 66012"/>
                <a:gd name="csX1" fmla="*/ 34011 w 35537"/>
                <a:gd name="csY1" fmla="*/ 50281 h 66012"/>
                <a:gd name="csX2" fmla="*/ 28708 w 35537"/>
                <a:gd name="csY2" fmla="*/ 39683 h 66012"/>
                <a:gd name="csX3" fmla="*/ 32496 w 35537"/>
                <a:gd name="csY3" fmla="*/ 35467 h 66012"/>
                <a:gd name="csX4" fmla="*/ 23079 w 35537"/>
                <a:gd name="csY4" fmla="*/ 12975 h 66012"/>
                <a:gd name="csX5" fmla="*/ 14529 w 35537"/>
                <a:gd name="csY5" fmla="*/ 8435 h 66012"/>
                <a:gd name="csX6" fmla="*/ 1757 w 35537"/>
                <a:gd name="csY6" fmla="*/ 650 h 66012"/>
                <a:gd name="csX7" fmla="*/ 2406 w 35537"/>
                <a:gd name="csY7" fmla="*/ 8111 h 66012"/>
                <a:gd name="csX8" fmla="*/ 6195 w 35537"/>
                <a:gd name="csY8" fmla="*/ 31034 h 66012"/>
                <a:gd name="csX9" fmla="*/ 12472 w 35537"/>
                <a:gd name="csY9" fmla="*/ 46173 h 66012"/>
                <a:gd name="csX10" fmla="*/ 12689 w 35537"/>
                <a:gd name="csY10" fmla="*/ 63800 h 66012"/>
                <a:gd name="csX11" fmla="*/ 21997 w 35537"/>
                <a:gd name="csY11" fmla="*/ 61743 h 66012"/>
                <a:gd name="csX12" fmla="*/ 24919 w 35537"/>
                <a:gd name="csY12" fmla="*/ 53202 h 66012"/>
                <a:gd name="csX13" fmla="*/ 24919 w 35537"/>
                <a:gd name="csY13" fmla="*/ 53094 h 66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537" h="66012">
                  <a:moveTo>
                    <a:pt x="24919" y="53094"/>
                  </a:moveTo>
                  <a:cubicBezTo>
                    <a:pt x="24919" y="47690"/>
                    <a:pt x="31738" y="50497"/>
                    <a:pt x="34011" y="50281"/>
                  </a:cubicBezTo>
                  <a:cubicBezTo>
                    <a:pt x="39423" y="50713"/>
                    <a:pt x="28708" y="39683"/>
                    <a:pt x="28708" y="39683"/>
                  </a:cubicBezTo>
                  <a:cubicBezTo>
                    <a:pt x="25786" y="36006"/>
                    <a:pt x="31955" y="35790"/>
                    <a:pt x="32496" y="35467"/>
                  </a:cubicBezTo>
                  <a:cubicBezTo>
                    <a:pt x="36934" y="34387"/>
                    <a:pt x="33470" y="30710"/>
                    <a:pt x="23079" y="12975"/>
                  </a:cubicBezTo>
                  <a:cubicBezTo>
                    <a:pt x="20590" y="8759"/>
                    <a:pt x="15394" y="8759"/>
                    <a:pt x="14529" y="8435"/>
                  </a:cubicBezTo>
                  <a:cubicBezTo>
                    <a:pt x="10199" y="7571"/>
                    <a:pt x="6844" y="4542"/>
                    <a:pt x="1757" y="650"/>
                  </a:cubicBezTo>
                  <a:cubicBezTo>
                    <a:pt x="-2248" y="-2379"/>
                    <a:pt x="1757" y="6053"/>
                    <a:pt x="2406" y="8111"/>
                  </a:cubicBezTo>
                  <a:cubicBezTo>
                    <a:pt x="4138" y="12975"/>
                    <a:pt x="4679" y="19357"/>
                    <a:pt x="6195" y="31034"/>
                  </a:cubicBezTo>
                  <a:cubicBezTo>
                    <a:pt x="6844" y="35898"/>
                    <a:pt x="9333" y="40007"/>
                    <a:pt x="12472" y="46173"/>
                  </a:cubicBezTo>
                  <a:cubicBezTo>
                    <a:pt x="14637" y="50497"/>
                    <a:pt x="13446" y="56123"/>
                    <a:pt x="12689" y="63800"/>
                  </a:cubicBezTo>
                  <a:cubicBezTo>
                    <a:pt x="12148" y="69312"/>
                    <a:pt x="19074" y="62937"/>
                    <a:pt x="21997" y="61743"/>
                  </a:cubicBezTo>
                  <a:cubicBezTo>
                    <a:pt x="25894" y="59368"/>
                    <a:pt x="24811" y="54066"/>
                    <a:pt x="24919" y="53202"/>
                  </a:cubicBezTo>
                  <a:lnTo>
                    <a:pt x="24919" y="53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1FFD7017-19F0-C7AB-9DE3-8D49FE50D87E}"/>
                </a:ext>
              </a:extLst>
            </p:cNvPr>
            <p:cNvSpPr/>
            <p:nvPr/>
          </p:nvSpPr>
          <p:spPr>
            <a:xfrm>
              <a:off x="725129" y="2818267"/>
              <a:ext cx="32978" cy="26376"/>
            </a:xfrm>
            <a:custGeom>
              <a:avLst/>
              <a:gdLst>
                <a:gd name="csX0" fmla="*/ 6736 w 38032"/>
                <a:gd name="csY0" fmla="*/ 7152 h 30419"/>
                <a:gd name="csX1" fmla="*/ 10416 w 38032"/>
                <a:gd name="csY1" fmla="*/ 25859 h 30419"/>
                <a:gd name="csX2" fmla="*/ 17777 w 38032"/>
                <a:gd name="csY2" fmla="*/ 30399 h 30419"/>
                <a:gd name="csX3" fmla="*/ 21670 w 38032"/>
                <a:gd name="csY3" fmla="*/ 27160 h 30419"/>
                <a:gd name="csX4" fmla="*/ 36288 w 38032"/>
                <a:gd name="csY4" fmla="*/ 24995 h 30419"/>
                <a:gd name="csX5" fmla="*/ 22432 w 38032"/>
                <a:gd name="csY5" fmla="*/ 4123 h 30419"/>
                <a:gd name="csX6" fmla="*/ 1649 w 38032"/>
                <a:gd name="csY6" fmla="*/ 14 h 30419"/>
                <a:gd name="csX7" fmla="*/ 6736 w 38032"/>
                <a:gd name="csY7" fmla="*/ 7152 h 3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032" h="30419">
                  <a:moveTo>
                    <a:pt x="6736" y="7152"/>
                  </a:moveTo>
                  <a:cubicBezTo>
                    <a:pt x="10416" y="10289"/>
                    <a:pt x="9767" y="16130"/>
                    <a:pt x="10416" y="25859"/>
                  </a:cubicBezTo>
                  <a:cubicBezTo>
                    <a:pt x="10741" y="30837"/>
                    <a:pt x="16584" y="29967"/>
                    <a:pt x="17777" y="30399"/>
                  </a:cubicBezTo>
                  <a:cubicBezTo>
                    <a:pt x="19619" y="30615"/>
                    <a:pt x="21346" y="29104"/>
                    <a:pt x="21670" y="27160"/>
                  </a:cubicBezTo>
                  <a:cubicBezTo>
                    <a:pt x="22432" y="21426"/>
                    <a:pt x="30007" y="25103"/>
                    <a:pt x="36288" y="24995"/>
                  </a:cubicBezTo>
                  <a:cubicBezTo>
                    <a:pt x="40936" y="25427"/>
                    <a:pt x="36288" y="21211"/>
                    <a:pt x="22432" y="4123"/>
                  </a:cubicBezTo>
                  <a:cubicBezTo>
                    <a:pt x="19619" y="662"/>
                    <a:pt x="16907" y="1094"/>
                    <a:pt x="1649" y="14"/>
                  </a:cubicBezTo>
                  <a:cubicBezTo>
                    <a:pt x="-3438" y="-310"/>
                    <a:pt x="4680" y="4986"/>
                    <a:pt x="6736" y="71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FEFD2740-AFC4-4F55-5ED0-7C2CAE762CE8}"/>
                </a:ext>
              </a:extLst>
            </p:cNvPr>
            <p:cNvSpPr/>
            <p:nvPr/>
          </p:nvSpPr>
          <p:spPr>
            <a:xfrm>
              <a:off x="749702" y="2848289"/>
              <a:ext cx="10764" cy="9742"/>
            </a:xfrm>
            <a:custGeom>
              <a:avLst/>
              <a:gdLst>
                <a:gd name="csX0" fmla="*/ 481 w 12414"/>
                <a:gd name="csY0" fmla="*/ 2373 h 11235"/>
                <a:gd name="csX1" fmla="*/ 1344 w 12414"/>
                <a:gd name="csY1" fmla="*/ 7891 h 11235"/>
                <a:gd name="csX2" fmla="*/ 8272 w 12414"/>
                <a:gd name="csY2" fmla="*/ 9834 h 11235"/>
                <a:gd name="csX3" fmla="*/ 10546 w 12414"/>
                <a:gd name="csY3" fmla="*/ 1077 h 11235"/>
                <a:gd name="csX4" fmla="*/ 481 w 12414"/>
                <a:gd name="csY4" fmla="*/ 2373 h 11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14" h="11235">
                  <a:moveTo>
                    <a:pt x="481" y="2373"/>
                  </a:moveTo>
                  <a:cubicBezTo>
                    <a:pt x="-389" y="3998"/>
                    <a:pt x="-65" y="6481"/>
                    <a:pt x="1344" y="7891"/>
                  </a:cubicBezTo>
                  <a:cubicBezTo>
                    <a:pt x="1992" y="8323"/>
                    <a:pt x="5567" y="13726"/>
                    <a:pt x="8272" y="9834"/>
                  </a:cubicBezTo>
                  <a:cubicBezTo>
                    <a:pt x="9352" y="7675"/>
                    <a:pt x="15416" y="2049"/>
                    <a:pt x="10546" y="1077"/>
                  </a:cubicBezTo>
                  <a:cubicBezTo>
                    <a:pt x="8164" y="1077"/>
                    <a:pt x="2862" y="-2060"/>
                    <a:pt x="481" y="23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DA5EF50A-DE87-53B0-AA8B-FDE7163518DD}"/>
                </a:ext>
              </a:extLst>
            </p:cNvPr>
            <p:cNvSpPr/>
            <p:nvPr/>
          </p:nvSpPr>
          <p:spPr>
            <a:xfrm>
              <a:off x="705616" y="2824232"/>
              <a:ext cx="19255" cy="41297"/>
            </a:xfrm>
            <a:custGeom>
              <a:avLst/>
              <a:gdLst>
                <a:gd name="csX0" fmla="*/ 20367 w 22206"/>
                <a:gd name="csY0" fmla="*/ 18331 h 47626"/>
                <a:gd name="csX1" fmla="*/ 21341 w 22206"/>
                <a:gd name="csY1" fmla="*/ 9244 h 47626"/>
                <a:gd name="csX2" fmla="*/ 17661 w 22206"/>
                <a:gd name="csY2" fmla="*/ 7085 h 47626"/>
                <a:gd name="csX3" fmla="*/ 16687 w 22206"/>
                <a:gd name="csY3" fmla="*/ 7625 h 47626"/>
                <a:gd name="csX4" fmla="*/ 10843 w 22206"/>
                <a:gd name="csY4" fmla="*/ 2761 h 47626"/>
                <a:gd name="csX5" fmla="*/ 3049 w 22206"/>
                <a:gd name="csY5" fmla="*/ 487 h 47626"/>
                <a:gd name="csX6" fmla="*/ 777 w 22206"/>
                <a:gd name="csY6" fmla="*/ 11409 h 47626"/>
                <a:gd name="csX7" fmla="*/ 7703 w 22206"/>
                <a:gd name="csY7" fmla="*/ 24389 h 47626"/>
                <a:gd name="csX8" fmla="*/ 7271 w 22206"/>
                <a:gd name="csY8" fmla="*/ 24712 h 47626"/>
                <a:gd name="csX9" fmla="*/ 1209 w 22206"/>
                <a:gd name="csY9" fmla="*/ 38873 h 47626"/>
                <a:gd name="csX10" fmla="*/ 8678 w 22206"/>
                <a:gd name="csY10" fmla="*/ 46010 h 47626"/>
                <a:gd name="csX11" fmla="*/ 16037 w 22206"/>
                <a:gd name="csY11" fmla="*/ 41578 h 47626"/>
                <a:gd name="csX12" fmla="*/ 17661 w 22206"/>
                <a:gd name="csY12" fmla="*/ 21468 h 47626"/>
                <a:gd name="csX13" fmla="*/ 20367 w 22206"/>
                <a:gd name="csY13" fmla="*/ 18223 h 47626"/>
                <a:gd name="csX14" fmla="*/ 20367 w 22206"/>
                <a:gd name="csY14" fmla="*/ 18331 h 4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206" h="47626">
                  <a:moveTo>
                    <a:pt x="20367" y="18331"/>
                  </a:moveTo>
                  <a:cubicBezTo>
                    <a:pt x="23831" y="18871"/>
                    <a:pt x="21341" y="11301"/>
                    <a:pt x="21341" y="9244"/>
                  </a:cubicBezTo>
                  <a:cubicBezTo>
                    <a:pt x="21016" y="7193"/>
                    <a:pt x="19393" y="6329"/>
                    <a:pt x="17661" y="7085"/>
                  </a:cubicBezTo>
                  <a:lnTo>
                    <a:pt x="16687" y="7625"/>
                  </a:lnTo>
                  <a:cubicBezTo>
                    <a:pt x="12574" y="9676"/>
                    <a:pt x="11491" y="3624"/>
                    <a:pt x="10843" y="2761"/>
                  </a:cubicBezTo>
                  <a:cubicBezTo>
                    <a:pt x="8894" y="-1678"/>
                    <a:pt x="3915" y="595"/>
                    <a:pt x="3049" y="487"/>
                  </a:cubicBezTo>
                  <a:cubicBezTo>
                    <a:pt x="-2038" y="1351"/>
                    <a:pt x="777" y="11409"/>
                    <a:pt x="777" y="11409"/>
                  </a:cubicBezTo>
                  <a:cubicBezTo>
                    <a:pt x="1534" y="18979"/>
                    <a:pt x="12358" y="19734"/>
                    <a:pt x="7703" y="24389"/>
                  </a:cubicBezTo>
                  <a:lnTo>
                    <a:pt x="7271" y="24712"/>
                  </a:lnTo>
                  <a:cubicBezTo>
                    <a:pt x="4023" y="27951"/>
                    <a:pt x="3158" y="32714"/>
                    <a:pt x="1209" y="38873"/>
                  </a:cubicBezTo>
                  <a:cubicBezTo>
                    <a:pt x="-198" y="43636"/>
                    <a:pt x="6729" y="50881"/>
                    <a:pt x="8678" y="46010"/>
                  </a:cubicBezTo>
                  <a:cubicBezTo>
                    <a:pt x="10734" y="40823"/>
                    <a:pt x="15713" y="47096"/>
                    <a:pt x="16037" y="41578"/>
                  </a:cubicBezTo>
                  <a:lnTo>
                    <a:pt x="17661" y="21468"/>
                  </a:lnTo>
                  <a:cubicBezTo>
                    <a:pt x="17769" y="19410"/>
                    <a:pt x="19068" y="18007"/>
                    <a:pt x="20367" y="18223"/>
                  </a:cubicBezTo>
                  <a:lnTo>
                    <a:pt x="20367" y="183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3A414FFE-CD9C-D10F-0589-EE0E27070D2D}"/>
                </a:ext>
              </a:extLst>
            </p:cNvPr>
            <p:cNvSpPr/>
            <p:nvPr/>
          </p:nvSpPr>
          <p:spPr>
            <a:xfrm>
              <a:off x="638354" y="2755546"/>
              <a:ext cx="46602" cy="39069"/>
            </a:xfrm>
            <a:custGeom>
              <a:avLst/>
              <a:gdLst>
                <a:gd name="csX0" fmla="*/ 39055 w 53745"/>
                <a:gd name="csY0" fmla="*/ 37201 h 45057"/>
                <a:gd name="csX1" fmla="*/ 51177 w 53745"/>
                <a:gd name="csY1" fmla="*/ 42072 h 45057"/>
                <a:gd name="csX2" fmla="*/ 50311 w 53745"/>
                <a:gd name="csY2" fmla="*/ 14709 h 45057"/>
                <a:gd name="csX3" fmla="*/ 44466 w 53745"/>
                <a:gd name="csY3" fmla="*/ 8442 h 45057"/>
                <a:gd name="csX4" fmla="*/ 36890 w 53745"/>
                <a:gd name="csY4" fmla="*/ 10277 h 45057"/>
                <a:gd name="csX5" fmla="*/ 34400 w 53745"/>
                <a:gd name="csY5" fmla="*/ 6708 h 45057"/>
                <a:gd name="csX6" fmla="*/ 29530 w 53745"/>
                <a:gd name="csY6" fmla="*/ 765 h 45057"/>
                <a:gd name="csX7" fmla="*/ 8424 w 53745"/>
                <a:gd name="csY7" fmla="*/ 4657 h 45057"/>
                <a:gd name="csX8" fmla="*/ 1172 w 53745"/>
                <a:gd name="csY8" fmla="*/ 11033 h 45057"/>
                <a:gd name="csX9" fmla="*/ 1714 w 53745"/>
                <a:gd name="csY9" fmla="*/ 21199 h 45057"/>
                <a:gd name="csX10" fmla="*/ 16758 w 53745"/>
                <a:gd name="csY10" fmla="*/ 43907 h 45057"/>
                <a:gd name="csX11" fmla="*/ 22602 w 53745"/>
                <a:gd name="csY11" fmla="*/ 30718 h 45057"/>
                <a:gd name="csX12" fmla="*/ 39163 w 53745"/>
                <a:gd name="csY12" fmla="*/ 37201 h 45057"/>
                <a:gd name="csX13" fmla="*/ 39055 w 53745"/>
                <a:gd name="csY13" fmla="*/ 37201 h 45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745" h="45057">
                  <a:moveTo>
                    <a:pt x="39055" y="37201"/>
                  </a:moveTo>
                  <a:cubicBezTo>
                    <a:pt x="42735" y="39582"/>
                    <a:pt x="46739" y="40662"/>
                    <a:pt x="51177" y="42072"/>
                  </a:cubicBezTo>
                  <a:cubicBezTo>
                    <a:pt x="55506" y="43475"/>
                    <a:pt x="53775" y="39151"/>
                    <a:pt x="50311" y="14709"/>
                  </a:cubicBezTo>
                  <a:cubicBezTo>
                    <a:pt x="49662" y="10061"/>
                    <a:pt x="45116" y="8982"/>
                    <a:pt x="44466" y="8442"/>
                  </a:cubicBezTo>
                  <a:cubicBezTo>
                    <a:pt x="40570" y="6492"/>
                    <a:pt x="37540" y="9953"/>
                    <a:pt x="36890" y="10277"/>
                  </a:cubicBezTo>
                  <a:cubicBezTo>
                    <a:pt x="33427" y="12766"/>
                    <a:pt x="34509" y="7356"/>
                    <a:pt x="34400" y="6708"/>
                  </a:cubicBezTo>
                  <a:cubicBezTo>
                    <a:pt x="34617" y="2060"/>
                    <a:pt x="30179" y="1197"/>
                    <a:pt x="29530" y="765"/>
                  </a:cubicBezTo>
                  <a:cubicBezTo>
                    <a:pt x="25417" y="-1185"/>
                    <a:pt x="21628" y="765"/>
                    <a:pt x="8424" y="4657"/>
                  </a:cubicBezTo>
                  <a:cubicBezTo>
                    <a:pt x="4094" y="5953"/>
                    <a:pt x="1714" y="10385"/>
                    <a:pt x="1172" y="11033"/>
                  </a:cubicBezTo>
                  <a:cubicBezTo>
                    <a:pt x="-1750" y="14817"/>
                    <a:pt x="1714" y="21199"/>
                    <a:pt x="1714" y="21199"/>
                  </a:cubicBezTo>
                  <a:cubicBezTo>
                    <a:pt x="3553" y="26063"/>
                    <a:pt x="7017" y="30286"/>
                    <a:pt x="16758" y="43907"/>
                  </a:cubicBezTo>
                  <a:cubicBezTo>
                    <a:pt x="19572" y="47799"/>
                    <a:pt x="20113" y="41424"/>
                    <a:pt x="22602" y="30718"/>
                  </a:cubicBezTo>
                  <a:cubicBezTo>
                    <a:pt x="23685" y="25847"/>
                    <a:pt x="27906" y="30070"/>
                    <a:pt x="39163" y="37201"/>
                  </a:cubicBezTo>
                  <a:lnTo>
                    <a:pt x="39055" y="372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8A93B5F-948D-C6D7-0428-F3F19C10F697}"/>
                </a:ext>
              </a:extLst>
            </p:cNvPr>
            <p:cNvSpPr/>
            <p:nvPr/>
          </p:nvSpPr>
          <p:spPr>
            <a:xfrm>
              <a:off x="658421" y="2797973"/>
              <a:ext cx="37074" cy="58572"/>
            </a:xfrm>
            <a:custGeom>
              <a:avLst/>
              <a:gdLst>
                <a:gd name="csX0" fmla="*/ 30850 w 42756"/>
                <a:gd name="csY0" fmla="*/ 5575 h 67549"/>
                <a:gd name="csX1" fmla="*/ 2383 w 42756"/>
                <a:gd name="csY1" fmla="*/ 2762 h 67549"/>
                <a:gd name="csX2" fmla="*/ 2275 w 42756"/>
                <a:gd name="csY2" fmla="*/ 22771 h 67549"/>
                <a:gd name="csX3" fmla="*/ 16021 w 42756"/>
                <a:gd name="csY3" fmla="*/ 16497 h 67549"/>
                <a:gd name="csX4" fmla="*/ 17212 w 42756"/>
                <a:gd name="csY4" fmla="*/ 36614 h 67549"/>
                <a:gd name="csX5" fmla="*/ 42322 w 42756"/>
                <a:gd name="csY5" fmla="*/ 65811 h 67549"/>
                <a:gd name="csX6" fmla="*/ 42755 w 42756"/>
                <a:gd name="csY6" fmla="*/ 42773 h 67549"/>
                <a:gd name="csX7" fmla="*/ 35071 w 42756"/>
                <a:gd name="csY7" fmla="*/ 9899 h 67549"/>
                <a:gd name="csX8" fmla="*/ 30850 w 42756"/>
                <a:gd name="csY8" fmla="*/ 5575 h 67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756" h="67549">
                  <a:moveTo>
                    <a:pt x="30850" y="5575"/>
                  </a:moveTo>
                  <a:cubicBezTo>
                    <a:pt x="5955" y="-153"/>
                    <a:pt x="3141" y="-2102"/>
                    <a:pt x="2383" y="2762"/>
                  </a:cubicBezTo>
                  <a:cubicBezTo>
                    <a:pt x="219" y="19418"/>
                    <a:pt x="-1622" y="25584"/>
                    <a:pt x="2275" y="22771"/>
                  </a:cubicBezTo>
                  <a:cubicBezTo>
                    <a:pt x="8012" y="19418"/>
                    <a:pt x="12990" y="12712"/>
                    <a:pt x="16021" y="16497"/>
                  </a:cubicBezTo>
                  <a:cubicBezTo>
                    <a:pt x="20242" y="21691"/>
                    <a:pt x="12666" y="30556"/>
                    <a:pt x="17212" y="36614"/>
                  </a:cubicBezTo>
                  <a:cubicBezTo>
                    <a:pt x="37019" y="62566"/>
                    <a:pt x="42214" y="71755"/>
                    <a:pt x="42322" y="65811"/>
                  </a:cubicBezTo>
                  <a:lnTo>
                    <a:pt x="42755" y="42773"/>
                  </a:lnTo>
                  <a:cubicBezTo>
                    <a:pt x="42864" y="36614"/>
                    <a:pt x="34854" y="9252"/>
                    <a:pt x="35071" y="9899"/>
                  </a:cubicBezTo>
                  <a:cubicBezTo>
                    <a:pt x="34530" y="7956"/>
                    <a:pt x="32689" y="6007"/>
                    <a:pt x="30850" y="5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6D6F9485-0E38-1859-9674-0E1C6EE06F63}"/>
                </a:ext>
              </a:extLst>
            </p:cNvPr>
            <p:cNvSpPr/>
            <p:nvPr/>
          </p:nvSpPr>
          <p:spPr>
            <a:xfrm>
              <a:off x="703577" y="2873599"/>
              <a:ext cx="11969" cy="9516"/>
            </a:xfrm>
            <a:custGeom>
              <a:avLst/>
              <a:gdLst>
                <a:gd name="csX0" fmla="*/ 1935 w 13803"/>
                <a:gd name="csY0" fmla="*/ 108 h 10975"/>
                <a:gd name="csX1" fmla="*/ 4208 w 13803"/>
                <a:gd name="csY1" fmla="*/ 9519 h 10975"/>
                <a:gd name="csX2" fmla="*/ 13192 w 13803"/>
                <a:gd name="csY2" fmla="*/ 4870 h 10975"/>
                <a:gd name="csX3" fmla="*/ 1935 w 13803"/>
                <a:gd name="csY3" fmla="*/ 0 h 10975"/>
                <a:gd name="csX4" fmla="*/ 1935 w 13803"/>
                <a:gd name="csY4" fmla="*/ 108 h 1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03" h="10975">
                  <a:moveTo>
                    <a:pt x="1935" y="108"/>
                  </a:moveTo>
                  <a:cubicBezTo>
                    <a:pt x="-3044" y="-756"/>
                    <a:pt x="3018" y="6706"/>
                    <a:pt x="4208" y="9519"/>
                  </a:cubicBezTo>
                  <a:cubicBezTo>
                    <a:pt x="6806" y="14059"/>
                    <a:pt x="11027" y="6706"/>
                    <a:pt x="13192" y="4870"/>
                  </a:cubicBezTo>
                  <a:cubicBezTo>
                    <a:pt x="16980" y="762"/>
                    <a:pt x="1935" y="0"/>
                    <a:pt x="1935" y="0"/>
                  </a:cubicBezTo>
                  <a:lnTo>
                    <a:pt x="193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C0183E5D-BC2B-5B78-771A-39898F1E029A}"/>
                </a:ext>
              </a:extLst>
            </p:cNvPr>
            <p:cNvSpPr/>
            <p:nvPr/>
          </p:nvSpPr>
          <p:spPr>
            <a:xfrm>
              <a:off x="725489" y="2853714"/>
              <a:ext cx="58113" cy="81482"/>
            </a:xfrm>
            <a:custGeom>
              <a:avLst/>
              <a:gdLst>
                <a:gd name="csX0" fmla="*/ 63793 w 67020"/>
                <a:gd name="csY0" fmla="*/ 78191 h 93970"/>
                <a:gd name="csX1" fmla="*/ 62059 w 67020"/>
                <a:gd name="csY1" fmla="*/ 77975 h 93970"/>
                <a:gd name="csX2" fmla="*/ 62059 w 67020"/>
                <a:gd name="csY2" fmla="*/ 64570 h 93970"/>
                <a:gd name="csX3" fmla="*/ 50807 w 67020"/>
                <a:gd name="csY3" fmla="*/ 49756 h 93970"/>
                <a:gd name="csX4" fmla="*/ 55786 w 67020"/>
                <a:gd name="csY4" fmla="*/ 45209 h 93970"/>
                <a:gd name="csX5" fmla="*/ 42578 w 67020"/>
                <a:gd name="csY5" fmla="*/ 26826 h 93970"/>
                <a:gd name="csX6" fmla="*/ 22988 w 67020"/>
                <a:gd name="csY6" fmla="*/ 12119 h 93970"/>
                <a:gd name="csX7" fmla="*/ 14655 w 67020"/>
                <a:gd name="csY7" fmla="*/ 10 h 93970"/>
                <a:gd name="csX8" fmla="*/ 4481 w 67020"/>
                <a:gd name="csY8" fmla="*/ 4226 h 93970"/>
                <a:gd name="csX9" fmla="*/ 3940 w 67020"/>
                <a:gd name="csY9" fmla="*/ 14285 h 93970"/>
                <a:gd name="csX10" fmla="*/ 1884 w 67020"/>
                <a:gd name="csY10" fmla="*/ 23803 h 93970"/>
                <a:gd name="csX11" fmla="*/ 12815 w 67020"/>
                <a:gd name="csY11" fmla="*/ 22286 h 93970"/>
                <a:gd name="csX12" fmla="*/ 14763 w 67020"/>
                <a:gd name="csY12" fmla="*/ 31480 h 93970"/>
                <a:gd name="csX13" fmla="*/ 8053 w 67020"/>
                <a:gd name="csY13" fmla="*/ 35805 h 93970"/>
                <a:gd name="csX14" fmla="*/ 23858 w 67020"/>
                <a:gd name="csY14" fmla="*/ 45323 h 93970"/>
                <a:gd name="csX15" fmla="*/ 24613 w 67020"/>
                <a:gd name="csY15" fmla="*/ 55807 h 93970"/>
                <a:gd name="csX16" fmla="*/ 16168 w 67020"/>
                <a:gd name="csY16" fmla="*/ 62405 h 93970"/>
                <a:gd name="csX17" fmla="*/ 23858 w 67020"/>
                <a:gd name="csY17" fmla="*/ 66513 h 93970"/>
                <a:gd name="csX18" fmla="*/ 34354 w 67020"/>
                <a:gd name="csY18" fmla="*/ 67815 h 93970"/>
                <a:gd name="csX19" fmla="*/ 38469 w 67020"/>
                <a:gd name="csY19" fmla="*/ 71815 h 93970"/>
                <a:gd name="csX20" fmla="*/ 44743 w 67020"/>
                <a:gd name="csY20" fmla="*/ 71492 h 93970"/>
                <a:gd name="csX21" fmla="*/ 48102 w 67020"/>
                <a:gd name="csY21" fmla="*/ 81544 h 93970"/>
                <a:gd name="csX22" fmla="*/ 58707 w 67020"/>
                <a:gd name="csY22" fmla="*/ 93228 h 93970"/>
                <a:gd name="csX23" fmla="*/ 66936 w 67020"/>
                <a:gd name="csY23" fmla="*/ 90739 h 93970"/>
                <a:gd name="csX24" fmla="*/ 63577 w 67020"/>
                <a:gd name="csY24" fmla="*/ 78305 h 93970"/>
                <a:gd name="csX25" fmla="*/ 63793 w 67020"/>
                <a:gd name="csY25" fmla="*/ 78191 h 9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7020" h="93970">
                  <a:moveTo>
                    <a:pt x="63793" y="78191"/>
                  </a:moveTo>
                  <a:lnTo>
                    <a:pt x="62059" y="77975"/>
                  </a:lnTo>
                  <a:cubicBezTo>
                    <a:pt x="55246" y="77111"/>
                    <a:pt x="67152" y="69542"/>
                    <a:pt x="62059" y="64570"/>
                  </a:cubicBezTo>
                  <a:cubicBezTo>
                    <a:pt x="50699" y="53648"/>
                    <a:pt x="46368" y="50727"/>
                    <a:pt x="50807" y="49756"/>
                  </a:cubicBezTo>
                  <a:cubicBezTo>
                    <a:pt x="51671" y="49324"/>
                    <a:pt x="58275" y="49216"/>
                    <a:pt x="55786" y="45209"/>
                  </a:cubicBezTo>
                  <a:cubicBezTo>
                    <a:pt x="49505" y="35157"/>
                    <a:pt x="46800" y="29423"/>
                    <a:pt x="42578" y="26826"/>
                  </a:cubicBezTo>
                  <a:cubicBezTo>
                    <a:pt x="26779" y="16990"/>
                    <a:pt x="24721" y="16342"/>
                    <a:pt x="22988" y="12119"/>
                  </a:cubicBezTo>
                  <a:cubicBezTo>
                    <a:pt x="20499" y="7471"/>
                    <a:pt x="19959" y="-314"/>
                    <a:pt x="14655" y="10"/>
                  </a:cubicBezTo>
                  <a:cubicBezTo>
                    <a:pt x="11408" y="657"/>
                    <a:pt x="3723" y="-1286"/>
                    <a:pt x="4481" y="4226"/>
                  </a:cubicBezTo>
                  <a:cubicBezTo>
                    <a:pt x="4481" y="5204"/>
                    <a:pt x="5996" y="9960"/>
                    <a:pt x="3940" y="14285"/>
                  </a:cubicBezTo>
                  <a:cubicBezTo>
                    <a:pt x="2749" y="17637"/>
                    <a:pt x="-2879" y="26070"/>
                    <a:pt x="1884" y="23803"/>
                  </a:cubicBezTo>
                  <a:cubicBezTo>
                    <a:pt x="4806" y="22825"/>
                    <a:pt x="10001" y="17853"/>
                    <a:pt x="12815" y="22286"/>
                  </a:cubicBezTo>
                  <a:cubicBezTo>
                    <a:pt x="13789" y="24559"/>
                    <a:pt x="19527" y="30287"/>
                    <a:pt x="14763" y="31480"/>
                  </a:cubicBezTo>
                  <a:cubicBezTo>
                    <a:pt x="13356" y="32020"/>
                    <a:pt x="6321" y="32452"/>
                    <a:pt x="8053" y="35805"/>
                  </a:cubicBezTo>
                  <a:cubicBezTo>
                    <a:pt x="11083" y="41971"/>
                    <a:pt x="20822" y="38402"/>
                    <a:pt x="23858" y="45323"/>
                  </a:cubicBezTo>
                  <a:cubicBezTo>
                    <a:pt x="24505" y="47914"/>
                    <a:pt x="29376" y="53972"/>
                    <a:pt x="24613" y="55807"/>
                  </a:cubicBezTo>
                  <a:cubicBezTo>
                    <a:pt x="21261" y="57541"/>
                    <a:pt x="12491" y="58296"/>
                    <a:pt x="16168" y="62405"/>
                  </a:cubicBezTo>
                  <a:cubicBezTo>
                    <a:pt x="16822" y="62945"/>
                    <a:pt x="19527" y="67599"/>
                    <a:pt x="23858" y="66513"/>
                  </a:cubicBezTo>
                  <a:cubicBezTo>
                    <a:pt x="26671" y="66297"/>
                    <a:pt x="33160" y="62405"/>
                    <a:pt x="34354" y="67815"/>
                  </a:cubicBezTo>
                  <a:cubicBezTo>
                    <a:pt x="34678" y="68463"/>
                    <a:pt x="34894" y="74406"/>
                    <a:pt x="38469" y="71815"/>
                  </a:cubicBezTo>
                  <a:cubicBezTo>
                    <a:pt x="39225" y="71492"/>
                    <a:pt x="43771" y="66621"/>
                    <a:pt x="44743" y="71492"/>
                  </a:cubicBezTo>
                  <a:cubicBezTo>
                    <a:pt x="45289" y="74298"/>
                    <a:pt x="45829" y="78083"/>
                    <a:pt x="48102" y="81544"/>
                  </a:cubicBezTo>
                  <a:cubicBezTo>
                    <a:pt x="53404" y="89659"/>
                    <a:pt x="54700" y="92682"/>
                    <a:pt x="58707" y="93228"/>
                  </a:cubicBezTo>
                  <a:cubicBezTo>
                    <a:pt x="60440" y="93228"/>
                    <a:pt x="66936" y="96035"/>
                    <a:pt x="66936" y="90739"/>
                  </a:cubicBezTo>
                  <a:cubicBezTo>
                    <a:pt x="66390" y="86630"/>
                    <a:pt x="68771" y="78953"/>
                    <a:pt x="63577" y="78305"/>
                  </a:cubicBezTo>
                  <a:lnTo>
                    <a:pt x="63793" y="78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FA6B6301-63E9-5E92-DC5D-DC08E9C5D5A7}"/>
                </a:ext>
              </a:extLst>
            </p:cNvPr>
            <p:cNvSpPr/>
            <p:nvPr/>
          </p:nvSpPr>
          <p:spPr>
            <a:xfrm>
              <a:off x="721472" y="2893094"/>
              <a:ext cx="12450" cy="12849"/>
            </a:xfrm>
            <a:custGeom>
              <a:avLst/>
              <a:gdLst>
                <a:gd name="csX0" fmla="*/ 11599 w 14358"/>
                <a:gd name="csY0" fmla="*/ 2498 h 14818"/>
                <a:gd name="csX1" fmla="*/ 4131 w 14358"/>
                <a:gd name="csY1" fmla="*/ 2066 h 14818"/>
                <a:gd name="csX2" fmla="*/ 126 w 14358"/>
                <a:gd name="csY2" fmla="*/ 2066 h 14818"/>
                <a:gd name="csX3" fmla="*/ 6079 w 14358"/>
                <a:gd name="csY3" fmla="*/ 14283 h 14818"/>
                <a:gd name="csX4" fmla="*/ 14305 w 14358"/>
                <a:gd name="csY4" fmla="*/ 5527 h 14818"/>
                <a:gd name="csX5" fmla="*/ 14305 w 14358"/>
                <a:gd name="csY5" fmla="*/ 4987 h 14818"/>
                <a:gd name="csX6" fmla="*/ 11707 w 14358"/>
                <a:gd name="csY6" fmla="*/ 2498 h 14818"/>
                <a:gd name="csX7" fmla="*/ 11599 w 14358"/>
                <a:gd name="csY7" fmla="*/ 2498 h 14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58" h="14818">
                  <a:moveTo>
                    <a:pt x="11599" y="2498"/>
                  </a:moveTo>
                  <a:cubicBezTo>
                    <a:pt x="10950" y="2498"/>
                    <a:pt x="7486" y="4771"/>
                    <a:pt x="4131" y="2066"/>
                  </a:cubicBezTo>
                  <a:cubicBezTo>
                    <a:pt x="4131" y="2066"/>
                    <a:pt x="-848" y="-2582"/>
                    <a:pt x="126" y="2066"/>
                  </a:cubicBezTo>
                  <a:cubicBezTo>
                    <a:pt x="1858" y="7476"/>
                    <a:pt x="1533" y="17204"/>
                    <a:pt x="6079" y="14283"/>
                  </a:cubicBezTo>
                  <a:cubicBezTo>
                    <a:pt x="8028" y="12664"/>
                    <a:pt x="13439" y="10829"/>
                    <a:pt x="14305" y="5527"/>
                  </a:cubicBezTo>
                  <a:lnTo>
                    <a:pt x="14305" y="4987"/>
                  </a:lnTo>
                  <a:cubicBezTo>
                    <a:pt x="14630" y="3037"/>
                    <a:pt x="13439" y="1850"/>
                    <a:pt x="11707" y="2498"/>
                  </a:cubicBezTo>
                  <a:lnTo>
                    <a:pt x="11599" y="2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C9B9A378-F49B-8750-C35C-E90685DE2C15}"/>
                </a:ext>
              </a:extLst>
            </p:cNvPr>
            <p:cNvSpPr/>
            <p:nvPr/>
          </p:nvSpPr>
          <p:spPr>
            <a:xfrm>
              <a:off x="743707" y="2918334"/>
              <a:ext cx="18805" cy="23612"/>
            </a:xfrm>
            <a:custGeom>
              <a:avLst/>
              <a:gdLst>
                <a:gd name="csX0" fmla="*/ 17668 w 21687"/>
                <a:gd name="csY0" fmla="*/ 12645 h 27231"/>
                <a:gd name="csX1" fmla="*/ 9877 w 21687"/>
                <a:gd name="csY1" fmla="*/ 9724 h 27231"/>
                <a:gd name="csX2" fmla="*/ 675 w 21687"/>
                <a:gd name="csY2" fmla="*/ 1291 h 27231"/>
                <a:gd name="csX3" fmla="*/ 1437 w 21687"/>
                <a:gd name="csY3" fmla="*/ 10918 h 27231"/>
                <a:gd name="csX4" fmla="*/ 15287 w 21687"/>
                <a:gd name="csY4" fmla="*/ 26704 h 27231"/>
                <a:gd name="csX5" fmla="*/ 21675 w 21687"/>
                <a:gd name="csY5" fmla="*/ 24107 h 27231"/>
                <a:gd name="csX6" fmla="*/ 17668 w 21687"/>
                <a:gd name="csY6" fmla="*/ 12753 h 27231"/>
                <a:gd name="csX7" fmla="*/ 17668 w 21687"/>
                <a:gd name="csY7" fmla="*/ 12645 h 27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687" h="27231">
                  <a:moveTo>
                    <a:pt x="17668" y="12645"/>
                  </a:moveTo>
                  <a:cubicBezTo>
                    <a:pt x="17020" y="12537"/>
                    <a:pt x="12582" y="13509"/>
                    <a:pt x="9877" y="9724"/>
                  </a:cubicBezTo>
                  <a:cubicBezTo>
                    <a:pt x="9877" y="9724"/>
                    <a:pt x="1761" y="-4227"/>
                    <a:pt x="675" y="1291"/>
                  </a:cubicBezTo>
                  <a:cubicBezTo>
                    <a:pt x="675" y="2155"/>
                    <a:pt x="-1268" y="7019"/>
                    <a:pt x="1437" y="10918"/>
                  </a:cubicBezTo>
                  <a:cubicBezTo>
                    <a:pt x="6740" y="18811"/>
                    <a:pt x="10747" y="25948"/>
                    <a:pt x="15287" y="26704"/>
                  </a:cubicBezTo>
                  <a:cubicBezTo>
                    <a:pt x="16157" y="26704"/>
                    <a:pt x="21999" y="28971"/>
                    <a:pt x="21675" y="24107"/>
                  </a:cubicBezTo>
                  <a:cubicBezTo>
                    <a:pt x="21027" y="20430"/>
                    <a:pt x="22646" y="12753"/>
                    <a:pt x="17668" y="12753"/>
                  </a:cubicBezTo>
                  <a:lnTo>
                    <a:pt x="17668" y="12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9D856DA1-50B7-8951-2192-0C9B36C4CE81}"/>
                </a:ext>
              </a:extLst>
            </p:cNvPr>
            <p:cNvSpPr/>
            <p:nvPr/>
          </p:nvSpPr>
          <p:spPr>
            <a:xfrm>
              <a:off x="794105" y="2913676"/>
              <a:ext cx="10598" cy="15434"/>
            </a:xfrm>
            <a:custGeom>
              <a:avLst/>
              <a:gdLst>
                <a:gd name="csX0" fmla="*/ 7069 w 12222"/>
                <a:gd name="csY0" fmla="*/ 929 h 17800"/>
                <a:gd name="csX1" fmla="*/ 573 w 12222"/>
                <a:gd name="csY1" fmla="*/ 5799 h 17800"/>
                <a:gd name="csX2" fmla="*/ 7501 w 12222"/>
                <a:gd name="csY2" fmla="*/ 16829 h 17800"/>
                <a:gd name="csX3" fmla="*/ 11508 w 12222"/>
                <a:gd name="csY3" fmla="*/ 16829 h 17800"/>
                <a:gd name="csX4" fmla="*/ 10530 w 12222"/>
                <a:gd name="csY4" fmla="*/ 6987 h 17800"/>
                <a:gd name="csX5" fmla="*/ 6961 w 12222"/>
                <a:gd name="csY5" fmla="*/ 929 h 17800"/>
                <a:gd name="csX6" fmla="*/ 7069 w 12222"/>
                <a:gd name="csY6" fmla="*/ 929 h 17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222" h="17800">
                  <a:moveTo>
                    <a:pt x="7069" y="929"/>
                  </a:moveTo>
                  <a:cubicBezTo>
                    <a:pt x="3602" y="-2532"/>
                    <a:pt x="1544" y="4713"/>
                    <a:pt x="573" y="5799"/>
                  </a:cubicBezTo>
                  <a:cubicBezTo>
                    <a:pt x="-2024" y="10663"/>
                    <a:pt x="4903" y="13692"/>
                    <a:pt x="7501" y="16829"/>
                  </a:cubicBezTo>
                  <a:cubicBezTo>
                    <a:pt x="8904" y="18125"/>
                    <a:pt x="10745" y="18125"/>
                    <a:pt x="11508" y="16829"/>
                  </a:cubicBezTo>
                  <a:cubicBezTo>
                    <a:pt x="13451" y="13692"/>
                    <a:pt x="10853" y="8282"/>
                    <a:pt x="10530" y="6987"/>
                  </a:cubicBezTo>
                  <a:cubicBezTo>
                    <a:pt x="9450" y="3526"/>
                    <a:pt x="7609" y="1907"/>
                    <a:pt x="6961" y="929"/>
                  </a:cubicBezTo>
                  <a:lnTo>
                    <a:pt x="7069" y="9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077D17E-C1D2-202D-DA6B-DD81578898A1}"/>
                </a:ext>
              </a:extLst>
            </p:cNvPr>
            <p:cNvSpPr/>
            <p:nvPr/>
          </p:nvSpPr>
          <p:spPr>
            <a:xfrm>
              <a:off x="188844" y="2026462"/>
              <a:ext cx="661129" cy="906680"/>
            </a:xfrm>
            <a:custGeom>
              <a:avLst/>
              <a:gdLst>
                <a:gd name="csX0" fmla="*/ 26257 w 762458"/>
                <a:gd name="csY0" fmla="*/ 98 h 1045644"/>
                <a:gd name="csX1" fmla="*/ 101463 w 762458"/>
                <a:gd name="csY1" fmla="*/ 27637 h 1045644"/>
                <a:gd name="csX2" fmla="*/ 156339 w 762458"/>
                <a:gd name="csY2" fmla="*/ 28831 h 1045644"/>
                <a:gd name="csX3" fmla="*/ 199633 w 762458"/>
                <a:gd name="csY3" fmla="*/ 45373 h 1045644"/>
                <a:gd name="csX4" fmla="*/ 260462 w 762458"/>
                <a:gd name="csY4" fmla="*/ 34019 h 1045644"/>
                <a:gd name="csX5" fmla="*/ 328326 w 762458"/>
                <a:gd name="csY5" fmla="*/ 69922 h 1045644"/>
                <a:gd name="csX6" fmla="*/ 350731 w 762458"/>
                <a:gd name="csY6" fmla="*/ 72627 h 1045644"/>
                <a:gd name="csX7" fmla="*/ 350731 w 762458"/>
                <a:gd name="csY7" fmla="*/ 716796 h 1045644"/>
                <a:gd name="csX8" fmla="*/ 365884 w 762458"/>
                <a:gd name="csY8" fmla="*/ 721667 h 1045644"/>
                <a:gd name="csX9" fmla="*/ 373027 w 762458"/>
                <a:gd name="csY9" fmla="*/ 714745 h 1045644"/>
                <a:gd name="csX10" fmla="*/ 386881 w 762458"/>
                <a:gd name="csY10" fmla="*/ 724042 h 1045644"/>
                <a:gd name="csX11" fmla="*/ 400086 w 762458"/>
                <a:gd name="csY11" fmla="*/ 713558 h 1045644"/>
                <a:gd name="csX12" fmla="*/ 420651 w 762458"/>
                <a:gd name="csY12" fmla="*/ 714422 h 1045644"/>
                <a:gd name="csX13" fmla="*/ 417620 w 762458"/>
                <a:gd name="csY13" fmla="*/ 732157 h 1045644"/>
                <a:gd name="csX14" fmla="*/ 474228 w 762458"/>
                <a:gd name="csY14" fmla="*/ 780601 h 1045644"/>
                <a:gd name="csX15" fmla="*/ 480614 w 762458"/>
                <a:gd name="csY15" fmla="*/ 802337 h 1045644"/>
                <a:gd name="csX16" fmla="*/ 514599 w 762458"/>
                <a:gd name="csY16" fmla="*/ 785034 h 1045644"/>
                <a:gd name="csX17" fmla="*/ 517847 w 762458"/>
                <a:gd name="csY17" fmla="*/ 770975 h 1045644"/>
                <a:gd name="csX18" fmla="*/ 528562 w 762458"/>
                <a:gd name="csY18" fmla="*/ 765571 h 1045644"/>
                <a:gd name="csX19" fmla="*/ 531052 w 762458"/>
                <a:gd name="csY19" fmla="*/ 756916 h 1045644"/>
                <a:gd name="csX20" fmla="*/ 555513 w 762458"/>
                <a:gd name="csY20" fmla="*/ 747943 h 1045644"/>
                <a:gd name="csX21" fmla="*/ 572073 w 762458"/>
                <a:gd name="csY21" fmla="*/ 760808 h 1045644"/>
                <a:gd name="csX22" fmla="*/ 575320 w 762458"/>
                <a:gd name="csY22" fmla="*/ 780817 h 1045644"/>
                <a:gd name="csX23" fmla="*/ 586793 w 762458"/>
                <a:gd name="csY23" fmla="*/ 783738 h 1045644"/>
                <a:gd name="csX24" fmla="*/ 601622 w 762458"/>
                <a:gd name="csY24" fmla="*/ 804934 h 1045644"/>
                <a:gd name="csX25" fmla="*/ 614934 w 762458"/>
                <a:gd name="csY25" fmla="*/ 812065 h 1045644"/>
                <a:gd name="csX26" fmla="*/ 634092 w 762458"/>
                <a:gd name="csY26" fmla="*/ 828937 h 1045644"/>
                <a:gd name="csX27" fmla="*/ 632685 w 762458"/>
                <a:gd name="csY27" fmla="*/ 841263 h 1045644"/>
                <a:gd name="csX28" fmla="*/ 646646 w 762458"/>
                <a:gd name="csY28" fmla="*/ 849378 h 1045644"/>
                <a:gd name="csX29" fmla="*/ 674034 w 762458"/>
                <a:gd name="csY29" fmla="*/ 897822 h 1045644"/>
                <a:gd name="csX30" fmla="*/ 673380 w 762458"/>
                <a:gd name="csY30" fmla="*/ 909824 h 1045644"/>
                <a:gd name="csX31" fmla="*/ 683559 w 762458"/>
                <a:gd name="csY31" fmla="*/ 912961 h 1045644"/>
                <a:gd name="csX32" fmla="*/ 682473 w 762458"/>
                <a:gd name="csY32" fmla="*/ 923235 h 1045644"/>
                <a:gd name="csX33" fmla="*/ 691242 w 762458"/>
                <a:gd name="csY33" fmla="*/ 927019 h 1045644"/>
                <a:gd name="csX34" fmla="*/ 693516 w 762458"/>
                <a:gd name="csY34" fmla="*/ 938805 h 1045644"/>
                <a:gd name="csX35" fmla="*/ 706825 w 762458"/>
                <a:gd name="csY35" fmla="*/ 939561 h 1045644"/>
                <a:gd name="csX36" fmla="*/ 733235 w 762458"/>
                <a:gd name="csY36" fmla="*/ 952756 h 1045644"/>
                <a:gd name="csX37" fmla="*/ 745465 w 762458"/>
                <a:gd name="csY37" fmla="*/ 964434 h 1045644"/>
                <a:gd name="csX38" fmla="*/ 755644 w 762458"/>
                <a:gd name="csY38" fmla="*/ 965189 h 1045644"/>
                <a:gd name="csX39" fmla="*/ 760946 w 762458"/>
                <a:gd name="csY39" fmla="*/ 976111 h 1045644"/>
                <a:gd name="csX40" fmla="*/ 755314 w 762458"/>
                <a:gd name="csY40" fmla="*/ 994711 h 1045644"/>
                <a:gd name="csX41" fmla="*/ 754882 w 762458"/>
                <a:gd name="csY41" fmla="*/ 994711 h 1045644"/>
                <a:gd name="csX42" fmla="*/ 762458 w 762458"/>
                <a:gd name="csY42" fmla="*/ 1013526 h 1045644"/>
                <a:gd name="csX43" fmla="*/ 733019 w 762458"/>
                <a:gd name="csY43" fmla="*/ 1045644 h 1045644"/>
                <a:gd name="csX44" fmla="*/ 726415 w 762458"/>
                <a:gd name="csY44" fmla="*/ 1042615 h 1045644"/>
                <a:gd name="csX45" fmla="*/ 715919 w 762458"/>
                <a:gd name="csY45" fmla="*/ 1018504 h 1045644"/>
                <a:gd name="csX46" fmla="*/ 715487 w 762458"/>
                <a:gd name="csY46" fmla="*/ 1018504 h 1045644"/>
                <a:gd name="csX47" fmla="*/ 703904 w 762458"/>
                <a:gd name="csY47" fmla="*/ 1009093 h 1045644"/>
                <a:gd name="csX48" fmla="*/ 693732 w 762458"/>
                <a:gd name="csY48" fmla="*/ 1018936 h 1045644"/>
                <a:gd name="csX49" fmla="*/ 690811 w 762458"/>
                <a:gd name="csY49" fmla="*/ 1009741 h 1045644"/>
                <a:gd name="csX50" fmla="*/ 695459 w 762458"/>
                <a:gd name="csY50" fmla="*/ 997955 h 1045644"/>
                <a:gd name="csX51" fmla="*/ 694056 w 762458"/>
                <a:gd name="csY51" fmla="*/ 982277 h 1045644"/>
                <a:gd name="csX52" fmla="*/ 685940 w 762458"/>
                <a:gd name="csY52" fmla="*/ 996336 h 1045644"/>
                <a:gd name="csX53" fmla="*/ 678796 w 762458"/>
                <a:gd name="csY53" fmla="*/ 991796 h 1045644"/>
                <a:gd name="csX54" fmla="*/ 679768 w 762458"/>
                <a:gd name="csY54" fmla="*/ 987249 h 1045644"/>
                <a:gd name="csX55" fmla="*/ 684531 w 762458"/>
                <a:gd name="csY55" fmla="*/ 965837 h 1045644"/>
                <a:gd name="csX56" fmla="*/ 678034 w 762458"/>
                <a:gd name="csY56" fmla="*/ 964218 h 1045644"/>
                <a:gd name="csX57" fmla="*/ 672732 w 762458"/>
                <a:gd name="csY57" fmla="*/ 971895 h 1045644"/>
                <a:gd name="csX58" fmla="*/ 662667 w 762458"/>
                <a:gd name="csY58" fmla="*/ 966599 h 1045644"/>
                <a:gd name="csX59" fmla="*/ 668509 w 762458"/>
                <a:gd name="csY59" fmla="*/ 957512 h 1045644"/>
                <a:gd name="csX60" fmla="*/ 670135 w 762458"/>
                <a:gd name="csY60" fmla="*/ 943130 h 1045644"/>
                <a:gd name="csX61" fmla="*/ 670135 w 762458"/>
                <a:gd name="csY61" fmla="*/ 932639 h 1045644"/>
                <a:gd name="csX62" fmla="*/ 668833 w 762458"/>
                <a:gd name="csY62" fmla="*/ 932423 h 1045644"/>
                <a:gd name="csX63" fmla="*/ 648812 w 762458"/>
                <a:gd name="csY63" fmla="*/ 909176 h 1045644"/>
                <a:gd name="csX64" fmla="*/ 631062 w 762458"/>
                <a:gd name="csY64" fmla="*/ 903118 h 1045644"/>
                <a:gd name="csX65" fmla="*/ 631062 w 762458"/>
                <a:gd name="csY65" fmla="*/ 896413 h 1045644"/>
                <a:gd name="csX66" fmla="*/ 625108 w 762458"/>
                <a:gd name="csY66" fmla="*/ 878359 h 1045644"/>
                <a:gd name="csX67" fmla="*/ 626840 w 762458"/>
                <a:gd name="csY67" fmla="*/ 870244 h 1045644"/>
                <a:gd name="csX68" fmla="*/ 625650 w 762458"/>
                <a:gd name="csY68" fmla="*/ 866568 h 1045644"/>
                <a:gd name="csX69" fmla="*/ 623918 w 762458"/>
                <a:gd name="csY69" fmla="*/ 866136 h 1045644"/>
                <a:gd name="csX70" fmla="*/ 606925 w 762458"/>
                <a:gd name="csY70" fmla="*/ 842780 h 1045644"/>
                <a:gd name="csX71" fmla="*/ 591556 w 762458"/>
                <a:gd name="csY71" fmla="*/ 836722 h 1045644"/>
                <a:gd name="csX72" fmla="*/ 567311 w 762458"/>
                <a:gd name="csY72" fmla="*/ 795632 h 1045644"/>
                <a:gd name="csX73" fmla="*/ 556379 w 762458"/>
                <a:gd name="csY73" fmla="*/ 792603 h 1045644"/>
                <a:gd name="csX74" fmla="*/ 563847 w 762458"/>
                <a:gd name="csY74" fmla="*/ 832722 h 1045644"/>
                <a:gd name="csX75" fmla="*/ 543932 w 762458"/>
                <a:gd name="csY75" fmla="*/ 828830 h 1045644"/>
                <a:gd name="csX76" fmla="*/ 541659 w 762458"/>
                <a:gd name="csY76" fmla="*/ 820073 h 1045644"/>
                <a:gd name="csX77" fmla="*/ 535057 w 762458"/>
                <a:gd name="csY77" fmla="*/ 806230 h 1045644"/>
                <a:gd name="csX78" fmla="*/ 513625 w 762458"/>
                <a:gd name="csY78" fmla="*/ 808389 h 1045644"/>
                <a:gd name="csX79" fmla="*/ 525965 w 762458"/>
                <a:gd name="csY79" fmla="*/ 822016 h 1045644"/>
                <a:gd name="csX80" fmla="*/ 530078 w 762458"/>
                <a:gd name="csY80" fmla="*/ 830557 h 1045644"/>
                <a:gd name="csX81" fmla="*/ 519254 w 762458"/>
                <a:gd name="csY81" fmla="*/ 834779 h 1045644"/>
                <a:gd name="csX82" fmla="*/ 513084 w 762458"/>
                <a:gd name="csY82" fmla="*/ 840507 h 1045644"/>
                <a:gd name="csX83" fmla="*/ 467409 w 762458"/>
                <a:gd name="csY83" fmla="*/ 812828 h 1045644"/>
                <a:gd name="csX84" fmla="*/ 461997 w 762458"/>
                <a:gd name="csY84" fmla="*/ 805366 h 1045644"/>
                <a:gd name="csX85" fmla="*/ 441757 w 762458"/>
                <a:gd name="csY85" fmla="*/ 788386 h 1045644"/>
                <a:gd name="csX86" fmla="*/ 390129 w 762458"/>
                <a:gd name="csY86" fmla="*/ 763297 h 1045644"/>
                <a:gd name="csX87" fmla="*/ 394458 w 762458"/>
                <a:gd name="csY87" fmla="*/ 746864 h 1045644"/>
                <a:gd name="csX88" fmla="*/ 373893 w 762458"/>
                <a:gd name="csY88" fmla="*/ 754109 h 1045644"/>
                <a:gd name="csX89" fmla="*/ 316312 w 762458"/>
                <a:gd name="csY89" fmla="*/ 736589 h 1045644"/>
                <a:gd name="csX90" fmla="*/ 235243 w 762458"/>
                <a:gd name="csY90" fmla="*/ 735510 h 1045644"/>
                <a:gd name="csX91" fmla="*/ 205911 w 762458"/>
                <a:gd name="csY91" fmla="*/ 720689 h 1045644"/>
                <a:gd name="csX92" fmla="*/ 199742 w 762458"/>
                <a:gd name="csY92" fmla="*/ 709443 h 1045644"/>
                <a:gd name="csX93" fmla="*/ 192706 w 762458"/>
                <a:gd name="csY93" fmla="*/ 715717 h 1045644"/>
                <a:gd name="csX94" fmla="*/ 167920 w 762458"/>
                <a:gd name="csY94" fmla="*/ 709659 h 1045644"/>
                <a:gd name="csX95" fmla="*/ 169652 w 762458"/>
                <a:gd name="csY95" fmla="*/ 700579 h 1045644"/>
                <a:gd name="csX96" fmla="*/ 146706 w 762458"/>
                <a:gd name="csY96" fmla="*/ 691168 h 1045644"/>
                <a:gd name="csX97" fmla="*/ 143675 w 762458"/>
                <a:gd name="csY97" fmla="*/ 682951 h 1045644"/>
                <a:gd name="csX98" fmla="*/ 136964 w 762458"/>
                <a:gd name="csY98" fmla="*/ 680576 h 1045644"/>
                <a:gd name="csX99" fmla="*/ 134800 w 762458"/>
                <a:gd name="csY99" fmla="*/ 672029 h 1045644"/>
                <a:gd name="csX100" fmla="*/ 111529 w 762458"/>
                <a:gd name="csY100" fmla="*/ 679490 h 1045644"/>
                <a:gd name="csX101" fmla="*/ 102762 w 762458"/>
                <a:gd name="csY101" fmla="*/ 674194 h 1045644"/>
                <a:gd name="csX102" fmla="*/ 87284 w 762458"/>
                <a:gd name="csY102" fmla="*/ 684030 h 1045644"/>
                <a:gd name="csX103" fmla="*/ 81764 w 762458"/>
                <a:gd name="csY103" fmla="*/ 675274 h 1045644"/>
                <a:gd name="csX104" fmla="*/ 72672 w 762458"/>
                <a:gd name="csY104" fmla="*/ 682087 h 1045644"/>
                <a:gd name="csX105" fmla="*/ 73754 w 762458"/>
                <a:gd name="csY105" fmla="*/ 697981 h 1045644"/>
                <a:gd name="csX106" fmla="*/ 81223 w 762458"/>
                <a:gd name="csY106" fmla="*/ 702198 h 1045644"/>
                <a:gd name="csX107" fmla="*/ 85120 w 762458"/>
                <a:gd name="csY107" fmla="*/ 709989 h 1045644"/>
                <a:gd name="csX108" fmla="*/ 97242 w 762458"/>
                <a:gd name="csY108" fmla="*/ 709443 h 1045644"/>
                <a:gd name="csX109" fmla="*/ 84903 w 762458"/>
                <a:gd name="csY109" fmla="*/ 738425 h 1045644"/>
                <a:gd name="csX110" fmla="*/ 73322 w 762458"/>
                <a:gd name="csY110" fmla="*/ 732805 h 1045644"/>
                <a:gd name="csX111" fmla="*/ 67693 w 762458"/>
                <a:gd name="csY111" fmla="*/ 737669 h 1045644"/>
                <a:gd name="csX112" fmla="*/ 49402 w 762458"/>
                <a:gd name="csY112" fmla="*/ 742209 h 1045644"/>
                <a:gd name="csX113" fmla="*/ 31218 w 762458"/>
                <a:gd name="csY113" fmla="*/ 729884 h 1045644"/>
                <a:gd name="csX114" fmla="*/ 24291 w 762458"/>
                <a:gd name="csY114" fmla="*/ 748915 h 1045644"/>
                <a:gd name="csX115" fmla="*/ 4808 w 762458"/>
                <a:gd name="csY115" fmla="*/ 769463 h 1045644"/>
                <a:gd name="csX116" fmla="*/ 0 w 762458"/>
                <a:gd name="csY116" fmla="*/ 768891 h 1045644"/>
                <a:gd name="csX117" fmla="*/ 0 w 762458"/>
                <a:gd name="csY117" fmla="*/ 672398 h 1045644"/>
                <a:gd name="csX118" fmla="*/ 5485 w 762458"/>
                <a:gd name="csY118" fmla="*/ 673855 h 1045644"/>
                <a:gd name="csX119" fmla="*/ 16823 w 762458"/>
                <a:gd name="csY119" fmla="*/ 670734 h 1045644"/>
                <a:gd name="csX120" fmla="*/ 9030 w 762458"/>
                <a:gd name="csY120" fmla="*/ 655811 h 1045644"/>
                <a:gd name="csX121" fmla="*/ 2535 w 762458"/>
                <a:gd name="csY121" fmla="*/ 652715 h 1045644"/>
                <a:gd name="csX122" fmla="*/ 0 w 762458"/>
                <a:gd name="csY122" fmla="*/ 652510 h 1045644"/>
                <a:gd name="csX123" fmla="*/ 0 w 762458"/>
                <a:gd name="csY123" fmla="*/ 6626 h 1045644"/>
                <a:gd name="csX124" fmla="*/ 2495 w 762458"/>
                <a:gd name="csY124" fmla="*/ 6985 h 1045644"/>
                <a:gd name="csX125" fmla="*/ 22667 w 762458"/>
                <a:gd name="csY125" fmla="*/ 497 h 1045644"/>
                <a:gd name="csX126" fmla="*/ 26257 w 762458"/>
                <a:gd name="csY126" fmla="*/ 98 h 1045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762458" h="1045644">
                  <a:moveTo>
                    <a:pt x="26257" y="98"/>
                  </a:moveTo>
                  <a:cubicBezTo>
                    <a:pt x="31265" y="852"/>
                    <a:pt x="44476" y="6306"/>
                    <a:pt x="101463" y="27637"/>
                  </a:cubicBezTo>
                  <a:cubicBezTo>
                    <a:pt x="106009" y="29263"/>
                    <a:pt x="105901" y="28831"/>
                    <a:pt x="156339" y="28831"/>
                  </a:cubicBezTo>
                  <a:cubicBezTo>
                    <a:pt x="160993" y="28831"/>
                    <a:pt x="160776" y="29263"/>
                    <a:pt x="199633" y="45373"/>
                  </a:cubicBezTo>
                  <a:cubicBezTo>
                    <a:pt x="203962" y="47106"/>
                    <a:pt x="201798" y="46891"/>
                    <a:pt x="260462" y="34019"/>
                  </a:cubicBezTo>
                  <a:cubicBezTo>
                    <a:pt x="265116" y="33047"/>
                    <a:pt x="261761" y="32184"/>
                    <a:pt x="328326" y="69922"/>
                  </a:cubicBezTo>
                  <a:cubicBezTo>
                    <a:pt x="331140" y="71541"/>
                    <a:pt x="334495" y="71865"/>
                    <a:pt x="350731" y="72627"/>
                  </a:cubicBezTo>
                  <a:lnTo>
                    <a:pt x="350731" y="716796"/>
                  </a:lnTo>
                  <a:lnTo>
                    <a:pt x="365884" y="721667"/>
                  </a:lnTo>
                  <a:lnTo>
                    <a:pt x="373027" y="714745"/>
                  </a:lnTo>
                  <a:lnTo>
                    <a:pt x="386881" y="724042"/>
                  </a:lnTo>
                  <a:lnTo>
                    <a:pt x="400086" y="713558"/>
                  </a:lnTo>
                  <a:lnTo>
                    <a:pt x="420651" y="714422"/>
                  </a:lnTo>
                  <a:lnTo>
                    <a:pt x="417620" y="732157"/>
                  </a:lnTo>
                  <a:lnTo>
                    <a:pt x="474228" y="780601"/>
                  </a:lnTo>
                  <a:lnTo>
                    <a:pt x="480614" y="802337"/>
                  </a:lnTo>
                  <a:lnTo>
                    <a:pt x="514599" y="785034"/>
                  </a:lnTo>
                  <a:lnTo>
                    <a:pt x="517847" y="770975"/>
                  </a:lnTo>
                  <a:lnTo>
                    <a:pt x="528562" y="765571"/>
                  </a:lnTo>
                  <a:lnTo>
                    <a:pt x="531052" y="756916"/>
                  </a:lnTo>
                  <a:lnTo>
                    <a:pt x="555513" y="747943"/>
                  </a:lnTo>
                  <a:lnTo>
                    <a:pt x="572073" y="760808"/>
                  </a:lnTo>
                  <a:lnTo>
                    <a:pt x="575320" y="780817"/>
                  </a:lnTo>
                  <a:lnTo>
                    <a:pt x="586793" y="783738"/>
                  </a:lnTo>
                  <a:lnTo>
                    <a:pt x="601622" y="804934"/>
                  </a:lnTo>
                  <a:lnTo>
                    <a:pt x="614934" y="812065"/>
                  </a:lnTo>
                  <a:lnTo>
                    <a:pt x="634092" y="828937"/>
                  </a:lnTo>
                  <a:lnTo>
                    <a:pt x="632685" y="841263"/>
                  </a:lnTo>
                  <a:lnTo>
                    <a:pt x="646646" y="849378"/>
                  </a:lnTo>
                  <a:lnTo>
                    <a:pt x="674034" y="897822"/>
                  </a:lnTo>
                  <a:lnTo>
                    <a:pt x="673380" y="909824"/>
                  </a:lnTo>
                  <a:lnTo>
                    <a:pt x="683559" y="912961"/>
                  </a:lnTo>
                  <a:lnTo>
                    <a:pt x="682473" y="923235"/>
                  </a:lnTo>
                  <a:lnTo>
                    <a:pt x="691242" y="927019"/>
                  </a:lnTo>
                  <a:lnTo>
                    <a:pt x="693516" y="938805"/>
                  </a:lnTo>
                  <a:lnTo>
                    <a:pt x="706825" y="939561"/>
                  </a:lnTo>
                  <a:lnTo>
                    <a:pt x="733235" y="952756"/>
                  </a:lnTo>
                  <a:lnTo>
                    <a:pt x="745465" y="964434"/>
                  </a:lnTo>
                  <a:lnTo>
                    <a:pt x="755644" y="965189"/>
                  </a:lnTo>
                  <a:lnTo>
                    <a:pt x="760946" y="976111"/>
                  </a:lnTo>
                  <a:lnTo>
                    <a:pt x="755314" y="994711"/>
                  </a:lnTo>
                  <a:lnTo>
                    <a:pt x="754882" y="994711"/>
                  </a:lnTo>
                  <a:lnTo>
                    <a:pt x="762458" y="1013526"/>
                  </a:lnTo>
                  <a:lnTo>
                    <a:pt x="733019" y="1045644"/>
                  </a:lnTo>
                  <a:cubicBezTo>
                    <a:pt x="730962" y="1044888"/>
                    <a:pt x="728796" y="1043701"/>
                    <a:pt x="726415" y="1042615"/>
                  </a:cubicBezTo>
                  <a:cubicBezTo>
                    <a:pt x="718732" y="1039046"/>
                    <a:pt x="723494" y="1016015"/>
                    <a:pt x="715919" y="1018504"/>
                  </a:cubicBezTo>
                  <a:lnTo>
                    <a:pt x="715487" y="1018504"/>
                  </a:lnTo>
                  <a:cubicBezTo>
                    <a:pt x="710400" y="1020015"/>
                    <a:pt x="707587" y="1012878"/>
                    <a:pt x="703904" y="1009093"/>
                  </a:cubicBezTo>
                  <a:cubicBezTo>
                    <a:pt x="700336" y="1004769"/>
                    <a:pt x="697624" y="1013964"/>
                    <a:pt x="693732" y="1018936"/>
                  </a:cubicBezTo>
                  <a:cubicBezTo>
                    <a:pt x="690811" y="1023584"/>
                    <a:pt x="691458" y="1013310"/>
                    <a:pt x="690811" y="1009741"/>
                  </a:cubicBezTo>
                  <a:cubicBezTo>
                    <a:pt x="690372" y="1004553"/>
                    <a:pt x="694163" y="1000553"/>
                    <a:pt x="695459" y="997955"/>
                  </a:cubicBezTo>
                  <a:cubicBezTo>
                    <a:pt x="698278" y="993091"/>
                    <a:pt x="695027" y="987573"/>
                    <a:pt x="694056" y="982277"/>
                  </a:cubicBezTo>
                  <a:cubicBezTo>
                    <a:pt x="692862" y="977521"/>
                    <a:pt x="690588" y="987573"/>
                    <a:pt x="685940" y="996336"/>
                  </a:cubicBezTo>
                  <a:cubicBezTo>
                    <a:pt x="683451" y="1000876"/>
                    <a:pt x="680308" y="993307"/>
                    <a:pt x="678796" y="991796"/>
                  </a:cubicBezTo>
                  <a:cubicBezTo>
                    <a:pt x="677603" y="990170"/>
                    <a:pt x="678142" y="988119"/>
                    <a:pt x="679768" y="987249"/>
                  </a:cubicBezTo>
                  <a:cubicBezTo>
                    <a:pt x="683667" y="985306"/>
                    <a:pt x="683337" y="977521"/>
                    <a:pt x="684531" y="965837"/>
                  </a:cubicBezTo>
                  <a:cubicBezTo>
                    <a:pt x="685070" y="960865"/>
                    <a:pt x="679012" y="964218"/>
                    <a:pt x="678034" y="964218"/>
                  </a:cubicBezTo>
                  <a:cubicBezTo>
                    <a:pt x="673704" y="965513"/>
                    <a:pt x="673164" y="971139"/>
                    <a:pt x="672732" y="971895"/>
                  </a:cubicBezTo>
                  <a:cubicBezTo>
                    <a:pt x="670999" y="977305"/>
                    <a:pt x="666128" y="969298"/>
                    <a:pt x="662667" y="966599"/>
                  </a:cubicBezTo>
                  <a:cubicBezTo>
                    <a:pt x="658984" y="962923"/>
                    <a:pt x="666344" y="959893"/>
                    <a:pt x="668509" y="957512"/>
                  </a:cubicBezTo>
                  <a:cubicBezTo>
                    <a:pt x="672624" y="954159"/>
                    <a:pt x="670135" y="947562"/>
                    <a:pt x="670135" y="943130"/>
                  </a:cubicBezTo>
                  <a:cubicBezTo>
                    <a:pt x="669595" y="937726"/>
                    <a:pt x="674790" y="933293"/>
                    <a:pt x="670135" y="932639"/>
                  </a:cubicBezTo>
                  <a:lnTo>
                    <a:pt x="668833" y="932423"/>
                  </a:lnTo>
                  <a:cubicBezTo>
                    <a:pt x="664401" y="931776"/>
                    <a:pt x="659308" y="928639"/>
                    <a:pt x="648812" y="909176"/>
                  </a:cubicBezTo>
                  <a:cubicBezTo>
                    <a:pt x="646538" y="905068"/>
                    <a:pt x="647516" y="905499"/>
                    <a:pt x="631062" y="903118"/>
                  </a:cubicBezTo>
                  <a:cubicBezTo>
                    <a:pt x="626732" y="902470"/>
                    <a:pt x="630845" y="897283"/>
                    <a:pt x="631062" y="896413"/>
                  </a:cubicBezTo>
                  <a:cubicBezTo>
                    <a:pt x="633226" y="892304"/>
                    <a:pt x="631386" y="889497"/>
                    <a:pt x="625108" y="878359"/>
                  </a:cubicBezTo>
                  <a:cubicBezTo>
                    <a:pt x="622836" y="874353"/>
                    <a:pt x="626516" y="870898"/>
                    <a:pt x="626840" y="870244"/>
                  </a:cubicBezTo>
                  <a:cubicBezTo>
                    <a:pt x="628031" y="868625"/>
                    <a:pt x="627490" y="866999"/>
                    <a:pt x="625650" y="866568"/>
                  </a:cubicBezTo>
                  <a:lnTo>
                    <a:pt x="623918" y="866136"/>
                  </a:lnTo>
                  <a:cubicBezTo>
                    <a:pt x="619697" y="865056"/>
                    <a:pt x="619047" y="862675"/>
                    <a:pt x="606925" y="842780"/>
                  </a:cubicBezTo>
                  <a:cubicBezTo>
                    <a:pt x="604652" y="838996"/>
                    <a:pt x="601730" y="838996"/>
                    <a:pt x="591556" y="836722"/>
                  </a:cubicBezTo>
                  <a:cubicBezTo>
                    <a:pt x="587118" y="835751"/>
                    <a:pt x="587767" y="834995"/>
                    <a:pt x="567311" y="795632"/>
                  </a:cubicBezTo>
                  <a:cubicBezTo>
                    <a:pt x="564930" y="790876"/>
                    <a:pt x="559193" y="792927"/>
                    <a:pt x="556379" y="792603"/>
                  </a:cubicBezTo>
                  <a:cubicBezTo>
                    <a:pt x="551616" y="792711"/>
                    <a:pt x="553673" y="795092"/>
                    <a:pt x="563847" y="832722"/>
                  </a:cubicBezTo>
                  <a:cubicBezTo>
                    <a:pt x="565146" y="837586"/>
                    <a:pt x="560384" y="834671"/>
                    <a:pt x="543932" y="828830"/>
                  </a:cubicBezTo>
                  <a:cubicBezTo>
                    <a:pt x="539603" y="827318"/>
                    <a:pt x="541659" y="821476"/>
                    <a:pt x="541659" y="820073"/>
                  </a:cubicBezTo>
                  <a:cubicBezTo>
                    <a:pt x="542200" y="815850"/>
                    <a:pt x="540252" y="813691"/>
                    <a:pt x="535057" y="806230"/>
                  </a:cubicBezTo>
                  <a:cubicBezTo>
                    <a:pt x="532459" y="802445"/>
                    <a:pt x="529644" y="804173"/>
                    <a:pt x="513625" y="808389"/>
                  </a:cubicBezTo>
                  <a:cubicBezTo>
                    <a:pt x="509296" y="809475"/>
                    <a:pt x="513842" y="812065"/>
                    <a:pt x="525965" y="822016"/>
                  </a:cubicBezTo>
                  <a:cubicBezTo>
                    <a:pt x="529428" y="824937"/>
                    <a:pt x="529861" y="829909"/>
                    <a:pt x="530078" y="830557"/>
                  </a:cubicBezTo>
                  <a:cubicBezTo>
                    <a:pt x="531376" y="836075"/>
                    <a:pt x="523259" y="834017"/>
                    <a:pt x="519254" y="834779"/>
                  </a:cubicBezTo>
                  <a:cubicBezTo>
                    <a:pt x="514925" y="834995"/>
                    <a:pt x="513625" y="839859"/>
                    <a:pt x="513084" y="840507"/>
                  </a:cubicBezTo>
                  <a:cubicBezTo>
                    <a:pt x="510812" y="845155"/>
                    <a:pt x="509404" y="842241"/>
                    <a:pt x="467409" y="812828"/>
                  </a:cubicBezTo>
                  <a:cubicBezTo>
                    <a:pt x="463837" y="810230"/>
                    <a:pt x="462646" y="806338"/>
                    <a:pt x="461997" y="805366"/>
                  </a:cubicBezTo>
                  <a:cubicBezTo>
                    <a:pt x="459724" y="800712"/>
                    <a:pt x="454961" y="798121"/>
                    <a:pt x="441757" y="788386"/>
                  </a:cubicBezTo>
                  <a:cubicBezTo>
                    <a:pt x="437969" y="785573"/>
                    <a:pt x="437752" y="785681"/>
                    <a:pt x="390129" y="763297"/>
                  </a:cubicBezTo>
                  <a:cubicBezTo>
                    <a:pt x="385150" y="760916"/>
                    <a:pt x="391536" y="754541"/>
                    <a:pt x="394458" y="746864"/>
                  </a:cubicBezTo>
                  <a:cubicBezTo>
                    <a:pt x="396623" y="742425"/>
                    <a:pt x="391103" y="745994"/>
                    <a:pt x="373893" y="754109"/>
                  </a:cubicBezTo>
                  <a:cubicBezTo>
                    <a:pt x="369563" y="756052"/>
                    <a:pt x="370971" y="755620"/>
                    <a:pt x="316312" y="736589"/>
                  </a:cubicBezTo>
                  <a:cubicBezTo>
                    <a:pt x="310250" y="734532"/>
                    <a:pt x="307869" y="735942"/>
                    <a:pt x="235243" y="735510"/>
                  </a:cubicBezTo>
                  <a:cubicBezTo>
                    <a:pt x="230697" y="735510"/>
                    <a:pt x="229506" y="734100"/>
                    <a:pt x="205911" y="720689"/>
                  </a:cubicBezTo>
                  <a:cubicBezTo>
                    <a:pt x="201473" y="718206"/>
                    <a:pt x="200932" y="712256"/>
                    <a:pt x="199742" y="709443"/>
                  </a:cubicBezTo>
                  <a:cubicBezTo>
                    <a:pt x="198009" y="704255"/>
                    <a:pt x="194546" y="713336"/>
                    <a:pt x="192706" y="715717"/>
                  </a:cubicBezTo>
                  <a:cubicBezTo>
                    <a:pt x="190217" y="719825"/>
                    <a:pt x="187402" y="717343"/>
                    <a:pt x="167920" y="709659"/>
                  </a:cubicBezTo>
                  <a:cubicBezTo>
                    <a:pt x="163374" y="707824"/>
                    <a:pt x="168786" y="702528"/>
                    <a:pt x="169652" y="700579"/>
                  </a:cubicBezTo>
                  <a:cubicBezTo>
                    <a:pt x="172249" y="696470"/>
                    <a:pt x="168028" y="696578"/>
                    <a:pt x="146706" y="691168"/>
                  </a:cubicBezTo>
                  <a:cubicBezTo>
                    <a:pt x="141835" y="689873"/>
                    <a:pt x="148437" y="684684"/>
                    <a:pt x="143675" y="682951"/>
                  </a:cubicBezTo>
                  <a:lnTo>
                    <a:pt x="136964" y="680576"/>
                  </a:lnTo>
                  <a:cubicBezTo>
                    <a:pt x="132635" y="678951"/>
                    <a:pt x="134800" y="673223"/>
                    <a:pt x="134800" y="672029"/>
                  </a:cubicBezTo>
                  <a:cubicBezTo>
                    <a:pt x="135449" y="667057"/>
                    <a:pt x="131661" y="670086"/>
                    <a:pt x="111529" y="679490"/>
                  </a:cubicBezTo>
                  <a:cubicBezTo>
                    <a:pt x="107091" y="681656"/>
                    <a:pt x="104602" y="675706"/>
                    <a:pt x="102762" y="674194"/>
                  </a:cubicBezTo>
                  <a:cubicBezTo>
                    <a:pt x="99840" y="670734"/>
                    <a:pt x="98108" y="673762"/>
                    <a:pt x="87284" y="684030"/>
                  </a:cubicBezTo>
                  <a:cubicBezTo>
                    <a:pt x="83496" y="687599"/>
                    <a:pt x="83063" y="678519"/>
                    <a:pt x="81764" y="675274"/>
                  </a:cubicBezTo>
                  <a:cubicBezTo>
                    <a:pt x="80249" y="669654"/>
                    <a:pt x="75595" y="679166"/>
                    <a:pt x="72672" y="682087"/>
                  </a:cubicBezTo>
                  <a:cubicBezTo>
                    <a:pt x="69208" y="686412"/>
                    <a:pt x="72889" y="692470"/>
                    <a:pt x="73754" y="697981"/>
                  </a:cubicBezTo>
                  <a:cubicBezTo>
                    <a:pt x="74945" y="702636"/>
                    <a:pt x="80357" y="701874"/>
                    <a:pt x="81223" y="702198"/>
                  </a:cubicBezTo>
                  <a:cubicBezTo>
                    <a:pt x="85769" y="702744"/>
                    <a:pt x="84795" y="708903"/>
                    <a:pt x="85120" y="709989"/>
                  </a:cubicBezTo>
                  <a:cubicBezTo>
                    <a:pt x="85552" y="715717"/>
                    <a:pt x="92696" y="710421"/>
                    <a:pt x="97242" y="709443"/>
                  </a:cubicBezTo>
                  <a:cubicBezTo>
                    <a:pt x="101680" y="707824"/>
                    <a:pt x="98216" y="712472"/>
                    <a:pt x="84903" y="738425"/>
                  </a:cubicBezTo>
                  <a:cubicBezTo>
                    <a:pt x="82305" y="743511"/>
                    <a:pt x="77543" y="735726"/>
                    <a:pt x="73322" y="732805"/>
                  </a:cubicBezTo>
                  <a:cubicBezTo>
                    <a:pt x="69750" y="729560"/>
                    <a:pt x="68343" y="736697"/>
                    <a:pt x="67693" y="737669"/>
                  </a:cubicBezTo>
                  <a:cubicBezTo>
                    <a:pt x="65853" y="741993"/>
                    <a:pt x="62715" y="741346"/>
                    <a:pt x="49402" y="742209"/>
                  </a:cubicBezTo>
                  <a:cubicBezTo>
                    <a:pt x="45072" y="742425"/>
                    <a:pt x="43340" y="740158"/>
                    <a:pt x="31218" y="729884"/>
                  </a:cubicBezTo>
                  <a:cubicBezTo>
                    <a:pt x="27754" y="726855"/>
                    <a:pt x="27646" y="732157"/>
                    <a:pt x="24291" y="748915"/>
                  </a:cubicBezTo>
                  <a:cubicBezTo>
                    <a:pt x="23317" y="753455"/>
                    <a:pt x="22018" y="753785"/>
                    <a:pt x="4808" y="769463"/>
                  </a:cubicBezTo>
                  <a:lnTo>
                    <a:pt x="0" y="768891"/>
                  </a:lnTo>
                  <a:lnTo>
                    <a:pt x="0" y="672398"/>
                  </a:lnTo>
                  <a:lnTo>
                    <a:pt x="5485" y="673855"/>
                  </a:lnTo>
                  <a:cubicBezTo>
                    <a:pt x="7975" y="673437"/>
                    <a:pt x="11411" y="672248"/>
                    <a:pt x="16823" y="670734"/>
                  </a:cubicBezTo>
                  <a:cubicBezTo>
                    <a:pt x="21260" y="669546"/>
                    <a:pt x="17039" y="665977"/>
                    <a:pt x="9030" y="655811"/>
                  </a:cubicBezTo>
                  <a:cubicBezTo>
                    <a:pt x="7569" y="653973"/>
                    <a:pt x="6107" y="653215"/>
                    <a:pt x="2535" y="652715"/>
                  </a:cubicBezTo>
                  <a:lnTo>
                    <a:pt x="0" y="652510"/>
                  </a:lnTo>
                  <a:lnTo>
                    <a:pt x="0" y="6626"/>
                  </a:lnTo>
                  <a:lnTo>
                    <a:pt x="2495" y="6985"/>
                  </a:lnTo>
                  <a:cubicBezTo>
                    <a:pt x="6107" y="6093"/>
                    <a:pt x="11952" y="3958"/>
                    <a:pt x="22667" y="497"/>
                  </a:cubicBezTo>
                  <a:cubicBezTo>
                    <a:pt x="23831" y="118"/>
                    <a:pt x="24588" y="-153"/>
                    <a:pt x="26257" y="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752FCFCA-24B8-4118-48C6-9259E25D4FF4}"/>
                </a:ext>
              </a:extLst>
            </p:cNvPr>
            <p:cNvSpPr/>
            <p:nvPr/>
          </p:nvSpPr>
          <p:spPr>
            <a:xfrm>
              <a:off x="1069426" y="3213471"/>
              <a:ext cx="11686" cy="14077"/>
            </a:xfrm>
            <a:custGeom>
              <a:avLst/>
              <a:gdLst>
                <a:gd name="csX0" fmla="*/ 1697 w 13477"/>
                <a:gd name="csY0" fmla="*/ 11072 h 16235"/>
                <a:gd name="csX1" fmla="*/ 12092 w 13477"/>
                <a:gd name="csY1" fmla="*/ 13878 h 16235"/>
                <a:gd name="csX2" fmla="*/ 10790 w 13477"/>
                <a:gd name="csY2" fmla="*/ 1553 h 16235"/>
                <a:gd name="csX3" fmla="*/ 2567 w 13477"/>
                <a:gd name="csY3" fmla="*/ 2201 h 16235"/>
                <a:gd name="csX4" fmla="*/ 1805 w 13477"/>
                <a:gd name="csY4" fmla="*/ 11072 h 16235"/>
                <a:gd name="csX5" fmla="*/ 1697 w 13477"/>
                <a:gd name="csY5" fmla="*/ 11072 h 16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477" h="16235">
                  <a:moveTo>
                    <a:pt x="1697" y="11072"/>
                  </a:moveTo>
                  <a:cubicBezTo>
                    <a:pt x="4516" y="12583"/>
                    <a:pt x="10790" y="19936"/>
                    <a:pt x="12092" y="13878"/>
                  </a:cubicBezTo>
                  <a:cubicBezTo>
                    <a:pt x="12200" y="11065"/>
                    <a:pt x="15876" y="4042"/>
                    <a:pt x="10790" y="1553"/>
                  </a:cubicBezTo>
                  <a:cubicBezTo>
                    <a:pt x="10790" y="1553"/>
                    <a:pt x="5272" y="-2340"/>
                    <a:pt x="2567" y="2201"/>
                  </a:cubicBezTo>
                  <a:cubicBezTo>
                    <a:pt x="2243" y="3280"/>
                    <a:pt x="-2519" y="7935"/>
                    <a:pt x="1805" y="11072"/>
                  </a:cubicBezTo>
                  <a:lnTo>
                    <a:pt x="1697" y="110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19805333-B587-0990-1770-EF38DD093D66}"/>
                </a:ext>
              </a:extLst>
            </p:cNvPr>
            <p:cNvSpPr/>
            <p:nvPr/>
          </p:nvSpPr>
          <p:spPr>
            <a:xfrm>
              <a:off x="1216026" y="3806689"/>
              <a:ext cx="15534" cy="12480"/>
            </a:xfrm>
            <a:custGeom>
              <a:avLst/>
              <a:gdLst>
                <a:gd name="csX0" fmla="*/ 726 w 17915"/>
                <a:gd name="csY0" fmla="*/ 737 h 14393"/>
                <a:gd name="csX1" fmla="*/ 1481 w 17915"/>
                <a:gd name="csY1" fmla="*/ 9710 h 14393"/>
                <a:gd name="csX2" fmla="*/ 10251 w 17915"/>
                <a:gd name="csY2" fmla="*/ 14034 h 14393"/>
                <a:gd name="csX3" fmla="*/ 17071 w 17915"/>
                <a:gd name="csY3" fmla="*/ 8414 h 14393"/>
                <a:gd name="csX4" fmla="*/ 726 w 17915"/>
                <a:gd name="csY4" fmla="*/ 629 h 14393"/>
                <a:gd name="csX5" fmla="*/ 726 w 17915"/>
                <a:gd name="csY5" fmla="*/ 737 h 14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15" h="14393">
                  <a:moveTo>
                    <a:pt x="726" y="737"/>
                  </a:moveTo>
                  <a:cubicBezTo>
                    <a:pt x="726" y="3220"/>
                    <a:pt x="-1332" y="7329"/>
                    <a:pt x="1481" y="9710"/>
                  </a:cubicBezTo>
                  <a:cubicBezTo>
                    <a:pt x="3971" y="11335"/>
                    <a:pt x="6784" y="15660"/>
                    <a:pt x="10251" y="14034"/>
                  </a:cubicBezTo>
                  <a:cubicBezTo>
                    <a:pt x="13388" y="12091"/>
                    <a:pt x="20316" y="10573"/>
                    <a:pt x="17071" y="8414"/>
                  </a:cubicBezTo>
                  <a:cubicBezTo>
                    <a:pt x="17071" y="8414"/>
                    <a:pt x="1266" y="-2723"/>
                    <a:pt x="726" y="629"/>
                  </a:cubicBezTo>
                  <a:lnTo>
                    <a:pt x="726" y="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7C1979BC-4EFB-667E-B616-BD15C5260511}"/>
                </a:ext>
              </a:extLst>
            </p:cNvPr>
            <p:cNvSpPr/>
            <p:nvPr/>
          </p:nvSpPr>
          <p:spPr>
            <a:xfrm>
              <a:off x="1160545" y="3785097"/>
              <a:ext cx="27520" cy="13831"/>
            </a:xfrm>
            <a:custGeom>
              <a:avLst/>
              <a:gdLst>
                <a:gd name="csX0" fmla="*/ 31258 w 31738"/>
                <a:gd name="csY0" fmla="*/ 4873 h 15951"/>
                <a:gd name="csX1" fmla="*/ 27035 w 31738"/>
                <a:gd name="csY1" fmla="*/ 1197 h 15951"/>
                <a:gd name="csX2" fmla="*/ 15783 w 31738"/>
                <a:gd name="csY2" fmla="*/ 2816 h 15951"/>
                <a:gd name="csX3" fmla="*/ 13294 w 31738"/>
                <a:gd name="csY3" fmla="*/ 8874 h 15951"/>
                <a:gd name="csX4" fmla="*/ 302 w 31738"/>
                <a:gd name="csY4" fmla="*/ 5305 h 15951"/>
                <a:gd name="csX5" fmla="*/ 7554 w 31738"/>
                <a:gd name="csY5" fmla="*/ 15472 h 15951"/>
                <a:gd name="csX6" fmla="*/ 19676 w 31738"/>
                <a:gd name="csY6" fmla="*/ 10061 h 15951"/>
                <a:gd name="csX7" fmla="*/ 31582 w 31738"/>
                <a:gd name="csY7" fmla="*/ 5737 h 15951"/>
                <a:gd name="csX8" fmla="*/ 31366 w 31738"/>
                <a:gd name="csY8" fmla="*/ 4873 h 15951"/>
                <a:gd name="csX9" fmla="*/ 31258 w 31738"/>
                <a:gd name="csY9" fmla="*/ 4873 h 15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738" h="15951">
                  <a:moveTo>
                    <a:pt x="31258" y="4873"/>
                  </a:moveTo>
                  <a:cubicBezTo>
                    <a:pt x="30718" y="3140"/>
                    <a:pt x="28877" y="1413"/>
                    <a:pt x="27035" y="1197"/>
                  </a:cubicBezTo>
                  <a:cubicBezTo>
                    <a:pt x="23035" y="1197"/>
                    <a:pt x="15351" y="-2372"/>
                    <a:pt x="15783" y="2816"/>
                  </a:cubicBezTo>
                  <a:cubicBezTo>
                    <a:pt x="15675" y="3896"/>
                    <a:pt x="17510" y="10925"/>
                    <a:pt x="13294" y="8874"/>
                  </a:cubicBezTo>
                  <a:cubicBezTo>
                    <a:pt x="3661" y="4334"/>
                    <a:pt x="-1317" y="1089"/>
                    <a:pt x="302" y="5305"/>
                  </a:cubicBezTo>
                  <a:cubicBezTo>
                    <a:pt x="2467" y="9522"/>
                    <a:pt x="3007" y="18062"/>
                    <a:pt x="7554" y="15472"/>
                  </a:cubicBezTo>
                  <a:cubicBezTo>
                    <a:pt x="11776" y="12982"/>
                    <a:pt x="15351" y="10385"/>
                    <a:pt x="19676" y="10061"/>
                  </a:cubicBezTo>
                  <a:cubicBezTo>
                    <a:pt x="24546" y="9090"/>
                    <a:pt x="32992" y="10817"/>
                    <a:pt x="31582" y="5737"/>
                  </a:cubicBezTo>
                  <a:lnTo>
                    <a:pt x="31366" y="4873"/>
                  </a:lnTo>
                  <a:lnTo>
                    <a:pt x="31258" y="48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70207959-7050-8A1F-A267-EB43C1582A07}"/>
                </a:ext>
              </a:extLst>
            </p:cNvPr>
            <p:cNvSpPr/>
            <p:nvPr/>
          </p:nvSpPr>
          <p:spPr>
            <a:xfrm>
              <a:off x="2898027" y="3386832"/>
              <a:ext cx="7358" cy="10078"/>
            </a:xfrm>
            <a:custGeom>
              <a:avLst/>
              <a:gdLst>
                <a:gd name="csX0" fmla="*/ 7223 w 8486"/>
                <a:gd name="csY0" fmla="*/ 2325 h 11623"/>
                <a:gd name="csX1" fmla="*/ 5712 w 8486"/>
                <a:gd name="csY1" fmla="*/ 807 h 11623"/>
                <a:gd name="csX2" fmla="*/ 1705 w 8486"/>
                <a:gd name="csY2" fmla="*/ 1347 h 11623"/>
                <a:gd name="csX3" fmla="*/ 1165 w 8486"/>
                <a:gd name="csY3" fmla="*/ 8815 h 11623"/>
                <a:gd name="csX4" fmla="*/ 6467 w 8486"/>
                <a:gd name="csY4" fmla="*/ 10218 h 11623"/>
                <a:gd name="csX5" fmla="*/ 7223 w 8486"/>
                <a:gd name="csY5" fmla="*/ 2325 h 11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486" h="11623">
                  <a:moveTo>
                    <a:pt x="7223" y="2325"/>
                  </a:moveTo>
                  <a:lnTo>
                    <a:pt x="5712" y="807"/>
                  </a:lnTo>
                  <a:cubicBezTo>
                    <a:pt x="4410" y="-488"/>
                    <a:pt x="2568" y="-164"/>
                    <a:pt x="1705" y="1347"/>
                  </a:cubicBezTo>
                  <a:cubicBezTo>
                    <a:pt x="1489" y="2109"/>
                    <a:pt x="-1648" y="5570"/>
                    <a:pt x="1165" y="8815"/>
                  </a:cubicBezTo>
                  <a:cubicBezTo>
                    <a:pt x="1813" y="9246"/>
                    <a:pt x="4302" y="13895"/>
                    <a:pt x="6467" y="10218"/>
                  </a:cubicBezTo>
                  <a:cubicBezTo>
                    <a:pt x="6683" y="9570"/>
                    <a:pt x="10366" y="5462"/>
                    <a:pt x="7223" y="2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24FF3BED-62B3-CDAB-5140-F3A659C0FFA9}"/>
                </a:ext>
              </a:extLst>
            </p:cNvPr>
            <p:cNvSpPr/>
            <p:nvPr/>
          </p:nvSpPr>
          <p:spPr>
            <a:xfrm>
              <a:off x="2833027" y="3411923"/>
              <a:ext cx="6254" cy="7882"/>
            </a:xfrm>
            <a:custGeom>
              <a:avLst/>
              <a:gdLst>
                <a:gd name="csX0" fmla="*/ 4467 w 7213"/>
                <a:gd name="csY0" fmla="*/ 636 h 9090"/>
                <a:gd name="csX1" fmla="*/ 683 w 7213"/>
                <a:gd name="csY1" fmla="*/ 1722 h 9090"/>
                <a:gd name="csX2" fmla="*/ 251 w 7213"/>
                <a:gd name="csY2" fmla="*/ 2801 h 9090"/>
                <a:gd name="csX3" fmla="*/ 1870 w 7213"/>
                <a:gd name="csY3" fmla="*/ 7881 h 9090"/>
                <a:gd name="csX4" fmla="*/ 2740 w 7213"/>
                <a:gd name="csY4" fmla="*/ 8529 h 9090"/>
                <a:gd name="csX5" fmla="*/ 6741 w 7213"/>
                <a:gd name="csY5" fmla="*/ 7342 h 9090"/>
                <a:gd name="csX6" fmla="*/ 6956 w 7213"/>
                <a:gd name="csY6" fmla="*/ 6910 h 9090"/>
                <a:gd name="csX7" fmla="*/ 5661 w 7213"/>
                <a:gd name="csY7" fmla="*/ 1722 h 9090"/>
                <a:gd name="csX8" fmla="*/ 4467 w 7213"/>
                <a:gd name="csY8" fmla="*/ 744 h 9090"/>
                <a:gd name="csX9" fmla="*/ 4467 w 7213"/>
                <a:gd name="csY9" fmla="*/ 636 h 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213" h="9090">
                  <a:moveTo>
                    <a:pt x="4467" y="636"/>
                  </a:moveTo>
                  <a:cubicBezTo>
                    <a:pt x="3064" y="-552"/>
                    <a:pt x="1330" y="-12"/>
                    <a:pt x="683" y="1722"/>
                  </a:cubicBezTo>
                  <a:lnTo>
                    <a:pt x="251" y="2801"/>
                  </a:lnTo>
                  <a:cubicBezTo>
                    <a:pt x="-403" y="4528"/>
                    <a:pt x="251" y="6802"/>
                    <a:pt x="1870" y="7881"/>
                  </a:cubicBezTo>
                  <a:lnTo>
                    <a:pt x="2740" y="8529"/>
                  </a:lnTo>
                  <a:cubicBezTo>
                    <a:pt x="4251" y="9615"/>
                    <a:pt x="6093" y="9075"/>
                    <a:pt x="6741" y="7342"/>
                  </a:cubicBezTo>
                  <a:lnTo>
                    <a:pt x="6956" y="6910"/>
                  </a:lnTo>
                  <a:cubicBezTo>
                    <a:pt x="7611" y="5176"/>
                    <a:pt x="6956" y="2909"/>
                    <a:pt x="5661" y="1722"/>
                  </a:cubicBezTo>
                  <a:lnTo>
                    <a:pt x="4467" y="744"/>
                  </a:lnTo>
                  <a:lnTo>
                    <a:pt x="4467" y="6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A82251E0-B712-C4F6-1596-A8B929142DA8}"/>
                </a:ext>
              </a:extLst>
            </p:cNvPr>
            <p:cNvSpPr/>
            <p:nvPr/>
          </p:nvSpPr>
          <p:spPr>
            <a:xfrm>
              <a:off x="2772262" y="3518952"/>
              <a:ext cx="11329" cy="7101"/>
            </a:xfrm>
            <a:custGeom>
              <a:avLst/>
              <a:gdLst>
                <a:gd name="csX0" fmla="*/ 10798 w 13065"/>
                <a:gd name="csY0" fmla="*/ 2640 h 8189"/>
                <a:gd name="csX1" fmla="*/ 2143 w 13065"/>
                <a:gd name="csY1" fmla="*/ 1777 h 8189"/>
                <a:gd name="csX2" fmla="*/ 2143 w 13065"/>
                <a:gd name="csY2" fmla="*/ 8159 h 8189"/>
                <a:gd name="csX3" fmla="*/ 12963 w 13065"/>
                <a:gd name="csY3" fmla="*/ 6209 h 8189"/>
                <a:gd name="csX4" fmla="*/ 10798 w 13065"/>
                <a:gd name="csY4" fmla="*/ 2640 h 8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5" h="8189">
                  <a:moveTo>
                    <a:pt x="10798" y="2640"/>
                  </a:moveTo>
                  <a:cubicBezTo>
                    <a:pt x="9178" y="2101"/>
                    <a:pt x="4416" y="-2440"/>
                    <a:pt x="2143" y="1777"/>
                  </a:cubicBezTo>
                  <a:cubicBezTo>
                    <a:pt x="1819" y="2856"/>
                    <a:pt x="-2512" y="8159"/>
                    <a:pt x="2143" y="8159"/>
                  </a:cubicBezTo>
                  <a:cubicBezTo>
                    <a:pt x="8416" y="8159"/>
                    <a:pt x="11991" y="8590"/>
                    <a:pt x="12963" y="6209"/>
                  </a:cubicBezTo>
                  <a:cubicBezTo>
                    <a:pt x="13395" y="5130"/>
                    <a:pt x="12423" y="3510"/>
                    <a:pt x="10798" y="26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3AE07311-23CD-D095-A527-A1269064D024}"/>
                </a:ext>
              </a:extLst>
            </p:cNvPr>
            <p:cNvSpPr/>
            <p:nvPr/>
          </p:nvSpPr>
          <p:spPr>
            <a:xfrm>
              <a:off x="2452381" y="4099824"/>
              <a:ext cx="16730" cy="16193"/>
            </a:xfrm>
            <a:custGeom>
              <a:avLst/>
              <a:gdLst>
                <a:gd name="csX0" fmla="*/ 17546 w 19294"/>
                <a:gd name="csY0" fmla="*/ 494 h 18675"/>
                <a:gd name="csX1" fmla="*/ 877 w 19294"/>
                <a:gd name="csY1" fmla="*/ 14984 h 18675"/>
                <a:gd name="csX2" fmla="*/ 230 w 19294"/>
                <a:gd name="csY2" fmla="*/ 16604 h 18675"/>
                <a:gd name="csX3" fmla="*/ 2071 w 19294"/>
                <a:gd name="csY3" fmla="*/ 18445 h 18675"/>
                <a:gd name="csX4" fmla="*/ 17222 w 19294"/>
                <a:gd name="csY4" fmla="*/ 9358 h 18675"/>
                <a:gd name="csX5" fmla="*/ 17546 w 19294"/>
                <a:gd name="csY5" fmla="*/ 494 h 1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94" h="18675">
                  <a:moveTo>
                    <a:pt x="17546" y="494"/>
                  </a:moveTo>
                  <a:cubicBezTo>
                    <a:pt x="5316" y="9467"/>
                    <a:pt x="2503" y="10984"/>
                    <a:pt x="877" y="14984"/>
                  </a:cubicBezTo>
                  <a:lnTo>
                    <a:pt x="230" y="16604"/>
                  </a:lnTo>
                  <a:cubicBezTo>
                    <a:pt x="-418" y="18337"/>
                    <a:pt x="338" y="19093"/>
                    <a:pt x="2071" y="18445"/>
                  </a:cubicBezTo>
                  <a:cubicBezTo>
                    <a:pt x="13431" y="13791"/>
                    <a:pt x="16143" y="13359"/>
                    <a:pt x="17222" y="9358"/>
                  </a:cubicBezTo>
                  <a:cubicBezTo>
                    <a:pt x="17222" y="9358"/>
                    <a:pt x="21661" y="-2535"/>
                    <a:pt x="17546" y="4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C7C74A82-B1E2-3990-345E-1ED3B1E4B752}"/>
                </a:ext>
              </a:extLst>
            </p:cNvPr>
            <p:cNvSpPr/>
            <p:nvPr/>
          </p:nvSpPr>
          <p:spPr>
            <a:xfrm>
              <a:off x="2433530" y="4115140"/>
              <a:ext cx="10860" cy="6434"/>
            </a:xfrm>
            <a:custGeom>
              <a:avLst/>
              <a:gdLst>
                <a:gd name="csX0" fmla="*/ 10611 w 12525"/>
                <a:gd name="csY0" fmla="*/ 241 h 7420"/>
                <a:gd name="csX1" fmla="*/ 2604 w 12525"/>
                <a:gd name="csY1" fmla="*/ 1969 h 7420"/>
                <a:gd name="csX2" fmla="*/ 1734 w 12525"/>
                <a:gd name="csY2" fmla="*/ 6617 h 7420"/>
                <a:gd name="csX3" fmla="*/ 10503 w 12525"/>
                <a:gd name="csY3" fmla="*/ 5321 h 7420"/>
                <a:gd name="csX4" fmla="*/ 10503 w 12525"/>
                <a:gd name="csY4" fmla="*/ 133 h 7420"/>
                <a:gd name="csX5" fmla="*/ 10611 w 12525"/>
                <a:gd name="csY5" fmla="*/ 241 h 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525" h="7420">
                  <a:moveTo>
                    <a:pt x="10611" y="241"/>
                  </a:moveTo>
                  <a:cubicBezTo>
                    <a:pt x="10611" y="241"/>
                    <a:pt x="5741" y="-952"/>
                    <a:pt x="2604" y="1969"/>
                  </a:cubicBezTo>
                  <a:cubicBezTo>
                    <a:pt x="2274" y="2508"/>
                    <a:pt x="-2482" y="5753"/>
                    <a:pt x="1734" y="6617"/>
                  </a:cubicBezTo>
                  <a:cubicBezTo>
                    <a:pt x="2928" y="6617"/>
                    <a:pt x="7798" y="9106"/>
                    <a:pt x="10503" y="5321"/>
                  </a:cubicBezTo>
                  <a:cubicBezTo>
                    <a:pt x="10719" y="4674"/>
                    <a:pt x="14942" y="565"/>
                    <a:pt x="10503" y="133"/>
                  </a:cubicBezTo>
                  <a:lnTo>
                    <a:pt x="10611" y="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584F7A3A-1DC1-A8CB-17D5-06CA1AE32297}"/>
                </a:ext>
              </a:extLst>
            </p:cNvPr>
            <p:cNvSpPr/>
            <p:nvPr/>
          </p:nvSpPr>
          <p:spPr>
            <a:xfrm>
              <a:off x="2406349" y="4119947"/>
              <a:ext cx="19104" cy="8358"/>
            </a:xfrm>
            <a:custGeom>
              <a:avLst/>
              <a:gdLst>
                <a:gd name="csX0" fmla="*/ 15656 w 22032"/>
                <a:gd name="csY0" fmla="*/ 103 h 9639"/>
                <a:gd name="csX1" fmla="*/ 1044 w 22032"/>
                <a:gd name="csY1" fmla="*/ 6808 h 9639"/>
                <a:gd name="csX2" fmla="*/ 11217 w 22032"/>
                <a:gd name="csY2" fmla="*/ 9621 h 9639"/>
                <a:gd name="csX3" fmla="*/ 21066 w 22032"/>
                <a:gd name="csY3" fmla="*/ 4427 h 9639"/>
                <a:gd name="csX4" fmla="*/ 15548 w 22032"/>
                <a:gd name="csY4" fmla="*/ 103 h 9639"/>
                <a:gd name="csX5" fmla="*/ 15656 w 22032"/>
                <a:gd name="csY5" fmla="*/ 103 h 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32" h="9639">
                  <a:moveTo>
                    <a:pt x="15656" y="103"/>
                  </a:moveTo>
                  <a:cubicBezTo>
                    <a:pt x="11541" y="-977"/>
                    <a:pt x="1044" y="6808"/>
                    <a:pt x="1044" y="6808"/>
                  </a:cubicBezTo>
                  <a:cubicBezTo>
                    <a:pt x="-2747" y="9298"/>
                    <a:pt x="4505" y="9082"/>
                    <a:pt x="11217" y="9621"/>
                  </a:cubicBezTo>
                  <a:cubicBezTo>
                    <a:pt x="16087" y="9945"/>
                    <a:pt x="18901" y="5837"/>
                    <a:pt x="21066" y="4427"/>
                  </a:cubicBezTo>
                  <a:cubicBezTo>
                    <a:pt x="24743" y="1398"/>
                    <a:pt x="16843" y="750"/>
                    <a:pt x="15548" y="103"/>
                  </a:cubicBezTo>
                  <a:lnTo>
                    <a:pt x="15656" y="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48A4F4F2-C956-C397-919C-6D135A20B1B1}"/>
                </a:ext>
              </a:extLst>
            </p:cNvPr>
            <p:cNvSpPr/>
            <p:nvPr/>
          </p:nvSpPr>
          <p:spPr>
            <a:xfrm>
              <a:off x="2172210" y="3240881"/>
              <a:ext cx="22511" cy="18994"/>
            </a:xfrm>
            <a:custGeom>
              <a:avLst/>
              <a:gdLst>
                <a:gd name="csX0" fmla="*/ 2204 w 25961"/>
                <a:gd name="csY0" fmla="*/ 21523 h 21905"/>
                <a:gd name="csX1" fmla="*/ 23528 w 25961"/>
                <a:gd name="csY1" fmla="*/ 8328 h 21905"/>
                <a:gd name="csX2" fmla="*/ 24074 w 25961"/>
                <a:gd name="csY2" fmla="*/ 327 h 21905"/>
                <a:gd name="csX3" fmla="*/ 1341 w 25961"/>
                <a:gd name="csY3" fmla="*/ 14494 h 21905"/>
                <a:gd name="csX4" fmla="*/ 2204 w 25961"/>
                <a:gd name="csY4" fmla="*/ 21523 h 2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61" h="21905">
                  <a:moveTo>
                    <a:pt x="2204" y="21523"/>
                  </a:moveTo>
                  <a:cubicBezTo>
                    <a:pt x="18657" y="13414"/>
                    <a:pt x="21800" y="12766"/>
                    <a:pt x="23528" y="8328"/>
                  </a:cubicBezTo>
                  <a:cubicBezTo>
                    <a:pt x="23528" y="8328"/>
                    <a:pt x="28620" y="-1940"/>
                    <a:pt x="24074" y="327"/>
                  </a:cubicBezTo>
                  <a:cubicBezTo>
                    <a:pt x="5347" y="9522"/>
                    <a:pt x="2534" y="9845"/>
                    <a:pt x="1341" y="14494"/>
                  </a:cubicBezTo>
                  <a:cubicBezTo>
                    <a:pt x="1233" y="16011"/>
                    <a:pt x="-2120" y="23688"/>
                    <a:pt x="2204" y="215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E23079AB-E7D9-0943-9E94-F6CF1E708A0E}"/>
                </a:ext>
              </a:extLst>
            </p:cNvPr>
            <p:cNvSpPr/>
            <p:nvPr/>
          </p:nvSpPr>
          <p:spPr>
            <a:xfrm>
              <a:off x="2792474" y="3517817"/>
              <a:ext cx="8267" cy="8061"/>
            </a:xfrm>
            <a:custGeom>
              <a:avLst/>
              <a:gdLst>
                <a:gd name="csX0" fmla="*/ 9351 w 9534"/>
                <a:gd name="csY0" fmla="*/ 2115 h 9297"/>
                <a:gd name="csX1" fmla="*/ 3401 w 9534"/>
                <a:gd name="csY1" fmla="*/ 1683 h 9297"/>
                <a:gd name="csX2" fmla="*/ 2970 w 9534"/>
                <a:gd name="csY2" fmla="*/ 8821 h 9297"/>
                <a:gd name="csX3" fmla="*/ 6323 w 9534"/>
                <a:gd name="csY3" fmla="*/ 9253 h 9297"/>
                <a:gd name="csX4" fmla="*/ 9351 w 9534"/>
                <a:gd name="csY4" fmla="*/ 2007 h 9297"/>
                <a:gd name="csX5" fmla="*/ 9351 w 9534"/>
                <a:gd name="csY5" fmla="*/ 2115 h 9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4" h="9297">
                  <a:moveTo>
                    <a:pt x="9351" y="2115"/>
                  </a:moveTo>
                  <a:cubicBezTo>
                    <a:pt x="9244" y="-2317"/>
                    <a:pt x="4157" y="1575"/>
                    <a:pt x="3401" y="1683"/>
                  </a:cubicBezTo>
                  <a:cubicBezTo>
                    <a:pt x="-605" y="3626"/>
                    <a:pt x="-1469" y="8173"/>
                    <a:pt x="2970" y="8821"/>
                  </a:cubicBezTo>
                  <a:lnTo>
                    <a:pt x="6323" y="9253"/>
                  </a:lnTo>
                  <a:cubicBezTo>
                    <a:pt x="10977" y="9900"/>
                    <a:pt x="9136" y="3410"/>
                    <a:pt x="9351" y="2007"/>
                  </a:cubicBezTo>
                  <a:lnTo>
                    <a:pt x="9351" y="2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A444EA37-443D-60E7-D988-94C7C1DC5E4A}"/>
                </a:ext>
              </a:extLst>
            </p:cNvPr>
            <p:cNvSpPr/>
            <p:nvPr/>
          </p:nvSpPr>
          <p:spPr>
            <a:xfrm>
              <a:off x="2719307" y="4207850"/>
              <a:ext cx="32780" cy="16938"/>
            </a:xfrm>
            <a:custGeom>
              <a:avLst/>
              <a:gdLst>
                <a:gd name="csX0" fmla="*/ 12992 w 37804"/>
                <a:gd name="csY0" fmla="*/ 9998 h 19534"/>
                <a:gd name="csX1" fmla="*/ 32798 w 37804"/>
                <a:gd name="csY1" fmla="*/ 19084 h 19534"/>
                <a:gd name="csX2" fmla="*/ 37560 w 37804"/>
                <a:gd name="csY2" fmla="*/ 14322 h 19534"/>
                <a:gd name="csX3" fmla="*/ 21755 w 37804"/>
                <a:gd name="csY3" fmla="*/ 1025 h 19534"/>
                <a:gd name="csX4" fmla="*/ 3251 w 37804"/>
                <a:gd name="csY4" fmla="*/ 3939 h 19534"/>
                <a:gd name="csX5" fmla="*/ 0 w 37804"/>
                <a:gd name="csY5" fmla="*/ 7508 h 19534"/>
                <a:gd name="csX6" fmla="*/ 12992 w 37804"/>
                <a:gd name="csY6" fmla="*/ 9998 h 1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804" h="19534">
                  <a:moveTo>
                    <a:pt x="12992" y="9998"/>
                  </a:moveTo>
                  <a:cubicBezTo>
                    <a:pt x="17755" y="9998"/>
                    <a:pt x="22625" y="13458"/>
                    <a:pt x="32798" y="19084"/>
                  </a:cubicBezTo>
                  <a:cubicBezTo>
                    <a:pt x="36690" y="21243"/>
                    <a:pt x="37128" y="14969"/>
                    <a:pt x="37560" y="14322"/>
                  </a:cubicBezTo>
                  <a:cubicBezTo>
                    <a:pt x="38748" y="10321"/>
                    <a:pt x="35935" y="9565"/>
                    <a:pt x="21755" y="1025"/>
                  </a:cubicBezTo>
                  <a:cubicBezTo>
                    <a:pt x="18078" y="-1140"/>
                    <a:pt x="15589" y="263"/>
                    <a:pt x="3251" y="3939"/>
                  </a:cubicBezTo>
                  <a:cubicBezTo>
                    <a:pt x="1518" y="4486"/>
                    <a:pt x="0" y="5997"/>
                    <a:pt x="0" y="7508"/>
                  </a:cubicBezTo>
                  <a:cubicBezTo>
                    <a:pt x="0" y="11407"/>
                    <a:pt x="7791" y="9565"/>
                    <a:pt x="12992" y="99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62AD1EC5-D469-8DB1-0F96-B960DE0BBDFA}"/>
                </a:ext>
              </a:extLst>
            </p:cNvPr>
            <p:cNvSpPr/>
            <p:nvPr/>
          </p:nvSpPr>
          <p:spPr>
            <a:xfrm>
              <a:off x="3066578" y="4583409"/>
              <a:ext cx="25896" cy="27142"/>
            </a:xfrm>
            <a:custGeom>
              <a:avLst/>
              <a:gdLst>
                <a:gd name="csX0" fmla="*/ 28116 w 29865"/>
                <a:gd name="csY0" fmla="*/ 22 h 31302"/>
                <a:gd name="csX1" fmla="*/ 5929 w 29865"/>
                <a:gd name="csY1" fmla="*/ 7376 h 31302"/>
                <a:gd name="csX2" fmla="*/ 10907 w 29865"/>
                <a:gd name="csY2" fmla="*/ 14729 h 31302"/>
                <a:gd name="csX3" fmla="*/ 8203 w 29865"/>
                <a:gd name="csY3" fmla="*/ 22514 h 31302"/>
                <a:gd name="csX4" fmla="*/ 1598 w 29865"/>
                <a:gd name="csY4" fmla="*/ 29975 h 31302"/>
                <a:gd name="csX5" fmla="*/ 24116 w 29865"/>
                <a:gd name="csY5" fmla="*/ 28896 h 31302"/>
                <a:gd name="csX6" fmla="*/ 27684 w 29865"/>
                <a:gd name="csY6" fmla="*/ 19269 h 31302"/>
                <a:gd name="csX7" fmla="*/ 27253 w 29865"/>
                <a:gd name="csY7" fmla="*/ 4563 h 31302"/>
                <a:gd name="csX8" fmla="*/ 28008 w 29865"/>
                <a:gd name="csY8" fmla="*/ 130 h 31302"/>
                <a:gd name="csX9" fmla="*/ 28116 w 29865"/>
                <a:gd name="csY9" fmla="*/ 22 h 31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865" h="31302">
                  <a:moveTo>
                    <a:pt x="28116" y="22"/>
                  </a:moveTo>
                  <a:cubicBezTo>
                    <a:pt x="28116" y="22"/>
                    <a:pt x="2468" y="4455"/>
                    <a:pt x="5929" y="7376"/>
                  </a:cubicBezTo>
                  <a:cubicBezTo>
                    <a:pt x="6577" y="8023"/>
                    <a:pt x="10907" y="10297"/>
                    <a:pt x="10907" y="14729"/>
                  </a:cubicBezTo>
                  <a:cubicBezTo>
                    <a:pt x="10800" y="15377"/>
                    <a:pt x="11669" y="20025"/>
                    <a:pt x="8203" y="22514"/>
                  </a:cubicBezTo>
                  <a:cubicBezTo>
                    <a:pt x="5281" y="25111"/>
                    <a:pt x="-3596" y="29543"/>
                    <a:pt x="1598" y="29975"/>
                  </a:cubicBezTo>
                  <a:cubicBezTo>
                    <a:pt x="19137" y="31385"/>
                    <a:pt x="21842" y="32464"/>
                    <a:pt x="24116" y="28896"/>
                  </a:cubicBezTo>
                  <a:cubicBezTo>
                    <a:pt x="24763" y="27492"/>
                    <a:pt x="28554" y="23701"/>
                    <a:pt x="27684" y="19269"/>
                  </a:cubicBezTo>
                  <a:cubicBezTo>
                    <a:pt x="27037" y="14081"/>
                    <a:pt x="24008" y="8563"/>
                    <a:pt x="27253" y="4563"/>
                  </a:cubicBezTo>
                  <a:cubicBezTo>
                    <a:pt x="27576" y="3915"/>
                    <a:pt x="32447" y="-841"/>
                    <a:pt x="28008" y="130"/>
                  </a:cubicBezTo>
                  <a:lnTo>
                    <a:pt x="28116" y="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D4FD83FB-BB71-1B8D-FCD6-50D84FEFF687}"/>
                </a:ext>
              </a:extLst>
            </p:cNvPr>
            <p:cNvSpPr/>
            <p:nvPr/>
          </p:nvSpPr>
          <p:spPr>
            <a:xfrm>
              <a:off x="3094732" y="4565522"/>
              <a:ext cx="12289" cy="9588"/>
            </a:xfrm>
            <a:custGeom>
              <a:avLst/>
              <a:gdLst>
                <a:gd name="csX0" fmla="*/ 2250 w 14172"/>
                <a:gd name="csY0" fmla="*/ 11024 h 11058"/>
                <a:gd name="csX1" fmla="*/ 13617 w 14172"/>
                <a:gd name="csY1" fmla="*/ 6484 h 11058"/>
                <a:gd name="csX2" fmla="*/ 11236 w 14172"/>
                <a:gd name="csY2" fmla="*/ 102 h 11058"/>
                <a:gd name="csX3" fmla="*/ 2143 w 14172"/>
                <a:gd name="csY3" fmla="*/ 4642 h 11058"/>
                <a:gd name="csX4" fmla="*/ 2143 w 14172"/>
                <a:gd name="csY4" fmla="*/ 11024 h 11058"/>
                <a:gd name="csX5" fmla="*/ 2250 w 14172"/>
                <a:gd name="csY5" fmla="*/ 11024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2" h="11058">
                  <a:moveTo>
                    <a:pt x="2250" y="11024"/>
                  </a:moveTo>
                  <a:cubicBezTo>
                    <a:pt x="6042" y="10052"/>
                    <a:pt x="12970" y="11564"/>
                    <a:pt x="13617" y="6484"/>
                  </a:cubicBezTo>
                  <a:cubicBezTo>
                    <a:pt x="13617" y="5404"/>
                    <a:pt x="15890" y="-870"/>
                    <a:pt x="11236" y="102"/>
                  </a:cubicBezTo>
                  <a:cubicBezTo>
                    <a:pt x="11236" y="102"/>
                    <a:pt x="4308" y="425"/>
                    <a:pt x="2143" y="4642"/>
                  </a:cubicBezTo>
                  <a:cubicBezTo>
                    <a:pt x="1819" y="5728"/>
                    <a:pt x="-2512" y="11564"/>
                    <a:pt x="2143" y="11024"/>
                  </a:cubicBezTo>
                  <a:lnTo>
                    <a:pt x="2250" y="110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135719C3-9EFE-80A1-6C6B-B1414C0D1A53}"/>
                </a:ext>
              </a:extLst>
            </p:cNvPr>
            <p:cNvSpPr/>
            <p:nvPr/>
          </p:nvSpPr>
          <p:spPr>
            <a:xfrm>
              <a:off x="3079908" y="4501506"/>
              <a:ext cx="7918" cy="9793"/>
            </a:xfrm>
            <a:custGeom>
              <a:avLst/>
              <a:gdLst>
                <a:gd name="csX0" fmla="*/ 8959 w 9132"/>
                <a:gd name="csY0" fmla="*/ 5585 h 11294"/>
                <a:gd name="csX1" fmla="*/ 7225 w 9132"/>
                <a:gd name="csY1" fmla="*/ 613 h 11294"/>
                <a:gd name="csX2" fmla="*/ 621 w 9132"/>
                <a:gd name="csY2" fmla="*/ 4829 h 11294"/>
                <a:gd name="csX3" fmla="*/ 3980 w 9132"/>
                <a:gd name="csY3" fmla="*/ 10779 h 11294"/>
                <a:gd name="csX4" fmla="*/ 8851 w 9132"/>
                <a:gd name="csY4" fmla="*/ 5693 h 11294"/>
                <a:gd name="csX5" fmla="*/ 8959 w 9132"/>
                <a:gd name="csY5" fmla="*/ 5585 h 11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32" h="11294">
                  <a:moveTo>
                    <a:pt x="8959" y="5585"/>
                  </a:moveTo>
                  <a:cubicBezTo>
                    <a:pt x="9499" y="3858"/>
                    <a:pt x="8743" y="1584"/>
                    <a:pt x="7225" y="613"/>
                  </a:cubicBezTo>
                  <a:cubicBezTo>
                    <a:pt x="3657" y="-1877"/>
                    <a:pt x="1491" y="3966"/>
                    <a:pt x="621" y="4829"/>
                  </a:cubicBezTo>
                  <a:cubicBezTo>
                    <a:pt x="-1760" y="8506"/>
                    <a:pt x="3434" y="10239"/>
                    <a:pt x="3980" y="10779"/>
                  </a:cubicBezTo>
                  <a:cubicBezTo>
                    <a:pt x="7981" y="13161"/>
                    <a:pt x="8305" y="6563"/>
                    <a:pt x="8851" y="5693"/>
                  </a:cubicBezTo>
                  <a:lnTo>
                    <a:pt x="8959" y="55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FED8E212-6B0A-84A0-4283-2E4433355DB6}"/>
                </a:ext>
              </a:extLst>
            </p:cNvPr>
            <p:cNvSpPr/>
            <p:nvPr/>
          </p:nvSpPr>
          <p:spPr>
            <a:xfrm>
              <a:off x="3086759" y="4477623"/>
              <a:ext cx="9410" cy="15786"/>
            </a:xfrm>
            <a:custGeom>
              <a:avLst/>
              <a:gdLst>
                <a:gd name="csX0" fmla="*/ 8525 w 10852"/>
                <a:gd name="csY0" fmla="*/ 16911 h 18206"/>
                <a:gd name="csX1" fmla="*/ 10798 w 10852"/>
                <a:gd name="csY1" fmla="*/ 8694 h 18206"/>
                <a:gd name="csX2" fmla="*/ 10252 w 10852"/>
                <a:gd name="csY2" fmla="*/ 3284 h 18206"/>
                <a:gd name="csX3" fmla="*/ 2461 w 10852"/>
                <a:gd name="csY3" fmla="*/ 2960 h 18206"/>
                <a:gd name="csX4" fmla="*/ 1165 w 10852"/>
                <a:gd name="csY4" fmla="*/ 12802 h 18206"/>
                <a:gd name="csX5" fmla="*/ 8525 w 10852"/>
                <a:gd name="csY5" fmla="*/ 16803 h 18206"/>
                <a:gd name="csX6" fmla="*/ 8525 w 10852"/>
                <a:gd name="csY6" fmla="*/ 16911 h 18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2" h="18206">
                  <a:moveTo>
                    <a:pt x="8525" y="16911"/>
                  </a:moveTo>
                  <a:cubicBezTo>
                    <a:pt x="8957" y="15939"/>
                    <a:pt x="11230" y="12910"/>
                    <a:pt x="10798" y="8694"/>
                  </a:cubicBezTo>
                  <a:lnTo>
                    <a:pt x="10252" y="3284"/>
                  </a:lnTo>
                  <a:cubicBezTo>
                    <a:pt x="9820" y="-1148"/>
                    <a:pt x="4302" y="-933"/>
                    <a:pt x="2461" y="2960"/>
                  </a:cubicBezTo>
                  <a:cubicBezTo>
                    <a:pt x="1921" y="4693"/>
                    <a:pt x="-1870" y="9234"/>
                    <a:pt x="1165" y="12802"/>
                  </a:cubicBezTo>
                  <a:cubicBezTo>
                    <a:pt x="2785" y="14206"/>
                    <a:pt x="6252" y="21127"/>
                    <a:pt x="8525" y="16803"/>
                  </a:cubicBezTo>
                  <a:lnTo>
                    <a:pt x="8525" y="169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0BF9B54-FA41-6FF4-5353-5ACB12F7DEF6}"/>
                </a:ext>
              </a:extLst>
            </p:cNvPr>
            <p:cNvSpPr/>
            <p:nvPr/>
          </p:nvSpPr>
          <p:spPr>
            <a:xfrm>
              <a:off x="3027449" y="4366543"/>
              <a:ext cx="6641" cy="5854"/>
            </a:xfrm>
            <a:custGeom>
              <a:avLst/>
              <a:gdLst>
                <a:gd name="csX0" fmla="*/ 4840 w 7659"/>
                <a:gd name="csY0" fmla="*/ 0 h 6751"/>
                <a:gd name="csX1" fmla="*/ 3761 w 7659"/>
                <a:gd name="csY1" fmla="*/ 0 h 6751"/>
                <a:gd name="csX2" fmla="*/ 78 w 7659"/>
                <a:gd name="csY2" fmla="*/ 4007 h 6751"/>
                <a:gd name="csX3" fmla="*/ 4840 w 7659"/>
                <a:gd name="csY3" fmla="*/ 6706 h 6751"/>
                <a:gd name="csX4" fmla="*/ 7660 w 7659"/>
                <a:gd name="csY4" fmla="*/ 2705 h 6751"/>
                <a:gd name="csX5" fmla="*/ 4840 w 7659"/>
                <a:gd name="csY5" fmla="*/ 0 h 6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59" h="6751">
                  <a:moveTo>
                    <a:pt x="4840" y="0"/>
                  </a:moveTo>
                  <a:lnTo>
                    <a:pt x="3761" y="0"/>
                  </a:lnTo>
                  <a:cubicBezTo>
                    <a:pt x="294" y="0"/>
                    <a:pt x="78" y="4007"/>
                    <a:pt x="78" y="4007"/>
                  </a:cubicBezTo>
                  <a:cubicBezTo>
                    <a:pt x="-678" y="7576"/>
                    <a:pt x="4301" y="6598"/>
                    <a:pt x="4840" y="6706"/>
                  </a:cubicBezTo>
                  <a:cubicBezTo>
                    <a:pt x="8200" y="6706"/>
                    <a:pt x="7438" y="3245"/>
                    <a:pt x="7660" y="2705"/>
                  </a:cubicBezTo>
                  <a:cubicBezTo>
                    <a:pt x="7660" y="1194"/>
                    <a:pt x="6358" y="0"/>
                    <a:pt x="4840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311154B9-0C47-CAC0-3EDD-2663F1BCAAC2}"/>
                </a:ext>
              </a:extLst>
            </p:cNvPr>
            <p:cNvSpPr/>
            <p:nvPr/>
          </p:nvSpPr>
          <p:spPr>
            <a:xfrm>
              <a:off x="3035334" y="4374329"/>
              <a:ext cx="6636" cy="5877"/>
            </a:xfrm>
            <a:custGeom>
              <a:avLst/>
              <a:gdLst>
                <a:gd name="csX0" fmla="*/ 4840 w 7653"/>
                <a:gd name="csY0" fmla="*/ 108 h 6778"/>
                <a:gd name="csX1" fmla="*/ 3761 w 7653"/>
                <a:gd name="csY1" fmla="*/ 108 h 6778"/>
                <a:gd name="csX2" fmla="*/ 78 w 7653"/>
                <a:gd name="csY2" fmla="*/ 4109 h 6778"/>
                <a:gd name="csX3" fmla="*/ 4840 w 7653"/>
                <a:gd name="csY3" fmla="*/ 6706 h 6778"/>
                <a:gd name="csX4" fmla="*/ 7654 w 7653"/>
                <a:gd name="csY4" fmla="*/ 2705 h 6778"/>
                <a:gd name="csX5" fmla="*/ 4840 w 7653"/>
                <a:gd name="csY5" fmla="*/ 0 h 6778"/>
                <a:gd name="csX6" fmla="*/ 4840 w 7653"/>
                <a:gd name="csY6" fmla="*/ 108 h 6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53" h="6778">
                  <a:moveTo>
                    <a:pt x="4840" y="108"/>
                  </a:moveTo>
                  <a:lnTo>
                    <a:pt x="3761" y="108"/>
                  </a:lnTo>
                  <a:cubicBezTo>
                    <a:pt x="294" y="108"/>
                    <a:pt x="78" y="4109"/>
                    <a:pt x="78" y="4109"/>
                  </a:cubicBezTo>
                  <a:cubicBezTo>
                    <a:pt x="-678" y="7677"/>
                    <a:pt x="4301" y="6598"/>
                    <a:pt x="4840" y="6706"/>
                  </a:cubicBezTo>
                  <a:cubicBezTo>
                    <a:pt x="8193" y="6706"/>
                    <a:pt x="7438" y="3245"/>
                    <a:pt x="7654" y="2705"/>
                  </a:cubicBezTo>
                  <a:cubicBezTo>
                    <a:pt x="7654" y="1188"/>
                    <a:pt x="6358" y="0"/>
                    <a:pt x="4840" y="0"/>
                  </a:cubicBezTo>
                  <a:lnTo>
                    <a:pt x="4840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CDB98B6F-6DA9-D19F-D4FA-600F00E23C26}"/>
                </a:ext>
              </a:extLst>
            </p:cNvPr>
            <p:cNvSpPr/>
            <p:nvPr/>
          </p:nvSpPr>
          <p:spPr>
            <a:xfrm>
              <a:off x="2960414" y="4350710"/>
              <a:ext cx="16329" cy="9183"/>
            </a:xfrm>
            <a:custGeom>
              <a:avLst/>
              <a:gdLst>
                <a:gd name="csX0" fmla="*/ 1516 w 18832"/>
                <a:gd name="csY0" fmla="*/ 3344 h 10591"/>
                <a:gd name="csX1" fmla="*/ 2380 w 18832"/>
                <a:gd name="csY1" fmla="*/ 10475 h 10591"/>
                <a:gd name="csX2" fmla="*/ 18833 w 18832"/>
                <a:gd name="csY2" fmla="*/ 3236 h 10591"/>
                <a:gd name="csX3" fmla="*/ 15473 w 18832"/>
                <a:gd name="csY3" fmla="*/ 99 h 10591"/>
                <a:gd name="csX4" fmla="*/ 1516 w 18832"/>
                <a:gd name="csY4" fmla="*/ 3344 h 10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32" h="10591">
                  <a:moveTo>
                    <a:pt x="1516" y="3344"/>
                  </a:moveTo>
                  <a:cubicBezTo>
                    <a:pt x="1294" y="4747"/>
                    <a:pt x="-2275" y="11561"/>
                    <a:pt x="2380" y="10475"/>
                  </a:cubicBezTo>
                  <a:cubicBezTo>
                    <a:pt x="15258" y="7237"/>
                    <a:pt x="18833" y="7237"/>
                    <a:pt x="18833" y="3236"/>
                  </a:cubicBezTo>
                  <a:cubicBezTo>
                    <a:pt x="18833" y="1503"/>
                    <a:pt x="17315" y="99"/>
                    <a:pt x="15473" y="99"/>
                  </a:cubicBezTo>
                  <a:cubicBezTo>
                    <a:pt x="10063" y="639"/>
                    <a:pt x="3028" y="-1742"/>
                    <a:pt x="1516" y="3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60B19C6F-AE09-C87A-2FB2-B4205CD8AA3C}"/>
                </a:ext>
              </a:extLst>
            </p:cNvPr>
            <p:cNvSpPr/>
            <p:nvPr/>
          </p:nvSpPr>
          <p:spPr>
            <a:xfrm>
              <a:off x="2887589" y="4327234"/>
              <a:ext cx="52941" cy="20755"/>
            </a:xfrm>
            <a:custGeom>
              <a:avLst/>
              <a:gdLst>
                <a:gd name="csX0" fmla="*/ 103 w 61055"/>
                <a:gd name="csY0" fmla="*/ 20468 h 23936"/>
                <a:gd name="csX1" fmla="*/ 41340 w 61055"/>
                <a:gd name="csY1" fmla="*/ 23821 h 23936"/>
                <a:gd name="csX2" fmla="*/ 58117 w 61055"/>
                <a:gd name="csY2" fmla="*/ 15597 h 23936"/>
                <a:gd name="csX3" fmla="*/ 61037 w 61055"/>
                <a:gd name="csY3" fmla="*/ 8352 h 23936"/>
                <a:gd name="csX4" fmla="*/ 51297 w 61055"/>
                <a:gd name="csY4" fmla="*/ 999 h 23936"/>
                <a:gd name="csX5" fmla="*/ 5945 w 61055"/>
                <a:gd name="csY5" fmla="*/ 2409 h 23936"/>
                <a:gd name="csX6" fmla="*/ 103 w 61055"/>
                <a:gd name="csY6" fmla="*/ 20468 h 23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055" h="23936">
                  <a:moveTo>
                    <a:pt x="103" y="20468"/>
                  </a:moveTo>
                  <a:cubicBezTo>
                    <a:pt x="-545" y="24900"/>
                    <a:pt x="643" y="23821"/>
                    <a:pt x="41340" y="23821"/>
                  </a:cubicBezTo>
                  <a:cubicBezTo>
                    <a:pt x="45778" y="23821"/>
                    <a:pt x="48807" y="21332"/>
                    <a:pt x="58117" y="15597"/>
                  </a:cubicBezTo>
                  <a:cubicBezTo>
                    <a:pt x="61799" y="13331"/>
                    <a:pt x="60930" y="9006"/>
                    <a:pt x="61037" y="8352"/>
                  </a:cubicBezTo>
                  <a:cubicBezTo>
                    <a:pt x="61037" y="3272"/>
                    <a:pt x="51297" y="999"/>
                    <a:pt x="51297" y="999"/>
                  </a:cubicBezTo>
                  <a:cubicBezTo>
                    <a:pt x="47080" y="-728"/>
                    <a:pt x="47188" y="-188"/>
                    <a:pt x="5945" y="2409"/>
                  </a:cubicBezTo>
                  <a:cubicBezTo>
                    <a:pt x="1621" y="2625"/>
                    <a:pt x="2160" y="5977"/>
                    <a:pt x="103" y="204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9170AEE2-F578-2F35-6B11-133E7EDB2C5A}"/>
                </a:ext>
              </a:extLst>
            </p:cNvPr>
            <p:cNvSpPr/>
            <p:nvPr/>
          </p:nvSpPr>
          <p:spPr>
            <a:xfrm>
              <a:off x="2409509" y="4690013"/>
              <a:ext cx="10495" cy="13386"/>
            </a:xfrm>
            <a:custGeom>
              <a:avLst/>
              <a:gdLst>
                <a:gd name="csX0" fmla="*/ 2055 w 12104"/>
                <a:gd name="csY0" fmla="*/ 1438 h 15438"/>
                <a:gd name="csX1" fmla="*/ 1401 w 12104"/>
                <a:gd name="csY1" fmla="*/ 9763 h 15438"/>
                <a:gd name="csX2" fmla="*/ 10926 w 12104"/>
                <a:gd name="csY2" fmla="*/ 13979 h 15438"/>
                <a:gd name="csX3" fmla="*/ 11580 w 12104"/>
                <a:gd name="csY3" fmla="*/ 12684 h 15438"/>
                <a:gd name="csX4" fmla="*/ 11034 w 12104"/>
                <a:gd name="csY4" fmla="*/ 7166 h 15438"/>
                <a:gd name="csX5" fmla="*/ 2055 w 12104"/>
                <a:gd name="csY5" fmla="*/ 1438 h 1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04" h="15438">
                  <a:moveTo>
                    <a:pt x="2055" y="1438"/>
                  </a:moveTo>
                  <a:cubicBezTo>
                    <a:pt x="1725" y="2518"/>
                    <a:pt x="-1952" y="6734"/>
                    <a:pt x="1401" y="9763"/>
                  </a:cubicBezTo>
                  <a:cubicBezTo>
                    <a:pt x="4106" y="11497"/>
                    <a:pt x="8436" y="18412"/>
                    <a:pt x="10926" y="13979"/>
                  </a:cubicBezTo>
                  <a:lnTo>
                    <a:pt x="11580" y="12684"/>
                  </a:lnTo>
                  <a:cubicBezTo>
                    <a:pt x="12443" y="11058"/>
                    <a:pt x="12227" y="8575"/>
                    <a:pt x="11034" y="7166"/>
                  </a:cubicBezTo>
                  <a:cubicBezTo>
                    <a:pt x="8221" y="4683"/>
                    <a:pt x="4436" y="-3210"/>
                    <a:pt x="2055" y="14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3D32DCF7-7A27-232F-74E6-B792B30EF093}"/>
                </a:ext>
              </a:extLst>
            </p:cNvPr>
            <p:cNvSpPr/>
            <p:nvPr/>
          </p:nvSpPr>
          <p:spPr>
            <a:xfrm>
              <a:off x="2378254" y="4623491"/>
              <a:ext cx="183760" cy="77733"/>
            </a:xfrm>
            <a:custGeom>
              <a:avLst/>
              <a:gdLst>
                <a:gd name="csX0" fmla="*/ 8871 w 211924"/>
                <a:gd name="csY0" fmla="*/ 9163 h 89647"/>
                <a:gd name="csX1" fmla="*/ 0 w 211924"/>
                <a:gd name="csY1" fmla="*/ 8407 h 89647"/>
                <a:gd name="csX2" fmla="*/ 0 w 211924"/>
                <a:gd name="csY2" fmla="*/ 26359 h 89647"/>
                <a:gd name="csX3" fmla="*/ 8007 w 211924"/>
                <a:gd name="csY3" fmla="*/ 32087 h 89647"/>
                <a:gd name="csX4" fmla="*/ 3137 w 211924"/>
                <a:gd name="csY4" fmla="*/ 48418 h 89647"/>
                <a:gd name="csX5" fmla="*/ 3569 w 211924"/>
                <a:gd name="csY5" fmla="*/ 50146 h 89647"/>
                <a:gd name="csX6" fmla="*/ 6382 w 211924"/>
                <a:gd name="csY6" fmla="*/ 49390 h 89647"/>
                <a:gd name="csX7" fmla="*/ 29654 w 211924"/>
                <a:gd name="csY7" fmla="*/ 53607 h 89647"/>
                <a:gd name="csX8" fmla="*/ 45244 w 211924"/>
                <a:gd name="csY8" fmla="*/ 59233 h 89647"/>
                <a:gd name="csX9" fmla="*/ 52388 w 211924"/>
                <a:gd name="csY9" fmla="*/ 72853 h 89647"/>
                <a:gd name="csX10" fmla="*/ 61805 w 211924"/>
                <a:gd name="csY10" fmla="*/ 72638 h 89647"/>
                <a:gd name="csX11" fmla="*/ 61805 w 211924"/>
                <a:gd name="csY11" fmla="*/ 69723 h 89647"/>
                <a:gd name="csX12" fmla="*/ 69920 w 211924"/>
                <a:gd name="csY12" fmla="*/ 69507 h 89647"/>
                <a:gd name="csX13" fmla="*/ 80201 w 211924"/>
                <a:gd name="csY13" fmla="*/ 89618 h 89647"/>
                <a:gd name="csX14" fmla="*/ 94272 w 211924"/>
                <a:gd name="csY14" fmla="*/ 85725 h 89647"/>
                <a:gd name="csX15" fmla="*/ 100006 w 211924"/>
                <a:gd name="csY15" fmla="*/ 81401 h 89647"/>
                <a:gd name="csX16" fmla="*/ 109099 w 211924"/>
                <a:gd name="csY16" fmla="*/ 79235 h 89647"/>
                <a:gd name="csX17" fmla="*/ 106610 w 211924"/>
                <a:gd name="csY17" fmla="*/ 74479 h 89647"/>
                <a:gd name="csX18" fmla="*/ 92431 w 211924"/>
                <a:gd name="csY18" fmla="*/ 59880 h 89647"/>
                <a:gd name="csX19" fmla="*/ 91351 w 211924"/>
                <a:gd name="csY19" fmla="*/ 51663 h 89647"/>
                <a:gd name="csX20" fmla="*/ 97409 w 211924"/>
                <a:gd name="csY20" fmla="*/ 48958 h 89647"/>
                <a:gd name="csX21" fmla="*/ 103581 w 211924"/>
                <a:gd name="csY21" fmla="*/ 47555 h 89647"/>
                <a:gd name="csX22" fmla="*/ 114294 w 211924"/>
                <a:gd name="csY22" fmla="*/ 40633 h 89647"/>
                <a:gd name="csX23" fmla="*/ 117221 w 211924"/>
                <a:gd name="csY23" fmla="*/ 33604 h 89647"/>
                <a:gd name="csX24" fmla="*/ 120142 w 211924"/>
                <a:gd name="csY24" fmla="*/ 28410 h 89647"/>
                <a:gd name="csX25" fmla="*/ 133667 w 211924"/>
                <a:gd name="csY25" fmla="*/ 22790 h 89647"/>
                <a:gd name="csX26" fmla="*/ 150552 w 211924"/>
                <a:gd name="csY26" fmla="*/ 27978 h 89647"/>
                <a:gd name="csX27" fmla="*/ 160407 w 211924"/>
                <a:gd name="csY27" fmla="*/ 34684 h 89647"/>
                <a:gd name="csX28" fmla="*/ 164192 w 211924"/>
                <a:gd name="csY28" fmla="*/ 41713 h 89647"/>
                <a:gd name="csX29" fmla="*/ 171228 w 211924"/>
                <a:gd name="csY29" fmla="*/ 45930 h 89647"/>
                <a:gd name="csX30" fmla="*/ 176854 w 211924"/>
                <a:gd name="csY30" fmla="*/ 45174 h 89647"/>
                <a:gd name="csX31" fmla="*/ 177940 w 211924"/>
                <a:gd name="csY31" fmla="*/ 45714 h 89647"/>
                <a:gd name="csX32" fmla="*/ 179019 w 211924"/>
                <a:gd name="csY32" fmla="*/ 49822 h 89647"/>
                <a:gd name="csX33" fmla="*/ 170040 w 211924"/>
                <a:gd name="csY33" fmla="*/ 57607 h 89647"/>
                <a:gd name="csX34" fmla="*/ 169818 w 211924"/>
                <a:gd name="csY34" fmla="*/ 57607 h 89647"/>
                <a:gd name="csX35" fmla="*/ 168091 w 211924"/>
                <a:gd name="csY35" fmla="*/ 60636 h 89647"/>
                <a:gd name="csX36" fmla="*/ 182163 w 211924"/>
                <a:gd name="csY36" fmla="*/ 83998 h 89647"/>
                <a:gd name="csX37" fmla="*/ 185947 w 211924"/>
                <a:gd name="csY37" fmla="*/ 87344 h 89647"/>
                <a:gd name="csX38" fmla="*/ 193631 w 211924"/>
                <a:gd name="csY38" fmla="*/ 72206 h 89647"/>
                <a:gd name="csX39" fmla="*/ 201320 w 211924"/>
                <a:gd name="csY39" fmla="*/ 77724 h 89647"/>
                <a:gd name="csX40" fmla="*/ 211925 w 211924"/>
                <a:gd name="csY40" fmla="*/ 62801 h 89647"/>
                <a:gd name="csX41" fmla="*/ 201752 w 211924"/>
                <a:gd name="csY41" fmla="*/ 46469 h 89647"/>
                <a:gd name="csX42" fmla="*/ 209220 w 211924"/>
                <a:gd name="csY42" fmla="*/ 38468 h 89647"/>
                <a:gd name="csX43" fmla="*/ 206407 w 211924"/>
                <a:gd name="csY43" fmla="*/ 36849 h 89647"/>
                <a:gd name="csX44" fmla="*/ 198831 w 211924"/>
                <a:gd name="csY44" fmla="*/ 31870 h 89647"/>
                <a:gd name="csX45" fmla="*/ 188760 w 211924"/>
                <a:gd name="csY45" fmla="*/ 19329 h 89647"/>
                <a:gd name="csX46" fmla="*/ 161379 w 211924"/>
                <a:gd name="csY46" fmla="*/ 6458 h 89647"/>
                <a:gd name="csX47" fmla="*/ 145358 w 211924"/>
                <a:gd name="csY47" fmla="*/ 4191 h 89647"/>
                <a:gd name="csX48" fmla="*/ 143084 w 211924"/>
                <a:gd name="csY48" fmla="*/ 1486 h 89647"/>
                <a:gd name="csX49" fmla="*/ 121221 w 211924"/>
                <a:gd name="csY49" fmla="*/ 1702 h 89647"/>
                <a:gd name="csX50" fmla="*/ 106394 w 211924"/>
                <a:gd name="csY50" fmla="*/ 13487 h 89647"/>
                <a:gd name="csX51" fmla="*/ 90703 w 211924"/>
                <a:gd name="csY51" fmla="*/ 19113 h 89647"/>
                <a:gd name="csX52" fmla="*/ 65049 w 211924"/>
                <a:gd name="csY52" fmla="*/ 30359 h 89647"/>
                <a:gd name="csX53" fmla="*/ 48057 w 211924"/>
                <a:gd name="csY53" fmla="*/ 27114 h 89647"/>
                <a:gd name="csX54" fmla="*/ 41345 w 211924"/>
                <a:gd name="csY54" fmla="*/ 20301 h 89647"/>
                <a:gd name="csX55" fmla="*/ 39395 w 211924"/>
                <a:gd name="csY55" fmla="*/ 21926 h 89647"/>
                <a:gd name="csX56" fmla="*/ 37122 w 211924"/>
                <a:gd name="csY56" fmla="*/ 26574 h 89647"/>
                <a:gd name="csX57" fmla="*/ 26949 w 211924"/>
                <a:gd name="csY57" fmla="*/ 23114 h 89647"/>
                <a:gd name="csX58" fmla="*/ 25870 w 211924"/>
                <a:gd name="csY58" fmla="*/ 21057 h 89647"/>
                <a:gd name="csX59" fmla="*/ 28791 w 211924"/>
                <a:gd name="csY59" fmla="*/ 17596 h 89647"/>
                <a:gd name="csX60" fmla="*/ 30956 w 211924"/>
                <a:gd name="csY60" fmla="*/ 13811 h 89647"/>
                <a:gd name="csX61" fmla="*/ 14503 w 211924"/>
                <a:gd name="csY61" fmla="*/ 3105 h 89647"/>
                <a:gd name="csX62" fmla="*/ 14288 w 211924"/>
                <a:gd name="csY62" fmla="*/ 3321 h 89647"/>
                <a:gd name="csX63" fmla="*/ 9093 w 211924"/>
                <a:gd name="csY63" fmla="*/ 9055 h 89647"/>
                <a:gd name="csX64" fmla="*/ 8871 w 211924"/>
                <a:gd name="csY64" fmla="*/ 9163 h 8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1924" h="89647">
                  <a:moveTo>
                    <a:pt x="8871" y="9163"/>
                  </a:moveTo>
                  <a:lnTo>
                    <a:pt x="0" y="8407"/>
                  </a:lnTo>
                  <a:lnTo>
                    <a:pt x="0" y="26359"/>
                  </a:lnTo>
                  <a:lnTo>
                    <a:pt x="8007" y="32087"/>
                  </a:lnTo>
                  <a:lnTo>
                    <a:pt x="3137" y="48418"/>
                  </a:lnTo>
                  <a:lnTo>
                    <a:pt x="3569" y="50146"/>
                  </a:lnTo>
                  <a:cubicBezTo>
                    <a:pt x="4115" y="49390"/>
                    <a:pt x="4978" y="48958"/>
                    <a:pt x="6382" y="49390"/>
                  </a:cubicBezTo>
                  <a:cubicBezTo>
                    <a:pt x="24028" y="54254"/>
                    <a:pt x="26194" y="55556"/>
                    <a:pt x="29654" y="53607"/>
                  </a:cubicBezTo>
                  <a:cubicBezTo>
                    <a:pt x="33661" y="51447"/>
                    <a:pt x="43834" y="54800"/>
                    <a:pt x="45244" y="59233"/>
                  </a:cubicBezTo>
                  <a:cubicBezTo>
                    <a:pt x="48057" y="68097"/>
                    <a:pt x="48381" y="71450"/>
                    <a:pt x="52388" y="72853"/>
                  </a:cubicBezTo>
                  <a:cubicBezTo>
                    <a:pt x="54985" y="73291"/>
                    <a:pt x="61474" y="77616"/>
                    <a:pt x="61805" y="72638"/>
                  </a:cubicBezTo>
                  <a:lnTo>
                    <a:pt x="61805" y="69723"/>
                  </a:lnTo>
                  <a:cubicBezTo>
                    <a:pt x="62128" y="65284"/>
                    <a:pt x="68510" y="65392"/>
                    <a:pt x="69920" y="69507"/>
                  </a:cubicBezTo>
                  <a:cubicBezTo>
                    <a:pt x="75438" y="85941"/>
                    <a:pt x="75654" y="90049"/>
                    <a:pt x="80201" y="89618"/>
                  </a:cubicBezTo>
                  <a:cubicBezTo>
                    <a:pt x="85287" y="88754"/>
                    <a:pt x="91783" y="90373"/>
                    <a:pt x="94272" y="85725"/>
                  </a:cubicBezTo>
                  <a:cubicBezTo>
                    <a:pt x="94812" y="85077"/>
                    <a:pt x="95790" y="81292"/>
                    <a:pt x="100006" y="81401"/>
                  </a:cubicBezTo>
                  <a:cubicBezTo>
                    <a:pt x="102387" y="81185"/>
                    <a:pt x="109315" y="82696"/>
                    <a:pt x="109099" y="79235"/>
                  </a:cubicBezTo>
                  <a:cubicBezTo>
                    <a:pt x="109099" y="77940"/>
                    <a:pt x="107912" y="75774"/>
                    <a:pt x="106610" y="74479"/>
                  </a:cubicBezTo>
                  <a:lnTo>
                    <a:pt x="92431" y="59880"/>
                  </a:lnTo>
                  <a:cubicBezTo>
                    <a:pt x="89510" y="56851"/>
                    <a:pt x="91351" y="51009"/>
                    <a:pt x="91351" y="51663"/>
                  </a:cubicBezTo>
                  <a:cubicBezTo>
                    <a:pt x="92215" y="47771"/>
                    <a:pt x="97955" y="48850"/>
                    <a:pt x="97409" y="48958"/>
                  </a:cubicBezTo>
                  <a:cubicBezTo>
                    <a:pt x="99251" y="49174"/>
                    <a:pt x="102064" y="48527"/>
                    <a:pt x="103581" y="47555"/>
                  </a:cubicBezTo>
                  <a:lnTo>
                    <a:pt x="114294" y="40633"/>
                  </a:lnTo>
                  <a:cubicBezTo>
                    <a:pt x="117653" y="38468"/>
                    <a:pt x="117437" y="32956"/>
                    <a:pt x="117221" y="33604"/>
                  </a:cubicBezTo>
                  <a:cubicBezTo>
                    <a:pt x="117221" y="31763"/>
                    <a:pt x="118624" y="29387"/>
                    <a:pt x="120142" y="28410"/>
                  </a:cubicBezTo>
                  <a:cubicBezTo>
                    <a:pt x="124581" y="26143"/>
                    <a:pt x="128689" y="21272"/>
                    <a:pt x="133667" y="22790"/>
                  </a:cubicBezTo>
                  <a:lnTo>
                    <a:pt x="150552" y="27978"/>
                  </a:lnTo>
                  <a:cubicBezTo>
                    <a:pt x="155207" y="29387"/>
                    <a:pt x="160947" y="35115"/>
                    <a:pt x="160407" y="34684"/>
                  </a:cubicBezTo>
                  <a:cubicBezTo>
                    <a:pt x="163436" y="37281"/>
                    <a:pt x="164408" y="42361"/>
                    <a:pt x="164192" y="41713"/>
                  </a:cubicBezTo>
                  <a:cubicBezTo>
                    <a:pt x="165278" y="45930"/>
                    <a:pt x="167875" y="48850"/>
                    <a:pt x="171228" y="45930"/>
                  </a:cubicBezTo>
                  <a:cubicBezTo>
                    <a:pt x="171767" y="45714"/>
                    <a:pt x="174041" y="43770"/>
                    <a:pt x="176854" y="45174"/>
                  </a:cubicBezTo>
                  <a:lnTo>
                    <a:pt x="177940" y="45714"/>
                  </a:lnTo>
                  <a:cubicBezTo>
                    <a:pt x="179673" y="46577"/>
                    <a:pt x="180105" y="48418"/>
                    <a:pt x="179019" y="49822"/>
                  </a:cubicBezTo>
                  <a:cubicBezTo>
                    <a:pt x="177184" y="51879"/>
                    <a:pt x="174911" y="57391"/>
                    <a:pt x="170040" y="57607"/>
                  </a:cubicBezTo>
                  <a:lnTo>
                    <a:pt x="169818" y="57607"/>
                  </a:lnTo>
                  <a:cubicBezTo>
                    <a:pt x="167983" y="57607"/>
                    <a:pt x="167221" y="59017"/>
                    <a:pt x="168091" y="60636"/>
                  </a:cubicBezTo>
                  <a:cubicBezTo>
                    <a:pt x="177940" y="78695"/>
                    <a:pt x="178803" y="81077"/>
                    <a:pt x="182163" y="83998"/>
                  </a:cubicBezTo>
                  <a:lnTo>
                    <a:pt x="185947" y="87344"/>
                  </a:lnTo>
                  <a:lnTo>
                    <a:pt x="193631" y="72206"/>
                  </a:lnTo>
                  <a:lnTo>
                    <a:pt x="201320" y="77724"/>
                  </a:lnTo>
                  <a:lnTo>
                    <a:pt x="211925" y="62801"/>
                  </a:lnTo>
                  <a:lnTo>
                    <a:pt x="201752" y="46469"/>
                  </a:lnTo>
                  <a:lnTo>
                    <a:pt x="209220" y="38468"/>
                  </a:lnTo>
                  <a:cubicBezTo>
                    <a:pt x="208242" y="37820"/>
                    <a:pt x="207378" y="37281"/>
                    <a:pt x="206407" y="36849"/>
                  </a:cubicBezTo>
                  <a:cubicBezTo>
                    <a:pt x="205753" y="36525"/>
                    <a:pt x="201213" y="35655"/>
                    <a:pt x="198831" y="31870"/>
                  </a:cubicBezTo>
                  <a:cubicBezTo>
                    <a:pt x="195040" y="26035"/>
                    <a:pt x="192767" y="21488"/>
                    <a:pt x="188760" y="19329"/>
                  </a:cubicBezTo>
                  <a:cubicBezTo>
                    <a:pt x="168846" y="8623"/>
                    <a:pt x="166033" y="6458"/>
                    <a:pt x="161379" y="6458"/>
                  </a:cubicBezTo>
                  <a:cubicBezTo>
                    <a:pt x="152609" y="6458"/>
                    <a:pt x="143631" y="7652"/>
                    <a:pt x="145358" y="4191"/>
                  </a:cubicBezTo>
                  <a:cubicBezTo>
                    <a:pt x="146012" y="2889"/>
                    <a:pt x="144926" y="1702"/>
                    <a:pt x="143084" y="1486"/>
                  </a:cubicBezTo>
                  <a:cubicBezTo>
                    <a:pt x="127502" y="-25"/>
                    <a:pt x="124689" y="-1003"/>
                    <a:pt x="121221" y="1702"/>
                  </a:cubicBezTo>
                  <a:lnTo>
                    <a:pt x="106394" y="13487"/>
                  </a:lnTo>
                  <a:cubicBezTo>
                    <a:pt x="102387" y="16732"/>
                    <a:pt x="90049" y="19329"/>
                    <a:pt x="90703" y="19113"/>
                  </a:cubicBezTo>
                  <a:cubicBezTo>
                    <a:pt x="81826" y="21488"/>
                    <a:pt x="71869" y="30791"/>
                    <a:pt x="65049" y="30359"/>
                  </a:cubicBezTo>
                  <a:cubicBezTo>
                    <a:pt x="54223" y="29603"/>
                    <a:pt x="51194" y="29927"/>
                    <a:pt x="48057" y="27114"/>
                  </a:cubicBezTo>
                  <a:lnTo>
                    <a:pt x="41345" y="20301"/>
                  </a:lnTo>
                  <a:cubicBezTo>
                    <a:pt x="38640" y="17920"/>
                    <a:pt x="39179" y="22466"/>
                    <a:pt x="39395" y="21926"/>
                  </a:cubicBezTo>
                  <a:cubicBezTo>
                    <a:pt x="39611" y="23761"/>
                    <a:pt x="38964" y="26574"/>
                    <a:pt x="37122" y="26574"/>
                  </a:cubicBezTo>
                  <a:cubicBezTo>
                    <a:pt x="33445" y="26035"/>
                    <a:pt x="29115" y="27654"/>
                    <a:pt x="26949" y="23114"/>
                  </a:cubicBezTo>
                  <a:lnTo>
                    <a:pt x="25870" y="21057"/>
                  </a:lnTo>
                  <a:cubicBezTo>
                    <a:pt x="24244" y="17596"/>
                    <a:pt x="29331" y="17380"/>
                    <a:pt x="28791" y="17596"/>
                  </a:cubicBezTo>
                  <a:cubicBezTo>
                    <a:pt x="32252" y="17272"/>
                    <a:pt x="31064" y="13163"/>
                    <a:pt x="30956" y="13811"/>
                  </a:cubicBezTo>
                  <a:cubicBezTo>
                    <a:pt x="29546" y="9810"/>
                    <a:pt x="20999" y="6242"/>
                    <a:pt x="14503" y="3105"/>
                  </a:cubicBezTo>
                  <a:lnTo>
                    <a:pt x="14288" y="3321"/>
                  </a:lnTo>
                  <a:lnTo>
                    <a:pt x="9093" y="9055"/>
                  </a:lnTo>
                  <a:lnTo>
                    <a:pt x="8871" y="9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82EAB12E-F891-3482-43BC-0289517F4C9B}"/>
                </a:ext>
              </a:extLst>
            </p:cNvPr>
            <p:cNvSpPr/>
            <p:nvPr/>
          </p:nvSpPr>
          <p:spPr>
            <a:xfrm>
              <a:off x="2823361" y="4534274"/>
              <a:ext cx="16215" cy="13523"/>
            </a:xfrm>
            <a:custGeom>
              <a:avLst/>
              <a:gdLst>
                <a:gd name="csX0" fmla="*/ 146 w 18700"/>
                <a:gd name="csY0" fmla="*/ 999 h 15596"/>
                <a:gd name="csX1" fmla="*/ 4578 w 18700"/>
                <a:gd name="csY1" fmla="*/ 10511 h 15596"/>
                <a:gd name="csX2" fmla="*/ 15945 w 18700"/>
                <a:gd name="csY2" fmla="*/ 14404 h 15596"/>
                <a:gd name="csX3" fmla="*/ 17247 w 18700"/>
                <a:gd name="csY3" fmla="*/ 8352 h 15596"/>
                <a:gd name="csX4" fmla="*/ 38 w 18700"/>
                <a:gd name="csY4" fmla="*/ 999 h 15596"/>
                <a:gd name="csX5" fmla="*/ 146 w 18700"/>
                <a:gd name="csY5" fmla="*/ 999 h 15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00" h="15596">
                  <a:moveTo>
                    <a:pt x="146" y="999"/>
                  </a:moveTo>
                  <a:cubicBezTo>
                    <a:pt x="902" y="3050"/>
                    <a:pt x="578" y="7704"/>
                    <a:pt x="4578" y="10511"/>
                  </a:cubicBezTo>
                  <a:cubicBezTo>
                    <a:pt x="7937" y="12245"/>
                    <a:pt x="12376" y="18080"/>
                    <a:pt x="15945" y="14404"/>
                  </a:cubicBezTo>
                  <a:cubicBezTo>
                    <a:pt x="16269" y="13864"/>
                    <a:pt x="21031" y="10619"/>
                    <a:pt x="17247" y="8352"/>
                  </a:cubicBezTo>
                  <a:cubicBezTo>
                    <a:pt x="17247" y="8352"/>
                    <a:pt x="-940" y="-3440"/>
                    <a:pt x="38" y="999"/>
                  </a:cubicBezTo>
                  <a:lnTo>
                    <a:pt x="146" y="9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7CDA2AF4-1121-D8DF-F4E3-B946F7337E2E}"/>
                </a:ext>
              </a:extLst>
            </p:cNvPr>
            <p:cNvSpPr/>
            <p:nvPr/>
          </p:nvSpPr>
          <p:spPr>
            <a:xfrm>
              <a:off x="2849295" y="4535889"/>
              <a:ext cx="11812" cy="11506"/>
            </a:xfrm>
            <a:custGeom>
              <a:avLst/>
              <a:gdLst>
                <a:gd name="csX0" fmla="*/ 13202 w 13622"/>
                <a:gd name="csY0" fmla="*/ 4540 h 13270"/>
                <a:gd name="csX1" fmla="*/ 0 w 13622"/>
                <a:gd name="csY1" fmla="*/ 0 h 13270"/>
                <a:gd name="csX2" fmla="*/ 0 w 13622"/>
                <a:gd name="csY2" fmla="*/ 755 h 13270"/>
                <a:gd name="csX3" fmla="*/ 6166 w 13622"/>
                <a:gd name="csY3" fmla="*/ 12002 h 13270"/>
                <a:gd name="csX4" fmla="*/ 13094 w 13622"/>
                <a:gd name="csY4" fmla="*/ 4540 h 13270"/>
                <a:gd name="csX5" fmla="*/ 13202 w 13622"/>
                <a:gd name="csY5" fmla="*/ 4540 h 13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2" h="13270">
                  <a:moveTo>
                    <a:pt x="13202" y="4540"/>
                  </a:moveTo>
                  <a:cubicBezTo>
                    <a:pt x="15691" y="-216"/>
                    <a:pt x="6597" y="1295"/>
                    <a:pt x="0" y="0"/>
                  </a:cubicBezTo>
                  <a:lnTo>
                    <a:pt x="0" y="755"/>
                  </a:lnTo>
                  <a:lnTo>
                    <a:pt x="6166" y="12002"/>
                  </a:lnTo>
                  <a:cubicBezTo>
                    <a:pt x="8655" y="16542"/>
                    <a:pt x="11144" y="7677"/>
                    <a:pt x="13094" y="4540"/>
                  </a:cubicBezTo>
                  <a:lnTo>
                    <a:pt x="13202" y="4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16ABEBC3-987E-91EE-1B8F-E40320FDF0FE}"/>
                </a:ext>
              </a:extLst>
            </p:cNvPr>
            <p:cNvSpPr/>
            <p:nvPr/>
          </p:nvSpPr>
          <p:spPr>
            <a:xfrm>
              <a:off x="2895685" y="4549203"/>
              <a:ext cx="12552" cy="11056"/>
            </a:xfrm>
            <a:custGeom>
              <a:avLst/>
              <a:gdLst>
                <a:gd name="csX0" fmla="*/ 7764 w 14476"/>
                <a:gd name="csY0" fmla="*/ 12110 h 12750"/>
                <a:gd name="csX1" fmla="*/ 14476 w 14476"/>
                <a:gd name="csY1" fmla="*/ 0 h 12750"/>
                <a:gd name="csX2" fmla="*/ 13714 w 14476"/>
                <a:gd name="csY2" fmla="*/ 0 h 12750"/>
                <a:gd name="csX3" fmla="*/ 1484 w 14476"/>
                <a:gd name="csY3" fmla="*/ 4109 h 12750"/>
                <a:gd name="csX4" fmla="*/ 7764 w 14476"/>
                <a:gd name="csY4" fmla="*/ 12110 h 1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6" h="12750">
                  <a:moveTo>
                    <a:pt x="7764" y="12110"/>
                  </a:moveTo>
                  <a:cubicBezTo>
                    <a:pt x="12095" y="15246"/>
                    <a:pt x="12095" y="6166"/>
                    <a:pt x="14476" y="0"/>
                  </a:cubicBezTo>
                  <a:lnTo>
                    <a:pt x="13714" y="0"/>
                  </a:lnTo>
                  <a:lnTo>
                    <a:pt x="1484" y="4109"/>
                  </a:lnTo>
                  <a:cubicBezTo>
                    <a:pt x="-3386" y="5842"/>
                    <a:pt x="5059" y="9735"/>
                    <a:pt x="7764" y="121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67B310F2-0596-85D3-24CA-095EE9851A91}"/>
                </a:ext>
              </a:extLst>
            </p:cNvPr>
            <p:cNvSpPr/>
            <p:nvPr/>
          </p:nvSpPr>
          <p:spPr>
            <a:xfrm>
              <a:off x="2222463" y="4447935"/>
              <a:ext cx="146876" cy="141121"/>
            </a:xfrm>
            <a:custGeom>
              <a:avLst/>
              <a:gdLst>
                <a:gd name="csX0" fmla="*/ 148712 w 169387"/>
                <a:gd name="csY0" fmla="*/ 7785 h 162750"/>
                <a:gd name="csX1" fmla="*/ 119705 w 169387"/>
                <a:gd name="csY1" fmla="*/ 13627 h 162750"/>
                <a:gd name="csX2" fmla="*/ 107691 w 169387"/>
                <a:gd name="csY2" fmla="*/ 3569 h 162750"/>
                <a:gd name="csX3" fmla="*/ 99252 w 169387"/>
                <a:gd name="csY3" fmla="*/ 10706 h 162750"/>
                <a:gd name="csX4" fmla="*/ 97734 w 169387"/>
                <a:gd name="csY4" fmla="*/ 22815 h 162750"/>
                <a:gd name="csX5" fmla="*/ 73706 w 169387"/>
                <a:gd name="csY5" fmla="*/ 43148 h 162750"/>
                <a:gd name="csX6" fmla="*/ 61584 w 169387"/>
                <a:gd name="csY6" fmla="*/ 35255 h 162750"/>
                <a:gd name="csX7" fmla="*/ 50541 w 169387"/>
                <a:gd name="csY7" fmla="*/ 47256 h 162750"/>
                <a:gd name="csX8" fmla="*/ 35606 w 169387"/>
                <a:gd name="csY8" fmla="*/ 48552 h 162750"/>
                <a:gd name="csX9" fmla="*/ 37771 w 169387"/>
                <a:gd name="csY9" fmla="*/ 64236 h 162750"/>
                <a:gd name="csX10" fmla="*/ 28030 w 169387"/>
                <a:gd name="csY10" fmla="*/ 76238 h 162750"/>
                <a:gd name="csX11" fmla="*/ 14930 w 169387"/>
                <a:gd name="csY11" fmla="*/ 75482 h 162750"/>
                <a:gd name="csX12" fmla="*/ 14822 w 169387"/>
                <a:gd name="csY12" fmla="*/ 75482 h 162750"/>
                <a:gd name="csX13" fmla="*/ 13635 w 169387"/>
                <a:gd name="csY13" fmla="*/ 77426 h 162750"/>
                <a:gd name="csX14" fmla="*/ 7901 w 169387"/>
                <a:gd name="csY14" fmla="*/ 78079 h 162750"/>
                <a:gd name="csX15" fmla="*/ 865 w 169387"/>
                <a:gd name="csY15" fmla="*/ 77641 h 162750"/>
                <a:gd name="csX16" fmla="*/ 1189 w 169387"/>
                <a:gd name="csY16" fmla="*/ 81648 h 162750"/>
                <a:gd name="csX17" fmla="*/ 31167 w 169387"/>
                <a:gd name="csY17" fmla="*/ 104680 h 162750"/>
                <a:gd name="csX18" fmla="*/ 40692 w 169387"/>
                <a:gd name="csY18" fmla="*/ 118631 h 162750"/>
                <a:gd name="csX19" fmla="*/ 71756 w 169387"/>
                <a:gd name="csY19" fmla="*/ 147936 h 162750"/>
                <a:gd name="csX20" fmla="*/ 72626 w 169387"/>
                <a:gd name="csY20" fmla="*/ 150419 h 162750"/>
                <a:gd name="csX21" fmla="*/ 79332 w 169387"/>
                <a:gd name="csY21" fmla="*/ 147282 h 162750"/>
                <a:gd name="csX22" fmla="*/ 103684 w 169387"/>
                <a:gd name="csY22" fmla="*/ 156369 h 162750"/>
                <a:gd name="csX23" fmla="*/ 114295 w 169387"/>
                <a:gd name="csY23" fmla="*/ 149663 h 162750"/>
                <a:gd name="csX24" fmla="*/ 142108 w 169387"/>
                <a:gd name="csY24" fmla="*/ 162751 h 162750"/>
                <a:gd name="csX25" fmla="*/ 151525 w 169387"/>
                <a:gd name="csY25" fmla="*/ 155829 h 162750"/>
                <a:gd name="csX26" fmla="*/ 147740 w 169387"/>
                <a:gd name="csY26" fmla="*/ 152260 h 162750"/>
                <a:gd name="csX27" fmla="*/ 142762 w 169387"/>
                <a:gd name="csY27" fmla="*/ 141554 h 162750"/>
                <a:gd name="csX28" fmla="*/ 150446 w 169387"/>
                <a:gd name="csY28" fmla="*/ 123495 h 162750"/>
                <a:gd name="csX29" fmla="*/ 149798 w 169387"/>
                <a:gd name="csY29" fmla="*/ 111061 h 162750"/>
                <a:gd name="csX30" fmla="*/ 145899 w 169387"/>
                <a:gd name="csY30" fmla="*/ 96133 h 162750"/>
                <a:gd name="csX31" fmla="*/ 151633 w 169387"/>
                <a:gd name="csY31" fmla="*/ 95809 h 162750"/>
                <a:gd name="csX32" fmla="*/ 152827 w 169387"/>
                <a:gd name="csY32" fmla="*/ 98298 h 162750"/>
                <a:gd name="csX33" fmla="*/ 159755 w 169387"/>
                <a:gd name="csY33" fmla="*/ 95809 h 162750"/>
                <a:gd name="csX34" fmla="*/ 155748 w 169387"/>
                <a:gd name="csY34" fmla="*/ 50825 h 162750"/>
                <a:gd name="csX35" fmla="*/ 166790 w 169387"/>
                <a:gd name="csY35" fmla="*/ 24765 h 162750"/>
                <a:gd name="csX36" fmla="*/ 165273 w 169387"/>
                <a:gd name="csY36" fmla="*/ 6274 h 162750"/>
                <a:gd name="csX37" fmla="*/ 169388 w 169387"/>
                <a:gd name="csY37" fmla="*/ 0 h 162750"/>
                <a:gd name="csX38" fmla="*/ 156503 w 169387"/>
                <a:gd name="csY38" fmla="*/ 648 h 162750"/>
                <a:gd name="csX39" fmla="*/ 148280 w 169387"/>
                <a:gd name="csY39" fmla="*/ 8217 h 162750"/>
                <a:gd name="csX40" fmla="*/ 148712 w 169387"/>
                <a:gd name="csY40" fmla="*/ 7785 h 162750"/>
                <a:gd name="csX41" fmla="*/ 102821 w 169387"/>
                <a:gd name="csY41" fmla="*/ 142094 h 162750"/>
                <a:gd name="csX42" fmla="*/ 78684 w 169387"/>
                <a:gd name="csY42" fmla="*/ 137878 h 162750"/>
                <a:gd name="csX43" fmla="*/ 66130 w 169387"/>
                <a:gd name="csY43" fmla="*/ 111925 h 162750"/>
                <a:gd name="csX44" fmla="*/ 87561 w 169387"/>
                <a:gd name="csY44" fmla="*/ 114954 h 162750"/>
                <a:gd name="csX45" fmla="*/ 101525 w 169387"/>
                <a:gd name="csY45" fmla="*/ 130308 h 162750"/>
                <a:gd name="csX46" fmla="*/ 102821 w 169387"/>
                <a:gd name="csY46" fmla="*/ 142094 h 16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69387" h="162750">
                  <a:moveTo>
                    <a:pt x="148712" y="7785"/>
                  </a:moveTo>
                  <a:lnTo>
                    <a:pt x="119705" y="13627"/>
                  </a:lnTo>
                  <a:lnTo>
                    <a:pt x="107691" y="3569"/>
                  </a:lnTo>
                  <a:lnTo>
                    <a:pt x="99252" y="10706"/>
                  </a:lnTo>
                  <a:lnTo>
                    <a:pt x="97734" y="22815"/>
                  </a:lnTo>
                  <a:lnTo>
                    <a:pt x="73706" y="43148"/>
                  </a:lnTo>
                  <a:lnTo>
                    <a:pt x="61584" y="35255"/>
                  </a:lnTo>
                  <a:lnTo>
                    <a:pt x="50541" y="47256"/>
                  </a:lnTo>
                  <a:lnTo>
                    <a:pt x="35606" y="48552"/>
                  </a:lnTo>
                  <a:lnTo>
                    <a:pt x="37771" y="64236"/>
                  </a:lnTo>
                  <a:lnTo>
                    <a:pt x="28030" y="76238"/>
                  </a:lnTo>
                  <a:lnTo>
                    <a:pt x="14930" y="75482"/>
                  </a:lnTo>
                  <a:lnTo>
                    <a:pt x="14822" y="75482"/>
                  </a:lnTo>
                  <a:cubicBezTo>
                    <a:pt x="14822" y="76130"/>
                    <a:pt x="14390" y="76778"/>
                    <a:pt x="13635" y="77426"/>
                  </a:cubicBezTo>
                  <a:cubicBezTo>
                    <a:pt x="12987" y="77641"/>
                    <a:pt x="10822" y="79483"/>
                    <a:pt x="7901" y="78079"/>
                  </a:cubicBezTo>
                  <a:cubicBezTo>
                    <a:pt x="7247" y="77965"/>
                    <a:pt x="3786" y="75266"/>
                    <a:pt x="865" y="77641"/>
                  </a:cubicBezTo>
                  <a:cubicBezTo>
                    <a:pt x="-437" y="78727"/>
                    <a:pt x="-221" y="80454"/>
                    <a:pt x="1189" y="81648"/>
                  </a:cubicBezTo>
                  <a:lnTo>
                    <a:pt x="31167" y="104680"/>
                  </a:lnTo>
                  <a:cubicBezTo>
                    <a:pt x="35282" y="107817"/>
                    <a:pt x="41016" y="119278"/>
                    <a:pt x="40692" y="118631"/>
                  </a:cubicBezTo>
                  <a:cubicBezTo>
                    <a:pt x="43613" y="123711"/>
                    <a:pt x="72404" y="148475"/>
                    <a:pt x="71756" y="147936"/>
                  </a:cubicBezTo>
                  <a:cubicBezTo>
                    <a:pt x="72512" y="148584"/>
                    <a:pt x="72842" y="149555"/>
                    <a:pt x="72626" y="150419"/>
                  </a:cubicBezTo>
                  <a:lnTo>
                    <a:pt x="79332" y="147282"/>
                  </a:lnTo>
                  <a:lnTo>
                    <a:pt x="103684" y="156369"/>
                  </a:lnTo>
                  <a:lnTo>
                    <a:pt x="114295" y="149663"/>
                  </a:lnTo>
                  <a:lnTo>
                    <a:pt x="142108" y="162751"/>
                  </a:lnTo>
                  <a:lnTo>
                    <a:pt x="151525" y="155829"/>
                  </a:lnTo>
                  <a:cubicBezTo>
                    <a:pt x="149582" y="153448"/>
                    <a:pt x="147309" y="151828"/>
                    <a:pt x="147740" y="152260"/>
                  </a:cubicBezTo>
                  <a:cubicBezTo>
                    <a:pt x="143842" y="149339"/>
                    <a:pt x="142546" y="140907"/>
                    <a:pt x="142762" y="141554"/>
                  </a:cubicBezTo>
                  <a:cubicBezTo>
                    <a:pt x="140921" y="134956"/>
                    <a:pt x="150769" y="130956"/>
                    <a:pt x="150446" y="123495"/>
                  </a:cubicBezTo>
                  <a:lnTo>
                    <a:pt x="149798" y="111061"/>
                  </a:lnTo>
                  <a:cubicBezTo>
                    <a:pt x="149474" y="103378"/>
                    <a:pt x="141136" y="99809"/>
                    <a:pt x="145899" y="96133"/>
                  </a:cubicBezTo>
                  <a:cubicBezTo>
                    <a:pt x="146547" y="95917"/>
                    <a:pt x="149798" y="92024"/>
                    <a:pt x="151633" y="95809"/>
                  </a:cubicBezTo>
                  <a:lnTo>
                    <a:pt x="152827" y="98298"/>
                  </a:lnTo>
                  <a:cubicBezTo>
                    <a:pt x="154776" y="102298"/>
                    <a:pt x="160402" y="100139"/>
                    <a:pt x="159755" y="95809"/>
                  </a:cubicBezTo>
                  <a:cubicBezTo>
                    <a:pt x="154452" y="55689"/>
                    <a:pt x="153690" y="54826"/>
                    <a:pt x="155748" y="50825"/>
                  </a:cubicBezTo>
                  <a:cubicBezTo>
                    <a:pt x="166136" y="30823"/>
                    <a:pt x="167870" y="29089"/>
                    <a:pt x="166790" y="24765"/>
                  </a:cubicBezTo>
                  <a:cubicBezTo>
                    <a:pt x="163755" y="11569"/>
                    <a:pt x="162568" y="9411"/>
                    <a:pt x="165273" y="6274"/>
                  </a:cubicBezTo>
                  <a:cubicBezTo>
                    <a:pt x="165920" y="5086"/>
                    <a:pt x="169172" y="2705"/>
                    <a:pt x="169388" y="0"/>
                  </a:cubicBezTo>
                  <a:lnTo>
                    <a:pt x="156503" y="648"/>
                  </a:lnTo>
                  <a:lnTo>
                    <a:pt x="148280" y="8217"/>
                  </a:lnTo>
                  <a:lnTo>
                    <a:pt x="148712" y="7785"/>
                  </a:lnTo>
                  <a:close/>
                  <a:moveTo>
                    <a:pt x="102821" y="142094"/>
                  </a:moveTo>
                  <a:cubicBezTo>
                    <a:pt x="102605" y="146094"/>
                    <a:pt x="100007" y="144259"/>
                    <a:pt x="78684" y="137878"/>
                  </a:cubicBezTo>
                  <a:cubicBezTo>
                    <a:pt x="74785" y="136690"/>
                    <a:pt x="74893" y="134741"/>
                    <a:pt x="66130" y="111925"/>
                  </a:cubicBezTo>
                  <a:cubicBezTo>
                    <a:pt x="64613" y="108033"/>
                    <a:pt x="87561" y="114954"/>
                    <a:pt x="87561" y="114954"/>
                  </a:cubicBezTo>
                  <a:cubicBezTo>
                    <a:pt x="91346" y="116034"/>
                    <a:pt x="92648" y="118523"/>
                    <a:pt x="101525" y="130308"/>
                  </a:cubicBezTo>
                  <a:cubicBezTo>
                    <a:pt x="103906" y="133445"/>
                    <a:pt x="103036" y="137878"/>
                    <a:pt x="102821" y="142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19B4925D-10E5-3C7E-9640-B7CCE9B55D8C}"/>
                </a:ext>
              </a:extLst>
            </p:cNvPr>
            <p:cNvSpPr/>
            <p:nvPr/>
          </p:nvSpPr>
          <p:spPr>
            <a:xfrm>
              <a:off x="3083043" y="4451483"/>
              <a:ext cx="14219" cy="17111"/>
            </a:xfrm>
            <a:custGeom>
              <a:avLst/>
              <a:gdLst>
                <a:gd name="csX0" fmla="*/ 15946 w 16398"/>
                <a:gd name="csY0" fmla="*/ 17536 h 19733"/>
                <a:gd name="csX1" fmla="*/ 15407 w 16398"/>
                <a:gd name="csY1" fmla="*/ 11693 h 19733"/>
                <a:gd name="csX2" fmla="*/ 11514 w 16398"/>
                <a:gd name="csY2" fmla="*/ 5750 h 19733"/>
                <a:gd name="csX3" fmla="*/ 4586 w 16398"/>
                <a:gd name="csY3" fmla="*/ 124 h 19733"/>
                <a:gd name="csX4" fmla="*/ 256 w 16398"/>
                <a:gd name="csY4" fmla="*/ 7261 h 19733"/>
                <a:gd name="csX5" fmla="*/ 6644 w 16398"/>
                <a:gd name="csY5" fmla="*/ 18291 h 19733"/>
                <a:gd name="csX6" fmla="*/ 15946 w 16398"/>
                <a:gd name="csY6" fmla="*/ 17536 h 1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398" h="19733">
                  <a:moveTo>
                    <a:pt x="15946" y="17536"/>
                  </a:moveTo>
                  <a:cubicBezTo>
                    <a:pt x="16709" y="15808"/>
                    <a:pt x="16493" y="13211"/>
                    <a:pt x="15407" y="11693"/>
                  </a:cubicBezTo>
                  <a:lnTo>
                    <a:pt x="11514" y="5750"/>
                  </a:lnTo>
                  <a:cubicBezTo>
                    <a:pt x="9241" y="2181"/>
                    <a:pt x="3932" y="-200"/>
                    <a:pt x="4586" y="124"/>
                  </a:cubicBezTo>
                  <a:cubicBezTo>
                    <a:pt x="2961" y="-740"/>
                    <a:pt x="-1046" y="3045"/>
                    <a:pt x="256" y="7261"/>
                  </a:cubicBezTo>
                  <a:cubicBezTo>
                    <a:pt x="1773" y="10722"/>
                    <a:pt x="1773" y="16996"/>
                    <a:pt x="6644" y="18291"/>
                  </a:cubicBezTo>
                  <a:cubicBezTo>
                    <a:pt x="8479" y="18507"/>
                    <a:pt x="14111" y="21860"/>
                    <a:pt x="15946" y="175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4171523C-F112-C0AD-2406-B7BBF9DBF3ED}"/>
                </a:ext>
              </a:extLst>
            </p:cNvPr>
            <p:cNvSpPr/>
            <p:nvPr/>
          </p:nvSpPr>
          <p:spPr>
            <a:xfrm>
              <a:off x="2525056" y="4327271"/>
              <a:ext cx="71949" cy="28488"/>
            </a:xfrm>
            <a:custGeom>
              <a:avLst/>
              <a:gdLst>
                <a:gd name="csX0" fmla="*/ 74983 w 82976"/>
                <a:gd name="csY0" fmla="*/ 13612 h 32854"/>
                <a:gd name="csX1" fmla="*/ 58860 w 82976"/>
                <a:gd name="csY1" fmla="*/ 6691 h 32854"/>
                <a:gd name="csX2" fmla="*/ 52904 w 82976"/>
                <a:gd name="csY2" fmla="*/ 2367 h 32854"/>
                <a:gd name="csX3" fmla="*/ 15674 w 82976"/>
                <a:gd name="csY3" fmla="*/ 633 h 32854"/>
                <a:gd name="csX4" fmla="*/ 1818 w 82976"/>
                <a:gd name="csY4" fmla="*/ 6799 h 32854"/>
                <a:gd name="csX5" fmla="*/ 2034 w 82976"/>
                <a:gd name="csY5" fmla="*/ 12749 h 32854"/>
                <a:gd name="csX6" fmla="*/ 13832 w 82976"/>
                <a:gd name="csY6" fmla="*/ 16857 h 32854"/>
                <a:gd name="csX7" fmla="*/ 27040 w 82976"/>
                <a:gd name="csY7" fmla="*/ 27779 h 32854"/>
                <a:gd name="csX8" fmla="*/ 40134 w 82976"/>
                <a:gd name="csY8" fmla="*/ 29938 h 32854"/>
                <a:gd name="csX9" fmla="*/ 46738 w 82976"/>
                <a:gd name="csY9" fmla="*/ 31240 h 32854"/>
                <a:gd name="csX10" fmla="*/ 52580 w 82976"/>
                <a:gd name="csY10" fmla="*/ 25182 h 32854"/>
                <a:gd name="csX11" fmla="*/ 62105 w 82976"/>
                <a:gd name="csY11" fmla="*/ 25398 h 32854"/>
                <a:gd name="csX12" fmla="*/ 72385 w 82976"/>
                <a:gd name="csY12" fmla="*/ 28751 h 32854"/>
                <a:gd name="csX13" fmla="*/ 82565 w 82976"/>
                <a:gd name="csY13" fmla="*/ 22909 h 32854"/>
                <a:gd name="csX14" fmla="*/ 74983 w 82976"/>
                <a:gd name="csY14" fmla="*/ 13720 h 32854"/>
                <a:gd name="csX15" fmla="*/ 74983 w 82976"/>
                <a:gd name="csY15" fmla="*/ 13612 h 3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2976" h="32854">
                  <a:moveTo>
                    <a:pt x="74983" y="13612"/>
                  </a:moveTo>
                  <a:cubicBezTo>
                    <a:pt x="70004" y="12202"/>
                    <a:pt x="61349" y="10691"/>
                    <a:pt x="58860" y="6691"/>
                  </a:cubicBezTo>
                  <a:cubicBezTo>
                    <a:pt x="58320" y="6151"/>
                    <a:pt x="57018" y="2690"/>
                    <a:pt x="52904" y="2367"/>
                  </a:cubicBezTo>
                  <a:cubicBezTo>
                    <a:pt x="20760" y="-123"/>
                    <a:pt x="20004" y="-555"/>
                    <a:pt x="15674" y="633"/>
                  </a:cubicBezTo>
                  <a:cubicBezTo>
                    <a:pt x="15674" y="633"/>
                    <a:pt x="3875" y="3338"/>
                    <a:pt x="1818" y="6799"/>
                  </a:cubicBezTo>
                  <a:cubicBezTo>
                    <a:pt x="1602" y="7447"/>
                    <a:pt x="-2297" y="11987"/>
                    <a:pt x="2034" y="12749"/>
                  </a:cubicBezTo>
                  <a:cubicBezTo>
                    <a:pt x="7444" y="13612"/>
                    <a:pt x="11019" y="13828"/>
                    <a:pt x="13832" y="16857"/>
                  </a:cubicBezTo>
                  <a:cubicBezTo>
                    <a:pt x="19566" y="23232"/>
                    <a:pt x="22386" y="27779"/>
                    <a:pt x="27040" y="27779"/>
                  </a:cubicBezTo>
                  <a:cubicBezTo>
                    <a:pt x="30717" y="28103"/>
                    <a:pt x="36343" y="26693"/>
                    <a:pt x="40134" y="29938"/>
                  </a:cubicBezTo>
                  <a:cubicBezTo>
                    <a:pt x="40889" y="30370"/>
                    <a:pt x="44788" y="35348"/>
                    <a:pt x="46738" y="31240"/>
                  </a:cubicBezTo>
                  <a:cubicBezTo>
                    <a:pt x="47170" y="30592"/>
                    <a:pt x="48465" y="26046"/>
                    <a:pt x="52580" y="25182"/>
                  </a:cubicBezTo>
                  <a:cubicBezTo>
                    <a:pt x="53666" y="25182"/>
                    <a:pt x="58206" y="23125"/>
                    <a:pt x="62105" y="25398"/>
                  </a:cubicBezTo>
                  <a:cubicBezTo>
                    <a:pt x="63838" y="26262"/>
                    <a:pt x="67731" y="29830"/>
                    <a:pt x="72385" y="28751"/>
                  </a:cubicBezTo>
                  <a:cubicBezTo>
                    <a:pt x="76392" y="27240"/>
                    <a:pt x="84946" y="27563"/>
                    <a:pt x="82565" y="22909"/>
                  </a:cubicBezTo>
                  <a:cubicBezTo>
                    <a:pt x="80939" y="20426"/>
                    <a:pt x="79745" y="15016"/>
                    <a:pt x="74983" y="13720"/>
                  </a:cubicBezTo>
                  <a:lnTo>
                    <a:pt x="74983" y="13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73970F15-F375-B8C7-E4E1-1CAFF5C5F3AD}"/>
                </a:ext>
              </a:extLst>
            </p:cNvPr>
            <p:cNvSpPr/>
            <p:nvPr/>
          </p:nvSpPr>
          <p:spPr>
            <a:xfrm>
              <a:off x="2167839" y="4412144"/>
              <a:ext cx="202156" cy="101709"/>
            </a:xfrm>
            <a:custGeom>
              <a:avLst/>
              <a:gdLst>
                <a:gd name="csX0" fmla="*/ 6388 w 233140"/>
                <a:gd name="csY0" fmla="*/ 41061 h 117298"/>
                <a:gd name="csX1" fmla="*/ 0 w 233140"/>
                <a:gd name="csY1" fmla="*/ 65286 h 117298"/>
                <a:gd name="csX2" fmla="*/ 11582 w 233140"/>
                <a:gd name="csY2" fmla="*/ 67337 h 117298"/>
                <a:gd name="csX3" fmla="*/ 31172 w 233140"/>
                <a:gd name="csY3" fmla="*/ 87238 h 117298"/>
                <a:gd name="csX4" fmla="*/ 41021 w 233140"/>
                <a:gd name="csY4" fmla="*/ 87238 h 117298"/>
                <a:gd name="csX5" fmla="*/ 45244 w 233140"/>
                <a:gd name="csY5" fmla="*/ 79129 h 117298"/>
                <a:gd name="csX6" fmla="*/ 62884 w 233140"/>
                <a:gd name="csY6" fmla="*/ 84964 h 117298"/>
                <a:gd name="csX7" fmla="*/ 58229 w 233140"/>
                <a:gd name="csY7" fmla="*/ 106053 h 117298"/>
                <a:gd name="csX8" fmla="*/ 62020 w 233140"/>
                <a:gd name="csY8" fmla="*/ 104643 h 117298"/>
                <a:gd name="csX9" fmla="*/ 74035 w 233140"/>
                <a:gd name="csY9" fmla="*/ 109837 h 117298"/>
                <a:gd name="csX10" fmla="*/ 78143 w 233140"/>
                <a:gd name="csY10" fmla="*/ 116543 h 117298"/>
                <a:gd name="csX11" fmla="*/ 78251 w 233140"/>
                <a:gd name="csY11" fmla="*/ 116543 h 117298"/>
                <a:gd name="csX12" fmla="*/ 91351 w 233140"/>
                <a:gd name="csY12" fmla="*/ 117298 h 117298"/>
                <a:gd name="csX13" fmla="*/ 101092 w 233140"/>
                <a:gd name="csY13" fmla="*/ 105297 h 117298"/>
                <a:gd name="csX14" fmla="*/ 98927 w 233140"/>
                <a:gd name="csY14" fmla="*/ 89613 h 117298"/>
                <a:gd name="csX15" fmla="*/ 113862 w 233140"/>
                <a:gd name="csY15" fmla="*/ 88317 h 117298"/>
                <a:gd name="csX16" fmla="*/ 124904 w 233140"/>
                <a:gd name="csY16" fmla="*/ 76316 h 117298"/>
                <a:gd name="csX17" fmla="*/ 137027 w 233140"/>
                <a:gd name="csY17" fmla="*/ 84209 h 117298"/>
                <a:gd name="csX18" fmla="*/ 161055 w 233140"/>
                <a:gd name="csY18" fmla="*/ 63876 h 117298"/>
                <a:gd name="csX19" fmla="*/ 162573 w 233140"/>
                <a:gd name="csY19" fmla="*/ 51766 h 117298"/>
                <a:gd name="csX20" fmla="*/ 171012 w 233140"/>
                <a:gd name="csY20" fmla="*/ 44629 h 117298"/>
                <a:gd name="csX21" fmla="*/ 183026 w 233140"/>
                <a:gd name="csY21" fmla="*/ 54688 h 117298"/>
                <a:gd name="csX22" fmla="*/ 212033 w 233140"/>
                <a:gd name="csY22" fmla="*/ 48845 h 117298"/>
                <a:gd name="csX23" fmla="*/ 220262 w 233140"/>
                <a:gd name="csY23" fmla="*/ 41276 h 117298"/>
                <a:gd name="csX24" fmla="*/ 233140 w 233140"/>
                <a:gd name="csY24" fmla="*/ 40629 h 117298"/>
                <a:gd name="csX25" fmla="*/ 232385 w 233140"/>
                <a:gd name="csY25" fmla="*/ 37923 h 117298"/>
                <a:gd name="csX26" fmla="*/ 221774 w 233140"/>
                <a:gd name="csY26" fmla="*/ 26894 h 117298"/>
                <a:gd name="csX27" fmla="*/ 212249 w 233140"/>
                <a:gd name="csY27" fmla="*/ 33383 h 117298"/>
                <a:gd name="csX28" fmla="*/ 207378 w 233140"/>
                <a:gd name="csY28" fmla="*/ 34031 h 117298"/>
                <a:gd name="csX29" fmla="*/ 196990 w 233140"/>
                <a:gd name="csY29" fmla="*/ 23433 h 117298"/>
                <a:gd name="csX30" fmla="*/ 201536 w 233140"/>
                <a:gd name="csY30" fmla="*/ 16619 h 117298"/>
                <a:gd name="csX31" fmla="*/ 186055 w 233140"/>
                <a:gd name="csY31" fmla="*/ 7863 h 117298"/>
                <a:gd name="csX32" fmla="*/ 175127 w 233140"/>
                <a:gd name="csY32" fmla="*/ 8618 h 117298"/>
                <a:gd name="csX33" fmla="*/ 159321 w 233140"/>
                <a:gd name="csY33" fmla="*/ 2998 h 117298"/>
                <a:gd name="csX34" fmla="*/ 143523 w 233140"/>
                <a:gd name="csY34" fmla="*/ 5158 h 117298"/>
                <a:gd name="csX35" fmla="*/ 132264 w 233140"/>
                <a:gd name="csY35" fmla="*/ 401 h 117298"/>
                <a:gd name="csX36" fmla="*/ 126308 w 233140"/>
                <a:gd name="csY36" fmla="*/ 5158 h 117298"/>
                <a:gd name="csX37" fmla="*/ 109423 w 233140"/>
                <a:gd name="csY37" fmla="*/ 11107 h 117298"/>
                <a:gd name="csX38" fmla="*/ 89618 w 233140"/>
                <a:gd name="csY38" fmla="*/ 10784 h 117298"/>
                <a:gd name="csX39" fmla="*/ 75654 w 233140"/>
                <a:gd name="csY39" fmla="*/ 8942 h 117298"/>
                <a:gd name="csX40" fmla="*/ 67862 w 233140"/>
                <a:gd name="csY40" fmla="*/ 8834 h 117298"/>
                <a:gd name="csX41" fmla="*/ 61805 w 233140"/>
                <a:gd name="csY41" fmla="*/ 5265 h 117298"/>
                <a:gd name="csX42" fmla="*/ 53791 w 233140"/>
                <a:gd name="csY42" fmla="*/ 8078 h 117298"/>
                <a:gd name="csX43" fmla="*/ 46755 w 233140"/>
                <a:gd name="csY43" fmla="*/ 13381 h 117298"/>
                <a:gd name="csX44" fmla="*/ 46755 w 233140"/>
                <a:gd name="csY44" fmla="*/ 13597 h 117298"/>
                <a:gd name="csX45" fmla="*/ 6712 w 233140"/>
                <a:gd name="csY45" fmla="*/ 41061 h 117298"/>
                <a:gd name="csX46" fmla="*/ 6388 w 233140"/>
                <a:gd name="csY46" fmla="*/ 41061 h 117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33140" h="117298">
                  <a:moveTo>
                    <a:pt x="6388" y="41061"/>
                  </a:moveTo>
                  <a:lnTo>
                    <a:pt x="0" y="65286"/>
                  </a:lnTo>
                  <a:lnTo>
                    <a:pt x="11582" y="67337"/>
                  </a:lnTo>
                  <a:lnTo>
                    <a:pt x="31172" y="87238"/>
                  </a:lnTo>
                  <a:lnTo>
                    <a:pt x="41021" y="87238"/>
                  </a:lnTo>
                  <a:lnTo>
                    <a:pt x="45244" y="79129"/>
                  </a:lnTo>
                  <a:lnTo>
                    <a:pt x="62884" y="84964"/>
                  </a:lnTo>
                  <a:lnTo>
                    <a:pt x="58229" y="106053"/>
                  </a:lnTo>
                  <a:cubicBezTo>
                    <a:pt x="58877" y="104973"/>
                    <a:pt x="60071" y="104211"/>
                    <a:pt x="62020" y="104643"/>
                  </a:cubicBezTo>
                  <a:cubicBezTo>
                    <a:pt x="66783" y="105945"/>
                    <a:pt x="71222" y="106484"/>
                    <a:pt x="74035" y="109837"/>
                  </a:cubicBezTo>
                  <a:cubicBezTo>
                    <a:pt x="74790" y="111133"/>
                    <a:pt x="78581" y="113946"/>
                    <a:pt x="78143" y="116543"/>
                  </a:cubicBezTo>
                  <a:lnTo>
                    <a:pt x="78251" y="116543"/>
                  </a:lnTo>
                  <a:lnTo>
                    <a:pt x="91351" y="117298"/>
                  </a:lnTo>
                  <a:lnTo>
                    <a:pt x="101092" y="105297"/>
                  </a:lnTo>
                  <a:lnTo>
                    <a:pt x="98927" y="89613"/>
                  </a:lnTo>
                  <a:lnTo>
                    <a:pt x="113862" y="88317"/>
                  </a:lnTo>
                  <a:lnTo>
                    <a:pt x="124904" y="76316"/>
                  </a:lnTo>
                  <a:lnTo>
                    <a:pt x="137027" y="84209"/>
                  </a:lnTo>
                  <a:lnTo>
                    <a:pt x="161055" y="63876"/>
                  </a:lnTo>
                  <a:lnTo>
                    <a:pt x="162573" y="51766"/>
                  </a:lnTo>
                  <a:lnTo>
                    <a:pt x="171012" y="44629"/>
                  </a:lnTo>
                  <a:lnTo>
                    <a:pt x="183026" y="54688"/>
                  </a:lnTo>
                  <a:lnTo>
                    <a:pt x="212033" y="48845"/>
                  </a:lnTo>
                  <a:lnTo>
                    <a:pt x="220262" y="41276"/>
                  </a:lnTo>
                  <a:lnTo>
                    <a:pt x="233140" y="40629"/>
                  </a:lnTo>
                  <a:cubicBezTo>
                    <a:pt x="233140" y="39765"/>
                    <a:pt x="233032" y="38901"/>
                    <a:pt x="232385" y="37923"/>
                  </a:cubicBezTo>
                  <a:cubicBezTo>
                    <a:pt x="226752" y="30138"/>
                    <a:pt x="225673" y="27980"/>
                    <a:pt x="221774" y="26894"/>
                  </a:cubicBezTo>
                  <a:cubicBezTo>
                    <a:pt x="200342" y="20842"/>
                    <a:pt x="217227" y="27002"/>
                    <a:pt x="212249" y="33383"/>
                  </a:cubicBezTo>
                  <a:cubicBezTo>
                    <a:pt x="211169" y="34786"/>
                    <a:pt x="208896" y="35117"/>
                    <a:pt x="207378" y="34031"/>
                  </a:cubicBezTo>
                  <a:cubicBezTo>
                    <a:pt x="201320" y="29059"/>
                    <a:pt x="192443" y="26354"/>
                    <a:pt x="196990" y="23433"/>
                  </a:cubicBezTo>
                  <a:cubicBezTo>
                    <a:pt x="198393" y="22137"/>
                    <a:pt x="205429" y="19540"/>
                    <a:pt x="201536" y="16619"/>
                  </a:cubicBezTo>
                  <a:cubicBezTo>
                    <a:pt x="192335" y="9266"/>
                    <a:pt x="190170" y="6675"/>
                    <a:pt x="186055" y="7863"/>
                  </a:cubicBezTo>
                  <a:cubicBezTo>
                    <a:pt x="183674" y="8294"/>
                    <a:pt x="179349" y="10891"/>
                    <a:pt x="175127" y="8618"/>
                  </a:cubicBezTo>
                  <a:cubicBezTo>
                    <a:pt x="165278" y="3538"/>
                    <a:pt x="163112" y="1913"/>
                    <a:pt x="159321" y="2998"/>
                  </a:cubicBezTo>
                  <a:cubicBezTo>
                    <a:pt x="151530" y="5158"/>
                    <a:pt x="147631" y="6999"/>
                    <a:pt x="143523" y="5158"/>
                  </a:cubicBezTo>
                  <a:lnTo>
                    <a:pt x="132264" y="401"/>
                  </a:lnTo>
                  <a:cubicBezTo>
                    <a:pt x="127718" y="-1548"/>
                    <a:pt x="131178" y="4186"/>
                    <a:pt x="126308" y="5158"/>
                  </a:cubicBezTo>
                  <a:cubicBezTo>
                    <a:pt x="114516" y="7431"/>
                    <a:pt x="115271" y="10891"/>
                    <a:pt x="109423" y="11107"/>
                  </a:cubicBezTo>
                  <a:cubicBezTo>
                    <a:pt x="99035" y="11431"/>
                    <a:pt x="94056" y="12079"/>
                    <a:pt x="89618" y="10784"/>
                  </a:cubicBezTo>
                  <a:cubicBezTo>
                    <a:pt x="83560" y="8942"/>
                    <a:pt x="79661" y="7215"/>
                    <a:pt x="75654" y="8942"/>
                  </a:cubicBezTo>
                  <a:cubicBezTo>
                    <a:pt x="75006" y="9158"/>
                    <a:pt x="70460" y="12403"/>
                    <a:pt x="67862" y="8834"/>
                  </a:cubicBezTo>
                  <a:cubicBezTo>
                    <a:pt x="67323" y="8294"/>
                    <a:pt x="65805" y="4834"/>
                    <a:pt x="61805" y="5265"/>
                  </a:cubicBezTo>
                  <a:cubicBezTo>
                    <a:pt x="60827" y="5481"/>
                    <a:pt x="57042" y="5050"/>
                    <a:pt x="53791" y="8078"/>
                  </a:cubicBezTo>
                  <a:cubicBezTo>
                    <a:pt x="52064" y="9266"/>
                    <a:pt x="49682" y="13165"/>
                    <a:pt x="46755" y="13381"/>
                  </a:cubicBezTo>
                  <a:lnTo>
                    <a:pt x="46755" y="13597"/>
                  </a:lnTo>
                  <a:lnTo>
                    <a:pt x="6712" y="41061"/>
                  </a:lnTo>
                  <a:lnTo>
                    <a:pt x="6388" y="410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CB5E30FA-167D-F3D1-BD37-4A3984C312D5}"/>
                </a:ext>
              </a:extLst>
            </p:cNvPr>
            <p:cNvSpPr/>
            <p:nvPr/>
          </p:nvSpPr>
          <p:spPr>
            <a:xfrm>
              <a:off x="2652784" y="4277890"/>
              <a:ext cx="93458" cy="66717"/>
            </a:xfrm>
            <a:custGeom>
              <a:avLst/>
              <a:gdLst>
                <a:gd name="csX0" fmla="*/ 107567 w 107782"/>
                <a:gd name="csY0" fmla="*/ 58236 h 76943"/>
                <a:gd name="csX1" fmla="*/ 98150 w 107782"/>
                <a:gd name="csY1" fmla="*/ 52070 h 76943"/>
                <a:gd name="csX2" fmla="*/ 103998 w 107782"/>
                <a:gd name="csY2" fmla="*/ 40285 h 76943"/>
                <a:gd name="csX3" fmla="*/ 99128 w 107782"/>
                <a:gd name="csY3" fmla="*/ 8814 h 76943"/>
                <a:gd name="csX4" fmla="*/ 99128 w 107782"/>
                <a:gd name="csY4" fmla="*/ 7950 h 76943"/>
                <a:gd name="csX5" fmla="*/ 95769 w 107782"/>
                <a:gd name="csY5" fmla="*/ 8382 h 76943"/>
                <a:gd name="csX6" fmla="*/ 75963 w 107782"/>
                <a:gd name="csY6" fmla="*/ 4921 h 76943"/>
                <a:gd name="csX7" fmla="*/ 60164 w 107782"/>
                <a:gd name="csY7" fmla="*/ 165 h 76943"/>
                <a:gd name="csX8" fmla="*/ 38187 w 107782"/>
                <a:gd name="csY8" fmla="*/ 7950 h 76943"/>
                <a:gd name="csX9" fmla="*/ 41546 w 107782"/>
                <a:gd name="csY9" fmla="*/ 13786 h 76943"/>
                <a:gd name="csX10" fmla="*/ 57021 w 107782"/>
                <a:gd name="csY10" fmla="*/ 15520 h 76943"/>
                <a:gd name="csX11" fmla="*/ 64711 w 107782"/>
                <a:gd name="csY11" fmla="*/ 23629 h 76943"/>
                <a:gd name="csX12" fmla="*/ 65575 w 107782"/>
                <a:gd name="csY12" fmla="*/ 37256 h 76943"/>
                <a:gd name="csX13" fmla="*/ 80833 w 107782"/>
                <a:gd name="csY13" fmla="*/ 53258 h 76943"/>
                <a:gd name="csX14" fmla="*/ 76725 w 107782"/>
                <a:gd name="csY14" fmla="*/ 56286 h 76943"/>
                <a:gd name="csX15" fmla="*/ 72718 w 107782"/>
                <a:gd name="csY15" fmla="*/ 56286 h 76943"/>
                <a:gd name="csX16" fmla="*/ 65251 w 107782"/>
                <a:gd name="csY16" fmla="*/ 58560 h 76943"/>
                <a:gd name="csX17" fmla="*/ 58970 w 107782"/>
                <a:gd name="csY17" fmla="*/ 59747 h 76943"/>
                <a:gd name="csX18" fmla="*/ 33755 w 107782"/>
                <a:gd name="csY18" fmla="*/ 56719 h 76943"/>
                <a:gd name="csX19" fmla="*/ 3662 w 107782"/>
                <a:gd name="csY19" fmla="*/ 52178 h 76943"/>
                <a:gd name="csX20" fmla="*/ 1713 w 107782"/>
                <a:gd name="csY20" fmla="*/ 63856 h 76943"/>
                <a:gd name="csX21" fmla="*/ 24445 w 107782"/>
                <a:gd name="csY21" fmla="*/ 73914 h 76943"/>
                <a:gd name="csX22" fmla="*/ 32237 w 107782"/>
                <a:gd name="csY22" fmla="*/ 69044 h 76943"/>
                <a:gd name="csX23" fmla="*/ 60812 w 107782"/>
                <a:gd name="csY23" fmla="*/ 72720 h 76943"/>
                <a:gd name="csX24" fmla="*/ 72178 w 107782"/>
                <a:gd name="csY24" fmla="*/ 69374 h 76943"/>
                <a:gd name="csX25" fmla="*/ 95769 w 107782"/>
                <a:gd name="csY25" fmla="*/ 72504 h 76943"/>
                <a:gd name="csX26" fmla="*/ 100645 w 107782"/>
                <a:gd name="csY26" fmla="*/ 76943 h 76943"/>
                <a:gd name="csX27" fmla="*/ 101077 w 107782"/>
                <a:gd name="csY27" fmla="*/ 76619 h 76943"/>
                <a:gd name="csX28" fmla="*/ 107783 w 107782"/>
                <a:gd name="csY28" fmla="*/ 58020 h 76943"/>
                <a:gd name="csX29" fmla="*/ 107567 w 107782"/>
                <a:gd name="csY29" fmla="*/ 58236 h 76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7782" h="76943">
                  <a:moveTo>
                    <a:pt x="107567" y="58236"/>
                  </a:moveTo>
                  <a:lnTo>
                    <a:pt x="98150" y="52070"/>
                  </a:lnTo>
                  <a:lnTo>
                    <a:pt x="103998" y="40285"/>
                  </a:lnTo>
                  <a:lnTo>
                    <a:pt x="99128" y="8814"/>
                  </a:lnTo>
                  <a:lnTo>
                    <a:pt x="99128" y="7950"/>
                  </a:lnTo>
                  <a:cubicBezTo>
                    <a:pt x="98042" y="8274"/>
                    <a:pt x="96963" y="8490"/>
                    <a:pt x="95769" y="8382"/>
                  </a:cubicBezTo>
                  <a:cubicBezTo>
                    <a:pt x="86136" y="7195"/>
                    <a:pt x="80402" y="6871"/>
                    <a:pt x="75963" y="4921"/>
                  </a:cubicBezTo>
                  <a:cubicBezTo>
                    <a:pt x="69143" y="2001"/>
                    <a:pt x="64596" y="-705"/>
                    <a:pt x="60164" y="165"/>
                  </a:cubicBezTo>
                  <a:cubicBezTo>
                    <a:pt x="60164" y="165"/>
                    <a:pt x="38187" y="3626"/>
                    <a:pt x="38187" y="7950"/>
                  </a:cubicBezTo>
                  <a:cubicBezTo>
                    <a:pt x="38301" y="8598"/>
                    <a:pt x="37215" y="13786"/>
                    <a:pt x="41546" y="13786"/>
                  </a:cubicBezTo>
                  <a:cubicBezTo>
                    <a:pt x="46848" y="14116"/>
                    <a:pt x="52589" y="12815"/>
                    <a:pt x="57021" y="15520"/>
                  </a:cubicBezTo>
                  <a:cubicBezTo>
                    <a:pt x="59186" y="17247"/>
                    <a:pt x="65467" y="18657"/>
                    <a:pt x="64711" y="23629"/>
                  </a:cubicBezTo>
                  <a:cubicBezTo>
                    <a:pt x="64489" y="27953"/>
                    <a:pt x="61568" y="34011"/>
                    <a:pt x="65575" y="37256"/>
                  </a:cubicBezTo>
                  <a:cubicBezTo>
                    <a:pt x="78668" y="47962"/>
                    <a:pt x="81811" y="49257"/>
                    <a:pt x="80833" y="53258"/>
                  </a:cubicBezTo>
                  <a:cubicBezTo>
                    <a:pt x="80402" y="54883"/>
                    <a:pt x="78560" y="56286"/>
                    <a:pt x="76725" y="56286"/>
                  </a:cubicBezTo>
                  <a:lnTo>
                    <a:pt x="72718" y="56286"/>
                  </a:lnTo>
                  <a:cubicBezTo>
                    <a:pt x="68927" y="56286"/>
                    <a:pt x="64596" y="58776"/>
                    <a:pt x="65251" y="58560"/>
                  </a:cubicBezTo>
                  <a:cubicBezTo>
                    <a:pt x="63625" y="59423"/>
                    <a:pt x="60812" y="59963"/>
                    <a:pt x="58970" y="59747"/>
                  </a:cubicBezTo>
                  <a:lnTo>
                    <a:pt x="33755" y="56719"/>
                  </a:lnTo>
                  <a:cubicBezTo>
                    <a:pt x="17842" y="54775"/>
                    <a:pt x="6583" y="46120"/>
                    <a:pt x="3662" y="52178"/>
                  </a:cubicBezTo>
                  <a:cubicBezTo>
                    <a:pt x="2474" y="55855"/>
                    <a:pt x="-2612" y="61151"/>
                    <a:pt x="1713" y="63856"/>
                  </a:cubicBezTo>
                  <a:cubicBezTo>
                    <a:pt x="20115" y="75102"/>
                    <a:pt x="21632" y="77159"/>
                    <a:pt x="24445" y="73914"/>
                  </a:cubicBezTo>
                  <a:cubicBezTo>
                    <a:pt x="25417" y="73051"/>
                    <a:pt x="27798" y="68180"/>
                    <a:pt x="32237" y="69044"/>
                  </a:cubicBezTo>
                  <a:cubicBezTo>
                    <a:pt x="50315" y="72397"/>
                    <a:pt x="56050" y="74130"/>
                    <a:pt x="60812" y="72720"/>
                  </a:cubicBezTo>
                  <a:lnTo>
                    <a:pt x="72178" y="69374"/>
                  </a:lnTo>
                  <a:cubicBezTo>
                    <a:pt x="75639" y="68396"/>
                    <a:pt x="91228" y="68396"/>
                    <a:pt x="95769" y="72504"/>
                  </a:cubicBezTo>
                  <a:lnTo>
                    <a:pt x="100645" y="76943"/>
                  </a:lnTo>
                  <a:lnTo>
                    <a:pt x="101077" y="76619"/>
                  </a:lnTo>
                  <a:lnTo>
                    <a:pt x="107783" y="58020"/>
                  </a:lnTo>
                  <a:lnTo>
                    <a:pt x="107567" y="58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02AB30C9-3EF9-7B4B-380E-21E26D055115}"/>
                </a:ext>
              </a:extLst>
            </p:cNvPr>
            <p:cNvSpPr/>
            <p:nvPr/>
          </p:nvSpPr>
          <p:spPr>
            <a:xfrm>
              <a:off x="2684233" y="4310464"/>
              <a:ext cx="20863" cy="10052"/>
            </a:xfrm>
            <a:custGeom>
              <a:avLst/>
              <a:gdLst>
                <a:gd name="csX0" fmla="*/ 13392 w 24061"/>
                <a:gd name="csY0" fmla="*/ 11473 h 11593"/>
                <a:gd name="csX1" fmla="*/ 23241 w 24061"/>
                <a:gd name="csY1" fmla="*/ 9092 h 11593"/>
                <a:gd name="csX2" fmla="*/ 11011 w 24061"/>
                <a:gd name="csY2" fmla="*/ 120 h 11593"/>
                <a:gd name="csX3" fmla="*/ 838 w 24061"/>
                <a:gd name="csY3" fmla="*/ 2501 h 11593"/>
                <a:gd name="csX4" fmla="*/ 13392 w 24061"/>
                <a:gd name="csY4" fmla="*/ 11582 h 11593"/>
                <a:gd name="csX5" fmla="*/ 13392 w 24061"/>
                <a:gd name="csY5" fmla="*/ 11473 h 11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061" h="11593">
                  <a:moveTo>
                    <a:pt x="13392" y="11473"/>
                  </a:moveTo>
                  <a:cubicBezTo>
                    <a:pt x="16643" y="11150"/>
                    <a:pt x="27032" y="12877"/>
                    <a:pt x="23241" y="9092"/>
                  </a:cubicBezTo>
                  <a:cubicBezTo>
                    <a:pt x="23241" y="9092"/>
                    <a:pt x="15234" y="120"/>
                    <a:pt x="11011" y="120"/>
                  </a:cubicBezTo>
                  <a:cubicBezTo>
                    <a:pt x="7118" y="443"/>
                    <a:pt x="-2953" y="-1284"/>
                    <a:pt x="838" y="2501"/>
                  </a:cubicBezTo>
                  <a:cubicBezTo>
                    <a:pt x="7658" y="9200"/>
                    <a:pt x="9284" y="11582"/>
                    <a:pt x="13392" y="11582"/>
                  </a:cubicBezTo>
                  <a:lnTo>
                    <a:pt x="13392" y="11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A8091A06-D171-D388-95DA-1E492A88F7B8}"/>
                </a:ext>
              </a:extLst>
            </p:cNvPr>
            <p:cNvSpPr/>
            <p:nvPr/>
          </p:nvSpPr>
          <p:spPr>
            <a:xfrm>
              <a:off x="2074169" y="4354359"/>
              <a:ext cx="133831" cy="138395"/>
            </a:xfrm>
            <a:custGeom>
              <a:avLst/>
              <a:gdLst>
                <a:gd name="csX0" fmla="*/ 107588 w 154343"/>
                <a:gd name="csY0" fmla="*/ 73317 h 159606"/>
                <a:gd name="csX1" fmla="*/ 109969 w 154343"/>
                <a:gd name="csY1" fmla="*/ 0 h 159606"/>
                <a:gd name="csX2" fmla="*/ 48596 w 154343"/>
                <a:gd name="csY2" fmla="*/ 0 h 159606"/>
                <a:gd name="csX3" fmla="*/ 48596 w 154343"/>
                <a:gd name="csY3" fmla="*/ 14706 h 159606"/>
                <a:gd name="csX4" fmla="*/ 33121 w 154343"/>
                <a:gd name="csY4" fmla="*/ 14706 h 159606"/>
                <a:gd name="csX5" fmla="*/ 43510 w 154343"/>
                <a:gd name="csY5" fmla="*/ 33737 h 159606"/>
                <a:gd name="csX6" fmla="*/ 60071 w 154343"/>
                <a:gd name="csY6" fmla="*/ 41630 h 159606"/>
                <a:gd name="csX7" fmla="*/ 61373 w 154343"/>
                <a:gd name="csY7" fmla="*/ 50171 h 159606"/>
                <a:gd name="csX8" fmla="*/ 70682 w 154343"/>
                <a:gd name="csY8" fmla="*/ 54604 h 159606"/>
                <a:gd name="csX9" fmla="*/ 71113 w 154343"/>
                <a:gd name="csY9" fmla="*/ 70180 h 159606"/>
                <a:gd name="csX10" fmla="*/ 21107 w 154343"/>
                <a:gd name="csY10" fmla="*/ 69856 h 159606"/>
                <a:gd name="csX11" fmla="*/ 2057 w 154343"/>
                <a:gd name="csY11" fmla="*/ 97968 h 159606"/>
                <a:gd name="csX12" fmla="*/ 8230 w 154343"/>
                <a:gd name="csY12" fmla="*/ 106191 h 159606"/>
                <a:gd name="csX13" fmla="*/ 4438 w 154343"/>
                <a:gd name="csY13" fmla="*/ 120243 h 159606"/>
                <a:gd name="csX14" fmla="*/ 0 w 154343"/>
                <a:gd name="csY14" fmla="*/ 125546 h 159606"/>
                <a:gd name="csX15" fmla="*/ 3143 w 154343"/>
                <a:gd name="csY15" fmla="*/ 127927 h 159606"/>
                <a:gd name="csX16" fmla="*/ 40265 w 154343"/>
                <a:gd name="csY16" fmla="*/ 148793 h 159606"/>
                <a:gd name="csX17" fmla="*/ 67862 w 154343"/>
                <a:gd name="csY17" fmla="*/ 150526 h 159606"/>
                <a:gd name="csX18" fmla="*/ 82480 w 154343"/>
                <a:gd name="csY18" fmla="*/ 159607 h 159606"/>
                <a:gd name="csX19" fmla="*/ 82258 w 154343"/>
                <a:gd name="csY19" fmla="*/ 148577 h 159606"/>
                <a:gd name="csX20" fmla="*/ 97091 w 154343"/>
                <a:gd name="csY20" fmla="*/ 141224 h 159606"/>
                <a:gd name="csX21" fmla="*/ 100768 w 154343"/>
                <a:gd name="csY21" fmla="*/ 130842 h 159606"/>
                <a:gd name="csX22" fmla="*/ 107804 w 154343"/>
                <a:gd name="csY22" fmla="*/ 132035 h 159606"/>
                <a:gd name="csX23" fmla="*/ 114192 w 154343"/>
                <a:gd name="csY23" fmla="*/ 107810 h 159606"/>
                <a:gd name="csX24" fmla="*/ 154343 w 154343"/>
                <a:gd name="csY24" fmla="*/ 80346 h 159606"/>
                <a:gd name="csX25" fmla="*/ 154343 w 154343"/>
                <a:gd name="csY25" fmla="*/ 80124 h 159606"/>
                <a:gd name="csX26" fmla="*/ 151746 w 154343"/>
                <a:gd name="csY26" fmla="*/ 79477 h 159606"/>
                <a:gd name="csX27" fmla="*/ 137242 w 154343"/>
                <a:gd name="csY27" fmla="*/ 73425 h 159606"/>
                <a:gd name="csX28" fmla="*/ 134321 w 154343"/>
                <a:gd name="csY28" fmla="*/ 78505 h 159606"/>
                <a:gd name="csX29" fmla="*/ 124257 w 154343"/>
                <a:gd name="csY29" fmla="*/ 71691 h 159606"/>
                <a:gd name="csX30" fmla="*/ 122955 w 154343"/>
                <a:gd name="csY30" fmla="*/ 72231 h 159606"/>
                <a:gd name="csX31" fmla="*/ 107480 w 154343"/>
                <a:gd name="csY31" fmla="*/ 73425 h 159606"/>
                <a:gd name="csX32" fmla="*/ 107588 w 154343"/>
                <a:gd name="csY32" fmla="*/ 73317 h 15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43" h="159606">
                  <a:moveTo>
                    <a:pt x="107588" y="73317"/>
                  </a:moveTo>
                  <a:lnTo>
                    <a:pt x="109969" y="0"/>
                  </a:lnTo>
                  <a:lnTo>
                    <a:pt x="48596" y="0"/>
                  </a:lnTo>
                  <a:lnTo>
                    <a:pt x="48596" y="14706"/>
                  </a:lnTo>
                  <a:lnTo>
                    <a:pt x="33121" y="14706"/>
                  </a:lnTo>
                  <a:lnTo>
                    <a:pt x="43510" y="33737"/>
                  </a:lnTo>
                  <a:lnTo>
                    <a:pt x="60071" y="41630"/>
                  </a:lnTo>
                  <a:lnTo>
                    <a:pt x="61373" y="50171"/>
                  </a:lnTo>
                  <a:lnTo>
                    <a:pt x="70682" y="54604"/>
                  </a:lnTo>
                  <a:lnTo>
                    <a:pt x="71113" y="70180"/>
                  </a:lnTo>
                  <a:lnTo>
                    <a:pt x="21107" y="69856"/>
                  </a:lnTo>
                  <a:lnTo>
                    <a:pt x="2057" y="97968"/>
                  </a:lnTo>
                  <a:lnTo>
                    <a:pt x="8230" y="106191"/>
                  </a:lnTo>
                  <a:lnTo>
                    <a:pt x="4438" y="120243"/>
                  </a:lnTo>
                  <a:lnTo>
                    <a:pt x="0" y="125546"/>
                  </a:lnTo>
                  <a:cubicBezTo>
                    <a:pt x="1410" y="126733"/>
                    <a:pt x="2165" y="127273"/>
                    <a:pt x="3143" y="127927"/>
                  </a:cubicBezTo>
                  <a:cubicBezTo>
                    <a:pt x="34639" y="147390"/>
                    <a:pt x="35611" y="148793"/>
                    <a:pt x="40265" y="148793"/>
                  </a:cubicBezTo>
                  <a:cubicBezTo>
                    <a:pt x="57366" y="149333"/>
                    <a:pt x="62884" y="147498"/>
                    <a:pt x="67862" y="150526"/>
                  </a:cubicBezTo>
                  <a:cubicBezTo>
                    <a:pt x="74358" y="154527"/>
                    <a:pt x="79121" y="157448"/>
                    <a:pt x="82480" y="159607"/>
                  </a:cubicBezTo>
                  <a:lnTo>
                    <a:pt x="82258" y="148577"/>
                  </a:lnTo>
                  <a:lnTo>
                    <a:pt x="97091" y="141224"/>
                  </a:lnTo>
                  <a:lnTo>
                    <a:pt x="100768" y="130842"/>
                  </a:lnTo>
                  <a:lnTo>
                    <a:pt x="107804" y="132035"/>
                  </a:lnTo>
                  <a:lnTo>
                    <a:pt x="114192" y="107810"/>
                  </a:lnTo>
                  <a:lnTo>
                    <a:pt x="154343" y="80346"/>
                  </a:lnTo>
                  <a:lnTo>
                    <a:pt x="154343" y="80124"/>
                  </a:lnTo>
                  <a:cubicBezTo>
                    <a:pt x="153479" y="80124"/>
                    <a:pt x="152724" y="80124"/>
                    <a:pt x="151746" y="79477"/>
                  </a:cubicBezTo>
                  <a:cubicBezTo>
                    <a:pt x="141033" y="72447"/>
                    <a:pt x="137242" y="68986"/>
                    <a:pt x="137242" y="73425"/>
                  </a:cubicBezTo>
                  <a:cubicBezTo>
                    <a:pt x="137027" y="74181"/>
                    <a:pt x="138220" y="80670"/>
                    <a:pt x="134321" y="78505"/>
                  </a:cubicBezTo>
                  <a:cubicBezTo>
                    <a:pt x="130969" y="76124"/>
                    <a:pt x="125120" y="74720"/>
                    <a:pt x="124257" y="71691"/>
                  </a:cubicBezTo>
                  <a:lnTo>
                    <a:pt x="122955" y="72231"/>
                  </a:lnTo>
                  <a:lnTo>
                    <a:pt x="107480" y="73425"/>
                  </a:lnTo>
                  <a:lnTo>
                    <a:pt x="107588" y="733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CEF92FD2-45A1-FCEE-5EAD-E6BD280A7E79}"/>
                </a:ext>
              </a:extLst>
            </p:cNvPr>
            <p:cNvSpPr/>
            <p:nvPr/>
          </p:nvSpPr>
          <p:spPr>
            <a:xfrm>
              <a:off x="3062628" y="4395652"/>
              <a:ext cx="22058" cy="21263"/>
            </a:xfrm>
            <a:custGeom>
              <a:avLst/>
              <a:gdLst>
                <a:gd name="csX0" fmla="*/ 6916 w 25439"/>
                <a:gd name="csY0" fmla="*/ 24177 h 24522"/>
                <a:gd name="csX1" fmla="*/ 12110 w 25439"/>
                <a:gd name="csY1" fmla="*/ 18989 h 24522"/>
                <a:gd name="csX2" fmla="*/ 16873 w 25439"/>
                <a:gd name="csY2" fmla="*/ 12931 h 24522"/>
                <a:gd name="csX3" fmla="*/ 24664 w 25439"/>
                <a:gd name="csY3" fmla="*/ 9039 h 24522"/>
                <a:gd name="csX4" fmla="*/ 12866 w 25439"/>
                <a:gd name="csY4" fmla="*/ 930 h 24522"/>
                <a:gd name="csX5" fmla="*/ 5938 w 25439"/>
                <a:gd name="csY5" fmla="*/ 4822 h 24522"/>
                <a:gd name="csX6" fmla="*/ 96 w 25439"/>
                <a:gd name="csY6" fmla="*/ 9254 h 24522"/>
                <a:gd name="csX7" fmla="*/ 6916 w 25439"/>
                <a:gd name="csY7" fmla="*/ 24177 h 24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439" h="24522">
                  <a:moveTo>
                    <a:pt x="6916" y="24177"/>
                  </a:moveTo>
                  <a:cubicBezTo>
                    <a:pt x="7456" y="23745"/>
                    <a:pt x="11132" y="22990"/>
                    <a:pt x="12110" y="18989"/>
                  </a:cubicBezTo>
                  <a:cubicBezTo>
                    <a:pt x="12434" y="18449"/>
                    <a:pt x="12542" y="13579"/>
                    <a:pt x="16873" y="12931"/>
                  </a:cubicBezTo>
                  <a:cubicBezTo>
                    <a:pt x="19578" y="12176"/>
                    <a:pt x="28017" y="12715"/>
                    <a:pt x="24664" y="9039"/>
                  </a:cubicBezTo>
                  <a:cubicBezTo>
                    <a:pt x="20118" y="4930"/>
                    <a:pt x="16873" y="-2639"/>
                    <a:pt x="12866" y="930"/>
                  </a:cubicBezTo>
                  <a:cubicBezTo>
                    <a:pt x="12326" y="1362"/>
                    <a:pt x="10053" y="4066"/>
                    <a:pt x="5938" y="4822"/>
                  </a:cubicBezTo>
                  <a:cubicBezTo>
                    <a:pt x="5938" y="4822"/>
                    <a:pt x="-882" y="4930"/>
                    <a:pt x="96" y="9254"/>
                  </a:cubicBezTo>
                  <a:cubicBezTo>
                    <a:pt x="2585" y="17040"/>
                    <a:pt x="1823" y="26450"/>
                    <a:pt x="6916" y="24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25DC136F-B0AF-1D64-DE3D-63CF01411207}"/>
                </a:ext>
              </a:extLst>
            </p:cNvPr>
            <p:cNvSpPr/>
            <p:nvPr/>
          </p:nvSpPr>
          <p:spPr>
            <a:xfrm>
              <a:off x="3080635" y="4411743"/>
              <a:ext cx="7983" cy="7187"/>
            </a:xfrm>
            <a:custGeom>
              <a:avLst/>
              <a:gdLst>
                <a:gd name="csX0" fmla="*/ 5948 w 9207"/>
                <a:gd name="csY0" fmla="*/ 108 h 8288"/>
                <a:gd name="csX1" fmla="*/ 4653 w 9207"/>
                <a:gd name="csY1" fmla="*/ 108 h 8288"/>
                <a:gd name="csX2" fmla="*/ 107 w 9207"/>
                <a:gd name="csY2" fmla="*/ 4972 h 8288"/>
                <a:gd name="csX3" fmla="*/ 5840 w 9207"/>
                <a:gd name="csY3" fmla="*/ 8217 h 8288"/>
                <a:gd name="csX4" fmla="*/ 9199 w 9207"/>
                <a:gd name="csY4" fmla="*/ 3353 h 8288"/>
                <a:gd name="csX5" fmla="*/ 5840 w 9207"/>
                <a:gd name="csY5" fmla="*/ 0 h 8288"/>
                <a:gd name="csX6" fmla="*/ 5948 w 9207"/>
                <a:gd name="csY6" fmla="*/ 108 h 8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07" h="8288">
                  <a:moveTo>
                    <a:pt x="5948" y="108"/>
                  </a:moveTo>
                  <a:lnTo>
                    <a:pt x="4653" y="108"/>
                  </a:lnTo>
                  <a:cubicBezTo>
                    <a:pt x="430" y="108"/>
                    <a:pt x="107" y="4972"/>
                    <a:pt x="107" y="4972"/>
                  </a:cubicBezTo>
                  <a:cubicBezTo>
                    <a:pt x="-872" y="9296"/>
                    <a:pt x="5193" y="8109"/>
                    <a:pt x="5840" y="8217"/>
                  </a:cubicBezTo>
                  <a:cubicBezTo>
                    <a:pt x="9955" y="8217"/>
                    <a:pt x="9092" y="4001"/>
                    <a:pt x="9199" y="3353"/>
                  </a:cubicBezTo>
                  <a:cubicBezTo>
                    <a:pt x="9199" y="1511"/>
                    <a:pt x="7682" y="0"/>
                    <a:pt x="5840" y="0"/>
                  </a:cubicBezTo>
                  <a:lnTo>
                    <a:pt x="5948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E1358435-3E4E-1F23-DE79-A92CCBE2FC25}"/>
                </a:ext>
              </a:extLst>
            </p:cNvPr>
            <p:cNvSpPr/>
            <p:nvPr/>
          </p:nvSpPr>
          <p:spPr>
            <a:xfrm>
              <a:off x="3063597" y="4538875"/>
              <a:ext cx="9005" cy="10785"/>
            </a:xfrm>
            <a:custGeom>
              <a:avLst/>
              <a:gdLst>
                <a:gd name="csX0" fmla="*/ 496 w 10385"/>
                <a:gd name="csY0" fmla="*/ 10722 h 12438"/>
                <a:gd name="csX1" fmla="*/ 7208 w 10385"/>
                <a:gd name="csY1" fmla="*/ 10284 h 12438"/>
                <a:gd name="csX2" fmla="*/ 7208 w 10385"/>
                <a:gd name="csY2" fmla="*/ 16 h 12438"/>
                <a:gd name="csX3" fmla="*/ 6662 w 10385"/>
                <a:gd name="csY3" fmla="*/ 16 h 12438"/>
                <a:gd name="csX4" fmla="*/ 820 w 10385"/>
                <a:gd name="csY4" fmla="*/ 4665 h 12438"/>
                <a:gd name="csX5" fmla="*/ 496 w 10385"/>
                <a:gd name="csY5" fmla="*/ 10615 h 12438"/>
                <a:gd name="csX6" fmla="*/ 496 w 10385"/>
                <a:gd name="csY6" fmla="*/ 10722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85" h="12438">
                  <a:moveTo>
                    <a:pt x="496" y="10722"/>
                  </a:moveTo>
                  <a:cubicBezTo>
                    <a:pt x="2337" y="14723"/>
                    <a:pt x="6554" y="10506"/>
                    <a:pt x="7208" y="10284"/>
                  </a:cubicBezTo>
                  <a:cubicBezTo>
                    <a:pt x="10884" y="7802"/>
                    <a:pt x="11970" y="-415"/>
                    <a:pt x="7208" y="16"/>
                  </a:cubicBezTo>
                  <a:lnTo>
                    <a:pt x="6662" y="16"/>
                  </a:lnTo>
                  <a:cubicBezTo>
                    <a:pt x="2553" y="448"/>
                    <a:pt x="1359" y="4125"/>
                    <a:pt x="820" y="4665"/>
                  </a:cubicBezTo>
                  <a:cubicBezTo>
                    <a:pt x="-152" y="6284"/>
                    <a:pt x="-260" y="8989"/>
                    <a:pt x="496" y="10615"/>
                  </a:cubicBezTo>
                  <a:lnTo>
                    <a:pt x="496" y="107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C40A0EAF-6C97-ACD3-97A9-C312154CD7F4}"/>
                </a:ext>
              </a:extLst>
            </p:cNvPr>
            <p:cNvSpPr/>
            <p:nvPr/>
          </p:nvSpPr>
          <p:spPr>
            <a:xfrm>
              <a:off x="3075075" y="4521979"/>
              <a:ext cx="6450" cy="9881"/>
            </a:xfrm>
            <a:custGeom>
              <a:avLst/>
              <a:gdLst>
                <a:gd name="csX0" fmla="*/ 3058 w 7438"/>
                <a:gd name="csY0" fmla="*/ 10739 h 11396"/>
                <a:gd name="csX1" fmla="*/ 7388 w 7438"/>
                <a:gd name="csY1" fmla="*/ 3926 h 11396"/>
                <a:gd name="csX2" fmla="*/ 4684 w 7438"/>
                <a:gd name="csY2" fmla="*/ 579 h 11396"/>
                <a:gd name="csX3" fmla="*/ 29 w 7438"/>
                <a:gd name="csY3" fmla="*/ 7495 h 11396"/>
                <a:gd name="csX4" fmla="*/ 3058 w 7438"/>
                <a:gd name="csY4" fmla="*/ 10632 h 11396"/>
                <a:gd name="csX5" fmla="*/ 3058 w 7438"/>
                <a:gd name="csY5" fmla="*/ 10739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8" h="11396">
                  <a:moveTo>
                    <a:pt x="3058" y="10739"/>
                  </a:moveTo>
                  <a:cubicBezTo>
                    <a:pt x="3604" y="10092"/>
                    <a:pt x="7388" y="8148"/>
                    <a:pt x="7388" y="3926"/>
                  </a:cubicBezTo>
                  <a:cubicBezTo>
                    <a:pt x="7388" y="3926"/>
                    <a:pt x="8036" y="-1802"/>
                    <a:pt x="4684" y="579"/>
                  </a:cubicBezTo>
                  <a:cubicBezTo>
                    <a:pt x="4144" y="1119"/>
                    <a:pt x="-403" y="3170"/>
                    <a:pt x="29" y="7495"/>
                  </a:cubicBezTo>
                  <a:cubicBezTo>
                    <a:pt x="245" y="8041"/>
                    <a:pt x="-187" y="13336"/>
                    <a:pt x="3058" y="10632"/>
                  </a:cubicBezTo>
                  <a:lnTo>
                    <a:pt x="3058" y="107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3C226354-0412-D175-D22A-894F615B6E0E}"/>
                </a:ext>
              </a:extLst>
            </p:cNvPr>
            <p:cNvSpPr/>
            <p:nvPr/>
          </p:nvSpPr>
          <p:spPr>
            <a:xfrm>
              <a:off x="2700515" y="1037988"/>
              <a:ext cx="1952952" cy="1644545"/>
            </a:xfrm>
            <a:custGeom>
              <a:avLst/>
              <a:gdLst>
                <a:gd name="csX0" fmla="*/ 1899570 w 2252276"/>
                <a:gd name="csY0" fmla="*/ 606706 h 1896600"/>
                <a:gd name="csX1" fmla="*/ 1881708 w 2252276"/>
                <a:gd name="csY1" fmla="*/ 617411 h 1896600"/>
                <a:gd name="csX2" fmla="*/ 1883873 w 2252276"/>
                <a:gd name="csY2" fmla="*/ 631036 h 1896600"/>
                <a:gd name="csX3" fmla="*/ 1903901 w 2252276"/>
                <a:gd name="csY3" fmla="*/ 637636 h 1896600"/>
                <a:gd name="csX4" fmla="*/ 1914721 w 2252276"/>
                <a:gd name="csY4" fmla="*/ 658286 h 1896600"/>
                <a:gd name="csX5" fmla="*/ 1935829 w 2252276"/>
                <a:gd name="csY5" fmla="*/ 651689 h 1896600"/>
                <a:gd name="csX6" fmla="*/ 1929441 w 2252276"/>
                <a:gd name="csY6" fmla="*/ 634389 h 1896600"/>
                <a:gd name="csX7" fmla="*/ 1929549 w 2252276"/>
                <a:gd name="csY7" fmla="*/ 634389 h 1896600"/>
                <a:gd name="csX8" fmla="*/ 1899570 w 2252276"/>
                <a:gd name="csY8" fmla="*/ 606706 h 1896600"/>
                <a:gd name="csX9" fmla="*/ 1952606 w 2252276"/>
                <a:gd name="csY9" fmla="*/ 221520 h 1896600"/>
                <a:gd name="csX10" fmla="*/ 1925218 w 2252276"/>
                <a:gd name="csY10" fmla="*/ 238606 h 1896600"/>
                <a:gd name="csX11" fmla="*/ 1936153 w 2252276"/>
                <a:gd name="csY11" fmla="*/ 251582 h 1896600"/>
                <a:gd name="csX12" fmla="*/ 1961260 w 2252276"/>
                <a:gd name="csY12" fmla="*/ 235902 h 1896600"/>
                <a:gd name="csX13" fmla="*/ 1952606 w 2252276"/>
                <a:gd name="csY13" fmla="*/ 221520 h 1896600"/>
                <a:gd name="csX14" fmla="*/ 2011483 w 2252276"/>
                <a:gd name="csY14" fmla="*/ 179346 h 1896600"/>
                <a:gd name="csX15" fmla="*/ 1965591 w 2252276"/>
                <a:gd name="csY15" fmla="*/ 201406 h 1896600"/>
                <a:gd name="csX16" fmla="*/ 1975008 w 2252276"/>
                <a:gd name="csY16" fmla="*/ 206597 h 1896600"/>
                <a:gd name="csX17" fmla="*/ 1996028 w 2252276"/>
                <a:gd name="csY17" fmla="*/ 198750 h 1896600"/>
                <a:gd name="csX18" fmla="*/ 2018075 w 2252276"/>
                <a:gd name="csY18" fmla="*/ 187678 h 1896600"/>
                <a:gd name="csX19" fmla="*/ 2018087 w 2252276"/>
                <a:gd name="csY19" fmla="*/ 187781 h 1896600"/>
                <a:gd name="csX20" fmla="*/ 2018087 w 2252276"/>
                <a:gd name="csY20" fmla="*/ 187672 h 1896600"/>
                <a:gd name="csX21" fmla="*/ 2018075 w 2252276"/>
                <a:gd name="csY21" fmla="*/ 187678 h 1896600"/>
                <a:gd name="csX22" fmla="*/ 2017585 w 2252276"/>
                <a:gd name="csY22" fmla="*/ 183604 h 1896600"/>
                <a:gd name="csX23" fmla="*/ 2011483 w 2252276"/>
                <a:gd name="csY23" fmla="*/ 179346 h 1896600"/>
                <a:gd name="csX24" fmla="*/ 1226365 w 2252276"/>
                <a:gd name="csY24" fmla="*/ 0 h 1896600"/>
                <a:gd name="csX25" fmla="*/ 1787779 w 2252276"/>
                <a:gd name="csY25" fmla="*/ 0 h 1896600"/>
                <a:gd name="csX26" fmla="*/ 1788845 w 2252276"/>
                <a:gd name="csY26" fmla="*/ 1136 h 1896600"/>
                <a:gd name="csX27" fmla="*/ 1791467 w 2252276"/>
                <a:gd name="csY27" fmla="*/ 2268 h 1896600"/>
                <a:gd name="csX28" fmla="*/ 1792849 w 2252276"/>
                <a:gd name="csY28" fmla="*/ 0 h 1896600"/>
                <a:gd name="csX29" fmla="*/ 1847971 w 2252276"/>
                <a:gd name="csY29" fmla="*/ 0 h 1896600"/>
                <a:gd name="csX30" fmla="*/ 1849996 w 2252276"/>
                <a:gd name="csY30" fmla="*/ 487 h 1896600"/>
                <a:gd name="csX31" fmla="*/ 1888312 w 2252276"/>
                <a:gd name="csY31" fmla="*/ 17897 h 1896600"/>
                <a:gd name="csX32" fmla="*/ 1854543 w 2252276"/>
                <a:gd name="csY32" fmla="*/ 31630 h 1896600"/>
                <a:gd name="csX33" fmla="*/ 1844909 w 2252276"/>
                <a:gd name="csY33" fmla="*/ 46229 h 1896600"/>
                <a:gd name="csX34" fmla="*/ 1787759 w 2252276"/>
                <a:gd name="csY34" fmla="*/ 49797 h 1896600"/>
                <a:gd name="csX35" fmla="*/ 1753451 w 2252276"/>
                <a:gd name="csY35" fmla="*/ 59205 h 1896600"/>
                <a:gd name="csX36" fmla="*/ 1684394 w 2252276"/>
                <a:gd name="csY36" fmla="*/ 53582 h 1896600"/>
                <a:gd name="csX37" fmla="*/ 1601920 w 2252276"/>
                <a:gd name="csY37" fmla="*/ 61801 h 1896600"/>
                <a:gd name="csX38" fmla="*/ 1581683 w 2252276"/>
                <a:gd name="csY38" fmla="*/ 54664 h 1896600"/>
                <a:gd name="csX39" fmla="*/ 1578864 w 2252276"/>
                <a:gd name="csY39" fmla="*/ 65153 h 1896600"/>
                <a:gd name="csX40" fmla="*/ 1541741 w 2252276"/>
                <a:gd name="csY40" fmla="*/ 67532 h 1896600"/>
                <a:gd name="csX41" fmla="*/ 1523771 w 2252276"/>
                <a:gd name="csY41" fmla="*/ 62990 h 1896600"/>
                <a:gd name="csX42" fmla="*/ 1523339 w 2252276"/>
                <a:gd name="csY42" fmla="*/ 68397 h 1896600"/>
                <a:gd name="csX43" fmla="*/ 1432420 w 2252276"/>
                <a:gd name="csY43" fmla="*/ 98675 h 1896600"/>
                <a:gd name="csX44" fmla="*/ 1431016 w 2252276"/>
                <a:gd name="csY44" fmla="*/ 118789 h 1896600"/>
                <a:gd name="csX45" fmla="*/ 1448117 w 2252276"/>
                <a:gd name="csY45" fmla="*/ 122790 h 1896600"/>
                <a:gd name="csX46" fmla="*/ 1473117 w 2252276"/>
                <a:gd name="csY46" fmla="*/ 107651 h 1896600"/>
                <a:gd name="csX47" fmla="*/ 1499419 w 2252276"/>
                <a:gd name="csY47" fmla="*/ 101920 h 1896600"/>
                <a:gd name="csX48" fmla="*/ 1503750 w 2252276"/>
                <a:gd name="csY48" fmla="*/ 110138 h 1896600"/>
                <a:gd name="csX49" fmla="*/ 1518685 w 2252276"/>
                <a:gd name="csY49" fmla="*/ 114139 h 1896600"/>
                <a:gd name="csX50" fmla="*/ 1543253 w 2252276"/>
                <a:gd name="csY50" fmla="*/ 97918 h 1896600"/>
                <a:gd name="csX51" fmla="*/ 1613179 w 2252276"/>
                <a:gd name="csY51" fmla="*/ 82455 h 1896600"/>
                <a:gd name="csX52" fmla="*/ 1622596 w 2252276"/>
                <a:gd name="csY52" fmla="*/ 90998 h 1896600"/>
                <a:gd name="csX53" fmla="*/ 1635474 w 2252276"/>
                <a:gd name="csY53" fmla="*/ 83428 h 1896600"/>
                <a:gd name="csX54" fmla="*/ 1725307 w 2252276"/>
                <a:gd name="csY54" fmla="*/ 84293 h 1896600"/>
                <a:gd name="csX55" fmla="*/ 1734185 w 2252276"/>
                <a:gd name="csY55" fmla="*/ 101704 h 1896600"/>
                <a:gd name="csX56" fmla="*/ 1648676 w 2252276"/>
                <a:gd name="csY56" fmla="*/ 135875 h 1896600"/>
                <a:gd name="csX57" fmla="*/ 1667617 w 2252276"/>
                <a:gd name="csY57" fmla="*/ 148743 h 1896600"/>
                <a:gd name="csX58" fmla="*/ 1726933 w 2252276"/>
                <a:gd name="csY58" fmla="*/ 131009 h 1896600"/>
                <a:gd name="csX59" fmla="*/ 1744573 w 2252276"/>
                <a:gd name="csY59" fmla="*/ 138578 h 1896600"/>
                <a:gd name="csX60" fmla="*/ 1832355 w 2252276"/>
                <a:gd name="csY60" fmla="*/ 109489 h 1896600"/>
                <a:gd name="csX61" fmla="*/ 1851837 w 2252276"/>
                <a:gd name="csY61" fmla="*/ 108624 h 1896600"/>
                <a:gd name="csX62" fmla="*/ 1854758 w 2252276"/>
                <a:gd name="csY62" fmla="*/ 89376 h 1896600"/>
                <a:gd name="csX63" fmla="*/ 1859521 w 2252276"/>
                <a:gd name="csY63" fmla="*/ 82347 h 1896600"/>
                <a:gd name="csX64" fmla="*/ 1870455 w 2252276"/>
                <a:gd name="csY64" fmla="*/ 109381 h 1896600"/>
                <a:gd name="csX65" fmla="*/ 1857464 w 2252276"/>
                <a:gd name="csY65" fmla="*/ 143012 h 1896600"/>
                <a:gd name="csX66" fmla="*/ 1831594 w 2252276"/>
                <a:gd name="csY66" fmla="*/ 163017 h 1896600"/>
                <a:gd name="csX67" fmla="*/ 1801183 w 2252276"/>
                <a:gd name="csY67" fmla="*/ 198811 h 1896600"/>
                <a:gd name="csX68" fmla="*/ 1784191 w 2252276"/>
                <a:gd name="csY68" fmla="*/ 235145 h 1896600"/>
                <a:gd name="csX69" fmla="*/ 1805730 w 2252276"/>
                <a:gd name="csY69" fmla="*/ 236119 h 1896600"/>
                <a:gd name="csX70" fmla="*/ 1810924 w 2252276"/>
                <a:gd name="csY70" fmla="*/ 232333 h 1896600"/>
                <a:gd name="csX71" fmla="*/ 1827161 w 2252276"/>
                <a:gd name="csY71" fmla="*/ 204109 h 1896600"/>
                <a:gd name="csX72" fmla="*/ 1875866 w 2252276"/>
                <a:gd name="csY72" fmla="*/ 159233 h 1896600"/>
                <a:gd name="csX73" fmla="*/ 1925764 w 2252276"/>
                <a:gd name="csY73" fmla="*/ 118681 h 1896600"/>
                <a:gd name="csX74" fmla="*/ 1933664 w 2252276"/>
                <a:gd name="csY74" fmla="*/ 123331 h 1896600"/>
                <a:gd name="csX75" fmla="*/ 1925548 w 2252276"/>
                <a:gd name="csY75" fmla="*/ 142796 h 1896600"/>
                <a:gd name="csX76" fmla="*/ 1885067 w 2252276"/>
                <a:gd name="csY76" fmla="*/ 173399 h 1896600"/>
                <a:gd name="csX77" fmla="*/ 1845989 w 2252276"/>
                <a:gd name="csY77" fmla="*/ 224548 h 1896600"/>
                <a:gd name="csX78" fmla="*/ 1869694 w 2252276"/>
                <a:gd name="csY78" fmla="*/ 221195 h 1896600"/>
                <a:gd name="csX79" fmla="*/ 1891665 w 2252276"/>
                <a:gd name="csY79" fmla="*/ 196756 h 1896600"/>
                <a:gd name="csX80" fmla="*/ 1928145 w 2252276"/>
                <a:gd name="csY80" fmla="*/ 168424 h 1896600"/>
                <a:gd name="csX81" fmla="*/ 1948491 w 2252276"/>
                <a:gd name="csY81" fmla="*/ 160098 h 1896600"/>
                <a:gd name="csX82" fmla="*/ 1974900 w 2252276"/>
                <a:gd name="csY82" fmla="*/ 134793 h 1896600"/>
                <a:gd name="csX83" fmla="*/ 1995792 w 2252276"/>
                <a:gd name="csY83" fmla="*/ 135334 h 1896600"/>
                <a:gd name="csX84" fmla="*/ 2010727 w 2252276"/>
                <a:gd name="csY84" fmla="*/ 144634 h 1896600"/>
                <a:gd name="csX85" fmla="*/ 2033130 w 2252276"/>
                <a:gd name="csY85" fmla="*/ 134144 h 1896600"/>
                <a:gd name="csX86" fmla="*/ 2076316 w 2252276"/>
                <a:gd name="csY86" fmla="*/ 144310 h 1896600"/>
                <a:gd name="csX87" fmla="*/ 2111495 w 2252276"/>
                <a:gd name="csY87" fmla="*/ 119654 h 1896600"/>
                <a:gd name="csX88" fmla="*/ 2120049 w 2252276"/>
                <a:gd name="csY88" fmla="*/ 103758 h 1896600"/>
                <a:gd name="csX89" fmla="*/ 2126862 w 2252276"/>
                <a:gd name="csY89" fmla="*/ 105596 h 1896600"/>
                <a:gd name="csX90" fmla="*/ 2138876 w 2252276"/>
                <a:gd name="csY90" fmla="*/ 116735 h 1896600"/>
                <a:gd name="csX91" fmla="*/ 2163775 w 2252276"/>
                <a:gd name="csY91" fmla="*/ 105596 h 1896600"/>
                <a:gd name="csX92" fmla="*/ 2207933 w 2252276"/>
                <a:gd name="csY92" fmla="*/ 103758 h 1896600"/>
                <a:gd name="csX93" fmla="*/ 2242350 w 2252276"/>
                <a:gd name="csY93" fmla="*/ 120087 h 1896600"/>
                <a:gd name="csX94" fmla="*/ 2249710 w 2252276"/>
                <a:gd name="csY94" fmla="*/ 121925 h 1896600"/>
                <a:gd name="csX95" fmla="*/ 2250147 w 2252276"/>
                <a:gd name="csY95" fmla="*/ 122682 h 1896600"/>
                <a:gd name="csX96" fmla="*/ 2251983 w 2252276"/>
                <a:gd name="csY96" fmla="*/ 127224 h 1896600"/>
                <a:gd name="csX97" fmla="*/ 2249817 w 2252276"/>
                <a:gd name="csY97" fmla="*/ 132955 h 1896600"/>
                <a:gd name="csX98" fmla="*/ 2245277 w 2252276"/>
                <a:gd name="csY98" fmla="*/ 138038 h 1896600"/>
                <a:gd name="csX99" fmla="*/ 2204472 w 2252276"/>
                <a:gd name="csY99" fmla="*/ 156637 h 1896600"/>
                <a:gd name="csX100" fmla="*/ 2189423 w 2252276"/>
                <a:gd name="csY100" fmla="*/ 171884 h 1896600"/>
                <a:gd name="csX101" fmla="*/ 2157711 w 2252276"/>
                <a:gd name="csY101" fmla="*/ 173074 h 1896600"/>
                <a:gd name="csX102" fmla="*/ 2150027 w 2252276"/>
                <a:gd name="csY102" fmla="*/ 179238 h 1896600"/>
                <a:gd name="csX103" fmla="*/ 2159984 w 2252276"/>
                <a:gd name="csY103" fmla="*/ 192539 h 1896600"/>
                <a:gd name="csX104" fmla="*/ 2149487 w 2252276"/>
                <a:gd name="csY104" fmla="*/ 203245 h 1896600"/>
                <a:gd name="csX105" fmla="*/ 2122538 w 2252276"/>
                <a:gd name="csY105" fmla="*/ 203677 h 1896600"/>
                <a:gd name="csX106" fmla="*/ 2111387 w 2252276"/>
                <a:gd name="csY106" fmla="*/ 216005 h 1896600"/>
                <a:gd name="csX107" fmla="*/ 2062137 w 2252276"/>
                <a:gd name="csY107" fmla="*/ 215897 h 1896600"/>
                <a:gd name="csX108" fmla="*/ 2046662 w 2252276"/>
                <a:gd name="csY108" fmla="*/ 205515 h 1896600"/>
                <a:gd name="csX109" fmla="*/ 2036057 w 2252276"/>
                <a:gd name="csY109" fmla="*/ 214923 h 1896600"/>
                <a:gd name="csX110" fmla="*/ 1978368 w 2252276"/>
                <a:gd name="csY110" fmla="*/ 222601 h 1896600"/>
                <a:gd name="csX111" fmla="*/ 1980095 w 2252276"/>
                <a:gd name="csY111" fmla="*/ 232550 h 1896600"/>
                <a:gd name="csX112" fmla="*/ 2101862 w 2252276"/>
                <a:gd name="csY112" fmla="*/ 244012 h 1896600"/>
                <a:gd name="csX113" fmla="*/ 2085409 w 2252276"/>
                <a:gd name="csY113" fmla="*/ 256124 h 1896600"/>
                <a:gd name="csX114" fmla="*/ 2075669 w 2252276"/>
                <a:gd name="csY114" fmla="*/ 267370 h 1896600"/>
                <a:gd name="csX115" fmla="*/ 1988217 w 2252276"/>
                <a:gd name="csY115" fmla="*/ 267587 h 1896600"/>
                <a:gd name="csX116" fmla="*/ 1966023 w 2252276"/>
                <a:gd name="csY116" fmla="*/ 297000 h 1896600"/>
                <a:gd name="csX117" fmla="*/ 1970785 w 2252276"/>
                <a:gd name="csY117" fmla="*/ 322628 h 1896600"/>
                <a:gd name="csX118" fmla="*/ 1994058 w 2252276"/>
                <a:gd name="csY118" fmla="*/ 294512 h 1896600"/>
                <a:gd name="csX119" fmla="*/ 2018195 w 2252276"/>
                <a:gd name="csY119" fmla="*/ 286727 h 1896600"/>
                <a:gd name="csX120" fmla="*/ 2029345 w 2252276"/>
                <a:gd name="csY120" fmla="*/ 290295 h 1896600"/>
                <a:gd name="csX121" fmla="*/ 2048827 w 2252276"/>
                <a:gd name="csY121" fmla="*/ 285537 h 1896600"/>
                <a:gd name="csX122" fmla="*/ 2073395 w 2252276"/>
                <a:gd name="csY122" fmla="*/ 292999 h 1896600"/>
                <a:gd name="csX123" fmla="*/ 2056510 w 2252276"/>
                <a:gd name="csY123" fmla="*/ 309760 h 1896600"/>
                <a:gd name="csX124" fmla="*/ 2050669 w 2252276"/>
                <a:gd name="csY124" fmla="*/ 317438 h 1896600"/>
                <a:gd name="csX125" fmla="*/ 2007158 w 2252276"/>
                <a:gd name="csY125" fmla="*/ 322088 h 1896600"/>
                <a:gd name="csX126" fmla="*/ 1993950 w 2252276"/>
                <a:gd name="csY126" fmla="*/ 345986 h 1896600"/>
                <a:gd name="csX127" fmla="*/ 2011051 w 2252276"/>
                <a:gd name="csY127" fmla="*/ 367289 h 1896600"/>
                <a:gd name="csX128" fmla="*/ 2011921 w 2252276"/>
                <a:gd name="csY128" fmla="*/ 378968 h 1896600"/>
                <a:gd name="csX129" fmla="*/ 1987778 w 2252276"/>
                <a:gd name="csY129" fmla="*/ 388160 h 1896600"/>
                <a:gd name="csX130" fmla="*/ 1986267 w 2252276"/>
                <a:gd name="csY130" fmla="*/ 399839 h 1896600"/>
                <a:gd name="csX131" fmla="*/ 1980095 w 2252276"/>
                <a:gd name="csY131" fmla="*/ 411193 h 1896600"/>
                <a:gd name="csX132" fmla="*/ 1959102 w 2252276"/>
                <a:gd name="csY132" fmla="*/ 410328 h 1896600"/>
                <a:gd name="csX133" fmla="*/ 1935289 w 2252276"/>
                <a:gd name="csY133" fmla="*/ 466667 h 1896600"/>
                <a:gd name="csX134" fmla="*/ 1936908 w 2252276"/>
                <a:gd name="csY134" fmla="*/ 493161 h 1896600"/>
                <a:gd name="csX135" fmla="*/ 1926412 w 2252276"/>
                <a:gd name="csY135" fmla="*/ 499433 h 1896600"/>
                <a:gd name="csX136" fmla="*/ 1913966 w 2252276"/>
                <a:gd name="csY136" fmla="*/ 525494 h 1896600"/>
                <a:gd name="csX137" fmla="*/ 1925218 w 2252276"/>
                <a:gd name="csY137" fmla="*/ 531550 h 1896600"/>
                <a:gd name="csX138" fmla="*/ 1948491 w 2252276"/>
                <a:gd name="csY138" fmla="*/ 506570 h 1896600"/>
                <a:gd name="csX139" fmla="*/ 2004447 w 2252276"/>
                <a:gd name="csY139" fmla="*/ 514789 h 1896600"/>
                <a:gd name="csX140" fmla="*/ 2019820 w 2252276"/>
                <a:gd name="csY140" fmla="*/ 537065 h 1896600"/>
                <a:gd name="csX141" fmla="*/ 2018410 w 2252276"/>
                <a:gd name="csY141" fmla="*/ 541066 h 1896600"/>
                <a:gd name="csX142" fmla="*/ 1997087 w 2252276"/>
                <a:gd name="csY142" fmla="*/ 543770 h 1896600"/>
                <a:gd name="csX143" fmla="*/ 1969490 w 2252276"/>
                <a:gd name="csY143" fmla="*/ 537065 h 1896600"/>
                <a:gd name="csX144" fmla="*/ 1966461 w 2252276"/>
                <a:gd name="csY144" fmla="*/ 540309 h 1896600"/>
                <a:gd name="csX145" fmla="*/ 1967325 w 2252276"/>
                <a:gd name="csY145" fmla="*/ 552420 h 1896600"/>
                <a:gd name="csX146" fmla="*/ 1993087 w 2252276"/>
                <a:gd name="csY146" fmla="*/ 562585 h 1896600"/>
                <a:gd name="csX147" fmla="*/ 2011699 w 2252276"/>
                <a:gd name="csY147" fmla="*/ 571020 h 1896600"/>
                <a:gd name="csX148" fmla="*/ 2017871 w 2252276"/>
                <a:gd name="csY148" fmla="*/ 564316 h 1896600"/>
                <a:gd name="csX149" fmla="*/ 2038655 w 2252276"/>
                <a:gd name="csY149" fmla="*/ 564640 h 1896600"/>
                <a:gd name="csX150" fmla="*/ 2047525 w 2252276"/>
                <a:gd name="csY150" fmla="*/ 589403 h 1896600"/>
                <a:gd name="csX151" fmla="*/ 2042223 w 2252276"/>
                <a:gd name="csY151" fmla="*/ 605840 h 1896600"/>
                <a:gd name="csX152" fmla="*/ 2001742 w 2252276"/>
                <a:gd name="csY152" fmla="*/ 604975 h 1896600"/>
                <a:gd name="csX153" fmla="*/ 1995792 w 2252276"/>
                <a:gd name="csY153" fmla="*/ 616762 h 1896600"/>
                <a:gd name="csX154" fmla="*/ 1988756 w 2252276"/>
                <a:gd name="csY154" fmla="*/ 618709 h 1896600"/>
                <a:gd name="csX155" fmla="*/ 1986699 w 2252276"/>
                <a:gd name="csY155" fmla="*/ 602705 h 1896600"/>
                <a:gd name="csX156" fmla="*/ 1964620 w 2252276"/>
                <a:gd name="csY156" fmla="*/ 596108 h 1896600"/>
                <a:gd name="csX157" fmla="*/ 1935937 w 2252276"/>
                <a:gd name="csY157" fmla="*/ 613302 h 1896600"/>
                <a:gd name="csX158" fmla="*/ 1940807 w 2252276"/>
                <a:gd name="csY158" fmla="*/ 632010 h 1896600"/>
                <a:gd name="csX159" fmla="*/ 1952821 w 2252276"/>
                <a:gd name="csY159" fmla="*/ 628549 h 1896600"/>
                <a:gd name="csX160" fmla="*/ 1970894 w 2252276"/>
                <a:gd name="csY160" fmla="*/ 640767 h 1896600"/>
                <a:gd name="csX161" fmla="*/ 1968950 w 2252276"/>
                <a:gd name="csY161" fmla="*/ 656235 h 1896600"/>
                <a:gd name="csX162" fmla="*/ 1986051 w 2252276"/>
                <a:gd name="csY162" fmla="*/ 661423 h 1896600"/>
                <a:gd name="csX163" fmla="*/ 1986267 w 2252276"/>
                <a:gd name="csY163" fmla="*/ 677425 h 1896600"/>
                <a:gd name="csX164" fmla="*/ 2000339 w 2252276"/>
                <a:gd name="csY164" fmla="*/ 703600 h 1896600"/>
                <a:gd name="csX165" fmla="*/ 1997849 w 2252276"/>
                <a:gd name="csY165" fmla="*/ 713112 h 1896600"/>
                <a:gd name="csX166" fmla="*/ 2004339 w 2252276"/>
                <a:gd name="csY166" fmla="*/ 738633 h 1896600"/>
                <a:gd name="csX167" fmla="*/ 2000339 w 2252276"/>
                <a:gd name="csY167" fmla="*/ 751066 h 1896600"/>
                <a:gd name="csX168" fmla="*/ 1985397 w 2252276"/>
                <a:gd name="csY168" fmla="*/ 753447 h 1896600"/>
                <a:gd name="csX169" fmla="*/ 1978368 w 2252276"/>
                <a:gd name="csY169" fmla="*/ 742094 h 1896600"/>
                <a:gd name="csX170" fmla="*/ 1956606 w 2252276"/>
                <a:gd name="csY170" fmla="*/ 742957 h 1896600"/>
                <a:gd name="csX171" fmla="*/ 1957368 w 2252276"/>
                <a:gd name="csY171" fmla="*/ 761772 h 1896600"/>
                <a:gd name="csX172" fmla="*/ 1972195 w 2252276"/>
                <a:gd name="csY172" fmla="*/ 766643 h 1896600"/>
                <a:gd name="csX173" fmla="*/ 1985181 w 2252276"/>
                <a:gd name="csY173" fmla="*/ 779832 h 1896600"/>
                <a:gd name="csX174" fmla="*/ 1977929 w 2252276"/>
                <a:gd name="csY174" fmla="*/ 794322 h 1896600"/>
                <a:gd name="csX175" fmla="*/ 1987131 w 2252276"/>
                <a:gd name="csY175" fmla="*/ 806762 h 1896600"/>
                <a:gd name="csX176" fmla="*/ 2000878 w 2252276"/>
                <a:gd name="csY176" fmla="*/ 801028 h 1896600"/>
                <a:gd name="csX177" fmla="*/ 2006072 w 2252276"/>
                <a:gd name="csY177" fmla="*/ 811626 h 1896600"/>
                <a:gd name="csX178" fmla="*/ 2015813 w 2252276"/>
                <a:gd name="csY178" fmla="*/ 817792 h 1896600"/>
                <a:gd name="csX179" fmla="*/ 2005533 w 2252276"/>
                <a:gd name="csY179" fmla="*/ 835851 h 1896600"/>
                <a:gd name="csX180" fmla="*/ 1985835 w 2252276"/>
                <a:gd name="csY180" fmla="*/ 837255 h 1896600"/>
                <a:gd name="csX181" fmla="*/ 1964404 w 2252276"/>
                <a:gd name="csY181" fmla="*/ 821469 h 1896600"/>
                <a:gd name="csX182" fmla="*/ 1966677 w 2252276"/>
                <a:gd name="csY182" fmla="*/ 841039 h 1896600"/>
                <a:gd name="csX183" fmla="*/ 1964188 w 2252276"/>
                <a:gd name="csY183" fmla="*/ 844932 h 1896600"/>
                <a:gd name="csX184" fmla="*/ 1934635 w 2252276"/>
                <a:gd name="csY184" fmla="*/ 843744 h 1896600"/>
                <a:gd name="csX185" fmla="*/ 1906930 w 2252276"/>
                <a:gd name="csY185" fmla="*/ 833578 h 1896600"/>
                <a:gd name="csX186" fmla="*/ 1889614 w 2252276"/>
                <a:gd name="csY186" fmla="*/ 850882 h 1896600"/>
                <a:gd name="csX187" fmla="*/ 1902923 w 2252276"/>
                <a:gd name="csY187" fmla="*/ 862775 h 1896600"/>
                <a:gd name="csX188" fmla="*/ 1917858 w 2252276"/>
                <a:gd name="csY188" fmla="*/ 856609 h 1896600"/>
                <a:gd name="csX189" fmla="*/ 1951088 w 2252276"/>
                <a:gd name="csY189" fmla="*/ 868401 h 1896600"/>
                <a:gd name="csX190" fmla="*/ 1967325 w 2252276"/>
                <a:gd name="csY190" fmla="*/ 866236 h 1896600"/>
                <a:gd name="csX191" fmla="*/ 1974361 w 2252276"/>
                <a:gd name="csY191" fmla="*/ 874993 h 1896600"/>
                <a:gd name="csX192" fmla="*/ 1964080 w 2252276"/>
                <a:gd name="csY192" fmla="*/ 884295 h 1896600"/>
                <a:gd name="csX193" fmla="*/ 1964080 w 2252276"/>
                <a:gd name="csY193" fmla="*/ 903218 h 1896600"/>
                <a:gd name="csX194" fmla="*/ 1926520 w 2252276"/>
                <a:gd name="csY194" fmla="*/ 906355 h 1896600"/>
                <a:gd name="csX195" fmla="*/ 1905952 w 2252276"/>
                <a:gd name="csY195" fmla="*/ 918465 h 1896600"/>
                <a:gd name="csX196" fmla="*/ 1872291 w 2252276"/>
                <a:gd name="csY196" fmla="*/ 918141 h 1896600"/>
                <a:gd name="csX197" fmla="*/ 1817636 w 2252276"/>
                <a:gd name="csY197" fmla="*/ 884187 h 1896600"/>
                <a:gd name="csX198" fmla="*/ 1818392 w 2252276"/>
                <a:gd name="csY198" fmla="*/ 901491 h 1896600"/>
                <a:gd name="csX199" fmla="*/ 1822183 w 2252276"/>
                <a:gd name="csY199" fmla="*/ 907327 h 1896600"/>
                <a:gd name="csX200" fmla="*/ 1871319 w 2252276"/>
                <a:gd name="csY200" fmla="*/ 937280 h 1896600"/>
                <a:gd name="csX201" fmla="*/ 1905952 w 2252276"/>
                <a:gd name="csY201" fmla="*/ 953936 h 1896600"/>
                <a:gd name="csX202" fmla="*/ 1909743 w 2252276"/>
                <a:gd name="csY202" fmla="*/ 971887 h 1896600"/>
                <a:gd name="csX203" fmla="*/ 1892427 w 2252276"/>
                <a:gd name="csY203" fmla="*/ 975888 h 1896600"/>
                <a:gd name="csX204" fmla="*/ 1906606 w 2252276"/>
                <a:gd name="csY204" fmla="*/ 993731 h 1896600"/>
                <a:gd name="csX205" fmla="*/ 1893182 w 2252276"/>
                <a:gd name="csY205" fmla="*/ 1000107 h 1896600"/>
                <a:gd name="csX206" fmla="*/ 1899678 w 2252276"/>
                <a:gd name="csY206" fmla="*/ 1015575 h 1896600"/>
                <a:gd name="csX207" fmla="*/ 1895564 w 2252276"/>
                <a:gd name="csY207" fmla="*/ 1024332 h 1896600"/>
                <a:gd name="csX208" fmla="*/ 1890045 w 2252276"/>
                <a:gd name="csY208" fmla="*/ 1024656 h 1896600"/>
                <a:gd name="csX209" fmla="*/ 1860061 w 2252276"/>
                <a:gd name="csY209" fmla="*/ 1003028 h 1896600"/>
                <a:gd name="csX210" fmla="*/ 1822507 w 2252276"/>
                <a:gd name="csY210" fmla="*/ 986270 h 1896600"/>
                <a:gd name="csX211" fmla="*/ 1809946 w 2252276"/>
                <a:gd name="csY211" fmla="*/ 947662 h 1896600"/>
                <a:gd name="csX212" fmla="*/ 1798154 w 2252276"/>
                <a:gd name="csY212" fmla="*/ 941718 h 1896600"/>
                <a:gd name="csX213" fmla="*/ 1808759 w 2252276"/>
                <a:gd name="csY213" fmla="*/ 996976 h 1896600"/>
                <a:gd name="csX214" fmla="*/ 1869046 w 2252276"/>
                <a:gd name="csY214" fmla="*/ 1033959 h 1896600"/>
                <a:gd name="csX215" fmla="*/ 1867858 w 2252276"/>
                <a:gd name="csY215" fmla="*/ 1052342 h 1896600"/>
                <a:gd name="csX216" fmla="*/ 1889614 w 2252276"/>
                <a:gd name="csY216" fmla="*/ 1048341 h 1896600"/>
                <a:gd name="csX217" fmla="*/ 1904981 w 2252276"/>
                <a:gd name="csY217" fmla="*/ 1057422 h 1896600"/>
                <a:gd name="csX218" fmla="*/ 1889830 w 2252276"/>
                <a:gd name="csY218" fmla="*/ 1072021 h 1896600"/>
                <a:gd name="csX219" fmla="*/ 1890693 w 2252276"/>
                <a:gd name="csY219" fmla="*/ 1083698 h 1896600"/>
                <a:gd name="csX220" fmla="*/ 1920132 w 2252276"/>
                <a:gd name="csY220" fmla="*/ 1078618 h 1896600"/>
                <a:gd name="csX221" fmla="*/ 1917211 w 2252276"/>
                <a:gd name="csY221" fmla="*/ 1124357 h 1896600"/>
                <a:gd name="csX222" fmla="*/ 1922513 w 2252276"/>
                <a:gd name="csY222" fmla="*/ 1155720 h 1896600"/>
                <a:gd name="csX223" fmla="*/ 1897729 w 2252276"/>
                <a:gd name="csY223" fmla="*/ 1157231 h 1896600"/>
                <a:gd name="csX224" fmla="*/ 1891233 w 2252276"/>
                <a:gd name="csY224" fmla="*/ 1134200 h 1896600"/>
                <a:gd name="csX225" fmla="*/ 1884089 w 2252276"/>
                <a:gd name="csY225" fmla="*/ 1126523 h 1896600"/>
                <a:gd name="csX226" fmla="*/ 1880412 w 2252276"/>
                <a:gd name="csY226" fmla="*/ 1155612 h 1896600"/>
                <a:gd name="csX227" fmla="*/ 1857680 w 2252276"/>
                <a:gd name="csY227" fmla="*/ 1158857 h 1896600"/>
                <a:gd name="csX228" fmla="*/ 1831924 w 2252276"/>
                <a:gd name="csY228" fmla="*/ 1142956 h 1896600"/>
                <a:gd name="csX229" fmla="*/ 1821961 w 2252276"/>
                <a:gd name="csY229" fmla="*/ 1116140 h 1896600"/>
                <a:gd name="csX230" fmla="*/ 1807457 w 2252276"/>
                <a:gd name="csY230" fmla="*/ 1093972 h 1896600"/>
                <a:gd name="csX231" fmla="*/ 1787759 w 2252276"/>
                <a:gd name="csY231" fmla="*/ 1091699 h 1896600"/>
                <a:gd name="csX232" fmla="*/ 1778889 w 2252276"/>
                <a:gd name="csY232" fmla="*/ 1110305 h 1896600"/>
                <a:gd name="csX233" fmla="*/ 1781702 w 2252276"/>
                <a:gd name="csY233" fmla="*/ 1142201 h 1896600"/>
                <a:gd name="csX234" fmla="*/ 1778996 w 2252276"/>
                <a:gd name="csY234" fmla="*/ 1147287 h 1896600"/>
                <a:gd name="csX235" fmla="*/ 1750529 w 2252276"/>
                <a:gd name="csY235" fmla="*/ 1158317 h 1896600"/>
                <a:gd name="csX236" fmla="*/ 1730718 w 2252276"/>
                <a:gd name="csY236" fmla="*/ 1175075 h 1896600"/>
                <a:gd name="csX237" fmla="*/ 1731371 w 2252276"/>
                <a:gd name="csY237" fmla="*/ 1177240 h 1896600"/>
                <a:gd name="csX238" fmla="*/ 1755724 w 2252276"/>
                <a:gd name="csY238" fmla="*/ 1175183 h 1896600"/>
                <a:gd name="csX239" fmla="*/ 1784299 w 2252276"/>
                <a:gd name="csY239" fmla="*/ 1163505 h 1896600"/>
                <a:gd name="csX240" fmla="*/ 1840039 w 2252276"/>
                <a:gd name="csY240" fmla="*/ 1183184 h 1896600"/>
                <a:gd name="csX241" fmla="*/ 1902275 w 2252276"/>
                <a:gd name="csY241" fmla="*/ 1181025 h 1896600"/>
                <a:gd name="csX242" fmla="*/ 1894268 w 2252276"/>
                <a:gd name="csY242" fmla="*/ 1199840 h 1896600"/>
                <a:gd name="csX243" fmla="*/ 1871751 w 2252276"/>
                <a:gd name="csY243" fmla="*/ 1209250 h 1896600"/>
                <a:gd name="csX244" fmla="*/ 1860930 w 2252276"/>
                <a:gd name="csY244" fmla="*/ 1222223 h 1896600"/>
                <a:gd name="csX245" fmla="*/ 1845665 w 2252276"/>
                <a:gd name="csY245" fmla="*/ 1218979 h 1896600"/>
                <a:gd name="csX246" fmla="*/ 1834953 w 2252276"/>
                <a:gd name="csY246" fmla="*/ 1235959 h 1896600"/>
                <a:gd name="csX247" fmla="*/ 1802809 w 2252276"/>
                <a:gd name="csY247" fmla="*/ 1251097 h 1896600"/>
                <a:gd name="csX248" fmla="*/ 1782673 w 2252276"/>
                <a:gd name="csY248" fmla="*/ 1255097 h 1896600"/>
                <a:gd name="csX249" fmla="*/ 1785594 w 2252276"/>
                <a:gd name="csY249" fmla="*/ 1261371 h 1896600"/>
                <a:gd name="csX250" fmla="*/ 1764925 w 2252276"/>
                <a:gd name="csY250" fmla="*/ 1286244 h 1896600"/>
                <a:gd name="csX251" fmla="*/ 1744789 w 2252276"/>
                <a:gd name="csY251" fmla="*/ 1287216 h 1896600"/>
                <a:gd name="csX252" fmla="*/ 1741436 w 2252276"/>
                <a:gd name="csY252" fmla="*/ 1297166 h 1896600"/>
                <a:gd name="csX253" fmla="*/ 1698682 w 2252276"/>
                <a:gd name="csY253" fmla="*/ 1312844 h 1896600"/>
                <a:gd name="csX254" fmla="*/ 1681473 w 2252276"/>
                <a:gd name="csY254" fmla="*/ 1307218 h 1896600"/>
                <a:gd name="csX255" fmla="*/ 1675739 w 2252276"/>
                <a:gd name="csY255" fmla="*/ 1314463 h 1896600"/>
                <a:gd name="csX256" fmla="*/ 1628546 w 2252276"/>
                <a:gd name="csY256" fmla="*/ 1334149 h 1896600"/>
                <a:gd name="csX257" fmla="*/ 1615992 w 2252276"/>
                <a:gd name="csY257" fmla="*/ 1323119 h 1896600"/>
                <a:gd name="csX258" fmla="*/ 1602892 w 2252276"/>
                <a:gd name="csY258" fmla="*/ 1320090 h 1896600"/>
                <a:gd name="csX259" fmla="*/ 1611661 w 2252276"/>
                <a:gd name="csY259" fmla="*/ 1339984 h 1896600"/>
                <a:gd name="csX260" fmla="*/ 1550180 w 2252276"/>
                <a:gd name="csY260" fmla="*/ 1346582 h 1896600"/>
                <a:gd name="csX261" fmla="*/ 1521504 w 2252276"/>
                <a:gd name="csY261" fmla="*/ 1311441 h 1896600"/>
                <a:gd name="csX262" fmla="*/ 1506994 w 2252276"/>
                <a:gd name="csY262" fmla="*/ 1309815 h 1896600"/>
                <a:gd name="csX263" fmla="*/ 1522584 w 2252276"/>
                <a:gd name="csY263" fmla="*/ 1345178 h 1896600"/>
                <a:gd name="csX264" fmla="*/ 1524425 w 2252276"/>
                <a:gd name="csY264" fmla="*/ 1357828 h 1896600"/>
                <a:gd name="csX265" fmla="*/ 1492707 w 2252276"/>
                <a:gd name="csY265" fmla="*/ 1376535 h 1896600"/>
                <a:gd name="csX266" fmla="*/ 1480261 w 2252276"/>
                <a:gd name="csY266" fmla="*/ 1409841 h 1896600"/>
                <a:gd name="csX267" fmla="*/ 1464570 w 2252276"/>
                <a:gd name="csY267" fmla="*/ 1429310 h 1896600"/>
                <a:gd name="csX268" fmla="*/ 1456448 w 2252276"/>
                <a:gd name="csY268" fmla="*/ 1448556 h 1896600"/>
                <a:gd name="csX269" fmla="*/ 1421600 w 2252276"/>
                <a:gd name="csY269" fmla="*/ 1478294 h 1896600"/>
                <a:gd name="csX270" fmla="*/ 1396053 w 2252276"/>
                <a:gd name="csY270" fmla="*/ 1473321 h 1896600"/>
                <a:gd name="csX271" fmla="*/ 1401248 w 2252276"/>
                <a:gd name="csY271" fmla="*/ 1484783 h 1896600"/>
                <a:gd name="csX272" fmla="*/ 1374730 w 2252276"/>
                <a:gd name="csY272" fmla="*/ 1512247 h 1896600"/>
                <a:gd name="csX273" fmla="*/ 1364557 w 2252276"/>
                <a:gd name="csY273" fmla="*/ 1496029 h 1896600"/>
                <a:gd name="csX274" fmla="*/ 1353191 w 2252276"/>
                <a:gd name="csY274" fmla="*/ 1524039 h 1896600"/>
                <a:gd name="csX275" fmla="*/ 1335982 w 2252276"/>
                <a:gd name="csY275" fmla="*/ 1522089 h 1896600"/>
                <a:gd name="csX276" fmla="*/ 1314551 w 2252276"/>
                <a:gd name="csY276" fmla="*/ 1522413 h 1896600"/>
                <a:gd name="csX277" fmla="*/ 1325594 w 2252276"/>
                <a:gd name="csY277" fmla="*/ 1490727 h 1896600"/>
                <a:gd name="csX278" fmla="*/ 1334471 w 2252276"/>
                <a:gd name="csY278" fmla="*/ 1477214 h 1896600"/>
                <a:gd name="csX279" fmla="*/ 1315853 w 2252276"/>
                <a:gd name="csY279" fmla="*/ 1481754 h 1896600"/>
                <a:gd name="csX280" fmla="*/ 1297127 w 2252276"/>
                <a:gd name="csY280" fmla="*/ 1520686 h 1896600"/>
                <a:gd name="csX281" fmla="*/ 1265307 w 2252276"/>
                <a:gd name="csY281" fmla="*/ 1532796 h 1896600"/>
                <a:gd name="csX282" fmla="*/ 1249940 w 2252276"/>
                <a:gd name="csY282" fmla="*/ 1524039 h 1896600"/>
                <a:gd name="csX283" fmla="*/ 1231322 w 2252276"/>
                <a:gd name="csY283" fmla="*/ 1531932 h 1896600"/>
                <a:gd name="csX284" fmla="*/ 1244308 w 2252276"/>
                <a:gd name="csY284" fmla="*/ 1543825 h 1896600"/>
                <a:gd name="csX285" fmla="*/ 1240847 w 2252276"/>
                <a:gd name="csY285" fmla="*/ 1559720 h 1896600"/>
                <a:gd name="csX286" fmla="*/ 1197121 w 2252276"/>
                <a:gd name="csY286" fmla="*/ 1557992 h 1896600"/>
                <a:gd name="csX287" fmla="*/ 1193006 w 2252276"/>
                <a:gd name="csY287" fmla="*/ 1568051 h 1896600"/>
                <a:gd name="csX288" fmla="*/ 1212596 w 2252276"/>
                <a:gd name="csY288" fmla="*/ 1584916 h 1896600"/>
                <a:gd name="csX289" fmla="*/ 1224070 w 2252276"/>
                <a:gd name="csY289" fmla="*/ 1608278 h 1896600"/>
                <a:gd name="csX290" fmla="*/ 1183157 w 2252276"/>
                <a:gd name="csY290" fmla="*/ 1610653 h 1896600"/>
                <a:gd name="csX291" fmla="*/ 1180452 w 2252276"/>
                <a:gd name="csY291" fmla="*/ 1618870 h 1896600"/>
                <a:gd name="csX292" fmla="*/ 1209135 w 2252276"/>
                <a:gd name="csY292" fmla="*/ 1626445 h 1896600"/>
                <a:gd name="csX293" fmla="*/ 1212488 w 2252276"/>
                <a:gd name="csY293" fmla="*/ 1650340 h 1896600"/>
                <a:gd name="csX294" fmla="*/ 1179042 w 2252276"/>
                <a:gd name="csY294" fmla="*/ 1644714 h 1896600"/>
                <a:gd name="csX295" fmla="*/ 1188891 w 2252276"/>
                <a:gd name="csY295" fmla="*/ 1655744 h 1896600"/>
                <a:gd name="csX296" fmla="*/ 1205560 w 2252276"/>
                <a:gd name="csY296" fmla="*/ 1660507 h 1896600"/>
                <a:gd name="csX297" fmla="*/ 1156423 w 2252276"/>
                <a:gd name="csY297" fmla="*/ 1716304 h 1896600"/>
                <a:gd name="csX298" fmla="*/ 1142676 w 2252276"/>
                <a:gd name="csY298" fmla="*/ 1708303 h 1896600"/>
                <a:gd name="csX299" fmla="*/ 1125251 w 2252276"/>
                <a:gd name="csY299" fmla="*/ 1714901 h 1896600"/>
                <a:gd name="csX300" fmla="*/ 1148956 w 2252276"/>
                <a:gd name="csY300" fmla="*/ 1729715 h 1896600"/>
                <a:gd name="csX301" fmla="*/ 1152201 w 2252276"/>
                <a:gd name="csY301" fmla="*/ 1734903 h 1896600"/>
                <a:gd name="csX302" fmla="*/ 1149172 w 2252276"/>
                <a:gd name="csY302" fmla="*/ 1737716 h 1896600"/>
                <a:gd name="csX303" fmla="*/ 1127957 w 2252276"/>
                <a:gd name="csY303" fmla="*/ 1730471 h 1896600"/>
                <a:gd name="csX304" fmla="*/ 1143108 w 2252276"/>
                <a:gd name="csY304" fmla="*/ 1743666 h 1896600"/>
                <a:gd name="csX305" fmla="*/ 1141920 w 2252276"/>
                <a:gd name="csY305" fmla="*/ 1755884 h 1896600"/>
                <a:gd name="csX306" fmla="*/ 1151007 w 2252276"/>
                <a:gd name="csY306" fmla="*/ 1765504 h 1896600"/>
                <a:gd name="csX307" fmla="*/ 1138561 w 2252276"/>
                <a:gd name="csY307" fmla="*/ 1802709 h 1896600"/>
                <a:gd name="csX308" fmla="*/ 1122546 w 2252276"/>
                <a:gd name="csY308" fmla="*/ 1810602 h 1896600"/>
                <a:gd name="csX309" fmla="*/ 1128712 w 2252276"/>
                <a:gd name="csY309" fmla="*/ 1821092 h 1896600"/>
                <a:gd name="csX310" fmla="*/ 1126115 w 2252276"/>
                <a:gd name="csY310" fmla="*/ 1844339 h 1896600"/>
                <a:gd name="csX311" fmla="*/ 1104900 w 2252276"/>
                <a:gd name="csY311" fmla="*/ 1847908 h 1896600"/>
                <a:gd name="csX312" fmla="*/ 1112043 w 2252276"/>
                <a:gd name="csY312" fmla="*/ 1859586 h 1896600"/>
                <a:gd name="csX313" fmla="*/ 1112583 w 2252276"/>
                <a:gd name="csY313" fmla="*/ 1889215 h 1896600"/>
                <a:gd name="csX314" fmla="*/ 1105439 w 2252276"/>
                <a:gd name="csY314" fmla="*/ 1882401 h 1896600"/>
                <a:gd name="csX315" fmla="*/ 1077842 w 2252276"/>
                <a:gd name="csY315" fmla="*/ 1875156 h 1896600"/>
                <a:gd name="csX316" fmla="*/ 1093755 w 2252276"/>
                <a:gd name="csY316" fmla="*/ 1891056 h 1896600"/>
                <a:gd name="csX317" fmla="*/ 1082173 w 2252276"/>
                <a:gd name="csY317" fmla="*/ 1896352 h 1896600"/>
                <a:gd name="csX318" fmla="*/ 1042447 w 2252276"/>
                <a:gd name="csY318" fmla="*/ 1879918 h 1896600"/>
                <a:gd name="csX319" fmla="*/ 1047534 w 2252276"/>
                <a:gd name="csY319" fmla="*/ 1864564 h 1896600"/>
                <a:gd name="csX320" fmla="*/ 1050677 w 2252276"/>
                <a:gd name="csY320" fmla="*/ 1852880 h 1896600"/>
                <a:gd name="csX321" fmla="*/ 1036066 w 2252276"/>
                <a:gd name="csY321" fmla="*/ 1867910 h 1896600"/>
                <a:gd name="csX322" fmla="*/ 1034224 w 2252276"/>
                <a:gd name="csY322" fmla="*/ 1851585 h 1896600"/>
                <a:gd name="csX323" fmla="*/ 1013872 w 2252276"/>
                <a:gd name="csY323" fmla="*/ 1848340 h 1896600"/>
                <a:gd name="csX324" fmla="*/ 1029030 w 2252276"/>
                <a:gd name="csY324" fmla="*/ 1821200 h 1896600"/>
                <a:gd name="csX325" fmla="*/ 1023397 w 2252276"/>
                <a:gd name="csY325" fmla="*/ 1821524 h 1896600"/>
                <a:gd name="csX326" fmla="*/ 1001534 w 2252276"/>
                <a:gd name="csY326" fmla="*/ 1841310 h 1896600"/>
                <a:gd name="csX327" fmla="*/ 978154 w 2252276"/>
                <a:gd name="csY327" fmla="*/ 1842390 h 1896600"/>
                <a:gd name="csX328" fmla="*/ 1006405 w 2252276"/>
                <a:gd name="csY328" fmla="*/ 1817739 h 1896600"/>
                <a:gd name="csX329" fmla="*/ 1002404 w 2252276"/>
                <a:gd name="csY329" fmla="*/ 1814602 h 1896600"/>
                <a:gd name="csX330" fmla="*/ 940168 w 2252276"/>
                <a:gd name="csY330" fmla="*/ 1846181 h 1896600"/>
                <a:gd name="csX331" fmla="*/ 918083 w 2252276"/>
                <a:gd name="csY331" fmla="*/ 1833201 h 1896600"/>
                <a:gd name="csX332" fmla="*/ 921226 w 2252276"/>
                <a:gd name="csY332" fmla="*/ 1822171 h 1896600"/>
                <a:gd name="csX333" fmla="*/ 886263 w 2252276"/>
                <a:gd name="csY333" fmla="*/ 1790053 h 1896600"/>
                <a:gd name="csX334" fmla="*/ 895464 w 2252276"/>
                <a:gd name="csY334" fmla="*/ 1770267 h 1896600"/>
                <a:gd name="csX335" fmla="*/ 891673 w 2252276"/>
                <a:gd name="csY335" fmla="*/ 1750797 h 1896600"/>
                <a:gd name="csX336" fmla="*/ 871544 w 2252276"/>
                <a:gd name="csY336" fmla="*/ 1747343 h 1896600"/>
                <a:gd name="csX337" fmla="*/ 845889 w 2252276"/>
                <a:gd name="csY337" fmla="*/ 1720844 h 1896600"/>
                <a:gd name="csX338" fmla="*/ 849788 w 2252276"/>
                <a:gd name="csY338" fmla="*/ 1701274 h 1896600"/>
                <a:gd name="csX339" fmla="*/ 826839 w 2252276"/>
                <a:gd name="csY339" fmla="*/ 1692841 h 1896600"/>
                <a:gd name="csX340" fmla="*/ 818076 w 2252276"/>
                <a:gd name="csY340" fmla="*/ 1683754 h 1896600"/>
                <a:gd name="csX341" fmla="*/ 817753 w 2252276"/>
                <a:gd name="csY341" fmla="*/ 1669803 h 1896600"/>
                <a:gd name="csX342" fmla="*/ 808335 w 2252276"/>
                <a:gd name="csY342" fmla="*/ 1666126 h 1896600"/>
                <a:gd name="csX343" fmla="*/ 797401 w 2252276"/>
                <a:gd name="csY343" fmla="*/ 1647635 h 1896600"/>
                <a:gd name="csX344" fmla="*/ 810501 w 2252276"/>
                <a:gd name="csY344" fmla="*/ 1588485 h 1896600"/>
                <a:gd name="csX345" fmla="*/ 784091 w 2252276"/>
                <a:gd name="csY345" fmla="*/ 1621899 h 1896600"/>
                <a:gd name="csX346" fmla="*/ 774027 w 2252276"/>
                <a:gd name="csY346" fmla="*/ 1594219 h 1896600"/>
                <a:gd name="csX347" fmla="*/ 779976 w 2252276"/>
                <a:gd name="csY347" fmla="*/ 1580700 h 1896600"/>
                <a:gd name="csX348" fmla="*/ 775106 w 2252276"/>
                <a:gd name="csY348" fmla="*/ 1572591 h 1896600"/>
                <a:gd name="csX349" fmla="*/ 773480 w 2252276"/>
                <a:gd name="csY349" fmla="*/ 1541768 h 1896600"/>
                <a:gd name="csX350" fmla="*/ 758329 w 2252276"/>
                <a:gd name="csY350" fmla="*/ 1523277 h 1896600"/>
                <a:gd name="csX351" fmla="*/ 749890 w 2252276"/>
                <a:gd name="csY351" fmla="*/ 1540797 h 1896600"/>
                <a:gd name="csX352" fmla="*/ 738847 w 2252276"/>
                <a:gd name="csY352" fmla="*/ 1537876 h 1896600"/>
                <a:gd name="csX353" fmla="*/ 735057 w 2252276"/>
                <a:gd name="csY353" fmla="*/ 1507815 h 1896600"/>
                <a:gd name="csX354" fmla="*/ 720877 w 2252276"/>
                <a:gd name="csY354" fmla="*/ 1496569 h 1896600"/>
                <a:gd name="csX355" fmla="*/ 717848 w 2252276"/>
                <a:gd name="csY355" fmla="*/ 1471048 h 1896600"/>
                <a:gd name="csX356" fmla="*/ 727373 w 2252276"/>
                <a:gd name="csY356" fmla="*/ 1453528 h 1896600"/>
                <a:gd name="csX357" fmla="*/ 715359 w 2252276"/>
                <a:gd name="csY357" fmla="*/ 1433310 h 1896600"/>
                <a:gd name="csX358" fmla="*/ 711460 w 2252276"/>
                <a:gd name="csY358" fmla="*/ 1406272 h 1896600"/>
                <a:gd name="csX359" fmla="*/ 743826 w 2252276"/>
                <a:gd name="csY359" fmla="*/ 1381513 h 1896600"/>
                <a:gd name="csX360" fmla="*/ 747395 w 2252276"/>
                <a:gd name="csY360" fmla="*/ 1374160 h 1896600"/>
                <a:gd name="csX361" fmla="*/ 721099 w 2252276"/>
                <a:gd name="csY361" fmla="*/ 1378592 h 1896600"/>
                <a:gd name="csX362" fmla="*/ 725423 w 2252276"/>
                <a:gd name="csY362" fmla="*/ 1348423 h 1896600"/>
                <a:gd name="csX363" fmla="*/ 750430 w 2252276"/>
                <a:gd name="csY363" fmla="*/ 1344531 h 1896600"/>
                <a:gd name="csX364" fmla="*/ 753135 w 2252276"/>
                <a:gd name="csY364" fmla="*/ 1334904 h 1896600"/>
                <a:gd name="csX365" fmla="*/ 732891 w 2252276"/>
                <a:gd name="csY365" fmla="*/ 1325709 h 1896600"/>
                <a:gd name="csX366" fmla="*/ 743070 w 2252276"/>
                <a:gd name="csY366" fmla="*/ 1299757 h 1896600"/>
                <a:gd name="csX367" fmla="*/ 764394 w 2252276"/>
                <a:gd name="csY367" fmla="*/ 1293274 h 1896600"/>
                <a:gd name="csX368" fmla="*/ 788746 w 2252276"/>
                <a:gd name="csY368" fmla="*/ 1310571 h 1896600"/>
                <a:gd name="csX369" fmla="*/ 814940 w 2252276"/>
                <a:gd name="csY369" fmla="*/ 1305599 h 1896600"/>
                <a:gd name="csX370" fmla="*/ 814940 w 2252276"/>
                <a:gd name="csY370" fmla="*/ 1283539 h 1896600"/>
                <a:gd name="csX371" fmla="*/ 840911 w 2252276"/>
                <a:gd name="csY371" fmla="*/ 1266775 h 1896600"/>
                <a:gd name="csX372" fmla="*/ 818616 w 2252276"/>
                <a:gd name="csY372" fmla="*/ 1257910 h 1896600"/>
                <a:gd name="csX373" fmla="*/ 823163 w 2252276"/>
                <a:gd name="csY373" fmla="*/ 1244715 h 1896600"/>
                <a:gd name="csX374" fmla="*/ 810501 w 2252276"/>
                <a:gd name="csY374" fmla="*/ 1219626 h 1896600"/>
                <a:gd name="csX375" fmla="*/ 820026 w 2252276"/>
                <a:gd name="csY375" fmla="*/ 1200487 h 1896600"/>
                <a:gd name="csX376" fmla="*/ 774566 w 2252276"/>
                <a:gd name="csY376" fmla="*/ 1191299 h 1896600"/>
                <a:gd name="csX377" fmla="*/ 746639 w 2252276"/>
                <a:gd name="csY377" fmla="*/ 1169455 h 1896600"/>
                <a:gd name="csX378" fmla="*/ 713625 w 2252276"/>
                <a:gd name="csY378" fmla="*/ 1163289 h 1896600"/>
                <a:gd name="csX379" fmla="*/ 687654 w 2252276"/>
                <a:gd name="csY379" fmla="*/ 1141553 h 1896600"/>
                <a:gd name="csX380" fmla="*/ 700316 w 2252276"/>
                <a:gd name="csY380" fmla="*/ 1130631 h 1896600"/>
                <a:gd name="csX381" fmla="*/ 746531 w 2252276"/>
                <a:gd name="csY381" fmla="*/ 1133336 h 1896600"/>
                <a:gd name="csX382" fmla="*/ 788962 w 2252276"/>
                <a:gd name="csY382" fmla="*/ 1157447 h 1896600"/>
                <a:gd name="csX383" fmla="*/ 825328 w 2252276"/>
                <a:gd name="csY383" fmla="*/ 1170103 h 1896600"/>
                <a:gd name="csX384" fmla="*/ 829659 w 2252276"/>
                <a:gd name="csY384" fmla="*/ 1161454 h 1896600"/>
                <a:gd name="csX385" fmla="*/ 814394 w 2252276"/>
                <a:gd name="csY385" fmla="*/ 1150532 h 1896600"/>
                <a:gd name="csX386" fmla="*/ 815911 w 2252276"/>
                <a:gd name="csY386" fmla="*/ 1135603 h 1896600"/>
                <a:gd name="csX387" fmla="*/ 783437 w 2252276"/>
                <a:gd name="csY387" fmla="*/ 1126415 h 1896600"/>
                <a:gd name="csX388" fmla="*/ 779760 w 2252276"/>
                <a:gd name="csY388" fmla="*/ 1117442 h 1896600"/>
                <a:gd name="csX389" fmla="*/ 798379 w 2252276"/>
                <a:gd name="csY389" fmla="*/ 1101110 h 1896600"/>
                <a:gd name="csX390" fmla="*/ 788530 w 2252276"/>
                <a:gd name="csY390" fmla="*/ 1091483 h 1896600"/>
                <a:gd name="csX391" fmla="*/ 758869 w 2252276"/>
                <a:gd name="csY391" fmla="*/ 1103599 h 1896600"/>
                <a:gd name="csX392" fmla="*/ 742416 w 2252276"/>
                <a:gd name="csY392" fmla="*/ 1094620 h 1896600"/>
                <a:gd name="csX393" fmla="*/ 752049 w 2252276"/>
                <a:gd name="csY393" fmla="*/ 1077539 h 1896600"/>
                <a:gd name="csX394" fmla="*/ 777271 w 2252276"/>
                <a:gd name="csY394" fmla="*/ 1067372 h 1896600"/>
                <a:gd name="csX395" fmla="*/ 777595 w 2252276"/>
                <a:gd name="csY395" fmla="*/ 1065963 h 1896600"/>
                <a:gd name="csX396" fmla="*/ 758869 w 2252276"/>
                <a:gd name="csY396" fmla="*/ 1059587 h 1896600"/>
                <a:gd name="csX397" fmla="*/ 741121 w 2252276"/>
                <a:gd name="csY397" fmla="*/ 1069315 h 1896600"/>
                <a:gd name="csX398" fmla="*/ 729538 w 2252276"/>
                <a:gd name="csY398" fmla="*/ 1067156 h 1896600"/>
                <a:gd name="csX399" fmla="*/ 748804 w 2252276"/>
                <a:gd name="csY399" fmla="*/ 1044233 h 1896600"/>
                <a:gd name="csX400" fmla="*/ 749344 w 2252276"/>
                <a:gd name="csY400" fmla="*/ 1034390 h 1896600"/>
                <a:gd name="csX401" fmla="*/ 717740 w 2252276"/>
                <a:gd name="csY401" fmla="*/ 1047471 h 1896600"/>
                <a:gd name="csX402" fmla="*/ 715683 w 2252276"/>
                <a:gd name="csY402" fmla="*/ 1055149 h 1896600"/>
                <a:gd name="csX403" fmla="*/ 708107 w 2252276"/>
                <a:gd name="csY403" fmla="*/ 1062724 h 1896600"/>
                <a:gd name="csX404" fmla="*/ 707568 w 2252276"/>
                <a:gd name="csY404" fmla="*/ 1074294 h 1896600"/>
                <a:gd name="csX405" fmla="*/ 679316 w 2252276"/>
                <a:gd name="csY405" fmla="*/ 1085971 h 1896600"/>
                <a:gd name="csX406" fmla="*/ 657993 w 2252276"/>
                <a:gd name="csY406" fmla="*/ 1079482 h 1896600"/>
                <a:gd name="csX407" fmla="*/ 644029 w 2252276"/>
                <a:gd name="csY407" fmla="*/ 1061314 h 1896600"/>
                <a:gd name="csX408" fmla="*/ 661352 w 2252276"/>
                <a:gd name="csY408" fmla="*/ 1043255 h 1896600"/>
                <a:gd name="csX409" fmla="*/ 651173 w 2252276"/>
                <a:gd name="csY409" fmla="*/ 1030282 h 1896600"/>
                <a:gd name="csX410" fmla="*/ 671093 w 2252276"/>
                <a:gd name="csY410" fmla="*/ 1014058 h 1896600"/>
                <a:gd name="csX411" fmla="*/ 672496 w 2252276"/>
                <a:gd name="csY411" fmla="*/ 997408 h 1896600"/>
                <a:gd name="csX412" fmla="*/ 651281 w 2252276"/>
                <a:gd name="csY412" fmla="*/ 990594 h 1896600"/>
                <a:gd name="csX413" fmla="*/ 664057 w 2252276"/>
                <a:gd name="csY413" fmla="*/ 966477 h 1896600"/>
                <a:gd name="csX414" fmla="*/ 679640 w 2252276"/>
                <a:gd name="csY414" fmla="*/ 960965 h 1896600"/>
                <a:gd name="csX415" fmla="*/ 679640 w 2252276"/>
                <a:gd name="csY415" fmla="*/ 950799 h 1896600"/>
                <a:gd name="csX416" fmla="*/ 650309 w 2252276"/>
                <a:gd name="csY416" fmla="*/ 950799 h 1896600"/>
                <a:gd name="csX417" fmla="*/ 645007 w 2252276"/>
                <a:gd name="csY417" fmla="*/ 944093 h 1896600"/>
                <a:gd name="csX418" fmla="*/ 661568 w 2252276"/>
                <a:gd name="csY418" fmla="*/ 932740 h 1896600"/>
                <a:gd name="csX419" fmla="*/ 657777 w 2252276"/>
                <a:gd name="csY419" fmla="*/ 914680 h 1896600"/>
                <a:gd name="csX420" fmla="*/ 644468 w 2252276"/>
                <a:gd name="csY420" fmla="*/ 923767 h 1896600"/>
                <a:gd name="csX421" fmla="*/ 629526 w 2252276"/>
                <a:gd name="csY421" fmla="*/ 923005 h 1896600"/>
                <a:gd name="csX422" fmla="*/ 645223 w 2252276"/>
                <a:gd name="csY422" fmla="*/ 903218 h 1896600"/>
                <a:gd name="csX423" fmla="*/ 635266 w 2252276"/>
                <a:gd name="csY423" fmla="*/ 892296 h 1896600"/>
                <a:gd name="csX424" fmla="*/ 613079 w 2252276"/>
                <a:gd name="csY424" fmla="*/ 883756 h 1896600"/>
                <a:gd name="csX425" fmla="*/ 607663 w 2252276"/>
                <a:gd name="csY425" fmla="*/ 875317 h 1896600"/>
                <a:gd name="csX426" fmla="*/ 641978 w 2252276"/>
                <a:gd name="csY426" fmla="*/ 875532 h 1896600"/>
                <a:gd name="csX427" fmla="*/ 630612 w 2252276"/>
                <a:gd name="csY427" fmla="*/ 856609 h 1896600"/>
                <a:gd name="csX428" fmla="*/ 602145 w 2252276"/>
                <a:gd name="csY428" fmla="*/ 856501 h 1896600"/>
                <a:gd name="csX429" fmla="*/ 589051 w 2252276"/>
                <a:gd name="csY429" fmla="*/ 849796 h 1896600"/>
                <a:gd name="csX430" fmla="*/ 625093 w 2252276"/>
                <a:gd name="csY430" fmla="*/ 831851 h 1896600"/>
                <a:gd name="csX431" fmla="*/ 626605 w 2252276"/>
                <a:gd name="csY431" fmla="*/ 827088 h 1896600"/>
                <a:gd name="csX432" fmla="*/ 625741 w 2252276"/>
                <a:gd name="csY432" fmla="*/ 825469 h 1896600"/>
                <a:gd name="csX433" fmla="*/ 582447 w 2252276"/>
                <a:gd name="csY433" fmla="*/ 818440 h 1896600"/>
                <a:gd name="csX434" fmla="*/ 581907 w 2252276"/>
                <a:gd name="csY434" fmla="*/ 810439 h 1896600"/>
                <a:gd name="csX435" fmla="*/ 599547 w 2252276"/>
                <a:gd name="csY435" fmla="*/ 798647 h 1896600"/>
                <a:gd name="csX436" fmla="*/ 600087 w 2252276"/>
                <a:gd name="csY436" fmla="*/ 789566 h 1896600"/>
                <a:gd name="csX437" fmla="*/ 569563 w 2252276"/>
                <a:gd name="csY437" fmla="*/ 778212 h 1896600"/>
                <a:gd name="csX438" fmla="*/ 561340 w 2252276"/>
                <a:gd name="csY438" fmla="*/ 766427 h 1896600"/>
                <a:gd name="csX439" fmla="*/ 536771 w 2252276"/>
                <a:gd name="csY439" fmla="*/ 753231 h 1896600"/>
                <a:gd name="csX440" fmla="*/ 531469 w 2252276"/>
                <a:gd name="csY440" fmla="*/ 742094 h 1896600"/>
                <a:gd name="csX441" fmla="*/ 543483 w 2252276"/>
                <a:gd name="csY441" fmla="*/ 727171 h 1896600"/>
                <a:gd name="csX442" fmla="*/ 542397 w 2252276"/>
                <a:gd name="csY442" fmla="*/ 713436 h 1896600"/>
                <a:gd name="csX443" fmla="*/ 518477 w 2252276"/>
                <a:gd name="csY443" fmla="*/ 697650 h 1896600"/>
                <a:gd name="csX444" fmla="*/ 506139 w 2252276"/>
                <a:gd name="csY444" fmla="*/ 702730 h 1896600"/>
                <a:gd name="csX445" fmla="*/ 493045 w 2252276"/>
                <a:gd name="csY445" fmla="*/ 702730 h 1896600"/>
                <a:gd name="csX446" fmla="*/ 493045 w 2252276"/>
                <a:gd name="csY446" fmla="*/ 690512 h 1896600"/>
                <a:gd name="csX447" fmla="*/ 475830 w 2252276"/>
                <a:gd name="csY447" fmla="*/ 676993 h 1896600"/>
                <a:gd name="csX448" fmla="*/ 457111 w 2252276"/>
                <a:gd name="csY448" fmla="*/ 680346 h 1896600"/>
                <a:gd name="csX449" fmla="*/ 446392 w 2252276"/>
                <a:gd name="csY449" fmla="*/ 668345 h 1896600"/>
                <a:gd name="csX450" fmla="*/ 427996 w 2252276"/>
                <a:gd name="csY450" fmla="*/ 668776 h 1896600"/>
                <a:gd name="csX451" fmla="*/ 402558 w 2252276"/>
                <a:gd name="csY451" fmla="*/ 657746 h 1896600"/>
                <a:gd name="csX452" fmla="*/ 382860 w 2252276"/>
                <a:gd name="csY452" fmla="*/ 663588 h 1896600"/>
                <a:gd name="csX453" fmla="*/ 358724 w 2252276"/>
                <a:gd name="csY453" fmla="*/ 649638 h 1896600"/>
                <a:gd name="csX454" fmla="*/ 334587 w 2252276"/>
                <a:gd name="csY454" fmla="*/ 671805 h 1896600"/>
                <a:gd name="csX455" fmla="*/ 324954 w 2252276"/>
                <a:gd name="csY455" fmla="*/ 655257 h 1896600"/>
                <a:gd name="csX456" fmla="*/ 309581 w 2252276"/>
                <a:gd name="csY456" fmla="*/ 657746 h 1896600"/>
                <a:gd name="csX457" fmla="*/ 306336 w 2252276"/>
                <a:gd name="csY457" fmla="*/ 667913 h 1896600"/>
                <a:gd name="csX458" fmla="*/ 286423 w 2252276"/>
                <a:gd name="csY458" fmla="*/ 667913 h 1896600"/>
                <a:gd name="csX459" fmla="*/ 278193 w 2252276"/>
                <a:gd name="csY459" fmla="*/ 677857 h 1896600"/>
                <a:gd name="csX460" fmla="*/ 263474 w 2252276"/>
                <a:gd name="csY460" fmla="*/ 680778 h 1896600"/>
                <a:gd name="csX461" fmla="*/ 268344 w 2252276"/>
                <a:gd name="csY461" fmla="*/ 662071 h 1896600"/>
                <a:gd name="csX462" fmla="*/ 256330 w 2252276"/>
                <a:gd name="csY462" fmla="*/ 656559 h 1896600"/>
                <a:gd name="csX463" fmla="*/ 243128 w 2252276"/>
                <a:gd name="csY463" fmla="*/ 668776 h 1896600"/>
                <a:gd name="csX464" fmla="*/ 230136 w 2252276"/>
                <a:gd name="csY464" fmla="*/ 660560 h 1896600"/>
                <a:gd name="csX465" fmla="*/ 216395 w 2252276"/>
                <a:gd name="csY465" fmla="*/ 656991 h 1896600"/>
                <a:gd name="csX466" fmla="*/ 213359 w 2252276"/>
                <a:gd name="csY466" fmla="*/ 667697 h 1896600"/>
                <a:gd name="csX467" fmla="*/ 228517 w 2252276"/>
                <a:gd name="csY467" fmla="*/ 679267 h 1896600"/>
                <a:gd name="csX468" fmla="*/ 233057 w 2252276"/>
                <a:gd name="csY468" fmla="*/ 689649 h 1896600"/>
                <a:gd name="csX469" fmla="*/ 173640 w 2252276"/>
                <a:gd name="csY469" fmla="*/ 678079 h 1896600"/>
                <a:gd name="csX470" fmla="*/ 129476 w 2252276"/>
                <a:gd name="csY470" fmla="*/ 653314 h 1896600"/>
                <a:gd name="csX471" fmla="*/ 123742 w 2252276"/>
                <a:gd name="csY471" fmla="*/ 646069 h 1896600"/>
                <a:gd name="csX472" fmla="*/ 153396 w 2252276"/>
                <a:gd name="csY472" fmla="*/ 630172 h 1896600"/>
                <a:gd name="csX473" fmla="*/ 182949 w 2252276"/>
                <a:gd name="csY473" fmla="*/ 628982 h 1896600"/>
                <a:gd name="csX474" fmla="*/ 183597 w 2252276"/>
                <a:gd name="csY474" fmla="*/ 615897 h 1896600"/>
                <a:gd name="csX475" fmla="*/ 160432 w 2252276"/>
                <a:gd name="csY475" fmla="*/ 615141 h 1896600"/>
                <a:gd name="csX476" fmla="*/ 115081 w 2252276"/>
                <a:gd name="csY476" fmla="*/ 611247 h 1896600"/>
                <a:gd name="csX477" fmla="*/ 121037 w 2252276"/>
                <a:gd name="csY477" fmla="*/ 592107 h 1896600"/>
                <a:gd name="csX478" fmla="*/ 115081 w 2252276"/>
                <a:gd name="csY478" fmla="*/ 587565 h 1896600"/>
                <a:gd name="csX479" fmla="*/ 90404 w 2252276"/>
                <a:gd name="csY479" fmla="*/ 605408 h 1896600"/>
                <a:gd name="csX480" fmla="*/ 56851 w 2252276"/>
                <a:gd name="csY480" fmla="*/ 589944 h 1896600"/>
                <a:gd name="csX481" fmla="*/ 60642 w 2252276"/>
                <a:gd name="csY481" fmla="*/ 574805 h 1896600"/>
                <a:gd name="csX482" fmla="*/ 101879 w 2252276"/>
                <a:gd name="csY482" fmla="*/ 565397 h 1896600"/>
                <a:gd name="csX483" fmla="*/ 156540 w 2252276"/>
                <a:gd name="csY483" fmla="*/ 570912 h 1896600"/>
                <a:gd name="csX484" fmla="*/ 151123 w 2252276"/>
                <a:gd name="csY484" fmla="*/ 562477 h 1896600"/>
                <a:gd name="csX485" fmla="*/ 208813 w 2252276"/>
                <a:gd name="csY485" fmla="*/ 554367 h 1896600"/>
                <a:gd name="csX486" fmla="*/ 230352 w 2252276"/>
                <a:gd name="csY486" fmla="*/ 556962 h 1896600"/>
                <a:gd name="csX487" fmla="*/ 256870 w 2252276"/>
                <a:gd name="csY487" fmla="*/ 546365 h 1896600"/>
                <a:gd name="csX488" fmla="*/ 249510 w 2252276"/>
                <a:gd name="csY488" fmla="*/ 522250 h 1896600"/>
                <a:gd name="csX489" fmla="*/ 226244 w 2252276"/>
                <a:gd name="csY489" fmla="*/ 517925 h 1896600"/>
                <a:gd name="csX490" fmla="*/ 212172 w 2252276"/>
                <a:gd name="csY490" fmla="*/ 532091 h 1896600"/>
                <a:gd name="csX491" fmla="*/ 180676 w 2252276"/>
                <a:gd name="csY491" fmla="*/ 537822 h 1896600"/>
                <a:gd name="csX492" fmla="*/ 164763 w 2252276"/>
                <a:gd name="csY492" fmla="*/ 530793 h 1896600"/>
                <a:gd name="csX493" fmla="*/ 144957 w 2252276"/>
                <a:gd name="csY493" fmla="*/ 542580 h 1896600"/>
                <a:gd name="csX494" fmla="*/ 103282 w 2252276"/>
                <a:gd name="csY494" fmla="*/ 533388 h 1896600"/>
                <a:gd name="csX495" fmla="*/ 124498 w 2252276"/>
                <a:gd name="csY495" fmla="*/ 520304 h 1896600"/>
                <a:gd name="csX496" fmla="*/ 107829 w 2252276"/>
                <a:gd name="csY496" fmla="*/ 515654 h 1896600"/>
                <a:gd name="csX497" fmla="*/ 109346 w 2252276"/>
                <a:gd name="csY497" fmla="*/ 508841 h 1896600"/>
                <a:gd name="csX498" fmla="*/ 107181 w 2252276"/>
                <a:gd name="csY498" fmla="*/ 502244 h 1896600"/>
                <a:gd name="csX499" fmla="*/ 72225 w 2252276"/>
                <a:gd name="csY499" fmla="*/ 510896 h 1896600"/>
                <a:gd name="csX500" fmla="*/ 1866 w 2252276"/>
                <a:gd name="csY500" fmla="*/ 479969 h 1896600"/>
                <a:gd name="csX501" fmla="*/ 10096 w 2252276"/>
                <a:gd name="csY501" fmla="*/ 453799 h 1896600"/>
                <a:gd name="csX502" fmla="*/ 51009 w 2252276"/>
                <a:gd name="csY502" fmla="*/ 434767 h 1896600"/>
                <a:gd name="csX503" fmla="*/ 67132 w 2252276"/>
                <a:gd name="csY503" fmla="*/ 438228 h 1896600"/>
                <a:gd name="csX504" fmla="*/ 73304 w 2252276"/>
                <a:gd name="csY504" fmla="*/ 427846 h 1896600"/>
                <a:gd name="csX505" fmla="*/ 135864 w 2252276"/>
                <a:gd name="csY505" fmla="*/ 410761 h 1896600"/>
                <a:gd name="csX506" fmla="*/ 131641 w 2252276"/>
                <a:gd name="csY506" fmla="*/ 398000 h 1896600"/>
                <a:gd name="csX507" fmla="*/ 202971 w 2252276"/>
                <a:gd name="csY507" fmla="*/ 382969 h 1896600"/>
                <a:gd name="csX508" fmla="*/ 246589 w 2252276"/>
                <a:gd name="csY508" fmla="*/ 384699 h 1896600"/>
                <a:gd name="csX509" fmla="*/ 298869 w 2252276"/>
                <a:gd name="csY509" fmla="*/ 344796 h 1896600"/>
                <a:gd name="csX510" fmla="*/ 294862 w 2252276"/>
                <a:gd name="csY510" fmla="*/ 327819 h 1896600"/>
                <a:gd name="csX511" fmla="*/ 352444 w 2252276"/>
                <a:gd name="csY511" fmla="*/ 292350 h 1896600"/>
                <a:gd name="csX512" fmla="*/ 333286 w 2252276"/>
                <a:gd name="csY512" fmla="*/ 275048 h 1896600"/>
                <a:gd name="csX513" fmla="*/ 305365 w 2252276"/>
                <a:gd name="csY513" fmla="*/ 292350 h 1896600"/>
                <a:gd name="csX514" fmla="*/ 211086 w 2252276"/>
                <a:gd name="csY514" fmla="*/ 283050 h 1896600"/>
                <a:gd name="csX515" fmla="*/ 207733 w 2252276"/>
                <a:gd name="csY515" fmla="*/ 264342 h 1896600"/>
                <a:gd name="csX516" fmla="*/ 292265 w 2252276"/>
                <a:gd name="csY516" fmla="*/ 217735 h 1896600"/>
                <a:gd name="csX517" fmla="*/ 304063 w 2252276"/>
                <a:gd name="csY517" fmla="*/ 197513 h 1896600"/>
                <a:gd name="csX518" fmla="*/ 338804 w 2252276"/>
                <a:gd name="csY518" fmla="*/ 178805 h 1896600"/>
                <a:gd name="csX519" fmla="*/ 359155 w 2252276"/>
                <a:gd name="csY519" fmla="*/ 201731 h 1896600"/>
                <a:gd name="csX520" fmla="*/ 375608 w 2252276"/>
                <a:gd name="csY520" fmla="*/ 212328 h 1896600"/>
                <a:gd name="csX521" fmla="*/ 357962 w 2252276"/>
                <a:gd name="csY521" fmla="*/ 177940 h 1896600"/>
                <a:gd name="csX522" fmla="*/ 393141 w 2252276"/>
                <a:gd name="csY522" fmla="*/ 172425 h 1896600"/>
                <a:gd name="csX523" fmla="*/ 418579 w 2252276"/>
                <a:gd name="csY523" fmla="*/ 183347 h 1896600"/>
                <a:gd name="csX524" fmla="*/ 443255 w 2252276"/>
                <a:gd name="csY524" fmla="*/ 179022 h 1896600"/>
                <a:gd name="csX525" fmla="*/ 434378 w 2252276"/>
                <a:gd name="csY525" fmla="*/ 155881 h 1896600"/>
                <a:gd name="csX526" fmla="*/ 450183 w 2252276"/>
                <a:gd name="csY526" fmla="*/ 139227 h 1896600"/>
                <a:gd name="csX527" fmla="*/ 434486 w 2252276"/>
                <a:gd name="csY527" fmla="*/ 122574 h 1896600"/>
                <a:gd name="csX528" fmla="*/ 430269 w 2252276"/>
                <a:gd name="csY528" fmla="*/ 109597 h 1896600"/>
                <a:gd name="csX529" fmla="*/ 471290 w 2252276"/>
                <a:gd name="csY529" fmla="*/ 89376 h 1896600"/>
                <a:gd name="csX530" fmla="*/ 519125 w 2252276"/>
                <a:gd name="csY530" fmla="*/ 101271 h 1896600"/>
                <a:gd name="csX531" fmla="*/ 526599 w 2252276"/>
                <a:gd name="csY531" fmla="*/ 116626 h 1896600"/>
                <a:gd name="csX532" fmla="*/ 570109 w 2252276"/>
                <a:gd name="csY532" fmla="*/ 136848 h 1896600"/>
                <a:gd name="csX533" fmla="*/ 586778 w 2252276"/>
                <a:gd name="csY533" fmla="*/ 136632 h 1896600"/>
                <a:gd name="csX534" fmla="*/ 561987 w 2252276"/>
                <a:gd name="csY534" fmla="*/ 115112 h 1896600"/>
                <a:gd name="csX535" fmla="*/ 547700 w 2252276"/>
                <a:gd name="csY535" fmla="*/ 109597 h 1896600"/>
                <a:gd name="csX536" fmla="*/ 538721 w 2252276"/>
                <a:gd name="csY536" fmla="*/ 96405 h 1896600"/>
                <a:gd name="csX537" fmla="*/ 507333 w 2252276"/>
                <a:gd name="csY537" fmla="*/ 81266 h 1896600"/>
                <a:gd name="csX538" fmla="*/ 600957 w 2252276"/>
                <a:gd name="csY538" fmla="*/ 57151 h 1896600"/>
                <a:gd name="csX539" fmla="*/ 617080 w 2252276"/>
                <a:gd name="csY539" fmla="*/ 64613 h 1896600"/>
                <a:gd name="csX540" fmla="*/ 641978 w 2252276"/>
                <a:gd name="csY540" fmla="*/ 57583 h 1896600"/>
                <a:gd name="csX541" fmla="*/ 659079 w 2252276"/>
                <a:gd name="csY541" fmla="*/ 64180 h 1896600"/>
                <a:gd name="csX542" fmla="*/ 662108 w 2252276"/>
                <a:gd name="csY542" fmla="*/ 55637 h 1896600"/>
                <a:gd name="csX543" fmla="*/ 682891 w 2252276"/>
                <a:gd name="csY543" fmla="*/ 44607 h 1896600"/>
                <a:gd name="csX544" fmla="*/ 715683 w 2252276"/>
                <a:gd name="csY544" fmla="*/ 64504 h 1896600"/>
                <a:gd name="csX545" fmla="*/ 721639 w 2252276"/>
                <a:gd name="csY545" fmla="*/ 94783 h 1896600"/>
                <a:gd name="csX546" fmla="*/ 716222 w 2252276"/>
                <a:gd name="csY546" fmla="*/ 104623 h 1896600"/>
                <a:gd name="csX547" fmla="*/ 712870 w 2252276"/>
                <a:gd name="csY547" fmla="*/ 127873 h 1896600"/>
                <a:gd name="csX548" fmla="*/ 724020 w 2252276"/>
                <a:gd name="csY548" fmla="*/ 132955 h 1896600"/>
                <a:gd name="csX549" fmla="*/ 725639 w 2252276"/>
                <a:gd name="csY549" fmla="*/ 120736 h 1896600"/>
                <a:gd name="csX550" fmla="*/ 741337 w 2252276"/>
                <a:gd name="csY550" fmla="*/ 102785 h 1896600"/>
                <a:gd name="csX551" fmla="*/ 744042 w 2252276"/>
                <a:gd name="csY551" fmla="*/ 86888 h 1896600"/>
                <a:gd name="csX552" fmla="*/ 779976 w 2252276"/>
                <a:gd name="csY552" fmla="*/ 96189 h 1896600"/>
                <a:gd name="csX553" fmla="*/ 803249 w 2252276"/>
                <a:gd name="csY553" fmla="*/ 94675 h 1896600"/>
                <a:gd name="csX554" fmla="*/ 834313 w 2252276"/>
                <a:gd name="csY554" fmla="*/ 108840 h 1896600"/>
                <a:gd name="csX555" fmla="*/ 869486 w 2252276"/>
                <a:gd name="csY555" fmla="*/ 92944 h 1896600"/>
                <a:gd name="csX556" fmla="*/ 829005 w 2252276"/>
                <a:gd name="csY556" fmla="*/ 63098 h 1896600"/>
                <a:gd name="csX557" fmla="*/ 814178 w 2252276"/>
                <a:gd name="csY557" fmla="*/ 34334 h 1896600"/>
                <a:gd name="csX558" fmla="*/ 860069 w 2252276"/>
                <a:gd name="csY558" fmla="*/ 30765 h 1896600"/>
                <a:gd name="csX559" fmla="*/ 898709 w 2252276"/>
                <a:gd name="csY559" fmla="*/ 53042 h 1896600"/>
                <a:gd name="csX560" fmla="*/ 928154 w 2252276"/>
                <a:gd name="csY560" fmla="*/ 59205 h 1896600"/>
                <a:gd name="csX561" fmla="*/ 955967 w 2252276"/>
                <a:gd name="csY561" fmla="*/ 73263 h 1896600"/>
                <a:gd name="csX562" fmla="*/ 980973 w 2252276"/>
                <a:gd name="csY562" fmla="*/ 73696 h 1896600"/>
                <a:gd name="csX563" fmla="*/ 1027188 w 2252276"/>
                <a:gd name="csY563" fmla="*/ 108840 h 1896600"/>
                <a:gd name="csX564" fmla="*/ 1062907 w 2252276"/>
                <a:gd name="csY564" fmla="*/ 105056 h 1896600"/>
                <a:gd name="csX565" fmla="*/ 1064526 w 2252276"/>
                <a:gd name="csY565" fmla="*/ 88511 h 1896600"/>
                <a:gd name="csX566" fmla="*/ 1046022 w 2252276"/>
                <a:gd name="csY566" fmla="*/ 83969 h 1896600"/>
                <a:gd name="csX567" fmla="*/ 1026210 w 2252276"/>
                <a:gd name="csY567" fmla="*/ 65910 h 1896600"/>
                <a:gd name="csX568" fmla="*/ 971988 w 2252276"/>
                <a:gd name="csY568" fmla="*/ 42985 h 1896600"/>
                <a:gd name="csX569" fmla="*/ 941895 w 2252276"/>
                <a:gd name="csY569" fmla="*/ 17789 h 1896600"/>
                <a:gd name="csX570" fmla="*/ 980103 w 2252276"/>
                <a:gd name="csY570" fmla="*/ 8597 h 1896600"/>
                <a:gd name="csX571" fmla="*/ 989304 w 2252276"/>
                <a:gd name="csY571" fmla="*/ 24493 h 1896600"/>
                <a:gd name="csX572" fmla="*/ 1038009 w 2252276"/>
                <a:gd name="csY572" fmla="*/ 51311 h 1896600"/>
                <a:gd name="csX573" fmla="*/ 1052728 w 2252276"/>
                <a:gd name="csY573" fmla="*/ 50338 h 1896600"/>
                <a:gd name="csX574" fmla="*/ 1013548 w 2252276"/>
                <a:gd name="csY574" fmla="*/ 15734 h 1896600"/>
                <a:gd name="csX575" fmla="*/ 1020800 w 2252276"/>
                <a:gd name="csY575" fmla="*/ 11517 h 1896600"/>
                <a:gd name="csX576" fmla="*/ 1066152 w 2252276"/>
                <a:gd name="csY576" fmla="*/ 37470 h 1896600"/>
                <a:gd name="csX577" fmla="*/ 1082929 w 2252276"/>
                <a:gd name="csY577" fmla="*/ 41579 h 1896600"/>
                <a:gd name="csX578" fmla="*/ 1085202 w 2252276"/>
                <a:gd name="csY578" fmla="*/ 32279 h 1896600"/>
                <a:gd name="csX579" fmla="*/ 1043641 w 2252276"/>
                <a:gd name="csY579" fmla="*/ 3406 h 1896600"/>
                <a:gd name="csX580" fmla="*/ 1091152 w 2252276"/>
                <a:gd name="csY580" fmla="*/ 1568 h 1896600"/>
                <a:gd name="csX581" fmla="*/ 1105547 w 2252276"/>
                <a:gd name="csY581" fmla="*/ 27089 h 1896600"/>
                <a:gd name="csX582" fmla="*/ 1117130 w 2252276"/>
                <a:gd name="csY582" fmla="*/ 30657 h 1896600"/>
                <a:gd name="csX583" fmla="*/ 1114749 w 2252276"/>
                <a:gd name="csY583" fmla="*/ 8056 h 1896600"/>
                <a:gd name="csX584" fmla="*/ 1124927 w 2252276"/>
                <a:gd name="csY584" fmla="*/ 4488 h 1896600"/>
                <a:gd name="csX585" fmla="*/ 1144517 w 2252276"/>
                <a:gd name="csY585" fmla="*/ 19519 h 1896600"/>
                <a:gd name="csX586" fmla="*/ 1158697 w 2252276"/>
                <a:gd name="csY586" fmla="*/ 22006 h 1896600"/>
                <a:gd name="csX587" fmla="*/ 1171467 w 2252276"/>
                <a:gd name="csY587" fmla="*/ 40930 h 1896600"/>
                <a:gd name="csX588" fmla="*/ 1179150 w 2252276"/>
                <a:gd name="csY588" fmla="*/ 44066 h 1896600"/>
                <a:gd name="csX589" fmla="*/ 1181639 w 2252276"/>
                <a:gd name="csY589" fmla="*/ 31847 h 1896600"/>
                <a:gd name="csX590" fmla="*/ 1178287 w 2252276"/>
                <a:gd name="csY590" fmla="*/ 24601 h 1896600"/>
                <a:gd name="csX591" fmla="*/ 1179258 w 2252276"/>
                <a:gd name="csY591" fmla="*/ 16275 h 1896600"/>
                <a:gd name="csX592" fmla="*/ 1201445 w 2252276"/>
                <a:gd name="csY592" fmla="*/ 20708 h 1896600"/>
                <a:gd name="csX593" fmla="*/ 1211624 w 2252276"/>
                <a:gd name="csY593" fmla="*/ 17897 h 1896600"/>
                <a:gd name="csX594" fmla="*/ 1223530 w 2252276"/>
                <a:gd name="csY594" fmla="*/ 31090 h 1896600"/>
                <a:gd name="csX595" fmla="*/ 1232077 w 2252276"/>
                <a:gd name="csY595" fmla="*/ 33793 h 1896600"/>
                <a:gd name="csX596" fmla="*/ 1231102 w 2252276"/>
                <a:gd name="csY596" fmla="*/ 17051 h 1896600"/>
                <a:gd name="csX597" fmla="*/ 1205041 w 2252276"/>
                <a:gd name="csY597" fmla="*/ 0 h 1896600"/>
                <a:gd name="csX598" fmla="*/ 1210817 w 2252276"/>
                <a:gd name="csY598" fmla="*/ 0 h 1896600"/>
                <a:gd name="csX599" fmla="*/ 1210050 w 2252276"/>
                <a:gd name="csY599" fmla="*/ 561 h 189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</a:cxnLst>
              <a:rect l="l" t="t" r="r" b="b"/>
              <a:pathLst>
                <a:path w="2252276" h="1896600">
                  <a:moveTo>
                    <a:pt x="1899570" y="606706"/>
                  </a:moveTo>
                  <a:cubicBezTo>
                    <a:pt x="1895995" y="603570"/>
                    <a:pt x="1893722" y="607030"/>
                    <a:pt x="1881708" y="617411"/>
                  </a:cubicBezTo>
                  <a:cubicBezTo>
                    <a:pt x="1877599" y="620980"/>
                    <a:pt x="1882686" y="627035"/>
                    <a:pt x="1883873" y="631036"/>
                  </a:cubicBezTo>
                  <a:cubicBezTo>
                    <a:pt x="1885931" y="635579"/>
                    <a:pt x="1888744" y="635147"/>
                    <a:pt x="1903901" y="637636"/>
                  </a:cubicBezTo>
                  <a:cubicBezTo>
                    <a:pt x="1908333" y="638392"/>
                    <a:pt x="1908987" y="642932"/>
                    <a:pt x="1914721" y="658286"/>
                  </a:cubicBezTo>
                  <a:cubicBezTo>
                    <a:pt x="1916563" y="663042"/>
                    <a:pt x="1919052" y="660452"/>
                    <a:pt x="1935829" y="651689"/>
                  </a:cubicBezTo>
                  <a:cubicBezTo>
                    <a:pt x="1940915" y="649098"/>
                    <a:pt x="1933232" y="642068"/>
                    <a:pt x="1929441" y="634389"/>
                  </a:cubicBezTo>
                  <a:lnTo>
                    <a:pt x="1929549" y="634389"/>
                  </a:lnTo>
                  <a:cubicBezTo>
                    <a:pt x="1926952" y="629955"/>
                    <a:pt x="1899570" y="606706"/>
                    <a:pt x="1899570" y="606706"/>
                  </a:cubicBezTo>
                  <a:close/>
                  <a:moveTo>
                    <a:pt x="1952606" y="221520"/>
                  </a:moveTo>
                  <a:cubicBezTo>
                    <a:pt x="1952606" y="221520"/>
                    <a:pt x="1922729" y="233956"/>
                    <a:pt x="1925218" y="238606"/>
                  </a:cubicBezTo>
                  <a:cubicBezTo>
                    <a:pt x="1929225" y="244553"/>
                    <a:pt x="1931067" y="253853"/>
                    <a:pt x="1936153" y="251582"/>
                  </a:cubicBezTo>
                  <a:cubicBezTo>
                    <a:pt x="1959857" y="240877"/>
                    <a:pt x="1962994" y="240877"/>
                    <a:pt x="1961260" y="235902"/>
                  </a:cubicBezTo>
                  <a:cubicBezTo>
                    <a:pt x="1958232" y="229198"/>
                    <a:pt x="1957584" y="219141"/>
                    <a:pt x="1952606" y="221520"/>
                  </a:cubicBezTo>
                  <a:close/>
                  <a:moveTo>
                    <a:pt x="2011483" y="179346"/>
                  </a:moveTo>
                  <a:cubicBezTo>
                    <a:pt x="2007590" y="176535"/>
                    <a:pt x="1965591" y="201406"/>
                    <a:pt x="1965591" y="201406"/>
                  </a:cubicBezTo>
                  <a:cubicBezTo>
                    <a:pt x="1961483" y="203677"/>
                    <a:pt x="1968296" y="204650"/>
                    <a:pt x="1975008" y="206597"/>
                  </a:cubicBezTo>
                  <a:cubicBezTo>
                    <a:pt x="1978500" y="207571"/>
                    <a:pt x="1979676" y="207023"/>
                    <a:pt x="1996028" y="198750"/>
                  </a:cubicBezTo>
                  <a:lnTo>
                    <a:pt x="2018075" y="187678"/>
                  </a:lnTo>
                  <a:lnTo>
                    <a:pt x="2018087" y="187781"/>
                  </a:lnTo>
                  <a:lnTo>
                    <a:pt x="2018087" y="187672"/>
                  </a:lnTo>
                  <a:lnTo>
                    <a:pt x="2018075" y="187678"/>
                  </a:lnTo>
                  <a:lnTo>
                    <a:pt x="2017585" y="183604"/>
                  </a:lnTo>
                  <a:cubicBezTo>
                    <a:pt x="2015677" y="182104"/>
                    <a:pt x="2012836" y="180590"/>
                    <a:pt x="2011483" y="179346"/>
                  </a:cubicBezTo>
                  <a:close/>
                  <a:moveTo>
                    <a:pt x="1226365" y="0"/>
                  </a:moveTo>
                  <a:lnTo>
                    <a:pt x="1787779" y="0"/>
                  </a:lnTo>
                  <a:lnTo>
                    <a:pt x="1788845" y="1136"/>
                  </a:lnTo>
                  <a:cubicBezTo>
                    <a:pt x="1789873" y="2758"/>
                    <a:pt x="1790697" y="2920"/>
                    <a:pt x="1791467" y="2268"/>
                  </a:cubicBezTo>
                  <a:lnTo>
                    <a:pt x="1792849" y="0"/>
                  </a:lnTo>
                  <a:lnTo>
                    <a:pt x="1847971" y="0"/>
                  </a:lnTo>
                  <a:lnTo>
                    <a:pt x="1849996" y="487"/>
                  </a:lnTo>
                  <a:lnTo>
                    <a:pt x="1888312" y="17897"/>
                  </a:lnTo>
                  <a:cubicBezTo>
                    <a:pt x="1892750" y="19951"/>
                    <a:pt x="1887124" y="20708"/>
                    <a:pt x="1854543" y="31630"/>
                  </a:cubicBezTo>
                  <a:cubicBezTo>
                    <a:pt x="1847831" y="33793"/>
                    <a:pt x="1851514" y="45905"/>
                    <a:pt x="1844909" y="46229"/>
                  </a:cubicBezTo>
                  <a:cubicBezTo>
                    <a:pt x="1845449" y="46229"/>
                    <a:pt x="1793392" y="48067"/>
                    <a:pt x="1787759" y="49797"/>
                  </a:cubicBezTo>
                  <a:cubicBezTo>
                    <a:pt x="1788299" y="49689"/>
                    <a:pt x="1759184" y="59746"/>
                    <a:pt x="1753451" y="59205"/>
                  </a:cubicBezTo>
                  <a:cubicBezTo>
                    <a:pt x="1754098" y="59314"/>
                    <a:pt x="1690242" y="53042"/>
                    <a:pt x="1684394" y="53582"/>
                  </a:cubicBezTo>
                  <a:lnTo>
                    <a:pt x="1601920" y="61801"/>
                  </a:lnTo>
                  <a:cubicBezTo>
                    <a:pt x="1597158" y="62341"/>
                    <a:pt x="1591748" y="59205"/>
                    <a:pt x="1581683" y="54664"/>
                  </a:cubicBezTo>
                  <a:cubicBezTo>
                    <a:pt x="1575511" y="51960"/>
                    <a:pt x="1585144" y="64504"/>
                    <a:pt x="1578864" y="65153"/>
                  </a:cubicBezTo>
                  <a:cubicBezTo>
                    <a:pt x="1579410" y="65045"/>
                    <a:pt x="1547367" y="68938"/>
                    <a:pt x="1541741" y="67532"/>
                  </a:cubicBezTo>
                  <a:lnTo>
                    <a:pt x="1523771" y="62990"/>
                  </a:lnTo>
                  <a:cubicBezTo>
                    <a:pt x="1519554" y="61909"/>
                    <a:pt x="1523123" y="67640"/>
                    <a:pt x="1523339" y="68397"/>
                  </a:cubicBezTo>
                  <a:cubicBezTo>
                    <a:pt x="1525720" y="73480"/>
                    <a:pt x="1527346" y="71317"/>
                    <a:pt x="1432420" y="98675"/>
                  </a:cubicBezTo>
                  <a:cubicBezTo>
                    <a:pt x="1427226" y="100190"/>
                    <a:pt x="1430909" y="108840"/>
                    <a:pt x="1431016" y="118789"/>
                  </a:cubicBezTo>
                  <a:cubicBezTo>
                    <a:pt x="1431664" y="125494"/>
                    <a:pt x="1440002" y="121925"/>
                    <a:pt x="1448117" y="122790"/>
                  </a:cubicBezTo>
                  <a:cubicBezTo>
                    <a:pt x="1452664" y="122790"/>
                    <a:pt x="1455693" y="119870"/>
                    <a:pt x="1473117" y="107651"/>
                  </a:cubicBezTo>
                  <a:cubicBezTo>
                    <a:pt x="1476908" y="104839"/>
                    <a:pt x="1479829" y="104948"/>
                    <a:pt x="1499419" y="101920"/>
                  </a:cubicBezTo>
                  <a:cubicBezTo>
                    <a:pt x="1503965" y="101163"/>
                    <a:pt x="1503318" y="108732"/>
                    <a:pt x="1503750" y="110138"/>
                  </a:cubicBezTo>
                  <a:cubicBezTo>
                    <a:pt x="1504505" y="116518"/>
                    <a:pt x="1512087" y="113383"/>
                    <a:pt x="1518685" y="114139"/>
                  </a:cubicBezTo>
                  <a:cubicBezTo>
                    <a:pt x="1526260" y="114139"/>
                    <a:pt x="1535353" y="99649"/>
                    <a:pt x="1543253" y="97918"/>
                  </a:cubicBezTo>
                  <a:lnTo>
                    <a:pt x="1613179" y="82455"/>
                  </a:lnTo>
                  <a:cubicBezTo>
                    <a:pt x="1618050" y="81373"/>
                    <a:pt x="1620323" y="88294"/>
                    <a:pt x="1622596" y="90998"/>
                  </a:cubicBezTo>
                  <a:cubicBezTo>
                    <a:pt x="1625949" y="96080"/>
                    <a:pt x="1630388" y="87537"/>
                    <a:pt x="1635474" y="83428"/>
                  </a:cubicBezTo>
                  <a:cubicBezTo>
                    <a:pt x="1639151" y="79752"/>
                    <a:pt x="1636661" y="80833"/>
                    <a:pt x="1725307" y="84293"/>
                  </a:cubicBezTo>
                  <a:cubicBezTo>
                    <a:pt x="1729638" y="84402"/>
                    <a:pt x="1730070" y="88835"/>
                    <a:pt x="1734185" y="101704"/>
                  </a:cubicBezTo>
                  <a:cubicBezTo>
                    <a:pt x="1735918" y="107110"/>
                    <a:pt x="1736890" y="104948"/>
                    <a:pt x="1648676" y="135875"/>
                  </a:cubicBezTo>
                  <a:cubicBezTo>
                    <a:pt x="1644243" y="137497"/>
                    <a:pt x="1650301" y="139552"/>
                    <a:pt x="1667617" y="148743"/>
                  </a:cubicBezTo>
                  <a:cubicBezTo>
                    <a:pt x="1671840" y="151014"/>
                    <a:pt x="1669999" y="150690"/>
                    <a:pt x="1726933" y="131009"/>
                  </a:cubicBezTo>
                  <a:cubicBezTo>
                    <a:pt x="1733969" y="128522"/>
                    <a:pt x="1737537" y="140957"/>
                    <a:pt x="1744573" y="138578"/>
                  </a:cubicBezTo>
                  <a:cubicBezTo>
                    <a:pt x="1743926" y="138795"/>
                    <a:pt x="1826615" y="109706"/>
                    <a:pt x="1832355" y="109489"/>
                  </a:cubicBezTo>
                  <a:lnTo>
                    <a:pt x="1851837" y="108624"/>
                  </a:lnTo>
                  <a:cubicBezTo>
                    <a:pt x="1857248" y="108408"/>
                    <a:pt x="1854219" y="98675"/>
                    <a:pt x="1854758" y="89376"/>
                  </a:cubicBezTo>
                  <a:cubicBezTo>
                    <a:pt x="1854543" y="84185"/>
                    <a:pt x="1858981" y="82996"/>
                    <a:pt x="1859521" y="82347"/>
                  </a:cubicBezTo>
                  <a:cubicBezTo>
                    <a:pt x="1863636" y="79968"/>
                    <a:pt x="1863744" y="84834"/>
                    <a:pt x="1870455" y="109381"/>
                  </a:cubicBezTo>
                  <a:cubicBezTo>
                    <a:pt x="1871859" y="114572"/>
                    <a:pt x="1869909" y="116627"/>
                    <a:pt x="1857464" y="143012"/>
                  </a:cubicBezTo>
                  <a:cubicBezTo>
                    <a:pt x="1854003" y="150366"/>
                    <a:pt x="1838198" y="155556"/>
                    <a:pt x="1831594" y="163017"/>
                  </a:cubicBezTo>
                  <a:cubicBezTo>
                    <a:pt x="1832140" y="162260"/>
                    <a:pt x="1803996" y="192647"/>
                    <a:pt x="1801183" y="198811"/>
                  </a:cubicBezTo>
                  <a:lnTo>
                    <a:pt x="1784191" y="235145"/>
                  </a:lnTo>
                  <a:cubicBezTo>
                    <a:pt x="1781917" y="240011"/>
                    <a:pt x="1786680" y="238281"/>
                    <a:pt x="1805730" y="236119"/>
                  </a:cubicBezTo>
                  <a:cubicBezTo>
                    <a:pt x="1807565" y="235902"/>
                    <a:pt x="1809953" y="234280"/>
                    <a:pt x="1810924" y="232333"/>
                  </a:cubicBezTo>
                  <a:cubicBezTo>
                    <a:pt x="1810601" y="233091"/>
                    <a:pt x="1822723" y="208219"/>
                    <a:pt x="1827161" y="204109"/>
                  </a:cubicBezTo>
                  <a:cubicBezTo>
                    <a:pt x="1826507" y="204650"/>
                    <a:pt x="1871103" y="162909"/>
                    <a:pt x="1875866" y="159233"/>
                  </a:cubicBezTo>
                  <a:cubicBezTo>
                    <a:pt x="1875218" y="159773"/>
                    <a:pt x="1899894" y="141390"/>
                    <a:pt x="1925764" y="118681"/>
                  </a:cubicBezTo>
                  <a:cubicBezTo>
                    <a:pt x="1929549" y="115329"/>
                    <a:pt x="1932362" y="122142"/>
                    <a:pt x="1933664" y="123331"/>
                  </a:cubicBezTo>
                  <a:cubicBezTo>
                    <a:pt x="1936477" y="127224"/>
                    <a:pt x="1933340" y="130360"/>
                    <a:pt x="1925548" y="142796"/>
                  </a:cubicBezTo>
                  <a:cubicBezTo>
                    <a:pt x="1920894" y="150149"/>
                    <a:pt x="1891017" y="165613"/>
                    <a:pt x="1885067" y="173399"/>
                  </a:cubicBezTo>
                  <a:lnTo>
                    <a:pt x="1845989" y="224548"/>
                  </a:lnTo>
                  <a:cubicBezTo>
                    <a:pt x="1842852" y="228657"/>
                    <a:pt x="1848701" y="226278"/>
                    <a:pt x="1869694" y="221195"/>
                  </a:cubicBezTo>
                  <a:cubicBezTo>
                    <a:pt x="1876406" y="219574"/>
                    <a:pt x="1883981" y="202704"/>
                    <a:pt x="1891665" y="196756"/>
                  </a:cubicBezTo>
                  <a:lnTo>
                    <a:pt x="1928145" y="168424"/>
                  </a:lnTo>
                  <a:cubicBezTo>
                    <a:pt x="1934311" y="163558"/>
                    <a:pt x="1942973" y="165288"/>
                    <a:pt x="1948491" y="160098"/>
                  </a:cubicBezTo>
                  <a:lnTo>
                    <a:pt x="1974900" y="134793"/>
                  </a:lnTo>
                  <a:cubicBezTo>
                    <a:pt x="1979555" y="130360"/>
                    <a:pt x="1992547" y="133388"/>
                    <a:pt x="1995792" y="135334"/>
                  </a:cubicBezTo>
                  <a:lnTo>
                    <a:pt x="2010727" y="144634"/>
                  </a:lnTo>
                  <a:cubicBezTo>
                    <a:pt x="2014626" y="147121"/>
                    <a:pt x="2016899" y="144418"/>
                    <a:pt x="2033130" y="134144"/>
                  </a:cubicBezTo>
                  <a:cubicBezTo>
                    <a:pt x="2037245" y="131441"/>
                    <a:pt x="2038108" y="132847"/>
                    <a:pt x="2076316" y="144310"/>
                  </a:cubicBezTo>
                  <a:cubicBezTo>
                    <a:pt x="2080755" y="145715"/>
                    <a:pt x="2081295" y="143985"/>
                    <a:pt x="2111495" y="119654"/>
                  </a:cubicBezTo>
                  <a:cubicBezTo>
                    <a:pt x="2117445" y="114788"/>
                    <a:pt x="2113660" y="104839"/>
                    <a:pt x="2120049" y="103758"/>
                  </a:cubicBezTo>
                  <a:cubicBezTo>
                    <a:pt x="2119503" y="103758"/>
                    <a:pt x="2123941" y="102893"/>
                    <a:pt x="2126862" y="105596"/>
                  </a:cubicBezTo>
                  <a:lnTo>
                    <a:pt x="2138876" y="116735"/>
                  </a:lnTo>
                  <a:cubicBezTo>
                    <a:pt x="2142344" y="119979"/>
                    <a:pt x="2143855" y="117816"/>
                    <a:pt x="2163775" y="105596"/>
                  </a:cubicBezTo>
                  <a:cubicBezTo>
                    <a:pt x="2167667" y="103110"/>
                    <a:pt x="2167775" y="103758"/>
                    <a:pt x="2207933" y="103758"/>
                  </a:cubicBezTo>
                  <a:cubicBezTo>
                    <a:pt x="2215185" y="103758"/>
                    <a:pt x="2233479" y="117816"/>
                    <a:pt x="2242350" y="120087"/>
                  </a:cubicBezTo>
                  <a:lnTo>
                    <a:pt x="2249710" y="121925"/>
                  </a:lnTo>
                  <a:lnTo>
                    <a:pt x="2250147" y="122682"/>
                  </a:lnTo>
                  <a:cubicBezTo>
                    <a:pt x="2251983" y="123115"/>
                    <a:pt x="2252745" y="125169"/>
                    <a:pt x="2251983" y="127224"/>
                  </a:cubicBezTo>
                  <a:lnTo>
                    <a:pt x="2249817" y="132955"/>
                  </a:lnTo>
                  <a:cubicBezTo>
                    <a:pt x="2249062" y="134901"/>
                    <a:pt x="2247004" y="137281"/>
                    <a:pt x="2245277" y="138038"/>
                  </a:cubicBezTo>
                  <a:lnTo>
                    <a:pt x="2204472" y="156637"/>
                  </a:lnTo>
                  <a:cubicBezTo>
                    <a:pt x="2200034" y="158692"/>
                    <a:pt x="2196242" y="163991"/>
                    <a:pt x="2189423" y="171884"/>
                  </a:cubicBezTo>
                  <a:cubicBezTo>
                    <a:pt x="2186286" y="175453"/>
                    <a:pt x="2184876" y="174588"/>
                    <a:pt x="2157711" y="173074"/>
                  </a:cubicBezTo>
                  <a:cubicBezTo>
                    <a:pt x="2153164" y="172858"/>
                    <a:pt x="2150891" y="178373"/>
                    <a:pt x="2150027" y="179238"/>
                  </a:cubicBezTo>
                  <a:cubicBezTo>
                    <a:pt x="2146566" y="184320"/>
                    <a:pt x="2155113" y="187457"/>
                    <a:pt x="2159984" y="192539"/>
                  </a:cubicBezTo>
                  <a:cubicBezTo>
                    <a:pt x="2164422" y="196324"/>
                    <a:pt x="2153488" y="203245"/>
                    <a:pt x="2149487" y="203245"/>
                  </a:cubicBezTo>
                  <a:lnTo>
                    <a:pt x="2122538" y="203677"/>
                  </a:lnTo>
                  <a:cubicBezTo>
                    <a:pt x="2118423" y="203785"/>
                    <a:pt x="2117013" y="207138"/>
                    <a:pt x="2111387" y="216005"/>
                  </a:cubicBezTo>
                  <a:cubicBezTo>
                    <a:pt x="2108574" y="220331"/>
                    <a:pt x="2109006" y="219141"/>
                    <a:pt x="2062137" y="215897"/>
                  </a:cubicBezTo>
                  <a:cubicBezTo>
                    <a:pt x="2057482" y="215572"/>
                    <a:pt x="2053158" y="210922"/>
                    <a:pt x="2046662" y="205515"/>
                  </a:cubicBezTo>
                  <a:cubicBezTo>
                    <a:pt x="2042331" y="201947"/>
                    <a:pt x="2039410" y="210922"/>
                    <a:pt x="2036057" y="214923"/>
                  </a:cubicBezTo>
                  <a:cubicBezTo>
                    <a:pt x="2033130" y="219465"/>
                    <a:pt x="2032698" y="218168"/>
                    <a:pt x="1978368" y="222601"/>
                  </a:cubicBezTo>
                  <a:cubicBezTo>
                    <a:pt x="1973383" y="223034"/>
                    <a:pt x="1979123" y="229955"/>
                    <a:pt x="1980095" y="232550"/>
                  </a:cubicBezTo>
                  <a:cubicBezTo>
                    <a:pt x="1982692" y="237416"/>
                    <a:pt x="1976958" y="235578"/>
                    <a:pt x="2101862" y="244012"/>
                  </a:cubicBezTo>
                  <a:cubicBezTo>
                    <a:pt x="2106517" y="244337"/>
                    <a:pt x="2100237" y="247256"/>
                    <a:pt x="2085409" y="256124"/>
                  </a:cubicBezTo>
                  <a:cubicBezTo>
                    <a:pt x="2081510" y="258503"/>
                    <a:pt x="2078913" y="262829"/>
                    <a:pt x="2075669" y="267370"/>
                  </a:cubicBezTo>
                  <a:cubicBezTo>
                    <a:pt x="2072532" y="271804"/>
                    <a:pt x="2075560" y="270398"/>
                    <a:pt x="1988217" y="267587"/>
                  </a:cubicBezTo>
                  <a:cubicBezTo>
                    <a:pt x="1983562" y="267478"/>
                    <a:pt x="1982692" y="270831"/>
                    <a:pt x="1966023" y="297000"/>
                  </a:cubicBezTo>
                  <a:cubicBezTo>
                    <a:pt x="1963426" y="301217"/>
                    <a:pt x="1965159" y="304029"/>
                    <a:pt x="1970785" y="322628"/>
                  </a:cubicBezTo>
                  <a:cubicBezTo>
                    <a:pt x="1972303" y="327819"/>
                    <a:pt x="1973497" y="324250"/>
                    <a:pt x="1994058" y="294512"/>
                  </a:cubicBezTo>
                  <a:cubicBezTo>
                    <a:pt x="1996871" y="290403"/>
                    <a:pt x="1999145" y="290836"/>
                    <a:pt x="2018195" y="286727"/>
                  </a:cubicBezTo>
                  <a:cubicBezTo>
                    <a:pt x="2022957" y="285753"/>
                    <a:pt x="2026964" y="289322"/>
                    <a:pt x="2029345" y="290295"/>
                  </a:cubicBezTo>
                  <a:cubicBezTo>
                    <a:pt x="2033238" y="292458"/>
                    <a:pt x="2035619" y="290728"/>
                    <a:pt x="2048827" y="285537"/>
                  </a:cubicBezTo>
                  <a:cubicBezTo>
                    <a:pt x="2052942" y="283807"/>
                    <a:pt x="2054885" y="285429"/>
                    <a:pt x="2073395" y="292999"/>
                  </a:cubicBezTo>
                  <a:cubicBezTo>
                    <a:pt x="2079891" y="295594"/>
                    <a:pt x="2063331" y="300784"/>
                    <a:pt x="2056510" y="309760"/>
                  </a:cubicBezTo>
                  <a:lnTo>
                    <a:pt x="2050669" y="317438"/>
                  </a:lnTo>
                  <a:cubicBezTo>
                    <a:pt x="2047525" y="321547"/>
                    <a:pt x="2046985" y="320466"/>
                    <a:pt x="2007158" y="322088"/>
                  </a:cubicBezTo>
                  <a:cubicBezTo>
                    <a:pt x="2002828" y="322304"/>
                    <a:pt x="2002066" y="326305"/>
                    <a:pt x="1993950" y="345986"/>
                  </a:cubicBezTo>
                  <a:cubicBezTo>
                    <a:pt x="1991893" y="350852"/>
                    <a:pt x="1995576" y="352691"/>
                    <a:pt x="2011051" y="367289"/>
                  </a:cubicBezTo>
                  <a:cubicBezTo>
                    <a:pt x="2014734" y="370858"/>
                    <a:pt x="2012029" y="377130"/>
                    <a:pt x="2011921" y="378968"/>
                  </a:cubicBezTo>
                  <a:cubicBezTo>
                    <a:pt x="2011051" y="384159"/>
                    <a:pt x="2008238" y="383618"/>
                    <a:pt x="1987778" y="388160"/>
                  </a:cubicBezTo>
                  <a:cubicBezTo>
                    <a:pt x="1982908" y="389241"/>
                    <a:pt x="1986267" y="396811"/>
                    <a:pt x="1986267" y="399839"/>
                  </a:cubicBezTo>
                  <a:cubicBezTo>
                    <a:pt x="1987238" y="405570"/>
                    <a:pt x="1981828" y="408706"/>
                    <a:pt x="1980095" y="411193"/>
                  </a:cubicBezTo>
                  <a:cubicBezTo>
                    <a:pt x="1976850" y="414653"/>
                    <a:pt x="1974037" y="413139"/>
                    <a:pt x="1959102" y="410328"/>
                  </a:cubicBezTo>
                  <a:cubicBezTo>
                    <a:pt x="1954447" y="409463"/>
                    <a:pt x="1955634" y="410004"/>
                    <a:pt x="1935289" y="466667"/>
                  </a:cubicBezTo>
                  <a:cubicBezTo>
                    <a:pt x="1933556" y="471642"/>
                    <a:pt x="1934743" y="475968"/>
                    <a:pt x="1936908" y="493161"/>
                  </a:cubicBezTo>
                  <a:cubicBezTo>
                    <a:pt x="1937670" y="499217"/>
                    <a:pt x="1930088" y="498027"/>
                    <a:pt x="1926412" y="499433"/>
                  </a:cubicBezTo>
                  <a:cubicBezTo>
                    <a:pt x="1921757" y="500406"/>
                    <a:pt x="1920894" y="506030"/>
                    <a:pt x="1913966" y="525494"/>
                  </a:cubicBezTo>
                  <a:cubicBezTo>
                    <a:pt x="1911908" y="531442"/>
                    <a:pt x="1920786" y="530036"/>
                    <a:pt x="1925218" y="531550"/>
                  </a:cubicBezTo>
                  <a:cubicBezTo>
                    <a:pt x="1929549" y="532307"/>
                    <a:pt x="1930088" y="530144"/>
                    <a:pt x="1948491" y="506570"/>
                  </a:cubicBezTo>
                  <a:cubicBezTo>
                    <a:pt x="1951735" y="502353"/>
                    <a:pt x="1952714" y="503975"/>
                    <a:pt x="2004447" y="514789"/>
                  </a:cubicBezTo>
                  <a:cubicBezTo>
                    <a:pt x="2008778" y="515654"/>
                    <a:pt x="2009540" y="518466"/>
                    <a:pt x="2019820" y="537065"/>
                  </a:cubicBezTo>
                  <a:cubicBezTo>
                    <a:pt x="2020900" y="538903"/>
                    <a:pt x="2020252" y="540742"/>
                    <a:pt x="2018410" y="541066"/>
                  </a:cubicBezTo>
                  <a:cubicBezTo>
                    <a:pt x="2018950" y="540958"/>
                    <a:pt x="2002288" y="545067"/>
                    <a:pt x="1997087" y="543770"/>
                  </a:cubicBezTo>
                  <a:lnTo>
                    <a:pt x="1969490" y="537065"/>
                  </a:lnTo>
                  <a:cubicBezTo>
                    <a:pt x="1967649" y="536632"/>
                    <a:pt x="1966245" y="538038"/>
                    <a:pt x="1966461" y="540309"/>
                  </a:cubicBezTo>
                  <a:lnTo>
                    <a:pt x="1967325" y="552420"/>
                  </a:lnTo>
                  <a:cubicBezTo>
                    <a:pt x="1967972" y="560423"/>
                    <a:pt x="1979879" y="556638"/>
                    <a:pt x="1993087" y="562585"/>
                  </a:cubicBezTo>
                  <a:lnTo>
                    <a:pt x="2011699" y="571020"/>
                  </a:lnTo>
                  <a:cubicBezTo>
                    <a:pt x="2016029" y="573075"/>
                    <a:pt x="2017115" y="565613"/>
                    <a:pt x="2017871" y="564316"/>
                  </a:cubicBezTo>
                  <a:cubicBezTo>
                    <a:pt x="2019605" y="559341"/>
                    <a:pt x="2023173" y="561396"/>
                    <a:pt x="2038655" y="564640"/>
                  </a:cubicBezTo>
                  <a:cubicBezTo>
                    <a:pt x="2043201" y="565613"/>
                    <a:pt x="2043309" y="571453"/>
                    <a:pt x="2047525" y="589403"/>
                  </a:cubicBezTo>
                  <a:cubicBezTo>
                    <a:pt x="2048611" y="594053"/>
                    <a:pt x="2046662" y="596865"/>
                    <a:pt x="2042223" y="605840"/>
                  </a:cubicBezTo>
                  <a:cubicBezTo>
                    <a:pt x="2039950" y="610490"/>
                    <a:pt x="2039194" y="609192"/>
                    <a:pt x="2001742" y="604975"/>
                  </a:cubicBezTo>
                  <a:cubicBezTo>
                    <a:pt x="1996763" y="604434"/>
                    <a:pt x="1997087" y="612869"/>
                    <a:pt x="1995792" y="616762"/>
                  </a:cubicBezTo>
                  <a:cubicBezTo>
                    <a:pt x="1994598" y="621953"/>
                    <a:pt x="1989728" y="618709"/>
                    <a:pt x="1988756" y="618709"/>
                  </a:cubicBezTo>
                  <a:cubicBezTo>
                    <a:pt x="1983670" y="617087"/>
                    <a:pt x="1986699" y="608652"/>
                    <a:pt x="1986699" y="602705"/>
                  </a:cubicBezTo>
                  <a:cubicBezTo>
                    <a:pt x="1987131" y="597406"/>
                    <a:pt x="1983454" y="598271"/>
                    <a:pt x="1964620" y="596108"/>
                  </a:cubicBezTo>
                  <a:cubicBezTo>
                    <a:pt x="1960073" y="595567"/>
                    <a:pt x="1958879" y="597406"/>
                    <a:pt x="1935937" y="613302"/>
                  </a:cubicBezTo>
                  <a:cubicBezTo>
                    <a:pt x="1931174" y="616546"/>
                    <a:pt x="1937670" y="623467"/>
                    <a:pt x="1940807" y="632010"/>
                  </a:cubicBezTo>
                  <a:cubicBezTo>
                    <a:pt x="1943296" y="637414"/>
                    <a:pt x="1948707" y="630496"/>
                    <a:pt x="1952821" y="628549"/>
                  </a:cubicBezTo>
                  <a:cubicBezTo>
                    <a:pt x="1956606" y="626063"/>
                    <a:pt x="1958556" y="629306"/>
                    <a:pt x="1970894" y="640767"/>
                  </a:cubicBezTo>
                  <a:cubicBezTo>
                    <a:pt x="1975008" y="644659"/>
                    <a:pt x="1970138" y="651365"/>
                    <a:pt x="1968950" y="656235"/>
                  </a:cubicBezTo>
                  <a:cubicBezTo>
                    <a:pt x="1967217" y="661099"/>
                    <a:pt x="1972087" y="660344"/>
                    <a:pt x="1986051" y="661423"/>
                  </a:cubicBezTo>
                  <a:cubicBezTo>
                    <a:pt x="1991353" y="661855"/>
                    <a:pt x="1987022" y="670726"/>
                    <a:pt x="1986267" y="677425"/>
                  </a:cubicBezTo>
                  <a:cubicBezTo>
                    <a:pt x="1984318" y="687160"/>
                    <a:pt x="2005101" y="695808"/>
                    <a:pt x="2000339" y="703600"/>
                  </a:cubicBezTo>
                  <a:cubicBezTo>
                    <a:pt x="2000662" y="702838"/>
                    <a:pt x="1996656" y="708248"/>
                    <a:pt x="1997849" y="713112"/>
                  </a:cubicBezTo>
                  <a:lnTo>
                    <a:pt x="2004339" y="738633"/>
                  </a:lnTo>
                  <a:cubicBezTo>
                    <a:pt x="2005749" y="744151"/>
                    <a:pt x="2001418" y="748583"/>
                    <a:pt x="2000339" y="751066"/>
                  </a:cubicBezTo>
                  <a:cubicBezTo>
                    <a:pt x="1997303" y="756260"/>
                    <a:pt x="1990921" y="753231"/>
                    <a:pt x="1985397" y="753447"/>
                  </a:cubicBezTo>
                  <a:cubicBezTo>
                    <a:pt x="1980419" y="753123"/>
                    <a:pt x="1979987" y="745554"/>
                    <a:pt x="1978368" y="742094"/>
                  </a:cubicBezTo>
                  <a:cubicBezTo>
                    <a:pt x="1976634" y="737121"/>
                    <a:pt x="1973275" y="739173"/>
                    <a:pt x="1956606" y="742957"/>
                  </a:cubicBezTo>
                  <a:cubicBezTo>
                    <a:pt x="1951304" y="744151"/>
                    <a:pt x="1956066" y="752908"/>
                    <a:pt x="1957368" y="761772"/>
                  </a:cubicBezTo>
                  <a:cubicBezTo>
                    <a:pt x="1958771" y="767938"/>
                    <a:pt x="1966023" y="765449"/>
                    <a:pt x="1972195" y="766643"/>
                  </a:cubicBezTo>
                  <a:cubicBezTo>
                    <a:pt x="1976310" y="766859"/>
                    <a:pt x="1977713" y="769780"/>
                    <a:pt x="1985181" y="779832"/>
                  </a:cubicBezTo>
                  <a:cubicBezTo>
                    <a:pt x="1988756" y="784702"/>
                    <a:pt x="1981612" y="788918"/>
                    <a:pt x="1977929" y="794322"/>
                  </a:cubicBezTo>
                  <a:cubicBezTo>
                    <a:pt x="1974145" y="798869"/>
                    <a:pt x="1982584" y="801999"/>
                    <a:pt x="1987131" y="806762"/>
                  </a:cubicBezTo>
                  <a:cubicBezTo>
                    <a:pt x="1991461" y="810331"/>
                    <a:pt x="1996116" y="803733"/>
                    <a:pt x="2000878" y="801028"/>
                  </a:cubicBezTo>
                  <a:cubicBezTo>
                    <a:pt x="2005317" y="797891"/>
                    <a:pt x="2004885" y="807841"/>
                    <a:pt x="2006072" y="811626"/>
                  </a:cubicBezTo>
                  <a:cubicBezTo>
                    <a:pt x="2007044" y="817468"/>
                    <a:pt x="2013324" y="816706"/>
                    <a:pt x="2015813" y="817792"/>
                  </a:cubicBezTo>
                  <a:cubicBezTo>
                    <a:pt x="2020144" y="818871"/>
                    <a:pt x="2016137" y="822332"/>
                    <a:pt x="2005533" y="835851"/>
                  </a:cubicBezTo>
                  <a:cubicBezTo>
                    <a:pt x="2002612" y="839528"/>
                    <a:pt x="1999793" y="838442"/>
                    <a:pt x="1985835" y="837255"/>
                  </a:cubicBezTo>
                  <a:cubicBezTo>
                    <a:pt x="1981073" y="836823"/>
                    <a:pt x="1977282" y="832499"/>
                    <a:pt x="1964404" y="821469"/>
                  </a:cubicBezTo>
                  <a:cubicBezTo>
                    <a:pt x="1960613" y="818224"/>
                    <a:pt x="1963102" y="825685"/>
                    <a:pt x="1966677" y="841039"/>
                  </a:cubicBezTo>
                  <a:cubicBezTo>
                    <a:pt x="1967109" y="843205"/>
                    <a:pt x="1966023" y="844932"/>
                    <a:pt x="1964188" y="844932"/>
                  </a:cubicBezTo>
                  <a:cubicBezTo>
                    <a:pt x="1964728" y="844932"/>
                    <a:pt x="1940052" y="845687"/>
                    <a:pt x="1934635" y="843744"/>
                  </a:cubicBezTo>
                  <a:lnTo>
                    <a:pt x="1906930" y="833578"/>
                  </a:lnTo>
                  <a:cubicBezTo>
                    <a:pt x="1902707" y="832067"/>
                    <a:pt x="1901297" y="835527"/>
                    <a:pt x="1889614" y="850882"/>
                  </a:cubicBezTo>
                  <a:cubicBezTo>
                    <a:pt x="1886578" y="854774"/>
                    <a:pt x="1891557" y="856286"/>
                    <a:pt x="1902923" y="862775"/>
                  </a:cubicBezTo>
                  <a:cubicBezTo>
                    <a:pt x="1906714" y="864941"/>
                    <a:pt x="1909203" y="862343"/>
                    <a:pt x="1917858" y="856609"/>
                  </a:cubicBezTo>
                  <a:cubicBezTo>
                    <a:pt x="1921757" y="854019"/>
                    <a:pt x="1923059" y="855746"/>
                    <a:pt x="1951088" y="868401"/>
                  </a:cubicBezTo>
                  <a:cubicBezTo>
                    <a:pt x="1955419" y="870344"/>
                    <a:pt x="1960181" y="868179"/>
                    <a:pt x="1967325" y="866236"/>
                  </a:cubicBezTo>
                  <a:cubicBezTo>
                    <a:pt x="1972087" y="864941"/>
                    <a:pt x="1973059" y="872618"/>
                    <a:pt x="1974361" y="874993"/>
                  </a:cubicBezTo>
                  <a:cubicBezTo>
                    <a:pt x="1976634" y="880727"/>
                    <a:pt x="1968296" y="881482"/>
                    <a:pt x="1964080" y="884295"/>
                  </a:cubicBezTo>
                  <a:cubicBezTo>
                    <a:pt x="1959209" y="886670"/>
                    <a:pt x="1963318" y="895002"/>
                    <a:pt x="1964080" y="903218"/>
                  </a:cubicBezTo>
                  <a:cubicBezTo>
                    <a:pt x="1965268" y="910356"/>
                    <a:pt x="1956282" y="905600"/>
                    <a:pt x="1926520" y="906355"/>
                  </a:cubicBezTo>
                  <a:cubicBezTo>
                    <a:pt x="1921649" y="906247"/>
                    <a:pt x="1917211" y="910464"/>
                    <a:pt x="1905952" y="918465"/>
                  </a:cubicBezTo>
                  <a:cubicBezTo>
                    <a:pt x="1901952" y="921386"/>
                    <a:pt x="1898053" y="920198"/>
                    <a:pt x="1872291" y="918141"/>
                  </a:cubicBezTo>
                  <a:cubicBezTo>
                    <a:pt x="1867858" y="917817"/>
                    <a:pt x="1870780" y="919220"/>
                    <a:pt x="1817636" y="884187"/>
                  </a:cubicBezTo>
                  <a:cubicBezTo>
                    <a:pt x="1813737" y="881590"/>
                    <a:pt x="1815795" y="887972"/>
                    <a:pt x="1818392" y="901491"/>
                  </a:cubicBezTo>
                  <a:cubicBezTo>
                    <a:pt x="1818824" y="903650"/>
                    <a:pt x="1820557" y="906247"/>
                    <a:pt x="1822183" y="907327"/>
                  </a:cubicBezTo>
                  <a:cubicBezTo>
                    <a:pt x="1821529" y="906895"/>
                    <a:pt x="1865909" y="934689"/>
                    <a:pt x="1871319" y="937280"/>
                  </a:cubicBezTo>
                  <a:lnTo>
                    <a:pt x="1905952" y="953936"/>
                  </a:lnTo>
                  <a:cubicBezTo>
                    <a:pt x="1910931" y="956209"/>
                    <a:pt x="1908880" y="964426"/>
                    <a:pt x="1909743" y="971887"/>
                  </a:cubicBezTo>
                  <a:cubicBezTo>
                    <a:pt x="1909959" y="977075"/>
                    <a:pt x="1906060" y="975888"/>
                    <a:pt x="1892427" y="975888"/>
                  </a:cubicBezTo>
                  <a:cubicBezTo>
                    <a:pt x="1887880" y="975888"/>
                    <a:pt x="1892858" y="979672"/>
                    <a:pt x="1906606" y="993731"/>
                  </a:cubicBezTo>
                  <a:cubicBezTo>
                    <a:pt x="1910067" y="997300"/>
                    <a:pt x="1904441" y="997516"/>
                    <a:pt x="1893182" y="1000107"/>
                  </a:cubicBezTo>
                  <a:cubicBezTo>
                    <a:pt x="1887880" y="1001408"/>
                    <a:pt x="1895456" y="1008006"/>
                    <a:pt x="1899678" y="1015575"/>
                  </a:cubicBezTo>
                  <a:cubicBezTo>
                    <a:pt x="1902599" y="1020008"/>
                    <a:pt x="1896427" y="1023145"/>
                    <a:pt x="1895564" y="1024332"/>
                  </a:cubicBezTo>
                  <a:cubicBezTo>
                    <a:pt x="1894160" y="1025735"/>
                    <a:pt x="1891665" y="1025850"/>
                    <a:pt x="1890045" y="1024656"/>
                  </a:cubicBezTo>
                  <a:cubicBezTo>
                    <a:pt x="1890693" y="1025088"/>
                    <a:pt x="1865477" y="1005409"/>
                    <a:pt x="1860061" y="1003028"/>
                  </a:cubicBezTo>
                  <a:lnTo>
                    <a:pt x="1822507" y="986270"/>
                  </a:lnTo>
                  <a:cubicBezTo>
                    <a:pt x="1818176" y="984321"/>
                    <a:pt x="1818500" y="981292"/>
                    <a:pt x="1809946" y="947662"/>
                  </a:cubicBezTo>
                  <a:cubicBezTo>
                    <a:pt x="1808435" y="941718"/>
                    <a:pt x="1801831" y="943014"/>
                    <a:pt x="1798154" y="941718"/>
                  </a:cubicBezTo>
                  <a:cubicBezTo>
                    <a:pt x="1793392" y="940848"/>
                    <a:pt x="1795773" y="944525"/>
                    <a:pt x="1808759" y="996976"/>
                  </a:cubicBezTo>
                  <a:cubicBezTo>
                    <a:pt x="1810061" y="1002488"/>
                    <a:pt x="1810601" y="1001408"/>
                    <a:pt x="1869046" y="1033959"/>
                  </a:cubicBezTo>
                  <a:cubicBezTo>
                    <a:pt x="1873917" y="1036765"/>
                    <a:pt x="1869154" y="1044449"/>
                    <a:pt x="1867858" y="1052342"/>
                  </a:cubicBezTo>
                  <a:cubicBezTo>
                    <a:pt x="1866449" y="1057530"/>
                    <a:pt x="1870995" y="1054717"/>
                    <a:pt x="1889614" y="1048341"/>
                  </a:cubicBezTo>
                  <a:cubicBezTo>
                    <a:pt x="1893830" y="1046932"/>
                    <a:pt x="1897189" y="1050932"/>
                    <a:pt x="1904981" y="1057422"/>
                  </a:cubicBezTo>
                  <a:cubicBezTo>
                    <a:pt x="1908664" y="1060559"/>
                    <a:pt x="1903901" y="1062394"/>
                    <a:pt x="1889830" y="1072021"/>
                  </a:cubicBezTo>
                  <a:cubicBezTo>
                    <a:pt x="1885607" y="1074941"/>
                    <a:pt x="1890045" y="1081107"/>
                    <a:pt x="1890693" y="1083698"/>
                  </a:cubicBezTo>
                  <a:cubicBezTo>
                    <a:pt x="1892643" y="1088569"/>
                    <a:pt x="1894916" y="1086511"/>
                    <a:pt x="1920132" y="1078618"/>
                  </a:cubicBezTo>
                  <a:cubicBezTo>
                    <a:pt x="1924678" y="1077107"/>
                    <a:pt x="1922837" y="1080999"/>
                    <a:pt x="1917211" y="1124357"/>
                  </a:cubicBezTo>
                  <a:cubicBezTo>
                    <a:pt x="1916563" y="1129767"/>
                    <a:pt x="1917643" y="1132796"/>
                    <a:pt x="1922513" y="1155720"/>
                  </a:cubicBezTo>
                  <a:cubicBezTo>
                    <a:pt x="1923599" y="1161016"/>
                    <a:pt x="1919484" y="1159289"/>
                    <a:pt x="1897729" y="1157231"/>
                  </a:cubicBezTo>
                  <a:cubicBezTo>
                    <a:pt x="1893290" y="1156799"/>
                    <a:pt x="1893722" y="1152151"/>
                    <a:pt x="1891233" y="1134200"/>
                  </a:cubicBezTo>
                  <a:cubicBezTo>
                    <a:pt x="1890477" y="1128796"/>
                    <a:pt x="1885175" y="1127386"/>
                    <a:pt x="1884089" y="1126523"/>
                  </a:cubicBezTo>
                  <a:cubicBezTo>
                    <a:pt x="1879980" y="1124249"/>
                    <a:pt x="1881060" y="1129444"/>
                    <a:pt x="1880412" y="1155612"/>
                  </a:cubicBezTo>
                  <a:cubicBezTo>
                    <a:pt x="1880305" y="1162533"/>
                    <a:pt x="1871967" y="1158209"/>
                    <a:pt x="1857680" y="1158857"/>
                  </a:cubicBezTo>
                  <a:cubicBezTo>
                    <a:pt x="1852809" y="1158749"/>
                    <a:pt x="1847723" y="1154101"/>
                    <a:pt x="1831924" y="1142956"/>
                  </a:cubicBezTo>
                  <a:cubicBezTo>
                    <a:pt x="1828133" y="1140150"/>
                    <a:pt x="1827809" y="1136473"/>
                    <a:pt x="1821961" y="1116140"/>
                  </a:cubicBezTo>
                  <a:cubicBezTo>
                    <a:pt x="1820341" y="1110736"/>
                    <a:pt x="1816443" y="1106298"/>
                    <a:pt x="1807457" y="1093972"/>
                  </a:cubicBezTo>
                  <a:cubicBezTo>
                    <a:pt x="1803780" y="1089000"/>
                    <a:pt x="1797500" y="1092029"/>
                    <a:pt x="1787759" y="1091699"/>
                  </a:cubicBezTo>
                  <a:cubicBezTo>
                    <a:pt x="1783651" y="1091813"/>
                    <a:pt x="1783537" y="1095052"/>
                    <a:pt x="1778889" y="1110305"/>
                  </a:cubicBezTo>
                  <a:cubicBezTo>
                    <a:pt x="1777371" y="1115385"/>
                    <a:pt x="1778450" y="1118953"/>
                    <a:pt x="1781702" y="1142201"/>
                  </a:cubicBezTo>
                  <a:cubicBezTo>
                    <a:pt x="1782026" y="1144366"/>
                    <a:pt x="1780724" y="1146633"/>
                    <a:pt x="1778996" y="1147287"/>
                  </a:cubicBezTo>
                  <a:cubicBezTo>
                    <a:pt x="1779644" y="1147071"/>
                    <a:pt x="1755076" y="1154424"/>
                    <a:pt x="1750529" y="1158317"/>
                  </a:cubicBezTo>
                  <a:lnTo>
                    <a:pt x="1730718" y="1175075"/>
                  </a:lnTo>
                  <a:cubicBezTo>
                    <a:pt x="1729206" y="1176268"/>
                    <a:pt x="1729530" y="1177240"/>
                    <a:pt x="1731371" y="1177240"/>
                  </a:cubicBezTo>
                  <a:cubicBezTo>
                    <a:pt x="1730832" y="1177240"/>
                    <a:pt x="1750638" y="1177240"/>
                    <a:pt x="1755724" y="1175183"/>
                  </a:cubicBezTo>
                  <a:lnTo>
                    <a:pt x="1784299" y="1163505"/>
                  </a:lnTo>
                  <a:cubicBezTo>
                    <a:pt x="1788629" y="1161670"/>
                    <a:pt x="1787004" y="1161994"/>
                    <a:pt x="1840039" y="1183184"/>
                  </a:cubicBezTo>
                  <a:cubicBezTo>
                    <a:pt x="1844478" y="1184917"/>
                    <a:pt x="1842528" y="1184377"/>
                    <a:pt x="1902275" y="1181025"/>
                  </a:cubicBezTo>
                  <a:cubicBezTo>
                    <a:pt x="1906822" y="1180809"/>
                    <a:pt x="1903139" y="1185133"/>
                    <a:pt x="1894268" y="1199840"/>
                  </a:cubicBezTo>
                  <a:cubicBezTo>
                    <a:pt x="1891779" y="1203948"/>
                    <a:pt x="1889614" y="1203840"/>
                    <a:pt x="1871751" y="1209250"/>
                  </a:cubicBezTo>
                  <a:cubicBezTo>
                    <a:pt x="1867858" y="1210438"/>
                    <a:pt x="1866773" y="1213035"/>
                    <a:pt x="1860930" y="1222223"/>
                  </a:cubicBezTo>
                  <a:cubicBezTo>
                    <a:pt x="1857680" y="1227310"/>
                    <a:pt x="1852053" y="1221252"/>
                    <a:pt x="1845665" y="1218979"/>
                  </a:cubicBezTo>
                  <a:cubicBezTo>
                    <a:pt x="1839176" y="1215842"/>
                    <a:pt x="1842096" y="1232390"/>
                    <a:pt x="1834953" y="1235959"/>
                  </a:cubicBezTo>
                  <a:cubicBezTo>
                    <a:pt x="1835600" y="1235635"/>
                    <a:pt x="1808435" y="1250017"/>
                    <a:pt x="1802809" y="1251097"/>
                  </a:cubicBezTo>
                  <a:lnTo>
                    <a:pt x="1782673" y="1255097"/>
                  </a:lnTo>
                  <a:cubicBezTo>
                    <a:pt x="1778019" y="1256069"/>
                    <a:pt x="1784839" y="1260400"/>
                    <a:pt x="1785594" y="1261371"/>
                  </a:cubicBezTo>
                  <a:cubicBezTo>
                    <a:pt x="1789169" y="1264616"/>
                    <a:pt x="1786032" y="1266019"/>
                    <a:pt x="1764925" y="1286244"/>
                  </a:cubicBezTo>
                  <a:cubicBezTo>
                    <a:pt x="1761674" y="1289267"/>
                    <a:pt x="1759515" y="1288511"/>
                    <a:pt x="1744789" y="1287216"/>
                  </a:cubicBezTo>
                  <a:cubicBezTo>
                    <a:pt x="1739811" y="1286784"/>
                    <a:pt x="1741760" y="1294893"/>
                    <a:pt x="1741436" y="1297166"/>
                  </a:cubicBezTo>
                  <a:cubicBezTo>
                    <a:pt x="1741436" y="1302786"/>
                    <a:pt x="1740134" y="1301598"/>
                    <a:pt x="1698682" y="1312844"/>
                  </a:cubicBezTo>
                  <a:cubicBezTo>
                    <a:pt x="1694243" y="1314032"/>
                    <a:pt x="1689696" y="1311003"/>
                    <a:pt x="1681473" y="1307218"/>
                  </a:cubicBezTo>
                  <a:cubicBezTo>
                    <a:pt x="1677142" y="1305167"/>
                    <a:pt x="1676495" y="1312952"/>
                    <a:pt x="1675739" y="1314463"/>
                  </a:cubicBezTo>
                  <a:cubicBezTo>
                    <a:pt x="1674221" y="1319658"/>
                    <a:pt x="1674221" y="1318356"/>
                    <a:pt x="1628546" y="1334149"/>
                  </a:cubicBezTo>
                  <a:cubicBezTo>
                    <a:pt x="1623460" y="1335984"/>
                    <a:pt x="1620647" y="1328199"/>
                    <a:pt x="1615992" y="1323119"/>
                  </a:cubicBezTo>
                  <a:cubicBezTo>
                    <a:pt x="1612525" y="1318572"/>
                    <a:pt x="1606791" y="1320521"/>
                    <a:pt x="1602892" y="1320090"/>
                  </a:cubicBezTo>
                  <a:cubicBezTo>
                    <a:pt x="1598453" y="1320090"/>
                    <a:pt x="1601920" y="1323982"/>
                    <a:pt x="1611661" y="1339984"/>
                  </a:cubicBezTo>
                  <a:cubicBezTo>
                    <a:pt x="1614582" y="1344639"/>
                    <a:pt x="1612201" y="1343229"/>
                    <a:pt x="1550180" y="1346582"/>
                  </a:cubicBezTo>
                  <a:cubicBezTo>
                    <a:pt x="1545640" y="1346798"/>
                    <a:pt x="1545748" y="1345286"/>
                    <a:pt x="1521504" y="1311441"/>
                  </a:cubicBezTo>
                  <a:cubicBezTo>
                    <a:pt x="1518037" y="1306678"/>
                    <a:pt x="1511979" y="1309815"/>
                    <a:pt x="1506994" y="1309815"/>
                  </a:cubicBezTo>
                  <a:cubicBezTo>
                    <a:pt x="1502454" y="1310355"/>
                    <a:pt x="1504835" y="1312520"/>
                    <a:pt x="1522584" y="1345178"/>
                  </a:cubicBezTo>
                  <a:cubicBezTo>
                    <a:pt x="1525181" y="1349827"/>
                    <a:pt x="1524317" y="1355669"/>
                    <a:pt x="1524425" y="1357828"/>
                  </a:cubicBezTo>
                  <a:cubicBezTo>
                    <a:pt x="1524425" y="1363238"/>
                    <a:pt x="1522476" y="1362914"/>
                    <a:pt x="1492707" y="1376535"/>
                  </a:cubicBezTo>
                  <a:cubicBezTo>
                    <a:pt x="1488382" y="1378484"/>
                    <a:pt x="1488598" y="1381405"/>
                    <a:pt x="1480261" y="1409841"/>
                  </a:cubicBezTo>
                  <a:cubicBezTo>
                    <a:pt x="1478750" y="1414819"/>
                    <a:pt x="1475937" y="1418496"/>
                    <a:pt x="1464570" y="1429310"/>
                  </a:cubicBezTo>
                  <a:cubicBezTo>
                    <a:pt x="1460995" y="1432770"/>
                    <a:pt x="1459591" y="1439146"/>
                    <a:pt x="1456448" y="1448556"/>
                  </a:cubicBezTo>
                  <a:cubicBezTo>
                    <a:pt x="1454829" y="1453205"/>
                    <a:pt x="1454289" y="1452773"/>
                    <a:pt x="1421600" y="1478294"/>
                  </a:cubicBezTo>
                  <a:cubicBezTo>
                    <a:pt x="1418132" y="1480999"/>
                    <a:pt x="1416945" y="1479805"/>
                    <a:pt x="1396053" y="1473321"/>
                  </a:cubicBezTo>
                  <a:cubicBezTo>
                    <a:pt x="1391615" y="1471912"/>
                    <a:pt x="1396485" y="1477646"/>
                    <a:pt x="1401248" y="1484783"/>
                  </a:cubicBezTo>
                  <a:cubicBezTo>
                    <a:pt x="1403959" y="1488676"/>
                    <a:pt x="1402118" y="1488784"/>
                    <a:pt x="1374730" y="1512247"/>
                  </a:cubicBezTo>
                  <a:cubicBezTo>
                    <a:pt x="1371162" y="1515384"/>
                    <a:pt x="1370076" y="1509548"/>
                    <a:pt x="1364557" y="1496029"/>
                  </a:cubicBezTo>
                  <a:cubicBezTo>
                    <a:pt x="1362716" y="1491381"/>
                    <a:pt x="1361744" y="1497216"/>
                    <a:pt x="1353191" y="1524039"/>
                  </a:cubicBezTo>
                  <a:cubicBezTo>
                    <a:pt x="1351356" y="1529659"/>
                    <a:pt x="1344536" y="1524039"/>
                    <a:pt x="1335982" y="1522089"/>
                  </a:cubicBezTo>
                  <a:cubicBezTo>
                    <a:pt x="1327543" y="1519276"/>
                    <a:pt x="1312278" y="1529767"/>
                    <a:pt x="1314551" y="1522413"/>
                  </a:cubicBezTo>
                  <a:cubicBezTo>
                    <a:pt x="1314335" y="1523061"/>
                    <a:pt x="1322241" y="1495705"/>
                    <a:pt x="1325594" y="1490727"/>
                  </a:cubicBezTo>
                  <a:lnTo>
                    <a:pt x="1334471" y="1477214"/>
                  </a:lnTo>
                  <a:cubicBezTo>
                    <a:pt x="1337176" y="1473106"/>
                    <a:pt x="1331112" y="1476242"/>
                    <a:pt x="1315853" y="1481754"/>
                  </a:cubicBezTo>
                  <a:cubicBezTo>
                    <a:pt x="1311522" y="1483374"/>
                    <a:pt x="1311954" y="1484459"/>
                    <a:pt x="1297127" y="1520686"/>
                  </a:cubicBezTo>
                  <a:cubicBezTo>
                    <a:pt x="1295285" y="1525118"/>
                    <a:pt x="1293342" y="1524687"/>
                    <a:pt x="1265307" y="1532796"/>
                  </a:cubicBezTo>
                  <a:cubicBezTo>
                    <a:pt x="1261408" y="1533983"/>
                    <a:pt x="1259897" y="1531932"/>
                    <a:pt x="1249940" y="1524039"/>
                  </a:cubicBezTo>
                  <a:cubicBezTo>
                    <a:pt x="1246473" y="1521226"/>
                    <a:pt x="1243768" y="1524039"/>
                    <a:pt x="1231322" y="1531932"/>
                  </a:cubicBezTo>
                  <a:cubicBezTo>
                    <a:pt x="1227423" y="1534415"/>
                    <a:pt x="1232293" y="1536256"/>
                    <a:pt x="1244308" y="1543825"/>
                  </a:cubicBezTo>
                  <a:cubicBezTo>
                    <a:pt x="1248962" y="1546747"/>
                    <a:pt x="1243120" y="1553014"/>
                    <a:pt x="1240847" y="1559720"/>
                  </a:cubicBezTo>
                  <a:cubicBezTo>
                    <a:pt x="1238897" y="1564044"/>
                    <a:pt x="1238574" y="1562964"/>
                    <a:pt x="1197121" y="1557992"/>
                  </a:cubicBezTo>
                  <a:cubicBezTo>
                    <a:pt x="1192136" y="1557453"/>
                    <a:pt x="1193653" y="1565130"/>
                    <a:pt x="1193006" y="1568051"/>
                  </a:cubicBezTo>
                  <a:cubicBezTo>
                    <a:pt x="1192682" y="1572807"/>
                    <a:pt x="1195279" y="1573455"/>
                    <a:pt x="1212596" y="1584916"/>
                  </a:cubicBezTo>
                  <a:cubicBezTo>
                    <a:pt x="1216495" y="1587406"/>
                    <a:pt x="1217250" y="1591190"/>
                    <a:pt x="1224070" y="1608278"/>
                  </a:cubicBezTo>
                  <a:cubicBezTo>
                    <a:pt x="1226559" y="1614438"/>
                    <a:pt x="1216495" y="1610221"/>
                    <a:pt x="1183157" y="1610653"/>
                  </a:cubicBezTo>
                  <a:cubicBezTo>
                    <a:pt x="1178395" y="1610653"/>
                    <a:pt x="1180668" y="1617358"/>
                    <a:pt x="1180452" y="1618870"/>
                  </a:cubicBezTo>
                  <a:cubicBezTo>
                    <a:pt x="1180884" y="1623848"/>
                    <a:pt x="1183697" y="1622985"/>
                    <a:pt x="1209135" y="1626445"/>
                  </a:cubicBezTo>
                  <a:cubicBezTo>
                    <a:pt x="1213567" y="1626985"/>
                    <a:pt x="1212488" y="1630986"/>
                    <a:pt x="1212488" y="1650340"/>
                  </a:cubicBezTo>
                  <a:cubicBezTo>
                    <a:pt x="1212488" y="1655312"/>
                    <a:pt x="1210322" y="1653477"/>
                    <a:pt x="1179042" y="1644714"/>
                  </a:cubicBezTo>
                  <a:cubicBezTo>
                    <a:pt x="1173308" y="1643203"/>
                    <a:pt x="1184776" y="1654557"/>
                    <a:pt x="1188891" y="1655744"/>
                  </a:cubicBezTo>
                  <a:lnTo>
                    <a:pt x="1205560" y="1660507"/>
                  </a:lnTo>
                  <a:cubicBezTo>
                    <a:pt x="1210214" y="1661694"/>
                    <a:pt x="1208805" y="1661370"/>
                    <a:pt x="1156423" y="1716304"/>
                  </a:cubicBezTo>
                  <a:cubicBezTo>
                    <a:pt x="1152525" y="1720413"/>
                    <a:pt x="1148302" y="1712627"/>
                    <a:pt x="1142676" y="1708303"/>
                  </a:cubicBezTo>
                  <a:cubicBezTo>
                    <a:pt x="1139431" y="1705166"/>
                    <a:pt x="1136503" y="1708087"/>
                    <a:pt x="1125251" y="1714901"/>
                  </a:cubicBezTo>
                  <a:cubicBezTo>
                    <a:pt x="1121245" y="1717276"/>
                    <a:pt x="1125251" y="1718146"/>
                    <a:pt x="1148956" y="1729715"/>
                  </a:cubicBezTo>
                  <a:cubicBezTo>
                    <a:pt x="1150575" y="1730579"/>
                    <a:pt x="1152093" y="1732852"/>
                    <a:pt x="1152201" y="1734903"/>
                  </a:cubicBezTo>
                  <a:cubicBezTo>
                    <a:pt x="1152417" y="1734256"/>
                    <a:pt x="1152417" y="1738904"/>
                    <a:pt x="1149172" y="1737716"/>
                  </a:cubicBezTo>
                  <a:lnTo>
                    <a:pt x="1127957" y="1730471"/>
                  </a:lnTo>
                  <a:cubicBezTo>
                    <a:pt x="1123518" y="1728845"/>
                    <a:pt x="1129252" y="1732852"/>
                    <a:pt x="1143108" y="1743666"/>
                  </a:cubicBezTo>
                  <a:cubicBezTo>
                    <a:pt x="1147114" y="1746797"/>
                    <a:pt x="1142784" y="1752315"/>
                    <a:pt x="1141920" y="1755884"/>
                  </a:cubicBezTo>
                  <a:cubicBezTo>
                    <a:pt x="1139863" y="1761072"/>
                    <a:pt x="1147438" y="1762697"/>
                    <a:pt x="1151007" y="1765504"/>
                  </a:cubicBezTo>
                  <a:cubicBezTo>
                    <a:pt x="1155014" y="1767885"/>
                    <a:pt x="1153064" y="1769181"/>
                    <a:pt x="1138561" y="1802709"/>
                  </a:cubicBezTo>
                  <a:cubicBezTo>
                    <a:pt x="1136612" y="1807249"/>
                    <a:pt x="1131093" y="1807897"/>
                    <a:pt x="1122546" y="1810602"/>
                  </a:cubicBezTo>
                  <a:cubicBezTo>
                    <a:pt x="1117346" y="1812329"/>
                    <a:pt x="1125899" y="1817523"/>
                    <a:pt x="1128712" y="1821092"/>
                  </a:cubicBezTo>
                  <a:cubicBezTo>
                    <a:pt x="1131957" y="1824229"/>
                    <a:pt x="1130338" y="1826927"/>
                    <a:pt x="1126115" y="1844339"/>
                  </a:cubicBezTo>
                  <a:cubicBezTo>
                    <a:pt x="1125035" y="1849095"/>
                    <a:pt x="1120813" y="1847908"/>
                    <a:pt x="1104900" y="1847908"/>
                  </a:cubicBezTo>
                  <a:cubicBezTo>
                    <a:pt x="1100461" y="1847908"/>
                    <a:pt x="1105224" y="1851909"/>
                    <a:pt x="1112043" y="1859586"/>
                  </a:cubicBezTo>
                  <a:cubicBezTo>
                    <a:pt x="1115180" y="1862938"/>
                    <a:pt x="1114209" y="1865320"/>
                    <a:pt x="1112583" y="1889215"/>
                  </a:cubicBezTo>
                  <a:cubicBezTo>
                    <a:pt x="1112259" y="1894841"/>
                    <a:pt x="1107713" y="1885322"/>
                    <a:pt x="1105439" y="1882401"/>
                  </a:cubicBezTo>
                  <a:cubicBezTo>
                    <a:pt x="1102842" y="1878401"/>
                    <a:pt x="1100245" y="1878832"/>
                    <a:pt x="1077842" y="1875156"/>
                  </a:cubicBezTo>
                  <a:cubicBezTo>
                    <a:pt x="1073188" y="1874400"/>
                    <a:pt x="1078706" y="1878185"/>
                    <a:pt x="1093755" y="1891056"/>
                  </a:cubicBezTo>
                  <a:cubicBezTo>
                    <a:pt x="1097324" y="1894085"/>
                    <a:pt x="1091482" y="1894301"/>
                    <a:pt x="1082173" y="1896352"/>
                  </a:cubicBezTo>
                  <a:cubicBezTo>
                    <a:pt x="1077626" y="1897324"/>
                    <a:pt x="1076756" y="1896136"/>
                    <a:pt x="1042447" y="1879918"/>
                  </a:cubicBezTo>
                  <a:cubicBezTo>
                    <a:pt x="1037469" y="1877645"/>
                    <a:pt x="1044397" y="1871371"/>
                    <a:pt x="1047534" y="1864564"/>
                  </a:cubicBezTo>
                  <a:cubicBezTo>
                    <a:pt x="1049699" y="1860887"/>
                    <a:pt x="1050131" y="1856773"/>
                    <a:pt x="1050677" y="1852880"/>
                  </a:cubicBezTo>
                  <a:cubicBezTo>
                    <a:pt x="1051433" y="1847800"/>
                    <a:pt x="1047642" y="1853750"/>
                    <a:pt x="1036066" y="1867910"/>
                  </a:cubicBezTo>
                  <a:cubicBezTo>
                    <a:pt x="1033030" y="1871587"/>
                    <a:pt x="1033900" y="1865428"/>
                    <a:pt x="1034224" y="1851585"/>
                  </a:cubicBezTo>
                  <a:cubicBezTo>
                    <a:pt x="1034332" y="1845311"/>
                    <a:pt x="1025779" y="1848987"/>
                    <a:pt x="1013872" y="1848340"/>
                  </a:cubicBezTo>
                  <a:cubicBezTo>
                    <a:pt x="1009326" y="1848448"/>
                    <a:pt x="1012253" y="1845743"/>
                    <a:pt x="1029030" y="1821200"/>
                  </a:cubicBezTo>
                  <a:cubicBezTo>
                    <a:pt x="1031843" y="1817091"/>
                    <a:pt x="1024591" y="1821200"/>
                    <a:pt x="1023397" y="1821524"/>
                  </a:cubicBezTo>
                  <a:cubicBezTo>
                    <a:pt x="1018959" y="1823359"/>
                    <a:pt x="1016577" y="1826496"/>
                    <a:pt x="1001534" y="1841310"/>
                  </a:cubicBezTo>
                  <a:cubicBezTo>
                    <a:pt x="998397" y="1844447"/>
                    <a:pt x="996556" y="1843584"/>
                    <a:pt x="978154" y="1842390"/>
                  </a:cubicBezTo>
                  <a:cubicBezTo>
                    <a:pt x="973283" y="1842066"/>
                    <a:pt x="977722" y="1839907"/>
                    <a:pt x="1006405" y="1817739"/>
                  </a:cubicBezTo>
                  <a:cubicBezTo>
                    <a:pt x="1010196" y="1814926"/>
                    <a:pt x="1003052" y="1814818"/>
                    <a:pt x="1002404" y="1814602"/>
                  </a:cubicBezTo>
                  <a:cubicBezTo>
                    <a:pt x="997534" y="1813739"/>
                    <a:pt x="998073" y="1814710"/>
                    <a:pt x="940168" y="1846181"/>
                  </a:cubicBezTo>
                  <a:cubicBezTo>
                    <a:pt x="936269" y="1848340"/>
                    <a:pt x="934643" y="1845958"/>
                    <a:pt x="918083" y="1833201"/>
                  </a:cubicBezTo>
                  <a:cubicBezTo>
                    <a:pt x="913974" y="1830064"/>
                    <a:pt x="919816" y="1825200"/>
                    <a:pt x="921226" y="1822171"/>
                  </a:cubicBezTo>
                  <a:cubicBezTo>
                    <a:pt x="923931" y="1818171"/>
                    <a:pt x="922305" y="1818603"/>
                    <a:pt x="886263" y="1790053"/>
                  </a:cubicBezTo>
                  <a:cubicBezTo>
                    <a:pt x="882694" y="1787240"/>
                    <a:pt x="885939" y="1784325"/>
                    <a:pt x="895464" y="1770267"/>
                  </a:cubicBezTo>
                  <a:cubicBezTo>
                    <a:pt x="897953" y="1766482"/>
                    <a:pt x="896111" y="1763453"/>
                    <a:pt x="891673" y="1750797"/>
                  </a:cubicBezTo>
                  <a:cubicBezTo>
                    <a:pt x="889730" y="1745070"/>
                    <a:pt x="882694" y="1748207"/>
                    <a:pt x="871544" y="1747343"/>
                  </a:cubicBezTo>
                  <a:cubicBezTo>
                    <a:pt x="866997" y="1747343"/>
                    <a:pt x="866565" y="1745501"/>
                    <a:pt x="845889" y="1720844"/>
                  </a:cubicBezTo>
                  <a:cubicBezTo>
                    <a:pt x="842969" y="1717384"/>
                    <a:pt x="844918" y="1714469"/>
                    <a:pt x="849788" y="1701274"/>
                  </a:cubicBezTo>
                  <a:cubicBezTo>
                    <a:pt x="851414" y="1696626"/>
                    <a:pt x="847407" y="1697057"/>
                    <a:pt x="826839" y="1692841"/>
                  </a:cubicBezTo>
                  <a:cubicBezTo>
                    <a:pt x="821969" y="1691755"/>
                    <a:pt x="820026" y="1686135"/>
                    <a:pt x="818076" y="1683754"/>
                  </a:cubicBezTo>
                  <a:cubicBezTo>
                    <a:pt x="815047" y="1679322"/>
                    <a:pt x="817537" y="1673696"/>
                    <a:pt x="817753" y="1669803"/>
                  </a:cubicBezTo>
                  <a:cubicBezTo>
                    <a:pt x="818616" y="1664399"/>
                    <a:pt x="811148" y="1666558"/>
                    <a:pt x="808335" y="1666126"/>
                  </a:cubicBezTo>
                  <a:cubicBezTo>
                    <a:pt x="804005" y="1666126"/>
                    <a:pt x="803465" y="1662450"/>
                    <a:pt x="797401" y="1647635"/>
                  </a:cubicBezTo>
                  <a:cubicBezTo>
                    <a:pt x="792422" y="1635310"/>
                    <a:pt x="805954" y="1601680"/>
                    <a:pt x="810501" y="1588485"/>
                  </a:cubicBezTo>
                  <a:cubicBezTo>
                    <a:pt x="812558" y="1582427"/>
                    <a:pt x="804760" y="1594327"/>
                    <a:pt x="784091" y="1621899"/>
                  </a:cubicBezTo>
                  <a:cubicBezTo>
                    <a:pt x="781278" y="1625683"/>
                    <a:pt x="781056" y="1621359"/>
                    <a:pt x="774027" y="1594219"/>
                  </a:cubicBezTo>
                  <a:cubicBezTo>
                    <a:pt x="772617" y="1588809"/>
                    <a:pt x="777703" y="1584808"/>
                    <a:pt x="779976" y="1580700"/>
                  </a:cubicBezTo>
                  <a:cubicBezTo>
                    <a:pt x="782897" y="1576484"/>
                    <a:pt x="776408" y="1573886"/>
                    <a:pt x="775106" y="1572591"/>
                  </a:cubicBezTo>
                  <a:cubicBezTo>
                    <a:pt x="771531" y="1569886"/>
                    <a:pt x="772509" y="1567397"/>
                    <a:pt x="773480" y="1541768"/>
                  </a:cubicBezTo>
                  <a:cubicBezTo>
                    <a:pt x="773696" y="1537228"/>
                    <a:pt x="771423" y="1536040"/>
                    <a:pt x="758329" y="1523277"/>
                  </a:cubicBezTo>
                  <a:cubicBezTo>
                    <a:pt x="754869" y="1520032"/>
                    <a:pt x="754214" y="1526090"/>
                    <a:pt x="749890" y="1540797"/>
                  </a:cubicBezTo>
                  <a:cubicBezTo>
                    <a:pt x="748265" y="1546207"/>
                    <a:pt x="742416" y="1539501"/>
                    <a:pt x="738847" y="1537876"/>
                  </a:cubicBezTo>
                  <a:cubicBezTo>
                    <a:pt x="734841" y="1535393"/>
                    <a:pt x="735710" y="1530846"/>
                    <a:pt x="735057" y="1507815"/>
                  </a:cubicBezTo>
                  <a:cubicBezTo>
                    <a:pt x="734948" y="1503166"/>
                    <a:pt x="731488" y="1502303"/>
                    <a:pt x="720877" y="1496569"/>
                  </a:cubicBezTo>
                  <a:cubicBezTo>
                    <a:pt x="716877" y="1494403"/>
                    <a:pt x="717848" y="1491165"/>
                    <a:pt x="717848" y="1471048"/>
                  </a:cubicBezTo>
                  <a:cubicBezTo>
                    <a:pt x="717848" y="1466508"/>
                    <a:pt x="719690" y="1464666"/>
                    <a:pt x="727373" y="1453528"/>
                  </a:cubicBezTo>
                  <a:cubicBezTo>
                    <a:pt x="729970" y="1449744"/>
                    <a:pt x="727697" y="1448341"/>
                    <a:pt x="715359" y="1433310"/>
                  </a:cubicBezTo>
                  <a:cubicBezTo>
                    <a:pt x="712546" y="1429849"/>
                    <a:pt x="712870" y="1426928"/>
                    <a:pt x="711460" y="1406272"/>
                  </a:cubicBezTo>
                  <a:cubicBezTo>
                    <a:pt x="711028" y="1400760"/>
                    <a:pt x="712978" y="1401084"/>
                    <a:pt x="743826" y="1381513"/>
                  </a:cubicBezTo>
                  <a:cubicBezTo>
                    <a:pt x="747395" y="1379348"/>
                    <a:pt x="747179" y="1374916"/>
                    <a:pt x="747395" y="1374160"/>
                  </a:cubicBezTo>
                  <a:cubicBezTo>
                    <a:pt x="747941" y="1368750"/>
                    <a:pt x="744582" y="1371131"/>
                    <a:pt x="721099" y="1378592"/>
                  </a:cubicBezTo>
                  <a:cubicBezTo>
                    <a:pt x="716660" y="1379996"/>
                    <a:pt x="718934" y="1375347"/>
                    <a:pt x="725423" y="1348423"/>
                  </a:cubicBezTo>
                  <a:cubicBezTo>
                    <a:pt x="726725" y="1343229"/>
                    <a:pt x="730078" y="1344531"/>
                    <a:pt x="750430" y="1344531"/>
                  </a:cubicBezTo>
                  <a:cubicBezTo>
                    <a:pt x="755193" y="1344531"/>
                    <a:pt x="753027" y="1336955"/>
                    <a:pt x="753135" y="1334904"/>
                  </a:cubicBezTo>
                  <a:cubicBezTo>
                    <a:pt x="752811" y="1329494"/>
                    <a:pt x="748696" y="1329710"/>
                    <a:pt x="732891" y="1325709"/>
                  </a:cubicBezTo>
                  <a:cubicBezTo>
                    <a:pt x="728459" y="1324630"/>
                    <a:pt x="731704" y="1320737"/>
                    <a:pt x="743070" y="1299757"/>
                  </a:cubicBezTo>
                  <a:cubicBezTo>
                    <a:pt x="745452" y="1295325"/>
                    <a:pt x="748588" y="1295756"/>
                    <a:pt x="764394" y="1293274"/>
                  </a:cubicBezTo>
                  <a:cubicBezTo>
                    <a:pt x="768826" y="1292512"/>
                    <a:pt x="770235" y="1294893"/>
                    <a:pt x="788746" y="1310571"/>
                  </a:cubicBezTo>
                  <a:cubicBezTo>
                    <a:pt x="792422" y="1313708"/>
                    <a:pt x="794911" y="1311873"/>
                    <a:pt x="814940" y="1305599"/>
                  </a:cubicBezTo>
                  <a:cubicBezTo>
                    <a:pt x="819372" y="1304196"/>
                    <a:pt x="817429" y="1299109"/>
                    <a:pt x="814940" y="1283539"/>
                  </a:cubicBezTo>
                  <a:cubicBezTo>
                    <a:pt x="814070" y="1278237"/>
                    <a:pt x="817098" y="1278237"/>
                    <a:pt x="840911" y="1266775"/>
                  </a:cubicBezTo>
                  <a:cubicBezTo>
                    <a:pt x="845350" y="1264724"/>
                    <a:pt x="839184" y="1263854"/>
                    <a:pt x="818616" y="1257910"/>
                  </a:cubicBezTo>
                  <a:cubicBezTo>
                    <a:pt x="813422" y="1256393"/>
                    <a:pt x="820673" y="1249694"/>
                    <a:pt x="823163" y="1244715"/>
                  </a:cubicBezTo>
                  <a:cubicBezTo>
                    <a:pt x="825868" y="1240391"/>
                    <a:pt x="822731" y="1237902"/>
                    <a:pt x="810501" y="1219626"/>
                  </a:cubicBezTo>
                  <a:cubicBezTo>
                    <a:pt x="807688" y="1215410"/>
                    <a:pt x="811364" y="1212381"/>
                    <a:pt x="820026" y="1200487"/>
                  </a:cubicBezTo>
                  <a:cubicBezTo>
                    <a:pt x="823163" y="1196055"/>
                    <a:pt x="819048" y="1197027"/>
                    <a:pt x="774566" y="1191299"/>
                  </a:cubicBezTo>
                  <a:cubicBezTo>
                    <a:pt x="769804" y="1190651"/>
                    <a:pt x="767207" y="1187406"/>
                    <a:pt x="746639" y="1169455"/>
                  </a:cubicBezTo>
                  <a:cubicBezTo>
                    <a:pt x="742962" y="1166210"/>
                    <a:pt x="739495" y="1166426"/>
                    <a:pt x="713625" y="1163289"/>
                  </a:cubicBezTo>
                  <a:cubicBezTo>
                    <a:pt x="709085" y="1162641"/>
                    <a:pt x="707783" y="1160476"/>
                    <a:pt x="687654" y="1141553"/>
                  </a:cubicBezTo>
                  <a:cubicBezTo>
                    <a:pt x="684187" y="1138200"/>
                    <a:pt x="689489" y="1136689"/>
                    <a:pt x="700316" y="1130631"/>
                  </a:cubicBezTo>
                  <a:cubicBezTo>
                    <a:pt x="704431" y="1128364"/>
                    <a:pt x="703884" y="1129012"/>
                    <a:pt x="746531" y="1133336"/>
                  </a:cubicBezTo>
                  <a:cubicBezTo>
                    <a:pt x="751185" y="1133876"/>
                    <a:pt x="751833" y="1134955"/>
                    <a:pt x="788962" y="1157447"/>
                  </a:cubicBezTo>
                  <a:cubicBezTo>
                    <a:pt x="793070" y="1159936"/>
                    <a:pt x="794264" y="1160044"/>
                    <a:pt x="825328" y="1170103"/>
                  </a:cubicBezTo>
                  <a:cubicBezTo>
                    <a:pt x="829875" y="1171506"/>
                    <a:pt x="829113" y="1163397"/>
                    <a:pt x="829659" y="1161454"/>
                  </a:cubicBezTo>
                  <a:cubicBezTo>
                    <a:pt x="830307" y="1154856"/>
                    <a:pt x="821969" y="1154856"/>
                    <a:pt x="814394" y="1150532"/>
                  </a:cubicBezTo>
                  <a:cubicBezTo>
                    <a:pt x="809523" y="1148367"/>
                    <a:pt x="814717" y="1140905"/>
                    <a:pt x="815911" y="1135603"/>
                  </a:cubicBezTo>
                  <a:cubicBezTo>
                    <a:pt x="817645" y="1130523"/>
                    <a:pt x="814940" y="1131495"/>
                    <a:pt x="783437" y="1126415"/>
                  </a:cubicBezTo>
                  <a:cubicBezTo>
                    <a:pt x="778897" y="1125659"/>
                    <a:pt x="780084" y="1118953"/>
                    <a:pt x="779760" y="1117442"/>
                  </a:cubicBezTo>
                  <a:cubicBezTo>
                    <a:pt x="779545" y="1112248"/>
                    <a:pt x="782358" y="1111708"/>
                    <a:pt x="798379" y="1101110"/>
                  </a:cubicBezTo>
                  <a:cubicBezTo>
                    <a:pt x="803141" y="1098081"/>
                    <a:pt x="793508" y="1095268"/>
                    <a:pt x="788530" y="1091483"/>
                  </a:cubicBezTo>
                  <a:cubicBezTo>
                    <a:pt x="784523" y="1089108"/>
                    <a:pt x="782789" y="1091051"/>
                    <a:pt x="758869" y="1103599"/>
                  </a:cubicBezTo>
                  <a:cubicBezTo>
                    <a:pt x="754977" y="1105650"/>
                    <a:pt x="752595" y="1102735"/>
                    <a:pt x="742416" y="1094620"/>
                  </a:cubicBezTo>
                  <a:cubicBezTo>
                    <a:pt x="738632" y="1091699"/>
                    <a:pt x="742854" y="1088569"/>
                    <a:pt x="752049" y="1077539"/>
                  </a:cubicBezTo>
                  <a:cubicBezTo>
                    <a:pt x="758221" y="1070077"/>
                    <a:pt x="775214" y="1076345"/>
                    <a:pt x="777271" y="1067372"/>
                  </a:cubicBezTo>
                  <a:lnTo>
                    <a:pt x="777595" y="1065963"/>
                  </a:lnTo>
                  <a:cubicBezTo>
                    <a:pt x="778789" y="1060775"/>
                    <a:pt x="774134" y="1061530"/>
                    <a:pt x="758869" y="1059587"/>
                  </a:cubicBezTo>
                  <a:cubicBezTo>
                    <a:pt x="754538" y="1059047"/>
                    <a:pt x="752703" y="1061206"/>
                    <a:pt x="741121" y="1069315"/>
                  </a:cubicBezTo>
                  <a:cubicBezTo>
                    <a:pt x="736790" y="1072236"/>
                    <a:pt x="731920" y="1067912"/>
                    <a:pt x="729538" y="1067156"/>
                  </a:cubicBezTo>
                  <a:cubicBezTo>
                    <a:pt x="725316" y="1065099"/>
                    <a:pt x="728999" y="1063156"/>
                    <a:pt x="748804" y="1044233"/>
                  </a:cubicBezTo>
                  <a:cubicBezTo>
                    <a:pt x="752265" y="1040880"/>
                    <a:pt x="749344" y="1035254"/>
                    <a:pt x="749344" y="1034390"/>
                  </a:cubicBezTo>
                  <a:cubicBezTo>
                    <a:pt x="747941" y="1029088"/>
                    <a:pt x="745883" y="1031901"/>
                    <a:pt x="717740" y="1047471"/>
                  </a:cubicBezTo>
                  <a:cubicBezTo>
                    <a:pt x="713847" y="1049529"/>
                    <a:pt x="715683" y="1054393"/>
                    <a:pt x="715683" y="1055149"/>
                  </a:cubicBezTo>
                  <a:cubicBezTo>
                    <a:pt x="716660" y="1060883"/>
                    <a:pt x="710057" y="1061422"/>
                    <a:pt x="708107" y="1062724"/>
                  </a:cubicBezTo>
                  <a:cubicBezTo>
                    <a:pt x="703560" y="1064775"/>
                    <a:pt x="707244" y="1071697"/>
                    <a:pt x="707568" y="1074294"/>
                  </a:cubicBezTo>
                  <a:cubicBezTo>
                    <a:pt x="708863" y="1079266"/>
                    <a:pt x="707135" y="1078618"/>
                    <a:pt x="679316" y="1085971"/>
                  </a:cubicBezTo>
                  <a:cubicBezTo>
                    <a:pt x="674878" y="1087159"/>
                    <a:pt x="671525" y="1085000"/>
                    <a:pt x="657993" y="1079482"/>
                  </a:cubicBezTo>
                  <a:cubicBezTo>
                    <a:pt x="653770" y="1077755"/>
                    <a:pt x="652151" y="1073970"/>
                    <a:pt x="644029" y="1061314"/>
                  </a:cubicBezTo>
                  <a:cubicBezTo>
                    <a:pt x="641324" y="1057098"/>
                    <a:pt x="645007" y="1055803"/>
                    <a:pt x="661352" y="1043255"/>
                  </a:cubicBezTo>
                  <a:cubicBezTo>
                    <a:pt x="665899" y="1039686"/>
                    <a:pt x="656913" y="1036010"/>
                    <a:pt x="651173" y="1030282"/>
                  </a:cubicBezTo>
                  <a:cubicBezTo>
                    <a:pt x="647496" y="1027145"/>
                    <a:pt x="651503" y="1026066"/>
                    <a:pt x="671093" y="1014058"/>
                  </a:cubicBezTo>
                  <a:cubicBezTo>
                    <a:pt x="675747" y="1011251"/>
                    <a:pt x="672496" y="1003352"/>
                    <a:pt x="672496" y="997408"/>
                  </a:cubicBezTo>
                  <a:cubicBezTo>
                    <a:pt x="671957" y="991998"/>
                    <a:pt x="668280" y="992868"/>
                    <a:pt x="651281" y="990594"/>
                  </a:cubicBezTo>
                  <a:cubicBezTo>
                    <a:pt x="646849" y="989947"/>
                    <a:pt x="650202" y="986810"/>
                    <a:pt x="664057" y="966477"/>
                  </a:cubicBezTo>
                  <a:cubicBezTo>
                    <a:pt x="666978" y="962261"/>
                    <a:pt x="671633" y="962369"/>
                    <a:pt x="679640" y="960965"/>
                  </a:cubicBezTo>
                  <a:cubicBezTo>
                    <a:pt x="684295" y="960102"/>
                    <a:pt x="680072" y="952964"/>
                    <a:pt x="679640" y="950799"/>
                  </a:cubicBezTo>
                  <a:cubicBezTo>
                    <a:pt x="677913" y="945827"/>
                    <a:pt x="675417" y="947446"/>
                    <a:pt x="650309" y="950799"/>
                  </a:cubicBezTo>
                  <a:cubicBezTo>
                    <a:pt x="645871" y="951339"/>
                    <a:pt x="645439" y="944849"/>
                    <a:pt x="645007" y="944093"/>
                  </a:cubicBezTo>
                  <a:cubicBezTo>
                    <a:pt x="643597" y="939121"/>
                    <a:pt x="647281" y="938797"/>
                    <a:pt x="661568" y="932740"/>
                  </a:cubicBezTo>
                  <a:cubicBezTo>
                    <a:pt x="666762" y="930466"/>
                    <a:pt x="660374" y="922897"/>
                    <a:pt x="657777" y="914680"/>
                  </a:cubicBezTo>
                  <a:cubicBezTo>
                    <a:pt x="655288" y="908845"/>
                    <a:pt x="650849" y="918141"/>
                    <a:pt x="644468" y="923767"/>
                  </a:cubicBezTo>
                  <a:cubicBezTo>
                    <a:pt x="640460" y="927983"/>
                    <a:pt x="634834" y="923875"/>
                    <a:pt x="629526" y="923005"/>
                  </a:cubicBezTo>
                  <a:cubicBezTo>
                    <a:pt x="624979" y="921818"/>
                    <a:pt x="629202" y="919112"/>
                    <a:pt x="645223" y="903218"/>
                  </a:cubicBezTo>
                  <a:cubicBezTo>
                    <a:pt x="649338" y="899110"/>
                    <a:pt x="640245" y="896405"/>
                    <a:pt x="635266" y="892296"/>
                  </a:cubicBezTo>
                  <a:cubicBezTo>
                    <a:pt x="631044" y="889483"/>
                    <a:pt x="625633" y="888080"/>
                    <a:pt x="613079" y="883756"/>
                  </a:cubicBezTo>
                  <a:cubicBezTo>
                    <a:pt x="608857" y="882346"/>
                    <a:pt x="608095" y="876186"/>
                    <a:pt x="607663" y="875317"/>
                  </a:cubicBezTo>
                  <a:cubicBezTo>
                    <a:pt x="606043" y="870129"/>
                    <a:pt x="608641" y="871748"/>
                    <a:pt x="641978" y="875532"/>
                  </a:cubicBezTo>
                  <a:cubicBezTo>
                    <a:pt x="646633" y="875971"/>
                    <a:pt x="641648" y="871100"/>
                    <a:pt x="630612" y="856609"/>
                  </a:cubicBezTo>
                  <a:cubicBezTo>
                    <a:pt x="627583" y="852609"/>
                    <a:pt x="624656" y="854019"/>
                    <a:pt x="602145" y="856501"/>
                  </a:cubicBezTo>
                  <a:cubicBezTo>
                    <a:pt x="598030" y="857041"/>
                    <a:pt x="595433" y="854450"/>
                    <a:pt x="589051" y="849796"/>
                  </a:cubicBezTo>
                  <a:cubicBezTo>
                    <a:pt x="585044" y="846881"/>
                    <a:pt x="589591" y="846335"/>
                    <a:pt x="625093" y="831851"/>
                  </a:cubicBezTo>
                  <a:cubicBezTo>
                    <a:pt x="626821" y="831197"/>
                    <a:pt x="627583" y="829038"/>
                    <a:pt x="626605" y="827088"/>
                  </a:cubicBezTo>
                  <a:lnTo>
                    <a:pt x="625741" y="825469"/>
                  </a:lnTo>
                  <a:cubicBezTo>
                    <a:pt x="623468" y="820821"/>
                    <a:pt x="622928" y="821900"/>
                    <a:pt x="582447" y="818440"/>
                  </a:cubicBezTo>
                  <a:cubicBezTo>
                    <a:pt x="577900" y="818008"/>
                    <a:pt x="581799" y="811410"/>
                    <a:pt x="581907" y="810439"/>
                  </a:cubicBezTo>
                  <a:cubicBezTo>
                    <a:pt x="583634" y="805568"/>
                    <a:pt x="586993" y="804812"/>
                    <a:pt x="599547" y="798647"/>
                  </a:cubicBezTo>
                  <a:cubicBezTo>
                    <a:pt x="603662" y="796596"/>
                    <a:pt x="600195" y="790538"/>
                    <a:pt x="600087" y="789566"/>
                  </a:cubicBezTo>
                  <a:cubicBezTo>
                    <a:pt x="598354" y="784594"/>
                    <a:pt x="596087" y="785134"/>
                    <a:pt x="569563" y="778212"/>
                  </a:cubicBezTo>
                  <a:cubicBezTo>
                    <a:pt x="564584" y="776917"/>
                    <a:pt x="563397" y="770103"/>
                    <a:pt x="561340" y="766427"/>
                  </a:cubicBezTo>
                  <a:cubicBezTo>
                    <a:pt x="559174" y="761772"/>
                    <a:pt x="556469" y="761448"/>
                    <a:pt x="536771" y="753231"/>
                  </a:cubicBezTo>
                  <a:cubicBezTo>
                    <a:pt x="532225" y="751288"/>
                    <a:pt x="532225" y="744367"/>
                    <a:pt x="531469" y="742094"/>
                  </a:cubicBezTo>
                  <a:cubicBezTo>
                    <a:pt x="530275" y="737014"/>
                    <a:pt x="534066" y="735172"/>
                    <a:pt x="543483" y="727171"/>
                  </a:cubicBezTo>
                  <a:cubicBezTo>
                    <a:pt x="547700" y="723710"/>
                    <a:pt x="543267" y="717436"/>
                    <a:pt x="542397" y="713436"/>
                  </a:cubicBezTo>
                  <a:cubicBezTo>
                    <a:pt x="540664" y="708572"/>
                    <a:pt x="538397" y="708248"/>
                    <a:pt x="518477" y="697650"/>
                  </a:cubicBezTo>
                  <a:cubicBezTo>
                    <a:pt x="513822" y="695161"/>
                    <a:pt x="509714" y="700679"/>
                    <a:pt x="506139" y="702730"/>
                  </a:cubicBezTo>
                  <a:cubicBezTo>
                    <a:pt x="502348" y="705543"/>
                    <a:pt x="497700" y="703708"/>
                    <a:pt x="493045" y="702730"/>
                  </a:cubicBezTo>
                  <a:cubicBezTo>
                    <a:pt x="488175" y="701758"/>
                    <a:pt x="492499" y="694189"/>
                    <a:pt x="493045" y="690512"/>
                  </a:cubicBezTo>
                  <a:cubicBezTo>
                    <a:pt x="494449" y="685432"/>
                    <a:pt x="490556" y="684670"/>
                    <a:pt x="475830" y="676993"/>
                  </a:cubicBezTo>
                  <a:cubicBezTo>
                    <a:pt x="471722" y="674834"/>
                    <a:pt x="468363" y="676669"/>
                    <a:pt x="457111" y="680346"/>
                  </a:cubicBezTo>
                  <a:cubicBezTo>
                    <a:pt x="452024" y="681972"/>
                    <a:pt x="450075" y="673533"/>
                    <a:pt x="446392" y="668345"/>
                  </a:cubicBezTo>
                  <a:cubicBezTo>
                    <a:pt x="443903" y="664128"/>
                    <a:pt x="440550" y="665855"/>
                    <a:pt x="427996" y="668776"/>
                  </a:cubicBezTo>
                  <a:cubicBezTo>
                    <a:pt x="423233" y="669748"/>
                    <a:pt x="419011" y="666503"/>
                    <a:pt x="402558" y="657746"/>
                  </a:cubicBezTo>
                  <a:cubicBezTo>
                    <a:pt x="398443" y="655581"/>
                    <a:pt x="394766" y="658286"/>
                    <a:pt x="382860" y="663588"/>
                  </a:cubicBezTo>
                  <a:cubicBezTo>
                    <a:pt x="378637" y="665424"/>
                    <a:pt x="376688" y="662826"/>
                    <a:pt x="358724" y="649638"/>
                  </a:cubicBezTo>
                  <a:cubicBezTo>
                    <a:pt x="354825" y="646824"/>
                    <a:pt x="353745" y="649853"/>
                    <a:pt x="334587" y="671805"/>
                  </a:cubicBezTo>
                  <a:cubicBezTo>
                    <a:pt x="331336" y="675482"/>
                    <a:pt x="330257" y="669532"/>
                    <a:pt x="324954" y="655257"/>
                  </a:cubicBezTo>
                  <a:cubicBezTo>
                    <a:pt x="322789" y="649314"/>
                    <a:pt x="316401" y="655689"/>
                    <a:pt x="309581" y="657746"/>
                  </a:cubicBezTo>
                  <a:cubicBezTo>
                    <a:pt x="305365" y="659696"/>
                    <a:pt x="306660" y="666287"/>
                    <a:pt x="306336" y="667913"/>
                  </a:cubicBezTo>
                  <a:cubicBezTo>
                    <a:pt x="306228" y="673425"/>
                    <a:pt x="302005" y="671158"/>
                    <a:pt x="286423" y="667913"/>
                  </a:cubicBezTo>
                  <a:cubicBezTo>
                    <a:pt x="281552" y="666941"/>
                    <a:pt x="280250" y="674510"/>
                    <a:pt x="278193" y="677857"/>
                  </a:cubicBezTo>
                  <a:cubicBezTo>
                    <a:pt x="275704" y="683375"/>
                    <a:pt x="269100" y="680454"/>
                    <a:pt x="263474" y="680778"/>
                  </a:cubicBezTo>
                  <a:cubicBezTo>
                    <a:pt x="258927" y="680562"/>
                    <a:pt x="262286" y="675698"/>
                    <a:pt x="268344" y="662071"/>
                  </a:cubicBezTo>
                  <a:cubicBezTo>
                    <a:pt x="270833" y="656343"/>
                    <a:pt x="261632" y="657962"/>
                    <a:pt x="256330" y="656559"/>
                  </a:cubicBezTo>
                  <a:cubicBezTo>
                    <a:pt x="252107" y="656019"/>
                    <a:pt x="250488" y="659366"/>
                    <a:pt x="243128" y="668776"/>
                  </a:cubicBezTo>
                  <a:cubicBezTo>
                    <a:pt x="239445" y="673533"/>
                    <a:pt x="234683" y="664344"/>
                    <a:pt x="230136" y="660560"/>
                  </a:cubicBezTo>
                  <a:cubicBezTo>
                    <a:pt x="226999" y="657315"/>
                    <a:pt x="223754" y="657639"/>
                    <a:pt x="216395" y="656991"/>
                  </a:cubicBezTo>
                  <a:cubicBezTo>
                    <a:pt x="211524" y="656559"/>
                    <a:pt x="213683" y="665100"/>
                    <a:pt x="213359" y="667697"/>
                  </a:cubicBezTo>
                  <a:cubicBezTo>
                    <a:pt x="213575" y="672885"/>
                    <a:pt x="217258" y="673641"/>
                    <a:pt x="228517" y="679267"/>
                  </a:cubicBezTo>
                  <a:cubicBezTo>
                    <a:pt x="232841" y="681426"/>
                    <a:pt x="232517" y="687915"/>
                    <a:pt x="233057" y="689649"/>
                  </a:cubicBezTo>
                  <a:cubicBezTo>
                    <a:pt x="233927" y="695269"/>
                    <a:pt x="232302" y="693218"/>
                    <a:pt x="173640" y="678079"/>
                  </a:cubicBezTo>
                  <a:cubicBezTo>
                    <a:pt x="169202" y="676885"/>
                    <a:pt x="169526" y="676669"/>
                    <a:pt x="129476" y="653314"/>
                  </a:cubicBezTo>
                  <a:cubicBezTo>
                    <a:pt x="125583" y="651041"/>
                    <a:pt x="124174" y="646824"/>
                    <a:pt x="123742" y="646069"/>
                  </a:cubicBezTo>
                  <a:cubicBezTo>
                    <a:pt x="121361" y="641198"/>
                    <a:pt x="124714" y="641421"/>
                    <a:pt x="153396" y="630172"/>
                  </a:cubicBezTo>
                  <a:cubicBezTo>
                    <a:pt x="157727" y="628549"/>
                    <a:pt x="160324" y="628982"/>
                    <a:pt x="182949" y="628982"/>
                  </a:cubicBezTo>
                  <a:cubicBezTo>
                    <a:pt x="188036" y="628982"/>
                    <a:pt x="184029" y="620331"/>
                    <a:pt x="183597" y="615897"/>
                  </a:cubicBezTo>
                  <a:cubicBezTo>
                    <a:pt x="182619" y="610598"/>
                    <a:pt x="179158" y="612437"/>
                    <a:pt x="160432" y="615141"/>
                  </a:cubicBezTo>
                  <a:cubicBezTo>
                    <a:pt x="155454" y="615897"/>
                    <a:pt x="153943" y="615248"/>
                    <a:pt x="115081" y="611247"/>
                  </a:cubicBezTo>
                  <a:cubicBezTo>
                    <a:pt x="110534" y="610706"/>
                    <a:pt x="114001" y="606165"/>
                    <a:pt x="121037" y="592107"/>
                  </a:cubicBezTo>
                  <a:cubicBezTo>
                    <a:pt x="123418" y="587241"/>
                    <a:pt x="116274" y="587998"/>
                    <a:pt x="115081" y="587565"/>
                  </a:cubicBezTo>
                  <a:cubicBezTo>
                    <a:pt x="110756" y="587025"/>
                    <a:pt x="109454" y="589079"/>
                    <a:pt x="90404" y="605408"/>
                  </a:cubicBezTo>
                  <a:cubicBezTo>
                    <a:pt x="86728" y="608652"/>
                    <a:pt x="85642" y="606706"/>
                    <a:pt x="56851" y="589944"/>
                  </a:cubicBezTo>
                  <a:cubicBezTo>
                    <a:pt x="52089" y="587133"/>
                    <a:pt x="58477" y="580320"/>
                    <a:pt x="60642" y="574805"/>
                  </a:cubicBezTo>
                  <a:cubicBezTo>
                    <a:pt x="63023" y="570047"/>
                    <a:pt x="64103" y="571020"/>
                    <a:pt x="101879" y="565397"/>
                  </a:cubicBezTo>
                  <a:cubicBezTo>
                    <a:pt x="106426" y="564748"/>
                    <a:pt x="105232" y="564965"/>
                    <a:pt x="156540" y="570912"/>
                  </a:cubicBezTo>
                  <a:cubicBezTo>
                    <a:pt x="161194" y="571453"/>
                    <a:pt x="154698" y="566046"/>
                    <a:pt x="151123" y="562477"/>
                  </a:cubicBezTo>
                  <a:cubicBezTo>
                    <a:pt x="147123" y="558476"/>
                    <a:pt x="153720" y="559450"/>
                    <a:pt x="208813" y="554367"/>
                  </a:cubicBezTo>
                  <a:cubicBezTo>
                    <a:pt x="213575" y="553935"/>
                    <a:pt x="219208" y="555124"/>
                    <a:pt x="230352" y="556962"/>
                  </a:cubicBezTo>
                  <a:cubicBezTo>
                    <a:pt x="234791" y="557611"/>
                    <a:pt x="236956" y="555989"/>
                    <a:pt x="256870" y="546365"/>
                  </a:cubicBezTo>
                  <a:cubicBezTo>
                    <a:pt x="260984" y="544419"/>
                    <a:pt x="258279" y="541066"/>
                    <a:pt x="249510" y="522250"/>
                  </a:cubicBezTo>
                  <a:cubicBezTo>
                    <a:pt x="247345" y="517709"/>
                    <a:pt x="244748" y="518574"/>
                    <a:pt x="226244" y="517925"/>
                  </a:cubicBezTo>
                  <a:cubicBezTo>
                    <a:pt x="221589" y="517709"/>
                    <a:pt x="218446" y="523656"/>
                    <a:pt x="212172" y="532091"/>
                  </a:cubicBezTo>
                  <a:cubicBezTo>
                    <a:pt x="209137" y="536092"/>
                    <a:pt x="207626" y="535335"/>
                    <a:pt x="180676" y="537822"/>
                  </a:cubicBezTo>
                  <a:cubicBezTo>
                    <a:pt x="176129" y="538255"/>
                    <a:pt x="171799" y="534903"/>
                    <a:pt x="164763" y="530793"/>
                  </a:cubicBezTo>
                  <a:cubicBezTo>
                    <a:pt x="160864" y="528522"/>
                    <a:pt x="159029" y="531225"/>
                    <a:pt x="144957" y="542580"/>
                  </a:cubicBezTo>
                  <a:cubicBezTo>
                    <a:pt x="141166" y="545608"/>
                    <a:pt x="140735" y="544419"/>
                    <a:pt x="103282" y="533388"/>
                  </a:cubicBezTo>
                  <a:cubicBezTo>
                    <a:pt x="98742" y="531983"/>
                    <a:pt x="104692" y="530144"/>
                    <a:pt x="124498" y="520304"/>
                  </a:cubicBezTo>
                  <a:cubicBezTo>
                    <a:pt x="128828" y="518249"/>
                    <a:pt x="121901" y="517925"/>
                    <a:pt x="107829" y="515654"/>
                  </a:cubicBezTo>
                  <a:cubicBezTo>
                    <a:pt x="103282" y="514897"/>
                    <a:pt x="108807" y="509922"/>
                    <a:pt x="109346" y="508841"/>
                  </a:cubicBezTo>
                  <a:cubicBezTo>
                    <a:pt x="112160" y="505164"/>
                    <a:pt x="107721" y="503002"/>
                    <a:pt x="107181" y="502244"/>
                  </a:cubicBezTo>
                  <a:cubicBezTo>
                    <a:pt x="103397" y="499217"/>
                    <a:pt x="102311" y="500623"/>
                    <a:pt x="72225" y="510896"/>
                  </a:cubicBezTo>
                  <a:cubicBezTo>
                    <a:pt x="67570" y="512518"/>
                    <a:pt x="68757" y="511869"/>
                    <a:pt x="1866" y="479969"/>
                  </a:cubicBezTo>
                  <a:cubicBezTo>
                    <a:pt x="-2026" y="478130"/>
                    <a:pt x="-83" y="476075"/>
                    <a:pt x="10096" y="453799"/>
                  </a:cubicBezTo>
                  <a:cubicBezTo>
                    <a:pt x="12153" y="449149"/>
                    <a:pt x="12693" y="449906"/>
                    <a:pt x="51009" y="434767"/>
                  </a:cubicBezTo>
                  <a:cubicBezTo>
                    <a:pt x="55340" y="433036"/>
                    <a:pt x="60102" y="435632"/>
                    <a:pt x="67132" y="438228"/>
                  </a:cubicBezTo>
                  <a:cubicBezTo>
                    <a:pt x="72002" y="439957"/>
                    <a:pt x="72002" y="431090"/>
                    <a:pt x="73304" y="427846"/>
                  </a:cubicBezTo>
                  <a:cubicBezTo>
                    <a:pt x="74606" y="422439"/>
                    <a:pt x="74930" y="423737"/>
                    <a:pt x="135864" y="410761"/>
                  </a:cubicBezTo>
                  <a:cubicBezTo>
                    <a:pt x="141166" y="409679"/>
                    <a:pt x="133807" y="402326"/>
                    <a:pt x="131641" y="398000"/>
                  </a:cubicBezTo>
                  <a:cubicBezTo>
                    <a:pt x="128828" y="393458"/>
                    <a:pt x="129806" y="394756"/>
                    <a:pt x="202971" y="382969"/>
                  </a:cubicBezTo>
                  <a:cubicBezTo>
                    <a:pt x="207733" y="382212"/>
                    <a:pt x="211302" y="382753"/>
                    <a:pt x="246589" y="384699"/>
                  </a:cubicBezTo>
                  <a:cubicBezTo>
                    <a:pt x="251459" y="384916"/>
                    <a:pt x="251459" y="383618"/>
                    <a:pt x="298869" y="344796"/>
                  </a:cubicBezTo>
                  <a:cubicBezTo>
                    <a:pt x="303307" y="341120"/>
                    <a:pt x="297243" y="334523"/>
                    <a:pt x="294862" y="327819"/>
                  </a:cubicBezTo>
                  <a:cubicBezTo>
                    <a:pt x="292589" y="322736"/>
                    <a:pt x="294106" y="323818"/>
                    <a:pt x="352444" y="292350"/>
                  </a:cubicBezTo>
                  <a:cubicBezTo>
                    <a:pt x="356666" y="290187"/>
                    <a:pt x="351904" y="288241"/>
                    <a:pt x="333286" y="275048"/>
                  </a:cubicBezTo>
                  <a:cubicBezTo>
                    <a:pt x="329393" y="272236"/>
                    <a:pt x="327983" y="274831"/>
                    <a:pt x="305365" y="292350"/>
                  </a:cubicBezTo>
                  <a:cubicBezTo>
                    <a:pt x="301250" y="295486"/>
                    <a:pt x="304495" y="294837"/>
                    <a:pt x="211086" y="283050"/>
                  </a:cubicBezTo>
                  <a:cubicBezTo>
                    <a:pt x="205676" y="282401"/>
                    <a:pt x="208381" y="272020"/>
                    <a:pt x="207733" y="264342"/>
                  </a:cubicBezTo>
                  <a:cubicBezTo>
                    <a:pt x="207733" y="258611"/>
                    <a:pt x="206000" y="261206"/>
                    <a:pt x="292265" y="217735"/>
                  </a:cubicBezTo>
                  <a:cubicBezTo>
                    <a:pt x="296271" y="215680"/>
                    <a:pt x="297459" y="211679"/>
                    <a:pt x="304063" y="197513"/>
                  </a:cubicBezTo>
                  <a:cubicBezTo>
                    <a:pt x="306336" y="192755"/>
                    <a:pt x="307524" y="193188"/>
                    <a:pt x="338804" y="178805"/>
                  </a:cubicBezTo>
                  <a:cubicBezTo>
                    <a:pt x="343027" y="176859"/>
                    <a:pt x="344112" y="180428"/>
                    <a:pt x="359155" y="201731"/>
                  </a:cubicBezTo>
                  <a:cubicBezTo>
                    <a:pt x="362292" y="206164"/>
                    <a:pt x="368357" y="208544"/>
                    <a:pt x="375608" y="212328"/>
                  </a:cubicBezTo>
                  <a:cubicBezTo>
                    <a:pt x="380695" y="215031"/>
                    <a:pt x="373767" y="205407"/>
                    <a:pt x="357962" y="177940"/>
                  </a:cubicBezTo>
                  <a:cubicBezTo>
                    <a:pt x="355365" y="173399"/>
                    <a:pt x="358184" y="174480"/>
                    <a:pt x="393141" y="172425"/>
                  </a:cubicBezTo>
                  <a:cubicBezTo>
                    <a:pt x="397579" y="172209"/>
                    <a:pt x="399745" y="173831"/>
                    <a:pt x="418579" y="183347"/>
                  </a:cubicBezTo>
                  <a:cubicBezTo>
                    <a:pt x="423011" y="185618"/>
                    <a:pt x="427666" y="183239"/>
                    <a:pt x="443255" y="179022"/>
                  </a:cubicBezTo>
                  <a:cubicBezTo>
                    <a:pt x="447693" y="177832"/>
                    <a:pt x="444442" y="174264"/>
                    <a:pt x="434378" y="155881"/>
                  </a:cubicBezTo>
                  <a:cubicBezTo>
                    <a:pt x="431996" y="151338"/>
                    <a:pt x="435895" y="149932"/>
                    <a:pt x="450183" y="139227"/>
                  </a:cubicBezTo>
                  <a:cubicBezTo>
                    <a:pt x="454075" y="136307"/>
                    <a:pt x="449859" y="134469"/>
                    <a:pt x="434486" y="122574"/>
                  </a:cubicBezTo>
                  <a:cubicBezTo>
                    <a:pt x="430269" y="119438"/>
                    <a:pt x="430917" y="112517"/>
                    <a:pt x="430269" y="109597"/>
                  </a:cubicBezTo>
                  <a:cubicBezTo>
                    <a:pt x="429615" y="104191"/>
                    <a:pt x="430701" y="105164"/>
                    <a:pt x="471290" y="89376"/>
                  </a:cubicBezTo>
                  <a:cubicBezTo>
                    <a:pt x="475830" y="87537"/>
                    <a:pt x="476916" y="88835"/>
                    <a:pt x="519125" y="101271"/>
                  </a:cubicBezTo>
                  <a:cubicBezTo>
                    <a:pt x="524325" y="102676"/>
                    <a:pt x="524433" y="110787"/>
                    <a:pt x="526599" y="116626"/>
                  </a:cubicBezTo>
                  <a:cubicBezTo>
                    <a:pt x="528110" y="121925"/>
                    <a:pt x="528542" y="120736"/>
                    <a:pt x="570109" y="136848"/>
                  </a:cubicBezTo>
                  <a:cubicBezTo>
                    <a:pt x="574433" y="138578"/>
                    <a:pt x="579418" y="137497"/>
                    <a:pt x="586778" y="136632"/>
                  </a:cubicBezTo>
                  <a:cubicBezTo>
                    <a:pt x="591432" y="136091"/>
                    <a:pt x="586340" y="133388"/>
                    <a:pt x="561987" y="115112"/>
                  </a:cubicBezTo>
                  <a:cubicBezTo>
                    <a:pt x="558203" y="112301"/>
                    <a:pt x="553872" y="111436"/>
                    <a:pt x="547700" y="109597"/>
                  </a:cubicBezTo>
                  <a:cubicBezTo>
                    <a:pt x="543807" y="108408"/>
                    <a:pt x="542613" y="104839"/>
                    <a:pt x="538721" y="96405"/>
                  </a:cubicBezTo>
                  <a:cubicBezTo>
                    <a:pt x="536555" y="91646"/>
                    <a:pt x="534606" y="91863"/>
                    <a:pt x="507333" y="81266"/>
                  </a:cubicBezTo>
                  <a:cubicBezTo>
                    <a:pt x="502570" y="79427"/>
                    <a:pt x="502462" y="80617"/>
                    <a:pt x="600957" y="57151"/>
                  </a:cubicBezTo>
                  <a:cubicBezTo>
                    <a:pt x="605720" y="55961"/>
                    <a:pt x="612857" y="61909"/>
                    <a:pt x="617080" y="64613"/>
                  </a:cubicBezTo>
                  <a:cubicBezTo>
                    <a:pt x="620979" y="67099"/>
                    <a:pt x="623468" y="65153"/>
                    <a:pt x="641978" y="57583"/>
                  </a:cubicBezTo>
                  <a:cubicBezTo>
                    <a:pt x="646195" y="55853"/>
                    <a:pt x="650094" y="59097"/>
                    <a:pt x="659079" y="64180"/>
                  </a:cubicBezTo>
                  <a:cubicBezTo>
                    <a:pt x="663403" y="66667"/>
                    <a:pt x="661784" y="57692"/>
                    <a:pt x="662108" y="55637"/>
                  </a:cubicBezTo>
                  <a:cubicBezTo>
                    <a:pt x="662108" y="50122"/>
                    <a:pt x="666007" y="50230"/>
                    <a:pt x="682891" y="44607"/>
                  </a:cubicBezTo>
                  <a:cubicBezTo>
                    <a:pt x="687216" y="43201"/>
                    <a:pt x="687870" y="44931"/>
                    <a:pt x="715683" y="64504"/>
                  </a:cubicBezTo>
                  <a:cubicBezTo>
                    <a:pt x="719474" y="67208"/>
                    <a:pt x="718934" y="70236"/>
                    <a:pt x="721639" y="94783"/>
                  </a:cubicBezTo>
                  <a:cubicBezTo>
                    <a:pt x="722179" y="100406"/>
                    <a:pt x="717308" y="103110"/>
                    <a:pt x="716222" y="104623"/>
                  </a:cubicBezTo>
                  <a:cubicBezTo>
                    <a:pt x="712870" y="107868"/>
                    <a:pt x="713409" y="111220"/>
                    <a:pt x="712870" y="127873"/>
                  </a:cubicBezTo>
                  <a:cubicBezTo>
                    <a:pt x="712546" y="134037"/>
                    <a:pt x="720121" y="131982"/>
                    <a:pt x="724020" y="132955"/>
                  </a:cubicBezTo>
                  <a:cubicBezTo>
                    <a:pt x="729107" y="133388"/>
                    <a:pt x="725639" y="124845"/>
                    <a:pt x="725639" y="120736"/>
                  </a:cubicBezTo>
                  <a:cubicBezTo>
                    <a:pt x="724884" y="115545"/>
                    <a:pt x="727805" y="114355"/>
                    <a:pt x="741337" y="102785"/>
                  </a:cubicBezTo>
                  <a:cubicBezTo>
                    <a:pt x="745559" y="99108"/>
                    <a:pt x="743610" y="91539"/>
                    <a:pt x="744042" y="86888"/>
                  </a:cubicBezTo>
                  <a:cubicBezTo>
                    <a:pt x="744042" y="81373"/>
                    <a:pt x="745883" y="83536"/>
                    <a:pt x="779976" y="96189"/>
                  </a:cubicBezTo>
                  <a:cubicBezTo>
                    <a:pt x="784523" y="97918"/>
                    <a:pt x="789717" y="96513"/>
                    <a:pt x="803249" y="94675"/>
                  </a:cubicBezTo>
                  <a:cubicBezTo>
                    <a:pt x="808012" y="94026"/>
                    <a:pt x="811041" y="96513"/>
                    <a:pt x="834313" y="108840"/>
                  </a:cubicBezTo>
                  <a:cubicBezTo>
                    <a:pt x="838422" y="111003"/>
                    <a:pt x="839076" y="109489"/>
                    <a:pt x="869486" y="92944"/>
                  </a:cubicBezTo>
                  <a:cubicBezTo>
                    <a:pt x="873925" y="90565"/>
                    <a:pt x="868730" y="88943"/>
                    <a:pt x="829005" y="63098"/>
                  </a:cubicBezTo>
                  <a:cubicBezTo>
                    <a:pt x="824896" y="60395"/>
                    <a:pt x="823595" y="55529"/>
                    <a:pt x="814178" y="34334"/>
                  </a:cubicBezTo>
                  <a:cubicBezTo>
                    <a:pt x="811904" y="29251"/>
                    <a:pt x="815587" y="30765"/>
                    <a:pt x="860069" y="30765"/>
                  </a:cubicBezTo>
                  <a:cubicBezTo>
                    <a:pt x="864616" y="30765"/>
                    <a:pt x="866025" y="32387"/>
                    <a:pt x="898709" y="53042"/>
                  </a:cubicBezTo>
                  <a:cubicBezTo>
                    <a:pt x="902823" y="55637"/>
                    <a:pt x="905097" y="55529"/>
                    <a:pt x="928154" y="59205"/>
                  </a:cubicBezTo>
                  <a:cubicBezTo>
                    <a:pt x="932700" y="59962"/>
                    <a:pt x="935837" y="62125"/>
                    <a:pt x="955967" y="73263"/>
                  </a:cubicBezTo>
                  <a:cubicBezTo>
                    <a:pt x="960297" y="75643"/>
                    <a:pt x="965599" y="74561"/>
                    <a:pt x="980973" y="73696"/>
                  </a:cubicBezTo>
                  <a:cubicBezTo>
                    <a:pt x="985405" y="73480"/>
                    <a:pt x="983786" y="73047"/>
                    <a:pt x="1027188" y="108840"/>
                  </a:cubicBezTo>
                  <a:cubicBezTo>
                    <a:pt x="1030865" y="111868"/>
                    <a:pt x="1032167" y="110679"/>
                    <a:pt x="1062907" y="105056"/>
                  </a:cubicBezTo>
                  <a:cubicBezTo>
                    <a:pt x="1068101" y="104082"/>
                    <a:pt x="1064526" y="95215"/>
                    <a:pt x="1064526" y="88511"/>
                  </a:cubicBezTo>
                  <a:cubicBezTo>
                    <a:pt x="1063987" y="83428"/>
                    <a:pt x="1060742" y="84401"/>
                    <a:pt x="1046022" y="83969"/>
                  </a:cubicBezTo>
                  <a:cubicBezTo>
                    <a:pt x="1041799" y="83861"/>
                    <a:pt x="1040936" y="82022"/>
                    <a:pt x="1026210" y="65910"/>
                  </a:cubicBezTo>
                  <a:cubicBezTo>
                    <a:pt x="1022642" y="62125"/>
                    <a:pt x="1021448" y="62341"/>
                    <a:pt x="971988" y="42985"/>
                  </a:cubicBezTo>
                  <a:cubicBezTo>
                    <a:pt x="967657" y="41255"/>
                    <a:pt x="966685" y="39849"/>
                    <a:pt x="941895" y="17789"/>
                  </a:cubicBezTo>
                  <a:cubicBezTo>
                    <a:pt x="937786" y="14112"/>
                    <a:pt x="944600" y="14545"/>
                    <a:pt x="980103" y="8597"/>
                  </a:cubicBezTo>
                  <a:cubicBezTo>
                    <a:pt x="985520" y="7624"/>
                    <a:pt x="989304" y="24493"/>
                    <a:pt x="989304" y="24493"/>
                  </a:cubicBezTo>
                  <a:cubicBezTo>
                    <a:pt x="991038" y="29468"/>
                    <a:pt x="993527" y="30982"/>
                    <a:pt x="1038009" y="51311"/>
                  </a:cubicBezTo>
                  <a:cubicBezTo>
                    <a:pt x="1042232" y="53258"/>
                    <a:pt x="1046562" y="51636"/>
                    <a:pt x="1052728" y="50338"/>
                  </a:cubicBezTo>
                  <a:cubicBezTo>
                    <a:pt x="1058252" y="49149"/>
                    <a:pt x="1049699" y="44499"/>
                    <a:pt x="1013548" y="15734"/>
                  </a:cubicBezTo>
                  <a:cubicBezTo>
                    <a:pt x="1009326" y="12382"/>
                    <a:pt x="1018311" y="12382"/>
                    <a:pt x="1020800" y="11517"/>
                  </a:cubicBezTo>
                  <a:cubicBezTo>
                    <a:pt x="1025455" y="10652"/>
                    <a:pt x="1024807" y="11301"/>
                    <a:pt x="1066152" y="37470"/>
                  </a:cubicBezTo>
                  <a:cubicBezTo>
                    <a:pt x="1070159" y="39957"/>
                    <a:pt x="1075137" y="40281"/>
                    <a:pt x="1082929" y="41579"/>
                  </a:cubicBezTo>
                  <a:cubicBezTo>
                    <a:pt x="1087691" y="42336"/>
                    <a:pt x="1085202" y="34226"/>
                    <a:pt x="1085202" y="32279"/>
                  </a:cubicBezTo>
                  <a:cubicBezTo>
                    <a:pt x="1084662" y="26872"/>
                    <a:pt x="1083900" y="27629"/>
                    <a:pt x="1043641" y="3406"/>
                  </a:cubicBezTo>
                  <a:cubicBezTo>
                    <a:pt x="1038224" y="162"/>
                    <a:pt x="1051973" y="1568"/>
                    <a:pt x="1091152" y="1568"/>
                  </a:cubicBezTo>
                  <a:cubicBezTo>
                    <a:pt x="1095590" y="1568"/>
                    <a:pt x="1096022" y="5245"/>
                    <a:pt x="1105547" y="27089"/>
                  </a:cubicBezTo>
                  <a:cubicBezTo>
                    <a:pt x="1107821" y="32387"/>
                    <a:pt x="1113885" y="30116"/>
                    <a:pt x="1117130" y="30657"/>
                  </a:cubicBezTo>
                  <a:cubicBezTo>
                    <a:pt x="1121568" y="30657"/>
                    <a:pt x="1119187" y="25791"/>
                    <a:pt x="1114749" y="8056"/>
                  </a:cubicBezTo>
                  <a:cubicBezTo>
                    <a:pt x="1113345" y="2109"/>
                    <a:pt x="1121352" y="4920"/>
                    <a:pt x="1124927" y="4488"/>
                  </a:cubicBezTo>
                  <a:cubicBezTo>
                    <a:pt x="1129690" y="4704"/>
                    <a:pt x="1133367" y="9246"/>
                    <a:pt x="1144517" y="19519"/>
                  </a:cubicBezTo>
                  <a:cubicBezTo>
                    <a:pt x="1147762" y="22439"/>
                    <a:pt x="1150791" y="22006"/>
                    <a:pt x="1158697" y="22006"/>
                  </a:cubicBezTo>
                  <a:cubicBezTo>
                    <a:pt x="1163129" y="22006"/>
                    <a:pt x="1164323" y="26548"/>
                    <a:pt x="1171467" y="40930"/>
                  </a:cubicBezTo>
                  <a:cubicBezTo>
                    <a:pt x="1173740" y="45364"/>
                    <a:pt x="1178502" y="43958"/>
                    <a:pt x="1179150" y="44066"/>
                  </a:cubicBezTo>
                  <a:cubicBezTo>
                    <a:pt x="1184128" y="43850"/>
                    <a:pt x="1181424" y="35523"/>
                    <a:pt x="1181639" y="31847"/>
                  </a:cubicBezTo>
                  <a:cubicBezTo>
                    <a:pt x="1181315" y="27413"/>
                    <a:pt x="1178718" y="25358"/>
                    <a:pt x="1178287" y="24601"/>
                  </a:cubicBezTo>
                  <a:cubicBezTo>
                    <a:pt x="1174927" y="21141"/>
                    <a:pt x="1179042" y="17032"/>
                    <a:pt x="1179258" y="16275"/>
                  </a:cubicBezTo>
                  <a:cubicBezTo>
                    <a:pt x="1181747" y="12166"/>
                    <a:pt x="1183913" y="14004"/>
                    <a:pt x="1201445" y="20708"/>
                  </a:cubicBezTo>
                  <a:cubicBezTo>
                    <a:pt x="1205884" y="22331"/>
                    <a:pt x="1209999" y="18546"/>
                    <a:pt x="1211624" y="17897"/>
                  </a:cubicBezTo>
                  <a:cubicBezTo>
                    <a:pt x="1216495" y="15085"/>
                    <a:pt x="1218768" y="24493"/>
                    <a:pt x="1223530" y="31090"/>
                  </a:cubicBezTo>
                  <a:cubicBezTo>
                    <a:pt x="1226020" y="35523"/>
                    <a:pt x="1231106" y="33685"/>
                    <a:pt x="1232077" y="33793"/>
                  </a:cubicBezTo>
                  <a:cubicBezTo>
                    <a:pt x="1235406" y="33550"/>
                    <a:pt x="1235203" y="31786"/>
                    <a:pt x="1231102" y="17051"/>
                  </a:cubicBezTo>
                  <a:close/>
                  <a:moveTo>
                    <a:pt x="1205041" y="0"/>
                  </a:moveTo>
                  <a:lnTo>
                    <a:pt x="1210817" y="0"/>
                  </a:lnTo>
                  <a:lnTo>
                    <a:pt x="1210050" y="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A0E4F278-D069-29BC-2C41-CCDF6DEDCEA1}"/>
                </a:ext>
              </a:extLst>
            </p:cNvPr>
            <p:cNvSpPr/>
            <p:nvPr/>
          </p:nvSpPr>
          <p:spPr>
            <a:xfrm>
              <a:off x="2716560" y="1495292"/>
              <a:ext cx="34916" cy="14990"/>
            </a:xfrm>
            <a:custGeom>
              <a:avLst/>
              <a:gdLst>
                <a:gd name="csX0" fmla="*/ 39102 w 40267"/>
                <a:gd name="csY0" fmla="*/ 11184 h 17287"/>
                <a:gd name="csX1" fmla="*/ 22001 w 40267"/>
                <a:gd name="csY1" fmla="*/ 587 h 17287"/>
                <a:gd name="csX2" fmla="*/ 462 w 40267"/>
                <a:gd name="csY2" fmla="*/ 6210 h 17287"/>
                <a:gd name="csX3" fmla="*/ 27843 w 40267"/>
                <a:gd name="csY3" fmla="*/ 17024 h 17287"/>
                <a:gd name="csX4" fmla="*/ 39102 w 40267"/>
                <a:gd name="csY4" fmla="*/ 11184 h 17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267" h="17287">
                  <a:moveTo>
                    <a:pt x="39102" y="11184"/>
                  </a:moveTo>
                  <a:cubicBezTo>
                    <a:pt x="42785" y="8048"/>
                    <a:pt x="37915" y="7183"/>
                    <a:pt x="22001" y="587"/>
                  </a:cubicBezTo>
                  <a:cubicBezTo>
                    <a:pt x="17671" y="-1144"/>
                    <a:pt x="14102" y="1019"/>
                    <a:pt x="462" y="6210"/>
                  </a:cubicBezTo>
                  <a:cubicBezTo>
                    <a:pt x="-4192" y="7940"/>
                    <a:pt x="27843" y="17024"/>
                    <a:pt x="27843" y="17024"/>
                  </a:cubicBezTo>
                  <a:cubicBezTo>
                    <a:pt x="32606" y="18538"/>
                    <a:pt x="36289" y="13130"/>
                    <a:pt x="39102" y="1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59D95FA3-5B5A-8E01-67E2-6807831697EF}"/>
                </a:ext>
              </a:extLst>
            </p:cNvPr>
            <p:cNvSpPr/>
            <p:nvPr/>
          </p:nvSpPr>
          <p:spPr>
            <a:xfrm>
              <a:off x="2761602" y="1497174"/>
              <a:ext cx="34601" cy="11515"/>
            </a:xfrm>
            <a:custGeom>
              <a:avLst/>
              <a:gdLst>
                <a:gd name="csX0" fmla="*/ 38573 w 39904"/>
                <a:gd name="csY0" fmla="*/ 6526 h 13280"/>
                <a:gd name="csX1" fmla="*/ 21796 w 39904"/>
                <a:gd name="csY1" fmla="*/ 579 h 13280"/>
                <a:gd name="csX2" fmla="*/ 689 w 39904"/>
                <a:gd name="csY2" fmla="*/ 579 h 13280"/>
                <a:gd name="csX3" fmla="*/ 16494 w 39904"/>
                <a:gd name="csY3" fmla="*/ 12257 h 13280"/>
                <a:gd name="csX4" fmla="*/ 38573 w 39904"/>
                <a:gd name="csY4" fmla="*/ 6634 h 13280"/>
                <a:gd name="csX5" fmla="*/ 38573 w 39904"/>
                <a:gd name="csY5" fmla="*/ 6526 h 1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9904" h="13280">
                  <a:moveTo>
                    <a:pt x="38573" y="6526"/>
                  </a:moveTo>
                  <a:cubicBezTo>
                    <a:pt x="43012" y="4796"/>
                    <a:pt x="36084" y="3931"/>
                    <a:pt x="21796" y="579"/>
                  </a:cubicBezTo>
                  <a:cubicBezTo>
                    <a:pt x="17358" y="-394"/>
                    <a:pt x="13897" y="38"/>
                    <a:pt x="689" y="579"/>
                  </a:cubicBezTo>
                  <a:cubicBezTo>
                    <a:pt x="-3966" y="795"/>
                    <a:pt x="16494" y="12257"/>
                    <a:pt x="16494" y="12257"/>
                  </a:cubicBezTo>
                  <a:cubicBezTo>
                    <a:pt x="20501" y="14637"/>
                    <a:pt x="22552" y="12906"/>
                    <a:pt x="38573" y="6634"/>
                  </a:cubicBezTo>
                  <a:lnTo>
                    <a:pt x="38573" y="65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E39C7CCC-9B05-EDDA-5429-531EEA9888EF}"/>
                </a:ext>
              </a:extLst>
            </p:cNvPr>
            <p:cNvSpPr/>
            <p:nvPr/>
          </p:nvSpPr>
          <p:spPr>
            <a:xfrm>
              <a:off x="2796183" y="1564713"/>
              <a:ext cx="19211" cy="9523"/>
            </a:xfrm>
            <a:custGeom>
              <a:avLst/>
              <a:gdLst>
                <a:gd name="csX0" fmla="*/ 15685 w 22155"/>
                <a:gd name="csY0" fmla="*/ 10278 h 10983"/>
                <a:gd name="csX1" fmla="*/ 21959 w 22155"/>
                <a:gd name="csY1" fmla="*/ 3466 h 10983"/>
                <a:gd name="csX2" fmla="*/ 17526 w 22155"/>
                <a:gd name="csY2" fmla="*/ 5 h 10983"/>
                <a:gd name="csX3" fmla="*/ 750 w 22155"/>
                <a:gd name="csY3" fmla="*/ 4331 h 10983"/>
                <a:gd name="csX4" fmla="*/ 527 w 22155"/>
                <a:gd name="csY4" fmla="*/ 4763 h 10983"/>
                <a:gd name="csX5" fmla="*/ 1829 w 22155"/>
                <a:gd name="csY5" fmla="*/ 8873 h 10983"/>
                <a:gd name="csX6" fmla="*/ 15685 w 22155"/>
                <a:gd name="csY6" fmla="*/ 10278 h 10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155" h="10983">
                  <a:moveTo>
                    <a:pt x="15685" y="10278"/>
                  </a:moveTo>
                  <a:cubicBezTo>
                    <a:pt x="16764" y="9522"/>
                    <a:pt x="23369" y="8657"/>
                    <a:pt x="21959" y="3466"/>
                  </a:cubicBezTo>
                  <a:cubicBezTo>
                    <a:pt x="21419" y="1411"/>
                    <a:pt x="19362" y="-103"/>
                    <a:pt x="17526" y="5"/>
                  </a:cubicBezTo>
                  <a:cubicBezTo>
                    <a:pt x="6268" y="762"/>
                    <a:pt x="3239" y="222"/>
                    <a:pt x="750" y="4331"/>
                  </a:cubicBezTo>
                  <a:lnTo>
                    <a:pt x="527" y="4763"/>
                  </a:lnTo>
                  <a:cubicBezTo>
                    <a:pt x="-552" y="6602"/>
                    <a:pt x="96" y="8440"/>
                    <a:pt x="1829" y="8873"/>
                  </a:cubicBezTo>
                  <a:cubicBezTo>
                    <a:pt x="7024" y="10171"/>
                    <a:pt x="11354" y="12009"/>
                    <a:pt x="15685" y="102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C116619B-DBD0-D628-6CE6-A88B5E5EC99F}"/>
                </a:ext>
              </a:extLst>
            </p:cNvPr>
            <p:cNvSpPr/>
            <p:nvPr/>
          </p:nvSpPr>
          <p:spPr>
            <a:xfrm>
              <a:off x="3337415" y="1062845"/>
              <a:ext cx="68867" cy="36807"/>
            </a:xfrm>
            <a:custGeom>
              <a:avLst/>
              <a:gdLst>
                <a:gd name="csX0" fmla="*/ 17533 w 79422"/>
                <a:gd name="csY0" fmla="*/ 25021 h 42448"/>
                <a:gd name="csX1" fmla="*/ 59964 w 79422"/>
                <a:gd name="csY1" fmla="*/ 42215 h 42448"/>
                <a:gd name="csX2" fmla="*/ 78144 w 79422"/>
                <a:gd name="csY2" fmla="*/ 36051 h 42448"/>
                <a:gd name="csX3" fmla="*/ 30849 w 79422"/>
                <a:gd name="csY3" fmla="*/ 9666 h 42448"/>
                <a:gd name="csX4" fmla="*/ 24137 w 79422"/>
                <a:gd name="csY4" fmla="*/ 150 h 42448"/>
                <a:gd name="csX5" fmla="*/ 757 w 79422"/>
                <a:gd name="csY5" fmla="*/ 3286 h 42448"/>
                <a:gd name="csX6" fmla="*/ 17533 w 79422"/>
                <a:gd name="csY6" fmla="*/ 25130 h 42448"/>
                <a:gd name="csX7" fmla="*/ 17533 w 79422"/>
                <a:gd name="csY7" fmla="*/ 25021 h 4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422" h="42448">
                  <a:moveTo>
                    <a:pt x="17533" y="25021"/>
                  </a:moveTo>
                  <a:cubicBezTo>
                    <a:pt x="54008" y="41783"/>
                    <a:pt x="55417" y="43189"/>
                    <a:pt x="59964" y="42215"/>
                  </a:cubicBezTo>
                  <a:cubicBezTo>
                    <a:pt x="75655" y="38755"/>
                    <a:pt x="82475" y="38214"/>
                    <a:pt x="78144" y="36051"/>
                  </a:cubicBezTo>
                  <a:cubicBezTo>
                    <a:pt x="32253" y="13559"/>
                    <a:pt x="32691" y="14640"/>
                    <a:pt x="30849" y="9666"/>
                  </a:cubicBezTo>
                  <a:cubicBezTo>
                    <a:pt x="29764" y="7503"/>
                    <a:pt x="29008" y="150"/>
                    <a:pt x="24137" y="150"/>
                  </a:cubicBezTo>
                  <a:cubicBezTo>
                    <a:pt x="2382" y="150"/>
                    <a:pt x="-2056" y="-1040"/>
                    <a:pt x="757" y="3286"/>
                  </a:cubicBezTo>
                  <a:cubicBezTo>
                    <a:pt x="757" y="3286"/>
                    <a:pt x="13095" y="22967"/>
                    <a:pt x="17533" y="25130"/>
                  </a:cubicBezTo>
                  <a:lnTo>
                    <a:pt x="17533" y="2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3B951035-6C96-69AA-824E-50CCD31998FA}"/>
                </a:ext>
              </a:extLst>
            </p:cNvPr>
            <p:cNvSpPr/>
            <p:nvPr/>
          </p:nvSpPr>
          <p:spPr>
            <a:xfrm>
              <a:off x="3483214" y="1045264"/>
              <a:ext cx="25936" cy="13594"/>
            </a:xfrm>
            <a:custGeom>
              <a:avLst/>
              <a:gdLst>
                <a:gd name="csX0" fmla="*/ 702 w 29911"/>
                <a:gd name="csY0" fmla="*/ 6368 h 15678"/>
                <a:gd name="csX1" fmla="*/ 22565 w 29911"/>
                <a:gd name="csY1" fmla="*/ 14587 h 15678"/>
                <a:gd name="csX2" fmla="*/ 28522 w 29911"/>
                <a:gd name="csY2" fmla="*/ 6368 h 15678"/>
                <a:gd name="csX3" fmla="*/ 11853 w 29911"/>
                <a:gd name="csY3" fmla="*/ 313 h 15678"/>
                <a:gd name="csX4" fmla="*/ 702 w 29911"/>
                <a:gd name="csY4" fmla="*/ 6368 h 1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911" h="15678">
                  <a:moveTo>
                    <a:pt x="702" y="6368"/>
                  </a:moveTo>
                  <a:cubicBezTo>
                    <a:pt x="16939" y="15127"/>
                    <a:pt x="18889" y="17290"/>
                    <a:pt x="22565" y="14587"/>
                  </a:cubicBezTo>
                  <a:cubicBezTo>
                    <a:pt x="24838" y="12424"/>
                    <a:pt x="33176" y="8855"/>
                    <a:pt x="28522" y="6368"/>
                  </a:cubicBezTo>
                  <a:cubicBezTo>
                    <a:pt x="21054" y="2475"/>
                    <a:pt x="16399" y="-1093"/>
                    <a:pt x="11853" y="313"/>
                  </a:cubicBezTo>
                  <a:cubicBezTo>
                    <a:pt x="11853" y="313"/>
                    <a:pt x="-3406" y="4097"/>
                    <a:pt x="702" y="6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AB73796A-1C04-628F-EC1F-1806BC452FBC}"/>
                </a:ext>
              </a:extLst>
            </p:cNvPr>
            <p:cNvSpPr/>
            <p:nvPr/>
          </p:nvSpPr>
          <p:spPr>
            <a:xfrm>
              <a:off x="3229150" y="1797693"/>
              <a:ext cx="13837" cy="15564"/>
            </a:xfrm>
            <a:custGeom>
              <a:avLst/>
              <a:gdLst>
                <a:gd name="csX0" fmla="*/ 1364 w 15958"/>
                <a:gd name="csY0" fmla="*/ 150 h 17949"/>
                <a:gd name="csX1" fmla="*/ 4070 w 15958"/>
                <a:gd name="csY1" fmla="*/ 15936 h 17949"/>
                <a:gd name="csX2" fmla="*/ 14890 w 15958"/>
                <a:gd name="csY2" fmla="*/ 10316 h 17949"/>
                <a:gd name="csX3" fmla="*/ 1364 w 15958"/>
                <a:gd name="csY3" fmla="*/ 258 h 17949"/>
                <a:gd name="csX4" fmla="*/ 1364 w 15958"/>
                <a:gd name="csY4" fmla="*/ 150 h 1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958" h="17949">
                  <a:moveTo>
                    <a:pt x="1364" y="150"/>
                  </a:moveTo>
                  <a:cubicBezTo>
                    <a:pt x="-2858" y="-1800"/>
                    <a:pt x="4070" y="15936"/>
                    <a:pt x="4070" y="15936"/>
                  </a:cubicBezTo>
                  <a:cubicBezTo>
                    <a:pt x="6127" y="21886"/>
                    <a:pt x="11213" y="13015"/>
                    <a:pt x="14890" y="10316"/>
                  </a:cubicBezTo>
                  <a:cubicBezTo>
                    <a:pt x="18357" y="6855"/>
                    <a:pt x="13270" y="5769"/>
                    <a:pt x="1364" y="258"/>
                  </a:cubicBezTo>
                  <a:lnTo>
                    <a:pt x="1364" y="1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E600ED2A-B248-0E29-752E-52C200040DDD}"/>
                </a:ext>
              </a:extLst>
            </p:cNvPr>
            <p:cNvSpPr/>
            <p:nvPr/>
          </p:nvSpPr>
          <p:spPr>
            <a:xfrm>
              <a:off x="3248301" y="1861496"/>
              <a:ext cx="19427" cy="18272"/>
            </a:xfrm>
            <a:custGeom>
              <a:avLst/>
              <a:gdLst>
                <a:gd name="csX0" fmla="*/ 13479 w 22404"/>
                <a:gd name="csY0" fmla="*/ 425 h 21072"/>
                <a:gd name="csX1" fmla="*/ 1465 w 22404"/>
                <a:gd name="csY1" fmla="*/ 4534 h 21072"/>
                <a:gd name="csX2" fmla="*/ 10666 w 22404"/>
                <a:gd name="csY2" fmla="*/ 19996 h 21072"/>
                <a:gd name="csX3" fmla="*/ 21925 w 22404"/>
                <a:gd name="csY3" fmla="*/ 7563 h 21072"/>
                <a:gd name="csX4" fmla="*/ 13479 w 22404"/>
                <a:gd name="csY4" fmla="*/ 318 h 21072"/>
                <a:gd name="csX5" fmla="*/ 13479 w 22404"/>
                <a:gd name="csY5" fmla="*/ 425 h 2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404" h="21072">
                  <a:moveTo>
                    <a:pt x="13479" y="425"/>
                  </a:moveTo>
                  <a:cubicBezTo>
                    <a:pt x="8717" y="-1416"/>
                    <a:pt x="4278" y="3238"/>
                    <a:pt x="1465" y="4534"/>
                  </a:cubicBezTo>
                  <a:cubicBezTo>
                    <a:pt x="-3513" y="7563"/>
                    <a:pt x="5364" y="12967"/>
                    <a:pt x="10666" y="19996"/>
                  </a:cubicBezTo>
                  <a:cubicBezTo>
                    <a:pt x="14673" y="24428"/>
                    <a:pt x="17270" y="14160"/>
                    <a:pt x="21925" y="7563"/>
                  </a:cubicBezTo>
                  <a:cubicBezTo>
                    <a:pt x="24846" y="2584"/>
                    <a:pt x="13479" y="318"/>
                    <a:pt x="13479" y="318"/>
                  </a:cubicBezTo>
                  <a:lnTo>
                    <a:pt x="13479" y="4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BD2628F2-CCBC-89F3-96CF-7A4D5E1B1597}"/>
                </a:ext>
              </a:extLst>
            </p:cNvPr>
            <p:cNvSpPr/>
            <p:nvPr/>
          </p:nvSpPr>
          <p:spPr>
            <a:xfrm>
              <a:off x="3257637" y="1897446"/>
              <a:ext cx="15427" cy="14169"/>
            </a:xfrm>
            <a:custGeom>
              <a:avLst/>
              <a:gdLst>
                <a:gd name="csX0" fmla="*/ 116 w 17792"/>
                <a:gd name="csY0" fmla="*/ 14006 h 16341"/>
                <a:gd name="csX1" fmla="*/ 16677 w 17792"/>
                <a:gd name="csY1" fmla="*/ 4920 h 16341"/>
                <a:gd name="csX2" fmla="*/ 5742 w 17792"/>
                <a:gd name="csY2" fmla="*/ 55 h 16341"/>
                <a:gd name="csX3" fmla="*/ 224 w 17792"/>
                <a:gd name="csY3" fmla="*/ 14006 h 16341"/>
                <a:gd name="csX4" fmla="*/ 116 w 17792"/>
                <a:gd name="csY4" fmla="*/ 14006 h 16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792" h="16341">
                  <a:moveTo>
                    <a:pt x="116" y="14006"/>
                  </a:moveTo>
                  <a:cubicBezTo>
                    <a:pt x="-754" y="19302"/>
                    <a:pt x="3145" y="15302"/>
                    <a:pt x="16677" y="4920"/>
                  </a:cubicBezTo>
                  <a:cubicBezTo>
                    <a:pt x="20569" y="2005"/>
                    <a:pt x="13641" y="1567"/>
                    <a:pt x="5742" y="55"/>
                  </a:cubicBezTo>
                  <a:cubicBezTo>
                    <a:pt x="548" y="-1024"/>
                    <a:pt x="224" y="14006"/>
                    <a:pt x="224" y="14006"/>
                  </a:cubicBezTo>
                  <a:lnTo>
                    <a:pt x="116" y="14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DBCA5945-838E-E91D-5E6C-3A6308F3D48B}"/>
                </a:ext>
              </a:extLst>
            </p:cNvPr>
            <p:cNvSpPr/>
            <p:nvPr/>
          </p:nvSpPr>
          <p:spPr>
            <a:xfrm>
              <a:off x="3240532" y="1834569"/>
              <a:ext cx="12775" cy="14400"/>
            </a:xfrm>
            <a:custGeom>
              <a:avLst/>
              <a:gdLst>
                <a:gd name="csX0" fmla="*/ 12477 w 14733"/>
                <a:gd name="csY0" fmla="*/ 5203 h 16607"/>
                <a:gd name="csX1" fmla="*/ 570 w 14733"/>
                <a:gd name="csY1" fmla="*/ 2174 h 16607"/>
                <a:gd name="csX2" fmla="*/ 2196 w 14733"/>
                <a:gd name="csY2" fmla="*/ 10283 h 16607"/>
                <a:gd name="csX3" fmla="*/ 13886 w 14733"/>
                <a:gd name="csY3" fmla="*/ 14283 h 16607"/>
                <a:gd name="csX4" fmla="*/ 12584 w 14733"/>
                <a:gd name="csY4" fmla="*/ 5203 h 16607"/>
                <a:gd name="csX5" fmla="*/ 12477 w 14733"/>
                <a:gd name="csY5" fmla="*/ 5203 h 16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733" h="16607">
                  <a:moveTo>
                    <a:pt x="12477" y="5203"/>
                  </a:moveTo>
                  <a:cubicBezTo>
                    <a:pt x="12477" y="5203"/>
                    <a:pt x="1872" y="-4100"/>
                    <a:pt x="570" y="2174"/>
                  </a:cubicBezTo>
                  <a:cubicBezTo>
                    <a:pt x="570" y="2929"/>
                    <a:pt x="-1481" y="7577"/>
                    <a:pt x="2196" y="10283"/>
                  </a:cubicBezTo>
                  <a:cubicBezTo>
                    <a:pt x="6527" y="12664"/>
                    <a:pt x="12477" y="20449"/>
                    <a:pt x="13886" y="14283"/>
                  </a:cubicBezTo>
                  <a:cubicBezTo>
                    <a:pt x="13886" y="13419"/>
                    <a:pt x="16483" y="7685"/>
                    <a:pt x="12584" y="5203"/>
                  </a:cubicBezTo>
                  <a:lnTo>
                    <a:pt x="12477" y="5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351FB00B-0795-DDB5-D8D5-C8974B0DF63C}"/>
                </a:ext>
              </a:extLst>
            </p:cNvPr>
            <p:cNvSpPr/>
            <p:nvPr/>
          </p:nvSpPr>
          <p:spPr>
            <a:xfrm>
              <a:off x="3318590" y="1974364"/>
              <a:ext cx="18826" cy="17612"/>
            </a:xfrm>
            <a:custGeom>
              <a:avLst/>
              <a:gdLst>
                <a:gd name="csX0" fmla="*/ 13158 w 21711"/>
                <a:gd name="csY0" fmla="*/ 20137 h 20311"/>
                <a:gd name="csX1" fmla="*/ 21711 w 21711"/>
                <a:gd name="csY1" fmla="*/ 13972 h 20311"/>
                <a:gd name="csX2" fmla="*/ 19114 w 21711"/>
                <a:gd name="csY2" fmla="*/ 7158 h 20311"/>
                <a:gd name="csX3" fmla="*/ 7316 w 21711"/>
                <a:gd name="csY3" fmla="*/ 891 h 20311"/>
                <a:gd name="csX4" fmla="*/ 1144 w 21711"/>
                <a:gd name="csY4" fmla="*/ 12244 h 20311"/>
                <a:gd name="csX5" fmla="*/ 13266 w 21711"/>
                <a:gd name="csY5" fmla="*/ 20137 h 20311"/>
                <a:gd name="csX6" fmla="*/ 13158 w 21711"/>
                <a:gd name="csY6" fmla="*/ 20137 h 2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1711" h="20311">
                  <a:moveTo>
                    <a:pt x="13158" y="20137"/>
                  </a:moveTo>
                  <a:cubicBezTo>
                    <a:pt x="15323" y="19166"/>
                    <a:pt x="21711" y="19814"/>
                    <a:pt x="21711" y="13972"/>
                  </a:cubicBezTo>
                  <a:cubicBezTo>
                    <a:pt x="21495" y="13216"/>
                    <a:pt x="21711" y="9647"/>
                    <a:pt x="19114" y="7158"/>
                  </a:cubicBezTo>
                  <a:cubicBezTo>
                    <a:pt x="19114" y="7158"/>
                    <a:pt x="11215" y="-3008"/>
                    <a:pt x="7316" y="891"/>
                  </a:cubicBezTo>
                  <a:cubicBezTo>
                    <a:pt x="4719" y="4345"/>
                    <a:pt x="-2857" y="8244"/>
                    <a:pt x="1144" y="12244"/>
                  </a:cubicBezTo>
                  <a:cubicBezTo>
                    <a:pt x="4827" y="15159"/>
                    <a:pt x="8071" y="21433"/>
                    <a:pt x="13266" y="20137"/>
                  </a:cubicBezTo>
                  <a:lnTo>
                    <a:pt x="13158" y="201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6FDF6094-71D1-1095-65FE-798E5EE98B8C}"/>
                </a:ext>
              </a:extLst>
            </p:cNvPr>
            <p:cNvSpPr/>
            <p:nvPr/>
          </p:nvSpPr>
          <p:spPr>
            <a:xfrm>
              <a:off x="3287962" y="2042718"/>
              <a:ext cx="93893" cy="69919"/>
            </a:xfrm>
            <a:custGeom>
              <a:avLst/>
              <a:gdLst>
                <a:gd name="csX0" fmla="*/ 48696 w 108284"/>
                <a:gd name="csY0" fmla="*/ 80480 h 80635"/>
                <a:gd name="csX1" fmla="*/ 97400 w 108284"/>
                <a:gd name="csY1" fmla="*/ 63932 h 80635"/>
                <a:gd name="csX2" fmla="*/ 107033 w 108284"/>
                <a:gd name="csY2" fmla="*/ 55715 h 80635"/>
                <a:gd name="csX3" fmla="*/ 106817 w 108284"/>
                <a:gd name="csY3" fmla="*/ 47498 h 80635"/>
                <a:gd name="csX4" fmla="*/ 78357 w 108284"/>
                <a:gd name="csY4" fmla="*/ 30195 h 80635"/>
                <a:gd name="csX5" fmla="*/ 61580 w 108284"/>
                <a:gd name="csY5" fmla="*/ 10084 h 80635"/>
                <a:gd name="csX6" fmla="*/ 19689 w 108284"/>
                <a:gd name="csY6" fmla="*/ 673 h 80635"/>
                <a:gd name="csX7" fmla="*/ 4646 w 108284"/>
                <a:gd name="csY7" fmla="*/ 10516 h 80635"/>
                <a:gd name="csX8" fmla="*/ 7675 w 108284"/>
                <a:gd name="csY8" fmla="*/ 17977 h 80635"/>
                <a:gd name="csX9" fmla="*/ 15574 w 108284"/>
                <a:gd name="csY9" fmla="*/ 25762 h 80635"/>
                <a:gd name="csX10" fmla="*/ 99 w 108284"/>
                <a:gd name="csY10" fmla="*/ 37224 h 80635"/>
                <a:gd name="csX11" fmla="*/ 3344 w 108284"/>
                <a:gd name="csY11" fmla="*/ 53118 h 80635"/>
                <a:gd name="csX12" fmla="*/ 12761 w 108284"/>
                <a:gd name="csY12" fmla="*/ 55067 h 80635"/>
                <a:gd name="csX13" fmla="*/ 46962 w 108284"/>
                <a:gd name="csY13" fmla="*/ 55283 h 80635"/>
                <a:gd name="csX14" fmla="*/ 46530 w 108284"/>
                <a:gd name="csY14" fmla="*/ 61665 h 80635"/>
                <a:gd name="csX15" fmla="*/ 25753 w 108284"/>
                <a:gd name="csY15" fmla="*/ 69774 h 80635"/>
                <a:gd name="csX16" fmla="*/ 48372 w 108284"/>
                <a:gd name="csY16" fmla="*/ 80264 h 80635"/>
                <a:gd name="csX17" fmla="*/ 48696 w 108284"/>
                <a:gd name="csY17" fmla="*/ 80480 h 80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8284" h="80635">
                  <a:moveTo>
                    <a:pt x="48696" y="80480"/>
                  </a:moveTo>
                  <a:lnTo>
                    <a:pt x="97400" y="63932"/>
                  </a:lnTo>
                  <a:cubicBezTo>
                    <a:pt x="102163" y="62313"/>
                    <a:pt x="107687" y="55067"/>
                    <a:pt x="107033" y="55715"/>
                  </a:cubicBezTo>
                  <a:cubicBezTo>
                    <a:pt x="110068" y="52470"/>
                    <a:pt x="106602" y="46851"/>
                    <a:pt x="106817" y="47498"/>
                  </a:cubicBezTo>
                  <a:cubicBezTo>
                    <a:pt x="102709" y="39167"/>
                    <a:pt x="84091" y="38303"/>
                    <a:pt x="78357" y="30195"/>
                  </a:cubicBezTo>
                  <a:cubicBezTo>
                    <a:pt x="66558" y="13323"/>
                    <a:pt x="65796" y="11272"/>
                    <a:pt x="61580" y="10084"/>
                  </a:cubicBezTo>
                  <a:cubicBezTo>
                    <a:pt x="24991" y="26"/>
                    <a:pt x="24128" y="-1054"/>
                    <a:pt x="19689" y="673"/>
                  </a:cubicBezTo>
                  <a:cubicBezTo>
                    <a:pt x="19689" y="673"/>
                    <a:pt x="4646" y="4026"/>
                    <a:pt x="4646" y="10516"/>
                  </a:cubicBezTo>
                  <a:cubicBezTo>
                    <a:pt x="4754" y="11272"/>
                    <a:pt x="3998" y="15920"/>
                    <a:pt x="7675" y="17977"/>
                  </a:cubicBezTo>
                  <a:cubicBezTo>
                    <a:pt x="11250" y="20568"/>
                    <a:pt x="20445" y="23381"/>
                    <a:pt x="15574" y="25762"/>
                  </a:cubicBezTo>
                  <a:cubicBezTo>
                    <a:pt x="3452" y="31598"/>
                    <a:pt x="99" y="32036"/>
                    <a:pt x="99" y="37224"/>
                  </a:cubicBezTo>
                  <a:cubicBezTo>
                    <a:pt x="639" y="42958"/>
                    <a:pt x="-1742" y="51175"/>
                    <a:pt x="3344" y="53118"/>
                  </a:cubicBezTo>
                  <a:cubicBezTo>
                    <a:pt x="5833" y="54096"/>
                    <a:pt x="8869" y="55499"/>
                    <a:pt x="12761" y="55067"/>
                  </a:cubicBezTo>
                  <a:cubicBezTo>
                    <a:pt x="42746" y="52039"/>
                    <a:pt x="44581" y="50635"/>
                    <a:pt x="46962" y="55283"/>
                  </a:cubicBezTo>
                  <a:cubicBezTo>
                    <a:pt x="47185" y="56039"/>
                    <a:pt x="50753" y="60579"/>
                    <a:pt x="46530" y="61665"/>
                  </a:cubicBezTo>
                  <a:cubicBezTo>
                    <a:pt x="27811" y="66637"/>
                    <a:pt x="21530" y="67177"/>
                    <a:pt x="25753" y="69774"/>
                  </a:cubicBezTo>
                  <a:cubicBezTo>
                    <a:pt x="41876" y="79286"/>
                    <a:pt x="44149" y="81668"/>
                    <a:pt x="48372" y="80264"/>
                  </a:cubicBezTo>
                  <a:lnTo>
                    <a:pt x="48696" y="804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14904A4-A52B-89FD-98D8-D35B908D1A9B}"/>
                </a:ext>
              </a:extLst>
            </p:cNvPr>
            <p:cNvSpPr/>
            <p:nvPr/>
          </p:nvSpPr>
          <p:spPr>
            <a:xfrm>
              <a:off x="3279506" y="2023392"/>
              <a:ext cx="16910" cy="11928"/>
            </a:xfrm>
            <a:custGeom>
              <a:avLst/>
              <a:gdLst>
                <a:gd name="csX0" fmla="*/ 10937 w 19502"/>
                <a:gd name="csY0" fmla="*/ 146 h 13756"/>
                <a:gd name="csX1" fmla="*/ 224 w 19502"/>
                <a:gd name="csY1" fmla="*/ 4686 h 13756"/>
                <a:gd name="csX2" fmla="*/ 6714 w 19502"/>
                <a:gd name="csY2" fmla="*/ 13659 h 13756"/>
                <a:gd name="csX3" fmla="*/ 19058 w 19502"/>
                <a:gd name="csY3" fmla="*/ 10090 h 13756"/>
                <a:gd name="csX4" fmla="*/ 10937 w 19502"/>
                <a:gd name="csY4" fmla="*/ 38 h 13756"/>
                <a:gd name="csX5" fmla="*/ 10937 w 19502"/>
                <a:gd name="csY5" fmla="*/ 146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02" h="13756">
                  <a:moveTo>
                    <a:pt x="10937" y="146"/>
                  </a:moveTo>
                  <a:cubicBezTo>
                    <a:pt x="10937" y="146"/>
                    <a:pt x="-1833" y="-1264"/>
                    <a:pt x="224" y="4686"/>
                  </a:cubicBezTo>
                  <a:cubicBezTo>
                    <a:pt x="1196" y="6635"/>
                    <a:pt x="1952" y="13659"/>
                    <a:pt x="6714" y="13659"/>
                  </a:cubicBezTo>
                  <a:cubicBezTo>
                    <a:pt x="12239" y="13011"/>
                    <a:pt x="21656" y="15716"/>
                    <a:pt x="19058" y="10090"/>
                  </a:cubicBezTo>
                  <a:cubicBezTo>
                    <a:pt x="17109" y="6959"/>
                    <a:pt x="15807" y="-286"/>
                    <a:pt x="10937" y="38"/>
                  </a:cubicBezTo>
                  <a:lnTo>
                    <a:pt x="10937" y="1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FC377F46-AEBD-C142-8439-5F1C693C575F}"/>
                </a:ext>
              </a:extLst>
            </p:cNvPr>
            <p:cNvSpPr/>
            <p:nvPr/>
          </p:nvSpPr>
          <p:spPr>
            <a:xfrm>
              <a:off x="4373260" y="1830500"/>
              <a:ext cx="12555" cy="11410"/>
            </a:xfrm>
            <a:custGeom>
              <a:avLst/>
              <a:gdLst>
                <a:gd name="csX0" fmla="*/ 13850 w 14479"/>
                <a:gd name="csY0" fmla="*/ 6759 h 13159"/>
                <a:gd name="csX1" fmla="*/ 8541 w 14479"/>
                <a:gd name="csY1" fmla="*/ 377 h 13159"/>
                <a:gd name="csX2" fmla="*/ 750 w 14479"/>
                <a:gd name="csY2" fmla="*/ 4918 h 13159"/>
                <a:gd name="csX3" fmla="*/ 6376 w 14479"/>
                <a:gd name="csY3" fmla="*/ 12595 h 13159"/>
                <a:gd name="csX4" fmla="*/ 13850 w 14479"/>
                <a:gd name="csY4" fmla="*/ 6759 h 13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9" h="13159">
                  <a:moveTo>
                    <a:pt x="13850" y="6759"/>
                  </a:moveTo>
                  <a:cubicBezTo>
                    <a:pt x="16555" y="2219"/>
                    <a:pt x="9735" y="1133"/>
                    <a:pt x="8541" y="377"/>
                  </a:cubicBezTo>
                  <a:cubicBezTo>
                    <a:pt x="4217" y="-1458"/>
                    <a:pt x="1836" y="3946"/>
                    <a:pt x="750" y="4918"/>
                  </a:cubicBezTo>
                  <a:cubicBezTo>
                    <a:pt x="-2603" y="9242"/>
                    <a:pt x="6376" y="12595"/>
                    <a:pt x="6376" y="12595"/>
                  </a:cubicBezTo>
                  <a:cubicBezTo>
                    <a:pt x="10599" y="15192"/>
                    <a:pt x="12764" y="8054"/>
                    <a:pt x="13850" y="67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D50A08CC-B8BA-4F53-EFD3-F7005290EC1B}"/>
                </a:ext>
              </a:extLst>
            </p:cNvPr>
            <p:cNvSpPr/>
            <p:nvPr/>
          </p:nvSpPr>
          <p:spPr>
            <a:xfrm>
              <a:off x="4453337" y="1714601"/>
              <a:ext cx="14314" cy="11844"/>
            </a:xfrm>
            <a:custGeom>
              <a:avLst/>
              <a:gdLst>
                <a:gd name="csX0" fmla="*/ 11765 w 16508"/>
                <a:gd name="csY0" fmla="*/ 13573 h 13659"/>
                <a:gd name="csX1" fmla="*/ 16420 w 16508"/>
                <a:gd name="csY1" fmla="*/ 5788 h 13659"/>
                <a:gd name="csX2" fmla="*/ 7009 w 16508"/>
                <a:gd name="csY2" fmla="*/ 60 h 13659"/>
                <a:gd name="csX3" fmla="*/ 297 w 16508"/>
                <a:gd name="csY3" fmla="*/ 7191 h 13659"/>
                <a:gd name="csX4" fmla="*/ 11765 w 16508"/>
                <a:gd name="csY4" fmla="*/ 13573 h 1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08" h="13659">
                  <a:moveTo>
                    <a:pt x="11765" y="13573"/>
                  </a:moveTo>
                  <a:cubicBezTo>
                    <a:pt x="16312" y="14545"/>
                    <a:pt x="15988" y="7083"/>
                    <a:pt x="16420" y="5788"/>
                  </a:cubicBezTo>
                  <a:cubicBezTo>
                    <a:pt x="17398" y="-162"/>
                    <a:pt x="10038" y="1140"/>
                    <a:pt x="7009" y="60"/>
                  </a:cubicBezTo>
                  <a:cubicBezTo>
                    <a:pt x="2463" y="-702"/>
                    <a:pt x="1053" y="6004"/>
                    <a:pt x="297" y="7191"/>
                  </a:cubicBezTo>
                  <a:cubicBezTo>
                    <a:pt x="-2192" y="12817"/>
                    <a:pt x="11765" y="13573"/>
                    <a:pt x="11765" y="135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CF385FB1-6F00-A00C-3E92-D367F6B20DB8}"/>
                </a:ext>
              </a:extLst>
            </p:cNvPr>
            <p:cNvSpPr/>
            <p:nvPr/>
          </p:nvSpPr>
          <p:spPr>
            <a:xfrm>
              <a:off x="4458193" y="1656719"/>
              <a:ext cx="52021" cy="38580"/>
            </a:xfrm>
            <a:custGeom>
              <a:avLst/>
              <a:gdLst>
                <a:gd name="csX0" fmla="*/ 21539 w 59994"/>
                <a:gd name="csY0" fmla="*/ 8528 h 44493"/>
                <a:gd name="csX1" fmla="*/ 8224 w 59994"/>
                <a:gd name="csY1" fmla="*/ 5607 h 44493"/>
                <a:gd name="csX2" fmla="*/ 0 w 59994"/>
                <a:gd name="csY2" fmla="*/ 7226 h 44493"/>
                <a:gd name="csX3" fmla="*/ 0 w 59994"/>
                <a:gd name="csY3" fmla="*/ 9607 h 44493"/>
                <a:gd name="csX4" fmla="*/ 5518 w 59994"/>
                <a:gd name="csY4" fmla="*/ 40640 h 44493"/>
                <a:gd name="csX5" fmla="*/ 19482 w 59994"/>
                <a:gd name="csY5" fmla="*/ 43885 h 44493"/>
                <a:gd name="csX6" fmla="*/ 34525 w 59994"/>
                <a:gd name="csY6" fmla="*/ 39668 h 44493"/>
                <a:gd name="csX7" fmla="*/ 56496 w 59994"/>
                <a:gd name="csY7" fmla="*/ 41510 h 44493"/>
                <a:gd name="csX8" fmla="*/ 57582 w 59994"/>
                <a:gd name="csY8" fmla="*/ 23882 h 44493"/>
                <a:gd name="csX9" fmla="*/ 47295 w 59994"/>
                <a:gd name="csY9" fmla="*/ 24854 h 44493"/>
                <a:gd name="csX10" fmla="*/ 42316 w 59994"/>
                <a:gd name="csY10" fmla="*/ 26581 h 44493"/>
                <a:gd name="csX11" fmla="*/ 33007 w 59994"/>
                <a:gd name="csY11" fmla="*/ 20529 h 44493"/>
                <a:gd name="csX12" fmla="*/ 40043 w 59994"/>
                <a:gd name="csY12" fmla="*/ 7118 h 44493"/>
                <a:gd name="csX13" fmla="*/ 28791 w 59994"/>
                <a:gd name="csY13" fmla="*/ 1822 h 44493"/>
                <a:gd name="csX14" fmla="*/ 21647 w 59994"/>
                <a:gd name="csY14" fmla="*/ 8528 h 44493"/>
                <a:gd name="csX15" fmla="*/ 21539 w 59994"/>
                <a:gd name="csY15" fmla="*/ 8528 h 44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994" h="44493">
                  <a:moveTo>
                    <a:pt x="21539" y="8528"/>
                  </a:moveTo>
                  <a:cubicBezTo>
                    <a:pt x="16777" y="6794"/>
                    <a:pt x="12554" y="4743"/>
                    <a:pt x="8224" y="5607"/>
                  </a:cubicBezTo>
                  <a:lnTo>
                    <a:pt x="0" y="7226"/>
                  </a:lnTo>
                  <a:lnTo>
                    <a:pt x="0" y="9607"/>
                  </a:lnTo>
                  <a:cubicBezTo>
                    <a:pt x="2489" y="29934"/>
                    <a:pt x="0" y="38373"/>
                    <a:pt x="5518" y="40640"/>
                  </a:cubicBezTo>
                  <a:cubicBezTo>
                    <a:pt x="11252" y="43021"/>
                    <a:pt x="15367" y="45726"/>
                    <a:pt x="19482" y="43885"/>
                  </a:cubicBezTo>
                  <a:cubicBezTo>
                    <a:pt x="25216" y="41402"/>
                    <a:pt x="30087" y="38373"/>
                    <a:pt x="34525" y="39668"/>
                  </a:cubicBezTo>
                  <a:cubicBezTo>
                    <a:pt x="51841" y="44317"/>
                    <a:pt x="55201" y="46590"/>
                    <a:pt x="56496" y="41510"/>
                  </a:cubicBezTo>
                  <a:cubicBezTo>
                    <a:pt x="57798" y="33826"/>
                    <a:pt x="62992" y="24962"/>
                    <a:pt x="57582" y="23882"/>
                  </a:cubicBezTo>
                  <a:cubicBezTo>
                    <a:pt x="55632" y="23882"/>
                    <a:pt x="49676" y="21177"/>
                    <a:pt x="47295" y="24854"/>
                  </a:cubicBezTo>
                  <a:cubicBezTo>
                    <a:pt x="46324" y="26365"/>
                    <a:pt x="44050" y="27127"/>
                    <a:pt x="42316" y="26581"/>
                  </a:cubicBezTo>
                  <a:cubicBezTo>
                    <a:pt x="38748" y="25070"/>
                    <a:pt x="29007" y="24962"/>
                    <a:pt x="33007" y="20529"/>
                  </a:cubicBezTo>
                  <a:cubicBezTo>
                    <a:pt x="36475" y="15551"/>
                    <a:pt x="44158" y="11011"/>
                    <a:pt x="40043" y="7118"/>
                  </a:cubicBezTo>
                  <a:cubicBezTo>
                    <a:pt x="36366" y="4521"/>
                    <a:pt x="31604" y="-3588"/>
                    <a:pt x="28791" y="1822"/>
                  </a:cubicBezTo>
                  <a:cubicBezTo>
                    <a:pt x="27813" y="3118"/>
                    <a:pt x="26086" y="10039"/>
                    <a:pt x="21647" y="8528"/>
                  </a:cubicBezTo>
                  <a:lnTo>
                    <a:pt x="21539" y="85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97C066BA-DCF1-06F6-587F-6BD41FC7BDDC}"/>
                </a:ext>
              </a:extLst>
            </p:cNvPr>
            <p:cNvSpPr/>
            <p:nvPr/>
          </p:nvSpPr>
          <p:spPr>
            <a:xfrm>
              <a:off x="4449131" y="1566205"/>
              <a:ext cx="23074" cy="49649"/>
            </a:xfrm>
            <a:custGeom>
              <a:avLst/>
              <a:gdLst>
                <a:gd name="csX0" fmla="*/ 13149 w 26610"/>
                <a:gd name="csY0" fmla="*/ 3045 h 57258"/>
                <a:gd name="csX1" fmla="*/ 56 w 26610"/>
                <a:gd name="csY1" fmla="*/ 2829 h 57258"/>
                <a:gd name="csX2" fmla="*/ 1789 w 26610"/>
                <a:gd name="csY2" fmla="*/ 19482 h 57258"/>
                <a:gd name="csX3" fmla="*/ 22897 w 26610"/>
                <a:gd name="csY3" fmla="*/ 55492 h 57258"/>
                <a:gd name="csX4" fmla="*/ 26034 w 26610"/>
                <a:gd name="csY4" fmla="*/ 34727 h 57258"/>
                <a:gd name="csX5" fmla="*/ 13042 w 26610"/>
                <a:gd name="csY5" fmla="*/ 2937 h 57258"/>
                <a:gd name="csX6" fmla="*/ 13149 w 26610"/>
                <a:gd name="csY6" fmla="*/ 3045 h 57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57258">
                  <a:moveTo>
                    <a:pt x="13149" y="3045"/>
                  </a:moveTo>
                  <a:cubicBezTo>
                    <a:pt x="13149" y="3045"/>
                    <a:pt x="56" y="-3660"/>
                    <a:pt x="56" y="2829"/>
                  </a:cubicBezTo>
                  <a:cubicBezTo>
                    <a:pt x="56" y="9317"/>
                    <a:pt x="-484" y="14940"/>
                    <a:pt x="1789" y="19482"/>
                  </a:cubicBezTo>
                  <a:cubicBezTo>
                    <a:pt x="19322" y="54412"/>
                    <a:pt x="21487" y="61112"/>
                    <a:pt x="22897" y="55492"/>
                  </a:cubicBezTo>
                  <a:cubicBezTo>
                    <a:pt x="25602" y="44786"/>
                    <a:pt x="27659" y="39706"/>
                    <a:pt x="26034" y="34727"/>
                  </a:cubicBezTo>
                  <a:cubicBezTo>
                    <a:pt x="17480" y="7803"/>
                    <a:pt x="17480" y="4451"/>
                    <a:pt x="13042" y="2937"/>
                  </a:cubicBezTo>
                  <a:lnTo>
                    <a:pt x="13149" y="30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A08AF953-8489-C21E-5FDC-B129A9BD528D}"/>
                </a:ext>
              </a:extLst>
            </p:cNvPr>
            <p:cNvSpPr/>
            <p:nvPr/>
          </p:nvSpPr>
          <p:spPr>
            <a:xfrm>
              <a:off x="4478660" y="1468411"/>
              <a:ext cx="23441" cy="21562"/>
            </a:xfrm>
            <a:custGeom>
              <a:avLst/>
              <a:gdLst>
                <a:gd name="csX0" fmla="*/ 2043 w 27034"/>
                <a:gd name="csY0" fmla="*/ 24774 h 24867"/>
                <a:gd name="csX1" fmla="*/ 19366 w 27034"/>
                <a:gd name="csY1" fmla="*/ 21422 h 24867"/>
                <a:gd name="csX2" fmla="*/ 25208 w 27034"/>
                <a:gd name="csY2" fmla="*/ 3796 h 24867"/>
                <a:gd name="csX3" fmla="*/ 11136 w 27034"/>
                <a:gd name="csY3" fmla="*/ 1957 h 24867"/>
                <a:gd name="csX4" fmla="*/ 1935 w 27034"/>
                <a:gd name="csY4" fmla="*/ 24774 h 24867"/>
                <a:gd name="csX5" fmla="*/ 2043 w 27034"/>
                <a:gd name="csY5" fmla="*/ 24774 h 24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34" h="24867">
                  <a:moveTo>
                    <a:pt x="2043" y="24774"/>
                  </a:moveTo>
                  <a:cubicBezTo>
                    <a:pt x="13410" y="24774"/>
                    <a:pt x="16985" y="25748"/>
                    <a:pt x="19366" y="21422"/>
                  </a:cubicBezTo>
                  <a:cubicBezTo>
                    <a:pt x="22935" y="13636"/>
                    <a:pt x="30510" y="6066"/>
                    <a:pt x="25208" y="3796"/>
                  </a:cubicBezTo>
                  <a:cubicBezTo>
                    <a:pt x="25208" y="3796"/>
                    <a:pt x="14057" y="-3341"/>
                    <a:pt x="11136" y="1957"/>
                  </a:cubicBezTo>
                  <a:cubicBezTo>
                    <a:pt x="748" y="20882"/>
                    <a:pt x="-2504" y="24774"/>
                    <a:pt x="1935" y="24774"/>
                  </a:cubicBezTo>
                  <a:lnTo>
                    <a:pt x="2043" y="24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2218C5B8-1614-0DF7-F139-CE45FA72A85A}"/>
                </a:ext>
              </a:extLst>
            </p:cNvPr>
            <p:cNvSpPr/>
            <p:nvPr/>
          </p:nvSpPr>
          <p:spPr>
            <a:xfrm>
              <a:off x="4482186" y="1353752"/>
              <a:ext cx="21302" cy="21504"/>
            </a:xfrm>
            <a:custGeom>
              <a:avLst/>
              <a:gdLst>
                <a:gd name="csX0" fmla="*/ 21034 w 24567"/>
                <a:gd name="csY0" fmla="*/ 316 h 24800"/>
                <a:gd name="csX1" fmla="*/ 7718 w 24567"/>
                <a:gd name="csY1" fmla="*/ 3668 h 24800"/>
                <a:gd name="csX2" fmla="*/ 1552 w 24567"/>
                <a:gd name="csY2" fmla="*/ 22592 h 24800"/>
                <a:gd name="csX3" fmla="*/ 8588 w 24567"/>
                <a:gd name="csY3" fmla="*/ 23349 h 24800"/>
                <a:gd name="csX4" fmla="*/ 18761 w 24567"/>
                <a:gd name="csY4" fmla="*/ 14590 h 24800"/>
                <a:gd name="csX5" fmla="*/ 24495 w 24567"/>
                <a:gd name="csY5" fmla="*/ 9075 h 24800"/>
                <a:gd name="csX6" fmla="*/ 21142 w 24567"/>
                <a:gd name="csY6" fmla="*/ 208 h 24800"/>
                <a:gd name="csX7" fmla="*/ 21034 w 24567"/>
                <a:gd name="csY7" fmla="*/ 316 h 24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567" h="24800">
                  <a:moveTo>
                    <a:pt x="21034" y="316"/>
                  </a:moveTo>
                  <a:cubicBezTo>
                    <a:pt x="21034" y="316"/>
                    <a:pt x="10639" y="-1522"/>
                    <a:pt x="7718" y="3668"/>
                  </a:cubicBezTo>
                  <a:cubicBezTo>
                    <a:pt x="3826" y="12536"/>
                    <a:pt x="-3102" y="18916"/>
                    <a:pt x="1552" y="22592"/>
                  </a:cubicBezTo>
                  <a:cubicBezTo>
                    <a:pt x="2092" y="22809"/>
                    <a:pt x="5445" y="26918"/>
                    <a:pt x="8588" y="23349"/>
                  </a:cubicBezTo>
                  <a:cubicBezTo>
                    <a:pt x="12157" y="19240"/>
                    <a:pt x="14538" y="15672"/>
                    <a:pt x="18761" y="14590"/>
                  </a:cubicBezTo>
                  <a:cubicBezTo>
                    <a:pt x="19301" y="14266"/>
                    <a:pt x="24495" y="14374"/>
                    <a:pt x="24495" y="9075"/>
                  </a:cubicBezTo>
                  <a:cubicBezTo>
                    <a:pt x="24279" y="7669"/>
                    <a:pt x="25797" y="208"/>
                    <a:pt x="21142" y="208"/>
                  </a:cubicBezTo>
                  <a:lnTo>
                    <a:pt x="21034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A8966D3C-8B7B-5716-8617-7176E1552B12}"/>
                </a:ext>
              </a:extLst>
            </p:cNvPr>
            <p:cNvSpPr/>
            <p:nvPr/>
          </p:nvSpPr>
          <p:spPr>
            <a:xfrm>
              <a:off x="4430997" y="1368747"/>
              <a:ext cx="22661" cy="29305"/>
            </a:xfrm>
            <a:custGeom>
              <a:avLst/>
              <a:gdLst>
                <a:gd name="csX0" fmla="*/ 18263 w 26134"/>
                <a:gd name="csY0" fmla="*/ 31360 h 33796"/>
                <a:gd name="csX1" fmla="*/ 23788 w 26134"/>
                <a:gd name="csY1" fmla="*/ 0 h 33796"/>
                <a:gd name="csX2" fmla="*/ 16320 w 26134"/>
                <a:gd name="csY2" fmla="*/ 2379 h 33796"/>
                <a:gd name="csX3" fmla="*/ 6903 w 26134"/>
                <a:gd name="csY3" fmla="*/ 12111 h 33796"/>
                <a:gd name="csX4" fmla="*/ 1595 w 26134"/>
                <a:gd name="csY4" fmla="*/ 26602 h 33796"/>
                <a:gd name="csX5" fmla="*/ 18156 w 26134"/>
                <a:gd name="csY5" fmla="*/ 31360 h 33796"/>
                <a:gd name="csX6" fmla="*/ 18263 w 26134"/>
                <a:gd name="csY6" fmla="*/ 31360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34" h="33796">
                  <a:moveTo>
                    <a:pt x="18263" y="31360"/>
                  </a:moveTo>
                  <a:cubicBezTo>
                    <a:pt x="26169" y="3569"/>
                    <a:pt x="28328" y="0"/>
                    <a:pt x="23788" y="0"/>
                  </a:cubicBezTo>
                  <a:cubicBezTo>
                    <a:pt x="23242" y="109"/>
                    <a:pt x="19565" y="-540"/>
                    <a:pt x="16320" y="2379"/>
                  </a:cubicBezTo>
                  <a:cubicBezTo>
                    <a:pt x="16320" y="2379"/>
                    <a:pt x="9500" y="8111"/>
                    <a:pt x="6903" y="12111"/>
                  </a:cubicBezTo>
                  <a:cubicBezTo>
                    <a:pt x="3976" y="17735"/>
                    <a:pt x="-3168" y="24007"/>
                    <a:pt x="1595" y="26602"/>
                  </a:cubicBezTo>
                  <a:cubicBezTo>
                    <a:pt x="9500" y="29954"/>
                    <a:pt x="16428" y="37740"/>
                    <a:pt x="18156" y="31360"/>
                  </a:cubicBezTo>
                  <a:lnTo>
                    <a:pt x="18263" y="3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9C151621-5E15-B59D-5FDE-56C96BAA0DFF}"/>
                </a:ext>
              </a:extLst>
            </p:cNvPr>
            <p:cNvSpPr/>
            <p:nvPr/>
          </p:nvSpPr>
          <p:spPr>
            <a:xfrm>
              <a:off x="4433602" y="1424328"/>
              <a:ext cx="26410" cy="22663"/>
            </a:xfrm>
            <a:custGeom>
              <a:avLst/>
              <a:gdLst>
                <a:gd name="csX0" fmla="*/ 10389 w 30458"/>
                <a:gd name="csY0" fmla="*/ 18626 h 26136"/>
                <a:gd name="csX1" fmla="*/ 17856 w 30458"/>
                <a:gd name="csY1" fmla="*/ 24249 h 26136"/>
                <a:gd name="csX2" fmla="*/ 28467 w 30458"/>
                <a:gd name="csY2" fmla="*/ 22735 h 26136"/>
                <a:gd name="csX3" fmla="*/ 25330 w 30458"/>
                <a:gd name="csY3" fmla="*/ 2513 h 26136"/>
                <a:gd name="csX4" fmla="*/ 3137 w 30458"/>
                <a:gd name="csY4" fmla="*/ 8028 h 26136"/>
                <a:gd name="csX5" fmla="*/ 0 w 30458"/>
                <a:gd name="csY5" fmla="*/ 13435 h 26136"/>
                <a:gd name="csX6" fmla="*/ 0 w 30458"/>
                <a:gd name="csY6" fmla="*/ 15166 h 26136"/>
                <a:gd name="csX7" fmla="*/ 10389 w 30458"/>
                <a:gd name="csY7" fmla="*/ 18518 h 26136"/>
                <a:gd name="csX8" fmla="*/ 10389 w 30458"/>
                <a:gd name="csY8" fmla="*/ 18626 h 26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458" h="26136">
                  <a:moveTo>
                    <a:pt x="10389" y="18626"/>
                  </a:moveTo>
                  <a:cubicBezTo>
                    <a:pt x="14827" y="18301"/>
                    <a:pt x="17209" y="23600"/>
                    <a:pt x="17856" y="24249"/>
                  </a:cubicBezTo>
                  <a:cubicBezTo>
                    <a:pt x="21215" y="28899"/>
                    <a:pt x="26086" y="23600"/>
                    <a:pt x="28467" y="22735"/>
                  </a:cubicBezTo>
                  <a:cubicBezTo>
                    <a:pt x="33446" y="20032"/>
                    <a:pt x="27820" y="12246"/>
                    <a:pt x="25330" y="2513"/>
                  </a:cubicBezTo>
                  <a:cubicBezTo>
                    <a:pt x="23705" y="-2461"/>
                    <a:pt x="20892" y="243"/>
                    <a:pt x="3137" y="8028"/>
                  </a:cubicBezTo>
                  <a:cubicBezTo>
                    <a:pt x="1410" y="8785"/>
                    <a:pt x="0" y="11272"/>
                    <a:pt x="0" y="13435"/>
                  </a:cubicBezTo>
                  <a:lnTo>
                    <a:pt x="0" y="15166"/>
                  </a:lnTo>
                  <a:cubicBezTo>
                    <a:pt x="0" y="21221"/>
                    <a:pt x="7360" y="18193"/>
                    <a:pt x="10389" y="18518"/>
                  </a:cubicBezTo>
                  <a:lnTo>
                    <a:pt x="10389" y="186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9B96DBDE-72A2-2B52-40B0-DAA87F503D91}"/>
                </a:ext>
              </a:extLst>
            </p:cNvPr>
            <p:cNvSpPr/>
            <p:nvPr/>
          </p:nvSpPr>
          <p:spPr>
            <a:xfrm>
              <a:off x="4455547" y="1454875"/>
              <a:ext cx="10355" cy="13567"/>
            </a:xfrm>
            <a:custGeom>
              <a:avLst/>
              <a:gdLst>
                <a:gd name="csX0" fmla="*/ 7381 w 11942"/>
                <a:gd name="csY0" fmla="*/ 15081 h 15646"/>
                <a:gd name="csX1" fmla="*/ 11813 w 11942"/>
                <a:gd name="csY1" fmla="*/ 7728 h 15646"/>
                <a:gd name="csX2" fmla="*/ 6943 w 11942"/>
                <a:gd name="csY2" fmla="*/ 374 h 15646"/>
                <a:gd name="csX3" fmla="*/ 453 w 11942"/>
                <a:gd name="csY3" fmla="*/ 8485 h 15646"/>
                <a:gd name="csX4" fmla="*/ 7381 w 11942"/>
                <a:gd name="csY4" fmla="*/ 15081 h 15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2" h="15646">
                  <a:moveTo>
                    <a:pt x="7381" y="15081"/>
                  </a:moveTo>
                  <a:cubicBezTo>
                    <a:pt x="7921" y="14433"/>
                    <a:pt x="12791" y="12810"/>
                    <a:pt x="11813" y="7728"/>
                  </a:cubicBezTo>
                  <a:cubicBezTo>
                    <a:pt x="11813" y="7728"/>
                    <a:pt x="11274" y="-2004"/>
                    <a:pt x="6943" y="374"/>
                  </a:cubicBezTo>
                  <a:cubicBezTo>
                    <a:pt x="5108" y="1888"/>
                    <a:pt x="-1820" y="3294"/>
                    <a:pt x="453" y="8485"/>
                  </a:cubicBezTo>
                  <a:cubicBezTo>
                    <a:pt x="1425" y="9999"/>
                    <a:pt x="3158" y="17785"/>
                    <a:pt x="7381" y="150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A204C30-E7EF-BD91-F084-310F8C01D228}"/>
                </a:ext>
              </a:extLst>
            </p:cNvPr>
            <p:cNvSpPr/>
            <p:nvPr/>
          </p:nvSpPr>
          <p:spPr>
            <a:xfrm>
              <a:off x="4401291" y="1439740"/>
              <a:ext cx="11438" cy="11578"/>
            </a:xfrm>
            <a:custGeom>
              <a:avLst/>
              <a:gdLst>
                <a:gd name="csX0" fmla="*/ 142 w 13191"/>
                <a:gd name="csY0" fmla="*/ 3338 h 13353"/>
                <a:gd name="csX1" fmla="*/ 3494 w 13191"/>
                <a:gd name="csY1" fmla="*/ 12422 h 13353"/>
                <a:gd name="csX2" fmla="*/ 12480 w 13191"/>
                <a:gd name="csY2" fmla="*/ 10043 h 13353"/>
                <a:gd name="csX3" fmla="*/ 10638 w 13191"/>
                <a:gd name="csY3" fmla="*/ 1608 h 13353"/>
                <a:gd name="csX4" fmla="*/ 250 w 13191"/>
                <a:gd name="csY4" fmla="*/ 3338 h 13353"/>
                <a:gd name="csX5" fmla="*/ 142 w 13191"/>
                <a:gd name="csY5" fmla="*/ 3338 h 1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91" h="13353">
                  <a:moveTo>
                    <a:pt x="142" y="3338"/>
                  </a:moveTo>
                  <a:cubicBezTo>
                    <a:pt x="142" y="3338"/>
                    <a:pt x="-1052" y="11557"/>
                    <a:pt x="3494" y="12422"/>
                  </a:cubicBezTo>
                  <a:cubicBezTo>
                    <a:pt x="5228" y="12422"/>
                    <a:pt x="11400" y="15666"/>
                    <a:pt x="12480" y="10043"/>
                  </a:cubicBezTo>
                  <a:cubicBezTo>
                    <a:pt x="12480" y="9070"/>
                    <a:pt x="14969" y="2689"/>
                    <a:pt x="10638" y="1608"/>
                  </a:cubicBezTo>
                  <a:cubicBezTo>
                    <a:pt x="7393" y="1392"/>
                    <a:pt x="250" y="-2826"/>
                    <a:pt x="250" y="3338"/>
                  </a:cubicBezTo>
                  <a:lnTo>
                    <a:pt x="142" y="3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86DDDE2-04DA-D495-BF1C-66B500F2CAF6}"/>
                </a:ext>
              </a:extLst>
            </p:cNvPr>
            <p:cNvSpPr/>
            <p:nvPr/>
          </p:nvSpPr>
          <p:spPr>
            <a:xfrm>
              <a:off x="4465337" y="1400806"/>
              <a:ext cx="11399" cy="14543"/>
            </a:xfrm>
            <a:custGeom>
              <a:avLst/>
              <a:gdLst>
                <a:gd name="csX0" fmla="*/ 4638 w 13146"/>
                <a:gd name="csY0" fmla="*/ 16772 h 16772"/>
                <a:gd name="csX1" fmla="*/ 12861 w 13146"/>
                <a:gd name="csY1" fmla="*/ 11041 h 16772"/>
                <a:gd name="csX2" fmla="*/ 5825 w 13146"/>
                <a:gd name="csY2" fmla="*/ 552 h 16772"/>
                <a:gd name="csX3" fmla="*/ 91 w 13146"/>
                <a:gd name="csY3" fmla="*/ 9743 h 16772"/>
                <a:gd name="csX4" fmla="*/ 4638 w 13146"/>
                <a:gd name="csY4" fmla="*/ 16664 h 16772"/>
                <a:gd name="csX5" fmla="*/ 4638 w 13146"/>
                <a:gd name="csY5" fmla="*/ 16772 h 16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46" h="16772">
                  <a:moveTo>
                    <a:pt x="4638" y="16772"/>
                  </a:moveTo>
                  <a:cubicBezTo>
                    <a:pt x="7127" y="15691"/>
                    <a:pt x="14703" y="16556"/>
                    <a:pt x="12861" y="11041"/>
                  </a:cubicBezTo>
                  <a:cubicBezTo>
                    <a:pt x="12861" y="11041"/>
                    <a:pt x="10156" y="-2909"/>
                    <a:pt x="5825" y="552"/>
                  </a:cubicBezTo>
                  <a:cubicBezTo>
                    <a:pt x="4746" y="1850"/>
                    <a:pt x="-772" y="4228"/>
                    <a:pt x="91" y="9743"/>
                  </a:cubicBezTo>
                  <a:cubicBezTo>
                    <a:pt x="523" y="10825"/>
                    <a:pt x="91" y="17638"/>
                    <a:pt x="4638" y="16664"/>
                  </a:cubicBezTo>
                  <a:lnTo>
                    <a:pt x="4638" y="16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05DC2B98-1D65-AA84-0565-44D8DBA61769}"/>
                </a:ext>
              </a:extLst>
            </p:cNvPr>
            <p:cNvSpPr/>
            <p:nvPr/>
          </p:nvSpPr>
          <p:spPr>
            <a:xfrm>
              <a:off x="4486589" y="1117653"/>
              <a:ext cx="20206" cy="14514"/>
            </a:xfrm>
            <a:custGeom>
              <a:avLst/>
              <a:gdLst>
                <a:gd name="csX0" fmla="*/ 12712 w 23303"/>
                <a:gd name="csY0" fmla="*/ 16641 h 16738"/>
                <a:gd name="csX1" fmla="*/ 22668 w 23303"/>
                <a:gd name="csY1" fmla="*/ 13396 h 16738"/>
                <a:gd name="csX2" fmla="*/ 10870 w 23303"/>
                <a:gd name="csY2" fmla="*/ 96 h 16738"/>
                <a:gd name="csX3" fmla="*/ 589 w 23303"/>
                <a:gd name="csY3" fmla="*/ 5394 h 16738"/>
                <a:gd name="csX4" fmla="*/ 12604 w 23303"/>
                <a:gd name="csY4" fmla="*/ 16641 h 16738"/>
                <a:gd name="csX5" fmla="*/ 12712 w 23303"/>
                <a:gd name="csY5" fmla="*/ 16641 h 16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03" h="16738">
                  <a:moveTo>
                    <a:pt x="12712" y="16641"/>
                  </a:moveTo>
                  <a:cubicBezTo>
                    <a:pt x="16496" y="16099"/>
                    <a:pt x="25805" y="18479"/>
                    <a:pt x="22668" y="13396"/>
                  </a:cubicBezTo>
                  <a:cubicBezTo>
                    <a:pt x="18230" y="7340"/>
                    <a:pt x="16173" y="-986"/>
                    <a:pt x="10870" y="96"/>
                  </a:cubicBezTo>
                  <a:cubicBezTo>
                    <a:pt x="10870" y="96"/>
                    <a:pt x="-2986" y="636"/>
                    <a:pt x="589" y="5394"/>
                  </a:cubicBezTo>
                  <a:cubicBezTo>
                    <a:pt x="6863" y="13612"/>
                    <a:pt x="8489" y="16641"/>
                    <a:pt x="12604" y="16641"/>
                  </a:cubicBezTo>
                  <a:lnTo>
                    <a:pt x="12712" y="166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B1A5DA24-0950-B9A9-455A-079F1945ECFC}"/>
                </a:ext>
              </a:extLst>
            </p:cNvPr>
            <p:cNvSpPr/>
            <p:nvPr/>
          </p:nvSpPr>
          <p:spPr>
            <a:xfrm>
              <a:off x="4254094" y="1096242"/>
              <a:ext cx="19766" cy="23383"/>
            </a:xfrm>
            <a:custGeom>
              <a:avLst/>
              <a:gdLst>
                <a:gd name="csX0" fmla="*/ 3327 w 22796"/>
                <a:gd name="csY0" fmla="*/ 3484 h 26967"/>
                <a:gd name="csX1" fmla="*/ 76 w 22796"/>
                <a:gd name="csY1" fmla="*/ 24247 h 26967"/>
                <a:gd name="csX2" fmla="*/ 20211 w 22796"/>
                <a:gd name="csY2" fmla="*/ 18516 h 26967"/>
                <a:gd name="csX3" fmla="*/ 21399 w 22796"/>
                <a:gd name="csY3" fmla="*/ 1971 h 26967"/>
                <a:gd name="csX4" fmla="*/ 3327 w 22796"/>
                <a:gd name="csY4" fmla="*/ 3484 h 26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796" h="26967">
                  <a:moveTo>
                    <a:pt x="3327" y="3484"/>
                  </a:moveTo>
                  <a:cubicBezTo>
                    <a:pt x="-788" y="4782"/>
                    <a:pt x="76" y="8892"/>
                    <a:pt x="76" y="24247"/>
                  </a:cubicBezTo>
                  <a:cubicBezTo>
                    <a:pt x="76" y="29762"/>
                    <a:pt x="3974" y="26410"/>
                    <a:pt x="20211" y="18516"/>
                  </a:cubicBezTo>
                  <a:cubicBezTo>
                    <a:pt x="25082" y="16137"/>
                    <a:pt x="21615" y="7918"/>
                    <a:pt x="21399" y="1971"/>
                  </a:cubicBezTo>
                  <a:cubicBezTo>
                    <a:pt x="20751" y="-3220"/>
                    <a:pt x="3327" y="3484"/>
                    <a:pt x="3327" y="34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9409118-95C1-E59D-D9AD-ABFB92999594}"/>
                </a:ext>
              </a:extLst>
            </p:cNvPr>
            <p:cNvSpPr/>
            <p:nvPr/>
          </p:nvSpPr>
          <p:spPr>
            <a:xfrm>
              <a:off x="4369070" y="1088206"/>
              <a:ext cx="18755" cy="17867"/>
            </a:xfrm>
            <a:custGeom>
              <a:avLst/>
              <a:gdLst>
                <a:gd name="csX0" fmla="*/ 21603 w 21630"/>
                <a:gd name="csY0" fmla="*/ 18376 h 20605"/>
                <a:gd name="csX1" fmla="*/ 19330 w 21630"/>
                <a:gd name="csY1" fmla="*/ 4318 h 20605"/>
                <a:gd name="csX2" fmla="*/ 12834 w 21630"/>
                <a:gd name="csY2" fmla="*/ 100 h 20605"/>
                <a:gd name="csX3" fmla="*/ 496 w 21630"/>
                <a:gd name="csY3" fmla="*/ 2587 h 20605"/>
                <a:gd name="csX4" fmla="*/ 21603 w 21630"/>
                <a:gd name="csY4" fmla="*/ 18376 h 20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630" h="20605">
                  <a:moveTo>
                    <a:pt x="21603" y="18376"/>
                  </a:moveTo>
                  <a:cubicBezTo>
                    <a:pt x="21279" y="14915"/>
                    <a:pt x="22689" y="8643"/>
                    <a:pt x="19330" y="4318"/>
                  </a:cubicBezTo>
                  <a:cubicBezTo>
                    <a:pt x="18682" y="3777"/>
                    <a:pt x="16840" y="100"/>
                    <a:pt x="12834" y="100"/>
                  </a:cubicBezTo>
                  <a:cubicBezTo>
                    <a:pt x="12834" y="100"/>
                    <a:pt x="-2965" y="-765"/>
                    <a:pt x="496" y="2587"/>
                  </a:cubicBezTo>
                  <a:cubicBezTo>
                    <a:pt x="18790" y="19673"/>
                    <a:pt x="21603" y="23782"/>
                    <a:pt x="21603" y="183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C3DE1AB-7E7D-7C44-E161-C63341E54818}"/>
                </a:ext>
              </a:extLst>
            </p:cNvPr>
            <p:cNvSpPr/>
            <p:nvPr/>
          </p:nvSpPr>
          <p:spPr>
            <a:xfrm>
              <a:off x="3459793" y="2548878"/>
              <a:ext cx="14100" cy="16730"/>
            </a:xfrm>
            <a:custGeom>
              <a:avLst/>
              <a:gdLst>
                <a:gd name="csX0" fmla="*/ 2066 w 16261"/>
                <a:gd name="csY0" fmla="*/ 766 h 19294"/>
                <a:gd name="csX1" fmla="*/ 3583 w 16261"/>
                <a:gd name="csY1" fmla="*/ 17422 h 19294"/>
                <a:gd name="csX2" fmla="*/ 13216 w 16261"/>
                <a:gd name="csY2" fmla="*/ 12774 h 19294"/>
                <a:gd name="csX3" fmla="*/ 16245 w 16261"/>
                <a:gd name="csY3" fmla="*/ 3472 h 19294"/>
                <a:gd name="csX4" fmla="*/ 2066 w 16261"/>
                <a:gd name="csY4" fmla="*/ 766 h 19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61" h="19294">
                  <a:moveTo>
                    <a:pt x="2066" y="766"/>
                  </a:moveTo>
                  <a:cubicBezTo>
                    <a:pt x="-3345" y="1204"/>
                    <a:pt x="3583" y="17422"/>
                    <a:pt x="3583" y="17422"/>
                  </a:cubicBezTo>
                  <a:cubicBezTo>
                    <a:pt x="5203" y="22826"/>
                    <a:pt x="10073" y="15041"/>
                    <a:pt x="13216" y="12774"/>
                  </a:cubicBezTo>
                  <a:cubicBezTo>
                    <a:pt x="16569" y="9637"/>
                    <a:pt x="16029" y="4443"/>
                    <a:pt x="16245" y="3472"/>
                  </a:cubicBezTo>
                  <a:cubicBezTo>
                    <a:pt x="16677" y="-2472"/>
                    <a:pt x="8346" y="1090"/>
                    <a:pt x="2066" y="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014C61D-EE01-6DAB-C270-9E31E3AF2249}"/>
                </a:ext>
              </a:extLst>
            </p:cNvPr>
            <p:cNvSpPr/>
            <p:nvPr/>
          </p:nvSpPr>
          <p:spPr>
            <a:xfrm>
              <a:off x="3486910" y="2599701"/>
              <a:ext cx="8015" cy="9725"/>
            </a:xfrm>
            <a:custGeom>
              <a:avLst/>
              <a:gdLst>
                <a:gd name="csX0" fmla="*/ 4123 w 9243"/>
                <a:gd name="csY0" fmla="*/ 333 h 11215"/>
                <a:gd name="csX1" fmla="*/ 339 w 9243"/>
                <a:gd name="csY1" fmla="*/ 2390 h 11215"/>
                <a:gd name="csX2" fmla="*/ 123 w 9243"/>
                <a:gd name="csY2" fmla="*/ 3146 h 11215"/>
                <a:gd name="csX3" fmla="*/ 3800 w 9243"/>
                <a:gd name="csY3" fmla="*/ 10391 h 11215"/>
                <a:gd name="csX4" fmla="*/ 8886 w 9243"/>
                <a:gd name="csY4" fmla="*/ 6930 h 11215"/>
                <a:gd name="csX5" fmla="*/ 4123 w 9243"/>
                <a:gd name="csY5" fmla="*/ 441 h 11215"/>
                <a:gd name="csX6" fmla="*/ 4123 w 9243"/>
                <a:gd name="csY6" fmla="*/ 333 h 11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43" h="11215">
                  <a:moveTo>
                    <a:pt x="4123" y="333"/>
                  </a:moveTo>
                  <a:cubicBezTo>
                    <a:pt x="2396" y="-531"/>
                    <a:pt x="771" y="333"/>
                    <a:pt x="339" y="2390"/>
                  </a:cubicBezTo>
                  <a:lnTo>
                    <a:pt x="123" y="3146"/>
                  </a:lnTo>
                  <a:cubicBezTo>
                    <a:pt x="-747" y="7686"/>
                    <a:pt x="3260" y="9635"/>
                    <a:pt x="3800" y="10391"/>
                  </a:cubicBezTo>
                  <a:cubicBezTo>
                    <a:pt x="7267" y="13312"/>
                    <a:pt x="8346" y="7578"/>
                    <a:pt x="8886" y="6930"/>
                  </a:cubicBezTo>
                  <a:cubicBezTo>
                    <a:pt x="10728" y="2390"/>
                    <a:pt x="4886" y="1088"/>
                    <a:pt x="4123" y="441"/>
                  </a:cubicBezTo>
                  <a:lnTo>
                    <a:pt x="4123" y="3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D60B616-9676-4FAD-4C63-BD78A61EC4A2}"/>
                </a:ext>
              </a:extLst>
            </p:cNvPr>
            <p:cNvSpPr/>
            <p:nvPr/>
          </p:nvSpPr>
          <p:spPr>
            <a:xfrm>
              <a:off x="2145688" y="4467718"/>
              <a:ext cx="76678" cy="41986"/>
            </a:xfrm>
            <a:custGeom>
              <a:avLst/>
              <a:gdLst>
                <a:gd name="csX0" fmla="*/ 70790 w 88430"/>
                <a:gd name="csY0" fmla="*/ 15037 h 48421"/>
                <a:gd name="csX1" fmla="*/ 66567 w 88430"/>
                <a:gd name="csY1" fmla="*/ 23146 h 48421"/>
                <a:gd name="csX2" fmla="*/ 56718 w 88430"/>
                <a:gd name="csY2" fmla="*/ 23146 h 48421"/>
                <a:gd name="csX3" fmla="*/ 37129 w 88430"/>
                <a:gd name="csY3" fmla="*/ 3245 h 48421"/>
                <a:gd name="csX4" fmla="*/ 18510 w 88430"/>
                <a:gd name="csY4" fmla="*/ 0 h 48421"/>
                <a:gd name="csX5" fmla="*/ 14834 w 88430"/>
                <a:gd name="csY5" fmla="*/ 10382 h 48421"/>
                <a:gd name="csX6" fmla="*/ 0 w 88430"/>
                <a:gd name="csY6" fmla="*/ 17736 h 48421"/>
                <a:gd name="csX7" fmla="*/ 222 w 88430"/>
                <a:gd name="csY7" fmla="*/ 28766 h 48421"/>
                <a:gd name="csX8" fmla="*/ 12992 w 88430"/>
                <a:gd name="csY8" fmla="*/ 34932 h 48421"/>
                <a:gd name="csX9" fmla="*/ 34315 w 88430"/>
                <a:gd name="csY9" fmla="*/ 38176 h 48421"/>
                <a:gd name="csX10" fmla="*/ 63430 w 88430"/>
                <a:gd name="csY10" fmla="*/ 48343 h 48421"/>
                <a:gd name="csX11" fmla="*/ 82588 w 88430"/>
                <a:gd name="csY11" fmla="*/ 45206 h 48421"/>
                <a:gd name="csX12" fmla="*/ 83776 w 88430"/>
                <a:gd name="csY12" fmla="*/ 42177 h 48421"/>
                <a:gd name="csX13" fmla="*/ 88430 w 88430"/>
                <a:gd name="csY13" fmla="*/ 21089 h 48421"/>
                <a:gd name="csX14" fmla="*/ 70790 w 88430"/>
                <a:gd name="csY14" fmla="*/ 15253 h 48421"/>
                <a:gd name="csX15" fmla="*/ 70790 w 88430"/>
                <a:gd name="csY15" fmla="*/ 15037 h 48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8430" h="48421">
                  <a:moveTo>
                    <a:pt x="70790" y="15037"/>
                  </a:moveTo>
                  <a:lnTo>
                    <a:pt x="66567" y="23146"/>
                  </a:lnTo>
                  <a:lnTo>
                    <a:pt x="56718" y="23146"/>
                  </a:lnTo>
                  <a:lnTo>
                    <a:pt x="37129" y="3245"/>
                  </a:lnTo>
                  <a:lnTo>
                    <a:pt x="18510" y="0"/>
                  </a:lnTo>
                  <a:lnTo>
                    <a:pt x="14834" y="10382"/>
                  </a:lnTo>
                  <a:lnTo>
                    <a:pt x="0" y="17736"/>
                  </a:lnTo>
                  <a:lnTo>
                    <a:pt x="222" y="28766"/>
                  </a:lnTo>
                  <a:cubicBezTo>
                    <a:pt x="8122" y="33744"/>
                    <a:pt x="9747" y="34500"/>
                    <a:pt x="12992" y="34932"/>
                  </a:cubicBezTo>
                  <a:cubicBezTo>
                    <a:pt x="24143" y="36119"/>
                    <a:pt x="29769" y="36335"/>
                    <a:pt x="34315" y="38176"/>
                  </a:cubicBezTo>
                  <a:cubicBezTo>
                    <a:pt x="55963" y="46717"/>
                    <a:pt x="58668" y="48343"/>
                    <a:pt x="63430" y="48343"/>
                  </a:cubicBezTo>
                  <a:cubicBezTo>
                    <a:pt x="78257" y="48343"/>
                    <a:pt x="81286" y="49206"/>
                    <a:pt x="82588" y="45206"/>
                  </a:cubicBezTo>
                  <a:cubicBezTo>
                    <a:pt x="82804" y="44882"/>
                    <a:pt x="83020" y="43364"/>
                    <a:pt x="83776" y="42177"/>
                  </a:cubicBezTo>
                  <a:lnTo>
                    <a:pt x="88430" y="21089"/>
                  </a:lnTo>
                  <a:lnTo>
                    <a:pt x="70790" y="15253"/>
                  </a:lnTo>
                  <a:lnTo>
                    <a:pt x="70790" y="15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EDD3DBB1-1D63-7772-3926-7335C56BFD58}"/>
                </a:ext>
              </a:extLst>
            </p:cNvPr>
            <p:cNvSpPr/>
            <p:nvPr/>
          </p:nvSpPr>
          <p:spPr>
            <a:xfrm>
              <a:off x="2737802" y="4278344"/>
              <a:ext cx="114891" cy="79922"/>
            </a:xfrm>
            <a:custGeom>
              <a:avLst/>
              <a:gdLst>
                <a:gd name="csX0" fmla="*/ 131070 w 132500"/>
                <a:gd name="csY0" fmla="*/ 50899 h 92172"/>
                <a:gd name="csX1" fmla="*/ 111696 w 132500"/>
                <a:gd name="csY1" fmla="*/ 37488 h 92172"/>
                <a:gd name="csX2" fmla="*/ 88316 w 132500"/>
                <a:gd name="csY2" fmla="*/ 37165 h 92172"/>
                <a:gd name="csX3" fmla="*/ 86043 w 132500"/>
                <a:gd name="csY3" fmla="*/ 30783 h 92172"/>
                <a:gd name="csX4" fmla="*/ 99358 w 132500"/>
                <a:gd name="csY4" fmla="*/ 27214 h 92172"/>
                <a:gd name="csX5" fmla="*/ 95352 w 132500"/>
                <a:gd name="csY5" fmla="*/ 22350 h 92172"/>
                <a:gd name="csX6" fmla="*/ 75438 w 132500"/>
                <a:gd name="csY6" fmla="*/ 21054 h 92172"/>
                <a:gd name="csX7" fmla="*/ 68726 w 132500"/>
                <a:gd name="csY7" fmla="*/ 10672 h 92172"/>
                <a:gd name="csX8" fmla="*/ 56712 w 132500"/>
                <a:gd name="csY8" fmla="*/ 10457 h 92172"/>
                <a:gd name="csX9" fmla="*/ 50108 w 132500"/>
                <a:gd name="csY9" fmla="*/ 5910 h 92172"/>
                <a:gd name="csX10" fmla="*/ 41453 w 132500"/>
                <a:gd name="csY10" fmla="*/ 3967 h 92172"/>
                <a:gd name="csX11" fmla="*/ 31712 w 132500"/>
                <a:gd name="csY11" fmla="*/ 398 h 92172"/>
                <a:gd name="csX12" fmla="*/ 18396 w 132500"/>
                <a:gd name="csY12" fmla="*/ 2887 h 92172"/>
                <a:gd name="csX13" fmla="*/ 7900 w 132500"/>
                <a:gd name="csY13" fmla="*/ 1478 h 92172"/>
                <a:gd name="csX14" fmla="*/ 864 w 132500"/>
                <a:gd name="csY14" fmla="*/ 7427 h 92172"/>
                <a:gd name="csX15" fmla="*/ 864 w 132500"/>
                <a:gd name="csY15" fmla="*/ 8291 h 92172"/>
                <a:gd name="csX16" fmla="*/ 5842 w 132500"/>
                <a:gd name="csY16" fmla="*/ 39762 h 92172"/>
                <a:gd name="csX17" fmla="*/ 0 w 132500"/>
                <a:gd name="csY17" fmla="*/ 51547 h 92172"/>
                <a:gd name="csX18" fmla="*/ 9417 w 132500"/>
                <a:gd name="csY18" fmla="*/ 57713 h 92172"/>
                <a:gd name="csX19" fmla="*/ 2705 w 132500"/>
                <a:gd name="csY19" fmla="*/ 76312 h 92172"/>
                <a:gd name="csX20" fmla="*/ 2273 w 132500"/>
                <a:gd name="csY20" fmla="*/ 76636 h 92172"/>
                <a:gd name="csX21" fmla="*/ 3569 w 132500"/>
                <a:gd name="csY21" fmla="*/ 77823 h 92172"/>
                <a:gd name="csX22" fmla="*/ 6058 w 132500"/>
                <a:gd name="csY22" fmla="*/ 83882 h 92172"/>
                <a:gd name="csX23" fmla="*/ 8979 w 132500"/>
                <a:gd name="csY23" fmla="*/ 88961 h 92172"/>
                <a:gd name="csX24" fmla="*/ 17209 w 132500"/>
                <a:gd name="csY24" fmla="*/ 90257 h 92172"/>
                <a:gd name="csX25" fmla="*/ 20669 w 132500"/>
                <a:gd name="csY25" fmla="*/ 82256 h 92172"/>
                <a:gd name="csX26" fmla="*/ 26518 w 132500"/>
                <a:gd name="csY26" fmla="*/ 75880 h 92172"/>
                <a:gd name="csX27" fmla="*/ 27489 w 132500"/>
                <a:gd name="csY27" fmla="*/ 68743 h 92172"/>
                <a:gd name="csX28" fmla="*/ 29870 w 132500"/>
                <a:gd name="csY28" fmla="*/ 64520 h 92172"/>
                <a:gd name="csX29" fmla="*/ 46647 w 132500"/>
                <a:gd name="csY29" fmla="*/ 62901 h 92172"/>
                <a:gd name="csX30" fmla="*/ 51518 w 132500"/>
                <a:gd name="csY30" fmla="*/ 69499 h 92172"/>
                <a:gd name="csX31" fmla="*/ 59633 w 132500"/>
                <a:gd name="csY31" fmla="*/ 68527 h 92172"/>
                <a:gd name="csX32" fmla="*/ 68834 w 132500"/>
                <a:gd name="csY32" fmla="*/ 62361 h 92172"/>
                <a:gd name="csX33" fmla="*/ 74575 w 132500"/>
                <a:gd name="csY33" fmla="*/ 60196 h 92172"/>
                <a:gd name="csX34" fmla="*/ 109747 w 132500"/>
                <a:gd name="csY34" fmla="*/ 65066 h 92172"/>
                <a:gd name="csX35" fmla="*/ 113214 w 132500"/>
                <a:gd name="csY35" fmla="*/ 70578 h 92172"/>
                <a:gd name="csX36" fmla="*/ 119488 w 132500"/>
                <a:gd name="csY36" fmla="*/ 73391 h 92172"/>
                <a:gd name="csX37" fmla="*/ 121869 w 132500"/>
                <a:gd name="csY37" fmla="*/ 70254 h 92172"/>
                <a:gd name="csX38" fmla="*/ 121221 w 132500"/>
                <a:gd name="csY38" fmla="*/ 68089 h 92172"/>
                <a:gd name="csX39" fmla="*/ 124682 w 132500"/>
                <a:gd name="csY39" fmla="*/ 64851 h 92172"/>
                <a:gd name="csX40" fmla="*/ 129445 w 132500"/>
                <a:gd name="csY40" fmla="*/ 61822 h 92172"/>
                <a:gd name="csX41" fmla="*/ 130963 w 132500"/>
                <a:gd name="csY41" fmla="*/ 50899 h 92172"/>
                <a:gd name="csX42" fmla="*/ 131070 w 132500"/>
                <a:gd name="csY42" fmla="*/ 50899 h 92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500" h="92172">
                  <a:moveTo>
                    <a:pt x="131070" y="50899"/>
                  </a:moveTo>
                  <a:cubicBezTo>
                    <a:pt x="116999" y="39114"/>
                    <a:pt x="116027" y="37596"/>
                    <a:pt x="111696" y="37488"/>
                  </a:cubicBezTo>
                  <a:lnTo>
                    <a:pt x="88316" y="37165"/>
                  </a:lnTo>
                  <a:cubicBezTo>
                    <a:pt x="83877" y="37165"/>
                    <a:pt x="81718" y="30891"/>
                    <a:pt x="86043" y="30783"/>
                  </a:cubicBezTo>
                  <a:cubicBezTo>
                    <a:pt x="91783" y="30027"/>
                    <a:pt x="100006" y="32408"/>
                    <a:pt x="99358" y="27214"/>
                  </a:cubicBezTo>
                  <a:cubicBezTo>
                    <a:pt x="99143" y="26566"/>
                    <a:pt x="99574" y="21918"/>
                    <a:pt x="95352" y="22350"/>
                  </a:cubicBezTo>
                  <a:cubicBezTo>
                    <a:pt x="80524" y="23861"/>
                    <a:pt x="76740" y="25379"/>
                    <a:pt x="75438" y="21054"/>
                  </a:cubicBezTo>
                  <a:cubicBezTo>
                    <a:pt x="73704" y="17162"/>
                    <a:pt x="73813" y="9478"/>
                    <a:pt x="68726" y="10672"/>
                  </a:cubicBezTo>
                  <a:cubicBezTo>
                    <a:pt x="65157" y="11104"/>
                    <a:pt x="59633" y="14565"/>
                    <a:pt x="56712" y="10457"/>
                  </a:cubicBezTo>
                  <a:cubicBezTo>
                    <a:pt x="56064" y="9917"/>
                    <a:pt x="54439" y="5910"/>
                    <a:pt x="50108" y="5910"/>
                  </a:cubicBezTo>
                  <a:cubicBezTo>
                    <a:pt x="49460" y="5910"/>
                    <a:pt x="44914" y="6456"/>
                    <a:pt x="41453" y="3967"/>
                  </a:cubicBezTo>
                  <a:cubicBezTo>
                    <a:pt x="39827" y="3103"/>
                    <a:pt x="36151" y="-1335"/>
                    <a:pt x="31712" y="398"/>
                  </a:cubicBezTo>
                  <a:cubicBezTo>
                    <a:pt x="27813" y="1478"/>
                    <a:pt x="23051" y="5046"/>
                    <a:pt x="18396" y="2887"/>
                  </a:cubicBezTo>
                  <a:cubicBezTo>
                    <a:pt x="16231" y="2233"/>
                    <a:pt x="11252" y="-1767"/>
                    <a:pt x="7900" y="1478"/>
                  </a:cubicBezTo>
                  <a:cubicBezTo>
                    <a:pt x="5950" y="2995"/>
                    <a:pt x="3893" y="6240"/>
                    <a:pt x="864" y="7427"/>
                  </a:cubicBezTo>
                  <a:lnTo>
                    <a:pt x="864" y="8291"/>
                  </a:lnTo>
                  <a:lnTo>
                    <a:pt x="5842" y="39762"/>
                  </a:lnTo>
                  <a:lnTo>
                    <a:pt x="0" y="51547"/>
                  </a:lnTo>
                  <a:lnTo>
                    <a:pt x="9417" y="57713"/>
                  </a:lnTo>
                  <a:lnTo>
                    <a:pt x="2705" y="76312"/>
                  </a:lnTo>
                  <a:cubicBezTo>
                    <a:pt x="2705" y="76312"/>
                    <a:pt x="2489" y="76420"/>
                    <a:pt x="2273" y="76636"/>
                  </a:cubicBezTo>
                  <a:lnTo>
                    <a:pt x="3569" y="77823"/>
                  </a:lnTo>
                  <a:cubicBezTo>
                    <a:pt x="6166" y="80205"/>
                    <a:pt x="6166" y="84421"/>
                    <a:pt x="6058" y="83882"/>
                  </a:cubicBezTo>
                  <a:cubicBezTo>
                    <a:pt x="6058" y="85717"/>
                    <a:pt x="7360" y="87990"/>
                    <a:pt x="8979" y="88961"/>
                  </a:cubicBezTo>
                  <a:cubicBezTo>
                    <a:pt x="10820" y="89717"/>
                    <a:pt x="16231" y="94912"/>
                    <a:pt x="17209" y="90257"/>
                  </a:cubicBezTo>
                  <a:cubicBezTo>
                    <a:pt x="17532" y="89177"/>
                    <a:pt x="17748" y="85393"/>
                    <a:pt x="20669" y="82256"/>
                  </a:cubicBezTo>
                  <a:lnTo>
                    <a:pt x="26518" y="75880"/>
                  </a:lnTo>
                  <a:cubicBezTo>
                    <a:pt x="29223" y="73067"/>
                    <a:pt x="27489" y="68197"/>
                    <a:pt x="27489" y="68743"/>
                  </a:cubicBezTo>
                  <a:cubicBezTo>
                    <a:pt x="26950" y="66902"/>
                    <a:pt x="28029" y="65066"/>
                    <a:pt x="29870" y="64520"/>
                  </a:cubicBezTo>
                  <a:cubicBezTo>
                    <a:pt x="38094" y="62793"/>
                    <a:pt x="45460" y="57497"/>
                    <a:pt x="46647" y="62901"/>
                  </a:cubicBezTo>
                  <a:cubicBezTo>
                    <a:pt x="47079" y="63980"/>
                    <a:pt x="46971" y="70039"/>
                    <a:pt x="51518" y="69499"/>
                  </a:cubicBezTo>
                  <a:lnTo>
                    <a:pt x="59633" y="68527"/>
                  </a:lnTo>
                  <a:cubicBezTo>
                    <a:pt x="64395" y="67981"/>
                    <a:pt x="69374" y="61822"/>
                    <a:pt x="68834" y="62361"/>
                  </a:cubicBezTo>
                  <a:cubicBezTo>
                    <a:pt x="70136" y="61066"/>
                    <a:pt x="72733" y="60088"/>
                    <a:pt x="74575" y="60196"/>
                  </a:cubicBezTo>
                  <a:cubicBezTo>
                    <a:pt x="105201" y="62038"/>
                    <a:pt x="107366" y="61174"/>
                    <a:pt x="109747" y="65066"/>
                  </a:cubicBezTo>
                  <a:lnTo>
                    <a:pt x="113214" y="70578"/>
                  </a:lnTo>
                  <a:cubicBezTo>
                    <a:pt x="115272" y="73715"/>
                    <a:pt x="120034" y="73499"/>
                    <a:pt x="119488" y="73391"/>
                  </a:cubicBezTo>
                  <a:cubicBezTo>
                    <a:pt x="121329" y="73391"/>
                    <a:pt x="122415" y="71982"/>
                    <a:pt x="121869" y="70254"/>
                  </a:cubicBezTo>
                  <a:lnTo>
                    <a:pt x="121221" y="68089"/>
                  </a:lnTo>
                  <a:cubicBezTo>
                    <a:pt x="120142" y="64520"/>
                    <a:pt x="125228" y="64628"/>
                    <a:pt x="124682" y="64851"/>
                  </a:cubicBezTo>
                  <a:cubicBezTo>
                    <a:pt x="126524" y="64851"/>
                    <a:pt x="128689" y="63549"/>
                    <a:pt x="129445" y="61822"/>
                  </a:cubicBezTo>
                  <a:cubicBezTo>
                    <a:pt x="130207" y="59116"/>
                    <a:pt x="134861" y="54145"/>
                    <a:pt x="130963" y="50899"/>
                  </a:cubicBezTo>
                  <a:lnTo>
                    <a:pt x="131070" y="508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EE1A17E5-6A46-6D23-0836-F60D154FE4C5}"/>
                </a:ext>
              </a:extLst>
            </p:cNvPr>
            <p:cNvSpPr/>
            <p:nvPr/>
          </p:nvSpPr>
          <p:spPr>
            <a:xfrm>
              <a:off x="3071499" y="4426180"/>
              <a:ext cx="11893" cy="15497"/>
            </a:xfrm>
            <a:custGeom>
              <a:avLst/>
              <a:gdLst>
                <a:gd name="csX0" fmla="*/ 10757 w 13716"/>
                <a:gd name="csY0" fmla="*/ 2921 h 17872"/>
                <a:gd name="csX1" fmla="*/ 1016 w 13716"/>
                <a:gd name="csY1" fmla="*/ 1194 h 17872"/>
                <a:gd name="csX2" fmla="*/ 369 w 13716"/>
                <a:gd name="csY2" fmla="*/ 6490 h 17872"/>
                <a:gd name="csX3" fmla="*/ 8592 w 13716"/>
                <a:gd name="csY3" fmla="*/ 17520 h 17872"/>
                <a:gd name="csX4" fmla="*/ 13678 w 13716"/>
                <a:gd name="csY4" fmla="*/ 11894 h 17872"/>
                <a:gd name="csX5" fmla="*/ 10757 w 13716"/>
                <a:gd name="csY5" fmla="*/ 3030 h 17872"/>
                <a:gd name="csX6" fmla="*/ 10757 w 13716"/>
                <a:gd name="csY6" fmla="*/ 2921 h 17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16" h="17872">
                  <a:moveTo>
                    <a:pt x="10757" y="2921"/>
                  </a:moveTo>
                  <a:cubicBezTo>
                    <a:pt x="8808" y="2274"/>
                    <a:pt x="3830" y="-2050"/>
                    <a:pt x="1016" y="1194"/>
                  </a:cubicBezTo>
                  <a:cubicBezTo>
                    <a:pt x="-69" y="2382"/>
                    <a:pt x="-285" y="4757"/>
                    <a:pt x="369" y="6490"/>
                  </a:cubicBezTo>
                  <a:cubicBezTo>
                    <a:pt x="3074" y="11354"/>
                    <a:pt x="3722" y="19685"/>
                    <a:pt x="8592" y="17520"/>
                  </a:cubicBezTo>
                  <a:cubicBezTo>
                    <a:pt x="9132" y="17088"/>
                    <a:pt x="13678" y="16117"/>
                    <a:pt x="13678" y="11894"/>
                  </a:cubicBezTo>
                  <a:cubicBezTo>
                    <a:pt x="13462" y="10491"/>
                    <a:pt x="14764" y="5087"/>
                    <a:pt x="10757" y="3030"/>
                  </a:cubicBezTo>
                  <a:lnTo>
                    <a:pt x="10757" y="29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0E6AA53F-C356-1756-29F6-39B2EC934CAC}"/>
                </a:ext>
              </a:extLst>
            </p:cNvPr>
            <p:cNvSpPr/>
            <p:nvPr/>
          </p:nvSpPr>
          <p:spPr>
            <a:xfrm>
              <a:off x="2368073" y="4210564"/>
              <a:ext cx="23086" cy="19552"/>
            </a:xfrm>
            <a:custGeom>
              <a:avLst/>
              <a:gdLst>
                <a:gd name="csX0" fmla="*/ 8820 w 26624"/>
                <a:gd name="csY0" fmla="*/ 21359 h 22549"/>
                <a:gd name="csX1" fmla="*/ 24295 w 26624"/>
                <a:gd name="csY1" fmla="*/ 19200 h 22549"/>
                <a:gd name="csX2" fmla="*/ 24079 w 26624"/>
                <a:gd name="csY2" fmla="*/ 7084 h 22549"/>
                <a:gd name="csX3" fmla="*/ 12713 w 26624"/>
                <a:gd name="csY3" fmla="*/ 162 h 22549"/>
                <a:gd name="csX4" fmla="*/ 9576 w 26624"/>
                <a:gd name="csY4" fmla="*/ 9573 h 22549"/>
                <a:gd name="csX5" fmla="*/ 8928 w 26624"/>
                <a:gd name="csY5" fmla="*/ 21143 h 22549"/>
                <a:gd name="csX6" fmla="*/ 8820 w 26624"/>
                <a:gd name="csY6" fmla="*/ 21359 h 2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24" h="22549">
                  <a:moveTo>
                    <a:pt x="8820" y="21359"/>
                  </a:moveTo>
                  <a:cubicBezTo>
                    <a:pt x="13043" y="24496"/>
                    <a:pt x="18561" y="20603"/>
                    <a:pt x="24295" y="19200"/>
                  </a:cubicBezTo>
                  <a:cubicBezTo>
                    <a:pt x="29274" y="17574"/>
                    <a:pt x="24841" y="11192"/>
                    <a:pt x="24079" y="7084"/>
                  </a:cubicBezTo>
                  <a:cubicBezTo>
                    <a:pt x="22568" y="2220"/>
                    <a:pt x="16396" y="1896"/>
                    <a:pt x="12713" y="162"/>
                  </a:cubicBezTo>
                  <a:cubicBezTo>
                    <a:pt x="7957" y="-1457"/>
                    <a:pt x="9576" y="9573"/>
                    <a:pt x="9576" y="9573"/>
                  </a:cubicBezTo>
                  <a:cubicBezTo>
                    <a:pt x="9576" y="18222"/>
                    <a:pt x="-11531" y="5681"/>
                    <a:pt x="8928" y="21143"/>
                  </a:cubicBezTo>
                  <a:lnTo>
                    <a:pt x="8820" y="21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854F0D97-D7AD-54B7-415F-2AF9A9DA5585}"/>
                </a:ext>
              </a:extLst>
            </p:cNvPr>
            <p:cNvSpPr/>
            <p:nvPr/>
          </p:nvSpPr>
          <p:spPr>
            <a:xfrm>
              <a:off x="2311098" y="4168137"/>
              <a:ext cx="353012" cy="115482"/>
            </a:xfrm>
            <a:custGeom>
              <a:avLst/>
              <a:gdLst>
                <a:gd name="csX0" fmla="*/ 368820 w 407117"/>
                <a:gd name="csY0" fmla="*/ 131280 h 133182"/>
                <a:gd name="csX1" fmla="*/ 376503 w 407117"/>
                <a:gd name="csY1" fmla="*/ 126308 h 133182"/>
                <a:gd name="csX2" fmla="*/ 398690 w 407117"/>
                <a:gd name="csY2" fmla="*/ 123927 h 133182"/>
                <a:gd name="csX3" fmla="*/ 406272 w 407117"/>
                <a:gd name="csY3" fmla="*/ 114192 h 133182"/>
                <a:gd name="csX4" fmla="*/ 405834 w 407117"/>
                <a:gd name="csY4" fmla="*/ 113761 h 133182"/>
                <a:gd name="csX5" fmla="*/ 397287 w 407117"/>
                <a:gd name="csY5" fmla="*/ 112789 h 133182"/>
                <a:gd name="csX6" fmla="*/ 382783 w 407117"/>
                <a:gd name="csY6" fmla="*/ 102515 h 133182"/>
                <a:gd name="csX7" fmla="*/ 357777 w 407117"/>
                <a:gd name="csY7" fmla="*/ 98082 h 133182"/>
                <a:gd name="csX8" fmla="*/ 349662 w 407117"/>
                <a:gd name="csY8" fmla="*/ 99486 h 133182"/>
                <a:gd name="csX9" fmla="*/ 344359 w 407117"/>
                <a:gd name="csY9" fmla="*/ 96025 h 133182"/>
                <a:gd name="csX10" fmla="*/ 349338 w 407117"/>
                <a:gd name="csY10" fmla="*/ 90297 h 133182"/>
                <a:gd name="csX11" fmla="*/ 348582 w 407117"/>
                <a:gd name="csY11" fmla="*/ 82728 h 133182"/>
                <a:gd name="csX12" fmla="*/ 337000 w 407117"/>
                <a:gd name="csY12" fmla="*/ 81318 h 133182"/>
                <a:gd name="csX13" fmla="*/ 315676 w 407117"/>
                <a:gd name="csY13" fmla="*/ 72993 h 133182"/>
                <a:gd name="csX14" fmla="*/ 260476 w 407117"/>
                <a:gd name="csY14" fmla="*/ 27902 h 133182"/>
                <a:gd name="csX15" fmla="*/ 235584 w 407117"/>
                <a:gd name="csY15" fmla="*/ 20225 h 133182"/>
                <a:gd name="csX16" fmla="*/ 228332 w 407117"/>
                <a:gd name="csY16" fmla="*/ 23032 h 133182"/>
                <a:gd name="csX17" fmla="*/ 247922 w 407117"/>
                <a:gd name="csY17" fmla="*/ 32010 h 133182"/>
                <a:gd name="csX18" fmla="*/ 269353 w 407117"/>
                <a:gd name="csY18" fmla="*/ 49206 h 133182"/>
                <a:gd name="csX19" fmla="*/ 263829 w 407117"/>
                <a:gd name="csY19" fmla="*/ 50610 h 133182"/>
                <a:gd name="csX20" fmla="*/ 243267 w 407117"/>
                <a:gd name="csY20" fmla="*/ 39580 h 133182"/>
                <a:gd name="csX21" fmla="*/ 215880 w 407117"/>
                <a:gd name="csY21" fmla="*/ 33954 h 133182"/>
                <a:gd name="csX22" fmla="*/ 191527 w 407117"/>
                <a:gd name="csY22" fmla="*/ 16110 h 133182"/>
                <a:gd name="csX23" fmla="*/ 190016 w 407117"/>
                <a:gd name="csY23" fmla="*/ 9627 h 133182"/>
                <a:gd name="csX24" fmla="*/ 172154 w 407117"/>
                <a:gd name="csY24" fmla="*/ 9843 h 133182"/>
                <a:gd name="csX25" fmla="*/ 166959 w 407117"/>
                <a:gd name="csY25" fmla="*/ 7029 h 133182"/>
                <a:gd name="csX26" fmla="*/ 161657 w 407117"/>
                <a:gd name="csY26" fmla="*/ 3461 h 133182"/>
                <a:gd name="csX27" fmla="*/ 148773 w 407117"/>
                <a:gd name="csY27" fmla="*/ 3137 h 133182"/>
                <a:gd name="csX28" fmla="*/ 141959 w 407117"/>
                <a:gd name="csY28" fmla="*/ 2489 h 133182"/>
                <a:gd name="csX29" fmla="*/ 133838 w 407117"/>
                <a:gd name="csY29" fmla="*/ 3245 h 133182"/>
                <a:gd name="csX30" fmla="*/ 123881 w 407117"/>
                <a:gd name="csY30" fmla="*/ 0 h 133182"/>
                <a:gd name="csX31" fmla="*/ 102666 w 407117"/>
                <a:gd name="csY31" fmla="*/ 0 h 133182"/>
                <a:gd name="csX32" fmla="*/ 91305 w 407117"/>
                <a:gd name="csY32" fmla="*/ 5950 h 133182"/>
                <a:gd name="csX33" fmla="*/ 66947 w 407117"/>
                <a:gd name="csY33" fmla="*/ 8001 h 133182"/>
                <a:gd name="csX34" fmla="*/ 33285 w 407117"/>
                <a:gd name="csY34" fmla="*/ 22060 h 133182"/>
                <a:gd name="csX35" fmla="*/ 22897 w 407117"/>
                <a:gd name="csY35" fmla="*/ 31579 h 133182"/>
                <a:gd name="csX36" fmla="*/ 23005 w 407117"/>
                <a:gd name="csY36" fmla="*/ 40551 h 133182"/>
                <a:gd name="csX37" fmla="*/ 9149 w 407117"/>
                <a:gd name="csY37" fmla="*/ 43904 h 133182"/>
                <a:gd name="csX38" fmla="*/ 1466 w 407117"/>
                <a:gd name="csY38" fmla="*/ 46933 h 133182"/>
                <a:gd name="csX39" fmla="*/ 926 w 407117"/>
                <a:gd name="csY39" fmla="*/ 50286 h 133182"/>
                <a:gd name="csX40" fmla="*/ 8609 w 407117"/>
                <a:gd name="csY40" fmla="*/ 52883 h 133182"/>
                <a:gd name="csX41" fmla="*/ 11422 w 407117"/>
                <a:gd name="csY41" fmla="*/ 52121 h 133182"/>
                <a:gd name="csX42" fmla="*/ 15861 w 407117"/>
                <a:gd name="csY42" fmla="*/ 54394 h 133182"/>
                <a:gd name="csX43" fmla="*/ 20300 w 407117"/>
                <a:gd name="csY43" fmla="*/ 56776 h 133182"/>
                <a:gd name="csX44" fmla="*/ 33285 w 407117"/>
                <a:gd name="csY44" fmla="*/ 51581 h 133182"/>
                <a:gd name="csX45" fmla="*/ 38048 w 407117"/>
                <a:gd name="csY45" fmla="*/ 43904 h 133182"/>
                <a:gd name="csX46" fmla="*/ 56234 w 407117"/>
                <a:gd name="csY46" fmla="*/ 40659 h 133182"/>
                <a:gd name="csX47" fmla="*/ 79831 w 407117"/>
                <a:gd name="csY47" fmla="*/ 23794 h 133182"/>
                <a:gd name="csX48" fmla="*/ 114140 w 407117"/>
                <a:gd name="csY48" fmla="*/ 21628 h 133182"/>
                <a:gd name="csX49" fmla="*/ 123989 w 407117"/>
                <a:gd name="csY49" fmla="*/ 28658 h 133182"/>
                <a:gd name="csX50" fmla="*/ 108082 w 407117"/>
                <a:gd name="csY50" fmla="*/ 31147 h 133182"/>
                <a:gd name="csX51" fmla="*/ 121176 w 407117"/>
                <a:gd name="csY51" fmla="*/ 40551 h 133182"/>
                <a:gd name="csX52" fmla="*/ 137413 w 407117"/>
                <a:gd name="csY52" fmla="*/ 44012 h 133182"/>
                <a:gd name="csX53" fmla="*/ 140658 w 407117"/>
                <a:gd name="csY53" fmla="*/ 41523 h 133182"/>
                <a:gd name="csX54" fmla="*/ 145852 w 407117"/>
                <a:gd name="csY54" fmla="*/ 42933 h 133182"/>
                <a:gd name="csX55" fmla="*/ 165988 w 407117"/>
                <a:gd name="csY55" fmla="*/ 45530 h 133182"/>
                <a:gd name="csX56" fmla="*/ 186441 w 407117"/>
                <a:gd name="csY56" fmla="*/ 56445 h 133182"/>
                <a:gd name="csX57" fmla="*/ 212851 w 407117"/>
                <a:gd name="csY57" fmla="*/ 64884 h 133182"/>
                <a:gd name="csX58" fmla="*/ 230821 w 407117"/>
                <a:gd name="csY58" fmla="*/ 61424 h 133182"/>
                <a:gd name="csX59" fmla="*/ 240994 w 407117"/>
                <a:gd name="csY59" fmla="*/ 82404 h 133182"/>
                <a:gd name="csX60" fmla="*/ 257987 w 407117"/>
                <a:gd name="csY60" fmla="*/ 96025 h 133182"/>
                <a:gd name="csX61" fmla="*/ 284504 w 407117"/>
                <a:gd name="csY61" fmla="*/ 97867 h 133182"/>
                <a:gd name="csX62" fmla="*/ 293489 w 407117"/>
                <a:gd name="csY62" fmla="*/ 105544 h 133182"/>
                <a:gd name="csX63" fmla="*/ 278224 w 407117"/>
                <a:gd name="csY63" fmla="*/ 121222 h 133182"/>
                <a:gd name="csX64" fmla="*/ 271950 w 407117"/>
                <a:gd name="csY64" fmla="*/ 130201 h 133182"/>
                <a:gd name="csX65" fmla="*/ 281037 w 407117"/>
                <a:gd name="csY65" fmla="*/ 133115 h 133182"/>
                <a:gd name="csX66" fmla="*/ 288943 w 407117"/>
                <a:gd name="csY66" fmla="*/ 129654 h 133182"/>
                <a:gd name="csX67" fmla="*/ 341762 w 407117"/>
                <a:gd name="csY67" fmla="*/ 126848 h 133182"/>
                <a:gd name="csX68" fmla="*/ 356050 w 407117"/>
                <a:gd name="csY68" fmla="*/ 131712 h 133182"/>
                <a:gd name="csX69" fmla="*/ 368604 w 407117"/>
                <a:gd name="csY69" fmla="*/ 131388 h 133182"/>
                <a:gd name="csX70" fmla="*/ 368820 w 407117"/>
                <a:gd name="csY70" fmla="*/ 131280 h 13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07117" h="133182">
                  <a:moveTo>
                    <a:pt x="368820" y="131280"/>
                  </a:moveTo>
                  <a:cubicBezTo>
                    <a:pt x="373150" y="130416"/>
                    <a:pt x="375963" y="126848"/>
                    <a:pt x="376503" y="126308"/>
                  </a:cubicBezTo>
                  <a:cubicBezTo>
                    <a:pt x="379640" y="123171"/>
                    <a:pt x="382999" y="123927"/>
                    <a:pt x="398690" y="123927"/>
                  </a:cubicBezTo>
                  <a:cubicBezTo>
                    <a:pt x="403129" y="123927"/>
                    <a:pt x="409409" y="117869"/>
                    <a:pt x="406272" y="114192"/>
                  </a:cubicBezTo>
                  <a:lnTo>
                    <a:pt x="405834" y="113761"/>
                  </a:lnTo>
                  <a:cubicBezTo>
                    <a:pt x="402913" y="110408"/>
                    <a:pt x="398150" y="112681"/>
                    <a:pt x="397287" y="112789"/>
                  </a:cubicBezTo>
                  <a:cubicBezTo>
                    <a:pt x="393172" y="113761"/>
                    <a:pt x="391330" y="110839"/>
                    <a:pt x="382783" y="102515"/>
                  </a:cubicBezTo>
                  <a:cubicBezTo>
                    <a:pt x="379646" y="99378"/>
                    <a:pt x="377151" y="99809"/>
                    <a:pt x="357777" y="98082"/>
                  </a:cubicBezTo>
                  <a:cubicBezTo>
                    <a:pt x="353560" y="97651"/>
                    <a:pt x="350201" y="99270"/>
                    <a:pt x="349662" y="99486"/>
                  </a:cubicBezTo>
                  <a:cubicBezTo>
                    <a:pt x="345655" y="100895"/>
                    <a:pt x="344899" y="96672"/>
                    <a:pt x="344359" y="96025"/>
                  </a:cubicBezTo>
                  <a:cubicBezTo>
                    <a:pt x="342410" y="91916"/>
                    <a:pt x="348582" y="90945"/>
                    <a:pt x="349338" y="90297"/>
                  </a:cubicBezTo>
                  <a:cubicBezTo>
                    <a:pt x="353668" y="88564"/>
                    <a:pt x="349014" y="83807"/>
                    <a:pt x="348582" y="82728"/>
                  </a:cubicBezTo>
                  <a:cubicBezTo>
                    <a:pt x="345985" y="78505"/>
                    <a:pt x="340245" y="81318"/>
                    <a:pt x="337000" y="81318"/>
                  </a:cubicBezTo>
                  <a:cubicBezTo>
                    <a:pt x="329748" y="82404"/>
                    <a:pt x="329856" y="75698"/>
                    <a:pt x="315676" y="72993"/>
                  </a:cubicBezTo>
                  <a:cubicBezTo>
                    <a:pt x="311022" y="72022"/>
                    <a:pt x="311885" y="72022"/>
                    <a:pt x="260476" y="27902"/>
                  </a:cubicBezTo>
                  <a:cubicBezTo>
                    <a:pt x="256793" y="24765"/>
                    <a:pt x="251706" y="24225"/>
                    <a:pt x="235584" y="20225"/>
                  </a:cubicBezTo>
                  <a:cubicBezTo>
                    <a:pt x="231469" y="19247"/>
                    <a:pt x="228980" y="22600"/>
                    <a:pt x="228332" y="23032"/>
                  </a:cubicBezTo>
                  <a:cubicBezTo>
                    <a:pt x="224973" y="26060"/>
                    <a:pt x="229735" y="26492"/>
                    <a:pt x="247922" y="32010"/>
                  </a:cubicBezTo>
                  <a:cubicBezTo>
                    <a:pt x="252138" y="33306"/>
                    <a:pt x="253764" y="35363"/>
                    <a:pt x="269353" y="49206"/>
                  </a:cubicBezTo>
                  <a:cubicBezTo>
                    <a:pt x="272922" y="52337"/>
                    <a:pt x="265130" y="50610"/>
                    <a:pt x="263829" y="50610"/>
                  </a:cubicBezTo>
                  <a:cubicBezTo>
                    <a:pt x="259066" y="50178"/>
                    <a:pt x="254742" y="46825"/>
                    <a:pt x="243267" y="39580"/>
                  </a:cubicBezTo>
                  <a:cubicBezTo>
                    <a:pt x="239152" y="37090"/>
                    <a:pt x="234714" y="36874"/>
                    <a:pt x="215880" y="33954"/>
                  </a:cubicBezTo>
                  <a:cubicBezTo>
                    <a:pt x="211225" y="33198"/>
                    <a:pt x="208520" y="30061"/>
                    <a:pt x="191527" y="16110"/>
                  </a:cubicBezTo>
                  <a:cubicBezTo>
                    <a:pt x="187743" y="12979"/>
                    <a:pt x="194995" y="9519"/>
                    <a:pt x="190016" y="9627"/>
                  </a:cubicBezTo>
                  <a:lnTo>
                    <a:pt x="172154" y="9843"/>
                  </a:lnTo>
                  <a:cubicBezTo>
                    <a:pt x="170312" y="9843"/>
                    <a:pt x="167931" y="8649"/>
                    <a:pt x="166959" y="7029"/>
                  </a:cubicBezTo>
                  <a:cubicBezTo>
                    <a:pt x="167607" y="7569"/>
                    <a:pt x="165118" y="3893"/>
                    <a:pt x="161657" y="3461"/>
                  </a:cubicBezTo>
                  <a:cubicBezTo>
                    <a:pt x="162305" y="3461"/>
                    <a:pt x="153535" y="1512"/>
                    <a:pt x="148773" y="3137"/>
                  </a:cubicBezTo>
                  <a:cubicBezTo>
                    <a:pt x="149319" y="3137"/>
                    <a:pt x="143363" y="5734"/>
                    <a:pt x="141959" y="2489"/>
                  </a:cubicBezTo>
                  <a:cubicBezTo>
                    <a:pt x="140442" y="-971"/>
                    <a:pt x="135247" y="2813"/>
                    <a:pt x="133838" y="3245"/>
                  </a:cubicBezTo>
                  <a:cubicBezTo>
                    <a:pt x="129399" y="5302"/>
                    <a:pt x="128859" y="0"/>
                    <a:pt x="123881" y="0"/>
                  </a:cubicBezTo>
                  <a:lnTo>
                    <a:pt x="102666" y="0"/>
                  </a:lnTo>
                  <a:cubicBezTo>
                    <a:pt x="98557" y="0"/>
                    <a:pt x="96062" y="2381"/>
                    <a:pt x="91305" y="5950"/>
                  </a:cubicBezTo>
                  <a:cubicBezTo>
                    <a:pt x="87730" y="8649"/>
                    <a:pt x="84809" y="8001"/>
                    <a:pt x="66947" y="8001"/>
                  </a:cubicBezTo>
                  <a:cubicBezTo>
                    <a:pt x="60349" y="8001"/>
                    <a:pt x="36105" y="19571"/>
                    <a:pt x="33285" y="22060"/>
                  </a:cubicBezTo>
                  <a:lnTo>
                    <a:pt x="22897" y="31579"/>
                  </a:lnTo>
                  <a:cubicBezTo>
                    <a:pt x="19544" y="34716"/>
                    <a:pt x="22789" y="39256"/>
                    <a:pt x="23005" y="40551"/>
                  </a:cubicBezTo>
                  <a:cubicBezTo>
                    <a:pt x="25170" y="45962"/>
                    <a:pt x="16077" y="41199"/>
                    <a:pt x="9149" y="43904"/>
                  </a:cubicBezTo>
                  <a:lnTo>
                    <a:pt x="1466" y="46933"/>
                  </a:lnTo>
                  <a:cubicBezTo>
                    <a:pt x="-268" y="47581"/>
                    <a:pt x="-484" y="49092"/>
                    <a:pt x="926" y="50286"/>
                  </a:cubicBezTo>
                  <a:cubicBezTo>
                    <a:pt x="278" y="49962"/>
                    <a:pt x="4495" y="53963"/>
                    <a:pt x="8609" y="52883"/>
                  </a:cubicBezTo>
                  <a:lnTo>
                    <a:pt x="11422" y="52121"/>
                  </a:lnTo>
                  <a:cubicBezTo>
                    <a:pt x="13264" y="51689"/>
                    <a:pt x="15213" y="52661"/>
                    <a:pt x="15861" y="54394"/>
                  </a:cubicBezTo>
                  <a:cubicBezTo>
                    <a:pt x="15321" y="53854"/>
                    <a:pt x="16947" y="58071"/>
                    <a:pt x="20300" y="56776"/>
                  </a:cubicBezTo>
                  <a:lnTo>
                    <a:pt x="33285" y="51581"/>
                  </a:lnTo>
                  <a:cubicBezTo>
                    <a:pt x="37400" y="49962"/>
                    <a:pt x="37616" y="44768"/>
                    <a:pt x="38048" y="43904"/>
                  </a:cubicBezTo>
                  <a:cubicBezTo>
                    <a:pt x="39026" y="39796"/>
                    <a:pt x="42379" y="40659"/>
                    <a:pt x="56234" y="40659"/>
                  </a:cubicBezTo>
                  <a:cubicBezTo>
                    <a:pt x="60457" y="40659"/>
                    <a:pt x="61752" y="38932"/>
                    <a:pt x="79831" y="23794"/>
                  </a:cubicBezTo>
                  <a:cubicBezTo>
                    <a:pt x="83292" y="20873"/>
                    <a:pt x="84701" y="21628"/>
                    <a:pt x="114140" y="21628"/>
                  </a:cubicBezTo>
                  <a:cubicBezTo>
                    <a:pt x="119119" y="21628"/>
                    <a:pt x="121608" y="26600"/>
                    <a:pt x="123989" y="28658"/>
                  </a:cubicBezTo>
                  <a:cubicBezTo>
                    <a:pt x="127018" y="31903"/>
                    <a:pt x="121824" y="31147"/>
                    <a:pt x="108082" y="31147"/>
                  </a:cubicBezTo>
                  <a:cubicBezTo>
                    <a:pt x="102018" y="31147"/>
                    <a:pt x="117601" y="39796"/>
                    <a:pt x="121176" y="40551"/>
                  </a:cubicBezTo>
                  <a:lnTo>
                    <a:pt x="137413" y="44012"/>
                  </a:lnTo>
                  <a:cubicBezTo>
                    <a:pt x="139248" y="44444"/>
                    <a:pt x="140658" y="43256"/>
                    <a:pt x="140658" y="41523"/>
                  </a:cubicBezTo>
                  <a:cubicBezTo>
                    <a:pt x="140658" y="37306"/>
                    <a:pt x="145204" y="42393"/>
                    <a:pt x="145852" y="42933"/>
                  </a:cubicBezTo>
                  <a:cubicBezTo>
                    <a:pt x="149211" y="45853"/>
                    <a:pt x="153535" y="45200"/>
                    <a:pt x="165988" y="45530"/>
                  </a:cubicBezTo>
                  <a:cubicBezTo>
                    <a:pt x="170750" y="45530"/>
                    <a:pt x="174967" y="49200"/>
                    <a:pt x="186441" y="56445"/>
                  </a:cubicBezTo>
                  <a:cubicBezTo>
                    <a:pt x="190340" y="58934"/>
                    <a:pt x="192937" y="59258"/>
                    <a:pt x="212851" y="64884"/>
                  </a:cubicBezTo>
                  <a:cubicBezTo>
                    <a:pt x="217289" y="66180"/>
                    <a:pt x="222268" y="63907"/>
                    <a:pt x="230821" y="61424"/>
                  </a:cubicBezTo>
                  <a:cubicBezTo>
                    <a:pt x="234930" y="60122"/>
                    <a:pt x="234930" y="63151"/>
                    <a:pt x="240994" y="82404"/>
                  </a:cubicBezTo>
                  <a:cubicBezTo>
                    <a:pt x="242289" y="86513"/>
                    <a:pt x="244995" y="87592"/>
                    <a:pt x="257987" y="96025"/>
                  </a:cubicBezTo>
                  <a:cubicBezTo>
                    <a:pt x="261771" y="98514"/>
                    <a:pt x="264807" y="97867"/>
                    <a:pt x="284504" y="97867"/>
                  </a:cubicBezTo>
                  <a:cubicBezTo>
                    <a:pt x="289483" y="97867"/>
                    <a:pt x="291648" y="103486"/>
                    <a:pt x="293489" y="105544"/>
                  </a:cubicBezTo>
                  <a:cubicBezTo>
                    <a:pt x="296195" y="109112"/>
                    <a:pt x="292404" y="110516"/>
                    <a:pt x="278224" y="121222"/>
                  </a:cubicBezTo>
                  <a:cubicBezTo>
                    <a:pt x="274979" y="123603"/>
                    <a:pt x="273570" y="127064"/>
                    <a:pt x="271950" y="130201"/>
                  </a:cubicBezTo>
                  <a:cubicBezTo>
                    <a:pt x="269677" y="134633"/>
                    <a:pt x="277792" y="132683"/>
                    <a:pt x="281037" y="133115"/>
                  </a:cubicBezTo>
                  <a:cubicBezTo>
                    <a:pt x="285368" y="133115"/>
                    <a:pt x="288289" y="129985"/>
                    <a:pt x="288943" y="129654"/>
                  </a:cubicBezTo>
                  <a:cubicBezTo>
                    <a:pt x="292512" y="126848"/>
                    <a:pt x="291756" y="127603"/>
                    <a:pt x="341762" y="126848"/>
                  </a:cubicBezTo>
                  <a:cubicBezTo>
                    <a:pt x="346309" y="126848"/>
                    <a:pt x="350201" y="129007"/>
                    <a:pt x="356050" y="131712"/>
                  </a:cubicBezTo>
                  <a:cubicBezTo>
                    <a:pt x="359942" y="133439"/>
                    <a:pt x="364165" y="132143"/>
                    <a:pt x="368604" y="131388"/>
                  </a:cubicBezTo>
                  <a:lnTo>
                    <a:pt x="368820" y="1312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7CFA2366-EED7-5083-679C-34B2565B88AE}"/>
                </a:ext>
              </a:extLst>
            </p:cNvPr>
            <p:cNvSpPr/>
            <p:nvPr/>
          </p:nvSpPr>
          <p:spPr>
            <a:xfrm>
              <a:off x="2483716" y="4174219"/>
              <a:ext cx="16408" cy="11486"/>
            </a:xfrm>
            <a:custGeom>
              <a:avLst/>
              <a:gdLst>
                <a:gd name="csX0" fmla="*/ 135 w 18923"/>
                <a:gd name="csY0" fmla="*/ 2066 h 13247"/>
                <a:gd name="csX1" fmla="*/ 135 w 18923"/>
                <a:gd name="csY1" fmla="*/ 2504 h 13247"/>
                <a:gd name="csX2" fmla="*/ 9552 w 18923"/>
                <a:gd name="csY2" fmla="*/ 12448 h 13247"/>
                <a:gd name="csX3" fmla="*/ 17674 w 18923"/>
                <a:gd name="csY3" fmla="*/ 10937 h 13247"/>
                <a:gd name="csX4" fmla="*/ 3818 w 18923"/>
                <a:gd name="csY4" fmla="*/ 339 h 13247"/>
                <a:gd name="csX5" fmla="*/ 135 w 18923"/>
                <a:gd name="csY5" fmla="*/ 2066 h 13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23" h="13247">
                  <a:moveTo>
                    <a:pt x="135" y="2066"/>
                  </a:moveTo>
                  <a:lnTo>
                    <a:pt x="135" y="2504"/>
                  </a:lnTo>
                  <a:cubicBezTo>
                    <a:pt x="-1052" y="7584"/>
                    <a:pt x="5876" y="9419"/>
                    <a:pt x="9552" y="12448"/>
                  </a:cubicBezTo>
                  <a:cubicBezTo>
                    <a:pt x="13235" y="14829"/>
                    <a:pt x="16912" y="11153"/>
                    <a:pt x="17674" y="10937"/>
                  </a:cubicBezTo>
                  <a:cubicBezTo>
                    <a:pt x="21458" y="8556"/>
                    <a:pt x="16588" y="7045"/>
                    <a:pt x="3818" y="339"/>
                  </a:cubicBezTo>
                  <a:cubicBezTo>
                    <a:pt x="2193" y="-525"/>
                    <a:pt x="465" y="339"/>
                    <a:pt x="135" y="20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65959C50-1324-98A5-B567-8B7D27DBFDC5}"/>
                </a:ext>
              </a:extLst>
            </p:cNvPr>
            <p:cNvSpPr/>
            <p:nvPr/>
          </p:nvSpPr>
          <p:spPr>
            <a:xfrm>
              <a:off x="2282724" y="4575456"/>
              <a:ext cx="108011" cy="97992"/>
            </a:xfrm>
            <a:custGeom>
              <a:avLst/>
              <a:gdLst>
                <a:gd name="csX0" fmla="*/ 45230 w 124566"/>
                <a:gd name="csY0" fmla="*/ 2381 h 113011"/>
                <a:gd name="csX1" fmla="*/ 34625 w 124566"/>
                <a:gd name="csY1" fmla="*/ 9087 h 113011"/>
                <a:gd name="csX2" fmla="*/ 10267 w 124566"/>
                <a:gd name="csY2" fmla="*/ 0 h 113011"/>
                <a:gd name="csX3" fmla="*/ 3561 w 124566"/>
                <a:gd name="csY3" fmla="*/ 3137 h 113011"/>
                <a:gd name="csX4" fmla="*/ 2475 w 124566"/>
                <a:gd name="csY4" fmla="*/ 4978 h 113011"/>
                <a:gd name="csX5" fmla="*/ 1288 w 124566"/>
                <a:gd name="csY5" fmla="*/ 5950 h 113011"/>
                <a:gd name="csX6" fmla="*/ 6050 w 124566"/>
                <a:gd name="csY6" fmla="*/ 18929 h 113011"/>
                <a:gd name="csX7" fmla="*/ 742 w 124566"/>
                <a:gd name="csY7" fmla="*/ 31902 h 113011"/>
                <a:gd name="csX8" fmla="*/ 11352 w 124566"/>
                <a:gd name="csY8" fmla="*/ 48666 h 113011"/>
                <a:gd name="csX9" fmla="*/ 21849 w 124566"/>
                <a:gd name="csY9" fmla="*/ 51365 h 113011"/>
                <a:gd name="csX10" fmla="*/ 29209 w 124566"/>
                <a:gd name="csY10" fmla="*/ 56020 h 113011"/>
                <a:gd name="csX11" fmla="*/ 31374 w 124566"/>
                <a:gd name="csY11" fmla="*/ 48343 h 113011"/>
                <a:gd name="csX12" fmla="*/ 24122 w 124566"/>
                <a:gd name="csY12" fmla="*/ 35795 h 113011"/>
                <a:gd name="csX13" fmla="*/ 32136 w 124566"/>
                <a:gd name="csY13" fmla="*/ 35687 h 113011"/>
                <a:gd name="csX14" fmla="*/ 43388 w 124566"/>
                <a:gd name="csY14" fmla="*/ 45638 h 113011"/>
                <a:gd name="csX15" fmla="*/ 46639 w 124566"/>
                <a:gd name="csY15" fmla="*/ 55150 h 113011"/>
                <a:gd name="csX16" fmla="*/ 50316 w 124566"/>
                <a:gd name="csY16" fmla="*/ 59157 h 113011"/>
                <a:gd name="csX17" fmla="*/ 61359 w 124566"/>
                <a:gd name="csY17" fmla="*/ 62503 h 113011"/>
                <a:gd name="csX18" fmla="*/ 81380 w 124566"/>
                <a:gd name="csY18" fmla="*/ 79051 h 113011"/>
                <a:gd name="csX19" fmla="*/ 81596 w 124566"/>
                <a:gd name="csY19" fmla="*/ 95485 h 113011"/>
                <a:gd name="csX20" fmla="*/ 89826 w 124566"/>
                <a:gd name="csY20" fmla="*/ 101759 h 113011"/>
                <a:gd name="csX21" fmla="*/ 93286 w 124566"/>
                <a:gd name="csY21" fmla="*/ 95161 h 113011"/>
                <a:gd name="csX22" fmla="*/ 93286 w 124566"/>
                <a:gd name="csY22" fmla="*/ 89433 h 113011"/>
                <a:gd name="csX23" fmla="*/ 99236 w 124566"/>
                <a:gd name="csY23" fmla="*/ 90729 h 113011"/>
                <a:gd name="csX24" fmla="*/ 102488 w 124566"/>
                <a:gd name="csY24" fmla="*/ 100679 h 113011"/>
                <a:gd name="csX25" fmla="*/ 104329 w 124566"/>
                <a:gd name="csY25" fmla="*/ 107493 h 113011"/>
                <a:gd name="csX26" fmla="*/ 112552 w 124566"/>
                <a:gd name="csY26" fmla="*/ 111277 h 113011"/>
                <a:gd name="csX27" fmla="*/ 113854 w 124566"/>
                <a:gd name="csY27" fmla="*/ 105220 h 113011"/>
                <a:gd name="csX28" fmla="*/ 113416 w 124566"/>
                <a:gd name="csY28" fmla="*/ 103493 h 113011"/>
                <a:gd name="csX29" fmla="*/ 118286 w 124566"/>
                <a:gd name="csY29" fmla="*/ 87160 h 113011"/>
                <a:gd name="csX30" fmla="*/ 110171 w 124566"/>
                <a:gd name="csY30" fmla="*/ 81433 h 113011"/>
                <a:gd name="csX31" fmla="*/ 110171 w 124566"/>
                <a:gd name="csY31" fmla="*/ 63481 h 113011"/>
                <a:gd name="csX32" fmla="*/ 119156 w 124566"/>
                <a:gd name="csY32" fmla="*/ 64237 h 113011"/>
                <a:gd name="csX33" fmla="*/ 124351 w 124566"/>
                <a:gd name="csY33" fmla="*/ 58503 h 113011"/>
                <a:gd name="csX34" fmla="*/ 124567 w 124566"/>
                <a:gd name="csY34" fmla="*/ 58287 h 113011"/>
                <a:gd name="csX35" fmla="*/ 113092 w 124566"/>
                <a:gd name="csY35" fmla="*/ 51149 h 113011"/>
                <a:gd name="csX36" fmla="*/ 93934 w 124566"/>
                <a:gd name="csY36" fmla="*/ 30931 h 113011"/>
                <a:gd name="csX37" fmla="*/ 84301 w 124566"/>
                <a:gd name="csY37" fmla="*/ 10922 h 113011"/>
                <a:gd name="csX38" fmla="*/ 82574 w 124566"/>
                <a:gd name="csY38" fmla="*/ 8115 h 113011"/>
                <a:gd name="csX39" fmla="*/ 73157 w 124566"/>
                <a:gd name="csY39" fmla="*/ 15030 h 113011"/>
                <a:gd name="csX40" fmla="*/ 45338 w 124566"/>
                <a:gd name="csY40" fmla="*/ 1949 h 113011"/>
                <a:gd name="csX41" fmla="*/ 45230 w 124566"/>
                <a:gd name="csY41" fmla="*/ 2381 h 113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4566" h="113011">
                  <a:moveTo>
                    <a:pt x="45230" y="2381"/>
                  </a:moveTo>
                  <a:lnTo>
                    <a:pt x="34625" y="9087"/>
                  </a:lnTo>
                  <a:lnTo>
                    <a:pt x="10267" y="0"/>
                  </a:lnTo>
                  <a:lnTo>
                    <a:pt x="3561" y="3137"/>
                  </a:lnTo>
                  <a:cubicBezTo>
                    <a:pt x="3561" y="3785"/>
                    <a:pt x="3123" y="4439"/>
                    <a:pt x="2475" y="4978"/>
                  </a:cubicBezTo>
                  <a:lnTo>
                    <a:pt x="1288" y="5950"/>
                  </a:lnTo>
                  <a:cubicBezTo>
                    <a:pt x="-4237" y="10382"/>
                    <a:pt x="10051" y="13088"/>
                    <a:pt x="6050" y="18929"/>
                  </a:cubicBezTo>
                  <a:cubicBezTo>
                    <a:pt x="3885" y="22930"/>
                    <a:pt x="-1309" y="27146"/>
                    <a:pt x="742" y="31902"/>
                  </a:cubicBezTo>
                  <a:cubicBezTo>
                    <a:pt x="6374" y="45098"/>
                    <a:pt x="6914" y="48666"/>
                    <a:pt x="11352" y="48666"/>
                  </a:cubicBezTo>
                  <a:cubicBezTo>
                    <a:pt x="13518" y="48990"/>
                    <a:pt x="19036" y="47473"/>
                    <a:pt x="21849" y="51365"/>
                  </a:cubicBezTo>
                  <a:cubicBezTo>
                    <a:pt x="23259" y="52775"/>
                    <a:pt x="25964" y="59696"/>
                    <a:pt x="29209" y="56020"/>
                  </a:cubicBezTo>
                  <a:cubicBezTo>
                    <a:pt x="29640" y="55150"/>
                    <a:pt x="34511" y="51689"/>
                    <a:pt x="31374" y="48343"/>
                  </a:cubicBezTo>
                  <a:cubicBezTo>
                    <a:pt x="27151" y="42825"/>
                    <a:pt x="19144" y="37960"/>
                    <a:pt x="24122" y="35795"/>
                  </a:cubicBezTo>
                  <a:cubicBezTo>
                    <a:pt x="24770" y="35687"/>
                    <a:pt x="28885" y="32766"/>
                    <a:pt x="32136" y="35687"/>
                  </a:cubicBezTo>
                  <a:lnTo>
                    <a:pt x="43388" y="45638"/>
                  </a:lnTo>
                  <a:cubicBezTo>
                    <a:pt x="46855" y="48666"/>
                    <a:pt x="46855" y="55804"/>
                    <a:pt x="46639" y="55150"/>
                  </a:cubicBezTo>
                  <a:cubicBezTo>
                    <a:pt x="46855" y="56991"/>
                    <a:pt x="48475" y="58719"/>
                    <a:pt x="50316" y="59157"/>
                  </a:cubicBezTo>
                  <a:cubicBezTo>
                    <a:pt x="54323" y="59912"/>
                    <a:pt x="57892" y="60344"/>
                    <a:pt x="61359" y="62503"/>
                  </a:cubicBezTo>
                  <a:cubicBezTo>
                    <a:pt x="79215" y="74079"/>
                    <a:pt x="82136" y="74727"/>
                    <a:pt x="81380" y="79051"/>
                  </a:cubicBezTo>
                  <a:cubicBezTo>
                    <a:pt x="79539" y="89757"/>
                    <a:pt x="78243" y="92894"/>
                    <a:pt x="81596" y="95485"/>
                  </a:cubicBezTo>
                  <a:lnTo>
                    <a:pt x="89826" y="101759"/>
                  </a:lnTo>
                  <a:cubicBezTo>
                    <a:pt x="93286" y="104464"/>
                    <a:pt x="95776" y="98838"/>
                    <a:pt x="93286" y="95161"/>
                  </a:cubicBezTo>
                  <a:cubicBezTo>
                    <a:pt x="93071" y="94621"/>
                    <a:pt x="89280" y="90945"/>
                    <a:pt x="93286" y="89433"/>
                  </a:cubicBezTo>
                  <a:cubicBezTo>
                    <a:pt x="93934" y="89433"/>
                    <a:pt x="97293" y="87376"/>
                    <a:pt x="99236" y="90729"/>
                  </a:cubicBezTo>
                  <a:cubicBezTo>
                    <a:pt x="99891" y="92354"/>
                    <a:pt x="103243" y="96139"/>
                    <a:pt x="102488" y="100679"/>
                  </a:cubicBezTo>
                  <a:cubicBezTo>
                    <a:pt x="102488" y="101219"/>
                    <a:pt x="101294" y="104788"/>
                    <a:pt x="104329" y="107493"/>
                  </a:cubicBezTo>
                  <a:cubicBezTo>
                    <a:pt x="106710" y="109112"/>
                    <a:pt x="112013" y="116249"/>
                    <a:pt x="112552" y="111277"/>
                  </a:cubicBezTo>
                  <a:cubicBezTo>
                    <a:pt x="112876" y="110299"/>
                    <a:pt x="112552" y="106845"/>
                    <a:pt x="113854" y="105220"/>
                  </a:cubicBezTo>
                  <a:lnTo>
                    <a:pt x="113416" y="103493"/>
                  </a:lnTo>
                  <a:lnTo>
                    <a:pt x="118286" y="87160"/>
                  </a:lnTo>
                  <a:lnTo>
                    <a:pt x="110171" y="81433"/>
                  </a:lnTo>
                  <a:lnTo>
                    <a:pt x="110171" y="63481"/>
                  </a:lnTo>
                  <a:lnTo>
                    <a:pt x="119156" y="64237"/>
                  </a:lnTo>
                  <a:lnTo>
                    <a:pt x="124351" y="58503"/>
                  </a:lnTo>
                  <a:lnTo>
                    <a:pt x="124567" y="58287"/>
                  </a:lnTo>
                  <a:cubicBezTo>
                    <a:pt x="120128" y="56128"/>
                    <a:pt x="115797" y="53854"/>
                    <a:pt x="113092" y="51149"/>
                  </a:cubicBezTo>
                  <a:lnTo>
                    <a:pt x="93934" y="30931"/>
                  </a:lnTo>
                  <a:cubicBezTo>
                    <a:pt x="90257" y="27038"/>
                    <a:pt x="83977" y="10382"/>
                    <a:pt x="84301" y="10922"/>
                  </a:cubicBezTo>
                  <a:cubicBezTo>
                    <a:pt x="83869" y="9951"/>
                    <a:pt x="83222" y="8979"/>
                    <a:pt x="82574" y="8115"/>
                  </a:cubicBezTo>
                  <a:lnTo>
                    <a:pt x="73157" y="15030"/>
                  </a:lnTo>
                  <a:lnTo>
                    <a:pt x="45338" y="1949"/>
                  </a:lnTo>
                  <a:lnTo>
                    <a:pt x="45230" y="2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BBF06729-AFB4-21BD-D648-C0C6493C37B4}"/>
                </a:ext>
              </a:extLst>
            </p:cNvPr>
            <p:cNvSpPr/>
            <p:nvPr/>
          </p:nvSpPr>
          <p:spPr>
            <a:xfrm>
              <a:off x="2426025" y="4296319"/>
              <a:ext cx="12887" cy="8081"/>
            </a:xfrm>
            <a:custGeom>
              <a:avLst/>
              <a:gdLst>
                <a:gd name="csX0" fmla="*/ 3353 w 14862"/>
                <a:gd name="csY0" fmla="*/ 9189 h 9319"/>
                <a:gd name="csX1" fmla="*/ 14395 w 14862"/>
                <a:gd name="csY1" fmla="*/ 3131 h 9319"/>
                <a:gd name="csX2" fmla="*/ 13957 w 14862"/>
                <a:gd name="csY2" fmla="*/ 2268 h 9319"/>
                <a:gd name="csX3" fmla="*/ 8979 w 14862"/>
                <a:gd name="csY3" fmla="*/ 102 h 9319"/>
                <a:gd name="csX4" fmla="*/ 0 w 14862"/>
                <a:gd name="csY4" fmla="*/ 5405 h 9319"/>
                <a:gd name="csX5" fmla="*/ 0 w 14862"/>
                <a:gd name="csY5" fmla="*/ 6700 h 9319"/>
                <a:gd name="csX6" fmla="*/ 3245 w 14862"/>
                <a:gd name="csY6" fmla="*/ 9189 h 9319"/>
                <a:gd name="csX7" fmla="*/ 3353 w 14862"/>
                <a:gd name="csY7" fmla="*/ 9189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862" h="9319">
                  <a:moveTo>
                    <a:pt x="3353" y="9189"/>
                  </a:moveTo>
                  <a:cubicBezTo>
                    <a:pt x="8115" y="7354"/>
                    <a:pt x="16993" y="7678"/>
                    <a:pt x="14395" y="3131"/>
                  </a:cubicBezTo>
                  <a:lnTo>
                    <a:pt x="13957" y="2268"/>
                  </a:lnTo>
                  <a:cubicBezTo>
                    <a:pt x="13094" y="648"/>
                    <a:pt x="10820" y="-330"/>
                    <a:pt x="8979" y="102"/>
                  </a:cubicBezTo>
                  <a:cubicBezTo>
                    <a:pt x="6814" y="972"/>
                    <a:pt x="0" y="540"/>
                    <a:pt x="0" y="5405"/>
                  </a:cubicBezTo>
                  <a:lnTo>
                    <a:pt x="0" y="6700"/>
                  </a:lnTo>
                  <a:cubicBezTo>
                    <a:pt x="0" y="8541"/>
                    <a:pt x="1403" y="9729"/>
                    <a:pt x="3245" y="9189"/>
                  </a:cubicBezTo>
                  <a:lnTo>
                    <a:pt x="3353" y="91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EF36A0E5-D26E-BFB7-BC7D-6070E624BEAA}"/>
                </a:ext>
              </a:extLst>
            </p:cNvPr>
            <p:cNvSpPr/>
            <p:nvPr/>
          </p:nvSpPr>
          <p:spPr>
            <a:xfrm>
              <a:off x="814850" y="2939247"/>
              <a:ext cx="9246" cy="10647"/>
            </a:xfrm>
            <a:custGeom>
              <a:avLst/>
              <a:gdLst>
                <a:gd name="csX0" fmla="*/ 8247 w 10663"/>
                <a:gd name="csY0" fmla="*/ 11990 h 12279"/>
                <a:gd name="csX1" fmla="*/ 9225 w 10663"/>
                <a:gd name="csY1" fmla="*/ 2909 h 12279"/>
                <a:gd name="csX2" fmla="*/ 2944 w 10663"/>
                <a:gd name="csY2" fmla="*/ 420 h 12279"/>
                <a:gd name="csX3" fmla="*/ 23 w 10663"/>
                <a:gd name="csY3" fmla="*/ 4744 h 12279"/>
                <a:gd name="csX4" fmla="*/ 23 w 10663"/>
                <a:gd name="csY4" fmla="*/ 4960 h 12279"/>
                <a:gd name="csX5" fmla="*/ 8247 w 10663"/>
                <a:gd name="csY5" fmla="*/ 11990 h 12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63" h="12279">
                  <a:moveTo>
                    <a:pt x="8247" y="11990"/>
                  </a:moveTo>
                  <a:cubicBezTo>
                    <a:pt x="12901" y="13939"/>
                    <a:pt x="9440" y="5506"/>
                    <a:pt x="9225" y="2909"/>
                  </a:cubicBezTo>
                  <a:cubicBezTo>
                    <a:pt x="8253" y="-1631"/>
                    <a:pt x="3598" y="528"/>
                    <a:pt x="2944" y="420"/>
                  </a:cubicBezTo>
                  <a:cubicBezTo>
                    <a:pt x="1109" y="852"/>
                    <a:pt x="-192" y="2801"/>
                    <a:pt x="23" y="4744"/>
                  </a:cubicBezTo>
                  <a:lnTo>
                    <a:pt x="23" y="4960"/>
                  </a:lnTo>
                  <a:cubicBezTo>
                    <a:pt x="563" y="10154"/>
                    <a:pt x="6412" y="10802"/>
                    <a:pt x="8247" y="11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9050C653-A072-016B-5E89-D15C6344BC19}"/>
                </a:ext>
              </a:extLst>
            </p:cNvPr>
            <p:cNvSpPr/>
            <p:nvPr/>
          </p:nvSpPr>
          <p:spPr>
            <a:xfrm>
              <a:off x="820817" y="2963542"/>
              <a:ext cx="16246" cy="13668"/>
            </a:xfrm>
            <a:custGeom>
              <a:avLst/>
              <a:gdLst>
                <a:gd name="csX0" fmla="*/ 11868 w 18736"/>
                <a:gd name="csY0" fmla="*/ 12089 h 15763"/>
                <a:gd name="csX1" fmla="*/ 18033 w 18736"/>
                <a:gd name="csY1" fmla="*/ 7872 h 15763"/>
                <a:gd name="csX2" fmla="*/ 14573 w 18736"/>
                <a:gd name="csY2" fmla="*/ 843 h 15763"/>
                <a:gd name="csX3" fmla="*/ 1149 w 18736"/>
                <a:gd name="csY3" fmla="*/ 8088 h 15763"/>
                <a:gd name="csX4" fmla="*/ 3638 w 18736"/>
                <a:gd name="csY4" fmla="*/ 15010 h 15763"/>
                <a:gd name="csX5" fmla="*/ 7753 w 18736"/>
                <a:gd name="csY5" fmla="*/ 14146 h 15763"/>
                <a:gd name="csX6" fmla="*/ 11976 w 18736"/>
                <a:gd name="csY6" fmla="*/ 12089 h 15763"/>
                <a:gd name="csX7" fmla="*/ 11868 w 18736"/>
                <a:gd name="csY7" fmla="*/ 12089 h 15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736" h="15763">
                  <a:moveTo>
                    <a:pt x="11868" y="12089"/>
                  </a:moveTo>
                  <a:cubicBezTo>
                    <a:pt x="15436" y="13930"/>
                    <a:pt x="17386" y="8520"/>
                    <a:pt x="18033" y="7872"/>
                  </a:cubicBezTo>
                  <a:cubicBezTo>
                    <a:pt x="20637" y="3764"/>
                    <a:pt x="15220" y="1707"/>
                    <a:pt x="14573" y="843"/>
                  </a:cubicBezTo>
                  <a:cubicBezTo>
                    <a:pt x="10134" y="-2402"/>
                    <a:pt x="6134" y="4520"/>
                    <a:pt x="1149" y="8088"/>
                  </a:cubicBezTo>
                  <a:cubicBezTo>
                    <a:pt x="-2312" y="11117"/>
                    <a:pt x="3098" y="14254"/>
                    <a:pt x="3638" y="15010"/>
                  </a:cubicBezTo>
                  <a:cubicBezTo>
                    <a:pt x="5048" y="16305"/>
                    <a:pt x="6889" y="15873"/>
                    <a:pt x="7753" y="14146"/>
                  </a:cubicBezTo>
                  <a:cubicBezTo>
                    <a:pt x="7105" y="14686"/>
                    <a:pt x="9270" y="10793"/>
                    <a:pt x="11976" y="12089"/>
                  </a:cubicBezTo>
                  <a:lnTo>
                    <a:pt x="11868" y="120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1EDC3B5E-A4B7-A750-7CD5-6AA2BD3AAFC7}"/>
                </a:ext>
              </a:extLst>
            </p:cNvPr>
            <p:cNvSpPr/>
            <p:nvPr/>
          </p:nvSpPr>
          <p:spPr>
            <a:xfrm>
              <a:off x="828305" y="2987168"/>
              <a:ext cx="23515" cy="21789"/>
            </a:xfrm>
            <a:custGeom>
              <a:avLst/>
              <a:gdLst>
                <a:gd name="csX0" fmla="*/ 26505 w 27119"/>
                <a:gd name="csY0" fmla="*/ 20745 h 25128"/>
                <a:gd name="csX1" fmla="*/ 13945 w 27119"/>
                <a:gd name="csY1" fmla="*/ 5067 h 25128"/>
                <a:gd name="csX2" fmla="*/ 311 w 27119"/>
                <a:gd name="csY2" fmla="*/ 1930 h 25128"/>
                <a:gd name="csX3" fmla="*/ 96 w 27119"/>
                <a:gd name="csY3" fmla="*/ 3441 h 25128"/>
                <a:gd name="csX4" fmla="*/ 15463 w 27119"/>
                <a:gd name="csY4" fmla="*/ 20205 h 25128"/>
                <a:gd name="csX5" fmla="*/ 20225 w 27119"/>
                <a:gd name="csY5" fmla="*/ 25069 h 25128"/>
                <a:gd name="csX6" fmla="*/ 26505 w 27119"/>
                <a:gd name="csY6" fmla="*/ 20853 h 25128"/>
                <a:gd name="csX7" fmla="*/ 26505 w 27119"/>
                <a:gd name="csY7" fmla="*/ 20745 h 25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7119" h="25128">
                  <a:moveTo>
                    <a:pt x="26505" y="20745"/>
                  </a:moveTo>
                  <a:cubicBezTo>
                    <a:pt x="19793" y="10902"/>
                    <a:pt x="18060" y="7118"/>
                    <a:pt x="13945" y="5067"/>
                  </a:cubicBezTo>
                  <a:cubicBezTo>
                    <a:pt x="13945" y="5067"/>
                    <a:pt x="1391" y="-3804"/>
                    <a:pt x="311" y="1930"/>
                  </a:cubicBezTo>
                  <a:lnTo>
                    <a:pt x="96" y="3441"/>
                  </a:lnTo>
                  <a:cubicBezTo>
                    <a:pt x="-1314" y="11010"/>
                    <a:pt x="13297" y="11988"/>
                    <a:pt x="15463" y="20205"/>
                  </a:cubicBezTo>
                  <a:cubicBezTo>
                    <a:pt x="15894" y="20853"/>
                    <a:pt x="16110" y="25717"/>
                    <a:pt x="20225" y="25069"/>
                  </a:cubicBezTo>
                  <a:cubicBezTo>
                    <a:pt x="21635" y="24529"/>
                    <a:pt x="29318" y="25069"/>
                    <a:pt x="26505" y="20853"/>
                  </a:cubicBezTo>
                  <a:lnTo>
                    <a:pt x="26505" y="207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A5588CBF-B76F-C4E0-9E52-A83A8BC85E58}"/>
                </a:ext>
              </a:extLst>
            </p:cNvPr>
            <p:cNvSpPr/>
            <p:nvPr/>
          </p:nvSpPr>
          <p:spPr>
            <a:xfrm>
              <a:off x="877793" y="3006896"/>
              <a:ext cx="18076" cy="43176"/>
            </a:xfrm>
            <a:custGeom>
              <a:avLst/>
              <a:gdLst>
                <a:gd name="csX0" fmla="*/ 17058 w 20846"/>
                <a:gd name="csY0" fmla="*/ 20053 h 49794"/>
                <a:gd name="csX1" fmla="*/ 17705 w 20846"/>
                <a:gd name="csY1" fmla="*/ 9887 h 49794"/>
                <a:gd name="csX2" fmla="*/ 10778 w 20846"/>
                <a:gd name="csY2" fmla="*/ 2210 h 49794"/>
                <a:gd name="csX3" fmla="*/ 4389 w 20846"/>
                <a:gd name="csY3" fmla="*/ 2210 h 49794"/>
                <a:gd name="csX4" fmla="*/ 2332 w 20846"/>
                <a:gd name="csY4" fmla="*/ 10966 h 49794"/>
                <a:gd name="csX5" fmla="*/ 1684 w 20846"/>
                <a:gd name="csY5" fmla="*/ 11405 h 49794"/>
                <a:gd name="csX6" fmla="*/ 6447 w 20846"/>
                <a:gd name="csY6" fmla="*/ 26543 h 49794"/>
                <a:gd name="csX7" fmla="*/ 7533 w 20846"/>
                <a:gd name="csY7" fmla="*/ 27191 h 49794"/>
                <a:gd name="csX8" fmla="*/ 11317 w 20846"/>
                <a:gd name="csY8" fmla="*/ 48603 h 49794"/>
                <a:gd name="csX9" fmla="*/ 12181 w 20846"/>
                <a:gd name="csY9" fmla="*/ 49143 h 49794"/>
                <a:gd name="csX10" fmla="*/ 18893 w 20846"/>
                <a:gd name="csY10" fmla="*/ 40164 h 49794"/>
                <a:gd name="csX11" fmla="*/ 20734 w 20846"/>
                <a:gd name="csY11" fmla="*/ 36817 h 49794"/>
                <a:gd name="csX12" fmla="*/ 17166 w 20846"/>
                <a:gd name="csY12" fmla="*/ 19945 h 49794"/>
                <a:gd name="csX13" fmla="*/ 17058 w 20846"/>
                <a:gd name="csY13" fmla="*/ 20053 h 49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0846" h="49794">
                  <a:moveTo>
                    <a:pt x="17058" y="20053"/>
                  </a:moveTo>
                  <a:cubicBezTo>
                    <a:pt x="15864" y="14643"/>
                    <a:pt x="20518" y="14319"/>
                    <a:pt x="17705" y="9887"/>
                  </a:cubicBezTo>
                  <a:cubicBezTo>
                    <a:pt x="16943" y="8915"/>
                    <a:pt x="14892" y="4267"/>
                    <a:pt x="10778" y="2210"/>
                  </a:cubicBezTo>
                  <a:cubicBezTo>
                    <a:pt x="10778" y="2210"/>
                    <a:pt x="3850" y="-2762"/>
                    <a:pt x="4389" y="2210"/>
                  </a:cubicBezTo>
                  <a:cubicBezTo>
                    <a:pt x="4389" y="3181"/>
                    <a:pt x="6123" y="8484"/>
                    <a:pt x="2332" y="10966"/>
                  </a:cubicBezTo>
                  <a:lnTo>
                    <a:pt x="1684" y="11405"/>
                  </a:lnTo>
                  <a:cubicBezTo>
                    <a:pt x="-2754" y="14319"/>
                    <a:pt x="2548" y="24378"/>
                    <a:pt x="6447" y="26543"/>
                  </a:cubicBezTo>
                  <a:lnTo>
                    <a:pt x="7533" y="27191"/>
                  </a:lnTo>
                  <a:cubicBezTo>
                    <a:pt x="14238" y="30975"/>
                    <a:pt x="4929" y="44063"/>
                    <a:pt x="11317" y="48603"/>
                  </a:cubicBezTo>
                  <a:lnTo>
                    <a:pt x="12181" y="49143"/>
                  </a:lnTo>
                  <a:cubicBezTo>
                    <a:pt x="17382" y="52819"/>
                    <a:pt x="13807" y="39732"/>
                    <a:pt x="18893" y="40164"/>
                  </a:cubicBezTo>
                  <a:cubicBezTo>
                    <a:pt x="20303" y="40272"/>
                    <a:pt x="21166" y="38760"/>
                    <a:pt x="20734" y="36817"/>
                  </a:cubicBezTo>
                  <a:lnTo>
                    <a:pt x="17166" y="19945"/>
                  </a:lnTo>
                  <a:lnTo>
                    <a:pt x="17058" y="200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59BD9329-BDE5-2EB6-975A-7E82B5402EA1}"/>
                </a:ext>
              </a:extLst>
            </p:cNvPr>
            <p:cNvSpPr/>
            <p:nvPr/>
          </p:nvSpPr>
          <p:spPr>
            <a:xfrm>
              <a:off x="868524" y="3031162"/>
              <a:ext cx="9122" cy="12798"/>
            </a:xfrm>
            <a:custGeom>
              <a:avLst/>
              <a:gdLst>
                <a:gd name="csX0" fmla="*/ 2194 w 10520"/>
                <a:gd name="csY0" fmla="*/ 609 h 14759"/>
                <a:gd name="csX1" fmla="*/ 1007 w 10520"/>
                <a:gd name="csY1" fmla="*/ 7854 h 14759"/>
                <a:gd name="csX2" fmla="*/ 9668 w 10520"/>
                <a:gd name="csY2" fmla="*/ 12833 h 14759"/>
                <a:gd name="csX3" fmla="*/ 10316 w 10520"/>
                <a:gd name="csY3" fmla="*/ 10776 h 14759"/>
                <a:gd name="csX4" fmla="*/ 2194 w 10520"/>
                <a:gd name="csY4" fmla="*/ 501 h 14759"/>
                <a:gd name="csX5" fmla="*/ 2194 w 10520"/>
                <a:gd name="csY5" fmla="*/ 609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0" h="14759">
                  <a:moveTo>
                    <a:pt x="2194" y="609"/>
                  </a:moveTo>
                  <a:cubicBezTo>
                    <a:pt x="-1914" y="-2312"/>
                    <a:pt x="1007" y="6127"/>
                    <a:pt x="1007" y="7854"/>
                  </a:cubicBezTo>
                  <a:cubicBezTo>
                    <a:pt x="1870" y="12617"/>
                    <a:pt x="8043" y="17589"/>
                    <a:pt x="9668" y="12833"/>
                  </a:cubicBezTo>
                  <a:lnTo>
                    <a:pt x="10316" y="10776"/>
                  </a:lnTo>
                  <a:cubicBezTo>
                    <a:pt x="12049" y="5480"/>
                    <a:pt x="2194" y="501"/>
                    <a:pt x="2194" y="501"/>
                  </a:cubicBezTo>
                  <a:lnTo>
                    <a:pt x="2194" y="6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B1F6C0D4-1F32-22A3-7A3D-E8D1C6642C16}"/>
                </a:ext>
              </a:extLst>
            </p:cNvPr>
            <p:cNvSpPr/>
            <p:nvPr/>
          </p:nvSpPr>
          <p:spPr>
            <a:xfrm>
              <a:off x="861302" y="3001088"/>
              <a:ext cx="13566" cy="16853"/>
            </a:xfrm>
            <a:custGeom>
              <a:avLst/>
              <a:gdLst>
                <a:gd name="csX0" fmla="*/ 12370 w 15645"/>
                <a:gd name="csY0" fmla="*/ 15290 h 19436"/>
                <a:gd name="csX1" fmla="*/ 13234 w 15645"/>
                <a:gd name="csY1" fmla="*/ 475 h 19436"/>
                <a:gd name="csX2" fmla="*/ 8579 w 15645"/>
                <a:gd name="csY2" fmla="*/ 2526 h 19436"/>
                <a:gd name="csX3" fmla="*/ 5766 w 15645"/>
                <a:gd name="csY3" fmla="*/ 6095 h 19436"/>
                <a:gd name="csX4" fmla="*/ 1220 w 15645"/>
                <a:gd name="csY4" fmla="*/ 7073 h 19436"/>
                <a:gd name="csX5" fmla="*/ 6414 w 15645"/>
                <a:gd name="csY5" fmla="*/ 18318 h 19436"/>
                <a:gd name="csX6" fmla="*/ 12370 w 15645"/>
                <a:gd name="csY6" fmla="*/ 15182 h 19436"/>
                <a:gd name="csX7" fmla="*/ 12370 w 15645"/>
                <a:gd name="csY7" fmla="*/ 15290 h 19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645" h="19436">
                  <a:moveTo>
                    <a:pt x="12370" y="15290"/>
                  </a:moveTo>
                  <a:cubicBezTo>
                    <a:pt x="14428" y="12045"/>
                    <a:pt x="18104" y="2310"/>
                    <a:pt x="13234" y="475"/>
                  </a:cubicBezTo>
                  <a:cubicBezTo>
                    <a:pt x="13888" y="475"/>
                    <a:pt x="9341" y="-1475"/>
                    <a:pt x="8579" y="2526"/>
                  </a:cubicBezTo>
                  <a:cubicBezTo>
                    <a:pt x="8795" y="1878"/>
                    <a:pt x="8040" y="7612"/>
                    <a:pt x="5766" y="6095"/>
                  </a:cubicBezTo>
                  <a:cubicBezTo>
                    <a:pt x="4687" y="5339"/>
                    <a:pt x="2630" y="5771"/>
                    <a:pt x="1220" y="7073"/>
                  </a:cubicBezTo>
                  <a:cubicBezTo>
                    <a:pt x="-2781" y="10749"/>
                    <a:pt x="4147" y="14966"/>
                    <a:pt x="6414" y="18318"/>
                  </a:cubicBezTo>
                  <a:cubicBezTo>
                    <a:pt x="9557" y="21887"/>
                    <a:pt x="11723" y="15829"/>
                    <a:pt x="12370" y="15182"/>
                  </a:cubicBezTo>
                  <a:lnTo>
                    <a:pt x="12370" y="15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EDE346BA-9A88-5993-CAE7-5E125BF8FF77}"/>
                </a:ext>
              </a:extLst>
            </p:cNvPr>
            <p:cNvSpPr/>
            <p:nvPr/>
          </p:nvSpPr>
          <p:spPr>
            <a:xfrm>
              <a:off x="848866" y="3016417"/>
              <a:ext cx="11780" cy="10720"/>
            </a:xfrm>
            <a:custGeom>
              <a:avLst/>
              <a:gdLst>
                <a:gd name="csX0" fmla="*/ 2253 w 13585"/>
                <a:gd name="csY0" fmla="*/ 531 h 12363"/>
                <a:gd name="csX1" fmla="*/ 2037 w 13585"/>
                <a:gd name="csY1" fmla="*/ 9504 h 12363"/>
                <a:gd name="csX2" fmla="*/ 11670 w 13585"/>
                <a:gd name="csY2" fmla="*/ 11453 h 12363"/>
                <a:gd name="csX3" fmla="*/ 10152 w 13585"/>
                <a:gd name="csY3" fmla="*/ 2582 h 12363"/>
                <a:gd name="csX4" fmla="*/ 2361 w 13585"/>
                <a:gd name="csY4" fmla="*/ 423 h 12363"/>
                <a:gd name="csX5" fmla="*/ 2253 w 13585"/>
                <a:gd name="csY5" fmla="*/ 531 h 1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85" h="12363">
                  <a:moveTo>
                    <a:pt x="2253" y="531"/>
                  </a:moveTo>
                  <a:cubicBezTo>
                    <a:pt x="-2510" y="1287"/>
                    <a:pt x="1707" y="7776"/>
                    <a:pt x="2037" y="9504"/>
                  </a:cubicBezTo>
                  <a:cubicBezTo>
                    <a:pt x="3872" y="14476"/>
                    <a:pt x="9397" y="11453"/>
                    <a:pt x="11670" y="11453"/>
                  </a:cubicBezTo>
                  <a:cubicBezTo>
                    <a:pt x="16433" y="10583"/>
                    <a:pt x="10908" y="4747"/>
                    <a:pt x="10152" y="2582"/>
                  </a:cubicBezTo>
                  <a:cubicBezTo>
                    <a:pt x="7771" y="-1418"/>
                    <a:pt x="2361" y="423"/>
                    <a:pt x="2361" y="423"/>
                  </a:cubicBezTo>
                  <a:lnTo>
                    <a:pt x="2253" y="5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2861D159-ED54-5E47-8382-50CF801E6921}"/>
                </a:ext>
              </a:extLst>
            </p:cNvPr>
            <p:cNvSpPr/>
            <p:nvPr/>
          </p:nvSpPr>
          <p:spPr>
            <a:xfrm>
              <a:off x="905378" y="3081943"/>
              <a:ext cx="9288" cy="12040"/>
            </a:xfrm>
            <a:custGeom>
              <a:avLst/>
              <a:gdLst>
                <a:gd name="csX0" fmla="*/ 5482 w 10711"/>
                <a:gd name="csY0" fmla="*/ 12880 h 13885"/>
                <a:gd name="csX1" fmla="*/ 10461 w 10711"/>
                <a:gd name="csY1" fmla="*/ 11470 h 13885"/>
                <a:gd name="csX2" fmla="*/ 3533 w 10711"/>
                <a:gd name="csY2" fmla="*/ 656 h 13885"/>
                <a:gd name="csX3" fmla="*/ 612 w 10711"/>
                <a:gd name="csY3" fmla="*/ 8657 h 13885"/>
                <a:gd name="csX4" fmla="*/ 5482 w 10711"/>
                <a:gd name="csY4" fmla="*/ 1288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11" h="13885">
                  <a:moveTo>
                    <a:pt x="5482" y="12880"/>
                  </a:moveTo>
                  <a:cubicBezTo>
                    <a:pt x="6130" y="12880"/>
                    <a:pt x="11978" y="15902"/>
                    <a:pt x="10461" y="11470"/>
                  </a:cubicBezTo>
                  <a:cubicBezTo>
                    <a:pt x="10461" y="11470"/>
                    <a:pt x="7324" y="-3237"/>
                    <a:pt x="3533" y="656"/>
                  </a:cubicBezTo>
                  <a:cubicBezTo>
                    <a:pt x="3101" y="1303"/>
                    <a:pt x="-1662" y="4440"/>
                    <a:pt x="612" y="8657"/>
                  </a:cubicBezTo>
                  <a:cubicBezTo>
                    <a:pt x="1151" y="9311"/>
                    <a:pt x="2345" y="11902"/>
                    <a:pt x="5482" y="128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C00D8488-9897-FB1B-B2C8-2C4AD0DAD620}"/>
                </a:ext>
              </a:extLst>
            </p:cNvPr>
            <p:cNvSpPr/>
            <p:nvPr/>
          </p:nvSpPr>
          <p:spPr>
            <a:xfrm>
              <a:off x="982916" y="1725419"/>
              <a:ext cx="342614" cy="262292"/>
            </a:xfrm>
            <a:custGeom>
              <a:avLst/>
              <a:gdLst>
                <a:gd name="csX0" fmla="*/ 2541 w 395125"/>
                <a:gd name="csY0" fmla="*/ 232294 h 302493"/>
                <a:gd name="csX1" fmla="*/ 22454 w 395125"/>
                <a:gd name="csY1" fmla="*/ 232294 h 302493"/>
                <a:gd name="csX2" fmla="*/ 43130 w 395125"/>
                <a:gd name="csY2" fmla="*/ 245597 h 302493"/>
                <a:gd name="csX3" fmla="*/ 66288 w 395125"/>
                <a:gd name="csY3" fmla="*/ 255332 h 302493"/>
                <a:gd name="csX4" fmla="*/ 72892 w 395125"/>
                <a:gd name="csY4" fmla="*/ 264088 h 302493"/>
                <a:gd name="csX5" fmla="*/ 80360 w 395125"/>
                <a:gd name="csY5" fmla="*/ 269169 h 302493"/>
                <a:gd name="csX6" fmla="*/ 92806 w 395125"/>
                <a:gd name="csY6" fmla="*/ 295775 h 302493"/>
                <a:gd name="csX7" fmla="*/ 99626 w 395125"/>
                <a:gd name="csY7" fmla="*/ 300423 h 302493"/>
                <a:gd name="csX8" fmla="*/ 110345 w 395125"/>
                <a:gd name="csY8" fmla="*/ 302366 h 302493"/>
                <a:gd name="csX9" fmla="*/ 116403 w 395125"/>
                <a:gd name="csY9" fmla="*/ 296315 h 302493"/>
                <a:gd name="csX10" fmla="*/ 146711 w 395125"/>
                <a:gd name="csY10" fmla="*/ 277716 h 302493"/>
                <a:gd name="csX11" fmla="*/ 153639 w 395125"/>
                <a:gd name="csY11" fmla="*/ 270578 h 302493"/>
                <a:gd name="csX12" fmla="*/ 165977 w 395125"/>
                <a:gd name="csY12" fmla="*/ 279551 h 302493"/>
                <a:gd name="csX13" fmla="*/ 195631 w 395125"/>
                <a:gd name="csY13" fmla="*/ 270362 h 302493"/>
                <a:gd name="csX14" fmla="*/ 203315 w 395125"/>
                <a:gd name="csY14" fmla="*/ 254030 h 302493"/>
                <a:gd name="csX15" fmla="*/ 203099 w 395125"/>
                <a:gd name="csY15" fmla="*/ 245597 h 302493"/>
                <a:gd name="csX16" fmla="*/ 203861 w 395125"/>
                <a:gd name="csY16" fmla="*/ 231215 h 302493"/>
                <a:gd name="csX17" fmla="*/ 211221 w 395125"/>
                <a:gd name="csY17" fmla="*/ 211428 h 302493"/>
                <a:gd name="csX18" fmla="*/ 210890 w 395125"/>
                <a:gd name="csY18" fmla="*/ 204290 h 302493"/>
                <a:gd name="csX19" fmla="*/ 229725 w 395125"/>
                <a:gd name="csY19" fmla="*/ 206558 h 302493"/>
                <a:gd name="csX20" fmla="*/ 244990 w 395125"/>
                <a:gd name="csY20" fmla="*/ 191527 h 302493"/>
                <a:gd name="csX21" fmla="*/ 253105 w 395125"/>
                <a:gd name="csY21" fmla="*/ 171309 h 302493"/>
                <a:gd name="csX22" fmla="*/ 277350 w 395125"/>
                <a:gd name="csY22" fmla="*/ 159733 h 302493"/>
                <a:gd name="csX23" fmla="*/ 290881 w 395125"/>
                <a:gd name="csY23" fmla="*/ 147947 h 302493"/>
                <a:gd name="csX24" fmla="*/ 395110 w 395125"/>
                <a:gd name="csY24" fmla="*/ 95394 h 302493"/>
                <a:gd name="csX25" fmla="*/ 395110 w 395125"/>
                <a:gd name="csY25" fmla="*/ 94963 h 302493"/>
                <a:gd name="csX26" fmla="*/ 381039 w 395125"/>
                <a:gd name="csY26" fmla="*/ 78954 h 302493"/>
                <a:gd name="csX27" fmla="*/ 370434 w 395125"/>
                <a:gd name="csY27" fmla="*/ 74846 h 302493"/>
                <a:gd name="csX28" fmla="*/ 312313 w 395125"/>
                <a:gd name="csY28" fmla="*/ 29323 h 302493"/>
                <a:gd name="csX29" fmla="*/ 288608 w 395125"/>
                <a:gd name="csY29" fmla="*/ 26833 h 302493"/>
                <a:gd name="csX30" fmla="*/ 262954 w 395125"/>
                <a:gd name="csY30" fmla="*/ 36892 h 302493"/>
                <a:gd name="csX31" fmla="*/ 257436 w 395125"/>
                <a:gd name="csY31" fmla="*/ 49865 h 302493"/>
                <a:gd name="csX32" fmla="*/ 250400 w 395125"/>
                <a:gd name="csY32" fmla="*/ 48354 h 302493"/>
                <a:gd name="csX33" fmla="*/ 251810 w 395125"/>
                <a:gd name="csY33" fmla="*/ 37540 h 302493"/>
                <a:gd name="csX34" fmla="*/ 251264 w 395125"/>
                <a:gd name="csY34" fmla="*/ 34726 h 302493"/>
                <a:gd name="csX35" fmla="*/ 247047 w 395125"/>
                <a:gd name="csY35" fmla="*/ 30726 h 302493"/>
                <a:gd name="csX36" fmla="*/ 235789 w 395125"/>
                <a:gd name="csY36" fmla="*/ 33323 h 302493"/>
                <a:gd name="csX37" fmla="*/ 229185 w 395125"/>
                <a:gd name="csY37" fmla="*/ 37540 h 302493"/>
                <a:gd name="csX38" fmla="*/ 225940 w 395125"/>
                <a:gd name="csY38" fmla="*/ 28891 h 302493"/>
                <a:gd name="csX39" fmla="*/ 183617 w 395125"/>
                <a:gd name="csY39" fmla="*/ 12559 h 302493"/>
                <a:gd name="csX40" fmla="*/ 168574 w 395125"/>
                <a:gd name="csY40" fmla="*/ 125 h 302493"/>
                <a:gd name="csX41" fmla="*/ 145193 w 395125"/>
                <a:gd name="csY41" fmla="*/ 2068 h 302493"/>
                <a:gd name="csX42" fmla="*/ 128741 w 395125"/>
                <a:gd name="csY42" fmla="*/ 11047 h 302493"/>
                <a:gd name="csX43" fmla="*/ 41504 w 395125"/>
                <a:gd name="csY43" fmla="*/ 22077 h 302493"/>
                <a:gd name="csX44" fmla="*/ 51677 w 395125"/>
                <a:gd name="csY44" fmla="*/ 41756 h 302493"/>
                <a:gd name="csX45" fmla="*/ 56979 w 395125"/>
                <a:gd name="csY45" fmla="*/ 53542 h 302493"/>
                <a:gd name="csX46" fmla="*/ 60986 w 395125"/>
                <a:gd name="csY46" fmla="*/ 59491 h 302493"/>
                <a:gd name="csX47" fmla="*/ 61202 w 395125"/>
                <a:gd name="csY47" fmla="*/ 60571 h 302493"/>
                <a:gd name="csX48" fmla="*/ 74194 w 395125"/>
                <a:gd name="csY48" fmla="*/ 68362 h 302493"/>
                <a:gd name="csX49" fmla="*/ 74194 w 395125"/>
                <a:gd name="csY49" fmla="*/ 75385 h 302493"/>
                <a:gd name="csX50" fmla="*/ 54928 w 395125"/>
                <a:gd name="csY50" fmla="*/ 85768 h 302493"/>
                <a:gd name="csX51" fmla="*/ 62396 w 395125"/>
                <a:gd name="csY51" fmla="*/ 94423 h 302493"/>
                <a:gd name="csX52" fmla="*/ 49728 w 395125"/>
                <a:gd name="csY52" fmla="*/ 103719 h 302493"/>
                <a:gd name="csX53" fmla="*/ 36526 w 395125"/>
                <a:gd name="csY53" fmla="*/ 134542 h 302493"/>
                <a:gd name="csX54" fmla="*/ 46267 w 395125"/>
                <a:gd name="csY54" fmla="*/ 144918 h 302493"/>
                <a:gd name="csX55" fmla="*/ 26893 w 395125"/>
                <a:gd name="csY55" fmla="*/ 152601 h 302493"/>
                <a:gd name="csX56" fmla="*/ 24836 w 395125"/>
                <a:gd name="csY56" fmla="*/ 176604 h 302493"/>
                <a:gd name="csX57" fmla="*/ 4160 w 395125"/>
                <a:gd name="csY57" fmla="*/ 210234 h 302493"/>
                <a:gd name="csX58" fmla="*/ 2433 w 395125"/>
                <a:gd name="csY58" fmla="*/ 232186 h 302493"/>
                <a:gd name="csX59" fmla="*/ 2541 w 395125"/>
                <a:gd name="csY59" fmla="*/ 232294 h 302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95125" h="302493">
                  <a:moveTo>
                    <a:pt x="2541" y="232294"/>
                  </a:moveTo>
                  <a:cubicBezTo>
                    <a:pt x="12174" y="231215"/>
                    <a:pt x="18231" y="229487"/>
                    <a:pt x="22454" y="232294"/>
                  </a:cubicBezTo>
                  <a:lnTo>
                    <a:pt x="43130" y="245597"/>
                  </a:lnTo>
                  <a:cubicBezTo>
                    <a:pt x="49950" y="250030"/>
                    <a:pt x="61850" y="249382"/>
                    <a:pt x="66288" y="255332"/>
                  </a:cubicBezTo>
                  <a:lnTo>
                    <a:pt x="72892" y="264088"/>
                  </a:lnTo>
                  <a:cubicBezTo>
                    <a:pt x="75597" y="267765"/>
                    <a:pt x="80900" y="269492"/>
                    <a:pt x="80360" y="269169"/>
                  </a:cubicBezTo>
                  <a:cubicBezTo>
                    <a:pt x="87828" y="272197"/>
                    <a:pt x="85662" y="290904"/>
                    <a:pt x="92806" y="295775"/>
                  </a:cubicBezTo>
                  <a:lnTo>
                    <a:pt x="99626" y="300423"/>
                  </a:lnTo>
                  <a:cubicBezTo>
                    <a:pt x="103849" y="303236"/>
                    <a:pt x="110992" y="302366"/>
                    <a:pt x="110345" y="302366"/>
                  </a:cubicBezTo>
                  <a:cubicBezTo>
                    <a:pt x="114561" y="302366"/>
                    <a:pt x="116942" y="295667"/>
                    <a:pt x="116403" y="296315"/>
                  </a:cubicBezTo>
                  <a:cubicBezTo>
                    <a:pt x="120733" y="287012"/>
                    <a:pt x="142596" y="286904"/>
                    <a:pt x="146711" y="277716"/>
                  </a:cubicBezTo>
                  <a:cubicBezTo>
                    <a:pt x="148006" y="275658"/>
                    <a:pt x="149956" y="266686"/>
                    <a:pt x="153639" y="270578"/>
                  </a:cubicBezTo>
                  <a:cubicBezTo>
                    <a:pt x="157531" y="274039"/>
                    <a:pt x="160891" y="280630"/>
                    <a:pt x="165977" y="279551"/>
                  </a:cubicBezTo>
                  <a:cubicBezTo>
                    <a:pt x="191301" y="273931"/>
                    <a:pt x="192818" y="274363"/>
                    <a:pt x="195631" y="270362"/>
                  </a:cubicBezTo>
                  <a:cubicBezTo>
                    <a:pt x="199422" y="263873"/>
                    <a:pt x="205912" y="259332"/>
                    <a:pt x="203315" y="254030"/>
                  </a:cubicBezTo>
                  <a:cubicBezTo>
                    <a:pt x="201480" y="250245"/>
                    <a:pt x="203315" y="244842"/>
                    <a:pt x="203099" y="245597"/>
                  </a:cubicBezTo>
                  <a:cubicBezTo>
                    <a:pt x="204725" y="239863"/>
                    <a:pt x="201150" y="236187"/>
                    <a:pt x="203861" y="231215"/>
                  </a:cubicBezTo>
                  <a:cubicBezTo>
                    <a:pt x="210783" y="218673"/>
                    <a:pt x="213164" y="215860"/>
                    <a:pt x="211221" y="211428"/>
                  </a:cubicBezTo>
                  <a:cubicBezTo>
                    <a:pt x="210890" y="210126"/>
                    <a:pt x="206350" y="202989"/>
                    <a:pt x="210890" y="204290"/>
                  </a:cubicBezTo>
                  <a:cubicBezTo>
                    <a:pt x="222689" y="207535"/>
                    <a:pt x="226048" y="209371"/>
                    <a:pt x="229725" y="206558"/>
                  </a:cubicBezTo>
                  <a:cubicBezTo>
                    <a:pt x="239681" y="198772"/>
                    <a:pt x="243580" y="196721"/>
                    <a:pt x="244990" y="191527"/>
                  </a:cubicBezTo>
                  <a:cubicBezTo>
                    <a:pt x="248775" y="176820"/>
                    <a:pt x="249099" y="172928"/>
                    <a:pt x="253105" y="171309"/>
                  </a:cubicBezTo>
                  <a:cubicBezTo>
                    <a:pt x="268803" y="164819"/>
                    <a:pt x="273673" y="163524"/>
                    <a:pt x="277350" y="159733"/>
                  </a:cubicBezTo>
                  <a:cubicBezTo>
                    <a:pt x="283090" y="154113"/>
                    <a:pt x="286659" y="149896"/>
                    <a:pt x="290881" y="147947"/>
                  </a:cubicBezTo>
                  <a:cubicBezTo>
                    <a:pt x="398793" y="97776"/>
                    <a:pt x="395110" y="101230"/>
                    <a:pt x="395110" y="95394"/>
                  </a:cubicBezTo>
                  <a:lnTo>
                    <a:pt x="395110" y="94963"/>
                  </a:lnTo>
                  <a:cubicBezTo>
                    <a:pt x="395110" y="88149"/>
                    <a:pt x="385046" y="79932"/>
                    <a:pt x="381039" y="78954"/>
                  </a:cubicBezTo>
                  <a:cubicBezTo>
                    <a:pt x="377470" y="78091"/>
                    <a:pt x="373787" y="77551"/>
                    <a:pt x="370434" y="74846"/>
                  </a:cubicBezTo>
                  <a:cubicBezTo>
                    <a:pt x="315881" y="30078"/>
                    <a:pt x="317075" y="30078"/>
                    <a:pt x="312313" y="29323"/>
                  </a:cubicBezTo>
                  <a:cubicBezTo>
                    <a:pt x="298349" y="27049"/>
                    <a:pt x="293263" y="25754"/>
                    <a:pt x="288608" y="26833"/>
                  </a:cubicBezTo>
                  <a:cubicBezTo>
                    <a:pt x="267069" y="32136"/>
                    <a:pt x="263932" y="31590"/>
                    <a:pt x="262954" y="36892"/>
                  </a:cubicBezTo>
                  <a:cubicBezTo>
                    <a:pt x="261767" y="41000"/>
                    <a:pt x="262306" y="48569"/>
                    <a:pt x="257436" y="49865"/>
                  </a:cubicBezTo>
                  <a:cubicBezTo>
                    <a:pt x="255918" y="49865"/>
                    <a:pt x="248667" y="53656"/>
                    <a:pt x="250400" y="48354"/>
                  </a:cubicBezTo>
                  <a:cubicBezTo>
                    <a:pt x="250616" y="47382"/>
                    <a:pt x="252889" y="42620"/>
                    <a:pt x="251810" y="37540"/>
                  </a:cubicBezTo>
                  <a:lnTo>
                    <a:pt x="251264" y="34726"/>
                  </a:lnTo>
                  <a:cubicBezTo>
                    <a:pt x="250832" y="32567"/>
                    <a:pt x="248883" y="30726"/>
                    <a:pt x="247047" y="30726"/>
                  </a:cubicBezTo>
                  <a:cubicBezTo>
                    <a:pt x="244552" y="30942"/>
                    <a:pt x="239142" y="29107"/>
                    <a:pt x="235789" y="33323"/>
                  </a:cubicBezTo>
                  <a:cubicBezTo>
                    <a:pt x="234055" y="35050"/>
                    <a:pt x="229185" y="43382"/>
                    <a:pt x="229185" y="37540"/>
                  </a:cubicBezTo>
                  <a:cubicBezTo>
                    <a:pt x="229077" y="36676"/>
                    <a:pt x="230271" y="30294"/>
                    <a:pt x="225940" y="28891"/>
                  </a:cubicBezTo>
                  <a:cubicBezTo>
                    <a:pt x="188596" y="16127"/>
                    <a:pt x="187084" y="16343"/>
                    <a:pt x="183617" y="12559"/>
                  </a:cubicBezTo>
                  <a:cubicBezTo>
                    <a:pt x="176042" y="4450"/>
                    <a:pt x="173013" y="125"/>
                    <a:pt x="168574" y="125"/>
                  </a:cubicBezTo>
                  <a:cubicBezTo>
                    <a:pt x="154934" y="125"/>
                    <a:pt x="149416" y="-738"/>
                    <a:pt x="145193" y="2068"/>
                  </a:cubicBezTo>
                  <a:cubicBezTo>
                    <a:pt x="138481" y="6507"/>
                    <a:pt x="133611" y="10723"/>
                    <a:pt x="128741" y="11047"/>
                  </a:cubicBezTo>
                  <a:cubicBezTo>
                    <a:pt x="38152" y="18940"/>
                    <a:pt x="38799" y="17429"/>
                    <a:pt x="41504" y="22077"/>
                  </a:cubicBezTo>
                  <a:cubicBezTo>
                    <a:pt x="48000" y="32999"/>
                    <a:pt x="50490" y="36568"/>
                    <a:pt x="51677" y="41756"/>
                  </a:cubicBezTo>
                  <a:cubicBezTo>
                    <a:pt x="52655" y="44461"/>
                    <a:pt x="52547" y="50951"/>
                    <a:pt x="56979" y="53542"/>
                  </a:cubicBezTo>
                  <a:cubicBezTo>
                    <a:pt x="57633" y="54196"/>
                    <a:pt x="60338" y="55491"/>
                    <a:pt x="60986" y="59491"/>
                  </a:cubicBezTo>
                  <a:lnTo>
                    <a:pt x="61202" y="60571"/>
                  </a:lnTo>
                  <a:cubicBezTo>
                    <a:pt x="62504" y="68032"/>
                    <a:pt x="70295" y="61657"/>
                    <a:pt x="74194" y="68362"/>
                  </a:cubicBezTo>
                  <a:cubicBezTo>
                    <a:pt x="74410" y="69118"/>
                    <a:pt x="78303" y="73766"/>
                    <a:pt x="74194" y="75385"/>
                  </a:cubicBezTo>
                  <a:cubicBezTo>
                    <a:pt x="58497" y="81767"/>
                    <a:pt x="56655" y="81983"/>
                    <a:pt x="54928" y="85768"/>
                  </a:cubicBezTo>
                  <a:cubicBezTo>
                    <a:pt x="52217" y="91934"/>
                    <a:pt x="68778" y="90962"/>
                    <a:pt x="62396" y="94423"/>
                  </a:cubicBezTo>
                  <a:cubicBezTo>
                    <a:pt x="56547" y="97668"/>
                    <a:pt x="52217" y="99179"/>
                    <a:pt x="49728" y="103719"/>
                  </a:cubicBezTo>
                  <a:cubicBezTo>
                    <a:pt x="35332" y="129348"/>
                    <a:pt x="32735" y="131621"/>
                    <a:pt x="36526" y="134542"/>
                  </a:cubicBezTo>
                  <a:cubicBezTo>
                    <a:pt x="45295" y="141025"/>
                    <a:pt x="50597" y="144162"/>
                    <a:pt x="46267" y="144918"/>
                  </a:cubicBezTo>
                  <a:cubicBezTo>
                    <a:pt x="30138" y="147947"/>
                    <a:pt x="26893" y="147407"/>
                    <a:pt x="26893" y="152601"/>
                  </a:cubicBezTo>
                  <a:cubicBezTo>
                    <a:pt x="26893" y="167200"/>
                    <a:pt x="27541" y="172280"/>
                    <a:pt x="24836" y="176604"/>
                  </a:cubicBezTo>
                  <a:cubicBezTo>
                    <a:pt x="8167" y="201693"/>
                    <a:pt x="5462" y="204614"/>
                    <a:pt x="4160" y="210234"/>
                  </a:cubicBezTo>
                  <a:cubicBezTo>
                    <a:pt x="267" y="227538"/>
                    <a:pt x="-2006" y="232726"/>
                    <a:pt x="2433" y="232186"/>
                  </a:cubicBezTo>
                  <a:lnTo>
                    <a:pt x="2541" y="2322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DE7DD8BF-0901-D757-0441-48449B238553}"/>
                </a:ext>
              </a:extLst>
            </p:cNvPr>
            <p:cNvSpPr/>
            <p:nvPr/>
          </p:nvSpPr>
          <p:spPr>
            <a:xfrm>
              <a:off x="1014376" y="1788457"/>
              <a:ext cx="10347" cy="9915"/>
            </a:xfrm>
            <a:custGeom>
              <a:avLst/>
              <a:gdLst>
                <a:gd name="csX0" fmla="*/ 3273 w 11933"/>
                <a:gd name="csY0" fmla="*/ 10478 h 11435"/>
                <a:gd name="csX1" fmla="*/ 11287 w 11933"/>
                <a:gd name="csY1" fmla="*/ 8529 h 11435"/>
                <a:gd name="csX2" fmla="*/ 11719 w 11933"/>
                <a:gd name="csY2" fmla="*/ 7126 h 11435"/>
                <a:gd name="csX3" fmla="*/ 9769 w 11933"/>
                <a:gd name="csY3" fmla="*/ 2255 h 11435"/>
                <a:gd name="csX4" fmla="*/ 28 w 11933"/>
                <a:gd name="csY4" fmla="*/ 3017 h 11435"/>
                <a:gd name="csX5" fmla="*/ 3273 w 11933"/>
                <a:gd name="csY5" fmla="*/ 10586 h 11435"/>
                <a:gd name="csX6" fmla="*/ 3273 w 11933"/>
                <a:gd name="csY6" fmla="*/ 10478 h 11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933" h="11435">
                  <a:moveTo>
                    <a:pt x="3273" y="10478"/>
                  </a:moveTo>
                  <a:cubicBezTo>
                    <a:pt x="4359" y="10478"/>
                    <a:pt x="9553" y="13615"/>
                    <a:pt x="11287" y="8529"/>
                  </a:cubicBezTo>
                  <a:lnTo>
                    <a:pt x="11719" y="7126"/>
                  </a:lnTo>
                  <a:cubicBezTo>
                    <a:pt x="12366" y="5068"/>
                    <a:pt x="11503" y="2801"/>
                    <a:pt x="9769" y="2255"/>
                  </a:cubicBezTo>
                  <a:cubicBezTo>
                    <a:pt x="6956" y="1823"/>
                    <a:pt x="28" y="-3041"/>
                    <a:pt x="28" y="3017"/>
                  </a:cubicBezTo>
                  <a:cubicBezTo>
                    <a:pt x="136" y="3773"/>
                    <a:pt x="-835" y="9393"/>
                    <a:pt x="3273" y="10586"/>
                  </a:cubicBezTo>
                  <a:lnTo>
                    <a:pt x="3273" y="10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345B8329-D68D-08C0-6893-27153EB1F51E}"/>
                </a:ext>
              </a:extLst>
            </p:cNvPr>
            <p:cNvSpPr/>
            <p:nvPr/>
          </p:nvSpPr>
          <p:spPr>
            <a:xfrm>
              <a:off x="1075552" y="1494823"/>
              <a:ext cx="244440" cy="146665"/>
            </a:xfrm>
            <a:custGeom>
              <a:avLst/>
              <a:gdLst>
                <a:gd name="csX0" fmla="*/ 2101 w 281905"/>
                <a:gd name="csY0" fmla="*/ 128618 h 169144"/>
                <a:gd name="csX1" fmla="*/ 10648 w 281905"/>
                <a:gd name="csY1" fmla="*/ 132727 h 169144"/>
                <a:gd name="csX2" fmla="*/ 14007 w 281905"/>
                <a:gd name="csY2" fmla="*/ 149167 h 169144"/>
                <a:gd name="csX3" fmla="*/ 24396 w 281905"/>
                <a:gd name="csY3" fmla="*/ 148303 h 169144"/>
                <a:gd name="csX4" fmla="*/ 39439 w 281905"/>
                <a:gd name="csY4" fmla="*/ 134245 h 169144"/>
                <a:gd name="csX5" fmla="*/ 60114 w 281905"/>
                <a:gd name="csY5" fmla="*/ 144303 h 169144"/>
                <a:gd name="csX6" fmla="*/ 69423 w 281905"/>
                <a:gd name="csY6" fmla="*/ 140410 h 169144"/>
                <a:gd name="csX7" fmla="*/ 65093 w 281905"/>
                <a:gd name="csY7" fmla="*/ 156304 h 169144"/>
                <a:gd name="csX8" fmla="*/ 62819 w 281905"/>
                <a:gd name="csY8" fmla="*/ 166255 h 169144"/>
                <a:gd name="csX9" fmla="*/ 74078 w 281905"/>
                <a:gd name="csY9" fmla="*/ 166687 h 169144"/>
                <a:gd name="csX10" fmla="*/ 78625 w 281905"/>
                <a:gd name="csY10" fmla="*/ 147656 h 169144"/>
                <a:gd name="csX11" fmla="*/ 71589 w 281905"/>
                <a:gd name="csY11" fmla="*/ 132727 h 169144"/>
                <a:gd name="csX12" fmla="*/ 79380 w 281905"/>
                <a:gd name="csY12" fmla="*/ 122999 h 169144"/>
                <a:gd name="csX13" fmla="*/ 84575 w 281905"/>
                <a:gd name="csY13" fmla="*/ 127755 h 169144"/>
                <a:gd name="csX14" fmla="*/ 85330 w 281905"/>
                <a:gd name="csY14" fmla="*/ 138029 h 169144"/>
                <a:gd name="csX15" fmla="*/ 101459 w 281905"/>
                <a:gd name="csY15" fmla="*/ 154901 h 169144"/>
                <a:gd name="csX16" fmla="*/ 105790 w 281905"/>
                <a:gd name="csY16" fmla="*/ 150139 h 169144"/>
                <a:gd name="csX17" fmla="*/ 111632 w 281905"/>
                <a:gd name="csY17" fmla="*/ 154901 h 169144"/>
                <a:gd name="csX18" fmla="*/ 119754 w 281905"/>
                <a:gd name="csY18" fmla="*/ 148951 h 169144"/>
                <a:gd name="csX19" fmla="*/ 124732 w 281905"/>
                <a:gd name="csY19" fmla="*/ 143433 h 169144"/>
                <a:gd name="csX20" fmla="*/ 130250 w 281905"/>
                <a:gd name="csY20" fmla="*/ 142461 h 169144"/>
                <a:gd name="csX21" fmla="*/ 129818 w 281905"/>
                <a:gd name="csY21" fmla="*/ 135324 h 169144"/>
                <a:gd name="csX22" fmla="*/ 124516 w 281905"/>
                <a:gd name="csY22" fmla="*/ 113480 h 169144"/>
                <a:gd name="csX23" fmla="*/ 130898 w 281905"/>
                <a:gd name="csY23" fmla="*/ 113156 h 169144"/>
                <a:gd name="csX24" fmla="*/ 135229 w 281905"/>
                <a:gd name="csY24" fmla="*/ 124510 h 169144"/>
                <a:gd name="csX25" fmla="*/ 140969 w 281905"/>
                <a:gd name="csY25" fmla="*/ 130568 h 169144"/>
                <a:gd name="csX26" fmla="*/ 146811 w 281905"/>
                <a:gd name="csY26" fmla="*/ 129812 h 169144"/>
                <a:gd name="csX27" fmla="*/ 151034 w 281905"/>
                <a:gd name="csY27" fmla="*/ 126136 h 169144"/>
                <a:gd name="csX28" fmla="*/ 151573 w 281905"/>
                <a:gd name="csY28" fmla="*/ 119970 h 169144"/>
                <a:gd name="csX29" fmla="*/ 152761 w 281905"/>
                <a:gd name="csY29" fmla="*/ 115214 h 169144"/>
                <a:gd name="csX30" fmla="*/ 164127 w 281905"/>
                <a:gd name="csY30" fmla="*/ 106560 h 169144"/>
                <a:gd name="csX31" fmla="*/ 152113 w 281905"/>
                <a:gd name="csY31" fmla="*/ 93476 h 169144"/>
                <a:gd name="csX32" fmla="*/ 160451 w 281905"/>
                <a:gd name="csY32" fmla="*/ 90123 h 169144"/>
                <a:gd name="csX33" fmla="*/ 168890 w 281905"/>
                <a:gd name="csY33" fmla="*/ 92935 h 169144"/>
                <a:gd name="csX34" fmla="*/ 173436 w 281905"/>
                <a:gd name="csY34" fmla="*/ 82770 h 169144"/>
                <a:gd name="csX35" fmla="*/ 171379 w 281905"/>
                <a:gd name="csY35" fmla="*/ 74444 h 169144"/>
                <a:gd name="csX36" fmla="*/ 193026 w 281905"/>
                <a:gd name="csY36" fmla="*/ 68172 h 169144"/>
                <a:gd name="csX37" fmla="*/ 193896 w 281905"/>
                <a:gd name="csY37" fmla="*/ 71632 h 169144"/>
                <a:gd name="csX38" fmla="*/ 191515 w 281905"/>
                <a:gd name="csY38" fmla="*/ 77904 h 169144"/>
                <a:gd name="csX39" fmla="*/ 187832 w 281905"/>
                <a:gd name="csY39" fmla="*/ 83852 h 169144"/>
                <a:gd name="csX40" fmla="*/ 187184 w 281905"/>
                <a:gd name="csY40" fmla="*/ 104830 h 169144"/>
                <a:gd name="csX41" fmla="*/ 209155 w 281905"/>
                <a:gd name="csY41" fmla="*/ 117696 h 169144"/>
                <a:gd name="csX42" fmla="*/ 225500 w 281905"/>
                <a:gd name="csY42" fmla="*/ 105804 h 169144"/>
                <a:gd name="csX43" fmla="*/ 226148 w 281905"/>
                <a:gd name="csY43" fmla="*/ 88826 h 169144"/>
                <a:gd name="csX44" fmla="*/ 251802 w 281905"/>
                <a:gd name="csY44" fmla="*/ 86231 h 169144"/>
                <a:gd name="csX45" fmla="*/ 256564 w 281905"/>
                <a:gd name="csY45" fmla="*/ 81473 h 169144"/>
                <a:gd name="csX46" fmla="*/ 262838 w 281905"/>
                <a:gd name="csY46" fmla="*/ 78878 h 169144"/>
                <a:gd name="csX47" fmla="*/ 265219 w 281905"/>
                <a:gd name="csY47" fmla="*/ 75092 h 169144"/>
                <a:gd name="csX48" fmla="*/ 260025 w 281905"/>
                <a:gd name="csY48" fmla="*/ 66766 h 169144"/>
                <a:gd name="csX49" fmla="*/ 252126 w 281905"/>
                <a:gd name="csY49" fmla="*/ 64279 h 169144"/>
                <a:gd name="csX50" fmla="*/ 254399 w 281905"/>
                <a:gd name="csY50" fmla="*/ 56385 h 169144"/>
                <a:gd name="csX51" fmla="*/ 270198 w 281905"/>
                <a:gd name="csY51" fmla="*/ 56601 h 169144"/>
                <a:gd name="csX52" fmla="*/ 267601 w 281905"/>
                <a:gd name="csY52" fmla="*/ 51951 h 169144"/>
                <a:gd name="csX53" fmla="*/ 254183 w 281905"/>
                <a:gd name="csY53" fmla="*/ 45247 h 169144"/>
                <a:gd name="csX54" fmla="*/ 251040 w 281905"/>
                <a:gd name="csY54" fmla="*/ 38326 h 169144"/>
                <a:gd name="csX55" fmla="*/ 254399 w 281905"/>
                <a:gd name="csY55" fmla="*/ 33676 h 169144"/>
                <a:gd name="csX56" fmla="*/ 273665 w 281905"/>
                <a:gd name="csY56" fmla="*/ 29999 h 169144"/>
                <a:gd name="csX57" fmla="*/ 281348 w 281905"/>
                <a:gd name="csY57" fmla="*/ 21997 h 169144"/>
                <a:gd name="csX58" fmla="*/ 280155 w 281905"/>
                <a:gd name="csY58" fmla="*/ 17131 h 169144"/>
                <a:gd name="csX59" fmla="*/ 248659 w 281905"/>
                <a:gd name="csY59" fmla="*/ 1667 h 169144"/>
                <a:gd name="csX60" fmla="*/ 233076 w 281905"/>
                <a:gd name="csY60" fmla="*/ 154 h 169144"/>
                <a:gd name="csX61" fmla="*/ 226364 w 281905"/>
                <a:gd name="csY61" fmla="*/ 7615 h 169144"/>
                <a:gd name="csX62" fmla="*/ 217817 w 281905"/>
                <a:gd name="csY62" fmla="*/ 7615 h 169144"/>
                <a:gd name="csX63" fmla="*/ 231234 w 281905"/>
                <a:gd name="csY63" fmla="*/ 20159 h 169144"/>
                <a:gd name="csX64" fmla="*/ 219544 w 281905"/>
                <a:gd name="csY64" fmla="*/ 21240 h 169144"/>
                <a:gd name="csX65" fmla="*/ 213702 w 281905"/>
                <a:gd name="csY65" fmla="*/ 20700 h 169144"/>
                <a:gd name="csX66" fmla="*/ 206666 w 281905"/>
                <a:gd name="csY66" fmla="*/ 22430 h 169144"/>
                <a:gd name="csX67" fmla="*/ 184041 w 281905"/>
                <a:gd name="csY67" fmla="*/ 15941 h 169144"/>
                <a:gd name="csX68" fmla="*/ 142588 w 281905"/>
                <a:gd name="csY68" fmla="*/ 21889 h 169144"/>
                <a:gd name="csX69" fmla="*/ 135336 w 281905"/>
                <a:gd name="csY69" fmla="*/ 30540 h 169144"/>
                <a:gd name="csX70" fmla="*/ 131336 w 281905"/>
                <a:gd name="csY70" fmla="*/ 37569 h 169144"/>
                <a:gd name="csX71" fmla="*/ 97675 w 281905"/>
                <a:gd name="csY71" fmla="*/ 61467 h 169144"/>
                <a:gd name="csX72" fmla="*/ 94315 w 281905"/>
                <a:gd name="csY72" fmla="*/ 72281 h 169144"/>
                <a:gd name="csX73" fmla="*/ 67690 w 281905"/>
                <a:gd name="csY73" fmla="*/ 75741 h 169144"/>
                <a:gd name="csX74" fmla="*/ 51669 w 281905"/>
                <a:gd name="csY74" fmla="*/ 101370 h 169144"/>
                <a:gd name="csX75" fmla="*/ 13791 w 281905"/>
                <a:gd name="csY75" fmla="*/ 104614 h 169144"/>
                <a:gd name="csX76" fmla="*/ 1885 w 281905"/>
                <a:gd name="csY76" fmla="*/ 128187 h 169144"/>
                <a:gd name="csX77" fmla="*/ 2101 w 281905"/>
                <a:gd name="csY77" fmla="*/ 128618 h 16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81905" h="169144">
                  <a:moveTo>
                    <a:pt x="2101" y="128618"/>
                  </a:moveTo>
                  <a:cubicBezTo>
                    <a:pt x="4050" y="129050"/>
                    <a:pt x="10648" y="126891"/>
                    <a:pt x="10648" y="132727"/>
                  </a:cubicBezTo>
                  <a:cubicBezTo>
                    <a:pt x="11302" y="139001"/>
                    <a:pt x="8813" y="147764"/>
                    <a:pt x="14007" y="149167"/>
                  </a:cubicBezTo>
                  <a:cubicBezTo>
                    <a:pt x="16064" y="149275"/>
                    <a:pt x="21151" y="152520"/>
                    <a:pt x="24396" y="148303"/>
                  </a:cubicBezTo>
                  <a:cubicBezTo>
                    <a:pt x="34137" y="135432"/>
                    <a:pt x="35654" y="131647"/>
                    <a:pt x="39439" y="134245"/>
                  </a:cubicBezTo>
                  <a:cubicBezTo>
                    <a:pt x="54488" y="144627"/>
                    <a:pt x="56539" y="147110"/>
                    <a:pt x="60114" y="144303"/>
                  </a:cubicBezTo>
                  <a:cubicBezTo>
                    <a:pt x="63467" y="142246"/>
                    <a:pt x="70611" y="134245"/>
                    <a:pt x="69423" y="140410"/>
                  </a:cubicBezTo>
                  <a:cubicBezTo>
                    <a:pt x="68338" y="146570"/>
                    <a:pt x="67798" y="152088"/>
                    <a:pt x="65093" y="156304"/>
                  </a:cubicBezTo>
                  <a:cubicBezTo>
                    <a:pt x="64121" y="158686"/>
                    <a:pt x="58273" y="164305"/>
                    <a:pt x="62819" y="166255"/>
                  </a:cubicBezTo>
                  <a:cubicBezTo>
                    <a:pt x="65956" y="167011"/>
                    <a:pt x="71805" y="172091"/>
                    <a:pt x="74078" y="166687"/>
                  </a:cubicBezTo>
                  <a:cubicBezTo>
                    <a:pt x="76675" y="158902"/>
                    <a:pt x="82409" y="152520"/>
                    <a:pt x="78625" y="147656"/>
                  </a:cubicBezTo>
                  <a:cubicBezTo>
                    <a:pt x="75589" y="142677"/>
                    <a:pt x="69100" y="138353"/>
                    <a:pt x="71589" y="132727"/>
                  </a:cubicBezTo>
                  <a:cubicBezTo>
                    <a:pt x="73316" y="129812"/>
                    <a:pt x="74294" y="122243"/>
                    <a:pt x="79380" y="122999"/>
                  </a:cubicBezTo>
                  <a:cubicBezTo>
                    <a:pt x="80028" y="123215"/>
                    <a:pt x="85553" y="122675"/>
                    <a:pt x="84575" y="127755"/>
                  </a:cubicBezTo>
                  <a:cubicBezTo>
                    <a:pt x="84575" y="128726"/>
                    <a:pt x="82409" y="134029"/>
                    <a:pt x="85330" y="138029"/>
                  </a:cubicBezTo>
                  <a:cubicBezTo>
                    <a:pt x="97452" y="154787"/>
                    <a:pt x="99726" y="159873"/>
                    <a:pt x="101459" y="154901"/>
                  </a:cubicBezTo>
                  <a:cubicBezTo>
                    <a:pt x="101999" y="153815"/>
                    <a:pt x="103625" y="145274"/>
                    <a:pt x="105790" y="150139"/>
                  </a:cubicBezTo>
                  <a:cubicBezTo>
                    <a:pt x="106330" y="150894"/>
                    <a:pt x="107416" y="156197"/>
                    <a:pt x="111632" y="154901"/>
                  </a:cubicBezTo>
                  <a:cubicBezTo>
                    <a:pt x="112934" y="154247"/>
                    <a:pt x="118344" y="154247"/>
                    <a:pt x="119754" y="148951"/>
                  </a:cubicBezTo>
                  <a:cubicBezTo>
                    <a:pt x="120077" y="148195"/>
                    <a:pt x="120725" y="141058"/>
                    <a:pt x="124732" y="143433"/>
                  </a:cubicBezTo>
                  <a:cubicBezTo>
                    <a:pt x="125380" y="143541"/>
                    <a:pt x="128955" y="146894"/>
                    <a:pt x="130250" y="142461"/>
                  </a:cubicBezTo>
                  <a:cubicBezTo>
                    <a:pt x="130898" y="140518"/>
                    <a:pt x="130682" y="137273"/>
                    <a:pt x="129818" y="135324"/>
                  </a:cubicBezTo>
                  <a:cubicBezTo>
                    <a:pt x="123214" y="119538"/>
                    <a:pt x="120833" y="116401"/>
                    <a:pt x="124516" y="113480"/>
                  </a:cubicBezTo>
                  <a:cubicBezTo>
                    <a:pt x="125056" y="113264"/>
                    <a:pt x="129063" y="108400"/>
                    <a:pt x="130898" y="113156"/>
                  </a:cubicBezTo>
                  <a:lnTo>
                    <a:pt x="135229" y="124510"/>
                  </a:lnTo>
                  <a:cubicBezTo>
                    <a:pt x="136854" y="128726"/>
                    <a:pt x="141617" y="131000"/>
                    <a:pt x="140969" y="130568"/>
                  </a:cubicBezTo>
                  <a:cubicBezTo>
                    <a:pt x="142696" y="131539"/>
                    <a:pt x="145293" y="131216"/>
                    <a:pt x="146811" y="129812"/>
                  </a:cubicBezTo>
                  <a:lnTo>
                    <a:pt x="151034" y="126136"/>
                  </a:lnTo>
                  <a:cubicBezTo>
                    <a:pt x="153847" y="123646"/>
                    <a:pt x="151465" y="119214"/>
                    <a:pt x="151573" y="119970"/>
                  </a:cubicBezTo>
                  <a:cubicBezTo>
                    <a:pt x="150494" y="118128"/>
                    <a:pt x="151034" y="115969"/>
                    <a:pt x="152761" y="115214"/>
                  </a:cubicBezTo>
                  <a:cubicBezTo>
                    <a:pt x="162286" y="110889"/>
                    <a:pt x="168026" y="109264"/>
                    <a:pt x="164127" y="106560"/>
                  </a:cubicBezTo>
                  <a:cubicBezTo>
                    <a:pt x="157523" y="100830"/>
                    <a:pt x="147890" y="97910"/>
                    <a:pt x="152113" y="93476"/>
                  </a:cubicBezTo>
                  <a:cubicBezTo>
                    <a:pt x="153307" y="92719"/>
                    <a:pt x="156768" y="86663"/>
                    <a:pt x="160451" y="90123"/>
                  </a:cubicBezTo>
                  <a:cubicBezTo>
                    <a:pt x="161638" y="90881"/>
                    <a:pt x="165321" y="96720"/>
                    <a:pt x="168890" y="92935"/>
                  </a:cubicBezTo>
                  <a:cubicBezTo>
                    <a:pt x="170407" y="90772"/>
                    <a:pt x="176681" y="87096"/>
                    <a:pt x="173436" y="82770"/>
                  </a:cubicBezTo>
                  <a:cubicBezTo>
                    <a:pt x="172789" y="81473"/>
                    <a:pt x="167048" y="76498"/>
                    <a:pt x="171379" y="74444"/>
                  </a:cubicBezTo>
                  <a:cubicBezTo>
                    <a:pt x="188696" y="66009"/>
                    <a:pt x="191731" y="63090"/>
                    <a:pt x="193026" y="68172"/>
                  </a:cubicBezTo>
                  <a:lnTo>
                    <a:pt x="193896" y="71632"/>
                  </a:lnTo>
                  <a:cubicBezTo>
                    <a:pt x="194976" y="75741"/>
                    <a:pt x="190969" y="78661"/>
                    <a:pt x="191515" y="77904"/>
                  </a:cubicBezTo>
                  <a:cubicBezTo>
                    <a:pt x="189889" y="78986"/>
                    <a:pt x="188264" y="81689"/>
                    <a:pt x="187832" y="83852"/>
                  </a:cubicBezTo>
                  <a:cubicBezTo>
                    <a:pt x="185235" y="97585"/>
                    <a:pt x="183501" y="102019"/>
                    <a:pt x="187184" y="104830"/>
                  </a:cubicBezTo>
                  <a:cubicBezTo>
                    <a:pt x="202875" y="116725"/>
                    <a:pt x="204932" y="119646"/>
                    <a:pt x="209155" y="117696"/>
                  </a:cubicBezTo>
                  <a:cubicBezTo>
                    <a:pt x="222795" y="111321"/>
                    <a:pt x="226256" y="110997"/>
                    <a:pt x="225500" y="105804"/>
                  </a:cubicBezTo>
                  <a:cubicBezTo>
                    <a:pt x="224960" y="98234"/>
                    <a:pt x="220846" y="88826"/>
                    <a:pt x="226148" y="88826"/>
                  </a:cubicBezTo>
                  <a:cubicBezTo>
                    <a:pt x="246277" y="88826"/>
                    <a:pt x="248443" y="89583"/>
                    <a:pt x="251802" y="86231"/>
                  </a:cubicBezTo>
                  <a:lnTo>
                    <a:pt x="256564" y="81473"/>
                  </a:lnTo>
                  <a:cubicBezTo>
                    <a:pt x="259269" y="78878"/>
                    <a:pt x="263492" y="78769"/>
                    <a:pt x="262838" y="78878"/>
                  </a:cubicBezTo>
                  <a:cubicBezTo>
                    <a:pt x="264680" y="78878"/>
                    <a:pt x="265759" y="77147"/>
                    <a:pt x="265219" y="75092"/>
                  </a:cubicBezTo>
                  <a:cubicBezTo>
                    <a:pt x="264788" y="74228"/>
                    <a:pt x="264356" y="68172"/>
                    <a:pt x="260025" y="66766"/>
                  </a:cubicBezTo>
                  <a:lnTo>
                    <a:pt x="252126" y="64279"/>
                  </a:lnTo>
                  <a:cubicBezTo>
                    <a:pt x="247795" y="62981"/>
                    <a:pt x="250068" y="55412"/>
                    <a:pt x="254399" y="56385"/>
                  </a:cubicBezTo>
                  <a:cubicBezTo>
                    <a:pt x="262514" y="58115"/>
                    <a:pt x="269334" y="61035"/>
                    <a:pt x="270198" y="56601"/>
                  </a:cubicBezTo>
                  <a:cubicBezTo>
                    <a:pt x="270522" y="54871"/>
                    <a:pt x="269334" y="52708"/>
                    <a:pt x="267601" y="51951"/>
                  </a:cubicBezTo>
                  <a:lnTo>
                    <a:pt x="254183" y="45247"/>
                  </a:lnTo>
                  <a:cubicBezTo>
                    <a:pt x="250716" y="43516"/>
                    <a:pt x="250932" y="37677"/>
                    <a:pt x="251040" y="38326"/>
                  </a:cubicBezTo>
                  <a:cubicBezTo>
                    <a:pt x="251040" y="36055"/>
                    <a:pt x="252557" y="34000"/>
                    <a:pt x="254399" y="33676"/>
                  </a:cubicBezTo>
                  <a:lnTo>
                    <a:pt x="273665" y="29999"/>
                  </a:lnTo>
                  <a:cubicBezTo>
                    <a:pt x="278319" y="29134"/>
                    <a:pt x="281888" y="21240"/>
                    <a:pt x="281348" y="21997"/>
                  </a:cubicBezTo>
                  <a:cubicBezTo>
                    <a:pt x="282428" y="20159"/>
                    <a:pt x="281888" y="17996"/>
                    <a:pt x="280155" y="17131"/>
                  </a:cubicBezTo>
                  <a:lnTo>
                    <a:pt x="248659" y="1667"/>
                  </a:lnTo>
                  <a:cubicBezTo>
                    <a:pt x="243788" y="-712"/>
                    <a:pt x="232428" y="154"/>
                    <a:pt x="233076" y="154"/>
                  </a:cubicBezTo>
                  <a:cubicBezTo>
                    <a:pt x="227881" y="154"/>
                    <a:pt x="231558" y="7615"/>
                    <a:pt x="226364" y="7615"/>
                  </a:cubicBezTo>
                  <a:lnTo>
                    <a:pt x="217817" y="7615"/>
                  </a:lnTo>
                  <a:cubicBezTo>
                    <a:pt x="226148" y="14103"/>
                    <a:pt x="236644" y="17996"/>
                    <a:pt x="231234" y="20159"/>
                  </a:cubicBezTo>
                  <a:cubicBezTo>
                    <a:pt x="228313" y="20808"/>
                    <a:pt x="223551" y="24809"/>
                    <a:pt x="219544" y="21240"/>
                  </a:cubicBezTo>
                  <a:cubicBezTo>
                    <a:pt x="219004" y="21024"/>
                    <a:pt x="216623" y="18537"/>
                    <a:pt x="213702" y="20700"/>
                  </a:cubicBezTo>
                  <a:cubicBezTo>
                    <a:pt x="213054" y="20915"/>
                    <a:pt x="210451" y="23835"/>
                    <a:pt x="206666" y="22430"/>
                  </a:cubicBezTo>
                  <a:cubicBezTo>
                    <a:pt x="193674" y="17780"/>
                    <a:pt x="188803" y="15400"/>
                    <a:pt x="184041" y="15941"/>
                  </a:cubicBezTo>
                  <a:cubicBezTo>
                    <a:pt x="148113" y="19510"/>
                    <a:pt x="146595" y="18969"/>
                    <a:pt x="142588" y="21889"/>
                  </a:cubicBezTo>
                  <a:cubicBezTo>
                    <a:pt x="141401" y="23078"/>
                    <a:pt x="136314" y="25133"/>
                    <a:pt x="135336" y="30540"/>
                  </a:cubicBezTo>
                  <a:cubicBezTo>
                    <a:pt x="135013" y="31297"/>
                    <a:pt x="134905" y="35514"/>
                    <a:pt x="131336" y="37569"/>
                  </a:cubicBezTo>
                  <a:cubicBezTo>
                    <a:pt x="99294" y="56601"/>
                    <a:pt x="97675" y="56060"/>
                    <a:pt x="97675" y="61467"/>
                  </a:cubicBezTo>
                  <a:cubicBezTo>
                    <a:pt x="97236" y="64171"/>
                    <a:pt x="99186" y="72281"/>
                    <a:pt x="94315" y="72281"/>
                  </a:cubicBezTo>
                  <a:cubicBezTo>
                    <a:pt x="75919" y="72281"/>
                    <a:pt x="70179" y="70767"/>
                    <a:pt x="67690" y="75741"/>
                  </a:cubicBezTo>
                  <a:cubicBezTo>
                    <a:pt x="58273" y="94774"/>
                    <a:pt x="56431" y="101370"/>
                    <a:pt x="51669" y="101370"/>
                  </a:cubicBezTo>
                  <a:cubicBezTo>
                    <a:pt x="17792" y="101370"/>
                    <a:pt x="16604" y="100289"/>
                    <a:pt x="13791" y="104614"/>
                  </a:cubicBezTo>
                  <a:cubicBezTo>
                    <a:pt x="907" y="124510"/>
                    <a:pt x="-2662" y="128187"/>
                    <a:pt x="1885" y="128187"/>
                  </a:cubicBezTo>
                  <a:lnTo>
                    <a:pt x="2101" y="128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D603B2D-B127-AE7F-ABD1-5DF4FB8FB530}"/>
                </a:ext>
              </a:extLst>
            </p:cNvPr>
            <p:cNvSpPr/>
            <p:nvPr/>
          </p:nvSpPr>
          <p:spPr>
            <a:xfrm>
              <a:off x="1191049" y="1607079"/>
              <a:ext cx="63515" cy="45866"/>
            </a:xfrm>
            <a:custGeom>
              <a:avLst/>
              <a:gdLst>
                <a:gd name="csX0" fmla="*/ 64704 w 73250"/>
                <a:gd name="csY0" fmla="*/ 136 h 52896"/>
                <a:gd name="csX1" fmla="*/ 50632 w 73250"/>
                <a:gd name="csY1" fmla="*/ 10296 h 52896"/>
                <a:gd name="csX2" fmla="*/ 36561 w 73250"/>
                <a:gd name="csY2" fmla="*/ 12785 h 52896"/>
                <a:gd name="csX3" fmla="*/ 2683 w 73250"/>
                <a:gd name="csY3" fmla="*/ 40040 h 52896"/>
                <a:gd name="csX4" fmla="*/ 3331 w 73250"/>
                <a:gd name="csY4" fmla="*/ 48364 h 52896"/>
                <a:gd name="csX5" fmla="*/ 20972 w 73250"/>
                <a:gd name="csY5" fmla="*/ 49876 h 52896"/>
                <a:gd name="csX6" fmla="*/ 26064 w 73250"/>
                <a:gd name="csY6" fmla="*/ 52257 h 52896"/>
                <a:gd name="csX7" fmla="*/ 44136 w 73250"/>
                <a:gd name="csY7" fmla="*/ 47063 h 52896"/>
                <a:gd name="csX8" fmla="*/ 49331 w 73250"/>
                <a:gd name="csY8" fmla="*/ 42414 h 52896"/>
                <a:gd name="csX9" fmla="*/ 73251 w 73250"/>
                <a:gd name="csY9" fmla="*/ 4029 h 52896"/>
                <a:gd name="csX10" fmla="*/ 64596 w 73250"/>
                <a:gd name="csY10" fmla="*/ 136 h 52896"/>
                <a:gd name="csX11" fmla="*/ 64704 w 73250"/>
                <a:gd name="csY11" fmla="*/ 136 h 52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3250" h="52896">
                  <a:moveTo>
                    <a:pt x="64704" y="136"/>
                  </a:moveTo>
                  <a:cubicBezTo>
                    <a:pt x="60589" y="-1382"/>
                    <a:pt x="50632" y="10296"/>
                    <a:pt x="50632" y="10296"/>
                  </a:cubicBezTo>
                  <a:cubicBezTo>
                    <a:pt x="46733" y="14303"/>
                    <a:pt x="41107" y="12353"/>
                    <a:pt x="36561" y="12785"/>
                  </a:cubicBezTo>
                  <a:cubicBezTo>
                    <a:pt x="32014" y="12785"/>
                    <a:pt x="32014" y="13757"/>
                    <a:pt x="2683" y="40040"/>
                  </a:cubicBezTo>
                  <a:cubicBezTo>
                    <a:pt x="-892" y="43170"/>
                    <a:pt x="-1107" y="48364"/>
                    <a:pt x="3331" y="48364"/>
                  </a:cubicBezTo>
                  <a:cubicBezTo>
                    <a:pt x="2683" y="48364"/>
                    <a:pt x="16101" y="47501"/>
                    <a:pt x="20972" y="49876"/>
                  </a:cubicBezTo>
                  <a:lnTo>
                    <a:pt x="26064" y="52257"/>
                  </a:lnTo>
                  <a:cubicBezTo>
                    <a:pt x="30173" y="54200"/>
                    <a:pt x="34179" y="51501"/>
                    <a:pt x="44136" y="47063"/>
                  </a:cubicBezTo>
                  <a:cubicBezTo>
                    <a:pt x="45870" y="46307"/>
                    <a:pt x="48251" y="44256"/>
                    <a:pt x="49331" y="42414"/>
                  </a:cubicBezTo>
                  <a:cubicBezTo>
                    <a:pt x="48899" y="43170"/>
                    <a:pt x="73251" y="5108"/>
                    <a:pt x="73251" y="4029"/>
                  </a:cubicBezTo>
                  <a:cubicBezTo>
                    <a:pt x="73251" y="3273"/>
                    <a:pt x="68597" y="1755"/>
                    <a:pt x="64596" y="136"/>
                  </a:cubicBezTo>
                  <a:lnTo>
                    <a:pt x="64704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BB55E238-FED8-573B-517C-D27E6FCC3A74}"/>
                </a:ext>
              </a:extLst>
            </p:cNvPr>
            <p:cNvSpPr/>
            <p:nvPr/>
          </p:nvSpPr>
          <p:spPr>
            <a:xfrm>
              <a:off x="1330198" y="1454915"/>
              <a:ext cx="49214" cy="31373"/>
            </a:xfrm>
            <a:custGeom>
              <a:avLst/>
              <a:gdLst>
                <a:gd name="csX0" fmla="*/ 1098 w 56757"/>
                <a:gd name="csY0" fmla="*/ 14063 h 36181"/>
                <a:gd name="csX1" fmla="*/ 30974 w 56757"/>
                <a:gd name="csY1" fmla="*/ 36123 h 36181"/>
                <a:gd name="csX2" fmla="*/ 47637 w 56757"/>
                <a:gd name="csY2" fmla="*/ 33744 h 36181"/>
                <a:gd name="csX3" fmla="*/ 55543 w 56757"/>
                <a:gd name="csY3" fmla="*/ 21957 h 36181"/>
                <a:gd name="csX4" fmla="*/ 24478 w 56757"/>
                <a:gd name="csY4" fmla="*/ 113 h 36181"/>
                <a:gd name="csX5" fmla="*/ 1206 w 56757"/>
                <a:gd name="csY5" fmla="*/ 14063 h 36181"/>
                <a:gd name="csX6" fmla="*/ 1098 w 56757"/>
                <a:gd name="csY6" fmla="*/ 14063 h 3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6757" h="36181">
                  <a:moveTo>
                    <a:pt x="1098" y="14063"/>
                  </a:moveTo>
                  <a:cubicBezTo>
                    <a:pt x="25450" y="34393"/>
                    <a:pt x="26428" y="36123"/>
                    <a:pt x="30974" y="36123"/>
                  </a:cubicBezTo>
                  <a:cubicBezTo>
                    <a:pt x="41255" y="36123"/>
                    <a:pt x="44284" y="36772"/>
                    <a:pt x="47637" y="33744"/>
                  </a:cubicBezTo>
                  <a:cubicBezTo>
                    <a:pt x="51536" y="29419"/>
                    <a:pt x="59873" y="25633"/>
                    <a:pt x="55543" y="21957"/>
                  </a:cubicBezTo>
                  <a:cubicBezTo>
                    <a:pt x="55543" y="21957"/>
                    <a:pt x="28701" y="-1834"/>
                    <a:pt x="24478" y="113"/>
                  </a:cubicBezTo>
                  <a:cubicBezTo>
                    <a:pt x="1853" y="10170"/>
                    <a:pt x="-2579" y="10927"/>
                    <a:pt x="1206" y="14063"/>
                  </a:cubicBezTo>
                  <a:lnTo>
                    <a:pt x="1098" y="140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FB6E01DC-D03E-9C83-D21D-A56256A7C0B8}"/>
                </a:ext>
              </a:extLst>
            </p:cNvPr>
            <p:cNvSpPr/>
            <p:nvPr/>
          </p:nvSpPr>
          <p:spPr>
            <a:xfrm>
              <a:off x="1391458" y="1389763"/>
              <a:ext cx="130609" cy="47620"/>
            </a:xfrm>
            <a:custGeom>
              <a:avLst/>
              <a:gdLst>
                <a:gd name="csX0" fmla="*/ 2095 w 150627"/>
                <a:gd name="csY0" fmla="*/ 50918 h 54919"/>
                <a:gd name="csX1" fmla="*/ 6317 w 150627"/>
                <a:gd name="csY1" fmla="*/ 53838 h 54919"/>
                <a:gd name="csX2" fmla="*/ 40411 w 150627"/>
                <a:gd name="csY2" fmla="*/ 43349 h 54919"/>
                <a:gd name="csX3" fmla="*/ 46367 w 150627"/>
                <a:gd name="csY3" fmla="*/ 44755 h 54919"/>
                <a:gd name="csX4" fmla="*/ 55244 w 150627"/>
                <a:gd name="csY4" fmla="*/ 52540 h 54919"/>
                <a:gd name="csX5" fmla="*/ 61410 w 150627"/>
                <a:gd name="csY5" fmla="*/ 54919 h 54919"/>
                <a:gd name="csX6" fmla="*/ 65525 w 150627"/>
                <a:gd name="csY6" fmla="*/ 54919 h 54919"/>
                <a:gd name="csX7" fmla="*/ 70935 w 150627"/>
                <a:gd name="csY7" fmla="*/ 51675 h 54919"/>
                <a:gd name="csX8" fmla="*/ 77647 w 150627"/>
                <a:gd name="csY8" fmla="*/ 41402 h 54919"/>
                <a:gd name="csX9" fmla="*/ 82625 w 150627"/>
                <a:gd name="csY9" fmla="*/ 40212 h 54919"/>
                <a:gd name="csX10" fmla="*/ 100590 w 150627"/>
                <a:gd name="csY10" fmla="*/ 52757 h 54919"/>
                <a:gd name="csX11" fmla="*/ 114985 w 150627"/>
                <a:gd name="csY11" fmla="*/ 46701 h 54919"/>
                <a:gd name="csX12" fmla="*/ 121157 w 150627"/>
                <a:gd name="csY12" fmla="*/ 45511 h 54919"/>
                <a:gd name="csX13" fmla="*/ 141833 w 150627"/>
                <a:gd name="csY13" fmla="*/ 50485 h 54919"/>
                <a:gd name="csX14" fmla="*/ 146373 w 150627"/>
                <a:gd name="csY14" fmla="*/ 47566 h 54919"/>
                <a:gd name="csX15" fmla="*/ 150380 w 150627"/>
                <a:gd name="csY15" fmla="*/ 35454 h 54919"/>
                <a:gd name="csX16" fmla="*/ 148754 w 150627"/>
                <a:gd name="csY16" fmla="*/ 29615 h 54919"/>
                <a:gd name="csX17" fmla="*/ 109467 w 150627"/>
                <a:gd name="csY17" fmla="*/ 1067 h 54919"/>
                <a:gd name="csX18" fmla="*/ 103517 w 150627"/>
                <a:gd name="csY18" fmla="*/ 526 h 54919"/>
                <a:gd name="csX19" fmla="*/ 61734 w 150627"/>
                <a:gd name="csY19" fmla="*/ 21180 h 54919"/>
                <a:gd name="csX20" fmla="*/ 55352 w 150627"/>
                <a:gd name="csY20" fmla="*/ 21829 h 54919"/>
                <a:gd name="csX21" fmla="*/ 44525 w 150627"/>
                <a:gd name="csY21" fmla="*/ 18909 h 54919"/>
                <a:gd name="csX22" fmla="*/ 38137 w 150627"/>
                <a:gd name="csY22" fmla="*/ 19450 h 54919"/>
                <a:gd name="csX23" fmla="*/ 2311 w 150627"/>
                <a:gd name="csY23" fmla="*/ 36644 h 54919"/>
                <a:gd name="csX24" fmla="*/ 152 w 150627"/>
                <a:gd name="csY24" fmla="*/ 42051 h 54919"/>
                <a:gd name="csX25" fmla="*/ 2203 w 150627"/>
                <a:gd name="csY25" fmla="*/ 50918 h 54919"/>
                <a:gd name="csX26" fmla="*/ 2095 w 150627"/>
                <a:gd name="csY26" fmla="*/ 50918 h 54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627" h="54919">
                  <a:moveTo>
                    <a:pt x="2095" y="50918"/>
                  </a:moveTo>
                  <a:cubicBezTo>
                    <a:pt x="2641" y="53081"/>
                    <a:pt x="4476" y="54379"/>
                    <a:pt x="6317" y="53838"/>
                  </a:cubicBezTo>
                  <a:lnTo>
                    <a:pt x="40411" y="43349"/>
                  </a:lnTo>
                  <a:cubicBezTo>
                    <a:pt x="42144" y="42808"/>
                    <a:pt x="44849" y="43349"/>
                    <a:pt x="46367" y="44755"/>
                  </a:cubicBezTo>
                  <a:lnTo>
                    <a:pt x="55244" y="52540"/>
                  </a:lnTo>
                  <a:cubicBezTo>
                    <a:pt x="56755" y="53838"/>
                    <a:pt x="59461" y="54919"/>
                    <a:pt x="61410" y="54919"/>
                  </a:cubicBezTo>
                  <a:lnTo>
                    <a:pt x="65525" y="54919"/>
                  </a:lnTo>
                  <a:cubicBezTo>
                    <a:pt x="67366" y="54919"/>
                    <a:pt x="69856" y="53514"/>
                    <a:pt x="70935" y="51675"/>
                  </a:cubicBezTo>
                  <a:lnTo>
                    <a:pt x="77647" y="41402"/>
                  </a:lnTo>
                  <a:cubicBezTo>
                    <a:pt x="78834" y="39672"/>
                    <a:pt x="81000" y="39131"/>
                    <a:pt x="82625" y="40212"/>
                  </a:cubicBezTo>
                  <a:lnTo>
                    <a:pt x="100590" y="52757"/>
                  </a:lnTo>
                  <a:cubicBezTo>
                    <a:pt x="105136" y="56000"/>
                    <a:pt x="109791" y="49621"/>
                    <a:pt x="114985" y="46701"/>
                  </a:cubicBezTo>
                  <a:cubicBezTo>
                    <a:pt x="116611" y="45619"/>
                    <a:pt x="119424" y="45079"/>
                    <a:pt x="121157" y="45511"/>
                  </a:cubicBezTo>
                  <a:lnTo>
                    <a:pt x="141833" y="50485"/>
                  </a:lnTo>
                  <a:cubicBezTo>
                    <a:pt x="143668" y="50918"/>
                    <a:pt x="145725" y="49621"/>
                    <a:pt x="146373" y="47566"/>
                  </a:cubicBezTo>
                  <a:lnTo>
                    <a:pt x="150380" y="35454"/>
                  </a:lnTo>
                  <a:cubicBezTo>
                    <a:pt x="151028" y="33400"/>
                    <a:pt x="150380" y="30805"/>
                    <a:pt x="148754" y="29615"/>
                  </a:cubicBezTo>
                  <a:lnTo>
                    <a:pt x="109467" y="1067"/>
                  </a:lnTo>
                  <a:cubicBezTo>
                    <a:pt x="107949" y="-123"/>
                    <a:pt x="105136" y="-339"/>
                    <a:pt x="103517" y="526"/>
                  </a:cubicBezTo>
                  <a:lnTo>
                    <a:pt x="61734" y="21180"/>
                  </a:lnTo>
                  <a:cubicBezTo>
                    <a:pt x="60007" y="22046"/>
                    <a:pt x="57079" y="22262"/>
                    <a:pt x="55352" y="21829"/>
                  </a:cubicBezTo>
                  <a:lnTo>
                    <a:pt x="44525" y="18909"/>
                  </a:lnTo>
                  <a:cubicBezTo>
                    <a:pt x="42684" y="18369"/>
                    <a:pt x="39871" y="18694"/>
                    <a:pt x="38137" y="19450"/>
                  </a:cubicBezTo>
                  <a:lnTo>
                    <a:pt x="2311" y="36644"/>
                  </a:lnTo>
                  <a:cubicBezTo>
                    <a:pt x="583" y="37509"/>
                    <a:pt x="-395" y="39888"/>
                    <a:pt x="152" y="42051"/>
                  </a:cubicBezTo>
                  <a:lnTo>
                    <a:pt x="2203" y="50918"/>
                  </a:lnTo>
                  <a:lnTo>
                    <a:pt x="2095" y="509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72A46337-9408-19F4-3254-F68E65595ABE}"/>
                </a:ext>
              </a:extLst>
            </p:cNvPr>
            <p:cNvSpPr/>
            <p:nvPr/>
          </p:nvSpPr>
          <p:spPr>
            <a:xfrm>
              <a:off x="1389076" y="1448530"/>
              <a:ext cx="122924" cy="64331"/>
            </a:xfrm>
            <a:custGeom>
              <a:avLst/>
              <a:gdLst>
                <a:gd name="csX0" fmla="*/ 4195 w 141764"/>
                <a:gd name="csY0" fmla="*/ 40349 h 74191"/>
                <a:gd name="csX1" fmla="*/ 4951 w 141764"/>
                <a:gd name="csY1" fmla="*/ 47270 h 74191"/>
                <a:gd name="csX2" fmla="*/ 3109 w 141764"/>
                <a:gd name="csY2" fmla="*/ 52244 h 74191"/>
                <a:gd name="csX3" fmla="*/ 4843 w 141764"/>
                <a:gd name="csY3" fmla="*/ 57759 h 74191"/>
                <a:gd name="csX4" fmla="*/ 13720 w 141764"/>
                <a:gd name="csY4" fmla="*/ 63058 h 74191"/>
                <a:gd name="csX5" fmla="*/ 20102 w 141764"/>
                <a:gd name="csY5" fmla="*/ 64464 h 74191"/>
                <a:gd name="csX6" fmla="*/ 30605 w 141764"/>
                <a:gd name="csY6" fmla="*/ 65653 h 74191"/>
                <a:gd name="csX7" fmla="*/ 41101 w 141764"/>
                <a:gd name="csY7" fmla="*/ 72899 h 74191"/>
                <a:gd name="csX8" fmla="*/ 47273 w 141764"/>
                <a:gd name="csY8" fmla="*/ 73980 h 74191"/>
                <a:gd name="csX9" fmla="*/ 74870 w 141764"/>
                <a:gd name="csY9" fmla="*/ 66302 h 74191"/>
                <a:gd name="csX10" fmla="*/ 81474 w 141764"/>
                <a:gd name="csY10" fmla="*/ 66302 h 74191"/>
                <a:gd name="csX11" fmla="*/ 90784 w 141764"/>
                <a:gd name="csY11" fmla="*/ 68789 h 74191"/>
                <a:gd name="csX12" fmla="*/ 97172 w 141764"/>
                <a:gd name="csY12" fmla="*/ 67924 h 74191"/>
                <a:gd name="csX13" fmla="*/ 118381 w 141764"/>
                <a:gd name="csY13" fmla="*/ 55705 h 74191"/>
                <a:gd name="csX14" fmla="*/ 121848 w 141764"/>
                <a:gd name="csY14" fmla="*/ 49865 h 74191"/>
                <a:gd name="csX15" fmla="*/ 122927 w 141764"/>
                <a:gd name="csY15" fmla="*/ 40349 h 74191"/>
                <a:gd name="csX16" fmla="*/ 120006 w 141764"/>
                <a:gd name="csY16" fmla="*/ 36672 h 74191"/>
                <a:gd name="csX17" fmla="*/ 103445 w 141764"/>
                <a:gd name="csY17" fmla="*/ 38403 h 74191"/>
                <a:gd name="csX18" fmla="*/ 97496 w 141764"/>
                <a:gd name="csY18" fmla="*/ 36132 h 74191"/>
                <a:gd name="csX19" fmla="*/ 92187 w 141764"/>
                <a:gd name="csY19" fmla="*/ 30725 h 74191"/>
                <a:gd name="csX20" fmla="*/ 92949 w 141764"/>
                <a:gd name="csY20" fmla="*/ 27481 h 74191"/>
                <a:gd name="csX21" fmla="*/ 129855 w 141764"/>
                <a:gd name="csY21" fmla="*/ 20884 h 74191"/>
                <a:gd name="csX22" fmla="*/ 135919 w 141764"/>
                <a:gd name="csY22" fmla="*/ 17857 h 74191"/>
                <a:gd name="csX23" fmla="*/ 140466 w 141764"/>
                <a:gd name="csY23" fmla="*/ 13856 h 74191"/>
                <a:gd name="csX24" fmla="*/ 136567 w 141764"/>
                <a:gd name="csY24" fmla="*/ 3041 h 74191"/>
                <a:gd name="csX25" fmla="*/ 105395 w 141764"/>
                <a:gd name="csY25" fmla="*/ 122 h 74191"/>
                <a:gd name="csX26" fmla="*/ 97388 w 141764"/>
                <a:gd name="csY26" fmla="*/ 3798 h 74191"/>
                <a:gd name="csX27" fmla="*/ 85805 w 141764"/>
                <a:gd name="csY27" fmla="*/ 1636 h 74191"/>
                <a:gd name="csX28" fmla="*/ 58526 w 141764"/>
                <a:gd name="csY28" fmla="*/ 10395 h 74191"/>
                <a:gd name="csX29" fmla="*/ 36993 w 141764"/>
                <a:gd name="csY29" fmla="*/ 11801 h 74191"/>
                <a:gd name="csX30" fmla="*/ 30605 w 141764"/>
                <a:gd name="csY30" fmla="*/ 13747 h 74191"/>
                <a:gd name="csX31" fmla="*/ 19886 w 141764"/>
                <a:gd name="csY31" fmla="*/ 19803 h 74191"/>
                <a:gd name="csX32" fmla="*/ 13504 w 141764"/>
                <a:gd name="csY32" fmla="*/ 20776 h 74191"/>
                <a:gd name="csX33" fmla="*/ 8742 w 141764"/>
                <a:gd name="csY33" fmla="*/ 19803 h 74191"/>
                <a:gd name="csX34" fmla="*/ 3655 w 141764"/>
                <a:gd name="csY34" fmla="*/ 22615 h 74191"/>
                <a:gd name="csX35" fmla="*/ 620 w 141764"/>
                <a:gd name="csY35" fmla="*/ 28779 h 74191"/>
                <a:gd name="csX36" fmla="*/ 950 w 141764"/>
                <a:gd name="csY36" fmla="*/ 35375 h 74191"/>
                <a:gd name="csX37" fmla="*/ 4195 w 141764"/>
                <a:gd name="csY37" fmla="*/ 40349 h 74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41764" h="74191">
                  <a:moveTo>
                    <a:pt x="4195" y="40349"/>
                  </a:moveTo>
                  <a:cubicBezTo>
                    <a:pt x="5382" y="42079"/>
                    <a:pt x="5706" y="45215"/>
                    <a:pt x="4951" y="47270"/>
                  </a:cubicBezTo>
                  <a:lnTo>
                    <a:pt x="3109" y="52244"/>
                  </a:lnTo>
                  <a:cubicBezTo>
                    <a:pt x="2353" y="54299"/>
                    <a:pt x="3109" y="56786"/>
                    <a:pt x="4843" y="57759"/>
                  </a:cubicBezTo>
                  <a:lnTo>
                    <a:pt x="13720" y="63058"/>
                  </a:lnTo>
                  <a:cubicBezTo>
                    <a:pt x="15339" y="64031"/>
                    <a:pt x="18267" y="64680"/>
                    <a:pt x="20102" y="64464"/>
                  </a:cubicBezTo>
                  <a:cubicBezTo>
                    <a:pt x="19562" y="64464"/>
                    <a:pt x="26490" y="62841"/>
                    <a:pt x="30605" y="65653"/>
                  </a:cubicBezTo>
                  <a:lnTo>
                    <a:pt x="41101" y="72899"/>
                  </a:lnTo>
                  <a:cubicBezTo>
                    <a:pt x="42727" y="73980"/>
                    <a:pt x="45540" y="74520"/>
                    <a:pt x="47273" y="73980"/>
                  </a:cubicBezTo>
                  <a:lnTo>
                    <a:pt x="74870" y="66302"/>
                  </a:lnTo>
                  <a:cubicBezTo>
                    <a:pt x="76712" y="65761"/>
                    <a:pt x="79633" y="65761"/>
                    <a:pt x="81474" y="66302"/>
                  </a:cubicBezTo>
                  <a:lnTo>
                    <a:pt x="90784" y="68789"/>
                  </a:lnTo>
                  <a:cubicBezTo>
                    <a:pt x="92625" y="69222"/>
                    <a:pt x="95438" y="68789"/>
                    <a:pt x="97172" y="67924"/>
                  </a:cubicBezTo>
                  <a:lnTo>
                    <a:pt x="118381" y="55705"/>
                  </a:lnTo>
                  <a:cubicBezTo>
                    <a:pt x="120006" y="54731"/>
                    <a:pt x="121632" y="52136"/>
                    <a:pt x="121848" y="49865"/>
                  </a:cubicBezTo>
                  <a:lnTo>
                    <a:pt x="122927" y="40349"/>
                  </a:lnTo>
                  <a:cubicBezTo>
                    <a:pt x="123143" y="38186"/>
                    <a:pt x="121848" y="36456"/>
                    <a:pt x="120006" y="36672"/>
                  </a:cubicBezTo>
                  <a:lnTo>
                    <a:pt x="103445" y="38403"/>
                  </a:lnTo>
                  <a:cubicBezTo>
                    <a:pt x="101604" y="38619"/>
                    <a:pt x="98899" y="37537"/>
                    <a:pt x="97496" y="36132"/>
                  </a:cubicBezTo>
                  <a:lnTo>
                    <a:pt x="92187" y="30725"/>
                  </a:lnTo>
                  <a:cubicBezTo>
                    <a:pt x="90784" y="29319"/>
                    <a:pt x="91107" y="27805"/>
                    <a:pt x="92949" y="27481"/>
                  </a:cubicBezTo>
                  <a:lnTo>
                    <a:pt x="129855" y="20884"/>
                  </a:lnTo>
                  <a:cubicBezTo>
                    <a:pt x="131697" y="20560"/>
                    <a:pt x="134402" y="19262"/>
                    <a:pt x="135919" y="17857"/>
                  </a:cubicBezTo>
                  <a:lnTo>
                    <a:pt x="140466" y="13856"/>
                  </a:lnTo>
                  <a:cubicBezTo>
                    <a:pt x="144466" y="10287"/>
                    <a:pt x="138085" y="5637"/>
                    <a:pt x="136567" y="3041"/>
                  </a:cubicBezTo>
                  <a:cubicBezTo>
                    <a:pt x="132452" y="-2041"/>
                    <a:pt x="126502" y="987"/>
                    <a:pt x="105395" y="122"/>
                  </a:cubicBezTo>
                  <a:cubicBezTo>
                    <a:pt x="101172" y="122"/>
                    <a:pt x="97388" y="3798"/>
                    <a:pt x="97388" y="3798"/>
                  </a:cubicBezTo>
                  <a:cubicBezTo>
                    <a:pt x="93273" y="7151"/>
                    <a:pt x="88618" y="2609"/>
                    <a:pt x="85805" y="1636"/>
                  </a:cubicBezTo>
                  <a:cubicBezTo>
                    <a:pt x="79417" y="-1500"/>
                    <a:pt x="67403" y="9854"/>
                    <a:pt x="58526" y="10395"/>
                  </a:cubicBezTo>
                  <a:lnTo>
                    <a:pt x="36993" y="11801"/>
                  </a:lnTo>
                  <a:cubicBezTo>
                    <a:pt x="35151" y="11909"/>
                    <a:pt x="32230" y="12774"/>
                    <a:pt x="30605" y="13747"/>
                  </a:cubicBezTo>
                  <a:lnTo>
                    <a:pt x="19886" y="19803"/>
                  </a:lnTo>
                  <a:cubicBezTo>
                    <a:pt x="18159" y="20776"/>
                    <a:pt x="15339" y="21209"/>
                    <a:pt x="13504" y="20776"/>
                  </a:cubicBezTo>
                  <a:lnTo>
                    <a:pt x="8742" y="19803"/>
                  </a:lnTo>
                  <a:cubicBezTo>
                    <a:pt x="6900" y="19478"/>
                    <a:pt x="4627" y="20668"/>
                    <a:pt x="3655" y="22615"/>
                  </a:cubicBezTo>
                  <a:lnTo>
                    <a:pt x="620" y="28779"/>
                  </a:lnTo>
                  <a:cubicBezTo>
                    <a:pt x="-352" y="30725"/>
                    <a:pt x="-136" y="33645"/>
                    <a:pt x="950" y="35375"/>
                  </a:cubicBezTo>
                  <a:lnTo>
                    <a:pt x="4195" y="4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72A1FA1B-8A99-B3C8-DF67-038A0FA6FA31}"/>
                </a:ext>
              </a:extLst>
            </p:cNvPr>
            <p:cNvSpPr/>
            <p:nvPr/>
          </p:nvSpPr>
          <p:spPr>
            <a:xfrm>
              <a:off x="1338834" y="1544643"/>
              <a:ext cx="47898" cy="17903"/>
            </a:xfrm>
            <a:custGeom>
              <a:avLst/>
              <a:gdLst>
                <a:gd name="csX0" fmla="*/ 46338 w 55239"/>
                <a:gd name="csY0" fmla="*/ 19152 h 20647"/>
                <a:gd name="csX1" fmla="*/ 54021 w 55239"/>
                <a:gd name="csY1" fmla="*/ 9420 h 20647"/>
                <a:gd name="csX2" fmla="*/ 39086 w 55239"/>
                <a:gd name="csY2" fmla="*/ 12 h 20647"/>
                <a:gd name="csX3" fmla="*/ 4993 w 55239"/>
                <a:gd name="csY3" fmla="*/ 5094 h 20647"/>
                <a:gd name="csX4" fmla="*/ 1748 w 55239"/>
                <a:gd name="csY4" fmla="*/ 14070 h 20647"/>
                <a:gd name="csX5" fmla="*/ 46446 w 55239"/>
                <a:gd name="csY5" fmla="*/ 19152 h 20647"/>
                <a:gd name="csX6" fmla="*/ 46338 w 55239"/>
                <a:gd name="csY6" fmla="*/ 19152 h 20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5239" h="20647">
                  <a:moveTo>
                    <a:pt x="46338" y="19152"/>
                  </a:moveTo>
                  <a:cubicBezTo>
                    <a:pt x="49582" y="16124"/>
                    <a:pt x="58460" y="13096"/>
                    <a:pt x="54021" y="9420"/>
                  </a:cubicBezTo>
                  <a:cubicBezTo>
                    <a:pt x="45798" y="2607"/>
                    <a:pt x="43309" y="-204"/>
                    <a:pt x="39086" y="12"/>
                  </a:cubicBezTo>
                  <a:cubicBezTo>
                    <a:pt x="39086" y="12"/>
                    <a:pt x="8130" y="1201"/>
                    <a:pt x="4993" y="5094"/>
                  </a:cubicBezTo>
                  <a:cubicBezTo>
                    <a:pt x="3583" y="7365"/>
                    <a:pt x="-3123" y="13204"/>
                    <a:pt x="1748" y="14070"/>
                  </a:cubicBezTo>
                  <a:cubicBezTo>
                    <a:pt x="42553" y="21099"/>
                    <a:pt x="42439" y="21963"/>
                    <a:pt x="46446" y="19152"/>
                  </a:cubicBezTo>
                  <a:lnTo>
                    <a:pt x="46338" y="19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39576E2C-8B5E-C0DA-FC64-1E3714D08D5C}"/>
                </a:ext>
              </a:extLst>
            </p:cNvPr>
            <p:cNvSpPr/>
            <p:nvPr/>
          </p:nvSpPr>
          <p:spPr>
            <a:xfrm>
              <a:off x="1621872" y="1476912"/>
              <a:ext cx="59872" cy="54305"/>
            </a:xfrm>
            <a:custGeom>
              <a:avLst/>
              <a:gdLst>
                <a:gd name="csX0" fmla="*/ 13885 w 69048"/>
                <a:gd name="csY0" fmla="*/ 21784 h 62628"/>
                <a:gd name="csX1" fmla="*/ 16374 w 69048"/>
                <a:gd name="csY1" fmla="*/ 27840 h 62628"/>
                <a:gd name="csX2" fmla="*/ 16159 w 69048"/>
                <a:gd name="csY2" fmla="*/ 29354 h 62628"/>
                <a:gd name="csX3" fmla="*/ 32719 w 69048"/>
                <a:gd name="csY3" fmla="*/ 54225 h 62628"/>
                <a:gd name="csX4" fmla="*/ 63129 w 69048"/>
                <a:gd name="csY4" fmla="*/ 62336 h 62628"/>
                <a:gd name="csX5" fmla="*/ 68762 w 69048"/>
                <a:gd name="csY5" fmla="*/ 53901 h 62628"/>
                <a:gd name="csX6" fmla="*/ 60100 w 69048"/>
                <a:gd name="csY6" fmla="*/ 37464 h 62628"/>
                <a:gd name="csX7" fmla="*/ 47762 w 69048"/>
                <a:gd name="csY7" fmla="*/ 34544 h 62628"/>
                <a:gd name="csX8" fmla="*/ 44410 w 69048"/>
                <a:gd name="csY8" fmla="*/ 25245 h 62628"/>
                <a:gd name="csX9" fmla="*/ 19511 w 69048"/>
                <a:gd name="csY9" fmla="*/ 2211 h 62628"/>
                <a:gd name="csX10" fmla="*/ 8145 w 69048"/>
                <a:gd name="csY10" fmla="*/ 48 h 62628"/>
                <a:gd name="csX11" fmla="*/ 677 w 69048"/>
                <a:gd name="csY11" fmla="*/ 7402 h 62628"/>
                <a:gd name="csX12" fmla="*/ 13777 w 69048"/>
                <a:gd name="csY12" fmla="*/ 21784 h 62628"/>
                <a:gd name="csX13" fmla="*/ 13885 w 69048"/>
                <a:gd name="csY13" fmla="*/ 21784 h 62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048" h="62628">
                  <a:moveTo>
                    <a:pt x="13885" y="21784"/>
                  </a:moveTo>
                  <a:cubicBezTo>
                    <a:pt x="15511" y="22865"/>
                    <a:pt x="16590" y="25677"/>
                    <a:pt x="16374" y="27840"/>
                  </a:cubicBezTo>
                  <a:lnTo>
                    <a:pt x="16159" y="29354"/>
                  </a:lnTo>
                  <a:cubicBezTo>
                    <a:pt x="15619" y="34544"/>
                    <a:pt x="17784" y="35842"/>
                    <a:pt x="32719" y="54225"/>
                  </a:cubicBezTo>
                  <a:cubicBezTo>
                    <a:pt x="37806" y="60497"/>
                    <a:pt x="49496" y="56496"/>
                    <a:pt x="63129" y="62336"/>
                  </a:cubicBezTo>
                  <a:cubicBezTo>
                    <a:pt x="67784" y="64282"/>
                    <a:pt x="67892" y="55956"/>
                    <a:pt x="68762" y="53901"/>
                  </a:cubicBezTo>
                  <a:cubicBezTo>
                    <a:pt x="70057" y="48927"/>
                    <a:pt x="66920" y="46331"/>
                    <a:pt x="60100" y="37464"/>
                  </a:cubicBezTo>
                  <a:cubicBezTo>
                    <a:pt x="56748" y="33030"/>
                    <a:pt x="51115" y="34977"/>
                    <a:pt x="47762" y="34544"/>
                  </a:cubicBezTo>
                  <a:cubicBezTo>
                    <a:pt x="43108" y="34544"/>
                    <a:pt x="44626" y="26866"/>
                    <a:pt x="44410" y="25245"/>
                  </a:cubicBezTo>
                  <a:cubicBezTo>
                    <a:pt x="44410" y="19946"/>
                    <a:pt x="42352" y="19622"/>
                    <a:pt x="19511" y="2211"/>
                  </a:cubicBezTo>
                  <a:cubicBezTo>
                    <a:pt x="15403" y="-925"/>
                    <a:pt x="10640" y="265"/>
                    <a:pt x="8145" y="48"/>
                  </a:cubicBezTo>
                  <a:cubicBezTo>
                    <a:pt x="3496" y="48"/>
                    <a:pt x="1547" y="6212"/>
                    <a:pt x="677" y="7402"/>
                  </a:cubicBezTo>
                  <a:cubicBezTo>
                    <a:pt x="-1704" y="11727"/>
                    <a:pt x="2087" y="13241"/>
                    <a:pt x="13777" y="21784"/>
                  </a:cubicBezTo>
                  <a:lnTo>
                    <a:pt x="13885" y="217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96692EF8-2875-5F30-CC3C-E1260B61C5C9}"/>
                </a:ext>
              </a:extLst>
            </p:cNvPr>
            <p:cNvSpPr/>
            <p:nvPr/>
          </p:nvSpPr>
          <p:spPr>
            <a:xfrm>
              <a:off x="1662046" y="1661667"/>
              <a:ext cx="42118" cy="30892"/>
            </a:xfrm>
            <a:custGeom>
              <a:avLst/>
              <a:gdLst>
                <a:gd name="csX0" fmla="*/ 1540 w 48573"/>
                <a:gd name="csY0" fmla="*/ 25529 h 35627"/>
                <a:gd name="csX1" fmla="*/ 13992 w 48573"/>
                <a:gd name="csY1" fmla="*/ 33098 h 35627"/>
                <a:gd name="csX2" fmla="*/ 43107 w 48573"/>
                <a:gd name="csY2" fmla="*/ 32774 h 35627"/>
                <a:gd name="csX3" fmla="*/ 47654 w 48573"/>
                <a:gd name="csY3" fmla="*/ 17851 h 35627"/>
                <a:gd name="csX4" fmla="*/ 33582 w 48573"/>
                <a:gd name="csY4" fmla="*/ 116 h 35627"/>
                <a:gd name="csX5" fmla="*/ 10525 w 48573"/>
                <a:gd name="csY5" fmla="*/ 3469 h 35627"/>
                <a:gd name="csX6" fmla="*/ 1540 w 48573"/>
                <a:gd name="csY6" fmla="*/ 25529 h 35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8573" h="35627">
                  <a:moveTo>
                    <a:pt x="1540" y="25529"/>
                  </a:moveTo>
                  <a:cubicBezTo>
                    <a:pt x="5979" y="28989"/>
                    <a:pt x="9554" y="32558"/>
                    <a:pt x="13992" y="33098"/>
                  </a:cubicBezTo>
                  <a:cubicBezTo>
                    <a:pt x="38344" y="35803"/>
                    <a:pt x="40618" y="37206"/>
                    <a:pt x="43107" y="32774"/>
                  </a:cubicBezTo>
                  <a:cubicBezTo>
                    <a:pt x="45056" y="28227"/>
                    <a:pt x="50791" y="22931"/>
                    <a:pt x="47654" y="17851"/>
                  </a:cubicBezTo>
                  <a:cubicBezTo>
                    <a:pt x="38884" y="3253"/>
                    <a:pt x="37798" y="116"/>
                    <a:pt x="33582" y="116"/>
                  </a:cubicBezTo>
                  <a:cubicBezTo>
                    <a:pt x="33582" y="116"/>
                    <a:pt x="13122" y="-964"/>
                    <a:pt x="10525" y="3469"/>
                  </a:cubicBezTo>
                  <a:cubicBezTo>
                    <a:pt x="460" y="20442"/>
                    <a:pt x="-2029" y="22823"/>
                    <a:pt x="1540" y="255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5485C4BA-10EE-5859-0E35-0EC18D83C651}"/>
                </a:ext>
              </a:extLst>
            </p:cNvPr>
            <p:cNvSpPr/>
            <p:nvPr/>
          </p:nvSpPr>
          <p:spPr>
            <a:xfrm>
              <a:off x="1248988" y="1551721"/>
              <a:ext cx="398426" cy="187204"/>
            </a:xfrm>
            <a:custGeom>
              <a:avLst/>
              <a:gdLst>
                <a:gd name="csX0" fmla="*/ 289464 w 459492"/>
                <a:gd name="csY0" fmla="*/ 30561 h 215896"/>
                <a:gd name="csX1" fmla="*/ 274313 w 459492"/>
                <a:gd name="csY1" fmla="*/ 38347 h 215896"/>
                <a:gd name="csX2" fmla="*/ 285572 w 459492"/>
                <a:gd name="csY2" fmla="*/ 52732 h 215896"/>
                <a:gd name="csX3" fmla="*/ 307651 w 459492"/>
                <a:gd name="csY3" fmla="*/ 62028 h 215896"/>
                <a:gd name="csX4" fmla="*/ 308514 w 459492"/>
                <a:gd name="csY4" fmla="*/ 73598 h 215896"/>
                <a:gd name="csX5" fmla="*/ 288493 w 459492"/>
                <a:gd name="csY5" fmla="*/ 85930 h 215896"/>
                <a:gd name="csX6" fmla="*/ 328866 w 459492"/>
                <a:gd name="csY6" fmla="*/ 105824 h 215896"/>
                <a:gd name="csX7" fmla="*/ 321722 w 459492"/>
                <a:gd name="csY7" fmla="*/ 117286 h 215896"/>
                <a:gd name="csX8" fmla="*/ 264249 w 459492"/>
                <a:gd name="csY8" fmla="*/ 113070 h 215896"/>
                <a:gd name="csX9" fmla="*/ 236321 w 459492"/>
                <a:gd name="csY9" fmla="*/ 113501 h 215896"/>
                <a:gd name="csX10" fmla="*/ 229616 w 459492"/>
                <a:gd name="csY10" fmla="*/ 87981 h 215896"/>
                <a:gd name="csX11" fmla="*/ 212947 w 459492"/>
                <a:gd name="csY11" fmla="*/ 75547 h 215896"/>
                <a:gd name="csX12" fmla="*/ 194976 w 459492"/>
                <a:gd name="csY12" fmla="*/ 70029 h 215896"/>
                <a:gd name="csX13" fmla="*/ 192811 w 459492"/>
                <a:gd name="csY13" fmla="*/ 65489 h 215896"/>
                <a:gd name="csX14" fmla="*/ 194005 w 459492"/>
                <a:gd name="csY14" fmla="*/ 61704 h 215896"/>
                <a:gd name="csX15" fmla="*/ 191948 w 459492"/>
                <a:gd name="csY15" fmla="*/ 56840 h 215896"/>
                <a:gd name="csX16" fmla="*/ 170516 w 459492"/>
                <a:gd name="csY16" fmla="*/ 49487 h 215896"/>
                <a:gd name="csX17" fmla="*/ 164020 w 459492"/>
                <a:gd name="csY17" fmla="*/ 49487 h 215896"/>
                <a:gd name="csX18" fmla="*/ 141078 w 459492"/>
                <a:gd name="csY18" fmla="*/ 56948 h 215896"/>
                <a:gd name="csX19" fmla="*/ 136855 w 459492"/>
                <a:gd name="csY19" fmla="*/ 54135 h 215896"/>
                <a:gd name="csX20" fmla="*/ 132200 w 459492"/>
                <a:gd name="csY20" fmla="*/ 36184 h 215896"/>
                <a:gd name="csX21" fmla="*/ 127762 w 459492"/>
                <a:gd name="csY21" fmla="*/ 32399 h 215896"/>
                <a:gd name="csX22" fmla="*/ 76028 w 459492"/>
                <a:gd name="csY22" fmla="*/ 33481 h 215896"/>
                <a:gd name="csX23" fmla="*/ 70720 w 459492"/>
                <a:gd name="csY23" fmla="*/ 36941 h 215896"/>
                <a:gd name="csX24" fmla="*/ 66719 w 459492"/>
                <a:gd name="csY24" fmla="*/ 44077 h 215896"/>
                <a:gd name="csX25" fmla="*/ 67799 w 459492"/>
                <a:gd name="csY25" fmla="*/ 49487 h 215896"/>
                <a:gd name="csX26" fmla="*/ 77971 w 459492"/>
                <a:gd name="csY26" fmla="*/ 56408 h 215896"/>
                <a:gd name="csX27" fmla="*/ 77540 w 459492"/>
                <a:gd name="csY27" fmla="*/ 58460 h 215896"/>
                <a:gd name="csX28" fmla="*/ 52756 w 459492"/>
                <a:gd name="csY28" fmla="*/ 58460 h 215896"/>
                <a:gd name="csX29" fmla="*/ 46913 w 459492"/>
                <a:gd name="csY29" fmla="*/ 61165 h 215896"/>
                <a:gd name="csX30" fmla="*/ 35979 w 459492"/>
                <a:gd name="csY30" fmla="*/ 72842 h 215896"/>
                <a:gd name="csX31" fmla="*/ 36626 w 459492"/>
                <a:gd name="csY31" fmla="*/ 76951 h 215896"/>
                <a:gd name="csX32" fmla="*/ 56000 w 459492"/>
                <a:gd name="csY32" fmla="*/ 85714 h 215896"/>
                <a:gd name="csX33" fmla="*/ 55784 w 459492"/>
                <a:gd name="csY33" fmla="*/ 87549 h 215896"/>
                <a:gd name="csX34" fmla="*/ 34245 w 459492"/>
                <a:gd name="csY34" fmla="*/ 90038 h 215896"/>
                <a:gd name="csX35" fmla="*/ 28619 w 459492"/>
                <a:gd name="csY35" fmla="*/ 93391 h 215896"/>
                <a:gd name="csX36" fmla="*/ 18662 w 459492"/>
                <a:gd name="csY36" fmla="*/ 106472 h 215896"/>
                <a:gd name="csX37" fmla="*/ 19634 w 459492"/>
                <a:gd name="csY37" fmla="*/ 110580 h 215896"/>
                <a:gd name="csX38" fmla="*/ 37274 w 459492"/>
                <a:gd name="csY38" fmla="*/ 116746 h 215896"/>
                <a:gd name="csX39" fmla="*/ 37274 w 459492"/>
                <a:gd name="csY39" fmla="*/ 118257 h 215896"/>
                <a:gd name="csX40" fmla="*/ 13900 w 459492"/>
                <a:gd name="csY40" fmla="*/ 121502 h 215896"/>
                <a:gd name="csX41" fmla="*/ 8267 w 459492"/>
                <a:gd name="csY41" fmla="*/ 124963 h 215896"/>
                <a:gd name="csX42" fmla="*/ 908 w 459492"/>
                <a:gd name="csY42" fmla="*/ 134590 h 215896"/>
                <a:gd name="csX43" fmla="*/ 1124 w 459492"/>
                <a:gd name="csY43" fmla="*/ 140317 h 215896"/>
                <a:gd name="csX44" fmla="*/ 6972 w 459492"/>
                <a:gd name="csY44" fmla="*/ 146915 h 215896"/>
                <a:gd name="csX45" fmla="*/ 12814 w 459492"/>
                <a:gd name="csY45" fmla="*/ 150160 h 215896"/>
                <a:gd name="csX46" fmla="*/ 31756 w 459492"/>
                <a:gd name="csY46" fmla="*/ 153081 h 215896"/>
                <a:gd name="csX47" fmla="*/ 36842 w 459492"/>
                <a:gd name="csY47" fmla="*/ 150160 h 215896"/>
                <a:gd name="csX48" fmla="*/ 38252 w 459492"/>
                <a:gd name="csY48" fmla="*/ 147347 h 215896"/>
                <a:gd name="csX49" fmla="*/ 43338 w 459492"/>
                <a:gd name="csY49" fmla="*/ 144102 h 215896"/>
                <a:gd name="csX50" fmla="*/ 49619 w 459492"/>
                <a:gd name="csY50" fmla="*/ 144540 h 215896"/>
                <a:gd name="csX51" fmla="*/ 53511 w 459492"/>
                <a:gd name="csY51" fmla="*/ 148757 h 215896"/>
                <a:gd name="csX52" fmla="*/ 53943 w 459492"/>
                <a:gd name="csY52" fmla="*/ 152433 h 215896"/>
                <a:gd name="csX53" fmla="*/ 57410 w 459492"/>
                <a:gd name="csY53" fmla="*/ 158269 h 215896"/>
                <a:gd name="csX54" fmla="*/ 71158 w 459492"/>
                <a:gd name="csY54" fmla="*/ 166924 h 215896"/>
                <a:gd name="csX55" fmla="*/ 77432 w 459492"/>
                <a:gd name="csY55" fmla="*/ 165622 h 215896"/>
                <a:gd name="csX56" fmla="*/ 78733 w 459492"/>
                <a:gd name="csY56" fmla="*/ 159355 h 215896"/>
                <a:gd name="csX57" fmla="*/ 76784 w 459492"/>
                <a:gd name="csY57" fmla="*/ 153513 h 215896"/>
                <a:gd name="csX58" fmla="*/ 78841 w 459492"/>
                <a:gd name="csY58" fmla="*/ 149728 h 215896"/>
                <a:gd name="csX59" fmla="*/ 90640 w 459492"/>
                <a:gd name="csY59" fmla="*/ 149404 h 215896"/>
                <a:gd name="csX60" fmla="*/ 93453 w 459492"/>
                <a:gd name="csY60" fmla="*/ 153297 h 215896"/>
                <a:gd name="csX61" fmla="*/ 92697 w 459492"/>
                <a:gd name="csY61" fmla="*/ 158269 h 215896"/>
                <a:gd name="csX62" fmla="*/ 94748 w 459492"/>
                <a:gd name="csY62" fmla="*/ 165838 h 215896"/>
                <a:gd name="csX63" fmla="*/ 100165 w 459492"/>
                <a:gd name="csY63" fmla="*/ 167572 h 215896"/>
                <a:gd name="csX64" fmla="*/ 122136 w 459492"/>
                <a:gd name="csY64" fmla="*/ 156973 h 215896"/>
                <a:gd name="csX65" fmla="*/ 133064 w 459492"/>
                <a:gd name="csY65" fmla="*/ 129834 h 215896"/>
                <a:gd name="csX66" fmla="*/ 137934 w 459492"/>
                <a:gd name="csY66" fmla="*/ 126481 h 215896"/>
                <a:gd name="csX67" fmla="*/ 149517 w 459492"/>
                <a:gd name="csY67" fmla="*/ 130049 h 215896"/>
                <a:gd name="csX68" fmla="*/ 142373 w 459492"/>
                <a:gd name="csY68" fmla="*/ 136971 h 215896"/>
                <a:gd name="csX69" fmla="*/ 138696 w 459492"/>
                <a:gd name="csY69" fmla="*/ 143346 h 215896"/>
                <a:gd name="csX70" fmla="*/ 135661 w 459492"/>
                <a:gd name="csY70" fmla="*/ 154376 h 215896"/>
                <a:gd name="csX71" fmla="*/ 137934 w 459492"/>
                <a:gd name="csY71" fmla="*/ 157837 h 215896"/>
                <a:gd name="csX72" fmla="*/ 181991 w 459492"/>
                <a:gd name="csY72" fmla="*/ 149188 h 215896"/>
                <a:gd name="csX73" fmla="*/ 188157 w 459492"/>
                <a:gd name="csY73" fmla="*/ 140648 h 215896"/>
                <a:gd name="csX74" fmla="*/ 197034 w 459492"/>
                <a:gd name="csY74" fmla="*/ 150268 h 215896"/>
                <a:gd name="csX75" fmla="*/ 224631 w 459492"/>
                <a:gd name="csY75" fmla="*/ 155024 h 215896"/>
                <a:gd name="csX76" fmla="*/ 219329 w 459492"/>
                <a:gd name="csY76" fmla="*/ 166054 h 215896"/>
                <a:gd name="csX77" fmla="*/ 190430 w 459492"/>
                <a:gd name="csY77" fmla="*/ 162377 h 215896"/>
                <a:gd name="csX78" fmla="*/ 166725 w 459492"/>
                <a:gd name="csY78" fmla="*/ 171788 h 215896"/>
                <a:gd name="csX79" fmla="*/ 157200 w 459492"/>
                <a:gd name="csY79" fmla="*/ 179141 h 215896"/>
                <a:gd name="csX80" fmla="*/ 143675 w 459492"/>
                <a:gd name="csY80" fmla="*/ 180437 h 215896"/>
                <a:gd name="csX81" fmla="*/ 122244 w 459492"/>
                <a:gd name="csY81" fmla="*/ 192768 h 215896"/>
                <a:gd name="csX82" fmla="*/ 125272 w 459492"/>
                <a:gd name="csY82" fmla="*/ 198280 h 215896"/>
                <a:gd name="csX83" fmla="*/ 155581 w 459492"/>
                <a:gd name="csY83" fmla="*/ 213749 h 215896"/>
                <a:gd name="csX84" fmla="*/ 192811 w 459492"/>
                <a:gd name="csY84" fmla="*/ 215044 h 215896"/>
                <a:gd name="csX85" fmla="*/ 262623 w 459492"/>
                <a:gd name="csY85" fmla="*/ 188228 h 215896"/>
                <a:gd name="csX86" fmla="*/ 270529 w 459492"/>
                <a:gd name="csY86" fmla="*/ 178925 h 215896"/>
                <a:gd name="csX87" fmla="*/ 305378 w 459492"/>
                <a:gd name="csY87" fmla="*/ 174385 h 215896"/>
                <a:gd name="csX88" fmla="*/ 324535 w 459492"/>
                <a:gd name="csY88" fmla="*/ 160002 h 215896"/>
                <a:gd name="csX89" fmla="*/ 341852 w 459492"/>
                <a:gd name="csY89" fmla="*/ 162707 h 215896"/>
                <a:gd name="csX90" fmla="*/ 346722 w 459492"/>
                <a:gd name="csY90" fmla="*/ 170924 h 215896"/>
                <a:gd name="csX91" fmla="*/ 360254 w 459492"/>
                <a:gd name="csY91" fmla="*/ 168435 h 215896"/>
                <a:gd name="csX92" fmla="*/ 373456 w 459492"/>
                <a:gd name="csY92" fmla="*/ 157405 h 215896"/>
                <a:gd name="csX93" fmla="*/ 378657 w 459492"/>
                <a:gd name="csY93" fmla="*/ 168111 h 215896"/>
                <a:gd name="csX94" fmla="*/ 400304 w 459492"/>
                <a:gd name="csY94" fmla="*/ 170708 h 215896"/>
                <a:gd name="csX95" fmla="*/ 414807 w 459492"/>
                <a:gd name="csY95" fmla="*/ 163571 h 215896"/>
                <a:gd name="csX96" fmla="*/ 433419 w 459492"/>
                <a:gd name="csY96" fmla="*/ 160002 h 215896"/>
                <a:gd name="csX97" fmla="*/ 440455 w 459492"/>
                <a:gd name="csY97" fmla="*/ 143238 h 215896"/>
                <a:gd name="csX98" fmla="*/ 447490 w 459492"/>
                <a:gd name="csY98" fmla="*/ 136101 h 215896"/>
                <a:gd name="csX99" fmla="*/ 450412 w 459492"/>
                <a:gd name="csY99" fmla="*/ 130157 h 215896"/>
                <a:gd name="csX100" fmla="*/ 452685 w 459492"/>
                <a:gd name="csY100" fmla="*/ 115019 h 215896"/>
                <a:gd name="csX101" fmla="*/ 459181 w 459492"/>
                <a:gd name="csY101" fmla="*/ 101392 h 215896"/>
                <a:gd name="csX102" fmla="*/ 449656 w 459492"/>
                <a:gd name="csY102" fmla="*/ 78576 h 215896"/>
                <a:gd name="csX103" fmla="*/ 411664 w 459492"/>
                <a:gd name="csY103" fmla="*/ 69705 h 215896"/>
                <a:gd name="csX104" fmla="*/ 405282 w 459492"/>
                <a:gd name="csY104" fmla="*/ 80951 h 215896"/>
                <a:gd name="csX105" fmla="*/ 406685 w 459492"/>
                <a:gd name="csY105" fmla="*/ 93715 h 215896"/>
                <a:gd name="csX106" fmla="*/ 399434 w 459492"/>
                <a:gd name="csY106" fmla="*/ 98039 h 215896"/>
                <a:gd name="csX107" fmla="*/ 389693 w 459492"/>
                <a:gd name="csY107" fmla="*/ 82145 h 215896"/>
                <a:gd name="csX108" fmla="*/ 375189 w 459492"/>
                <a:gd name="csY108" fmla="*/ 77598 h 215896"/>
                <a:gd name="csX109" fmla="*/ 362096 w 459492"/>
                <a:gd name="csY109" fmla="*/ 67762 h 215896"/>
                <a:gd name="csX110" fmla="*/ 349535 w 459492"/>
                <a:gd name="csY110" fmla="*/ 68086 h 215896"/>
                <a:gd name="csX111" fmla="*/ 348888 w 459492"/>
                <a:gd name="csY111" fmla="*/ 66784 h 215896"/>
                <a:gd name="csX112" fmla="*/ 349212 w 459492"/>
                <a:gd name="csY112" fmla="*/ 60409 h 215896"/>
                <a:gd name="csX113" fmla="*/ 355276 w 459492"/>
                <a:gd name="csY113" fmla="*/ 46350 h 215896"/>
                <a:gd name="csX114" fmla="*/ 340010 w 459492"/>
                <a:gd name="csY114" fmla="*/ 17693 h 215896"/>
                <a:gd name="csX115" fmla="*/ 344449 w 459492"/>
                <a:gd name="csY115" fmla="*/ 6987 h 215896"/>
                <a:gd name="csX116" fmla="*/ 334168 w 459492"/>
                <a:gd name="csY116" fmla="*/ 66 h 215896"/>
                <a:gd name="csX117" fmla="*/ 311874 w 459492"/>
                <a:gd name="csY117" fmla="*/ 6122 h 215896"/>
                <a:gd name="csX118" fmla="*/ 289795 w 459492"/>
                <a:gd name="csY118" fmla="*/ 31318 h 215896"/>
                <a:gd name="csX119" fmla="*/ 289464 w 459492"/>
                <a:gd name="csY119" fmla="*/ 30561 h 215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459492" h="215896">
                  <a:moveTo>
                    <a:pt x="289464" y="30561"/>
                  </a:moveTo>
                  <a:cubicBezTo>
                    <a:pt x="276803" y="33913"/>
                    <a:pt x="271716" y="33913"/>
                    <a:pt x="274313" y="38347"/>
                  </a:cubicBezTo>
                  <a:cubicBezTo>
                    <a:pt x="280378" y="48401"/>
                    <a:pt x="281565" y="51538"/>
                    <a:pt x="285572" y="52732"/>
                  </a:cubicBezTo>
                  <a:cubicBezTo>
                    <a:pt x="303644" y="57704"/>
                    <a:pt x="305809" y="57380"/>
                    <a:pt x="307651" y="62028"/>
                  </a:cubicBezTo>
                  <a:cubicBezTo>
                    <a:pt x="308299" y="64841"/>
                    <a:pt x="313169" y="71439"/>
                    <a:pt x="308514" y="73598"/>
                  </a:cubicBezTo>
                  <a:cubicBezTo>
                    <a:pt x="290118" y="82469"/>
                    <a:pt x="283946" y="84196"/>
                    <a:pt x="288493" y="85930"/>
                  </a:cubicBezTo>
                  <a:cubicBezTo>
                    <a:pt x="328866" y="101500"/>
                    <a:pt x="330600" y="100636"/>
                    <a:pt x="328866" y="105824"/>
                  </a:cubicBezTo>
                  <a:cubicBezTo>
                    <a:pt x="327133" y="109501"/>
                    <a:pt x="326809" y="117610"/>
                    <a:pt x="321722" y="117286"/>
                  </a:cubicBezTo>
                  <a:lnTo>
                    <a:pt x="264249" y="113070"/>
                  </a:lnTo>
                  <a:cubicBezTo>
                    <a:pt x="250609" y="112098"/>
                    <a:pt x="237623" y="121610"/>
                    <a:pt x="236321" y="113501"/>
                  </a:cubicBezTo>
                  <a:cubicBezTo>
                    <a:pt x="233292" y="94902"/>
                    <a:pt x="233400" y="90794"/>
                    <a:pt x="229616" y="87981"/>
                  </a:cubicBezTo>
                  <a:lnTo>
                    <a:pt x="212947" y="75547"/>
                  </a:lnTo>
                  <a:cubicBezTo>
                    <a:pt x="208508" y="72195"/>
                    <a:pt x="194329" y="69813"/>
                    <a:pt x="194976" y="70029"/>
                  </a:cubicBezTo>
                  <a:cubicBezTo>
                    <a:pt x="193135" y="69597"/>
                    <a:pt x="192163" y="67546"/>
                    <a:pt x="192811" y="65489"/>
                  </a:cubicBezTo>
                  <a:lnTo>
                    <a:pt x="194005" y="61704"/>
                  </a:lnTo>
                  <a:cubicBezTo>
                    <a:pt x="194653" y="59647"/>
                    <a:pt x="193681" y="57380"/>
                    <a:pt x="191948" y="56840"/>
                  </a:cubicBezTo>
                  <a:lnTo>
                    <a:pt x="170516" y="49487"/>
                  </a:lnTo>
                  <a:cubicBezTo>
                    <a:pt x="168675" y="48833"/>
                    <a:pt x="165754" y="48833"/>
                    <a:pt x="164020" y="49487"/>
                  </a:cubicBezTo>
                  <a:lnTo>
                    <a:pt x="141078" y="56948"/>
                  </a:lnTo>
                  <a:cubicBezTo>
                    <a:pt x="139344" y="57488"/>
                    <a:pt x="137395" y="56301"/>
                    <a:pt x="136855" y="54135"/>
                  </a:cubicBezTo>
                  <a:lnTo>
                    <a:pt x="132200" y="36184"/>
                  </a:lnTo>
                  <a:cubicBezTo>
                    <a:pt x="131661" y="34021"/>
                    <a:pt x="129711" y="32399"/>
                    <a:pt x="127762" y="32399"/>
                  </a:cubicBezTo>
                  <a:lnTo>
                    <a:pt x="76028" y="33481"/>
                  </a:lnTo>
                  <a:cubicBezTo>
                    <a:pt x="74187" y="33481"/>
                    <a:pt x="71806" y="35102"/>
                    <a:pt x="70720" y="36941"/>
                  </a:cubicBezTo>
                  <a:lnTo>
                    <a:pt x="66719" y="44077"/>
                  </a:lnTo>
                  <a:cubicBezTo>
                    <a:pt x="65633" y="45918"/>
                    <a:pt x="66179" y="48293"/>
                    <a:pt x="67799" y="49487"/>
                  </a:cubicBezTo>
                  <a:lnTo>
                    <a:pt x="77971" y="56408"/>
                  </a:lnTo>
                  <a:cubicBezTo>
                    <a:pt x="79597" y="57488"/>
                    <a:pt x="79381" y="58460"/>
                    <a:pt x="77540" y="58460"/>
                  </a:cubicBezTo>
                  <a:lnTo>
                    <a:pt x="52756" y="58460"/>
                  </a:lnTo>
                  <a:cubicBezTo>
                    <a:pt x="50914" y="58460"/>
                    <a:pt x="48209" y="59647"/>
                    <a:pt x="46913" y="61165"/>
                  </a:cubicBezTo>
                  <a:lnTo>
                    <a:pt x="35979" y="72842"/>
                  </a:lnTo>
                  <a:cubicBezTo>
                    <a:pt x="34569" y="74354"/>
                    <a:pt x="34899" y="76195"/>
                    <a:pt x="36626" y="76951"/>
                  </a:cubicBezTo>
                  <a:lnTo>
                    <a:pt x="56000" y="85714"/>
                  </a:lnTo>
                  <a:cubicBezTo>
                    <a:pt x="57734" y="86469"/>
                    <a:pt x="57626" y="87333"/>
                    <a:pt x="55784" y="87549"/>
                  </a:cubicBezTo>
                  <a:lnTo>
                    <a:pt x="34245" y="90038"/>
                  </a:lnTo>
                  <a:cubicBezTo>
                    <a:pt x="32404" y="90254"/>
                    <a:pt x="29915" y="91765"/>
                    <a:pt x="28619" y="93391"/>
                  </a:cubicBezTo>
                  <a:lnTo>
                    <a:pt x="18662" y="106472"/>
                  </a:lnTo>
                  <a:cubicBezTo>
                    <a:pt x="17469" y="108097"/>
                    <a:pt x="17900" y="109933"/>
                    <a:pt x="19634" y="110580"/>
                  </a:cubicBezTo>
                  <a:lnTo>
                    <a:pt x="37274" y="116746"/>
                  </a:lnTo>
                  <a:cubicBezTo>
                    <a:pt x="39008" y="117394"/>
                    <a:pt x="39008" y="118042"/>
                    <a:pt x="37274" y="118257"/>
                  </a:cubicBezTo>
                  <a:lnTo>
                    <a:pt x="13900" y="121502"/>
                  </a:lnTo>
                  <a:cubicBezTo>
                    <a:pt x="12058" y="121718"/>
                    <a:pt x="9461" y="123344"/>
                    <a:pt x="8267" y="124963"/>
                  </a:cubicBezTo>
                  <a:lnTo>
                    <a:pt x="908" y="134590"/>
                  </a:lnTo>
                  <a:cubicBezTo>
                    <a:pt x="-388" y="136209"/>
                    <a:pt x="-280" y="138806"/>
                    <a:pt x="1124" y="140317"/>
                  </a:cubicBezTo>
                  <a:lnTo>
                    <a:pt x="6972" y="146915"/>
                  </a:lnTo>
                  <a:cubicBezTo>
                    <a:pt x="8267" y="148433"/>
                    <a:pt x="10979" y="149836"/>
                    <a:pt x="12814" y="150160"/>
                  </a:cubicBezTo>
                  <a:lnTo>
                    <a:pt x="31756" y="153081"/>
                  </a:lnTo>
                  <a:cubicBezTo>
                    <a:pt x="33597" y="153405"/>
                    <a:pt x="35871" y="152001"/>
                    <a:pt x="36842" y="150160"/>
                  </a:cubicBezTo>
                  <a:lnTo>
                    <a:pt x="38252" y="147347"/>
                  </a:lnTo>
                  <a:cubicBezTo>
                    <a:pt x="39224" y="145512"/>
                    <a:pt x="41497" y="143994"/>
                    <a:pt x="43338" y="144102"/>
                  </a:cubicBezTo>
                  <a:lnTo>
                    <a:pt x="49619" y="144540"/>
                  </a:lnTo>
                  <a:cubicBezTo>
                    <a:pt x="51454" y="144648"/>
                    <a:pt x="53187" y="146591"/>
                    <a:pt x="53511" y="148757"/>
                  </a:cubicBezTo>
                  <a:lnTo>
                    <a:pt x="53943" y="152433"/>
                  </a:lnTo>
                  <a:cubicBezTo>
                    <a:pt x="54273" y="154592"/>
                    <a:pt x="55784" y="157297"/>
                    <a:pt x="57410" y="158269"/>
                  </a:cubicBezTo>
                  <a:lnTo>
                    <a:pt x="71158" y="166924"/>
                  </a:lnTo>
                  <a:cubicBezTo>
                    <a:pt x="74403" y="168975"/>
                    <a:pt x="78079" y="165298"/>
                    <a:pt x="77432" y="165622"/>
                  </a:cubicBezTo>
                  <a:cubicBezTo>
                    <a:pt x="78841" y="164219"/>
                    <a:pt x="79489" y="161406"/>
                    <a:pt x="78733" y="159355"/>
                  </a:cubicBezTo>
                  <a:lnTo>
                    <a:pt x="76784" y="153513"/>
                  </a:lnTo>
                  <a:cubicBezTo>
                    <a:pt x="76136" y="151455"/>
                    <a:pt x="77000" y="149728"/>
                    <a:pt x="78841" y="149728"/>
                  </a:cubicBezTo>
                  <a:lnTo>
                    <a:pt x="90640" y="149404"/>
                  </a:lnTo>
                  <a:cubicBezTo>
                    <a:pt x="92475" y="149404"/>
                    <a:pt x="93776" y="151131"/>
                    <a:pt x="93453" y="153297"/>
                  </a:cubicBezTo>
                  <a:lnTo>
                    <a:pt x="92697" y="158269"/>
                  </a:lnTo>
                  <a:cubicBezTo>
                    <a:pt x="92043" y="162492"/>
                    <a:pt x="95078" y="166600"/>
                    <a:pt x="94748" y="165838"/>
                  </a:cubicBezTo>
                  <a:cubicBezTo>
                    <a:pt x="95942" y="167572"/>
                    <a:pt x="98323" y="168327"/>
                    <a:pt x="100165" y="167572"/>
                  </a:cubicBezTo>
                  <a:cubicBezTo>
                    <a:pt x="100165" y="167572"/>
                    <a:pt x="121704" y="158269"/>
                    <a:pt x="122136" y="156973"/>
                  </a:cubicBezTo>
                  <a:cubicBezTo>
                    <a:pt x="122675" y="155570"/>
                    <a:pt x="133064" y="129834"/>
                    <a:pt x="133064" y="129834"/>
                  </a:cubicBezTo>
                  <a:cubicBezTo>
                    <a:pt x="133934" y="127884"/>
                    <a:pt x="136099" y="126265"/>
                    <a:pt x="137934" y="126481"/>
                  </a:cubicBezTo>
                  <a:cubicBezTo>
                    <a:pt x="146812" y="127128"/>
                    <a:pt x="152984" y="126697"/>
                    <a:pt x="149517" y="130049"/>
                  </a:cubicBezTo>
                  <a:lnTo>
                    <a:pt x="142373" y="136971"/>
                  </a:lnTo>
                  <a:cubicBezTo>
                    <a:pt x="140970" y="138374"/>
                    <a:pt x="139344" y="141295"/>
                    <a:pt x="138696" y="143346"/>
                  </a:cubicBezTo>
                  <a:lnTo>
                    <a:pt x="135661" y="154376"/>
                  </a:lnTo>
                  <a:cubicBezTo>
                    <a:pt x="135013" y="156542"/>
                    <a:pt x="136099" y="158053"/>
                    <a:pt x="137934" y="157837"/>
                  </a:cubicBezTo>
                  <a:cubicBezTo>
                    <a:pt x="179063" y="153081"/>
                    <a:pt x="180149" y="154268"/>
                    <a:pt x="181991" y="149188"/>
                  </a:cubicBezTo>
                  <a:cubicBezTo>
                    <a:pt x="183502" y="146159"/>
                    <a:pt x="185236" y="135561"/>
                    <a:pt x="188157" y="140648"/>
                  </a:cubicBezTo>
                  <a:cubicBezTo>
                    <a:pt x="190322" y="143562"/>
                    <a:pt x="192055" y="150160"/>
                    <a:pt x="197034" y="150268"/>
                  </a:cubicBezTo>
                  <a:cubicBezTo>
                    <a:pt x="222034" y="151023"/>
                    <a:pt x="225501" y="149728"/>
                    <a:pt x="224631" y="155024"/>
                  </a:cubicBezTo>
                  <a:cubicBezTo>
                    <a:pt x="223659" y="158161"/>
                    <a:pt x="224415" y="167032"/>
                    <a:pt x="219329" y="166054"/>
                  </a:cubicBezTo>
                  <a:cubicBezTo>
                    <a:pt x="201257" y="162707"/>
                    <a:pt x="195084" y="160866"/>
                    <a:pt x="190430" y="162377"/>
                  </a:cubicBezTo>
                  <a:cubicBezTo>
                    <a:pt x="174955" y="167140"/>
                    <a:pt x="170192" y="167680"/>
                    <a:pt x="166725" y="171788"/>
                  </a:cubicBezTo>
                  <a:cubicBezTo>
                    <a:pt x="164782" y="173737"/>
                    <a:pt x="162071" y="179141"/>
                    <a:pt x="157200" y="179141"/>
                  </a:cubicBezTo>
                  <a:cubicBezTo>
                    <a:pt x="152330" y="179141"/>
                    <a:pt x="147783" y="178709"/>
                    <a:pt x="143675" y="180437"/>
                  </a:cubicBezTo>
                  <a:cubicBezTo>
                    <a:pt x="126682" y="187250"/>
                    <a:pt x="122244" y="187574"/>
                    <a:pt x="122244" y="192768"/>
                  </a:cubicBezTo>
                  <a:cubicBezTo>
                    <a:pt x="122244" y="194819"/>
                    <a:pt x="123647" y="197309"/>
                    <a:pt x="125272" y="198280"/>
                  </a:cubicBezTo>
                  <a:cubicBezTo>
                    <a:pt x="147783" y="211044"/>
                    <a:pt x="150819" y="213419"/>
                    <a:pt x="155581" y="213749"/>
                  </a:cubicBezTo>
                  <a:cubicBezTo>
                    <a:pt x="187833" y="216016"/>
                    <a:pt x="188588" y="216555"/>
                    <a:pt x="192811" y="215044"/>
                  </a:cubicBezTo>
                  <a:cubicBezTo>
                    <a:pt x="260458" y="191797"/>
                    <a:pt x="260134" y="193092"/>
                    <a:pt x="262623" y="188228"/>
                  </a:cubicBezTo>
                  <a:cubicBezTo>
                    <a:pt x="264033" y="186063"/>
                    <a:pt x="265658" y="179249"/>
                    <a:pt x="270529" y="178925"/>
                  </a:cubicBezTo>
                  <a:cubicBezTo>
                    <a:pt x="299967" y="176652"/>
                    <a:pt x="301587" y="177198"/>
                    <a:pt x="305378" y="174385"/>
                  </a:cubicBezTo>
                  <a:lnTo>
                    <a:pt x="324535" y="160002"/>
                  </a:lnTo>
                  <a:cubicBezTo>
                    <a:pt x="327780" y="157621"/>
                    <a:pt x="340664" y="156002"/>
                    <a:pt x="341852" y="162707"/>
                  </a:cubicBezTo>
                  <a:cubicBezTo>
                    <a:pt x="342284" y="163895"/>
                    <a:pt x="342176" y="170708"/>
                    <a:pt x="346722" y="170924"/>
                  </a:cubicBezTo>
                  <a:cubicBezTo>
                    <a:pt x="350945" y="170601"/>
                    <a:pt x="356571" y="172760"/>
                    <a:pt x="360254" y="168435"/>
                  </a:cubicBezTo>
                  <a:cubicBezTo>
                    <a:pt x="369455" y="157405"/>
                    <a:pt x="372484" y="152109"/>
                    <a:pt x="373456" y="157405"/>
                  </a:cubicBezTo>
                  <a:cubicBezTo>
                    <a:pt x="374218" y="159679"/>
                    <a:pt x="373894" y="166924"/>
                    <a:pt x="378657" y="168111"/>
                  </a:cubicBezTo>
                  <a:cubicBezTo>
                    <a:pt x="393808" y="171788"/>
                    <a:pt x="396405" y="173191"/>
                    <a:pt x="400304" y="170708"/>
                  </a:cubicBezTo>
                  <a:cubicBezTo>
                    <a:pt x="406038" y="167032"/>
                    <a:pt x="410261" y="163571"/>
                    <a:pt x="414807" y="163571"/>
                  </a:cubicBezTo>
                  <a:cubicBezTo>
                    <a:pt x="428333" y="163571"/>
                    <a:pt x="431470" y="164543"/>
                    <a:pt x="433419" y="160002"/>
                  </a:cubicBezTo>
                  <a:lnTo>
                    <a:pt x="440455" y="143238"/>
                  </a:lnTo>
                  <a:cubicBezTo>
                    <a:pt x="442404" y="138590"/>
                    <a:pt x="448138" y="135669"/>
                    <a:pt x="447490" y="136101"/>
                  </a:cubicBezTo>
                  <a:cubicBezTo>
                    <a:pt x="449116" y="135129"/>
                    <a:pt x="450412" y="132424"/>
                    <a:pt x="450412" y="130157"/>
                  </a:cubicBezTo>
                  <a:cubicBezTo>
                    <a:pt x="450735" y="126265"/>
                    <a:pt x="449224" y="119451"/>
                    <a:pt x="452685" y="115019"/>
                  </a:cubicBezTo>
                  <a:cubicBezTo>
                    <a:pt x="454958" y="111342"/>
                    <a:pt x="460914" y="107228"/>
                    <a:pt x="459181" y="101392"/>
                  </a:cubicBezTo>
                  <a:cubicBezTo>
                    <a:pt x="453987" y="83332"/>
                    <a:pt x="453663" y="79872"/>
                    <a:pt x="449656" y="78576"/>
                  </a:cubicBezTo>
                  <a:cubicBezTo>
                    <a:pt x="416750" y="67978"/>
                    <a:pt x="415239" y="66245"/>
                    <a:pt x="411664" y="69705"/>
                  </a:cubicBezTo>
                  <a:cubicBezTo>
                    <a:pt x="409499" y="72518"/>
                    <a:pt x="403225" y="75439"/>
                    <a:pt x="405282" y="80951"/>
                  </a:cubicBezTo>
                  <a:cubicBezTo>
                    <a:pt x="405930" y="83656"/>
                    <a:pt x="409822" y="89282"/>
                    <a:pt x="406685" y="93715"/>
                  </a:cubicBezTo>
                  <a:cubicBezTo>
                    <a:pt x="405174" y="95226"/>
                    <a:pt x="401599" y="103227"/>
                    <a:pt x="399434" y="98039"/>
                  </a:cubicBezTo>
                  <a:cubicBezTo>
                    <a:pt x="394779" y="86901"/>
                    <a:pt x="393916" y="82793"/>
                    <a:pt x="389693" y="82145"/>
                  </a:cubicBezTo>
                  <a:cubicBezTo>
                    <a:pt x="383197" y="81167"/>
                    <a:pt x="378542" y="81275"/>
                    <a:pt x="375189" y="77598"/>
                  </a:cubicBezTo>
                  <a:cubicBezTo>
                    <a:pt x="370535" y="73274"/>
                    <a:pt x="367182" y="66029"/>
                    <a:pt x="362096" y="67762"/>
                  </a:cubicBezTo>
                  <a:cubicBezTo>
                    <a:pt x="358197" y="68518"/>
                    <a:pt x="352463" y="73166"/>
                    <a:pt x="349535" y="68086"/>
                  </a:cubicBezTo>
                  <a:lnTo>
                    <a:pt x="348888" y="66784"/>
                  </a:lnTo>
                  <a:cubicBezTo>
                    <a:pt x="347808" y="64949"/>
                    <a:pt x="348024" y="62028"/>
                    <a:pt x="349212" y="60409"/>
                  </a:cubicBezTo>
                  <a:cubicBezTo>
                    <a:pt x="351917" y="55754"/>
                    <a:pt x="358521" y="51106"/>
                    <a:pt x="355276" y="46350"/>
                  </a:cubicBezTo>
                  <a:cubicBezTo>
                    <a:pt x="339687" y="23532"/>
                    <a:pt x="336766" y="21477"/>
                    <a:pt x="340010" y="17693"/>
                  </a:cubicBezTo>
                  <a:cubicBezTo>
                    <a:pt x="341636" y="15205"/>
                    <a:pt x="348240" y="10988"/>
                    <a:pt x="344449" y="6987"/>
                  </a:cubicBezTo>
                  <a:cubicBezTo>
                    <a:pt x="342392" y="5257"/>
                    <a:pt x="339039" y="-691"/>
                    <a:pt x="334168" y="66"/>
                  </a:cubicBezTo>
                  <a:cubicBezTo>
                    <a:pt x="317392" y="2661"/>
                    <a:pt x="314795" y="2228"/>
                    <a:pt x="311874" y="6122"/>
                  </a:cubicBezTo>
                  <a:cubicBezTo>
                    <a:pt x="296068" y="26560"/>
                    <a:pt x="294443" y="30020"/>
                    <a:pt x="289795" y="31318"/>
                  </a:cubicBezTo>
                  <a:lnTo>
                    <a:pt x="289464" y="30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5D628CCB-B16B-E44B-7921-965E910798A0}"/>
                </a:ext>
              </a:extLst>
            </p:cNvPr>
            <p:cNvSpPr/>
            <p:nvPr/>
          </p:nvSpPr>
          <p:spPr>
            <a:xfrm>
              <a:off x="1513446" y="2191965"/>
              <a:ext cx="21914" cy="15174"/>
            </a:xfrm>
            <a:custGeom>
              <a:avLst/>
              <a:gdLst>
                <a:gd name="csX0" fmla="*/ 20846 w 25273"/>
                <a:gd name="csY0" fmla="*/ 6001 h 17500"/>
                <a:gd name="csX1" fmla="*/ 171 w 25273"/>
                <a:gd name="csY1" fmla="*/ 2979 h 17500"/>
                <a:gd name="csX2" fmla="*/ 3422 w 25273"/>
                <a:gd name="csY2" fmla="*/ 14549 h 17500"/>
                <a:gd name="csX3" fmla="*/ 25177 w 25273"/>
                <a:gd name="csY3" fmla="*/ 12923 h 17500"/>
                <a:gd name="csX4" fmla="*/ 20846 w 25273"/>
                <a:gd name="csY4" fmla="*/ 6001 h 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73" h="17500">
                  <a:moveTo>
                    <a:pt x="20846" y="6001"/>
                  </a:moveTo>
                  <a:cubicBezTo>
                    <a:pt x="4178" y="274"/>
                    <a:pt x="171" y="-2539"/>
                    <a:pt x="171" y="2979"/>
                  </a:cubicBezTo>
                  <a:cubicBezTo>
                    <a:pt x="171" y="2979"/>
                    <a:pt x="-1125" y="13247"/>
                    <a:pt x="3422" y="14549"/>
                  </a:cubicBezTo>
                  <a:cubicBezTo>
                    <a:pt x="10134" y="16384"/>
                    <a:pt x="26688" y="20924"/>
                    <a:pt x="25177" y="12923"/>
                  </a:cubicBezTo>
                  <a:cubicBezTo>
                    <a:pt x="24853" y="12275"/>
                    <a:pt x="24853" y="7303"/>
                    <a:pt x="20846" y="6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A992CADC-4E92-890A-198A-11B1E99EF1E9}"/>
                </a:ext>
              </a:extLst>
            </p:cNvPr>
            <p:cNvSpPr/>
            <p:nvPr/>
          </p:nvSpPr>
          <p:spPr>
            <a:xfrm>
              <a:off x="1656021" y="2154558"/>
              <a:ext cx="23329" cy="18505"/>
            </a:xfrm>
            <a:custGeom>
              <a:avLst/>
              <a:gdLst>
                <a:gd name="csX0" fmla="*/ 24187 w 26905"/>
                <a:gd name="csY0" fmla="*/ 21030 h 21341"/>
                <a:gd name="csX1" fmla="*/ 25698 w 26905"/>
                <a:gd name="csY1" fmla="*/ 7835 h 21341"/>
                <a:gd name="csX2" fmla="*/ 3295 w 26905"/>
                <a:gd name="csY2" fmla="*/ 50 h 21341"/>
                <a:gd name="csX3" fmla="*/ 50 w 26905"/>
                <a:gd name="csY3" fmla="*/ 5892 h 21341"/>
                <a:gd name="csX4" fmla="*/ 24187 w 26905"/>
                <a:gd name="csY4" fmla="*/ 21030 h 21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905" h="21341">
                  <a:moveTo>
                    <a:pt x="24187" y="21030"/>
                  </a:moveTo>
                  <a:cubicBezTo>
                    <a:pt x="29165" y="23297"/>
                    <a:pt x="25806" y="12598"/>
                    <a:pt x="25698" y="7835"/>
                  </a:cubicBezTo>
                  <a:cubicBezTo>
                    <a:pt x="25158" y="2431"/>
                    <a:pt x="21367" y="3079"/>
                    <a:pt x="3295" y="50"/>
                  </a:cubicBezTo>
                  <a:cubicBezTo>
                    <a:pt x="-928" y="-598"/>
                    <a:pt x="158" y="5244"/>
                    <a:pt x="50" y="5892"/>
                  </a:cubicBezTo>
                  <a:cubicBezTo>
                    <a:pt x="50" y="11404"/>
                    <a:pt x="24187" y="21030"/>
                    <a:pt x="24187" y="2103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4C7BB487-5712-1EC3-8A25-F3C808BAC59C}"/>
                </a:ext>
              </a:extLst>
            </p:cNvPr>
            <p:cNvSpPr/>
            <p:nvPr/>
          </p:nvSpPr>
          <p:spPr>
            <a:xfrm>
              <a:off x="1746424" y="2141997"/>
              <a:ext cx="23074" cy="20981"/>
            </a:xfrm>
            <a:custGeom>
              <a:avLst/>
              <a:gdLst>
                <a:gd name="csX0" fmla="*/ 21343 w 26610"/>
                <a:gd name="csY0" fmla="*/ 46 h 24197"/>
                <a:gd name="csX1" fmla="*/ 7488 w 26610"/>
                <a:gd name="csY1" fmla="*/ 2967 h 24197"/>
                <a:gd name="csX2" fmla="*/ 1538 w 26610"/>
                <a:gd name="csY2" fmla="*/ 15616 h 24197"/>
                <a:gd name="csX3" fmla="*/ 22099 w 26610"/>
                <a:gd name="csY3" fmla="*/ 22106 h 24197"/>
                <a:gd name="csX4" fmla="*/ 26430 w 26610"/>
                <a:gd name="csY4" fmla="*/ 8917 h 24197"/>
                <a:gd name="csX5" fmla="*/ 21343 w 26610"/>
                <a:gd name="csY5" fmla="*/ 154 h 24197"/>
                <a:gd name="csX6" fmla="*/ 21343 w 26610"/>
                <a:gd name="csY6" fmla="*/ 46 h 24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24197">
                  <a:moveTo>
                    <a:pt x="21343" y="46"/>
                  </a:moveTo>
                  <a:cubicBezTo>
                    <a:pt x="21343" y="46"/>
                    <a:pt x="10415" y="-602"/>
                    <a:pt x="7488" y="2967"/>
                  </a:cubicBezTo>
                  <a:cubicBezTo>
                    <a:pt x="4674" y="7291"/>
                    <a:pt x="-3333" y="13133"/>
                    <a:pt x="1538" y="15616"/>
                  </a:cubicBezTo>
                  <a:cubicBezTo>
                    <a:pt x="17336" y="23947"/>
                    <a:pt x="19718" y="26430"/>
                    <a:pt x="22099" y="22106"/>
                  </a:cubicBezTo>
                  <a:cubicBezTo>
                    <a:pt x="23401" y="18969"/>
                    <a:pt x="27515" y="14645"/>
                    <a:pt x="26430" y="8917"/>
                  </a:cubicBezTo>
                  <a:cubicBezTo>
                    <a:pt x="25890" y="7399"/>
                    <a:pt x="25998" y="154"/>
                    <a:pt x="21343" y="154"/>
                  </a:cubicBezTo>
                  <a:lnTo>
                    <a:pt x="21343" y="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8B2FE9EB-A625-36F8-969C-2863D2F20838}"/>
                </a:ext>
              </a:extLst>
            </p:cNvPr>
            <p:cNvSpPr/>
            <p:nvPr/>
          </p:nvSpPr>
          <p:spPr>
            <a:xfrm>
              <a:off x="1801923" y="2118878"/>
              <a:ext cx="21288" cy="34371"/>
            </a:xfrm>
            <a:custGeom>
              <a:avLst/>
              <a:gdLst>
                <a:gd name="csX0" fmla="*/ 24551 w 24551"/>
                <a:gd name="csY0" fmla="*/ 16326 h 39639"/>
                <a:gd name="csX1" fmla="*/ 19141 w 24551"/>
                <a:gd name="csY1" fmla="*/ 0 h 39639"/>
                <a:gd name="csX2" fmla="*/ 17408 w 24551"/>
                <a:gd name="csY2" fmla="*/ 0 h 39639"/>
                <a:gd name="csX3" fmla="*/ 7019 w 24551"/>
                <a:gd name="csY3" fmla="*/ 10706 h 39639"/>
                <a:gd name="csX4" fmla="*/ 91 w 24551"/>
                <a:gd name="csY4" fmla="*/ 18923 h 39639"/>
                <a:gd name="csX5" fmla="*/ 3342 w 24551"/>
                <a:gd name="csY5" fmla="*/ 37522 h 39639"/>
                <a:gd name="csX6" fmla="*/ 14055 w 24551"/>
                <a:gd name="csY6" fmla="*/ 37522 h 39639"/>
                <a:gd name="csX7" fmla="*/ 24443 w 24551"/>
                <a:gd name="csY7" fmla="*/ 16434 h 39639"/>
                <a:gd name="csX8" fmla="*/ 24551 w 24551"/>
                <a:gd name="csY8" fmla="*/ 16326 h 3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4551" h="39639">
                  <a:moveTo>
                    <a:pt x="24551" y="16326"/>
                  </a:moveTo>
                  <a:cubicBezTo>
                    <a:pt x="23040" y="9404"/>
                    <a:pt x="24551" y="0"/>
                    <a:pt x="19141" y="0"/>
                  </a:cubicBezTo>
                  <a:lnTo>
                    <a:pt x="17408" y="0"/>
                  </a:lnTo>
                  <a:cubicBezTo>
                    <a:pt x="11889" y="0"/>
                    <a:pt x="12645" y="7353"/>
                    <a:pt x="7019" y="10706"/>
                  </a:cubicBezTo>
                  <a:cubicBezTo>
                    <a:pt x="5832" y="11786"/>
                    <a:pt x="91" y="13189"/>
                    <a:pt x="91" y="18923"/>
                  </a:cubicBezTo>
                  <a:cubicBezTo>
                    <a:pt x="739" y="26924"/>
                    <a:pt x="-1858" y="35579"/>
                    <a:pt x="3342" y="37522"/>
                  </a:cubicBezTo>
                  <a:cubicBezTo>
                    <a:pt x="5609" y="37954"/>
                    <a:pt x="11242" y="42062"/>
                    <a:pt x="14055" y="37522"/>
                  </a:cubicBezTo>
                  <a:cubicBezTo>
                    <a:pt x="22170" y="24657"/>
                    <a:pt x="25097" y="21736"/>
                    <a:pt x="24443" y="16434"/>
                  </a:cubicBezTo>
                  <a:lnTo>
                    <a:pt x="24551" y="16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99BFAD69-142F-9A91-59CC-0F701869CECD}"/>
                </a:ext>
              </a:extLst>
            </p:cNvPr>
            <p:cNvSpPr/>
            <p:nvPr/>
          </p:nvSpPr>
          <p:spPr>
            <a:xfrm>
              <a:off x="1813646" y="2171978"/>
              <a:ext cx="9386" cy="11341"/>
            </a:xfrm>
            <a:custGeom>
              <a:avLst/>
              <a:gdLst>
                <a:gd name="csX0" fmla="*/ 853 w 10825"/>
                <a:gd name="csY0" fmla="*/ 2667 h 13079"/>
                <a:gd name="csX1" fmla="*/ 2371 w 10825"/>
                <a:gd name="csY1" fmla="*/ 11430 h 13079"/>
                <a:gd name="csX2" fmla="*/ 9946 w 10825"/>
                <a:gd name="csY2" fmla="*/ 10344 h 13079"/>
                <a:gd name="csX3" fmla="*/ 8321 w 10825"/>
                <a:gd name="csY3" fmla="*/ 1264 h 13079"/>
                <a:gd name="csX4" fmla="*/ 853 w 10825"/>
                <a:gd name="csY4" fmla="*/ 2775 h 13079"/>
                <a:gd name="csX5" fmla="*/ 853 w 10825"/>
                <a:gd name="csY5" fmla="*/ 2667 h 13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13079">
                  <a:moveTo>
                    <a:pt x="853" y="2667"/>
                  </a:moveTo>
                  <a:cubicBezTo>
                    <a:pt x="853" y="3861"/>
                    <a:pt x="-1852" y="9589"/>
                    <a:pt x="2371" y="11430"/>
                  </a:cubicBezTo>
                  <a:cubicBezTo>
                    <a:pt x="3558" y="11646"/>
                    <a:pt x="8759" y="15647"/>
                    <a:pt x="9946" y="10344"/>
                  </a:cubicBezTo>
                  <a:cubicBezTo>
                    <a:pt x="9946" y="9157"/>
                    <a:pt x="12760" y="2775"/>
                    <a:pt x="8321" y="1264"/>
                  </a:cubicBezTo>
                  <a:cubicBezTo>
                    <a:pt x="8321" y="1264"/>
                    <a:pt x="1939" y="-2413"/>
                    <a:pt x="853" y="2775"/>
                  </a:cubicBezTo>
                  <a:lnTo>
                    <a:pt x="853" y="26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74831D6A-AD2F-6A67-D16F-E0D8FF914E6F}"/>
                </a:ext>
              </a:extLst>
            </p:cNvPr>
            <p:cNvSpPr/>
            <p:nvPr/>
          </p:nvSpPr>
          <p:spPr>
            <a:xfrm>
              <a:off x="1488658" y="2174614"/>
              <a:ext cx="21040" cy="17950"/>
            </a:xfrm>
            <a:custGeom>
              <a:avLst/>
              <a:gdLst>
                <a:gd name="csX0" fmla="*/ 19341 w 24265"/>
                <a:gd name="csY0" fmla="*/ 1362 h 20701"/>
                <a:gd name="csX1" fmla="*/ 938 w 24265"/>
                <a:gd name="csY1" fmla="*/ 12607 h 20701"/>
                <a:gd name="csX2" fmla="*/ 7542 w 24265"/>
                <a:gd name="csY2" fmla="*/ 20069 h 20701"/>
                <a:gd name="csX3" fmla="*/ 23024 w 24265"/>
                <a:gd name="csY3" fmla="*/ 10982 h 20701"/>
                <a:gd name="csX4" fmla="*/ 19233 w 24265"/>
                <a:gd name="csY4" fmla="*/ 1254 h 20701"/>
                <a:gd name="csX5" fmla="*/ 19341 w 24265"/>
                <a:gd name="csY5" fmla="*/ 1362 h 2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265" h="20701">
                  <a:moveTo>
                    <a:pt x="19341" y="1362"/>
                  </a:moveTo>
                  <a:cubicBezTo>
                    <a:pt x="16204" y="-2099"/>
                    <a:pt x="14362" y="822"/>
                    <a:pt x="938" y="12607"/>
                  </a:cubicBezTo>
                  <a:cubicBezTo>
                    <a:pt x="-3170" y="16176"/>
                    <a:pt x="7542" y="20069"/>
                    <a:pt x="7542" y="20069"/>
                  </a:cubicBezTo>
                  <a:cubicBezTo>
                    <a:pt x="11333" y="22120"/>
                    <a:pt x="13607" y="19205"/>
                    <a:pt x="23024" y="10982"/>
                  </a:cubicBezTo>
                  <a:cubicBezTo>
                    <a:pt x="26916" y="7521"/>
                    <a:pt x="20535" y="3305"/>
                    <a:pt x="19233" y="1254"/>
                  </a:cubicBezTo>
                  <a:lnTo>
                    <a:pt x="19341" y="1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756C23DD-7789-F394-1F0A-1E679728B5AE}"/>
                </a:ext>
              </a:extLst>
            </p:cNvPr>
            <p:cNvSpPr/>
            <p:nvPr/>
          </p:nvSpPr>
          <p:spPr>
            <a:xfrm>
              <a:off x="1420481" y="2174810"/>
              <a:ext cx="27304" cy="17324"/>
            </a:xfrm>
            <a:custGeom>
              <a:avLst/>
              <a:gdLst>
                <a:gd name="csX0" fmla="*/ 16903 w 31489"/>
                <a:gd name="csY0" fmla="*/ 1459 h 19979"/>
                <a:gd name="csX1" fmla="*/ 1637 w 31489"/>
                <a:gd name="csY1" fmla="*/ 18432 h 19979"/>
                <a:gd name="csX2" fmla="*/ 18306 w 31489"/>
                <a:gd name="csY2" fmla="*/ 17893 h 19979"/>
                <a:gd name="csX3" fmla="*/ 29888 w 31489"/>
                <a:gd name="csY3" fmla="*/ 2214 h 19979"/>
                <a:gd name="csX4" fmla="*/ 16795 w 31489"/>
                <a:gd name="csY4" fmla="*/ 1459 h 19979"/>
                <a:gd name="csX5" fmla="*/ 16903 w 31489"/>
                <a:gd name="csY5" fmla="*/ 1459 h 1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89" h="19979">
                  <a:moveTo>
                    <a:pt x="16903" y="1459"/>
                  </a:moveTo>
                  <a:cubicBezTo>
                    <a:pt x="1961" y="14648"/>
                    <a:pt x="-2909" y="17785"/>
                    <a:pt x="1637" y="18432"/>
                  </a:cubicBezTo>
                  <a:cubicBezTo>
                    <a:pt x="9435" y="19626"/>
                    <a:pt x="14737" y="21461"/>
                    <a:pt x="18306" y="17893"/>
                  </a:cubicBezTo>
                  <a:cubicBezTo>
                    <a:pt x="29241" y="7187"/>
                    <a:pt x="34327" y="3618"/>
                    <a:pt x="29888" y="2214"/>
                  </a:cubicBezTo>
                  <a:cubicBezTo>
                    <a:pt x="29888" y="2214"/>
                    <a:pt x="20903" y="-2218"/>
                    <a:pt x="16795" y="1459"/>
                  </a:cubicBezTo>
                  <a:lnTo>
                    <a:pt x="16903" y="1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F62380FA-4D59-5A6B-75BF-8D984F1CE79C}"/>
                </a:ext>
              </a:extLst>
            </p:cNvPr>
            <p:cNvSpPr/>
            <p:nvPr/>
          </p:nvSpPr>
          <p:spPr>
            <a:xfrm>
              <a:off x="1837349" y="2072204"/>
              <a:ext cx="142054" cy="97736"/>
            </a:xfrm>
            <a:custGeom>
              <a:avLst/>
              <a:gdLst>
                <a:gd name="csX0" fmla="*/ 58272 w 163826"/>
                <a:gd name="csY0" fmla="*/ 1161 h 112716"/>
                <a:gd name="csX1" fmla="*/ 47775 w 163826"/>
                <a:gd name="csY1" fmla="*/ 17925 h 112716"/>
                <a:gd name="csX2" fmla="*/ 50912 w 163826"/>
                <a:gd name="csY2" fmla="*/ 28523 h 112716"/>
                <a:gd name="csX3" fmla="*/ 38898 w 163826"/>
                <a:gd name="csY3" fmla="*/ 28307 h 112716"/>
                <a:gd name="csX4" fmla="*/ 37710 w 163826"/>
                <a:gd name="csY4" fmla="*/ 45065 h 112716"/>
                <a:gd name="csX5" fmla="*/ 27753 w 163826"/>
                <a:gd name="csY5" fmla="*/ 54368 h 112716"/>
                <a:gd name="csX6" fmla="*/ 42 w 163826"/>
                <a:gd name="csY6" fmla="*/ 63886 h 112716"/>
                <a:gd name="csX7" fmla="*/ 7618 w 163826"/>
                <a:gd name="csY7" fmla="*/ 80536 h 112716"/>
                <a:gd name="csX8" fmla="*/ 16495 w 163826"/>
                <a:gd name="csY8" fmla="*/ 77939 h 112716"/>
                <a:gd name="csX9" fmla="*/ 27645 w 163826"/>
                <a:gd name="csY9" fmla="*/ 70262 h 112716"/>
                <a:gd name="csX10" fmla="*/ 28401 w 163826"/>
                <a:gd name="csY10" fmla="*/ 70262 h 112716"/>
                <a:gd name="csX11" fmla="*/ 31754 w 163826"/>
                <a:gd name="csY11" fmla="*/ 74370 h 112716"/>
                <a:gd name="csX12" fmla="*/ 34567 w 163826"/>
                <a:gd name="csY12" fmla="*/ 82917 h 112716"/>
                <a:gd name="csX13" fmla="*/ 41495 w 163826"/>
                <a:gd name="csY13" fmla="*/ 83889 h 112716"/>
                <a:gd name="csX14" fmla="*/ 50156 w 163826"/>
                <a:gd name="csY14" fmla="*/ 77939 h 112716"/>
                <a:gd name="csX15" fmla="*/ 56436 w 163826"/>
                <a:gd name="csY15" fmla="*/ 88213 h 112716"/>
                <a:gd name="csX16" fmla="*/ 91501 w 163826"/>
                <a:gd name="csY16" fmla="*/ 101624 h 112716"/>
                <a:gd name="csX17" fmla="*/ 103731 w 163826"/>
                <a:gd name="csY17" fmla="*/ 103459 h 112716"/>
                <a:gd name="csX18" fmla="*/ 123651 w 163826"/>
                <a:gd name="csY18" fmla="*/ 110921 h 112716"/>
                <a:gd name="csX19" fmla="*/ 142695 w 163826"/>
                <a:gd name="csY19" fmla="*/ 89623 h 112716"/>
                <a:gd name="csX20" fmla="*/ 150601 w 163826"/>
                <a:gd name="csY20" fmla="*/ 91890 h 112716"/>
                <a:gd name="csX21" fmla="*/ 162399 w 163826"/>
                <a:gd name="csY21" fmla="*/ 72211 h 112716"/>
                <a:gd name="csX22" fmla="*/ 153845 w 163826"/>
                <a:gd name="csY22" fmla="*/ 69506 h 112716"/>
                <a:gd name="csX23" fmla="*/ 139450 w 163826"/>
                <a:gd name="csY23" fmla="*/ 71017 h 112716"/>
                <a:gd name="csX24" fmla="*/ 123759 w 163826"/>
                <a:gd name="csY24" fmla="*/ 47338 h 112716"/>
                <a:gd name="csX25" fmla="*/ 57948 w 163826"/>
                <a:gd name="csY25" fmla="*/ 1377 h 112716"/>
                <a:gd name="csX26" fmla="*/ 58272 w 163826"/>
                <a:gd name="csY26" fmla="*/ 1161 h 112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3826" h="112716">
                  <a:moveTo>
                    <a:pt x="58272" y="1161"/>
                  </a:moveTo>
                  <a:cubicBezTo>
                    <a:pt x="52538" y="8622"/>
                    <a:pt x="44746" y="12299"/>
                    <a:pt x="47775" y="17925"/>
                  </a:cubicBezTo>
                  <a:cubicBezTo>
                    <a:pt x="49401" y="21709"/>
                    <a:pt x="55890" y="30250"/>
                    <a:pt x="50912" y="28523"/>
                  </a:cubicBezTo>
                  <a:cubicBezTo>
                    <a:pt x="46473" y="27659"/>
                    <a:pt x="38358" y="22033"/>
                    <a:pt x="38898" y="28307"/>
                  </a:cubicBezTo>
                  <a:cubicBezTo>
                    <a:pt x="38898" y="33603"/>
                    <a:pt x="41279" y="40417"/>
                    <a:pt x="37710" y="45065"/>
                  </a:cubicBezTo>
                  <a:cubicBezTo>
                    <a:pt x="33811" y="50151"/>
                    <a:pt x="31754" y="53504"/>
                    <a:pt x="27753" y="54368"/>
                  </a:cubicBezTo>
                  <a:cubicBezTo>
                    <a:pt x="27753" y="54368"/>
                    <a:pt x="-1253" y="58584"/>
                    <a:pt x="42" y="63886"/>
                  </a:cubicBezTo>
                  <a:cubicBezTo>
                    <a:pt x="2639" y="71347"/>
                    <a:pt x="2315" y="80536"/>
                    <a:pt x="7618" y="80536"/>
                  </a:cubicBezTo>
                  <a:cubicBezTo>
                    <a:pt x="8488" y="80428"/>
                    <a:pt x="13034" y="81399"/>
                    <a:pt x="16495" y="77939"/>
                  </a:cubicBezTo>
                  <a:cubicBezTo>
                    <a:pt x="21149" y="73290"/>
                    <a:pt x="23639" y="70262"/>
                    <a:pt x="27645" y="70262"/>
                  </a:cubicBezTo>
                  <a:lnTo>
                    <a:pt x="28401" y="70262"/>
                  </a:lnTo>
                  <a:cubicBezTo>
                    <a:pt x="30243" y="70262"/>
                    <a:pt x="31754" y="72103"/>
                    <a:pt x="31754" y="74370"/>
                  </a:cubicBezTo>
                  <a:cubicBezTo>
                    <a:pt x="31862" y="75024"/>
                    <a:pt x="31106" y="79996"/>
                    <a:pt x="34567" y="82917"/>
                  </a:cubicBezTo>
                  <a:cubicBezTo>
                    <a:pt x="35113" y="83133"/>
                    <a:pt x="38574" y="87673"/>
                    <a:pt x="41495" y="83889"/>
                  </a:cubicBezTo>
                  <a:cubicBezTo>
                    <a:pt x="43984" y="81399"/>
                    <a:pt x="48207" y="72319"/>
                    <a:pt x="50156" y="77939"/>
                  </a:cubicBezTo>
                  <a:cubicBezTo>
                    <a:pt x="51020" y="79888"/>
                    <a:pt x="51998" y="86378"/>
                    <a:pt x="56436" y="88213"/>
                  </a:cubicBezTo>
                  <a:cubicBezTo>
                    <a:pt x="85335" y="100430"/>
                    <a:pt x="86954" y="101624"/>
                    <a:pt x="91501" y="101624"/>
                  </a:cubicBezTo>
                  <a:cubicBezTo>
                    <a:pt x="94314" y="101840"/>
                    <a:pt x="99400" y="100761"/>
                    <a:pt x="103731" y="103459"/>
                  </a:cubicBezTo>
                  <a:cubicBezTo>
                    <a:pt x="117911" y="111898"/>
                    <a:pt x="120832" y="115029"/>
                    <a:pt x="123651" y="110921"/>
                  </a:cubicBezTo>
                  <a:cubicBezTo>
                    <a:pt x="137824" y="90378"/>
                    <a:pt x="139126" y="86270"/>
                    <a:pt x="142695" y="89623"/>
                  </a:cubicBezTo>
                  <a:cubicBezTo>
                    <a:pt x="143673" y="90162"/>
                    <a:pt x="147349" y="95674"/>
                    <a:pt x="150601" y="91890"/>
                  </a:cubicBezTo>
                  <a:cubicBezTo>
                    <a:pt x="162183" y="78047"/>
                    <a:pt x="166291" y="75132"/>
                    <a:pt x="162399" y="72211"/>
                  </a:cubicBezTo>
                  <a:cubicBezTo>
                    <a:pt x="161637" y="71887"/>
                    <a:pt x="158068" y="67887"/>
                    <a:pt x="153845" y="69506"/>
                  </a:cubicBezTo>
                  <a:cubicBezTo>
                    <a:pt x="148543" y="70801"/>
                    <a:pt x="142587" y="76211"/>
                    <a:pt x="139450" y="71017"/>
                  </a:cubicBezTo>
                  <a:cubicBezTo>
                    <a:pt x="130141" y="55555"/>
                    <a:pt x="127760" y="50367"/>
                    <a:pt x="123759" y="47338"/>
                  </a:cubicBezTo>
                  <a:cubicBezTo>
                    <a:pt x="60437" y="-1214"/>
                    <a:pt x="61523" y="-2516"/>
                    <a:pt x="57948" y="1377"/>
                  </a:cubicBezTo>
                  <a:lnTo>
                    <a:pt x="58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1F01359-946A-7B8C-AEAF-8F755404CDEC}"/>
                </a:ext>
              </a:extLst>
            </p:cNvPr>
            <p:cNvSpPr/>
            <p:nvPr/>
          </p:nvSpPr>
          <p:spPr>
            <a:xfrm>
              <a:off x="1929869" y="2085460"/>
              <a:ext cx="18709" cy="16326"/>
            </a:xfrm>
            <a:custGeom>
              <a:avLst/>
              <a:gdLst>
                <a:gd name="csX0" fmla="*/ 18786 w 21577"/>
                <a:gd name="csY0" fmla="*/ 16696 h 18828"/>
                <a:gd name="csX1" fmla="*/ 19002 w 21577"/>
                <a:gd name="csY1" fmla="*/ 148 h 18828"/>
                <a:gd name="csX2" fmla="*/ 390 w 21577"/>
                <a:gd name="csY2" fmla="*/ 2745 h 18828"/>
                <a:gd name="csX3" fmla="*/ 18678 w 21577"/>
                <a:gd name="csY3" fmla="*/ 16696 h 18828"/>
                <a:gd name="csX4" fmla="*/ 18786 w 21577"/>
                <a:gd name="csY4" fmla="*/ 16696 h 1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577" h="18828">
                  <a:moveTo>
                    <a:pt x="18786" y="16696"/>
                  </a:moveTo>
                  <a:cubicBezTo>
                    <a:pt x="19764" y="9343"/>
                    <a:pt x="24418" y="148"/>
                    <a:pt x="19002" y="148"/>
                  </a:cubicBezTo>
                  <a:cubicBezTo>
                    <a:pt x="19002" y="148"/>
                    <a:pt x="-3185" y="-932"/>
                    <a:pt x="390" y="2745"/>
                  </a:cubicBezTo>
                  <a:cubicBezTo>
                    <a:pt x="14779" y="17452"/>
                    <a:pt x="17599" y="21992"/>
                    <a:pt x="18678" y="16696"/>
                  </a:cubicBezTo>
                  <a:lnTo>
                    <a:pt x="18786" y="16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2DD7B9F-94DC-AAA7-A560-5A70E1332989}"/>
                </a:ext>
              </a:extLst>
            </p:cNvPr>
            <p:cNvSpPr/>
            <p:nvPr/>
          </p:nvSpPr>
          <p:spPr>
            <a:xfrm>
              <a:off x="1957655" y="2091041"/>
              <a:ext cx="16758" cy="18577"/>
            </a:xfrm>
            <a:custGeom>
              <a:avLst/>
              <a:gdLst>
                <a:gd name="csX0" fmla="*/ 2432 w 19326"/>
                <a:gd name="csY0" fmla="*/ 17074 h 21424"/>
                <a:gd name="csX1" fmla="*/ 9684 w 19326"/>
                <a:gd name="csY1" fmla="*/ 19995 h 21424"/>
                <a:gd name="csX2" fmla="*/ 17583 w 19326"/>
                <a:gd name="csY2" fmla="*/ 3015 h 21424"/>
                <a:gd name="csX3" fmla="*/ 51 w 19326"/>
                <a:gd name="csY3" fmla="*/ 2152 h 21424"/>
                <a:gd name="csX4" fmla="*/ 2432 w 19326"/>
                <a:gd name="csY4" fmla="*/ 16966 h 21424"/>
                <a:gd name="csX5" fmla="*/ 2432 w 19326"/>
                <a:gd name="csY5" fmla="*/ 17074 h 21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326" h="21424">
                  <a:moveTo>
                    <a:pt x="2432" y="17074"/>
                  </a:moveTo>
                  <a:cubicBezTo>
                    <a:pt x="3410" y="17830"/>
                    <a:pt x="6763" y="24212"/>
                    <a:pt x="9684" y="19995"/>
                  </a:cubicBezTo>
                  <a:cubicBezTo>
                    <a:pt x="17475" y="8851"/>
                    <a:pt x="22022" y="4203"/>
                    <a:pt x="17583" y="3015"/>
                  </a:cubicBezTo>
                  <a:cubicBezTo>
                    <a:pt x="17583" y="3015"/>
                    <a:pt x="51" y="-3151"/>
                    <a:pt x="51" y="2152"/>
                  </a:cubicBezTo>
                  <a:cubicBezTo>
                    <a:pt x="375" y="6260"/>
                    <a:pt x="-1137" y="12750"/>
                    <a:pt x="2432" y="16966"/>
                  </a:cubicBezTo>
                  <a:lnTo>
                    <a:pt x="2432" y="170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FCD5C679-58D0-74F3-981E-45F4149A198E}"/>
                </a:ext>
              </a:extLst>
            </p:cNvPr>
            <p:cNvSpPr/>
            <p:nvPr/>
          </p:nvSpPr>
          <p:spPr>
            <a:xfrm>
              <a:off x="1201127" y="1816194"/>
              <a:ext cx="594769" cy="353369"/>
            </a:xfrm>
            <a:custGeom>
              <a:avLst/>
              <a:gdLst>
                <a:gd name="csX0" fmla="*/ 678035 w 685928"/>
                <a:gd name="csY0" fmla="*/ 270889 h 407529"/>
                <a:gd name="csX1" fmla="*/ 659309 w 685928"/>
                <a:gd name="csY1" fmla="*/ 272299 h 407529"/>
                <a:gd name="csX2" fmla="*/ 656058 w 685928"/>
                <a:gd name="csY2" fmla="*/ 261269 h 407529"/>
                <a:gd name="csX3" fmla="*/ 638093 w 685928"/>
                <a:gd name="csY3" fmla="*/ 257160 h 407529"/>
                <a:gd name="csX4" fmla="*/ 601835 w 685928"/>
                <a:gd name="csY4" fmla="*/ 229150 h 407529"/>
                <a:gd name="csX5" fmla="*/ 584842 w 685928"/>
                <a:gd name="csY5" fmla="*/ 235532 h 407529"/>
                <a:gd name="csX6" fmla="*/ 562872 w 685928"/>
                <a:gd name="csY6" fmla="*/ 209472 h 407529"/>
                <a:gd name="csX7" fmla="*/ 546203 w 685928"/>
                <a:gd name="csY7" fmla="*/ 196061 h 407529"/>
                <a:gd name="csX8" fmla="*/ 553562 w 685928"/>
                <a:gd name="csY8" fmla="*/ 180706 h 407529"/>
                <a:gd name="csX9" fmla="*/ 552699 w 685928"/>
                <a:gd name="csY9" fmla="*/ 155833 h 407529"/>
                <a:gd name="csX10" fmla="*/ 532887 w 685928"/>
                <a:gd name="csY10" fmla="*/ 130529 h 407529"/>
                <a:gd name="csX11" fmla="*/ 516218 w 685928"/>
                <a:gd name="csY11" fmla="*/ 56780 h 407529"/>
                <a:gd name="csX12" fmla="*/ 463722 w 685928"/>
                <a:gd name="csY12" fmla="*/ 13523 h 407529"/>
                <a:gd name="csX13" fmla="*/ 452362 w 685928"/>
                <a:gd name="csY13" fmla="*/ 11364 h 407529"/>
                <a:gd name="csX14" fmla="*/ 449003 w 685928"/>
                <a:gd name="csY14" fmla="*/ 19365 h 407529"/>
                <a:gd name="csX15" fmla="*/ 419133 w 685928"/>
                <a:gd name="csY15" fmla="*/ 1414 h 407529"/>
                <a:gd name="csX16" fmla="*/ 414694 w 685928"/>
                <a:gd name="csY16" fmla="*/ 2925 h 407529"/>
                <a:gd name="csX17" fmla="*/ 413939 w 685928"/>
                <a:gd name="csY17" fmla="*/ 11904 h 407529"/>
                <a:gd name="csX18" fmla="*/ 414910 w 685928"/>
                <a:gd name="csY18" fmla="*/ 14387 h 407529"/>
                <a:gd name="csX19" fmla="*/ 409284 w 685928"/>
                <a:gd name="csY19" fmla="*/ 19258 h 407529"/>
                <a:gd name="csX20" fmla="*/ 425845 w 685928"/>
                <a:gd name="csY20" fmla="*/ 108685 h 407529"/>
                <a:gd name="csX21" fmla="*/ 439154 w 685928"/>
                <a:gd name="csY21" fmla="*/ 126744 h 407529"/>
                <a:gd name="csX22" fmla="*/ 425083 w 685928"/>
                <a:gd name="csY22" fmla="*/ 154862 h 407529"/>
                <a:gd name="csX23" fmla="*/ 407874 w 685928"/>
                <a:gd name="csY23" fmla="*/ 144480 h 407529"/>
                <a:gd name="csX24" fmla="*/ 410040 w 685928"/>
                <a:gd name="csY24" fmla="*/ 125341 h 407529"/>
                <a:gd name="csX25" fmla="*/ 403328 w 685928"/>
                <a:gd name="csY25" fmla="*/ 122096 h 407529"/>
                <a:gd name="csX26" fmla="*/ 392183 w 685928"/>
                <a:gd name="csY26" fmla="*/ 96791 h 407529"/>
                <a:gd name="csX27" fmla="*/ 394996 w 685928"/>
                <a:gd name="csY27" fmla="*/ 81545 h 407529"/>
                <a:gd name="csX28" fmla="*/ 392075 w 685928"/>
                <a:gd name="csY28" fmla="*/ 69645 h 407529"/>
                <a:gd name="csX29" fmla="*/ 382119 w 685928"/>
                <a:gd name="csY29" fmla="*/ 71486 h 407529"/>
                <a:gd name="csX30" fmla="*/ 372486 w 685928"/>
                <a:gd name="csY30" fmla="*/ 53967 h 407529"/>
                <a:gd name="csX31" fmla="*/ 333192 w 685928"/>
                <a:gd name="csY31" fmla="*/ 33748 h 407529"/>
                <a:gd name="csX32" fmla="*/ 317825 w 685928"/>
                <a:gd name="csY32" fmla="*/ 34504 h 407529"/>
                <a:gd name="csX33" fmla="*/ 319882 w 685928"/>
                <a:gd name="csY33" fmla="*/ 43368 h 407529"/>
                <a:gd name="csX34" fmla="*/ 332220 w 685928"/>
                <a:gd name="csY34" fmla="*/ 51370 h 407529"/>
                <a:gd name="csX35" fmla="*/ 331566 w 685928"/>
                <a:gd name="csY35" fmla="*/ 63377 h 407529"/>
                <a:gd name="csX36" fmla="*/ 301804 w 685928"/>
                <a:gd name="csY36" fmla="*/ 90625 h 407529"/>
                <a:gd name="csX37" fmla="*/ 290653 w 685928"/>
                <a:gd name="csY37" fmla="*/ 85545 h 407529"/>
                <a:gd name="csX38" fmla="*/ 297041 w 685928"/>
                <a:gd name="csY38" fmla="*/ 69321 h 407529"/>
                <a:gd name="csX39" fmla="*/ 296717 w 685928"/>
                <a:gd name="csY39" fmla="*/ 60780 h 407529"/>
                <a:gd name="csX40" fmla="*/ 272149 w 685928"/>
                <a:gd name="csY40" fmla="*/ 45426 h 407529"/>
                <a:gd name="csX41" fmla="*/ 248337 w 685928"/>
                <a:gd name="csY41" fmla="*/ 42721 h 407529"/>
                <a:gd name="csX42" fmla="*/ 225064 w 685928"/>
                <a:gd name="csY42" fmla="*/ 34288 h 407529"/>
                <a:gd name="csX43" fmla="*/ 211208 w 685928"/>
                <a:gd name="csY43" fmla="*/ 47915 h 407529"/>
                <a:gd name="csX44" fmla="*/ 211431 w 685928"/>
                <a:gd name="csY44" fmla="*/ 52995 h 407529"/>
                <a:gd name="csX45" fmla="*/ 214783 w 685928"/>
                <a:gd name="csY45" fmla="*/ 60564 h 407529"/>
                <a:gd name="csX46" fmla="*/ 175604 w 685928"/>
                <a:gd name="csY46" fmla="*/ 75055 h 407529"/>
                <a:gd name="csX47" fmla="*/ 173439 w 685928"/>
                <a:gd name="csY47" fmla="*/ 66298 h 407529"/>
                <a:gd name="csX48" fmla="*/ 188266 w 685928"/>
                <a:gd name="csY48" fmla="*/ 52347 h 407529"/>
                <a:gd name="csX49" fmla="*/ 194108 w 685928"/>
                <a:gd name="csY49" fmla="*/ 28230 h 407529"/>
                <a:gd name="csX50" fmla="*/ 184259 w 685928"/>
                <a:gd name="csY50" fmla="*/ 7796 h 407529"/>
                <a:gd name="csX51" fmla="*/ 168136 w 685928"/>
                <a:gd name="csY51" fmla="*/ 220 h 407529"/>
                <a:gd name="csX52" fmla="*/ 153741 w 685928"/>
                <a:gd name="csY52" fmla="*/ 11034 h 407529"/>
                <a:gd name="csX53" fmla="*/ 61088 w 685928"/>
                <a:gd name="csY53" fmla="*/ 45534 h 407529"/>
                <a:gd name="csX54" fmla="*/ 25909 w 685928"/>
                <a:gd name="csY54" fmla="*/ 75919 h 407529"/>
                <a:gd name="csX55" fmla="*/ 21470 w 685928"/>
                <a:gd name="csY55" fmla="*/ 86193 h 407529"/>
                <a:gd name="csX56" fmla="*/ 33161 w 685928"/>
                <a:gd name="csY56" fmla="*/ 91597 h 407529"/>
                <a:gd name="csX57" fmla="*/ 38577 w 685928"/>
                <a:gd name="csY57" fmla="*/ 99928 h 407529"/>
                <a:gd name="csX58" fmla="*/ 19095 w 685928"/>
                <a:gd name="csY58" fmla="*/ 108900 h 407529"/>
                <a:gd name="csX59" fmla="*/ 477 w 685928"/>
                <a:gd name="csY59" fmla="*/ 146531 h 407529"/>
                <a:gd name="csX60" fmla="*/ 5240 w 685928"/>
                <a:gd name="csY60" fmla="*/ 156481 h 407529"/>
                <a:gd name="csX61" fmla="*/ 14111 w 685928"/>
                <a:gd name="csY61" fmla="*/ 153236 h 407529"/>
                <a:gd name="csX62" fmla="*/ 23204 w 685928"/>
                <a:gd name="csY62" fmla="*/ 155294 h 407529"/>
                <a:gd name="csX63" fmla="*/ 36952 w 685928"/>
                <a:gd name="csY63" fmla="*/ 151293 h 407529"/>
                <a:gd name="csX64" fmla="*/ 46693 w 685928"/>
                <a:gd name="csY64" fmla="*/ 158970 h 407529"/>
                <a:gd name="csX65" fmla="*/ 30132 w 685928"/>
                <a:gd name="csY65" fmla="*/ 172051 h 407529"/>
                <a:gd name="csX66" fmla="*/ 33485 w 685928"/>
                <a:gd name="csY66" fmla="*/ 177569 h 407529"/>
                <a:gd name="csX67" fmla="*/ 53405 w 685928"/>
                <a:gd name="csY67" fmla="*/ 177569 h 407529"/>
                <a:gd name="csX68" fmla="*/ 57081 w 685928"/>
                <a:gd name="csY68" fmla="*/ 169137 h 407529"/>
                <a:gd name="csX69" fmla="*/ 63901 w 685928"/>
                <a:gd name="csY69" fmla="*/ 170540 h 407529"/>
                <a:gd name="csX70" fmla="*/ 116936 w 685928"/>
                <a:gd name="csY70" fmla="*/ 160050 h 407529"/>
                <a:gd name="csX71" fmla="*/ 111526 w 685928"/>
                <a:gd name="csY71" fmla="*/ 167403 h 407529"/>
                <a:gd name="csX72" fmla="*/ 114123 w 685928"/>
                <a:gd name="csY72" fmla="*/ 175080 h 407529"/>
                <a:gd name="csX73" fmla="*/ 45283 w 685928"/>
                <a:gd name="csY73" fmla="*/ 193032 h 407529"/>
                <a:gd name="csX74" fmla="*/ 32513 w 685928"/>
                <a:gd name="csY74" fmla="*/ 205033 h 407529"/>
                <a:gd name="csX75" fmla="*/ 69749 w 685928"/>
                <a:gd name="csY75" fmla="*/ 243965 h 407529"/>
                <a:gd name="csX76" fmla="*/ 87714 w 685928"/>
                <a:gd name="csY76" fmla="*/ 243533 h 407529"/>
                <a:gd name="csX77" fmla="*/ 78405 w 685928"/>
                <a:gd name="csY77" fmla="*/ 234230 h 407529"/>
                <a:gd name="csX78" fmla="*/ 101893 w 685928"/>
                <a:gd name="csY78" fmla="*/ 233043 h 407529"/>
                <a:gd name="csX79" fmla="*/ 111958 w 685928"/>
                <a:gd name="csY79" fmla="*/ 238993 h 407529"/>
                <a:gd name="csX80" fmla="*/ 189561 w 685928"/>
                <a:gd name="csY80" fmla="*/ 227531 h 407529"/>
                <a:gd name="csX81" fmla="*/ 236323 w 685928"/>
                <a:gd name="csY81" fmla="*/ 239641 h 407529"/>
                <a:gd name="csX82" fmla="*/ 257862 w 685928"/>
                <a:gd name="csY82" fmla="*/ 241044 h 407529"/>
                <a:gd name="csX83" fmla="*/ 266955 w 685928"/>
                <a:gd name="csY83" fmla="*/ 249699 h 407529"/>
                <a:gd name="csX84" fmla="*/ 258833 w 685928"/>
                <a:gd name="csY84" fmla="*/ 261269 h 407529"/>
                <a:gd name="csX85" fmla="*/ 252668 w 685928"/>
                <a:gd name="csY85" fmla="*/ 263320 h 407529"/>
                <a:gd name="csX86" fmla="*/ 179065 w 685928"/>
                <a:gd name="csY86" fmla="*/ 259535 h 407529"/>
                <a:gd name="csX87" fmla="*/ 89987 w 685928"/>
                <a:gd name="csY87" fmla="*/ 271867 h 407529"/>
                <a:gd name="csX88" fmla="*/ 65203 w 685928"/>
                <a:gd name="csY88" fmla="*/ 281055 h 407529"/>
                <a:gd name="csX89" fmla="*/ 72994 w 685928"/>
                <a:gd name="csY89" fmla="*/ 305497 h 407529"/>
                <a:gd name="csX90" fmla="*/ 94426 w 685928"/>
                <a:gd name="csY90" fmla="*/ 315879 h 407529"/>
                <a:gd name="csX91" fmla="*/ 95289 w 685928"/>
                <a:gd name="csY91" fmla="*/ 323124 h 407529"/>
                <a:gd name="csX92" fmla="*/ 97131 w 685928"/>
                <a:gd name="csY92" fmla="*/ 327988 h 407529"/>
                <a:gd name="csX93" fmla="*/ 138907 w 685928"/>
                <a:gd name="csY93" fmla="*/ 342803 h 407529"/>
                <a:gd name="csX94" fmla="*/ 195302 w 685928"/>
                <a:gd name="csY94" fmla="*/ 342803 h 407529"/>
                <a:gd name="csX95" fmla="*/ 199956 w 685928"/>
                <a:gd name="csY95" fmla="*/ 346479 h 407529"/>
                <a:gd name="csX96" fmla="*/ 205366 w 685928"/>
                <a:gd name="csY96" fmla="*/ 365510 h 407529"/>
                <a:gd name="csX97" fmla="*/ 205366 w 685928"/>
                <a:gd name="csY97" fmla="*/ 376216 h 407529"/>
                <a:gd name="csX98" fmla="*/ 231560 w 685928"/>
                <a:gd name="csY98" fmla="*/ 402817 h 407529"/>
                <a:gd name="csX99" fmla="*/ 300070 w 685928"/>
                <a:gd name="csY99" fmla="*/ 390383 h 407529"/>
                <a:gd name="csX100" fmla="*/ 303429 w 685928"/>
                <a:gd name="csY100" fmla="*/ 404982 h 407529"/>
                <a:gd name="csX101" fmla="*/ 334602 w 685928"/>
                <a:gd name="csY101" fmla="*/ 390275 h 407529"/>
                <a:gd name="csX102" fmla="*/ 376594 w 685928"/>
                <a:gd name="csY102" fmla="*/ 384109 h 407529"/>
                <a:gd name="csX103" fmla="*/ 395968 w 685928"/>
                <a:gd name="csY103" fmla="*/ 367568 h 407529"/>
                <a:gd name="csX104" fmla="*/ 427140 w 685928"/>
                <a:gd name="csY104" fmla="*/ 364215 h 407529"/>
                <a:gd name="csX105" fmla="*/ 450629 w 685928"/>
                <a:gd name="csY105" fmla="*/ 350912 h 407529"/>
                <a:gd name="csX106" fmla="*/ 453550 w 685928"/>
                <a:gd name="csY106" fmla="*/ 344860 h 407529"/>
                <a:gd name="csX107" fmla="*/ 456255 w 685928"/>
                <a:gd name="csY107" fmla="*/ 333938 h 407529"/>
                <a:gd name="csX108" fmla="*/ 467729 w 685928"/>
                <a:gd name="csY108" fmla="*/ 323232 h 407529"/>
                <a:gd name="csX109" fmla="*/ 480175 w 685928"/>
                <a:gd name="csY109" fmla="*/ 330801 h 407529"/>
                <a:gd name="csX110" fmla="*/ 479420 w 685928"/>
                <a:gd name="csY110" fmla="*/ 345076 h 407529"/>
                <a:gd name="csX111" fmla="*/ 528448 w 685928"/>
                <a:gd name="csY111" fmla="*/ 356106 h 407529"/>
                <a:gd name="csX112" fmla="*/ 523793 w 685928"/>
                <a:gd name="csY112" fmla="*/ 366266 h 407529"/>
                <a:gd name="csX113" fmla="*/ 538519 w 685928"/>
                <a:gd name="csY113" fmla="*/ 374489 h 407529"/>
                <a:gd name="csX114" fmla="*/ 557569 w 685928"/>
                <a:gd name="csY114" fmla="*/ 369403 h 407529"/>
                <a:gd name="csX115" fmla="*/ 616230 w 685928"/>
                <a:gd name="csY115" fmla="*/ 375137 h 407529"/>
                <a:gd name="csX116" fmla="*/ 653353 w 685928"/>
                <a:gd name="csY116" fmla="*/ 350804 h 407529"/>
                <a:gd name="csX117" fmla="*/ 643288 w 685928"/>
                <a:gd name="csY117" fmla="*/ 336097 h 407529"/>
                <a:gd name="csX118" fmla="*/ 642532 w 685928"/>
                <a:gd name="csY118" fmla="*/ 328636 h 407529"/>
                <a:gd name="csX119" fmla="*/ 639173 w 685928"/>
                <a:gd name="csY119" fmla="*/ 326039 h 407529"/>
                <a:gd name="csX120" fmla="*/ 621641 w 685928"/>
                <a:gd name="csY120" fmla="*/ 330909 h 407529"/>
                <a:gd name="csX121" fmla="*/ 610712 w 685928"/>
                <a:gd name="csY121" fmla="*/ 333284 h 407529"/>
                <a:gd name="csX122" fmla="*/ 599454 w 685928"/>
                <a:gd name="csY122" fmla="*/ 343450 h 407529"/>
                <a:gd name="csX123" fmla="*/ 609518 w 685928"/>
                <a:gd name="csY123" fmla="*/ 318362 h 407529"/>
                <a:gd name="csX124" fmla="*/ 624130 w 685928"/>
                <a:gd name="csY124" fmla="*/ 314793 h 407529"/>
                <a:gd name="csX125" fmla="*/ 621425 w 685928"/>
                <a:gd name="csY125" fmla="*/ 306252 h 407529"/>
                <a:gd name="csX126" fmla="*/ 632575 w 685928"/>
                <a:gd name="csY126" fmla="*/ 295114 h 407529"/>
                <a:gd name="csX127" fmla="*/ 648698 w 685928"/>
                <a:gd name="csY127" fmla="*/ 307548 h 407529"/>
                <a:gd name="csX128" fmla="*/ 659633 w 685928"/>
                <a:gd name="csY128" fmla="*/ 296518 h 407529"/>
                <a:gd name="csX129" fmla="*/ 668726 w 685928"/>
                <a:gd name="csY129" fmla="*/ 306792 h 407529"/>
                <a:gd name="csX130" fmla="*/ 683661 w 685928"/>
                <a:gd name="csY130" fmla="*/ 305928 h 407529"/>
                <a:gd name="csX131" fmla="*/ 678251 w 685928"/>
                <a:gd name="csY131" fmla="*/ 270349 h 407529"/>
                <a:gd name="csX132" fmla="*/ 678035 w 685928"/>
                <a:gd name="csY132" fmla="*/ 270889 h 40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685928" h="407529">
                  <a:moveTo>
                    <a:pt x="678035" y="270889"/>
                  </a:moveTo>
                  <a:cubicBezTo>
                    <a:pt x="676841" y="266025"/>
                    <a:pt x="673704" y="268082"/>
                    <a:pt x="659309" y="272299"/>
                  </a:cubicBezTo>
                  <a:cubicBezTo>
                    <a:pt x="654438" y="273810"/>
                    <a:pt x="656496" y="264622"/>
                    <a:pt x="656058" y="261269"/>
                  </a:cubicBezTo>
                  <a:cubicBezTo>
                    <a:pt x="656058" y="254563"/>
                    <a:pt x="647511" y="258132"/>
                    <a:pt x="638093" y="257160"/>
                  </a:cubicBezTo>
                  <a:cubicBezTo>
                    <a:pt x="633547" y="257160"/>
                    <a:pt x="632252" y="254995"/>
                    <a:pt x="601835" y="229150"/>
                  </a:cubicBezTo>
                  <a:cubicBezTo>
                    <a:pt x="595663" y="223962"/>
                    <a:pt x="590037" y="241908"/>
                    <a:pt x="584842" y="235532"/>
                  </a:cubicBezTo>
                  <a:cubicBezTo>
                    <a:pt x="585382" y="236288"/>
                    <a:pt x="567526" y="213256"/>
                    <a:pt x="562872" y="209472"/>
                  </a:cubicBezTo>
                  <a:lnTo>
                    <a:pt x="546203" y="196061"/>
                  </a:lnTo>
                  <a:cubicBezTo>
                    <a:pt x="541656" y="192384"/>
                    <a:pt x="549663" y="186974"/>
                    <a:pt x="553562" y="180706"/>
                  </a:cubicBezTo>
                  <a:cubicBezTo>
                    <a:pt x="556483" y="176922"/>
                    <a:pt x="555296" y="173785"/>
                    <a:pt x="552699" y="155833"/>
                  </a:cubicBezTo>
                  <a:cubicBezTo>
                    <a:pt x="551937" y="150645"/>
                    <a:pt x="550095" y="149560"/>
                    <a:pt x="532887" y="130529"/>
                  </a:cubicBezTo>
                  <a:cubicBezTo>
                    <a:pt x="529426" y="126744"/>
                    <a:pt x="530182" y="126528"/>
                    <a:pt x="516218" y="56780"/>
                  </a:cubicBezTo>
                  <a:cubicBezTo>
                    <a:pt x="515138" y="51370"/>
                    <a:pt x="516542" y="53643"/>
                    <a:pt x="463722" y="13523"/>
                  </a:cubicBezTo>
                  <a:cubicBezTo>
                    <a:pt x="459614" y="10387"/>
                    <a:pt x="454852" y="11580"/>
                    <a:pt x="452362" y="11364"/>
                  </a:cubicBezTo>
                  <a:cubicBezTo>
                    <a:pt x="447816" y="11364"/>
                    <a:pt x="449219" y="18172"/>
                    <a:pt x="449003" y="19365"/>
                  </a:cubicBezTo>
                  <a:cubicBezTo>
                    <a:pt x="449003" y="24877"/>
                    <a:pt x="446952" y="21848"/>
                    <a:pt x="419133" y="1414"/>
                  </a:cubicBezTo>
                  <a:cubicBezTo>
                    <a:pt x="417507" y="220"/>
                    <a:pt x="415558" y="874"/>
                    <a:pt x="414694" y="2925"/>
                  </a:cubicBezTo>
                  <a:cubicBezTo>
                    <a:pt x="414910" y="2170"/>
                    <a:pt x="412313" y="7688"/>
                    <a:pt x="413939" y="11904"/>
                  </a:cubicBezTo>
                  <a:lnTo>
                    <a:pt x="414910" y="14387"/>
                  </a:lnTo>
                  <a:cubicBezTo>
                    <a:pt x="416859" y="19473"/>
                    <a:pt x="410256" y="18826"/>
                    <a:pt x="409284" y="19258"/>
                  </a:cubicBezTo>
                  <a:cubicBezTo>
                    <a:pt x="404521" y="20121"/>
                    <a:pt x="405925" y="19689"/>
                    <a:pt x="425845" y="108685"/>
                  </a:cubicBezTo>
                  <a:cubicBezTo>
                    <a:pt x="427140" y="114311"/>
                    <a:pt x="431903" y="118527"/>
                    <a:pt x="439154" y="126744"/>
                  </a:cubicBezTo>
                  <a:cubicBezTo>
                    <a:pt x="442406" y="130421"/>
                    <a:pt x="439694" y="132478"/>
                    <a:pt x="425083" y="154862"/>
                  </a:cubicBezTo>
                  <a:cubicBezTo>
                    <a:pt x="422486" y="158970"/>
                    <a:pt x="420428" y="155725"/>
                    <a:pt x="407874" y="144480"/>
                  </a:cubicBezTo>
                  <a:cubicBezTo>
                    <a:pt x="403544" y="140587"/>
                    <a:pt x="408414" y="133234"/>
                    <a:pt x="410040" y="125341"/>
                  </a:cubicBezTo>
                  <a:cubicBezTo>
                    <a:pt x="411557" y="119930"/>
                    <a:pt x="404629" y="122312"/>
                    <a:pt x="403328" y="122096"/>
                  </a:cubicBezTo>
                  <a:cubicBezTo>
                    <a:pt x="398781" y="122420"/>
                    <a:pt x="398673" y="117987"/>
                    <a:pt x="392183" y="96791"/>
                  </a:cubicBezTo>
                  <a:cubicBezTo>
                    <a:pt x="390450" y="91057"/>
                    <a:pt x="393911" y="85437"/>
                    <a:pt x="394996" y="81545"/>
                  </a:cubicBezTo>
                  <a:cubicBezTo>
                    <a:pt x="396838" y="76242"/>
                    <a:pt x="392831" y="71486"/>
                    <a:pt x="392075" y="69645"/>
                  </a:cubicBezTo>
                  <a:cubicBezTo>
                    <a:pt x="389478" y="64673"/>
                    <a:pt x="384500" y="70515"/>
                    <a:pt x="382119" y="71486"/>
                  </a:cubicBezTo>
                  <a:cubicBezTo>
                    <a:pt x="378112" y="74083"/>
                    <a:pt x="377242" y="67702"/>
                    <a:pt x="372486" y="53967"/>
                  </a:cubicBezTo>
                  <a:cubicBezTo>
                    <a:pt x="370752" y="48887"/>
                    <a:pt x="369450" y="49426"/>
                    <a:pt x="333192" y="33748"/>
                  </a:cubicBezTo>
                  <a:cubicBezTo>
                    <a:pt x="328969" y="31907"/>
                    <a:pt x="324099" y="33424"/>
                    <a:pt x="317825" y="34504"/>
                  </a:cubicBezTo>
                  <a:cubicBezTo>
                    <a:pt x="313062" y="35367"/>
                    <a:pt x="318904" y="41317"/>
                    <a:pt x="319882" y="43368"/>
                  </a:cubicBezTo>
                  <a:cubicBezTo>
                    <a:pt x="322587" y="47477"/>
                    <a:pt x="326810" y="48887"/>
                    <a:pt x="332220" y="51370"/>
                  </a:cubicBezTo>
                  <a:cubicBezTo>
                    <a:pt x="336875" y="53535"/>
                    <a:pt x="332220" y="60348"/>
                    <a:pt x="331566" y="63377"/>
                  </a:cubicBezTo>
                  <a:cubicBezTo>
                    <a:pt x="329731" y="68457"/>
                    <a:pt x="328106" y="68781"/>
                    <a:pt x="301804" y="90625"/>
                  </a:cubicBezTo>
                  <a:cubicBezTo>
                    <a:pt x="297689" y="94086"/>
                    <a:pt x="293689" y="87596"/>
                    <a:pt x="290653" y="85545"/>
                  </a:cubicBezTo>
                  <a:cubicBezTo>
                    <a:pt x="286329" y="81761"/>
                    <a:pt x="293473" y="76027"/>
                    <a:pt x="297041" y="69321"/>
                  </a:cubicBezTo>
                  <a:cubicBezTo>
                    <a:pt x="299639" y="65320"/>
                    <a:pt x="296933" y="61536"/>
                    <a:pt x="296717" y="60780"/>
                  </a:cubicBezTo>
                  <a:cubicBezTo>
                    <a:pt x="294660" y="56024"/>
                    <a:pt x="292387" y="55808"/>
                    <a:pt x="272149" y="45426"/>
                  </a:cubicBezTo>
                  <a:cubicBezTo>
                    <a:pt x="265653" y="42073"/>
                    <a:pt x="255804" y="45426"/>
                    <a:pt x="248337" y="42721"/>
                  </a:cubicBezTo>
                  <a:lnTo>
                    <a:pt x="225064" y="34288"/>
                  </a:lnTo>
                  <a:cubicBezTo>
                    <a:pt x="220949" y="32878"/>
                    <a:pt x="219438" y="36339"/>
                    <a:pt x="211208" y="47915"/>
                  </a:cubicBezTo>
                  <a:cubicBezTo>
                    <a:pt x="210021" y="49642"/>
                    <a:pt x="210129" y="51916"/>
                    <a:pt x="211431" y="52995"/>
                  </a:cubicBezTo>
                  <a:cubicBezTo>
                    <a:pt x="214352" y="55484"/>
                    <a:pt x="214568" y="59917"/>
                    <a:pt x="214783" y="60564"/>
                  </a:cubicBezTo>
                  <a:cubicBezTo>
                    <a:pt x="215647" y="65968"/>
                    <a:pt x="214028" y="64889"/>
                    <a:pt x="175604" y="75055"/>
                  </a:cubicBezTo>
                  <a:cubicBezTo>
                    <a:pt x="170949" y="76242"/>
                    <a:pt x="173439" y="68026"/>
                    <a:pt x="173439" y="66298"/>
                  </a:cubicBezTo>
                  <a:cubicBezTo>
                    <a:pt x="173978" y="61212"/>
                    <a:pt x="177115" y="60025"/>
                    <a:pt x="188266" y="52347"/>
                  </a:cubicBezTo>
                  <a:cubicBezTo>
                    <a:pt x="192050" y="49750"/>
                    <a:pt x="191727" y="46182"/>
                    <a:pt x="194108" y="28230"/>
                  </a:cubicBezTo>
                  <a:cubicBezTo>
                    <a:pt x="194762" y="23150"/>
                    <a:pt x="192597" y="20877"/>
                    <a:pt x="184259" y="7796"/>
                  </a:cubicBezTo>
                  <a:cubicBezTo>
                    <a:pt x="181554" y="3465"/>
                    <a:pt x="176791" y="2925"/>
                    <a:pt x="168136" y="220"/>
                  </a:cubicBezTo>
                  <a:cubicBezTo>
                    <a:pt x="162072" y="-1615"/>
                    <a:pt x="160770" y="8551"/>
                    <a:pt x="153741" y="11034"/>
                  </a:cubicBezTo>
                  <a:cubicBezTo>
                    <a:pt x="154389" y="10818"/>
                    <a:pt x="65851" y="41425"/>
                    <a:pt x="61088" y="45534"/>
                  </a:cubicBezTo>
                  <a:lnTo>
                    <a:pt x="25909" y="75919"/>
                  </a:lnTo>
                  <a:cubicBezTo>
                    <a:pt x="22232" y="79163"/>
                    <a:pt x="21909" y="84898"/>
                    <a:pt x="21470" y="86193"/>
                  </a:cubicBezTo>
                  <a:cubicBezTo>
                    <a:pt x="20175" y="92359"/>
                    <a:pt x="28614" y="90301"/>
                    <a:pt x="33161" y="91597"/>
                  </a:cubicBezTo>
                  <a:cubicBezTo>
                    <a:pt x="37815" y="92143"/>
                    <a:pt x="38031" y="98734"/>
                    <a:pt x="38577" y="99928"/>
                  </a:cubicBezTo>
                  <a:cubicBezTo>
                    <a:pt x="39873" y="105008"/>
                    <a:pt x="35980" y="104684"/>
                    <a:pt x="19095" y="108900"/>
                  </a:cubicBezTo>
                  <a:cubicBezTo>
                    <a:pt x="14657" y="109980"/>
                    <a:pt x="14765" y="112253"/>
                    <a:pt x="477" y="146531"/>
                  </a:cubicBezTo>
                  <a:cubicBezTo>
                    <a:pt x="-1688" y="151725"/>
                    <a:pt x="4154" y="154862"/>
                    <a:pt x="5240" y="156481"/>
                  </a:cubicBezTo>
                  <a:cubicBezTo>
                    <a:pt x="8916" y="160158"/>
                    <a:pt x="12707" y="154106"/>
                    <a:pt x="14111" y="153236"/>
                  </a:cubicBezTo>
                  <a:cubicBezTo>
                    <a:pt x="17794" y="149775"/>
                    <a:pt x="21693" y="154646"/>
                    <a:pt x="23204" y="155294"/>
                  </a:cubicBezTo>
                  <a:cubicBezTo>
                    <a:pt x="27751" y="158431"/>
                    <a:pt x="32621" y="153128"/>
                    <a:pt x="36952" y="151293"/>
                  </a:cubicBezTo>
                  <a:cubicBezTo>
                    <a:pt x="41498" y="148696"/>
                    <a:pt x="44095" y="156157"/>
                    <a:pt x="46693" y="158970"/>
                  </a:cubicBezTo>
                  <a:cubicBezTo>
                    <a:pt x="51779" y="166108"/>
                    <a:pt x="30132" y="162755"/>
                    <a:pt x="30132" y="172051"/>
                  </a:cubicBezTo>
                  <a:cubicBezTo>
                    <a:pt x="29916" y="171296"/>
                    <a:pt x="29700" y="177569"/>
                    <a:pt x="33485" y="177569"/>
                  </a:cubicBezTo>
                  <a:lnTo>
                    <a:pt x="53405" y="177569"/>
                  </a:lnTo>
                  <a:cubicBezTo>
                    <a:pt x="57951" y="177569"/>
                    <a:pt x="56865" y="170432"/>
                    <a:pt x="57081" y="169137"/>
                  </a:cubicBezTo>
                  <a:cubicBezTo>
                    <a:pt x="57297" y="163403"/>
                    <a:pt x="62498" y="169784"/>
                    <a:pt x="63901" y="170540"/>
                  </a:cubicBezTo>
                  <a:cubicBezTo>
                    <a:pt x="67692" y="173569"/>
                    <a:pt x="66282" y="172921"/>
                    <a:pt x="116936" y="160050"/>
                  </a:cubicBezTo>
                  <a:cubicBezTo>
                    <a:pt x="121591" y="158862"/>
                    <a:pt x="114879" y="164266"/>
                    <a:pt x="111526" y="167403"/>
                  </a:cubicBezTo>
                  <a:cubicBezTo>
                    <a:pt x="107951" y="170756"/>
                    <a:pt x="113583" y="174217"/>
                    <a:pt x="114123" y="175080"/>
                  </a:cubicBezTo>
                  <a:cubicBezTo>
                    <a:pt x="117806" y="178649"/>
                    <a:pt x="116828" y="177677"/>
                    <a:pt x="45283" y="193032"/>
                  </a:cubicBezTo>
                  <a:cubicBezTo>
                    <a:pt x="40851" y="194003"/>
                    <a:pt x="37599" y="198982"/>
                    <a:pt x="32513" y="205033"/>
                  </a:cubicBezTo>
                  <a:cubicBezTo>
                    <a:pt x="29268" y="208818"/>
                    <a:pt x="30024" y="207738"/>
                    <a:pt x="69749" y="243965"/>
                  </a:cubicBezTo>
                  <a:cubicBezTo>
                    <a:pt x="73318" y="247210"/>
                    <a:pt x="77649" y="245368"/>
                    <a:pt x="87714" y="243533"/>
                  </a:cubicBezTo>
                  <a:cubicBezTo>
                    <a:pt x="92260" y="242670"/>
                    <a:pt x="85872" y="239317"/>
                    <a:pt x="78405" y="234230"/>
                  </a:cubicBezTo>
                  <a:cubicBezTo>
                    <a:pt x="74290" y="231424"/>
                    <a:pt x="80570" y="232395"/>
                    <a:pt x="101893" y="233043"/>
                  </a:cubicBezTo>
                  <a:cubicBezTo>
                    <a:pt x="106656" y="233151"/>
                    <a:pt x="110332" y="237799"/>
                    <a:pt x="111958" y="238993"/>
                  </a:cubicBezTo>
                  <a:cubicBezTo>
                    <a:pt x="115857" y="242454"/>
                    <a:pt x="114555" y="241368"/>
                    <a:pt x="189561" y="227531"/>
                  </a:cubicBezTo>
                  <a:cubicBezTo>
                    <a:pt x="196165" y="226337"/>
                    <a:pt x="227445" y="238993"/>
                    <a:pt x="236323" y="239641"/>
                  </a:cubicBezTo>
                  <a:lnTo>
                    <a:pt x="257862" y="241044"/>
                  </a:lnTo>
                  <a:cubicBezTo>
                    <a:pt x="262732" y="241368"/>
                    <a:pt x="265114" y="247534"/>
                    <a:pt x="266955" y="249699"/>
                  </a:cubicBezTo>
                  <a:cubicBezTo>
                    <a:pt x="270308" y="254671"/>
                    <a:pt x="262408" y="257592"/>
                    <a:pt x="258833" y="261269"/>
                  </a:cubicBezTo>
                  <a:cubicBezTo>
                    <a:pt x="257322" y="262564"/>
                    <a:pt x="254503" y="263428"/>
                    <a:pt x="252668" y="263320"/>
                  </a:cubicBezTo>
                  <a:cubicBezTo>
                    <a:pt x="253207" y="263320"/>
                    <a:pt x="184799" y="258780"/>
                    <a:pt x="179065" y="259535"/>
                  </a:cubicBezTo>
                  <a:cubicBezTo>
                    <a:pt x="179604" y="259535"/>
                    <a:pt x="95397" y="269917"/>
                    <a:pt x="89987" y="271867"/>
                  </a:cubicBezTo>
                  <a:lnTo>
                    <a:pt x="65203" y="281055"/>
                  </a:lnTo>
                  <a:cubicBezTo>
                    <a:pt x="60872" y="282681"/>
                    <a:pt x="64117" y="286789"/>
                    <a:pt x="72994" y="305497"/>
                  </a:cubicBezTo>
                  <a:cubicBezTo>
                    <a:pt x="75160" y="310145"/>
                    <a:pt x="78405" y="310361"/>
                    <a:pt x="94426" y="315879"/>
                  </a:cubicBezTo>
                  <a:cubicBezTo>
                    <a:pt x="98540" y="317282"/>
                    <a:pt x="95397" y="322362"/>
                    <a:pt x="95289" y="323124"/>
                  </a:cubicBezTo>
                  <a:cubicBezTo>
                    <a:pt x="94533" y="325175"/>
                    <a:pt x="95289" y="327340"/>
                    <a:pt x="97131" y="327988"/>
                  </a:cubicBezTo>
                  <a:cubicBezTo>
                    <a:pt x="96483" y="327772"/>
                    <a:pt x="133065" y="342803"/>
                    <a:pt x="138907" y="342803"/>
                  </a:cubicBezTo>
                  <a:lnTo>
                    <a:pt x="195302" y="342803"/>
                  </a:lnTo>
                  <a:cubicBezTo>
                    <a:pt x="197143" y="342803"/>
                    <a:pt x="199302" y="344422"/>
                    <a:pt x="199956" y="346479"/>
                  </a:cubicBezTo>
                  <a:cubicBezTo>
                    <a:pt x="199740" y="345724"/>
                    <a:pt x="205366" y="359351"/>
                    <a:pt x="205366" y="365510"/>
                  </a:cubicBezTo>
                  <a:lnTo>
                    <a:pt x="205366" y="376216"/>
                  </a:lnTo>
                  <a:cubicBezTo>
                    <a:pt x="205366" y="381735"/>
                    <a:pt x="207856" y="382382"/>
                    <a:pt x="231560" y="402817"/>
                  </a:cubicBezTo>
                  <a:cubicBezTo>
                    <a:pt x="235459" y="406169"/>
                    <a:pt x="234913" y="404982"/>
                    <a:pt x="300070" y="390383"/>
                  </a:cubicBezTo>
                  <a:cubicBezTo>
                    <a:pt x="305271" y="389196"/>
                    <a:pt x="302782" y="399140"/>
                    <a:pt x="303429" y="404982"/>
                  </a:cubicBezTo>
                  <a:cubicBezTo>
                    <a:pt x="303429" y="410500"/>
                    <a:pt x="305595" y="407687"/>
                    <a:pt x="334602" y="390275"/>
                  </a:cubicBezTo>
                  <a:cubicBezTo>
                    <a:pt x="338602" y="387894"/>
                    <a:pt x="339040" y="388218"/>
                    <a:pt x="376594" y="384109"/>
                  </a:cubicBezTo>
                  <a:cubicBezTo>
                    <a:pt x="381357" y="383570"/>
                    <a:pt x="385256" y="378382"/>
                    <a:pt x="395968" y="367568"/>
                  </a:cubicBezTo>
                  <a:cubicBezTo>
                    <a:pt x="399327" y="364215"/>
                    <a:pt x="400838" y="364863"/>
                    <a:pt x="427140" y="364215"/>
                  </a:cubicBezTo>
                  <a:cubicBezTo>
                    <a:pt x="432011" y="364107"/>
                    <a:pt x="436017" y="360430"/>
                    <a:pt x="450629" y="350912"/>
                  </a:cubicBezTo>
                  <a:cubicBezTo>
                    <a:pt x="452254" y="349832"/>
                    <a:pt x="453550" y="347127"/>
                    <a:pt x="453550" y="344860"/>
                  </a:cubicBezTo>
                  <a:cubicBezTo>
                    <a:pt x="453550" y="345616"/>
                    <a:pt x="452578" y="337291"/>
                    <a:pt x="456255" y="333938"/>
                  </a:cubicBezTo>
                  <a:lnTo>
                    <a:pt x="467729" y="323232"/>
                  </a:lnTo>
                  <a:cubicBezTo>
                    <a:pt x="471844" y="319340"/>
                    <a:pt x="475851" y="327340"/>
                    <a:pt x="480175" y="330801"/>
                  </a:cubicBezTo>
                  <a:cubicBezTo>
                    <a:pt x="483966" y="334694"/>
                    <a:pt x="480175" y="340968"/>
                    <a:pt x="479420" y="345076"/>
                  </a:cubicBezTo>
                  <a:cubicBezTo>
                    <a:pt x="477902" y="350264"/>
                    <a:pt x="478448" y="348861"/>
                    <a:pt x="528448" y="356106"/>
                  </a:cubicBezTo>
                  <a:cubicBezTo>
                    <a:pt x="533541" y="356862"/>
                    <a:pt x="525959" y="363028"/>
                    <a:pt x="523793" y="366266"/>
                  </a:cubicBezTo>
                  <a:cubicBezTo>
                    <a:pt x="520657" y="370051"/>
                    <a:pt x="525851" y="370489"/>
                    <a:pt x="538519" y="374489"/>
                  </a:cubicBezTo>
                  <a:cubicBezTo>
                    <a:pt x="545009" y="376540"/>
                    <a:pt x="549879" y="368647"/>
                    <a:pt x="557569" y="369403"/>
                  </a:cubicBezTo>
                  <a:lnTo>
                    <a:pt x="616230" y="375137"/>
                  </a:lnTo>
                  <a:cubicBezTo>
                    <a:pt x="620777" y="375569"/>
                    <a:pt x="620885" y="374489"/>
                    <a:pt x="653353" y="350804"/>
                  </a:cubicBezTo>
                  <a:cubicBezTo>
                    <a:pt x="659849" y="346048"/>
                    <a:pt x="640151" y="344206"/>
                    <a:pt x="643288" y="336097"/>
                  </a:cubicBezTo>
                  <a:cubicBezTo>
                    <a:pt x="643288" y="336745"/>
                    <a:pt x="645777" y="331233"/>
                    <a:pt x="642532" y="328636"/>
                  </a:cubicBezTo>
                  <a:lnTo>
                    <a:pt x="639173" y="326039"/>
                  </a:lnTo>
                  <a:cubicBezTo>
                    <a:pt x="633979" y="321822"/>
                    <a:pt x="629432" y="330909"/>
                    <a:pt x="621641" y="330909"/>
                  </a:cubicBezTo>
                  <a:cubicBezTo>
                    <a:pt x="622288" y="330909"/>
                    <a:pt x="614497" y="329938"/>
                    <a:pt x="610712" y="333284"/>
                  </a:cubicBezTo>
                  <a:lnTo>
                    <a:pt x="599454" y="343450"/>
                  </a:lnTo>
                  <a:cubicBezTo>
                    <a:pt x="595663" y="346803"/>
                    <a:pt x="599238" y="340529"/>
                    <a:pt x="609518" y="318362"/>
                  </a:cubicBezTo>
                  <a:cubicBezTo>
                    <a:pt x="612116" y="312850"/>
                    <a:pt x="618720" y="315447"/>
                    <a:pt x="624130" y="314793"/>
                  </a:cubicBezTo>
                  <a:cubicBezTo>
                    <a:pt x="629000" y="314793"/>
                    <a:pt x="622619" y="308417"/>
                    <a:pt x="621425" y="306252"/>
                  </a:cubicBezTo>
                  <a:cubicBezTo>
                    <a:pt x="617964" y="301280"/>
                    <a:pt x="627051" y="299439"/>
                    <a:pt x="632575" y="295114"/>
                  </a:cubicBezTo>
                  <a:cubicBezTo>
                    <a:pt x="636468" y="292733"/>
                    <a:pt x="638525" y="296410"/>
                    <a:pt x="648698" y="307548"/>
                  </a:cubicBezTo>
                  <a:cubicBezTo>
                    <a:pt x="652705" y="311878"/>
                    <a:pt x="655410" y="302144"/>
                    <a:pt x="659633" y="296518"/>
                  </a:cubicBezTo>
                  <a:cubicBezTo>
                    <a:pt x="662770" y="291438"/>
                    <a:pt x="665475" y="301820"/>
                    <a:pt x="668726" y="306792"/>
                  </a:cubicBezTo>
                  <a:cubicBezTo>
                    <a:pt x="671539" y="312202"/>
                    <a:pt x="677711" y="307008"/>
                    <a:pt x="683661" y="305928"/>
                  </a:cubicBezTo>
                  <a:cubicBezTo>
                    <a:pt x="687776" y="304633"/>
                    <a:pt x="686474" y="303223"/>
                    <a:pt x="678251" y="270349"/>
                  </a:cubicBezTo>
                  <a:lnTo>
                    <a:pt x="678035" y="2708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F206CC2-F045-3BEC-4302-5A925793A8E4}"/>
                </a:ext>
              </a:extLst>
            </p:cNvPr>
            <p:cNvSpPr/>
            <p:nvPr/>
          </p:nvSpPr>
          <p:spPr>
            <a:xfrm>
              <a:off x="1559500" y="1794470"/>
              <a:ext cx="17799" cy="10686"/>
            </a:xfrm>
            <a:custGeom>
              <a:avLst/>
              <a:gdLst>
                <a:gd name="csX0" fmla="*/ 10157 w 20527"/>
                <a:gd name="csY0" fmla="*/ 12084 h 12324"/>
                <a:gd name="csX1" fmla="*/ 20006 w 20527"/>
                <a:gd name="csY1" fmla="*/ 4623 h 12324"/>
                <a:gd name="csX2" fmla="*/ 13948 w 20527"/>
                <a:gd name="csY2" fmla="*/ 83 h 12324"/>
                <a:gd name="csX3" fmla="*/ 417 w 20527"/>
                <a:gd name="csY3" fmla="*/ 5810 h 12324"/>
                <a:gd name="csX4" fmla="*/ 10157 w 20527"/>
                <a:gd name="csY4" fmla="*/ 12084 h 12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7" h="12324">
                  <a:moveTo>
                    <a:pt x="10157" y="12084"/>
                  </a:moveTo>
                  <a:cubicBezTo>
                    <a:pt x="14164" y="10027"/>
                    <a:pt x="22718" y="10027"/>
                    <a:pt x="20006" y="4623"/>
                  </a:cubicBezTo>
                  <a:cubicBezTo>
                    <a:pt x="19359" y="3975"/>
                    <a:pt x="18171" y="-673"/>
                    <a:pt x="13948" y="83"/>
                  </a:cubicBezTo>
                  <a:cubicBezTo>
                    <a:pt x="13948" y="83"/>
                    <a:pt x="-2828" y="2026"/>
                    <a:pt x="417" y="5810"/>
                  </a:cubicBezTo>
                  <a:cubicBezTo>
                    <a:pt x="2366" y="7544"/>
                    <a:pt x="5395" y="13596"/>
                    <a:pt x="10157" y="120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52AFBEA7-1CC4-5396-2556-42853794CDD8}"/>
                </a:ext>
              </a:extLst>
            </p:cNvPr>
            <p:cNvSpPr/>
            <p:nvPr/>
          </p:nvSpPr>
          <p:spPr>
            <a:xfrm>
              <a:off x="1597750" y="1788799"/>
              <a:ext cx="78053" cy="66613"/>
            </a:xfrm>
            <a:custGeom>
              <a:avLst/>
              <a:gdLst>
                <a:gd name="csX0" fmla="*/ 13994 w 90016"/>
                <a:gd name="csY0" fmla="*/ 3054 h 76823"/>
                <a:gd name="csX1" fmla="*/ 684 w 90016"/>
                <a:gd name="csY1" fmla="*/ 25114 h 76823"/>
                <a:gd name="csX2" fmla="*/ 32504 w 90016"/>
                <a:gd name="csY2" fmla="*/ 40144 h 76823"/>
                <a:gd name="csX3" fmla="*/ 38562 w 90016"/>
                <a:gd name="csY3" fmla="*/ 53009 h 76823"/>
                <a:gd name="csX4" fmla="*/ 62159 w 90016"/>
                <a:gd name="csY4" fmla="*/ 75285 h 76823"/>
                <a:gd name="csX5" fmla="*/ 87381 w 90016"/>
                <a:gd name="csY5" fmla="*/ 36683 h 76823"/>
                <a:gd name="csX6" fmla="*/ 87813 w 90016"/>
                <a:gd name="csY6" fmla="*/ 13652 h 76823"/>
                <a:gd name="csX7" fmla="*/ 64648 w 90016"/>
                <a:gd name="csY7" fmla="*/ 133 h 76823"/>
                <a:gd name="csX8" fmla="*/ 14210 w 90016"/>
                <a:gd name="csY8" fmla="*/ 3054 h 76823"/>
                <a:gd name="csX9" fmla="*/ 13994 w 90016"/>
                <a:gd name="csY9" fmla="*/ 3054 h 76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016" h="76823">
                  <a:moveTo>
                    <a:pt x="13994" y="3054"/>
                  </a:moveTo>
                  <a:cubicBezTo>
                    <a:pt x="13994" y="3054"/>
                    <a:pt x="-3646" y="23488"/>
                    <a:pt x="684" y="25114"/>
                  </a:cubicBezTo>
                  <a:cubicBezTo>
                    <a:pt x="28929" y="35604"/>
                    <a:pt x="30663" y="35058"/>
                    <a:pt x="32504" y="40144"/>
                  </a:cubicBezTo>
                  <a:cubicBezTo>
                    <a:pt x="34238" y="44792"/>
                    <a:pt x="35533" y="49332"/>
                    <a:pt x="38562" y="53009"/>
                  </a:cubicBezTo>
                  <a:cubicBezTo>
                    <a:pt x="58806" y="77018"/>
                    <a:pt x="59346" y="79177"/>
                    <a:pt x="62159" y="75285"/>
                  </a:cubicBezTo>
                  <a:cubicBezTo>
                    <a:pt x="85215" y="42735"/>
                    <a:pt x="86511" y="42195"/>
                    <a:pt x="87381" y="36683"/>
                  </a:cubicBezTo>
                  <a:cubicBezTo>
                    <a:pt x="89870" y="20675"/>
                    <a:pt x="91597" y="16351"/>
                    <a:pt x="87813" y="13652"/>
                  </a:cubicBezTo>
                  <a:cubicBezTo>
                    <a:pt x="73417" y="3917"/>
                    <a:pt x="69410" y="133"/>
                    <a:pt x="64648" y="133"/>
                  </a:cubicBezTo>
                  <a:cubicBezTo>
                    <a:pt x="17023" y="133"/>
                    <a:pt x="17353" y="-947"/>
                    <a:pt x="14210" y="3054"/>
                  </a:cubicBezTo>
                  <a:lnTo>
                    <a:pt x="13994" y="3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201177D8-F831-F41F-670D-B7D519FC0CA8}"/>
                </a:ext>
              </a:extLst>
            </p:cNvPr>
            <p:cNvSpPr/>
            <p:nvPr/>
          </p:nvSpPr>
          <p:spPr>
            <a:xfrm>
              <a:off x="1365496" y="1523358"/>
              <a:ext cx="15012" cy="9117"/>
            </a:xfrm>
            <a:custGeom>
              <a:avLst/>
              <a:gdLst>
                <a:gd name="csX0" fmla="*/ 0 w 17313"/>
                <a:gd name="csY0" fmla="*/ 1094 h 10514"/>
                <a:gd name="csX1" fmla="*/ 0 w 17313"/>
                <a:gd name="csY1" fmla="*/ 2391 h 10514"/>
                <a:gd name="csX2" fmla="*/ 7899 w 17313"/>
                <a:gd name="csY2" fmla="*/ 10501 h 10514"/>
                <a:gd name="csX3" fmla="*/ 15481 w 17313"/>
                <a:gd name="csY3" fmla="*/ 6933 h 10514"/>
                <a:gd name="csX4" fmla="*/ 15151 w 17313"/>
                <a:gd name="csY4" fmla="*/ 12 h 10514"/>
                <a:gd name="csX5" fmla="*/ 0 w 17313"/>
                <a:gd name="csY5" fmla="*/ 1094 h 10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313" h="10514">
                  <a:moveTo>
                    <a:pt x="0" y="1094"/>
                  </a:moveTo>
                  <a:lnTo>
                    <a:pt x="0" y="2391"/>
                  </a:lnTo>
                  <a:cubicBezTo>
                    <a:pt x="1302" y="4121"/>
                    <a:pt x="3251" y="10501"/>
                    <a:pt x="7899" y="10501"/>
                  </a:cubicBezTo>
                  <a:cubicBezTo>
                    <a:pt x="8769" y="10285"/>
                    <a:pt x="13424" y="11583"/>
                    <a:pt x="15481" y="6933"/>
                  </a:cubicBezTo>
                  <a:cubicBezTo>
                    <a:pt x="15697" y="5960"/>
                    <a:pt x="19698" y="-312"/>
                    <a:pt x="15151" y="12"/>
                  </a:cubicBezTo>
                  <a:lnTo>
                    <a:pt x="0" y="1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BAA882FC-D5EB-E986-4228-56086C48D2D5}"/>
                </a:ext>
              </a:extLst>
            </p:cNvPr>
            <p:cNvSpPr/>
            <p:nvPr/>
          </p:nvSpPr>
          <p:spPr>
            <a:xfrm>
              <a:off x="1384872" y="1526626"/>
              <a:ext cx="9331" cy="9358"/>
            </a:xfrm>
            <a:custGeom>
              <a:avLst/>
              <a:gdLst>
                <a:gd name="csX0" fmla="*/ 1791 w 10761"/>
                <a:gd name="csY0" fmla="*/ 8787 h 10792"/>
                <a:gd name="csX1" fmla="*/ 9043 w 10761"/>
                <a:gd name="csY1" fmla="*/ 9220 h 10792"/>
                <a:gd name="csX2" fmla="*/ 9906 w 10761"/>
                <a:gd name="csY2" fmla="*/ 8138 h 10792"/>
                <a:gd name="csX3" fmla="*/ 9475 w 10761"/>
                <a:gd name="csY3" fmla="*/ 3056 h 10792"/>
                <a:gd name="csX4" fmla="*/ 1683 w 10761"/>
                <a:gd name="csY4" fmla="*/ 1758 h 10792"/>
                <a:gd name="csX5" fmla="*/ 1683 w 10761"/>
                <a:gd name="csY5" fmla="*/ 8787 h 10792"/>
                <a:gd name="csX6" fmla="*/ 1791 w 10761"/>
                <a:gd name="csY6" fmla="*/ 8787 h 10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61" h="10792">
                  <a:moveTo>
                    <a:pt x="1791" y="8787"/>
                  </a:moveTo>
                  <a:cubicBezTo>
                    <a:pt x="2439" y="9003"/>
                    <a:pt x="6014" y="12896"/>
                    <a:pt x="9043" y="9220"/>
                  </a:cubicBezTo>
                  <a:lnTo>
                    <a:pt x="9906" y="8138"/>
                  </a:lnTo>
                  <a:cubicBezTo>
                    <a:pt x="11208" y="6516"/>
                    <a:pt x="10992" y="4245"/>
                    <a:pt x="9475" y="3056"/>
                  </a:cubicBezTo>
                  <a:cubicBezTo>
                    <a:pt x="8503" y="2623"/>
                    <a:pt x="4280" y="-2676"/>
                    <a:pt x="1683" y="1758"/>
                  </a:cubicBezTo>
                  <a:cubicBezTo>
                    <a:pt x="1467" y="2515"/>
                    <a:pt x="-1994" y="6300"/>
                    <a:pt x="1683" y="8787"/>
                  </a:cubicBezTo>
                  <a:lnTo>
                    <a:pt x="1791" y="8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E6F421C7-BE6F-4E2D-272E-9CAE425EDA07}"/>
                </a:ext>
              </a:extLst>
            </p:cNvPr>
            <p:cNvSpPr/>
            <p:nvPr/>
          </p:nvSpPr>
          <p:spPr>
            <a:xfrm>
              <a:off x="1684500" y="1523817"/>
              <a:ext cx="19340" cy="14005"/>
            </a:xfrm>
            <a:custGeom>
              <a:avLst/>
              <a:gdLst>
                <a:gd name="csX0" fmla="*/ 13967 w 22304"/>
                <a:gd name="csY0" fmla="*/ 15487 h 16152"/>
                <a:gd name="csX1" fmla="*/ 21327 w 22304"/>
                <a:gd name="csY1" fmla="*/ 6836 h 16152"/>
                <a:gd name="csX2" fmla="*/ 11256 w 22304"/>
                <a:gd name="csY2" fmla="*/ 347 h 16152"/>
                <a:gd name="csX3" fmla="*/ 1083 w 22304"/>
                <a:gd name="csY3" fmla="*/ 8457 h 16152"/>
                <a:gd name="csX4" fmla="*/ 13967 w 22304"/>
                <a:gd name="csY4" fmla="*/ 15487 h 1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304" h="16152">
                  <a:moveTo>
                    <a:pt x="13967" y="15487"/>
                  </a:moveTo>
                  <a:cubicBezTo>
                    <a:pt x="16888" y="13107"/>
                    <a:pt x="25111" y="11053"/>
                    <a:pt x="21327" y="6836"/>
                  </a:cubicBezTo>
                  <a:cubicBezTo>
                    <a:pt x="21327" y="6836"/>
                    <a:pt x="15910" y="-1816"/>
                    <a:pt x="11256" y="347"/>
                  </a:cubicBezTo>
                  <a:cubicBezTo>
                    <a:pt x="6493" y="3159"/>
                    <a:pt x="-3248" y="4673"/>
                    <a:pt x="1083" y="8457"/>
                  </a:cubicBezTo>
                  <a:cubicBezTo>
                    <a:pt x="5306" y="11486"/>
                    <a:pt x="9205" y="18298"/>
                    <a:pt x="13967" y="154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1FC88782-A528-9EF6-5B5F-CBF140D4CD56}"/>
                </a:ext>
              </a:extLst>
            </p:cNvPr>
            <p:cNvSpPr/>
            <p:nvPr/>
          </p:nvSpPr>
          <p:spPr>
            <a:xfrm>
              <a:off x="1777906" y="2093041"/>
              <a:ext cx="13378" cy="12764"/>
            </a:xfrm>
            <a:custGeom>
              <a:avLst/>
              <a:gdLst>
                <a:gd name="csX0" fmla="*/ 726 w 15428"/>
                <a:gd name="csY0" fmla="*/ 2759 h 14720"/>
                <a:gd name="csX1" fmla="*/ 402 w 15428"/>
                <a:gd name="csY1" fmla="*/ 3845 h 14720"/>
                <a:gd name="csX2" fmla="*/ 1920 w 15428"/>
                <a:gd name="csY2" fmla="*/ 12925 h 14720"/>
                <a:gd name="csX3" fmla="*/ 14366 w 15428"/>
                <a:gd name="csY3" fmla="*/ 6766 h 14720"/>
                <a:gd name="csX4" fmla="*/ 5057 w 15428"/>
                <a:gd name="csY4" fmla="*/ 168 h 14720"/>
                <a:gd name="csX5" fmla="*/ 726 w 15428"/>
                <a:gd name="csY5" fmla="*/ 2867 h 14720"/>
                <a:gd name="csX6" fmla="*/ 726 w 15428"/>
                <a:gd name="csY6" fmla="*/ 2759 h 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8" h="14720">
                  <a:moveTo>
                    <a:pt x="726" y="2759"/>
                  </a:moveTo>
                  <a:lnTo>
                    <a:pt x="402" y="3845"/>
                  </a:lnTo>
                  <a:cubicBezTo>
                    <a:pt x="-1001" y="8601"/>
                    <a:pt x="1704" y="12169"/>
                    <a:pt x="1920" y="12925"/>
                  </a:cubicBezTo>
                  <a:cubicBezTo>
                    <a:pt x="4733" y="18335"/>
                    <a:pt x="9603" y="10112"/>
                    <a:pt x="14366" y="6766"/>
                  </a:cubicBezTo>
                  <a:cubicBezTo>
                    <a:pt x="18696" y="2975"/>
                    <a:pt x="8631" y="1895"/>
                    <a:pt x="5057" y="168"/>
                  </a:cubicBezTo>
                  <a:cubicBezTo>
                    <a:pt x="3323" y="-480"/>
                    <a:pt x="1272" y="816"/>
                    <a:pt x="726" y="2867"/>
                  </a:cubicBezTo>
                  <a:lnTo>
                    <a:pt x="726" y="2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10949F19-4EC4-E507-F0C0-8D4DA5DCA05F}"/>
                </a:ext>
              </a:extLst>
            </p:cNvPr>
            <p:cNvSpPr/>
            <p:nvPr/>
          </p:nvSpPr>
          <p:spPr>
            <a:xfrm>
              <a:off x="1799878" y="2015202"/>
              <a:ext cx="18101" cy="19480"/>
            </a:xfrm>
            <a:custGeom>
              <a:avLst/>
              <a:gdLst>
                <a:gd name="csX0" fmla="*/ 5587 w 20875"/>
                <a:gd name="csY0" fmla="*/ 13915 h 22466"/>
                <a:gd name="csX1" fmla="*/ 20846 w 20875"/>
                <a:gd name="csY1" fmla="*/ 19973 h 22466"/>
                <a:gd name="csX2" fmla="*/ 16407 w 20875"/>
                <a:gd name="csY2" fmla="*/ 5591 h 22466"/>
                <a:gd name="csX3" fmla="*/ 69 w 20875"/>
                <a:gd name="csY3" fmla="*/ 1590 h 22466"/>
                <a:gd name="csX4" fmla="*/ 5587 w 20875"/>
                <a:gd name="csY4" fmla="*/ 13915 h 22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875" h="22466">
                  <a:moveTo>
                    <a:pt x="5587" y="13915"/>
                  </a:moveTo>
                  <a:cubicBezTo>
                    <a:pt x="17061" y="21377"/>
                    <a:pt x="21278" y="25377"/>
                    <a:pt x="20846" y="19973"/>
                  </a:cubicBezTo>
                  <a:cubicBezTo>
                    <a:pt x="19982" y="15535"/>
                    <a:pt x="21278" y="7750"/>
                    <a:pt x="16407" y="5591"/>
                  </a:cubicBezTo>
                  <a:cubicBezTo>
                    <a:pt x="16407" y="5591"/>
                    <a:pt x="-1233" y="-3604"/>
                    <a:pt x="69" y="1590"/>
                  </a:cubicBezTo>
                  <a:cubicBezTo>
                    <a:pt x="1040" y="4505"/>
                    <a:pt x="1256" y="11102"/>
                    <a:pt x="5587" y="139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033230E7-C5E5-1716-5808-20CD575B45F5}"/>
                </a:ext>
              </a:extLst>
            </p:cNvPr>
            <p:cNvSpPr/>
            <p:nvPr/>
          </p:nvSpPr>
          <p:spPr>
            <a:xfrm>
              <a:off x="2138027" y="1761093"/>
              <a:ext cx="14071" cy="9786"/>
            </a:xfrm>
            <a:custGeom>
              <a:avLst/>
              <a:gdLst>
                <a:gd name="csX0" fmla="*/ 6022 w 16228"/>
                <a:gd name="csY0" fmla="*/ 10241 h 11286"/>
                <a:gd name="csX1" fmla="*/ 14893 w 16228"/>
                <a:gd name="csY1" fmla="*/ 8292 h 11286"/>
                <a:gd name="csX2" fmla="*/ 13921 w 16228"/>
                <a:gd name="csY2" fmla="*/ 399 h 11286"/>
                <a:gd name="csX3" fmla="*/ 281 w 16228"/>
                <a:gd name="csY3" fmla="*/ 3968 h 11286"/>
                <a:gd name="csX4" fmla="*/ 6022 w 16228"/>
                <a:gd name="csY4" fmla="*/ 10241 h 11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28" h="11286">
                  <a:moveTo>
                    <a:pt x="6022" y="10241"/>
                  </a:moveTo>
                  <a:cubicBezTo>
                    <a:pt x="7533" y="10241"/>
                    <a:pt x="13273" y="13594"/>
                    <a:pt x="14893" y="8292"/>
                  </a:cubicBezTo>
                  <a:cubicBezTo>
                    <a:pt x="14893" y="7320"/>
                    <a:pt x="18468" y="399"/>
                    <a:pt x="13921" y="399"/>
                  </a:cubicBezTo>
                  <a:cubicBezTo>
                    <a:pt x="13921" y="399"/>
                    <a:pt x="-2316" y="-1760"/>
                    <a:pt x="281" y="3968"/>
                  </a:cubicBezTo>
                  <a:cubicBezTo>
                    <a:pt x="821" y="4723"/>
                    <a:pt x="1907" y="9162"/>
                    <a:pt x="6022" y="10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75505319-ED51-7CDB-EA43-91E85AB73CB7}"/>
                </a:ext>
              </a:extLst>
            </p:cNvPr>
            <p:cNvSpPr/>
            <p:nvPr/>
          </p:nvSpPr>
          <p:spPr>
            <a:xfrm>
              <a:off x="2088385" y="2069532"/>
              <a:ext cx="16479" cy="12273"/>
            </a:xfrm>
            <a:custGeom>
              <a:avLst/>
              <a:gdLst>
                <a:gd name="csX0" fmla="*/ 1467 w 19005"/>
                <a:gd name="csY0" fmla="*/ 1652 h 14154"/>
                <a:gd name="csX1" fmla="*/ 813 w 19005"/>
                <a:gd name="csY1" fmla="*/ 2623 h 14154"/>
                <a:gd name="csX2" fmla="*/ 8503 w 19005"/>
                <a:gd name="csY2" fmla="*/ 13329 h 14154"/>
                <a:gd name="csX3" fmla="*/ 18244 w 19005"/>
                <a:gd name="csY3" fmla="*/ 6408 h 14154"/>
                <a:gd name="csX4" fmla="*/ 17698 w 19005"/>
                <a:gd name="csY4" fmla="*/ 1220 h 14154"/>
                <a:gd name="csX5" fmla="*/ 17158 w 19005"/>
                <a:gd name="csY5" fmla="*/ 782 h 14154"/>
                <a:gd name="csX6" fmla="*/ 11964 w 19005"/>
                <a:gd name="csY6" fmla="*/ 1652 h 14154"/>
                <a:gd name="csX7" fmla="*/ 7093 w 19005"/>
                <a:gd name="csY7" fmla="*/ 1975 h 14154"/>
                <a:gd name="csX8" fmla="*/ 1575 w 19005"/>
                <a:gd name="csY8" fmla="*/ 1760 h 14154"/>
                <a:gd name="csX9" fmla="*/ 1467 w 19005"/>
                <a:gd name="csY9" fmla="*/ 1652 h 14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005" h="14154">
                  <a:moveTo>
                    <a:pt x="1467" y="1652"/>
                  </a:moveTo>
                  <a:lnTo>
                    <a:pt x="813" y="2623"/>
                  </a:lnTo>
                  <a:cubicBezTo>
                    <a:pt x="-2540" y="7379"/>
                    <a:pt x="5360" y="10192"/>
                    <a:pt x="8503" y="13329"/>
                  </a:cubicBezTo>
                  <a:cubicBezTo>
                    <a:pt x="12719" y="16682"/>
                    <a:pt x="15755" y="8897"/>
                    <a:pt x="18244" y="6408"/>
                  </a:cubicBezTo>
                  <a:cubicBezTo>
                    <a:pt x="19431" y="4789"/>
                    <a:pt x="19215" y="2407"/>
                    <a:pt x="17698" y="1220"/>
                  </a:cubicBezTo>
                  <a:lnTo>
                    <a:pt x="17158" y="782"/>
                  </a:lnTo>
                  <a:cubicBezTo>
                    <a:pt x="14453" y="-1269"/>
                    <a:pt x="12503" y="1328"/>
                    <a:pt x="11964" y="1652"/>
                  </a:cubicBezTo>
                  <a:cubicBezTo>
                    <a:pt x="10668" y="3271"/>
                    <a:pt x="8503" y="3379"/>
                    <a:pt x="7093" y="1975"/>
                  </a:cubicBezTo>
                  <a:cubicBezTo>
                    <a:pt x="7633" y="2299"/>
                    <a:pt x="3956" y="-1809"/>
                    <a:pt x="1575" y="1760"/>
                  </a:cubicBezTo>
                  <a:lnTo>
                    <a:pt x="1467" y="1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94F95B7E-1072-E505-6896-2B08D5E48BE8}"/>
                </a:ext>
              </a:extLst>
            </p:cNvPr>
            <p:cNvSpPr/>
            <p:nvPr/>
          </p:nvSpPr>
          <p:spPr>
            <a:xfrm>
              <a:off x="2140286" y="2120140"/>
              <a:ext cx="9143" cy="13418"/>
            </a:xfrm>
            <a:custGeom>
              <a:avLst/>
              <a:gdLst>
                <a:gd name="csX0" fmla="*/ 1030 w 10544"/>
                <a:gd name="csY0" fmla="*/ 2222 h 15474"/>
                <a:gd name="csX1" fmla="*/ 1684 w 10544"/>
                <a:gd name="csY1" fmla="*/ 10439 h 15474"/>
                <a:gd name="csX2" fmla="*/ 9691 w 10544"/>
                <a:gd name="csY2" fmla="*/ 13252 h 15474"/>
                <a:gd name="csX3" fmla="*/ 8173 w 10544"/>
                <a:gd name="csY3" fmla="*/ 2006 h 15474"/>
                <a:gd name="csX4" fmla="*/ 1138 w 10544"/>
                <a:gd name="csY4" fmla="*/ 2222 h 15474"/>
                <a:gd name="csX5" fmla="*/ 1030 w 10544"/>
                <a:gd name="csY5" fmla="*/ 2222 h 15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4" h="15474">
                  <a:moveTo>
                    <a:pt x="1030" y="2222"/>
                  </a:moveTo>
                  <a:cubicBezTo>
                    <a:pt x="1030" y="2978"/>
                    <a:pt x="-1675" y="7410"/>
                    <a:pt x="1684" y="10439"/>
                  </a:cubicBezTo>
                  <a:cubicBezTo>
                    <a:pt x="3741" y="11734"/>
                    <a:pt x="8719" y="19088"/>
                    <a:pt x="9691" y="13252"/>
                  </a:cubicBezTo>
                  <a:cubicBezTo>
                    <a:pt x="9691" y="11411"/>
                    <a:pt x="12396" y="4597"/>
                    <a:pt x="8173" y="2006"/>
                  </a:cubicBezTo>
                  <a:cubicBezTo>
                    <a:pt x="8173" y="2006"/>
                    <a:pt x="2871" y="-2648"/>
                    <a:pt x="1138" y="2222"/>
                  </a:cubicBezTo>
                  <a:lnTo>
                    <a:pt x="1030" y="2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E9B46694-83B3-2B4A-07DA-04FB101F0DF2}"/>
                </a:ext>
              </a:extLst>
            </p:cNvPr>
            <p:cNvSpPr/>
            <p:nvPr/>
          </p:nvSpPr>
          <p:spPr>
            <a:xfrm>
              <a:off x="2244084" y="2172761"/>
              <a:ext cx="19869" cy="38165"/>
            </a:xfrm>
            <a:custGeom>
              <a:avLst/>
              <a:gdLst>
                <a:gd name="csX0" fmla="*/ 13155 w 22914"/>
                <a:gd name="csY0" fmla="*/ 43834 h 44014"/>
                <a:gd name="csX1" fmla="*/ 22140 w 22914"/>
                <a:gd name="csY1" fmla="*/ 29343 h 44014"/>
                <a:gd name="csX2" fmla="*/ 20299 w 22914"/>
                <a:gd name="csY2" fmla="*/ 10852 h 44014"/>
                <a:gd name="csX3" fmla="*/ 9047 w 22914"/>
                <a:gd name="csY3" fmla="*/ 362 h 44014"/>
                <a:gd name="csX4" fmla="*/ 385 w 22914"/>
                <a:gd name="csY4" fmla="*/ 14313 h 44014"/>
                <a:gd name="csX5" fmla="*/ 3744 w 22914"/>
                <a:gd name="csY5" fmla="*/ 22314 h 44014"/>
                <a:gd name="csX6" fmla="*/ 4176 w 22914"/>
                <a:gd name="csY6" fmla="*/ 36805 h 44014"/>
                <a:gd name="csX7" fmla="*/ 13155 w 22914"/>
                <a:gd name="csY7" fmla="*/ 43834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14" h="44014">
                  <a:moveTo>
                    <a:pt x="13155" y="43834"/>
                  </a:moveTo>
                  <a:cubicBezTo>
                    <a:pt x="18356" y="45453"/>
                    <a:pt x="19003" y="35833"/>
                    <a:pt x="22140" y="29343"/>
                  </a:cubicBezTo>
                  <a:cubicBezTo>
                    <a:pt x="23766" y="24911"/>
                    <a:pt x="22680" y="21666"/>
                    <a:pt x="20299" y="10852"/>
                  </a:cubicBezTo>
                  <a:cubicBezTo>
                    <a:pt x="19003" y="4902"/>
                    <a:pt x="12939" y="3391"/>
                    <a:pt x="9047" y="362"/>
                  </a:cubicBezTo>
                  <a:cubicBezTo>
                    <a:pt x="4284" y="-2667"/>
                    <a:pt x="385" y="14313"/>
                    <a:pt x="385" y="14313"/>
                  </a:cubicBezTo>
                  <a:cubicBezTo>
                    <a:pt x="-1348" y="19069"/>
                    <a:pt x="3306" y="21558"/>
                    <a:pt x="3744" y="22314"/>
                  </a:cubicBezTo>
                  <a:cubicBezTo>
                    <a:pt x="7745" y="25990"/>
                    <a:pt x="4500" y="32588"/>
                    <a:pt x="4176" y="36805"/>
                  </a:cubicBezTo>
                  <a:cubicBezTo>
                    <a:pt x="3090" y="42748"/>
                    <a:pt x="10450" y="42424"/>
                    <a:pt x="13155" y="43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BDD92BD-553C-3B41-4BB4-A65E9B01D2D5}"/>
                </a:ext>
              </a:extLst>
            </p:cNvPr>
            <p:cNvSpPr/>
            <p:nvPr/>
          </p:nvSpPr>
          <p:spPr>
            <a:xfrm>
              <a:off x="2415752" y="2096214"/>
              <a:ext cx="14675" cy="12269"/>
            </a:xfrm>
            <a:custGeom>
              <a:avLst/>
              <a:gdLst>
                <a:gd name="csX0" fmla="*/ 1344 w 16924"/>
                <a:gd name="csY0" fmla="*/ 2992 h 14150"/>
                <a:gd name="csX1" fmla="*/ 1992 w 16924"/>
                <a:gd name="csY1" fmla="*/ 10460 h 14150"/>
                <a:gd name="csX2" fmla="*/ 14552 w 16924"/>
                <a:gd name="csY2" fmla="*/ 11647 h 14150"/>
                <a:gd name="csX3" fmla="*/ 14768 w 16924"/>
                <a:gd name="csY3" fmla="*/ 1589 h 14150"/>
                <a:gd name="csX4" fmla="*/ 1236 w 16924"/>
                <a:gd name="csY4" fmla="*/ 2884 h 14150"/>
                <a:gd name="csX5" fmla="*/ 1344 w 16924"/>
                <a:gd name="csY5" fmla="*/ 2992 h 14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24" h="14150">
                  <a:moveTo>
                    <a:pt x="1344" y="2992"/>
                  </a:moveTo>
                  <a:cubicBezTo>
                    <a:pt x="1236" y="3754"/>
                    <a:pt x="-2009" y="8726"/>
                    <a:pt x="1992" y="10460"/>
                  </a:cubicBezTo>
                  <a:cubicBezTo>
                    <a:pt x="6322" y="11647"/>
                    <a:pt x="12386" y="17375"/>
                    <a:pt x="14552" y="11647"/>
                  </a:cubicBezTo>
                  <a:cubicBezTo>
                    <a:pt x="14984" y="9482"/>
                    <a:pt x="19530" y="2560"/>
                    <a:pt x="14768" y="1589"/>
                  </a:cubicBezTo>
                  <a:cubicBezTo>
                    <a:pt x="14768" y="1589"/>
                    <a:pt x="3509" y="-2736"/>
                    <a:pt x="1236" y="2884"/>
                  </a:cubicBezTo>
                  <a:lnTo>
                    <a:pt x="1344" y="29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9B2836D3-4E76-1760-9585-AA8F3C848FD1}"/>
                </a:ext>
              </a:extLst>
            </p:cNvPr>
            <p:cNvSpPr/>
            <p:nvPr/>
          </p:nvSpPr>
          <p:spPr>
            <a:xfrm>
              <a:off x="2350400" y="2342650"/>
              <a:ext cx="24474" cy="10528"/>
            </a:xfrm>
            <a:custGeom>
              <a:avLst/>
              <a:gdLst>
                <a:gd name="csX0" fmla="*/ 12419 w 28225"/>
                <a:gd name="csY0" fmla="*/ 484 h 12142"/>
                <a:gd name="csX1" fmla="*/ 405 w 28225"/>
                <a:gd name="csY1" fmla="*/ 4491 h 12142"/>
                <a:gd name="csX2" fmla="*/ 24865 w 28225"/>
                <a:gd name="csY2" fmla="*/ 12060 h 12142"/>
                <a:gd name="csX3" fmla="*/ 28225 w 28225"/>
                <a:gd name="csY3" fmla="*/ 2865 h 12142"/>
                <a:gd name="csX4" fmla="*/ 21081 w 28225"/>
                <a:gd name="csY4" fmla="*/ 1570 h 12142"/>
                <a:gd name="csX5" fmla="*/ 12635 w 28225"/>
                <a:gd name="csY5" fmla="*/ 484 h 12142"/>
                <a:gd name="csX6" fmla="*/ 12419 w 28225"/>
                <a:gd name="csY6" fmla="*/ 484 h 12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225" h="12142">
                  <a:moveTo>
                    <a:pt x="12419" y="484"/>
                  </a:moveTo>
                  <a:cubicBezTo>
                    <a:pt x="7765" y="-1459"/>
                    <a:pt x="3542" y="2973"/>
                    <a:pt x="405" y="4491"/>
                  </a:cubicBezTo>
                  <a:cubicBezTo>
                    <a:pt x="-3710" y="6974"/>
                    <a:pt x="24865" y="12060"/>
                    <a:pt x="24865" y="12060"/>
                  </a:cubicBezTo>
                  <a:cubicBezTo>
                    <a:pt x="29628" y="13032"/>
                    <a:pt x="27786" y="5139"/>
                    <a:pt x="28225" y="2865"/>
                  </a:cubicBezTo>
                  <a:cubicBezTo>
                    <a:pt x="28225" y="-2215"/>
                    <a:pt x="22160" y="1462"/>
                    <a:pt x="21081" y="1570"/>
                  </a:cubicBezTo>
                  <a:cubicBezTo>
                    <a:pt x="16966" y="2973"/>
                    <a:pt x="13607" y="700"/>
                    <a:pt x="12635" y="484"/>
                  </a:cubicBezTo>
                  <a:lnTo>
                    <a:pt x="12419" y="4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7B190439-D426-EC9B-D1BA-C091FB29AA83}"/>
                </a:ext>
              </a:extLst>
            </p:cNvPr>
            <p:cNvSpPr/>
            <p:nvPr/>
          </p:nvSpPr>
          <p:spPr>
            <a:xfrm>
              <a:off x="2368954" y="2311029"/>
              <a:ext cx="14223" cy="9494"/>
            </a:xfrm>
            <a:custGeom>
              <a:avLst/>
              <a:gdLst>
                <a:gd name="csX0" fmla="*/ 16237 w 16403"/>
                <a:gd name="csY0" fmla="*/ 8193 h 10949"/>
                <a:gd name="csX1" fmla="*/ 10065 w 16403"/>
                <a:gd name="csY1" fmla="*/ 293 h 10949"/>
                <a:gd name="csX2" fmla="*/ 0 w 16403"/>
                <a:gd name="csY2" fmla="*/ 3970 h 10949"/>
                <a:gd name="csX3" fmla="*/ 3359 w 16403"/>
                <a:gd name="csY3" fmla="*/ 8624 h 10949"/>
                <a:gd name="csX4" fmla="*/ 16129 w 16403"/>
                <a:gd name="csY4" fmla="*/ 8301 h 10949"/>
                <a:gd name="csX5" fmla="*/ 16237 w 16403"/>
                <a:gd name="csY5" fmla="*/ 8193 h 10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03" h="10949">
                  <a:moveTo>
                    <a:pt x="16237" y="8193"/>
                  </a:moveTo>
                  <a:cubicBezTo>
                    <a:pt x="15481" y="6783"/>
                    <a:pt x="14827" y="293"/>
                    <a:pt x="10065" y="293"/>
                  </a:cubicBezTo>
                  <a:cubicBezTo>
                    <a:pt x="10065" y="293"/>
                    <a:pt x="0" y="-1542"/>
                    <a:pt x="0" y="3970"/>
                  </a:cubicBezTo>
                  <a:cubicBezTo>
                    <a:pt x="216" y="4624"/>
                    <a:pt x="0" y="7862"/>
                    <a:pt x="3359" y="8624"/>
                  </a:cubicBezTo>
                  <a:cubicBezTo>
                    <a:pt x="9201" y="9272"/>
                    <a:pt x="18078" y="13704"/>
                    <a:pt x="16129" y="8301"/>
                  </a:cubicBezTo>
                  <a:lnTo>
                    <a:pt x="16237" y="81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A2967FB6-36E4-EE47-3380-3BC0CE63CA04}"/>
                </a:ext>
              </a:extLst>
            </p:cNvPr>
            <p:cNvSpPr/>
            <p:nvPr/>
          </p:nvSpPr>
          <p:spPr>
            <a:xfrm>
              <a:off x="2306623" y="2324344"/>
              <a:ext cx="18434" cy="27921"/>
            </a:xfrm>
            <a:custGeom>
              <a:avLst/>
              <a:gdLst>
                <a:gd name="csX0" fmla="*/ 18741 w 21259"/>
                <a:gd name="csY0" fmla="*/ 30359 h 32200"/>
                <a:gd name="csX1" fmla="*/ 19935 w 21259"/>
                <a:gd name="csY1" fmla="*/ 18790 h 32200"/>
                <a:gd name="csX2" fmla="*/ 15 w 21259"/>
                <a:gd name="csY2" fmla="*/ 730 h 32200"/>
                <a:gd name="csX3" fmla="*/ 4453 w 21259"/>
                <a:gd name="csY3" fmla="*/ 19653 h 32200"/>
                <a:gd name="csX4" fmla="*/ 18741 w 21259"/>
                <a:gd name="csY4" fmla="*/ 30467 h 32200"/>
                <a:gd name="csX5" fmla="*/ 18741 w 21259"/>
                <a:gd name="csY5" fmla="*/ 30359 h 32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59" h="32200">
                  <a:moveTo>
                    <a:pt x="18741" y="30359"/>
                  </a:moveTo>
                  <a:cubicBezTo>
                    <a:pt x="19281" y="27978"/>
                    <a:pt x="23288" y="22359"/>
                    <a:pt x="19935" y="18790"/>
                  </a:cubicBezTo>
                  <a:cubicBezTo>
                    <a:pt x="19935" y="18790"/>
                    <a:pt x="-633" y="-4356"/>
                    <a:pt x="15" y="730"/>
                  </a:cubicBezTo>
                  <a:cubicBezTo>
                    <a:pt x="1640" y="13811"/>
                    <a:pt x="1533" y="16517"/>
                    <a:pt x="4453" y="19653"/>
                  </a:cubicBezTo>
                  <a:cubicBezTo>
                    <a:pt x="14194" y="30359"/>
                    <a:pt x="17008" y="35008"/>
                    <a:pt x="18741" y="30467"/>
                  </a:cubicBezTo>
                  <a:lnTo>
                    <a:pt x="18741" y="30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768E2694-DBA2-9BBD-9794-1D4727F8851E}"/>
                </a:ext>
              </a:extLst>
            </p:cNvPr>
            <p:cNvSpPr/>
            <p:nvPr/>
          </p:nvSpPr>
          <p:spPr>
            <a:xfrm>
              <a:off x="2239858" y="2333129"/>
              <a:ext cx="226529" cy="159585"/>
            </a:xfrm>
            <a:custGeom>
              <a:avLst/>
              <a:gdLst>
                <a:gd name="csX0" fmla="*/ 260262 w 261249"/>
                <a:gd name="csY0" fmla="*/ 141017 h 184044"/>
                <a:gd name="csX1" fmla="*/ 252686 w 261249"/>
                <a:gd name="csY1" fmla="*/ 136147 h 184044"/>
                <a:gd name="csX2" fmla="*/ 249441 w 261249"/>
                <a:gd name="csY2" fmla="*/ 128793 h 184044"/>
                <a:gd name="csX3" fmla="*/ 246298 w 261249"/>
                <a:gd name="csY3" fmla="*/ 123498 h 184044"/>
                <a:gd name="csX4" fmla="*/ 235909 w 261249"/>
                <a:gd name="csY4" fmla="*/ 117656 h 184044"/>
                <a:gd name="csX5" fmla="*/ 232881 w 261249"/>
                <a:gd name="csY5" fmla="*/ 119713 h 184044"/>
                <a:gd name="csX6" fmla="*/ 232881 w 261249"/>
                <a:gd name="csY6" fmla="*/ 123713 h 184044"/>
                <a:gd name="csX7" fmla="*/ 229852 w 261249"/>
                <a:gd name="csY7" fmla="*/ 125771 h 184044"/>
                <a:gd name="csX8" fmla="*/ 224003 w 261249"/>
                <a:gd name="csY8" fmla="*/ 122526 h 184044"/>
                <a:gd name="csX9" fmla="*/ 217729 w 261249"/>
                <a:gd name="csY9" fmla="*/ 121770 h 184044"/>
                <a:gd name="csX10" fmla="*/ 198571 w 261249"/>
                <a:gd name="csY10" fmla="*/ 126635 h 184044"/>
                <a:gd name="csX11" fmla="*/ 197809 w 261249"/>
                <a:gd name="csY11" fmla="*/ 125009 h 184044"/>
                <a:gd name="csX12" fmla="*/ 205169 w 261249"/>
                <a:gd name="csY12" fmla="*/ 117979 h 184044"/>
                <a:gd name="csX13" fmla="*/ 205607 w 261249"/>
                <a:gd name="csY13" fmla="*/ 112684 h 184044"/>
                <a:gd name="csX14" fmla="*/ 203874 w 261249"/>
                <a:gd name="csY14" fmla="*/ 110302 h 184044"/>
                <a:gd name="csX15" fmla="*/ 201708 w 261249"/>
                <a:gd name="csY15" fmla="*/ 103819 h 184044"/>
                <a:gd name="csX16" fmla="*/ 201708 w 261249"/>
                <a:gd name="csY16" fmla="*/ 96027 h 184044"/>
                <a:gd name="csX17" fmla="*/ 199111 w 261249"/>
                <a:gd name="csY17" fmla="*/ 89976 h 184044"/>
                <a:gd name="csX18" fmla="*/ 183960 w 261249"/>
                <a:gd name="csY18" fmla="*/ 76241 h 184044"/>
                <a:gd name="csX19" fmla="*/ 178004 w 261249"/>
                <a:gd name="csY19" fmla="*/ 73752 h 184044"/>
                <a:gd name="csX20" fmla="*/ 170320 w 261249"/>
                <a:gd name="csY20" fmla="*/ 73428 h 184044"/>
                <a:gd name="csX21" fmla="*/ 164040 w 261249"/>
                <a:gd name="csY21" fmla="*/ 71485 h 184044"/>
                <a:gd name="csX22" fmla="*/ 150077 w 261249"/>
                <a:gd name="csY22" fmla="*/ 63160 h 184044"/>
                <a:gd name="csX23" fmla="*/ 136875 w 261249"/>
                <a:gd name="csY23" fmla="*/ 50936 h 184044"/>
                <a:gd name="csX24" fmla="*/ 113818 w 261249"/>
                <a:gd name="csY24" fmla="*/ 46288 h 184044"/>
                <a:gd name="csX25" fmla="*/ 112307 w 261249"/>
                <a:gd name="csY25" fmla="*/ 42287 h 184044"/>
                <a:gd name="csX26" fmla="*/ 111113 w 261249"/>
                <a:gd name="csY26" fmla="*/ 37309 h 184044"/>
                <a:gd name="csX27" fmla="*/ 96394 w 261249"/>
                <a:gd name="csY27" fmla="*/ 32445 h 184044"/>
                <a:gd name="csX28" fmla="*/ 91955 w 261249"/>
                <a:gd name="csY28" fmla="*/ 40230 h 184044"/>
                <a:gd name="csX29" fmla="*/ 85135 w 261249"/>
                <a:gd name="csY29" fmla="*/ 43043 h 184044"/>
                <a:gd name="csX30" fmla="*/ 80703 w 261249"/>
                <a:gd name="csY30" fmla="*/ 39366 h 184044"/>
                <a:gd name="csX31" fmla="*/ 75394 w 261249"/>
                <a:gd name="csY31" fmla="*/ 30178 h 184044"/>
                <a:gd name="csX32" fmla="*/ 70308 w 261249"/>
                <a:gd name="csY32" fmla="*/ 22933 h 184044"/>
                <a:gd name="csX33" fmla="*/ 73883 w 261249"/>
                <a:gd name="csY33" fmla="*/ 14062 h 184044"/>
                <a:gd name="csX34" fmla="*/ 67387 w 261249"/>
                <a:gd name="csY34" fmla="*/ 4327 h 184044"/>
                <a:gd name="csX35" fmla="*/ 55157 w 261249"/>
                <a:gd name="csY35" fmla="*/ 873 h 184044"/>
                <a:gd name="csX36" fmla="*/ 43250 w 261249"/>
                <a:gd name="csY36" fmla="*/ 12335 h 184044"/>
                <a:gd name="csX37" fmla="*/ 35567 w 261249"/>
                <a:gd name="csY37" fmla="*/ 72672 h 184044"/>
                <a:gd name="csX38" fmla="*/ 28315 w 261249"/>
                <a:gd name="csY38" fmla="*/ 87811 h 184044"/>
                <a:gd name="csX39" fmla="*/ 34049 w 261249"/>
                <a:gd name="csY39" fmla="*/ 119173 h 184044"/>
                <a:gd name="csX40" fmla="*/ 4611 w 261249"/>
                <a:gd name="csY40" fmla="*/ 134420 h 184044"/>
                <a:gd name="csX41" fmla="*/ 2445 w 261249"/>
                <a:gd name="csY41" fmla="*/ 154752 h 184044"/>
                <a:gd name="csX42" fmla="*/ 16517 w 261249"/>
                <a:gd name="csY42" fmla="*/ 152371 h 184044"/>
                <a:gd name="csX43" fmla="*/ 26690 w 261249"/>
                <a:gd name="csY43" fmla="*/ 145989 h 184044"/>
                <a:gd name="csX44" fmla="*/ 57970 w 261249"/>
                <a:gd name="csY44" fmla="*/ 149126 h 184044"/>
                <a:gd name="csX45" fmla="*/ 60675 w 261249"/>
                <a:gd name="csY45" fmla="*/ 179079 h 184044"/>
                <a:gd name="csX46" fmla="*/ 70632 w 261249"/>
                <a:gd name="csY46" fmla="*/ 183727 h 184044"/>
                <a:gd name="csX47" fmla="*/ 98127 w 261249"/>
                <a:gd name="csY47" fmla="*/ 170862 h 184044"/>
                <a:gd name="csX48" fmla="*/ 102890 w 261249"/>
                <a:gd name="csY48" fmla="*/ 153774 h 184044"/>
                <a:gd name="csX49" fmla="*/ 107436 w 261249"/>
                <a:gd name="csY49" fmla="*/ 150637 h 184044"/>
                <a:gd name="csX50" fmla="*/ 111653 w 261249"/>
                <a:gd name="csY50" fmla="*/ 151076 h 184044"/>
                <a:gd name="csX51" fmla="*/ 117825 w 261249"/>
                <a:gd name="csY51" fmla="*/ 149342 h 184044"/>
                <a:gd name="csX52" fmla="*/ 129623 w 261249"/>
                <a:gd name="csY52" fmla="*/ 140478 h 184044"/>
                <a:gd name="csX53" fmla="*/ 132436 w 261249"/>
                <a:gd name="csY53" fmla="*/ 134743 h 184044"/>
                <a:gd name="csX54" fmla="*/ 132436 w 261249"/>
                <a:gd name="csY54" fmla="*/ 124253 h 184044"/>
                <a:gd name="csX55" fmla="*/ 135573 w 261249"/>
                <a:gd name="csY55" fmla="*/ 119173 h 184044"/>
                <a:gd name="csX56" fmla="*/ 152788 w 261249"/>
                <a:gd name="csY56" fmla="*/ 111604 h 184044"/>
                <a:gd name="csX57" fmla="*/ 154731 w 261249"/>
                <a:gd name="csY57" fmla="*/ 113655 h 184044"/>
                <a:gd name="csX58" fmla="*/ 151378 w 261249"/>
                <a:gd name="csY58" fmla="*/ 123498 h 184044"/>
                <a:gd name="csX59" fmla="*/ 151918 w 261249"/>
                <a:gd name="csY59" fmla="*/ 131175 h 184044"/>
                <a:gd name="csX60" fmla="*/ 156141 w 261249"/>
                <a:gd name="csY60" fmla="*/ 132692 h 184044"/>
                <a:gd name="csX61" fmla="*/ 161767 w 261249"/>
                <a:gd name="csY61" fmla="*/ 128901 h 184044"/>
                <a:gd name="csX62" fmla="*/ 167939 w 261249"/>
                <a:gd name="csY62" fmla="*/ 127930 h 184044"/>
                <a:gd name="csX63" fmla="*/ 179737 w 261249"/>
                <a:gd name="csY63" fmla="*/ 131391 h 184044"/>
                <a:gd name="csX64" fmla="*/ 180385 w 261249"/>
                <a:gd name="csY64" fmla="*/ 134635 h 184044"/>
                <a:gd name="csX65" fmla="*/ 174213 w 261249"/>
                <a:gd name="csY65" fmla="*/ 140262 h 184044"/>
                <a:gd name="csX66" fmla="*/ 173673 w 261249"/>
                <a:gd name="csY66" fmla="*/ 145450 h 184044"/>
                <a:gd name="csX67" fmla="*/ 175407 w 261249"/>
                <a:gd name="csY67" fmla="*/ 147831 h 184044"/>
                <a:gd name="csX68" fmla="*/ 180601 w 261249"/>
                <a:gd name="csY68" fmla="*/ 149234 h 184044"/>
                <a:gd name="csX69" fmla="*/ 187205 w 261249"/>
                <a:gd name="csY69" fmla="*/ 146205 h 184044"/>
                <a:gd name="csX70" fmla="*/ 193485 w 261249"/>
                <a:gd name="csY70" fmla="*/ 146205 h 184044"/>
                <a:gd name="csX71" fmla="*/ 226816 w 261249"/>
                <a:gd name="csY71" fmla="*/ 160804 h 184044"/>
                <a:gd name="csX72" fmla="*/ 232449 w 261249"/>
                <a:gd name="csY72" fmla="*/ 159724 h 184044"/>
                <a:gd name="csX73" fmla="*/ 243701 w 261249"/>
                <a:gd name="csY73" fmla="*/ 148910 h 184044"/>
                <a:gd name="csX74" fmla="*/ 249549 w 261249"/>
                <a:gd name="csY74" fmla="*/ 145773 h 184044"/>
                <a:gd name="csX75" fmla="*/ 259722 w 261249"/>
                <a:gd name="csY75" fmla="*/ 143500 h 184044"/>
                <a:gd name="csX76" fmla="*/ 260154 w 261249"/>
                <a:gd name="csY76" fmla="*/ 140909 h 184044"/>
                <a:gd name="csX77" fmla="*/ 260262 w 261249"/>
                <a:gd name="csY77" fmla="*/ 141017 h 18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61249" h="184044">
                  <a:moveTo>
                    <a:pt x="260262" y="141017"/>
                  </a:moveTo>
                  <a:lnTo>
                    <a:pt x="252686" y="136147"/>
                  </a:lnTo>
                  <a:cubicBezTo>
                    <a:pt x="249226" y="133880"/>
                    <a:pt x="249333" y="128146"/>
                    <a:pt x="249441" y="128793"/>
                  </a:cubicBezTo>
                  <a:cubicBezTo>
                    <a:pt x="249333" y="126742"/>
                    <a:pt x="247924" y="124361"/>
                    <a:pt x="246298" y="123498"/>
                  </a:cubicBezTo>
                  <a:lnTo>
                    <a:pt x="235909" y="117656"/>
                  </a:lnTo>
                  <a:cubicBezTo>
                    <a:pt x="234290" y="116792"/>
                    <a:pt x="232881" y="117656"/>
                    <a:pt x="232881" y="119713"/>
                  </a:cubicBezTo>
                  <a:lnTo>
                    <a:pt x="232881" y="123713"/>
                  </a:lnTo>
                  <a:cubicBezTo>
                    <a:pt x="232881" y="125771"/>
                    <a:pt x="231579" y="126635"/>
                    <a:pt x="229852" y="125771"/>
                  </a:cubicBezTo>
                  <a:lnTo>
                    <a:pt x="224003" y="122526"/>
                  </a:lnTo>
                  <a:cubicBezTo>
                    <a:pt x="222384" y="121656"/>
                    <a:pt x="219565" y="121224"/>
                    <a:pt x="217729" y="121770"/>
                  </a:cubicBezTo>
                  <a:lnTo>
                    <a:pt x="198571" y="126635"/>
                  </a:lnTo>
                  <a:cubicBezTo>
                    <a:pt x="196730" y="127066"/>
                    <a:pt x="196406" y="126419"/>
                    <a:pt x="197809" y="125009"/>
                  </a:cubicBezTo>
                  <a:lnTo>
                    <a:pt x="205169" y="117979"/>
                  </a:lnTo>
                  <a:cubicBezTo>
                    <a:pt x="206579" y="116576"/>
                    <a:pt x="206795" y="114303"/>
                    <a:pt x="205607" y="112684"/>
                  </a:cubicBezTo>
                  <a:lnTo>
                    <a:pt x="203874" y="110302"/>
                  </a:lnTo>
                  <a:cubicBezTo>
                    <a:pt x="202680" y="108683"/>
                    <a:pt x="201708" y="105762"/>
                    <a:pt x="201708" y="103819"/>
                  </a:cubicBezTo>
                  <a:lnTo>
                    <a:pt x="201708" y="96027"/>
                  </a:lnTo>
                  <a:cubicBezTo>
                    <a:pt x="201708" y="93976"/>
                    <a:pt x="200515" y="91271"/>
                    <a:pt x="199111" y="89976"/>
                  </a:cubicBezTo>
                  <a:lnTo>
                    <a:pt x="183960" y="76241"/>
                  </a:lnTo>
                  <a:cubicBezTo>
                    <a:pt x="182551" y="74946"/>
                    <a:pt x="179845" y="73860"/>
                    <a:pt x="178004" y="73752"/>
                  </a:cubicBezTo>
                  <a:lnTo>
                    <a:pt x="170320" y="73428"/>
                  </a:lnTo>
                  <a:cubicBezTo>
                    <a:pt x="168479" y="73428"/>
                    <a:pt x="165666" y="72456"/>
                    <a:pt x="164040" y="71485"/>
                  </a:cubicBezTo>
                  <a:lnTo>
                    <a:pt x="150077" y="63160"/>
                  </a:lnTo>
                  <a:cubicBezTo>
                    <a:pt x="144019" y="59591"/>
                    <a:pt x="142717" y="52130"/>
                    <a:pt x="136875" y="50936"/>
                  </a:cubicBezTo>
                  <a:lnTo>
                    <a:pt x="113818" y="46288"/>
                  </a:lnTo>
                  <a:cubicBezTo>
                    <a:pt x="110465" y="45640"/>
                    <a:pt x="112307" y="41640"/>
                    <a:pt x="112307" y="42287"/>
                  </a:cubicBezTo>
                  <a:cubicBezTo>
                    <a:pt x="113278" y="40554"/>
                    <a:pt x="112738" y="38287"/>
                    <a:pt x="111113" y="37309"/>
                  </a:cubicBezTo>
                  <a:cubicBezTo>
                    <a:pt x="104839" y="34286"/>
                    <a:pt x="99207" y="27473"/>
                    <a:pt x="96394" y="32445"/>
                  </a:cubicBezTo>
                  <a:lnTo>
                    <a:pt x="91955" y="40230"/>
                  </a:lnTo>
                  <a:cubicBezTo>
                    <a:pt x="89790" y="43907"/>
                    <a:pt x="84487" y="43151"/>
                    <a:pt x="85135" y="43043"/>
                  </a:cubicBezTo>
                  <a:cubicBezTo>
                    <a:pt x="83300" y="42935"/>
                    <a:pt x="81243" y="41316"/>
                    <a:pt x="80703" y="39366"/>
                  </a:cubicBezTo>
                  <a:cubicBezTo>
                    <a:pt x="80157" y="38071"/>
                    <a:pt x="79401" y="32661"/>
                    <a:pt x="75394" y="30178"/>
                  </a:cubicBezTo>
                  <a:cubicBezTo>
                    <a:pt x="73991" y="28876"/>
                    <a:pt x="66847" y="26609"/>
                    <a:pt x="70308" y="22933"/>
                  </a:cubicBezTo>
                  <a:cubicBezTo>
                    <a:pt x="70962" y="21955"/>
                    <a:pt x="75832" y="18602"/>
                    <a:pt x="73883" y="14062"/>
                  </a:cubicBezTo>
                  <a:cubicBezTo>
                    <a:pt x="72905" y="12227"/>
                    <a:pt x="71610" y="6708"/>
                    <a:pt x="67387" y="4327"/>
                  </a:cubicBezTo>
                  <a:cubicBezTo>
                    <a:pt x="63926" y="2816"/>
                    <a:pt x="59380" y="-1940"/>
                    <a:pt x="55157" y="873"/>
                  </a:cubicBezTo>
                  <a:cubicBezTo>
                    <a:pt x="46711" y="6600"/>
                    <a:pt x="43790" y="7788"/>
                    <a:pt x="43250" y="12335"/>
                  </a:cubicBezTo>
                  <a:cubicBezTo>
                    <a:pt x="37624" y="69643"/>
                    <a:pt x="38488" y="68564"/>
                    <a:pt x="35567" y="72672"/>
                  </a:cubicBezTo>
                  <a:cubicBezTo>
                    <a:pt x="29827" y="80781"/>
                    <a:pt x="27013" y="83486"/>
                    <a:pt x="28315" y="87811"/>
                  </a:cubicBezTo>
                  <a:cubicBezTo>
                    <a:pt x="36646" y="115928"/>
                    <a:pt x="38056" y="117440"/>
                    <a:pt x="34049" y="119173"/>
                  </a:cubicBezTo>
                  <a:cubicBezTo>
                    <a:pt x="7963" y="129879"/>
                    <a:pt x="5912" y="129663"/>
                    <a:pt x="4611" y="134420"/>
                  </a:cubicBezTo>
                  <a:cubicBezTo>
                    <a:pt x="496" y="149450"/>
                    <a:pt x="-2209" y="154752"/>
                    <a:pt x="2445" y="154752"/>
                  </a:cubicBezTo>
                  <a:cubicBezTo>
                    <a:pt x="8510" y="154752"/>
                    <a:pt x="13050" y="155508"/>
                    <a:pt x="16517" y="152371"/>
                  </a:cubicBezTo>
                  <a:cubicBezTo>
                    <a:pt x="18682" y="150746"/>
                    <a:pt x="21819" y="146097"/>
                    <a:pt x="26690" y="145989"/>
                  </a:cubicBezTo>
                  <a:cubicBezTo>
                    <a:pt x="49747" y="146853"/>
                    <a:pt x="57970" y="142744"/>
                    <a:pt x="57970" y="149126"/>
                  </a:cubicBezTo>
                  <a:cubicBezTo>
                    <a:pt x="57970" y="170215"/>
                    <a:pt x="56890" y="175834"/>
                    <a:pt x="60675" y="179079"/>
                  </a:cubicBezTo>
                  <a:cubicBezTo>
                    <a:pt x="62624" y="180267"/>
                    <a:pt x="65977" y="185353"/>
                    <a:pt x="70632" y="183727"/>
                  </a:cubicBezTo>
                  <a:cubicBezTo>
                    <a:pt x="70632" y="183727"/>
                    <a:pt x="98127" y="173567"/>
                    <a:pt x="98127" y="170862"/>
                  </a:cubicBezTo>
                  <a:cubicBezTo>
                    <a:pt x="98127" y="168157"/>
                    <a:pt x="102890" y="153774"/>
                    <a:pt x="102890" y="153774"/>
                  </a:cubicBezTo>
                  <a:cubicBezTo>
                    <a:pt x="103537" y="151831"/>
                    <a:pt x="105487" y="150529"/>
                    <a:pt x="107436" y="150637"/>
                  </a:cubicBezTo>
                  <a:lnTo>
                    <a:pt x="111653" y="151076"/>
                  </a:lnTo>
                  <a:cubicBezTo>
                    <a:pt x="113494" y="151292"/>
                    <a:pt x="116307" y="150422"/>
                    <a:pt x="117825" y="149342"/>
                  </a:cubicBezTo>
                  <a:lnTo>
                    <a:pt x="129623" y="140478"/>
                  </a:lnTo>
                  <a:cubicBezTo>
                    <a:pt x="131141" y="139284"/>
                    <a:pt x="132436" y="136693"/>
                    <a:pt x="132436" y="134743"/>
                  </a:cubicBezTo>
                  <a:lnTo>
                    <a:pt x="132436" y="124253"/>
                  </a:lnTo>
                  <a:cubicBezTo>
                    <a:pt x="132436" y="122202"/>
                    <a:pt x="133846" y="119929"/>
                    <a:pt x="135573" y="119173"/>
                  </a:cubicBezTo>
                  <a:lnTo>
                    <a:pt x="152788" y="111604"/>
                  </a:lnTo>
                  <a:cubicBezTo>
                    <a:pt x="154515" y="110848"/>
                    <a:pt x="155385" y="111820"/>
                    <a:pt x="154731" y="113655"/>
                  </a:cubicBezTo>
                  <a:lnTo>
                    <a:pt x="151378" y="123498"/>
                  </a:lnTo>
                  <a:cubicBezTo>
                    <a:pt x="150077" y="127282"/>
                    <a:pt x="152026" y="131715"/>
                    <a:pt x="151918" y="131175"/>
                  </a:cubicBezTo>
                  <a:cubicBezTo>
                    <a:pt x="152680" y="133016"/>
                    <a:pt x="154515" y="133664"/>
                    <a:pt x="156141" y="132692"/>
                  </a:cubicBezTo>
                  <a:lnTo>
                    <a:pt x="161767" y="128901"/>
                  </a:lnTo>
                  <a:cubicBezTo>
                    <a:pt x="163393" y="127930"/>
                    <a:pt x="166098" y="127390"/>
                    <a:pt x="167939" y="127930"/>
                  </a:cubicBezTo>
                  <a:lnTo>
                    <a:pt x="179737" y="131391"/>
                  </a:lnTo>
                  <a:cubicBezTo>
                    <a:pt x="181579" y="131930"/>
                    <a:pt x="181795" y="133448"/>
                    <a:pt x="180385" y="134635"/>
                  </a:cubicBezTo>
                  <a:lnTo>
                    <a:pt x="174213" y="140262"/>
                  </a:lnTo>
                  <a:cubicBezTo>
                    <a:pt x="172810" y="141557"/>
                    <a:pt x="172594" y="143938"/>
                    <a:pt x="173673" y="145450"/>
                  </a:cubicBezTo>
                  <a:lnTo>
                    <a:pt x="175407" y="147831"/>
                  </a:lnTo>
                  <a:cubicBezTo>
                    <a:pt x="176486" y="149450"/>
                    <a:pt x="178867" y="150098"/>
                    <a:pt x="180601" y="149234"/>
                  </a:cubicBezTo>
                  <a:lnTo>
                    <a:pt x="187205" y="146205"/>
                  </a:lnTo>
                  <a:cubicBezTo>
                    <a:pt x="188938" y="145450"/>
                    <a:pt x="191752" y="145450"/>
                    <a:pt x="193485" y="146205"/>
                  </a:cubicBezTo>
                  <a:lnTo>
                    <a:pt x="226816" y="160804"/>
                  </a:lnTo>
                  <a:cubicBezTo>
                    <a:pt x="228550" y="161559"/>
                    <a:pt x="231147" y="161020"/>
                    <a:pt x="232449" y="159724"/>
                  </a:cubicBezTo>
                  <a:lnTo>
                    <a:pt x="243701" y="148910"/>
                  </a:lnTo>
                  <a:cubicBezTo>
                    <a:pt x="245111" y="147615"/>
                    <a:pt x="247708" y="146097"/>
                    <a:pt x="249549" y="145773"/>
                  </a:cubicBezTo>
                  <a:lnTo>
                    <a:pt x="259722" y="143500"/>
                  </a:lnTo>
                  <a:cubicBezTo>
                    <a:pt x="261564" y="143068"/>
                    <a:pt x="261779" y="141881"/>
                    <a:pt x="260154" y="140909"/>
                  </a:cubicBezTo>
                  <a:lnTo>
                    <a:pt x="260262" y="141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59E1D4C6-6DE1-F815-D9C7-53DC04102BA6}"/>
                </a:ext>
              </a:extLst>
            </p:cNvPr>
            <p:cNvSpPr/>
            <p:nvPr/>
          </p:nvSpPr>
          <p:spPr>
            <a:xfrm>
              <a:off x="2346604" y="2496848"/>
              <a:ext cx="63679" cy="47387"/>
            </a:xfrm>
            <a:custGeom>
              <a:avLst/>
              <a:gdLst>
                <a:gd name="csX0" fmla="*/ 62149 w 73439"/>
                <a:gd name="csY0" fmla="*/ 109 h 54650"/>
                <a:gd name="csX1" fmla="*/ 54681 w 73439"/>
                <a:gd name="csY1" fmla="*/ 4325 h 54650"/>
                <a:gd name="csX2" fmla="*/ 44616 w 73439"/>
                <a:gd name="csY2" fmla="*/ 4002 h 54650"/>
                <a:gd name="csX3" fmla="*/ 32818 w 73439"/>
                <a:gd name="csY3" fmla="*/ 9297 h 54650"/>
                <a:gd name="csX4" fmla="*/ 13552 w 73439"/>
                <a:gd name="csY4" fmla="*/ 8650 h 54650"/>
                <a:gd name="csX5" fmla="*/ 8466 w 73439"/>
                <a:gd name="csY5" fmla="*/ 20111 h 54650"/>
                <a:gd name="csX6" fmla="*/ 1430 w 73439"/>
                <a:gd name="csY6" fmla="*/ 32227 h 54650"/>
                <a:gd name="csX7" fmla="*/ 3379 w 73439"/>
                <a:gd name="csY7" fmla="*/ 52554 h 54650"/>
                <a:gd name="csX8" fmla="*/ 17229 w 73439"/>
                <a:gd name="csY8" fmla="*/ 47258 h 54650"/>
                <a:gd name="csX9" fmla="*/ 29789 w 73439"/>
                <a:gd name="csY9" fmla="*/ 51150 h 54650"/>
                <a:gd name="csX10" fmla="*/ 52948 w 73439"/>
                <a:gd name="csY10" fmla="*/ 30170 h 54650"/>
                <a:gd name="csX11" fmla="*/ 64854 w 73439"/>
                <a:gd name="csY11" fmla="*/ 27573 h 54650"/>
                <a:gd name="csX12" fmla="*/ 73299 w 73439"/>
                <a:gd name="csY12" fmla="*/ 6275 h 54650"/>
                <a:gd name="csX13" fmla="*/ 62149 w 73439"/>
                <a:gd name="csY13" fmla="*/ 109 h 54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3439" h="54650">
                  <a:moveTo>
                    <a:pt x="62149" y="109"/>
                  </a:moveTo>
                  <a:cubicBezTo>
                    <a:pt x="57818" y="-755"/>
                    <a:pt x="55329" y="3785"/>
                    <a:pt x="54681" y="4325"/>
                  </a:cubicBezTo>
                  <a:cubicBezTo>
                    <a:pt x="51436" y="8110"/>
                    <a:pt x="46566" y="4325"/>
                    <a:pt x="44616" y="4002"/>
                  </a:cubicBezTo>
                  <a:cubicBezTo>
                    <a:pt x="39854" y="2160"/>
                    <a:pt x="36171" y="7354"/>
                    <a:pt x="32818" y="9297"/>
                  </a:cubicBezTo>
                  <a:cubicBezTo>
                    <a:pt x="29135" y="12110"/>
                    <a:pt x="13552" y="8650"/>
                    <a:pt x="13552" y="8650"/>
                  </a:cubicBezTo>
                  <a:cubicBezTo>
                    <a:pt x="8466" y="7786"/>
                    <a:pt x="9545" y="16111"/>
                    <a:pt x="8466" y="20111"/>
                  </a:cubicBezTo>
                  <a:cubicBezTo>
                    <a:pt x="7818" y="24874"/>
                    <a:pt x="4567" y="28220"/>
                    <a:pt x="1430" y="32227"/>
                  </a:cubicBezTo>
                  <a:cubicBezTo>
                    <a:pt x="-1275" y="35796"/>
                    <a:pt x="128" y="38818"/>
                    <a:pt x="3379" y="52554"/>
                  </a:cubicBezTo>
                  <a:cubicBezTo>
                    <a:pt x="4675" y="58288"/>
                    <a:pt x="10631" y="50826"/>
                    <a:pt x="17229" y="47258"/>
                  </a:cubicBezTo>
                  <a:cubicBezTo>
                    <a:pt x="21560" y="44337"/>
                    <a:pt x="26322" y="49525"/>
                    <a:pt x="29789" y="51150"/>
                  </a:cubicBezTo>
                  <a:cubicBezTo>
                    <a:pt x="33682" y="53525"/>
                    <a:pt x="34767" y="50718"/>
                    <a:pt x="52948" y="30170"/>
                  </a:cubicBezTo>
                  <a:cubicBezTo>
                    <a:pt x="56415" y="26277"/>
                    <a:pt x="61717" y="27896"/>
                    <a:pt x="64854" y="27573"/>
                  </a:cubicBezTo>
                  <a:cubicBezTo>
                    <a:pt x="69292" y="27573"/>
                    <a:pt x="69292" y="23248"/>
                    <a:pt x="73299" y="6275"/>
                  </a:cubicBezTo>
                  <a:cubicBezTo>
                    <a:pt x="74595" y="757"/>
                    <a:pt x="66587" y="1728"/>
                    <a:pt x="62149" y="1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A5B2BBE3-DAB5-1666-2EBA-6B5A5A0A5CC7}"/>
                </a:ext>
              </a:extLst>
            </p:cNvPr>
            <p:cNvSpPr/>
            <p:nvPr/>
          </p:nvSpPr>
          <p:spPr>
            <a:xfrm>
              <a:off x="2409133" y="3008320"/>
              <a:ext cx="42162" cy="25442"/>
            </a:xfrm>
            <a:custGeom>
              <a:avLst/>
              <a:gdLst>
                <a:gd name="csX0" fmla="*/ 1942 w 48624"/>
                <a:gd name="csY0" fmla="*/ 13108 h 29341"/>
                <a:gd name="csX1" fmla="*/ 17747 w 48624"/>
                <a:gd name="csY1" fmla="*/ 20030 h 29341"/>
                <a:gd name="csX2" fmla="*/ 28244 w 48624"/>
                <a:gd name="csY2" fmla="*/ 21548 h 29341"/>
                <a:gd name="csX3" fmla="*/ 48049 w 48624"/>
                <a:gd name="csY3" fmla="*/ 27491 h 29341"/>
                <a:gd name="csX4" fmla="*/ 47510 w 48624"/>
                <a:gd name="csY4" fmla="*/ 21656 h 29341"/>
                <a:gd name="csX5" fmla="*/ 31921 w 48624"/>
                <a:gd name="csY5" fmla="*/ 2409 h 29341"/>
                <a:gd name="csX6" fmla="*/ 26294 w 48624"/>
                <a:gd name="csY6" fmla="*/ 28 h 29341"/>
                <a:gd name="csX7" fmla="*/ 1078 w 48624"/>
                <a:gd name="csY7" fmla="*/ 6193 h 29341"/>
                <a:gd name="csX8" fmla="*/ 1942 w 48624"/>
                <a:gd name="csY8" fmla="*/ 12893 h 29341"/>
                <a:gd name="csX9" fmla="*/ 1942 w 48624"/>
                <a:gd name="csY9" fmla="*/ 13108 h 2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8624" h="29341">
                  <a:moveTo>
                    <a:pt x="1942" y="13108"/>
                  </a:moveTo>
                  <a:cubicBezTo>
                    <a:pt x="9086" y="17115"/>
                    <a:pt x="13201" y="20030"/>
                    <a:pt x="17747" y="20030"/>
                  </a:cubicBezTo>
                  <a:cubicBezTo>
                    <a:pt x="18935" y="20138"/>
                    <a:pt x="24129" y="19490"/>
                    <a:pt x="28244" y="21548"/>
                  </a:cubicBezTo>
                  <a:cubicBezTo>
                    <a:pt x="43287" y="29009"/>
                    <a:pt x="45884" y="31384"/>
                    <a:pt x="48049" y="27491"/>
                  </a:cubicBezTo>
                  <a:cubicBezTo>
                    <a:pt x="49027" y="25872"/>
                    <a:pt x="48697" y="23167"/>
                    <a:pt x="47510" y="21656"/>
                  </a:cubicBezTo>
                  <a:lnTo>
                    <a:pt x="31921" y="2409"/>
                  </a:lnTo>
                  <a:cubicBezTo>
                    <a:pt x="30733" y="891"/>
                    <a:pt x="28244" y="-188"/>
                    <a:pt x="26294" y="28"/>
                  </a:cubicBezTo>
                  <a:cubicBezTo>
                    <a:pt x="7460" y="2301"/>
                    <a:pt x="3022" y="1647"/>
                    <a:pt x="1078" y="6193"/>
                  </a:cubicBezTo>
                  <a:cubicBezTo>
                    <a:pt x="1078" y="6841"/>
                    <a:pt x="-1849" y="10734"/>
                    <a:pt x="1942" y="12893"/>
                  </a:cubicBezTo>
                  <a:lnTo>
                    <a:pt x="1942" y="13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1F368929-D6BC-5DFF-496B-D9A9527CAB92}"/>
                </a:ext>
              </a:extLst>
            </p:cNvPr>
            <p:cNvSpPr/>
            <p:nvPr/>
          </p:nvSpPr>
          <p:spPr>
            <a:xfrm>
              <a:off x="2482471" y="3057755"/>
              <a:ext cx="16139" cy="11634"/>
            </a:xfrm>
            <a:custGeom>
              <a:avLst/>
              <a:gdLst>
                <a:gd name="csX0" fmla="*/ 594 w 18613"/>
                <a:gd name="csY0" fmla="*/ 10167 h 13417"/>
                <a:gd name="csX1" fmla="*/ 4924 w 18613"/>
                <a:gd name="csY1" fmla="*/ 13412 h 13417"/>
                <a:gd name="csX2" fmla="*/ 18342 w 18613"/>
                <a:gd name="csY2" fmla="*/ 8548 h 13417"/>
                <a:gd name="csX3" fmla="*/ 11852 w 18613"/>
                <a:gd name="csY3" fmla="*/ 223 h 13417"/>
                <a:gd name="csX4" fmla="*/ 162 w 18613"/>
                <a:gd name="csY4" fmla="*/ 8764 h 13417"/>
                <a:gd name="csX5" fmla="*/ 486 w 18613"/>
                <a:gd name="csY5" fmla="*/ 10167 h 13417"/>
                <a:gd name="csX6" fmla="*/ 594 w 18613"/>
                <a:gd name="csY6" fmla="*/ 10167 h 1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613" h="13417">
                  <a:moveTo>
                    <a:pt x="594" y="10167"/>
                  </a:moveTo>
                  <a:cubicBezTo>
                    <a:pt x="1133" y="12117"/>
                    <a:pt x="2975" y="13520"/>
                    <a:pt x="4924" y="13412"/>
                  </a:cubicBezTo>
                  <a:cubicBezTo>
                    <a:pt x="11312" y="12117"/>
                    <a:pt x="20291" y="14060"/>
                    <a:pt x="18342" y="8548"/>
                  </a:cubicBezTo>
                  <a:cubicBezTo>
                    <a:pt x="18342" y="8548"/>
                    <a:pt x="16507" y="-1618"/>
                    <a:pt x="11852" y="223"/>
                  </a:cubicBezTo>
                  <a:cubicBezTo>
                    <a:pt x="6874" y="2922"/>
                    <a:pt x="-1248" y="3138"/>
                    <a:pt x="162" y="8764"/>
                  </a:cubicBezTo>
                  <a:lnTo>
                    <a:pt x="486" y="10167"/>
                  </a:lnTo>
                  <a:lnTo>
                    <a:pt x="594" y="101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F44C586-3BA6-C426-A1E8-0D6B71777C11}"/>
                </a:ext>
              </a:extLst>
            </p:cNvPr>
            <p:cNvSpPr/>
            <p:nvPr/>
          </p:nvSpPr>
          <p:spPr>
            <a:xfrm>
              <a:off x="2466765" y="2996728"/>
              <a:ext cx="9598" cy="12238"/>
            </a:xfrm>
            <a:custGeom>
              <a:avLst/>
              <a:gdLst>
                <a:gd name="csX0" fmla="*/ 4857 w 11069"/>
                <a:gd name="csY0" fmla="*/ 13612 h 14114"/>
                <a:gd name="csX1" fmla="*/ 10915 w 11069"/>
                <a:gd name="csY1" fmla="*/ 5827 h 14114"/>
                <a:gd name="csX2" fmla="*/ 6045 w 11069"/>
                <a:gd name="csY2" fmla="*/ 201 h 14114"/>
                <a:gd name="csX3" fmla="*/ 95 w 11069"/>
                <a:gd name="csY3" fmla="*/ 6043 h 14114"/>
                <a:gd name="csX4" fmla="*/ 4857 w 11069"/>
                <a:gd name="csY4" fmla="*/ 13612 h 14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69" h="14114">
                  <a:moveTo>
                    <a:pt x="4857" y="13612"/>
                  </a:moveTo>
                  <a:cubicBezTo>
                    <a:pt x="6045" y="12533"/>
                    <a:pt x="12109" y="10907"/>
                    <a:pt x="10915" y="5827"/>
                  </a:cubicBezTo>
                  <a:cubicBezTo>
                    <a:pt x="10591" y="5179"/>
                    <a:pt x="10375" y="-1202"/>
                    <a:pt x="6045" y="201"/>
                  </a:cubicBezTo>
                  <a:cubicBezTo>
                    <a:pt x="6045" y="201"/>
                    <a:pt x="-883" y="1172"/>
                    <a:pt x="95" y="6043"/>
                  </a:cubicBezTo>
                  <a:cubicBezTo>
                    <a:pt x="850" y="7986"/>
                    <a:pt x="526" y="16209"/>
                    <a:pt x="4857" y="13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E97D9F83-2751-C980-A924-75E96ED0D728}"/>
                </a:ext>
              </a:extLst>
            </p:cNvPr>
            <p:cNvSpPr/>
            <p:nvPr/>
          </p:nvSpPr>
          <p:spPr>
            <a:xfrm>
              <a:off x="2474029" y="3013969"/>
              <a:ext cx="7926" cy="8940"/>
            </a:xfrm>
            <a:custGeom>
              <a:avLst/>
              <a:gdLst>
                <a:gd name="csX0" fmla="*/ 9034 w 9141"/>
                <a:gd name="csY0" fmla="*/ 4975 h 10310"/>
                <a:gd name="csX1" fmla="*/ 9034 w 9141"/>
                <a:gd name="csY1" fmla="*/ 2923 h 10310"/>
                <a:gd name="csX2" fmla="*/ 3294 w 9141"/>
                <a:gd name="csY2" fmla="*/ 650 h 10310"/>
                <a:gd name="csX3" fmla="*/ 49 w 9141"/>
                <a:gd name="csY3" fmla="*/ 7464 h 10310"/>
                <a:gd name="csX4" fmla="*/ 9142 w 9141"/>
                <a:gd name="csY4" fmla="*/ 4975 h 10310"/>
                <a:gd name="csX5" fmla="*/ 9034 w 9141"/>
                <a:gd name="csY5" fmla="*/ 4975 h 1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41" h="10310">
                  <a:moveTo>
                    <a:pt x="9034" y="4975"/>
                  </a:moveTo>
                  <a:lnTo>
                    <a:pt x="9034" y="2923"/>
                  </a:lnTo>
                  <a:cubicBezTo>
                    <a:pt x="9034" y="-1839"/>
                    <a:pt x="3294" y="650"/>
                    <a:pt x="3294" y="650"/>
                  </a:cubicBezTo>
                  <a:cubicBezTo>
                    <a:pt x="-923" y="1622"/>
                    <a:pt x="157" y="6816"/>
                    <a:pt x="49" y="7464"/>
                  </a:cubicBezTo>
                  <a:cubicBezTo>
                    <a:pt x="49" y="12544"/>
                    <a:pt x="9142" y="10277"/>
                    <a:pt x="9142" y="4975"/>
                  </a:cubicBezTo>
                  <a:lnTo>
                    <a:pt x="9034" y="49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9BFC0A15-E45B-3B7C-3AE8-A3C46F0CEBE4}"/>
                </a:ext>
              </a:extLst>
            </p:cNvPr>
            <p:cNvSpPr/>
            <p:nvPr/>
          </p:nvSpPr>
          <p:spPr>
            <a:xfrm>
              <a:off x="2570881" y="2797769"/>
              <a:ext cx="8754" cy="26199"/>
            </a:xfrm>
            <a:custGeom>
              <a:avLst/>
              <a:gdLst>
                <a:gd name="csX0" fmla="*/ 6976 w 10096"/>
                <a:gd name="csY0" fmla="*/ 4946 h 30214"/>
                <a:gd name="csX1" fmla="*/ 2652 w 10096"/>
                <a:gd name="csY1" fmla="*/ 190 h 30214"/>
                <a:gd name="csX2" fmla="*/ 55 w 10096"/>
                <a:gd name="csY2" fmla="*/ 2673 h 30214"/>
                <a:gd name="csX3" fmla="*/ 3732 w 10096"/>
                <a:gd name="csY3" fmla="*/ 25387 h 30214"/>
                <a:gd name="csX4" fmla="*/ 7199 w 10096"/>
                <a:gd name="csY4" fmla="*/ 30035 h 30214"/>
                <a:gd name="csX5" fmla="*/ 10012 w 10096"/>
                <a:gd name="csY5" fmla="*/ 20085 h 30214"/>
                <a:gd name="csX6" fmla="*/ 7091 w 10096"/>
                <a:gd name="csY6" fmla="*/ 4946 h 30214"/>
                <a:gd name="csX7" fmla="*/ 6976 w 10096"/>
                <a:gd name="csY7" fmla="*/ 4946 h 30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96" h="30214">
                  <a:moveTo>
                    <a:pt x="6976" y="4946"/>
                  </a:moveTo>
                  <a:cubicBezTo>
                    <a:pt x="6113" y="1485"/>
                    <a:pt x="3300" y="622"/>
                    <a:pt x="2652" y="190"/>
                  </a:cubicBezTo>
                  <a:cubicBezTo>
                    <a:pt x="918" y="-464"/>
                    <a:pt x="-275" y="622"/>
                    <a:pt x="55" y="2673"/>
                  </a:cubicBezTo>
                  <a:lnTo>
                    <a:pt x="3732" y="25387"/>
                  </a:lnTo>
                  <a:cubicBezTo>
                    <a:pt x="4055" y="27330"/>
                    <a:pt x="5573" y="29495"/>
                    <a:pt x="7199" y="30035"/>
                  </a:cubicBezTo>
                  <a:cubicBezTo>
                    <a:pt x="11415" y="31546"/>
                    <a:pt x="9688" y="23113"/>
                    <a:pt x="10012" y="20085"/>
                  </a:cubicBezTo>
                  <a:cubicBezTo>
                    <a:pt x="10012" y="15328"/>
                    <a:pt x="8602" y="11004"/>
                    <a:pt x="7091" y="4946"/>
                  </a:cubicBezTo>
                  <a:lnTo>
                    <a:pt x="6976" y="4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D4C237A-D5BC-9F47-1BEF-FD24A4F87CBD}"/>
                </a:ext>
              </a:extLst>
            </p:cNvPr>
            <p:cNvSpPr/>
            <p:nvPr/>
          </p:nvSpPr>
          <p:spPr>
            <a:xfrm>
              <a:off x="2481444" y="2916138"/>
              <a:ext cx="19920" cy="14235"/>
            </a:xfrm>
            <a:custGeom>
              <a:avLst/>
              <a:gdLst>
                <a:gd name="csX0" fmla="*/ 2216 w 22973"/>
                <a:gd name="csY0" fmla="*/ 16149 h 16417"/>
                <a:gd name="csX1" fmla="*/ 22345 w 22973"/>
                <a:gd name="csY1" fmla="*/ 3715 h 16417"/>
                <a:gd name="csX2" fmla="*/ 16503 w 22973"/>
                <a:gd name="csY2" fmla="*/ 363 h 16417"/>
                <a:gd name="csX3" fmla="*/ 1238 w 22973"/>
                <a:gd name="csY3" fmla="*/ 9767 h 16417"/>
                <a:gd name="csX4" fmla="*/ 2216 w 22973"/>
                <a:gd name="csY4" fmla="*/ 16149 h 16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973" h="16417">
                  <a:moveTo>
                    <a:pt x="2216" y="16149"/>
                  </a:moveTo>
                  <a:cubicBezTo>
                    <a:pt x="20828" y="8255"/>
                    <a:pt x="24726" y="7824"/>
                    <a:pt x="22345" y="3715"/>
                  </a:cubicBezTo>
                  <a:cubicBezTo>
                    <a:pt x="21805" y="3068"/>
                    <a:pt x="20396" y="-1263"/>
                    <a:pt x="16503" y="363"/>
                  </a:cubicBezTo>
                  <a:cubicBezTo>
                    <a:pt x="5352" y="5011"/>
                    <a:pt x="2539" y="5335"/>
                    <a:pt x="1238" y="9767"/>
                  </a:cubicBezTo>
                  <a:cubicBezTo>
                    <a:pt x="1238" y="9767"/>
                    <a:pt x="-2115" y="17990"/>
                    <a:pt x="2216" y="16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6569455C-4D4F-4CD0-9BE8-D07CF14CBC18}"/>
                </a:ext>
              </a:extLst>
            </p:cNvPr>
            <p:cNvSpPr/>
            <p:nvPr/>
          </p:nvSpPr>
          <p:spPr>
            <a:xfrm>
              <a:off x="2574848" y="2831362"/>
              <a:ext cx="6030" cy="17708"/>
            </a:xfrm>
            <a:custGeom>
              <a:avLst/>
              <a:gdLst>
                <a:gd name="csX0" fmla="*/ 4027 w 6954"/>
                <a:gd name="csY0" fmla="*/ 1022 h 20422"/>
                <a:gd name="csX1" fmla="*/ 3055 w 6954"/>
                <a:gd name="csY1" fmla="*/ 483 h 20422"/>
                <a:gd name="csX2" fmla="*/ 134 w 6954"/>
                <a:gd name="csY2" fmla="*/ 17894 h 20422"/>
                <a:gd name="csX3" fmla="*/ 3271 w 6954"/>
                <a:gd name="csY3" fmla="*/ 20168 h 20422"/>
                <a:gd name="csX4" fmla="*/ 3595 w 6954"/>
                <a:gd name="csY4" fmla="*/ 20168 h 20422"/>
                <a:gd name="csX5" fmla="*/ 6954 w 6954"/>
                <a:gd name="csY5" fmla="*/ 6433 h 20422"/>
                <a:gd name="csX6" fmla="*/ 4027 w 6954"/>
                <a:gd name="csY6" fmla="*/ 1022 h 20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954" h="20422">
                  <a:moveTo>
                    <a:pt x="4027" y="1022"/>
                  </a:moveTo>
                  <a:lnTo>
                    <a:pt x="3055" y="483"/>
                  </a:lnTo>
                  <a:cubicBezTo>
                    <a:pt x="-952" y="-1892"/>
                    <a:pt x="134" y="4591"/>
                    <a:pt x="134" y="17894"/>
                  </a:cubicBezTo>
                  <a:cubicBezTo>
                    <a:pt x="134" y="19952"/>
                    <a:pt x="1538" y="20923"/>
                    <a:pt x="3271" y="20168"/>
                  </a:cubicBezTo>
                  <a:lnTo>
                    <a:pt x="3595" y="20168"/>
                  </a:lnTo>
                  <a:cubicBezTo>
                    <a:pt x="8357" y="17894"/>
                    <a:pt x="6408" y="10865"/>
                    <a:pt x="6954" y="6433"/>
                  </a:cubicBezTo>
                  <a:cubicBezTo>
                    <a:pt x="6954" y="4375"/>
                    <a:pt x="5652" y="2000"/>
                    <a:pt x="4027" y="10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0981959C-9C11-D23C-B307-D9D9572C849F}"/>
                </a:ext>
              </a:extLst>
            </p:cNvPr>
            <p:cNvSpPr/>
            <p:nvPr/>
          </p:nvSpPr>
          <p:spPr>
            <a:xfrm>
              <a:off x="2470904" y="2835073"/>
              <a:ext cx="35118" cy="44336"/>
            </a:xfrm>
            <a:custGeom>
              <a:avLst/>
              <a:gdLst>
                <a:gd name="csX0" fmla="*/ 39371 w 40500"/>
                <a:gd name="csY0" fmla="*/ 16967 h 51131"/>
                <a:gd name="csX1" fmla="*/ 36342 w 40500"/>
                <a:gd name="csY1" fmla="*/ 10693 h 51131"/>
                <a:gd name="csX2" fmla="*/ 32983 w 40500"/>
                <a:gd name="csY2" fmla="*/ 95 h 51131"/>
                <a:gd name="csX3" fmla="*/ 27573 w 40500"/>
                <a:gd name="csY3" fmla="*/ 4311 h 51131"/>
                <a:gd name="csX4" fmla="*/ 20213 w 40500"/>
                <a:gd name="csY4" fmla="*/ 15671 h 51131"/>
                <a:gd name="csX5" fmla="*/ 1487 w 40500"/>
                <a:gd name="csY5" fmla="*/ 25615 h 51131"/>
                <a:gd name="csX6" fmla="*/ 20969 w 40500"/>
                <a:gd name="csY6" fmla="*/ 28213 h 51131"/>
                <a:gd name="csX7" fmla="*/ 21401 w 40500"/>
                <a:gd name="csY7" fmla="*/ 28644 h 51131"/>
                <a:gd name="csX8" fmla="*/ 15883 w 40500"/>
                <a:gd name="csY8" fmla="*/ 50488 h 51131"/>
                <a:gd name="csX9" fmla="*/ 22487 w 40500"/>
                <a:gd name="csY9" fmla="*/ 48761 h 51131"/>
                <a:gd name="csX10" fmla="*/ 35040 w 40500"/>
                <a:gd name="csY10" fmla="*/ 27349 h 51131"/>
                <a:gd name="csX11" fmla="*/ 39263 w 40500"/>
                <a:gd name="csY11" fmla="*/ 16859 h 51131"/>
                <a:gd name="csX12" fmla="*/ 39371 w 40500"/>
                <a:gd name="csY12" fmla="*/ 16967 h 51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0500" h="51131">
                  <a:moveTo>
                    <a:pt x="39371" y="16967"/>
                  </a:moveTo>
                  <a:cubicBezTo>
                    <a:pt x="38939" y="16319"/>
                    <a:pt x="36342" y="14478"/>
                    <a:pt x="36342" y="10693"/>
                  </a:cubicBezTo>
                  <a:cubicBezTo>
                    <a:pt x="35904" y="7448"/>
                    <a:pt x="37961" y="-985"/>
                    <a:pt x="32983" y="95"/>
                  </a:cubicBezTo>
                  <a:cubicBezTo>
                    <a:pt x="32983" y="95"/>
                    <a:pt x="29198" y="634"/>
                    <a:pt x="27573" y="4311"/>
                  </a:cubicBezTo>
                  <a:cubicBezTo>
                    <a:pt x="25947" y="7448"/>
                    <a:pt x="24976" y="13614"/>
                    <a:pt x="20213" y="15671"/>
                  </a:cubicBezTo>
                  <a:cubicBezTo>
                    <a:pt x="3113" y="23349"/>
                    <a:pt x="-3167" y="25615"/>
                    <a:pt x="1487" y="25615"/>
                  </a:cubicBezTo>
                  <a:cubicBezTo>
                    <a:pt x="10796" y="26155"/>
                    <a:pt x="16968" y="23888"/>
                    <a:pt x="20969" y="28213"/>
                  </a:cubicBezTo>
                  <a:lnTo>
                    <a:pt x="21401" y="28644"/>
                  </a:lnTo>
                  <a:cubicBezTo>
                    <a:pt x="27033" y="34810"/>
                    <a:pt x="8199" y="48215"/>
                    <a:pt x="15883" y="50488"/>
                  </a:cubicBezTo>
                  <a:cubicBezTo>
                    <a:pt x="16422" y="50488"/>
                    <a:pt x="20321" y="52762"/>
                    <a:pt x="22487" y="48761"/>
                  </a:cubicBezTo>
                  <a:cubicBezTo>
                    <a:pt x="29630" y="35674"/>
                    <a:pt x="31903" y="31026"/>
                    <a:pt x="35040" y="27349"/>
                  </a:cubicBezTo>
                  <a:cubicBezTo>
                    <a:pt x="36774" y="24428"/>
                    <a:pt x="43156" y="20212"/>
                    <a:pt x="39263" y="16859"/>
                  </a:cubicBezTo>
                  <a:lnTo>
                    <a:pt x="39371" y="16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F15B3E06-5DCA-7D56-C632-4394FEADA5BA}"/>
                </a:ext>
              </a:extLst>
            </p:cNvPr>
            <p:cNvSpPr/>
            <p:nvPr/>
          </p:nvSpPr>
          <p:spPr>
            <a:xfrm>
              <a:off x="2501786" y="2847417"/>
              <a:ext cx="16923" cy="37495"/>
            </a:xfrm>
            <a:custGeom>
              <a:avLst/>
              <a:gdLst>
                <a:gd name="csX0" fmla="*/ 17287 w 19517"/>
                <a:gd name="csY0" fmla="*/ 20790 h 43242"/>
                <a:gd name="csX1" fmla="*/ 19453 w 19517"/>
                <a:gd name="csY1" fmla="*/ 2623 h 43242"/>
                <a:gd name="csX2" fmla="*/ 16310 w 19517"/>
                <a:gd name="csY2" fmla="*/ 241 h 43242"/>
                <a:gd name="csX3" fmla="*/ 15230 w 19517"/>
                <a:gd name="csY3" fmla="*/ 673 h 43242"/>
                <a:gd name="csX4" fmla="*/ 10144 w 19517"/>
                <a:gd name="csY4" fmla="*/ 12357 h 43242"/>
                <a:gd name="csX5" fmla="*/ 295 w 19517"/>
                <a:gd name="csY5" fmla="*/ 41770 h 43242"/>
                <a:gd name="csX6" fmla="*/ 17395 w 19517"/>
                <a:gd name="csY6" fmla="*/ 20898 h 43242"/>
                <a:gd name="csX7" fmla="*/ 17287 w 19517"/>
                <a:gd name="csY7" fmla="*/ 20790 h 43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517" h="43242">
                  <a:moveTo>
                    <a:pt x="17287" y="20790"/>
                  </a:moveTo>
                  <a:cubicBezTo>
                    <a:pt x="20100" y="17005"/>
                    <a:pt x="19453" y="12357"/>
                    <a:pt x="19453" y="2623"/>
                  </a:cubicBezTo>
                  <a:cubicBezTo>
                    <a:pt x="19453" y="565"/>
                    <a:pt x="18043" y="-514"/>
                    <a:pt x="16310" y="241"/>
                  </a:cubicBezTo>
                  <a:lnTo>
                    <a:pt x="15230" y="673"/>
                  </a:lnTo>
                  <a:cubicBezTo>
                    <a:pt x="10575" y="2623"/>
                    <a:pt x="10144" y="12357"/>
                    <a:pt x="10144" y="12357"/>
                  </a:cubicBezTo>
                  <a:cubicBezTo>
                    <a:pt x="9274" y="17329"/>
                    <a:pt x="7654" y="21222"/>
                    <a:pt x="295" y="41770"/>
                  </a:cubicBezTo>
                  <a:cubicBezTo>
                    <a:pt x="-1871" y="48038"/>
                    <a:pt x="8302" y="33008"/>
                    <a:pt x="17395" y="20898"/>
                  </a:cubicBezTo>
                  <a:lnTo>
                    <a:pt x="17287" y="20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24C5A2B0-2A18-F887-C9A2-CF114CBB2C75}"/>
                </a:ext>
              </a:extLst>
            </p:cNvPr>
            <p:cNvSpPr/>
            <p:nvPr/>
          </p:nvSpPr>
          <p:spPr>
            <a:xfrm>
              <a:off x="2474033" y="2818606"/>
              <a:ext cx="13499" cy="15046"/>
            </a:xfrm>
            <a:custGeom>
              <a:avLst/>
              <a:gdLst>
                <a:gd name="csX0" fmla="*/ 3079 w 15568"/>
                <a:gd name="csY0" fmla="*/ 12710 h 17352"/>
                <a:gd name="csX1" fmla="*/ 10439 w 15568"/>
                <a:gd name="csY1" fmla="*/ 2759 h 17352"/>
                <a:gd name="csX2" fmla="*/ 3403 w 15568"/>
                <a:gd name="csY2" fmla="*/ 486 h 17352"/>
                <a:gd name="csX3" fmla="*/ 44 w 15568"/>
                <a:gd name="csY3" fmla="*/ 8271 h 17352"/>
                <a:gd name="csX4" fmla="*/ 3079 w 15568"/>
                <a:gd name="csY4" fmla="*/ 12710 h 17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568" h="17352">
                  <a:moveTo>
                    <a:pt x="3079" y="12710"/>
                  </a:moveTo>
                  <a:cubicBezTo>
                    <a:pt x="16389" y="16279"/>
                    <a:pt x="19418" y="24819"/>
                    <a:pt x="10439" y="2759"/>
                  </a:cubicBezTo>
                  <a:cubicBezTo>
                    <a:pt x="8705" y="-1565"/>
                    <a:pt x="3943" y="486"/>
                    <a:pt x="3403" y="486"/>
                  </a:cubicBezTo>
                  <a:cubicBezTo>
                    <a:pt x="-1144" y="1356"/>
                    <a:pt x="260" y="7192"/>
                    <a:pt x="44" y="8271"/>
                  </a:cubicBezTo>
                  <a:cubicBezTo>
                    <a:pt x="44" y="10328"/>
                    <a:pt x="1346" y="12278"/>
                    <a:pt x="3079" y="127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46BBDAD0-18C2-E448-5F75-7E40591E113E}"/>
                </a:ext>
              </a:extLst>
            </p:cNvPr>
            <p:cNvSpPr/>
            <p:nvPr/>
          </p:nvSpPr>
          <p:spPr>
            <a:xfrm>
              <a:off x="2464513" y="2528105"/>
              <a:ext cx="32376" cy="48214"/>
            </a:xfrm>
            <a:custGeom>
              <a:avLst/>
              <a:gdLst>
                <a:gd name="csX0" fmla="*/ 16757 w 37338"/>
                <a:gd name="csY0" fmla="*/ 54575 h 55604"/>
                <a:gd name="csX1" fmla="*/ 36893 w 37338"/>
                <a:gd name="csY1" fmla="*/ 14240 h 55604"/>
                <a:gd name="csX2" fmla="*/ 29749 w 37338"/>
                <a:gd name="csY2" fmla="*/ 937 h 55604"/>
                <a:gd name="csX3" fmla="*/ 11779 w 37338"/>
                <a:gd name="csY3" fmla="*/ 4721 h 55604"/>
                <a:gd name="csX4" fmla="*/ 311 w 37338"/>
                <a:gd name="csY4" fmla="*/ 34890 h 55604"/>
                <a:gd name="csX5" fmla="*/ 16757 w 37338"/>
                <a:gd name="csY5" fmla="*/ 54575 h 55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7338" h="55604">
                  <a:moveTo>
                    <a:pt x="16757" y="54575"/>
                  </a:moveTo>
                  <a:cubicBezTo>
                    <a:pt x="20333" y="57813"/>
                    <a:pt x="19793" y="55654"/>
                    <a:pt x="36893" y="14240"/>
                  </a:cubicBezTo>
                  <a:cubicBezTo>
                    <a:pt x="39059" y="9045"/>
                    <a:pt x="32779" y="5369"/>
                    <a:pt x="29749" y="937"/>
                  </a:cubicBezTo>
                  <a:cubicBezTo>
                    <a:pt x="26828" y="-2524"/>
                    <a:pt x="11779" y="4721"/>
                    <a:pt x="11779" y="4721"/>
                  </a:cubicBezTo>
                  <a:cubicBezTo>
                    <a:pt x="7347" y="6556"/>
                    <a:pt x="7124" y="11103"/>
                    <a:pt x="311" y="34890"/>
                  </a:cubicBezTo>
                  <a:cubicBezTo>
                    <a:pt x="-1099" y="39538"/>
                    <a:pt x="1930" y="40840"/>
                    <a:pt x="16757" y="54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4241EB1E-9C20-A10C-ECD1-0E38EDCD17C7}"/>
                </a:ext>
              </a:extLst>
            </p:cNvPr>
            <p:cNvSpPr/>
            <p:nvPr/>
          </p:nvSpPr>
          <p:spPr>
            <a:xfrm>
              <a:off x="2464591" y="2663566"/>
              <a:ext cx="11641" cy="12610"/>
            </a:xfrm>
            <a:custGeom>
              <a:avLst/>
              <a:gdLst>
                <a:gd name="csX0" fmla="*/ 11263 w 13425"/>
                <a:gd name="csY0" fmla="*/ 11356 h 14543"/>
                <a:gd name="csX1" fmla="*/ 11911 w 13425"/>
                <a:gd name="csY1" fmla="*/ 2054 h 14543"/>
                <a:gd name="csX2" fmla="*/ 2278 w 13425"/>
                <a:gd name="csY2" fmla="*/ 2917 h 14543"/>
                <a:gd name="csX3" fmla="*/ 1084 w 13425"/>
                <a:gd name="csY3" fmla="*/ 12220 h 14543"/>
                <a:gd name="csX4" fmla="*/ 11263 w 13425"/>
                <a:gd name="csY4" fmla="*/ 11356 h 14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5" h="14543">
                  <a:moveTo>
                    <a:pt x="11263" y="11356"/>
                  </a:moveTo>
                  <a:cubicBezTo>
                    <a:pt x="15588" y="9299"/>
                    <a:pt x="12127" y="3457"/>
                    <a:pt x="11911" y="2054"/>
                  </a:cubicBezTo>
                  <a:cubicBezTo>
                    <a:pt x="10393" y="-3026"/>
                    <a:pt x="2278" y="2917"/>
                    <a:pt x="2278" y="2917"/>
                  </a:cubicBezTo>
                  <a:cubicBezTo>
                    <a:pt x="-1945" y="5083"/>
                    <a:pt x="976" y="10810"/>
                    <a:pt x="1084" y="12220"/>
                  </a:cubicBezTo>
                  <a:cubicBezTo>
                    <a:pt x="2386" y="17516"/>
                    <a:pt x="8228" y="12220"/>
                    <a:pt x="11263" y="1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6C5161AF-74FA-EFC8-A0E1-AB4944192F59}"/>
                </a:ext>
              </a:extLst>
            </p:cNvPr>
            <p:cNvSpPr/>
            <p:nvPr/>
          </p:nvSpPr>
          <p:spPr>
            <a:xfrm>
              <a:off x="2452175" y="2684911"/>
              <a:ext cx="11813" cy="12851"/>
            </a:xfrm>
            <a:custGeom>
              <a:avLst/>
              <a:gdLst>
                <a:gd name="csX0" fmla="*/ 10532 w 13623"/>
                <a:gd name="csY0" fmla="*/ 11068 h 14821"/>
                <a:gd name="csX1" fmla="*/ 13568 w 13623"/>
                <a:gd name="csY1" fmla="*/ 2959 h 14821"/>
                <a:gd name="csX2" fmla="*/ 3389 w 13623"/>
                <a:gd name="csY2" fmla="*/ 1333 h 14821"/>
                <a:gd name="csX3" fmla="*/ 36 w 13623"/>
                <a:gd name="csY3" fmla="*/ 12363 h 14821"/>
                <a:gd name="csX4" fmla="*/ 10425 w 13623"/>
                <a:gd name="csY4" fmla="*/ 11068 h 14821"/>
                <a:gd name="csX5" fmla="*/ 10532 w 13623"/>
                <a:gd name="csY5" fmla="*/ 11068 h 1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3" h="14821">
                  <a:moveTo>
                    <a:pt x="10532" y="11068"/>
                  </a:moveTo>
                  <a:cubicBezTo>
                    <a:pt x="14539" y="9124"/>
                    <a:pt x="13460" y="3930"/>
                    <a:pt x="13568" y="2959"/>
                  </a:cubicBezTo>
                  <a:cubicBezTo>
                    <a:pt x="13568" y="-2560"/>
                    <a:pt x="3389" y="1333"/>
                    <a:pt x="3389" y="1333"/>
                  </a:cubicBezTo>
                  <a:cubicBezTo>
                    <a:pt x="-1482" y="2311"/>
                    <a:pt x="468" y="9232"/>
                    <a:pt x="36" y="12363"/>
                  </a:cubicBezTo>
                  <a:cubicBezTo>
                    <a:pt x="36" y="18097"/>
                    <a:pt x="6856" y="12147"/>
                    <a:pt x="10425" y="11068"/>
                  </a:cubicBezTo>
                  <a:lnTo>
                    <a:pt x="10532" y="110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A1E034F0-A057-43F7-491D-54C26BE25B95}"/>
                </a:ext>
              </a:extLst>
            </p:cNvPr>
            <p:cNvSpPr/>
            <p:nvPr/>
          </p:nvSpPr>
          <p:spPr>
            <a:xfrm>
              <a:off x="2472418" y="2787669"/>
              <a:ext cx="11130" cy="14442"/>
            </a:xfrm>
            <a:custGeom>
              <a:avLst/>
              <a:gdLst>
                <a:gd name="csX0" fmla="*/ 11432 w 12836"/>
                <a:gd name="csY0" fmla="*/ 1564 h 16656"/>
                <a:gd name="csX1" fmla="*/ 1799 w 12836"/>
                <a:gd name="csY1" fmla="*/ 5780 h 16656"/>
                <a:gd name="csX2" fmla="*/ 935 w 12836"/>
                <a:gd name="csY2" fmla="*/ 14645 h 16656"/>
                <a:gd name="csX3" fmla="*/ 11108 w 12836"/>
                <a:gd name="csY3" fmla="*/ 10644 h 16656"/>
                <a:gd name="csX4" fmla="*/ 11432 w 12836"/>
                <a:gd name="csY4" fmla="*/ 1672 h 16656"/>
                <a:gd name="csX5" fmla="*/ 11432 w 12836"/>
                <a:gd name="csY5" fmla="*/ 1564 h 16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36" h="16656">
                  <a:moveTo>
                    <a:pt x="11432" y="1564"/>
                  </a:moveTo>
                  <a:cubicBezTo>
                    <a:pt x="9698" y="-3631"/>
                    <a:pt x="1799" y="5780"/>
                    <a:pt x="1799" y="5780"/>
                  </a:cubicBezTo>
                  <a:cubicBezTo>
                    <a:pt x="-1662" y="8809"/>
                    <a:pt x="935" y="13781"/>
                    <a:pt x="935" y="14645"/>
                  </a:cubicBezTo>
                  <a:cubicBezTo>
                    <a:pt x="2447" y="20163"/>
                    <a:pt x="7641" y="12810"/>
                    <a:pt x="11108" y="10644"/>
                  </a:cubicBezTo>
                  <a:cubicBezTo>
                    <a:pt x="14677" y="7730"/>
                    <a:pt x="11648" y="2751"/>
                    <a:pt x="11432" y="1672"/>
                  </a:cubicBezTo>
                  <a:lnTo>
                    <a:pt x="11432" y="15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169A547B-652E-752A-87D9-372C83006204}"/>
                </a:ext>
              </a:extLst>
            </p:cNvPr>
            <p:cNvSpPr/>
            <p:nvPr/>
          </p:nvSpPr>
          <p:spPr>
            <a:xfrm>
              <a:off x="2532713" y="2512637"/>
              <a:ext cx="16191" cy="7893"/>
            </a:xfrm>
            <a:custGeom>
              <a:avLst/>
              <a:gdLst>
                <a:gd name="csX0" fmla="*/ 6189 w 18673"/>
                <a:gd name="csY0" fmla="*/ 499 h 9103"/>
                <a:gd name="csX1" fmla="*/ 1096 w 18673"/>
                <a:gd name="csY1" fmla="*/ 5795 h 9103"/>
                <a:gd name="csX2" fmla="*/ 10843 w 18673"/>
                <a:gd name="csY2" fmla="*/ 8932 h 9103"/>
                <a:gd name="csX3" fmla="*/ 17549 w 18673"/>
                <a:gd name="csY3" fmla="*/ 4824 h 9103"/>
                <a:gd name="csX4" fmla="*/ 6189 w 18673"/>
                <a:gd name="csY4" fmla="*/ 499 h 9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673" h="9103">
                  <a:moveTo>
                    <a:pt x="6189" y="499"/>
                  </a:moveTo>
                  <a:cubicBezTo>
                    <a:pt x="6189" y="499"/>
                    <a:pt x="-3120" y="3204"/>
                    <a:pt x="1096" y="5795"/>
                  </a:cubicBezTo>
                  <a:cubicBezTo>
                    <a:pt x="2398" y="6449"/>
                    <a:pt x="6297" y="9904"/>
                    <a:pt x="10843" y="8932"/>
                  </a:cubicBezTo>
                  <a:cubicBezTo>
                    <a:pt x="12894" y="8176"/>
                    <a:pt x="21771" y="7744"/>
                    <a:pt x="17549" y="4824"/>
                  </a:cubicBezTo>
                  <a:cubicBezTo>
                    <a:pt x="14628" y="3312"/>
                    <a:pt x="10729" y="-1558"/>
                    <a:pt x="6189" y="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14C05C68-FB9E-5E4B-AA79-71A907F2C144}"/>
                </a:ext>
              </a:extLst>
            </p:cNvPr>
            <p:cNvSpPr/>
            <p:nvPr/>
          </p:nvSpPr>
          <p:spPr>
            <a:xfrm>
              <a:off x="2535845" y="2438241"/>
              <a:ext cx="19235" cy="11317"/>
            </a:xfrm>
            <a:custGeom>
              <a:avLst/>
              <a:gdLst>
                <a:gd name="csX0" fmla="*/ 8965 w 22183"/>
                <a:gd name="csY0" fmla="*/ 12766 h 13051"/>
                <a:gd name="csX1" fmla="*/ 21411 w 22183"/>
                <a:gd name="csY1" fmla="*/ 4764 h 13051"/>
                <a:gd name="csX2" fmla="*/ 13727 w 22183"/>
                <a:gd name="csY2" fmla="*/ 218 h 13051"/>
                <a:gd name="csX3" fmla="*/ 525 w 22183"/>
                <a:gd name="csY3" fmla="*/ 7571 h 13051"/>
                <a:gd name="csX4" fmla="*/ 8965 w 22183"/>
                <a:gd name="csY4" fmla="*/ 12766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183" h="13051">
                  <a:moveTo>
                    <a:pt x="8965" y="12766"/>
                  </a:moveTo>
                  <a:cubicBezTo>
                    <a:pt x="15353" y="9737"/>
                    <a:pt x="24986" y="9305"/>
                    <a:pt x="21411" y="4764"/>
                  </a:cubicBezTo>
                  <a:cubicBezTo>
                    <a:pt x="20223" y="3787"/>
                    <a:pt x="18166" y="-1078"/>
                    <a:pt x="13727" y="218"/>
                  </a:cubicBezTo>
                  <a:cubicBezTo>
                    <a:pt x="13727" y="218"/>
                    <a:pt x="-3158" y="3031"/>
                    <a:pt x="525" y="7571"/>
                  </a:cubicBezTo>
                  <a:cubicBezTo>
                    <a:pt x="1713" y="8657"/>
                    <a:pt x="4526" y="14385"/>
                    <a:pt x="8965" y="12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F8219A65-CB2C-1E2E-F335-B4EF87C0F7AC}"/>
                </a:ext>
              </a:extLst>
            </p:cNvPr>
            <p:cNvSpPr/>
            <p:nvPr/>
          </p:nvSpPr>
          <p:spPr>
            <a:xfrm>
              <a:off x="2520638" y="2468858"/>
              <a:ext cx="34453" cy="23519"/>
            </a:xfrm>
            <a:custGeom>
              <a:avLst/>
              <a:gdLst>
                <a:gd name="csX0" fmla="*/ 33971 w 39734"/>
                <a:gd name="csY0" fmla="*/ 7733 h 27124"/>
                <a:gd name="csX1" fmla="*/ 3446 w 39734"/>
                <a:gd name="csY1" fmla="*/ 56 h 27124"/>
                <a:gd name="csX2" fmla="*/ 93 w 39734"/>
                <a:gd name="csY2" fmla="*/ 6438 h 27124"/>
                <a:gd name="csX3" fmla="*/ 25525 w 39734"/>
                <a:gd name="csY3" fmla="*/ 26440 h 27124"/>
                <a:gd name="csX4" fmla="*/ 38625 w 39734"/>
                <a:gd name="csY4" fmla="*/ 18439 h 27124"/>
                <a:gd name="csX5" fmla="*/ 33971 w 39734"/>
                <a:gd name="csY5" fmla="*/ 7625 h 27124"/>
                <a:gd name="csX6" fmla="*/ 33971 w 39734"/>
                <a:gd name="csY6" fmla="*/ 7733 h 27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734" h="27124">
                  <a:moveTo>
                    <a:pt x="33971" y="7733"/>
                  </a:moveTo>
                  <a:cubicBezTo>
                    <a:pt x="30942" y="4164"/>
                    <a:pt x="29316" y="4596"/>
                    <a:pt x="3446" y="56"/>
                  </a:cubicBezTo>
                  <a:cubicBezTo>
                    <a:pt x="-878" y="-700"/>
                    <a:pt x="93" y="6438"/>
                    <a:pt x="93" y="6438"/>
                  </a:cubicBezTo>
                  <a:cubicBezTo>
                    <a:pt x="93" y="11302"/>
                    <a:pt x="2583" y="11734"/>
                    <a:pt x="25525" y="26440"/>
                  </a:cubicBezTo>
                  <a:cubicBezTo>
                    <a:pt x="30072" y="29361"/>
                    <a:pt x="33755" y="22224"/>
                    <a:pt x="38625" y="18439"/>
                  </a:cubicBezTo>
                  <a:cubicBezTo>
                    <a:pt x="42302" y="14871"/>
                    <a:pt x="35812" y="10438"/>
                    <a:pt x="33971" y="7625"/>
                  </a:cubicBezTo>
                  <a:lnTo>
                    <a:pt x="33971" y="77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C6DD1DD0-C4E8-BE7B-37D8-D0EC47B3055A}"/>
                </a:ext>
              </a:extLst>
            </p:cNvPr>
            <p:cNvSpPr/>
            <p:nvPr/>
          </p:nvSpPr>
          <p:spPr>
            <a:xfrm>
              <a:off x="2556288" y="2457090"/>
              <a:ext cx="28213" cy="20612"/>
            </a:xfrm>
            <a:custGeom>
              <a:avLst/>
              <a:gdLst>
                <a:gd name="csX0" fmla="*/ 14395 w 32537"/>
                <a:gd name="csY0" fmla="*/ 1626 h 23771"/>
                <a:gd name="csX1" fmla="*/ 0 w 32537"/>
                <a:gd name="csY1" fmla="*/ 0 h 23771"/>
                <a:gd name="csX2" fmla="*/ 0 w 32537"/>
                <a:gd name="csY2" fmla="*/ 4216 h 23771"/>
                <a:gd name="csX3" fmla="*/ 18618 w 32537"/>
                <a:gd name="csY3" fmla="*/ 22708 h 23771"/>
                <a:gd name="csX4" fmla="*/ 31064 w 32537"/>
                <a:gd name="csY4" fmla="*/ 19469 h 23771"/>
                <a:gd name="csX5" fmla="*/ 20238 w 32537"/>
                <a:gd name="csY5" fmla="*/ 4432 h 23771"/>
                <a:gd name="csX6" fmla="*/ 14395 w 32537"/>
                <a:gd name="csY6" fmla="*/ 1626 h 237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537" h="23771">
                  <a:moveTo>
                    <a:pt x="14395" y="1626"/>
                  </a:moveTo>
                  <a:cubicBezTo>
                    <a:pt x="14395" y="1626"/>
                    <a:pt x="324" y="0"/>
                    <a:pt x="0" y="0"/>
                  </a:cubicBezTo>
                  <a:lnTo>
                    <a:pt x="0" y="4216"/>
                  </a:lnTo>
                  <a:cubicBezTo>
                    <a:pt x="0" y="9087"/>
                    <a:pt x="3245" y="10490"/>
                    <a:pt x="18618" y="22708"/>
                  </a:cubicBezTo>
                  <a:cubicBezTo>
                    <a:pt x="22727" y="25952"/>
                    <a:pt x="27381" y="20872"/>
                    <a:pt x="31064" y="19469"/>
                  </a:cubicBezTo>
                  <a:cubicBezTo>
                    <a:pt x="35065" y="17196"/>
                    <a:pt x="30740" y="14491"/>
                    <a:pt x="20238" y="4432"/>
                  </a:cubicBezTo>
                  <a:cubicBezTo>
                    <a:pt x="18834" y="3137"/>
                    <a:pt x="16237" y="1842"/>
                    <a:pt x="14395" y="16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E5C9C79B-5EA0-FF97-1A1D-0B4D382EDB83}"/>
                </a:ext>
              </a:extLst>
            </p:cNvPr>
            <p:cNvSpPr/>
            <p:nvPr/>
          </p:nvSpPr>
          <p:spPr>
            <a:xfrm>
              <a:off x="2647370" y="2508606"/>
              <a:ext cx="23561" cy="13959"/>
            </a:xfrm>
            <a:custGeom>
              <a:avLst/>
              <a:gdLst>
                <a:gd name="csX0" fmla="*/ 18892 w 27172"/>
                <a:gd name="csY0" fmla="*/ 3745 h 16098"/>
                <a:gd name="csX1" fmla="*/ 10878 w 27172"/>
                <a:gd name="csY1" fmla="*/ 2659 h 16098"/>
                <a:gd name="csX2" fmla="*/ 58 w 27172"/>
                <a:gd name="csY2" fmla="*/ 2443 h 16098"/>
                <a:gd name="csX3" fmla="*/ 4274 w 27172"/>
                <a:gd name="csY3" fmla="*/ 10552 h 16098"/>
                <a:gd name="csX4" fmla="*/ 20295 w 27172"/>
                <a:gd name="csY4" fmla="*/ 15099 h 16098"/>
                <a:gd name="csX5" fmla="*/ 26035 w 27172"/>
                <a:gd name="csY5" fmla="*/ 6875 h 16098"/>
                <a:gd name="csX6" fmla="*/ 18892 w 27172"/>
                <a:gd name="csY6" fmla="*/ 3745 h 1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172" h="16098">
                  <a:moveTo>
                    <a:pt x="18892" y="3745"/>
                  </a:moveTo>
                  <a:cubicBezTo>
                    <a:pt x="15856" y="3745"/>
                    <a:pt x="13259" y="3415"/>
                    <a:pt x="10878" y="2659"/>
                  </a:cubicBezTo>
                  <a:cubicBezTo>
                    <a:pt x="10878" y="2659"/>
                    <a:pt x="-920" y="-3177"/>
                    <a:pt x="58" y="2443"/>
                  </a:cubicBezTo>
                  <a:cubicBezTo>
                    <a:pt x="381" y="3306"/>
                    <a:pt x="273" y="8609"/>
                    <a:pt x="4274" y="10552"/>
                  </a:cubicBezTo>
                  <a:cubicBezTo>
                    <a:pt x="13799" y="15206"/>
                    <a:pt x="16726" y="17581"/>
                    <a:pt x="20295" y="15099"/>
                  </a:cubicBezTo>
                  <a:cubicBezTo>
                    <a:pt x="22352" y="13041"/>
                    <a:pt x="30036" y="10120"/>
                    <a:pt x="26035" y="6875"/>
                  </a:cubicBezTo>
                  <a:cubicBezTo>
                    <a:pt x="25489" y="6551"/>
                    <a:pt x="22892" y="3745"/>
                    <a:pt x="18892" y="37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90B2F82D-9E3C-67B2-2DFC-9CC12AC5E2F8}"/>
                </a:ext>
              </a:extLst>
            </p:cNvPr>
            <p:cNvSpPr/>
            <p:nvPr/>
          </p:nvSpPr>
          <p:spPr>
            <a:xfrm>
              <a:off x="1734766" y="1771201"/>
              <a:ext cx="208717" cy="202468"/>
            </a:xfrm>
            <a:custGeom>
              <a:avLst/>
              <a:gdLst>
                <a:gd name="csX0" fmla="*/ 238922 w 240706"/>
                <a:gd name="csY0" fmla="*/ 141218 h 233500"/>
                <a:gd name="csX1" fmla="*/ 234375 w 240706"/>
                <a:gd name="csY1" fmla="*/ 116021 h 233500"/>
                <a:gd name="csX2" fmla="*/ 232318 w 240706"/>
                <a:gd name="csY2" fmla="*/ 109747 h 233500"/>
                <a:gd name="csX3" fmla="*/ 212728 w 240706"/>
                <a:gd name="csY3" fmla="*/ 121101 h 233500"/>
                <a:gd name="csX4" fmla="*/ 207966 w 240706"/>
                <a:gd name="csY4" fmla="*/ 120129 h 233500"/>
                <a:gd name="csX5" fmla="*/ 209591 w 240706"/>
                <a:gd name="csY5" fmla="*/ 111589 h 233500"/>
                <a:gd name="csX6" fmla="*/ 203965 w 240706"/>
                <a:gd name="csY6" fmla="*/ 97746 h 233500"/>
                <a:gd name="csX7" fmla="*/ 204181 w 240706"/>
                <a:gd name="csY7" fmla="*/ 96666 h 233500"/>
                <a:gd name="csX8" fmla="*/ 198225 w 240706"/>
                <a:gd name="csY8" fmla="*/ 87687 h 233500"/>
                <a:gd name="csX9" fmla="*/ 178635 w 240706"/>
                <a:gd name="csY9" fmla="*/ 84766 h 233500"/>
                <a:gd name="csX10" fmla="*/ 160125 w 240706"/>
                <a:gd name="csY10" fmla="*/ 90500 h 233500"/>
                <a:gd name="csX11" fmla="*/ 159585 w 240706"/>
                <a:gd name="csY11" fmla="*/ 89421 h 233500"/>
                <a:gd name="csX12" fmla="*/ 182750 w 240706"/>
                <a:gd name="csY12" fmla="*/ 61843 h 233500"/>
                <a:gd name="csX13" fmla="*/ 204397 w 240706"/>
                <a:gd name="csY13" fmla="*/ 55029 h 233500"/>
                <a:gd name="csX14" fmla="*/ 206562 w 240706"/>
                <a:gd name="csY14" fmla="*/ 48438 h 233500"/>
                <a:gd name="csX15" fmla="*/ 192815 w 240706"/>
                <a:gd name="csY15" fmla="*/ 46596 h 233500"/>
                <a:gd name="csX16" fmla="*/ 192167 w 240706"/>
                <a:gd name="csY16" fmla="*/ 39675 h 233500"/>
                <a:gd name="csX17" fmla="*/ 208397 w 240706"/>
                <a:gd name="csY17" fmla="*/ 33509 h 233500"/>
                <a:gd name="csX18" fmla="*/ 214138 w 240706"/>
                <a:gd name="csY18" fmla="*/ 26264 h 233500"/>
                <a:gd name="csX19" fmla="*/ 207426 w 240706"/>
                <a:gd name="csY19" fmla="*/ 8858 h 233500"/>
                <a:gd name="csX20" fmla="*/ 202987 w 240706"/>
                <a:gd name="csY20" fmla="*/ 8211 h 233500"/>
                <a:gd name="csX21" fmla="*/ 201692 w 240706"/>
                <a:gd name="csY21" fmla="*/ 9614 h 233500"/>
                <a:gd name="csX22" fmla="*/ 185779 w 240706"/>
                <a:gd name="csY22" fmla="*/ 8750 h 233500"/>
                <a:gd name="csX23" fmla="*/ 175930 w 240706"/>
                <a:gd name="csY23" fmla="*/ 13830 h 233500"/>
                <a:gd name="csX24" fmla="*/ 134147 w 240706"/>
                <a:gd name="csY24" fmla="*/ 25292 h 233500"/>
                <a:gd name="csX25" fmla="*/ 112830 w 240706"/>
                <a:gd name="csY25" fmla="*/ 12211 h 233500"/>
                <a:gd name="csX26" fmla="*/ 109255 w 240706"/>
                <a:gd name="csY26" fmla="*/ 3340 h 233500"/>
                <a:gd name="csX27" fmla="*/ 93564 w 240706"/>
                <a:gd name="csY27" fmla="*/ 2261 h 233500"/>
                <a:gd name="csX28" fmla="*/ 93996 w 240706"/>
                <a:gd name="csY28" fmla="*/ 7557 h 233500"/>
                <a:gd name="csX29" fmla="*/ 102543 w 240706"/>
                <a:gd name="csY29" fmla="*/ 11665 h 233500"/>
                <a:gd name="csX30" fmla="*/ 101787 w 240706"/>
                <a:gd name="csY30" fmla="*/ 19672 h 233500"/>
                <a:gd name="csX31" fmla="*/ 85442 w 240706"/>
                <a:gd name="csY31" fmla="*/ 14154 h 233500"/>
                <a:gd name="csX32" fmla="*/ 66824 w 240706"/>
                <a:gd name="csY32" fmla="*/ 14910 h 233500"/>
                <a:gd name="csX33" fmla="*/ 60011 w 240706"/>
                <a:gd name="csY33" fmla="*/ 22701 h 233500"/>
                <a:gd name="csX34" fmla="*/ 66069 w 240706"/>
                <a:gd name="csY34" fmla="*/ 26156 h 233500"/>
                <a:gd name="csX35" fmla="*/ 79169 w 240706"/>
                <a:gd name="csY35" fmla="*/ 33401 h 233500"/>
                <a:gd name="csX36" fmla="*/ 78083 w 240706"/>
                <a:gd name="csY36" fmla="*/ 43999 h 233500"/>
                <a:gd name="csX37" fmla="*/ 67802 w 240706"/>
                <a:gd name="csY37" fmla="*/ 38163 h 233500"/>
                <a:gd name="csX38" fmla="*/ 57845 w 240706"/>
                <a:gd name="csY38" fmla="*/ 35458 h 233500"/>
                <a:gd name="csX39" fmla="*/ 45399 w 240706"/>
                <a:gd name="csY39" fmla="*/ 42272 h 233500"/>
                <a:gd name="csX40" fmla="*/ 62500 w 240706"/>
                <a:gd name="csY40" fmla="*/ 62059 h 233500"/>
                <a:gd name="csX41" fmla="*/ 83061 w 240706"/>
                <a:gd name="csY41" fmla="*/ 60008 h 233500"/>
                <a:gd name="csX42" fmla="*/ 79492 w 240706"/>
                <a:gd name="csY42" fmla="*/ 70498 h 233500"/>
                <a:gd name="csX43" fmla="*/ 82521 w 240706"/>
                <a:gd name="csY43" fmla="*/ 78715 h 233500"/>
                <a:gd name="csX44" fmla="*/ 92478 w 240706"/>
                <a:gd name="csY44" fmla="*/ 80010 h 233500"/>
                <a:gd name="csX45" fmla="*/ 98434 w 240706"/>
                <a:gd name="csY45" fmla="*/ 89205 h 233500"/>
                <a:gd name="csX46" fmla="*/ 97780 w 240706"/>
                <a:gd name="csY46" fmla="*/ 94825 h 233500"/>
                <a:gd name="csX47" fmla="*/ 91075 w 240706"/>
                <a:gd name="csY47" fmla="*/ 96558 h 233500"/>
                <a:gd name="csX48" fmla="*/ 87500 w 240706"/>
                <a:gd name="csY48" fmla="*/ 97961 h 233500"/>
                <a:gd name="csX49" fmla="*/ 88586 w 240706"/>
                <a:gd name="csY49" fmla="*/ 101530 h 233500"/>
                <a:gd name="csX50" fmla="*/ 86852 w 240706"/>
                <a:gd name="csY50" fmla="*/ 107480 h 233500"/>
                <a:gd name="csX51" fmla="*/ 81442 w 240706"/>
                <a:gd name="csY51" fmla="*/ 106826 h 233500"/>
                <a:gd name="csX52" fmla="*/ 76025 w 240706"/>
                <a:gd name="csY52" fmla="*/ 104235 h 233500"/>
                <a:gd name="csX53" fmla="*/ 74298 w 240706"/>
                <a:gd name="csY53" fmla="*/ 104883 h 233500"/>
                <a:gd name="csX54" fmla="*/ 72349 w 240706"/>
                <a:gd name="csY54" fmla="*/ 109855 h 233500"/>
                <a:gd name="csX55" fmla="*/ 71047 w 240706"/>
                <a:gd name="csY55" fmla="*/ 116777 h 233500"/>
                <a:gd name="csX56" fmla="*/ 64665 w 240706"/>
                <a:gd name="csY56" fmla="*/ 116237 h 233500"/>
                <a:gd name="csX57" fmla="*/ 57083 w 240706"/>
                <a:gd name="csY57" fmla="*/ 110833 h 233500"/>
                <a:gd name="csX58" fmla="*/ 49508 w 240706"/>
                <a:gd name="csY58" fmla="*/ 107804 h 233500"/>
                <a:gd name="csX59" fmla="*/ 45615 w 240706"/>
                <a:gd name="csY59" fmla="*/ 98069 h 233500"/>
                <a:gd name="csX60" fmla="*/ 39551 w 240706"/>
                <a:gd name="csY60" fmla="*/ 93205 h 233500"/>
                <a:gd name="csX61" fmla="*/ 28838 w 240706"/>
                <a:gd name="csY61" fmla="*/ 83471 h 233500"/>
                <a:gd name="csX62" fmla="*/ 14551 w 240706"/>
                <a:gd name="csY62" fmla="*/ 80550 h 233500"/>
                <a:gd name="csX63" fmla="*/ 1019 w 240706"/>
                <a:gd name="csY63" fmla="*/ 100343 h 233500"/>
                <a:gd name="csX64" fmla="*/ 1667 w 240706"/>
                <a:gd name="csY64" fmla="*/ 112992 h 233500"/>
                <a:gd name="csX65" fmla="*/ 25479 w 240706"/>
                <a:gd name="csY65" fmla="*/ 130512 h 233500"/>
                <a:gd name="csX66" fmla="*/ 30242 w 240706"/>
                <a:gd name="csY66" fmla="*/ 141973 h 233500"/>
                <a:gd name="csX67" fmla="*/ 43450 w 240706"/>
                <a:gd name="csY67" fmla="*/ 155600 h 233500"/>
                <a:gd name="csX68" fmla="*/ 48104 w 240706"/>
                <a:gd name="csY68" fmla="*/ 151492 h 233500"/>
                <a:gd name="csX69" fmla="*/ 55788 w 240706"/>
                <a:gd name="csY69" fmla="*/ 146837 h 233500"/>
                <a:gd name="csX70" fmla="*/ 63471 w 240706"/>
                <a:gd name="csY70" fmla="*/ 156572 h 233500"/>
                <a:gd name="csX71" fmla="*/ 74076 w 240706"/>
                <a:gd name="csY71" fmla="*/ 159709 h 233500"/>
                <a:gd name="csX72" fmla="*/ 96593 w 240706"/>
                <a:gd name="csY72" fmla="*/ 186201 h 233500"/>
                <a:gd name="csX73" fmla="*/ 105362 w 240706"/>
                <a:gd name="csY73" fmla="*/ 189230 h 233500"/>
                <a:gd name="csX74" fmla="*/ 115643 w 240706"/>
                <a:gd name="csY74" fmla="*/ 205778 h 233500"/>
                <a:gd name="csX75" fmla="*/ 120405 w 240706"/>
                <a:gd name="csY75" fmla="*/ 210534 h 233500"/>
                <a:gd name="csX76" fmla="*/ 120837 w 240706"/>
                <a:gd name="csY76" fmla="*/ 210534 h 233500"/>
                <a:gd name="csX77" fmla="*/ 129168 w 240706"/>
                <a:gd name="csY77" fmla="*/ 225349 h 233500"/>
                <a:gd name="csX78" fmla="*/ 138478 w 240706"/>
                <a:gd name="csY78" fmla="*/ 225889 h 233500"/>
                <a:gd name="csX79" fmla="*/ 144974 w 240706"/>
                <a:gd name="csY79" fmla="*/ 232054 h 233500"/>
                <a:gd name="csX80" fmla="*/ 151362 w 240706"/>
                <a:gd name="csY80" fmla="*/ 233350 h 233500"/>
                <a:gd name="csX81" fmla="*/ 170628 w 240706"/>
                <a:gd name="csY81" fmla="*/ 219075 h 233500"/>
                <a:gd name="csX82" fmla="*/ 164563 w 240706"/>
                <a:gd name="csY82" fmla="*/ 209455 h 233500"/>
                <a:gd name="csX83" fmla="*/ 159045 w 240706"/>
                <a:gd name="csY83" fmla="*/ 196367 h 233500"/>
                <a:gd name="csX84" fmla="*/ 161427 w 240706"/>
                <a:gd name="csY84" fmla="*/ 192151 h 233500"/>
                <a:gd name="csX85" fmla="*/ 166945 w 240706"/>
                <a:gd name="csY85" fmla="*/ 195504 h 233500"/>
                <a:gd name="csX86" fmla="*/ 167808 w 240706"/>
                <a:gd name="csY86" fmla="*/ 200584 h 233500"/>
                <a:gd name="csX87" fmla="*/ 192599 w 240706"/>
                <a:gd name="csY87" fmla="*/ 206858 h 233500"/>
                <a:gd name="csX88" fmla="*/ 212836 w 240706"/>
                <a:gd name="csY88" fmla="*/ 201879 h 233500"/>
                <a:gd name="csX89" fmla="*/ 220196 w 240706"/>
                <a:gd name="csY89" fmla="*/ 200584 h 233500"/>
                <a:gd name="csX90" fmla="*/ 219224 w 240706"/>
                <a:gd name="csY90" fmla="*/ 194202 h 233500"/>
                <a:gd name="csX91" fmla="*/ 221821 w 240706"/>
                <a:gd name="csY91" fmla="*/ 191287 h 233500"/>
                <a:gd name="csX92" fmla="*/ 233080 w 240706"/>
                <a:gd name="csY92" fmla="*/ 185230 h 233500"/>
                <a:gd name="csX93" fmla="*/ 233080 w 240706"/>
                <a:gd name="csY93" fmla="*/ 177336 h 233500"/>
                <a:gd name="csX94" fmla="*/ 229829 w 240706"/>
                <a:gd name="csY94" fmla="*/ 172250 h 233500"/>
                <a:gd name="csX95" fmla="*/ 227555 w 240706"/>
                <a:gd name="csY95" fmla="*/ 168681 h 233500"/>
                <a:gd name="csX96" fmla="*/ 231886 w 240706"/>
                <a:gd name="csY96" fmla="*/ 165875 h 233500"/>
                <a:gd name="csX97" fmla="*/ 229505 w 240706"/>
                <a:gd name="csY97" fmla="*/ 151492 h 233500"/>
                <a:gd name="csX98" fmla="*/ 238814 w 240706"/>
                <a:gd name="csY98" fmla="*/ 140570 h 233500"/>
                <a:gd name="csX99" fmla="*/ 238922 w 240706"/>
                <a:gd name="csY99" fmla="*/ 141218 h 233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240706" h="233500">
                  <a:moveTo>
                    <a:pt x="238922" y="141218"/>
                  </a:moveTo>
                  <a:cubicBezTo>
                    <a:pt x="244770" y="137217"/>
                    <a:pt x="234375" y="127267"/>
                    <a:pt x="234375" y="116021"/>
                  </a:cubicBezTo>
                  <a:cubicBezTo>
                    <a:pt x="234483" y="116669"/>
                    <a:pt x="234483" y="111265"/>
                    <a:pt x="232318" y="109747"/>
                  </a:cubicBezTo>
                  <a:cubicBezTo>
                    <a:pt x="229613" y="107912"/>
                    <a:pt x="226476" y="111157"/>
                    <a:pt x="212728" y="121101"/>
                  </a:cubicBezTo>
                  <a:cubicBezTo>
                    <a:pt x="211109" y="122187"/>
                    <a:pt x="209052" y="121863"/>
                    <a:pt x="207966" y="120129"/>
                  </a:cubicBezTo>
                  <a:cubicBezTo>
                    <a:pt x="205584" y="116237"/>
                    <a:pt x="209375" y="112344"/>
                    <a:pt x="209591" y="111589"/>
                  </a:cubicBezTo>
                  <a:cubicBezTo>
                    <a:pt x="213490" y="105531"/>
                    <a:pt x="202340" y="105531"/>
                    <a:pt x="203965" y="97746"/>
                  </a:cubicBezTo>
                  <a:lnTo>
                    <a:pt x="204181" y="96666"/>
                  </a:lnTo>
                  <a:cubicBezTo>
                    <a:pt x="205368" y="90932"/>
                    <a:pt x="199742" y="89421"/>
                    <a:pt x="198225" y="87687"/>
                  </a:cubicBezTo>
                  <a:cubicBezTo>
                    <a:pt x="194110" y="84658"/>
                    <a:pt x="188052" y="85204"/>
                    <a:pt x="178635" y="84766"/>
                  </a:cubicBezTo>
                  <a:cubicBezTo>
                    <a:pt x="170081" y="84442"/>
                    <a:pt x="163592" y="97422"/>
                    <a:pt x="160125" y="90500"/>
                  </a:cubicBezTo>
                  <a:lnTo>
                    <a:pt x="159585" y="89421"/>
                  </a:lnTo>
                  <a:cubicBezTo>
                    <a:pt x="157204" y="84766"/>
                    <a:pt x="159801" y="84010"/>
                    <a:pt x="182750" y="61843"/>
                  </a:cubicBezTo>
                  <a:cubicBezTo>
                    <a:pt x="186210" y="58490"/>
                    <a:pt x="189347" y="58490"/>
                    <a:pt x="204397" y="55029"/>
                  </a:cubicBezTo>
                  <a:cubicBezTo>
                    <a:pt x="208505" y="54058"/>
                    <a:pt x="206562" y="49085"/>
                    <a:pt x="206562" y="48438"/>
                  </a:cubicBezTo>
                  <a:cubicBezTo>
                    <a:pt x="205368" y="42164"/>
                    <a:pt x="198225" y="46488"/>
                    <a:pt x="192815" y="46596"/>
                  </a:cubicBezTo>
                  <a:cubicBezTo>
                    <a:pt x="188376" y="47352"/>
                    <a:pt x="192059" y="40538"/>
                    <a:pt x="192167" y="39675"/>
                  </a:cubicBezTo>
                  <a:cubicBezTo>
                    <a:pt x="193894" y="35027"/>
                    <a:pt x="197253" y="35350"/>
                    <a:pt x="208397" y="33509"/>
                  </a:cubicBezTo>
                  <a:cubicBezTo>
                    <a:pt x="212728" y="32861"/>
                    <a:pt x="213598" y="27134"/>
                    <a:pt x="214138" y="26264"/>
                  </a:cubicBezTo>
                  <a:cubicBezTo>
                    <a:pt x="215757" y="21507"/>
                    <a:pt x="213376" y="19133"/>
                    <a:pt x="207426" y="8858"/>
                  </a:cubicBezTo>
                  <a:cubicBezTo>
                    <a:pt x="206346" y="7125"/>
                    <a:pt x="204289" y="6801"/>
                    <a:pt x="202987" y="8211"/>
                  </a:cubicBezTo>
                  <a:lnTo>
                    <a:pt x="201692" y="9614"/>
                  </a:lnTo>
                  <a:cubicBezTo>
                    <a:pt x="198548" y="12967"/>
                    <a:pt x="195520" y="11341"/>
                    <a:pt x="185779" y="8750"/>
                  </a:cubicBezTo>
                  <a:cubicBezTo>
                    <a:pt x="181124" y="7449"/>
                    <a:pt x="177555" y="12643"/>
                    <a:pt x="175930" y="13830"/>
                  </a:cubicBezTo>
                  <a:cubicBezTo>
                    <a:pt x="172247" y="17183"/>
                    <a:pt x="171059" y="16859"/>
                    <a:pt x="134147" y="25292"/>
                  </a:cubicBezTo>
                  <a:cubicBezTo>
                    <a:pt x="129822" y="26264"/>
                    <a:pt x="127873" y="23781"/>
                    <a:pt x="112830" y="12211"/>
                  </a:cubicBezTo>
                  <a:cubicBezTo>
                    <a:pt x="109255" y="9398"/>
                    <a:pt x="109471" y="4096"/>
                    <a:pt x="109255" y="3340"/>
                  </a:cubicBezTo>
                  <a:cubicBezTo>
                    <a:pt x="108607" y="-3150"/>
                    <a:pt x="100708" y="1721"/>
                    <a:pt x="93564" y="2261"/>
                  </a:cubicBezTo>
                  <a:cubicBezTo>
                    <a:pt x="89449" y="3016"/>
                    <a:pt x="93564" y="6909"/>
                    <a:pt x="93996" y="7557"/>
                  </a:cubicBezTo>
                  <a:cubicBezTo>
                    <a:pt x="97133" y="11341"/>
                    <a:pt x="101679" y="11341"/>
                    <a:pt x="102543" y="11665"/>
                  </a:cubicBezTo>
                  <a:cubicBezTo>
                    <a:pt x="107090" y="12535"/>
                    <a:pt x="102219" y="18479"/>
                    <a:pt x="101787" y="19672"/>
                  </a:cubicBezTo>
                  <a:cubicBezTo>
                    <a:pt x="98758" y="25184"/>
                    <a:pt x="92694" y="17615"/>
                    <a:pt x="85442" y="14154"/>
                  </a:cubicBezTo>
                  <a:cubicBezTo>
                    <a:pt x="81442" y="11671"/>
                    <a:pt x="77651" y="13075"/>
                    <a:pt x="66824" y="14910"/>
                  </a:cubicBezTo>
                  <a:cubicBezTo>
                    <a:pt x="62392" y="15672"/>
                    <a:pt x="60658" y="21615"/>
                    <a:pt x="60011" y="22701"/>
                  </a:cubicBezTo>
                  <a:cubicBezTo>
                    <a:pt x="57629" y="27565"/>
                    <a:pt x="64881" y="25940"/>
                    <a:pt x="66069" y="26156"/>
                  </a:cubicBezTo>
                  <a:cubicBezTo>
                    <a:pt x="70507" y="26156"/>
                    <a:pt x="73968" y="29508"/>
                    <a:pt x="79169" y="33401"/>
                  </a:cubicBezTo>
                  <a:cubicBezTo>
                    <a:pt x="83169" y="36430"/>
                    <a:pt x="78622" y="42056"/>
                    <a:pt x="78083" y="43999"/>
                  </a:cubicBezTo>
                  <a:cubicBezTo>
                    <a:pt x="75594" y="49409"/>
                    <a:pt x="71047" y="40862"/>
                    <a:pt x="67802" y="38163"/>
                  </a:cubicBezTo>
                  <a:cubicBezTo>
                    <a:pt x="64335" y="34487"/>
                    <a:pt x="59249" y="35674"/>
                    <a:pt x="57845" y="35458"/>
                  </a:cubicBezTo>
                  <a:cubicBezTo>
                    <a:pt x="53407" y="35458"/>
                    <a:pt x="49832" y="38919"/>
                    <a:pt x="45399" y="42272"/>
                  </a:cubicBezTo>
                  <a:cubicBezTo>
                    <a:pt x="41500" y="45193"/>
                    <a:pt x="45615" y="47136"/>
                    <a:pt x="62500" y="62059"/>
                  </a:cubicBezTo>
                  <a:cubicBezTo>
                    <a:pt x="65961" y="65088"/>
                    <a:pt x="68558" y="63576"/>
                    <a:pt x="83061" y="60008"/>
                  </a:cubicBezTo>
                  <a:cubicBezTo>
                    <a:pt x="88147" y="58706"/>
                    <a:pt x="81442" y="66599"/>
                    <a:pt x="79492" y="70498"/>
                  </a:cubicBezTo>
                  <a:cubicBezTo>
                    <a:pt x="76787" y="74930"/>
                    <a:pt x="81982" y="77851"/>
                    <a:pt x="82521" y="78715"/>
                  </a:cubicBezTo>
                  <a:cubicBezTo>
                    <a:pt x="86528" y="82607"/>
                    <a:pt x="89449" y="75254"/>
                    <a:pt x="92478" y="80010"/>
                  </a:cubicBezTo>
                  <a:lnTo>
                    <a:pt x="98434" y="89205"/>
                  </a:lnTo>
                  <a:cubicBezTo>
                    <a:pt x="99514" y="90932"/>
                    <a:pt x="99298" y="93529"/>
                    <a:pt x="97780" y="94825"/>
                  </a:cubicBezTo>
                  <a:cubicBezTo>
                    <a:pt x="98326" y="94501"/>
                    <a:pt x="94536" y="98285"/>
                    <a:pt x="91075" y="96558"/>
                  </a:cubicBezTo>
                  <a:cubicBezTo>
                    <a:pt x="91722" y="96558"/>
                    <a:pt x="86096" y="93313"/>
                    <a:pt x="87500" y="97961"/>
                  </a:cubicBezTo>
                  <a:lnTo>
                    <a:pt x="88586" y="101530"/>
                  </a:lnTo>
                  <a:cubicBezTo>
                    <a:pt x="89233" y="103588"/>
                    <a:pt x="88478" y="106286"/>
                    <a:pt x="86852" y="107480"/>
                  </a:cubicBezTo>
                  <a:cubicBezTo>
                    <a:pt x="87392" y="107372"/>
                    <a:pt x="83493" y="110503"/>
                    <a:pt x="81442" y="106826"/>
                  </a:cubicBezTo>
                  <a:cubicBezTo>
                    <a:pt x="82090" y="107372"/>
                    <a:pt x="79384" y="102933"/>
                    <a:pt x="76025" y="104235"/>
                  </a:cubicBezTo>
                  <a:lnTo>
                    <a:pt x="74298" y="104883"/>
                  </a:lnTo>
                  <a:cubicBezTo>
                    <a:pt x="72457" y="105531"/>
                    <a:pt x="71587" y="107804"/>
                    <a:pt x="72349" y="109855"/>
                  </a:cubicBezTo>
                  <a:cubicBezTo>
                    <a:pt x="72349" y="109207"/>
                    <a:pt x="74514" y="114725"/>
                    <a:pt x="71047" y="116777"/>
                  </a:cubicBezTo>
                  <a:cubicBezTo>
                    <a:pt x="71695" y="116669"/>
                    <a:pt x="67370" y="119374"/>
                    <a:pt x="64665" y="116237"/>
                  </a:cubicBezTo>
                  <a:cubicBezTo>
                    <a:pt x="65313" y="116777"/>
                    <a:pt x="59687" y="109207"/>
                    <a:pt x="57083" y="110833"/>
                  </a:cubicBezTo>
                  <a:cubicBezTo>
                    <a:pt x="54594" y="112344"/>
                    <a:pt x="50270" y="108236"/>
                    <a:pt x="49508" y="107804"/>
                  </a:cubicBezTo>
                  <a:cubicBezTo>
                    <a:pt x="45723" y="104991"/>
                    <a:pt x="45939" y="99149"/>
                    <a:pt x="45615" y="98069"/>
                  </a:cubicBezTo>
                  <a:cubicBezTo>
                    <a:pt x="44961" y="92989"/>
                    <a:pt x="40091" y="93529"/>
                    <a:pt x="39551" y="93205"/>
                  </a:cubicBezTo>
                  <a:cubicBezTo>
                    <a:pt x="35220" y="92558"/>
                    <a:pt x="32731" y="88227"/>
                    <a:pt x="28838" y="83471"/>
                  </a:cubicBezTo>
                  <a:cubicBezTo>
                    <a:pt x="25263" y="79038"/>
                    <a:pt x="19098" y="80982"/>
                    <a:pt x="14551" y="80550"/>
                  </a:cubicBezTo>
                  <a:cubicBezTo>
                    <a:pt x="10112" y="80550"/>
                    <a:pt x="9027" y="84658"/>
                    <a:pt x="1019" y="100343"/>
                  </a:cubicBezTo>
                  <a:cubicBezTo>
                    <a:pt x="-1470" y="105207"/>
                    <a:pt x="1343" y="110833"/>
                    <a:pt x="1667" y="112992"/>
                  </a:cubicBezTo>
                  <a:cubicBezTo>
                    <a:pt x="2969" y="117970"/>
                    <a:pt x="5026" y="118294"/>
                    <a:pt x="25479" y="130512"/>
                  </a:cubicBezTo>
                  <a:cubicBezTo>
                    <a:pt x="29810" y="133109"/>
                    <a:pt x="29486" y="139592"/>
                    <a:pt x="30242" y="141973"/>
                  </a:cubicBezTo>
                  <a:cubicBezTo>
                    <a:pt x="31220" y="147276"/>
                    <a:pt x="35544" y="149543"/>
                    <a:pt x="43450" y="155600"/>
                  </a:cubicBezTo>
                  <a:cubicBezTo>
                    <a:pt x="47019" y="158413"/>
                    <a:pt x="47666" y="152248"/>
                    <a:pt x="48104" y="151492"/>
                  </a:cubicBezTo>
                  <a:cubicBezTo>
                    <a:pt x="49616" y="146406"/>
                    <a:pt x="54924" y="147168"/>
                    <a:pt x="55788" y="146837"/>
                  </a:cubicBezTo>
                  <a:cubicBezTo>
                    <a:pt x="60874" y="146190"/>
                    <a:pt x="61846" y="153651"/>
                    <a:pt x="63471" y="156572"/>
                  </a:cubicBezTo>
                  <a:cubicBezTo>
                    <a:pt x="65745" y="161760"/>
                    <a:pt x="71587" y="159385"/>
                    <a:pt x="74076" y="159709"/>
                  </a:cubicBezTo>
                  <a:cubicBezTo>
                    <a:pt x="78622" y="159493"/>
                    <a:pt x="79384" y="162090"/>
                    <a:pt x="96593" y="186201"/>
                  </a:cubicBezTo>
                  <a:cubicBezTo>
                    <a:pt x="99514" y="190310"/>
                    <a:pt x="104492" y="189122"/>
                    <a:pt x="105362" y="189230"/>
                  </a:cubicBezTo>
                  <a:cubicBezTo>
                    <a:pt x="109687" y="189230"/>
                    <a:pt x="110557" y="193554"/>
                    <a:pt x="115643" y="205778"/>
                  </a:cubicBezTo>
                  <a:cubicBezTo>
                    <a:pt x="116399" y="207721"/>
                    <a:pt x="118564" y="209887"/>
                    <a:pt x="120405" y="210534"/>
                  </a:cubicBezTo>
                  <a:lnTo>
                    <a:pt x="120837" y="210534"/>
                  </a:lnTo>
                  <a:cubicBezTo>
                    <a:pt x="124736" y="212046"/>
                    <a:pt x="125492" y="215722"/>
                    <a:pt x="129168" y="225349"/>
                  </a:cubicBezTo>
                  <a:cubicBezTo>
                    <a:pt x="131118" y="230645"/>
                    <a:pt x="136420" y="226212"/>
                    <a:pt x="138478" y="225889"/>
                  </a:cubicBezTo>
                  <a:cubicBezTo>
                    <a:pt x="143240" y="224047"/>
                    <a:pt x="140103" y="230969"/>
                    <a:pt x="144974" y="232054"/>
                  </a:cubicBezTo>
                  <a:lnTo>
                    <a:pt x="151362" y="233350"/>
                  </a:lnTo>
                  <a:cubicBezTo>
                    <a:pt x="155686" y="234213"/>
                    <a:pt x="157312" y="231623"/>
                    <a:pt x="170628" y="219075"/>
                  </a:cubicBezTo>
                  <a:cubicBezTo>
                    <a:pt x="174628" y="215290"/>
                    <a:pt x="166945" y="212154"/>
                    <a:pt x="164563" y="209455"/>
                  </a:cubicBezTo>
                  <a:cubicBezTo>
                    <a:pt x="160448" y="206102"/>
                    <a:pt x="160125" y="199612"/>
                    <a:pt x="159045" y="196367"/>
                  </a:cubicBezTo>
                  <a:cubicBezTo>
                    <a:pt x="158505" y="194202"/>
                    <a:pt x="159585" y="192367"/>
                    <a:pt x="161427" y="192151"/>
                  </a:cubicBezTo>
                  <a:cubicBezTo>
                    <a:pt x="160887" y="191935"/>
                    <a:pt x="166081" y="190957"/>
                    <a:pt x="166945" y="195504"/>
                  </a:cubicBezTo>
                  <a:lnTo>
                    <a:pt x="167808" y="200584"/>
                  </a:lnTo>
                  <a:cubicBezTo>
                    <a:pt x="168786" y="205886"/>
                    <a:pt x="172355" y="204908"/>
                    <a:pt x="192599" y="206858"/>
                  </a:cubicBezTo>
                  <a:cubicBezTo>
                    <a:pt x="200930" y="207613"/>
                    <a:pt x="208073" y="196583"/>
                    <a:pt x="212836" y="201879"/>
                  </a:cubicBezTo>
                  <a:cubicBezTo>
                    <a:pt x="215979" y="205448"/>
                    <a:pt x="221066" y="205886"/>
                    <a:pt x="220196" y="200584"/>
                  </a:cubicBezTo>
                  <a:lnTo>
                    <a:pt x="219224" y="194202"/>
                  </a:lnTo>
                  <a:cubicBezTo>
                    <a:pt x="218900" y="192043"/>
                    <a:pt x="220088" y="190741"/>
                    <a:pt x="221821" y="191287"/>
                  </a:cubicBezTo>
                  <a:cubicBezTo>
                    <a:pt x="220196" y="191065"/>
                    <a:pt x="233080" y="195072"/>
                    <a:pt x="233080" y="185230"/>
                  </a:cubicBezTo>
                  <a:lnTo>
                    <a:pt x="233080" y="177336"/>
                  </a:lnTo>
                  <a:cubicBezTo>
                    <a:pt x="233080" y="175063"/>
                    <a:pt x="231670" y="172790"/>
                    <a:pt x="229829" y="172250"/>
                  </a:cubicBezTo>
                  <a:cubicBezTo>
                    <a:pt x="230483" y="172682"/>
                    <a:pt x="223771" y="171063"/>
                    <a:pt x="227555" y="168681"/>
                  </a:cubicBezTo>
                  <a:lnTo>
                    <a:pt x="231886" y="165875"/>
                  </a:lnTo>
                  <a:cubicBezTo>
                    <a:pt x="236433" y="162846"/>
                    <a:pt x="230915" y="156248"/>
                    <a:pt x="229505" y="151492"/>
                  </a:cubicBezTo>
                  <a:cubicBezTo>
                    <a:pt x="227123" y="145866"/>
                    <a:pt x="235023" y="143815"/>
                    <a:pt x="238814" y="140570"/>
                  </a:cubicBezTo>
                  <a:lnTo>
                    <a:pt x="238922" y="1412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249ECE92-E4E8-E694-290C-342A7D5DC051}"/>
                </a:ext>
              </a:extLst>
            </p:cNvPr>
            <p:cNvSpPr/>
            <p:nvPr/>
          </p:nvSpPr>
          <p:spPr>
            <a:xfrm>
              <a:off x="1925570" y="1852320"/>
              <a:ext cx="9427" cy="11928"/>
            </a:xfrm>
            <a:custGeom>
              <a:avLst/>
              <a:gdLst>
                <a:gd name="csX0" fmla="*/ 7074 w 10872"/>
                <a:gd name="csY0" fmla="*/ 13498 h 13756"/>
                <a:gd name="csX1" fmla="*/ 10865 w 10872"/>
                <a:gd name="csY1" fmla="*/ 1922 h 13756"/>
                <a:gd name="csX2" fmla="*/ 1016 w 10872"/>
                <a:gd name="csY2" fmla="*/ 7440 h 13756"/>
                <a:gd name="csX3" fmla="*/ 7074 w 10872"/>
                <a:gd name="csY3" fmla="*/ 13606 h 13756"/>
                <a:gd name="csX4" fmla="*/ 7074 w 10872"/>
                <a:gd name="csY4" fmla="*/ 13498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2" h="13756">
                  <a:moveTo>
                    <a:pt x="7074" y="13498"/>
                  </a:moveTo>
                  <a:cubicBezTo>
                    <a:pt x="11836" y="15441"/>
                    <a:pt x="10217" y="5928"/>
                    <a:pt x="10865" y="1922"/>
                  </a:cubicBezTo>
                  <a:cubicBezTo>
                    <a:pt x="11188" y="-4562"/>
                    <a:pt x="1016" y="7440"/>
                    <a:pt x="1016" y="7440"/>
                  </a:cubicBezTo>
                  <a:cubicBezTo>
                    <a:pt x="-2775" y="11116"/>
                    <a:pt x="5124" y="12304"/>
                    <a:pt x="7074" y="13606"/>
                  </a:cubicBezTo>
                  <a:lnTo>
                    <a:pt x="7074" y="13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63E0920-EFAF-113C-75EB-BCB3F112A987}"/>
                </a:ext>
              </a:extLst>
            </p:cNvPr>
            <p:cNvSpPr/>
            <p:nvPr/>
          </p:nvSpPr>
          <p:spPr>
            <a:xfrm>
              <a:off x="1918036" y="1831529"/>
              <a:ext cx="15191" cy="16837"/>
            </a:xfrm>
            <a:custGeom>
              <a:avLst/>
              <a:gdLst>
                <a:gd name="csX0" fmla="*/ 2231 w 17519"/>
                <a:gd name="csY0" fmla="*/ 1356 h 19417"/>
                <a:gd name="csX1" fmla="*/ 13382 w 17519"/>
                <a:gd name="csY1" fmla="*/ 18329 h 19417"/>
                <a:gd name="csX2" fmla="*/ 2231 w 17519"/>
                <a:gd name="csY2" fmla="*/ 1356 h 19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519" h="19417">
                  <a:moveTo>
                    <a:pt x="2231" y="1356"/>
                  </a:moveTo>
                  <a:cubicBezTo>
                    <a:pt x="-3719" y="5464"/>
                    <a:pt x="2993" y="24063"/>
                    <a:pt x="13382" y="18329"/>
                  </a:cubicBezTo>
                  <a:cubicBezTo>
                    <a:pt x="24316" y="12278"/>
                    <a:pt x="11108" y="-4918"/>
                    <a:pt x="2231" y="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D94E51D-12F8-371A-298F-4878279A0280}"/>
                </a:ext>
              </a:extLst>
            </p:cNvPr>
            <p:cNvSpPr/>
            <p:nvPr/>
          </p:nvSpPr>
          <p:spPr>
            <a:xfrm>
              <a:off x="1841322" y="1756499"/>
              <a:ext cx="56865" cy="24326"/>
            </a:xfrm>
            <a:custGeom>
              <a:avLst/>
              <a:gdLst>
                <a:gd name="csX0" fmla="*/ 0 w 65580"/>
                <a:gd name="csY0" fmla="*/ 19756 h 28054"/>
                <a:gd name="csX1" fmla="*/ 18186 w 65580"/>
                <a:gd name="csY1" fmla="*/ 27973 h 28054"/>
                <a:gd name="csX2" fmla="*/ 46761 w 65580"/>
                <a:gd name="csY2" fmla="*/ 22138 h 28054"/>
                <a:gd name="csX3" fmla="*/ 64833 w 65580"/>
                <a:gd name="csY3" fmla="*/ 5481 h 28054"/>
                <a:gd name="csX4" fmla="*/ 57798 w 65580"/>
                <a:gd name="csY4" fmla="*/ 186 h 28054"/>
                <a:gd name="csX5" fmla="*/ 0 w 65580"/>
                <a:gd name="csY5" fmla="*/ 17483 h 28054"/>
                <a:gd name="csX6" fmla="*/ 0 w 65580"/>
                <a:gd name="csY6" fmla="*/ 19756 h 28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5580" h="28054">
                  <a:moveTo>
                    <a:pt x="0" y="19756"/>
                  </a:moveTo>
                  <a:cubicBezTo>
                    <a:pt x="8122" y="23973"/>
                    <a:pt x="12662" y="28735"/>
                    <a:pt x="18186" y="27973"/>
                  </a:cubicBezTo>
                  <a:cubicBezTo>
                    <a:pt x="36366" y="25274"/>
                    <a:pt x="42538" y="24944"/>
                    <a:pt x="46761" y="22138"/>
                  </a:cubicBezTo>
                  <a:cubicBezTo>
                    <a:pt x="63208" y="11108"/>
                    <a:pt x="67539" y="9914"/>
                    <a:pt x="64833" y="5481"/>
                  </a:cubicBezTo>
                  <a:cubicBezTo>
                    <a:pt x="64294" y="4834"/>
                    <a:pt x="62128" y="-1116"/>
                    <a:pt x="57798" y="186"/>
                  </a:cubicBezTo>
                  <a:lnTo>
                    <a:pt x="0" y="17483"/>
                  </a:lnTo>
                  <a:lnTo>
                    <a:pt x="0" y="19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83F7C4A9-372C-1983-7E15-B809CB04EE78}"/>
                </a:ext>
              </a:extLst>
            </p:cNvPr>
            <p:cNvSpPr/>
            <p:nvPr/>
          </p:nvSpPr>
          <p:spPr>
            <a:xfrm>
              <a:off x="1892362" y="1719957"/>
              <a:ext cx="19342" cy="17844"/>
            </a:xfrm>
            <a:custGeom>
              <a:avLst/>
              <a:gdLst>
                <a:gd name="csX0" fmla="*/ 12575 w 22307"/>
                <a:gd name="csY0" fmla="*/ 18534 h 20579"/>
                <a:gd name="csX1" fmla="*/ 20474 w 22307"/>
                <a:gd name="csY1" fmla="*/ 1453 h 20579"/>
                <a:gd name="csX2" fmla="*/ 8244 w 22307"/>
                <a:gd name="csY2" fmla="*/ 2316 h 20579"/>
                <a:gd name="csX3" fmla="*/ 1646 w 22307"/>
                <a:gd name="csY3" fmla="*/ 17455 h 20579"/>
                <a:gd name="csX4" fmla="*/ 12575 w 22307"/>
                <a:gd name="csY4" fmla="*/ 18642 h 20579"/>
                <a:gd name="csX5" fmla="*/ 12575 w 22307"/>
                <a:gd name="csY5" fmla="*/ 18534 h 20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307" h="20579">
                  <a:moveTo>
                    <a:pt x="12575" y="18534"/>
                  </a:moveTo>
                  <a:cubicBezTo>
                    <a:pt x="20912" y="6425"/>
                    <a:pt x="24913" y="2424"/>
                    <a:pt x="20474" y="1453"/>
                  </a:cubicBezTo>
                  <a:cubicBezTo>
                    <a:pt x="20474" y="1453"/>
                    <a:pt x="11495" y="-2332"/>
                    <a:pt x="8244" y="2316"/>
                  </a:cubicBezTo>
                  <a:cubicBezTo>
                    <a:pt x="4567" y="8698"/>
                    <a:pt x="-3446" y="14965"/>
                    <a:pt x="1646" y="17455"/>
                  </a:cubicBezTo>
                  <a:cubicBezTo>
                    <a:pt x="4459" y="18210"/>
                    <a:pt x="9330" y="23290"/>
                    <a:pt x="12575" y="18642"/>
                  </a:cubicBezTo>
                  <a:lnTo>
                    <a:pt x="12575" y="185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4678CE58-2DCA-C1B8-A913-F33159F60FFB}"/>
                </a:ext>
              </a:extLst>
            </p:cNvPr>
            <p:cNvSpPr/>
            <p:nvPr/>
          </p:nvSpPr>
          <p:spPr>
            <a:xfrm>
              <a:off x="1874252" y="1707221"/>
              <a:ext cx="10809" cy="9836"/>
            </a:xfrm>
            <a:custGeom>
              <a:avLst/>
              <a:gdLst>
                <a:gd name="csX0" fmla="*/ 12467 w 12466"/>
                <a:gd name="csY0" fmla="*/ 7270 h 11344"/>
                <a:gd name="csX1" fmla="*/ 12467 w 12466"/>
                <a:gd name="csY1" fmla="*/ 6083 h 11344"/>
                <a:gd name="csX2" fmla="*/ 9222 w 12466"/>
                <a:gd name="csY2" fmla="*/ 1111 h 11344"/>
                <a:gd name="csX3" fmla="*/ 1100 w 12466"/>
                <a:gd name="csY3" fmla="*/ 2946 h 11344"/>
                <a:gd name="csX4" fmla="*/ 2510 w 12466"/>
                <a:gd name="csY4" fmla="*/ 11271 h 11344"/>
                <a:gd name="csX5" fmla="*/ 12467 w 12466"/>
                <a:gd name="csY5" fmla="*/ 7270 h 11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66" h="11344">
                  <a:moveTo>
                    <a:pt x="12467" y="7270"/>
                  </a:moveTo>
                  <a:lnTo>
                    <a:pt x="12467" y="6083"/>
                  </a:lnTo>
                  <a:cubicBezTo>
                    <a:pt x="12467" y="3809"/>
                    <a:pt x="10949" y="1650"/>
                    <a:pt x="9222" y="1111"/>
                  </a:cubicBezTo>
                  <a:cubicBezTo>
                    <a:pt x="7812" y="1111"/>
                    <a:pt x="2402" y="-2350"/>
                    <a:pt x="1100" y="2946"/>
                  </a:cubicBezTo>
                  <a:cubicBezTo>
                    <a:pt x="1100" y="4349"/>
                    <a:pt x="-2145" y="11271"/>
                    <a:pt x="2510" y="11271"/>
                  </a:cubicBezTo>
                  <a:cubicBezTo>
                    <a:pt x="5431" y="10731"/>
                    <a:pt x="12467" y="13220"/>
                    <a:pt x="12467" y="7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5C3198F6-E1D7-73A7-CAD9-C987CC5DA299}"/>
                </a:ext>
              </a:extLst>
            </p:cNvPr>
            <p:cNvSpPr/>
            <p:nvPr/>
          </p:nvSpPr>
          <p:spPr>
            <a:xfrm>
              <a:off x="1859425" y="1740266"/>
              <a:ext cx="15312" cy="8500"/>
            </a:xfrm>
            <a:custGeom>
              <a:avLst/>
              <a:gdLst>
                <a:gd name="csX0" fmla="*/ 5862 w 17659"/>
                <a:gd name="csY0" fmla="*/ 1063 h 9803"/>
                <a:gd name="csX1" fmla="*/ 1747 w 17659"/>
                <a:gd name="csY1" fmla="*/ 9712 h 9803"/>
                <a:gd name="csX2" fmla="*/ 16688 w 17659"/>
                <a:gd name="csY2" fmla="*/ 7007 h 9803"/>
                <a:gd name="csX3" fmla="*/ 5862 w 17659"/>
                <a:gd name="csY3" fmla="*/ 1063 h 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659" h="9803">
                  <a:moveTo>
                    <a:pt x="5862" y="1063"/>
                  </a:moveTo>
                  <a:cubicBezTo>
                    <a:pt x="4128" y="3546"/>
                    <a:pt x="-3339" y="9712"/>
                    <a:pt x="1747" y="9712"/>
                  </a:cubicBezTo>
                  <a:cubicBezTo>
                    <a:pt x="14631" y="9712"/>
                    <a:pt x="20041" y="10575"/>
                    <a:pt x="16688" y="7007"/>
                  </a:cubicBezTo>
                  <a:cubicBezTo>
                    <a:pt x="16688" y="7007"/>
                    <a:pt x="9653" y="-3261"/>
                    <a:pt x="5862" y="10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7BC77782-75CA-4DCB-1E7D-A057D0B7B982}"/>
                </a:ext>
              </a:extLst>
            </p:cNvPr>
            <p:cNvSpPr/>
            <p:nvPr/>
          </p:nvSpPr>
          <p:spPr>
            <a:xfrm>
              <a:off x="2821257" y="2704892"/>
              <a:ext cx="12145" cy="11071"/>
            </a:xfrm>
            <a:custGeom>
              <a:avLst/>
              <a:gdLst>
                <a:gd name="csX0" fmla="*/ 11660 w 14007"/>
                <a:gd name="csY0" fmla="*/ 133 h 12768"/>
                <a:gd name="csX1" fmla="*/ 947 w 14007"/>
                <a:gd name="csY1" fmla="*/ 6299 h 12768"/>
                <a:gd name="csX2" fmla="*/ 2458 w 14007"/>
                <a:gd name="csY2" fmla="*/ 12680 h 12768"/>
                <a:gd name="csX3" fmla="*/ 12523 w 14007"/>
                <a:gd name="csY3" fmla="*/ 7270 h 12768"/>
                <a:gd name="csX4" fmla="*/ 11660 w 14007"/>
                <a:gd name="csY4" fmla="*/ 133 h 12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07" h="12768">
                  <a:moveTo>
                    <a:pt x="11660" y="133"/>
                  </a:moveTo>
                  <a:cubicBezTo>
                    <a:pt x="8415" y="1434"/>
                    <a:pt x="2242" y="1003"/>
                    <a:pt x="947" y="6299"/>
                  </a:cubicBezTo>
                  <a:cubicBezTo>
                    <a:pt x="947" y="6299"/>
                    <a:pt x="-1980" y="13652"/>
                    <a:pt x="2458" y="12680"/>
                  </a:cubicBezTo>
                  <a:cubicBezTo>
                    <a:pt x="4948" y="11709"/>
                    <a:pt x="10904" y="12356"/>
                    <a:pt x="12523" y="7270"/>
                  </a:cubicBezTo>
                  <a:cubicBezTo>
                    <a:pt x="12631" y="6083"/>
                    <a:pt x="16314" y="-1055"/>
                    <a:pt x="11660" y="1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03AE2B10-7C49-13B8-0956-470FC729A368}"/>
                </a:ext>
              </a:extLst>
            </p:cNvPr>
            <p:cNvSpPr/>
            <p:nvPr/>
          </p:nvSpPr>
          <p:spPr>
            <a:xfrm>
              <a:off x="2846679" y="2628332"/>
              <a:ext cx="21241" cy="24090"/>
            </a:xfrm>
            <a:custGeom>
              <a:avLst/>
              <a:gdLst>
                <a:gd name="csX0" fmla="*/ 5392 w 24497"/>
                <a:gd name="csY0" fmla="*/ 3649 h 27782"/>
                <a:gd name="csX1" fmla="*/ 630 w 24497"/>
                <a:gd name="csY1" fmla="*/ 23118 h 27782"/>
                <a:gd name="csX2" fmla="*/ 6040 w 24497"/>
                <a:gd name="csY2" fmla="*/ 27334 h 27782"/>
                <a:gd name="csX3" fmla="*/ 21629 w 24497"/>
                <a:gd name="csY3" fmla="*/ 16412 h 27782"/>
                <a:gd name="csX4" fmla="*/ 23032 w 24497"/>
                <a:gd name="csY4" fmla="*/ 4842 h 27782"/>
                <a:gd name="csX5" fmla="*/ 14809 w 24497"/>
                <a:gd name="csY5" fmla="*/ 188 h 27782"/>
                <a:gd name="csX6" fmla="*/ 5500 w 24497"/>
                <a:gd name="csY6" fmla="*/ 3649 h 27782"/>
                <a:gd name="csX7" fmla="*/ 5392 w 24497"/>
                <a:gd name="csY7" fmla="*/ 3649 h 27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97" h="27782">
                  <a:moveTo>
                    <a:pt x="5392" y="3649"/>
                  </a:moveTo>
                  <a:cubicBezTo>
                    <a:pt x="1169" y="14571"/>
                    <a:pt x="-1212" y="18679"/>
                    <a:pt x="630" y="23118"/>
                  </a:cubicBezTo>
                  <a:cubicBezTo>
                    <a:pt x="1061" y="23765"/>
                    <a:pt x="2147" y="29385"/>
                    <a:pt x="6040" y="27334"/>
                  </a:cubicBezTo>
                  <a:cubicBezTo>
                    <a:pt x="15349" y="22356"/>
                    <a:pt x="19680" y="20844"/>
                    <a:pt x="21629" y="16412"/>
                  </a:cubicBezTo>
                  <a:cubicBezTo>
                    <a:pt x="22385" y="13707"/>
                    <a:pt x="26715" y="8411"/>
                    <a:pt x="23032" y="4842"/>
                  </a:cubicBezTo>
                  <a:cubicBezTo>
                    <a:pt x="22277" y="4296"/>
                    <a:pt x="19248" y="188"/>
                    <a:pt x="14809" y="188"/>
                  </a:cubicBezTo>
                  <a:cubicBezTo>
                    <a:pt x="14809" y="188"/>
                    <a:pt x="7342" y="-1216"/>
                    <a:pt x="5500" y="3649"/>
                  </a:cubicBezTo>
                  <a:lnTo>
                    <a:pt x="5392" y="3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AFCE0808-C72B-F4E1-23A5-C202F35BFD66}"/>
                </a:ext>
              </a:extLst>
            </p:cNvPr>
            <p:cNvSpPr/>
            <p:nvPr/>
          </p:nvSpPr>
          <p:spPr>
            <a:xfrm>
              <a:off x="2966001" y="2618933"/>
              <a:ext cx="8149" cy="9571"/>
            </a:xfrm>
            <a:custGeom>
              <a:avLst/>
              <a:gdLst>
                <a:gd name="csX0" fmla="*/ 5996 w 9398"/>
                <a:gd name="csY0" fmla="*/ 105 h 11038"/>
                <a:gd name="csX1" fmla="*/ 46 w 9398"/>
                <a:gd name="csY1" fmla="*/ 3782 h 11038"/>
                <a:gd name="csX2" fmla="*/ 3398 w 9398"/>
                <a:gd name="csY2" fmla="*/ 11027 h 11038"/>
                <a:gd name="csX3" fmla="*/ 9355 w 9398"/>
                <a:gd name="csY3" fmla="*/ 7351 h 11038"/>
                <a:gd name="csX4" fmla="*/ 5996 w 9398"/>
                <a:gd name="csY4" fmla="*/ 105 h 11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98" h="11038">
                  <a:moveTo>
                    <a:pt x="5996" y="105"/>
                  </a:moveTo>
                  <a:cubicBezTo>
                    <a:pt x="5996" y="105"/>
                    <a:pt x="46" y="-974"/>
                    <a:pt x="46" y="3782"/>
                  </a:cubicBezTo>
                  <a:cubicBezTo>
                    <a:pt x="262" y="4868"/>
                    <a:pt x="-1148" y="11027"/>
                    <a:pt x="3398" y="11027"/>
                  </a:cubicBezTo>
                  <a:cubicBezTo>
                    <a:pt x="4053" y="10811"/>
                    <a:pt x="9355" y="12113"/>
                    <a:pt x="9355" y="7351"/>
                  </a:cubicBezTo>
                  <a:cubicBezTo>
                    <a:pt x="9139" y="6271"/>
                    <a:pt x="10542" y="105"/>
                    <a:pt x="5996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B34965F8-60C9-232D-4178-DC082D197AE2}"/>
                </a:ext>
              </a:extLst>
            </p:cNvPr>
            <p:cNvSpPr/>
            <p:nvPr/>
          </p:nvSpPr>
          <p:spPr>
            <a:xfrm>
              <a:off x="2945995" y="2570681"/>
              <a:ext cx="26245" cy="21689"/>
            </a:xfrm>
            <a:custGeom>
              <a:avLst/>
              <a:gdLst>
                <a:gd name="csX0" fmla="*/ 500 w 30267"/>
                <a:gd name="csY0" fmla="*/ 3416 h 25013"/>
                <a:gd name="csX1" fmla="*/ 16737 w 30267"/>
                <a:gd name="csY1" fmla="*/ 20504 h 25013"/>
                <a:gd name="csX2" fmla="*/ 17277 w 30267"/>
                <a:gd name="csY2" fmla="*/ 21691 h 25013"/>
                <a:gd name="csX3" fmla="*/ 22903 w 30267"/>
                <a:gd name="csY3" fmla="*/ 24936 h 25013"/>
                <a:gd name="csX4" fmla="*/ 27234 w 30267"/>
                <a:gd name="csY4" fmla="*/ 21367 h 25013"/>
                <a:gd name="csX5" fmla="*/ 27881 w 30267"/>
                <a:gd name="csY5" fmla="*/ 5143 h 25013"/>
                <a:gd name="csX6" fmla="*/ 9917 w 30267"/>
                <a:gd name="csY6" fmla="*/ 171 h 25013"/>
                <a:gd name="csX7" fmla="*/ 500 w 30267"/>
                <a:gd name="csY7" fmla="*/ 3416 h 25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267" h="25013">
                  <a:moveTo>
                    <a:pt x="500" y="3416"/>
                  </a:moveTo>
                  <a:cubicBezTo>
                    <a:pt x="-2960" y="10229"/>
                    <a:pt x="12515" y="11633"/>
                    <a:pt x="16737" y="20504"/>
                  </a:cubicBezTo>
                  <a:lnTo>
                    <a:pt x="17277" y="21691"/>
                  </a:lnTo>
                  <a:cubicBezTo>
                    <a:pt x="19011" y="25152"/>
                    <a:pt x="23557" y="25152"/>
                    <a:pt x="22903" y="24936"/>
                  </a:cubicBezTo>
                  <a:cubicBezTo>
                    <a:pt x="24745" y="24936"/>
                    <a:pt x="26694" y="23310"/>
                    <a:pt x="27234" y="21367"/>
                  </a:cubicBezTo>
                  <a:cubicBezTo>
                    <a:pt x="28320" y="14446"/>
                    <a:pt x="33082" y="6877"/>
                    <a:pt x="27881" y="5143"/>
                  </a:cubicBezTo>
                  <a:cubicBezTo>
                    <a:pt x="19335" y="2228"/>
                    <a:pt x="14572" y="171"/>
                    <a:pt x="9917" y="171"/>
                  </a:cubicBezTo>
                  <a:cubicBezTo>
                    <a:pt x="9917" y="171"/>
                    <a:pt x="2774" y="-1124"/>
                    <a:pt x="500" y="34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7361456A-C541-0F98-37D5-88337311D72B}"/>
                </a:ext>
              </a:extLst>
            </p:cNvPr>
            <p:cNvSpPr/>
            <p:nvPr/>
          </p:nvSpPr>
          <p:spPr>
            <a:xfrm>
              <a:off x="2951404" y="2551769"/>
              <a:ext cx="17382" cy="13784"/>
            </a:xfrm>
            <a:custGeom>
              <a:avLst/>
              <a:gdLst>
                <a:gd name="csX0" fmla="*/ 13420 w 20046"/>
                <a:gd name="csY0" fmla="*/ 15493 h 15897"/>
                <a:gd name="csX1" fmla="*/ 19052 w 20046"/>
                <a:gd name="csY1" fmla="*/ 9549 h 15897"/>
                <a:gd name="csX2" fmla="*/ 4542 w 20046"/>
                <a:gd name="csY2" fmla="*/ 570 h 15897"/>
                <a:gd name="csX3" fmla="*/ 866 w 20046"/>
                <a:gd name="csY3" fmla="*/ 6412 h 15897"/>
                <a:gd name="csX4" fmla="*/ 13528 w 20046"/>
                <a:gd name="csY4" fmla="*/ 15493 h 15897"/>
                <a:gd name="csX5" fmla="*/ 13420 w 20046"/>
                <a:gd name="csY5" fmla="*/ 15493 h 1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046" h="15897">
                  <a:moveTo>
                    <a:pt x="13420" y="15493"/>
                  </a:moveTo>
                  <a:cubicBezTo>
                    <a:pt x="15153" y="14413"/>
                    <a:pt x="22729" y="13010"/>
                    <a:pt x="19052" y="9549"/>
                  </a:cubicBezTo>
                  <a:cubicBezTo>
                    <a:pt x="13744" y="5441"/>
                    <a:pt x="9527" y="-2135"/>
                    <a:pt x="4542" y="570"/>
                  </a:cubicBezTo>
                  <a:cubicBezTo>
                    <a:pt x="4542" y="570"/>
                    <a:pt x="-2379" y="2951"/>
                    <a:pt x="866" y="6412"/>
                  </a:cubicBezTo>
                  <a:cubicBezTo>
                    <a:pt x="5520" y="10628"/>
                    <a:pt x="8549" y="17658"/>
                    <a:pt x="13528" y="15493"/>
                  </a:cubicBezTo>
                  <a:lnTo>
                    <a:pt x="13420" y="154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A14F78EB-BC5C-5F1A-DF92-4250E3EBDEB5}"/>
                </a:ext>
              </a:extLst>
            </p:cNvPr>
            <p:cNvSpPr/>
            <p:nvPr/>
          </p:nvSpPr>
          <p:spPr>
            <a:xfrm>
              <a:off x="2974935" y="3157286"/>
              <a:ext cx="92919" cy="43118"/>
            </a:xfrm>
            <a:custGeom>
              <a:avLst/>
              <a:gdLst>
                <a:gd name="csX0" fmla="*/ 103281 w 107161"/>
                <a:gd name="csY0" fmla="*/ 36936 h 49727"/>
                <a:gd name="csX1" fmla="*/ 87051 w 107161"/>
                <a:gd name="csY1" fmla="*/ 28935 h 49727"/>
                <a:gd name="csX2" fmla="*/ 78929 w 107161"/>
                <a:gd name="csY2" fmla="*/ 21689 h 49727"/>
                <a:gd name="csX3" fmla="*/ 16477 w 107161"/>
                <a:gd name="csY3" fmla="*/ 277 h 49727"/>
                <a:gd name="csX4" fmla="*/ 462 w 107161"/>
                <a:gd name="csY4" fmla="*/ 3738 h 49727"/>
                <a:gd name="csX5" fmla="*/ 26433 w 107161"/>
                <a:gd name="csY5" fmla="*/ 19416 h 49727"/>
                <a:gd name="csX6" fmla="*/ 34447 w 107161"/>
                <a:gd name="csY6" fmla="*/ 29582 h 49727"/>
                <a:gd name="csX7" fmla="*/ 56094 w 107161"/>
                <a:gd name="csY7" fmla="*/ 41476 h 49727"/>
                <a:gd name="csX8" fmla="*/ 89324 w 107161"/>
                <a:gd name="csY8" fmla="*/ 49477 h 49727"/>
                <a:gd name="csX9" fmla="*/ 105339 w 107161"/>
                <a:gd name="csY9" fmla="*/ 46340 h 49727"/>
                <a:gd name="csX10" fmla="*/ 103065 w 107161"/>
                <a:gd name="csY10" fmla="*/ 37044 h 49727"/>
                <a:gd name="csX11" fmla="*/ 103281 w 107161"/>
                <a:gd name="csY11" fmla="*/ 36936 h 49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7161" h="49727">
                  <a:moveTo>
                    <a:pt x="103281" y="36936"/>
                  </a:moveTo>
                  <a:cubicBezTo>
                    <a:pt x="100900" y="33259"/>
                    <a:pt x="98303" y="32935"/>
                    <a:pt x="87051" y="28935"/>
                  </a:cubicBezTo>
                  <a:cubicBezTo>
                    <a:pt x="82612" y="27417"/>
                    <a:pt x="79907" y="22769"/>
                    <a:pt x="78929" y="21689"/>
                  </a:cubicBezTo>
                  <a:cubicBezTo>
                    <a:pt x="70814" y="11415"/>
                    <a:pt x="36066" y="4925"/>
                    <a:pt x="16477" y="277"/>
                  </a:cubicBezTo>
                  <a:cubicBezTo>
                    <a:pt x="12038" y="-802"/>
                    <a:pt x="7282" y="1465"/>
                    <a:pt x="462" y="3738"/>
                  </a:cubicBezTo>
                  <a:cubicBezTo>
                    <a:pt x="-4085" y="5249"/>
                    <a:pt x="26433" y="19416"/>
                    <a:pt x="26433" y="19416"/>
                  </a:cubicBezTo>
                  <a:cubicBezTo>
                    <a:pt x="30332" y="21366"/>
                    <a:pt x="31958" y="25366"/>
                    <a:pt x="34447" y="29582"/>
                  </a:cubicBezTo>
                  <a:cubicBezTo>
                    <a:pt x="36828" y="33691"/>
                    <a:pt x="39533" y="34123"/>
                    <a:pt x="56094" y="41476"/>
                  </a:cubicBezTo>
                  <a:cubicBezTo>
                    <a:pt x="60425" y="43426"/>
                    <a:pt x="62044" y="43426"/>
                    <a:pt x="89324" y="49477"/>
                  </a:cubicBezTo>
                  <a:cubicBezTo>
                    <a:pt x="93756" y="50455"/>
                    <a:pt x="98627" y="48398"/>
                    <a:pt x="105339" y="46340"/>
                  </a:cubicBezTo>
                  <a:cubicBezTo>
                    <a:pt x="110101" y="44937"/>
                    <a:pt x="104151" y="39425"/>
                    <a:pt x="103065" y="37044"/>
                  </a:cubicBezTo>
                  <a:lnTo>
                    <a:pt x="103281" y="36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79010F51-F91B-B333-362A-CC6DDD4BC84E}"/>
                </a:ext>
              </a:extLst>
            </p:cNvPr>
            <p:cNvSpPr/>
            <p:nvPr/>
          </p:nvSpPr>
          <p:spPr>
            <a:xfrm>
              <a:off x="3144112" y="3080038"/>
              <a:ext cx="219671" cy="229310"/>
            </a:xfrm>
            <a:custGeom>
              <a:avLst/>
              <a:gdLst>
                <a:gd name="csX0" fmla="*/ 244147 w 253339"/>
                <a:gd name="csY0" fmla="*/ 204853 h 264456"/>
                <a:gd name="csX1" fmla="*/ 239600 w 253339"/>
                <a:gd name="csY1" fmla="*/ 218156 h 264456"/>
                <a:gd name="csX2" fmla="*/ 231587 w 253339"/>
                <a:gd name="csY2" fmla="*/ 219775 h 264456"/>
                <a:gd name="csX3" fmla="*/ 232888 w 253339"/>
                <a:gd name="csY3" fmla="*/ 203989 h 264456"/>
                <a:gd name="csX4" fmla="*/ 239384 w 253339"/>
                <a:gd name="csY4" fmla="*/ 186901 h 264456"/>
                <a:gd name="csX5" fmla="*/ 224443 w 253339"/>
                <a:gd name="csY5" fmla="*/ 197283 h 264456"/>
                <a:gd name="csX6" fmla="*/ 215248 w 253339"/>
                <a:gd name="csY6" fmla="*/ 213724 h 264456"/>
                <a:gd name="csX7" fmla="*/ 211133 w 253339"/>
                <a:gd name="csY7" fmla="*/ 201392 h 264456"/>
                <a:gd name="csX8" fmla="*/ 224335 w 253339"/>
                <a:gd name="csY8" fmla="*/ 177929 h 264456"/>
                <a:gd name="csX9" fmla="*/ 232457 w 253339"/>
                <a:gd name="csY9" fmla="*/ 175979 h 264456"/>
                <a:gd name="csX10" fmla="*/ 237111 w 253339"/>
                <a:gd name="csY10" fmla="*/ 159114 h 264456"/>
                <a:gd name="csX11" fmla="*/ 231047 w 253339"/>
                <a:gd name="csY11" fmla="*/ 157272 h 264456"/>
                <a:gd name="csX12" fmla="*/ 224551 w 253339"/>
                <a:gd name="csY12" fmla="*/ 163006 h 264456"/>
                <a:gd name="csX13" fmla="*/ 218493 w 253339"/>
                <a:gd name="csY13" fmla="*/ 161711 h 264456"/>
                <a:gd name="csX14" fmla="*/ 213407 w 253339"/>
                <a:gd name="csY14" fmla="*/ 168734 h 264456"/>
                <a:gd name="csX15" fmla="*/ 206910 w 253339"/>
                <a:gd name="csY15" fmla="*/ 164625 h 264456"/>
                <a:gd name="csX16" fmla="*/ 212645 w 253339"/>
                <a:gd name="csY16" fmla="*/ 146026 h 264456"/>
                <a:gd name="csX17" fmla="*/ 211457 w 253339"/>
                <a:gd name="csY17" fmla="*/ 138997 h 264456"/>
                <a:gd name="csX18" fmla="*/ 217845 w 253339"/>
                <a:gd name="csY18" fmla="*/ 124398 h 264456"/>
                <a:gd name="csX19" fmla="*/ 198580 w 253339"/>
                <a:gd name="csY19" fmla="*/ 116073 h 264456"/>
                <a:gd name="csX20" fmla="*/ 186343 w 253339"/>
                <a:gd name="csY20" fmla="*/ 120074 h 264456"/>
                <a:gd name="csX21" fmla="*/ 185047 w 253339"/>
                <a:gd name="csY21" fmla="*/ 121268 h 264456"/>
                <a:gd name="csX22" fmla="*/ 173465 w 253339"/>
                <a:gd name="csY22" fmla="*/ 107209 h 264456"/>
                <a:gd name="csX23" fmla="*/ 168055 w 253339"/>
                <a:gd name="csY23" fmla="*/ 113152 h 264456"/>
                <a:gd name="csX24" fmla="*/ 164810 w 253339"/>
                <a:gd name="csY24" fmla="*/ 122671 h 264456"/>
                <a:gd name="csX25" fmla="*/ 157990 w 253339"/>
                <a:gd name="csY25" fmla="*/ 121153 h 264456"/>
                <a:gd name="csX26" fmla="*/ 154739 w 253339"/>
                <a:gd name="csY26" fmla="*/ 114562 h 264456"/>
                <a:gd name="csX27" fmla="*/ 136343 w 253339"/>
                <a:gd name="csY27" fmla="*/ 115965 h 264456"/>
                <a:gd name="csX28" fmla="*/ 134286 w 253339"/>
                <a:gd name="csY28" fmla="*/ 107856 h 264456"/>
                <a:gd name="csX29" fmla="*/ 129415 w 253339"/>
                <a:gd name="csY29" fmla="*/ 104072 h 264456"/>
                <a:gd name="csX30" fmla="*/ 147379 w 253339"/>
                <a:gd name="csY30" fmla="*/ 89473 h 264456"/>
                <a:gd name="csX31" fmla="*/ 147163 w 253339"/>
                <a:gd name="csY31" fmla="*/ 88933 h 264456"/>
                <a:gd name="csX32" fmla="*/ 130603 w 253339"/>
                <a:gd name="csY32" fmla="*/ 88394 h 264456"/>
                <a:gd name="csX33" fmla="*/ 122056 w 253339"/>
                <a:gd name="csY33" fmla="*/ 87632 h 264456"/>
                <a:gd name="csX34" fmla="*/ 118588 w 253339"/>
                <a:gd name="csY34" fmla="*/ 82768 h 264456"/>
                <a:gd name="csX35" fmla="*/ 116099 w 253339"/>
                <a:gd name="csY35" fmla="*/ 81796 h 264456"/>
                <a:gd name="csX36" fmla="*/ 96509 w 253339"/>
                <a:gd name="csY36" fmla="*/ 106231 h 264456"/>
                <a:gd name="csX37" fmla="*/ 96833 w 253339"/>
                <a:gd name="csY37" fmla="*/ 92070 h 264456"/>
                <a:gd name="csX38" fmla="*/ 98891 w 253339"/>
                <a:gd name="csY38" fmla="*/ 85365 h 264456"/>
                <a:gd name="csX39" fmla="*/ 132552 w 253339"/>
                <a:gd name="csY39" fmla="*/ 27294 h 264456"/>
                <a:gd name="csX40" fmla="*/ 123567 w 253339"/>
                <a:gd name="csY40" fmla="*/ 22754 h 264456"/>
                <a:gd name="csX41" fmla="*/ 123783 w 253339"/>
                <a:gd name="csY41" fmla="*/ 21884 h 264456"/>
                <a:gd name="csX42" fmla="*/ 143811 w 253339"/>
                <a:gd name="csY42" fmla="*/ 16048 h 264456"/>
                <a:gd name="csX43" fmla="*/ 145652 w 253339"/>
                <a:gd name="csY43" fmla="*/ 40 h 264456"/>
                <a:gd name="csX44" fmla="*/ 136991 w 253339"/>
                <a:gd name="csY44" fmla="*/ 3501 h 264456"/>
                <a:gd name="csX45" fmla="*/ 136559 w 253339"/>
                <a:gd name="csY45" fmla="*/ 4802 h 264456"/>
                <a:gd name="csX46" fmla="*/ 132012 w 253339"/>
                <a:gd name="csY46" fmla="*/ 8371 h 264456"/>
                <a:gd name="csX47" fmla="*/ 123027 w 253339"/>
                <a:gd name="csY47" fmla="*/ 4586 h 264456"/>
                <a:gd name="csX48" fmla="*/ 96078 w 253339"/>
                <a:gd name="csY48" fmla="*/ 22100 h 264456"/>
                <a:gd name="csX49" fmla="*/ 83308 w 253339"/>
                <a:gd name="csY49" fmla="*/ 47512 h 264456"/>
                <a:gd name="csX50" fmla="*/ 72913 w 253339"/>
                <a:gd name="csY50" fmla="*/ 55298 h 264456"/>
                <a:gd name="csX51" fmla="*/ 43582 w 253339"/>
                <a:gd name="csY51" fmla="*/ 126564 h 264456"/>
                <a:gd name="csX52" fmla="*/ 48021 w 253339"/>
                <a:gd name="csY52" fmla="*/ 130348 h 264456"/>
                <a:gd name="csX53" fmla="*/ 40553 w 253339"/>
                <a:gd name="csY53" fmla="*/ 139213 h 264456"/>
                <a:gd name="csX54" fmla="*/ 33194 w 253339"/>
                <a:gd name="csY54" fmla="*/ 142565 h 264456"/>
                <a:gd name="csX55" fmla="*/ 27783 w 253339"/>
                <a:gd name="csY55" fmla="*/ 163222 h 264456"/>
                <a:gd name="csX56" fmla="*/ 35143 w 253339"/>
                <a:gd name="csY56" fmla="*/ 169280 h 264456"/>
                <a:gd name="csX57" fmla="*/ 27783 w 253339"/>
                <a:gd name="csY57" fmla="*/ 174036 h 264456"/>
                <a:gd name="csX58" fmla="*/ 22043 w 253339"/>
                <a:gd name="csY58" fmla="*/ 177389 h 264456"/>
                <a:gd name="csX59" fmla="*/ 288 w 253339"/>
                <a:gd name="csY59" fmla="*/ 202802 h 264456"/>
                <a:gd name="csX60" fmla="*/ 7324 w 253339"/>
                <a:gd name="csY60" fmla="*/ 216314 h 264456"/>
                <a:gd name="csX61" fmla="*/ 42065 w 253339"/>
                <a:gd name="csY61" fmla="*/ 211558 h 264456"/>
                <a:gd name="csX62" fmla="*/ 93589 w 253339"/>
                <a:gd name="csY62" fmla="*/ 216537 h 264456"/>
                <a:gd name="csX63" fmla="*/ 121078 w 253339"/>
                <a:gd name="csY63" fmla="*/ 212206 h 264456"/>
                <a:gd name="csX64" fmla="*/ 124221 w 253339"/>
                <a:gd name="csY64" fmla="*/ 220969 h 264456"/>
                <a:gd name="csX65" fmla="*/ 145652 w 253339"/>
                <a:gd name="csY65" fmla="*/ 219127 h 264456"/>
                <a:gd name="csX66" fmla="*/ 150523 w 253339"/>
                <a:gd name="csY66" fmla="*/ 210371 h 264456"/>
                <a:gd name="csX67" fmla="*/ 169350 w 253339"/>
                <a:gd name="csY67" fmla="*/ 214695 h 264456"/>
                <a:gd name="csX68" fmla="*/ 163400 w 253339"/>
                <a:gd name="csY68" fmla="*/ 221725 h 264456"/>
                <a:gd name="csX69" fmla="*/ 153444 w 253339"/>
                <a:gd name="csY69" fmla="*/ 227567 h 264456"/>
                <a:gd name="csX70" fmla="*/ 139372 w 253339"/>
                <a:gd name="csY70" fmla="*/ 239244 h 264456"/>
                <a:gd name="csX71" fmla="*/ 130171 w 253339"/>
                <a:gd name="csY71" fmla="*/ 241079 h 264456"/>
                <a:gd name="csX72" fmla="*/ 127358 w 253339"/>
                <a:gd name="csY72" fmla="*/ 248325 h 264456"/>
                <a:gd name="csX73" fmla="*/ 138617 w 253339"/>
                <a:gd name="csY73" fmla="*/ 253195 h 264456"/>
                <a:gd name="csX74" fmla="*/ 154307 w 253339"/>
                <a:gd name="csY74" fmla="*/ 248217 h 264456"/>
                <a:gd name="csX75" fmla="*/ 167077 w 253339"/>
                <a:gd name="csY75" fmla="*/ 232323 h 264456"/>
                <a:gd name="csX76" fmla="*/ 184616 w 253339"/>
                <a:gd name="csY76" fmla="*/ 223890 h 264456"/>
                <a:gd name="csX77" fmla="*/ 196522 w 253339"/>
                <a:gd name="csY77" fmla="*/ 208961 h 264456"/>
                <a:gd name="csX78" fmla="*/ 200631 w 253339"/>
                <a:gd name="csY78" fmla="*/ 215127 h 264456"/>
                <a:gd name="csX79" fmla="*/ 201716 w 253339"/>
                <a:gd name="csY79" fmla="*/ 233402 h 264456"/>
                <a:gd name="csX80" fmla="*/ 195652 w 253339"/>
                <a:gd name="csY80" fmla="*/ 253735 h 264456"/>
                <a:gd name="csX81" fmla="*/ 201608 w 253339"/>
                <a:gd name="csY81" fmla="*/ 254707 h 264456"/>
                <a:gd name="csX82" fmla="*/ 215680 w 253339"/>
                <a:gd name="csY82" fmla="*/ 242597 h 264456"/>
                <a:gd name="csX83" fmla="*/ 214594 w 253339"/>
                <a:gd name="csY83" fmla="*/ 262492 h 264456"/>
                <a:gd name="csX84" fmla="*/ 219249 w 253339"/>
                <a:gd name="csY84" fmla="*/ 264003 h 264456"/>
                <a:gd name="csX85" fmla="*/ 224881 w 253339"/>
                <a:gd name="csY85" fmla="*/ 260657 h 264456"/>
                <a:gd name="csX86" fmla="*/ 229859 w 253339"/>
                <a:gd name="csY86" fmla="*/ 262600 h 264456"/>
                <a:gd name="csX87" fmla="*/ 233968 w 253339"/>
                <a:gd name="csY87" fmla="*/ 263247 h 264456"/>
                <a:gd name="csX88" fmla="*/ 241544 w 253339"/>
                <a:gd name="csY88" fmla="*/ 251570 h 264456"/>
                <a:gd name="csX89" fmla="*/ 243277 w 253339"/>
                <a:gd name="csY89" fmla="*/ 239136 h 264456"/>
                <a:gd name="csX90" fmla="*/ 252478 w 253339"/>
                <a:gd name="csY90" fmla="*/ 215235 h 264456"/>
                <a:gd name="csX91" fmla="*/ 244363 w 253339"/>
                <a:gd name="csY91" fmla="*/ 204961 h 264456"/>
                <a:gd name="csX92" fmla="*/ 244147 w 253339"/>
                <a:gd name="csY92" fmla="*/ 204853 h 264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253339" h="264456">
                  <a:moveTo>
                    <a:pt x="244147" y="204853"/>
                  </a:moveTo>
                  <a:cubicBezTo>
                    <a:pt x="243169" y="208961"/>
                    <a:pt x="243925" y="215235"/>
                    <a:pt x="239600" y="218156"/>
                  </a:cubicBezTo>
                  <a:cubicBezTo>
                    <a:pt x="237543" y="219127"/>
                    <a:pt x="231695" y="225185"/>
                    <a:pt x="231587" y="219775"/>
                  </a:cubicBezTo>
                  <a:cubicBezTo>
                    <a:pt x="231479" y="212968"/>
                    <a:pt x="230723" y="208313"/>
                    <a:pt x="232888" y="203989"/>
                  </a:cubicBezTo>
                  <a:cubicBezTo>
                    <a:pt x="239816" y="190470"/>
                    <a:pt x="243493" y="184742"/>
                    <a:pt x="239384" y="186901"/>
                  </a:cubicBezTo>
                  <a:cubicBezTo>
                    <a:pt x="230507" y="191448"/>
                    <a:pt x="226069" y="192851"/>
                    <a:pt x="224443" y="197283"/>
                  </a:cubicBezTo>
                  <a:cubicBezTo>
                    <a:pt x="219141" y="211666"/>
                    <a:pt x="217845" y="217724"/>
                    <a:pt x="215248" y="213724"/>
                  </a:cubicBezTo>
                  <a:cubicBezTo>
                    <a:pt x="213622" y="210263"/>
                    <a:pt x="208536" y="206154"/>
                    <a:pt x="211133" y="201392"/>
                  </a:cubicBezTo>
                  <a:lnTo>
                    <a:pt x="224335" y="177929"/>
                  </a:lnTo>
                  <a:cubicBezTo>
                    <a:pt x="227040" y="173065"/>
                    <a:pt x="230075" y="180958"/>
                    <a:pt x="232457" y="175979"/>
                  </a:cubicBezTo>
                  <a:cubicBezTo>
                    <a:pt x="235054" y="169064"/>
                    <a:pt x="240788" y="163438"/>
                    <a:pt x="237111" y="159114"/>
                  </a:cubicBezTo>
                  <a:cubicBezTo>
                    <a:pt x="236565" y="158682"/>
                    <a:pt x="233212" y="153056"/>
                    <a:pt x="231047" y="157272"/>
                  </a:cubicBezTo>
                  <a:cubicBezTo>
                    <a:pt x="229968" y="158790"/>
                    <a:pt x="228126" y="166467"/>
                    <a:pt x="224551" y="163006"/>
                  </a:cubicBezTo>
                  <a:cubicBezTo>
                    <a:pt x="223795" y="162574"/>
                    <a:pt x="219681" y="156948"/>
                    <a:pt x="218493" y="161711"/>
                  </a:cubicBezTo>
                  <a:cubicBezTo>
                    <a:pt x="218061" y="162790"/>
                    <a:pt x="217953" y="169280"/>
                    <a:pt x="213407" y="168734"/>
                  </a:cubicBezTo>
                  <a:cubicBezTo>
                    <a:pt x="211781" y="168302"/>
                    <a:pt x="204529" y="169280"/>
                    <a:pt x="206910" y="164625"/>
                  </a:cubicBezTo>
                  <a:cubicBezTo>
                    <a:pt x="212975" y="152732"/>
                    <a:pt x="215572" y="149595"/>
                    <a:pt x="212645" y="146026"/>
                  </a:cubicBezTo>
                  <a:cubicBezTo>
                    <a:pt x="212429" y="145379"/>
                    <a:pt x="208752" y="142565"/>
                    <a:pt x="211457" y="138997"/>
                  </a:cubicBezTo>
                  <a:cubicBezTo>
                    <a:pt x="215134" y="132729"/>
                    <a:pt x="222716" y="127103"/>
                    <a:pt x="217845" y="124398"/>
                  </a:cubicBezTo>
                  <a:cubicBezTo>
                    <a:pt x="208212" y="119102"/>
                    <a:pt x="203342" y="115318"/>
                    <a:pt x="198580" y="116073"/>
                  </a:cubicBezTo>
                  <a:cubicBezTo>
                    <a:pt x="193817" y="116829"/>
                    <a:pt x="189594" y="116937"/>
                    <a:pt x="186343" y="120074"/>
                  </a:cubicBezTo>
                  <a:lnTo>
                    <a:pt x="185047" y="121268"/>
                  </a:lnTo>
                  <a:cubicBezTo>
                    <a:pt x="179206" y="126887"/>
                    <a:pt x="180501" y="104180"/>
                    <a:pt x="173465" y="107209"/>
                  </a:cubicBezTo>
                  <a:cubicBezTo>
                    <a:pt x="172925" y="107640"/>
                    <a:pt x="168055" y="108504"/>
                    <a:pt x="168055" y="113152"/>
                  </a:cubicBezTo>
                  <a:cubicBezTo>
                    <a:pt x="167731" y="114886"/>
                    <a:pt x="169350" y="121153"/>
                    <a:pt x="164810" y="122671"/>
                  </a:cubicBezTo>
                  <a:cubicBezTo>
                    <a:pt x="163724" y="122671"/>
                    <a:pt x="157990" y="126240"/>
                    <a:pt x="157990" y="121153"/>
                  </a:cubicBezTo>
                  <a:cubicBezTo>
                    <a:pt x="157774" y="120182"/>
                    <a:pt x="159178" y="113368"/>
                    <a:pt x="154739" y="114562"/>
                  </a:cubicBezTo>
                  <a:cubicBezTo>
                    <a:pt x="139912" y="118455"/>
                    <a:pt x="135473" y="120829"/>
                    <a:pt x="136343" y="115965"/>
                  </a:cubicBezTo>
                  <a:cubicBezTo>
                    <a:pt x="136343" y="114886"/>
                    <a:pt x="138724" y="108936"/>
                    <a:pt x="134286" y="107856"/>
                  </a:cubicBezTo>
                  <a:cubicBezTo>
                    <a:pt x="133092" y="107317"/>
                    <a:pt x="125193" y="106561"/>
                    <a:pt x="129415" y="104072"/>
                  </a:cubicBezTo>
                  <a:cubicBezTo>
                    <a:pt x="145430" y="94769"/>
                    <a:pt x="149221" y="93905"/>
                    <a:pt x="147379" y="89473"/>
                  </a:cubicBezTo>
                  <a:lnTo>
                    <a:pt x="147163" y="88933"/>
                  </a:lnTo>
                  <a:cubicBezTo>
                    <a:pt x="144243" y="81796"/>
                    <a:pt x="134825" y="94013"/>
                    <a:pt x="130603" y="88394"/>
                  </a:cubicBezTo>
                  <a:cubicBezTo>
                    <a:pt x="128113" y="85149"/>
                    <a:pt x="121401" y="87632"/>
                    <a:pt x="122056" y="87632"/>
                  </a:cubicBezTo>
                  <a:cubicBezTo>
                    <a:pt x="118157" y="88610"/>
                    <a:pt x="118372" y="82120"/>
                    <a:pt x="118588" y="82768"/>
                  </a:cubicBezTo>
                  <a:cubicBezTo>
                    <a:pt x="118588" y="80710"/>
                    <a:pt x="117401" y="80278"/>
                    <a:pt x="116099" y="81796"/>
                  </a:cubicBezTo>
                  <a:cubicBezTo>
                    <a:pt x="116099" y="81796"/>
                    <a:pt x="96509" y="104935"/>
                    <a:pt x="96509" y="106231"/>
                  </a:cubicBezTo>
                  <a:cubicBezTo>
                    <a:pt x="96509" y="105259"/>
                    <a:pt x="96833" y="92070"/>
                    <a:pt x="96833" y="92070"/>
                  </a:cubicBezTo>
                  <a:cubicBezTo>
                    <a:pt x="96833" y="90013"/>
                    <a:pt x="97811" y="86984"/>
                    <a:pt x="98891" y="85365"/>
                  </a:cubicBezTo>
                  <a:cubicBezTo>
                    <a:pt x="135257" y="28589"/>
                    <a:pt x="137422" y="27726"/>
                    <a:pt x="132552" y="27294"/>
                  </a:cubicBezTo>
                  <a:cubicBezTo>
                    <a:pt x="129955" y="26646"/>
                    <a:pt x="122595" y="28050"/>
                    <a:pt x="123567" y="22754"/>
                  </a:cubicBezTo>
                  <a:lnTo>
                    <a:pt x="123783" y="21884"/>
                  </a:lnTo>
                  <a:cubicBezTo>
                    <a:pt x="125300" y="13559"/>
                    <a:pt x="141214" y="24049"/>
                    <a:pt x="143811" y="16048"/>
                  </a:cubicBezTo>
                  <a:cubicBezTo>
                    <a:pt x="145652" y="8047"/>
                    <a:pt x="151062" y="40"/>
                    <a:pt x="145652" y="40"/>
                  </a:cubicBezTo>
                  <a:cubicBezTo>
                    <a:pt x="144243" y="256"/>
                    <a:pt x="138724" y="-1148"/>
                    <a:pt x="136991" y="3501"/>
                  </a:cubicBezTo>
                  <a:lnTo>
                    <a:pt x="136559" y="4802"/>
                  </a:lnTo>
                  <a:cubicBezTo>
                    <a:pt x="135905" y="6637"/>
                    <a:pt x="133854" y="8263"/>
                    <a:pt x="132012" y="8371"/>
                  </a:cubicBezTo>
                  <a:cubicBezTo>
                    <a:pt x="127034" y="8695"/>
                    <a:pt x="127466" y="2097"/>
                    <a:pt x="123027" y="4586"/>
                  </a:cubicBezTo>
                  <a:cubicBezTo>
                    <a:pt x="99431" y="17667"/>
                    <a:pt x="97811" y="17667"/>
                    <a:pt x="96078" y="22100"/>
                  </a:cubicBezTo>
                  <a:cubicBezTo>
                    <a:pt x="87524" y="42972"/>
                    <a:pt x="87200" y="45461"/>
                    <a:pt x="83308" y="47512"/>
                  </a:cubicBezTo>
                  <a:cubicBezTo>
                    <a:pt x="76596" y="50973"/>
                    <a:pt x="74646" y="51621"/>
                    <a:pt x="72913" y="55298"/>
                  </a:cubicBezTo>
                  <a:cubicBezTo>
                    <a:pt x="40553" y="125592"/>
                    <a:pt x="38820" y="126132"/>
                    <a:pt x="43582" y="126564"/>
                  </a:cubicBezTo>
                  <a:cubicBezTo>
                    <a:pt x="44230" y="126779"/>
                    <a:pt x="49970" y="126132"/>
                    <a:pt x="48021" y="130348"/>
                  </a:cubicBezTo>
                  <a:cubicBezTo>
                    <a:pt x="46719" y="132514"/>
                    <a:pt x="45424" y="139213"/>
                    <a:pt x="40553" y="139213"/>
                  </a:cubicBezTo>
                  <a:cubicBezTo>
                    <a:pt x="39906" y="139321"/>
                    <a:pt x="35035" y="138241"/>
                    <a:pt x="33194" y="142565"/>
                  </a:cubicBezTo>
                  <a:cubicBezTo>
                    <a:pt x="26374" y="157926"/>
                    <a:pt x="23561" y="161603"/>
                    <a:pt x="27783" y="163222"/>
                  </a:cubicBezTo>
                  <a:cubicBezTo>
                    <a:pt x="29619" y="164302"/>
                    <a:pt x="36546" y="165171"/>
                    <a:pt x="35143" y="169280"/>
                  </a:cubicBezTo>
                  <a:cubicBezTo>
                    <a:pt x="33949" y="173065"/>
                    <a:pt x="27237" y="174252"/>
                    <a:pt x="27783" y="174036"/>
                  </a:cubicBezTo>
                  <a:cubicBezTo>
                    <a:pt x="25942" y="174576"/>
                    <a:pt x="23345" y="176087"/>
                    <a:pt x="22043" y="177389"/>
                  </a:cubicBezTo>
                  <a:cubicBezTo>
                    <a:pt x="1374" y="197176"/>
                    <a:pt x="-1007" y="198039"/>
                    <a:pt x="288" y="202802"/>
                  </a:cubicBezTo>
                  <a:cubicBezTo>
                    <a:pt x="2453" y="208529"/>
                    <a:pt x="2130" y="217184"/>
                    <a:pt x="7324" y="216314"/>
                  </a:cubicBezTo>
                  <a:cubicBezTo>
                    <a:pt x="35575" y="211666"/>
                    <a:pt x="37417" y="211018"/>
                    <a:pt x="42065" y="211558"/>
                  </a:cubicBezTo>
                  <a:cubicBezTo>
                    <a:pt x="88934" y="217292"/>
                    <a:pt x="89042" y="217832"/>
                    <a:pt x="93589" y="216537"/>
                  </a:cubicBezTo>
                  <a:cubicBezTo>
                    <a:pt x="117941" y="209507"/>
                    <a:pt x="121185" y="207234"/>
                    <a:pt x="121078" y="212206"/>
                  </a:cubicBezTo>
                  <a:cubicBezTo>
                    <a:pt x="121294" y="213832"/>
                    <a:pt x="119458" y="220537"/>
                    <a:pt x="124221" y="220969"/>
                  </a:cubicBezTo>
                  <a:cubicBezTo>
                    <a:pt x="141106" y="222372"/>
                    <a:pt x="144782" y="223890"/>
                    <a:pt x="145652" y="219127"/>
                  </a:cubicBezTo>
                  <a:cubicBezTo>
                    <a:pt x="146408" y="216969"/>
                    <a:pt x="145652" y="210047"/>
                    <a:pt x="150523" y="210371"/>
                  </a:cubicBezTo>
                  <a:cubicBezTo>
                    <a:pt x="166753" y="211234"/>
                    <a:pt x="171516" y="210371"/>
                    <a:pt x="169350" y="214695"/>
                  </a:cubicBezTo>
                  <a:cubicBezTo>
                    <a:pt x="168919" y="215343"/>
                    <a:pt x="167407" y="219991"/>
                    <a:pt x="163400" y="221725"/>
                  </a:cubicBezTo>
                  <a:cubicBezTo>
                    <a:pt x="159825" y="223236"/>
                    <a:pt x="156257" y="224322"/>
                    <a:pt x="153444" y="227567"/>
                  </a:cubicBezTo>
                  <a:cubicBezTo>
                    <a:pt x="147163" y="234698"/>
                    <a:pt x="144027" y="239568"/>
                    <a:pt x="139372" y="239244"/>
                  </a:cubicBezTo>
                  <a:cubicBezTo>
                    <a:pt x="138508" y="239244"/>
                    <a:pt x="133530" y="237943"/>
                    <a:pt x="130171" y="241079"/>
                  </a:cubicBezTo>
                  <a:cubicBezTo>
                    <a:pt x="129415" y="242165"/>
                    <a:pt x="123459" y="245620"/>
                    <a:pt x="127358" y="248325"/>
                  </a:cubicBezTo>
                  <a:cubicBezTo>
                    <a:pt x="129955" y="249735"/>
                    <a:pt x="133746" y="253843"/>
                    <a:pt x="138617" y="253195"/>
                  </a:cubicBezTo>
                  <a:cubicBezTo>
                    <a:pt x="145760" y="252217"/>
                    <a:pt x="151602" y="252325"/>
                    <a:pt x="154307" y="248217"/>
                  </a:cubicBezTo>
                  <a:cubicBezTo>
                    <a:pt x="160911" y="238051"/>
                    <a:pt x="162861" y="233726"/>
                    <a:pt x="167077" y="232323"/>
                  </a:cubicBezTo>
                  <a:cubicBezTo>
                    <a:pt x="178659" y="228538"/>
                    <a:pt x="182343" y="228106"/>
                    <a:pt x="184616" y="223890"/>
                  </a:cubicBezTo>
                  <a:cubicBezTo>
                    <a:pt x="191868" y="210371"/>
                    <a:pt x="192947" y="206262"/>
                    <a:pt x="196522" y="208961"/>
                  </a:cubicBezTo>
                  <a:cubicBezTo>
                    <a:pt x="197170" y="209615"/>
                    <a:pt x="199875" y="211126"/>
                    <a:pt x="200631" y="215127"/>
                  </a:cubicBezTo>
                  <a:cubicBezTo>
                    <a:pt x="202364" y="225293"/>
                    <a:pt x="203666" y="229186"/>
                    <a:pt x="201716" y="233402"/>
                  </a:cubicBezTo>
                  <a:cubicBezTo>
                    <a:pt x="194788" y="247893"/>
                    <a:pt x="192515" y="250598"/>
                    <a:pt x="195652" y="253735"/>
                  </a:cubicBezTo>
                  <a:cubicBezTo>
                    <a:pt x="196198" y="254059"/>
                    <a:pt x="198687" y="257844"/>
                    <a:pt x="201608" y="254707"/>
                  </a:cubicBezTo>
                  <a:cubicBezTo>
                    <a:pt x="212213" y="243353"/>
                    <a:pt x="216544" y="237619"/>
                    <a:pt x="215680" y="242597"/>
                  </a:cubicBezTo>
                  <a:cubicBezTo>
                    <a:pt x="213838" y="253519"/>
                    <a:pt x="212429" y="258275"/>
                    <a:pt x="214594" y="262492"/>
                  </a:cubicBezTo>
                  <a:cubicBezTo>
                    <a:pt x="215572" y="264333"/>
                    <a:pt x="217630" y="264981"/>
                    <a:pt x="219249" y="264003"/>
                  </a:cubicBezTo>
                  <a:lnTo>
                    <a:pt x="224881" y="260657"/>
                  </a:lnTo>
                  <a:cubicBezTo>
                    <a:pt x="228018" y="258707"/>
                    <a:pt x="230399" y="263139"/>
                    <a:pt x="229859" y="262600"/>
                  </a:cubicBezTo>
                  <a:cubicBezTo>
                    <a:pt x="230831" y="264333"/>
                    <a:pt x="232672" y="264657"/>
                    <a:pt x="233968" y="263247"/>
                  </a:cubicBezTo>
                  <a:cubicBezTo>
                    <a:pt x="236457" y="260110"/>
                    <a:pt x="241544" y="257088"/>
                    <a:pt x="241544" y="251570"/>
                  </a:cubicBezTo>
                  <a:cubicBezTo>
                    <a:pt x="241544" y="247029"/>
                    <a:pt x="241220" y="242921"/>
                    <a:pt x="243277" y="239136"/>
                  </a:cubicBezTo>
                  <a:cubicBezTo>
                    <a:pt x="252802" y="221185"/>
                    <a:pt x="254751" y="219235"/>
                    <a:pt x="252478" y="215235"/>
                  </a:cubicBezTo>
                  <a:cubicBezTo>
                    <a:pt x="247608" y="206262"/>
                    <a:pt x="245119" y="200096"/>
                    <a:pt x="244363" y="204961"/>
                  </a:cubicBezTo>
                  <a:lnTo>
                    <a:pt x="244147" y="20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6BF435A2-B09E-B935-F116-1A0DD5281627}"/>
                </a:ext>
              </a:extLst>
            </p:cNvPr>
            <p:cNvSpPr/>
            <p:nvPr/>
          </p:nvSpPr>
          <p:spPr>
            <a:xfrm>
              <a:off x="3143607" y="3218204"/>
              <a:ext cx="16903" cy="13025"/>
            </a:xfrm>
            <a:custGeom>
              <a:avLst/>
              <a:gdLst>
                <a:gd name="csX0" fmla="*/ 1410 w 19494"/>
                <a:gd name="csY0" fmla="*/ 14153 h 15021"/>
                <a:gd name="csX1" fmla="*/ 18294 w 19494"/>
                <a:gd name="csY1" fmla="*/ 6584 h 15021"/>
                <a:gd name="csX2" fmla="*/ 12344 w 19494"/>
                <a:gd name="csY2" fmla="*/ 418 h 15021"/>
                <a:gd name="csX3" fmla="*/ 762 w 19494"/>
                <a:gd name="csY3" fmla="*/ 9498 h 15021"/>
                <a:gd name="csX4" fmla="*/ 1302 w 19494"/>
                <a:gd name="csY4" fmla="*/ 14153 h 15021"/>
                <a:gd name="csX5" fmla="*/ 1410 w 19494"/>
                <a:gd name="csY5" fmla="*/ 14153 h 15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494" h="15021">
                  <a:moveTo>
                    <a:pt x="1410" y="14153"/>
                  </a:moveTo>
                  <a:cubicBezTo>
                    <a:pt x="4985" y="16528"/>
                    <a:pt x="7258" y="14045"/>
                    <a:pt x="18294" y="6584"/>
                  </a:cubicBezTo>
                  <a:cubicBezTo>
                    <a:pt x="22517" y="3771"/>
                    <a:pt x="14402" y="1821"/>
                    <a:pt x="12344" y="418"/>
                  </a:cubicBezTo>
                  <a:cubicBezTo>
                    <a:pt x="7582" y="-1856"/>
                    <a:pt x="4661" y="5714"/>
                    <a:pt x="762" y="9498"/>
                  </a:cubicBezTo>
                  <a:cubicBezTo>
                    <a:pt x="-426" y="11016"/>
                    <a:pt x="-210" y="13067"/>
                    <a:pt x="1302" y="14153"/>
                  </a:cubicBezTo>
                  <a:lnTo>
                    <a:pt x="1410" y="14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5B2E5B8E-95CE-8725-C9E0-16656EBDB0DA}"/>
                </a:ext>
              </a:extLst>
            </p:cNvPr>
            <p:cNvSpPr/>
            <p:nvPr/>
          </p:nvSpPr>
          <p:spPr>
            <a:xfrm>
              <a:off x="3307942" y="3164708"/>
              <a:ext cx="10908" cy="11892"/>
            </a:xfrm>
            <a:custGeom>
              <a:avLst/>
              <a:gdLst>
                <a:gd name="csX0" fmla="*/ 3899 w 12580"/>
                <a:gd name="csY0" fmla="*/ 366 h 13715"/>
                <a:gd name="csX1" fmla="*/ 3143 w 12580"/>
                <a:gd name="csY1" fmla="*/ 689 h 13715"/>
                <a:gd name="csX2" fmla="*/ 0 w 12580"/>
                <a:gd name="csY2" fmla="*/ 5776 h 13715"/>
                <a:gd name="csX3" fmla="*/ 0 w 12580"/>
                <a:gd name="csY3" fmla="*/ 13669 h 13715"/>
                <a:gd name="csX4" fmla="*/ 10935 w 12580"/>
                <a:gd name="csY4" fmla="*/ 9021 h 13715"/>
                <a:gd name="csX5" fmla="*/ 11906 w 12580"/>
                <a:gd name="csY5" fmla="*/ 5128 h 13715"/>
                <a:gd name="csX6" fmla="*/ 3899 w 12580"/>
                <a:gd name="csY6" fmla="*/ 366 h 1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80" h="13715">
                  <a:moveTo>
                    <a:pt x="3899" y="366"/>
                  </a:moveTo>
                  <a:lnTo>
                    <a:pt x="3143" y="689"/>
                  </a:lnTo>
                  <a:cubicBezTo>
                    <a:pt x="1410" y="1451"/>
                    <a:pt x="0" y="3719"/>
                    <a:pt x="0" y="5776"/>
                  </a:cubicBezTo>
                  <a:cubicBezTo>
                    <a:pt x="0" y="5776"/>
                    <a:pt x="0" y="14424"/>
                    <a:pt x="0" y="13669"/>
                  </a:cubicBezTo>
                  <a:cubicBezTo>
                    <a:pt x="0" y="12913"/>
                    <a:pt x="10935" y="9021"/>
                    <a:pt x="10935" y="9021"/>
                  </a:cubicBezTo>
                  <a:cubicBezTo>
                    <a:pt x="12668" y="8367"/>
                    <a:pt x="13100" y="6639"/>
                    <a:pt x="11906" y="5128"/>
                  </a:cubicBezTo>
                  <a:cubicBezTo>
                    <a:pt x="10826" y="4150"/>
                    <a:pt x="8229" y="-1470"/>
                    <a:pt x="3899" y="3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20A7D892-5B95-4A0F-EA22-5C730C31C0C8}"/>
                </a:ext>
              </a:extLst>
            </p:cNvPr>
            <p:cNvSpPr/>
            <p:nvPr/>
          </p:nvSpPr>
          <p:spPr>
            <a:xfrm>
              <a:off x="3263645" y="3116503"/>
              <a:ext cx="7972" cy="9104"/>
            </a:xfrm>
            <a:custGeom>
              <a:avLst/>
              <a:gdLst>
                <a:gd name="csX0" fmla="*/ 6058 w 9194"/>
                <a:gd name="csY0" fmla="*/ 378 h 10499"/>
                <a:gd name="csX1" fmla="*/ 0 w 9194"/>
                <a:gd name="csY1" fmla="*/ 7084 h 10499"/>
                <a:gd name="csX2" fmla="*/ 0 w 9194"/>
                <a:gd name="csY2" fmla="*/ 8055 h 10499"/>
                <a:gd name="csX3" fmla="*/ 9195 w 9194"/>
                <a:gd name="csY3" fmla="*/ 3839 h 10499"/>
                <a:gd name="csX4" fmla="*/ 9195 w 9194"/>
                <a:gd name="csY4" fmla="*/ 2436 h 10499"/>
                <a:gd name="csX5" fmla="*/ 6166 w 9194"/>
                <a:gd name="csY5" fmla="*/ 270 h 10499"/>
                <a:gd name="csX6" fmla="*/ 6058 w 9194"/>
                <a:gd name="csY6" fmla="*/ 378 h 10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94" h="10499">
                  <a:moveTo>
                    <a:pt x="6058" y="378"/>
                  </a:moveTo>
                  <a:cubicBezTo>
                    <a:pt x="4978" y="1242"/>
                    <a:pt x="0" y="2004"/>
                    <a:pt x="0" y="7084"/>
                  </a:cubicBezTo>
                  <a:lnTo>
                    <a:pt x="0" y="8055"/>
                  </a:lnTo>
                  <a:cubicBezTo>
                    <a:pt x="0" y="13466"/>
                    <a:pt x="9195" y="8919"/>
                    <a:pt x="9195" y="3839"/>
                  </a:cubicBezTo>
                  <a:lnTo>
                    <a:pt x="9195" y="2436"/>
                  </a:lnTo>
                  <a:cubicBezTo>
                    <a:pt x="9195" y="378"/>
                    <a:pt x="7792" y="-486"/>
                    <a:pt x="6166" y="270"/>
                  </a:cubicBezTo>
                  <a:lnTo>
                    <a:pt x="6058" y="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29BACDF7-3C54-A2D7-9A41-96CEC315AF67}"/>
                </a:ext>
              </a:extLst>
            </p:cNvPr>
            <p:cNvSpPr/>
            <p:nvPr/>
          </p:nvSpPr>
          <p:spPr>
            <a:xfrm>
              <a:off x="3268972" y="3061781"/>
              <a:ext cx="9306" cy="9790"/>
            </a:xfrm>
            <a:custGeom>
              <a:avLst/>
              <a:gdLst>
                <a:gd name="csX0" fmla="*/ 8577 w 10732"/>
                <a:gd name="csY0" fmla="*/ 8877 h 11290"/>
                <a:gd name="csX1" fmla="*/ 10412 w 10732"/>
                <a:gd name="csY1" fmla="*/ 3905 h 11290"/>
                <a:gd name="csX2" fmla="*/ 3598 w 10732"/>
                <a:gd name="csY2" fmla="*/ 2387 h 11290"/>
                <a:gd name="csX3" fmla="*/ 1757 w 10732"/>
                <a:gd name="csY3" fmla="*/ 10394 h 11290"/>
                <a:gd name="csX4" fmla="*/ 8577 w 10732"/>
                <a:gd name="csY4" fmla="*/ 8877 h 1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2" h="11290">
                  <a:moveTo>
                    <a:pt x="8577" y="8877"/>
                  </a:moveTo>
                  <a:lnTo>
                    <a:pt x="10412" y="3905"/>
                  </a:lnTo>
                  <a:cubicBezTo>
                    <a:pt x="12145" y="-528"/>
                    <a:pt x="6412" y="-1397"/>
                    <a:pt x="3598" y="2387"/>
                  </a:cubicBezTo>
                  <a:cubicBezTo>
                    <a:pt x="2836" y="4013"/>
                    <a:pt x="-2790" y="8877"/>
                    <a:pt x="1757" y="10394"/>
                  </a:cubicBezTo>
                  <a:cubicBezTo>
                    <a:pt x="2404" y="10394"/>
                    <a:pt x="6951" y="13201"/>
                    <a:pt x="8577" y="88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714B3D61-1287-CDE4-61E9-915CAFCDBB56}"/>
                </a:ext>
              </a:extLst>
            </p:cNvPr>
            <p:cNvSpPr/>
            <p:nvPr/>
          </p:nvSpPr>
          <p:spPr>
            <a:xfrm>
              <a:off x="2979460" y="3290762"/>
              <a:ext cx="78830" cy="46494"/>
            </a:xfrm>
            <a:custGeom>
              <a:avLst/>
              <a:gdLst>
                <a:gd name="csX0" fmla="*/ 77495 w 90912"/>
                <a:gd name="csY0" fmla="*/ 40773 h 53620"/>
                <a:gd name="csX1" fmla="*/ 90812 w 90912"/>
                <a:gd name="csY1" fmla="*/ 30067 h 53620"/>
                <a:gd name="csX2" fmla="*/ 86481 w 90912"/>
                <a:gd name="csY2" fmla="*/ 25527 h 53620"/>
                <a:gd name="csX3" fmla="*/ 39402 w 90912"/>
                <a:gd name="csY3" fmla="*/ 27578 h 53620"/>
                <a:gd name="csX4" fmla="*/ 16129 w 90912"/>
                <a:gd name="csY4" fmla="*/ 10281 h 53620"/>
                <a:gd name="csX5" fmla="*/ 14395 w 90912"/>
                <a:gd name="csY5" fmla="*/ 978 h 53620"/>
                <a:gd name="csX6" fmla="*/ 0 w 90912"/>
                <a:gd name="csY6" fmla="*/ 17958 h 53620"/>
                <a:gd name="csX7" fmla="*/ 0 w 90912"/>
                <a:gd name="csY7" fmla="*/ 19361 h 53620"/>
                <a:gd name="csX8" fmla="*/ 12668 w 90912"/>
                <a:gd name="csY8" fmla="*/ 26283 h 53620"/>
                <a:gd name="csX9" fmla="*/ 16021 w 90912"/>
                <a:gd name="csY9" fmla="*/ 32449 h 53620"/>
                <a:gd name="csX10" fmla="*/ 25330 w 90912"/>
                <a:gd name="csY10" fmla="*/ 35369 h 53620"/>
                <a:gd name="csX11" fmla="*/ 31934 w 90912"/>
                <a:gd name="csY11" fmla="*/ 40773 h 53620"/>
                <a:gd name="csX12" fmla="*/ 55740 w 90912"/>
                <a:gd name="csY12" fmla="*/ 47587 h 53620"/>
                <a:gd name="csX13" fmla="*/ 61805 w 90912"/>
                <a:gd name="csY13" fmla="*/ 53530 h 53620"/>
                <a:gd name="csX14" fmla="*/ 74466 w 90912"/>
                <a:gd name="csY14" fmla="*/ 50184 h 53620"/>
                <a:gd name="csX15" fmla="*/ 77495 w 90912"/>
                <a:gd name="csY15" fmla="*/ 40773 h 53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912" h="53620">
                  <a:moveTo>
                    <a:pt x="77495" y="40773"/>
                  </a:moveTo>
                  <a:cubicBezTo>
                    <a:pt x="84100" y="36557"/>
                    <a:pt x="91891" y="35801"/>
                    <a:pt x="90812" y="30067"/>
                  </a:cubicBezTo>
                  <a:cubicBezTo>
                    <a:pt x="90488" y="29419"/>
                    <a:pt x="90488" y="24771"/>
                    <a:pt x="86481" y="25527"/>
                  </a:cubicBezTo>
                  <a:cubicBezTo>
                    <a:pt x="80315" y="26606"/>
                    <a:pt x="49035" y="33204"/>
                    <a:pt x="39402" y="27578"/>
                  </a:cubicBezTo>
                  <a:cubicBezTo>
                    <a:pt x="18834" y="15684"/>
                    <a:pt x="15913" y="15253"/>
                    <a:pt x="16129" y="10281"/>
                  </a:cubicBezTo>
                  <a:cubicBezTo>
                    <a:pt x="15913" y="6820"/>
                    <a:pt x="17862" y="-3131"/>
                    <a:pt x="14395" y="978"/>
                  </a:cubicBezTo>
                  <a:lnTo>
                    <a:pt x="0" y="17958"/>
                  </a:lnTo>
                  <a:lnTo>
                    <a:pt x="0" y="19361"/>
                  </a:lnTo>
                  <a:cubicBezTo>
                    <a:pt x="5086" y="21419"/>
                    <a:pt x="12668" y="20548"/>
                    <a:pt x="12668" y="26283"/>
                  </a:cubicBezTo>
                  <a:cubicBezTo>
                    <a:pt x="12776" y="26930"/>
                    <a:pt x="11690" y="32449"/>
                    <a:pt x="16021" y="32449"/>
                  </a:cubicBezTo>
                  <a:cubicBezTo>
                    <a:pt x="17316" y="32664"/>
                    <a:pt x="22625" y="31363"/>
                    <a:pt x="25330" y="35369"/>
                  </a:cubicBezTo>
                  <a:cubicBezTo>
                    <a:pt x="25978" y="36017"/>
                    <a:pt x="27819" y="39910"/>
                    <a:pt x="31934" y="40773"/>
                  </a:cubicBezTo>
                  <a:cubicBezTo>
                    <a:pt x="50546" y="44450"/>
                    <a:pt x="53905" y="43478"/>
                    <a:pt x="55740" y="47587"/>
                  </a:cubicBezTo>
                  <a:cubicBezTo>
                    <a:pt x="56286" y="48235"/>
                    <a:pt x="57258" y="53530"/>
                    <a:pt x="61805" y="53530"/>
                  </a:cubicBezTo>
                  <a:cubicBezTo>
                    <a:pt x="66675" y="52991"/>
                    <a:pt x="74466" y="55372"/>
                    <a:pt x="74466" y="50184"/>
                  </a:cubicBezTo>
                  <a:cubicBezTo>
                    <a:pt x="74790" y="48343"/>
                    <a:pt x="73171" y="43047"/>
                    <a:pt x="77495" y="407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53061516-FDBD-A5BE-663F-0D22223B97A9}"/>
                </a:ext>
              </a:extLst>
            </p:cNvPr>
            <p:cNvSpPr/>
            <p:nvPr/>
          </p:nvSpPr>
          <p:spPr>
            <a:xfrm>
              <a:off x="3055812" y="3276341"/>
              <a:ext cx="8095" cy="9601"/>
            </a:xfrm>
            <a:custGeom>
              <a:avLst/>
              <a:gdLst>
                <a:gd name="csX0" fmla="*/ 8928 w 9336"/>
                <a:gd name="csY0" fmla="*/ 4853 h 11072"/>
                <a:gd name="csX1" fmla="*/ 3188 w 9336"/>
                <a:gd name="csY1" fmla="*/ 852 h 11072"/>
                <a:gd name="csX2" fmla="*/ 698 w 9336"/>
                <a:gd name="csY2" fmla="*/ 7983 h 11072"/>
                <a:gd name="csX3" fmla="*/ 1568 w 9336"/>
                <a:gd name="csY3" fmla="*/ 9393 h 11072"/>
                <a:gd name="csX4" fmla="*/ 7626 w 9336"/>
                <a:gd name="csY4" fmla="*/ 9825 h 11072"/>
                <a:gd name="csX5" fmla="*/ 8928 w 9336"/>
                <a:gd name="csY5" fmla="*/ 4745 h 11072"/>
                <a:gd name="csX6" fmla="*/ 8928 w 9336"/>
                <a:gd name="csY6" fmla="*/ 4853 h 1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36" h="11072">
                  <a:moveTo>
                    <a:pt x="8928" y="4853"/>
                  </a:moveTo>
                  <a:cubicBezTo>
                    <a:pt x="8388" y="4199"/>
                    <a:pt x="6547" y="-2285"/>
                    <a:pt x="3188" y="852"/>
                  </a:cubicBezTo>
                  <a:cubicBezTo>
                    <a:pt x="2756" y="1500"/>
                    <a:pt x="-1683" y="4091"/>
                    <a:pt x="698" y="7983"/>
                  </a:cubicBezTo>
                  <a:lnTo>
                    <a:pt x="1568" y="9393"/>
                  </a:lnTo>
                  <a:cubicBezTo>
                    <a:pt x="3734" y="12962"/>
                    <a:pt x="8172" y="9717"/>
                    <a:pt x="7626" y="9825"/>
                  </a:cubicBezTo>
                  <a:cubicBezTo>
                    <a:pt x="9252" y="8853"/>
                    <a:pt x="9791" y="6580"/>
                    <a:pt x="8928" y="4745"/>
                  </a:cubicBezTo>
                  <a:lnTo>
                    <a:pt x="8928" y="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C3D86597-8FE2-2A04-3B1F-D006BDE4AF26}"/>
                </a:ext>
              </a:extLst>
            </p:cNvPr>
            <p:cNvSpPr/>
            <p:nvPr/>
          </p:nvSpPr>
          <p:spPr>
            <a:xfrm>
              <a:off x="2143278" y="1781956"/>
              <a:ext cx="939239" cy="778631"/>
            </a:xfrm>
            <a:custGeom>
              <a:avLst/>
              <a:gdLst>
                <a:gd name="csX0" fmla="*/ 646669 w 1083194"/>
                <a:gd name="csY0" fmla="*/ 193045 h 897970"/>
                <a:gd name="csX1" fmla="*/ 620476 w 1083194"/>
                <a:gd name="csY1" fmla="*/ 205161 h 897970"/>
                <a:gd name="csX2" fmla="*/ 612253 w 1083194"/>
                <a:gd name="csY2" fmla="*/ 196074 h 897970"/>
                <a:gd name="csX3" fmla="*/ 615281 w 1083194"/>
                <a:gd name="csY3" fmla="*/ 183965 h 897970"/>
                <a:gd name="csX4" fmla="*/ 601864 w 1083194"/>
                <a:gd name="csY4" fmla="*/ 185908 h 897970"/>
                <a:gd name="csX5" fmla="*/ 574584 w 1083194"/>
                <a:gd name="csY5" fmla="*/ 200722 h 897970"/>
                <a:gd name="csX6" fmla="*/ 577835 w 1083194"/>
                <a:gd name="csY6" fmla="*/ 183857 h 897970"/>
                <a:gd name="csX7" fmla="*/ 596447 w 1083194"/>
                <a:gd name="csY7" fmla="*/ 172179 h 897970"/>
                <a:gd name="csX8" fmla="*/ 593095 w 1083194"/>
                <a:gd name="csY8" fmla="*/ 155631 h 897970"/>
                <a:gd name="csX9" fmla="*/ 566901 w 1083194"/>
                <a:gd name="csY9" fmla="*/ 154012 h 897970"/>
                <a:gd name="csX10" fmla="*/ 559325 w 1083194"/>
                <a:gd name="csY10" fmla="*/ 153364 h 897970"/>
                <a:gd name="csX11" fmla="*/ 565821 w 1083194"/>
                <a:gd name="csY11" fmla="*/ 136060 h 897970"/>
                <a:gd name="csX12" fmla="*/ 550994 w 1083194"/>
                <a:gd name="csY12" fmla="*/ 115080 h 897970"/>
                <a:gd name="csX13" fmla="*/ 506290 w 1083194"/>
                <a:gd name="csY13" fmla="*/ 105022 h 897970"/>
                <a:gd name="csX14" fmla="*/ 497737 w 1083194"/>
                <a:gd name="csY14" fmla="*/ 99294 h 897970"/>
                <a:gd name="csX15" fmla="*/ 467326 w 1083194"/>
                <a:gd name="csY15" fmla="*/ 98538 h 897970"/>
                <a:gd name="csX16" fmla="*/ 435722 w 1083194"/>
                <a:gd name="csY16" fmla="*/ 124706 h 897970"/>
                <a:gd name="csX17" fmla="*/ 434097 w 1083194"/>
                <a:gd name="csY17" fmla="*/ 134435 h 897970"/>
                <a:gd name="csX18" fmla="*/ 423708 w 1083194"/>
                <a:gd name="csY18" fmla="*/ 134651 h 897970"/>
                <a:gd name="csX19" fmla="*/ 416780 w 1083194"/>
                <a:gd name="csY19" fmla="*/ 166769 h 897970"/>
                <a:gd name="csX20" fmla="*/ 411802 w 1083194"/>
                <a:gd name="csY20" fmla="*/ 163524 h 897970"/>
                <a:gd name="csX21" fmla="*/ 412666 w 1083194"/>
                <a:gd name="csY21" fmla="*/ 135736 h 897970"/>
                <a:gd name="csX22" fmla="*/ 404442 w 1083194"/>
                <a:gd name="csY22" fmla="*/ 129463 h 897970"/>
                <a:gd name="csX23" fmla="*/ 379004 w 1083194"/>
                <a:gd name="csY23" fmla="*/ 124491 h 897970"/>
                <a:gd name="csX24" fmla="*/ 364177 w 1083194"/>
                <a:gd name="csY24" fmla="*/ 152710 h 897970"/>
                <a:gd name="csX25" fmla="*/ 364609 w 1083194"/>
                <a:gd name="csY25" fmla="*/ 153688 h 897970"/>
                <a:gd name="csX26" fmla="*/ 363091 w 1083194"/>
                <a:gd name="csY26" fmla="*/ 158984 h 897970"/>
                <a:gd name="csX27" fmla="*/ 349782 w 1083194"/>
                <a:gd name="csY27" fmla="*/ 162013 h 897970"/>
                <a:gd name="csX28" fmla="*/ 349566 w 1083194"/>
                <a:gd name="csY28" fmla="*/ 141572 h 897970"/>
                <a:gd name="csX29" fmla="*/ 359414 w 1083194"/>
                <a:gd name="csY29" fmla="*/ 116921 h 897970"/>
                <a:gd name="csX30" fmla="*/ 358545 w 1083194"/>
                <a:gd name="csY30" fmla="*/ 108698 h 897970"/>
                <a:gd name="csX31" fmla="*/ 369803 w 1083194"/>
                <a:gd name="csY31" fmla="*/ 95509 h 897970"/>
                <a:gd name="csX32" fmla="*/ 362659 w 1083194"/>
                <a:gd name="csY32" fmla="*/ 90639 h 897970"/>
                <a:gd name="csX33" fmla="*/ 357141 w 1083194"/>
                <a:gd name="csY33" fmla="*/ 85127 h 897970"/>
                <a:gd name="csX34" fmla="*/ 356601 w 1083194"/>
                <a:gd name="csY34" fmla="*/ 77774 h 897970"/>
                <a:gd name="csX35" fmla="*/ 358221 w 1083194"/>
                <a:gd name="csY35" fmla="*/ 72255 h 897970"/>
                <a:gd name="csX36" fmla="*/ 333976 w 1083194"/>
                <a:gd name="csY36" fmla="*/ 48792 h 897970"/>
                <a:gd name="csX37" fmla="*/ 331379 w 1083194"/>
                <a:gd name="csY37" fmla="*/ 23379 h 897970"/>
                <a:gd name="csX38" fmla="*/ 313523 w 1083194"/>
                <a:gd name="csY38" fmla="*/ 9752 h 897970"/>
                <a:gd name="csX39" fmla="*/ 269683 w 1083194"/>
                <a:gd name="csY39" fmla="*/ 14407 h 897970"/>
                <a:gd name="csX40" fmla="*/ 261783 w 1083194"/>
                <a:gd name="csY40" fmla="*/ 19487 h 897970"/>
                <a:gd name="csX41" fmla="*/ 250093 w 1083194"/>
                <a:gd name="csY41" fmla="*/ 21652 h 897970"/>
                <a:gd name="csX42" fmla="*/ 213079 w 1083194"/>
                <a:gd name="csY42" fmla="*/ 39274 h 897970"/>
                <a:gd name="csX43" fmla="*/ 210050 w 1083194"/>
                <a:gd name="csY43" fmla="*/ 47821 h 897970"/>
                <a:gd name="csX44" fmla="*/ 197058 w 1083194"/>
                <a:gd name="csY44" fmla="*/ 44360 h 897970"/>
                <a:gd name="csX45" fmla="*/ 190130 w 1083194"/>
                <a:gd name="csY45" fmla="*/ 55930 h 897970"/>
                <a:gd name="csX46" fmla="*/ 198899 w 1083194"/>
                <a:gd name="csY46" fmla="*/ 64902 h 897970"/>
                <a:gd name="csX47" fmla="*/ 179093 w 1083194"/>
                <a:gd name="csY47" fmla="*/ 65118 h 897970"/>
                <a:gd name="csX48" fmla="*/ 177144 w 1083194"/>
                <a:gd name="csY48" fmla="*/ 72694 h 897970"/>
                <a:gd name="csX49" fmla="*/ 201712 w 1083194"/>
                <a:gd name="csY49" fmla="*/ 85235 h 897970"/>
                <a:gd name="csX50" fmla="*/ 193165 w 1083194"/>
                <a:gd name="csY50" fmla="*/ 91617 h 897970"/>
                <a:gd name="csX51" fmla="*/ 168051 w 1083194"/>
                <a:gd name="csY51" fmla="*/ 88156 h 897970"/>
                <a:gd name="csX52" fmla="*/ 167835 w 1083194"/>
                <a:gd name="csY52" fmla="*/ 111619 h 897970"/>
                <a:gd name="csX53" fmla="*/ 177252 w 1083194"/>
                <a:gd name="csY53" fmla="*/ 125786 h 897970"/>
                <a:gd name="csX54" fmla="*/ 199655 w 1083194"/>
                <a:gd name="csY54" fmla="*/ 137464 h 897970"/>
                <a:gd name="csX55" fmla="*/ 202582 w 1083194"/>
                <a:gd name="csY55" fmla="*/ 147522 h 897970"/>
                <a:gd name="csX56" fmla="*/ 198036 w 1083194"/>
                <a:gd name="csY56" fmla="*/ 145573 h 897970"/>
                <a:gd name="csX57" fmla="*/ 177468 w 1083194"/>
                <a:gd name="csY57" fmla="*/ 143737 h 897970"/>
                <a:gd name="csX58" fmla="*/ 174223 w 1083194"/>
                <a:gd name="csY58" fmla="*/ 157472 h 897970"/>
                <a:gd name="csX59" fmla="*/ 157123 w 1083194"/>
                <a:gd name="csY59" fmla="*/ 158336 h 897970"/>
                <a:gd name="csX60" fmla="*/ 154525 w 1083194"/>
                <a:gd name="csY60" fmla="*/ 162876 h 897970"/>
                <a:gd name="csX61" fmla="*/ 171734 w 1083194"/>
                <a:gd name="csY61" fmla="*/ 176072 h 897970"/>
                <a:gd name="csX62" fmla="*/ 183856 w 1083194"/>
                <a:gd name="csY62" fmla="*/ 192290 h 897970"/>
                <a:gd name="csX63" fmla="*/ 191000 w 1083194"/>
                <a:gd name="csY63" fmla="*/ 193483 h 897970"/>
                <a:gd name="csX64" fmla="*/ 205935 w 1083194"/>
                <a:gd name="csY64" fmla="*/ 193483 h 897970"/>
                <a:gd name="csX65" fmla="*/ 209834 w 1083194"/>
                <a:gd name="csY65" fmla="*/ 208946 h 897970"/>
                <a:gd name="csX66" fmla="*/ 192619 w 1083194"/>
                <a:gd name="csY66" fmla="*/ 212298 h 897970"/>
                <a:gd name="csX67" fmla="*/ 165670 w 1083194"/>
                <a:gd name="csY67" fmla="*/ 197916 h 897970"/>
                <a:gd name="csX68" fmla="*/ 145648 w 1083194"/>
                <a:gd name="csY68" fmla="*/ 171963 h 897970"/>
                <a:gd name="csX69" fmla="*/ 138396 w 1083194"/>
                <a:gd name="csY69" fmla="*/ 139521 h 897970"/>
                <a:gd name="csX70" fmla="*/ 142289 w 1083194"/>
                <a:gd name="csY70" fmla="*/ 122001 h 897970"/>
                <a:gd name="csX71" fmla="*/ 126922 w 1083194"/>
                <a:gd name="csY71" fmla="*/ 101345 h 897970"/>
                <a:gd name="csX72" fmla="*/ 130929 w 1083194"/>
                <a:gd name="csY72" fmla="*/ 85451 h 897970"/>
                <a:gd name="csX73" fmla="*/ 144238 w 1083194"/>
                <a:gd name="csY73" fmla="*/ 69233 h 897970"/>
                <a:gd name="csX74" fmla="*/ 156468 w 1083194"/>
                <a:gd name="csY74" fmla="*/ 43820 h 897970"/>
                <a:gd name="csX75" fmla="*/ 195546 w 1083194"/>
                <a:gd name="csY75" fmla="*/ 8565 h 897970"/>
                <a:gd name="csX76" fmla="*/ 185475 w 1083194"/>
                <a:gd name="csY76" fmla="*/ 2507 h 897970"/>
                <a:gd name="csX77" fmla="*/ 127246 w 1083194"/>
                <a:gd name="csY77" fmla="*/ 996 h 897970"/>
                <a:gd name="csX78" fmla="*/ 68908 w 1083194"/>
                <a:gd name="csY78" fmla="*/ 25545 h 897970"/>
                <a:gd name="csX79" fmla="*/ 31564 w 1083194"/>
                <a:gd name="csY79" fmla="*/ 68471 h 897970"/>
                <a:gd name="csX80" fmla="*/ 26801 w 1083194"/>
                <a:gd name="csY80" fmla="*/ 94969 h 897970"/>
                <a:gd name="csX81" fmla="*/ 25074 w 1083194"/>
                <a:gd name="csY81" fmla="*/ 94100 h 897970"/>
                <a:gd name="csX82" fmla="*/ 22039 w 1083194"/>
                <a:gd name="csY82" fmla="*/ 96481 h 897970"/>
                <a:gd name="csX83" fmla="*/ 18794 w 1083194"/>
                <a:gd name="csY83" fmla="*/ 109022 h 897970"/>
                <a:gd name="csX84" fmla="*/ 10679 w 1083194"/>
                <a:gd name="csY84" fmla="*/ 114864 h 897970"/>
                <a:gd name="csX85" fmla="*/ 8298 w 1083194"/>
                <a:gd name="csY85" fmla="*/ 144709 h 897970"/>
                <a:gd name="csX86" fmla="*/ 14571 w 1083194"/>
                <a:gd name="csY86" fmla="*/ 151307 h 897970"/>
                <a:gd name="csX87" fmla="*/ 1262 w 1083194"/>
                <a:gd name="csY87" fmla="*/ 162445 h 897970"/>
                <a:gd name="csX88" fmla="*/ 1586 w 1083194"/>
                <a:gd name="csY88" fmla="*/ 174554 h 897970"/>
                <a:gd name="csX89" fmla="*/ 8945 w 1083194"/>
                <a:gd name="csY89" fmla="*/ 189915 h 897970"/>
                <a:gd name="csX90" fmla="*/ 3643 w 1083194"/>
                <a:gd name="csY90" fmla="*/ 201376 h 897970"/>
                <a:gd name="csX91" fmla="*/ 14679 w 1083194"/>
                <a:gd name="csY91" fmla="*/ 219652 h 897970"/>
                <a:gd name="csX92" fmla="*/ 88390 w 1083194"/>
                <a:gd name="csY92" fmla="*/ 231977 h 897970"/>
                <a:gd name="csX93" fmla="*/ 103001 w 1083194"/>
                <a:gd name="csY93" fmla="*/ 245604 h 897970"/>
                <a:gd name="csX94" fmla="*/ 77570 w 1083194"/>
                <a:gd name="csY94" fmla="*/ 251224 h 897970"/>
                <a:gd name="csX95" fmla="*/ 59383 w 1083194"/>
                <a:gd name="csY95" fmla="*/ 240842 h 897970"/>
                <a:gd name="csX96" fmla="*/ 27779 w 1083194"/>
                <a:gd name="csY96" fmla="*/ 239654 h 897970"/>
                <a:gd name="csX97" fmla="*/ 31024 w 1083194"/>
                <a:gd name="csY97" fmla="*/ 250360 h 897970"/>
                <a:gd name="csX98" fmla="*/ 29513 w 1083194"/>
                <a:gd name="csY98" fmla="*/ 251332 h 897970"/>
                <a:gd name="csX99" fmla="*/ 28751 w 1083194"/>
                <a:gd name="csY99" fmla="*/ 256310 h 897970"/>
                <a:gd name="csX100" fmla="*/ 55161 w 1083194"/>
                <a:gd name="csY100" fmla="*/ 288860 h 897970"/>
                <a:gd name="csX101" fmla="*/ 66203 w 1083194"/>
                <a:gd name="csY101" fmla="*/ 288860 h 897970"/>
                <a:gd name="csX102" fmla="*/ 81786 w 1083194"/>
                <a:gd name="csY102" fmla="*/ 302481 h 897970"/>
                <a:gd name="csX103" fmla="*/ 90016 w 1083194"/>
                <a:gd name="csY103" fmla="*/ 300862 h 897970"/>
                <a:gd name="csX104" fmla="*/ 128008 w 1083194"/>
                <a:gd name="csY104" fmla="*/ 295236 h 897970"/>
                <a:gd name="csX105" fmla="*/ 134066 w 1083194"/>
                <a:gd name="csY105" fmla="*/ 290588 h 897970"/>
                <a:gd name="csX106" fmla="*/ 139908 w 1083194"/>
                <a:gd name="csY106" fmla="*/ 309295 h 897970"/>
                <a:gd name="csX107" fmla="*/ 161669 w 1083194"/>
                <a:gd name="csY107" fmla="*/ 322814 h 897970"/>
                <a:gd name="csX108" fmla="*/ 178116 w 1083194"/>
                <a:gd name="csY108" fmla="*/ 324649 h 897970"/>
                <a:gd name="csX109" fmla="*/ 181367 w 1083194"/>
                <a:gd name="csY109" fmla="*/ 315353 h 897970"/>
                <a:gd name="csX110" fmla="*/ 205935 w 1083194"/>
                <a:gd name="csY110" fmla="*/ 320972 h 897970"/>
                <a:gd name="csX111" fmla="*/ 255395 w 1083194"/>
                <a:gd name="csY111" fmla="*/ 321188 h 897970"/>
                <a:gd name="csX112" fmla="*/ 279316 w 1083194"/>
                <a:gd name="csY112" fmla="*/ 329843 h 897970"/>
                <a:gd name="csX113" fmla="*/ 279316 w 1083194"/>
                <a:gd name="csY113" fmla="*/ 340657 h 897970"/>
                <a:gd name="csX114" fmla="*/ 290682 w 1083194"/>
                <a:gd name="csY114" fmla="*/ 341737 h 897970"/>
                <a:gd name="csX115" fmla="*/ 307999 w 1083194"/>
                <a:gd name="csY115" fmla="*/ 330275 h 897970"/>
                <a:gd name="csX116" fmla="*/ 307783 w 1083194"/>
                <a:gd name="csY116" fmla="*/ 321404 h 897970"/>
                <a:gd name="csX117" fmla="*/ 341228 w 1083194"/>
                <a:gd name="csY117" fmla="*/ 346817 h 897970"/>
                <a:gd name="csX118" fmla="*/ 358652 w 1083194"/>
                <a:gd name="csY118" fmla="*/ 353306 h 897970"/>
                <a:gd name="csX119" fmla="*/ 373702 w 1083194"/>
                <a:gd name="csY119" fmla="*/ 366178 h 897970"/>
                <a:gd name="csX120" fmla="*/ 382357 w 1083194"/>
                <a:gd name="csY120" fmla="*/ 366178 h 897970"/>
                <a:gd name="csX121" fmla="*/ 384846 w 1083194"/>
                <a:gd name="csY121" fmla="*/ 360012 h 897970"/>
                <a:gd name="csX122" fmla="*/ 404658 w 1083194"/>
                <a:gd name="csY122" fmla="*/ 348011 h 897970"/>
                <a:gd name="csX123" fmla="*/ 397299 w 1083194"/>
                <a:gd name="csY123" fmla="*/ 341629 h 897970"/>
                <a:gd name="csX124" fmla="*/ 380738 w 1083194"/>
                <a:gd name="csY124" fmla="*/ 343686 h 897970"/>
                <a:gd name="csX125" fmla="*/ 374566 w 1083194"/>
                <a:gd name="csY125" fmla="*/ 340118 h 897970"/>
                <a:gd name="csX126" fmla="*/ 351947 w 1083194"/>
                <a:gd name="csY126" fmla="*/ 335679 h 897970"/>
                <a:gd name="csX127" fmla="*/ 338091 w 1083194"/>
                <a:gd name="csY127" fmla="*/ 319245 h 897970"/>
                <a:gd name="csX128" fmla="*/ 384091 w 1083194"/>
                <a:gd name="csY128" fmla="*/ 322166 h 897970"/>
                <a:gd name="csX129" fmla="*/ 395781 w 1083194"/>
                <a:gd name="csY129" fmla="*/ 331462 h 897970"/>
                <a:gd name="csX130" fmla="*/ 405954 w 1083194"/>
                <a:gd name="csY130" fmla="*/ 328649 h 897970"/>
                <a:gd name="csX131" fmla="*/ 420565 w 1083194"/>
                <a:gd name="csY131" fmla="*/ 330707 h 897970"/>
                <a:gd name="csX132" fmla="*/ 426953 w 1083194"/>
                <a:gd name="csY132" fmla="*/ 327462 h 897970"/>
                <a:gd name="csX133" fmla="*/ 427709 w 1083194"/>
                <a:gd name="csY133" fmla="*/ 321080 h 897970"/>
                <a:gd name="csX134" fmla="*/ 415155 w 1083194"/>
                <a:gd name="csY134" fmla="*/ 300646 h 897970"/>
                <a:gd name="csX135" fmla="*/ 400436 w 1083194"/>
                <a:gd name="csY135" fmla="*/ 297401 h 897970"/>
                <a:gd name="csX136" fmla="*/ 395241 w 1083194"/>
                <a:gd name="csY136" fmla="*/ 289832 h 897970"/>
                <a:gd name="csX137" fmla="*/ 397514 w 1083194"/>
                <a:gd name="csY137" fmla="*/ 286155 h 897970"/>
                <a:gd name="csX138" fmla="*/ 426413 w 1083194"/>
                <a:gd name="csY138" fmla="*/ 289940 h 897970"/>
                <a:gd name="csX139" fmla="*/ 446003 w 1083194"/>
                <a:gd name="csY139" fmla="*/ 306590 h 897970"/>
                <a:gd name="csX140" fmla="*/ 457262 w 1083194"/>
                <a:gd name="csY140" fmla="*/ 303567 h 897970"/>
                <a:gd name="csX141" fmla="*/ 466240 w 1083194"/>
                <a:gd name="csY141" fmla="*/ 307459 h 897970"/>
                <a:gd name="csX142" fmla="*/ 468946 w 1083194"/>
                <a:gd name="csY142" fmla="*/ 313835 h 897970"/>
                <a:gd name="csX143" fmla="*/ 471765 w 1083194"/>
                <a:gd name="csY143" fmla="*/ 343686 h 897970"/>
                <a:gd name="csX144" fmla="*/ 477715 w 1083194"/>
                <a:gd name="csY144" fmla="*/ 337844 h 897970"/>
                <a:gd name="csX145" fmla="*/ 482477 w 1083194"/>
                <a:gd name="csY145" fmla="*/ 329951 h 897970"/>
                <a:gd name="csX146" fmla="*/ 499362 w 1083194"/>
                <a:gd name="csY146" fmla="*/ 343794 h 897970"/>
                <a:gd name="csX147" fmla="*/ 491895 w 1083194"/>
                <a:gd name="csY147" fmla="*/ 353199 h 897970"/>
                <a:gd name="csX148" fmla="*/ 539951 w 1083194"/>
                <a:gd name="csY148" fmla="*/ 387806 h 897970"/>
                <a:gd name="csX149" fmla="*/ 528693 w 1083194"/>
                <a:gd name="csY149" fmla="*/ 399807 h 897970"/>
                <a:gd name="csX150" fmla="*/ 507154 w 1083194"/>
                <a:gd name="csY150" fmla="*/ 402297 h 897970"/>
                <a:gd name="csX151" fmla="*/ 510405 w 1083194"/>
                <a:gd name="csY151" fmla="*/ 427487 h 897970"/>
                <a:gd name="csX152" fmla="*/ 545146 w 1083194"/>
                <a:gd name="csY152" fmla="*/ 412241 h 897970"/>
                <a:gd name="csX153" fmla="*/ 552505 w 1083194"/>
                <a:gd name="csY153" fmla="*/ 401211 h 897970"/>
                <a:gd name="csX154" fmla="*/ 563002 w 1083194"/>
                <a:gd name="csY154" fmla="*/ 407269 h 897970"/>
                <a:gd name="csX155" fmla="*/ 579563 w 1083194"/>
                <a:gd name="csY155" fmla="*/ 411809 h 897970"/>
                <a:gd name="csX156" fmla="*/ 580433 w 1083194"/>
                <a:gd name="csY156" fmla="*/ 422731 h 897970"/>
                <a:gd name="csX157" fmla="*/ 596555 w 1083194"/>
                <a:gd name="csY157" fmla="*/ 455497 h 897970"/>
                <a:gd name="csX158" fmla="*/ 603267 w 1083194"/>
                <a:gd name="csY158" fmla="*/ 435056 h 897970"/>
                <a:gd name="csX159" fmla="*/ 600130 w 1083194"/>
                <a:gd name="csY159" fmla="*/ 429545 h 897970"/>
                <a:gd name="csX160" fmla="*/ 599483 w 1083194"/>
                <a:gd name="csY160" fmla="*/ 422299 h 897970"/>
                <a:gd name="csX161" fmla="*/ 603807 w 1083194"/>
                <a:gd name="csY161" fmla="*/ 420026 h 897970"/>
                <a:gd name="csX162" fmla="*/ 621885 w 1083194"/>
                <a:gd name="csY162" fmla="*/ 433113 h 897970"/>
                <a:gd name="csX163" fmla="*/ 618425 w 1083194"/>
                <a:gd name="csY163" fmla="*/ 453008 h 897970"/>
                <a:gd name="csX164" fmla="*/ 643748 w 1083194"/>
                <a:gd name="csY164" fmla="*/ 469124 h 897970"/>
                <a:gd name="csX165" fmla="*/ 670266 w 1083194"/>
                <a:gd name="csY165" fmla="*/ 550010 h 897970"/>
                <a:gd name="csX166" fmla="*/ 651756 w 1083194"/>
                <a:gd name="csY166" fmla="*/ 559307 h 897970"/>
                <a:gd name="csX167" fmla="*/ 639526 w 1083194"/>
                <a:gd name="csY167" fmla="*/ 581697 h 897970"/>
                <a:gd name="csX168" fmla="*/ 589742 w 1083194"/>
                <a:gd name="csY168" fmla="*/ 619435 h 897970"/>
                <a:gd name="csX169" fmla="*/ 624159 w 1083194"/>
                <a:gd name="csY169" fmla="*/ 662475 h 897970"/>
                <a:gd name="csX170" fmla="*/ 595152 w 1083194"/>
                <a:gd name="csY170" fmla="*/ 666044 h 897970"/>
                <a:gd name="csX171" fmla="*/ 590390 w 1083194"/>
                <a:gd name="csY171" fmla="*/ 674045 h 897970"/>
                <a:gd name="csX172" fmla="*/ 579455 w 1083194"/>
                <a:gd name="csY172" fmla="*/ 672635 h 897970"/>
                <a:gd name="csX173" fmla="*/ 573289 w 1083194"/>
                <a:gd name="csY173" fmla="*/ 667771 h 897970"/>
                <a:gd name="csX174" fmla="*/ 563548 w 1083194"/>
                <a:gd name="csY174" fmla="*/ 672527 h 897970"/>
                <a:gd name="csX175" fmla="*/ 558023 w 1083194"/>
                <a:gd name="csY175" fmla="*/ 681182 h 897970"/>
                <a:gd name="csX176" fmla="*/ 534649 w 1083194"/>
                <a:gd name="csY176" fmla="*/ 678693 h 897970"/>
                <a:gd name="csX177" fmla="*/ 482477 w 1083194"/>
                <a:gd name="csY177" fmla="*/ 661929 h 897970"/>
                <a:gd name="csX178" fmla="*/ 477607 w 1083194"/>
                <a:gd name="csY178" fmla="*/ 664095 h 897970"/>
                <a:gd name="csX179" fmla="*/ 475442 w 1083194"/>
                <a:gd name="csY179" fmla="*/ 675988 h 897970"/>
                <a:gd name="csX180" fmla="*/ 480204 w 1083194"/>
                <a:gd name="csY180" fmla="*/ 685291 h 897970"/>
                <a:gd name="csX181" fmla="*/ 450658 w 1083194"/>
                <a:gd name="csY181" fmla="*/ 700969 h 897970"/>
                <a:gd name="csX182" fmla="*/ 450334 w 1083194"/>
                <a:gd name="csY182" fmla="*/ 720324 h 897970"/>
                <a:gd name="csX183" fmla="*/ 479988 w 1083194"/>
                <a:gd name="csY183" fmla="*/ 743578 h 897970"/>
                <a:gd name="csX184" fmla="*/ 513865 w 1083194"/>
                <a:gd name="csY184" fmla="*/ 748981 h 897970"/>
                <a:gd name="csX185" fmla="*/ 534433 w 1083194"/>
                <a:gd name="csY185" fmla="*/ 734383 h 897970"/>
                <a:gd name="csX186" fmla="*/ 533455 w 1083194"/>
                <a:gd name="csY186" fmla="*/ 725734 h 897970"/>
                <a:gd name="csX187" fmla="*/ 545146 w 1083194"/>
                <a:gd name="csY187" fmla="*/ 720648 h 897970"/>
                <a:gd name="csX188" fmla="*/ 584871 w 1083194"/>
                <a:gd name="csY188" fmla="*/ 733843 h 897970"/>
                <a:gd name="csX189" fmla="*/ 589742 w 1083194"/>
                <a:gd name="csY189" fmla="*/ 719676 h 897970"/>
                <a:gd name="csX190" fmla="*/ 601540 w 1083194"/>
                <a:gd name="csY190" fmla="*/ 724654 h 897970"/>
                <a:gd name="csX191" fmla="*/ 610627 w 1083194"/>
                <a:gd name="csY191" fmla="*/ 745736 h 897970"/>
                <a:gd name="csX192" fmla="*/ 627619 w 1083194"/>
                <a:gd name="csY192" fmla="*/ 750283 h 897970"/>
                <a:gd name="csX193" fmla="*/ 639742 w 1083194"/>
                <a:gd name="csY193" fmla="*/ 747362 h 897970"/>
                <a:gd name="csX194" fmla="*/ 648727 w 1083194"/>
                <a:gd name="csY194" fmla="*/ 777531 h 897970"/>
                <a:gd name="csX195" fmla="*/ 648727 w 1083194"/>
                <a:gd name="csY195" fmla="*/ 779372 h 897970"/>
                <a:gd name="csX196" fmla="*/ 671676 w 1083194"/>
                <a:gd name="csY196" fmla="*/ 784560 h 897970"/>
                <a:gd name="csX197" fmla="*/ 680547 w 1083194"/>
                <a:gd name="csY197" fmla="*/ 773314 h 897970"/>
                <a:gd name="csX198" fmla="*/ 707280 w 1083194"/>
                <a:gd name="csY198" fmla="*/ 793317 h 897970"/>
                <a:gd name="csX199" fmla="*/ 680223 w 1083194"/>
                <a:gd name="csY199" fmla="*/ 804131 h 897970"/>
                <a:gd name="csX200" fmla="*/ 706633 w 1083194"/>
                <a:gd name="csY200" fmla="*/ 825327 h 897970"/>
                <a:gd name="csX201" fmla="*/ 774825 w 1083194"/>
                <a:gd name="csY201" fmla="*/ 844574 h 897970"/>
                <a:gd name="csX202" fmla="*/ 814113 w 1083194"/>
                <a:gd name="csY202" fmla="*/ 875505 h 897970"/>
                <a:gd name="csX203" fmla="*/ 910118 w 1083194"/>
                <a:gd name="csY203" fmla="*/ 895400 h 897970"/>
                <a:gd name="csX204" fmla="*/ 906003 w 1083194"/>
                <a:gd name="csY204" fmla="*/ 873340 h 897970"/>
                <a:gd name="csX205" fmla="*/ 797876 w 1083194"/>
                <a:gd name="csY205" fmla="*/ 782611 h 897970"/>
                <a:gd name="csX206" fmla="*/ 807401 w 1083194"/>
                <a:gd name="csY206" fmla="*/ 780020 h 897970"/>
                <a:gd name="csX207" fmla="*/ 813465 w 1083194"/>
                <a:gd name="csY207" fmla="*/ 781100 h 897970"/>
                <a:gd name="csX208" fmla="*/ 842148 w 1083194"/>
                <a:gd name="csY208" fmla="*/ 797641 h 897970"/>
                <a:gd name="csX209" fmla="*/ 845069 w 1083194"/>
                <a:gd name="csY209" fmla="*/ 791806 h 897970"/>
                <a:gd name="csX210" fmla="*/ 917694 w 1083194"/>
                <a:gd name="csY210" fmla="*/ 837761 h 897970"/>
                <a:gd name="csX211" fmla="*/ 957851 w 1083194"/>
                <a:gd name="csY211" fmla="*/ 866634 h 897970"/>
                <a:gd name="csX212" fmla="*/ 971593 w 1083194"/>
                <a:gd name="csY212" fmla="*/ 852906 h 897970"/>
                <a:gd name="csX213" fmla="*/ 947679 w 1083194"/>
                <a:gd name="csY213" fmla="*/ 848359 h 897970"/>
                <a:gd name="csX214" fmla="*/ 939989 w 1083194"/>
                <a:gd name="csY214" fmla="*/ 833760 h 897970"/>
                <a:gd name="csX215" fmla="*/ 952873 w 1083194"/>
                <a:gd name="csY215" fmla="*/ 834522 h 897970"/>
                <a:gd name="csX216" fmla="*/ 954600 w 1083194"/>
                <a:gd name="csY216" fmla="*/ 825435 h 897970"/>
                <a:gd name="csX217" fmla="*/ 945837 w 1083194"/>
                <a:gd name="csY217" fmla="*/ 811376 h 897970"/>
                <a:gd name="csX218" fmla="*/ 950923 w 1083194"/>
                <a:gd name="csY218" fmla="*/ 806836 h 897970"/>
                <a:gd name="csX219" fmla="*/ 961312 w 1083194"/>
                <a:gd name="csY219" fmla="*/ 805217 h 897970"/>
                <a:gd name="csX220" fmla="*/ 962722 w 1083194"/>
                <a:gd name="csY220" fmla="*/ 793965 h 897970"/>
                <a:gd name="csX221" fmla="*/ 978736 w 1083194"/>
                <a:gd name="csY221" fmla="*/ 811592 h 897970"/>
                <a:gd name="csX222" fmla="*/ 979606 w 1083194"/>
                <a:gd name="csY222" fmla="*/ 811161 h 897970"/>
                <a:gd name="csX223" fmla="*/ 976469 w 1083194"/>
                <a:gd name="csY223" fmla="*/ 792777 h 897970"/>
                <a:gd name="csX224" fmla="*/ 981880 w 1083194"/>
                <a:gd name="csY224" fmla="*/ 783697 h 897970"/>
                <a:gd name="csX225" fmla="*/ 969434 w 1083194"/>
                <a:gd name="csY225" fmla="*/ 767473 h 897970"/>
                <a:gd name="csX226" fmla="*/ 959585 w 1083194"/>
                <a:gd name="csY226" fmla="*/ 769962 h 897970"/>
                <a:gd name="csX227" fmla="*/ 952981 w 1083194"/>
                <a:gd name="csY227" fmla="*/ 757090 h 897970"/>
                <a:gd name="csX228" fmla="*/ 944427 w 1083194"/>
                <a:gd name="csY228" fmla="*/ 756874 h 897970"/>
                <a:gd name="csX229" fmla="*/ 943780 w 1083194"/>
                <a:gd name="csY229" fmla="*/ 756443 h 897970"/>
                <a:gd name="csX230" fmla="*/ 954708 w 1083194"/>
                <a:gd name="csY230" fmla="*/ 738491 h 897970"/>
                <a:gd name="csX231" fmla="*/ 953197 w 1083194"/>
                <a:gd name="csY231" fmla="*/ 737412 h 897970"/>
                <a:gd name="csX232" fmla="*/ 947564 w 1083194"/>
                <a:gd name="csY232" fmla="*/ 737520 h 897970"/>
                <a:gd name="csX233" fmla="*/ 934039 w 1083194"/>
                <a:gd name="csY233" fmla="*/ 744117 h 897970"/>
                <a:gd name="csX234" fmla="*/ 933283 w 1083194"/>
                <a:gd name="csY234" fmla="*/ 739469 h 897970"/>
                <a:gd name="csX235" fmla="*/ 939341 w 1083194"/>
                <a:gd name="csY235" fmla="*/ 721518 h 897970"/>
                <a:gd name="csX236" fmla="*/ 911744 w 1083194"/>
                <a:gd name="csY236" fmla="*/ 705725 h 897970"/>
                <a:gd name="csX237" fmla="*/ 905356 w 1083194"/>
                <a:gd name="csY237" fmla="*/ 713294 h 897970"/>
                <a:gd name="csX238" fmla="*/ 899838 w 1083194"/>
                <a:gd name="csY238" fmla="*/ 707351 h 897970"/>
                <a:gd name="csX239" fmla="*/ 897780 w 1083194"/>
                <a:gd name="csY239" fmla="*/ 696213 h 897970"/>
                <a:gd name="csX240" fmla="*/ 885442 w 1083194"/>
                <a:gd name="csY240" fmla="*/ 695565 h 897970"/>
                <a:gd name="csX241" fmla="*/ 874292 w 1083194"/>
                <a:gd name="csY241" fmla="*/ 700105 h 897970"/>
                <a:gd name="csX242" fmla="*/ 870501 w 1083194"/>
                <a:gd name="csY242" fmla="*/ 672419 h 897970"/>
                <a:gd name="csX243" fmla="*/ 855565 w 1083194"/>
                <a:gd name="csY243" fmla="*/ 656094 h 897970"/>
                <a:gd name="csX244" fmla="*/ 833271 w 1083194"/>
                <a:gd name="csY244" fmla="*/ 656094 h 897970"/>
                <a:gd name="csX245" fmla="*/ 832185 w 1083194"/>
                <a:gd name="csY245" fmla="*/ 638358 h 897970"/>
                <a:gd name="csX246" fmla="*/ 856867 w 1083194"/>
                <a:gd name="csY246" fmla="*/ 638034 h 897970"/>
                <a:gd name="csX247" fmla="*/ 868558 w 1083194"/>
                <a:gd name="csY247" fmla="*/ 629278 h 897970"/>
                <a:gd name="csX248" fmla="*/ 850479 w 1083194"/>
                <a:gd name="csY248" fmla="*/ 609485 h 897970"/>
                <a:gd name="csX249" fmla="*/ 870285 w 1083194"/>
                <a:gd name="csY249" fmla="*/ 603535 h 897970"/>
                <a:gd name="csX250" fmla="*/ 913363 w 1083194"/>
                <a:gd name="csY250" fmla="*/ 630897 h 897970"/>
                <a:gd name="csX251" fmla="*/ 935880 w 1083194"/>
                <a:gd name="csY251" fmla="*/ 630681 h 897970"/>
                <a:gd name="csX252" fmla="*/ 924082 w 1083194"/>
                <a:gd name="csY252" fmla="*/ 652741 h 897970"/>
                <a:gd name="csX253" fmla="*/ 957743 w 1083194"/>
                <a:gd name="csY253" fmla="*/ 682910 h 897970"/>
                <a:gd name="csX254" fmla="*/ 967700 w 1083194"/>
                <a:gd name="csY254" fmla="*/ 680420 h 897970"/>
                <a:gd name="csX255" fmla="*/ 998549 w 1083194"/>
                <a:gd name="csY255" fmla="*/ 700321 h 897970"/>
                <a:gd name="csX256" fmla="*/ 1006340 w 1083194"/>
                <a:gd name="csY256" fmla="*/ 670260 h 897970"/>
                <a:gd name="csX257" fmla="*/ 1000714 w 1083194"/>
                <a:gd name="csY257" fmla="*/ 661066 h 897970"/>
                <a:gd name="csX258" fmla="*/ 1006772 w 1083194"/>
                <a:gd name="csY258" fmla="*/ 644524 h 897970"/>
                <a:gd name="csX259" fmla="*/ 1025066 w 1083194"/>
                <a:gd name="csY259" fmla="*/ 658907 h 897970"/>
                <a:gd name="csX260" fmla="*/ 1035347 w 1083194"/>
                <a:gd name="csY260" fmla="*/ 639869 h 897970"/>
                <a:gd name="csX261" fmla="*/ 1030692 w 1083194"/>
                <a:gd name="csY261" fmla="*/ 626249 h 897970"/>
                <a:gd name="csX262" fmla="*/ 1053311 w 1083194"/>
                <a:gd name="csY262" fmla="*/ 633818 h 897970"/>
                <a:gd name="csX263" fmla="*/ 1056886 w 1083194"/>
                <a:gd name="csY263" fmla="*/ 626249 h 897970"/>
                <a:gd name="csX264" fmla="*/ 1043792 w 1083194"/>
                <a:gd name="csY264" fmla="*/ 604297 h 897970"/>
                <a:gd name="csX265" fmla="*/ 1076691 w 1083194"/>
                <a:gd name="csY265" fmla="*/ 600944 h 897970"/>
                <a:gd name="csX266" fmla="*/ 1081562 w 1083194"/>
                <a:gd name="csY266" fmla="*/ 580179 h 897970"/>
                <a:gd name="csX267" fmla="*/ 1043462 w 1083194"/>
                <a:gd name="csY267" fmla="*/ 550442 h 897970"/>
                <a:gd name="csX268" fmla="*/ 1024526 w 1083194"/>
                <a:gd name="csY268" fmla="*/ 562768 h 897970"/>
                <a:gd name="csX269" fmla="*/ 1012944 w 1083194"/>
                <a:gd name="csY269" fmla="*/ 555414 h 897970"/>
                <a:gd name="csX270" fmla="*/ 1014023 w 1083194"/>
                <a:gd name="csY270" fmla="*/ 538009 h 897970"/>
                <a:gd name="csX271" fmla="*/ 995513 w 1083194"/>
                <a:gd name="csY271" fmla="*/ 530110 h 897970"/>
                <a:gd name="csX272" fmla="*/ 985988 w 1083194"/>
                <a:gd name="csY272" fmla="*/ 514647 h 897970"/>
                <a:gd name="csX273" fmla="*/ 958067 w 1083194"/>
                <a:gd name="csY273" fmla="*/ 492479 h 897970"/>
                <a:gd name="csX274" fmla="*/ 946377 w 1083194"/>
                <a:gd name="csY274" fmla="*/ 476477 h 897970"/>
                <a:gd name="csX275" fmla="*/ 917802 w 1083194"/>
                <a:gd name="csY275" fmla="*/ 475722 h 897970"/>
                <a:gd name="csX276" fmla="*/ 902867 w 1083194"/>
                <a:gd name="csY276" fmla="*/ 498861 h 897970"/>
                <a:gd name="csX277" fmla="*/ 893126 w 1083194"/>
                <a:gd name="csY277" fmla="*/ 476046 h 897970"/>
                <a:gd name="csX278" fmla="*/ 892478 w 1083194"/>
                <a:gd name="csY278" fmla="*/ 463930 h 897970"/>
                <a:gd name="csX279" fmla="*/ 875479 w 1083194"/>
                <a:gd name="csY279" fmla="*/ 459929 h 897970"/>
                <a:gd name="csX280" fmla="*/ 873968 w 1083194"/>
                <a:gd name="csY280" fmla="*/ 441546 h 897970"/>
                <a:gd name="csX281" fmla="*/ 836623 w 1083194"/>
                <a:gd name="csY281" fmla="*/ 431710 h 897970"/>
                <a:gd name="csX282" fmla="*/ 840630 w 1083194"/>
                <a:gd name="csY282" fmla="*/ 412133 h 897970"/>
                <a:gd name="csX283" fmla="*/ 833055 w 1083194"/>
                <a:gd name="csY283" fmla="*/ 384453 h 897970"/>
                <a:gd name="csX284" fmla="*/ 878083 w 1083194"/>
                <a:gd name="csY284" fmla="*/ 391045 h 897970"/>
                <a:gd name="csX285" fmla="*/ 877974 w 1083194"/>
                <a:gd name="csY285" fmla="*/ 380015 h 897970"/>
                <a:gd name="csX286" fmla="*/ 854810 w 1083194"/>
                <a:gd name="csY286" fmla="*/ 362609 h 897970"/>
                <a:gd name="csX287" fmla="*/ 830781 w 1083194"/>
                <a:gd name="csY287" fmla="*/ 362393 h 897970"/>
                <a:gd name="csX288" fmla="*/ 841602 w 1083194"/>
                <a:gd name="csY288" fmla="*/ 346925 h 897970"/>
                <a:gd name="csX289" fmla="*/ 862061 w 1083194"/>
                <a:gd name="csY289" fmla="*/ 341845 h 897970"/>
                <a:gd name="csX290" fmla="*/ 846910 w 1083194"/>
                <a:gd name="csY290" fmla="*/ 312324 h 897970"/>
                <a:gd name="csX291" fmla="*/ 821364 w 1083194"/>
                <a:gd name="csY291" fmla="*/ 300430 h 897970"/>
                <a:gd name="csX292" fmla="*/ 799933 w 1083194"/>
                <a:gd name="csY292" fmla="*/ 327246 h 897970"/>
                <a:gd name="csX293" fmla="*/ 802206 w 1083194"/>
                <a:gd name="csY293" fmla="*/ 302157 h 897970"/>
                <a:gd name="csX294" fmla="*/ 813465 w 1083194"/>
                <a:gd name="csY294" fmla="*/ 277500 h 897970"/>
                <a:gd name="csX295" fmla="*/ 778718 w 1083194"/>
                <a:gd name="csY295" fmla="*/ 262794 h 897970"/>
                <a:gd name="csX296" fmla="*/ 757502 w 1083194"/>
                <a:gd name="csY296" fmla="*/ 266692 h 897970"/>
                <a:gd name="csX297" fmla="*/ 756855 w 1083194"/>
                <a:gd name="csY297" fmla="*/ 255548 h 897970"/>
                <a:gd name="csX298" fmla="*/ 725467 w 1083194"/>
                <a:gd name="csY298" fmla="*/ 266800 h 897970"/>
                <a:gd name="csX299" fmla="*/ 730229 w 1083194"/>
                <a:gd name="csY299" fmla="*/ 238251 h 897970"/>
                <a:gd name="csX300" fmla="*/ 719186 w 1083194"/>
                <a:gd name="csY300" fmla="*/ 236625 h 897970"/>
                <a:gd name="csX301" fmla="*/ 700359 w 1083194"/>
                <a:gd name="csY301" fmla="*/ 250576 h 897970"/>
                <a:gd name="csX302" fmla="*/ 698949 w 1083194"/>
                <a:gd name="csY302" fmla="*/ 238143 h 897970"/>
                <a:gd name="csX303" fmla="*/ 708366 w 1083194"/>
                <a:gd name="csY303" fmla="*/ 217486 h 897970"/>
                <a:gd name="csX304" fmla="*/ 694402 w 1083194"/>
                <a:gd name="csY304" fmla="*/ 204075 h 897970"/>
                <a:gd name="csX305" fmla="*/ 646885 w 1083194"/>
                <a:gd name="csY305" fmla="*/ 193807 h 897970"/>
                <a:gd name="csX306" fmla="*/ 646669 w 1083194"/>
                <a:gd name="csY306" fmla="*/ 193045 h 897970"/>
                <a:gd name="csX307" fmla="*/ 707503 w 1083194"/>
                <a:gd name="csY307" fmla="*/ 562552 h 897970"/>
                <a:gd name="csX308" fmla="*/ 728064 w 1083194"/>
                <a:gd name="csY308" fmla="*/ 566876 h 897970"/>
                <a:gd name="csX309" fmla="*/ 731639 w 1083194"/>
                <a:gd name="csY309" fmla="*/ 578020 h 897970"/>
                <a:gd name="csX310" fmla="*/ 739322 w 1083194"/>
                <a:gd name="csY310" fmla="*/ 583532 h 897970"/>
                <a:gd name="csX311" fmla="*/ 750251 w 1083194"/>
                <a:gd name="csY311" fmla="*/ 578344 h 897970"/>
                <a:gd name="csX312" fmla="*/ 764538 w 1083194"/>
                <a:gd name="csY312" fmla="*/ 584935 h 897970"/>
                <a:gd name="csX313" fmla="*/ 764538 w 1083194"/>
                <a:gd name="csY313" fmla="*/ 594886 h 897970"/>
                <a:gd name="csX314" fmla="*/ 774171 w 1083194"/>
                <a:gd name="csY314" fmla="*/ 609485 h 897970"/>
                <a:gd name="csX315" fmla="*/ 748085 w 1083194"/>
                <a:gd name="csY315" fmla="*/ 623651 h 897970"/>
                <a:gd name="csX316" fmla="*/ 736725 w 1083194"/>
                <a:gd name="csY316" fmla="*/ 613161 h 897970"/>
                <a:gd name="csX317" fmla="*/ 714862 w 1083194"/>
                <a:gd name="csY317" fmla="*/ 629925 h 897970"/>
                <a:gd name="csX318" fmla="*/ 704359 w 1083194"/>
                <a:gd name="csY318" fmla="*/ 632408 h 897970"/>
                <a:gd name="csX319" fmla="*/ 707395 w 1083194"/>
                <a:gd name="csY319" fmla="*/ 609485 h 897970"/>
                <a:gd name="csX320" fmla="*/ 702410 w 1083194"/>
                <a:gd name="csY320" fmla="*/ 591965 h 897970"/>
                <a:gd name="csX321" fmla="*/ 707503 w 1083194"/>
                <a:gd name="csY321" fmla="*/ 562444 h 897970"/>
                <a:gd name="csX322" fmla="*/ 707503 w 1083194"/>
                <a:gd name="csY322" fmla="*/ 562552 h 897970"/>
                <a:gd name="csX323" fmla="*/ 680007 w 1083194"/>
                <a:gd name="csY323" fmla="*/ 712863 h 897970"/>
                <a:gd name="csX324" fmla="*/ 693323 w 1083194"/>
                <a:gd name="csY324" fmla="*/ 699566 h 897970"/>
                <a:gd name="csX325" fmla="*/ 694726 w 1083194"/>
                <a:gd name="csY325" fmla="*/ 674153 h 897970"/>
                <a:gd name="csX326" fmla="*/ 731639 w 1083194"/>
                <a:gd name="csY326" fmla="*/ 692320 h 897970"/>
                <a:gd name="csX327" fmla="*/ 739754 w 1083194"/>
                <a:gd name="csY327" fmla="*/ 720432 h 897970"/>
                <a:gd name="csX328" fmla="*/ 726876 w 1083194"/>
                <a:gd name="csY328" fmla="*/ 718057 h 897970"/>
                <a:gd name="csX329" fmla="*/ 714970 w 1083194"/>
                <a:gd name="csY329" fmla="*/ 712215 h 897970"/>
                <a:gd name="csX330" fmla="*/ 703604 w 1083194"/>
                <a:gd name="csY330" fmla="*/ 719676 h 897970"/>
                <a:gd name="csX331" fmla="*/ 680115 w 1083194"/>
                <a:gd name="csY331" fmla="*/ 712755 h 897970"/>
                <a:gd name="csX332" fmla="*/ 680007 w 1083194"/>
                <a:gd name="csY332" fmla="*/ 712863 h 897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</a:cxnLst>
              <a:rect l="l" t="t" r="r" b="b"/>
              <a:pathLst>
                <a:path w="1083194" h="897970">
                  <a:moveTo>
                    <a:pt x="646669" y="193045"/>
                  </a:moveTo>
                  <a:cubicBezTo>
                    <a:pt x="626756" y="204945"/>
                    <a:pt x="624698" y="207536"/>
                    <a:pt x="620476" y="205161"/>
                  </a:cubicBezTo>
                  <a:cubicBezTo>
                    <a:pt x="617555" y="202888"/>
                    <a:pt x="609547" y="201376"/>
                    <a:pt x="612253" y="196074"/>
                  </a:cubicBezTo>
                  <a:cubicBezTo>
                    <a:pt x="613986" y="191750"/>
                    <a:pt x="620476" y="183965"/>
                    <a:pt x="615281" y="183965"/>
                  </a:cubicBezTo>
                  <a:cubicBezTo>
                    <a:pt x="610087" y="183965"/>
                    <a:pt x="605648" y="183317"/>
                    <a:pt x="601864" y="185908"/>
                  </a:cubicBezTo>
                  <a:cubicBezTo>
                    <a:pt x="577073" y="202996"/>
                    <a:pt x="574584" y="206132"/>
                    <a:pt x="574584" y="200722"/>
                  </a:cubicBezTo>
                  <a:cubicBezTo>
                    <a:pt x="575130" y="194239"/>
                    <a:pt x="572857" y="185908"/>
                    <a:pt x="577835" y="183857"/>
                  </a:cubicBezTo>
                  <a:cubicBezTo>
                    <a:pt x="592879" y="177691"/>
                    <a:pt x="596447" y="177367"/>
                    <a:pt x="596447" y="172179"/>
                  </a:cubicBezTo>
                  <a:cubicBezTo>
                    <a:pt x="595800" y="165366"/>
                    <a:pt x="598397" y="156171"/>
                    <a:pt x="593095" y="155631"/>
                  </a:cubicBezTo>
                  <a:cubicBezTo>
                    <a:pt x="576534" y="153688"/>
                    <a:pt x="571663" y="152602"/>
                    <a:pt x="566901" y="154012"/>
                  </a:cubicBezTo>
                  <a:cubicBezTo>
                    <a:pt x="564520" y="154336"/>
                    <a:pt x="556296" y="158228"/>
                    <a:pt x="559325" y="153364"/>
                  </a:cubicBezTo>
                  <a:cubicBezTo>
                    <a:pt x="562678" y="146443"/>
                    <a:pt x="568850" y="141356"/>
                    <a:pt x="565821" y="136060"/>
                  </a:cubicBezTo>
                  <a:cubicBezTo>
                    <a:pt x="556080" y="118864"/>
                    <a:pt x="555318" y="115835"/>
                    <a:pt x="550994" y="115080"/>
                  </a:cubicBezTo>
                  <a:cubicBezTo>
                    <a:pt x="510189" y="107835"/>
                    <a:pt x="509751" y="108590"/>
                    <a:pt x="506290" y="105022"/>
                  </a:cubicBezTo>
                  <a:cubicBezTo>
                    <a:pt x="505319" y="104266"/>
                    <a:pt x="502283" y="99726"/>
                    <a:pt x="497737" y="99294"/>
                  </a:cubicBezTo>
                  <a:cubicBezTo>
                    <a:pt x="475118" y="97020"/>
                    <a:pt x="471435" y="95725"/>
                    <a:pt x="467326" y="98538"/>
                  </a:cubicBezTo>
                  <a:cubicBezTo>
                    <a:pt x="436694" y="119620"/>
                    <a:pt x="434960" y="119404"/>
                    <a:pt x="435722" y="124706"/>
                  </a:cubicBezTo>
                  <a:cubicBezTo>
                    <a:pt x="435722" y="127405"/>
                    <a:pt x="438751" y="136168"/>
                    <a:pt x="434097" y="134435"/>
                  </a:cubicBezTo>
                  <a:cubicBezTo>
                    <a:pt x="431068" y="133895"/>
                    <a:pt x="424356" y="128599"/>
                    <a:pt x="423708" y="134651"/>
                  </a:cubicBezTo>
                  <a:cubicBezTo>
                    <a:pt x="420673" y="162337"/>
                    <a:pt x="421327" y="166121"/>
                    <a:pt x="416780" y="166769"/>
                  </a:cubicBezTo>
                  <a:cubicBezTo>
                    <a:pt x="416234" y="166769"/>
                    <a:pt x="411040" y="168610"/>
                    <a:pt x="411802" y="163524"/>
                  </a:cubicBezTo>
                  <a:cubicBezTo>
                    <a:pt x="414615" y="142982"/>
                    <a:pt x="416018" y="139197"/>
                    <a:pt x="412666" y="135736"/>
                  </a:cubicBezTo>
                  <a:cubicBezTo>
                    <a:pt x="410716" y="133679"/>
                    <a:pt x="408227" y="130758"/>
                    <a:pt x="404442" y="129463"/>
                  </a:cubicBezTo>
                  <a:cubicBezTo>
                    <a:pt x="384307" y="122433"/>
                    <a:pt x="381817" y="120274"/>
                    <a:pt x="379004" y="124491"/>
                  </a:cubicBezTo>
                  <a:cubicBezTo>
                    <a:pt x="364285" y="146658"/>
                    <a:pt x="362228" y="148062"/>
                    <a:pt x="364177" y="152710"/>
                  </a:cubicBezTo>
                  <a:lnTo>
                    <a:pt x="364609" y="153688"/>
                  </a:lnTo>
                  <a:cubicBezTo>
                    <a:pt x="365472" y="155631"/>
                    <a:pt x="364717" y="158012"/>
                    <a:pt x="363091" y="158984"/>
                  </a:cubicBezTo>
                  <a:cubicBezTo>
                    <a:pt x="357573" y="161257"/>
                    <a:pt x="350645" y="168394"/>
                    <a:pt x="349782" y="162013"/>
                  </a:cubicBezTo>
                  <a:cubicBezTo>
                    <a:pt x="348480" y="151523"/>
                    <a:pt x="347076" y="146119"/>
                    <a:pt x="349566" y="141572"/>
                  </a:cubicBezTo>
                  <a:cubicBezTo>
                    <a:pt x="359630" y="123405"/>
                    <a:pt x="362012" y="121138"/>
                    <a:pt x="359414" y="116921"/>
                  </a:cubicBezTo>
                  <a:cubicBezTo>
                    <a:pt x="359199" y="116159"/>
                    <a:pt x="354976" y="111727"/>
                    <a:pt x="358545" y="108698"/>
                  </a:cubicBezTo>
                  <a:cubicBezTo>
                    <a:pt x="366019" y="102539"/>
                    <a:pt x="370889" y="99834"/>
                    <a:pt x="369803" y="95509"/>
                  </a:cubicBezTo>
                  <a:cubicBezTo>
                    <a:pt x="368832" y="91293"/>
                    <a:pt x="362012" y="90423"/>
                    <a:pt x="362659" y="90639"/>
                  </a:cubicBezTo>
                  <a:cubicBezTo>
                    <a:pt x="358875" y="89667"/>
                    <a:pt x="356709" y="84371"/>
                    <a:pt x="357141" y="85127"/>
                  </a:cubicBezTo>
                  <a:cubicBezTo>
                    <a:pt x="356278" y="83177"/>
                    <a:pt x="356055" y="79825"/>
                    <a:pt x="356601" y="77774"/>
                  </a:cubicBezTo>
                  <a:lnTo>
                    <a:pt x="358221" y="72255"/>
                  </a:lnTo>
                  <a:cubicBezTo>
                    <a:pt x="362983" y="55822"/>
                    <a:pt x="333976" y="59390"/>
                    <a:pt x="333976" y="48792"/>
                  </a:cubicBezTo>
                  <a:cubicBezTo>
                    <a:pt x="333976" y="30085"/>
                    <a:pt x="334738" y="26624"/>
                    <a:pt x="331379" y="23379"/>
                  </a:cubicBezTo>
                  <a:cubicBezTo>
                    <a:pt x="320775" y="13321"/>
                    <a:pt x="318070" y="9537"/>
                    <a:pt x="313523" y="9752"/>
                  </a:cubicBezTo>
                  <a:cubicBezTo>
                    <a:pt x="273258" y="11594"/>
                    <a:pt x="273042" y="10838"/>
                    <a:pt x="269683" y="14407"/>
                  </a:cubicBezTo>
                  <a:cubicBezTo>
                    <a:pt x="269035" y="14839"/>
                    <a:pt x="266114" y="19055"/>
                    <a:pt x="261783" y="19487"/>
                  </a:cubicBezTo>
                  <a:cubicBezTo>
                    <a:pt x="261783" y="19487"/>
                    <a:pt x="251934" y="20566"/>
                    <a:pt x="250093" y="21652"/>
                  </a:cubicBezTo>
                  <a:cubicBezTo>
                    <a:pt x="221302" y="33654"/>
                    <a:pt x="213079" y="31920"/>
                    <a:pt x="213079" y="39274"/>
                  </a:cubicBezTo>
                  <a:cubicBezTo>
                    <a:pt x="212755" y="41331"/>
                    <a:pt x="214374" y="50304"/>
                    <a:pt x="210050" y="47821"/>
                  </a:cubicBezTo>
                  <a:cubicBezTo>
                    <a:pt x="206043" y="46087"/>
                    <a:pt x="201065" y="40467"/>
                    <a:pt x="197058" y="44360"/>
                  </a:cubicBezTo>
                  <a:cubicBezTo>
                    <a:pt x="194029" y="48037"/>
                    <a:pt x="185691" y="52361"/>
                    <a:pt x="190130" y="55930"/>
                  </a:cubicBezTo>
                  <a:cubicBezTo>
                    <a:pt x="196734" y="61226"/>
                    <a:pt x="203554" y="65664"/>
                    <a:pt x="198899" y="64902"/>
                  </a:cubicBezTo>
                  <a:cubicBezTo>
                    <a:pt x="185913" y="62851"/>
                    <a:pt x="182123" y="61226"/>
                    <a:pt x="179093" y="65118"/>
                  </a:cubicBezTo>
                  <a:cubicBezTo>
                    <a:pt x="178439" y="66312"/>
                    <a:pt x="172705" y="71068"/>
                    <a:pt x="177144" y="72694"/>
                  </a:cubicBezTo>
                  <a:cubicBezTo>
                    <a:pt x="200633" y="81019"/>
                    <a:pt x="204633" y="81126"/>
                    <a:pt x="201712" y="85235"/>
                  </a:cubicBezTo>
                  <a:cubicBezTo>
                    <a:pt x="200201" y="86746"/>
                    <a:pt x="197820" y="93020"/>
                    <a:pt x="193165" y="91617"/>
                  </a:cubicBezTo>
                  <a:cubicBezTo>
                    <a:pt x="172058" y="85235"/>
                    <a:pt x="168591" y="82746"/>
                    <a:pt x="168051" y="88156"/>
                  </a:cubicBezTo>
                  <a:cubicBezTo>
                    <a:pt x="166755" y="101999"/>
                    <a:pt x="165562" y="106971"/>
                    <a:pt x="167835" y="111619"/>
                  </a:cubicBezTo>
                  <a:cubicBezTo>
                    <a:pt x="171626" y="119404"/>
                    <a:pt x="173137" y="124059"/>
                    <a:pt x="177252" y="125786"/>
                  </a:cubicBezTo>
                  <a:cubicBezTo>
                    <a:pt x="194137" y="132492"/>
                    <a:pt x="197274" y="132923"/>
                    <a:pt x="199655" y="137464"/>
                  </a:cubicBezTo>
                  <a:cubicBezTo>
                    <a:pt x="201173" y="140924"/>
                    <a:pt x="207453" y="149687"/>
                    <a:pt x="202582" y="147522"/>
                  </a:cubicBezTo>
                  <a:lnTo>
                    <a:pt x="198036" y="145573"/>
                  </a:lnTo>
                  <a:cubicBezTo>
                    <a:pt x="193057" y="143414"/>
                    <a:pt x="176820" y="143629"/>
                    <a:pt x="177468" y="143737"/>
                  </a:cubicBezTo>
                  <a:cubicBezTo>
                    <a:pt x="170540" y="143521"/>
                    <a:pt x="181151" y="157149"/>
                    <a:pt x="174223" y="157472"/>
                  </a:cubicBezTo>
                  <a:lnTo>
                    <a:pt x="157123" y="158336"/>
                  </a:lnTo>
                  <a:cubicBezTo>
                    <a:pt x="153655" y="158444"/>
                    <a:pt x="154417" y="163524"/>
                    <a:pt x="154525" y="162876"/>
                  </a:cubicBezTo>
                  <a:cubicBezTo>
                    <a:pt x="155929" y="170985"/>
                    <a:pt x="167295" y="168287"/>
                    <a:pt x="171734" y="176072"/>
                  </a:cubicBezTo>
                  <a:cubicBezTo>
                    <a:pt x="177144" y="185692"/>
                    <a:pt x="179310" y="191534"/>
                    <a:pt x="183856" y="192290"/>
                  </a:cubicBezTo>
                  <a:lnTo>
                    <a:pt x="191000" y="193483"/>
                  </a:lnTo>
                  <a:cubicBezTo>
                    <a:pt x="198251" y="194671"/>
                    <a:pt x="203014" y="187425"/>
                    <a:pt x="205935" y="193483"/>
                  </a:cubicBezTo>
                  <a:cubicBezTo>
                    <a:pt x="208424" y="199967"/>
                    <a:pt x="215028" y="207212"/>
                    <a:pt x="209834" y="208946"/>
                  </a:cubicBezTo>
                  <a:cubicBezTo>
                    <a:pt x="199007" y="212622"/>
                    <a:pt x="196518" y="214134"/>
                    <a:pt x="192619" y="212298"/>
                  </a:cubicBezTo>
                  <a:cubicBezTo>
                    <a:pt x="171518" y="202348"/>
                    <a:pt x="168921" y="201700"/>
                    <a:pt x="165670" y="197916"/>
                  </a:cubicBezTo>
                  <a:cubicBezTo>
                    <a:pt x="149433" y="178885"/>
                    <a:pt x="147159" y="177043"/>
                    <a:pt x="145648" y="171963"/>
                  </a:cubicBezTo>
                  <a:cubicBezTo>
                    <a:pt x="137965" y="146658"/>
                    <a:pt x="136339" y="144277"/>
                    <a:pt x="138396" y="139521"/>
                  </a:cubicBezTo>
                  <a:cubicBezTo>
                    <a:pt x="140670" y="132599"/>
                    <a:pt x="146296" y="126218"/>
                    <a:pt x="142289" y="122001"/>
                  </a:cubicBezTo>
                  <a:cubicBezTo>
                    <a:pt x="128655" y="107727"/>
                    <a:pt x="126382" y="106431"/>
                    <a:pt x="126922" y="101345"/>
                  </a:cubicBezTo>
                  <a:cubicBezTo>
                    <a:pt x="127678" y="94861"/>
                    <a:pt x="127570" y="89127"/>
                    <a:pt x="130929" y="85451"/>
                  </a:cubicBezTo>
                  <a:cubicBezTo>
                    <a:pt x="139152" y="76694"/>
                    <a:pt x="142289" y="74097"/>
                    <a:pt x="144238" y="69233"/>
                  </a:cubicBezTo>
                  <a:cubicBezTo>
                    <a:pt x="151922" y="50196"/>
                    <a:pt x="152684" y="46843"/>
                    <a:pt x="156468" y="43820"/>
                  </a:cubicBezTo>
                  <a:cubicBezTo>
                    <a:pt x="195870" y="12781"/>
                    <a:pt x="199331" y="12026"/>
                    <a:pt x="195546" y="8565"/>
                  </a:cubicBezTo>
                  <a:cubicBezTo>
                    <a:pt x="193813" y="7378"/>
                    <a:pt x="190346" y="2723"/>
                    <a:pt x="185475" y="2507"/>
                  </a:cubicBezTo>
                  <a:cubicBezTo>
                    <a:pt x="130167" y="-192"/>
                    <a:pt x="131685" y="-738"/>
                    <a:pt x="127246" y="996"/>
                  </a:cubicBezTo>
                  <a:cubicBezTo>
                    <a:pt x="73347" y="22192"/>
                    <a:pt x="72699" y="21652"/>
                    <a:pt x="68908" y="25545"/>
                  </a:cubicBezTo>
                  <a:cubicBezTo>
                    <a:pt x="31672" y="64578"/>
                    <a:pt x="31894" y="63175"/>
                    <a:pt x="31564" y="68471"/>
                  </a:cubicBezTo>
                  <a:cubicBezTo>
                    <a:pt x="30161" y="91832"/>
                    <a:pt x="30916" y="97128"/>
                    <a:pt x="26801" y="94969"/>
                  </a:cubicBezTo>
                  <a:lnTo>
                    <a:pt x="25074" y="94100"/>
                  </a:lnTo>
                  <a:cubicBezTo>
                    <a:pt x="23341" y="93236"/>
                    <a:pt x="22039" y="94315"/>
                    <a:pt x="22039" y="96481"/>
                  </a:cubicBezTo>
                  <a:cubicBezTo>
                    <a:pt x="21607" y="100157"/>
                    <a:pt x="23665" y="107727"/>
                    <a:pt x="18794" y="109022"/>
                  </a:cubicBezTo>
                  <a:cubicBezTo>
                    <a:pt x="17276" y="109676"/>
                    <a:pt x="11758" y="109244"/>
                    <a:pt x="10679" y="114864"/>
                  </a:cubicBezTo>
                  <a:cubicBezTo>
                    <a:pt x="6024" y="138765"/>
                    <a:pt x="4183" y="142442"/>
                    <a:pt x="8298" y="144709"/>
                  </a:cubicBezTo>
                  <a:cubicBezTo>
                    <a:pt x="10571" y="146335"/>
                    <a:pt x="19118" y="148709"/>
                    <a:pt x="14571" y="151307"/>
                  </a:cubicBezTo>
                  <a:cubicBezTo>
                    <a:pt x="5592" y="156495"/>
                    <a:pt x="2341" y="157472"/>
                    <a:pt x="1262" y="162445"/>
                  </a:cubicBezTo>
                  <a:cubicBezTo>
                    <a:pt x="1046" y="165042"/>
                    <a:pt x="-1659" y="170446"/>
                    <a:pt x="1586" y="174554"/>
                  </a:cubicBezTo>
                  <a:cubicBezTo>
                    <a:pt x="5484" y="180720"/>
                    <a:pt x="12844" y="185368"/>
                    <a:pt x="8945" y="189915"/>
                  </a:cubicBezTo>
                  <a:cubicBezTo>
                    <a:pt x="7212" y="192613"/>
                    <a:pt x="1262" y="195966"/>
                    <a:pt x="3643" y="201376"/>
                  </a:cubicBezTo>
                  <a:cubicBezTo>
                    <a:pt x="10133" y="216299"/>
                    <a:pt x="10679" y="219112"/>
                    <a:pt x="14679" y="219652"/>
                  </a:cubicBezTo>
                  <a:cubicBezTo>
                    <a:pt x="85037" y="229920"/>
                    <a:pt x="84060" y="228948"/>
                    <a:pt x="88390" y="231977"/>
                  </a:cubicBezTo>
                  <a:cubicBezTo>
                    <a:pt x="102678" y="241927"/>
                    <a:pt x="107332" y="244086"/>
                    <a:pt x="103001" y="245604"/>
                  </a:cubicBezTo>
                  <a:cubicBezTo>
                    <a:pt x="83951" y="251979"/>
                    <a:pt x="81462" y="253821"/>
                    <a:pt x="77570" y="251224"/>
                  </a:cubicBezTo>
                  <a:cubicBezTo>
                    <a:pt x="69124" y="245604"/>
                    <a:pt x="64146" y="241496"/>
                    <a:pt x="59383" y="240842"/>
                  </a:cubicBezTo>
                  <a:cubicBezTo>
                    <a:pt x="29837" y="237057"/>
                    <a:pt x="24750" y="235330"/>
                    <a:pt x="27779" y="239654"/>
                  </a:cubicBezTo>
                  <a:cubicBezTo>
                    <a:pt x="29183" y="242251"/>
                    <a:pt x="35463" y="247547"/>
                    <a:pt x="31024" y="250360"/>
                  </a:cubicBezTo>
                  <a:lnTo>
                    <a:pt x="29513" y="251332"/>
                  </a:lnTo>
                  <a:cubicBezTo>
                    <a:pt x="27887" y="252418"/>
                    <a:pt x="27564" y="254577"/>
                    <a:pt x="28751" y="256310"/>
                  </a:cubicBezTo>
                  <a:cubicBezTo>
                    <a:pt x="50614" y="287127"/>
                    <a:pt x="50722" y="288860"/>
                    <a:pt x="55161" y="288860"/>
                  </a:cubicBezTo>
                  <a:lnTo>
                    <a:pt x="66203" y="288860"/>
                  </a:lnTo>
                  <a:cubicBezTo>
                    <a:pt x="73779" y="288860"/>
                    <a:pt x="74642" y="303891"/>
                    <a:pt x="81786" y="302481"/>
                  </a:cubicBezTo>
                  <a:lnTo>
                    <a:pt x="90016" y="300862"/>
                  </a:lnTo>
                  <a:cubicBezTo>
                    <a:pt x="108958" y="297077"/>
                    <a:pt x="123569" y="302265"/>
                    <a:pt x="128008" y="295236"/>
                  </a:cubicBezTo>
                  <a:cubicBezTo>
                    <a:pt x="129411" y="293509"/>
                    <a:pt x="133094" y="284746"/>
                    <a:pt x="134066" y="290588"/>
                  </a:cubicBezTo>
                  <a:cubicBezTo>
                    <a:pt x="135799" y="300862"/>
                    <a:pt x="135799" y="306697"/>
                    <a:pt x="139908" y="309295"/>
                  </a:cubicBezTo>
                  <a:lnTo>
                    <a:pt x="161669" y="322814"/>
                  </a:lnTo>
                  <a:cubicBezTo>
                    <a:pt x="166317" y="325735"/>
                    <a:pt x="178770" y="324649"/>
                    <a:pt x="178116" y="324649"/>
                  </a:cubicBezTo>
                  <a:cubicBezTo>
                    <a:pt x="184288" y="324649"/>
                    <a:pt x="175195" y="313943"/>
                    <a:pt x="181367" y="315353"/>
                  </a:cubicBezTo>
                  <a:lnTo>
                    <a:pt x="205935" y="320972"/>
                  </a:lnTo>
                  <a:cubicBezTo>
                    <a:pt x="211669" y="322274"/>
                    <a:pt x="256049" y="321188"/>
                    <a:pt x="255395" y="321188"/>
                  </a:cubicBezTo>
                  <a:cubicBezTo>
                    <a:pt x="260812" y="321188"/>
                    <a:pt x="279970" y="330167"/>
                    <a:pt x="279316" y="329843"/>
                  </a:cubicBezTo>
                  <a:cubicBezTo>
                    <a:pt x="285272" y="332434"/>
                    <a:pt x="273258" y="338816"/>
                    <a:pt x="279316" y="340657"/>
                  </a:cubicBezTo>
                  <a:cubicBezTo>
                    <a:pt x="283214" y="341845"/>
                    <a:pt x="286790" y="343356"/>
                    <a:pt x="290682" y="341737"/>
                  </a:cubicBezTo>
                  <a:cubicBezTo>
                    <a:pt x="305078" y="335787"/>
                    <a:pt x="309408" y="335355"/>
                    <a:pt x="307999" y="330275"/>
                  </a:cubicBezTo>
                  <a:cubicBezTo>
                    <a:pt x="307567" y="327570"/>
                    <a:pt x="303566" y="318166"/>
                    <a:pt x="307783" y="321404"/>
                  </a:cubicBezTo>
                  <a:lnTo>
                    <a:pt x="341228" y="346817"/>
                  </a:lnTo>
                  <a:cubicBezTo>
                    <a:pt x="345559" y="350170"/>
                    <a:pt x="359199" y="353522"/>
                    <a:pt x="358652" y="353306"/>
                  </a:cubicBezTo>
                  <a:cubicBezTo>
                    <a:pt x="365580" y="355364"/>
                    <a:pt x="367206" y="366178"/>
                    <a:pt x="373702" y="366178"/>
                  </a:cubicBezTo>
                  <a:lnTo>
                    <a:pt x="382357" y="366178"/>
                  </a:lnTo>
                  <a:cubicBezTo>
                    <a:pt x="386364" y="366178"/>
                    <a:pt x="384954" y="359364"/>
                    <a:pt x="384846" y="360012"/>
                  </a:cubicBezTo>
                  <a:cubicBezTo>
                    <a:pt x="383443" y="350170"/>
                    <a:pt x="409421" y="356120"/>
                    <a:pt x="404658" y="348011"/>
                  </a:cubicBezTo>
                  <a:cubicBezTo>
                    <a:pt x="403680" y="346925"/>
                    <a:pt x="401839" y="341089"/>
                    <a:pt x="397299" y="341629"/>
                  </a:cubicBezTo>
                  <a:lnTo>
                    <a:pt x="380738" y="343686"/>
                  </a:lnTo>
                  <a:cubicBezTo>
                    <a:pt x="377055" y="344226"/>
                    <a:pt x="374026" y="339571"/>
                    <a:pt x="374566" y="340118"/>
                  </a:cubicBezTo>
                  <a:cubicBezTo>
                    <a:pt x="369803" y="333304"/>
                    <a:pt x="358113" y="341629"/>
                    <a:pt x="351947" y="335679"/>
                  </a:cubicBezTo>
                  <a:cubicBezTo>
                    <a:pt x="339063" y="323354"/>
                    <a:pt x="333437" y="319245"/>
                    <a:pt x="338091" y="319245"/>
                  </a:cubicBezTo>
                  <a:cubicBezTo>
                    <a:pt x="374242" y="320325"/>
                    <a:pt x="379868" y="316864"/>
                    <a:pt x="384091" y="322166"/>
                  </a:cubicBezTo>
                  <a:cubicBezTo>
                    <a:pt x="387882" y="325951"/>
                    <a:pt x="390911" y="333736"/>
                    <a:pt x="395781" y="331462"/>
                  </a:cubicBezTo>
                  <a:cubicBezTo>
                    <a:pt x="398486" y="330167"/>
                    <a:pt x="401839" y="328110"/>
                    <a:pt x="405954" y="328649"/>
                  </a:cubicBezTo>
                  <a:lnTo>
                    <a:pt x="420565" y="330707"/>
                  </a:lnTo>
                  <a:cubicBezTo>
                    <a:pt x="424248" y="331247"/>
                    <a:pt x="427601" y="327030"/>
                    <a:pt x="426953" y="327462"/>
                  </a:cubicBezTo>
                  <a:cubicBezTo>
                    <a:pt x="428248" y="325843"/>
                    <a:pt x="428579" y="323030"/>
                    <a:pt x="427709" y="321080"/>
                  </a:cubicBezTo>
                  <a:cubicBezTo>
                    <a:pt x="420241" y="305078"/>
                    <a:pt x="419378" y="301617"/>
                    <a:pt x="415155" y="300646"/>
                  </a:cubicBezTo>
                  <a:lnTo>
                    <a:pt x="400436" y="297401"/>
                  </a:lnTo>
                  <a:cubicBezTo>
                    <a:pt x="396213" y="296430"/>
                    <a:pt x="394917" y="289076"/>
                    <a:pt x="395241" y="289832"/>
                  </a:cubicBezTo>
                  <a:cubicBezTo>
                    <a:pt x="394695" y="287775"/>
                    <a:pt x="395673" y="286047"/>
                    <a:pt x="397514" y="286155"/>
                  </a:cubicBezTo>
                  <a:cubicBezTo>
                    <a:pt x="420565" y="287127"/>
                    <a:pt x="422946" y="286155"/>
                    <a:pt x="426413" y="289940"/>
                  </a:cubicBezTo>
                  <a:cubicBezTo>
                    <a:pt x="440485" y="305078"/>
                    <a:pt x="441780" y="307675"/>
                    <a:pt x="446003" y="306590"/>
                  </a:cubicBezTo>
                  <a:lnTo>
                    <a:pt x="457262" y="303567"/>
                  </a:lnTo>
                  <a:cubicBezTo>
                    <a:pt x="461694" y="302373"/>
                    <a:pt x="466780" y="307891"/>
                    <a:pt x="466240" y="307459"/>
                  </a:cubicBezTo>
                  <a:cubicBezTo>
                    <a:pt x="467758" y="308755"/>
                    <a:pt x="468946" y="311568"/>
                    <a:pt x="468946" y="313835"/>
                  </a:cubicBezTo>
                  <a:cubicBezTo>
                    <a:pt x="468514" y="340549"/>
                    <a:pt x="467326" y="345305"/>
                    <a:pt x="471765" y="343686"/>
                  </a:cubicBezTo>
                  <a:cubicBezTo>
                    <a:pt x="472413" y="343248"/>
                    <a:pt x="476744" y="342816"/>
                    <a:pt x="477715" y="337844"/>
                  </a:cubicBezTo>
                  <a:cubicBezTo>
                    <a:pt x="478363" y="336003"/>
                    <a:pt x="478147" y="327462"/>
                    <a:pt x="482477" y="329951"/>
                  </a:cubicBezTo>
                  <a:cubicBezTo>
                    <a:pt x="498714" y="339679"/>
                    <a:pt x="503261" y="341089"/>
                    <a:pt x="499362" y="343794"/>
                  </a:cubicBezTo>
                  <a:cubicBezTo>
                    <a:pt x="496117" y="346817"/>
                    <a:pt x="487132" y="350170"/>
                    <a:pt x="491895" y="353199"/>
                  </a:cubicBezTo>
                  <a:cubicBezTo>
                    <a:pt x="542548" y="384885"/>
                    <a:pt x="542765" y="383475"/>
                    <a:pt x="539951" y="387806"/>
                  </a:cubicBezTo>
                  <a:cubicBezTo>
                    <a:pt x="536268" y="392670"/>
                    <a:pt x="533995" y="400239"/>
                    <a:pt x="528693" y="399807"/>
                  </a:cubicBezTo>
                  <a:cubicBezTo>
                    <a:pt x="510729" y="398506"/>
                    <a:pt x="507154" y="396994"/>
                    <a:pt x="507154" y="402297"/>
                  </a:cubicBezTo>
                  <a:cubicBezTo>
                    <a:pt x="507154" y="423271"/>
                    <a:pt x="506074" y="429005"/>
                    <a:pt x="510405" y="427487"/>
                  </a:cubicBezTo>
                  <a:cubicBezTo>
                    <a:pt x="541793" y="416673"/>
                    <a:pt x="543412" y="417219"/>
                    <a:pt x="545146" y="412241"/>
                  </a:cubicBezTo>
                  <a:cubicBezTo>
                    <a:pt x="547311" y="407701"/>
                    <a:pt x="548283" y="397642"/>
                    <a:pt x="552505" y="401211"/>
                  </a:cubicBezTo>
                  <a:cubicBezTo>
                    <a:pt x="555972" y="404132"/>
                    <a:pt x="558893" y="407161"/>
                    <a:pt x="563002" y="407269"/>
                  </a:cubicBezTo>
                  <a:cubicBezTo>
                    <a:pt x="571447" y="408456"/>
                    <a:pt x="580217" y="405103"/>
                    <a:pt x="579563" y="411809"/>
                  </a:cubicBezTo>
                  <a:cubicBezTo>
                    <a:pt x="579563" y="412673"/>
                    <a:pt x="578483" y="417867"/>
                    <a:pt x="580433" y="422731"/>
                  </a:cubicBezTo>
                  <a:cubicBezTo>
                    <a:pt x="593634" y="456037"/>
                    <a:pt x="594174" y="460145"/>
                    <a:pt x="596555" y="455497"/>
                  </a:cubicBezTo>
                  <a:cubicBezTo>
                    <a:pt x="603375" y="442086"/>
                    <a:pt x="605756" y="439279"/>
                    <a:pt x="603267" y="435056"/>
                  </a:cubicBezTo>
                  <a:lnTo>
                    <a:pt x="600130" y="429545"/>
                  </a:lnTo>
                  <a:cubicBezTo>
                    <a:pt x="598181" y="426192"/>
                    <a:pt x="599590" y="421544"/>
                    <a:pt x="599483" y="422299"/>
                  </a:cubicBezTo>
                  <a:cubicBezTo>
                    <a:pt x="600130" y="420242"/>
                    <a:pt x="602080" y="419162"/>
                    <a:pt x="603807" y="420026"/>
                  </a:cubicBezTo>
                  <a:cubicBezTo>
                    <a:pt x="619612" y="427703"/>
                    <a:pt x="623619" y="428249"/>
                    <a:pt x="621885" y="433113"/>
                  </a:cubicBezTo>
                  <a:cubicBezTo>
                    <a:pt x="619288" y="442632"/>
                    <a:pt x="613332" y="450417"/>
                    <a:pt x="618425" y="453008"/>
                  </a:cubicBezTo>
                  <a:cubicBezTo>
                    <a:pt x="640828" y="464584"/>
                    <a:pt x="642015" y="464476"/>
                    <a:pt x="643748" y="469124"/>
                  </a:cubicBezTo>
                  <a:cubicBezTo>
                    <a:pt x="673619" y="549147"/>
                    <a:pt x="674921" y="548931"/>
                    <a:pt x="670266" y="550010"/>
                  </a:cubicBezTo>
                  <a:cubicBezTo>
                    <a:pt x="656848" y="553147"/>
                    <a:pt x="653705" y="555090"/>
                    <a:pt x="651756" y="559307"/>
                  </a:cubicBezTo>
                  <a:cubicBezTo>
                    <a:pt x="645266" y="573582"/>
                    <a:pt x="643641" y="578992"/>
                    <a:pt x="639526" y="581697"/>
                  </a:cubicBezTo>
                  <a:cubicBezTo>
                    <a:pt x="588872" y="615866"/>
                    <a:pt x="586383" y="615650"/>
                    <a:pt x="589742" y="619435"/>
                  </a:cubicBezTo>
                  <a:cubicBezTo>
                    <a:pt x="626108" y="660850"/>
                    <a:pt x="628921" y="662475"/>
                    <a:pt x="624159" y="662475"/>
                  </a:cubicBezTo>
                  <a:cubicBezTo>
                    <a:pt x="598829" y="662475"/>
                    <a:pt x="596016" y="661174"/>
                    <a:pt x="595152" y="666044"/>
                  </a:cubicBezTo>
                  <a:cubicBezTo>
                    <a:pt x="594612" y="667339"/>
                    <a:pt x="594936" y="673181"/>
                    <a:pt x="590390" y="674045"/>
                  </a:cubicBezTo>
                  <a:cubicBezTo>
                    <a:pt x="587900" y="674045"/>
                    <a:pt x="581944" y="677398"/>
                    <a:pt x="579455" y="672635"/>
                  </a:cubicBezTo>
                  <a:cubicBezTo>
                    <a:pt x="578915" y="671988"/>
                    <a:pt x="577620" y="667231"/>
                    <a:pt x="573289" y="667771"/>
                  </a:cubicBezTo>
                  <a:cubicBezTo>
                    <a:pt x="571123" y="668419"/>
                    <a:pt x="564735" y="667555"/>
                    <a:pt x="563548" y="672527"/>
                  </a:cubicBezTo>
                  <a:cubicBezTo>
                    <a:pt x="562570" y="674693"/>
                    <a:pt x="562894" y="681722"/>
                    <a:pt x="558023" y="681182"/>
                  </a:cubicBezTo>
                  <a:lnTo>
                    <a:pt x="534649" y="678693"/>
                  </a:lnTo>
                  <a:cubicBezTo>
                    <a:pt x="528801" y="678045"/>
                    <a:pt x="481830" y="661713"/>
                    <a:pt x="482477" y="661929"/>
                  </a:cubicBezTo>
                  <a:cubicBezTo>
                    <a:pt x="480744" y="661389"/>
                    <a:pt x="478579" y="662259"/>
                    <a:pt x="477607" y="664095"/>
                  </a:cubicBezTo>
                  <a:cubicBezTo>
                    <a:pt x="476528" y="667231"/>
                    <a:pt x="471765" y="672311"/>
                    <a:pt x="475442" y="675988"/>
                  </a:cubicBezTo>
                  <a:cubicBezTo>
                    <a:pt x="477499" y="678693"/>
                    <a:pt x="484967" y="683341"/>
                    <a:pt x="480204" y="685291"/>
                  </a:cubicBezTo>
                  <a:cubicBezTo>
                    <a:pt x="453795" y="696321"/>
                    <a:pt x="451521" y="696105"/>
                    <a:pt x="450658" y="700969"/>
                  </a:cubicBezTo>
                  <a:cubicBezTo>
                    <a:pt x="448276" y="714812"/>
                    <a:pt x="447083" y="717625"/>
                    <a:pt x="450334" y="720324"/>
                  </a:cubicBezTo>
                  <a:cubicBezTo>
                    <a:pt x="475010" y="741412"/>
                    <a:pt x="475550" y="742600"/>
                    <a:pt x="479988" y="743578"/>
                  </a:cubicBezTo>
                  <a:cubicBezTo>
                    <a:pt x="508671" y="750067"/>
                    <a:pt x="509751" y="751039"/>
                    <a:pt x="513865" y="748981"/>
                  </a:cubicBezTo>
                  <a:cubicBezTo>
                    <a:pt x="532915" y="739253"/>
                    <a:pt x="536814" y="738599"/>
                    <a:pt x="534433" y="734383"/>
                  </a:cubicBezTo>
                  <a:cubicBezTo>
                    <a:pt x="534103" y="733303"/>
                    <a:pt x="529671" y="728547"/>
                    <a:pt x="533455" y="725734"/>
                  </a:cubicBezTo>
                  <a:cubicBezTo>
                    <a:pt x="536707" y="723785"/>
                    <a:pt x="540491" y="718597"/>
                    <a:pt x="545146" y="720648"/>
                  </a:cubicBezTo>
                  <a:cubicBezTo>
                    <a:pt x="583570" y="737196"/>
                    <a:pt x="584325" y="738815"/>
                    <a:pt x="584871" y="733843"/>
                  </a:cubicBezTo>
                  <a:cubicBezTo>
                    <a:pt x="586167" y="727893"/>
                    <a:pt x="584433" y="719028"/>
                    <a:pt x="589742" y="719676"/>
                  </a:cubicBezTo>
                  <a:cubicBezTo>
                    <a:pt x="593418" y="720648"/>
                    <a:pt x="599915" y="719352"/>
                    <a:pt x="601540" y="724654"/>
                  </a:cubicBezTo>
                  <a:cubicBezTo>
                    <a:pt x="606410" y="740656"/>
                    <a:pt x="606626" y="744009"/>
                    <a:pt x="610627" y="745736"/>
                  </a:cubicBezTo>
                  <a:cubicBezTo>
                    <a:pt x="621130" y="750499"/>
                    <a:pt x="623835" y="752442"/>
                    <a:pt x="627619" y="750283"/>
                  </a:cubicBezTo>
                  <a:cubicBezTo>
                    <a:pt x="631950" y="748442"/>
                    <a:pt x="638122" y="741952"/>
                    <a:pt x="639742" y="747362"/>
                  </a:cubicBezTo>
                  <a:lnTo>
                    <a:pt x="648727" y="777531"/>
                  </a:lnTo>
                  <a:lnTo>
                    <a:pt x="648727" y="779372"/>
                  </a:lnTo>
                  <a:cubicBezTo>
                    <a:pt x="661827" y="783481"/>
                    <a:pt x="669079" y="790180"/>
                    <a:pt x="671676" y="784560"/>
                  </a:cubicBezTo>
                  <a:cubicBezTo>
                    <a:pt x="674705" y="779480"/>
                    <a:pt x="675892" y="770394"/>
                    <a:pt x="680547" y="773314"/>
                  </a:cubicBezTo>
                  <a:cubicBezTo>
                    <a:pt x="705661" y="789317"/>
                    <a:pt x="712157" y="792022"/>
                    <a:pt x="707280" y="793317"/>
                  </a:cubicBezTo>
                  <a:cubicBezTo>
                    <a:pt x="680547" y="800994"/>
                    <a:pt x="676654" y="800994"/>
                    <a:pt x="680223" y="804131"/>
                  </a:cubicBezTo>
                  <a:cubicBezTo>
                    <a:pt x="699597" y="821219"/>
                    <a:pt x="702086" y="824248"/>
                    <a:pt x="706633" y="825327"/>
                  </a:cubicBezTo>
                  <a:cubicBezTo>
                    <a:pt x="773631" y="842631"/>
                    <a:pt x="771250" y="841545"/>
                    <a:pt x="774825" y="844574"/>
                  </a:cubicBezTo>
                  <a:cubicBezTo>
                    <a:pt x="808810" y="873124"/>
                    <a:pt x="809458" y="874419"/>
                    <a:pt x="814113" y="875505"/>
                  </a:cubicBezTo>
                  <a:cubicBezTo>
                    <a:pt x="913039" y="899724"/>
                    <a:pt x="910550" y="900594"/>
                    <a:pt x="910118" y="895400"/>
                  </a:cubicBezTo>
                  <a:cubicBezTo>
                    <a:pt x="909032" y="879074"/>
                    <a:pt x="909471" y="876153"/>
                    <a:pt x="906003" y="873340"/>
                  </a:cubicBezTo>
                  <a:cubicBezTo>
                    <a:pt x="788243" y="778610"/>
                    <a:pt x="793437" y="783805"/>
                    <a:pt x="797876" y="782611"/>
                  </a:cubicBezTo>
                  <a:lnTo>
                    <a:pt x="807401" y="780020"/>
                  </a:lnTo>
                  <a:cubicBezTo>
                    <a:pt x="809242" y="779480"/>
                    <a:pt x="811947" y="780020"/>
                    <a:pt x="813465" y="781100"/>
                  </a:cubicBezTo>
                  <a:cubicBezTo>
                    <a:pt x="840091" y="799915"/>
                    <a:pt x="842148" y="802728"/>
                    <a:pt x="842148" y="797641"/>
                  </a:cubicBezTo>
                  <a:cubicBezTo>
                    <a:pt x="842256" y="796670"/>
                    <a:pt x="841062" y="789317"/>
                    <a:pt x="845069" y="791806"/>
                  </a:cubicBezTo>
                  <a:cubicBezTo>
                    <a:pt x="913363" y="834414"/>
                    <a:pt x="914011" y="834630"/>
                    <a:pt x="917694" y="837761"/>
                  </a:cubicBezTo>
                  <a:cubicBezTo>
                    <a:pt x="953197" y="867174"/>
                    <a:pt x="954060" y="869663"/>
                    <a:pt x="957851" y="866634"/>
                  </a:cubicBezTo>
                  <a:cubicBezTo>
                    <a:pt x="970513" y="856690"/>
                    <a:pt x="976247" y="853229"/>
                    <a:pt x="971593" y="852906"/>
                  </a:cubicBezTo>
                  <a:cubicBezTo>
                    <a:pt x="953520" y="851496"/>
                    <a:pt x="950384" y="852251"/>
                    <a:pt x="947679" y="848359"/>
                  </a:cubicBezTo>
                  <a:cubicBezTo>
                    <a:pt x="940427" y="837977"/>
                    <a:pt x="935550" y="832249"/>
                    <a:pt x="939989" y="833760"/>
                  </a:cubicBezTo>
                  <a:cubicBezTo>
                    <a:pt x="944103" y="834630"/>
                    <a:pt x="949838" y="839062"/>
                    <a:pt x="952873" y="834522"/>
                  </a:cubicBezTo>
                  <a:cubicBezTo>
                    <a:pt x="953413" y="833220"/>
                    <a:pt x="957959" y="828896"/>
                    <a:pt x="954600" y="825435"/>
                  </a:cubicBezTo>
                  <a:cubicBezTo>
                    <a:pt x="950600" y="820140"/>
                    <a:pt x="943995" y="816787"/>
                    <a:pt x="945837" y="811376"/>
                  </a:cubicBezTo>
                  <a:cubicBezTo>
                    <a:pt x="946269" y="810729"/>
                    <a:pt x="946809" y="805973"/>
                    <a:pt x="950923" y="806836"/>
                  </a:cubicBezTo>
                  <a:cubicBezTo>
                    <a:pt x="954168" y="806944"/>
                    <a:pt x="961528" y="810837"/>
                    <a:pt x="961312" y="805217"/>
                  </a:cubicBezTo>
                  <a:cubicBezTo>
                    <a:pt x="960988" y="798080"/>
                    <a:pt x="959909" y="789856"/>
                    <a:pt x="962722" y="793965"/>
                  </a:cubicBezTo>
                  <a:cubicBezTo>
                    <a:pt x="973110" y="809325"/>
                    <a:pt x="974520" y="813326"/>
                    <a:pt x="978736" y="811592"/>
                  </a:cubicBezTo>
                  <a:lnTo>
                    <a:pt x="979606" y="811161"/>
                  </a:lnTo>
                  <a:cubicBezTo>
                    <a:pt x="986750" y="808239"/>
                    <a:pt x="970513" y="797756"/>
                    <a:pt x="976469" y="792777"/>
                  </a:cubicBezTo>
                  <a:cubicBezTo>
                    <a:pt x="978089" y="790942"/>
                    <a:pt x="984369" y="788345"/>
                    <a:pt x="981880" y="783697"/>
                  </a:cubicBezTo>
                  <a:cubicBezTo>
                    <a:pt x="974088" y="768882"/>
                    <a:pt x="973218" y="764990"/>
                    <a:pt x="969434" y="767473"/>
                  </a:cubicBezTo>
                  <a:cubicBezTo>
                    <a:pt x="966506" y="768882"/>
                    <a:pt x="960988" y="775258"/>
                    <a:pt x="959585" y="769962"/>
                  </a:cubicBezTo>
                  <a:cubicBezTo>
                    <a:pt x="957635" y="764552"/>
                    <a:pt x="958067" y="755687"/>
                    <a:pt x="952981" y="757090"/>
                  </a:cubicBezTo>
                  <a:cubicBezTo>
                    <a:pt x="952219" y="757090"/>
                    <a:pt x="948110" y="759364"/>
                    <a:pt x="944427" y="756874"/>
                  </a:cubicBezTo>
                  <a:lnTo>
                    <a:pt x="943780" y="756443"/>
                  </a:lnTo>
                  <a:cubicBezTo>
                    <a:pt x="936852" y="751794"/>
                    <a:pt x="961636" y="743146"/>
                    <a:pt x="954708" y="738491"/>
                  </a:cubicBezTo>
                  <a:lnTo>
                    <a:pt x="953197" y="737412"/>
                  </a:lnTo>
                  <a:cubicBezTo>
                    <a:pt x="951571" y="736332"/>
                    <a:pt x="949082" y="736440"/>
                    <a:pt x="947564" y="737520"/>
                  </a:cubicBezTo>
                  <a:cubicBezTo>
                    <a:pt x="938909" y="743901"/>
                    <a:pt x="937068" y="745952"/>
                    <a:pt x="934039" y="744117"/>
                  </a:cubicBezTo>
                  <a:cubicBezTo>
                    <a:pt x="932629" y="743254"/>
                    <a:pt x="932305" y="741196"/>
                    <a:pt x="933283" y="739469"/>
                  </a:cubicBezTo>
                  <a:cubicBezTo>
                    <a:pt x="937284" y="730706"/>
                    <a:pt x="943995" y="724870"/>
                    <a:pt x="939341" y="721518"/>
                  </a:cubicBezTo>
                  <a:cubicBezTo>
                    <a:pt x="915205" y="703998"/>
                    <a:pt x="913363" y="701185"/>
                    <a:pt x="911744" y="705725"/>
                  </a:cubicBezTo>
                  <a:cubicBezTo>
                    <a:pt x="910550" y="707890"/>
                    <a:pt x="909902" y="715136"/>
                    <a:pt x="905356" y="713294"/>
                  </a:cubicBezTo>
                  <a:cubicBezTo>
                    <a:pt x="904708" y="712863"/>
                    <a:pt x="899292" y="712107"/>
                    <a:pt x="899838" y="707351"/>
                  </a:cubicBezTo>
                  <a:cubicBezTo>
                    <a:pt x="899838" y="704430"/>
                    <a:pt x="902543" y="697616"/>
                    <a:pt x="897780" y="696213"/>
                  </a:cubicBezTo>
                  <a:cubicBezTo>
                    <a:pt x="894529" y="695673"/>
                    <a:pt x="889551" y="692428"/>
                    <a:pt x="885442" y="695565"/>
                  </a:cubicBezTo>
                  <a:cubicBezTo>
                    <a:pt x="881219" y="698048"/>
                    <a:pt x="874723" y="705833"/>
                    <a:pt x="874292" y="700105"/>
                  </a:cubicBezTo>
                  <a:cubicBezTo>
                    <a:pt x="872990" y="682586"/>
                    <a:pt x="873320" y="676636"/>
                    <a:pt x="870501" y="672419"/>
                  </a:cubicBezTo>
                  <a:cubicBezTo>
                    <a:pt x="861306" y="659123"/>
                    <a:pt x="859896" y="655338"/>
                    <a:pt x="855565" y="656094"/>
                  </a:cubicBezTo>
                  <a:cubicBezTo>
                    <a:pt x="837817" y="659015"/>
                    <a:pt x="834458" y="660742"/>
                    <a:pt x="833271" y="656094"/>
                  </a:cubicBezTo>
                  <a:cubicBezTo>
                    <a:pt x="831861" y="647439"/>
                    <a:pt x="826559" y="638466"/>
                    <a:pt x="832185" y="638358"/>
                  </a:cubicBezTo>
                  <a:lnTo>
                    <a:pt x="856867" y="638034"/>
                  </a:lnTo>
                  <a:cubicBezTo>
                    <a:pt x="860652" y="638034"/>
                    <a:pt x="872990" y="633062"/>
                    <a:pt x="868558" y="629278"/>
                  </a:cubicBezTo>
                  <a:cubicBezTo>
                    <a:pt x="850371" y="613485"/>
                    <a:pt x="846256" y="611542"/>
                    <a:pt x="850479" y="609485"/>
                  </a:cubicBezTo>
                  <a:cubicBezTo>
                    <a:pt x="863465" y="603319"/>
                    <a:pt x="866500" y="600836"/>
                    <a:pt x="870285" y="603535"/>
                  </a:cubicBezTo>
                  <a:cubicBezTo>
                    <a:pt x="909471" y="630897"/>
                    <a:pt x="908817" y="631436"/>
                    <a:pt x="913363" y="630897"/>
                  </a:cubicBezTo>
                  <a:cubicBezTo>
                    <a:pt x="932953" y="628408"/>
                    <a:pt x="938801" y="626680"/>
                    <a:pt x="935880" y="630681"/>
                  </a:cubicBezTo>
                  <a:cubicBezTo>
                    <a:pt x="923866" y="647115"/>
                    <a:pt x="920831" y="649388"/>
                    <a:pt x="924082" y="652741"/>
                  </a:cubicBezTo>
                  <a:cubicBezTo>
                    <a:pt x="954168" y="684097"/>
                    <a:pt x="953844" y="685399"/>
                    <a:pt x="957743" y="682910"/>
                  </a:cubicBezTo>
                  <a:cubicBezTo>
                    <a:pt x="959693" y="682046"/>
                    <a:pt x="963801" y="677398"/>
                    <a:pt x="967700" y="680420"/>
                  </a:cubicBezTo>
                  <a:cubicBezTo>
                    <a:pt x="995621" y="702480"/>
                    <a:pt x="996815" y="704970"/>
                    <a:pt x="998549" y="700321"/>
                  </a:cubicBezTo>
                  <a:cubicBezTo>
                    <a:pt x="1007743" y="675880"/>
                    <a:pt x="1009801" y="673289"/>
                    <a:pt x="1006340" y="670260"/>
                  </a:cubicBezTo>
                  <a:cubicBezTo>
                    <a:pt x="1005038" y="668743"/>
                    <a:pt x="999736" y="666260"/>
                    <a:pt x="1000714" y="661066"/>
                  </a:cubicBezTo>
                  <a:cubicBezTo>
                    <a:pt x="1003311" y="647661"/>
                    <a:pt x="1003527" y="641063"/>
                    <a:pt x="1006772" y="644524"/>
                  </a:cubicBezTo>
                  <a:cubicBezTo>
                    <a:pt x="1021383" y="660094"/>
                    <a:pt x="1022361" y="662475"/>
                    <a:pt x="1025066" y="658907"/>
                  </a:cubicBezTo>
                  <a:cubicBezTo>
                    <a:pt x="1035023" y="645711"/>
                    <a:pt x="1037512" y="643984"/>
                    <a:pt x="1035347" y="639869"/>
                  </a:cubicBezTo>
                  <a:cubicBezTo>
                    <a:pt x="1030692" y="630681"/>
                    <a:pt x="1026362" y="624083"/>
                    <a:pt x="1030692" y="626249"/>
                  </a:cubicBezTo>
                  <a:cubicBezTo>
                    <a:pt x="1048009" y="634789"/>
                    <a:pt x="1049850" y="636739"/>
                    <a:pt x="1053311" y="633818"/>
                  </a:cubicBezTo>
                  <a:cubicBezTo>
                    <a:pt x="1054073" y="632840"/>
                    <a:pt x="1059807" y="630141"/>
                    <a:pt x="1056886" y="626249"/>
                  </a:cubicBezTo>
                  <a:cubicBezTo>
                    <a:pt x="1042490" y="607103"/>
                    <a:pt x="1039246" y="604297"/>
                    <a:pt x="1043792" y="604297"/>
                  </a:cubicBezTo>
                  <a:cubicBezTo>
                    <a:pt x="1072799" y="604297"/>
                    <a:pt x="1074850" y="605484"/>
                    <a:pt x="1076691" y="600944"/>
                  </a:cubicBezTo>
                  <a:cubicBezTo>
                    <a:pt x="1082540" y="586561"/>
                    <a:pt x="1085137" y="583100"/>
                    <a:pt x="1081562" y="580179"/>
                  </a:cubicBezTo>
                  <a:cubicBezTo>
                    <a:pt x="1048009" y="552169"/>
                    <a:pt x="1047469" y="547413"/>
                    <a:pt x="1043462" y="550442"/>
                  </a:cubicBezTo>
                  <a:cubicBezTo>
                    <a:pt x="1030584" y="560285"/>
                    <a:pt x="1028635" y="564069"/>
                    <a:pt x="1024526" y="562768"/>
                  </a:cubicBezTo>
                  <a:cubicBezTo>
                    <a:pt x="1019650" y="560609"/>
                    <a:pt x="1011102" y="560825"/>
                    <a:pt x="1012944" y="555414"/>
                  </a:cubicBezTo>
                  <a:cubicBezTo>
                    <a:pt x="1014131" y="550118"/>
                    <a:pt x="1019218" y="539304"/>
                    <a:pt x="1014023" y="538009"/>
                  </a:cubicBezTo>
                  <a:cubicBezTo>
                    <a:pt x="1000498" y="534332"/>
                    <a:pt x="997787" y="534440"/>
                    <a:pt x="995513" y="530110"/>
                  </a:cubicBezTo>
                  <a:cubicBezTo>
                    <a:pt x="992052" y="523302"/>
                    <a:pt x="989887" y="517676"/>
                    <a:pt x="985988" y="514647"/>
                  </a:cubicBezTo>
                  <a:lnTo>
                    <a:pt x="958067" y="492479"/>
                  </a:lnTo>
                  <a:cubicBezTo>
                    <a:pt x="951787" y="487507"/>
                    <a:pt x="952657" y="477449"/>
                    <a:pt x="946377" y="476477"/>
                  </a:cubicBezTo>
                  <a:cubicBezTo>
                    <a:pt x="922672" y="472801"/>
                    <a:pt x="920075" y="471067"/>
                    <a:pt x="917802" y="475722"/>
                  </a:cubicBezTo>
                  <a:cubicBezTo>
                    <a:pt x="906651" y="498214"/>
                    <a:pt x="905464" y="503401"/>
                    <a:pt x="902867" y="498861"/>
                  </a:cubicBezTo>
                  <a:cubicBezTo>
                    <a:pt x="894097" y="483291"/>
                    <a:pt x="892040" y="481018"/>
                    <a:pt x="893126" y="476046"/>
                  </a:cubicBezTo>
                  <a:cubicBezTo>
                    <a:pt x="893450" y="472261"/>
                    <a:pt x="897564" y="463930"/>
                    <a:pt x="892478" y="463930"/>
                  </a:cubicBezTo>
                  <a:cubicBezTo>
                    <a:pt x="879702" y="463930"/>
                    <a:pt x="874939" y="465232"/>
                    <a:pt x="875479" y="459929"/>
                  </a:cubicBezTo>
                  <a:cubicBezTo>
                    <a:pt x="875593" y="451604"/>
                    <a:pt x="879378" y="442410"/>
                    <a:pt x="873968" y="441546"/>
                  </a:cubicBezTo>
                  <a:cubicBezTo>
                    <a:pt x="836839" y="435710"/>
                    <a:pt x="834896" y="436682"/>
                    <a:pt x="836623" y="431710"/>
                  </a:cubicBezTo>
                  <a:cubicBezTo>
                    <a:pt x="839659" y="422947"/>
                    <a:pt x="842580" y="417219"/>
                    <a:pt x="840630" y="412133"/>
                  </a:cubicBezTo>
                  <a:cubicBezTo>
                    <a:pt x="831321" y="387806"/>
                    <a:pt x="828616" y="383475"/>
                    <a:pt x="833055" y="384453"/>
                  </a:cubicBezTo>
                  <a:cubicBezTo>
                    <a:pt x="873968" y="394073"/>
                    <a:pt x="876457" y="396455"/>
                    <a:pt x="878083" y="391045"/>
                  </a:cubicBezTo>
                  <a:cubicBezTo>
                    <a:pt x="878298" y="389317"/>
                    <a:pt x="881759" y="383367"/>
                    <a:pt x="877974" y="380015"/>
                  </a:cubicBezTo>
                  <a:cubicBezTo>
                    <a:pt x="860544" y="364336"/>
                    <a:pt x="859141" y="362069"/>
                    <a:pt x="854810" y="362609"/>
                  </a:cubicBezTo>
                  <a:cubicBezTo>
                    <a:pt x="832839" y="365416"/>
                    <a:pt x="828400" y="367150"/>
                    <a:pt x="830781" y="362393"/>
                  </a:cubicBezTo>
                  <a:cubicBezTo>
                    <a:pt x="836300" y="351147"/>
                    <a:pt x="837385" y="347255"/>
                    <a:pt x="841602" y="346925"/>
                  </a:cubicBezTo>
                  <a:cubicBezTo>
                    <a:pt x="859464" y="345629"/>
                    <a:pt x="864227" y="346601"/>
                    <a:pt x="862061" y="341845"/>
                  </a:cubicBezTo>
                  <a:cubicBezTo>
                    <a:pt x="851565" y="317950"/>
                    <a:pt x="850911" y="314921"/>
                    <a:pt x="846910" y="312324"/>
                  </a:cubicBezTo>
                  <a:cubicBezTo>
                    <a:pt x="826343" y="299128"/>
                    <a:pt x="824285" y="296322"/>
                    <a:pt x="821364" y="300430"/>
                  </a:cubicBezTo>
                  <a:cubicBezTo>
                    <a:pt x="804264" y="324865"/>
                    <a:pt x="799825" y="333412"/>
                    <a:pt x="799933" y="327246"/>
                  </a:cubicBezTo>
                  <a:cubicBezTo>
                    <a:pt x="800149" y="310482"/>
                    <a:pt x="799501" y="306374"/>
                    <a:pt x="802206" y="302157"/>
                  </a:cubicBezTo>
                  <a:cubicBezTo>
                    <a:pt x="814113" y="283126"/>
                    <a:pt x="817681" y="279666"/>
                    <a:pt x="813465" y="277500"/>
                  </a:cubicBezTo>
                  <a:cubicBezTo>
                    <a:pt x="783912" y="262686"/>
                    <a:pt x="783048" y="261282"/>
                    <a:pt x="778718" y="262794"/>
                  </a:cubicBezTo>
                  <a:cubicBezTo>
                    <a:pt x="760646" y="269175"/>
                    <a:pt x="756423" y="271880"/>
                    <a:pt x="757502" y="266692"/>
                  </a:cubicBezTo>
                  <a:cubicBezTo>
                    <a:pt x="757833" y="263124"/>
                    <a:pt x="761725" y="253389"/>
                    <a:pt x="756855" y="255548"/>
                  </a:cubicBezTo>
                  <a:cubicBezTo>
                    <a:pt x="729689" y="268204"/>
                    <a:pt x="723841" y="272312"/>
                    <a:pt x="725467" y="266800"/>
                  </a:cubicBezTo>
                  <a:cubicBezTo>
                    <a:pt x="732179" y="243763"/>
                    <a:pt x="734344" y="240410"/>
                    <a:pt x="730229" y="238251"/>
                  </a:cubicBezTo>
                  <a:cubicBezTo>
                    <a:pt x="727956" y="237495"/>
                    <a:pt x="722977" y="232841"/>
                    <a:pt x="719186" y="236625"/>
                  </a:cubicBezTo>
                  <a:cubicBezTo>
                    <a:pt x="704683" y="251224"/>
                    <a:pt x="702194" y="255440"/>
                    <a:pt x="700359" y="250576"/>
                  </a:cubicBezTo>
                  <a:cubicBezTo>
                    <a:pt x="699705" y="248087"/>
                    <a:pt x="696028" y="242683"/>
                    <a:pt x="698949" y="238143"/>
                  </a:cubicBezTo>
                  <a:cubicBezTo>
                    <a:pt x="708582" y="223544"/>
                    <a:pt x="711395" y="221163"/>
                    <a:pt x="708366" y="217486"/>
                  </a:cubicBezTo>
                  <a:cubicBezTo>
                    <a:pt x="702410" y="210565"/>
                    <a:pt x="699057" y="205377"/>
                    <a:pt x="694402" y="204075"/>
                  </a:cubicBezTo>
                  <a:cubicBezTo>
                    <a:pt x="650245" y="192074"/>
                    <a:pt x="651000" y="191318"/>
                    <a:pt x="646885" y="193807"/>
                  </a:cubicBezTo>
                  <a:lnTo>
                    <a:pt x="646669" y="193045"/>
                  </a:lnTo>
                  <a:close/>
                  <a:moveTo>
                    <a:pt x="707503" y="562552"/>
                  </a:moveTo>
                  <a:cubicBezTo>
                    <a:pt x="708690" y="557903"/>
                    <a:pt x="728064" y="566876"/>
                    <a:pt x="728064" y="566876"/>
                  </a:cubicBezTo>
                  <a:cubicBezTo>
                    <a:pt x="732502" y="568718"/>
                    <a:pt x="731201" y="575639"/>
                    <a:pt x="731639" y="578020"/>
                  </a:cubicBezTo>
                  <a:cubicBezTo>
                    <a:pt x="731855" y="583208"/>
                    <a:pt x="737913" y="582884"/>
                    <a:pt x="739322" y="583532"/>
                  </a:cubicBezTo>
                  <a:cubicBezTo>
                    <a:pt x="744193" y="584720"/>
                    <a:pt x="747761" y="579963"/>
                    <a:pt x="750251" y="578344"/>
                  </a:cubicBezTo>
                  <a:cubicBezTo>
                    <a:pt x="754581" y="574991"/>
                    <a:pt x="759020" y="581583"/>
                    <a:pt x="764538" y="584935"/>
                  </a:cubicBezTo>
                  <a:cubicBezTo>
                    <a:pt x="768329" y="587856"/>
                    <a:pt x="764754" y="593159"/>
                    <a:pt x="764538" y="594886"/>
                  </a:cubicBezTo>
                  <a:cubicBezTo>
                    <a:pt x="762595" y="600404"/>
                    <a:pt x="769409" y="603649"/>
                    <a:pt x="774171" y="609485"/>
                  </a:cubicBezTo>
                  <a:cubicBezTo>
                    <a:pt x="777530" y="612945"/>
                    <a:pt x="773739" y="613161"/>
                    <a:pt x="748085" y="623651"/>
                  </a:cubicBezTo>
                  <a:cubicBezTo>
                    <a:pt x="743107" y="625709"/>
                    <a:pt x="740726" y="617917"/>
                    <a:pt x="736725" y="613161"/>
                  </a:cubicBezTo>
                  <a:cubicBezTo>
                    <a:pt x="733912" y="609161"/>
                    <a:pt x="731855" y="613161"/>
                    <a:pt x="714862" y="629925"/>
                  </a:cubicBezTo>
                  <a:cubicBezTo>
                    <a:pt x="711287" y="633386"/>
                    <a:pt x="706201" y="632192"/>
                    <a:pt x="704359" y="632408"/>
                  </a:cubicBezTo>
                  <a:cubicBezTo>
                    <a:pt x="699813" y="632408"/>
                    <a:pt x="702302" y="627760"/>
                    <a:pt x="707395" y="609485"/>
                  </a:cubicBezTo>
                  <a:cubicBezTo>
                    <a:pt x="708582" y="605268"/>
                    <a:pt x="706956" y="602779"/>
                    <a:pt x="702410" y="591965"/>
                  </a:cubicBezTo>
                  <a:cubicBezTo>
                    <a:pt x="700575" y="587641"/>
                    <a:pt x="701654" y="585805"/>
                    <a:pt x="707503" y="562444"/>
                  </a:cubicBezTo>
                  <a:lnTo>
                    <a:pt x="707503" y="562552"/>
                  </a:lnTo>
                  <a:close/>
                  <a:moveTo>
                    <a:pt x="680007" y="712863"/>
                  </a:moveTo>
                  <a:cubicBezTo>
                    <a:pt x="690510" y="705401"/>
                    <a:pt x="693647" y="704214"/>
                    <a:pt x="693323" y="699566"/>
                  </a:cubicBezTo>
                  <a:cubicBezTo>
                    <a:pt x="693323" y="699566"/>
                    <a:pt x="690510" y="672311"/>
                    <a:pt x="694726" y="674153"/>
                  </a:cubicBezTo>
                  <a:cubicBezTo>
                    <a:pt x="728280" y="688212"/>
                    <a:pt x="729689" y="687774"/>
                    <a:pt x="731639" y="692320"/>
                  </a:cubicBezTo>
                  <a:cubicBezTo>
                    <a:pt x="741811" y="717301"/>
                    <a:pt x="744301" y="720432"/>
                    <a:pt x="739754" y="720432"/>
                  </a:cubicBezTo>
                  <a:cubicBezTo>
                    <a:pt x="731747" y="720432"/>
                    <a:pt x="729797" y="720762"/>
                    <a:pt x="726876" y="718057"/>
                  </a:cubicBezTo>
                  <a:cubicBezTo>
                    <a:pt x="722977" y="715352"/>
                    <a:pt x="718755" y="708322"/>
                    <a:pt x="714970" y="712215"/>
                  </a:cubicBezTo>
                  <a:cubicBezTo>
                    <a:pt x="711827" y="714812"/>
                    <a:pt x="708582" y="720648"/>
                    <a:pt x="703604" y="719676"/>
                  </a:cubicBezTo>
                  <a:cubicBezTo>
                    <a:pt x="682172" y="715676"/>
                    <a:pt x="676222" y="715568"/>
                    <a:pt x="680115" y="712755"/>
                  </a:cubicBezTo>
                  <a:lnTo>
                    <a:pt x="680007" y="712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29430D23-A61B-E719-6693-AA15E5646D23}"/>
                </a:ext>
              </a:extLst>
            </p:cNvPr>
            <p:cNvSpPr/>
            <p:nvPr/>
          </p:nvSpPr>
          <p:spPr>
            <a:xfrm>
              <a:off x="2233953" y="2053241"/>
              <a:ext cx="28552" cy="9376"/>
            </a:xfrm>
            <a:custGeom>
              <a:avLst/>
              <a:gdLst>
                <a:gd name="csX0" fmla="*/ 31226 w 32928"/>
                <a:gd name="csY0" fmla="*/ 10813 h 10813"/>
                <a:gd name="csX1" fmla="*/ 27219 w 32928"/>
                <a:gd name="csY1" fmla="*/ 2812 h 10813"/>
                <a:gd name="csX2" fmla="*/ 1349 w 32928"/>
                <a:gd name="csY2" fmla="*/ 107 h 10813"/>
                <a:gd name="csX3" fmla="*/ 7197 w 32928"/>
                <a:gd name="csY3" fmla="*/ 8324 h 10813"/>
                <a:gd name="csX4" fmla="*/ 31334 w 32928"/>
                <a:gd name="csY4" fmla="*/ 10705 h 10813"/>
                <a:gd name="csX5" fmla="*/ 31226 w 32928"/>
                <a:gd name="csY5" fmla="*/ 10813 h 1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28" h="10813">
                  <a:moveTo>
                    <a:pt x="31226" y="10813"/>
                  </a:moveTo>
                  <a:cubicBezTo>
                    <a:pt x="36204" y="10813"/>
                    <a:pt x="28844" y="5086"/>
                    <a:pt x="27219" y="2812"/>
                  </a:cubicBezTo>
                  <a:cubicBezTo>
                    <a:pt x="22888" y="-1836"/>
                    <a:pt x="17046" y="863"/>
                    <a:pt x="1349" y="107"/>
                  </a:cubicBezTo>
                  <a:cubicBezTo>
                    <a:pt x="-3737" y="107"/>
                    <a:pt x="7197" y="8324"/>
                    <a:pt x="7197" y="8324"/>
                  </a:cubicBezTo>
                  <a:cubicBezTo>
                    <a:pt x="10766" y="11569"/>
                    <a:pt x="13579" y="10705"/>
                    <a:pt x="31334" y="10705"/>
                  </a:cubicBezTo>
                  <a:lnTo>
                    <a:pt x="31226" y="10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0DE5BECE-ED6D-F254-4894-CABBAEA18BEF}"/>
                </a:ext>
              </a:extLst>
            </p:cNvPr>
            <p:cNvSpPr/>
            <p:nvPr/>
          </p:nvSpPr>
          <p:spPr>
            <a:xfrm>
              <a:off x="2509706" y="2078846"/>
              <a:ext cx="30682" cy="19361"/>
            </a:xfrm>
            <a:custGeom>
              <a:avLst/>
              <a:gdLst>
                <a:gd name="csX0" fmla="*/ 14860 w 35385"/>
                <a:gd name="csY0" fmla="*/ 20971 h 22328"/>
                <a:gd name="csX1" fmla="*/ 26982 w 35385"/>
                <a:gd name="csY1" fmla="*/ 15669 h 22328"/>
                <a:gd name="csX2" fmla="*/ 33263 w 35385"/>
                <a:gd name="csY2" fmla="*/ 13186 h 22328"/>
                <a:gd name="csX3" fmla="*/ 33910 w 35385"/>
                <a:gd name="csY3" fmla="*/ 6049 h 22328"/>
                <a:gd name="csX4" fmla="*/ 20810 w 35385"/>
                <a:gd name="csY4" fmla="*/ 855 h 22328"/>
                <a:gd name="csX5" fmla="*/ 1544 w 35385"/>
                <a:gd name="csY5" fmla="*/ 20324 h 22328"/>
                <a:gd name="csX6" fmla="*/ 14860 w 35385"/>
                <a:gd name="csY6" fmla="*/ 21079 h 22328"/>
                <a:gd name="csX7" fmla="*/ 14860 w 35385"/>
                <a:gd name="csY7" fmla="*/ 20971 h 22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385" h="22328">
                  <a:moveTo>
                    <a:pt x="14860" y="20971"/>
                  </a:moveTo>
                  <a:cubicBezTo>
                    <a:pt x="20702" y="17079"/>
                    <a:pt x="22976" y="15021"/>
                    <a:pt x="26982" y="15669"/>
                  </a:cubicBezTo>
                  <a:cubicBezTo>
                    <a:pt x="27630" y="15669"/>
                    <a:pt x="30881" y="16755"/>
                    <a:pt x="33263" y="13186"/>
                  </a:cubicBezTo>
                  <a:cubicBezTo>
                    <a:pt x="33478" y="12539"/>
                    <a:pt x="37479" y="8754"/>
                    <a:pt x="33910" y="6049"/>
                  </a:cubicBezTo>
                  <a:cubicBezTo>
                    <a:pt x="33910" y="6049"/>
                    <a:pt x="25141" y="-2714"/>
                    <a:pt x="20810" y="855"/>
                  </a:cubicBezTo>
                  <a:cubicBezTo>
                    <a:pt x="2198" y="16215"/>
                    <a:pt x="-2996" y="19130"/>
                    <a:pt x="1544" y="20324"/>
                  </a:cubicBezTo>
                  <a:cubicBezTo>
                    <a:pt x="6307" y="21619"/>
                    <a:pt x="10961" y="23676"/>
                    <a:pt x="14860" y="21079"/>
                  </a:cubicBezTo>
                  <a:lnTo>
                    <a:pt x="14860" y="209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3688EA63-FC44-D847-A297-680D9364B235}"/>
                </a:ext>
              </a:extLst>
            </p:cNvPr>
            <p:cNvSpPr/>
            <p:nvPr/>
          </p:nvSpPr>
          <p:spPr>
            <a:xfrm>
              <a:off x="2493977" y="2105730"/>
              <a:ext cx="36463" cy="35391"/>
            </a:xfrm>
            <a:custGeom>
              <a:avLst/>
              <a:gdLst>
                <a:gd name="csX0" fmla="*/ 6164 w 42052"/>
                <a:gd name="csY0" fmla="*/ 21761 h 40815"/>
                <a:gd name="csX1" fmla="*/ 100 w 42052"/>
                <a:gd name="csY1" fmla="*/ 37763 h 40815"/>
                <a:gd name="csX2" fmla="*/ 17093 w 42052"/>
                <a:gd name="csY2" fmla="*/ 37007 h 40815"/>
                <a:gd name="csX3" fmla="*/ 28243 w 42052"/>
                <a:gd name="csY3" fmla="*/ 21977 h 40815"/>
                <a:gd name="csX4" fmla="*/ 41661 w 42052"/>
                <a:gd name="csY4" fmla="*/ 4349 h 40815"/>
                <a:gd name="csX5" fmla="*/ 41445 w 42052"/>
                <a:gd name="csY5" fmla="*/ 3809 h 40815"/>
                <a:gd name="csX6" fmla="*/ 28567 w 42052"/>
                <a:gd name="csY6" fmla="*/ 132 h 40815"/>
                <a:gd name="csX7" fmla="*/ 15797 w 42052"/>
                <a:gd name="csY7" fmla="*/ 17538 h 40815"/>
                <a:gd name="csX8" fmla="*/ 6164 w 42052"/>
                <a:gd name="csY8" fmla="*/ 21761 h 40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052" h="40815">
                  <a:moveTo>
                    <a:pt x="6164" y="21761"/>
                  </a:moveTo>
                  <a:cubicBezTo>
                    <a:pt x="856" y="22300"/>
                    <a:pt x="1834" y="31273"/>
                    <a:pt x="100" y="37763"/>
                  </a:cubicBezTo>
                  <a:cubicBezTo>
                    <a:pt x="-764" y="43059"/>
                    <a:pt x="3891" y="40576"/>
                    <a:pt x="17093" y="37007"/>
                  </a:cubicBezTo>
                  <a:cubicBezTo>
                    <a:pt x="21099" y="35921"/>
                    <a:pt x="22287" y="32791"/>
                    <a:pt x="28243" y="21977"/>
                  </a:cubicBezTo>
                  <a:cubicBezTo>
                    <a:pt x="33222" y="13106"/>
                    <a:pt x="44264" y="11270"/>
                    <a:pt x="41661" y="4349"/>
                  </a:cubicBezTo>
                  <a:lnTo>
                    <a:pt x="41445" y="3809"/>
                  </a:lnTo>
                  <a:cubicBezTo>
                    <a:pt x="39280" y="-1925"/>
                    <a:pt x="32898" y="672"/>
                    <a:pt x="28567" y="132"/>
                  </a:cubicBezTo>
                  <a:cubicBezTo>
                    <a:pt x="24344" y="132"/>
                    <a:pt x="15797" y="17538"/>
                    <a:pt x="15797" y="17538"/>
                  </a:cubicBezTo>
                  <a:cubicBezTo>
                    <a:pt x="13200" y="22300"/>
                    <a:pt x="8114" y="21215"/>
                    <a:pt x="6164" y="217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0DD0227-32E7-D1B6-6FC1-63FF70ACA600}"/>
                </a:ext>
              </a:extLst>
            </p:cNvPr>
            <p:cNvSpPr/>
            <p:nvPr/>
          </p:nvSpPr>
          <p:spPr>
            <a:xfrm>
              <a:off x="2509254" y="2151451"/>
              <a:ext cx="14512" cy="19240"/>
            </a:xfrm>
            <a:custGeom>
              <a:avLst/>
              <a:gdLst>
                <a:gd name="csX0" fmla="*/ 15597 w 16736"/>
                <a:gd name="csY0" fmla="*/ 2447 h 22189"/>
                <a:gd name="csX1" fmla="*/ 15165 w 16736"/>
                <a:gd name="csY1" fmla="*/ 1907 h 22189"/>
                <a:gd name="csX2" fmla="*/ 9323 w 16736"/>
                <a:gd name="csY2" fmla="*/ 174 h 22189"/>
                <a:gd name="csX3" fmla="*/ 985 w 16736"/>
                <a:gd name="csY3" fmla="*/ 6124 h 22189"/>
                <a:gd name="csX4" fmla="*/ 1309 w 16736"/>
                <a:gd name="csY4" fmla="*/ 6556 h 22189"/>
                <a:gd name="csX5" fmla="*/ 1639 w 16736"/>
                <a:gd name="csY5" fmla="*/ 12937 h 22189"/>
                <a:gd name="csX6" fmla="*/ 1639 w 16736"/>
                <a:gd name="csY6" fmla="*/ 20075 h 22189"/>
                <a:gd name="csX7" fmla="*/ 8453 w 16736"/>
                <a:gd name="csY7" fmla="*/ 20399 h 22189"/>
                <a:gd name="csX8" fmla="*/ 15489 w 16736"/>
                <a:gd name="csY8" fmla="*/ 2447 h 22189"/>
                <a:gd name="csX9" fmla="*/ 15597 w 16736"/>
                <a:gd name="csY9" fmla="*/ 2447 h 22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736" h="22189">
                  <a:moveTo>
                    <a:pt x="15597" y="2447"/>
                  </a:moveTo>
                  <a:lnTo>
                    <a:pt x="15165" y="1907"/>
                  </a:lnTo>
                  <a:cubicBezTo>
                    <a:pt x="13762" y="390"/>
                    <a:pt x="11158" y="-366"/>
                    <a:pt x="9323" y="174"/>
                  </a:cubicBezTo>
                  <a:cubicBezTo>
                    <a:pt x="6288" y="1577"/>
                    <a:pt x="-2367" y="1469"/>
                    <a:pt x="985" y="6124"/>
                  </a:cubicBezTo>
                  <a:lnTo>
                    <a:pt x="1309" y="6556"/>
                  </a:lnTo>
                  <a:cubicBezTo>
                    <a:pt x="2503" y="8175"/>
                    <a:pt x="2611" y="11096"/>
                    <a:pt x="1639" y="12937"/>
                  </a:cubicBezTo>
                  <a:cubicBezTo>
                    <a:pt x="1417" y="13693"/>
                    <a:pt x="-1936" y="17370"/>
                    <a:pt x="1639" y="20075"/>
                  </a:cubicBezTo>
                  <a:cubicBezTo>
                    <a:pt x="2179" y="20291"/>
                    <a:pt x="5748" y="24507"/>
                    <a:pt x="8453" y="20399"/>
                  </a:cubicBezTo>
                  <a:cubicBezTo>
                    <a:pt x="12568" y="12283"/>
                    <a:pt x="19604" y="6879"/>
                    <a:pt x="15489" y="2447"/>
                  </a:cubicBezTo>
                  <a:lnTo>
                    <a:pt x="15597" y="2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4073E249-E6B9-DF20-67E4-703336E3E08B}"/>
                </a:ext>
              </a:extLst>
            </p:cNvPr>
            <p:cNvSpPr/>
            <p:nvPr/>
          </p:nvSpPr>
          <p:spPr>
            <a:xfrm>
              <a:off x="2497177" y="2174008"/>
              <a:ext cx="14047" cy="16321"/>
            </a:xfrm>
            <a:custGeom>
              <a:avLst/>
              <a:gdLst>
                <a:gd name="csX0" fmla="*/ 2900 w 16200"/>
                <a:gd name="csY0" fmla="*/ 17090 h 18823"/>
                <a:gd name="csX1" fmla="*/ 4202 w 16200"/>
                <a:gd name="csY1" fmla="*/ 18062 h 18823"/>
                <a:gd name="csX2" fmla="*/ 9504 w 16200"/>
                <a:gd name="csY2" fmla="*/ 17522 h 18823"/>
                <a:gd name="csX3" fmla="*/ 15346 w 16200"/>
                <a:gd name="csY3" fmla="*/ 5844 h 18823"/>
                <a:gd name="csX4" fmla="*/ 7447 w 16200"/>
                <a:gd name="csY4" fmla="*/ 110 h 18823"/>
                <a:gd name="csX5" fmla="*/ 87 w 16200"/>
                <a:gd name="csY5" fmla="*/ 1520 h 18823"/>
                <a:gd name="csX6" fmla="*/ 87 w 16200"/>
                <a:gd name="csY6" fmla="*/ 3355 h 18823"/>
                <a:gd name="csX7" fmla="*/ 2900 w 16200"/>
                <a:gd name="csY7" fmla="*/ 17198 h 18823"/>
                <a:gd name="csX8" fmla="*/ 2900 w 16200"/>
                <a:gd name="csY8" fmla="*/ 17090 h 18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00" h="18823">
                  <a:moveTo>
                    <a:pt x="2900" y="17090"/>
                  </a:moveTo>
                  <a:lnTo>
                    <a:pt x="4202" y="18062"/>
                  </a:lnTo>
                  <a:cubicBezTo>
                    <a:pt x="5713" y="19249"/>
                    <a:pt x="8202" y="19033"/>
                    <a:pt x="9504" y="17522"/>
                  </a:cubicBezTo>
                  <a:cubicBezTo>
                    <a:pt x="11670" y="14493"/>
                    <a:pt x="18597" y="10493"/>
                    <a:pt x="15346" y="5844"/>
                  </a:cubicBezTo>
                  <a:cubicBezTo>
                    <a:pt x="14375" y="4873"/>
                    <a:pt x="11885" y="-861"/>
                    <a:pt x="7447" y="110"/>
                  </a:cubicBezTo>
                  <a:lnTo>
                    <a:pt x="87" y="1520"/>
                  </a:lnTo>
                  <a:lnTo>
                    <a:pt x="87" y="3355"/>
                  </a:lnTo>
                  <a:cubicBezTo>
                    <a:pt x="411" y="7140"/>
                    <a:pt x="-1323" y="13953"/>
                    <a:pt x="2900" y="17198"/>
                  </a:cubicBezTo>
                  <a:lnTo>
                    <a:pt x="2900" y="170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E7DDEBAE-D9CA-E9A3-8FFE-E6863E716320}"/>
                </a:ext>
              </a:extLst>
            </p:cNvPr>
            <p:cNvSpPr/>
            <p:nvPr/>
          </p:nvSpPr>
          <p:spPr>
            <a:xfrm>
              <a:off x="2444322" y="1786110"/>
              <a:ext cx="159441" cy="80271"/>
            </a:xfrm>
            <a:custGeom>
              <a:avLst/>
              <a:gdLst>
                <a:gd name="csX0" fmla="*/ 29870 w 183878"/>
                <a:gd name="csY0" fmla="*/ 70277 h 92574"/>
                <a:gd name="csX1" fmla="*/ 54439 w 183878"/>
                <a:gd name="csY1" fmla="*/ 92553 h 92574"/>
                <a:gd name="csX2" fmla="*/ 64941 w 183878"/>
                <a:gd name="csY2" fmla="*/ 91041 h 92574"/>
                <a:gd name="csX3" fmla="*/ 99358 w 183878"/>
                <a:gd name="csY3" fmla="*/ 76119 h 92574"/>
                <a:gd name="csX4" fmla="*/ 129343 w 183878"/>
                <a:gd name="csY4" fmla="*/ 77522 h 92574"/>
                <a:gd name="csX5" fmla="*/ 166465 w 183878"/>
                <a:gd name="csY5" fmla="*/ 86285 h 92574"/>
                <a:gd name="csX6" fmla="*/ 183782 w 183878"/>
                <a:gd name="csY6" fmla="*/ 76982 h 92574"/>
                <a:gd name="csX7" fmla="*/ 179127 w 183878"/>
                <a:gd name="csY7" fmla="*/ 69089 h 92574"/>
                <a:gd name="csX8" fmla="*/ 168631 w 183878"/>
                <a:gd name="csY8" fmla="*/ 65629 h 92574"/>
                <a:gd name="csX9" fmla="*/ 163328 w 183878"/>
                <a:gd name="csY9" fmla="*/ 57952 h 92574"/>
                <a:gd name="csX10" fmla="*/ 161595 w 183878"/>
                <a:gd name="csY10" fmla="*/ 57304 h 92574"/>
                <a:gd name="csX11" fmla="*/ 154667 w 183878"/>
                <a:gd name="csY11" fmla="*/ 41295 h 92574"/>
                <a:gd name="csX12" fmla="*/ 141027 w 183878"/>
                <a:gd name="csY12" fmla="*/ 34920 h 92574"/>
                <a:gd name="csX13" fmla="*/ 125336 w 183878"/>
                <a:gd name="csY13" fmla="*/ 18372 h 92574"/>
                <a:gd name="csX14" fmla="*/ 97733 w 183878"/>
                <a:gd name="csY14" fmla="*/ 9615 h 92574"/>
                <a:gd name="csX15" fmla="*/ 49028 w 183878"/>
                <a:gd name="csY15" fmla="*/ 11990 h 92574"/>
                <a:gd name="csX16" fmla="*/ 37884 w 183878"/>
                <a:gd name="csY16" fmla="*/ 7558 h 92574"/>
                <a:gd name="csX17" fmla="*/ 23158 w 183878"/>
                <a:gd name="csY17" fmla="*/ 5177 h 92574"/>
                <a:gd name="csX18" fmla="*/ 14827 w 183878"/>
                <a:gd name="csY18" fmla="*/ 97 h 92574"/>
                <a:gd name="csX19" fmla="*/ 0 w 183878"/>
                <a:gd name="csY19" fmla="*/ 2694 h 92574"/>
                <a:gd name="csX20" fmla="*/ 2273 w 183878"/>
                <a:gd name="csY20" fmla="*/ 4529 h 92574"/>
                <a:gd name="csX21" fmla="*/ 1842 w 183878"/>
                <a:gd name="csY21" fmla="*/ 34704 h 92574"/>
                <a:gd name="csX22" fmla="*/ 10820 w 183878"/>
                <a:gd name="csY22" fmla="*/ 45512 h 92574"/>
                <a:gd name="csX23" fmla="*/ 28683 w 183878"/>
                <a:gd name="csY23" fmla="*/ 51462 h 92574"/>
                <a:gd name="csX24" fmla="*/ 29763 w 183878"/>
                <a:gd name="csY24" fmla="*/ 70601 h 92574"/>
                <a:gd name="csX25" fmla="*/ 29870 w 183878"/>
                <a:gd name="csY25" fmla="*/ 70277 h 92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3878" h="92574">
                  <a:moveTo>
                    <a:pt x="29870" y="70277"/>
                  </a:moveTo>
                  <a:cubicBezTo>
                    <a:pt x="48489" y="89854"/>
                    <a:pt x="49898" y="92553"/>
                    <a:pt x="54439" y="92553"/>
                  </a:cubicBezTo>
                  <a:cubicBezTo>
                    <a:pt x="57582" y="92553"/>
                    <a:pt x="61258" y="92877"/>
                    <a:pt x="64941" y="91041"/>
                  </a:cubicBezTo>
                  <a:cubicBezTo>
                    <a:pt x="93625" y="77198"/>
                    <a:pt x="94812" y="76011"/>
                    <a:pt x="99358" y="76119"/>
                  </a:cubicBezTo>
                  <a:cubicBezTo>
                    <a:pt x="122631" y="76443"/>
                    <a:pt x="125013" y="76119"/>
                    <a:pt x="129343" y="77522"/>
                  </a:cubicBezTo>
                  <a:cubicBezTo>
                    <a:pt x="160731" y="86609"/>
                    <a:pt x="162027" y="87581"/>
                    <a:pt x="166465" y="86285"/>
                  </a:cubicBezTo>
                  <a:cubicBezTo>
                    <a:pt x="180969" y="82062"/>
                    <a:pt x="184544" y="82170"/>
                    <a:pt x="183782" y="76982"/>
                  </a:cubicBezTo>
                  <a:cubicBezTo>
                    <a:pt x="183350" y="75795"/>
                    <a:pt x="183782" y="68874"/>
                    <a:pt x="179127" y="69089"/>
                  </a:cubicBezTo>
                  <a:cubicBezTo>
                    <a:pt x="176854" y="68766"/>
                    <a:pt x="170364" y="70925"/>
                    <a:pt x="168631" y="65629"/>
                  </a:cubicBezTo>
                  <a:cubicBezTo>
                    <a:pt x="168199" y="64873"/>
                    <a:pt x="167437" y="59463"/>
                    <a:pt x="163328" y="57952"/>
                  </a:cubicBezTo>
                  <a:lnTo>
                    <a:pt x="161595" y="57304"/>
                  </a:lnTo>
                  <a:cubicBezTo>
                    <a:pt x="154883" y="54815"/>
                    <a:pt x="161379" y="43245"/>
                    <a:pt x="154667" y="41295"/>
                  </a:cubicBezTo>
                  <a:cubicBezTo>
                    <a:pt x="148609" y="39460"/>
                    <a:pt x="144170" y="38705"/>
                    <a:pt x="141027" y="34920"/>
                  </a:cubicBezTo>
                  <a:cubicBezTo>
                    <a:pt x="133559" y="25617"/>
                    <a:pt x="129883" y="20105"/>
                    <a:pt x="125336" y="18372"/>
                  </a:cubicBezTo>
                  <a:cubicBezTo>
                    <a:pt x="106718" y="11450"/>
                    <a:pt x="102495" y="9183"/>
                    <a:pt x="97733" y="9615"/>
                  </a:cubicBezTo>
                  <a:cubicBezTo>
                    <a:pt x="52388" y="13832"/>
                    <a:pt x="53035" y="14371"/>
                    <a:pt x="49028" y="11990"/>
                  </a:cubicBezTo>
                  <a:cubicBezTo>
                    <a:pt x="45352" y="9831"/>
                    <a:pt x="42101" y="7450"/>
                    <a:pt x="37884" y="7558"/>
                  </a:cubicBezTo>
                  <a:cubicBezTo>
                    <a:pt x="29223" y="7774"/>
                    <a:pt x="26086" y="8529"/>
                    <a:pt x="23158" y="5177"/>
                  </a:cubicBezTo>
                  <a:cubicBezTo>
                    <a:pt x="22187" y="4421"/>
                    <a:pt x="19374" y="-767"/>
                    <a:pt x="14827" y="97"/>
                  </a:cubicBezTo>
                  <a:lnTo>
                    <a:pt x="0" y="2694"/>
                  </a:lnTo>
                  <a:lnTo>
                    <a:pt x="2273" y="4529"/>
                  </a:lnTo>
                  <a:cubicBezTo>
                    <a:pt x="1403" y="21833"/>
                    <a:pt x="-1302" y="28862"/>
                    <a:pt x="1842" y="34704"/>
                  </a:cubicBezTo>
                  <a:cubicBezTo>
                    <a:pt x="4115" y="38159"/>
                    <a:pt x="5734" y="44972"/>
                    <a:pt x="10820" y="45512"/>
                  </a:cubicBezTo>
                  <a:cubicBezTo>
                    <a:pt x="25324" y="47030"/>
                    <a:pt x="29115" y="46274"/>
                    <a:pt x="28683" y="51462"/>
                  </a:cubicBezTo>
                  <a:cubicBezTo>
                    <a:pt x="27489" y="64225"/>
                    <a:pt x="26733" y="67464"/>
                    <a:pt x="29763" y="70601"/>
                  </a:cubicBezTo>
                  <a:lnTo>
                    <a:pt x="29870" y="702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D3805194-7D2E-225D-6063-CE1BACB5959B}"/>
                </a:ext>
              </a:extLst>
            </p:cNvPr>
            <p:cNvSpPr/>
            <p:nvPr/>
          </p:nvSpPr>
          <p:spPr>
            <a:xfrm>
              <a:off x="1819128" y="1269507"/>
              <a:ext cx="49140" cy="38261"/>
            </a:xfrm>
            <a:custGeom>
              <a:avLst/>
              <a:gdLst>
                <a:gd name="csX0" fmla="*/ 6546 w 56671"/>
                <a:gd name="csY0" fmla="*/ 20370 h 44125"/>
                <a:gd name="csX1" fmla="*/ 26897 w 56671"/>
                <a:gd name="csY1" fmla="*/ 26534 h 44125"/>
                <a:gd name="csX2" fmla="*/ 33063 w 56671"/>
                <a:gd name="csY2" fmla="*/ 37024 h 44125"/>
                <a:gd name="csX3" fmla="*/ 49948 w 56671"/>
                <a:gd name="csY3" fmla="*/ 42322 h 44125"/>
                <a:gd name="csX4" fmla="*/ 56120 w 56671"/>
                <a:gd name="csY4" fmla="*/ 27616 h 44125"/>
                <a:gd name="csX5" fmla="*/ 44862 w 56671"/>
                <a:gd name="csY5" fmla="*/ 9016 h 44125"/>
                <a:gd name="csX6" fmla="*/ 25920 w 56671"/>
                <a:gd name="csY6" fmla="*/ 5339 h 44125"/>
                <a:gd name="csX7" fmla="*/ 17157 w 56671"/>
                <a:gd name="csY7" fmla="*/ 41 h 44125"/>
                <a:gd name="csX8" fmla="*/ 56 w 56671"/>
                <a:gd name="csY8" fmla="*/ 5988 h 44125"/>
                <a:gd name="csX9" fmla="*/ 6438 w 56671"/>
                <a:gd name="csY9" fmla="*/ 20370 h 44125"/>
                <a:gd name="csX10" fmla="*/ 6546 w 56671"/>
                <a:gd name="csY10" fmla="*/ 20370 h 44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6671" h="44125">
                  <a:moveTo>
                    <a:pt x="6546" y="20370"/>
                  </a:moveTo>
                  <a:cubicBezTo>
                    <a:pt x="22243" y="22425"/>
                    <a:pt x="25164" y="21885"/>
                    <a:pt x="26897" y="26534"/>
                  </a:cubicBezTo>
                  <a:cubicBezTo>
                    <a:pt x="27761" y="28481"/>
                    <a:pt x="28739" y="34645"/>
                    <a:pt x="33063" y="37024"/>
                  </a:cubicBezTo>
                  <a:cubicBezTo>
                    <a:pt x="40861" y="40484"/>
                    <a:pt x="46487" y="47405"/>
                    <a:pt x="49948" y="42322"/>
                  </a:cubicBezTo>
                  <a:cubicBezTo>
                    <a:pt x="52551" y="37564"/>
                    <a:pt x="58501" y="33131"/>
                    <a:pt x="56120" y="27616"/>
                  </a:cubicBezTo>
                  <a:cubicBezTo>
                    <a:pt x="49516" y="12044"/>
                    <a:pt x="48976" y="9233"/>
                    <a:pt x="44862" y="9016"/>
                  </a:cubicBezTo>
                  <a:cubicBezTo>
                    <a:pt x="32847" y="8259"/>
                    <a:pt x="29171" y="8800"/>
                    <a:pt x="25920" y="5339"/>
                  </a:cubicBezTo>
                  <a:cubicBezTo>
                    <a:pt x="24840" y="4474"/>
                    <a:pt x="21703" y="-499"/>
                    <a:pt x="17157" y="41"/>
                  </a:cubicBezTo>
                  <a:cubicBezTo>
                    <a:pt x="17157" y="41"/>
                    <a:pt x="-1138" y="690"/>
                    <a:pt x="56" y="5988"/>
                  </a:cubicBezTo>
                  <a:cubicBezTo>
                    <a:pt x="1783" y="11179"/>
                    <a:pt x="1351" y="19722"/>
                    <a:pt x="6438" y="20370"/>
                  </a:cubicBezTo>
                  <a:lnTo>
                    <a:pt x="6546" y="203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11F6B2D3-7418-8387-41C5-0DFDD82817E8}"/>
                </a:ext>
              </a:extLst>
            </p:cNvPr>
            <p:cNvSpPr/>
            <p:nvPr/>
          </p:nvSpPr>
          <p:spPr>
            <a:xfrm>
              <a:off x="1740384" y="1466889"/>
              <a:ext cx="52179" cy="22213"/>
            </a:xfrm>
            <a:custGeom>
              <a:avLst/>
              <a:gdLst>
                <a:gd name="csX0" fmla="*/ 58287 w 60176"/>
                <a:gd name="csY0" fmla="*/ 14961 h 25617"/>
                <a:gd name="csX1" fmla="*/ 26143 w 60176"/>
                <a:gd name="csY1" fmla="*/ 37 h 25617"/>
                <a:gd name="csX2" fmla="*/ 4604 w 60176"/>
                <a:gd name="csY2" fmla="*/ 3065 h 25617"/>
                <a:gd name="csX3" fmla="*/ 705 w 60176"/>
                <a:gd name="csY3" fmla="*/ 7607 h 25617"/>
                <a:gd name="csX4" fmla="*/ 57 w 60176"/>
                <a:gd name="csY4" fmla="*/ 12365 h 25617"/>
                <a:gd name="csX5" fmla="*/ 2438 w 60176"/>
                <a:gd name="csY5" fmla="*/ 18097 h 25617"/>
                <a:gd name="csX6" fmla="*/ 13157 w 60176"/>
                <a:gd name="csY6" fmla="*/ 24477 h 25617"/>
                <a:gd name="csX7" fmla="*/ 19431 w 60176"/>
                <a:gd name="csY7" fmla="*/ 25450 h 25617"/>
                <a:gd name="csX8" fmla="*/ 34042 w 60176"/>
                <a:gd name="csY8" fmla="*/ 21773 h 25617"/>
                <a:gd name="csX9" fmla="*/ 54070 w 60176"/>
                <a:gd name="csY9" fmla="*/ 23503 h 25617"/>
                <a:gd name="csX10" fmla="*/ 59696 w 60176"/>
                <a:gd name="csY10" fmla="*/ 19719 h 25617"/>
                <a:gd name="csX11" fmla="*/ 58401 w 60176"/>
                <a:gd name="csY11" fmla="*/ 14853 h 25617"/>
                <a:gd name="csX12" fmla="*/ 58287 w 60176"/>
                <a:gd name="csY12" fmla="*/ 14961 h 2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176" h="25617">
                  <a:moveTo>
                    <a:pt x="58287" y="14961"/>
                  </a:moveTo>
                  <a:lnTo>
                    <a:pt x="26143" y="37"/>
                  </a:lnTo>
                  <a:cubicBezTo>
                    <a:pt x="24625" y="-395"/>
                    <a:pt x="4604" y="3065"/>
                    <a:pt x="4604" y="3065"/>
                  </a:cubicBezTo>
                  <a:cubicBezTo>
                    <a:pt x="2762" y="3390"/>
                    <a:pt x="1035" y="5444"/>
                    <a:pt x="705" y="7607"/>
                  </a:cubicBezTo>
                  <a:lnTo>
                    <a:pt x="57" y="12365"/>
                  </a:lnTo>
                  <a:cubicBezTo>
                    <a:pt x="-267" y="14528"/>
                    <a:pt x="819" y="17123"/>
                    <a:pt x="2438" y="18097"/>
                  </a:cubicBezTo>
                  <a:lnTo>
                    <a:pt x="13157" y="24477"/>
                  </a:lnTo>
                  <a:cubicBezTo>
                    <a:pt x="14777" y="25450"/>
                    <a:pt x="17704" y="25883"/>
                    <a:pt x="19431" y="25450"/>
                  </a:cubicBezTo>
                  <a:lnTo>
                    <a:pt x="34042" y="21773"/>
                  </a:lnTo>
                  <a:cubicBezTo>
                    <a:pt x="39243" y="20476"/>
                    <a:pt x="54718" y="23612"/>
                    <a:pt x="54070" y="23503"/>
                  </a:cubicBezTo>
                  <a:cubicBezTo>
                    <a:pt x="57747" y="24152"/>
                    <a:pt x="60236" y="19070"/>
                    <a:pt x="59696" y="19719"/>
                  </a:cubicBezTo>
                  <a:cubicBezTo>
                    <a:pt x="60668" y="17880"/>
                    <a:pt x="60128" y="15610"/>
                    <a:pt x="58401" y="14853"/>
                  </a:cubicBezTo>
                  <a:lnTo>
                    <a:pt x="58287" y="14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BE3EFAF7-995B-F169-F0CF-6E794B3CF9A1}"/>
                </a:ext>
              </a:extLst>
            </p:cNvPr>
            <p:cNvSpPr/>
            <p:nvPr/>
          </p:nvSpPr>
          <p:spPr>
            <a:xfrm>
              <a:off x="1879170" y="1389228"/>
              <a:ext cx="108221" cy="90974"/>
            </a:xfrm>
            <a:custGeom>
              <a:avLst/>
              <a:gdLst>
                <a:gd name="csX0" fmla="*/ 4630 w 124808"/>
                <a:gd name="csY0" fmla="*/ 29259 h 104917"/>
                <a:gd name="csX1" fmla="*/ 947 w 124808"/>
                <a:gd name="csY1" fmla="*/ 39748 h 104917"/>
                <a:gd name="csX2" fmla="*/ 18047 w 124808"/>
                <a:gd name="csY2" fmla="*/ 60511 h 104917"/>
                <a:gd name="csX3" fmla="*/ 51816 w 124808"/>
                <a:gd name="csY3" fmla="*/ 71865 h 104917"/>
                <a:gd name="csX4" fmla="*/ 51277 w 124808"/>
                <a:gd name="csY4" fmla="*/ 73163 h 104917"/>
                <a:gd name="csX5" fmla="*/ 46406 w 124808"/>
                <a:gd name="csY5" fmla="*/ 76732 h 104917"/>
                <a:gd name="csX6" fmla="*/ 18701 w 124808"/>
                <a:gd name="csY6" fmla="*/ 79651 h 104917"/>
                <a:gd name="csX7" fmla="*/ 25515 w 124808"/>
                <a:gd name="csY7" fmla="*/ 85599 h 104917"/>
                <a:gd name="csX8" fmla="*/ 42184 w 124808"/>
                <a:gd name="csY8" fmla="*/ 96304 h 104917"/>
                <a:gd name="csX9" fmla="*/ 44349 w 124808"/>
                <a:gd name="csY9" fmla="*/ 104847 h 104917"/>
                <a:gd name="csX10" fmla="*/ 55931 w 124808"/>
                <a:gd name="csY10" fmla="*/ 101819 h 104917"/>
                <a:gd name="csX11" fmla="*/ 67082 w 124808"/>
                <a:gd name="csY11" fmla="*/ 93168 h 104917"/>
                <a:gd name="csX12" fmla="*/ 76607 w 124808"/>
                <a:gd name="csY12" fmla="*/ 95763 h 104917"/>
                <a:gd name="csX13" fmla="*/ 107887 w 124808"/>
                <a:gd name="csY13" fmla="*/ 87978 h 104917"/>
                <a:gd name="csX14" fmla="*/ 119469 w 124808"/>
                <a:gd name="csY14" fmla="*/ 86247 h 104917"/>
                <a:gd name="csX15" fmla="*/ 123362 w 124808"/>
                <a:gd name="csY15" fmla="*/ 72190 h 104917"/>
                <a:gd name="csX16" fmla="*/ 112326 w 124808"/>
                <a:gd name="csY16" fmla="*/ 58564 h 104917"/>
                <a:gd name="csX17" fmla="*/ 123254 w 124808"/>
                <a:gd name="csY17" fmla="*/ 45696 h 104917"/>
                <a:gd name="csX18" fmla="*/ 117304 w 124808"/>
                <a:gd name="csY18" fmla="*/ 36180 h 104917"/>
                <a:gd name="csX19" fmla="*/ 76607 w 124808"/>
                <a:gd name="csY19" fmla="*/ 27096 h 104917"/>
                <a:gd name="csX20" fmla="*/ 70435 w 124808"/>
                <a:gd name="csY20" fmla="*/ 15958 h 104917"/>
                <a:gd name="csX21" fmla="*/ 59284 w 124808"/>
                <a:gd name="csY21" fmla="*/ 10443 h 104917"/>
                <a:gd name="csX22" fmla="*/ 45759 w 124808"/>
                <a:gd name="csY22" fmla="*/ 8064 h 104917"/>
                <a:gd name="csX23" fmla="*/ 24003 w 124808"/>
                <a:gd name="csY23" fmla="*/ 62 h 104917"/>
                <a:gd name="csX24" fmla="*/ 1378 w 124808"/>
                <a:gd name="csY24" fmla="*/ 6226 h 104917"/>
                <a:gd name="csX25" fmla="*/ 1270 w 124808"/>
                <a:gd name="csY25" fmla="*/ 17148 h 104917"/>
                <a:gd name="csX26" fmla="*/ 5061 w 124808"/>
                <a:gd name="csY26" fmla="*/ 29367 h 104917"/>
                <a:gd name="csX27" fmla="*/ 4630 w 124808"/>
                <a:gd name="csY27" fmla="*/ 29259 h 10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808" h="104917">
                  <a:moveTo>
                    <a:pt x="4630" y="29259"/>
                  </a:moveTo>
                  <a:cubicBezTo>
                    <a:pt x="3436" y="31422"/>
                    <a:pt x="-2190" y="35207"/>
                    <a:pt x="947" y="39748"/>
                  </a:cubicBezTo>
                  <a:cubicBezTo>
                    <a:pt x="12313" y="56294"/>
                    <a:pt x="13723" y="59538"/>
                    <a:pt x="18047" y="60511"/>
                  </a:cubicBezTo>
                  <a:cubicBezTo>
                    <a:pt x="51493" y="67864"/>
                    <a:pt x="53982" y="66999"/>
                    <a:pt x="51816" y="71865"/>
                  </a:cubicBezTo>
                  <a:lnTo>
                    <a:pt x="51277" y="73163"/>
                  </a:lnTo>
                  <a:cubicBezTo>
                    <a:pt x="50413" y="75109"/>
                    <a:pt x="48248" y="76732"/>
                    <a:pt x="46406" y="76732"/>
                  </a:cubicBezTo>
                  <a:cubicBezTo>
                    <a:pt x="20536" y="76732"/>
                    <a:pt x="15450" y="75650"/>
                    <a:pt x="18701" y="79651"/>
                  </a:cubicBezTo>
                  <a:cubicBezTo>
                    <a:pt x="19241" y="80192"/>
                    <a:pt x="21406" y="83869"/>
                    <a:pt x="25515" y="85599"/>
                  </a:cubicBezTo>
                  <a:cubicBezTo>
                    <a:pt x="39370" y="91114"/>
                    <a:pt x="42946" y="91222"/>
                    <a:pt x="42184" y="96304"/>
                  </a:cubicBezTo>
                  <a:cubicBezTo>
                    <a:pt x="42184" y="97602"/>
                    <a:pt x="39586" y="104847"/>
                    <a:pt x="44349" y="104847"/>
                  </a:cubicBezTo>
                  <a:cubicBezTo>
                    <a:pt x="47270" y="104523"/>
                    <a:pt x="52578" y="106253"/>
                    <a:pt x="55931" y="101819"/>
                  </a:cubicBezTo>
                  <a:cubicBezTo>
                    <a:pt x="59398" y="98359"/>
                    <a:pt x="62319" y="90465"/>
                    <a:pt x="67082" y="93168"/>
                  </a:cubicBezTo>
                  <a:cubicBezTo>
                    <a:pt x="68161" y="93601"/>
                    <a:pt x="72168" y="97061"/>
                    <a:pt x="76607" y="95763"/>
                  </a:cubicBezTo>
                  <a:cubicBezTo>
                    <a:pt x="101823" y="88194"/>
                    <a:pt x="103448" y="87221"/>
                    <a:pt x="107887" y="87978"/>
                  </a:cubicBezTo>
                  <a:cubicBezTo>
                    <a:pt x="111024" y="87978"/>
                    <a:pt x="116650" y="91222"/>
                    <a:pt x="119469" y="86247"/>
                  </a:cubicBezTo>
                  <a:cubicBezTo>
                    <a:pt x="121412" y="81706"/>
                    <a:pt x="127585" y="75758"/>
                    <a:pt x="123362" y="72190"/>
                  </a:cubicBezTo>
                  <a:cubicBezTo>
                    <a:pt x="113297" y="63863"/>
                    <a:pt x="108427" y="61376"/>
                    <a:pt x="112326" y="58564"/>
                  </a:cubicBezTo>
                  <a:cubicBezTo>
                    <a:pt x="117412" y="53806"/>
                    <a:pt x="124987" y="51752"/>
                    <a:pt x="123254" y="45696"/>
                  </a:cubicBezTo>
                  <a:cubicBezTo>
                    <a:pt x="122498" y="43858"/>
                    <a:pt x="121959" y="36829"/>
                    <a:pt x="117304" y="36180"/>
                  </a:cubicBezTo>
                  <a:cubicBezTo>
                    <a:pt x="79420" y="31097"/>
                    <a:pt x="78334" y="32071"/>
                    <a:pt x="76607" y="27096"/>
                  </a:cubicBezTo>
                  <a:cubicBezTo>
                    <a:pt x="75629" y="24934"/>
                    <a:pt x="74657" y="18770"/>
                    <a:pt x="70435" y="15958"/>
                  </a:cubicBezTo>
                  <a:cubicBezTo>
                    <a:pt x="66758" y="13471"/>
                    <a:pt x="63507" y="10876"/>
                    <a:pt x="59284" y="10443"/>
                  </a:cubicBezTo>
                  <a:cubicBezTo>
                    <a:pt x="54306" y="10010"/>
                    <a:pt x="49873" y="9902"/>
                    <a:pt x="45759" y="8064"/>
                  </a:cubicBezTo>
                  <a:cubicBezTo>
                    <a:pt x="33528" y="2549"/>
                    <a:pt x="28766" y="-479"/>
                    <a:pt x="24003" y="62"/>
                  </a:cubicBezTo>
                  <a:cubicBezTo>
                    <a:pt x="24003" y="62"/>
                    <a:pt x="2788" y="1251"/>
                    <a:pt x="1378" y="6226"/>
                  </a:cubicBezTo>
                  <a:cubicBezTo>
                    <a:pt x="1162" y="7632"/>
                    <a:pt x="-1543" y="12930"/>
                    <a:pt x="1270" y="17148"/>
                  </a:cubicBezTo>
                  <a:cubicBezTo>
                    <a:pt x="2680" y="20175"/>
                    <a:pt x="8522" y="25042"/>
                    <a:pt x="5061" y="29367"/>
                  </a:cubicBezTo>
                  <a:lnTo>
                    <a:pt x="4630" y="29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C101FA85-2C3C-1D17-495C-F548A122D7F5}"/>
                </a:ext>
              </a:extLst>
            </p:cNvPr>
            <p:cNvSpPr/>
            <p:nvPr/>
          </p:nvSpPr>
          <p:spPr>
            <a:xfrm>
              <a:off x="1642401" y="1337676"/>
              <a:ext cx="214852" cy="139568"/>
            </a:xfrm>
            <a:custGeom>
              <a:avLst/>
              <a:gdLst>
                <a:gd name="csX0" fmla="*/ 5476 w 247782"/>
                <a:gd name="csY0" fmla="*/ 35509 h 160959"/>
                <a:gd name="csX1" fmla="*/ 15973 w 247782"/>
                <a:gd name="csY1" fmla="*/ 36482 h 160959"/>
                <a:gd name="csX2" fmla="*/ 25930 w 247782"/>
                <a:gd name="csY2" fmla="*/ 34212 h 160959"/>
                <a:gd name="csX3" fmla="*/ 29937 w 247782"/>
                <a:gd name="csY3" fmla="*/ 36374 h 160959"/>
                <a:gd name="csX4" fmla="*/ 26038 w 247782"/>
                <a:gd name="csY4" fmla="*/ 52919 h 160959"/>
                <a:gd name="csX5" fmla="*/ 27771 w 247782"/>
                <a:gd name="csY5" fmla="*/ 56056 h 160959"/>
                <a:gd name="csX6" fmla="*/ 36534 w 247782"/>
                <a:gd name="csY6" fmla="*/ 52162 h 160959"/>
                <a:gd name="csX7" fmla="*/ 42383 w 247782"/>
                <a:gd name="csY7" fmla="*/ 43836 h 160959"/>
                <a:gd name="csX8" fmla="*/ 56778 w 247782"/>
                <a:gd name="csY8" fmla="*/ 47080 h 160959"/>
                <a:gd name="csX9" fmla="*/ 54505 w 247782"/>
                <a:gd name="csY9" fmla="*/ 56056 h 160959"/>
                <a:gd name="csX10" fmla="*/ 55152 w 247782"/>
                <a:gd name="csY10" fmla="*/ 61138 h 160959"/>
                <a:gd name="csX11" fmla="*/ 61541 w 247782"/>
                <a:gd name="csY11" fmla="*/ 62760 h 160959"/>
                <a:gd name="csX12" fmla="*/ 80914 w 247782"/>
                <a:gd name="csY12" fmla="*/ 59191 h 160959"/>
                <a:gd name="csX13" fmla="*/ 81886 w 247782"/>
                <a:gd name="csY13" fmla="*/ 68924 h 160959"/>
                <a:gd name="csX14" fmla="*/ 70310 w 247782"/>
                <a:gd name="csY14" fmla="*/ 72168 h 160959"/>
                <a:gd name="csX15" fmla="*/ 66951 w 247782"/>
                <a:gd name="csY15" fmla="*/ 75953 h 160959"/>
                <a:gd name="csX16" fmla="*/ 70196 w 247782"/>
                <a:gd name="csY16" fmla="*/ 81468 h 160959"/>
                <a:gd name="csX17" fmla="*/ 78857 w 247782"/>
                <a:gd name="csY17" fmla="*/ 84928 h 160959"/>
                <a:gd name="csX18" fmla="*/ 76800 w 247782"/>
                <a:gd name="csY18" fmla="*/ 92498 h 160959"/>
                <a:gd name="csX19" fmla="*/ 71174 w 247782"/>
                <a:gd name="csY19" fmla="*/ 94444 h 160959"/>
                <a:gd name="csX20" fmla="*/ 40649 w 247782"/>
                <a:gd name="csY20" fmla="*/ 86658 h 160959"/>
                <a:gd name="csX21" fmla="*/ 31772 w 247782"/>
                <a:gd name="csY21" fmla="*/ 86983 h 160959"/>
                <a:gd name="csX22" fmla="*/ 26901 w 247782"/>
                <a:gd name="csY22" fmla="*/ 95634 h 160959"/>
                <a:gd name="csX23" fmla="*/ 42167 w 247782"/>
                <a:gd name="csY23" fmla="*/ 115748 h 160959"/>
                <a:gd name="csX24" fmla="*/ 57965 w 247782"/>
                <a:gd name="csY24" fmla="*/ 119532 h 160959"/>
                <a:gd name="csX25" fmla="*/ 74310 w 247782"/>
                <a:gd name="csY25" fmla="*/ 109367 h 160959"/>
                <a:gd name="csX26" fmla="*/ 102993 w 247782"/>
                <a:gd name="csY26" fmla="*/ 106772 h 160959"/>
                <a:gd name="csX27" fmla="*/ 106353 w 247782"/>
                <a:gd name="csY27" fmla="*/ 110448 h 160959"/>
                <a:gd name="csX28" fmla="*/ 102993 w 247782"/>
                <a:gd name="csY28" fmla="*/ 116612 h 160959"/>
                <a:gd name="csX29" fmla="*/ 93468 w 247782"/>
                <a:gd name="csY29" fmla="*/ 120722 h 160959"/>
                <a:gd name="csX30" fmla="*/ 88598 w 247782"/>
                <a:gd name="csY30" fmla="*/ 126021 h 160959"/>
                <a:gd name="csX31" fmla="*/ 92821 w 247782"/>
                <a:gd name="csY31" fmla="*/ 133590 h 160959"/>
                <a:gd name="csX32" fmla="*/ 118799 w 247782"/>
                <a:gd name="csY32" fmla="*/ 120829 h 160959"/>
                <a:gd name="csX33" fmla="*/ 133086 w 247782"/>
                <a:gd name="csY33" fmla="*/ 116829 h 160959"/>
                <a:gd name="csX34" fmla="*/ 141741 w 247782"/>
                <a:gd name="csY34" fmla="*/ 123533 h 160959"/>
                <a:gd name="csX35" fmla="*/ 165985 w 247782"/>
                <a:gd name="csY35" fmla="*/ 126669 h 160959"/>
                <a:gd name="csX36" fmla="*/ 176380 w 247782"/>
                <a:gd name="csY36" fmla="*/ 133157 h 160959"/>
                <a:gd name="csX37" fmla="*/ 177136 w 247782"/>
                <a:gd name="csY37" fmla="*/ 138997 h 160959"/>
                <a:gd name="csX38" fmla="*/ 177676 w 247782"/>
                <a:gd name="csY38" fmla="*/ 145161 h 160959"/>
                <a:gd name="csX39" fmla="*/ 192941 w 247782"/>
                <a:gd name="csY39" fmla="*/ 158462 h 160959"/>
                <a:gd name="csX40" fmla="*/ 198999 w 247782"/>
                <a:gd name="csY40" fmla="*/ 160841 h 160959"/>
                <a:gd name="csX41" fmla="*/ 227142 w 247782"/>
                <a:gd name="csY41" fmla="*/ 159759 h 160959"/>
                <a:gd name="csX42" fmla="*/ 242401 w 247782"/>
                <a:gd name="csY42" fmla="*/ 154785 h 160959"/>
                <a:gd name="csX43" fmla="*/ 244027 w 247782"/>
                <a:gd name="csY43" fmla="*/ 150135 h 160959"/>
                <a:gd name="csX44" fmla="*/ 244783 w 247782"/>
                <a:gd name="csY44" fmla="*/ 143647 h 160959"/>
                <a:gd name="csX45" fmla="*/ 246840 w 247782"/>
                <a:gd name="csY45" fmla="*/ 141160 h 160959"/>
                <a:gd name="csX46" fmla="*/ 236775 w 247782"/>
                <a:gd name="csY46" fmla="*/ 129589 h 160959"/>
                <a:gd name="csX47" fmla="*/ 222164 w 247782"/>
                <a:gd name="csY47" fmla="*/ 112179 h 160959"/>
                <a:gd name="csX48" fmla="*/ 217941 w 247782"/>
                <a:gd name="csY48" fmla="*/ 103636 h 160959"/>
                <a:gd name="csX49" fmla="*/ 222164 w 247782"/>
                <a:gd name="csY49" fmla="*/ 87848 h 160959"/>
                <a:gd name="csX50" fmla="*/ 213179 w 247782"/>
                <a:gd name="csY50" fmla="*/ 75845 h 160959"/>
                <a:gd name="csX51" fmla="*/ 209826 w 247782"/>
                <a:gd name="csY51" fmla="*/ 68599 h 160959"/>
                <a:gd name="csX52" fmla="*/ 200625 w 247782"/>
                <a:gd name="csY52" fmla="*/ 65247 h 160959"/>
                <a:gd name="csX53" fmla="*/ 189474 w 247782"/>
                <a:gd name="csY53" fmla="*/ 59083 h 160959"/>
                <a:gd name="csX54" fmla="*/ 168475 w 247782"/>
                <a:gd name="csY54" fmla="*/ 59083 h 160959"/>
                <a:gd name="csX55" fmla="*/ 165985 w 247782"/>
                <a:gd name="csY55" fmla="*/ 49783 h 160959"/>
                <a:gd name="csX56" fmla="*/ 142611 w 247782"/>
                <a:gd name="csY56" fmla="*/ 30427 h 160959"/>
                <a:gd name="csX57" fmla="*/ 125942 w 247782"/>
                <a:gd name="csY57" fmla="*/ 33995 h 160959"/>
                <a:gd name="csX58" fmla="*/ 119446 w 247782"/>
                <a:gd name="csY58" fmla="*/ 42214 h 160959"/>
                <a:gd name="csX59" fmla="*/ 111001 w 247782"/>
                <a:gd name="csY59" fmla="*/ 45783 h 160959"/>
                <a:gd name="csX60" fmla="*/ 107648 w 247782"/>
                <a:gd name="csY60" fmla="*/ 35509 h 160959"/>
                <a:gd name="csX61" fmla="*/ 98555 w 247782"/>
                <a:gd name="csY61" fmla="*/ 21884 h 160959"/>
                <a:gd name="csX62" fmla="*/ 95418 w 247782"/>
                <a:gd name="csY62" fmla="*/ 15504 h 160959"/>
                <a:gd name="csX63" fmla="*/ 60131 w 247782"/>
                <a:gd name="csY63" fmla="*/ 689 h 160959"/>
                <a:gd name="csX64" fmla="*/ 11211 w 247782"/>
                <a:gd name="csY64" fmla="*/ 5231 h 160959"/>
                <a:gd name="csX65" fmla="*/ 1038 w 247782"/>
                <a:gd name="csY65" fmla="*/ 17991 h 160959"/>
                <a:gd name="csX66" fmla="*/ 5908 w 247782"/>
                <a:gd name="csY66" fmla="*/ 35618 h 160959"/>
                <a:gd name="csX67" fmla="*/ 5476 w 247782"/>
                <a:gd name="csY67" fmla="*/ 35509 h 160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247782" h="160959">
                  <a:moveTo>
                    <a:pt x="5476" y="35509"/>
                  </a:moveTo>
                  <a:cubicBezTo>
                    <a:pt x="4930" y="35401"/>
                    <a:pt x="11642" y="38862"/>
                    <a:pt x="15973" y="36482"/>
                  </a:cubicBezTo>
                  <a:cubicBezTo>
                    <a:pt x="15325" y="36699"/>
                    <a:pt x="21707" y="31941"/>
                    <a:pt x="25930" y="34212"/>
                  </a:cubicBezTo>
                  <a:lnTo>
                    <a:pt x="29937" y="36374"/>
                  </a:lnTo>
                  <a:cubicBezTo>
                    <a:pt x="34807" y="38970"/>
                    <a:pt x="28527" y="45891"/>
                    <a:pt x="26038" y="52919"/>
                  </a:cubicBezTo>
                  <a:cubicBezTo>
                    <a:pt x="25174" y="54866"/>
                    <a:pt x="25930" y="56272"/>
                    <a:pt x="27771" y="56056"/>
                  </a:cubicBezTo>
                  <a:cubicBezTo>
                    <a:pt x="27231" y="56164"/>
                    <a:pt x="33613" y="56272"/>
                    <a:pt x="36534" y="52162"/>
                  </a:cubicBezTo>
                  <a:lnTo>
                    <a:pt x="42383" y="43836"/>
                  </a:lnTo>
                  <a:cubicBezTo>
                    <a:pt x="45735" y="38970"/>
                    <a:pt x="51368" y="45134"/>
                    <a:pt x="56778" y="47080"/>
                  </a:cubicBezTo>
                  <a:cubicBezTo>
                    <a:pt x="61109" y="49351"/>
                    <a:pt x="55260" y="54541"/>
                    <a:pt x="54505" y="56056"/>
                  </a:cubicBezTo>
                  <a:cubicBezTo>
                    <a:pt x="53311" y="57785"/>
                    <a:pt x="53533" y="60057"/>
                    <a:pt x="55152" y="61138"/>
                  </a:cubicBezTo>
                  <a:cubicBezTo>
                    <a:pt x="54505" y="60922"/>
                    <a:pt x="58182" y="63300"/>
                    <a:pt x="61541" y="62760"/>
                  </a:cubicBezTo>
                  <a:lnTo>
                    <a:pt x="80914" y="59191"/>
                  </a:lnTo>
                  <a:cubicBezTo>
                    <a:pt x="85785" y="58326"/>
                    <a:pt x="82102" y="66329"/>
                    <a:pt x="81886" y="68924"/>
                  </a:cubicBezTo>
                  <a:cubicBezTo>
                    <a:pt x="80591" y="74871"/>
                    <a:pt x="73879" y="71844"/>
                    <a:pt x="70310" y="72168"/>
                  </a:cubicBezTo>
                  <a:cubicBezTo>
                    <a:pt x="68468" y="72060"/>
                    <a:pt x="66951" y="73790"/>
                    <a:pt x="66951" y="75953"/>
                  </a:cubicBezTo>
                  <a:cubicBezTo>
                    <a:pt x="66735" y="75196"/>
                    <a:pt x="66951" y="80170"/>
                    <a:pt x="70196" y="81468"/>
                  </a:cubicBezTo>
                  <a:lnTo>
                    <a:pt x="78857" y="84928"/>
                  </a:lnTo>
                  <a:cubicBezTo>
                    <a:pt x="83296" y="86658"/>
                    <a:pt x="77447" y="91308"/>
                    <a:pt x="76800" y="92498"/>
                  </a:cubicBezTo>
                  <a:cubicBezTo>
                    <a:pt x="75504" y="94120"/>
                    <a:pt x="72907" y="94877"/>
                    <a:pt x="71174" y="94444"/>
                  </a:cubicBezTo>
                  <a:cubicBezTo>
                    <a:pt x="71821" y="94660"/>
                    <a:pt x="46281" y="86442"/>
                    <a:pt x="40649" y="86658"/>
                  </a:cubicBezTo>
                  <a:lnTo>
                    <a:pt x="31772" y="86983"/>
                  </a:lnTo>
                  <a:cubicBezTo>
                    <a:pt x="27231" y="87199"/>
                    <a:pt x="27339" y="94120"/>
                    <a:pt x="26901" y="95634"/>
                  </a:cubicBezTo>
                  <a:cubicBezTo>
                    <a:pt x="26038" y="100716"/>
                    <a:pt x="28527" y="101906"/>
                    <a:pt x="42167" y="115748"/>
                  </a:cubicBezTo>
                  <a:cubicBezTo>
                    <a:pt x="45627" y="119208"/>
                    <a:pt x="50930" y="118883"/>
                    <a:pt x="57965" y="119532"/>
                  </a:cubicBezTo>
                  <a:cubicBezTo>
                    <a:pt x="64569" y="120073"/>
                    <a:pt x="67275" y="110124"/>
                    <a:pt x="74310" y="109367"/>
                  </a:cubicBezTo>
                  <a:lnTo>
                    <a:pt x="102993" y="106772"/>
                  </a:lnTo>
                  <a:cubicBezTo>
                    <a:pt x="104835" y="106664"/>
                    <a:pt x="106353" y="108286"/>
                    <a:pt x="106353" y="110448"/>
                  </a:cubicBezTo>
                  <a:cubicBezTo>
                    <a:pt x="106568" y="109800"/>
                    <a:pt x="106784" y="115856"/>
                    <a:pt x="102993" y="116612"/>
                  </a:cubicBezTo>
                  <a:cubicBezTo>
                    <a:pt x="103641" y="116396"/>
                    <a:pt x="96828" y="117045"/>
                    <a:pt x="93468" y="120722"/>
                  </a:cubicBezTo>
                  <a:lnTo>
                    <a:pt x="88598" y="126021"/>
                  </a:lnTo>
                  <a:cubicBezTo>
                    <a:pt x="85137" y="129805"/>
                    <a:pt x="91735" y="132508"/>
                    <a:pt x="92821" y="133590"/>
                  </a:cubicBezTo>
                  <a:cubicBezTo>
                    <a:pt x="98879" y="138023"/>
                    <a:pt x="107324" y="123966"/>
                    <a:pt x="118799" y="120829"/>
                  </a:cubicBezTo>
                  <a:lnTo>
                    <a:pt x="133086" y="116829"/>
                  </a:lnTo>
                  <a:cubicBezTo>
                    <a:pt x="137741" y="115531"/>
                    <a:pt x="140122" y="121911"/>
                    <a:pt x="141741" y="123533"/>
                  </a:cubicBezTo>
                  <a:cubicBezTo>
                    <a:pt x="144662" y="127642"/>
                    <a:pt x="147697" y="126669"/>
                    <a:pt x="165985" y="126669"/>
                  </a:cubicBezTo>
                  <a:cubicBezTo>
                    <a:pt x="170856" y="126669"/>
                    <a:pt x="174215" y="131536"/>
                    <a:pt x="176380" y="133157"/>
                  </a:cubicBezTo>
                  <a:cubicBezTo>
                    <a:pt x="177892" y="134563"/>
                    <a:pt x="178215" y="137158"/>
                    <a:pt x="177136" y="138997"/>
                  </a:cubicBezTo>
                  <a:cubicBezTo>
                    <a:pt x="177244" y="138240"/>
                    <a:pt x="174863" y="142673"/>
                    <a:pt x="177676" y="145161"/>
                  </a:cubicBezTo>
                  <a:lnTo>
                    <a:pt x="192941" y="158462"/>
                  </a:lnTo>
                  <a:cubicBezTo>
                    <a:pt x="194452" y="159759"/>
                    <a:pt x="197158" y="160841"/>
                    <a:pt x="198999" y="160841"/>
                  </a:cubicBezTo>
                  <a:cubicBezTo>
                    <a:pt x="198351" y="160841"/>
                    <a:pt x="221732" y="161489"/>
                    <a:pt x="227142" y="159759"/>
                  </a:cubicBezTo>
                  <a:lnTo>
                    <a:pt x="242401" y="154785"/>
                  </a:lnTo>
                  <a:cubicBezTo>
                    <a:pt x="244243" y="154136"/>
                    <a:pt x="244890" y="152082"/>
                    <a:pt x="244027" y="150135"/>
                  </a:cubicBezTo>
                  <a:cubicBezTo>
                    <a:pt x="244027" y="150892"/>
                    <a:pt x="242509" y="146458"/>
                    <a:pt x="244783" y="143647"/>
                  </a:cubicBezTo>
                  <a:lnTo>
                    <a:pt x="246840" y="141160"/>
                  </a:lnTo>
                  <a:cubicBezTo>
                    <a:pt x="250523" y="136618"/>
                    <a:pt x="242617" y="135969"/>
                    <a:pt x="236775" y="129589"/>
                  </a:cubicBezTo>
                  <a:cubicBezTo>
                    <a:pt x="237423" y="130238"/>
                    <a:pt x="224869" y="117694"/>
                    <a:pt x="222164" y="112179"/>
                  </a:cubicBezTo>
                  <a:lnTo>
                    <a:pt x="217941" y="103636"/>
                  </a:lnTo>
                  <a:cubicBezTo>
                    <a:pt x="215236" y="98229"/>
                    <a:pt x="220322" y="92714"/>
                    <a:pt x="222164" y="87848"/>
                  </a:cubicBezTo>
                  <a:cubicBezTo>
                    <a:pt x="225517" y="81035"/>
                    <a:pt x="213179" y="84171"/>
                    <a:pt x="213179" y="75845"/>
                  </a:cubicBezTo>
                  <a:cubicBezTo>
                    <a:pt x="213287" y="76602"/>
                    <a:pt x="213934" y="69356"/>
                    <a:pt x="209826" y="68599"/>
                  </a:cubicBezTo>
                  <a:cubicBezTo>
                    <a:pt x="210473" y="68599"/>
                    <a:pt x="204409" y="68167"/>
                    <a:pt x="200625" y="65247"/>
                  </a:cubicBezTo>
                  <a:cubicBezTo>
                    <a:pt x="201272" y="65680"/>
                    <a:pt x="194452" y="59083"/>
                    <a:pt x="189474" y="59083"/>
                  </a:cubicBezTo>
                  <a:lnTo>
                    <a:pt x="168475" y="59083"/>
                  </a:lnTo>
                  <a:cubicBezTo>
                    <a:pt x="163712" y="59083"/>
                    <a:pt x="166093" y="51406"/>
                    <a:pt x="165985" y="49783"/>
                  </a:cubicBezTo>
                  <a:cubicBezTo>
                    <a:pt x="166424" y="44485"/>
                    <a:pt x="163496" y="43944"/>
                    <a:pt x="142611" y="30427"/>
                  </a:cubicBezTo>
                  <a:cubicBezTo>
                    <a:pt x="138496" y="27831"/>
                    <a:pt x="133518" y="30967"/>
                    <a:pt x="125942" y="33995"/>
                  </a:cubicBezTo>
                  <a:cubicBezTo>
                    <a:pt x="121719" y="35726"/>
                    <a:pt x="119986" y="41348"/>
                    <a:pt x="119446" y="42214"/>
                  </a:cubicBezTo>
                  <a:cubicBezTo>
                    <a:pt x="117173" y="46864"/>
                    <a:pt x="111979" y="45458"/>
                    <a:pt x="111001" y="45783"/>
                  </a:cubicBezTo>
                  <a:cubicBezTo>
                    <a:pt x="106238" y="45783"/>
                    <a:pt x="107972" y="37888"/>
                    <a:pt x="107648" y="35509"/>
                  </a:cubicBezTo>
                  <a:cubicBezTo>
                    <a:pt x="107648" y="30427"/>
                    <a:pt x="104295" y="28048"/>
                    <a:pt x="98555" y="21884"/>
                  </a:cubicBezTo>
                  <a:cubicBezTo>
                    <a:pt x="97151" y="20478"/>
                    <a:pt x="95742" y="17558"/>
                    <a:pt x="95418" y="15504"/>
                  </a:cubicBezTo>
                  <a:cubicBezTo>
                    <a:pt x="94554" y="10421"/>
                    <a:pt x="92173" y="11070"/>
                    <a:pt x="60131" y="689"/>
                  </a:cubicBezTo>
                  <a:cubicBezTo>
                    <a:pt x="55584" y="-825"/>
                    <a:pt x="54289" y="-68"/>
                    <a:pt x="11211" y="5231"/>
                  </a:cubicBezTo>
                  <a:cubicBezTo>
                    <a:pt x="5908" y="5880"/>
                    <a:pt x="4283" y="13125"/>
                    <a:pt x="1038" y="17991"/>
                  </a:cubicBezTo>
                  <a:cubicBezTo>
                    <a:pt x="-1667" y="22857"/>
                    <a:pt x="1254" y="33995"/>
                    <a:pt x="5908" y="35618"/>
                  </a:cubicBezTo>
                  <a:lnTo>
                    <a:pt x="5476" y="35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846E08A8-E553-25BF-F5A5-69AAB5100643}"/>
                </a:ext>
              </a:extLst>
            </p:cNvPr>
            <p:cNvSpPr/>
            <p:nvPr/>
          </p:nvSpPr>
          <p:spPr>
            <a:xfrm>
              <a:off x="1679721" y="1590377"/>
              <a:ext cx="76028" cy="43622"/>
            </a:xfrm>
            <a:custGeom>
              <a:avLst/>
              <a:gdLst>
                <a:gd name="csX0" fmla="*/ 61686 w 87681"/>
                <a:gd name="csY0" fmla="*/ 1662 h 50308"/>
                <a:gd name="csX1" fmla="*/ 47183 w 87681"/>
                <a:gd name="csY1" fmla="*/ 3821 h 50308"/>
                <a:gd name="csX2" fmla="*/ 7889 w 87681"/>
                <a:gd name="csY2" fmla="*/ 9231 h 50308"/>
                <a:gd name="csX3" fmla="*/ 1075 w 87681"/>
                <a:gd name="csY3" fmla="*/ 19722 h 50308"/>
                <a:gd name="csX4" fmla="*/ 2479 w 87681"/>
                <a:gd name="csY4" fmla="*/ 21233 h 50308"/>
                <a:gd name="csX5" fmla="*/ 23910 w 87681"/>
                <a:gd name="csY5" fmla="*/ 21557 h 50308"/>
                <a:gd name="csX6" fmla="*/ 34407 w 87681"/>
                <a:gd name="csY6" fmla="*/ 25341 h 50308"/>
                <a:gd name="csX7" fmla="*/ 19363 w 87681"/>
                <a:gd name="csY7" fmla="*/ 33673 h 50308"/>
                <a:gd name="csX8" fmla="*/ 24126 w 87681"/>
                <a:gd name="csY8" fmla="*/ 41997 h 50308"/>
                <a:gd name="csX9" fmla="*/ 54327 w 87681"/>
                <a:gd name="csY9" fmla="*/ 35400 h 50308"/>
                <a:gd name="csX10" fmla="*/ 54111 w 87681"/>
                <a:gd name="csY10" fmla="*/ 36155 h 50308"/>
                <a:gd name="csX11" fmla="*/ 62766 w 87681"/>
                <a:gd name="csY11" fmla="*/ 48595 h 50308"/>
                <a:gd name="csX12" fmla="*/ 69046 w 87681"/>
                <a:gd name="csY12" fmla="*/ 44156 h 50308"/>
                <a:gd name="csX13" fmla="*/ 86470 w 87681"/>
                <a:gd name="csY13" fmla="*/ 30644 h 50308"/>
                <a:gd name="csX14" fmla="*/ 85930 w 87681"/>
                <a:gd name="csY14" fmla="*/ 30212 h 50308"/>
                <a:gd name="csX15" fmla="*/ 74564 w 87681"/>
                <a:gd name="csY15" fmla="*/ 27615 h 50308"/>
                <a:gd name="csX16" fmla="*/ 73916 w 87681"/>
                <a:gd name="csY16" fmla="*/ 25125 h 50308"/>
                <a:gd name="csX17" fmla="*/ 75104 w 87681"/>
                <a:gd name="csY17" fmla="*/ 19506 h 50308"/>
                <a:gd name="csX18" fmla="*/ 63959 w 87681"/>
                <a:gd name="csY18" fmla="*/ 19398 h 50308"/>
                <a:gd name="csX19" fmla="*/ 65363 w 87681"/>
                <a:gd name="csY19" fmla="*/ 11175 h 50308"/>
                <a:gd name="csX20" fmla="*/ 61470 w 87681"/>
                <a:gd name="csY20" fmla="*/ 1554 h 50308"/>
                <a:gd name="csX21" fmla="*/ 61686 w 87681"/>
                <a:gd name="csY21" fmla="*/ 1662 h 50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7681" h="50308">
                  <a:moveTo>
                    <a:pt x="61686" y="1662"/>
                  </a:moveTo>
                  <a:cubicBezTo>
                    <a:pt x="57787" y="-2556"/>
                    <a:pt x="52161" y="2418"/>
                    <a:pt x="47183" y="3821"/>
                  </a:cubicBezTo>
                  <a:cubicBezTo>
                    <a:pt x="42744" y="5663"/>
                    <a:pt x="41334" y="5447"/>
                    <a:pt x="7889" y="9231"/>
                  </a:cubicBezTo>
                  <a:cubicBezTo>
                    <a:pt x="3234" y="9771"/>
                    <a:pt x="-2392" y="16045"/>
                    <a:pt x="1075" y="19722"/>
                  </a:cubicBezTo>
                  <a:lnTo>
                    <a:pt x="2479" y="21233"/>
                  </a:lnTo>
                  <a:cubicBezTo>
                    <a:pt x="5730" y="24586"/>
                    <a:pt x="8327" y="23506"/>
                    <a:pt x="23910" y="21557"/>
                  </a:cubicBezTo>
                  <a:cubicBezTo>
                    <a:pt x="27917" y="21017"/>
                    <a:pt x="31162" y="23398"/>
                    <a:pt x="34407" y="25341"/>
                  </a:cubicBezTo>
                  <a:cubicBezTo>
                    <a:pt x="38521" y="27723"/>
                    <a:pt x="32356" y="28910"/>
                    <a:pt x="19363" y="33673"/>
                  </a:cubicBezTo>
                  <a:cubicBezTo>
                    <a:pt x="14493" y="35400"/>
                    <a:pt x="22284" y="39724"/>
                    <a:pt x="24126" y="41997"/>
                  </a:cubicBezTo>
                  <a:cubicBezTo>
                    <a:pt x="31054" y="48163"/>
                    <a:pt x="56924" y="25449"/>
                    <a:pt x="54327" y="35400"/>
                  </a:cubicBezTo>
                  <a:lnTo>
                    <a:pt x="54111" y="36155"/>
                  </a:lnTo>
                  <a:cubicBezTo>
                    <a:pt x="50751" y="49459"/>
                    <a:pt x="18500" y="52811"/>
                    <a:pt x="62766" y="48595"/>
                  </a:cubicBezTo>
                  <a:cubicBezTo>
                    <a:pt x="66665" y="48271"/>
                    <a:pt x="68506" y="44703"/>
                    <a:pt x="69046" y="44156"/>
                  </a:cubicBezTo>
                  <a:cubicBezTo>
                    <a:pt x="74780" y="36371"/>
                    <a:pt x="92427" y="35184"/>
                    <a:pt x="86470" y="30644"/>
                  </a:cubicBezTo>
                  <a:lnTo>
                    <a:pt x="85930" y="30212"/>
                  </a:lnTo>
                  <a:cubicBezTo>
                    <a:pt x="82463" y="27507"/>
                    <a:pt x="78679" y="27831"/>
                    <a:pt x="74564" y="27615"/>
                  </a:cubicBezTo>
                  <a:cubicBezTo>
                    <a:pt x="72722" y="27615"/>
                    <a:pt x="72399" y="26427"/>
                    <a:pt x="73916" y="25125"/>
                  </a:cubicBezTo>
                  <a:cubicBezTo>
                    <a:pt x="73484" y="25773"/>
                    <a:pt x="77269" y="22535"/>
                    <a:pt x="75104" y="19506"/>
                  </a:cubicBezTo>
                  <a:cubicBezTo>
                    <a:pt x="72183" y="15397"/>
                    <a:pt x="66772" y="18966"/>
                    <a:pt x="63959" y="19398"/>
                  </a:cubicBezTo>
                  <a:cubicBezTo>
                    <a:pt x="59197" y="20801"/>
                    <a:pt x="64607" y="13232"/>
                    <a:pt x="65363" y="11175"/>
                  </a:cubicBezTo>
                  <a:cubicBezTo>
                    <a:pt x="67852" y="6418"/>
                    <a:pt x="62442" y="2958"/>
                    <a:pt x="61470" y="1554"/>
                  </a:cubicBezTo>
                  <a:lnTo>
                    <a:pt x="61686" y="1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21C7271C-7BF8-AD0F-A844-EA582A6529B0}"/>
                </a:ext>
              </a:extLst>
            </p:cNvPr>
            <p:cNvSpPr/>
            <p:nvPr/>
          </p:nvSpPr>
          <p:spPr>
            <a:xfrm>
              <a:off x="1670681" y="1562609"/>
              <a:ext cx="51045" cy="26586"/>
            </a:xfrm>
            <a:custGeom>
              <a:avLst/>
              <a:gdLst>
                <a:gd name="csX0" fmla="*/ 675 w 58868"/>
                <a:gd name="csY0" fmla="*/ 10111 h 30661"/>
                <a:gd name="csX1" fmla="*/ 7279 w 58868"/>
                <a:gd name="csY1" fmla="*/ 16815 h 30661"/>
                <a:gd name="csX2" fmla="*/ 8688 w 58868"/>
                <a:gd name="csY2" fmla="*/ 17248 h 30661"/>
                <a:gd name="csX3" fmla="*/ 10847 w 58868"/>
                <a:gd name="csY3" fmla="*/ 22006 h 30661"/>
                <a:gd name="csX4" fmla="*/ 9984 w 58868"/>
                <a:gd name="csY4" fmla="*/ 24925 h 30661"/>
                <a:gd name="csX5" fmla="*/ 12257 w 58868"/>
                <a:gd name="csY5" fmla="*/ 29035 h 30661"/>
                <a:gd name="csX6" fmla="*/ 41156 w 58868"/>
                <a:gd name="csY6" fmla="*/ 29575 h 30661"/>
                <a:gd name="csX7" fmla="*/ 57501 w 58868"/>
                <a:gd name="csY7" fmla="*/ 20059 h 30661"/>
                <a:gd name="csX8" fmla="*/ 36825 w 58868"/>
                <a:gd name="csY8" fmla="*/ 10219 h 30661"/>
                <a:gd name="csX9" fmla="*/ 30228 w 58868"/>
                <a:gd name="csY9" fmla="*/ 6759 h 30661"/>
                <a:gd name="csX10" fmla="*/ 25681 w 58868"/>
                <a:gd name="csY10" fmla="*/ 5893 h 30661"/>
                <a:gd name="csX11" fmla="*/ 17344 w 58868"/>
                <a:gd name="csY11" fmla="*/ 270 h 30661"/>
                <a:gd name="csX12" fmla="*/ 675 w 58868"/>
                <a:gd name="csY12" fmla="*/ 10219 h 30661"/>
                <a:gd name="csX13" fmla="*/ 675 w 58868"/>
                <a:gd name="csY13" fmla="*/ 10111 h 30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8868" h="30661">
                  <a:moveTo>
                    <a:pt x="675" y="10111"/>
                  </a:moveTo>
                  <a:cubicBezTo>
                    <a:pt x="1215" y="10868"/>
                    <a:pt x="3056" y="15626"/>
                    <a:pt x="7279" y="16815"/>
                  </a:cubicBezTo>
                  <a:lnTo>
                    <a:pt x="8688" y="17248"/>
                  </a:lnTo>
                  <a:cubicBezTo>
                    <a:pt x="10524" y="17789"/>
                    <a:pt x="11501" y="19843"/>
                    <a:pt x="10847" y="22006"/>
                  </a:cubicBezTo>
                  <a:lnTo>
                    <a:pt x="9984" y="24925"/>
                  </a:lnTo>
                  <a:cubicBezTo>
                    <a:pt x="9336" y="26980"/>
                    <a:pt x="10416" y="28819"/>
                    <a:pt x="12257" y="29035"/>
                  </a:cubicBezTo>
                  <a:cubicBezTo>
                    <a:pt x="32171" y="30549"/>
                    <a:pt x="36609" y="31520"/>
                    <a:pt x="41156" y="29575"/>
                  </a:cubicBezTo>
                  <a:cubicBezTo>
                    <a:pt x="55336" y="23520"/>
                    <a:pt x="61940" y="21682"/>
                    <a:pt x="57501" y="20059"/>
                  </a:cubicBezTo>
                  <a:cubicBezTo>
                    <a:pt x="43214" y="14652"/>
                    <a:pt x="39861" y="14112"/>
                    <a:pt x="36825" y="10219"/>
                  </a:cubicBezTo>
                  <a:cubicBezTo>
                    <a:pt x="36178" y="9678"/>
                    <a:pt x="33257" y="3947"/>
                    <a:pt x="30228" y="6759"/>
                  </a:cubicBezTo>
                  <a:cubicBezTo>
                    <a:pt x="28926" y="7948"/>
                    <a:pt x="26869" y="7516"/>
                    <a:pt x="25681" y="5893"/>
                  </a:cubicBezTo>
                  <a:cubicBezTo>
                    <a:pt x="24487" y="4812"/>
                    <a:pt x="21890" y="-1352"/>
                    <a:pt x="17344" y="270"/>
                  </a:cubicBezTo>
                  <a:cubicBezTo>
                    <a:pt x="2840" y="5461"/>
                    <a:pt x="-1922" y="5785"/>
                    <a:pt x="675" y="10219"/>
                  </a:cubicBezTo>
                  <a:lnTo>
                    <a:pt x="675" y="101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EC0D9E1D-AD28-2D85-DEAA-6EC2A2807AB9}"/>
                </a:ext>
              </a:extLst>
            </p:cNvPr>
            <p:cNvSpPr/>
            <p:nvPr/>
          </p:nvSpPr>
          <p:spPr>
            <a:xfrm>
              <a:off x="1731264" y="1562206"/>
              <a:ext cx="182305" cy="132381"/>
            </a:xfrm>
            <a:custGeom>
              <a:avLst/>
              <a:gdLst>
                <a:gd name="csX0" fmla="*/ 143169 w 210246"/>
                <a:gd name="csY0" fmla="*/ 23337 h 152671"/>
                <a:gd name="csX1" fmla="*/ 134292 w 210246"/>
                <a:gd name="csY1" fmla="*/ 24418 h 152671"/>
                <a:gd name="csX2" fmla="*/ 114378 w 210246"/>
                <a:gd name="csY2" fmla="*/ 6467 h 152671"/>
                <a:gd name="csX3" fmla="*/ 89048 w 210246"/>
                <a:gd name="csY3" fmla="*/ 8414 h 152671"/>
                <a:gd name="csX4" fmla="*/ 76494 w 210246"/>
                <a:gd name="csY4" fmla="*/ 17174 h 152671"/>
                <a:gd name="csX5" fmla="*/ 70868 w 210246"/>
                <a:gd name="csY5" fmla="*/ 20958 h 152671"/>
                <a:gd name="csX6" fmla="*/ 80501 w 210246"/>
                <a:gd name="csY6" fmla="*/ 27987 h 152671"/>
                <a:gd name="csX7" fmla="*/ 99875 w 210246"/>
                <a:gd name="csY7" fmla="*/ 29285 h 152671"/>
                <a:gd name="csX8" fmla="*/ 102040 w 210246"/>
                <a:gd name="csY8" fmla="*/ 36095 h 152671"/>
                <a:gd name="csX9" fmla="*/ 88832 w 210246"/>
                <a:gd name="csY9" fmla="*/ 40209 h 152671"/>
                <a:gd name="csX10" fmla="*/ 96840 w 210246"/>
                <a:gd name="csY10" fmla="*/ 44210 h 152671"/>
                <a:gd name="csX11" fmla="*/ 106911 w 210246"/>
                <a:gd name="csY11" fmla="*/ 47340 h 152671"/>
                <a:gd name="csX12" fmla="*/ 107774 w 210246"/>
                <a:gd name="csY12" fmla="*/ 48534 h 152671"/>
                <a:gd name="csX13" fmla="*/ 103336 w 210246"/>
                <a:gd name="csY13" fmla="*/ 56103 h 152671"/>
                <a:gd name="csX14" fmla="*/ 109724 w 210246"/>
                <a:gd name="csY14" fmla="*/ 68753 h 152671"/>
                <a:gd name="csX15" fmla="*/ 100954 w 210246"/>
                <a:gd name="csY15" fmla="*/ 70378 h 152671"/>
                <a:gd name="csX16" fmla="*/ 67401 w 210246"/>
                <a:gd name="csY16" fmla="*/ 42800 h 152671"/>
                <a:gd name="csX17" fmla="*/ 66106 w 210246"/>
                <a:gd name="csY17" fmla="*/ 42476 h 152671"/>
                <a:gd name="csX18" fmla="*/ 63508 w 210246"/>
                <a:gd name="csY18" fmla="*/ 36965 h 152671"/>
                <a:gd name="csX19" fmla="*/ 61127 w 210246"/>
                <a:gd name="csY19" fmla="*/ 31015 h 152671"/>
                <a:gd name="csX20" fmla="*/ 46401 w 210246"/>
                <a:gd name="csY20" fmla="*/ 23661 h 152671"/>
                <a:gd name="csX21" fmla="*/ 27136 w 210246"/>
                <a:gd name="csY21" fmla="*/ 30042 h 152671"/>
                <a:gd name="csX22" fmla="*/ 27136 w 210246"/>
                <a:gd name="csY22" fmla="*/ 41937 h 152671"/>
                <a:gd name="csX23" fmla="*/ 40128 w 210246"/>
                <a:gd name="csY23" fmla="*/ 47017 h 152671"/>
                <a:gd name="csX24" fmla="*/ 35905 w 210246"/>
                <a:gd name="csY24" fmla="*/ 56967 h 152671"/>
                <a:gd name="csX25" fmla="*/ 45214 w 210246"/>
                <a:gd name="csY25" fmla="*/ 63673 h 152671"/>
                <a:gd name="csX26" fmla="*/ 49221 w 210246"/>
                <a:gd name="csY26" fmla="*/ 67457 h 152671"/>
                <a:gd name="csX27" fmla="*/ 50732 w 210246"/>
                <a:gd name="csY27" fmla="*/ 73839 h 152671"/>
                <a:gd name="csX28" fmla="*/ 56257 w 210246"/>
                <a:gd name="csY28" fmla="*/ 83135 h 152671"/>
                <a:gd name="csX29" fmla="*/ 54307 w 210246"/>
                <a:gd name="csY29" fmla="*/ 83783 h 152671"/>
                <a:gd name="csX30" fmla="*/ 30819 w 210246"/>
                <a:gd name="csY30" fmla="*/ 74703 h 152671"/>
                <a:gd name="csX31" fmla="*/ 20214 w 210246"/>
                <a:gd name="csY31" fmla="*/ 83459 h 152671"/>
                <a:gd name="csX32" fmla="*/ 18588 w 210246"/>
                <a:gd name="csY32" fmla="*/ 87568 h 152671"/>
                <a:gd name="csX33" fmla="*/ 834 w 210246"/>
                <a:gd name="csY33" fmla="*/ 98058 h 152671"/>
                <a:gd name="csX34" fmla="*/ 11661 w 210246"/>
                <a:gd name="csY34" fmla="*/ 106281 h 152671"/>
                <a:gd name="csX35" fmla="*/ 61451 w 210246"/>
                <a:gd name="csY35" fmla="*/ 96007 h 152671"/>
                <a:gd name="csX36" fmla="*/ 113184 w 210246"/>
                <a:gd name="csY36" fmla="*/ 91359 h 152671"/>
                <a:gd name="csX37" fmla="*/ 117407 w 210246"/>
                <a:gd name="csY37" fmla="*/ 96439 h 152671"/>
                <a:gd name="csX38" fmla="*/ 114810 w 210246"/>
                <a:gd name="csY38" fmla="*/ 101411 h 152671"/>
                <a:gd name="csX39" fmla="*/ 89156 w 210246"/>
                <a:gd name="csY39" fmla="*/ 109196 h 152671"/>
                <a:gd name="csX40" fmla="*/ 80285 w 210246"/>
                <a:gd name="csY40" fmla="*/ 121420 h 152671"/>
                <a:gd name="csX41" fmla="*/ 90782 w 210246"/>
                <a:gd name="csY41" fmla="*/ 128665 h 152671"/>
                <a:gd name="csX42" fmla="*/ 88292 w 210246"/>
                <a:gd name="csY42" fmla="*/ 139263 h 152671"/>
                <a:gd name="csX43" fmla="*/ 96084 w 210246"/>
                <a:gd name="csY43" fmla="*/ 152668 h 152671"/>
                <a:gd name="csX44" fmla="*/ 178888 w 210246"/>
                <a:gd name="csY44" fmla="*/ 145315 h 152671"/>
                <a:gd name="csX45" fmla="*/ 180723 w 210246"/>
                <a:gd name="csY45" fmla="*/ 139695 h 152671"/>
                <a:gd name="csX46" fmla="*/ 188298 w 210246"/>
                <a:gd name="csY46" fmla="*/ 141314 h 152671"/>
                <a:gd name="csX47" fmla="*/ 195010 w 210246"/>
                <a:gd name="csY47" fmla="*/ 136342 h 152671"/>
                <a:gd name="csX48" fmla="*/ 194039 w 210246"/>
                <a:gd name="csY48" fmla="*/ 130932 h 152671"/>
                <a:gd name="csX49" fmla="*/ 182457 w 210246"/>
                <a:gd name="csY49" fmla="*/ 118175 h 152671"/>
                <a:gd name="csX50" fmla="*/ 187435 w 210246"/>
                <a:gd name="csY50" fmla="*/ 105303 h 152671"/>
                <a:gd name="csX51" fmla="*/ 197284 w 210246"/>
                <a:gd name="csY51" fmla="*/ 111577 h 152671"/>
                <a:gd name="csX52" fmla="*/ 208542 w 210246"/>
                <a:gd name="csY52" fmla="*/ 123255 h 152671"/>
                <a:gd name="csX53" fmla="*/ 209298 w 210246"/>
                <a:gd name="csY53" fmla="*/ 111685 h 152671"/>
                <a:gd name="csX54" fmla="*/ 205183 w 210246"/>
                <a:gd name="csY54" fmla="*/ 103900 h 152671"/>
                <a:gd name="csX55" fmla="*/ 203348 w 210246"/>
                <a:gd name="csY55" fmla="*/ 94381 h 152671"/>
                <a:gd name="csX56" fmla="*/ 186787 w 210246"/>
                <a:gd name="csY56" fmla="*/ 82488 h 152671"/>
                <a:gd name="csX57" fmla="*/ 194903 w 210246"/>
                <a:gd name="csY57" fmla="*/ 69407 h 152671"/>
                <a:gd name="csX58" fmla="*/ 193931 w 210246"/>
                <a:gd name="csY58" fmla="*/ 58377 h 152671"/>
                <a:gd name="csX59" fmla="*/ 198046 w 210246"/>
                <a:gd name="csY59" fmla="*/ 48858 h 152671"/>
                <a:gd name="csX60" fmla="*/ 190356 w 210246"/>
                <a:gd name="csY60" fmla="*/ 29068 h 152671"/>
                <a:gd name="csX61" fmla="*/ 188083 w 210246"/>
                <a:gd name="csY61" fmla="*/ 15551 h 152671"/>
                <a:gd name="csX62" fmla="*/ 157672 w 210246"/>
                <a:gd name="csY62" fmla="*/ 412 h 152671"/>
                <a:gd name="csX63" fmla="*/ 151716 w 210246"/>
                <a:gd name="csY63" fmla="*/ 7441 h 152671"/>
                <a:gd name="csX64" fmla="*/ 140134 w 210246"/>
                <a:gd name="csY64" fmla="*/ 14686 h 152671"/>
                <a:gd name="csX65" fmla="*/ 143169 w 210246"/>
                <a:gd name="csY65" fmla="*/ 23445 h 152671"/>
                <a:gd name="csX66" fmla="*/ 143169 w 210246"/>
                <a:gd name="csY66" fmla="*/ 23337 h 15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10246" h="152671">
                  <a:moveTo>
                    <a:pt x="143169" y="23337"/>
                  </a:moveTo>
                  <a:cubicBezTo>
                    <a:pt x="141975" y="23770"/>
                    <a:pt x="137645" y="28203"/>
                    <a:pt x="134292" y="24418"/>
                  </a:cubicBezTo>
                  <a:cubicBezTo>
                    <a:pt x="120544" y="9279"/>
                    <a:pt x="118817" y="5819"/>
                    <a:pt x="114378" y="6467"/>
                  </a:cubicBezTo>
                  <a:cubicBezTo>
                    <a:pt x="98249" y="8739"/>
                    <a:pt x="94134" y="3764"/>
                    <a:pt x="89048" y="8414"/>
                  </a:cubicBezTo>
                  <a:cubicBezTo>
                    <a:pt x="84070" y="12956"/>
                    <a:pt x="80933" y="16633"/>
                    <a:pt x="76494" y="17174"/>
                  </a:cubicBezTo>
                  <a:cubicBezTo>
                    <a:pt x="75192" y="17606"/>
                    <a:pt x="67509" y="16957"/>
                    <a:pt x="70868" y="20958"/>
                  </a:cubicBezTo>
                  <a:cubicBezTo>
                    <a:pt x="72703" y="22688"/>
                    <a:pt x="75631" y="28419"/>
                    <a:pt x="80501" y="27987"/>
                  </a:cubicBezTo>
                  <a:cubicBezTo>
                    <a:pt x="93702" y="26798"/>
                    <a:pt x="96840" y="25716"/>
                    <a:pt x="99875" y="29285"/>
                  </a:cubicBezTo>
                  <a:cubicBezTo>
                    <a:pt x="100522" y="30366"/>
                    <a:pt x="106695" y="35555"/>
                    <a:pt x="102040" y="36095"/>
                  </a:cubicBezTo>
                  <a:cubicBezTo>
                    <a:pt x="90889" y="37288"/>
                    <a:pt x="85156" y="37072"/>
                    <a:pt x="88832" y="40209"/>
                  </a:cubicBezTo>
                  <a:cubicBezTo>
                    <a:pt x="89804" y="40857"/>
                    <a:pt x="92515" y="44102"/>
                    <a:pt x="96840" y="44210"/>
                  </a:cubicBezTo>
                  <a:cubicBezTo>
                    <a:pt x="99113" y="44642"/>
                    <a:pt x="103552" y="43016"/>
                    <a:pt x="106911" y="47340"/>
                  </a:cubicBezTo>
                  <a:lnTo>
                    <a:pt x="107774" y="48534"/>
                  </a:lnTo>
                  <a:cubicBezTo>
                    <a:pt x="111997" y="53938"/>
                    <a:pt x="98789" y="50909"/>
                    <a:pt x="103336" y="56103"/>
                  </a:cubicBezTo>
                  <a:cubicBezTo>
                    <a:pt x="106472" y="60644"/>
                    <a:pt x="114378" y="65730"/>
                    <a:pt x="109724" y="68753"/>
                  </a:cubicBezTo>
                  <a:cubicBezTo>
                    <a:pt x="108422" y="69292"/>
                    <a:pt x="104745" y="73623"/>
                    <a:pt x="100954" y="70378"/>
                  </a:cubicBezTo>
                  <a:cubicBezTo>
                    <a:pt x="72811" y="45397"/>
                    <a:pt x="71839" y="43886"/>
                    <a:pt x="67401" y="42800"/>
                  </a:cubicBezTo>
                  <a:lnTo>
                    <a:pt x="66106" y="42476"/>
                  </a:lnTo>
                  <a:cubicBezTo>
                    <a:pt x="62638" y="41613"/>
                    <a:pt x="63400" y="36311"/>
                    <a:pt x="63508" y="36965"/>
                  </a:cubicBezTo>
                  <a:cubicBezTo>
                    <a:pt x="63832" y="34799"/>
                    <a:pt x="62746" y="32094"/>
                    <a:pt x="61127" y="31015"/>
                  </a:cubicBezTo>
                  <a:cubicBezTo>
                    <a:pt x="53005" y="25392"/>
                    <a:pt x="50516" y="23121"/>
                    <a:pt x="46401" y="23661"/>
                  </a:cubicBezTo>
                  <a:cubicBezTo>
                    <a:pt x="32336" y="25608"/>
                    <a:pt x="28545" y="24959"/>
                    <a:pt x="27136" y="30042"/>
                  </a:cubicBezTo>
                  <a:cubicBezTo>
                    <a:pt x="26596" y="33396"/>
                    <a:pt x="22157" y="41181"/>
                    <a:pt x="27136" y="41937"/>
                  </a:cubicBezTo>
                  <a:cubicBezTo>
                    <a:pt x="37638" y="43556"/>
                    <a:pt x="43480" y="43448"/>
                    <a:pt x="40128" y="47017"/>
                  </a:cubicBezTo>
                  <a:cubicBezTo>
                    <a:pt x="38718" y="49182"/>
                    <a:pt x="32336" y="52859"/>
                    <a:pt x="35905" y="56967"/>
                  </a:cubicBezTo>
                  <a:cubicBezTo>
                    <a:pt x="37531" y="58485"/>
                    <a:pt x="40451" y="63673"/>
                    <a:pt x="45214" y="63673"/>
                  </a:cubicBezTo>
                  <a:cubicBezTo>
                    <a:pt x="45862" y="63889"/>
                    <a:pt x="50516" y="62809"/>
                    <a:pt x="49221" y="67457"/>
                  </a:cubicBezTo>
                  <a:cubicBezTo>
                    <a:pt x="49221" y="68213"/>
                    <a:pt x="48243" y="71566"/>
                    <a:pt x="50732" y="73839"/>
                  </a:cubicBezTo>
                  <a:cubicBezTo>
                    <a:pt x="53113" y="76646"/>
                    <a:pt x="61127" y="81408"/>
                    <a:pt x="56257" y="83135"/>
                  </a:cubicBezTo>
                  <a:lnTo>
                    <a:pt x="54307" y="83783"/>
                  </a:lnTo>
                  <a:cubicBezTo>
                    <a:pt x="46509" y="86488"/>
                    <a:pt x="38178" y="71458"/>
                    <a:pt x="30819" y="74703"/>
                  </a:cubicBezTo>
                  <a:cubicBezTo>
                    <a:pt x="26164" y="77516"/>
                    <a:pt x="17725" y="78271"/>
                    <a:pt x="20214" y="83459"/>
                  </a:cubicBezTo>
                  <a:cubicBezTo>
                    <a:pt x="21078" y="85193"/>
                    <a:pt x="20322" y="87136"/>
                    <a:pt x="18588" y="87568"/>
                  </a:cubicBezTo>
                  <a:cubicBezTo>
                    <a:pt x="12200" y="89301"/>
                    <a:pt x="-3814" y="92654"/>
                    <a:pt x="834" y="98058"/>
                  </a:cubicBezTo>
                  <a:cubicBezTo>
                    <a:pt x="3761" y="100871"/>
                    <a:pt x="6682" y="107253"/>
                    <a:pt x="11661" y="106281"/>
                  </a:cubicBezTo>
                  <a:lnTo>
                    <a:pt x="61451" y="96007"/>
                  </a:lnTo>
                  <a:cubicBezTo>
                    <a:pt x="67293" y="94813"/>
                    <a:pt x="113832" y="91244"/>
                    <a:pt x="113184" y="91359"/>
                  </a:cubicBezTo>
                  <a:cubicBezTo>
                    <a:pt x="116975" y="91028"/>
                    <a:pt x="117731" y="97086"/>
                    <a:pt x="117407" y="96439"/>
                  </a:cubicBezTo>
                  <a:cubicBezTo>
                    <a:pt x="117731" y="98598"/>
                    <a:pt x="116544" y="100871"/>
                    <a:pt x="114810" y="101411"/>
                  </a:cubicBezTo>
                  <a:lnTo>
                    <a:pt x="89156" y="109196"/>
                  </a:lnTo>
                  <a:cubicBezTo>
                    <a:pt x="85048" y="110390"/>
                    <a:pt x="74977" y="119794"/>
                    <a:pt x="80285" y="121420"/>
                  </a:cubicBezTo>
                  <a:cubicBezTo>
                    <a:pt x="84717" y="123471"/>
                    <a:pt x="93702" y="123363"/>
                    <a:pt x="90782" y="128665"/>
                  </a:cubicBezTo>
                  <a:cubicBezTo>
                    <a:pt x="90350" y="129960"/>
                    <a:pt x="86559" y="134177"/>
                    <a:pt x="88292" y="139263"/>
                  </a:cubicBezTo>
                  <a:cubicBezTo>
                    <a:pt x="90458" y="144235"/>
                    <a:pt x="90782" y="152884"/>
                    <a:pt x="96084" y="152668"/>
                  </a:cubicBezTo>
                  <a:cubicBezTo>
                    <a:pt x="181917" y="149207"/>
                    <a:pt x="180183" y="150725"/>
                    <a:pt x="178888" y="145315"/>
                  </a:cubicBezTo>
                  <a:cubicBezTo>
                    <a:pt x="178888" y="144559"/>
                    <a:pt x="176507" y="138825"/>
                    <a:pt x="180723" y="139695"/>
                  </a:cubicBezTo>
                  <a:lnTo>
                    <a:pt x="188298" y="141314"/>
                  </a:lnTo>
                  <a:cubicBezTo>
                    <a:pt x="192413" y="142178"/>
                    <a:pt x="195664" y="135586"/>
                    <a:pt x="195010" y="136342"/>
                  </a:cubicBezTo>
                  <a:cubicBezTo>
                    <a:pt x="196096" y="134501"/>
                    <a:pt x="195664" y="132126"/>
                    <a:pt x="194039" y="130932"/>
                  </a:cubicBezTo>
                  <a:cubicBezTo>
                    <a:pt x="188845" y="126284"/>
                    <a:pt x="181701" y="124449"/>
                    <a:pt x="182457" y="118175"/>
                  </a:cubicBezTo>
                  <a:cubicBezTo>
                    <a:pt x="183650" y="113196"/>
                    <a:pt x="182457" y="103252"/>
                    <a:pt x="187435" y="105303"/>
                  </a:cubicBezTo>
                  <a:cubicBezTo>
                    <a:pt x="189277" y="106281"/>
                    <a:pt x="194363" y="107145"/>
                    <a:pt x="197284" y="111577"/>
                  </a:cubicBezTo>
                  <a:cubicBezTo>
                    <a:pt x="204320" y="122391"/>
                    <a:pt x="207025" y="128233"/>
                    <a:pt x="208542" y="123255"/>
                  </a:cubicBezTo>
                  <a:cubicBezTo>
                    <a:pt x="208866" y="121743"/>
                    <a:pt x="211679" y="116333"/>
                    <a:pt x="209298" y="111685"/>
                  </a:cubicBezTo>
                  <a:lnTo>
                    <a:pt x="205183" y="103900"/>
                  </a:lnTo>
                  <a:cubicBezTo>
                    <a:pt x="203024" y="99899"/>
                    <a:pt x="203348" y="93626"/>
                    <a:pt x="203348" y="94381"/>
                  </a:cubicBezTo>
                  <a:cubicBezTo>
                    <a:pt x="203348" y="84977"/>
                    <a:pt x="180831" y="88869"/>
                    <a:pt x="186787" y="82488"/>
                  </a:cubicBezTo>
                  <a:cubicBezTo>
                    <a:pt x="189492" y="79027"/>
                    <a:pt x="195442" y="75674"/>
                    <a:pt x="194903" y="69407"/>
                  </a:cubicBezTo>
                  <a:lnTo>
                    <a:pt x="193931" y="58377"/>
                  </a:lnTo>
                  <a:cubicBezTo>
                    <a:pt x="193499" y="53182"/>
                    <a:pt x="198477" y="48102"/>
                    <a:pt x="198046" y="48858"/>
                  </a:cubicBezTo>
                  <a:cubicBezTo>
                    <a:pt x="202916" y="42800"/>
                    <a:pt x="189708" y="38476"/>
                    <a:pt x="190356" y="29068"/>
                  </a:cubicBezTo>
                  <a:cubicBezTo>
                    <a:pt x="190140" y="25175"/>
                    <a:pt x="192737" y="17930"/>
                    <a:pt x="188083" y="15551"/>
                  </a:cubicBezTo>
                  <a:lnTo>
                    <a:pt x="157672" y="412"/>
                  </a:lnTo>
                  <a:cubicBezTo>
                    <a:pt x="153126" y="-1859"/>
                    <a:pt x="156479" y="5927"/>
                    <a:pt x="151716" y="7441"/>
                  </a:cubicBezTo>
                  <a:cubicBezTo>
                    <a:pt x="151716" y="7441"/>
                    <a:pt x="136349" y="10253"/>
                    <a:pt x="140134" y="14686"/>
                  </a:cubicBezTo>
                  <a:cubicBezTo>
                    <a:pt x="141112" y="16417"/>
                    <a:pt x="147385" y="20958"/>
                    <a:pt x="143169" y="23445"/>
                  </a:cubicBezTo>
                  <a:lnTo>
                    <a:pt x="143169" y="23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32A8FA9C-174F-AFEC-AEFC-BFEC0ECB580D}"/>
                </a:ext>
              </a:extLst>
            </p:cNvPr>
            <p:cNvSpPr/>
            <p:nvPr/>
          </p:nvSpPr>
          <p:spPr>
            <a:xfrm>
              <a:off x="1764419" y="1553953"/>
              <a:ext cx="44622" cy="17139"/>
            </a:xfrm>
            <a:custGeom>
              <a:avLst/>
              <a:gdLst>
                <a:gd name="csX0" fmla="*/ 33165 w 51461"/>
                <a:gd name="csY0" fmla="*/ 88 h 19766"/>
                <a:gd name="csX1" fmla="*/ 21265 w 51461"/>
                <a:gd name="csY1" fmla="*/ 6144 h 19766"/>
                <a:gd name="csX2" fmla="*/ 1453 w 51461"/>
                <a:gd name="csY2" fmla="*/ 12632 h 19766"/>
                <a:gd name="csX3" fmla="*/ 7302 w 51461"/>
                <a:gd name="csY3" fmla="*/ 18579 h 19766"/>
                <a:gd name="csX4" fmla="*/ 27539 w 51461"/>
                <a:gd name="csY4" fmla="*/ 17282 h 19766"/>
                <a:gd name="csX5" fmla="*/ 50920 w 51461"/>
                <a:gd name="csY5" fmla="*/ 5387 h 19766"/>
                <a:gd name="csX6" fmla="*/ 33280 w 51461"/>
                <a:gd name="csY6" fmla="*/ 88 h 19766"/>
                <a:gd name="csX7" fmla="*/ 33165 w 51461"/>
                <a:gd name="csY7" fmla="*/ 88 h 19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1461" h="19766">
                  <a:moveTo>
                    <a:pt x="33165" y="88"/>
                  </a:moveTo>
                  <a:cubicBezTo>
                    <a:pt x="28733" y="-669"/>
                    <a:pt x="24510" y="3656"/>
                    <a:pt x="21265" y="6144"/>
                  </a:cubicBezTo>
                  <a:cubicBezTo>
                    <a:pt x="17475" y="9063"/>
                    <a:pt x="14122" y="9388"/>
                    <a:pt x="1453" y="12632"/>
                  </a:cubicBezTo>
                  <a:cubicBezTo>
                    <a:pt x="-3417" y="13821"/>
                    <a:pt x="5352" y="17174"/>
                    <a:pt x="7302" y="18579"/>
                  </a:cubicBezTo>
                  <a:cubicBezTo>
                    <a:pt x="11302" y="20850"/>
                    <a:pt x="14661" y="19553"/>
                    <a:pt x="27539" y="17282"/>
                  </a:cubicBezTo>
                  <a:cubicBezTo>
                    <a:pt x="32302" y="16417"/>
                    <a:pt x="36956" y="13280"/>
                    <a:pt x="50920" y="5387"/>
                  </a:cubicBezTo>
                  <a:cubicBezTo>
                    <a:pt x="55143" y="3007"/>
                    <a:pt x="33280" y="88"/>
                    <a:pt x="33280" y="88"/>
                  </a:cubicBezTo>
                  <a:lnTo>
                    <a:pt x="33165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68E4D960-5692-84EF-F769-48A9EDE72138}"/>
                </a:ext>
              </a:extLst>
            </p:cNvPr>
            <p:cNvSpPr/>
            <p:nvPr/>
          </p:nvSpPr>
          <p:spPr>
            <a:xfrm>
              <a:off x="1941589" y="1477456"/>
              <a:ext cx="106807" cy="31336"/>
            </a:xfrm>
            <a:custGeom>
              <a:avLst/>
              <a:gdLst>
                <a:gd name="csX0" fmla="*/ 21937 w 123177"/>
                <a:gd name="csY0" fmla="*/ 32619 h 36139"/>
                <a:gd name="csX1" fmla="*/ 56684 w 123177"/>
                <a:gd name="csY1" fmla="*/ 27862 h 36139"/>
                <a:gd name="csX2" fmla="*/ 66425 w 123177"/>
                <a:gd name="csY2" fmla="*/ 33700 h 36139"/>
                <a:gd name="csX3" fmla="*/ 102900 w 123177"/>
                <a:gd name="csY3" fmla="*/ 33052 h 36139"/>
                <a:gd name="csX4" fmla="*/ 112965 w 123177"/>
                <a:gd name="csY4" fmla="*/ 17264 h 36139"/>
                <a:gd name="csX5" fmla="*/ 122490 w 123177"/>
                <a:gd name="csY5" fmla="*/ 11100 h 36139"/>
                <a:gd name="csX6" fmla="*/ 113828 w 123177"/>
                <a:gd name="csY6" fmla="*/ 3422 h 36139"/>
                <a:gd name="csX7" fmla="*/ 94130 w 123177"/>
                <a:gd name="csY7" fmla="*/ 5152 h 36139"/>
                <a:gd name="csX8" fmla="*/ 54951 w 123177"/>
                <a:gd name="csY8" fmla="*/ 70 h 36139"/>
                <a:gd name="csX9" fmla="*/ 44016 w 123177"/>
                <a:gd name="csY9" fmla="*/ 4612 h 36139"/>
                <a:gd name="csX10" fmla="*/ 38066 w 123177"/>
                <a:gd name="csY10" fmla="*/ 4720 h 36139"/>
                <a:gd name="csX11" fmla="*/ 26592 w 123177"/>
                <a:gd name="csY11" fmla="*/ 1260 h 36139"/>
                <a:gd name="csX12" fmla="*/ 1268 w 123177"/>
                <a:gd name="csY12" fmla="*/ 18886 h 36139"/>
                <a:gd name="csX13" fmla="*/ 22045 w 123177"/>
                <a:gd name="csY13" fmla="*/ 32728 h 36139"/>
                <a:gd name="csX14" fmla="*/ 21937 w 123177"/>
                <a:gd name="csY14" fmla="*/ 32619 h 36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177" h="36139">
                  <a:moveTo>
                    <a:pt x="21937" y="32619"/>
                  </a:moveTo>
                  <a:cubicBezTo>
                    <a:pt x="51592" y="26023"/>
                    <a:pt x="53001" y="24617"/>
                    <a:pt x="56684" y="27862"/>
                  </a:cubicBezTo>
                  <a:cubicBezTo>
                    <a:pt x="59497" y="30348"/>
                    <a:pt x="62418" y="33377"/>
                    <a:pt x="66425" y="33700"/>
                  </a:cubicBezTo>
                  <a:cubicBezTo>
                    <a:pt x="99433" y="36404"/>
                    <a:pt x="100842" y="37702"/>
                    <a:pt x="102900" y="33052"/>
                  </a:cubicBezTo>
                  <a:cubicBezTo>
                    <a:pt x="106576" y="24942"/>
                    <a:pt x="108418" y="18453"/>
                    <a:pt x="112965" y="17264"/>
                  </a:cubicBezTo>
                  <a:cubicBezTo>
                    <a:pt x="116647" y="15750"/>
                    <a:pt x="125734" y="15966"/>
                    <a:pt x="122490" y="11100"/>
                  </a:cubicBezTo>
                  <a:cubicBezTo>
                    <a:pt x="120864" y="9262"/>
                    <a:pt x="118591" y="2990"/>
                    <a:pt x="113828" y="3422"/>
                  </a:cubicBezTo>
                  <a:lnTo>
                    <a:pt x="94130" y="5152"/>
                  </a:lnTo>
                  <a:cubicBezTo>
                    <a:pt x="88288" y="5693"/>
                    <a:pt x="54411" y="-38"/>
                    <a:pt x="54951" y="70"/>
                  </a:cubicBezTo>
                  <a:cubicBezTo>
                    <a:pt x="50188" y="-687"/>
                    <a:pt x="43368" y="4936"/>
                    <a:pt x="44016" y="4612"/>
                  </a:cubicBezTo>
                  <a:cubicBezTo>
                    <a:pt x="42397" y="5693"/>
                    <a:pt x="39692" y="5693"/>
                    <a:pt x="38066" y="4720"/>
                  </a:cubicBezTo>
                  <a:cubicBezTo>
                    <a:pt x="35253" y="3530"/>
                    <a:pt x="31138" y="-1228"/>
                    <a:pt x="26592" y="1260"/>
                  </a:cubicBezTo>
                  <a:cubicBezTo>
                    <a:pt x="1154" y="15101"/>
                    <a:pt x="-2523" y="15750"/>
                    <a:pt x="1268" y="18886"/>
                  </a:cubicBezTo>
                  <a:cubicBezTo>
                    <a:pt x="16635" y="31754"/>
                    <a:pt x="17822" y="33700"/>
                    <a:pt x="22045" y="32728"/>
                  </a:cubicBezTo>
                  <a:lnTo>
                    <a:pt x="21937" y="326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6A581B56-47C9-7BC7-D7E5-B8CE8DA7598B}"/>
                </a:ext>
              </a:extLst>
            </p:cNvPr>
            <p:cNvSpPr/>
            <p:nvPr/>
          </p:nvSpPr>
          <p:spPr>
            <a:xfrm>
              <a:off x="2555132" y="2102339"/>
              <a:ext cx="22684" cy="21530"/>
            </a:xfrm>
            <a:custGeom>
              <a:avLst/>
              <a:gdLst>
                <a:gd name="csX0" fmla="*/ 5442 w 26161"/>
                <a:gd name="csY0" fmla="*/ 260 h 24830"/>
                <a:gd name="csX1" fmla="*/ 32 w 26161"/>
                <a:gd name="csY1" fmla="*/ 20802 h 24830"/>
                <a:gd name="csX2" fmla="*/ 7607 w 26161"/>
                <a:gd name="csY2" fmla="*/ 24803 h 24830"/>
                <a:gd name="csX3" fmla="*/ 24060 w 26161"/>
                <a:gd name="csY3" fmla="*/ 13557 h 24830"/>
                <a:gd name="csX4" fmla="*/ 25572 w 26161"/>
                <a:gd name="csY4" fmla="*/ 4152 h 24830"/>
                <a:gd name="csX5" fmla="*/ 5442 w 26161"/>
                <a:gd name="csY5" fmla="*/ 152 h 24830"/>
                <a:gd name="csX6" fmla="*/ 5442 w 26161"/>
                <a:gd name="csY6" fmla="*/ 260 h 2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61" h="24830">
                  <a:moveTo>
                    <a:pt x="5442" y="260"/>
                  </a:moveTo>
                  <a:cubicBezTo>
                    <a:pt x="1111" y="260"/>
                    <a:pt x="32" y="20802"/>
                    <a:pt x="32" y="20802"/>
                  </a:cubicBezTo>
                  <a:cubicBezTo>
                    <a:pt x="-508" y="26428"/>
                    <a:pt x="5982" y="24371"/>
                    <a:pt x="7607" y="24803"/>
                  </a:cubicBezTo>
                  <a:cubicBezTo>
                    <a:pt x="12370" y="24803"/>
                    <a:pt x="15723" y="20694"/>
                    <a:pt x="24060" y="13557"/>
                  </a:cubicBezTo>
                  <a:cubicBezTo>
                    <a:pt x="27629" y="10528"/>
                    <a:pt x="25572" y="5124"/>
                    <a:pt x="25572" y="4152"/>
                  </a:cubicBezTo>
                  <a:cubicBezTo>
                    <a:pt x="24384" y="-2553"/>
                    <a:pt x="16269" y="1123"/>
                    <a:pt x="5442" y="152"/>
                  </a:cubicBezTo>
                  <a:lnTo>
                    <a:pt x="5442" y="2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BC41FD8B-7FAD-DF72-36D3-5453DFF48182}"/>
                </a:ext>
              </a:extLst>
            </p:cNvPr>
            <p:cNvSpPr/>
            <p:nvPr/>
          </p:nvSpPr>
          <p:spPr>
            <a:xfrm>
              <a:off x="2621704" y="2152406"/>
              <a:ext cx="18865" cy="24931"/>
            </a:xfrm>
            <a:custGeom>
              <a:avLst/>
              <a:gdLst>
                <a:gd name="csX0" fmla="*/ 21535 w 21756"/>
                <a:gd name="csY0" fmla="*/ 18750 h 28752"/>
                <a:gd name="csX1" fmla="*/ 7680 w 21756"/>
                <a:gd name="csY1" fmla="*/ 697 h 28752"/>
                <a:gd name="csX2" fmla="*/ 428 w 21756"/>
                <a:gd name="csY2" fmla="*/ 10533 h 28752"/>
                <a:gd name="csX3" fmla="*/ 16119 w 21756"/>
                <a:gd name="csY3" fmla="*/ 28053 h 28752"/>
                <a:gd name="csX4" fmla="*/ 21535 w 21756"/>
                <a:gd name="csY4" fmla="*/ 18750 h 28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756" h="28752">
                  <a:moveTo>
                    <a:pt x="21535" y="18750"/>
                  </a:moveTo>
                  <a:cubicBezTo>
                    <a:pt x="22615" y="13886"/>
                    <a:pt x="20018" y="12482"/>
                    <a:pt x="7680" y="697"/>
                  </a:cubicBezTo>
                  <a:cubicBezTo>
                    <a:pt x="3565" y="-3202"/>
                    <a:pt x="428" y="10533"/>
                    <a:pt x="428" y="10533"/>
                  </a:cubicBezTo>
                  <a:cubicBezTo>
                    <a:pt x="-1414" y="15511"/>
                    <a:pt x="2485" y="17023"/>
                    <a:pt x="16119" y="28053"/>
                  </a:cubicBezTo>
                  <a:cubicBezTo>
                    <a:pt x="20234" y="31405"/>
                    <a:pt x="20449" y="21779"/>
                    <a:pt x="21535" y="1875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7343E4B8-7DC9-5288-5E53-87BF8C91ED5F}"/>
                </a:ext>
              </a:extLst>
            </p:cNvPr>
            <p:cNvSpPr/>
            <p:nvPr/>
          </p:nvSpPr>
          <p:spPr>
            <a:xfrm>
              <a:off x="2643459" y="2193326"/>
              <a:ext cx="45453" cy="24019"/>
            </a:xfrm>
            <a:custGeom>
              <a:avLst/>
              <a:gdLst>
                <a:gd name="csX0" fmla="*/ 2402 w 52419"/>
                <a:gd name="csY0" fmla="*/ 15354 h 27700"/>
                <a:gd name="csX1" fmla="*/ 16473 w 52419"/>
                <a:gd name="csY1" fmla="*/ 27686 h 27700"/>
                <a:gd name="csX2" fmla="*/ 52078 w 52419"/>
                <a:gd name="csY2" fmla="*/ 21196 h 27700"/>
                <a:gd name="csX3" fmla="*/ 44502 w 52419"/>
                <a:gd name="csY3" fmla="*/ 6922 h 27700"/>
                <a:gd name="csX4" fmla="*/ 20 w 52419"/>
                <a:gd name="csY4" fmla="*/ 0 h 27700"/>
                <a:gd name="csX5" fmla="*/ 20 w 52419"/>
                <a:gd name="csY5" fmla="*/ 1194 h 27700"/>
                <a:gd name="csX6" fmla="*/ 2402 w 52419"/>
                <a:gd name="csY6" fmla="*/ 15354 h 27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419" h="27700">
                  <a:moveTo>
                    <a:pt x="2402" y="15354"/>
                  </a:moveTo>
                  <a:cubicBezTo>
                    <a:pt x="8675" y="22816"/>
                    <a:pt x="11819" y="28010"/>
                    <a:pt x="16473" y="27686"/>
                  </a:cubicBezTo>
                  <a:cubicBezTo>
                    <a:pt x="51430" y="25089"/>
                    <a:pt x="53595" y="26276"/>
                    <a:pt x="52078" y="21196"/>
                  </a:cubicBezTo>
                  <a:cubicBezTo>
                    <a:pt x="50027" y="16008"/>
                    <a:pt x="49703" y="7785"/>
                    <a:pt x="44502" y="6922"/>
                  </a:cubicBezTo>
                  <a:lnTo>
                    <a:pt x="20" y="0"/>
                  </a:lnTo>
                  <a:lnTo>
                    <a:pt x="20" y="1194"/>
                  </a:lnTo>
                  <a:cubicBezTo>
                    <a:pt x="344" y="4756"/>
                    <a:pt x="-1065" y="11138"/>
                    <a:pt x="2402" y="15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DB73D781-5667-E424-1FED-676F59556613}"/>
                </a:ext>
              </a:extLst>
            </p:cNvPr>
            <p:cNvSpPr/>
            <p:nvPr/>
          </p:nvSpPr>
          <p:spPr>
            <a:xfrm>
              <a:off x="2562337" y="2179219"/>
              <a:ext cx="68344" cy="72302"/>
            </a:xfrm>
            <a:custGeom>
              <a:avLst/>
              <a:gdLst>
                <a:gd name="csX0" fmla="*/ 25383 w 78819"/>
                <a:gd name="csY0" fmla="*/ 4700 h 83384"/>
                <a:gd name="csX1" fmla="*/ 1031 w 78819"/>
                <a:gd name="csY1" fmla="*/ 43848 h 83384"/>
                <a:gd name="csX2" fmla="*/ 9362 w 78819"/>
                <a:gd name="csY2" fmla="*/ 79427 h 83384"/>
                <a:gd name="csX3" fmla="*/ 49304 w 78819"/>
                <a:gd name="csY3" fmla="*/ 83211 h 83384"/>
                <a:gd name="csX4" fmla="*/ 76361 w 78819"/>
                <a:gd name="csY4" fmla="*/ 63742 h 83384"/>
                <a:gd name="csX5" fmla="*/ 78743 w 78819"/>
                <a:gd name="csY5" fmla="*/ 16701 h 83384"/>
                <a:gd name="csX6" fmla="*/ 52657 w 78819"/>
                <a:gd name="csY6" fmla="*/ 376 h 83384"/>
                <a:gd name="csX7" fmla="*/ 25383 w 78819"/>
                <a:gd name="csY7" fmla="*/ 4700 h 8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819" h="83384">
                  <a:moveTo>
                    <a:pt x="25383" y="4700"/>
                  </a:moveTo>
                  <a:cubicBezTo>
                    <a:pt x="20837" y="5779"/>
                    <a:pt x="20945" y="7513"/>
                    <a:pt x="1031" y="43848"/>
                  </a:cubicBezTo>
                  <a:cubicBezTo>
                    <a:pt x="-1458" y="48496"/>
                    <a:pt x="275" y="50769"/>
                    <a:pt x="9362" y="79427"/>
                  </a:cubicBezTo>
                  <a:cubicBezTo>
                    <a:pt x="10988" y="84615"/>
                    <a:pt x="12398" y="83211"/>
                    <a:pt x="49304" y="83211"/>
                  </a:cubicBezTo>
                  <a:cubicBezTo>
                    <a:pt x="53743" y="83211"/>
                    <a:pt x="55038" y="81370"/>
                    <a:pt x="76361" y="63742"/>
                  </a:cubicBezTo>
                  <a:cubicBezTo>
                    <a:pt x="82210" y="58878"/>
                    <a:pt x="75282" y="47308"/>
                    <a:pt x="78743" y="16701"/>
                  </a:cubicBezTo>
                  <a:cubicBezTo>
                    <a:pt x="79390" y="11406"/>
                    <a:pt x="76361" y="11406"/>
                    <a:pt x="52657" y="376"/>
                  </a:cubicBezTo>
                  <a:cubicBezTo>
                    <a:pt x="48440" y="-1574"/>
                    <a:pt x="25383" y="4700"/>
                    <a:pt x="25383" y="4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04936AF9-53E4-02B5-8C85-574D180F50C4}"/>
                </a:ext>
              </a:extLst>
            </p:cNvPr>
            <p:cNvSpPr/>
            <p:nvPr/>
          </p:nvSpPr>
          <p:spPr>
            <a:xfrm>
              <a:off x="2760965" y="2507405"/>
              <a:ext cx="33478" cy="20980"/>
            </a:xfrm>
            <a:custGeom>
              <a:avLst/>
              <a:gdLst>
                <a:gd name="csX0" fmla="*/ 662 w 38609"/>
                <a:gd name="csY0" fmla="*/ 44 h 24196"/>
                <a:gd name="csX1" fmla="*/ 16461 w 38609"/>
                <a:gd name="csY1" fmla="*/ 22104 h 24196"/>
                <a:gd name="csX2" fmla="*/ 36813 w 38609"/>
                <a:gd name="csY2" fmla="*/ 21564 h 24196"/>
                <a:gd name="csX3" fmla="*/ 31943 w 38609"/>
                <a:gd name="csY3" fmla="*/ 10534 h 24196"/>
                <a:gd name="csX4" fmla="*/ 662 w 38609"/>
                <a:gd name="csY4" fmla="*/ 44 h 24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09" h="24196">
                  <a:moveTo>
                    <a:pt x="662" y="44"/>
                  </a:moveTo>
                  <a:cubicBezTo>
                    <a:pt x="-3884" y="-1143"/>
                    <a:pt x="16461" y="22104"/>
                    <a:pt x="16461" y="22104"/>
                  </a:cubicBezTo>
                  <a:cubicBezTo>
                    <a:pt x="19389" y="25565"/>
                    <a:pt x="21986" y="24269"/>
                    <a:pt x="36813" y="21564"/>
                  </a:cubicBezTo>
                  <a:cubicBezTo>
                    <a:pt x="42115" y="20593"/>
                    <a:pt x="34216" y="14211"/>
                    <a:pt x="31943" y="10534"/>
                  </a:cubicBezTo>
                  <a:cubicBezTo>
                    <a:pt x="29130" y="6858"/>
                    <a:pt x="27936" y="7182"/>
                    <a:pt x="662" y="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80E4C453-83EE-F1D4-3DA6-BDBAD35F11A7}"/>
                </a:ext>
              </a:extLst>
            </p:cNvPr>
            <p:cNvSpPr/>
            <p:nvPr/>
          </p:nvSpPr>
          <p:spPr>
            <a:xfrm>
              <a:off x="1919254" y="1636338"/>
              <a:ext cx="35844" cy="25789"/>
            </a:xfrm>
            <a:custGeom>
              <a:avLst/>
              <a:gdLst>
                <a:gd name="csX0" fmla="*/ 24100 w 41338"/>
                <a:gd name="csY0" fmla="*/ 22299 h 29742"/>
                <a:gd name="csX1" fmla="*/ 31784 w 41338"/>
                <a:gd name="csY1" fmla="*/ 22083 h 29742"/>
                <a:gd name="csX2" fmla="*/ 40769 w 41338"/>
                <a:gd name="csY2" fmla="*/ 8995 h 29742"/>
                <a:gd name="csX3" fmla="*/ 33079 w 41338"/>
                <a:gd name="csY3" fmla="*/ 131 h 29742"/>
                <a:gd name="csX4" fmla="*/ 20525 w 41338"/>
                <a:gd name="csY4" fmla="*/ 4131 h 29742"/>
                <a:gd name="csX5" fmla="*/ 20525 w 41338"/>
                <a:gd name="csY5" fmla="*/ 4779 h 29742"/>
                <a:gd name="csX6" fmla="*/ 17388 w 41338"/>
                <a:gd name="csY6" fmla="*/ 10081 h 29742"/>
                <a:gd name="csX7" fmla="*/ 720 w 41338"/>
                <a:gd name="csY7" fmla="*/ 21003 h 29742"/>
                <a:gd name="csX8" fmla="*/ 10245 w 41338"/>
                <a:gd name="csY8" fmla="*/ 29004 h 29742"/>
                <a:gd name="csX9" fmla="*/ 24100 w 41338"/>
                <a:gd name="csY9" fmla="*/ 22299 h 29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1338" h="29742">
                  <a:moveTo>
                    <a:pt x="24100" y="22299"/>
                  </a:moveTo>
                  <a:cubicBezTo>
                    <a:pt x="24856" y="22406"/>
                    <a:pt x="28425" y="25112"/>
                    <a:pt x="31784" y="22083"/>
                  </a:cubicBezTo>
                  <a:cubicBezTo>
                    <a:pt x="35892" y="17542"/>
                    <a:pt x="43474" y="14513"/>
                    <a:pt x="40769" y="8995"/>
                  </a:cubicBezTo>
                  <a:cubicBezTo>
                    <a:pt x="39467" y="6944"/>
                    <a:pt x="37950" y="131"/>
                    <a:pt x="33079" y="131"/>
                  </a:cubicBezTo>
                  <a:cubicBezTo>
                    <a:pt x="28317" y="778"/>
                    <a:pt x="20525" y="-2143"/>
                    <a:pt x="20525" y="4131"/>
                  </a:cubicBezTo>
                  <a:lnTo>
                    <a:pt x="20525" y="4779"/>
                  </a:lnTo>
                  <a:cubicBezTo>
                    <a:pt x="20525" y="6944"/>
                    <a:pt x="19122" y="9427"/>
                    <a:pt x="17388" y="10081"/>
                  </a:cubicBezTo>
                  <a:cubicBezTo>
                    <a:pt x="3317" y="15809"/>
                    <a:pt x="-2094" y="16672"/>
                    <a:pt x="720" y="21003"/>
                  </a:cubicBezTo>
                  <a:cubicBezTo>
                    <a:pt x="3209" y="23918"/>
                    <a:pt x="5914" y="32249"/>
                    <a:pt x="10245" y="29004"/>
                  </a:cubicBezTo>
                  <a:cubicBezTo>
                    <a:pt x="14899" y="26083"/>
                    <a:pt x="19122" y="20133"/>
                    <a:pt x="24100" y="22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F9EE89EE-E8B2-1941-4649-28CC004599C2}"/>
                </a:ext>
              </a:extLst>
            </p:cNvPr>
            <p:cNvSpPr/>
            <p:nvPr/>
          </p:nvSpPr>
          <p:spPr>
            <a:xfrm>
              <a:off x="2107401" y="1489371"/>
              <a:ext cx="52016" cy="35880"/>
            </a:xfrm>
            <a:custGeom>
              <a:avLst/>
              <a:gdLst>
                <a:gd name="csX0" fmla="*/ 57795 w 59988"/>
                <a:gd name="csY0" fmla="*/ 18012 h 41379"/>
                <a:gd name="csX1" fmla="*/ 37227 w 59988"/>
                <a:gd name="csY1" fmla="*/ 1468 h 41379"/>
                <a:gd name="csX2" fmla="*/ 2702 w 59988"/>
                <a:gd name="csY2" fmla="*/ 3738 h 41379"/>
                <a:gd name="csX3" fmla="*/ 1400 w 59988"/>
                <a:gd name="csY3" fmla="*/ 18770 h 41379"/>
                <a:gd name="csX4" fmla="*/ 31277 w 59988"/>
                <a:gd name="csY4" fmla="*/ 40505 h 41379"/>
                <a:gd name="csX5" fmla="*/ 57903 w 59988"/>
                <a:gd name="csY5" fmla="*/ 30124 h 41379"/>
                <a:gd name="csX6" fmla="*/ 57687 w 59988"/>
                <a:gd name="csY6" fmla="*/ 18012 h 41379"/>
                <a:gd name="csX7" fmla="*/ 57795 w 59988"/>
                <a:gd name="csY7" fmla="*/ 18012 h 41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9988" h="41379">
                  <a:moveTo>
                    <a:pt x="57795" y="18012"/>
                  </a:moveTo>
                  <a:cubicBezTo>
                    <a:pt x="56169" y="12931"/>
                    <a:pt x="53140" y="11957"/>
                    <a:pt x="37227" y="1468"/>
                  </a:cubicBezTo>
                  <a:cubicBezTo>
                    <a:pt x="33227" y="-1236"/>
                    <a:pt x="31493" y="-46"/>
                    <a:pt x="2702" y="3738"/>
                  </a:cubicBezTo>
                  <a:cubicBezTo>
                    <a:pt x="-2492" y="4387"/>
                    <a:pt x="1400" y="18770"/>
                    <a:pt x="1400" y="18770"/>
                  </a:cubicBezTo>
                  <a:cubicBezTo>
                    <a:pt x="2162" y="24176"/>
                    <a:pt x="4213" y="24176"/>
                    <a:pt x="31277" y="40505"/>
                  </a:cubicBezTo>
                  <a:cubicBezTo>
                    <a:pt x="35278" y="42884"/>
                    <a:pt x="37335" y="40721"/>
                    <a:pt x="57903" y="30124"/>
                  </a:cubicBezTo>
                  <a:cubicBezTo>
                    <a:pt x="62449" y="27745"/>
                    <a:pt x="58227" y="21041"/>
                    <a:pt x="57687" y="18012"/>
                  </a:cubicBezTo>
                  <a:lnTo>
                    <a:pt x="57795" y="18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BEEDE670-DD54-AE15-4F1D-32BE0FD2930F}"/>
                </a:ext>
              </a:extLst>
            </p:cNvPr>
            <p:cNvSpPr/>
            <p:nvPr/>
          </p:nvSpPr>
          <p:spPr>
            <a:xfrm>
              <a:off x="2103807" y="1522574"/>
              <a:ext cx="20341" cy="11859"/>
            </a:xfrm>
            <a:custGeom>
              <a:avLst/>
              <a:gdLst>
                <a:gd name="csX0" fmla="*/ 999 w 23459"/>
                <a:gd name="csY0" fmla="*/ 50 h 13677"/>
                <a:gd name="csX1" fmla="*/ 8904 w 23459"/>
                <a:gd name="csY1" fmla="*/ 12053 h 13677"/>
                <a:gd name="csX2" fmla="*/ 21998 w 23459"/>
                <a:gd name="csY2" fmla="*/ 10323 h 13677"/>
                <a:gd name="csX3" fmla="*/ 17020 w 23459"/>
                <a:gd name="csY3" fmla="*/ 2321 h 13677"/>
                <a:gd name="csX4" fmla="*/ 1107 w 23459"/>
                <a:gd name="csY4" fmla="*/ 50 h 13677"/>
                <a:gd name="csX5" fmla="*/ 999 w 23459"/>
                <a:gd name="csY5" fmla="*/ 50 h 1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59" h="13677">
                  <a:moveTo>
                    <a:pt x="999" y="50"/>
                  </a:moveTo>
                  <a:cubicBezTo>
                    <a:pt x="-3548" y="50"/>
                    <a:pt x="8904" y="12053"/>
                    <a:pt x="8904" y="12053"/>
                  </a:cubicBezTo>
                  <a:cubicBezTo>
                    <a:pt x="12797" y="16162"/>
                    <a:pt x="18207" y="11296"/>
                    <a:pt x="21998" y="10323"/>
                  </a:cubicBezTo>
                  <a:cubicBezTo>
                    <a:pt x="26653" y="8377"/>
                    <a:pt x="18861" y="4376"/>
                    <a:pt x="17020" y="2321"/>
                  </a:cubicBezTo>
                  <a:cubicBezTo>
                    <a:pt x="12689" y="-1247"/>
                    <a:pt x="6847" y="482"/>
                    <a:pt x="1107" y="50"/>
                  </a:cubicBezTo>
                  <a:lnTo>
                    <a:pt x="999" y="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E9407A6-ECA0-01F2-8EA3-331AB40DE8EB}"/>
                </a:ext>
              </a:extLst>
            </p:cNvPr>
            <p:cNvSpPr/>
            <p:nvPr/>
          </p:nvSpPr>
          <p:spPr>
            <a:xfrm>
              <a:off x="1933114" y="1643646"/>
              <a:ext cx="101667" cy="75811"/>
            </a:xfrm>
            <a:custGeom>
              <a:avLst/>
              <a:gdLst>
                <a:gd name="csX0" fmla="*/ 58884 w 117249"/>
                <a:gd name="csY0" fmla="*/ 83834 h 87430"/>
                <a:gd name="csX1" fmla="*/ 114084 w 117249"/>
                <a:gd name="csY1" fmla="*/ 87295 h 87430"/>
                <a:gd name="csX2" fmla="*/ 115380 w 117249"/>
                <a:gd name="csY2" fmla="*/ 33980 h 87430"/>
                <a:gd name="csX3" fmla="*/ 88214 w 117249"/>
                <a:gd name="csY3" fmla="*/ 6409 h 87430"/>
                <a:gd name="csX4" fmla="*/ 62452 w 117249"/>
                <a:gd name="csY4" fmla="*/ 135 h 87430"/>
                <a:gd name="csX5" fmla="*/ 31388 w 117249"/>
                <a:gd name="csY5" fmla="*/ 13222 h 87430"/>
                <a:gd name="csX6" fmla="*/ 29439 w 117249"/>
                <a:gd name="csY6" fmla="*/ 22303 h 87430"/>
                <a:gd name="csX7" fmla="*/ 11151 w 117249"/>
                <a:gd name="csY7" fmla="*/ 35930 h 87430"/>
                <a:gd name="csX8" fmla="*/ 6280 w 117249"/>
                <a:gd name="csY8" fmla="*/ 40902 h 87430"/>
                <a:gd name="csX9" fmla="*/ 0 w 117249"/>
                <a:gd name="csY9" fmla="*/ 53989 h 87430"/>
                <a:gd name="csX10" fmla="*/ 52927 w 117249"/>
                <a:gd name="csY10" fmla="*/ 77129 h 87430"/>
                <a:gd name="csX11" fmla="*/ 58776 w 117249"/>
                <a:gd name="csY11" fmla="*/ 83834 h 87430"/>
                <a:gd name="csX12" fmla="*/ 58884 w 117249"/>
                <a:gd name="csY12" fmla="*/ 83834 h 87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17249" h="87430">
                  <a:moveTo>
                    <a:pt x="58884" y="83834"/>
                  </a:moveTo>
                  <a:cubicBezTo>
                    <a:pt x="61265" y="88482"/>
                    <a:pt x="59963" y="87295"/>
                    <a:pt x="114084" y="87295"/>
                  </a:cubicBezTo>
                  <a:cubicBezTo>
                    <a:pt x="118847" y="87295"/>
                    <a:pt x="117329" y="83510"/>
                    <a:pt x="115380" y="33980"/>
                  </a:cubicBezTo>
                  <a:cubicBezTo>
                    <a:pt x="115164" y="28469"/>
                    <a:pt x="112998" y="28037"/>
                    <a:pt x="88214" y="6409"/>
                  </a:cubicBezTo>
                  <a:cubicBezTo>
                    <a:pt x="84423" y="3056"/>
                    <a:pt x="79985" y="3056"/>
                    <a:pt x="62452" y="135"/>
                  </a:cubicBezTo>
                  <a:cubicBezTo>
                    <a:pt x="57906" y="-621"/>
                    <a:pt x="54985" y="1544"/>
                    <a:pt x="31388" y="13222"/>
                  </a:cubicBezTo>
                  <a:cubicBezTo>
                    <a:pt x="27273" y="15273"/>
                    <a:pt x="29546" y="21547"/>
                    <a:pt x="29439" y="22303"/>
                  </a:cubicBezTo>
                  <a:cubicBezTo>
                    <a:pt x="30309" y="27605"/>
                    <a:pt x="26518" y="28145"/>
                    <a:pt x="11151" y="35930"/>
                  </a:cubicBezTo>
                  <a:cubicBezTo>
                    <a:pt x="9417" y="36793"/>
                    <a:pt x="7252" y="39067"/>
                    <a:pt x="6280" y="40902"/>
                  </a:cubicBezTo>
                  <a:cubicBezTo>
                    <a:pt x="6280" y="40902"/>
                    <a:pt x="1086" y="51284"/>
                    <a:pt x="0" y="53989"/>
                  </a:cubicBezTo>
                  <a:lnTo>
                    <a:pt x="52927" y="77129"/>
                  </a:lnTo>
                  <a:cubicBezTo>
                    <a:pt x="56934" y="78862"/>
                    <a:pt x="58230" y="83079"/>
                    <a:pt x="58776" y="83834"/>
                  </a:cubicBezTo>
                  <a:lnTo>
                    <a:pt x="58884" y="83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60D2CB98-DDB6-B962-F747-1DD110043EFC}"/>
                </a:ext>
              </a:extLst>
            </p:cNvPr>
            <p:cNvSpPr/>
            <p:nvPr/>
          </p:nvSpPr>
          <p:spPr>
            <a:xfrm>
              <a:off x="1957390" y="1719505"/>
              <a:ext cx="20748" cy="14183"/>
            </a:xfrm>
            <a:custGeom>
              <a:avLst/>
              <a:gdLst>
                <a:gd name="csX0" fmla="*/ 1873 w 23928"/>
                <a:gd name="csY0" fmla="*/ 26 h 16357"/>
                <a:gd name="csX1" fmla="*/ 6636 w 23928"/>
                <a:gd name="csY1" fmla="*/ 13113 h 16357"/>
                <a:gd name="csX2" fmla="*/ 11945 w 23928"/>
                <a:gd name="csY2" fmla="*/ 16358 h 16357"/>
                <a:gd name="csX3" fmla="*/ 21901 w 23928"/>
                <a:gd name="csY3" fmla="*/ 16358 h 16357"/>
                <a:gd name="csX4" fmla="*/ 19952 w 23928"/>
                <a:gd name="csY4" fmla="*/ 5106 h 16357"/>
                <a:gd name="csX5" fmla="*/ 1981 w 23928"/>
                <a:gd name="csY5" fmla="*/ 26 h 16357"/>
                <a:gd name="csX6" fmla="*/ 1873 w 23928"/>
                <a:gd name="csY6" fmla="*/ 26 h 16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928" h="16357">
                  <a:moveTo>
                    <a:pt x="1873" y="26"/>
                  </a:moveTo>
                  <a:cubicBezTo>
                    <a:pt x="-3429" y="-514"/>
                    <a:pt x="3931" y="7595"/>
                    <a:pt x="6636" y="13113"/>
                  </a:cubicBezTo>
                  <a:cubicBezTo>
                    <a:pt x="7722" y="14948"/>
                    <a:pt x="10103" y="16358"/>
                    <a:pt x="11945" y="16358"/>
                  </a:cubicBezTo>
                  <a:lnTo>
                    <a:pt x="21901" y="16358"/>
                  </a:lnTo>
                  <a:cubicBezTo>
                    <a:pt x="26988" y="16358"/>
                    <a:pt x="21031" y="8458"/>
                    <a:pt x="19952" y="5106"/>
                  </a:cubicBezTo>
                  <a:cubicBezTo>
                    <a:pt x="17786" y="673"/>
                    <a:pt x="14542" y="1213"/>
                    <a:pt x="1981" y="26"/>
                  </a:cubicBezTo>
                  <a:lnTo>
                    <a:pt x="1873" y="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3E293C6E-186A-EC9D-2B58-F71634764AFF}"/>
                </a:ext>
              </a:extLst>
            </p:cNvPr>
            <p:cNvSpPr/>
            <p:nvPr/>
          </p:nvSpPr>
          <p:spPr>
            <a:xfrm>
              <a:off x="1920285" y="1536193"/>
              <a:ext cx="572834" cy="199147"/>
            </a:xfrm>
            <a:custGeom>
              <a:avLst/>
              <a:gdLst>
                <a:gd name="csX0" fmla="*/ 227584 w 660631"/>
                <a:gd name="csY0" fmla="*/ 199754 h 229670"/>
                <a:gd name="csX1" fmla="*/ 237655 w 660631"/>
                <a:gd name="csY1" fmla="*/ 212403 h 229670"/>
                <a:gd name="csX2" fmla="*/ 281165 w 660631"/>
                <a:gd name="csY2" fmla="*/ 223541 h 229670"/>
                <a:gd name="csX3" fmla="*/ 311575 w 660631"/>
                <a:gd name="csY3" fmla="*/ 197049 h 229670"/>
                <a:gd name="csX4" fmla="*/ 319265 w 660631"/>
                <a:gd name="csY4" fmla="*/ 198237 h 229670"/>
                <a:gd name="csX5" fmla="*/ 316992 w 660631"/>
                <a:gd name="csY5" fmla="*/ 223757 h 229670"/>
                <a:gd name="csX6" fmla="*/ 385610 w 660631"/>
                <a:gd name="csY6" fmla="*/ 227656 h 229670"/>
                <a:gd name="csX7" fmla="*/ 399574 w 660631"/>
                <a:gd name="csY7" fmla="*/ 218677 h 229670"/>
                <a:gd name="csX8" fmla="*/ 410724 w 660631"/>
                <a:gd name="csY8" fmla="*/ 225059 h 229670"/>
                <a:gd name="csX9" fmla="*/ 497637 w 660631"/>
                <a:gd name="csY9" fmla="*/ 219649 h 229670"/>
                <a:gd name="csX10" fmla="*/ 508457 w 660631"/>
                <a:gd name="csY10" fmla="*/ 199862 h 229670"/>
                <a:gd name="csX11" fmla="*/ 518414 w 660631"/>
                <a:gd name="csY11" fmla="*/ 196186 h 229670"/>
                <a:gd name="csX12" fmla="*/ 524694 w 660631"/>
                <a:gd name="csY12" fmla="*/ 218353 h 229670"/>
                <a:gd name="csX13" fmla="*/ 563550 w 660631"/>
                <a:gd name="csY13" fmla="*/ 229491 h 229670"/>
                <a:gd name="csX14" fmla="*/ 584549 w 660631"/>
                <a:gd name="csY14" fmla="*/ 221058 h 229670"/>
                <a:gd name="csX15" fmla="*/ 624922 w 660631"/>
                <a:gd name="csY15" fmla="*/ 219433 h 229670"/>
                <a:gd name="csX16" fmla="*/ 629901 w 660631"/>
                <a:gd name="csY16" fmla="*/ 203863 h 229670"/>
                <a:gd name="csX17" fmla="*/ 658692 w 660631"/>
                <a:gd name="csY17" fmla="*/ 194560 h 229670"/>
                <a:gd name="csX18" fmla="*/ 655009 w 660631"/>
                <a:gd name="csY18" fmla="*/ 181263 h 229670"/>
                <a:gd name="csX19" fmla="*/ 632174 w 660631"/>
                <a:gd name="csY19" fmla="*/ 181047 h 229670"/>
                <a:gd name="csX20" fmla="*/ 625678 w 660631"/>
                <a:gd name="csY20" fmla="*/ 175421 h 229670"/>
                <a:gd name="csX21" fmla="*/ 652951 w 660631"/>
                <a:gd name="csY21" fmla="*/ 156390 h 229670"/>
                <a:gd name="csX22" fmla="*/ 633577 w 660631"/>
                <a:gd name="csY22" fmla="*/ 126437 h 229670"/>
                <a:gd name="csX23" fmla="*/ 591477 w 660631"/>
                <a:gd name="csY23" fmla="*/ 123516 h 229670"/>
                <a:gd name="csX24" fmla="*/ 592556 w 660631"/>
                <a:gd name="csY24" fmla="*/ 113134 h 229670"/>
                <a:gd name="csX25" fmla="*/ 547421 w 660631"/>
                <a:gd name="csY25" fmla="*/ 105133 h 229670"/>
                <a:gd name="csX26" fmla="*/ 522313 w 660631"/>
                <a:gd name="csY26" fmla="*/ 116811 h 229670"/>
                <a:gd name="csX27" fmla="*/ 495147 w 660631"/>
                <a:gd name="csY27" fmla="*/ 107190 h 229670"/>
                <a:gd name="csX28" fmla="*/ 442652 w 660631"/>
                <a:gd name="csY28" fmla="*/ 129682 h 229670"/>
                <a:gd name="csX29" fmla="*/ 414185 w 660631"/>
                <a:gd name="csY29" fmla="*/ 131193 h 229670"/>
                <a:gd name="csX30" fmla="*/ 417430 w 660631"/>
                <a:gd name="csY30" fmla="*/ 143417 h 229670"/>
                <a:gd name="csX31" fmla="*/ 400329 w 660631"/>
                <a:gd name="csY31" fmla="*/ 146763 h 229670"/>
                <a:gd name="csX32" fmla="*/ 368186 w 660631"/>
                <a:gd name="csY32" fmla="*/ 125681 h 229670"/>
                <a:gd name="csX33" fmla="*/ 337769 w 660631"/>
                <a:gd name="csY33" fmla="*/ 133898 h 229670"/>
                <a:gd name="csX34" fmla="*/ 318935 w 660631"/>
                <a:gd name="csY34" fmla="*/ 121465 h 229670"/>
                <a:gd name="csX35" fmla="*/ 307683 w 660631"/>
                <a:gd name="csY35" fmla="*/ 125358 h 229670"/>
                <a:gd name="csX36" fmla="*/ 311467 w 660631"/>
                <a:gd name="csY36" fmla="*/ 140604 h 229670"/>
                <a:gd name="csX37" fmla="*/ 303676 w 660631"/>
                <a:gd name="csY37" fmla="*/ 144065 h 229670"/>
                <a:gd name="csX38" fmla="*/ 290474 w 660631"/>
                <a:gd name="csY38" fmla="*/ 133790 h 229670"/>
                <a:gd name="csX39" fmla="*/ 287979 w 660631"/>
                <a:gd name="csY39" fmla="*/ 112378 h 229670"/>
                <a:gd name="csX40" fmla="*/ 265252 w 660631"/>
                <a:gd name="csY40" fmla="*/ 95290 h 229670"/>
                <a:gd name="csX41" fmla="*/ 243281 w 660631"/>
                <a:gd name="csY41" fmla="*/ 93563 h 229670"/>
                <a:gd name="csX42" fmla="*/ 232454 w 660631"/>
                <a:gd name="csY42" fmla="*/ 80800 h 229670"/>
                <a:gd name="csX43" fmla="*/ 280619 w 660631"/>
                <a:gd name="csY43" fmla="*/ 77453 h 229670"/>
                <a:gd name="csX44" fmla="*/ 286575 w 660631"/>
                <a:gd name="csY44" fmla="*/ 70424 h 229670"/>
                <a:gd name="csX45" fmla="*/ 236785 w 660631"/>
                <a:gd name="csY45" fmla="*/ 56147 h 229670"/>
                <a:gd name="csX46" fmla="*/ 240792 w 660631"/>
                <a:gd name="csY46" fmla="*/ 51714 h 229670"/>
                <a:gd name="csX47" fmla="*/ 241979 w 660631"/>
                <a:gd name="csY47" fmla="*/ 46739 h 229670"/>
                <a:gd name="csX48" fmla="*/ 241763 w 660631"/>
                <a:gd name="csY48" fmla="*/ 46306 h 229670"/>
                <a:gd name="csX49" fmla="*/ 208864 w 660631"/>
                <a:gd name="csY49" fmla="*/ 30086 h 229670"/>
                <a:gd name="csX50" fmla="*/ 185052 w 660631"/>
                <a:gd name="csY50" fmla="*/ 37007 h 229670"/>
                <a:gd name="csX51" fmla="*/ 154527 w 660631"/>
                <a:gd name="csY51" fmla="*/ 35601 h 229670"/>
                <a:gd name="csX52" fmla="*/ 142513 w 660631"/>
                <a:gd name="csY52" fmla="*/ 47063 h 229670"/>
                <a:gd name="csX53" fmla="*/ 133744 w 660631"/>
                <a:gd name="csY53" fmla="*/ 50091 h 229670"/>
                <a:gd name="csX54" fmla="*/ 138830 w 660631"/>
                <a:gd name="csY54" fmla="*/ 29869 h 229670"/>
                <a:gd name="csX55" fmla="*/ 118377 w 660631"/>
                <a:gd name="csY55" fmla="*/ 8350 h 229670"/>
                <a:gd name="csX56" fmla="*/ 106686 w 660631"/>
                <a:gd name="csY56" fmla="*/ 11919 h 229670"/>
                <a:gd name="csX57" fmla="*/ 66313 w 660631"/>
                <a:gd name="csY57" fmla="*/ 240 h 229670"/>
                <a:gd name="csX58" fmla="*/ 8299 w 660631"/>
                <a:gd name="csY58" fmla="*/ 5755 h 229670"/>
                <a:gd name="csX59" fmla="*/ 7220 w 660631"/>
                <a:gd name="csY59" fmla="*/ 18191 h 229670"/>
                <a:gd name="csX60" fmla="*/ 5918 w 660631"/>
                <a:gd name="csY60" fmla="*/ 18515 h 229670"/>
                <a:gd name="csX61" fmla="*/ 508 w 660631"/>
                <a:gd name="csY61" fmla="*/ 24896 h 229670"/>
                <a:gd name="csX62" fmla="*/ 37960 w 660631"/>
                <a:gd name="csY62" fmla="*/ 37331 h 229670"/>
                <a:gd name="csX63" fmla="*/ 35357 w 660631"/>
                <a:gd name="csY63" fmla="*/ 43387 h 229670"/>
                <a:gd name="csX64" fmla="*/ 39040 w 660631"/>
                <a:gd name="csY64" fmla="*/ 54633 h 229670"/>
                <a:gd name="csX65" fmla="*/ 64694 w 660631"/>
                <a:gd name="csY65" fmla="*/ 53552 h 229670"/>
                <a:gd name="csX66" fmla="*/ 71183 w 660631"/>
                <a:gd name="csY66" fmla="*/ 56688 h 229670"/>
                <a:gd name="csX67" fmla="*/ 61989 w 660631"/>
                <a:gd name="csY67" fmla="*/ 66093 h 229670"/>
                <a:gd name="csX68" fmla="*/ 65233 w 660631"/>
                <a:gd name="csY68" fmla="*/ 73230 h 229670"/>
                <a:gd name="csX69" fmla="*/ 84931 w 660631"/>
                <a:gd name="csY69" fmla="*/ 70640 h 229670"/>
                <a:gd name="csX70" fmla="*/ 119564 w 660631"/>
                <a:gd name="csY70" fmla="*/ 71287 h 229670"/>
                <a:gd name="csX71" fmla="*/ 131908 w 660631"/>
                <a:gd name="csY71" fmla="*/ 64690 h 229670"/>
                <a:gd name="csX72" fmla="*/ 145758 w 660631"/>
                <a:gd name="csY72" fmla="*/ 62963 h 229670"/>
                <a:gd name="csX73" fmla="*/ 164268 w 660631"/>
                <a:gd name="csY73" fmla="*/ 92376 h 229670"/>
                <a:gd name="csX74" fmla="*/ 179419 w 660631"/>
                <a:gd name="csY74" fmla="*/ 103837 h 229670"/>
                <a:gd name="csX75" fmla="*/ 186239 w 660631"/>
                <a:gd name="csY75" fmla="*/ 127193 h 229670"/>
                <a:gd name="csX76" fmla="*/ 177800 w 660631"/>
                <a:gd name="csY76" fmla="*/ 133143 h 229670"/>
                <a:gd name="csX77" fmla="*/ 169462 w 660631"/>
                <a:gd name="csY77" fmla="*/ 155526 h 229670"/>
                <a:gd name="csX78" fmla="*/ 193059 w 660631"/>
                <a:gd name="csY78" fmla="*/ 207647 h 229670"/>
                <a:gd name="csX79" fmla="*/ 216763 w 660631"/>
                <a:gd name="csY79" fmla="*/ 213705 h 229670"/>
                <a:gd name="csX80" fmla="*/ 216763 w 660631"/>
                <a:gd name="csY80" fmla="*/ 205266 h 229670"/>
                <a:gd name="csX81" fmla="*/ 227692 w 660631"/>
                <a:gd name="csY81" fmla="*/ 199754 h 229670"/>
                <a:gd name="csX82" fmla="*/ 227584 w 660631"/>
                <a:gd name="csY82" fmla="*/ 199754 h 229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660631" h="229670">
                  <a:moveTo>
                    <a:pt x="227584" y="199754"/>
                  </a:moveTo>
                  <a:cubicBezTo>
                    <a:pt x="232892" y="198999"/>
                    <a:pt x="234404" y="207431"/>
                    <a:pt x="237655" y="212403"/>
                  </a:cubicBezTo>
                  <a:cubicBezTo>
                    <a:pt x="240036" y="217274"/>
                    <a:pt x="241116" y="216080"/>
                    <a:pt x="281165" y="223541"/>
                  </a:cubicBezTo>
                  <a:cubicBezTo>
                    <a:pt x="285604" y="224411"/>
                    <a:pt x="285928" y="222678"/>
                    <a:pt x="311575" y="197049"/>
                  </a:cubicBezTo>
                  <a:cubicBezTo>
                    <a:pt x="314934" y="193696"/>
                    <a:pt x="318503" y="198021"/>
                    <a:pt x="319265" y="198237"/>
                  </a:cubicBezTo>
                  <a:cubicBezTo>
                    <a:pt x="323050" y="201050"/>
                    <a:pt x="321100" y="204942"/>
                    <a:pt x="316992" y="223757"/>
                  </a:cubicBezTo>
                  <a:cubicBezTo>
                    <a:pt x="315798" y="229275"/>
                    <a:pt x="315690" y="227656"/>
                    <a:pt x="385610" y="227656"/>
                  </a:cubicBezTo>
                  <a:cubicBezTo>
                    <a:pt x="390157" y="227656"/>
                    <a:pt x="394056" y="223325"/>
                    <a:pt x="399574" y="218677"/>
                  </a:cubicBezTo>
                  <a:cubicBezTo>
                    <a:pt x="403796" y="215109"/>
                    <a:pt x="407473" y="222462"/>
                    <a:pt x="410724" y="225059"/>
                  </a:cubicBezTo>
                  <a:cubicBezTo>
                    <a:pt x="414293" y="228736"/>
                    <a:pt x="411264" y="227980"/>
                    <a:pt x="497637" y="219649"/>
                  </a:cubicBezTo>
                  <a:cubicBezTo>
                    <a:pt x="501967" y="219217"/>
                    <a:pt x="502399" y="215648"/>
                    <a:pt x="508457" y="199862"/>
                  </a:cubicBezTo>
                  <a:cubicBezTo>
                    <a:pt x="510515" y="194560"/>
                    <a:pt x="516248" y="196617"/>
                    <a:pt x="518414" y="196186"/>
                  </a:cubicBezTo>
                  <a:cubicBezTo>
                    <a:pt x="522745" y="196186"/>
                    <a:pt x="522313" y="200294"/>
                    <a:pt x="524694" y="218353"/>
                  </a:cubicBezTo>
                  <a:cubicBezTo>
                    <a:pt x="525450" y="223757"/>
                    <a:pt x="526967" y="222678"/>
                    <a:pt x="563550" y="229491"/>
                  </a:cubicBezTo>
                  <a:cubicBezTo>
                    <a:pt x="567988" y="230355"/>
                    <a:pt x="570693" y="228196"/>
                    <a:pt x="584549" y="221058"/>
                  </a:cubicBezTo>
                  <a:cubicBezTo>
                    <a:pt x="588880" y="218893"/>
                    <a:pt x="589851" y="219433"/>
                    <a:pt x="624922" y="219433"/>
                  </a:cubicBezTo>
                  <a:cubicBezTo>
                    <a:pt x="630225" y="219433"/>
                    <a:pt x="628599" y="210244"/>
                    <a:pt x="629901" y="203863"/>
                  </a:cubicBezTo>
                  <a:cubicBezTo>
                    <a:pt x="630441" y="198459"/>
                    <a:pt x="633254" y="199214"/>
                    <a:pt x="658692" y="194560"/>
                  </a:cubicBezTo>
                  <a:cubicBezTo>
                    <a:pt x="663994" y="193588"/>
                    <a:pt x="656958" y="186019"/>
                    <a:pt x="655009" y="181263"/>
                  </a:cubicBezTo>
                  <a:cubicBezTo>
                    <a:pt x="652519" y="176831"/>
                    <a:pt x="649383" y="178450"/>
                    <a:pt x="632174" y="181047"/>
                  </a:cubicBezTo>
                  <a:cubicBezTo>
                    <a:pt x="627843" y="181695"/>
                    <a:pt x="626218" y="176177"/>
                    <a:pt x="625678" y="175421"/>
                  </a:cubicBezTo>
                  <a:cubicBezTo>
                    <a:pt x="623297" y="170773"/>
                    <a:pt x="626326" y="170665"/>
                    <a:pt x="652951" y="156390"/>
                  </a:cubicBezTo>
                  <a:cubicBezTo>
                    <a:pt x="657066" y="154117"/>
                    <a:pt x="654361" y="152605"/>
                    <a:pt x="633577" y="126437"/>
                  </a:cubicBezTo>
                  <a:cubicBezTo>
                    <a:pt x="629361" y="121135"/>
                    <a:pt x="624052" y="124596"/>
                    <a:pt x="591477" y="123516"/>
                  </a:cubicBezTo>
                  <a:cubicBezTo>
                    <a:pt x="586499" y="123516"/>
                    <a:pt x="591693" y="115947"/>
                    <a:pt x="592556" y="113134"/>
                  </a:cubicBezTo>
                  <a:cubicBezTo>
                    <a:pt x="594722" y="108054"/>
                    <a:pt x="591045" y="109349"/>
                    <a:pt x="547421" y="105133"/>
                  </a:cubicBezTo>
                  <a:cubicBezTo>
                    <a:pt x="542880" y="104701"/>
                    <a:pt x="540823" y="106536"/>
                    <a:pt x="522313" y="116811"/>
                  </a:cubicBezTo>
                  <a:cubicBezTo>
                    <a:pt x="518198" y="119084"/>
                    <a:pt x="516141" y="117026"/>
                    <a:pt x="495147" y="107190"/>
                  </a:cubicBezTo>
                  <a:cubicBezTo>
                    <a:pt x="490925" y="105241"/>
                    <a:pt x="492550" y="105457"/>
                    <a:pt x="442652" y="129682"/>
                  </a:cubicBezTo>
                  <a:cubicBezTo>
                    <a:pt x="438321" y="131841"/>
                    <a:pt x="434099" y="131193"/>
                    <a:pt x="414185" y="131193"/>
                  </a:cubicBezTo>
                  <a:cubicBezTo>
                    <a:pt x="408991" y="131193"/>
                    <a:pt x="415595" y="138978"/>
                    <a:pt x="417430" y="143417"/>
                  </a:cubicBezTo>
                  <a:cubicBezTo>
                    <a:pt x="419919" y="147957"/>
                    <a:pt x="414833" y="146763"/>
                    <a:pt x="400329" y="146763"/>
                  </a:cubicBezTo>
                  <a:cubicBezTo>
                    <a:pt x="395891" y="146763"/>
                    <a:pt x="395567" y="145684"/>
                    <a:pt x="368186" y="125681"/>
                  </a:cubicBezTo>
                  <a:cubicBezTo>
                    <a:pt x="364287" y="122868"/>
                    <a:pt x="362775" y="124596"/>
                    <a:pt x="337769" y="133898"/>
                  </a:cubicBezTo>
                  <a:cubicBezTo>
                    <a:pt x="333438" y="135518"/>
                    <a:pt x="331165" y="132165"/>
                    <a:pt x="318935" y="121465"/>
                  </a:cubicBezTo>
                  <a:cubicBezTo>
                    <a:pt x="314934" y="117896"/>
                    <a:pt x="310604" y="123732"/>
                    <a:pt x="307683" y="125358"/>
                  </a:cubicBezTo>
                  <a:cubicBezTo>
                    <a:pt x="303136" y="128596"/>
                    <a:pt x="309302" y="135086"/>
                    <a:pt x="311467" y="140604"/>
                  </a:cubicBezTo>
                  <a:cubicBezTo>
                    <a:pt x="314064" y="145684"/>
                    <a:pt x="306057" y="143633"/>
                    <a:pt x="303676" y="144065"/>
                  </a:cubicBezTo>
                  <a:cubicBezTo>
                    <a:pt x="299345" y="144065"/>
                    <a:pt x="296748" y="140388"/>
                    <a:pt x="290474" y="133790"/>
                  </a:cubicBezTo>
                  <a:cubicBezTo>
                    <a:pt x="287223" y="130438"/>
                    <a:pt x="287979" y="126653"/>
                    <a:pt x="287979" y="112378"/>
                  </a:cubicBezTo>
                  <a:cubicBezTo>
                    <a:pt x="287979" y="106974"/>
                    <a:pt x="284842" y="106536"/>
                    <a:pt x="265252" y="95290"/>
                  </a:cubicBezTo>
                  <a:cubicBezTo>
                    <a:pt x="260274" y="92376"/>
                    <a:pt x="254971" y="93995"/>
                    <a:pt x="243281" y="93563"/>
                  </a:cubicBezTo>
                  <a:cubicBezTo>
                    <a:pt x="237979" y="93563"/>
                    <a:pt x="236029" y="85994"/>
                    <a:pt x="232454" y="80800"/>
                  </a:cubicBezTo>
                  <a:cubicBezTo>
                    <a:pt x="229641" y="76044"/>
                    <a:pt x="234296" y="77453"/>
                    <a:pt x="280619" y="77453"/>
                  </a:cubicBezTo>
                  <a:cubicBezTo>
                    <a:pt x="285058" y="77453"/>
                    <a:pt x="286036" y="71287"/>
                    <a:pt x="286575" y="70424"/>
                  </a:cubicBezTo>
                  <a:cubicBezTo>
                    <a:pt x="288525" y="65229"/>
                    <a:pt x="285820" y="66309"/>
                    <a:pt x="236785" y="56147"/>
                  </a:cubicBezTo>
                  <a:cubicBezTo>
                    <a:pt x="232131" y="55174"/>
                    <a:pt x="239706" y="52470"/>
                    <a:pt x="240792" y="51714"/>
                  </a:cubicBezTo>
                  <a:cubicBezTo>
                    <a:pt x="242525" y="50848"/>
                    <a:pt x="243065" y="48577"/>
                    <a:pt x="241979" y="46739"/>
                  </a:cubicBezTo>
                  <a:lnTo>
                    <a:pt x="241763" y="46306"/>
                  </a:lnTo>
                  <a:cubicBezTo>
                    <a:pt x="239274" y="41873"/>
                    <a:pt x="238087" y="42197"/>
                    <a:pt x="208864" y="30086"/>
                  </a:cubicBezTo>
                  <a:cubicBezTo>
                    <a:pt x="204641" y="28356"/>
                    <a:pt x="201936" y="30194"/>
                    <a:pt x="185052" y="37007"/>
                  </a:cubicBezTo>
                  <a:cubicBezTo>
                    <a:pt x="180613" y="38845"/>
                    <a:pt x="177254" y="37764"/>
                    <a:pt x="154527" y="35601"/>
                  </a:cubicBezTo>
                  <a:cubicBezTo>
                    <a:pt x="150304" y="35169"/>
                    <a:pt x="148355" y="39170"/>
                    <a:pt x="142513" y="47063"/>
                  </a:cubicBezTo>
                  <a:cubicBezTo>
                    <a:pt x="139592" y="51065"/>
                    <a:pt x="134721" y="49875"/>
                    <a:pt x="133744" y="50091"/>
                  </a:cubicBezTo>
                  <a:cubicBezTo>
                    <a:pt x="129305" y="50091"/>
                    <a:pt x="132448" y="45225"/>
                    <a:pt x="138830" y="29869"/>
                  </a:cubicBezTo>
                  <a:cubicBezTo>
                    <a:pt x="140779" y="25220"/>
                    <a:pt x="138074" y="24462"/>
                    <a:pt x="118377" y="8350"/>
                  </a:cubicBezTo>
                  <a:cubicBezTo>
                    <a:pt x="114262" y="4998"/>
                    <a:pt x="109823" y="10405"/>
                    <a:pt x="106686" y="11919"/>
                  </a:cubicBezTo>
                  <a:cubicBezTo>
                    <a:pt x="102679" y="14514"/>
                    <a:pt x="102355" y="13325"/>
                    <a:pt x="66313" y="240"/>
                  </a:cubicBezTo>
                  <a:cubicBezTo>
                    <a:pt x="61982" y="-1382"/>
                    <a:pt x="8299" y="5755"/>
                    <a:pt x="8299" y="5755"/>
                  </a:cubicBezTo>
                  <a:cubicBezTo>
                    <a:pt x="1695" y="6512"/>
                    <a:pt x="13710" y="16352"/>
                    <a:pt x="7220" y="18191"/>
                  </a:cubicBezTo>
                  <a:lnTo>
                    <a:pt x="5918" y="18515"/>
                  </a:lnTo>
                  <a:cubicBezTo>
                    <a:pt x="1911" y="19704"/>
                    <a:pt x="940" y="24139"/>
                    <a:pt x="508" y="24896"/>
                  </a:cubicBezTo>
                  <a:cubicBezTo>
                    <a:pt x="-1442" y="29869"/>
                    <a:pt x="508" y="28788"/>
                    <a:pt x="37960" y="37331"/>
                  </a:cubicBezTo>
                  <a:cubicBezTo>
                    <a:pt x="42500" y="38304"/>
                    <a:pt x="36119" y="42413"/>
                    <a:pt x="35357" y="43387"/>
                  </a:cubicBezTo>
                  <a:cubicBezTo>
                    <a:pt x="31356" y="46955"/>
                    <a:pt x="37630" y="51929"/>
                    <a:pt x="39040" y="54633"/>
                  </a:cubicBezTo>
                  <a:cubicBezTo>
                    <a:pt x="41961" y="58742"/>
                    <a:pt x="44450" y="57121"/>
                    <a:pt x="64694" y="53552"/>
                  </a:cubicBezTo>
                  <a:cubicBezTo>
                    <a:pt x="68586" y="52903"/>
                    <a:pt x="70536" y="56255"/>
                    <a:pt x="71183" y="56688"/>
                  </a:cubicBezTo>
                  <a:cubicBezTo>
                    <a:pt x="74974" y="61121"/>
                    <a:pt x="66097" y="63070"/>
                    <a:pt x="61989" y="66093"/>
                  </a:cubicBezTo>
                  <a:cubicBezTo>
                    <a:pt x="57766" y="68474"/>
                    <a:pt x="64363" y="72151"/>
                    <a:pt x="65233" y="73230"/>
                  </a:cubicBezTo>
                  <a:cubicBezTo>
                    <a:pt x="68586" y="76044"/>
                    <a:pt x="70428" y="74856"/>
                    <a:pt x="84931" y="70640"/>
                  </a:cubicBezTo>
                  <a:cubicBezTo>
                    <a:pt x="89262" y="69338"/>
                    <a:pt x="91319" y="69770"/>
                    <a:pt x="119564" y="71287"/>
                  </a:cubicBezTo>
                  <a:cubicBezTo>
                    <a:pt x="124003" y="71503"/>
                    <a:pt x="127578" y="67935"/>
                    <a:pt x="131908" y="64690"/>
                  </a:cubicBezTo>
                  <a:cubicBezTo>
                    <a:pt x="135693" y="61877"/>
                    <a:pt x="140348" y="62855"/>
                    <a:pt x="145758" y="62963"/>
                  </a:cubicBezTo>
                  <a:cubicBezTo>
                    <a:pt x="150196" y="63178"/>
                    <a:pt x="150520" y="65769"/>
                    <a:pt x="164268" y="92376"/>
                  </a:cubicBezTo>
                  <a:cubicBezTo>
                    <a:pt x="166757" y="97132"/>
                    <a:pt x="172059" y="99405"/>
                    <a:pt x="179419" y="103837"/>
                  </a:cubicBezTo>
                  <a:cubicBezTo>
                    <a:pt x="183426" y="106212"/>
                    <a:pt x="183318" y="110759"/>
                    <a:pt x="186239" y="127193"/>
                  </a:cubicBezTo>
                  <a:cubicBezTo>
                    <a:pt x="187217" y="133035"/>
                    <a:pt x="180289" y="132165"/>
                    <a:pt x="177800" y="133143"/>
                  </a:cubicBezTo>
                  <a:cubicBezTo>
                    <a:pt x="173577" y="134114"/>
                    <a:pt x="173685" y="137575"/>
                    <a:pt x="169462" y="155526"/>
                  </a:cubicBezTo>
                  <a:cubicBezTo>
                    <a:pt x="168275" y="160822"/>
                    <a:pt x="168707" y="159635"/>
                    <a:pt x="193059" y="207647"/>
                  </a:cubicBezTo>
                  <a:cubicBezTo>
                    <a:pt x="195332" y="212080"/>
                    <a:pt x="197929" y="211432"/>
                    <a:pt x="216763" y="213705"/>
                  </a:cubicBezTo>
                  <a:cubicBezTo>
                    <a:pt x="221526" y="214245"/>
                    <a:pt x="217087" y="207108"/>
                    <a:pt x="216763" y="205266"/>
                  </a:cubicBezTo>
                  <a:cubicBezTo>
                    <a:pt x="214490" y="199430"/>
                    <a:pt x="223583" y="200942"/>
                    <a:pt x="227692" y="199754"/>
                  </a:cubicBezTo>
                  <a:lnTo>
                    <a:pt x="227584" y="199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CE3ED851-52BB-FAD3-E999-A19F032B8DC3}"/>
                </a:ext>
              </a:extLst>
            </p:cNvPr>
            <p:cNvSpPr/>
            <p:nvPr/>
          </p:nvSpPr>
          <p:spPr>
            <a:xfrm>
              <a:off x="1989423" y="1619248"/>
              <a:ext cx="20409" cy="15427"/>
            </a:xfrm>
            <a:custGeom>
              <a:avLst/>
              <a:gdLst>
                <a:gd name="csX0" fmla="*/ 9635 w 23537"/>
                <a:gd name="csY0" fmla="*/ 17674 h 17791"/>
                <a:gd name="csX1" fmla="*/ 23160 w 23537"/>
                <a:gd name="csY1" fmla="*/ 13997 h 17791"/>
                <a:gd name="csX2" fmla="*/ 13857 w 23537"/>
                <a:gd name="csY2" fmla="*/ 46 h 17791"/>
                <a:gd name="csX3" fmla="*/ 325 w 23537"/>
                <a:gd name="csY3" fmla="*/ 5672 h 17791"/>
                <a:gd name="csX4" fmla="*/ 9527 w 23537"/>
                <a:gd name="csY4" fmla="*/ 17566 h 17791"/>
                <a:gd name="csX5" fmla="*/ 9635 w 23537"/>
                <a:gd name="csY5" fmla="*/ 17674 h 1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537" h="17791">
                  <a:moveTo>
                    <a:pt x="9635" y="17674"/>
                  </a:moveTo>
                  <a:cubicBezTo>
                    <a:pt x="16131" y="16918"/>
                    <a:pt x="25541" y="19947"/>
                    <a:pt x="23160" y="13997"/>
                  </a:cubicBezTo>
                  <a:cubicBezTo>
                    <a:pt x="19915" y="7946"/>
                    <a:pt x="19160" y="-709"/>
                    <a:pt x="13857" y="46"/>
                  </a:cubicBezTo>
                  <a:cubicBezTo>
                    <a:pt x="13857" y="46"/>
                    <a:pt x="-2488" y="46"/>
                    <a:pt x="325" y="5672"/>
                  </a:cubicBezTo>
                  <a:cubicBezTo>
                    <a:pt x="2923" y="9889"/>
                    <a:pt x="4440" y="17566"/>
                    <a:pt x="9527" y="17566"/>
                  </a:cubicBezTo>
                  <a:lnTo>
                    <a:pt x="9635" y="176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182089AC-E6EF-FB75-5139-9443004796AB}"/>
                </a:ext>
              </a:extLst>
            </p:cNvPr>
            <p:cNvSpPr/>
            <p:nvPr/>
          </p:nvSpPr>
          <p:spPr>
            <a:xfrm>
              <a:off x="1933150" y="1152133"/>
              <a:ext cx="372777" cy="299718"/>
            </a:xfrm>
            <a:custGeom>
              <a:avLst/>
              <a:gdLst>
                <a:gd name="csX0" fmla="*/ 64138 w 429911"/>
                <a:gd name="csY0" fmla="*/ 188500 h 345655"/>
                <a:gd name="csX1" fmla="*/ 37944 w 429911"/>
                <a:gd name="csY1" fmla="*/ 202017 h 345655"/>
                <a:gd name="csX2" fmla="*/ 56130 w 429911"/>
                <a:gd name="csY2" fmla="*/ 222347 h 345655"/>
                <a:gd name="csX3" fmla="*/ 82648 w 429911"/>
                <a:gd name="csY3" fmla="*/ 215859 h 345655"/>
                <a:gd name="csX4" fmla="*/ 96396 w 429911"/>
                <a:gd name="csY4" fmla="*/ 222564 h 345655"/>
                <a:gd name="csX5" fmla="*/ 140662 w 429911"/>
                <a:gd name="csY5" fmla="*/ 205370 h 345655"/>
                <a:gd name="csX6" fmla="*/ 154733 w 429911"/>
                <a:gd name="csY6" fmla="*/ 211966 h 345655"/>
                <a:gd name="csX7" fmla="*/ 153654 w 429911"/>
                <a:gd name="csY7" fmla="*/ 220833 h 345655"/>
                <a:gd name="csX8" fmla="*/ 163826 w 429911"/>
                <a:gd name="csY8" fmla="*/ 234891 h 345655"/>
                <a:gd name="csX9" fmla="*/ 124317 w 429911"/>
                <a:gd name="csY9" fmla="*/ 237811 h 345655"/>
                <a:gd name="csX10" fmla="*/ 92605 w 429911"/>
                <a:gd name="csY10" fmla="*/ 255005 h 345655"/>
                <a:gd name="csX11" fmla="*/ 121072 w 429911"/>
                <a:gd name="csY11" fmla="*/ 295016 h 345655"/>
                <a:gd name="csX12" fmla="*/ 144884 w 429911"/>
                <a:gd name="csY12" fmla="*/ 292745 h 345655"/>
                <a:gd name="csX13" fmla="*/ 168805 w 429911"/>
                <a:gd name="csY13" fmla="*/ 300639 h 345655"/>
                <a:gd name="csX14" fmla="*/ 141532 w 429911"/>
                <a:gd name="csY14" fmla="*/ 312750 h 345655"/>
                <a:gd name="csX15" fmla="*/ 167611 w 429911"/>
                <a:gd name="csY15" fmla="*/ 335568 h 345655"/>
                <a:gd name="csX16" fmla="*/ 230063 w 429911"/>
                <a:gd name="csY16" fmla="*/ 345624 h 345655"/>
                <a:gd name="csX17" fmla="*/ 236235 w 429911"/>
                <a:gd name="csY17" fmla="*/ 329511 h 345655"/>
                <a:gd name="csX18" fmla="*/ 261127 w 429911"/>
                <a:gd name="csY18" fmla="*/ 340109 h 345655"/>
                <a:gd name="csX19" fmla="*/ 262429 w 429911"/>
                <a:gd name="csY19" fmla="*/ 325078 h 345655"/>
                <a:gd name="csX20" fmla="*/ 282775 w 429911"/>
                <a:gd name="csY20" fmla="*/ 339460 h 345655"/>
                <a:gd name="csX21" fmla="*/ 293494 w 429911"/>
                <a:gd name="csY21" fmla="*/ 341839 h 345655"/>
                <a:gd name="csX22" fmla="*/ 297710 w 429911"/>
                <a:gd name="csY22" fmla="*/ 320860 h 345655"/>
                <a:gd name="csX23" fmla="*/ 295113 w 429911"/>
                <a:gd name="csY23" fmla="*/ 299449 h 345655"/>
                <a:gd name="csX24" fmla="*/ 296199 w 429911"/>
                <a:gd name="csY24" fmla="*/ 297936 h 345655"/>
                <a:gd name="csX25" fmla="*/ 309838 w 429911"/>
                <a:gd name="csY25" fmla="*/ 308101 h 345655"/>
                <a:gd name="csX26" fmla="*/ 307019 w 429911"/>
                <a:gd name="csY26" fmla="*/ 327890 h 345655"/>
                <a:gd name="csX27" fmla="*/ 314925 w 429911"/>
                <a:gd name="csY27" fmla="*/ 331674 h 345655"/>
                <a:gd name="csX28" fmla="*/ 326285 w 429911"/>
                <a:gd name="csY28" fmla="*/ 299882 h 345655"/>
                <a:gd name="csX29" fmla="*/ 318925 w 429911"/>
                <a:gd name="csY29" fmla="*/ 291231 h 345655"/>
                <a:gd name="csX30" fmla="*/ 312213 w 429911"/>
                <a:gd name="csY30" fmla="*/ 271441 h 345655"/>
                <a:gd name="csX31" fmla="*/ 319249 w 429911"/>
                <a:gd name="csY31" fmla="*/ 263656 h 345655"/>
                <a:gd name="csX32" fmla="*/ 325745 w 429911"/>
                <a:gd name="csY32" fmla="*/ 273172 h 345655"/>
                <a:gd name="csX33" fmla="*/ 337759 w 429911"/>
                <a:gd name="csY33" fmla="*/ 283986 h 345655"/>
                <a:gd name="csX34" fmla="*/ 363845 w 429911"/>
                <a:gd name="csY34" fmla="*/ 252734 h 345655"/>
                <a:gd name="csX35" fmla="*/ 428247 w 429911"/>
                <a:gd name="csY35" fmla="*/ 223645 h 345655"/>
                <a:gd name="csX36" fmla="*/ 409089 w 429911"/>
                <a:gd name="csY36" fmla="*/ 195421 h 345655"/>
                <a:gd name="csX37" fmla="*/ 401945 w 429911"/>
                <a:gd name="csY37" fmla="*/ 196718 h 345655"/>
                <a:gd name="csX38" fmla="*/ 379212 w 429911"/>
                <a:gd name="csY38" fmla="*/ 182985 h 345655"/>
                <a:gd name="csX39" fmla="*/ 370125 w 429911"/>
                <a:gd name="csY39" fmla="*/ 186986 h 345655"/>
                <a:gd name="csX40" fmla="*/ 355076 w 429911"/>
                <a:gd name="csY40" fmla="*/ 190988 h 345655"/>
                <a:gd name="csX41" fmla="*/ 359946 w 429911"/>
                <a:gd name="csY41" fmla="*/ 164818 h 345655"/>
                <a:gd name="csX42" fmla="*/ 354644 w 429911"/>
                <a:gd name="csY42" fmla="*/ 150003 h 345655"/>
                <a:gd name="csX43" fmla="*/ 291112 w 429911"/>
                <a:gd name="csY43" fmla="*/ 143299 h 345655"/>
                <a:gd name="csX44" fmla="*/ 262969 w 429911"/>
                <a:gd name="csY44" fmla="*/ 127187 h 345655"/>
                <a:gd name="csX45" fmla="*/ 267516 w 429911"/>
                <a:gd name="csY45" fmla="*/ 105775 h 345655"/>
                <a:gd name="csX46" fmla="*/ 259286 w 429911"/>
                <a:gd name="csY46" fmla="*/ 94313 h 345655"/>
                <a:gd name="csX47" fmla="*/ 211775 w 429911"/>
                <a:gd name="csY47" fmla="*/ 90419 h 345655"/>
                <a:gd name="csX48" fmla="*/ 208416 w 429911"/>
                <a:gd name="csY48" fmla="*/ 80038 h 345655"/>
                <a:gd name="csX49" fmla="*/ 193913 w 429911"/>
                <a:gd name="csY49" fmla="*/ 73118 h 345655"/>
                <a:gd name="csX50" fmla="*/ 158956 w 429911"/>
                <a:gd name="csY50" fmla="*/ 23374 h 345655"/>
                <a:gd name="csX51" fmla="*/ 110575 w 429911"/>
                <a:gd name="csY51" fmla="*/ 665 h 345655"/>
                <a:gd name="csX52" fmla="*/ 78857 w 429911"/>
                <a:gd name="csY52" fmla="*/ 9966 h 345655"/>
                <a:gd name="csX53" fmla="*/ 88928 w 429911"/>
                <a:gd name="csY53" fmla="*/ 17967 h 345655"/>
                <a:gd name="csX54" fmla="*/ 117389 w 429911"/>
                <a:gd name="csY54" fmla="*/ 19590 h 345655"/>
                <a:gd name="csX55" fmla="*/ 125618 w 429911"/>
                <a:gd name="csY55" fmla="*/ 27051 h 345655"/>
                <a:gd name="csX56" fmla="*/ 83404 w 429911"/>
                <a:gd name="csY56" fmla="*/ 43488 h 345655"/>
                <a:gd name="csX57" fmla="*/ 54181 w 429911"/>
                <a:gd name="csY57" fmla="*/ 40244 h 345655"/>
                <a:gd name="csX58" fmla="*/ 44116 w 429911"/>
                <a:gd name="csY58" fmla="*/ 53436 h 345655"/>
                <a:gd name="csX59" fmla="*/ 74317 w 429911"/>
                <a:gd name="csY59" fmla="*/ 65548 h 345655"/>
                <a:gd name="csX60" fmla="*/ 85677 w 429911"/>
                <a:gd name="csY60" fmla="*/ 89447 h 345655"/>
                <a:gd name="csX61" fmla="*/ 59159 w 429911"/>
                <a:gd name="csY61" fmla="*/ 93664 h 345655"/>
                <a:gd name="csX62" fmla="*/ 42383 w 429911"/>
                <a:gd name="csY62" fmla="*/ 84472 h 345655"/>
                <a:gd name="csX63" fmla="*/ 29505 w 429911"/>
                <a:gd name="csY63" fmla="*/ 89879 h 345655"/>
                <a:gd name="csX64" fmla="*/ 32210 w 429911"/>
                <a:gd name="csY64" fmla="*/ 101774 h 345655"/>
                <a:gd name="csX65" fmla="*/ 7210 w 429911"/>
                <a:gd name="csY65" fmla="*/ 111290 h 345655"/>
                <a:gd name="csX66" fmla="*/ 6556 w 429911"/>
                <a:gd name="csY66" fmla="*/ 113237 h 345655"/>
                <a:gd name="csX67" fmla="*/ 44116 w 429911"/>
                <a:gd name="csY67" fmla="*/ 129133 h 345655"/>
                <a:gd name="csX68" fmla="*/ 77778 w 429911"/>
                <a:gd name="csY68" fmla="*/ 125348 h 345655"/>
                <a:gd name="csX69" fmla="*/ 54721 w 429911"/>
                <a:gd name="csY69" fmla="*/ 145786 h 345655"/>
                <a:gd name="csX70" fmla="*/ 1793 w 429911"/>
                <a:gd name="csY70" fmla="*/ 144164 h 345655"/>
                <a:gd name="csX71" fmla="*/ 20628 w 429911"/>
                <a:gd name="csY71" fmla="*/ 177578 h 345655"/>
                <a:gd name="csX72" fmla="*/ 64462 w 429911"/>
                <a:gd name="csY72" fmla="*/ 188500 h 345655"/>
                <a:gd name="csX73" fmla="*/ 64138 w 429911"/>
                <a:gd name="csY73" fmla="*/ 188500 h 345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29911" h="345655">
                  <a:moveTo>
                    <a:pt x="64138" y="188500"/>
                  </a:moveTo>
                  <a:cubicBezTo>
                    <a:pt x="69008" y="189365"/>
                    <a:pt x="62303" y="191420"/>
                    <a:pt x="37944" y="202017"/>
                  </a:cubicBezTo>
                  <a:cubicBezTo>
                    <a:pt x="33620" y="203856"/>
                    <a:pt x="37512" y="205802"/>
                    <a:pt x="56130" y="222347"/>
                  </a:cubicBezTo>
                  <a:cubicBezTo>
                    <a:pt x="59591" y="225483"/>
                    <a:pt x="61001" y="223969"/>
                    <a:pt x="82648" y="215859"/>
                  </a:cubicBezTo>
                  <a:cubicBezTo>
                    <a:pt x="86763" y="214345"/>
                    <a:pt x="89468" y="217373"/>
                    <a:pt x="96396" y="222564"/>
                  </a:cubicBezTo>
                  <a:cubicBezTo>
                    <a:pt x="100288" y="225483"/>
                    <a:pt x="100504" y="224185"/>
                    <a:pt x="140662" y="205370"/>
                  </a:cubicBezTo>
                  <a:cubicBezTo>
                    <a:pt x="145532" y="203099"/>
                    <a:pt x="149863" y="209046"/>
                    <a:pt x="154733" y="211966"/>
                  </a:cubicBezTo>
                  <a:cubicBezTo>
                    <a:pt x="158632" y="214778"/>
                    <a:pt x="153978" y="219752"/>
                    <a:pt x="153654" y="220833"/>
                  </a:cubicBezTo>
                  <a:cubicBezTo>
                    <a:pt x="150510" y="226132"/>
                    <a:pt x="158740" y="229268"/>
                    <a:pt x="163826" y="234891"/>
                  </a:cubicBezTo>
                  <a:cubicBezTo>
                    <a:pt x="167719" y="238244"/>
                    <a:pt x="162309" y="237270"/>
                    <a:pt x="124317" y="237811"/>
                  </a:cubicBezTo>
                  <a:cubicBezTo>
                    <a:pt x="119770" y="237811"/>
                    <a:pt x="118583" y="239325"/>
                    <a:pt x="92605" y="255005"/>
                  </a:cubicBezTo>
                  <a:cubicBezTo>
                    <a:pt x="88274" y="257600"/>
                    <a:pt x="91957" y="259655"/>
                    <a:pt x="121072" y="295016"/>
                  </a:cubicBezTo>
                  <a:cubicBezTo>
                    <a:pt x="124101" y="298584"/>
                    <a:pt x="126158" y="297287"/>
                    <a:pt x="144884" y="292745"/>
                  </a:cubicBezTo>
                  <a:cubicBezTo>
                    <a:pt x="149215" y="291664"/>
                    <a:pt x="151920" y="293502"/>
                    <a:pt x="168805" y="300639"/>
                  </a:cubicBezTo>
                  <a:cubicBezTo>
                    <a:pt x="173783" y="302801"/>
                    <a:pt x="164906" y="304424"/>
                    <a:pt x="141532" y="312750"/>
                  </a:cubicBezTo>
                  <a:cubicBezTo>
                    <a:pt x="136877" y="314372"/>
                    <a:pt x="142611" y="317076"/>
                    <a:pt x="167611" y="335568"/>
                  </a:cubicBezTo>
                  <a:cubicBezTo>
                    <a:pt x="171726" y="338595"/>
                    <a:pt x="172050" y="337946"/>
                    <a:pt x="230063" y="345624"/>
                  </a:cubicBezTo>
                  <a:cubicBezTo>
                    <a:pt x="235372" y="346273"/>
                    <a:pt x="234286" y="336649"/>
                    <a:pt x="236235" y="329511"/>
                  </a:cubicBezTo>
                  <a:cubicBezTo>
                    <a:pt x="237099" y="324104"/>
                    <a:pt x="239912" y="327457"/>
                    <a:pt x="261127" y="340109"/>
                  </a:cubicBezTo>
                  <a:cubicBezTo>
                    <a:pt x="265890" y="343029"/>
                    <a:pt x="262645" y="331890"/>
                    <a:pt x="262429" y="325078"/>
                  </a:cubicBezTo>
                  <a:cubicBezTo>
                    <a:pt x="261889" y="319563"/>
                    <a:pt x="265998" y="324646"/>
                    <a:pt x="282775" y="339460"/>
                  </a:cubicBezTo>
                  <a:cubicBezTo>
                    <a:pt x="286566" y="342812"/>
                    <a:pt x="291652" y="341623"/>
                    <a:pt x="293494" y="341839"/>
                  </a:cubicBezTo>
                  <a:cubicBezTo>
                    <a:pt x="297494" y="341839"/>
                    <a:pt x="296954" y="338920"/>
                    <a:pt x="297710" y="320860"/>
                  </a:cubicBezTo>
                  <a:cubicBezTo>
                    <a:pt x="298148" y="311128"/>
                    <a:pt x="291004" y="305181"/>
                    <a:pt x="295113" y="299449"/>
                  </a:cubicBezTo>
                  <a:lnTo>
                    <a:pt x="296199" y="297936"/>
                  </a:lnTo>
                  <a:cubicBezTo>
                    <a:pt x="299767" y="292853"/>
                    <a:pt x="304098" y="302694"/>
                    <a:pt x="309838" y="308101"/>
                  </a:cubicBezTo>
                  <a:cubicBezTo>
                    <a:pt x="313839" y="312750"/>
                    <a:pt x="308752" y="320320"/>
                    <a:pt x="307019" y="327890"/>
                  </a:cubicBezTo>
                  <a:cubicBezTo>
                    <a:pt x="305292" y="333405"/>
                    <a:pt x="312759" y="331242"/>
                    <a:pt x="314925" y="331674"/>
                  </a:cubicBezTo>
                  <a:cubicBezTo>
                    <a:pt x="319471" y="331674"/>
                    <a:pt x="319141" y="327998"/>
                    <a:pt x="326285" y="299882"/>
                  </a:cubicBezTo>
                  <a:cubicBezTo>
                    <a:pt x="327695" y="294259"/>
                    <a:pt x="320983" y="292961"/>
                    <a:pt x="318925" y="291231"/>
                  </a:cubicBezTo>
                  <a:cubicBezTo>
                    <a:pt x="315141" y="289068"/>
                    <a:pt x="315141" y="285716"/>
                    <a:pt x="312213" y="271441"/>
                  </a:cubicBezTo>
                  <a:cubicBezTo>
                    <a:pt x="311134" y="265818"/>
                    <a:pt x="317414" y="265062"/>
                    <a:pt x="319249" y="263656"/>
                  </a:cubicBezTo>
                  <a:cubicBezTo>
                    <a:pt x="323903" y="261385"/>
                    <a:pt x="324342" y="270361"/>
                    <a:pt x="325745" y="273172"/>
                  </a:cubicBezTo>
                  <a:cubicBezTo>
                    <a:pt x="327263" y="278254"/>
                    <a:pt x="332025" y="280309"/>
                    <a:pt x="337759" y="283986"/>
                  </a:cubicBezTo>
                  <a:cubicBezTo>
                    <a:pt x="341874" y="286581"/>
                    <a:pt x="342414" y="283445"/>
                    <a:pt x="363845" y="252734"/>
                  </a:cubicBezTo>
                  <a:cubicBezTo>
                    <a:pt x="366766" y="248517"/>
                    <a:pt x="363521" y="250679"/>
                    <a:pt x="428247" y="223645"/>
                  </a:cubicBezTo>
                  <a:cubicBezTo>
                    <a:pt x="432470" y="221807"/>
                    <a:pt x="429542" y="219968"/>
                    <a:pt x="409089" y="195421"/>
                  </a:cubicBezTo>
                  <a:cubicBezTo>
                    <a:pt x="406060" y="191744"/>
                    <a:pt x="401945" y="196718"/>
                    <a:pt x="401945" y="196718"/>
                  </a:cubicBezTo>
                  <a:cubicBezTo>
                    <a:pt x="398370" y="199855"/>
                    <a:pt x="396205" y="196610"/>
                    <a:pt x="379212" y="182985"/>
                  </a:cubicBezTo>
                  <a:cubicBezTo>
                    <a:pt x="375212" y="179741"/>
                    <a:pt x="371745" y="185905"/>
                    <a:pt x="370125" y="186986"/>
                  </a:cubicBezTo>
                  <a:cubicBezTo>
                    <a:pt x="366658" y="190447"/>
                    <a:pt x="361248" y="190339"/>
                    <a:pt x="355076" y="190988"/>
                  </a:cubicBezTo>
                  <a:cubicBezTo>
                    <a:pt x="350529" y="191528"/>
                    <a:pt x="353241" y="186445"/>
                    <a:pt x="359946" y="164818"/>
                  </a:cubicBezTo>
                  <a:cubicBezTo>
                    <a:pt x="361788" y="158978"/>
                    <a:pt x="356593" y="154112"/>
                    <a:pt x="354644" y="150003"/>
                  </a:cubicBezTo>
                  <a:cubicBezTo>
                    <a:pt x="351939" y="145353"/>
                    <a:pt x="351291" y="146651"/>
                    <a:pt x="291112" y="143299"/>
                  </a:cubicBezTo>
                  <a:cubicBezTo>
                    <a:pt x="286458" y="143082"/>
                    <a:pt x="283429" y="140379"/>
                    <a:pt x="262969" y="127187"/>
                  </a:cubicBezTo>
                  <a:cubicBezTo>
                    <a:pt x="259070" y="124699"/>
                    <a:pt x="261889" y="120374"/>
                    <a:pt x="267516" y="105775"/>
                  </a:cubicBezTo>
                  <a:cubicBezTo>
                    <a:pt x="269681" y="100044"/>
                    <a:pt x="262321" y="97448"/>
                    <a:pt x="259286" y="94313"/>
                  </a:cubicBezTo>
                  <a:cubicBezTo>
                    <a:pt x="255501" y="91176"/>
                    <a:pt x="255609" y="92042"/>
                    <a:pt x="211775" y="90419"/>
                  </a:cubicBezTo>
                  <a:cubicBezTo>
                    <a:pt x="207013" y="90203"/>
                    <a:pt x="208740" y="82417"/>
                    <a:pt x="208416" y="80038"/>
                  </a:cubicBezTo>
                  <a:cubicBezTo>
                    <a:pt x="208416" y="73550"/>
                    <a:pt x="200517" y="75280"/>
                    <a:pt x="193913" y="73118"/>
                  </a:cubicBezTo>
                  <a:cubicBezTo>
                    <a:pt x="189474" y="72253"/>
                    <a:pt x="190884" y="73010"/>
                    <a:pt x="158956" y="23374"/>
                  </a:cubicBezTo>
                  <a:cubicBezTo>
                    <a:pt x="156035" y="18941"/>
                    <a:pt x="155705" y="19698"/>
                    <a:pt x="110575" y="665"/>
                  </a:cubicBezTo>
                  <a:cubicBezTo>
                    <a:pt x="106245" y="-1173"/>
                    <a:pt x="104403" y="449"/>
                    <a:pt x="78857" y="9966"/>
                  </a:cubicBezTo>
                  <a:cubicBezTo>
                    <a:pt x="74533" y="11587"/>
                    <a:pt x="81130" y="13966"/>
                    <a:pt x="88928" y="17967"/>
                  </a:cubicBezTo>
                  <a:cubicBezTo>
                    <a:pt x="93252" y="20130"/>
                    <a:pt x="97367" y="19590"/>
                    <a:pt x="117389" y="19590"/>
                  </a:cubicBezTo>
                  <a:cubicBezTo>
                    <a:pt x="122151" y="19590"/>
                    <a:pt x="124209" y="25320"/>
                    <a:pt x="125618" y="27051"/>
                  </a:cubicBezTo>
                  <a:cubicBezTo>
                    <a:pt x="128539" y="31593"/>
                    <a:pt x="124425" y="31160"/>
                    <a:pt x="83404" y="43488"/>
                  </a:cubicBezTo>
                  <a:cubicBezTo>
                    <a:pt x="78641" y="44894"/>
                    <a:pt x="72907" y="43271"/>
                    <a:pt x="54181" y="40244"/>
                  </a:cubicBezTo>
                  <a:cubicBezTo>
                    <a:pt x="48879" y="39379"/>
                    <a:pt x="47469" y="47921"/>
                    <a:pt x="44116" y="53436"/>
                  </a:cubicBezTo>
                  <a:cubicBezTo>
                    <a:pt x="41843" y="58194"/>
                    <a:pt x="44980" y="57654"/>
                    <a:pt x="74317" y="65548"/>
                  </a:cubicBezTo>
                  <a:cubicBezTo>
                    <a:pt x="78533" y="66629"/>
                    <a:pt x="78749" y="69765"/>
                    <a:pt x="85677" y="89447"/>
                  </a:cubicBezTo>
                  <a:cubicBezTo>
                    <a:pt x="87411" y="94528"/>
                    <a:pt x="83620" y="93231"/>
                    <a:pt x="59159" y="93664"/>
                  </a:cubicBezTo>
                  <a:cubicBezTo>
                    <a:pt x="54397" y="93664"/>
                    <a:pt x="49203" y="89230"/>
                    <a:pt x="42383" y="84472"/>
                  </a:cubicBezTo>
                  <a:cubicBezTo>
                    <a:pt x="37836" y="81336"/>
                    <a:pt x="33404" y="87608"/>
                    <a:pt x="29505" y="89879"/>
                  </a:cubicBezTo>
                  <a:cubicBezTo>
                    <a:pt x="25282" y="93015"/>
                    <a:pt x="30908" y="98638"/>
                    <a:pt x="32210" y="101774"/>
                  </a:cubicBezTo>
                  <a:cubicBezTo>
                    <a:pt x="36865" y="109993"/>
                    <a:pt x="10239" y="101990"/>
                    <a:pt x="7210" y="111290"/>
                  </a:cubicBezTo>
                  <a:lnTo>
                    <a:pt x="6556" y="113237"/>
                  </a:lnTo>
                  <a:cubicBezTo>
                    <a:pt x="4937" y="118319"/>
                    <a:pt x="6556" y="117346"/>
                    <a:pt x="44116" y="129133"/>
                  </a:cubicBezTo>
                  <a:cubicBezTo>
                    <a:pt x="48771" y="130539"/>
                    <a:pt x="51908" y="129349"/>
                    <a:pt x="77778" y="125348"/>
                  </a:cubicBezTo>
                  <a:cubicBezTo>
                    <a:pt x="82972" y="124483"/>
                    <a:pt x="73987" y="130431"/>
                    <a:pt x="54721" y="145786"/>
                  </a:cubicBezTo>
                  <a:cubicBezTo>
                    <a:pt x="50936" y="148814"/>
                    <a:pt x="52016" y="147948"/>
                    <a:pt x="1793" y="144164"/>
                  </a:cubicBezTo>
                  <a:cubicBezTo>
                    <a:pt x="-3077" y="143731"/>
                    <a:pt x="1578" y="148705"/>
                    <a:pt x="20628" y="177578"/>
                  </a:cubicBezTo>
                  <a:cubicBezTo>
                    <a:pt x="23441" y="181904"/>
                    <a:pt x="23656" y="180822"/>
                    <a:pt x="64462" y="188500"/>
                  </a:cubicBezTo>
                  <a:lnTo>
                    <a:pt x="64138" y="1885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E7A04E17-3239-C4C3-8CBE-D142AF70A865}"/>
                </a:ext>
              </a:extLst>
            </p:cNvPr>
            <p:cNvSpPr/>
            <p:nvPr/>
          </p:nvSpPr>
          <p:spPr>
            <a:xfrm>
              <a:off x="2192395" y="1240007"/>
              <a:ext cx="21459" cy="27435"/>
            </a:xfrm>
            <a:custGeom>
              <a:avLst/>
              <a:gdLst>
                <a:gd name="csX0" fmla="*/ 2522 w 24748"/>
                <a:gd name="csY0" fmla="*/ 16977 h 31640"/>
                <a:gd name="csX1" fmla="*/ 19515 w 24748"/>
                <a:gd name="csY1" fmla="*/ 31576 h 31640"/>
                <a:gd name="csX2" fmla="*/ 24709 w 24748"/>
                <a:gd name="csY2" fmla="*/ 26710 h 31640"/>
                <a:gd name="csX3" fmla="*/ 18867 w 24748"/>
                <a:gd name="csY3" fmla="*/ 3893 h 31640"/>
                <a:gd name="csX4" fmla="*/ 896 w 24748"/>
                <a:gd name="csY4" fmla="*/ 0 h 31640"/>
                <a:gd name="csX5" fmla="*/ 33 w 24748"/>
                <a:gd name="csY5" fmla="*/ 0 h 31640"/>
                <a:gd name="csX6" fmla="*/ 2522 w 24748"/>
                <a:gd name="csY6" fmla="*/ 16977 h 3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748" h="31640">
                  <a:moveTo>
                    <a:pt x="2522" y="16977"/>
                  </a:moveTo>
                  <a:cubicBezTo>
                    <a:pt x="13781" y="29413"/>
                    <a:pt x="15292" y="32116"/>
                    <a:pt x="19515" y="31576"/>
                  </a:cubicBezTo>
                  <a:cubicBezTo>
                    <a:pt x="20162" y="31252"/>
                    <a:pt x="25249" y="31900"/>
                    <a:pt x="24709" y="26710"/>
                  </a:cubicBezTo>
                  <a:cubicBezTo>
                    <a:pt x="22760" y="8975"/>
                    <a:pt x="23191" y="4758"/>
                    <a:pt x="18867" y="3893"/>
                  </a:cubicBezTo>
                  <a:lnTo>
                    <a:pt x="896" y="0"/>
                  </a:lnTo>
                  <a:lnTo>
                    <a:pt x="33" y="0"/>
                  </a:lnTo>
                  <a:cubicBezTo>
                    <a:pt x="465" y="5515"/>
                    <a:pt x="-1269" y="12868"/>
                    <a:pt x="2522" y="169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41FBA31B-C62D-73E2-C31A-B0456E39EC9C}"/>
                </a:ext>
              </a:extLst>
            </p:cNvPr>
            <p:cNvSpPr/>
            <p:nvPr/>
          </p:nvSpPr>
          <p:spPr>
            <a:xfrm>
              <a:off x="2265017" y="1363209"/>
              <a:ext cx="39691" cy="17640"/>
            </a:xfrm>
            <a:custGeom>
              <a:avLst/>
              <a:gdLst>
                <a:gd name="csX0" fmla="*/ 2221 w 45774"/>
                <a:gd name="csY0" fmla="*/ 20336 h 20344"/>
                <a:gd name="csX1" fmla="*/ 45407 w 45774"/>
                <a:gd name="csY1" fmla="*/ 5954 h 20344"/>
                <a:gd name="csX2" fmla="*/ 40429 w 45774"/>
                <a:gd name="csY2" fmla="*/ 114 h 20344"/>
                <a:gd name="csX3" fmla="*/ 17588 w 45774"/>
                <a:gd name="csY3" fmla="*/ 1737 h 20344"/>
                <a:gd name="csX4" fmla="*/ 1459 w 45774"/>
                <a:gd name="csY4" fmla="*/ 13524 h 20344"/>
                <a:gd name="csX5" fmla="*/ 2221 w 45774"/>
                <a:gd name="csY5" fmla="*/ 20228 h 20344"/>
                <a:gd name="csX6" fmla="*/ 2221 w 45774"/>
                <a:gd name="csY6" fmla="*/ 20336 h 20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5774" h="20344">
                  <a:moveTo>
                    <a:pt x="2221" y="20336"/>
                  </a:moveTo>
                  <a:cubicBezTo>
                    <a:pt x="45731" y="9955"/>
                    <a:pt x="46918" y="11144"/>
                    <a:pt x="45407" y="5954"/>
                  </a:cubicBezTo>
                  <a:cubicBezTo>
                    <a:pt x="44975" y="5197"/>
                    <a:pt x="44645" y="114"/>
                    <a:pt x="40429" y="114"/>
                  </a:cubicBezTo>
                  <a:cubicBezTo>
                    <a:pt x="27329" y="114"/>
                    <a:pt x="22026" y="-642"/>
                    <a:pt x="17588" y="1737"/>
                  </a:cubicBezTo>
                  <a:cubicBezTo>
                    <a:pt x="17588" y="1737"/>
                    <a:pt x="3192" y="8549"/>
                    <a:pt x="1459" y="13524"/>
                  </a:cubicBezTo>
                  <a:cubicBezTo>
                    <a:pt x="1351" y="14497"/>
                    <a:pt x="-2218" y="21309"/>
                    <a:pt x="2221" y="20228"/>
                  </a:cubicBezTo>
                  <a:lnTo>
                    <a:pt x="2221" y="203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12BA1319-001C-FF64-C54E-BFD4D014695D}"/>
                </a:ext>
              </a:extLst>
            </p:cNvPr>
            <p:cNvSpPr/>
            <p:nvPr/>
          </p:nvSpPr>
          <p:spPr>
            <a:xfrm>
              <a:off x="2130033" y="1550420"/>
              <a:ext cx="27074" cy="29166"/>
            </a:xfrm>
            <a:custGeom>
              <a:avLst/>
              <a:gdLst>
                <a:gd name="csX0" fmla="*/ 29523 w 31224"/>
                <a:gd name="csY0" fmla="*/ 6325 h 33636"/>
                <a:gd name="csX1" fmla="*/ 16645 w 31224"/>
                <a:gd name="csY1" fmla="*/ 486 h 33636"/>
                <a:gd name="csX2" fmla="*/ 408 w 31224"/>
                <a:gd name="csY2" fmla="*/ 11083 h 33636"/>
                <a:gd name="csX3" fmla="*/ 26278 w 31224"/>
                <a:gd name="csY3" fmla="*/ 33359 h 33636"/>
                <a:gd name="csX4" fmla="*/ 30500 w 31224"/>
                <a:gd name="csY4" fmla="*/ 28277 h 33636"/>
                <a:gd name="csX5" fmla="*/ 28119 w 31224"/>
                <a:gd name="csY5" fmla="*/ 17787 h 33636"/>
                <a:gd name="csX6" fmla="*/ 29523 w 31224"/>
                <a:gd name="csY6" fmla="*/ 6325 h 33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224" h="33636">
                  <a:moveTo>
                    <a:pt x="29523" y="6325"/>
                  </a:moveTo>
                  <a:cubicBezTo>
                    <a:pt x="25630" y="3946"/>
                    <a:pt x="21515" y="-1677"/>
                    <a:pt x="16645" y="486"/>
                  </a:cubicBezTo>
                  <a:cubicBezTo>
                    <a:pt x="16645" y="486"/>
                    <a:pt x="-3053" y="7514"/>
                    <a:pt x="408" y="11083"/>
                  </a:cubicBezTo>
                  <a:cubicBezTo>
                    <a:pt x="20760" y="32062"/>
                    <a:pt x="21731" y="34657"/>
                    <a:pt x="26278" y="33359"/>
                  </a:cubicBezTo>
                  <a:cubicBezTo>
                    <a:pt x="26818" y="33035"/>
                    <a:pt x="33098" y="32711"/>
                    <a:pt x="30500" y="28277"/>
                  </a:cubicBezTo>
                  <a:cubicBezTo>
                    <a:pt x="29954" y="26871"/>
                    <a:pt x="25846" y="22654"/>
                    <a:pt x="28119" y="17787"/>
                  </a:cubicBezTo>
                  <a:cubicBezTo>
                    <a:pt x="28875" y="15300"/>
                    <a:pt x="33745" y="9353"/>
                    <a:pt x="29523" y="6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3D70414C-C8E7-1BC4-C143-CF390EE71078}"/>
                </a:ext>
              </a:extLst>
            </p:cNvPr>
            <p:cNvSpPr/>
            <p:nvPr/>
          </p:nvSpPr>
          <p:spPr>
            <a:xfrm>
              <a:off x="2480385" y="1606860"/>
              <a:ext cx="33324" cy="25614"/>
            </a:xfrm>
            <a:custGeom>
              <a:avLst/>
              <a:gdLst>
                <a:gd name="csX0" fmla="*/ 36660 w 38432"/>
                <a:gd name="csY0" fmla="*/ 65 h 29540"/>
                <a:gd name="csX1" fmla="*/ 17610 w 38432"/>
                <a:gd name="csY1" fmla="*/ 2980 h 29540"/>
                <a:gd name="csX2" fmla="*/ 1811 w 38432"/>
                <a:gd name="csY2" fmla="*/ 27097 h 29540"/>
                <a:gd name="csX3" fmla="*/ 31250 w 38432"/>
                <a:gd name="csY3" fmla="*/ 26450 h 29540"/>
                <a:gd name="csX4" fmla="*/ 28976 w 38432"/>
                <a:gd name="csY4" fmla="*/ 14118 h 29540"/>
                <a:gd name="csX5" fmla="*/ 36660 w 38432"/>
                <a:gd name="csY5" fmla="*/ 65 h 29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432" h="29540">
                  <a:moveTo>
                    <a:pt x="36660" y="65"/>
                  </a:moveTo>
                  <a:cubicBezTo>
                    <a:pt x="36660" y="65"/>
                    <a:pt x="20531" y="-697"/>
                    <a:pt x="17610" y="2980"/>
                  </a:cubicBezTo>
                  <a:cubicBezTo>
                    <a:pt x="833" y="23745"/>
                    <a:pt x="-2735" y="26666"/>
                    <a:pt x="1811" y="27097"/>
                  </a:cubicBezTo>
                  <a:cubicBezTo>
                    <a:pt x="30056" y="29694"/>
                    <a:pt x="33631" y="31206"/>
                    <a:pt x="31250" y="26450"/>
                  </a:cubicBezTo>
                  <a:cubicBezTo>
                    <a:pt x="30494" y="24068"/>
                    <a:pt x="25731" y="18233"/>
                    <a:pt x="28976" y="14118"/>
                  </a:cubicBezTo>
                  <a:cubicBezTo>
                    <a:pt x="36120" y="5037"/>
                    <a:pt x="41314" y="65"/>
                    <a:pt x="36660" y="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478AE464-AF26-9636-D2E5-E5529894F666}"/>
                </a:ext>
              </a:extLst>
            </p:cNvPr>
            <p:cNvSpPr/>
            <p:nvPr/>
          </p:nvSpPr>
          <p:spPr>
            <a:xfrm>
              <a:off x="2087946" y="1037988"/>
              <a:ext cx="985183" cy="568911"/>
            </a:xfrm>
            <a:custGeom>
              <a:avLst/>
              <a:gdLst>
                <a:gd name="csX0" fmla="*/ 819440 w 1136179"/>
                <a:gd name="csY0" fmla="*/ 75284 h 656107"/>
                <a:gd name="csX1" fmla="*/ 736244 w 1136179"/>
                <a:gd name="csY1" fmla="*/ 83860 h 656107"/>
                <a:gd name="csX2" fmla="*/ 693813 w 1136179"/>
                <a:gd name="csY2" fmla="*/ 104515 h 656107"/>
                <a:gd name="csX3" fmla="*/ 693921 w 1136179"/>
                <a:gd name="csY3" fmla="*/ 104515 h 656107"/>
                <a:gd name="csX4" fmla="*/ 738517 w 1136179"/>
                <a:gd name="csY4" fmla="*/ 106137 h 656107"/>
                <a:gd name="csX5" fmla="*/ 838307 w 1136179"/>
                <a:gd name="csY5" fmla="*/ 81157 h 656107"/>
                <a:gd name="csX6" fmla="*/ 836688 w 1136179"/>
                <a:gd name="csY6" fmla="*/ 75534 h 656107"/>
                <a:gd name="csX7" fmla="*/ 819440 w 1136179"/>
                <a:gd name="csY7" fmla="*/ 75284 h 656107"/>
                <a:gd name="csX8" fmla="*/ 358438 w 1136179"/>
                <a:gd name="csY8" fmla="*/ 0 h 656107"/>
                <a:gd name="csX9" fmla="*/ 385016 w 1136179"/>
                <a:gd name="csY9" fmla="*/ 0 h 656107"/>
                <a:gd name="csX10" fmla="*/ 407746 w 1136179"/>
                <a:gd name="csY10" fmla="*/ 5893 h 656107"/>
                <a:gd name="csX11" fmla="*/ 408597 w 1136179"/>
                <a:gd name="csY11" fmla="*/ 2000 h 656107"/>
                <a:gd name="csX12" fmla="*/ 407575 w 1136179"/>
                <a:gd name="csY12" fmla="*/ 0 h 656107"/>
                <a:gd name="csX13" fmla="*/ 585739 w 1136179"/>
                <a:gd name="csY13" fmla="*/ 0 h 656107"/>
                <a:gd name="csX14" fmla="*/ 591642 w 1136179"/>
                <a:gd name="csY14" fmla="*/ 3947 h 656107"/>
                <a:gd name="csX15" fmla="*/ 598391 w 1136179"/>
                <a:gd name="csY15" fmla="*/ 3190 h 656107"/>
                <a:gd name="csX16" fmla="*/ 602667 w 1136179"/>
                <a:gd name="csY16" fmla="*/ 0 h 656107"/>
                <a:gd name="csX17" fmla="*/ 880545 w 1136179"/>
                <a:gd name="csY17" fmla="*/ 0 h 656107"/>
                <a:gd name="csX18" fmla="*/ 882904 w 1136179"/>
                <a:gd name="csY18" fmla="*/ 1460 h 656107"/>
                <a:gd name="csX19" fmla="*/ 886281 w 1136179"/>
                <a:gd name="csY19" fmla="*/ 2517 h 656107"/>
                <a:gd name="csX20" fmla="*/ 897547 w 1136179"/>
                <a:gd name="csY20" fmla="*/ 0 h 656107"/>
                <a:gd name="csX21" fmla="*/ 1048348 w 1136179"/>
                <a:gd name="csY21" fmla="*/ 0 h 656107"/>
                <a:gd name="csX22" fmla="*/ 1058354 w 1136179"/>
                <a:gd name="csY22" fmla="*/ 15193 h 656107"/>
                <a:gd name="csX23" fmla="*/ 1084872 w 1136179"/>
                <a:gd name="csY23" fmla="*/ 12057 h 656107"/>
                <a:gd name="csX24" fmla="*/ 1128490 w 1136179"/>
                <a:gd name="csY24" fmla="*/ 21141 h 656107"/>
                <a:gd name="csX25" fmla="*/ 1135850 w 1136179"/>
                <a:gd name="csY25" fmla="*/ 40605 h 656107"/>
                <a:gd name="csX26" fmla="*/ 1026966 w 1136179"/>
                <a:gd name="csY26" fmla="*/ 89592 h 656107"/>
                <a:gd name="csX27" fmla="*/ 878465 w 1136179"/>
                <a:gd name="csY27" fmla="*/ 107218 h 656107"/>
                <a:gd name="csX28" fmla="*/ 901630 w 1136179"/>
                <a:gd name="csY28" fmla="*/ 117166 h 656107"/>
                <a:gd name="csX29" fmla="*/ 819912 w 1136179"/>
                <a:gd name="csY29" fmla="*/ 144633 h 656107"/>
                <a:gd name="csX30" fmla="*/ 831488 w 1136179"/>
                <a:gd name="csY30" fmla="*/ 154582 h 656107"/>
                <a:gd name="csX31" fmla="*/ 998607 w 1136179"/>
                <a:gd name="csY31" fmla="*/ 116734 h 656107"/>
                <a:gd name="csX32" fmla="*/ 1008132 w 1136179"/>
                <a:gd name="csY32" fmla="*/ 121817 h 656107"/>
                <a:gd name="csX33" fmla="*/ 944594 w 1136179"/>
                <a:gd name="csY33" fmla="*/ 157177 h 656107"/>
                <a:gd name="csX34" fmla="*/ 925220 w 1136179"/>
                <a:gd name="csY34" fmla="*/ 175129 h 656107"/>
                <a:gd name="csX35" fmla="*/ 838523 w 1136179"/>
                <a:gd name="csY35" fmla="*/ 222493 h 656107"/>
                <a:gd name="csX36" fmla="*/ 827163 w 1136179"/>
                <a:gd name="csY36" fmla="*/ 236442 h 656107"/>
                <a:gd name="csX37" fmla="*/ 816552 w 1136179"/>
                <a:gd name="csY37" fmla="*/ 240011 h 656107"/>
                <a:gd name="csX38" fmla="*/ 805516 w 1136179"/>
                <a:gd name="csY38" fmla="*/ 230063 h 656107"/>
                <a:gd name="csX39" fmla="*/ 800969 w 1136179"/>
                <a:gd name="csY39" fmla="*/ 241525 h 656107"/>
                <a:gd name="csX40" fmla="*/ 783647 w 1136179"/>
                <a:gd name="csY40" fmla="*/ 236983 h 656107"/>
                <a:gd name="csX41" fmla="*/ 784517 w 1136179"/>
                <a:gd name="csY41" fmla="*/ 251149 h 656107"/>
                <a:gd name="csX42" fmla="*/ 725417 w 1136179"/>
                <a:gd name="csY42" fmla="*/ 262395 h 656107"/>
                <a:gd name="csX43" fmla="*/ 727691 w 1136179"/>
                <a:gd name="csY43" fmla="*/ 278075 h 656107"/>
                <a:gd name="csX44" fmla="*/ 773798 w 1136179"/>
                <a:gd name="csY44" fmla="*/ 271263 h 656107"/>
                <a:gd name="csX45" fmla="*/ 785704 w 1136179"/>
                <a:gd name="csY45" fmla="*/ 277210 h 656107"/>
                <a:gd name="csX46" fmla="*/ 779106 w 1136179"/>
                <a:gd name="csY46" fmla="*/ 284780 h 656107"/>
                <a:gd name="csX47" fmla="*/ 782027 w 1136179"/>
                <a:gd name="csY47" fmla="*/ 292782 h 656107"/>
                <a:gd name="csX48" fmla="*/ 738733 w 1136179"/>
                <a:gd name="csY48" fmla="*/ 313761 h 656107"/>
                <a:gd name="csX49" fmla="*/ 699770 w 1136179"/>
                <a:gd name="csY49" fmla="*/ 309651 h 656107"/>
                <a:gd name="csX50" fmla="*/ 698792 w 1136179"/>
                <a:gd name="csY50" fmla="*/ 325332 h 656107"/>
                <a:gd name="csX51" fmla="*/ 639368 w 1136179"/>
                <a:gd name="csY51" fmla="*/ 334956 h 656107"/>
                <a:gd name="csX52" fmla="*/ 617289 w 1136179"/>
                <a:gd name="csY52" fmla="*/ 344147 h 656107"/>
                <a:gd name="csX53" fmla="*/ 556139 w 1136179"/>
                <a:gd name="csY53" fmla="*/ 343606 h 656107"/>
                <a:gd name="csX54" fmla="*/ 548017 w 1136179"/>
                <a:gd name="csY54" fmla="*/ 350527 h 656107"/>
                <a:gd name="csX55" fmla="*/ 549211 w 1136179"/>
                <a:gd name="csY55" fmla="*/ 353988 h 656107"/>
                <a:gd name="csX56" fmla="*/ 603218 w 1136179"/>
                <a:gd name="csY56" fmla="*/ 360152 h 656107"/>
                <a:gd name="csX57" fmla="*/ 644569 w 1136179"/>
                <a:gd name="csY57" fmla="*/ 360692 h 656107"/>
                <a:gd name="csX58" fmla="*/ 653764 w 1136179"/>
                <a:gd name="csY58" fmla="*/ 381238 h 656107"/>
                <a:gd name="csX59" fmla="*/ 610692 w 1136179"/>
                <a:gd name="csY59" fmla="*/ 380698 h 656107"/>
                <a:gd name="csX60" fmla="*/ 590448 w 1136179"/>
                <a:gd name="csY60" fmla="*/ 369776 h 656107"/>
                <a:gd name="csX61" fmla="*/ 554081 w 1136179"/>
                <a:gd name="csY61" fmla="*/ 375507 h 656107"/>
                <a:gd name="csX62" fmla="*/ 542499 w 1136179"/>
                <a:gd name="csY62" fmla="*/ 384374 h 656107"/>
                <a:gd name="csX63" fmla="*/ 596512 w 1136179"/>
                <a:gd name="csY63" fmla="*/ 389240 h 656107"/>
                <a:gd name="csX64" fmla="*/ 599865 w 1136179"/>
                <a:gd name="csY64" fmla="*/ 396053 h 656107"/>
                <a:gd name="csX65" fmla="*/ 619023 w 1136179"/>
                <a:gd name="csY65" fmla="*/ 397567 h 656107"/>
                <a:gd name="csX66" fmla="*/ 657123 w 1136179"/>
                <a:gd name="csY66" fmla="*/ 410219 h 656107"/>
                <a:gd name="csX67" fmla="*/ 660368 w 1136179"/>
                <a:gd name="csY67" fmla="*/ 415302 h 656107"/>
                <a:gd name="csX68" fmla="*/ 657015 w 1136179"/>
                <a:gd name="csY68" fmla="*/ 420925 h 656107"/>
                <a:gd name="csX69" fmla="*/ 641426 w 1136179"/>
                <a:gd name="csY69" fmla="*/ 421682 h 656107"/>
                <a:gd name="csX70" fmla="*/ 638505 w 1136179"/>
                <a:gd name="csY70" fmla="*/ 425899 h 656107"/>
                <a:gd name="csX71" fmla="*/ 635800 w 1136179"/>
                <a:gd name="csY71" fmla="*/ 431631 h 656107"/>
                <a:gd name="csX72" fmla="*/ 604304 w 1136179"/>
                <a:gd name="csY72" fmla="*/ 438984 h 656107"/>
                <a:gd name="csX73" fmla="*/ 621296 w 1136179"/>
                <a:gd name="csY73" fmla="*/ 452718 h 656107"/>
                <a:gd name="csX74" fmla="*/ 615670 w 1136179"/>
                <a:gd name="csY74" fmla="*/ 465910 h 656107"/>
                <a:gd name="csX75" fmla="*/ 582441 w 1136179"/>
                <a:gd name="csY75" fmla="*/ 468506 h 656107"/>
                <a:gd name="csX76" fmla="*/ 583844 w 1136179"/>
                <a:gd name="csY76" fmla="*/ 475426 h 656107"/>
                <a:gd name="csX77" fmla="*/ 603218 w 1136179"/>
                <a:gd name="csY77" fmla="*/ 482563 h 656107"/>
                <a:gd name="csX78" fmla="*/ 599001 w 1136179"/>
                <a:gd name="csY78" fmla="*/ 492295 h 656107"/>
                <a:gd name="csX79" fmla="*/ 582873 w 1136179"/>
                <a:gd name="csY79" fmla="*/ 489809 h 656107"/>
                <a:gd name="csX80" fmla="*/ 570103 w 1136179"/>
                <a:gd name="csY80" fmla="*/ 495864 h 656107"/>
                <a:gd name="csX81" fmla="*/ 516629 w 1136179"/>
                <a:gd name="csY81" fmla="*/ 491322 h 656107"/>
                <a:gd name="csX82" fmla="*/ 506672 w 1136179"/>
                <a:gd name="csY82" fmla="*/ 499216 h 656107"/>
                <a:gd name="csX83" fmla="*/ 522370 w 1136179"/>
                <a:gd name="csY83" fmla="*/ 506678 h 656107"/>
                <a:gd name="csX84" fmla="*/ 521392 w 1136179"/>
                <a:gd name="csY84" fmla="*/ 513923 h 656107"/>
                <a:gd name="csX85" fmla="*/ 526916 w 1136179"/>
                <a:gd name="csY85" fmla="*/ 523547 h 656107"/>
                <a:gd name="csX86" fmla="*/ 495312 w 1136179"/>
                <a:gd name="csY86" fmla="*/ 546148 h 656107"/>
                <a:gd name="csX87" fmla="*/ 408285 w 1136179"/>
                <a:gd name="csY87" fmla="*/ 542363 h 656107"/>
                <a:gd name="csX88" fmla="*/ 407206 w 1136179"/>
                <a:gd name="csY88" fmla="*/ 554259 h 656107"/>
                <a:gd name="csX89" fmla="*/ 468141 w 1136179"/>
                <a:gd name="csY89" fmla="*/ 560314 h 656107"/>
                <a:gd name="csX90" fmla="*/ 475176 w 1136179"/>
                <a:gd name="csY90" fmla="*/ 566910 h 656107"/>
                <a:gd name="csX91" fmla="*/ 464788 w 1136179"/>
                <a:gd name="csY91" fmla="*/ 582807 h 656107"/>
                <a:gd name="csX92" fmla="*/ 482752 w 1136179"/>
                <a:gd name="csY92" fmla="*/ 593512 h 656107"/>
                <a:gd name="csX93" fmla="*/ 507758 w 1136179"/>
                <a:gd name="csY93" fmla="*/ 576643 h 656107"/>
                <a:gd name="csX94" fmla="*/ 521068 w 1136179"/>
                <a:gd name="csY94" fmla="*/ 582807 h 656107"/>
                <a:gd name="csX95" fmla="*/ 523557 w 1136179"/>
                <a:gd name="csY95" fmla="*/ 605083 h 656107"/>
                <a:gd name="csX96" fmla="*/ 503535 w 1136179"/>
                <a:gd name="csY96" fmla="*/ 626819 h 656107"/>
                <a:gd name="csX97" fmla="*/ 490436 w 1136179"/>
                <a:gd name="csY97" fmla="*/ 618817 h 656107"/>
                <a:gd name="csX98" fmla="*/ 470630 w 1136179"/>
                <a:gd name="csY98" fmla="*/ 637521 h 656107"/>
                <a:gd name="csX99" fmla="*/ 411645 w 1136179"/>
                <a:gd name="csY99" fmla="*/ 655911 h 656107"/>
                <a:gd name="csX100" fmla="*/ 402444 w 1136179"/>
                <a:gd name="csY100" fmla="*/ 651904 h 656107"/>
                <a:gd name="csX101" fmla="*/ 413480 w 1136179"/>
                <a:gd name="csY101" fmla="*/ 632009 h 656107"/>
                <a:gd name="csX102" fmla="*/ 401466 w 1136179"/>
                <a:gd name="csY102" fmla="*/ 620222 h 656107"/>
                <a:gd name="csX103" fmla="*/ 391293 w 1136179"/>
                <a:gd name="csY103" fmla="*/ 626602 h 656107"/>
                <a:gd name="csX104" fmla="*/ 376574 w 1136179"/>
                <a:gd name="csY104" fmla="*/ 628873 h 656107"/>
                <a:gd name="csX105" fmla="*/ 364559 w 1136179"/>
                <a:gd name="csY105" fmla="*/ 619790 h 656107"/>
                <a:gd name="csX106" fmla="*/ 356552 w 1136179"/>
                <a:gd name="csY106" fmla="*/ 630711 h 656107"/>
                <a:gd name="csX107" fmla="*/ 338690 w 1136179"/>
                <a:gd name="csY107" fmla="*/ 634821 h 656107"/>
                <a:gd name="csX108" fmla="*/ 324078 w 1136179"/>
                <a:gd name="csY108" fmla="*/ 620871 h 656107"/>
                <a:gd name="csX109" fmla="*/ 318884 w 1136179"/>
                <a:gd name="csY109" fmla="*/ 627792 h 656107"/>
                <a:gd name="csX110" fmla="*/ 285438 w 1136179"/>
                <a:gd name="csY110" fmla="*/ 628333 h 656107"/>
                <a:gd name="csX111" fmla="*/ 270827 w 1136179"/>
                <a:gd name="csY111" fmla="*/ 616870 h 656107"/>
                <a:gd name="csX112" fmla="*/ 258273 w 1136179"/>
                <a:gd name="csY112" fmla="*/ 614275 h 656107"/>
                <a:gd name="csX113" fmla="*/ 255568 w 1136179"/>
                <a:gd name="csY113" fmla="*/ 618276 h 656107"/>
                <a:gd name="csX114" fmla="*/ 259791 w 1136179"/>
                <a:gd name="csY114" fmla="*/ 627684 h 656107"/>
                <a:gd name="csX115" fmla="*/ 270179 w 1136179"/>
                <a:gd name="csY115" fmla="*/ 634388 h 656107"/>
                <a:gd name="csX116" fmla="*/ 273100 w 1136179"/>
                <a:gd name="csY116" fmla="*/ 640334 h 656107"/>
                <a:gd name="csX117" fmla="*/ 269748 w 1136179"/>
                <a:gd name="csY117" fmla="*/ 644550 h 656107"/>
                <a:gd name="csX118" fmla="*/ 216496 w 1136179"/>
                <a:gd name="csY118" fmla="*/ 633956 h 656107"/>
                <a:gd name="csX119" fmla="*/ 208699 w 1136179"/>
                <a:gd name="csY119" fmla="*/ 622601 h 656107"/>
                <a:gd name="csX120" fmla="*/ 190195 w 1136179"/>
                <a:gd name="csY120" fmla="*/ 633307 h 656107"/>
                <a:gd name="csX121" fmla="*/ 164001 w 1136179"/>
                <a:gd name="csY121" fmla="*/ 618709 h 656107"/>
                <a:gd name="csX122" fmla="*/ 161836 w 1136179"/>
                <a:gd name="csY122" fmla="*/ 631577 h 656107"/>
                <a:gd name="csX123" fmla="*/ 132721 w 1136179"/>
                <a:gd name="csY123" fmla="*/ 630820 h 656107"/>
                <a:gd name="csX124" fmla="*/ 121894 w 1136179"/>
                <a:gd name="csY124" fmla="*/ 614707 h 656107"/>
                <a:gd name="csX125" fmla="*/ 112261 w 1136179"/>
                <a:gd name="csY125" fmla="*/ 626710 h 656107"/>
                <a:gd name="csX126" fmla="*/ 92132 w 1136179"/>
                <a:gd name="csY126" fmla="*/ 616870 h 656107"/>
                <a:gd name="csX127" fmla="*/ 90506 w 1136179"/>
                <a:gd name="csY127" fmla="*/ 594377 h 656107"/>
                <a:gd name="csX128" fmla="*/ 126765 w 1136179"/>
                <a:gd name="csY128" fmla="*/ 571128 h 656107"/>
                <a:gd name="csX129" fmla="*/ 162591 w 1136179"/>
                <a:gd name="csY129" fmla="*/ 569506 h 656107"/>
                <a:gd name="csX130" fmla="*/ 174282 w 1136179"/>
                <a:gd name="csY130" fmla="*/ 551663 h 656107"/>
                <a:gd name="csX131" fmla="*/ 154368 w 1136179"/>
                <a:gd name="csY131" fmla="*/ 537714 h 656107"/>
                <a:gd name="csX132" fmla="*/ 152095 w 1136179"/>
                <a:gd name="csY132" fmla="*/ 528846 h 656107"/>
                <a:gd name="csX133" fmla="*/ 136829 w 1136179"/>
                <a:gd name="csY133" fmla="*/ 512733 h 656107"/>
                <a:gd name="csX134" fmla="*/ 166706 w 1136179"/>
                <a:gd name="csY134" fmla="*/ 499216 h 656107"/>
                <a:gd name="csX135" fmla="*/ 206749 w 1136179"/>
                <a:gd name="csY135" fmla="*/ 505705 h 656107"/>
                <a:gd name="csX136" fmla="*/ 233381 w 1136179"/>
                <a:gd name="csY136" fmla="*/ 544742 h 656107"/>
                <a:gd name="csX137" fmla="*/ 297884 w 1136179"/>
                <a:gd name="csY137" fmla="*/ 547987 h 656107"/>
                <a:gd name="csX138" fmla="*/ 339775 w 1136179"/>
                <a:gd name="csY138" fmla="*/ 508949 h 656107"/>
                <a:gd name="csX139" fmla="*/ 342696 w 1136179"/>
                <a:gd name="csY139" fmla="*/ 490781 h 656107"/>
                <a:gd name="csX140" fmla="*/ 301351 w 1136179"/>
                <a:gd name="csY140" fmla="*/ 527549 h 656107"/>
                <a:gd name="csX141" fmla="*/ 274186 w 1136179"/>
                <a:gd name="csY141" fmla="*/ 532415 h 656107"/>
                <a:gd name="csX142" fmla="*/ 262280 w 1136179"/>
                <a:gd name="csY142" fmla="*/ 536632 h 656107"/>
                <a:gd name="csX143" fmla="*/ 246151 w 1136179"/>
                <a:gd name="csY143" fmla="*/ 529603 h 656107"/>
                <a:gd name="csX144" fmla="*/ 255244 w 1136179"/>
                <a:gd name="csY144" fmla="*/ 525386 h 656107"/>
                <a:gd name="csX145" fmla="*/ 233705 w 1136179"/>
                <a:gd name="csY145" fmla="*/ 497162 h 656107"/>
                <a:gd name="csX146" fmla="*/ 249072 w 1136179"/>
                <a:gd name="csY146" fmla="*/ 486132 h 656107"/>
                <a:gd name="csX147" fmla="*/ 253726 w 1136179"/>
                <a:gd name="csY147" fmla="*/ 468614 h 656107"/>
                <a:gd name="csX148" fmla="*/ 215195 w 1136179"/>
                <a:gd name="csY148" fmla="*/ 481265 h 656107"/>
                <a:gd name="csX149" fmla="*/ 210540 w 1136179"/>
                <a:gd name="csY149" fmla="*/ 473264 h 656107"/>
                <a:gd name="csX150" fmla="*/ 169843 w 1136179"/>
                <a:gd name="csY150" fmla="*/ 479211 h 656107"/>
                <a:gd name="csX151" fmla="*/ 162375 w 1136179"/>
                <a:gd name="csY151" fmla="*/ 449473 h 656107"/>
                <a:gd name="csX152" fmla="*/ 180232 w 1136179"/>
                <a:gd name="csY152" fmla="*/ 429468 h 656107"/>
                <a:gd name="csX153" fmla="*/ 190843 w 1136179"/>
                <a:gd name="csY153" fmla="*/ 413247 h 656107"/>
                <a:gd name="csX154" fmla="*/ 220821 w 1136179"/>
                <a:gd name="csY154" fmla="*/ 410003 h 656107"/>
                <a:gd name="csX155" fmla="*/ 249288 w 1136179"/>
                <a:gd name="csY155" fmla="*/ 397783 h 656107"/>
                <a:gd name="csX156" fmla="*/ 275590 w 1136179"/>
                <a:gd name="csY156" fmla="*/ 404488 h 656107"/>
                <a:gd name="csX157" fmla="*/ 301244 w 1136179"/>
                <a:gd name="csY157" fmla="*/ 404704 h 656107"/>
                <a:gd name="csX158" fmla="*/ 334473 w 1136179"/>
                <a:gd name="csY158" fmla="*/ 417140 h 656107"/>
                <a:gd name="csX159" fmla="*/ 331654 w 1136179"/>
                <a:gd name="csY159" fmla="*/ 407408 h 656107"/>
                <a:gd name="csX160" fmla="*/ 372459 w 1136179"/>
                <a:gd name="csY160" fmla="*/ 404056 h 656107"/>
                <a:gd name="csX161" fmla="*/ 381120 w 1136179"/>
                <a:gd name="csY161" fmla="*/ 386429 h 656107"/>
                <a:gd name="csX162" fmla="*/ 374516 w 1136179"/>
                <a:gd name="csY162" fmla="*/ 379184 h 656107"/>
                <a:gd name="csX163" fmla="*/ 358171 w 1136179"/>
                <a:gd name="csY163" fmla="*/ 390646 h 656107"/>
                <a:gd name="csX164" fmla="*/ 269748 w 1136179"/>
                <a:gd name="csY164" fmla="*/ 383509 h 656107"/>
                <a:gd name="csX165" fmla="*/ 270827 w 1136179"/>
                <a:gd name="csY165" fmla="*/ 372479 h 656107"/>
                <a:gd name="csX166" fmla="*/ 290309 w 1136179"/>
                <a:gd name="csY166" fmla="*/ 368911 h 656107"/>
                <a:gd name="csX167" fmla="*/ 261518 w 1136179"/>
                <a:gd name="csY167" fmla="*/ 318627 h 656107"/>
                <a:gd name="csX168" fmla="*/ 211734 w 1136179"/>
                <a:gd name="csY168" fmla="*/ 301541 h 656107"/>
                <a:gd name="csX169" fmla="*/ 199612 w 1136179"/>
                <a:gd name="csY169" fmla="*/ 268884 h 656107"/>
                <a:gd name="csX170" fmla="*/ 201987 w 1136179"/>
                <a:gd name="csY170" fmla="*/ 252879 h 656107"/>
                <a:gd name="csX171" fmla="*/ 230238 w 1136179"/>
                <a:gd name="csY171" fmla="*/ 255367 h 656107"/>
                <a:gd name="csX172" fmla="*/ 275805 w 1136179"/>
                <a:gd name="csY172" fmla="*/ 255367 h 656107"/>
                <a:gd name="csX173" fmla="*/ 306546 w 1136179"/>
                <a:gd name="csY173" fmla="*/ 275264 h 656107"/>
                <a:gd name="csX174" fmla="*/ 338797 w 1136179"/>
                <a:gd name="csY174" fmla="*/ 277319 h 656107"/>
                <a:gd name="csX175" fmla="*/ 364775 w 1136179"/>
                <a:gd name="csY175" fmla="*/ 293971 h 656107"/>
                <a:gd name="csX176" fmla="*/ 380580 w 1136179"/>
                <a:gd name="csY176" fmla="*/ 314734 h 656107"/>
                <a:gd name="csX177" fmla="*/ 386207 w 1136179"/>
                <a:gd name="csY177" fmla="*/ 317762 h 656107"/>
                <a:gd name="csX178" fmla="*/ 390213 w 1136179"/>
                <a:gd name="csY178" fmla="*/ 313869 h 656107"/>
                <a:gd name="csX179" fmla="*/ 382854 w 1136179"/>
                <a:gd name="csY179" fmla="*/ 285320 h 656107"/>
                <a:gd name="csX180" fmla="*/ 341941 w 1136179"/>
                <a:gd name="csY180" fmla="*/ 246932 h 656107"/>
                <a:gd name="csX181" fmla="*/ 483946 w 1136179"/>
                <a:gd name="csY181" fmla="*/ 221303 h 656107"/>
                <a:gd name="csX182" fmla="*/ 471170 w 1136179"/>
                <a:gd name="csY182" fmla="*/ 205407 h 656107"/>
                <a:gd name="csX183" fmla="*/ 550075 w 1136179"/>
                <a:gd name="csY183" fmla="*/ 195134 h 656107"/>
                <a:gd name="csX184" fmla="*/ 563175 w 1136179"/>
                <a:gd name="csY184" fmla="*/ 180967 h 656107"/>
                <a:gd name="csX185" fmla="*/ 488492 w 1136179"/>
                <a:gd name="csY185" fmla="*/ 175345 h 656107"/>
                <a:gd name="csX186" fmla="*/ 533736 w 1136179"/>
                <a:gd name="csY186" fmla="*/ 129602 h 656107"/>
                <a:gd name="csX187" fmla="*/ 486867 w 1136179"/>
                <a:gd name="csY187" fmla="*/ 143012 h 656107"/>
                <a:gd name="csX188" fmla="*/ 448767 w 1136179"/>
                <a:gd name="csY188" fmla="*/ 189294 h 656107"/>
                <a:gd name="csX189" fmla="*/ 364236 w 1136179"/>
                <a:gd name="csY189" fmla="*/ 219681 h 656107"/>
                <a:gd name="csX190" fmla="*/ 330898 w 1136179"/>
                <a:gd name="csY190" fmla="*/ 212652 h 656107"/>
                <a:gd name="csX191" fmla="*/ 350812 w 1136179"/>
                <a:gd name="csY191" fmla="*/ 193512 h 656107"/>
                <a:gd name="csX192" fmla="*/ 325704 w 1136179"/>
                <a:gd name="csY192" fmla="*/ 198486 h 656107"/>
                <a:gd name="csX193" fmla="*/ 313474 w 1136179"/>
                <a:gd name="csY193" fmla="*/ 193295 h 656107"/>
                <a:gd name="csX194" fmla="*/ 287712 w 1136179"/>
                <a:gd name="csY194" fmla="*/ 201514 h 656107"/>
                <a:gd name="csX195" fmla="*/ 284575 w 1136179"/>
                <a:gd name="csY195" fmla="*/ 216761 h 656107"/>
                <a:gd name="csX196" fmla="*/ 201771 w 1136179"/>
                <a:gd name="csY196" fmla="*/ 211354 h 656107"/>
                <a:gd name="csX197" fmla="*/ 224396 w 1136179"/>
                <a:gd name="csY197" fmla="*/ 185834 h 656107"/>
                <a:gd name="csX198" fmla="*/ 270179 w 1136179"/>
                <a:gd name="csY198" fmla="*/ 170046 h 656107"/>
                <a:gd name="csX199" fmla="*/ 255892 w 1136179"/>
                <a:gd name="csY199" fmla="*/ 163017 h 656107"/>
                <a:gd name="csX200" fmla="*/ 249396 w 1136179"/>
                <a:gd name="csY200" fmla="*/ 163125 h 656107"/>
                <a:gd name="csX201" fmla="*/ 190303 w 1136179"/>
                <a:gd name="csY201" fmla="*/ 187240 h 656107"/>
                <a:gd name="csX202" fmla="*/ 161074 w 1136179"/>
                <a:gd name="csY202" fmla="*/ 208867 h 656107"/>
                <a:gd name="csX203" fmla="*/ 95916 w 1136179"/>
                <a:gd name="csY203" fmla="*/ 177832 h 656107"/>
                <a:gd name="csX204" fmla="*/ 96247 w 1136179"/>
                <a:gd name="csY204" fmla="*/ 176209 h 656107"/>
                <a:gd name="csX205" fmla="*/ 175583 w 1136179"/>
                <a:gd name="csY205" fmla="*/ 174912 h 656107"/>
                <a:gd name="csX206" fmla="*/ 237597 w 1136179"/>
                <a:gd name="csY206" fmla="*/ 149067 h 656107"/>
                <a:gd name="csX207" fmla="*/ 235108 w 1136179"/>
                <a:gd name="csY207" fmla="*/ 141498 h 656107"/>
                <a:gd name="csX208" fmla="*/ 229374 w 1136179"/>
                <a:gd name="csY208" fmla="*/ 139767 h 656107"/>
                <a:gd name="csX209" fmla="*/ 157181 w 1136179"/>
                <a:gd name="csY209" fmla="*/ 160530 h 656107"/>
                <a:gd name="csX210" fmla="*/ 84340 w 1136179"/>
                <a:gd name="csY210" fmla="*/ 167883 h 656107"/>
                <a:gd name="csX211" fmla="*/ 66370 w 1136179"/>
                <a:gd name="csY211" fmla="*/ 154582 h 656107"/>
                <a:gd name="csX212" fmla="*/ 106095 w 1136179"/>
                <a:gd name="csY212" fmla="*/ 128845 h 656107"/>
                <a:gd name="csX213" fmla="*/ 107067 w 1136179"/>
                <a:gd name="csY213" fmla="*/ 118572 h 656107"/>
                <a:gd name="csX214" fmla="*/ 66910 w 1136179"/>
                <a:gd name="csY214" fmla="*/ 126250 h 656107"/>
                <a:gd name="csX215" fmla="*/ 55657 w 1136179"/>
                <a:gd name="csY215" fmla="*/ 122033 h 656107"/>
                <a:gd name="csX216" fmla="*/ 71996 w 1136179"/>
                <a:gd name="csY216" fmla="*/ 107759 h 656107"/>
                <a:gd name="csX217" fmla="*/ 59658 w 1136179"/>
                <a:gd name="csY217" fmla="*/ 100730 h 656107"/>
                <a:gd name="csX218" fmla="*/ 19176 w 1136179"/>
                <a:gd name="csY218" fmla="*/ 112733 h 656107"/>
                <a:gd name="csX219" fmla="*/ 1968 w 1136179"/>
                <a:gd name="csY219" fmla="*/ 102784 h 656107"/>
                <a:gd name="csX220" fmla="*/ 1212 w 1136179"/>
                <a:gd name="csY220" fmla="*/ 103433 h 656107"/>
                <a:gd name="csX221" fmla="*/ 42557 w 1136179"/>
                <a:gd name="csY221" fmla="*/ 77805 h 656107"/>
                <a:gd name="csX222" fmla="*/ 73190 w 1136179"/>
                <a:gd name="csY222" fmla="*/ 85698 h 656107"/>
                <a:gd name="csX223" fmla="*/ 89535 w 1136179"/>
                <a:gd name="csY223" fmla="*/ 81806 h 656107"/>
                <a:gd name="csX224" fmla="*/ 106203 w 1136179"/>
                <a:gd name="csY224" fmla="*/ 61368 h 656107"/>
                <a:gd name="csX225" fmla="*/ 141592 w 1136179"/>
                <a:gd name="csY225" fmla="*/ 58340 h 656107"/>
                <a:gd name="csX226" fmla="*/ 155987 w 1136179"/>
                <a:gd name="csY226" fmla="*/ 73155 h 656107"/>
                <a:gd name="csX227" fmla="*/ 173850 w 1136179"/>
                <a:gd name="csY227" fmla="*/ 66450 h 656107"/>
                <a:gd name="csX228" fmla="*/ 234461 w 1136179"/>
                <a:gd name="csY228" fmla="*/ 78129 h 656107"/>
                <a:gd name="csX229" fmla="*/ 236626 w 1136179"/>
                <a:gd name="csY229" fmla="*/ 62449 h 656107"/>
                <a:gd name="csX230" fmla="*/ 190519 w 1136179"/>
                <a:gd name="csY230" fmla="*/ 45904 h 656107"/>
                <a:gd name="csX231" fmla="*/ 232943 w 1136179"/>
                <a:gd name="csY231" fmla="*/ 35090 h 656107"/>
                <a:gd name="csX232" fmla="*/ 233489 w 1136179"/>
                <a:gd name="csY232" fmla="*/ 22222 h 656107"/>
                <a:gd name="csX233" fmla="*/ 256000 w 1136179"/>
                <a:gd name="csY233" fmla="*/ 18329 h 656107"/>
                <a:gd name="csX234" fmla="*/ 262604 w 1136179"/>
                <a:gd name="csY234" fmla="*/ 27953 h 656107"/>
                <a:gd name="csX235" fmla="*/ 315423 w 1136179"/>
                <a:gd name="csY235" fmla="*/ 37577 h 656107"/>
                <a:gd name="csX236" fmla="*/ 335445 w 1136179"/>
                <a:gd name="csY236" fmla="*/ 51743 h 656107"/>
                <a:gd name="csX237" fmla="*/ 390645 w 1136179"/>
                <a:gd name="csY237" fmla="*/ 62449 h 656107"/>
                <a:gd name="csX238" fmla="*/ 404069 w 1136179"/>
                <a:gd name="csY238" fmla="*/ 53041 h 656107"/>
                <a:gd name="csX239" fmla="*/ 343020 w 1136179"/>
                <a:gd name="csY239" fmla="*/ 26656 h 656107"/>
                <a:gd name="csX240" fmla="*/ 359041 w 1136179"/>
                <a:gd name="csY240" fmla="*/ 13895 h 656107"/>
                <a:gd name="csX241" fmla="*/ 358839 w 1136179"/>
                <a:gd name="csY241" fmla="*/ 1392 h 656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136179" h="656107">
                  <a:moveTo>
                    <a:pt x="819440" y="75284"/>
                  </a:moveTo>
                  <a:cubicBezTo>
                    <a:pt x="790672" y="77108"/>
                    <a:pt x="736244" y="83860"/>
                    <a:pt x="736244" y="83860"/>
                  </a:cubicBezTo>
                  <a:cubicBezTo>
                    <a:pt x="731913" y="84293"/>
                    <a:pt x="732237" y="84509"/>
                    <a:pt x="693813" y="104515"/>
                  </a:cubicBezTo>
                  <a:lnTo>
                    <a:pt x="693921" y="104515"/>
                  </a:lnTo>
                  <a:cubicBezTo>
                    <a:pt x="688835" y="107110"/>
                    <a:pt x="698576" y="106137"/>
                    <a:pt x="738517" y="106137"/>
                  </a:cubicBezTo>
                  <a:cubicBezTo>
                    <a:pt x="743172" y="106137"/>
                    <a:pt x="739057" y="106893"/>
                    <a:pt x="838307" y="81157"/>
                  </a:cubicBezTo>
                  <a:cubicBezTo>
                    <a:pt x="842638" y="80075"/>
                    <a:pt x="837120" y="76291"/>
                    <a:pt x="836688" y="75534"/>
                  </a:cubicBezTo>
                  <a:cubicBezTo>
                    <a:pt x="835767" y="74615"/>
                    <a:pt x="829029" y="74676"/>
                    <a:pt x="819440" y="75284"/>
                  </a:cubicBezTo>
                  <a:close/>
                  <a:moveTo>
                    <a:pt x="358438" y="0"/>
                  </a:moveTo>
                  <a:lnTo>
                    <a:pt x="385016" y="0"/>
                  </a:lnTo>
                  <a:lnTo>
                    <a:pt x="407746" y="5893"/>
                  </a:lnTo>
                  <a:cubicBezTo>
                    <a:pt x="409965" y="6488"/>
                    <a:pt x="410181" y="5542"/>
                    <a:pt x="408597" y="2000"/>
                  </a:cubicBezTo>
                  <a:lnTo>
                    <a:pt x="407575" y="0"/>
                  </a:lnTo>
                  <a:lnTo>
                    <a:pt x="585739" y="0"/>
                  </a:lnTo>
                  <a:lnTo>
                    <a:pt x="591642" y="3947"/>
                  </a:lnTo>
                  <a:cubicBezTo>
                    <a:pt x="593915" y="5461"/>
                    <a:pt x="596160" y="4677"/>
                    <a:pt x="598391" y="3190"/>
                  </a:cubicBezTo>
                  <a:lnTo>
                    <a:pt x="602667" y="0"/>
                  </a:lnTo>
                  <a:lnTo>
                    <a:pt x="880545" y="0"/>
                  </a:lnTo>
                  <a:lnTo>
                    <a:pt x="882904" y="1460"/>
                  </a:lnTo>
                  <a:cubicBezTo>
                    <a:pt x="883960" y="2109"/>
                    <a:pt x="884413" y="2622"/>
                    <a:pt x="886281" y="2517"/>
                  </a:cubicBezTo>
                  <a:lnTo>
                    <a:pt x="897547" y="0"/>
                  </a:lnTo>
                  <a:lnTo>
                    <a:pt x="1048348" y="0"/>
                  </a:lnTo>
                  <a:lnTo>
                    <a:pt x="1058354" y="15193"/>
                  </a:lnTo>
                  <a:cubicBezTo>
                    <a:pt x="1061167" y="19410"/>
                    <a:pt x="1063656" y="17464"/>
                    <a:pt x="1084872" y="12057"/>
                  </a:cubicBezTo>
                  <a:cubicBezTo>
                    <a:pt x="1089310" y="10976"/>
                    <a:pt x="1089202" y="11516"/>
                    <a:pt x="1128490" y="21141"/>
                  </a:cubicBezTo>
                  <a:cubicBezTo>
                    <a:pt x="1132604" y="22114"/>
                    <a:pt x="1132713" y="26223"/>
                    <a:pt x="1135850" y="40605"/>
                  </a:cubicBezTo>
                  <a:cubicBezTo>
                    <a:pt x="1137043" y="46228"/>
                    <a:pt x="1140720" y="42876"/>
                    <a:pt x="1026966" y="89592"/>
                  </a:cubicBezTo>
                  <a:cubicBezTo>
                    <a:pt x="1022635" y="91430"/>
                    <a:pt x="1031837" y="90132"/>
                    <a:pt x="878465" y="107218"/>
                  </a:cubicBezTo>
                  <a:cubicBezTo>
                    <a:pt x="873163" y="107867"/>
                    <a:pt x="883443" y="110570"/>
                    <a:pt x="901630" y="117166"/>
                  </a:cubicBezTo>
                  <a:cubicBezTo>
                    <a:pt x="906608" y="119005"/>
                    <a:pt x="901954" y="119113"/>
                    <a:pt x="819912" y="144633"/>
                  </a:cubicBezTo>
                  <a:cubicBezTo>
                    <a:pt x="815581" y="146039"/>
                    <a:pt x="820991" y="148310"/>
                    <a:pt x="831488" y="154582"/>
                  </a:cubicBezTo>
                  <a:cubicBezTo>
                    <a:pt x="835710" y="157178"/>
                    <a:pt x="824452" y="158800"/>
                    <a:pt x="998607" y="116734"/>
                  </a:cubicBezTo>
                  <a:cubicBezTo>
                    <a:pt x="1003370" y="115653"/>
                    <a:pt x="1006290" y="120519"/>
                    <a:pt x="1008132" y="121817"/>
                  </a:cubicBezTo>
                  <a:cubicBezTo>
                    <a:pt x="1011916" y="125277"/>
                    <a:pt x="1010837" y="124304"/>
                    <a:pt x="944594" y="157177"/>
                  </a:cubicBezTo>
                  <a:cubicBezTo>
                    <a:pt x="940485" y="159232"/>
                    <a:pt x="938320" y="161827"/>
                    <a:pt x="925220" y="175129"/>
                  </a:cubicBezTo>
                  <a:cubicBezTo>
                    <a:pt x="921651" y="178697"/>
                    <a:pt x="924572" y="176750"/>
                    <a:pt x="838523" y="222493"/>
                  </a:cubicBezTo>
                  <a:cubicBezTo>
                    <a:pt x="834415" y="224655"/>
                    <a:pt x="831596" y="229954"/>
                    <a:pt x="827163" y="236442"/>
                  </a:cubicBezTo>
                  <a:cubicBezTo>
                    <a:pt x="824128" y="240984"/>
                    <a:pt x="818826" y="239578"/>
                    <a:pt x="816552" y="240011"/>
                  </a:cubicBezTo>
                  <a:cubicBezTo>
                    <a:pt x="811358" y="240227"/>
                    <a:pt x="808761" y="233631"/>
                    <a:pt x="805516" y="230063"/>
                  </a:cubicBezTo>
                  <a:cubicBezTo>
                    <a:pt x="802049" y="225412"/>
                    <a:pt x="802049" y="237416"/>
                    <a:pt x="800969" y="241525"/>
                  </a:cubicBezTo>
                  <a:cubicBezTo>
                    <a:pt x="800100" y="246823"/>
                    <a:pt x="796207" y="243363"/>
                    <a:pt x="783647" y="236983"/>
                  </a:cubicBezTo>
                  <a:cubicBezTo>
                    <a:pt x="778776" y="234496"/>
                    <a:pt x="783539" y="244985"/>
                    <a:pt x="784517" y="251149"/>
                  </a:cubicBezTo>
                  <a:cubicBezTo>
                    <a:pt x="785920" y="256664"/>
                    <a:pt x="783869" y="255367"/>
                    <a:pt x="725417" y="262395"/>
                  </a:cubicBezTo>
                  <a:cubicBezTo>
                    <a:pt x="720115" y="263044"/>
                    <a:pt x="725963" y="271587"/>
                    <a:pt x="727691" y="278075"/>
                  </a:cubicBezTo>
                  <a:cubicBezTo>
                    <a:pt x="729532" y="283157"/>
                    <a:pt x="729964" y="281644"/>
                    <a:pt x="773798" y="271263"/>
                  </a:cubicBezTo>
                  <a:cubicBezTo>
                    <a:pt x="778776" y="270073"/>
                    <a:pt x="782783" y="275372"/>
                    <a:pt x="785704" y="277210"/>
                  </a:cubicBezTo>
                  <a:cubicBezTo>
                    <a:pt x="789927" y="280562"/>
                    <a:pt x="781488" y="282834"/>
                    <a:pt x="779106" y="284780"/>
                  </a:cubicBezTo>
                  <a:cubicBezTo>
                    <a:pt x="774884" y="287267"/>
                    <a:pt x="781157" y="291484"/>
                    <a:pt x="782027" y="292782"/>
                  </a:cubicBezTo>
                  <a:cubicBezTo>
                    <a:pt x="785704" y="296567"/>
                    <a:pt x="781704" y="296567"/>
                    <a:pt x="738733" y="313761"/>
                  </a:cubicBezTo>
                  <a:cubicBezTo>
                    <a:pt x="734294" y="315599"/>
                    <a:pt x="732777" y="314625"/>
                    <a:pt x="699770" y="309651"/>
                  </a:cubicBezTo>
                  <a:cubicBezTo>
                    <a:pt x="694461" y="308786"/>
                    <a:pt x="698468" y="318735"/>
                    <a:pt x="698792" y="325332"/>
                  </a:cubicBezTo>
                  <a:cubicBezTo>
                    <a:pt x="699662" y="330954"/>
                    <a:pt x="698036" y="329549"/>
                    <a:pt x="639368" y="334956"/>
                  </a:cubicBezTo>
                  <a:cubicBezTo>
                    <a:pt x="632009" y="335605"/>
                    <a:pt x="624325" y="344147"/>
                    <a:pt x="617289" y="344147"/>
                  </a:cubicBezTo>
                  <a:lnTo>
                    <a:pt x="556139" y="343606"/>
                  </a:lnTo>
                  <a:cubicBezTo>
                    <a:pt x="551484" y="343498"/>
                    <a:pt x="549211" y="349230"/>
                    <a:pt x="548017" y="350527"/>
                  </a:cubicBezTo>
                  <a:cubicBezTo>
                    <a:pt x="546830" y="352150"/>
                    <a:pt x="547370" y="353771"/>
                    <a:pt x="549211" y="353988"/>
                  </a:cubicBezTo>
                  <a:cubicBezTo>
                    <a:pt x="548671" y="353880"/>
                    <a:pt x="597376" y="360152"/>
                    <a:pt x="603218" y="360152"/>
                  </a:cubicBezTo>
                  <a:lnTo>
                    <a:pt x="644569" y="360692"/>
                  </a:lnTo>
                  <a:cubicBezTo>
                    <a:pt x="648893" y="360692"/>
                    <a:pt x="649001" y="364477"/>
                    <a:pt x="653764" y="381238"/>
                  </a:cubicBezTo>
                  <a:cubicBezTo>
                    <a:pt x="655389" y="386753"/>
                    <a:pt x="651605" y="384807"/>
                    <a:pt x="610692" y="380698"/>
                  </a:cubicBezTo>
                  <a:cubicBezTo>
                    <a:pt x="605821" y="380265"/>
                    <a:pt x="601059" y="376480"/>
                    <a:pt x="590448" y="369776"/>
                  </a:cubicBezTo>
                  <a:cubicBezTo>
                    <a:pt x="586441" y="367289"/>
                    <a:pt x="585146" y="368478"/>
                    <a:pt x="554081" y="375507"/>
                  </a:cubicBezTo>
                  <a:cubicBezTo>
                    <a:pt x="549751" y="376480"/>
                    <a:pt x="546614" y="380373"/>
                    <a:pt x="542499" y="384374"/>
                  </a:cubicBezTo>
                  <a:cubicBezTo>
                    <a:pt x="538822" y="388051"/>
                    <a:pt x="541743" y="387078"/>
                    <a:pt x="596512" y="389240"/>
                  </a:cubicBezTo>
                  <a:cubicBezTo>
                    <a:pt x="600837" y="389457"/>
                    <a:pt x="599757" y="395296"/>
                    <a:pt x="599865" y="396053"/>
                  </a:cubicBezTo>
                  <a:cubicBezTo>
                    <a:pt x="599865" y="403839"/>
                    <a:pt x="610362" y="394648"/>
                    <a:pt x="619023" y="397567"/>
                  </a:cubicBezTo>
                  <a:lnTo>
                    <a:pt x="657123" y="410219"/>
                  </a:lnTo>
                  <a:cubicBezTo>
                    <a:pt x="658856" y="410760"/>
                    <a:pt x="660368" y="413031"/>
                    <a:pt x="660368" y="415302"/>
                  </a:cubicBezTo>
                  <a:cubicBezTo>
                    <a:pt x="660584" y="414545"/>
                    <a:pt x="660908" y="420709"/>
                    <a:pt x="657015" y="420925"/>
                  </a:cubicBezTo>
                  <a:lnTo>
                    <a:pt x="641426" y="421682"/>
                  </a:lnTo>
                  <a:cubicBezTo>
                    <a:pt x="639591" y="421790"/>
                    <a:pt x="638289" y="423628"/>
                    <a:pt x="638505" y="425899"/>
                  </a:cubicBezTo>
                  <a:cubicBezTo>
                    <a:pt x="638721" y="425250"/>
                    <a:pt x="639368" y="430765"/>
                    <a:pt x="635800" y="431631"/>
                  </a:cubicBezTo>
                  <a:lnTo>
                    <a:pt x="604304" y="438984"/>
                  </a:lnTo>
                  <a:cubicBezTo>
                    <a:pt x="599865" y="439957"/>
                    <a:pt x="604412" y="441904"/>
                    <a:pt x="621296" y="452718"/>
                  </a:cubicBezTo>
                  <a:cubicBezTo>
                    <a:pt x="626059" y="455745"/>
                    <a:pt x="618375" y="461368"/>
                    <a:pt x="615670" y="465910"/>
                  </a:cubicBezTo>
                  <a:cubicBezTo>
                    <a:pt x="609498" y="474021"/>
                    <a:pt x="585470" y="458773"/>
                    <a:pt x="582441" y="468506"/>
                  </a:cubicBezTo>
                  <a:cubicBezTo>
                    <a:pt x="582441" y="467857"/>
                    <a:pt x="579951" y="474021"/>
                    <a:pt x="583844" y="475426"/>
                  </a:cubicBezTo>
                  <a:lnTo>
                    <a:pt x="603218" y="482563"/>
                  </a:lnTo>
                  <a:cubicBezTo>
                    <a:pt x="608088" y="484402"/>
                    <a:pt x="600729" y="489700"/>
                    <a:pt x="599001" y="492295"/>
                  </a:cubicBezTo>
                  <a:cubicBezTo>
                    <a:pt x="595103" y="496729"/>
                    <a:pt x="589368" y="491538"/>
                    <a:pt x="582873" y="489809"/>
                  </a:cubicBezTo>
                  <a:cubicBezTo>
                    <a:pt x="577894" y="487862"/>
                    <a:pt x="573995" y="493377"/>
                    <a:pt x="570103" y="495864"/>
                  </a:cubicBezTo>
                  <a:cubicBezTo>
                    <a:pt x="566204" y="498784"/>
                    <a:pt x="567067" y="497919"/>
                    <a:pt x="516629" y="491322"/>
                  </a:cubicBezTo>
                  <a:cubicBezTo>
                    <a:pt x="511651" y="490674"/>
                    <a:pt x="509054" y="496837"/>
                    <a:pt x="506672" y="499216"/>
                  </a:cubicBezTo>
                  <a:cubicBezTo>
                    <a:pt x="503535" y="503109"/>
                    <a:pt x="508838" y="503217"/>
                    <a:pt x="522370" y="506678"/>
                  </a:cubicBezTo>
                  <a:cubicBezTo>
                    <a:pt x="526808" y="507759"/>
                    <a:pt x="521830" y="512950"/>
                    <a:pt x="521392" y="513923"/>
                  </a:cubicBezTo>
                  <a:cubicBezTo>
                    <a:pt x="518255" y="518465"/>
                    <a:pt x="525075" y="521385"/>
                    <a:pt x="526916" y="523547"/>
                  </a:cubicBezTo>
                  <a:cubicBezTo>
                    <a:pt x="530809" y="526900"/>
                    <a:pt x="526262" y="527981"/>
                    <a:pt x="495312" y="546148"/>
                  </a:cubicBezTo>
                  <a:cubicBezTo>
                    <a:pt x="490874" y="548744"/>
                    <a:pt x="493147" y="547878"/>
                    <a:pt x="408285" y="542363"/>
                  </a:cubicBezTo>
                  <a:cubicBezTo>
                    <a:pt x="403307" y="542039"/>
                    <a:pt x="406990" y="550690"/>
                    <a:pt x="407206" y="554259"/>
                  </a:cubicBezTo>
                  <a:cubicBezTo>
                    <a:pt x="408285" y="559882"/>
                    <a:pt x="410559" y="558260"/>
                    <a:pt x="468141" y="560314"/>
                  </a:cubicBezTo>
                  <a:cubicBezTo>
                    <a:pt x="472579" y="560423"/>
                    <a:pt x="474637" y="566153"/>
                    <a:pt x="475176" y="566910"/>
                  </a:cubicBezTo>
                  <a:cubicBezTo>
                    <a:pt x="478205" y="572317"/>
                    <a:pt x="470738" y="575454"/>
                    <a:pt x="464788" y="582807"/>
                  </a:cubicBezTo>
                  <a:cubicBezTo>
                    <a:pt x="461321" y="586375"/>
                    <a:pt x="466191" y="587024"/>
                    <a:pt x="482752" y="593512"/>
                  </a:cubicBezTo>
                  <a:cubicBezTo>
                    <a:pt x="486975" y="595243"/>
                    <a:pt x="488492" y="592755"/>
                    <a:pt x="507758" y="576643"/>
                  </a:cubicBezTo>
                  <a:cubicBezTo>
                    <a:pt x="512089" y="573074"/>
                    <a:pt x="516521" y="579995"/>
                    <a:pt x="521068" y="582807"/>
                  </a:cubicBezTo>
                  <a:cubicBezTo>
                    <a:pt x="524643" y="585618"/>
                    <a:pt x="523773" y="589511"/>
                    <a:pt x="523557" y="605083"/>
                  </a:cubicBezTo>
                  <a:cubicBezTo>
                    <a:pt x="523449" y="610274"/>
                    <a:pt x="521722" y="610814"/>
                    <a:pt x="503535" y="626819"/>
                  </a:cubicBezTo>
                  <a:cubicBezTo>
                    <a:pt x="499313" y="630603"/>
                    <a:pt x="495312" y="622710"/>
                    <a:pt x="490436" y="618817"/>
                  </a:cubicBezTo>
                  <a:cubicBezTo>
                    <a:pt x="486975" y="615356"/>
                    <a:pt x="485457" y="619033"/>
                    <a:pt x="470630" y="637521"/>
                  </a:cubicBezTo>
                  <a:cubicBezTo>
                    <a:pt x="467493" y="641528"/>
                    <a:pt x="469227" y="640226"/>
                    <a:pt x="411645" y="655911"/>
                  </a:cubicBezTo>
                  <a:cubicBezTo>
                    <a:pt x="407206" y="657098"/>
                    <a:pt x="403631" y="652558"/>
                    <a:pt x="402444" y="651904"/>
                  </a:cubicBezTo>
                  <a:cubicBezTo>
                    <a:pt x="398760" y="648773"/>
                    <a:pt x="402552" y="645960"/>
                    <a:pt x="413480" y="632009"/>
                  </a:cubicBezTo>
                  <a:cubicBezTo>
                    <a:pt x="417379" y="627143"/>
                    <a:pt x="407314" y="624656"/>
                    <a:pt x="401466" y="620222"/>
                  </a:cubicBezTo>
                  <a:cubicBezTo>
                    <a:pt x="397033" y="617519"/>
                    <a:pt x="393890" y="624331"/>
                    <a:pt x="391293" y="626602"/>
                  </a:cubicBezTo>
                  <a:cubicBezTo>
                    <a:pt x="387508" y="630820"/>
                    <a:pt x="381444" y="628549"/>
                    <a:pt x="376574" y="628873"/>
                  </a:cubicBezTo>
                  <a:cubicBezTo>
                    <a:pt x="372459" y="628657"/>
                    <a:pt x="370293" y="625737"/>
                    <a:pt x="364559" y="619790"/>
                  </a:cubicBezTo>
                  <a:cubicBezTo>
                    <a:pt x="360553" y="615572"/>
                    <a:pt x="358933" y="626278"/>
                    <a:pt x="356552" y="630711"/>
                  </a:cubicBezTo>
                  <a:cubicBezTo>
                    <a:pt x="354711" y="635254"/>
                    <a:pt x="351466" y="634497"/>
                    <a:pt x="338690" y="634821"/>
                  </a:cubicBezTo>
                  <a:cubicBezTo>
                    <a:pt x="334257" y="634929"/>
                    <a:pt x="331654" y="630279"/>
                    <a:pt x="324078" y="620871"/>
                  </a:cubicBezTo>
                  <a:cubicBezTo>
                    <a:pt x="320725" y="616654"/>
                    <a:pt x="319747" y="625845"/>
                    <a:pt x="318884" y="627792"/>
                  </a:cubicBezTo>
                  <a:cubicBezTo>
                    <a:pt x="317366" y="633091"/>
                    <a:pt x="313797" y="631144"/>
                    <a:pt x="285438" y="628333"/>
                  </a:cubicBezTo>
                  <a:cubicBezTo>
                    <a:pt x="280784" y="627900"/>
                    <a:pt x="276891" y="622926"/>
                    <a:pt x="270827" y="616870"/>
                  </a:cubicBezTo>
                  <a:cubicBezTo>
                    <a:pt x="267043" y="612977"/>
                    <a:pt x="261842" y="614599"/>
                    <a:pt x="258273" y="614275"/>
                  </a:cubicBezTo>
                  <a:cubicBezTo>
                    <a:pt x="256324" y="614275"/>
                    <a:pt x="255136" y="616113"/>
                    <a:pt x="255568" y="618276"/>
                  </a:cubicBezTo>
                  <a:cubicBezTo>
                    <a:pt x="255244" y="617519"/>
                    <a:pt x="255892" y="625196"/>
                    <a:pt x="259791" y="627684"/>
                  </a:cubicBezTo>
                  <a:lnTo>
                    <a:pt x="270179" y="634388"/>
                  </a:lnTo>
                  <a:cubicBezTo>
                    <a:pt x="271805" y="635470"/>
                    <a:pt x="273100" y="638067"/>
                    <a:pt x="273100" y="640334"/>
                  </a:cubicBezTo>
                  <a:cubicBezTo>
                    <a:pt x="273316" y="639578"/>
                    <a:pt x="273316" y="645205"/>
                    <a:pt x="269748" y="644550"/>
                  </a:cubicBezTo>
                  <a:lnTo>
                    <a:pt x="216496" y="633956"/>
                  </a:lnTo>
                  <a:cubicBezTo>
                    <a:pt x="211512" y="632983"/>
                    <a:pt x="210432" y="625845"/>
                    <a:pt x="208699" y="622601"/>
                  </a:cubicBezTo>
                  <a:cubicBezTo>
                    <a:pt x="206749" y="617627"/>
                    <a:pt x="203504" y="622169"/>
                    <a:pt x="190195" y="633307"/>
                  </a:cubicBezTo>
                  <a:cubicBezTo>
                    <a:pt x="186080" y="636765"/>
                    <a:pt x="181425" y="631252"/>
                    <a:pt x="164001" y="618709"/>
                  </a:cubicBezTo>
                  <a:cubicBezTo>
                    <a:pt x="159346" y="615356"/>
                    <a:pt x="162051" y="626602"/>
                    <a:pt x="161836" y="631577"/>
                  </a:cubicBezTo>
                  <a:cubicBezTo>
                    <a:pt x="162160" y="637089"/>
                    <a:pt x="159023" y="635146"/>
                    <a:pt x="132721" y="630820"/>
                  </a:cubicBezTo>
                  <a:cubicBezTo>
                    <a:pt x="128498" y="630063"/>
                    <a:pt x="127527" y="626494"/>
                    <a:pt x="121894" y="614707"/>
                  </a:cubicBezTo>
                  <a:cubicBezTo>
                    <a:pt x="119189" y="609084"/>
                    <a:pt x="116484" y="620006"/>
                    <a:pt x="112261" y="626710"/>
                  </a:cubicBezTo>
                  <a:cubicBezTo>
                    <a:pt x="109988" y="631360"/>
                    <a:pt x="107283" y="627900"/>
                    <a:pt x="92132" y="616870"/>
                  </a:cubicBezTo>
                  <a:cubicBezTo>
                    <a:pt x="88557" y="614166"/>
                    <a:pt x="89535" y="610490"/>
                    <a:pt x="90506" y="594377"/>
                  </a:cubicBezTo>
                  <a:cubicBezTo>
                    <a:pt x="90830" y="588862"/>
                    <a:pt x="92132" y="589511"/>
                    <a:pt x="126765" y="571128"/>
                  </a:cubicBezTo>
                  <a:cubicBezTo>
                    <a:pt x="130879" y="568857"/>
                    <a:pt x="132505" y="569506"/>
                    <a:pt x="162591" y="569506"/>
                  </a:cubicBezTo>
                  <a:cubicBezTo>
                    <a:pt x="166922" y="569506"/>
                    <a:pt x="167786" y="565829"/>
                    <a:pt x="174282" y="551663"/>
                  </a:cubicBezTo>
                  <a:cubicBezTo>
                    <a:pt x="178288" y="543120"/>
                    <a:pt x="153936" y="547554"/>
                    <a:pt x="154368" y="537714"/>
                  </a:cubicBezTo>
                  <a:cubicBezTo>
                    <a:pt x="154368" y="538471"/>
                    <a:pt x="155124" y="532090"/>
                    <a:pt x="152095" y="528846"/>
                  </a:cubicBezTo>
                  <a:lnTo>
                    <a:pt x="136829" y="512733"/>
                  </a:lnTo>
                  <a:cubicBezTo>
                    <a:pt x="133369" y="509057"/>
                    <a:pt x="136937" y="509165"/>
                    <a:pt x="166706" y="499216"/>
                  </a:cubicBezTo>
                  <a:cubicBezTo>
                    <a:pt x="171037" y="497702"/>
                    <a:pt x="171900" y="498459"/>
                    <a:pt x="206749" y="505705"/>
                  </a:cubicBezTo>
                  <a:cubicBezTo>
                    <a:pt x="211188" y="506678"/>
                    <a:pt x="210864" y="507651"/>
                    <a:pt x="233381" y="544742"/>
                  </a:cubicBezTo>
                  <a:cubicBezTo>
                    <a:pt x="236194" y="549392"/>
                    <a:pt x="236734" y="547987"/>
                    <a:pt x="297884" y="547987"/>
                  </a:cubicBezTo>
                  <a:cubicBezTo>
                    <a:pt x="302431" y="547987"/>
                    <a:pt x="301351" y="547878"/>
                    <a:pt x="339775" y="508949"/>
                  </a:cubicBezTo>
                  <a:cubicBezTo>
                    <a:pt x="343020" y="505597"/>
                    <a:pt x="342480" y="500839"/>
                    <a:pt x="342696" y="490781"/>
                  </a:cubicBezTo>
                  <a:cubicBezTo>
                    <a:pt x="342912" y="484942"/>
                    <a:pt x="340855" y="488619"/>
                    <a:pt x="301351" y="527549"/>
                  </a:cubicBezTo>
                  <a:cubicBezTo>
                    <a:pt x="296049" y="532739"/>
                    <a:pt x="283819" y="528954"/>
                    <a:pt x="274186" y="532415"/>
                  </a:cubicBezTo>
                  <a:lnTo>
                    <a:pt x="262280" y="536632"/>
                  </a:lnTo>
                  <a:cubicBezTo>
                    <a:pt x="257949" y="538146"/>
                    <a:pt x="254158" y="534685"/>
                    <a:pt x="246151" y="529603"/>
                  </a:cubicBezTo>
                  <a:cubicBezTo>
                    <a:pt x="242036" y="526900"/>
                    <a:pt x="249828" y="526359"/>
                    <a:pt x="255244" y="525386"/>
                  </a:cubicBezTo>
                  <a:cubicBezTo>
                    <a:pt x="259791" y="524521"/>
                    <a:pt x="256216" y="522034"/>
                    <a:pt x="233705" y="497162"/>
                  </a:cubicBezTo>
                  <a:cubicBezTo>
                    <a:pt x="230454" y="493593"/>
                    <a:pt x="235324" y="492512"/>
                    <a:pt x="249072" y="486132"/>
                  </a:cubicBezTo>
                  <a:cubicBezTo>
                    <a:pt x="254050" y="483861"/>
                    <a:pt x="252539" y="475750"/>
                    <a:pt x="253726" y="468614"/>
                  </a:cubicBezTo>
                  <a:cubicBezTo>
                    <a:pt x="254266" y="463207"/>
                    <a:pt x="252971" y="465153"/>
                    <a:pt x="215195" y="481265"/>
                  </a:cubicBezTo>
                  <a:cubicBezTo>
                    <a:pt x="210756" y="483212"/>
                    <a:pt x="211188" y="475102"/>
                    <a:pt x="210540" y="473264"/>
                  </a:cubicBezTo>
                  <a:cubicBezTo>
                    <a:pt x="209676" y="467640"/>
                    <a:pt x="206641" y="470019"/>
                    <a:pt x="169843" y="479211"/>
                  </a:cubicBezTo>
                  <a:cubicBezTo>
                    <a:pt x="165404" y="480293"/>
                    <a:pt x="165944" y="475967"/>
                    <a:pt x="162375" y="449473"/>
                  </a:cubicBezTo>
                  <a:cubicBezTo>
                    <a:pt x="161296" y="441471"/>
                    <a:pt x="173742" y="439416"/>
                    <a:pt x="180232" y="429468"/>
                  </a:cubicBezTo>
                  <a:lnTo>
                    <a:pt x="190843" y="413247"/>
                  </a:lnTo>
                  <a:cubicBezTo>
                    <a:pt x="193656" y="408922"/>
                    <a:pt x="196037" y="410003"/>
                    <a:pt x="220821" y="410003"/>
                  </a:cubicBezTo>
                  <a:cubicBezTo>
                    <a:pt x="225475" y="410003"/>
                    <a:pt x="228726" y="407732"/>
                    <a:pt x="249288" y="397783"/>
                  </a:cubicBezTo>
                  <a:cubicBezTo>
                    <a:pt x="255676" y="394648"/>
                    <a:pt x="267258" y="404921"/>
                    <a:pt x="275590" y="404488"/>
                  </a:cubicBezTo>
                  <a:cubicBezTo>
                    <a:pt x="275050" y="404596"/>
                    <a:pt x="296049" y="402758"/>
                    <a:pt x="301244" y="404704"/>
                  </a:cubicBezTo>
                  <a:lnTo>
                    <a:pt x="334473" y="417140"/>
                  </a:lnTo>
                  <a:cubicBezTo>
                    <a:pt x="339344" y="418978"/>
                    <a:pt x="333063" y="410543"/>
                    <a:pt x="331654" y="407408"/>
                  </a:cubicBezTo>
                  <a:cubicBezTo>
                    <a:pt x="328949" y="402650"/>
                    <a:pt x="333387" y="404056"/>
                    <a:pt x="372459" y="404056"/>
                  </a:cubicBezTo>
                  <a:cubicBezTo>
                    <a:pt x="377875" y="404056"/>
                    <a:pt x="377875" y="394755"/>
                    <a:pt x="381120" y="386429"/>
                  </a:cubicBezTo>
                  <a:cubicBezTo>
                    <a:pt x="382746" y="380914"/>
                    <a:pt x="376034" y="380265"/>
                    <a:pt x="374516" y="379184"/>
                  </a:cubicBezTo>
                  <a:cubicBezTo>
                    <a:pt x="370624" y="377346"/>
                    <a:pt x="368674" y="380481"/>
                    <a:pt x="358171" y="390646"/>
                  </a:cubicBezTo>
                  <a:cubicBezTo>
                    <a:pt x="354387" y="394323"/>
                    <a:pt x="356768" y="393350"/>
                    <a:pt x="269748" y="383509"/>
                  </a:cubicBezTo>
                  <a:cubicBezTo>
                    <a:pt x="264769" y="382969"/>
                    <a:pt x="270071" y="375507"/>
                    <a:pt x="270827" y="372479"/>
                  </a:cubicBezTo>
                  <a:cubicBezTo>
                    <a:pt x="272776" y="367938"/>
                    <a:pt x="275805" y="368911"/>
                    <a:pt x="290309" y="368911"/>
                  </a:cubicBezTo>
                  <a:cubicBezTo>
                    <a:pt x="295179" y="368911"/>
                    <a:pt x="292150" y="366532"/>
                    <a:pt x="261518" y="318627"/>
                  </a:cubicBezTo>
                  <a:cubicBezTo>
                    <a:pt x="258597" y="313977"/>
                    <a:pt x="254806" y="314085"/>
                    <a:pt x="211734" y="301541"/>
                  </a:cubicBezTo>
                  <a:cubicBezTo>
                    <a:pt x="207295" y="300243"/>
                    <a:pt x="207403" y="296891"/>
                    <a:pt x="199612" y="268884"/>
                  </a:cubicBezTo>
                  <a:cubicBezTo>
                    <a:pt x="198202" y="263909"/>
                    <a:pt x="200151" y="259367"/>
                    <a:pt x="201987" y="252879"/>
                  </a:cubicBezTo>
                  <a:cubicBezTo>
                    <a:pt x="204152" y="245094"/>
                    <a:pt x="216604" y="255367"/>
                    <a:pt x="230238" y="255367"/>
                  </a:cubicBezTo>
                  <a:lnTo>
                    <a:pt x="275805" y="255367"/>
                  </a:lnTo>
                  <a:cubicBezTo>
                    <a:pt x="280460" y="255367"/>
                    <a:pt x="281438" y="256988"/>
                    <a:pt x="306546" y="275264"/>
                  </a:cubicBezTo>
                  <a:cubicBezTo>
                    <a:pt x="310445" y="278075"/>
                    <a:pt x="312280" y="277319"/>
                    <a:pt x="338797" y="277319"/>
                  </a:cubicBezTo>
                  <a:cubicBezTo>
                    <a:pt x="345078" y="277319"/>
                    <a:pt x="362394" y="290835"/>
                    <a:pt x="364775" y="293971"/>
                  </a:cubicBezTo>
                  <a:lnTo>
                    <a:pt x="380580" y="314734"/>
                  </a:lnTo>
                  <a:cubicBezTo>
                    <a:pt x="381768" y="316464"/>
                    <a:pt x="384365" y="317762"/>
                    <a:pt x="386207" y="317762"/>
                  </a:cubicBezTo>
                  <a:cubicBezTo>
                    <a:pt x="385559" y="317978"/>
                    <a:pt x="391401" y="318411"/>
                    <a:pt x="390213" y="313869"/>
                  </a:cubicBezTo>
                  <a:lnTo>
                    <a:pt x="382854" y="285320"/>
                  </a:lnTo>
                  <a:cubicBezTo>
                    <a:pt x="381444" y="280022"/>
                    <a:pt x="381552" y="281211"/>
                    <a:pt x="341941" y="246932"/>
                  </a:cubicBezTo>
                  <a:cubicBezTo>
                    <a:pt x="337610" y="243147"/>
                    <a:pt x="337826" y="244877"/>
                    <a:pt x="483946" y="221303"/>
                  </a:cubicBezTo>
                  <a:cubicBezTo>
                    <a:pt x="488492" y="220546"/>
                    <a:pt x="484054" y="217627"/>
                    <a:pt x="471170" y="205407"/>
                  </a:cubicBezTo>
                  <a:cubicBezTo>
                    <a:pt x="467385" y="201838"/>
                    <a:pt x="468141" y="202811"/>
                    <a:pt x="550075" y="195134"/>
                  </a:cubicBezTo>
                  <a:cubicBezTo>
                    <a:pt x="554513" y="194701"/>
                    <a:pt x="556895" y="189943"/>
                    <a:pt x="563175" y="180967"/>
                  </a:cubicBezTo>
                  <a:cubicBezTo>
                    <a:pt x="566312" y="176534"/>
                    <a:pt x="563823" y="177724"/>
                    <a:pt x="488492" y="175345"/>
                  </a:cubicBezTo>
                  <a:cubicBezTo>
                    <a:pt x="483514" y="175237"/>
                    <a:pt x="486975" y="173723"/>
                    <a:pt x="533736" y="129602"/>
                  </a:cubicBezTo>
                  <a:cubicBezTo>
                    <a:pt x="538168" y="125385"/>
                    <a:pt x="528428" y="129602"/>
                    <a:pt x="486867" y="143012"/>
                  </a:cubicBezTo>
                  <a:cubicBezTo>
                    <a:pt x="482428" y="144525"/>
                    <a:pt x="482536" y="145390"/>
                    <a:pt x="448767" y="189294"/>
                  </a:cubicBezTo>
                  <a:cubicBezTo>
                    <a:pt x="445522" y="193403"/>
                    <a:pt x="447795" y="191782"/>
                    <a:pt x="364236" y="219681"/>
                  </a:cubicBezTo>
                  <a:cubicBezTo>
                    <a:pt x="359689" y="221195"/>
                    <a:pt x="356120" y="219465"/>
                    <a:pt x="330898" y="212652"/>
                  </a:cubicBezTo>
                  <a:cubicBezTo>
                    <a:pt x="326352" y="211463"/>
                    <a:pt x="331330" y="208975"/>
                    <a:pt x="350812" y="193512"/>
                  </a:cubicBezTo>
                  <a:cubicBezTo>
                    <a:pt x="355466" y="189835"/>
                    <a:pt x="343890" y="193836"/>
                    <a:pt x="325704" y="198486"/>
                  </a:cubicBezTo>
                  <a:cubicBezTo>
                    <a:pt x="321373" y="199567"/>
                    <a:pt x="317366" y="195999"/>
                    <a:pt x="313474" y="193295"/>
                  </a:cubicBezTo>
                  <a:cubicBezTo>
                    <a:pt x="309575" y="190700"/>
                    <a:pt x="307302" y="192755"/>
                    <a:pt x="287712" y="201514"/>
                  </a:cubicBezTo>
                  <a:cubicBezTo>
                    <a:pt x="282841" y="203677"/>
                    <a:pt x="285115" y="211679"/>
                    <a:pt x="284575" y="216761"/>
                  </a:cubicBezTo>
                  <a:cubicBezTo>
                    <a:pt x="284575" y="222385"/>
                    <a:pt x="285978" y="221087"/>
                    <a:pt x="201771" y="211354"/>
                  </a:cubicBezTo>
                  <a:cubicBezTo>
                    <a:pt x="196576" y="210706"/>
                    <a:pt x="203612" y="205948"/>
                    <a:pt x="224396" y="185834"/>
                  </a:cubicBezTo>
                  <a:cubicBezTo>
                    <a:pt x="227964" y="182482"/>
                    <a:pt x="228511" y="182806"/>
                    <a:pt x="270179" y="170046"/>
                  </a:cubicBezTo>
                  <a:cubicBezTo>
                    <a:pt x="274726" y="168640"/>
                    <a:pt x="267690" y="167018"/>
                    <a:pt x="255892" y="163017"/>
                  </a:cubicBezTo>
                  <a:cubicBezTo>
                    <a:pt x="254050" y="162368"/>
                    <a:pt x="251129" y="162476"/>
                    <a:pt x="249396" y="163125"/>
                  </a:cubicBezTo>
                  <a:cubicBezTo>
                    <a:pt x="250044" y="162909"/>
                    <a:pt x="195281" y="183563"/>
                    <a:pt x="190303" y="187240"/>
                  </a:cubicBezTo>
                  <a:lnTo>
                    <a:pt x="161074" y="208867"/>
                  </a:lnTo>
                  <a:cubicBezTo>
                    <a:pt x="156965" y="211895"/>
                    <a:pt x="157613" y="210489"/>
                    <a:pt x="95916" y="177832"/>
                  </a:cubicBezTo>
                  <a:cubicBezTo>
                    <a:pt x="94297" y="176967"/>
                    <a:pt x="94405" y="176209"/>
                    <a:pt x="96247" y="176209"/>
                  </a:cubicBezTo>
                  <a:cubicBezTo>
                    <a:pt x="95700" y="176209"/>
                    <a:pt x="170059" y="177183"/>
                    <a:pt x="175583" y="174912"/>
                  </a:cubicBezTo>
                  <a:lnTo>
                    <a:pt x="237597" y="149067"/>
                  </a:lnTo>
                  <a:cubicBezTo>
                    <a:pt x="242036" y="147121"/>
                    <a:pt x="235762" y="142579"/>
                    <a:pt x="235108" y="141498"/>
                  </a:cubicBezTo>
                  <a:cubicBezTo>
                    <a:pt x="233813" y="139984"/>
                    <a:pt x="231216" y="139226"/>
                    <a:pt x="229374" y="139767"/>
                  </a:cubicBezTo>
                  <a:cubicBezTo>
                    <a:pt x="229914" y="139551"/>
                    <a:pt x="162699" y="159989"/>
                    <a:pt x="157181" y="160530"/>
                  </a:cubicBezTo>
                  <a:lnTo>
                    <a:pt x="84340" y="167883"/>
                  </a:lnTo>
                  <a:cubicBezTo>
                    <a:pt x="79902" y="168208"/>
                    <a:pt x="77952" y="165396"/>
                    <a:pt x="66370" y="154582"/>
                  </a:cubicBezTo>
                  <a:cubicBezTo>
                    <a:pt x="62471" y="151014"/>
                    <a:pt x="67125" y="150257"/>
                    <a:pt x="106095" y="128845"/>
                  </a:cubicBezTo>
                  <a:cubicBezTo>
                    <a:pt x="110312" y="126467"/>
                    <a:pt x="107175" y="120195"/>
                    <a:pt x="107067" y="118572"/>
                  </a:cubicBezTo>
                  <a:cubicBezTo>
                    <a:pt x="105765" y="113165"/>
                    <a:pt x="103606" y="115437"/>
                    <a:pt x="66910" y="126250"/>
                  </a:cubicBezTo>
                  <a:cubicBezTo>
                    <a:pt x="62147" y="127764"/>
                    <a:pt x="58147" y="123330"/>
                    <a:pt x="55657" y="122033"/>
                  </a:cubicBezTo>
                  <a:cubicBezTo>
                    <a:pt x="51650" y="119437"/>
                    <a:pt x="56845" y="117491"/>
                    <a:pt x="71996" y="107759"/>
                  </a:cubicBezTo>
                  <a:cubicBezTo>
                    <a:pt x="76003" y="105272"/>
                    <a:pt x="70377" y="104298"/>
                    <a:pt x="59658" y="100730"/>
                  </a:cubicBezTo>
                  <a:cubicBezTo>
                    <a:pt x="55327" y="99216"/>
                    <a:pt x="55003" y="100081"/>
                    <a:pt x="19176" y="112733"/>
                  </a:cubicBezTo>
                  <a:cubicBezTo>
                    <a:pt x="15068" y="114247"/>
                    <a:pt x="12903" y="111436"/>
                    <a:pt x="1968" y="102784"/>
                  </a:cubicBezTo>
                  <a:lnTo>
                    <a:pt x="1212" y="103433"/>
                  </a:lnTo>
                  <a:cubicBezTo>
                    <a:pt x="-2687" y="100297"/>
                    <a:pt x="781" y="99865"/>
                    <a:pt x="42557" y="77805"/>
                  </a:cubicBezTo>
                  <a:cubicBezTo>
                    <a:pt x="46564" y="75642"/>
                    <a:pt x="47968" y="76939"/>
                    <a:pt x="73190" y="85698"/>
                  </a:cubicBezTo>
                  <a:cubicBezTo>
                    <a:pt x="77520" y="87212"/>
                    <a:pt x="82175" y="84617"/>
                    <a:pt x="89535" y="81806"/>
                  </a:cubicBezTo>
                  <a:cubicBezTo>
                    <a:pt x="94189" y="80075"/>
                    <a:pt x="96786" y="74885"/>
                    <a:pt x="106203" y="61368"/>
                  </a:cubicBezTo>
                  <a:cubicBezTo>
                    <a:pt x="109124" y="57258"/>
                    <a:pt x="110750" y="58340"/>
                    <a:pt x="141592" y="58340"/>
                  </a:cubicBezTo>
                  <a:cubicBezTo>
                    <a:pt x="145923" y="58340"/>
                    <a:pt x="147440" y="61584"/>
                    <a:pt x="155987" y="73155"/>
                  </a:cubicBezTo>
                  <a:cubicBezTo>
                    <a:pt x="158807" y="76939"/>
                    <a:pt x="161404" y="74236"/>
                    <a:pt x="173850" y="66450"/>
                  </a:cubicBezTo>
                  <a:cubicBezTo>
                    <a:pt x="177958" y="63963"/>
                    <a:pt x="175907" y="64503"/>
                    <a:pt x="234461" y="78129"/>
                  </a:cubicBezTo>
                  <a:cubicBezTo>
                    <a:pt x="239763" y="79427"/>
                    <a:pt x="236518" y="69046"/>
                    <a:pt x="236626" y="62449"/>
                  </a:cubicBezTo>
                  <a:cubicBezTo>
                    <a:pt x="236194" y="56826"/>
                    <a:pt x="234029" y="57691"/>
                    <a:pt x="190519" y="45904"/>
                  </a:cubicBezTo>
                  <a:cubicBezTo>
                    <a:pt x="185648" y="44606"/>
                    <a:pt x="191490" y="44174"/>
                    <a:pt x="232943" y="35090"/>
                  </a:cubicBezTo>
                  <a:cubicBezTo>
                    <a:pt x="237921" y="34009"/>
                    <a:pt x="233921" y="26007"/>
                    <a:pt x="233489" y="22222"/>
                  </a:cubicBezTo>
                  <a:cubicBezTo>
                    <a:pt x="232295" y="17031"/>
                    <a:pt x="236626" y="18329"/>
                    <a:pt x="256000" y="18329"/>
                  </a:cubicBezTo>
                  <a:cubicBezTo>
                    <a:pt x="260762" y="18329"/>
                    <a:pt x="261518" y="25790"/>
                    <a:pt x="262604" y="27953"/>
                  </a:cubicBezTo>
                  <a:cubicBezTo>
                    <a:pt x="264439" y="33252"/>
                    <a:pt x="264661" y="31738"/>
                    <a:pt x="315423" y="37577"/>
                  </a:cubicBezTo>
                  <a:cubicBezTo>
                    <a:pt x="320294" y="38226"/>
                    <a:pt x="324294" y="42552"/>
                    <a:pt x="335445" y="51743"/>
                  </a:cubicBezTo>
                  <a:cubicBezTo>
                    <a:pt x="339236" y="54879"/>
                    <a:pt x="337826" y="54014"/>
                    <a:pt x="390645" y="62449"/>
                  </a:cubicBezTo>
                  <a:cubicBezTo>
                    <a:pt x="394976" y="63098"/>
                    <a:pt x="397573" y="59421"/>
                    <a:pt x="404069" y="53041"/>
                  </a:cubicBezTo>
                  <a:cubicBezTo>
                    <a:pt x="407854" y="49256"/>
                    <a:pt x="405904" y="50121"/>
                    <a:pt x="343020" y="26656"/>
                  </a:cubicBezTo>
                  <a:cubicBezTo>
                    <a:pt x="338474" y="25033"/>
                    <a:pt x="344754" y="22438"/>
                    <a:pt x="359041" y="13895"/>
                  </a:cubicBezTo>
                  <a:cubicBezTo>
                    <a:pt x="362343" y="11895"/>
                    <a:pt x="360530" y="6272"/>
                    <a:pt x="358839" y="13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F904C70B-E2C0-1858-2121-435339A5B885}"/>
                </a:ext>
              </a:extLst>
            </p:cNvPr>
            <p:cNvSpPr/>
            <p:nvPr/>
          </p:nvSpPr>
          <p:spPr>
            <a:xfrm>
              <a:off x="2351400" y="3335553"/>
              <a:ext cx="69142" cy="21197"/>
            </a:xfrm>
            <a:custGeom>
              <a:avLst/>
              <a:gdLst>
                <a:gd name="csX0" fmla="*/ 47632 w 79739"/>
                <a:gd name="csY0" fmla="*/ 15610 h 24446"/>
                <a:gd name="csX1" fmla="*/ 67546 w 79739"/>
                <a:gd name="csY1" fmla="*/ 24042 h 24446"/>
                <a:gd name="csX2" fmla="*/ 79128 w 79739"/>
                <a:gd name="csY2" fmla="*/ 12473 h 24446"/>
                <a:gd name="csX3" fmla="*/ 63438 w 79739"/>
                <a:gd name="csY3" fmla="*/ 5774 h 24446"/>
                <a:gd name="csX4" fmla="*/ 17000 w 79739"/>
                <a:gd name="csY4" fmla="*/ 39 h 24446"/>
                <a:gd name="csX5" fmla="*/ 1201 w 79739"/>
                <a:gd name="csY5" fmla="*/ 4688 h 24446"/>
                <a:gd name="csX6" fmla="*/ 47525 w 79739"/>
                <a:gd name="csY6" fmla="*/ 15610 h 24446"/>
                <a:gd name="csX7" fmla="*/ 47632 w 79739"/>
                <a:gd name="csY7" fmla="*/ 15610 h 24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739" h="24446">
                  <a:moveTo>
                    <a:pt x="47632" y="15610"/>
                  </a:moveTo>
                  <a:cubicBezTo>
                    <a:pt x="52395" y="16473"/>
                    <a:pt x="57373" y="19286"/>
                    <a:pt x="67546" y="24042"/>
                  </a:cubicBezTo>
                  <a:cubicBezTo>
                    <a:pt x="72417" y="26316"/>
                    <a:pt x="74258" y="18531"/>
                    <a:pt x="79128" y="12473"/>
                  </a:cubicBezTo>
                  <a:cubicBezTo>
                    <a:pt x="81618" y="8688"/>
                    <a:pt x="76531" y="8688"/>
                    <a:pt x="63438" y="5774"/>
                  </a:cubicBezTo>
                  <a:cubicBezTo>
                    <a:pt x="59107" y="4796"/>
                    <a:pt x="60841" y="5119"/>
                    <a:pt x="17000" y="39"/>
                  </a:cubicBezTo>
                  <a:cubicBezTo>
                    <a:pt x="12460" y="-500"/>
                    <a:pt x="1201" y="4688"/>
                    <a:pt x="1201" y="4688"/>
                  </a:cubicBezTo>
                  <a:cubicBezTo>
                    <a:pt x="-4431" y="6961"/>
                    <a:pt x="9532" y="8148"/>
                    <a:pt x="47525" y="15610"/>
                  </a:cubicBezTo>
                  <a:lnTo>
                    <a:pt x="47632" y="156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EF32F229-1F31-9F8E-DC48-061ED433BC03}"/>
                </a:ext>
              </a:extLst>
            </p:cNvPr>
            <p:cNvSpPr/>
            <p:nvPr/>
          </p:nvSpPr>
          <p:spPr>
            <a:xfrm>
              <a:off x="3041634" y="2344542"/>
              <a:ext cx="12488" cy="11459"/>
            </a:xfrm>
            <a:custGeom>
              <a:avLst/>
              <a:gdLst>
                <a:gd name="csX0" fmla="*/ 5905 w 14402"/>
                <a:gd name="csY0" fmla="*/ 1007 h 13215"/>
                <a:gd name="csX1" fmla="*/ 57 w 14402"/>
                <a:gd name="csY1" fmla="*/ 10418 h 13215"/>
                <a:gd name="csX2" fmla="*/ 57 w 14402"/>
                <a:gd name="csY2" fmla="*/ 10957 h 13215"/>
                <a:gd name="csX3" fmla="*/ 3524 w 14402"/>
                <a:gd name="csY3" fmla="*/ 12793 h 13215"/>
                <a:gd name="csX4" fmla="*/ 13373 w 14402"/>
                <a:gd name="csY4" fmla="*/ 3064 h 13215"/>
                <a:gd name="csX5" fmla="*/ 5905 w 14402"/>
                <a:gd name="csY5" fmla="*/ 1007 h 13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02" h="13215">
                  <a:moveTo>
                    <a:pt x="5905" y="1007"/>
                  </a:moveTo>
                  <a:cubicBezTo>
                    <a:pt x="4495" y="2633"/>
                    <a:pt x="-591" y="5223"/>
                    <a:pt x="57" y="10418"/>
                  </a:cubicBezTo>
                  <a:lnTo>
                    <a:pt x="57" y="10957"/>
                  </a:lnTo>
                  <a:cubicBezTo>
                    <a:pt x="380" y="13008"/>
                    <a:pt x="1898" y="13770"/>
                    <a:pt x="3524" y="12793"/>
                  </a:cubicBezTo>
                  <a:cubicBezTo>
                    <a:pt x="8286" y="9116"/>
                    <a:pt x="17481" y="6741"/>
                    <a:pt x="13373" y="3064"/>
                  </a:cubicBezTo>
                  <a:cubicBezTo>
                    <a:pt x="13373" y="3064"/>
                    <a:pt x="9366" y="-2130"/>
                    <a:pt x="5905" y="10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E2EED7EE-D265-859F-D653-A980910F68DE}"/>
                </a:ext>
              </a:extLst>
            </p:cNvPr>
            <p:cNvSpPr/>
            <p:nvPr/>
          </p:nvSpPr>
          <p:spPr>
            <a:xfrm>
              <a:off x="2958172" y="4327426"/>
              <a:ext cx="22161" cy="9495"/>
            </a:xfrm>
            <a:custGeom>
              <a:avLst/>
              <a:gdLst>
                <a:gd name="csX0" fmla="*/ 9836 w 25558"/>
                <a:gd name="csY0" fmla="*/ 2727 h 10950"/>
                <a:gd name="csX1" fmla="*/ 527 w 25558"/>
                <a:gd name="csY1" fmla="*/ 5324 h 10950"/>
                <a:gd name="csX2" fmla="*/ 203 w 25558"/>
                <a:gd name="csY2" fmla="*/ 6080 h 10950"/>
                <a:gd name="csX3" fmla="*/ 2369 w 25558"/>
                <a:gd name="csY3" fmla="*/ 9648 h 10950"/>
                <a:gd name="csX4" fmla="*/ 18059 w 25558"/>
                <a:gd name="csY4" fmla="*/ 9001 h 10950"/>
                <a:gd name="csX5" fmla="*/ 9836 w 25558"/>
                <a:gd name="csY5" fmla="*/ 2727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558" h="10950">
                  <a:moveTo>
                    <a:pt x="9836" y="2727"/>
                  </a:moveTo>
                  <a:cubicBezTo>
                    <a:pt x="9836" y="2727"/>
                    <a:pt x="2153" y="885"/>
                    <a:pt x="527" y="5324"/>
                  </a:cubicBezTo>
                  <a:lnTo>
                    <a:pt x="203" y="6080"/>
                  </a:lnTo>
                  <a:cubicBezTo>
                    <a:pt x="-451" y="7807"/>
                    <a:pt x="527" y="9432"/>
                    <a:pt x="2369" y="9648"/>
                  </a:cubicBezTo>
                  <a:cubicBezTo>
                    <a:pt x="12001" y="10944"/>
                    <a:pt x="15138" y="12030"/>
                    <a:pt x="18059" y="9001"/>
                  </a:cubicBezTo>
                  <a:cubicBezTo>
                    <a:pt x="33541" y="-7116"/>
                    <a:pt x="22174" y="3482"/>
                    <a:pt x="9836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73D4E8F9-2C88-7D70-4F6F-CCF19DE32C4A}"/>
                </a:ext>
              </a:extLst>
            </p:cNvPr>
            <p:cNvSpPr/>
            <p:nvPr/>
          </p:nvSpPr>
          <p:spPr>
            <a:xfrm>
              <a:off x="2963895" y="3852308"/>
              <a:ext cx="9340" cy="7369"/>
            </a:xfrm>
            <a:custGeom>
              <a:avLst/>
              <a:gdLst>
                <a:gd name="csX0" fmla="*/ 9949 w 10771"/>
                <a:gd name="csY0" fmla="*/ 139 h 8498"/>
                <a:gd name="csX1" fmla="*/ 2589 w 10771"/>
                <a:gd name="csY1" fmla="*/ 2514 h 8498"/>
                <a:gd name="csX2" fmla="*/ 748 w 10771"/>
                <a:gd name="csY2" fmla="*/ 8032 h 8498"/>
                <a:gd name="csX3" fmla="*/ 8107 w 10771"/>
                <a:gd name="csY3" fmla="*/ 5651 h 8498"/>
                <a:gd name="csX4" fmla="*/ 9949 w 10771"/>
                <a:gd name="csY4" fmla="*/ 139 h 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71" h="8498">
                  <a:moveTo>
                    <a:pt x="9949" y="139"/>
                  </a:moveTo>
                  <a:cubicBezTo>
                    <a:pt x="8431" y="-400"/>
                    <a:pt x="5078" y="679"/>
                    <a:pt x="2589" y="2514"/>
                  </a:cubicBezTo>
                  <a:cubicBezTo>
                    <a:pt x="100" y="4356"/>
                    <a:pt x="-764" y="6839"/>
                    <a:pt x="748" y="8032"/>
                  </a:cubicBezTo>
                  <a:cubicBezTo>
                    <a:pt x="2157" y="9220"/>
                    <a:pt x="5510" y="8032"/>
                    <a:pt x="8107" y="5651"/>
                  </a:cubicBezTo>
                  <a:cubicBezTo>
                    <a:pt x="10704" y="3162"/>
                    <a:pt x="11574" y="679"/>
                    <a:pt x="9949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99903D28-6E6A-5C14-BF99-50FC0550A865}"/>
                </a:ext>
              </a:extLst>
            </p:cNvPr>
            <p:cNvSpPr/>
            <p:nvPr/>
          </p:nvSpPr>
          <p:spPr>
            <a:xfrm>
              <a:off x="2212852" y="4361121"/>
              <a:ext cx="7007" cy="12711"/>
            </a:xfrm>
            <a:custGeom>
              <a:avLst/>
              <a:gdLst>
                <a:gd name="csX0" fmla="*/ 5023 w 8081"/>
                <a:gd name="csY0" fmla="*/ 743 h 14659"/>
                <a:gd name="csX1" fmla="*/ 44 w 8081"/>
                <a:gd name="csY1" fmla="*/ 9284 h 14659"/>
                <a:gd name="csX2" fmla="*/ 3505 w 8081"/>
                <a:gd name="csY2" fmla="*/ 13938 h 14659"/>
                <a:gd name="csX3" fmla="*/ 8052 w 8081"/>
                <a:gd name="csY3" fmla="*/ 6477 h 14659"/>
                <a:gd name="csX4" fmla="*/ 5023 w 8081"/>
                <a:gd name="csY4" fmla="*/ 743 h 1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81" h="14659">
                  <a:moveTo>
                    <a:pt x="5023" y="743"/>
                  </a:moveTo>
                  <a:cubicBezTo>
                    <a:pt x="4045" y="1930"/>
                    <a:pt x="-495" y="4743"/>
                    <a:pt x="44" y="9284"/>
                  </a:cubicBezTo>
                  <a:cubicBezTo>
                    <a:pt x="260" y="10046"/>
                    <a:pt x="44" y="16853"/>
                    <a:pt x="3505" y="13938"/>
                  </a:cubicBezTo>
                  <a:cubicBezTo>
                    <a:pt x="4045" y="13284"/>
                    <a:pt x="8483" y="10909"/>
                    <a:pt x="8052" y="6477"/>
                  </a:cubicBezTo>
                  <a:cubicBezTo>
                    <a:pt x="8052" y="6477"/>
                    <a:pt x="8376" y="-2610"/>
                    <a:pt x="5023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29A14095-347D-68FC-A040-B593877C72F7}"/>
                </a:ext>
              </a:extLst>
            </p:cNvPr>
            <p:cNvSpPr/>
            <p:nvPr/>
          </p:nvSpPr>
          <p:spPr>
            <a:xfrm>
              <a:off x="2167464" y="4332885"/>
              <a:ext cx="40030" cy="85046"/>
            </a:xfrm>
            <a:custGeom>
              <a:avLst/>
              <a:gdLst>
                <a:gd name="csX0" fmla="*/ 22187 w 46165"/>
                <a:gd name="csY0" fmla="*/ 21628 h 98081"/>
                <a:gd name="csX1" fmla="*/ 16231 w 46165"/>
                <a:gd name="csY1" fmla="*/ 15894 h 98081"/>
                <a:gd name="csX2" fmla="*/ 2381 w 46165"/>
                <a:gd name="csY2" fmla="*/ 18815 h 98081"/>
                <a:gd name="csX3" fmla="*/ 2381 w 46165"/>
                <a:gd name="csY3" fmla="*/ 24765 h 98081"/>
                <a:gd name="csX4" fmla="*/ 0 w 46165"/>
                <a:gd name="csY4" fmla="*/ 98082 h 98081"/>
                <a:gd name="csX5" fmla="*/ 15475 w 46165"/>
                <a:gd name="csY5" fmla="*/ 96888 h 98081"/>
                <a:gd name="csX6" fmla="*/ 16777 w 46165"/>
                <a:gd name="csY6" fmla="*/ 96348 h 98081"/>
                <a:gd name="csX7" fmla="*/ 17101 w 46165"/>
                <a:gd name="csY7" fmla="*/ 93974 h 98081"/>
                <a:gd name="csX8" fmla="*/ 26518 w 46165"/>
                <a:gd name="csY8" fmla="*/ 82944 h 98081"/>
                <a:gd name="csX9" fmla="*/ 33331 w 46165"/>
                <a:gd name="csY9" fmla="*/ 79807 h 98081"/>
                <a:gd name="csX10" fmla="*/ 40697 w 46165"/>
                <a:gd name="csY10" fmla="*/ 51257 h 98081"/>
                <a:gd name="csX11" fmla="*/ 39503 w 46165"/>
                <a:gd name="csY11" fmla="*/ 41739 h 98081"/>
                <a:gd name="csX12" fmla="*/ 40913 w 46165"/>
                <a:gd name="csY12" fmla="*/ 31248 h 98081"/>
                <a:gd name="csX13" fmla="*/ 40913 w 46165"/>
                <a:gd name="csY13" fmla="*/ 31033 h 98081"/>
                <a:gd name="csX14" fmla="*/ 46107 w 46165"/>
                <a:gd name="csY14" fmla="*/ 6706 h 98081"/>
                <a:gd name="csX15" fmla="*/ 42316 w 46165"/>
                <a:gd name="csY15" fmla="*/ 1619 h 98081"/>
                <a:gd name="csX16" fmla="*/ 37338 w 46165"/>
                <a:gd name="csY16" fmla="*/ 0 h 98081"/>
                <a:gd name="csX17" fmla="*/ 36043 w 46165"/>
                <a:gd name="csY17" fmla="*/ 1079 h 98081"/>
                <a:gd name="csX18" fmla="*/ 22079 w 46165"/>
                <a:gd name="csY18" fmla="*/ 21952 h 98081"/>
                <a:gd name="csX19" fmla="*/ 22187 w 46165"/>
                <a:gd name="csY19" fmla="*/ 21628 h 98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6165" h="98081">
                  <a:moveTo>
                    <a:pt x="22187" y="21628"/>
                  </a:moveTo>
                  <a:lnTo>
                    <a:pt x="16231" y="15894"/>
                  </a:lnTo>
                  <a:lnTo>
                    <a:pt x="2381" y="18815"/>
                  </a:lnTo>
                  <a:lnTo>
                    <a:pt x="2381" y="24765"/>
                  </a:lnTo>
                  <a:lnTo>
                    <a:pt x="0" y="98082"/>
                  </a:lnTo>
                  <a:lnTo>
                    <a:pt x="15475" y="96888"/>
                  </a:lnTo>
                  <a:lnTo>
                    <a:pt x="16777" y="96348"/>
                  </a:lnTo>
                  <a:cubicBezTo>
                    <a:pt x="16561" y="95593"/>
                    <a:pt x="16561" y="94837"/>
                    <a:pt x="17101" y="93974"/>
                  </a:cubicBezTo>
                  <a:cubicBezTo>
                    <a:pt x="20021" y="89751"/>
                    <a:pt x="21317" y="82944"/>
                    <a:pt x="26518" y="82944"/>
                  </a:cubicBezTo>
                  <a:cubicBezTo>
                    <a:pt x="27165" y="82836"/>
                    <a:pt x="32036" y="83807"/>
                    <a:pt x="33331" y="79807"/>
                  </a:cubicBezTo>
                  <a:cubicBezTo>
                    <a:pt x="41021" y="56877"/>
                    <a:pt x="42208" y="55258"/>
                    <a:pt x="40697" y="51257"/>
                  </a:cubicBezTo>
                  <a:cubicBezTo>
                    <a:pt x="40475" y="50178"/>
                    <a:pt x="37878" y="45955"/>
                    <a:pt x="39503" y="41739"/>
                  </a:cubicBezTo>
                  <a:cubicBezTo>
                    <a:pt x="39935" y="40012"/>
                    <a:pt x="42964" y="35471"/>
                    <a:pt x="40913" y="31248"/>
                  </a:cubicBezTo>
                  <a:lnTo>
                    <a:pt x="40913" y="31033"/>
                  </a:lnTo>
                  <a:cubicBezTo>
                    <a:pt x="37878" y="24981"/>
                    <a:pt x="46971" y="14815"/>
                    <a:pt x="46107" y="6706"/>
                  </a:cubicBezTo>
                  <a:cubicBezTo>
                    <a:pt x="45891" y="6166"/>
                    <a:pt x="46431" y="1943"/>
                    <a:pt x="42316" y="1619"/>
                  </a:cubicBezTo>
                  <a:cubicBezTo>
                    <a:pt x="41884" y="1403"/>
                    <a:pt x="37986" y="1727"/>
                    <a:pt x="37338" y="0"/>
                  </a:cubicBezTo>
                  <a:lnTo>
                    <a:pt x="36043" y="1079"/>
                  </a:lnTo>
                  <a:lnTo>
                    <a:pt x="22079" y="21952"/>
                  </a:lnTo>
                  <a:lnTo>
                    <a:pt x="22187" y="216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E99A7265-7EC8-5923-F00D-932E5ECCBC95}"/>
                </a:ext>
              </a:extLst>
            </p:cNvPr>
            <p:cNvSpPr/>
            <p:nvPr/>
          </p:nvSpPr>
          <p:spPr>
            <a:xfrm>
              <a:off x="3133344" y="4503877"/>
              <a:ext cx="9432" cy="10513"/>
            </a:xfrm>
            <a:custGeom>
              <a:avLst/>
              <a:gdLst>
                <a:gd name="csX0" fmla="*/ 2755 w 10878"/>
                <a:gd name="csY0" fmla="*/ 10427 h 12124"/>
                <a:gd name="csX1" fmla="*/ 8705 w 10878"/>
                <a:gd name="csY1" fmla="*/ 10643 h 12124"/>
                <a:gd name="csX2" fmla="*/ 9353 w 10878"/>
                <a:gd name="csY2" fmla="*/ 4153 h 12124"/>
                <a:gd name="csX3" fmla="*/ 44 w 10878"/>
                <a:gd name="csY3" fmla="*/ 1771 h 12124"/>
                <a:gd name="csX4" fmla="*/ 2755 w 10878"/>
                <a:gd name="csY4" fmla="*/ 10534 h 12124"/>
                <a:gd name="csX5" fmla="*/ 2755 w 10878"/>
                <a:gd name="csY5" fmla="*/ 10427 h 1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78" h="12124">
                  <a:moveTo>
                    <a:pt x="2755" y="10427"/>
                  </a:moveTo>
                  <a:cubicBezTo>
                    <a:pt x="3403" y="10643"/>
                    <a:pt x="6324" y="13995"/>
                    <a:pt x="8705" y="10643"/>
                  </a:cubicBezTo>
                  <a:cubicBezTo>
                    <a:pt x="8921" y="10103"/>
                    <a:pt x="13036" y="6426"/>
                    <a:pt x="9353" y="4153"/>
                  </a:cubicBezTo>
                  <a:cubicBezTo>
                    <a:pt x="9353" y="4153"/>
                    <a:pt x="44" y="-3309"/>
                    <a:pt x="44" y="1771"/>
                  </a:cubicBezTo>
                  <a:cubicBezTo>
                    <a:pt x="151" y="2749"/>
                    <a:pt x="-820" y="7830"/>
                    <a:pt x="2755" y="10534"/>
                  </a:cubicBezTo>
                  <a:lnTo>
                    <a:pt x="2755" y="10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F39C85FB-BB27-43CB-BDDF-36BF6F2443E7}"/>
                </a:ext>
              </a:extLst>
            </p:cNvPr>
            <p:cNvSpPr/>
            <p:nvPr/>
          </p:nvSpPr>
          <p:spPr>
            <a:xfrm>
              <a:off x="2522982" y="4099923"/>
              <a:ext cx="22332" cy="28893"/>
            </a:xfrm>
            <a:custGeom>
              <a:avLst/>
              <a:gdLst>
                <a:gd name="csX0" fmla="*/ 16770 w 25755"/>
                <a:gd name="csY0" fmla="*/ 32599 h 33321"/>
                <a:gd name="csX1" fmla="*/ 25749 w 25755"/>
                <a:gd name="csY1" fmla="*/ 23734 h 33321"/>
                <a:gd name="csX2" fmla="*/ 23806 w 25755"/>
                <a:gd name="csY2" fmla="*/ 16921 h 33321"/>
                <a:gd name="csX3" fmla="*/ 13627 w 25755"/>
                <a:gd name="csY3" fmla="*/ 919 h 33321"/>
                <a:gd name="csX4" fmla="*/ 8864 w 25755"/>
                <a:gd name="csY4" fmla="*/ 2323 h 33321"/>
                <a:gd name="csX5" fmla="*/ 7893 w 25755"/>
                <a:gd name="csY5" fmla="*/ 11079 h 33321"/>
                <a:gd name="csX6" fmla="*/ 1181 w 25755"/>
                <a:gd name="csY6" fmla="*/ 23843 h 33321"/>
                <a:gd name="csX7" fmla="*/ 16662 w 25755"/>
                <a:gd name="csY7" fmla="*/ 32599 h 33321"/>
                <a:gd name="csX8" fmla="*/ 16770 w 25755"/>
                <a:gd name="csY8" fmla="*/ 32599 h 33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755" h="33321">
                  <a:moveTo>
                    <a:pt x="16770" y="32599"/>
                  </a:moveTo>
                  <a:cubicBezTo>
                    <a:pt x="19691" y="30332"/>
                    <a:pt x="25749" y="28815"/>
                    <a:pt x="25749" y="23734"/>
                  </a:cubicBezTo>
                  <a:cubicBezTo>
                    <a:pt x="25749" y="23195"/>
                    <a:pt x="25971" y="19950"/>
                    <a:pt x="23806" y="16921"/>
                  </a:cubicBezTo>
                  <a:cubicBezTo>
                    <a:pt x="15792" y="5675"/>
                    <a:pt x="18828" y="2646"/>
                    <a:pt x="13627" y="919"/>
                  </a:cubicBezTo>
                  <a:cubicBezTo>
                    <a:pt x="13627" y="919"/>
                    <a:pt x="8109" y="-1894"/>
                    <a:pt x="8864" y="2323"/>
                  </a:cubicBezTo>
                  <a:cubicBezTo>
                    <a:pt x="8864" y="3078"/>
                    <a:pt x="10814" y="7840"/>
                    <a:pt x="7893" y="11079"/>
                  </a:cubicBezTo>
                  <a:cubicBezTo>
                    <a:pt x="4756" y="15626"/>
                    <a:pt x="-2928" y="20382"/>
                    <a:pt x="1181" y="23843"/>
                  </a:cubicBezTo>
                  <a:cubicBezTo>
                    <a:pt x="10706" y="31735"/>
                    <a:pt x="12979" y="34872"/>
                    <a:pt x="16662" y="32599"/>
                  </a:cubicBezTo>
                  <a:lnTo>
                    <a:pt x="16770" y="32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4680577D-8078-86CE-FF4A-DA3F152ACD41}"/>
                </a:ext>
              </a:extLst>
            </p:cNvPr>
            <p:cNvSpPr/>
            <p:nvPr/>
          </p:nvSpPr>
          <p:spPr>
            <a:xfrm>
              <a:off x="2540693" y="4132507"/>
              <a:ext cx="13474" cy="18553"/>
            </a:xfrm>
            <a:custGeom>
              <a:avLst/>
              <a:gdLst>
                <a:gd name="csX0" fmla="*/ 3488 w 15539"/>
                <a:gd name="csY0" fmla="*/ 16433 h 21396"/>
                <a:gd name="csX1" fmla="*/ 8790 w 15539"/>
                <a:gd name="csY1" fmla="*/ 21196 h 21396"/>
                <a:gd name="csX2" fmla="*/ 14848 w 15539"/>
                <a:gd name="csY2" fmla="*/ 15030 h 21396"/>
                <a:gd name="csX3" fmla="*/ 13337 w 15539"/>
                <a:gd name="csY3" fmla="*/ 2597 h 21396"/>
                <a:gd name="csX4" fmla="*/ 2186 w 15539"/>
                <a:gd name="csY4" fmla="*/ 1079 h 21396"/>
                <a:gd name="csX5" fmla="*/ 2294 w 15539"/>
                <a:gd name="csY5" fmla="*/ 10274 h 21396"/>
                <a:gd name="csX6" fmla="*/ 3488 w 15539"/>
                <a:gd name="csY6" fmla="*/ 16542 h 21396"/>
                <a:gd name="csX7" fmla="*/ 3488 w 15539"/>
                <a:gd name="csY7" fmla="*/ 16433 h 2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539" h="21396">
                  <a:moveTo>
                    <a:pt x="3488" y="16433"/>
                  </a:moveTo>
                  <a:cubicBezTo>
                    <a:pt x="3488" y="20434"/>
                    <a:pt x="8250" y="20872"/>
                    <a:pt x="8790" y="21196"/>
                  </a:cubicBezTo>
                  <a:cubicBezTo>
                    <a:pt x="13337" y="22599"/>
                    <a:pt x="14092" y="16218"/>
                    <a:pt x="14848" y="15030"/>
                  </a:cubicBezTo>
                  <a:cubicBezTo>
                    <a:pt x="16258" y="11462"/>
                    <a:pt x="15394" y="9620"/>
                    <a:pt x="13337" y="2597"/>
                  </a:cubicBezTo>
                  <a:cubicBezTo>
                    <a:pt x="11927" y="-2165"/>
                    <a:pt x="5539" y="1079"/>
                    <a:pt x="2186" y="1079"/>
                  </a:cubicBezTo>
                  <a:cubicBezTo>
                    <a:pt x="-2576" y="1943"/>
                    <a:pt x="1862" y="8109"/>
                    <a:pt x="2294" y="10274"/>
                  </a:cubicBezTo>
                  <a:cubicBezTo>
                    <a:pt x="2942" y="12001"/>
                    <a:pt x="3488" y="14814"/>
                    <a:pt x="3488" y="16542"/>
                  </a:cubicBezTo>
                  <a:lnTo>
                    <a:pt x="3488" y="164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0A4522D-536D-872E-CD77-C411658B2E97}"/>
                </a:ext>
              </a:extLst>
            </p:cNvPr>
            <p:cNvSpPr/>
            <p:nvPr/>
          </p:nvSpPr>
          <p:spPr>
            <a:xfrm>
              <a:off x="2552470" y="4101397"/>
              <a:ext cx="9908" cy="6805"/>
            </a:xfrm>
            <a:custGeom>
              <a:avLst/>
              <a:gdLst>
                <a:gd name="csX0" fmla="*/ 8734 w 11426"/>
                <a:gd name="csY0" fmla="*/ 6897 h 7848"/>
                <a:gd name="csX1" fmla="*/ 10252 w 11426"/>
                <a:gd name="csY1" fmla="*/ 5925 h 7848"/>
                <a:gd name="csX2" fmla="*/ 10252 w 11426"/>
                <a:gd name="csY2" fmla="*/ 2141 h 7848"/>
                <a:gd name="csX3" fmla="*/ 3108 w 11426"/>
                <a:gd name="csY3" fmla="*/ 1055 h 7848"/>
                <a:gd name="csX4" fmla="*/ 1375 w 11426"/>
                <a:gd name="csY4" fmla="*/ 6573 h 7848"/>
                <a:gd name="csX5" fmla="*/ 8626 w 11426"/>
                <a:gd name="csY5" fmla="*/ 6897 h 7848"/>
                <a:gd name="csX6" fmla="*/ 8734 w 11426"/>
                <a:gd name="csY6" fmla="*/ 6897 h 7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26" h="7848">
                  <a:moveTo>
                    <a:pt x="8734" y="6897"/>
                  </a:moveTo>
                  <a:lnTo>
                    <a:pt x="10252" y="5925"/>
                  </a:lnTo>
                  <a:cubicBezTo>
                    <a:pt x="11763" y="4948"/>
                    <a:pt x="11871" y="3221"/>
                    <a:pt x="10252" y="2141"/>
                  </a:cubicBezTo>
                  <a:cubicBezTo>
                    <a:pt x="9598" y="1919"/>
                    <a:pt x="6461" y="-1758"/>
                    <a:pt x="3108" y="1055"/>
                  </a:cubicBezTo>
                  <a:cubicBezTo>
                    <a:pt x="3108" y="1055"/>
                    <a:pt x="-2524" y="4624"/>
                    <a:pt x="1375" y="6573"/>
                  </a:cubicBezTo>
                  <a:cubicBezTo>
                    <a:pt x="1914" y="6681"/>
                    <a:pt x="5159" y="9164"/>
                    <a:pt x="8626" y="6897"/>
                  </a:cubicBezTo>
                  <a:lnTo>
                    <a:pt x="8734" y="6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0B4FF0E-1B54-9BAF-15A1-665C1D5BB3DF}"/>
                </a:ext>
              </a:extLst>
            </p:cNvPr>
            <p:cNvSpPr/>
            <p:nvPr/>
          </p:nvSpPr>
          <p:spPr>
            <a:xfrm>
              <a:off x="2676396" y="4230779"/>
              <a:ext cx="24245" cy="16136"/>
            </a:xfrm>
            <a:custGeom>
              <a:avLst/>
              <a:gdLst>
                <a:gd name="csX0" fmla="*/ 3165 w 27961"/>
                <a:gd name="csY0" fmla="*/ 7888 h 18609"/>
                <a:gd name="csX1" fmla="*/ 2301 w 27961"/>
                <a:gd name="csY1" fmla="*/ 18486 h 18609"/>
                <a:gd name="csX2" fmla="*/ 24164 w 27961"/>
                <a:gd name="csY2" fmla="*/ 15349 h 18609"/>
                <a:gd name="csX3" fmla="*/ 14855 w 27961"/>
                <a:gd name="csY3" fmla="*/ 5183 h 18609"/>
                <a:gd name="csX4" fmla="*/ 3057 w 27961"/>
                <a:gd name="csY4" fmla="*/ 7996 h 18609"/>
                <a:gd name="csX5" fmla="*/ 3165 w 27961"/>
                <a:gd name="csY5" fmla="*/ 7888 h 18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961" h="18609">
                  <a:moveTo>
                    <a:pt x="3165" y="7888"/>
                  </a:moveTo>
                  <a:cubicBezTo>
                    <a:pt x="2193" y="11673"/>
                    <a:pt x="-2893" y="18486"/>
                    <a:pt x="2301" y="18486"/>
                  </a:cubicBezTo>
                  <a:cubicBezTo>
                    <a:pt x="19186" y="18486"/>
                    <a:pt x="22862" y="19566"/>
                    <a:pt x="24164" y="15349"/>
                  </a:cubicBezTo>
                  <a:cubicBezTo>
                    <a:pt x="32387" y="-11905"/>
                    <a:pt x="26330" y="5507"/>
                    <a:pt x="14855" y="5183"/>
                  </a:cubicBezTo>
                  <a:cubicBezTo>
                    <a:pt x="14855" y="5183"/>
                    <a:pt x="4898" y="3240"/>
                    <a:pt x="3057" y="7996"/>
                  </a:cubicBezTo>
                  <a:lnTo>
                    <a:pt x="3165" y="78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B3021891-8ED0-2E9B-B45F-9D28232516E5}"/>
                </a:ext>
              </a:extLst>
            </p:cNvPr>
            <p:cNvSpPr/>
            <p:nvPr/>
          </p:nvSpPr>
          <p:spPr>
            <a:xfrm>
              <a:off x="2507168" y="4043228"/>
              <a:ext cx="34819" cy="13662"/>
            </a:xfrm>
            <a:custGeom>
              <a:avLst/>
              <a:gdLst>
                <a:gd name="csX0" fmla="*/ 38145 w 40156"/>
                <a:gd name="csY0" fmla="*/ 12341 h 15756"/>
                <a:gd name="csX1" fmla="*/ 37059 w 40156"/>
                <a:gd name="csY1" fmla="*/ 5312 h 15756"/>
                <a:gd name="csX2" fmla="*/ 25477 w 40156"/>
                <a:gd name="csY2" fmla="*/ 2391 h 15756"/>
                <a:gd name="csX3" fmla="*/ 15958 w 40156"/>
                <a:gd name="csY3" fmla="*/ 232 h 15756"/>
                <a:gd name="csX4" fmla="*/ 9138 w 40156"/>
                <a:gd name="csY4" fmla="*/ 6067 h 15756"/>
                <a:gd name="csX5" fmla="*/ 1671 w 40156"/>
                <a:gd name="csY5" fmla="*/ 8988 h 15756"/>
                <a:gd name="csX6" fmla="*/ 6319 w 40156"/>
                <a:gd name="csY6" fmla="*/ 14830 h 15756"/>
                <a:gd name="csX7" fmla="*/ 20175 w 40156"/>
                <a:gd name="csY7" fmla="*/ 10614 h 15756"/>
                <a:gd name="csX8" fmla="*/ 38037 w 40156"/>
                <a:gd name="csY8" fmla="*/ 12341 h 15756"/>
                <a:gd name="csX9" fmla="*/ 38145 w 40156"/>
                <a:gd name="csY9" fmla="*/ 12341 h 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0156" h="15756">
                  <a:moveTo>
                    <a:pt x="38145" y="12341"/>
                  </a:moveTo>
                  <a:cubicBezTo>
                    <a:pt x="42907" y="13421"/>
                    <a:pt x="37821" y="7153"/>
                    <a:pt x="37059" y="5312"/>
                  </a:cubicBezTo>
                  <a:cubicBezTo>
                    <a:pt x="34678" y="987"/>
                    <a:pt x="28728" y="2829"/>
                    <a:pt x="25477" y="2391"/>
                  </a:cubicBezTo>
                  <a:cubicBezTo>
                    <a:pt x="21584" y="2391"/>
                    <a:pt x="18447" y="1095"/>
                    <a:pt x="15958" y="232"/>
                  </a:cubicBezTo>
                  <a:cubicBezTo>
                    <a:pt x="11519" y="-1394"/>
                    <a:pt x="9138" y="6067"/>
                    <a:pt x="9138" y="6067"/>
                  </a:cubicBezTo>
                  <a:cubicBezTo>
                    <a:pt x="7189" y="9852"/>
                    <a:pt x="2426" y="8880"/>
                    <a:pt x="1671" y="8988"/>
                  </a:cubicBezTo>
                  <a:cubicBezTo>
                    <a:pt x="-3422" y="8988"/>
                    <a:pt x="4592" y="13205"/>
                    <a:pt x="6319" y="14830"/>
                  </a:cubicBezTo>
                  <a:cubicBezTo>
                    <a:pt x="10542" y="17859"/>
                    <a:pt x="15412" y="12665"/>
                    <a:pt x="20175" y="10614"/>
                  </a:cubicBezTo>
                  <a:cubicBezTo>
                    <a:pt x="24181" y="8449"/>
                    <a:pt x="28404" y="10182"/>
                    <a:pt x="38037" y="12341"/>
                  </a:cubicBezTo>
                  <a:lnTo>
                    <a:pt x="38145" y="123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C61FF9C-8165-20E8-D41E-FE66969CEE8D}"/>
                </a:ext>
              </a:extLst>
            </p:cNvPr>
            <p:cNvSpPr/>
            <p:nvPr/>
          </p:nvSpPr>
          <p:spPr>
            <a:xfrm>
              <a:off x="2548684" y="4040656"/>
              <a:ext cx="22154" cy="37269"/>
            </a:xfrm>
            <a:custGeom>
              <a:avLst/>
              <a:gdLst>
                <a:gd name="csX0" fmla="*/ 23711 w 25549"/>
                <a:gd name="csY0" fmla="*/ 26662 h 42981"/>
                <a:gd name="csX1" fmla="*/ 24466 w 25549"/>
                <a:gd name="csY1" fmla="*/ 17473 h 42981"/>
                <a:gd name="csX2" fmla="*/ 10941 w 25549"/>
                <a:gd name="csY2" fmla="*/ 2329 h 42981"/>
                <a:gd name="csX3" fmla="*/ 1632 w 25549"/>
                <a:gd name="csY3" fmla="*/ 61 h 42981"/>
                <a:gd name="csX4" fmla="*/ 870 w 25549"/>
                <a:gd name="csY4" fmla="*/ 2113 h 42981"/>
                <a:gd name="csX5" fmla="*/ 2388 w 25549"/>
                <a:gd name="csY5" fmla="*/ 3306 h 42981"/>
                <a:gd name="csX6" fmla="*/ 10395 w 25549"/>
                <a:gd name="csY6" fmla="*/ 12926 h 42981"/>
                <a:gd name="csX7" fmla="*/ 13754 w 25549"/>
                <a:gd name="csY7" fmla="*/ 24395 h 42981"/>
                <a:gd name="csX8" fmla="*/ 11589 w 25549"/>
                <a:gd name="csY8" fmla="*/ 33475 h 42981"/>
                <a:gd name="csX9" fmla="*/ 17539 w 25549"/>
                <a:gd name="csY9" fmla="*/ 42340 h 42981"/>
                <a:gd name="csX10" fmla="*/ 20352 w 25549"/>
                <a:gd name="csY10" fmla="*/ 32503 h 42981"/>
                <a:gd name="csX11" fmla="*/ 23711 w 25549"/>
                <a:gd name="csY11" fmla="*/ 26554 h 42981"/>
                <a:gd name="csX12" fmla="*/ 23711 w 25549"/>
                <a:gd name="csY12" fmla="*/ 26662 h 42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49" h="42981">
                  <a:moveTo>
                    <a:pt x="23711" y="26662"/>
                  </a:moveTo>
                  <a:cubicBezTo>
                    <a:pt x="27279" y="23849"/>
                    <a:pt x="24574" y="18985"/>
                    <a:pt x="24466" y="17473"/>
                  </a:cubicBezTo>
                  <a:cubicBezTo>
                    <a:pt x="23387" y="13257"/>
                    <a:pt x="20352" y="11199"/>
                    <a:pt x="10941" y="2329"/>
                  </a:cubicBezTo>
                  <a:cubicBezTo>
                    <a:pt x="7582" y="-802"/>
                    <a:pt x="2711" y="169"/>
                    <a:pt x="1632" y="61"/>
                  </a:cubicBezTo>
                  <a:cubicBezTo>
                    <a:pt x="-210" y="61"/>
                    <a:pt x="-534" y="925"/>
                    <a:pt x="870" y="2113"/>
                  </a:cubicBezTo>
                  <a:lnTo>
                    <a:pt x="2388" y="3306"/>
                  </a:lnTo>
                  <a:cubicBezTo>
                    <a:pt x="5740" y="5904"/>
                    <a:pt x="7798" y="9250"/>
                    <a:pt x="10395" y="12926"/>
                  </a:cubicBezTo>
                  <a:cubicBezTo>
                    <a:pt x="12776" y="16387"/>
                    <a:pt x="13100" y="20280"/>
                    <a:pt x="13754" y="24395"/>
                  </a:cubicBezTo>
                  <a:cubicBezTo>
                    <a:pt x="14402" y="28827"/>
                    <a:pt x="11913" y="32719"/>
                    <a:pt x="11589" y="33475"/>
                  </a:cubicBezTo>
                  <a:cubicBezTo>
                    <a:pt x="9531" y="38016"/>
                    <a:pt x="15697" y="40397"/>
                    <a:pt x="17539" y="42340"/>
                  </a:cubicBezTo>
                  <a:cubicBezTo>
                    <a:pt x="21653" y="45477"/>
                    <a:pt x="19920" y="36288"/>
                    <a:pt x="20352" y="32503"/>
                  </a:cubicBezTo>
                  <a:cubicBezTo>
                    <a:pt x="20352" y="28827"/>
                    <a:pt x="23279" y="27201"/>
                    <a:pt x="23711" y="26554"/>
                  </a:cubicBezTo>
                  <a:lnTo>
                    <a:pt x="23711" y="26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C719D95-F3AE-0951-87C3-6042EAB123C6}"/>
                </a:ext>
              </a:extLst>
            </p:cNvPr>
            <p:cNvSpPr/>
            <p:nvPr/>
          </p:nvSpPr>
          <p:spPr>
            <a:xfrm>
              <a:off x="2692037" y="4192664"/>
              <a:ext cx="16937" cy="8863"/>
            </a:xfrm>
            <a:custGeom>
              <a:avLst/>
              <a:gdLst>
                <a:gd name="csX0" fmla="*/ 19334 w 19533"/>
                <a:gd name="csY0" fmla="*/ 7508 h 10221"/>
                <a:gd name="csX1" fmla="*/ 16629 w 19533"/>
                <a:gd name="csY1" fmla="*/ 2098 h 10221"/>
                <a:gd name="csX2" fmla="*/ 1694 w 19533"/>
                <a:gd name="csY2" fmla="*/ 1990 h 10221"/>
                <a:gd name="csX3" fmla="*/ 2017 w 19533"/>
                <a:gd name="csY3" fmla="*/ 7617 h 10221"/>
                <a:gd name="csX4" fmla="*/ 19226 w 19533"/>
                <a:gd name="csY4" fmla="*/ 7617 h 10221"/>
                <a:gd name="csX5" fmla="*/ 19334 w 19533"/>
                <a:gd name="csY5" fmla="*/ 7508 h 1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33" h="10221">
                  <a:moveTo>
                    <a:pt x="19334" y="7508"/>
                  </a:moveTo>
                  <a:cubicBezTo>
                    <a:pt x="19334" y="6969"/>
                    <a:pt x="20629" y="2968"/>
                    <a:pt x="16629" y="2098"/>
                  </a:cubicBezTo>
                  <a:cubicBezTo>
                    <a:pt x="16629" y="2098"/>
                    <a:pt x="4399" y="-2550"/>
                    <a:pt x="1694" y="1990"/>
                  </a:cubicBezTo>
                  <a:cubicBezTo>
                    <a:pt x="1478" y="2644"/>
                    <a:pt x="-2205" y="6753"/>
                    <a:pt x="2017" y="7617"/>
                  </a:cubicBezTo>
                  <a:cubicBezTo>
                    <a:pt x="10888" y="8480"/>
                    <a:pt x="18470" y="13020"/>
                    <a:pt x="19226" y="7617"/>
                  </a:cubicBezTo>
                  <a:lnTo>
                    <a:pt x="19334" y="75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346D9160-07F5-E7A3-62DB-72846C9EDE4E}"/>
                </a:ext>
              </a:extLst>
            </p:cNvPr>
            <p:cNvSpPr/>
            <p:nvPr/>
          </p:nvSpPr>
          <p:spPr>
            <a:xfrm>
              <a:off x="2655257" y="4175683"/>
              <a:ext cx="18386" cy="13951"/>
            </a:xfrm>
            <a:custGeom>
              <a:avLst/>
              <a:gdLst>
                <a:gd name="csX0" fmla="*/ 3407 w 21204"/>
                <a:gd name="csY0" fmla="*/ 10652 h 16089"/>
                <a:gd name="csX1" fmla="*/ 11522 w 21204"/>
                <a:gd name="csY1" fmla="*/ 13897 h 16089"/>
                <a:gd name="csX2" fmla="*/ 18342 w 21204"/>
                <a:gd name="csY2" fmla="*/ 16062 h 16089"/>
                <a:gd name="csX3" fmla="*/ 21155 w 21204"/>
                <a:gd name="csY3" fmla="*/ 12818 h 16089"/>
                <a:gd name="csX4" fmla="*/ 20292 w 21204"/>
                <a:gd name="csY4" fmla="*/ 8385 h 16089"/>
                <a:gd name="csX5" fmla="*/ 14989 w 21204"/>
                <a:gd name="csY5" fmla="*/ 5357 h 16089"/>
                <a:gd name="csX6" fmla="*/ 8709 w 21204"/>
                <a:gd name="csY6" fmla="*/ 3839 h 16089"/>
                <a:gd name="csX7" fmla="*/ 48 w 21204"/>
                <a:gd name="csY7" fmla="*/ 2004 h 16089"/>
                <a:gd name="csX8" fmla="*/ 3407 w 21204"/>
                <a:gd name="csY8" fmla="*/ 10760 h 16089"/>
                <a:gd name="csX9" fmla="*/ 3407 w 21204"/>
                <a:gd name="csY9" fmla="*/ 10652 h 1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04" h="16089">
                  <a:moveTo>
                    <a:pt x="3407" y="10652"/>
                  </a:moveTo>
                  <a:cubicBezTo>
                    <a:pt x="5032" y="11084"/>
                    <a:pt x="9795" y="11084"/>
                    <a:pt x="11522" y="13897"/>
                  </a:cubicBezTo>
                  <a:cubicBezTo>
                    <a:pt x="13040" y="16494"/>
                    <a:pt x="18882" y="16062"/>
                    <a:pt x="18342" y="16062"/>
                  </a:cubicBezTo>
                  <a:cubicBezTo>
                    <a:pt x="20184" y="16062"/>
                    <a:pt x="21479" y="14545"/>
                    <a:pt x="21155" y="12818"/>
                  </a:cubicBezTo>
                  <a:lnTo>
                    <a:pt x="20292" y="8385"/>
                  </a:lnTo>
                  <a:cubicBezTo>
                    <a:pt x="19644" y="4601"/>
                    <a:pt x="14443" y="5248"/>
                    <a:pt x="14989" y="5357"/>
                  </a:cubicBezTo>
                  <a:cubicBezTo>
                    <a:pt x="13148" y="5464"/>
                    <a:pt x="10335" y="4817"/>
                    <a:pt x="8709" y="3839"/>
                  </a:cubicBezTo>
                  <a:cubicBezTo>
                    <a:pt x="6220" y="2759"/>
                    <a:pt x="48" y="-2975"/>
                    <a:pt x="48" y="2004"/>
                  </a:cubicBezTo>
                  <a:cubicBezTo>
                    <a:pt x="378" y="3731"/>
                    <a:pt x="-1355" y="9897"/>
                    <a:pt x="3407" y="10760"/>
                  </a:cubicBezTo>
                  <a:lnTo>
                    <a:pt x="3407" y="10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CDD8A2F-5328-EE94-A353-33800C62BC2A}"/>
                </a:ext>
              </a:extLst>
            </p:cNvPr>
            <p:cNvSpPr/>
            <p:nvPr/>
          </p:nvSpPr>
          <p:spPr>
            <a:xfrm>
              <a:off x="2657729" y="4196434"/>
              <a:ext cx="10973" cy="9242"/>
            </a:xfrm>
            <a:custGeom>
              <a:avLst/>
              <a:gdLst>
                <a:gd name="csX0" fmla="*/ 1966 w 12655"/>
                <a:gd name="csY0" fmla="*/ 10515 h 10658"/>
                <a:gd name="csX1" fmla="*/ 11821 w 12655"/>
                <a:gd name="csY1" fmla="*/ 5104 h 10658"/>
                <a:gd name="csX2" fmla="*/ 10196 w 12655"/>
                <a:gd name="csY2" fmla="*/ 24 h 10658"/>
                <a:gd name="csX3" fmla="*/ 2944 w 12655"/>
                <a:gd name="csY3" fmla="*/ 3593 h 10658"/>
                <a:gd name="csX4" fmla="*/ 1966 w 12655"/>
                <a:gd name="csY4" fmla="*/ 10515 h 1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55" h="10658">
                  <a:moveTo>
                    <a:pt x="1966" y="10515"/>
                  </a:moveTo>
                  <a:cubicBezTo>
                    <a:pt x="4455" y="9543"/>
                    <a:pt x="10304" y="9759"/>
                    <a:pt x="11821" y="5104"/>
                  </a:cubicBezTo>
                  <a:cubicBezTo>
                    <a:pt x="11821" y="5104"/>
                    <a:pt x="14526" y="-408"/>
                    <a:pt x="10196" y="24"/>
                  </a:cubicBezTo>
                  <a:cubicBezTo>
                    <a:pt x="9656" y="240"/>
                    <a:pt x="5001" y="-192"/>
                    <a:pt x="2944" y="3593"/>
                  </a:cubicBezTo>
                  <a:cubicBezTo>
                    <a:pt x="2296" y="5212"/>
                    <a:pt x="-2688" y="11702"/>
                    <a:pt x="1966" y="105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2932A248-72B8-9709-A168-1ECC43170AE3}"/>
                </a:ext>
              </a:extLst>
            </p:cNvPr>
            <p:cNvSpPr/>
            <p:nvPr/>
          </p:nvSpPr>
          <p:spPr>
            <a:xfrm>
              <a:off x="2609598" y="4117784"/>
              <a:ext cx="19031" cy="19058"/>
            </a:xfrm>
            <a:custGeom>
              <a:avLst/>
              <a:gdLst>
                <a:gd name="csX0" fmla="*/ 10071 w 21948"/>
                <a:gd name="csY0" fmla="*/ 19577 h 21979"/>
                <a:gd name="csX1" fmla="*/ 20136 w 21948"/>
                <a:gd name="csY1" fmla="*/ 19901 h 21979"/>
                <a:gd name="csX2" fmla="*/ 11798 w 21948"/>
                <a:gd name="csY2" fmla="*/ 4108 h 21979"/>
                <a:gd name="csX3" fmla="*/ 0 w 21948"/>
                <a:gd name="csY3" fmla="*/ 0 h 21979"/>
                <a:gd name="csX4" fmla="*/ 0 w 21948"/>
                <a:gd name="csY4" fmla="*/ 755 h 21979"/>
                <a:gd name="csX5" fmla="*/ 8985 w 21948"/>
                <a:gd name="csY5" fmla="*/ 13519 h 21979"/>
                <a:gd name="csX6" fmla="*/ 10071 w 21948"/>
                <a:gd name="csY6" fmla="*/ 19469 h 21979"/>
                <a:gd name="csX7" fmla="*/ 10071 w 21948"/>
                <a:gd name="csY7" fmla="*/ 19577 h 21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48" h="21979">
                  <a:moveTo>
                    <a:pt x="10071" y="19577"/>
                  </a:moveTo>
                  <a:cubicBezTo>
                    <a:pt x="8769" y="24549"/>
                    <a:pt x="16669" y="20332"/>
                    <a:pt x="20136" y="19901"/>
                  </a:cubicBezTo>
                  <a:cubicBezTo>
                    <a:pt x="24467" y="18707"/>
                    <a:pt x="20784" y="15577"/>
                    <a:pt x="11798" y="4108"/>
                  </a:cubicBezTo>
                  <a:cubicBezTo>
                    <a:pt x="8661" y="108"/>
                    <a:pt x="3143" y="755"/>
                    <a:pt x="0" y="0"/>
                  </a:cubicBezTo>
                  <a:lnTo>
                    <a:pt x="0" y="755"/>
                  </a:lnTo>
                  <a:lnTo>
                    <a:pt x="8985" y="13519"/>
                  </a:lnTo>
                  <a:cubicBezTo>
                    <a:pt x="10071" y="15030"/>
                    <a:pt x="10503" y="17735"/>
                    <a:pt x="10071" y="19469"/>
                  </a:cubicBezTo>
                  <a:lnTo>
                    <a:pt x="10071" y="1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78110791-779F-D756-7507-143FACDA0E6D}"/>
                </a:ext>
              </a:extLst>
            </p:cNvPr>
            <p:cNvSpPr/>
            <p:nvPr/>
          </p:nvSpPr>
          <p:spPr>
            <a:xfrm>
              <a:off x="2622991" y="4148962"/>
              <a:ext cx="15330" cy="27979"/>
            </a:xfrm>
            <a:custGeom>
              <a:avLst/>
              <a:gdLst>
                <a:gd name="csX0" fmla="*/ 5986 w 17680"/>
                <a:gd name="csY0" fmla="*/ 27194 h 32267"/>
                <a:gd name="csX1" fmla="*/ 13346 w 17680"/>
                <a:gd name="csY1" fmla="*/ 17142 h 32267"/>
                <a:gd name="csX2" fmla="*/ 11397 w 17680"/>
                <a:gd name="csY2" fmla="*/ 10004 h 32267"/>
                <a:gd name="csX3" fmla="*/ 36 w 17680"/>
                <a:gd name="csY3" fmla="*/ 1781 h 32267"/>
                <a:gd name="csX4" fmla="*/ 1763 w 17680"/>
                <a:gd name="csY4" fmla="*/ 10112 h 32267"/>
                <a:gd name="csX5" fmla="*/ 4907 w 17680"/>
                <a:gd name="csY5" fmla="*/ 19948 h 32267"/>
                <a:gd name="csX6" fmla="*/ 5986 w 17680"/>
                <a:gd name="csY6" fmla="*/ 27194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680" h="32267">
                  <a:moveTo>
                    <a:pt x="5986" y="27194"/>
                  </a:moveTo>
                  <a:cubicBezTo>
                    <a:pt x="27741" y="38547"/>
                    <a:pt x="12266" y="28927"/>
                    <a:pt x="13346" y="17142"/>
                  </a:cubicBezTo>
                  <a:cubicBezTo>
                    <a:pt x="13346" y="16595"/>
                    <a:pt x="14324" y="12919"/>
                    <a:pt x="11397" y="10004"/>
                  </a:cubicBezTo>
                  <a:cubicBezTo>
                    <a:pt x="3389" y="1889"/>
                    <a:pt x="36" y="-2760"/>
                    <a:pt x="36" y="1781"/>
                  </a:cubicBezTo>
                  <a:cubicBezTo>
                    <a:pt x="36" y="1781"/>
                    <a:pt x="-402" y="6543"/>
                    <a:pt x="1763" y="10112"/>
                  </a:cubicBezTo>
                  <a:cubicBezTo>
                    <a:pt x="2634" y="12055"/>
                    <a:pt x="6418" y="15516"/>
                    <a:pt x="4907" y="19948"/>
                  </a:cubicBezTo>
                  <a:cubicBezTo>
                    <a:pt x="4907" y="20602"/>
                    <a:pt x="2087" y="25143"/>
                    <a:pt x="5986" y="27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0E2FF1C2-270E-A94D-A746-9655F8723CF9}"/>
                </a:ext>
              </a:extLst>
            </p:cNvPr>
            <p:cNvSpPr/>
            <p:nvPr/>
          </p:nvSpPr>
          <p:spPr>
            <a:xfrm>
              <a:off x="2597003" y="4147156"/>
              <a:ext cx="17563" cy="11852"/>
            </a:xfrm>
            <a:custGeom>
              <a:avLst/>
              <a:gdLst>
                <a:gd name="csX0" fmla="*/ 9871 w 20255"/>
                <a:gd name="csY0" fmla="*/ 13275 h 13668"/>
                <a:gd name="csX1" fmla="*/ 19504 w 20255"/>
                <a:gd name="csY1" fmla="*/ 11224 h 13668"/>
                <a:gd name="csX2" fmla="*/ 11382 w 20255"/>
                <a:gd name="csY2" fmla="*/ 3978 h 13668"/>
                <a:gd name="csX3" fmla="*/ 238 w 20255"/>
                <a:gd name="csY3" fmla="*/ 1273 h 13668"/>
                <a:gd name="csX4" fmla="*/ 9871 w 20255"/>
                <a:gd name="csY4" fmla="*/ 13275 h 13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255" h="13668">
                  <a:moveTo>
                    <a:pt x="9871" y="13275"/>
                  </a:moveTo>
                  <a:cubicBezTo>
                    <a:pt x="13548" y="13059"/>
                    <a:pt x="22965" y="15224"/>
                    <a:pt x="19504" y="11224"/>
                  </a:cubicBezTo>
                  <a:cubicBezTo>
                    <a:pt x="17231" y="8518"/>
                    <a:pt x="15174" y="5598"/>
                    <a:pt x="11382" y="3978"/>
                  </a:cubicBezTo>
                  <a:cubicBezTo>
                    <a:pt x="11382" y="3978"/>
                    <a:pt x="-1927" y="-2727"/>
                    <a:pt x="238" y="1273"/>
                  </a:cubicBezTo>
                  <a:cubicBezTo>
                    <a:pt x="3483" y="6245"/>
                    <a:pt x="4569" y="13059"/>
                    <a:pt x="9871" y="132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D14BBB74-1ECC-FA9D-A705-12AFC6FBEA7E}"/>
                </a:ext>
              </a:extLst>
            </p:cNvPr>
            <p:cNvSpPr/>
            <p:nvPr/>
          </p:nvSpPr>
          <p:spPr>
            <a:xfrm>
              <a:off x="2591856" y="4100763"/>
              <a:ext cx="7873" cy="19842"/>
            </a:xfrm>
            <a:custGeom>
              <a:avLst/>
              <a:gdLst>
                <a:gd name="csX0" fmla="*/ 7794 w 9080"/>
                <a:gd name="csY0" fmla="*/ 21256 h 22883"/>
                <a:gd name="csX1" fmla="*/ 8556 w 9080"/>
                <a:gd name="csY1" fmla="*/ 8060 h 22883"/>
                <a:gd name="csX2" fmla="*/ 4549 w 9080"/>
                <a:gd name="csY2" fmla="*/ 1139 h 22883"/>
                <a:gd name="csX3" fmla="*/ 1304 w 9080"/>
                <a:gd name="csY3" fmla="*/ 17471 h 22883"/>
                <a:gd name="csX4" fmla="*/ 7794 w 9080"/>
                <a:gd name="csY4" fmla="*/ 21256 h 22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80" h="22883">
                  <a:moveTo>
                    <a:pt x="7794" y="21256"/>
                  </a:moveTo>
                  <a:cubicBezTo>
                    <a:pt x="8664" y="16493"/>
                    <a:pt x="9744" y="12169"/>
                    <a:pt x="8556" y="8060"/>
                  </a:cubicBezTo>
                  <a:cubicBezTo>
                    <a:pt x="8556" y="8060"/>
                    <a:pt x="6391" y="-3617"/>
                    <a:pt x="4549" y="1139"/>
                  </a:cubicBezTo>
                  <a:cubicBezTo>
                    <a:pt x="542" y="11305"/>
                    <a:pt x="-1515" y="14226"/>
                    <a:pt x="1304" y="17471"/>
                  </a:cubicBezTo>
                  <a:cubicBezTo>
                    <a:pt x="2924" y="18983"/>
                    <a:pt x="7039" y="26012"/>
                    <a:pt x="7794" y="212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A0EA2184-DE80-4578-CBFD-2B133243DE28}"/>
                </a:ext>
              </a:extLst>
            </p:cNvPr>
            <p:cNvSpPr/>
            <p:nvPr/>
          </p:nvSpPr>
          <p:spPr>
            <a:xfrm>
              <a:off x="2576843" y="4085874"/>
              <a:ext cx="14429" cy="8501"/>
            </a:xfrm>
            <a:custGeom>
              <a:avLst/>
              <a:gdLst>
                <a:gd name="csX0" fmla="*/ 6820 w 16640"/>
                <a:gd name="csY0" fmla="*/ 142 h 9804"/>
                <a:gd name="csX1" fmla="*/ 540 w 16640"/>
                <a:gd name="csY1" fmla="*/ 2847 h 9804"/>
                <a:gd name="csX2" fmla="*/ 9093 w 16640"/>
                <a:gd name="csY2" fmla="*/ 9769 h 9804"/>
                <a:gd name="csX3" fmla="*/ 15913 w 16640"/>
                <a:gd name="csY3" fmla="*/ 7172 h 9804"/>
                <a:gd name="csX4" fmla="*/ 6712 w 16640"/>
                <a:gd name="csY4" fmla="*/ 142 h 9804"/>
                <a:gd name="csX5" fmla="*/ 6820 w 16640"/>
                <a:gd name="csY5" fmla="*/ 142 h 9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640" h="9804">
                  <a:moveTo>
                    <a:pt x="6820" y="142"/>
                  </a:moveTo>
                  <a:cubicBezTo>
                    <a:pt x="6820" y="142"/>
                    <a:pt x="-2273" y="-937"/>
                    <a:pt x="540" y="2847"/>
                  </a:cubicBezTo>
                  <a:cubicBezTo>
                    <a:pt x="2166" y="4467"/>
                    <a:pt x="4223" y="9769"/>
                    <a:pt x="9093" y="9769"/>
                  </a:cubicBezTo>
                  <a:cubicBezTo>
                    <a:pt x="11151" y="9445"/>
                    <a:pt x="19050" y="10956"/>
                    <a:pt x="15913" y="7172"/>
                  </a:cubicBezTo>
                  <a:cubicBezTo>
                    <a:pt x="13964" y="5337"/>
                    <a:pt x="11583" y="142"/>
                    <a:pt x="6712" y="142"/>
                  </a:cubicBezTo>
                  <a:lnTo>
                    <a:pt x="6820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77088627-7733-999A-C819-154FC2894DB8}"/>
                </a:ext>
              </a:extLst>
            </p:cNvPr>
            <p:cNvSpPr/>
            <p:nvPr/>
          </p:nvSpPr>
          <p:spPr>
            <a:xfrm>
              <a:off x="2647163" y="4135439"/>
              <a:ext cx="7409" cy="9249"/>
            </a:xfrm>
            <a:custGeom>
              <a:avLst/>
              <a:gdLst>
                <a:gd name="csX0" fmla="*/ 5059 w 8545"/>
                <a:gd name="csY0" fmla="*/ 295 h 10666"/>
                <a:gd name="csX1" fmla="*/ 1052 w 8545"/>
                <a:gd name="csY1" fmla="*/ 2022 h 10666"/>
                <a:gd name="csX2" fmla="*/ 2245 w 8545"/>
                <a:gd name="csY2" fmla="*/ 9915 h 10666"/>
                <a:gd name="csX3" fmla="*/ 3763 w 8545"/>
                <a:gd name="csY3" fmla="*/ 10455 h 10666"/>
                <a:gd name="csX4" fmla="*/ 6252 w 8545"/>
                <a:gd name="csY4" fmla="*/ 835 h 10666"/>
                <a:gd name="csX5" fmla="*/ 4843 w 8545"/>
                <a:gd name="csY5" fmla="*/ 187 h 10666"/>
                <a:gd name="csX6" fmla="*/ 5059 w 8545"/>
                <a:gd name="csY6" fmla="*/ 295 h 10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45" h="10666">
                  <a:moveTo>
                    <a:pt x="5059" y="295"/>
                  </a:moveTo>
                  <a:cubicBezTo>
                    <a:pt x="3325" y="-467"/>
                    <a:pt x="1598" y="295"/>
                    <a:pt x="1052" y="2022"/>
                  </a:cubicBezTo>
                  <a:cubicBezTo>
                    <a:pt x="1052" y="3102"/>
                    <a:pt x="-1977" y="8296"/>
                    <a:pt x="2245" y="9915"/>
                  </a:cubicBezTo>
                  <a:lnTo>
                    <a:pt x="3763" y="10455"/>
                  </a:lnTo>
                  <a:cubicBezTo>
                    <a:pt x="8418" y="12189"/>
                    <a:pt x="10469" y="2778"/>
                    <a:pt x="6252" y="835"/>
                  </a:cubicBezTo>
                  <a:lnTo>
                    <a:pt x="4843" y="187"/>
                  </a:lnTo>
                  <a:lnTo>
                    <a:pt x="5059" y="2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FBEDC164-A727-A196-089E-96EC1FDE2F8A}"/>
                </a:ext>
              </a:extLst>
            </p:cNvPr>
            <p:cNvSpPr/>
            <p:nvPr/>
          </p:nvSpPr>
          <p:spPr>
            <a:xfrm>
              <a:off x="3059786" y="4353108"/>
              <a:ext cx="8227" cy="9454"/>
            </a:xfrm>
            <a:custGeom>
              <a:avLst/>
              <a:gdLst>
                <a:gd name="csX0" fmla="*/ 6085 w 9488"/>
                <a:gd name="csY0" fmla="*/ 896 h 10903"/>
                <a:gd name="csX1" fmla="*/ 21 w 9488"/>
                <a:gd name="csY1" fmla="*/ 2413 h 10903"/>
                <a:gd name="csX2" fmla="*/ 3920 w 9488"/>
                <a:gd name="csY2" fmla="*/ 10306 h 10903"/>
                <a:gd name="csX3" fmla="*/ 9438 w 9488"/>
                <a:gd name="csY3" fmla="*/ 8255 h 10903"/>
                <a:gd name="csX4" fmla="*/ 6193 w 9488"/>
                <a:gd name="csY4" fmla="*/ 787 h 10903"/>
                <a:gd name="csX5" fmla="*/ 6085 w 9488"/>
                <a:gd name="csY5" fmla="*/ 896 h 1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8" h="10903">
                  <a:moveTo>
                    <a:pt x="6085" y="896"/>
                  </a:moveTo>
                  <a:cubicBezTo>
                    <a:pt x="6085" y="896"/>
                    <a:pt x="-411" y="-1911"/>
                    <a:pt x="21" y="2413"/>
                  </a:cubicBezTo>
                  <a:cubicBezTo>
                    <a:pt x="351" y="3493"/>
                    <a:pt x="-627" y="9226"/>
                    <a:pt x="3920" y="10306"/>
                  </a:cubicBezTo>
                  <a:cubicBezTo>
                    <a:pt x="4567" y="10306"/>
                    <a:pt x="9438" y="12579"/>
                    <a:pt x="9438" y="8255"/>
                  </a:cubicBezTo>
                  <a:cubicBezTo>
                    <a:pt x="9222" y="7277"/>
                    <a:pt x="10632" y="1981"/>
                    <a:pt x="6193" y="787"/>
                  </a:cubicBezTo>
                  <a:lnTo>
                    <a:pt x="6085" y="8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84E431B3-8FEF-1054-D614-F361009C4107}"/>
                </a:ext>
              </a:extLst>
            </p:cNvPr>
            <p:cNvSpPr/>
            <p:nvPr/>
          </p:nvSpPr>
          <p:spPr>
            <a:xfrm>
              <a:off x="3059617" y="4372775"/>
              <a:ext cx="9880" cy="9541"/>
            </a:xfrm>
            <a:custGeom>
              <a:avLst/>
              <a:gdLst>
                <a:gd name="csX0" fmla="*/ 971 w 11394"/>
                <a:gd name="csY0" fmla="*/ 6872 h 11003"/>
                <a:gd name="csX1" fmla="*/ 8223 w 11394"/>
                <a:gd name="csY1" fmla="*/ 9901 h 11003"/>
                <a:gd name="csX2" fmla="*/ 10065 w 11394"/>
                <a:gd name="csY2" fmla="*/ 2872 h 11003"/>
                <a:gd name="csX3" fmla="*/ 1733 w 11394"/>
                <a:gd name="csY3" fmla="*/ 1144 h 11003"/>
                <a:gd name="csX4" fmla="*/ 971 w 11394"/>
                <a:gd name="csY4" fmla="*/ 1900 h 11003"/>
                <a:gd name="csX5" fmla="*/ 971 w 11394"/>
                <a:gd name="csY5" fmla="*/ 6872 h 11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94" h="11003">
                  <a:moveTo>
                    <a:pt x="971" y="6872"/>
                  </a:moveTo>
                  <a:cubicBezTo>
                    <a:pt x="1949" y="7634"/>
                    <a:pt x="5194" y="13362"/>
                    <a:pt x="8223" y="9901"/>
                  </a:cubicBezTo>
                  <a:cubicBezTo>
                    <a:pt x="8655" y="9038"/>
                    <a:pt x="13748" y="5469"/>
                    <a:pt x="10065" y="2872"/>
                  </a:cubicBezTo>
                  <a:cubicBezTo>
                    <a:pt x="10065" y="2872"/>
                    <a:pt x="4870" y="-2208"/>
                    <a:pt x="1733" y="1144"/>
                  </a:cubicBezTo>
                  <a:lnTo>
                    <a:pt x="971" y="1900"/>
                  </a:lnTo>
                  <a:cubicBezTo>
                    <a:pt x="-324" y="3304"/>
                    <a:pt x="-324" y="5469"/>
                    <a:pt x="971" y="68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F94CA226-3DE3-3140-9C3D-0555E00A37E3}"/>
                </a:ext>
              </a:extLst>
            </p:cNvPr>
            <p:cNvSpPr/>
            <p:nvPr/>
          </p:nvSpPr>
          <p:spPr>
            <a:xfrm>
              <a:off x="3018460" y="4335999"/>
              <a:ext cx="10121" cy="10613"/>
            </a:xfrm>
            <a:custGeom>
              <a:avLst/>
              <a:gdLst>
                <a:gd name="csX0" fmla="*/ 9473 w 11672"/>
                <a:gd name="csY0" fmla="*/ 85 h 12240"/>
                <a:gd name="csX1" fmla="*/ 272 w 11672"/>
                <a:gd name="csY1" fmla="*/ 4194 h 12240"/>
                <a:gd name="csX2" fmla="*/ 1574 w 11672"/>
                <a:gd name="csY2" fmla="*/ 8956 h 12240"/>
                <a:gd name="csX3" fmla="*/ 8394 w 11672"/>
                <a:gd name="csY3" fmla="*/ 10576 h 12240"/>
                <a:gd name="csX4" fmla="*/ 9473 w 11672"/>
                <a:gd name="csY4" fmla="*/ 85 h 12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72" h="12240">
                  <a:moveTo>
                    <a:pt x="9473" y="85"/>
                  </a:moveTo>
                  <a:cubicBezTo>
                    <a:pt x="7739" y="625"/>
                    <a:pt x="2113" y="625"/>
                    <a:pt x="272" y="4194"/>
                  </a:cubicBezTo>
                  <a:cubicBezTo>
                    <a:pt x="-376" y="5604"/>
                    <a:pt x="164" y="7763"/>
                    <a:pt x="1574" y="8956"/>
                  </a:cubicBezTo>
                  <a:cubicBezTo>
                    <a:pt x="2545" y="9496"/>
                    <a:pt x="6660" y="14900"/>
                    <a:pt x="8394" y="10576"/>
                  </a:cubicBezTo>
                  <a:cubicBezTo>
                    <a:pt x="9365" y="6683"/>
                    <a:pt x="14559" y="-886"/>
                    <a:pt x="9473" y="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425F63E8-DE0A-C49E-0186-4C7F8BC0FAB6}"/>
                </a:ext>
              </a:extLst>
            </p:cNvPr>
            <p:cNvSpPr/>
            <p:nvPr/>
          </p:nvSpPr>
          <p:spPr>
            <a:xfrm>
              <a:off x="492964" y="1751687"/>
              <a:ext cx="2772939" cy="1746515"/>
            </a:xfrm>
            <a:custGeom>
              <a:avLst/>
              <a:gdLst>
                <a:gd name="csX0" fmla="*/ 3196638 w 3197940"/>
                <a:gd name="csY0" fmla="*/ 1498244 h 2014199"/>
                <a:gd name="csX1" fmla="*/ 3192314 w 3197940"/>
                <a:gd name="csY1" fmla="*/ 1494028 h 2014199"/>
                <a:gd name="csX2" fmla="*/ 3194365 w 3197940"/>
                <a:gd name="csY2" fmla="*/ 1486135 h 2014199"/>
                <a:gd name="csX3" fmla="*/ 3191012 w 3197940"/>
                <a:gd name="csY3" fmla="*/ 1469803 h 2014199"/>
                <a:gd name="csX4" fmla="*/ 3192422 w 3197940"/>
                <a:gd name="csY4" fmla="*/ 1445152 h 2014199"/>
                <a:gd name="csX5" fmla="*/ 3191120 w 3197940"/>
                <a:gd name="csY5" fmla="*/ 1444612 h 2014199"/>
                <a:gd name="csX6" fmla="*/ 3189933 w 3197940"/>
                <a:gd name="csY6" fmla="*/ 1432712 h 2014199"/>
                <a:gd name="csX7" fmla="*/ 3166552 w 3197940"/>
                <a:gd name="csY7" fmla="*/ 1425359 h 2014199"/>
                <a:gd name="csX8" fmla="*/ 3165790 w 3197940"/>
                <a:gd name="csY8" fmla="*/ 1418654 h 2014199"/>
                <a:gd name="csX9" fmla="*/ 3141330 w 3197940"/>
                <a:gd name="csY9" fmla="*/ 1427848 h 2014199"/>
                <a:gd name="csX10" fmla="*/ 3136459 w 3197940"/>
                <a:gd name="csY10" fmla="*/ 1434446 h 2014199"/>
                <a:gd name="csX11" fmla="*/ 3130186 w 3197940"/>
                <a:gd name="csY11" fmla="*/ 1423308 h 2014199"/>
                <a:gd name="csX12" fmla="*/ 3136459 w 3197940"/>
                <a:gd name="csY12" fmla="*/ 1411084 h 2014199"/>
                <a:gd name="csX13" fmla="*/ 3124553 w 3197940"/>
                <a:gd name="csY13" fmla="*/ 1396702 h 2014199"/>
                <a:gd name="csX14" fmla="*/ 3099014 w 3197940"/>
                <a:gd name="csY14" fmla="*/ 1393247 h 2014199"/>
                <a:gd name="csX15" fmla="*/ 3104856 w 3197940"/>
                <a:gd name="csY15" fmla="*/ 1385240 h 2014199"/>
                <a:gd name="csX16" fmla="*/ 3139495 w 3197940"/>
                <a:gd name="csY16" fmla="*/ 1375404 h 2014199"/>
                <a:gd name="csX17" fmla="*/ 3122280 w 3197940"/>
                <a:gd name="csY17" fmla="*/ 1367396 h 2014199"/>
                <a:gd name="csX18" fmla="*/ 3114920 w 3197940"/>
                <a:gd name="csY18" fmla="*/ 1368266 h 2014199"/>
                <a:gd name="csX19" fmla="*/ 3108431 w 3197940"/>
                <a:gd name="csY19" fmla="*/ 1359935 h 2014199"/>
                <a:gd name="csX20" fmla="*/ 3110050 w 3197940"/>
                <a:gd name="csY20" fmla="*/ 1353236 h 2014199"/>
                <a:gd name="csX21" fmla="*/ 3096308 w 3197940"/>
                <a:gd name="csY21" fmla="*/ 1357344 h 2014199"/>
                <a:gd name="csX22" fmla="*/ 3091108 w 3197940"/>
                <a:gd name="csY22" fmla="*/ 1362532 h 2014199"/>
                <a:gd name="csX23" fmla="*/ 3073683 w 3197940"/>
                <a:gd name="csY23" fmla="*/ 1355935 h 2014199"/>
                <a:gd name="csX24" fmla="*/ 3075741 w 3197940"/>
                <a:gd name="csY24" fmla="*/ 1349559 h 2014199"/>
                <a:gd name="csX25" fmla="*/ 3079532 w 3197940"/>
                <a:gd name="csY25" fmla="*/ 1343609 h 2014199"/>
                <a:gd name="csX26" fmla="*/ 3060050 w 3197940"/>
                <a:gd name="csY26" fmla="*/ 1335177 h 2014199"/>
                <a:gd name="csX27" fmla="*/ 3042511 w 3197940"/>
                <a:gd name="csY27" fmla="*/ 1336904 h 2014199"/>
                <a:gd name="csX28" fmla="*/ 3042511 w 3197940"/>
                <a:gd name="csY28" fmla="*/ 1328039 h 2014199"/>
                <a:gd name="csX29" fmla="*/ 3031799 w 3197940"/>
                <a:gd name="csY29" fmla="*/ 1333011 h 2014199"/>
                <a:gd name="csX30" fmla="*/ 3028440 w 3197940"/>
                <a:gd name="csY30" fmla="*/ 1317117 h 2014199"/>
                <a:gd name="csX31" fmla="*/ 3021950 w 3197940"/>
                <a:gd name="csY31" fmla="*/ 1314736 h 2014199"/>
                <a:gd name="csX32" fmla="*/ 3023353 w 3197940"/>
                <a:gd name="csY32" fmla="*/ 1310304 h 2014199"/>
                <a:gd name="csX33" fmla="*/ 3020756 w 3197940"/>
                <a:gd name="csY33" fmla="*/ 1300677 h 2014199"/>
                <a:gd name="csX34" fmla="*/ 3016533 w 3197940"/>
                <a:gd name="csY34" fmla="*/ 1300245 h 2014199"/>
                <a:gd name="csX35" fmla="*/ 3006469 w 3197940"/>
                <a:gd name="csY35" fmla="*/ 1307922 h 2014199"/>
                <a:gd name="csX36" fmla="*/ 3003116 w 3197940"/>
                <a:gd name="csY36" fmla="*/ 1297540 h 2014199"/>
                <a:gd name="csX37" fmla="*/ 2997375 w 3197940"/>
                <a:gd name="csY37" fmla="*/ 1295057 h 2014199"/>
                <a:gd name="csX38" fmla="*/ 2998137 w 3197940"/>
                <a:gd name="csY38" fmla="*/ 1291920 h 2014199"/>
                <a:gd name="csX39" fmla="*/ 2996188 w 3197940"/>
                <a:gd name="csY39" fmla="*/ 1282941 h 2014199"/>
                <a:gd name="csX40" fmla="*/ 2977030 w 3197940"/>
                <a:gd name="csY40" fmla="*/ 1277322 h 2014199"/>
                <a:gd name="csX41" fmla="*/ 2977894 w 3197940"/>
                <a:gd name="csY41" fmla="*/ 1268781 h 2014199"/>
                <a:gd name="csX42" fmla="*/ 2984174 w 3197940"/>
                <a:gd name="csY42" fmla="*/ 1263263 h 2014199"/>
                <a:gd name="csX43" fmla="*/ 2975081 w 3197940"/>
                <a:gd name="csY43" fmla="*/ 1254938 h 2014199"/>
                <a:gd name="csX44" fmla="*/ 2990670 w 3197940"/>
                <a:gd name="csY44" fmla="*/ 1251585 h 2014199"/>
                <a:gd name="csX45" fmla="*/ 2974972 w 3197940"/>
                <a:gd name="csY45" fmla="*/ 1220330 h 2014199"/>
                <a:gd name="csX46" fmla="*/ 2966965 w 3197940"/>
                <a:gd name="csY46" fmla="*/ 1215790 h 2014199"/>
                <a:gd name="csX47" fmla="*/ 2971404 w 3197940"/>
                <a:gd name="csY47" fmla="*/ 1203789 h 2014199"/>
                <a:gd name="csX48" fmla="*/ 2961663 w 3197940"/>
                <a:gd name="csY48" fmla="*/ 1199248 h 2014199"/>
                <a:gd name="csX49" fmla="*/ 2958520 w 3197940"/>
                <a:gd name="csY49" fmla="*/ 1193622 h 2014199"/>
                <a:gd name="csX50" fmla="*/ 2969239 w 3197940"/>
                <a:gd name="csY50" fmla="*/ 1188326 h 2014199"/>
                <a:gd name="csX51" fmla="*/ 2965987 w 3197940"/>
                <a:gd name="csY51" fmla="*/ 1179995 h 2014199"/>
                <a:gd name="csX52" fmla="*/ 2945858 w 3197940"/>
                <a:gd name="csY52" fmla="*/ 1171023 h 2014199"/>
                <a:gd name="csX53" fmla="*/ 2943153 w 3197940"/>
                <a:gd name="csY53" fmla="*/ 1164533 h 2014199"/>
                <a:gd name="csX54" fmla="*/ 2939038 w 3197940"/>
                <a:gd name="csY54" fmla="*/ 1163993 h 2014199"/>
                <a:gd name="csX55" fmla="*/ 2931031 w 3197940"/>
                <a:gd name="csY55" fmla="*/ 1164749 h 2014199"/>
                <a:gd name="csX56" fmla="*/ 2929405 w 3197940"/>
                <a:gd name="csY56" fmla="*/ 1160533 h 2014199"/>
                <a:gd name="csX57" fmla="*/ 2935139 w 3197940"/>
                <a:gd name="csY57" fmla="*/ 1148747 h 2014199"/>
                <a:gd name="csX58" fmla="*/ 2934168 w 3197940"/>
                <a:gd name="csY58" fmla="*/ 1141286 h 2014199"/>
                <a:gd name="csX59" fmla="*/ 2929405 w 3197940"/>
                <a:gd name="csY59" fmla="*/ 1140092 h 2014199"/>
                <a:gd name="csX60" fmla="*/ 2920420 w 3197940"/>
                <a:gd name="csY60" fmla="*/ 1145718 h 2014199"/>
                <a:gd name="csX61" fmla="*/ 2915765 w 3197940"/>
                <a:gd name="csY61" fmla="*/ 1144099 h 2014199"/>
                <a:gd name="csX62" fmla="*/ 2923455 w 3197940"/>
                <a:gd name="csY62" fmla="*/ 1125823 h 2014199"/>
                <a:gd name="csX63" fmla="*/ 2908082 w 3197940"/>
                <a:gd name="csY63" fmla="*/ 1106354 h 2014199"/>
                <a:gd name="csX64" fmla="*/ 2900614 w 3197940"/>
                <a:gd name="csY64" fmla="*/ 1105707 h 2014199"/>
                <a:gd name="csX65" fmla="*/ 2904945 w 3197940"/>
                <a:gd name="csY65" fmla="*/ 1095432 h 2014199"/>
                <a:gd name="csX66" fmla="*/ 2897477 w 3197940"/>
                <a:gd name="csY66" fmla="*/ 1087431 h 2014199"/>
                <a:gd name="csX67" fmla="*/ 2888168 w 3197940"/>
                <a:gd name="csY67" fmla="*/ 1083431 h 2014199"/>
                <a:gd name="csX68" fmla="*/ 2890981 w 3197940"/>
                <a:gd name="csY68" fmla="*/ 1076401 h 2014199"/>
                <a:gd name="csX69" fmla="*/ 2879615 w 3197940"/>
                <a:gd name="csY69" fmla="*/ 1066991 h 2014199"/>
                <a:gd name="csX70" fmla="*/ 2883621 w 3197940"/>
                <a:gd name="csY70" fmla="*/ 1058990 h 2014199"/>
                <a:gd name="csX71" fmla="*/ 2872363 w 3197940"/>
                <a:gd name="csY71" fmla="*/ 1045585 h 2014199"/>
                <a:gd name="csX72" fmla="*/ 2869982 w 3197940"/>
                <a:gd name="csY72" fmla="*/ 1046664 h 2014199"/>
                <a:gd name="csX73" fmla="*/ 2861758 w 3197940"/>
                <a:gd name="csY73" fmla="*/ 1020820 h 2014199"/>
                <a:gd name="csX74" fmla="*/ 2850068 w 3197940"/>
                <a:gd name="csY74" fmla="*/ 1021467 h 2014199"/>
                <a:gd name="csX75" fmla="*/ 2837298 w 3197940"/>
                <a:gd name="csY75" fmla="*/ 1052068 h 2014199"/>
                <a:gd name="csX76" fmla="*/ 2826687 w 3197940"/>
                <a:gd name="csY76" fmla="*/ 1066883 h 2014199"/>
                <a:gd name="csX77" fmla="*/ 2831126 w 3197940"/>
                <a:gd name="csY77" fmla="*/ 1078675 h 2014199"/>
                <a:gd name="csX78" fmla="*/ 2823982 w 3197940"/>
                <a:gd name="csY78" fmla="*/ 1083647 h 2014199"/>
                <a:gd name="csX79" fmla="*/ 2821277 w 3197940"/>
                <a:gd name="csY79" fmla="*/ 1092619 h 2014199"/>
                <a:gd name="csX80" fmla="*/ 2822471 w 3197940"/>
                <a:gd name="csY80" fmla="*/ 1101706 h 2014199"/>
                <a:gd name="csX81" fmla="*/ 2822255 w 3197940"/>
                <a:gd name="csY81" fmla="*/ 1102030 h 2014199"/>
                <a:gd name="csX82" fmla="*/ 2810673 w 3197940"/>
                <a:gd name="csY82" fmla="*/ 1105599 h 2014199"/>
                <a:gd name="csX83" fmla="*/ 2810241 w 3197940"/>
                <a:gd name="csY83" fmla="*/ 1106138 h 2014199"/>
                <a:gd name="csX84" fmla="*/ 2810019 w 3197940"/>
                <a:gd name="csY84" fmla="*/ 1112088 h 2014199"/>
                <a:gd name="csX85" fmla="*/ 2811644 w 3197940"/>
                <a:gd name="csY85" fmla="*/ 1119010 h 2014199"/>
                <a:gd name="csX86" fmla="*/ 2804285 w 3197940"/>
                <a:gd name="csY86" fmla="*/ 1120305 h 2014199"/>
                <a:gd name="csX87" fmla="*/ 2802767 w 3197940"/>
                <a:gd name="csY87" fmla="*/ 1128090 h 2014199"/>
                <a:gd name="csX88" fmla="*/ 2789565 w 3197940"/>
                <a:gd name="csY88" fmla="*/ 1123658 h 2014199"/>
                <a:gd name="csX89" fmla="*/ 2778091 w 3197940"/>
                <a:gd name="csY89" fmla="*/ 1145286 h 2014199"/>
                <a:gd name="csX90" fmla="*/ 2769328 w 3197940"/>
                <a:gd name="csY90" fmla="*/ 1143984 h 2014199"/>
                <a:gd name="csX91" fmla="*/ 2748112 w 3197940"/>
                <a:gd name="csY91" fmla="*/ 1156424 h 2014199"/>
                <a:gd name="csX92" fmla="*/ 2749084 w 3197940"/>
                <a:gd name="csY92" fmla="*/ 1145178 h 2014199"/>
                <a:gd name="csX93" fmla="*/ 2738695 w 3197940"/>
                <a:gd name="csY93" fmla="*/ 1148963 h 2014199"/>
                <a:gd name="csX94" fmla="*/ 2737718 w 3197940"/>
                <a:gd name="csY94" fmla="*/ 1142473 h 2014199"/>
                <a:gd name="csX95" fmla="*/ 2729386 w 3197940"/>
                <a:gd name="csY95" fmla="*/ 1138581 h 2014199"/>
                <a:gd name="csX96" fmla="*/ 2723106 w 3197940"/>
                <a:gd name="csY96" fmla="*/ 1141825 h 2014199"/>
                <a:gd name="csX97" fmla="*/ 2716724 w 3197940"/>
                <a:gd name="csY97" fmla="*/ 1123658 h 2014199"/>
                <a:gd name="csX98" fmla="*/ 2706545 w 3197940"/>
                <a:gd name="csY98" fmla="*/ 1118140 h 2014199"/>
                <a:gd name="csX99" fmla="*/ 2679596 w 3197940"/>
                <a:gd name="csY99" fmla="*/ 1122471 h 2014199"/>
                <a:gd name="csX100" fmla="*/ 2664013 w 3197940"/>
                <a:gd name="csY100" fmla="*/ 1132523 h 2014199"/>
                <a:gd name="csX101" fmla="*/ 2668776 w 3197940"/>
                <a:gd name="csY101" fmla="*/ 1115873 h 2014199"/>
                <a:gd name="csX102" fmla="*/ 2674942 w 3197940"/>
                <a:gd name="csY102" fmla="*/ 1113492 h 2014199"/>
                <a:gd name="csX103" fmla="*/ 2679596 w 3197940"/>
                <a:gd name="csY103" fmla="*/ 1099541 h 2014199"/>
                <a:gd name="csX104" fmla="*/ 2668776 w 3197940"/>
                <a:gd name="csY104" fmla="*/ 1085266 h 2014199"/>
                <a:gd name="csX105" fmla="*/ 2668560 w 3197940"/>
                <a:gd name="csY105" fmla="*/ 1076185 h 2014199"/>
                <a:gd name="csX106" fmla="*/ 2676027 w 3197940"/>
                <a:gd name="csY106" fmla="*/ 1066127 h 2014199"/>
                <a:gd name="csX107" fmla="*/ 2670071 w 3197940"/>
                <a:gd name="csY107" fmla="*/ 1050665 h 2014199"/>
                <a:gd name="csX108" fmla="*/ 2663467 w 3197940"/>
                <a:gd name="csY108" fmla="*/ 1045477 h 2014199"/>
                <a:gd name="csX109" fmla="*/ 2671912 w 3197940"/>
                <a:gd name="csY109" fmla="*/ 1037146 h 2014199"/>
                <a:gd name="csX110" fmla="*/ 2666178 w 3197940"/>
                <a:gd name="csY110" fmla="*/ 1014978 h 2014199"/>
                <a:gd name="csX111" fmla="*/ 2670179 w 3197940"/>
                <a:gd name="csY111" fmla="*/ 1013574 h 2014199"/>
                <a:gd name="csX112" fmla="*/ 2671912 w 3197940"/>
                <a:gd name="csY112" fmla="*/ 1007840 h 2014199"/>
                <a:gd name="csX113" fmla="*/ 2682301 w 3197940"/>
                <a:gd name="csY113" fmla="*/ 994867 h 2014199"/>
                <a:gd name="csX114" fmla="*/ 2678624 w 3197940"/>
                <a:gd name="csY114" fmla="*/ 980808 h 2014199"/>
                <a:gd name="csX115" fmla="*/ 2672560 w 3197940"/>
                <a:gd name="csY115" fmla="*/ 978643 h 2014199"/>
                <a:gd name="csX116" fmla="*/ 2666178 w 3197940"/>
                <a:gd name="csY116" fmla="*/ 993242 h 2014199"/>
                <a:gd name="csX117" fmla="*/ 2656438 w 3197940"/>
                <a:gd name="csY117" fmla="*/ 993458 h 2014199"/>
                <a:gd name="csX118" fmla="*/ 2646259 w 3197940"/>
                <a:gd name="csY118" fmla="*/ 979075 h 2014199"/>
                <a:gd name="csX119" fmla="*/ 2630891 w 3197940"/>
                <a:gd name="csY119" fmla="*/ 982536 h 2014199"/>
                <a:gd name="csX120" fmla="*/ 2601345 w 3197940"/>
                <a:gd name="csY120" fmla="*/ 967613 h 2014199"/>
                <a:gd name="csX121" fmla="*/ 2597986 w 3197940"/>
                <a:gd name="csY121" fmla="*/ 961022 h 2014199"/>
                <a:gd name="csX122" fmla="*/ 2592252 w 3197940"/>
                <a:gd name="csY122" fmla="*/ 959072 h 2014199"/>
                <a:gd name="csX123" fmla="*/ 2597986 w 3197940"/>
                <a:gd name="csY123" fmla="*/ 943610 h 2014199"/>
                <a:gd name="csX124" fmla="*/ 2580885 w 3197940"/>
                <a:gd name="csY124" fmla="*/ 939825 h 2014199"/>
                <a:gd name="csX125" fmla="*/ 2570821 w 3197940"/>
                <a:gd name="csY125" fmla="*/ 929983 h 2014199"/>
                <a:gd name="csX126" fmla="*/ 2558914 w 3197940"/>
                <a:gd name="csY126" fmla="*/ 923493 h 2014199"/>
                <a:gd name="csX127" fmla="*/ 2557073 w 3197940"/>
                <a:gd name="csY127" fmla="*/ 915492 h 2014199"/>
                <a:gd name="csX128" fmla="*/ 2550253 w 3197940"/>
                <a:gd name="csY128" fmla="*/ 911924 h 2014199"/>
                <a:gd name="csX129" fmla="*/ 2517138 w 3197940"/>
                <a:gd name="csY129" fmla="*/ 892137 h 2014199"/>
                <a:gd name="csX130" fmla="*/ 2498303 w 3197940"/>
                <a:gd name="csY130" fmla="*/ 903707 h 2014199"/>
                <a:gd name="csX131" fmla="*/ 2485857 w 3197940"/>
                <a:gd name="csY131" fmla="*/ 904678 h 2014199"/>
                <a:gd name="csX132" fmla="*/ 2480879 w 3197940"/>
                <a:gd name="csY132" fmla="*/ 908571 h 2014199"/>
                <a:gd name="csX133" fmla="*/ 2476440 w 3197940"/>
                <a:gd name="csY133" fmla="*/ 910412 h 2014199"/>
                <a:gd name="csX134" fmla="*/ 2460743 w 3197940"/>
                <a:gd name="csY134" fmla="*/ 902627 h 2014199"/>
                <a:gd name="csX135" fmla="*/ 2441585 w 3197940"/>
                <a:gd name="csY135" fmla="*/ 903491 h 2014199"/>
                <a:gd name="csX136" fmla="*/ 2376536 w 3197940"/>
                <a:gd name="csY136" fmla="*/ 888676 h 2014199"/>
                <a:gd name="csX137" fmla="*/ 2369932 w 3197940"/>
                <a:gd name="csY137" fmla="*/ 892785 h 2014199"/>
                <a:gd name="csX138" fmla="*/ 2355536 w 3197940"/>
                <a:gd name="csY138" fmla="*/ 898951 h 2014199"/>
                <a:gd name="csX139" fmla="*/ 2352292 w 3197940"/>
                <a:gd name="csY139" fmla="*/ 910628 h 2014199"/>
                <a:gd name="csX140" fmla="*/ 2360083 w 3197940"/>
                <a:gd name="csY140" fmla="*/ 941121 h 2014199"/>
                <a:gd name="csX141" fmla="*/ 2365931 w 3197940"/>
                <a:gd name="csY141" fmla="*/ 944366 h 2014199"/>
                <a:gd name="csX142" fmla="*/ 2370802 w 3197940"/>
                <a:gd name="csY142" fmla="*/ 951719 h 2014199"/>
                <a:gd name="csX143" fmla="*/ 2364630 w 3197940"/>
                <a:gd name="csY143" fmla="*/ 962641 h 2014199"/>
                <a:gd name="csX144" fmla="*/ 2364306 w 3197940"/>
                <a:gd name="csY144" fmla="*/ 976376 h 2014199"/>
                <a:gd name="csX145" fmla="*/ 2348285 w 3197940"/>
                <a:gd name="csY145" fmla="*/ 993566 h 2014199"/>
                <a:gd name="csX146" fmla="*/ 2336594 w 3197940"/>
                <a:gd name="csY146" fmla="*/ 995623 h 2014199"/>
                <a:gd name="csX147" fmla="*/ 2334435 w 3197940"/>
                <a:gd name="csY147" fmla="*/ 1001789 h 2014199"/>
                <a:gd name="csX148" fmla="*/ 2338436 w 3197940"/>
                <a:gd name="csY148" fmla="*/ 1004488 h 2014199"/>
                <a:gd name="csX149" fmla="*/ 2364522 w 3197940"/>
                <a:gd name="csY149" fmla="*/ 998004 h 2014199"/>
                <a:gd name="csX150" fmla="*/ 2368960 w 3197940"/>
                <a:gd name="csY150" fmla="*/ 1004703 h 2014199"/>
                <a:gd name="csX151" fmla="*/ 2368097 w 3197940"/>
                <a:gd name="csY151" fmla="*/ 1005357 h 2014199"/>
                <a:gd name="csX152" fmla="*/ 2370910 w 3197940"/>
                <a:gd name="csY152" fmla="*/ 1018223 h 2014199"/>
                <a:gd name="csX153" fmla="*/ 2369500 w 3197940"/>
                <a:gd name="csY153" fmla="*/ 1025144 h 2014199"/>
                <a:gd name="csX154" fmla="*/ 2373939 w 3197940"/>
                <a:gd name="csY154" fmla="*/ 1032605 h 2014199"/>
                <a:gd name="csX155" fmla="*/ 2375025 w 3197940"/>
                <a:gd name="csY155" fmla="*/ 1042556 h 2014199"/>
                <a:gd name="csX156" fmla="*/ 2383788 w 3197940"/>
                <a:gd name="csY156" fmla="*/ 1044607 h 2014199"/>
                <a:gd name="csX157" fmla="*/ 2379781 w 3197940"/>
                <a:gd name="csY157" fmla="*/ 1056069 h 2014199"/>
                <a:gd name="csX158" fmla="*/ 2380651 w 3197940"/>
                <a:gd name="csY158" fmla="*/ 1057155 h 2014199"/>
                <a:gd name="csX159" fmla="*/ 2365277 w 3197940"/>
                <a:gd name="csY159" fmla="*/ 1071429 h 2014199"/>
                <a:gd name="csX160" fmla="*/ 2364090 w 3197940"/>
                <a:gd name="csY160" fmla="*/ 1077481 h 2014199"/>
                <a:gd name="csX161" fmla="*/ 2363658 w 3197940"/>
                <a:gd name="csY161" fmla="*/ 1077913 h 2014199"/>
                <a:gd name="csX162" fmla="*/ 2363226 w 3197940"/>
                <a:gd name="csY162" fmla="*/ 1083323 h 2014199"/>
                <a:gd name="csX163" fmla="*/ 2363658 w 3197940"/>
                <a:gd name="csY163" fmla="*/ 1089812 h 2014199"/>
                <a:gd name="csX164" fmla="*/ 2350558 w 3197940"/>
                <a:gd name="csY164" fmla="*/ 1100842 h 2014199"/>
                <a:gd name="csX165" fmla="*/ 2342982 w 3197940"/>
                <a:gd name="csY165" fmla="*/ 1113060 h 2014199"/>
                <a:gd name="csX166" fmla="*/ 2335731 w 3197940"/>
                <a:gd name="csY166" fmla="*/ 1111764 h 2014199"/>
                <a:gd name="csX167" fmla="*/ 2333350 w 3197940"/>
                <a:gd name="csY167" fmla="*/ 1121601 h 2014199"/>
                <a:gd name="csX168" fmla="*/ 2335299 w 3197940"/>
                <a:gd name="csY168" fmla="*/ 1132415 h 2014199"/>
                <a:gd name="csX169" fmla="*/ 2333026 w 3197940"/>
                <a:gd name="csY169" fmla="*/ 1137177 h 2014199"/>
                <a:gd name="csX170" fmla="*/ 2384327 w 3197940"/>
                <a:gd name="csY170" fmla="*/ 1166266 h 2014199"/>
                <a:gd name="csX171" fmla="*/ 2415500 w 3197940"/>
                <a:gd name="csY171" fmla="*/ 1257643 h 2014199"/>
                <a:gd name="csX172" fmla="*/ 2293300 w 3197940"/>
                <a:gd name="csY172" fmla="*/ 1369022 h 2014199"/>
                <a:gd name="csX173" fmla="*/ 2300336 w 3197940"/>
                <a:gd name="csY173" fmla="*/ 1379080 h 2014199"/>
                <a:gd name="csX174" fmla="*/ 2306508 w 3197940"/>
                <a:gd name="csY174" fmla="*/ 1397140 h 2014199"/>
                <a:gd name="csX175" fmla="*/ 2319824 w 3197940"/>
                <a:gd name="csY175" fmla="*/ 1407954 h 2014199"/>
                <a:gd name="csX176" fmla="*/ 2319278 w 3197940"/>
                <a:gd name="csY176" fmla="*/ 1408386 h 2014199"/>
                <a:gd name="csX177" fmla="*/ 2316789 w 3197940"/>
                <a:gd name="csY177" fmla="*/ 1431525 h 2014199"/>
                <a:gd name="csX178" fmla="*/ 2316033 w 3197940"/>
                <a:gd name="csY178" fmla="*/ 1439634 h 2014199"/>
                <a:gd name="csX179" fmla="*/ 2322745 w 3197940"/>
                <a:gd name="csY179" fmla="*/ 1451858 h 2014199"/>
                <a:gd name="csX180" fmla="*/ 2322205 w 3197940"/>
                <a:gd name="csY180" fmla="*/ 1462126 h 2014199"/>
                <a:gd name="csX181" fmla="*/ 2328371 w 3197940"/>
                <a:gd name="csY181" fmla="*/ 1474241 h 2014199"/>
                <a:gd name="csX182" fmla="*/ 2331292 w 3197940"/>
                <a:gd name="csY182" fmla="*/ 1484078 h 2014199"/>
                <a:gd name="csX183" fmla="*/ 2339414 w 3197940"/>
                <a:gd name="csY183" fmla="*/ 1490459 h 2014199"/>
                <a:gd name="csX184" fmla="*/ 2337032 w 3197940"/>
                <a:gd name="csY184" fmla="*/ 1506138 h 2014199"/>
                <a:gd name="csX185" fmla="*/ 2323501 w 3197940"/>
                <a:gd name="csY185" fmla="*/ 1526254 h 2014199"/>
                <a:gd name="csX186" fmla="*/ 2327076 w 3197940"/>
                <a:gd name="csY186" fmla="*/ 1542256 h 2014199"/>
                <a:gd name="csX187" fmla="*/ 2323393 w 3197940"/>
                <a:gd name="csY187" fmla="*/ 1544853 h 2014199"/>
                <a:gd name="csX188" fmla="*/ 2305752 w 3197940"/>
                <a:gd name="csY188" fmla="*/ 1533716 h 2014199"/>
                <a:gd name="csX189" fmla="*/ 2294278 w 3197940"/>
                <a:gd name="csY189" fmla="*/ 1549934 h 2014199"/>
                <a:gd name="csX190" fmla="*/ 2291249 w 3197940"/>
                <a:gd name="csY190" fmla="*/ 1559776 h 2014199"/>
                <a:gd name="csX191" fmla="*/ 2266675 w 3197940"/>
                <a:gd name="csY191" fmla="*/ 1544530 h 2014199"/>
                <a:gd name="csX192" fmla="*/ 2254660 w 3197940"/>
                <a:gd name="csY192" fmla="*/ 1521390 h 2014199"/>
                <a:gd name="csX193" fmla="*/ 2228473 w 3197940"/>
                <a:gd name="csY193" fmla="*/ 1504302 h 2014199"/>
                <a:gd name="csX194" fmla="*/ 2222193 w 3197940"/>
                <a:gd name="csY194" fmla="*/ 1487862 h 2014199"/>
                <a:gd name="csX195" fmla="*/ 2209963 w 3197940"/>
                <a:gd name="csY195" fmla="*/ 1473264 h 2014199"/>
                <a:gd name="csX196" fmla="*/ 2196323 w 3197940"/>
                <a:gd name="csY196" fmla="*/ 1459859 h 2014199"/>
                <a:gd name="csX197" fmla="*/ 2196323 w 3197940"/>
                <a:gd name="csY197" fmla="*/ 1453693 h 2014199"/>
                <a:gd name="csX198" fmla="*/ 2200438 w 3197940"/>
                <a:gd name="csY198" fmla="*/ 1448505 h 2014199"/>
                <a:gd name="csX199" fmla="*/ 2202927 w 3197940"/>
                <a:gd name="csY199" fmla="*/ 1443742 h 2014199"/>
                <a:gd name="csX200" fmla="*/ 2200330 w 3197940"/>
                <a:gd name="csY200" fmla="*/ 1430338 h 2014199"/>
                <a:gd name="csX201" fmla="*/ 2201625 w 3197940"/>
                <a:gd name="csY201" fmla="*/ 1410760 h 2014199"/>
                <a:gd name="csX202" fmla="*/ 2192208 w 3197940"/>
                <a:gd name="csY202" fmla="*/ 1390758 h 2014199"/>
                <a:gd name="csX203" fmla="*/ 2200546 w 3197940"/>
                <a:gd name="csY203" fmla="*/ 1355503 h 2014199"/>
                <a:gd name="csX204" fmla="*/ 2198272 w 3197940"/>
                <a:gd name="csY204" fmla="*/ 1341120 h 2014199"/>
                <a:gd name="csX205" fmla="*/ 2194265 w 3197940"/>
                <a:gd name="csY205" fmla="*/ 1341012 h 2014199"/>
                <a:gd name="csX206" fmla="*/ 2178467 w 3197940"/>
                <a:gd name="csY206" fmla="*/ 1339069 h 2014199"/>
                <a:gd name="csX207" fmla="*/ 2176733 w 3197940"/>
                <a:gd name="csY207" fmla="*/ 1340904 h 2014199"/>
                <a:gd name="csX208" fmla="*/ 2166992 w 3197940"/>
                <a:gd name="csY208" fmla="*/ 1333551 h 2014199"/>
                <a:gd name="csX209" fmla="*/ 2086900 w 3197940"/>
                <a:gd name="csY209" fmla="*/ 1331392 h 2014199"/>
                <a:gd name="csX210" fmla="*/ 2065576 w 3197940"/>
                <a:gd name="csY210" fmla="*/ 1313872 h 2014199"/>
                <a:gd name="csX211" fmla="*/ 2004096 w 3197940"/>
                <a:gd name="csY211" fmla="*/ 1290079 h 2014199"/>
                <a:gd name="csX212" fmla="*/ 1981693 w 3197940"/>
                <a:gd name="csY212" fmla="*/ 1262075 h 2014199"/>
                <a:gd name="csX213" fmla="*/ 1949111 w 3197940"/>
                <a:gd name="csY213" fmla="*/ 1241419 h 2014199"/>
                <a:gd name="csX214" fmla="*/ 1909284 w 3197940"/>
                <a:gd name="csY214" fmla="*/ 1229309 h 2014199"/>
                <a:gd name="csX215" fmla="*/ 1874860 w 3197940"/>
                <a:gd name="csY215" fmla="*/ 1213193 h 2014199"/>
                <a:gd name="csX216" fmla="*/ 1809919 w 3197940"/>
                <a:gd name="csY216" fmla="*/ 1227468 h 2014199"/>
                <a:gd name="csX217" fmla="*/ 1815005 w 3197940"/>
                <a:gd name="csY217" fmla="*/ 1205516 h 2014199"/>
                <a:gd name="csX218" fmla="*/ 1804617 w 3197940"/>
                <a:gd name="csY218" fmla="*/ 1182484 h 2014199"/>
                <a:gd name="csX219" fmla="*/ 1799314 w 3197940"/>
                <a:gd name="csY219" fmla="*/ 1159237 h 2014199"/>
                <a:gd name="csX220" fmla="*/ 1789142 w 3197940"/>
                <a:gd name="csY220" fmla="*/ 1138581 h 2014199"/>
                <a:gd name="csX221" fmla="*/ 1786976 w 3197940"/>
                <a:gd name="csY221" fmla="*/ 1123118 h 2014199"/>
                <a:gd name="csX222" fmla="*/ 1747467 w 3197940"/>
                <a:gd name="csY222" fmla="*/ 1123334 h 2014199"/>
                <a:gd name="csX223" fmla="*/ 1739675 w 3197940"/>
                <a:gd name="csY223" fmla="*/ 1127443 h 2014199"/>
                <a:gd name="csX224" fmla="*/ 1725172 w 3197940"/>
                <a:gd name="csY224" fmla="*/ 1103002 h 2014199"/>
                <a:gd name="csX225" fmla="*/ 1728855 w 3197940"/>
                <a:gd name="csY225" fmla="*/ 1080726 h 2014199"/>
                <a:gd name="csX226" fmla="*/ 1725496 w 3197940"/>
                <a:gd name="csY226" fmla="*/ 1046880 h 2014199"/>
                <a:gd name="csX227" fmla="*/ 1730912 w 3197940"/>
                <a:gd name="csY227" fmla="*/ 1021251 h 2014199"/>
                <a:gd name="csX228" fmla="*/ 1727769 w 3197940"/>
                <a:gd name="csY228" fmla="*/ 1011949 h 2014199"/>
                <a:gd name="csX229" fmla="*/ 1737294 w 3197940"/>
                <a:gd name="csY229" fmla="*/ 1008818 h 2014199"/>
                <a:gd name="csX230" fmla="*/ 1760675 w 3197940"/>
                <a:gd name="csY230" fmla="*/ 961130 h 2014199"/>
                <a:gd name="csX231" fmla="*/ 1761430 w 3197940"/>
                <a:gd name="csY231" fmla="*/ 953668 h 2014199"/>
                <a:gd name="csX232" fmla="*/ 1782106 w 3197940"/>
                <a:gd name="csY232" fmla="*/ 935063 h 2014199"/>
                <a:gd name="csX233" fmla="*/ 1781890 w 3197940"/>
                <a:gd name="csY233" fmla="*/ 929011 h 2014199"/>
                <a:gd name="csX234" fmla="*/ 1796394 w 3197940"/>
                <a:gd name="csY234" fmla="*/ 928040 h 2014199"/>
                <a:gd name="csX235" fmla="*/ 1793581 w 3197940"/>
                <a:gd name="csY235" fmla="*/ 913765 h 2014199"/>
                <a:gd name="csX236" fmla="*/ 1811976 w 3197940"/>
                <a:gd name="csY236" fmla="*/ 902519 h 2014199"/>
                <a:gd name="csX237" fmla="*/ 1822803 w 3197940"/>
                <a:gd name="csY237" fmla="*/ 901002 h 2014199"/>
                <a:gd name="csX238" fmla="*/ 1818364 w 3197940"/>
                <a:gd name="csY238" fmla="*/ 891597 h 2014199"/>
                <a:gd name="csX239" fmla="*/ 1834709 w 3197940"/>
                <a:gd name="csY239" fmla="*/ 893648 h 2014199"/>
                <a:gd name="csX240" fmla="*/ 1838494 w 3197940"/>
                <a:gd name="csY240" fmla="*/ 888568 h 2014199"/>
                <a:gd name="csX241" fmla="*/ 1835681 w 3197940"/>
                <a:gd name="csY241" fmla="*/ 883590 h 2014199"/>
                <a:gd name="csX242" fmla="*/ 1822803 w 3197940"/>
                <a:gd name="csY242" fmla="*/ 878402 h 2014199"/>
                <a:gd name="csX243" fmla="*/ 1821393 w 3197940"/>
                <a:gd name="csY243" fmla="*/ 872128 h 2014199"/>
                <a:gd name="csX244" fmla="*/ 1856033 w 3197940"/>
                <a:gd name="csY244" fmla="*/ 871372 h 2014199"/>
                <a:gd name="csX245" fmla="*/ 1878759 w 3197940"/>
                <a:gd name="csY245" fmla="*/ 860666 h 2014199"/>
                <a:gd name="csX246" fmla="*/ 1880385 w 3197940"/>
                <a:gd name="csY246" fmla="*/ 836333 h 2014199"/>
                <a:gd name="csX247" fmla="*/ 1873997 w 3197940"/>
                <a:gd name="csY247" fmla="*/ 823792 h 2014199"/>
                <a:gd name="csX248" fmla="*/ 1900407 w 3197940"/>
                <a:gd name="csY248" fmla="*/ 821087 h 2014199"/>
                <a:gd name="csX249" fmla="*/ 1913392 w 3197940"/>
                <a:gd name="csY249" fmla="*/ 800868 h 2014199"/>
                <a:gd name="csX250" fmla="*/ 1913614 w 3197940"/>
                <a:gd name="csY250" fmla="*/ 791026 h 2014199"/>
                <a:gd name="csX251" fmla="*/ 1955283 w 3197940"/>
                <a:gd name="csY251" fmla="*/ 795242 h 2014199"/>
                <a:gd name="csX252" fmla="*/ 1981693 w 3197940"/>
                <a:gd name="csY252" fmla="*/ 778701 h 2014199"/>
                <a:gd name="csX253" fmla="*/ 1989808 w 3197940"/>
                <a:gd name="csY253" fmla="*/ 760857 h 2014199"/>
                <a:gd name="csX254" fmla="*/ 2000851 w 3197940"/>
                <a:gd name="csY254" fmla="*/ 753936 h 2014199"/>
                <a:gd name="csX255" fmla="*/ 2017735 w 3197940"/>
                <a:gd name="csY255" fmla="*/ 728091 h 2014199"/>
                <a:gd name="csX256" fmla="*/ 2019685 w 3197940"/>
                <a:gd name="csY256" fmla="*/ 716845 h 2014199"/>
                <a:gd name="csX257" fmla="*/ 2016434 w 3197940"/>
                <a:gd name="csY257" fmla="*/ 712305 h 2014199"/>
                <a:gd name="csX258" fmla="*/ 2002584 w 3197940"/>
                <a:gd name="csY258" fmla="*/ 706139 h 2014199"/>
                <a:gd name="csX259" fmla="*/ 2039059 w 3197940"/>
                <a:gd name="csY259" fmla="*/ 680403 h 2014199"/>
                <a:gd name="csX260" fmla="*/ 2042628 w 3197940"/>
                <a:gd name="csY260" fmla="*/ 669804 h 2014199"/>
                <a:gd name="csX261" fmla="*/ 2061246 w 3197940"/>
                <a:gd name="csY261" fmla="*/ 651421 h 2014199"/>
                <a:gd name="csX262" fmla="*/ 2031375 w 3197940"/>
                <a:gd name="csY262" fmla="*/ 637038 h 2014199"/>
                <a:gd name="csX263" fmla="*/ 2032347 w 3197940"/>
                <a:gd name="csY263" fmla="*/ 624605 h 2014199"/>
                <a:gd name="csX264" fmla="*/ 2065360 w 3197940"/>
                <a:gd name="csY264" fmla="*/ 628929 h 2014199"/>
                <a:gd name="csX265" fmla="*/ 2079318 w 3197940"/>
                <a:gd name="csY265" fmla="*/ 626224 h 2014199"/>
                <a:gd name="csX266" fmla="*/ 2088843 w 3197940"/>
                <a:gd name="csY266" fmla="*/ 644392 h 2014199"/>
                <a:gd name="csX267" fmla="*/ 2112871 w 3197940"/>
                <a:gd name="csY267" fmla="*/ 651313 h 2014199"/>
                <a:gd name="csX268" fmla="*/ 2116230 w 3197940"/>
                <a:gd name="csY268" fmla="*/ 661372 h 2014199"/>
                <a:gd name="csX269" fmla="*/ 2132575 w 3197940"/>
                <a:gd name="csY269" fmla="*/ 677158 h 2014199"/>
                <a:gd name="csX270" fmla="*/ 2145669 w 3197940"/>
                <a:gd name="csY270" fmla="*/ 668293 h 2014199"/>
                <a:gd name="csX271" fmla="*/ 2124238 w 3197940"/>
                <a:gd name="csY271" fmla="*/ 649148 h 2014199"/>
                <a:gd name="csX272" fmla="*/ 2125539 w 3197940"/>
                <a:gd name="csY272" fmla="*/ 641363 h 2014199"/>
                <a:gd name="csX273" fmla="*/ 2150647 w 3197940"/>
                <a:gd name="csY273" fmla="*/ 657479 h 2014199"/>
                <a:gd name="csX274" fmla="*/ 2139173 w 3197940"/>
                <a:gd name="csY274" fmla="*/ 631958 h 2014199"/>
                <a:gd name="csX275" fmla="*/ 2128676 w 3197940"/>
                <a:gd name="csY275" fmla="*/ 618763 h 2014199"/>
                <a:gd name="csX276" fmla="*/ 2134194 w 3197940"/>
                <a:gd name="csY276" fmla="*/ 612489 h 2014199"/>
                <a:gd name="csX277" fmla="*/ 2149676 w 3197940"/>
                <a:gd name="csY277" fmla="*/ 626764 h 2014199"/>
                <a:gd name="csX278" fmla="*/ 2156928 w 3197940"/>
                <a:gd name="csY278" fmla="*/ 636283 h 2014199"/>
                <a:gd name="csX279" fmla="*/ 2174568 w 3197940"/>
                <a:gd name="csY279" fmla="*/ 624389 h 2014199"/>
                <a:gd name="csX280" fmla="*/ 2186798 w 3197940"/>
                <a:gd name="csY280" fmla="*/ 621252 h 2014199"/>
                <a:gd name="csX281" fmla="*/ 2188855 w 3197940"/>
                <a:gd name="csY281" fmla="*/ 617360 h 2014199"/>
                <a:gd name="csX282" fmla="*/ 2197079 w 3197940"/>
                <a:gd name="csY282" fmla="*/ 614223 h 2014199"/>
                <a:gd name="csX283" fmla="*/ 2214186 w 3197940"/>
                <a:gd name="csY283" fmla="*/ 595840 h 2014199"/>
                <a:gd name="csX284" fmla="*/ 2226416 w 3197940"/>
                <a:gd name="csY284" fmla="*/ 592271 h 2014199"/>
                <a:gd name="csX285" fmla="*/ 2232581 w 3197940"/>
                <a:gd name="csY285" fmla="*/ 553663 h 2014199"/>
                <a:gd name="csX286" fmla="*/ 2203790 w 3197940"/>
                <a:gd name="csY286" fmla="*/ 517544 h 2014199"/>
                <a:gd name="csX287" fmla="*/ 2207689 w 3197940"/>
                <a:gd name="csY287" fmla="*/ 500247 h 2014199"/>
                <a:gd name="csX288" fmla="*/ 2199574 w 3197940"/>
                <a:gd name="csY288" fmla="*/ 504247 h 2014199"/>
                <a:gd name="csX289" fmla="*/ 2194265 w 3197940"/>
                <a:gd name="csY289" fmla="*/ 501542 h 2014199"/>
                <a:gd name="csX290" fmla="*/ 2199352 w 3197940"/>
                <a:gd name="csY290" fmla="*/ 489217 h 2014199"/>
                <a:gd name="csX291" fmla="*/ 2186474 w 3197940"/>
                <a:gd name="csY291" fmla="*/ 479590 h 2014199"/>
                <a:gd name="csX292" fmla="*/ 2215265 w 3197940"/>
                <a:gd name="csY292" fmla="*/ 477101 h 2014199"/>
                <a:gd name="csX293" fmla="*/ 2237020 w 3197940"/>
                <a:gd name="csY293" fmla="*/ 457962 h 2014199"/>
                <a:gd name="csX294" fmla="*/ 2229660 w 3197940"/>
                <a:gd name="csY294" fmla="*/ 444011 h 2014199"/>
                <a:gd name="csX295" fmla="*/ 2222085 w 3197940"/>
                <a:gd name="csY295" fmla="*/ 446824 h 2014199"/>
                <a:gd name="csX296" fmla="*/ 2220567 w 3197940"/>
                <a:gd name="csY296" fmla="*/ 438283 h 2014199"/>
                <a:gd name="csX297" fmla="*/ 2228905 w 3197940"/>
                <a:gd name="csY297" fmla="*/ 421519 h 2014199"/>
                <a:gd name="csX298" fmla="*/ 2207366 w 3197940"/>
                <a:gd name="csY298" fmla="*/ 417411 h 2014199"/>
                <a:gd name="csX299" fmla="*/ 2198056 w 3197940"/>
                <a:gd name="csY299" fmla="*/ 418929 h 2014199"/>
                <a:gd name="csX300" fmla="*/ 2197733 w 3197940"/>
                <a:gd name="csY300" fmla="*/ 408330 h 2014199"/>
                <a:gd name="csX301" fmla="*/ 2201625 w 3197940"/>
                <a:gd name="csY301" fmla="*/ 406813 h 2014199"/>
                <a:gd name="csX302" fmla="*/ 2204006 w 3197940"/>
                <a:gd name="csY302" fmla="*/ 396646 h 2014199"/>
                <a:gd name="csX303" fmla="*/ 2180632 w 3197940"/>
                <a:gd name="csY303" fmla="*/ 381292 h 2014199"/>
                <a:gd name="csX304" fmla="*/ 2147618 w 3197940"/>
                <a:gd name="csY304" fmla="*/ 377831 h 2014199"/>
                <a:gd name="csX305" fmla="*/ 2148482 w 3197940"/>
                <a:gd name="csY305" fmla="*/ 376212 h 2014199"/>
                <a:gd name="csX306" fmla="*/ 2146971 w 3197940"/>
                <a:gd name="csY306" fmla="*/ 371996 h 2014199"/>
                <a:gd name="csX307" fmla="*/ 2135928 w 3197940"/>
                <a:gd name="csY307" fmla="*/ 373075 h 2014199"/>
                <a:gd name="csX308" fmla="*/ 2135280 w 3197940"/>
                <a:gd name="csY308" fmla="*/ 374155 h 2014199"/>
                <a:gd name="csX309" fmla="*/ 2098476 w 3197940"/>
                <a:gd name="csY309" fmla="*/ 371126 h 2014199"/>
                <a:gd name="csX310" fmla="*/ 2075749 w 3197940"/>
                <a:gd name="csY310" fmla="*/ 385293 h 2014199"/>
                <a:gd name="csX311" fmla="*/ 2081483 w 3197940"/>
                <a:gd name="csY311" fmla="*/ 417951 h 2014199"/>
                <a:gd name="csX312" fmla="*/ 2096094 w 3197940"/>
                <a:gd name="csY312" fmla="*/ 436982 h 2014199"/>
                <a:gd name="csX313" fmla="*/ 2091440 w 3197940"/>
                <a:gd name="csY313" fmla="*/ 447040 h 2014199"/>
                <a:gd name="csX314" fmla="*/ 2095339 w 3197940"/>
                <a:gd name="csY314" fmla="*/ 457314 h 2014199"/>
                <a:gd name="csX315" fmla="*/ 2072288 w 3197940"/>
                <a:gd name="csY315" fmla="*/ 458934 h 2014199"/>
                <a:gd name="csX316" fmla="*/ 2067411 w 3197940"/>
                <a:gd name="csY316" fmla="*/ 469316 h 2014199"/>
                <a:gd name="csX317" fmla="*/ 2058756 w 3197940"/>
                <a:gd name="csY317" fmla="*/ 515817 h 2014199"/>
                <a:gd name="csX318" fmla="*/ 2041002 w 3197940"/>
                <a:gd name="csY318" fmla="*/ 541985 h 2014199"/>
                <a:gd name="csX319" fmla="*/ 2036246 w 3197940"/>
                <a:gd name="csY319" fmla="*/ 563397 h 2014199"/>
                <a:gd name="csX320" fmla="*/ 2025311 w 3197940"/>
                <a:gd name="csY320" fmla="*/ 560369 h 2014199"/>
                <a:gd name="csX321" fmla="*/ 2019247 w 3197940"/>
                <a:gd name="csY321" fmla="*/ 567830 h 2014199"/>
                <a:gd name="csX322" fmla="*/ 2019355 w 3197940"/>
                <a:gd name="csY322" fmla="*/ 578968 h 2014199"/>
                <a:gd name="csX323" fmla="*/ 2008426 w 3197940"/>
                <a:gd name="csY323" fmla="*/ 580701 h 2014199"/>
                <a:gd name="csX324" fmla="*/ 1999981 w 3197940"/>
                <a:gd name="csY324" fmla="*/ 564477 h 2014199"/>
                <a:gd name="csX325" fmla="*/ 1978556 w 3197940"/>
                <a:gd name="csY325" fmla="*/ 541014 h 2014199"/>
                <a:gd name="csX326" fmla="*/ 1968053 w 3197940"/>
                <a:gd name="csY326" fmla="*/ 512464 h 2014199"/>
                <a:gd name="csX327" fmla="*/ 1969355 w 3197940"/>
                <a:gd name="csY327" fmla="*/ 502838 h 2014199"/>
                <a:gd name="csX328" fmla="*/ 1968485 w 3197940"/>
                <a:gd name="csY328" fmla="*/ 491484 h 2014199"/>
                <a:gd name="csX329" fmla="*/ 1976607 w 3197940"/>
                <a:gd name="csY329" fmla="*/ 488785 h 2014199"/>
                <a:gd name="csX330" fmla="*/ 1983318 w 3197940"/>
                <a:gd name="csY330" fmla="*/ 497542 h 2014199"/>
                <a:gd name="csX331" fmla="*/ 1990240 w 3197940"/>
                <a:gd name="csY331" fmla="*/ 488893 h 2014199"/>
                <a:gd name="csX332" fmla="*/ 1984506 w 3197940"/>
                <a:gd name="csY332" fmla="*/ 466833 h 2014199"/>
                <a:gd name="csX333" fmla="*/ 1979635 w 3197940"/>
                <a:gd name="csY333" fmla="*/ 449529 h 2014199"/>
                <a:gd name="csX334" fmla="*/ 1949657 w 3197940"/>
                <a:gd name="csY334" fmla="*/ 423793 h 2014199"/>
                <a:gd name="csX335" fmla="*/ 1944787 w 3197940"/>
                <a:gd name="csY335" fmla="*/ 416871 h 2014199"/>
                <a:gd name="csX336" fmla="*/ 1936449 w 3197940"/>
                <a:gd name="csY336" fmla="*/ 416547 h 2014199"/>
                <a:gd name="csX337" fmla="*/ 1917723 w 3197940"/>
                <a:gd name="csY337" fmla="*/ 441096 h 2014199"/>
                <a:gd name="csX338" fmla="*/ 1915234 w 3197940"/>
                <a:gd name="csY338" fmla="*/ 456991 h 2014199"/>
                <a:gd name="csX339" fmla="*/ 1905925 w 3197940"/>
                <a:gd name="csY339" fmla="*/ 449961 h 2014199"/>
                <a:gd name="csX340" fmla="*/ 1907874 w 3197940"/>
                <a:gd name="csY340" fmla="*/ 483375 h 2014199"/>
                <a:gd name="csX341" fmla="*/ 1896730 w 3197940"/>
                <a:gd name="csY341" fmla="*/ 493109 h 2014199"/>
                <a:gd name="csX342" fmla="*/ 1890989 w 3197940"/>
                <a:gd name="csY342" fmla="*/ 485216 h 2014199"/>
                <a:gd name="csX343" fmla="*/ 1884932 w 3197940"/>
                <a:gd name="csY343" fmla="*/ 479266 h 2014199"/>
                <a:gd name="csX344" fmla="*/ 1887529 w 3197940"/>
                <a:gd name="csY344" fmla="*/ 467049 h 2014199"/>
                <a:gd name="csX345" fmla="*/ 1887313 w 3197940"/>
                <a:gd name="csY345" fmla="*/ 453638 h 2014199"/>
                <a:gd name="csX346" fmla="*/ 1888176 w 3197940"/>
                <a:gd name="csY346" fmla="*/ 444443 h 2014199"/>
                <a:gd name="csX347" fmla="*/ 1876378 w 3197940"/>
                <a:gd name="csY347" fmla="*/ 419144 h 2014199"/>
                <a:gd name="csX348" fmla="*/ 1892615 w 3197940"/>
                <a:gd name="csY348" fmla="*/ 418706 h 2014199"/>
                <a:gd name="csX349" fmla="*/ 1902248 w 3197940"/>
                <a:gd name="csY349" fmla="*/ 402596 h 2014199"/>
                <a:gd name="csX350" fmla="*/ 1887205 w 3197940"/>
                <a:gd name="csY350" fmla="*/ 392754 h 2014199"/>
                <a:gd name="csX351" fmla="*/ 1869774 w 3197940"/>
                <a:gd name="csY351" fmla="*/ 393186 h 2014199"/>
                <a:gd name="csX352" fmla="*/ 1870206 w 3197940"/>
                <a:gd name="csY352" fmla="*/ 392322 h 2014199"/>
                <a:gd name="csX353" fmla="*/ 1863716 w 3197940"/>
                <a:gd name="csY353" fmla="*/ 384861 h 2014199"/>
                <a:gd name="csX354" fmla="*/ 1847479 w 3197940"/>
                <a:gd name="csY354" fmla="*/ 389731 h 2014199"/>
                <a:gd name="csX355" fmla="*/ 1836767 w 3197940"/>
                <a:gd name="csY355" fmla="*/ 398704 h 2014199"/>
                <a:gd name="csX356" fmla="*/ 1829947 w 3197940"/>
                <a:gd name="csY356" fmla="*/ 394056 h 2014199"/>
                <a:gd name="csX357" fmla="*/ 1824530 w 3197940"/>
                <a:gd name="csY357" fmla="*/ 383565 h 2014199"/>
                <a:gd name="csX358" fmla="*/ 1810789 w 3197940"/>
                <a:gd name="csY358" fmla="*/ 376644 h 2014199"/>
                <a:gd name="csX359" fmla="*/ 1829731 w 3197940"/>
                <a:gd name="csY359" fmla="*/ 355879 h 2014199"/>
                <a:gd name="csX360" fmla="*/ 1822695 w 3197940"/>
                <a:gd name="csY360" fmla="*/ 354584 h 2014199"/>
                <a:gd name="csX361" fmla="*/ 1816523 w 3197940"/>
                <a:gd name="csY361" fmla="*/ 347231 h 2014199"/>
                <a:gd name="csX362" fmla="*/ 1824969 w 3197940"/>
                <a:gd name="csY362" fmla="*/ 342475 h 2014199"/>
                <a:gd name="csX363" fmla="*/ 1841961 w 3197940"/>
                <a:gd name="csY363" fmla="*/ 349612 h 2014199"/>
                <a:gd name="csX364" fmla="*/ 1854623 w 3197940"/>
                <a:gd name="csY364" fmla="*/ 344202 h 2014199"/>
                <a:gd name="csX365" fmla="*/ 1849321 w 3197940"/>
                <a:gd name="csY365" fmla="*/ 338582 h 2014199"/>
                <a:gd name="csX366" fmla="*/ 1842825 w 3197940"/>
                <a:gd name="csY366" fmla="*/ 328632 h 2014199"/>
                <a:gd name="csX367" fmla="*/ 1836983 w 3197940"/>
                <a:gd name="csY367" fmla="*/ 330359 h 2014199"/>
                <a:gd name="csX368" fmla="*/ 1835789 w 3197940"/>
                <a:gd name="csY368" fmla="*/ 331769 h 2014199"/>
                <a:gd name="csX369" fmla="*/ 1832436 w 3197940"/>
                <a:gd name="csY369" fmla="*/ 331121 h 2014199"/>
                <a:gd name="csX370" fmla="*/ 1827674 w 3197940"/>
                <a:gd name="csY370" fmla="*/ 320307 h 2014199"/>
                <a:gd name="csX371" fmla="*/ 1828861 w 3197940"/>
                <a:gd name="csY371" fmla="*/ 314033 h 2014199"/>
                <a:gd name="csX372" fmla="*/ 1828321 w 3197940"/>
                <a:gd name="csY372" fmla="*/ 310032 h 2014199"/>
                <a:gd name="csX373" fmla="*/ 1813062 w 3197940"/>
                <a:gd name="csY373" fmla="*/ 302787 h 2014199"/>
                <a:gd name="csX374" fmla="*/ 1799962 w 3197940"/>
                <a:gd name="csY374" fmla="*/ 286131 h 2014199"/>
                <a:gd name="csX375" fmla="*/ 1797365 w 3197940"/>
                <a:gd name="csY375" fmla="*/ 257150 h 2014199"/>
                <a:gd name="csX376" fmla="*/ 1793142 w 3197940"/>
                <a:gd name="csY376" fmla="*/ 251422 h 2014199"/>
                <a:gd name="csX377" fmla="*/ 1787624 w 3197940"/>
                <a:gd name="csY377" fmla="*/ 243961 h 2014199"/>
                <a:gd name="csX378" fmla="*/ 1766625 w 3197940"/>
                <a:gd name="csY378" fmla="*/ 225362 h 2014199"/>
                <a:gd name="csX379" fmla="*/ 1765761 w 3197940"/>
                <a:gd name="csY379" fmla="*/ 217462 h 2014199"/>
                <a:gd name="csX380" fmla="*/ 1746171 w 3197940"/>
                <a:gd name="csY380" fmla="*/ 216922 h 2014199"/>
                <a:gd name="csX381" fmla="*/ 1738272 w 3197940"/>
                <a:gd name="csY381" fmla="*/ 219520 h 2014199"/>
                <a:gd name="csX382" fmla="*/ 1739136 w 3197940"/>
                <a:gd name="csY382" fmla="*/ 203518 h 2014199"/>
                <a:gd name="csX383" fmla="*/ 1736106 w 3197940"/>
                <a:gd name="csY383" fmla="*/ 198647 h 2014199"/>
                <a:gd name="csX384" fmla="*/ 1742926 w 3197940"/>
                <a:gd name="csY384" fmla="*/ 195948 h 2014199"/>
                <a:gd name="csX385" fmla="*/ 1750286 w 3197940"/>
                <a:gd name="csY385" fmla="*/ 200489 h 2014199"/>
                <a:gd name="csX386" fmla="*/ 1754395 w 3197940"/>
                <a:gd name="csY386" fmla="*/ 196056 h 2014199"/>
                <a:gd name="csX387" fmla="*/ 1761862 w 3197940"/>
                <a:gd name="csY387" fmla="*/ 174104 h 2014199"/>
                <a:gd name="csX388" fmla="*/ 1771603 w 3197940"/>
                <a:gd name="csY388" fmla="*/ 166967 h 2014199"/>
                <a:gd name="csX389" fmla="*/ 1777128 w 3197940"/>
                <a:gd name="csY389" fmla="*/ 159398 h 2014199"/>
                <a:gd name="csX390" fmla="*/ 1765329 w 3197940"/>
                <a:gd name="csY390" fmla="*/ 139605 h 2014199"/>
                <a:gd name="csX391" fmla="*/ 1761754 w 3197940"/>
                <a:gd name="csY391" fmla="*/ 135820 h 2014199"/>
                <a:gd name="csX392" fmla="*/ 1750178 w 3197940"/>
                <a:gd name="csY392" fmla="*/ 130200 h 2014199"/>
                <a:gd name="csX393" fmla="*/ 1778747 w 3197940"/>
                <a:gd name="csY393" fmla="*/ 126200 h 2014199"/>
                <a:gd name="csX394" fmla="*/ 1818149 w 3197940"/>
                <a:gd name="csY394" fmla="*/ 134309 h 2014199"/>
                <a:gd name="csX395" fmla="*/ 1836875 w 3197940"/>
                <a:gd name="csY395" fmla="*/ 125546 h 2014199"/>
                <a:gd name="csX396" fmla="*/ 1869666 w 3197940"/>
                <a:gd name="csY396" fmla="*/ 71482 h 2014199"/>
                <a:gd name="csX397" fmla="*/ 1869774 w 3197940"/>
                <a:gd name="csY397" fmla="*/ 63805 h 2014199"/>
                <a:gd name="csX398" fmla="*/ 1872809 w 3197940"/>
                <a:gd name="csY398" fmla="*/ 61747 h 2014199"/>
                <a:gd name="csX399" fmla="*/ 1878435 w 3197940"/>
                <a:gd name="csY399" fmla="*/ 60014 h 2014199"/>
                <a:gd name="csX400" fmla="*/ 1889694 w 3197940"/>
                <a:gd name="csY400" fmla="*/ 46177 h 2014199"/>
                <a:gd name="csX401" fmla="*/ 1892939 w 3197940"/>
                <a:gd name="csY401" fmla="*/ 39148 h 2014199"/>
                <a:gd name="csX402" fmla="*/ 1898349 w 3197940"/>
                <a:gd name="csY402" fmla="*/ 31902 h 2014199"/>
                <a:gd name="csX403" fmla="*/ 1898025 w 3197940"/>
                <a:gd name="csY403" fmla="*/ 28658 h 2014199"/>
                <a:gd name="csX404" fmla="*/ 1876594 w 3197940"/>
                <a:gd name="csY404" fmla="*/ 20441 h 2014199"/>
                <a:gd name="csX405" fmla="*/ 1833947 w 3197940"/>
                <a:gd name="csY405" fmla="*/ 19793 h 2014199"/>
                <a:gd name="csX406" fmla="*/ 1822041 w 3197940"/>
                <a:gd name="csY406" fmla="*/ 22924 h 2014199"/>
                <a:gd name="csX407" fmla="*/ 1817171 w 3197940"/>
                <a:gd name="csY407" fmla="*/ 11786 h 2014199"/>
                <a:gd name="csX408" fmla="*/ 1799746 w 3197940"/>
                <a:gd name="csY408" fmla="*/ 0 h 2014199"/>
                <a:gd name="csX409" fmla="*/ 1770847 w 3197940"/>
                <a:gd name="csY409" fmla="*/ 0 h 2014199"/>
                <a:gd name="csX410" fmla="*/ 1762732 w 3197940"/>
                <a:gd name="csY410" fmla="*/ 7893 h 2014199"/>
                <a:gd name="csX411" fmla="*/ 1753099 w 3197940"/>
                <a:gd name="csY411" fmla="*/ 5950 h 2014199"/>
                <a:gd name="csX412" fmla="*/ 1708179 w 3197940"/>
                <a:gd name="csY412" fmla="*/ 24873 h 2014199"/>
                <a:gd name="csX413" fmla="*/ 1712402 w 3197940"/>
                <a:gd name="csY413" fmla="*/ 33846 h 2014199"/>
                <a:gd name="csX414" fmla="*/ 1731128 w 3197940"/>
                <a:gd name="csY414" fmla="*/ 51257 h 2014199"/>
                <a:gd name="csX415" fmla="*/ 1716187 w 3197940"/>
                <a:gd name="csY415" fmla="*/ 48876 h 2014199"/>
                <a:gd name="csX416" fmla="*/ 1703093 w 3197940"/>
                <a:gd name="csY416" fmla="*/ 44012 h 2014199"/>
                <a:gd name="csX417" fmla="*/ 1694870 w 3197940"/>
                <a:gd name="csY417" fmla="*/ 52229 h 2014199"/>
                <a:gd name="csX418" fmla="*/ 1696705 w 3197940"/>
                <a:gd name="csY418" fmla="*/ 65316 h 2014199"/>
                <a:gd name="csX419" fmla="*/ 1694216 w 3197940"/>
                <a:gd name="csY419" fmla="*/ 73857 h 2014199"/>
                <a:gd name="csX420" fmla="*/ 1695949 w 3197940"/>
                <a:gd name="csY420" fmla="*/ 95917 h 2014199"/>
                <a:gd name="csX421" fmla="*/ 1687288 w 3197940"/>
                <a:gd name="csY421" fmla="*/ 94513 h 2014199"/>
                <a:gd name="csX422" fmla="*/ 1693028 w 3197940"/>
                <a:gd name="csY422" fmla="*/ 109760 h 2014199"/>
                <a:gd name="csX423" fmla="*/ 1691511 w 3197940"/>
                <a:gd name="csY423" fmla="*/ 110731 h 2014199"/>
                <a:gd name="csX424" fmla="*/ 1690971 w 3197940"/>
                <a:gd name="csY424" fmla="*/ 128035 h 2014199"/>
                <a:gd name="csX425" fmla="*/ 1715107 w 3197940"/>
                <a:gd name="csY425" fmla="*/ 161881 h 2014199"/>
                <a:gd name="csX426" fmla="*/ 1709043 w 3197940"/>
                <a:gd name="csY426" fmla="*/ 212382 h 2014199"/>
                <a:gd name="csX427" fmla="*/ 1703201 w 3197940"/>
                <a:gd name="csY427" fmla="*/ 214871 h 2014199"/>
                <a:gd name="csX428" fmla="*/ 1700388 w 3197940"/>
                <a:gd name="csY428" fmla="*/ 220707 h 2014199"/>
                <a:gd name="csX429" fmla="*/ 1687504 w 3197940"/>
                <a:gd name="csY429" fmla="*/ 230118 h 2014199"/>
                <a:gd name="csX430" fmla="*/ 1686964 w 3197940"/>
                <a:gd name="csY430" fmla="*/ 232061 h 2014199"/>
                <a:gd name="csX431" fmla="*/ 1701359 w 3197940"/>
                <a:gd name="csY431" fmla="*/ 242875 h 2014199"/>
                <a:gd name="csX432" fmla="*/ 1698978 w 3197940"/>
                <a:gd name="csY432" fmla="*/ 256070 h 2014199"/>
                <a:gd name="csX433" fmla="*/ 1693244 w 3197940"/>
                <a:gd name="csY433" fmla="*/ 254991 h 2014199"/>
                <a:gd name="csX434" fmla="*/ 1682748 w 3197940"/>
                <a:gd name="csY434" fmla="*/ 246012 h 2014199"/>
                <a:gd name="csX435" fmla="*/ 1673654 w 3197940"/>
                <a:gd name="csY435" fmla="*/ 248717 h 2014199"/>
                <a:gd name="csX436" fmla="*/ 1663259 w 3197940"/>
                <a:gd name="csY436" fmla="*/ 256178 h 2014199"/>
                <a:gd name="csX437" fmla="*/ 1656554 w 3197940"/>
                <a:gd name="csY437" fmla="*/ 259207 h 2014199"/>
                <a:gd name="csX438" fmla="*/ 1665749 w 3197940"/>
                <a:gd name="csY438" fmla="*/ 276727 h 2014199"/>
                <a:gd name="csX439" fmla="*/ 1663805 w 3197940"/>
                <a:gd name="csY439" fmla="*/ 297485 h 2014199"/>
                <a:gd name="csX440" fmla="*/ 1668238 w 3197940"/>
                <a:gd name="csY440" fmla="*/ 304622 h 2014199"/>
                <a:gd name="csX441" fmla="*/ 1675712 w 3197940"/>
                <a:gd name="csY441" fmla="*/ 309709 h 2014199"/>
                <a:gd name="csX442" fmla="*/ 1662612 w 3197940"/>
                <a:gd name="csY442" fmla="*/ 343446 h 2014199"/>
                <a:gd name="csX443" fmla="*/ 1668568 w 3197940"/>
                <a:gd name="csY443" fmla="*/ 355556 h 2014199"/>
                <a:gd name="csX444" fmla="*/ 1675712 w 3197940"/>
                <a:gd name="csY444" fmla="*/ 360534 h 2014199"/>
                <a:gd name="csX445" fmla="*/ 1682855 w 3197940"/>
                <a:gd name="csY445" fmla="*/ 369614 h 2014199"/>
                <a:gd name="csX446" fmla="*/ 1729611 w 3197940"/>
                <a:gd name="csY446" fmla="*/ 390379 h 2014199"/>
                <a:gd name="csX447" fmla="*/ 1737186 w 3197940"/>
                <a:gd name="csY447" fmla="*/ 390379 h 2014199"/>
                <a:gd name="csX448" fmla="*/ 1750718 w 3197940"/>
                <a:gd name="csY448" fmla="*/ 401841 h 2014199"/>
                <a:gd name="csX449" fmla="*/ 1759703 w 3197940"/>
                <a:gd name="csY449" fmla="*/ 400107 h 2014199"/>
                <a:gd name="csX450" fmla="*/ 1775178 w 3197940"/>
                <a:gd name="csY450" fmla="*/ 395891 h 2014199"/>
                <a:gd name="csX451" fmla="*/ 1776696 w 3197940"/>
                <a:gd name="csY451" fmla="*/ 405949 h 2014199"/>
                <a:gd name="csX452" fmla="*/ 1749200 w 3197940"/>
                <a:gd name="csY452" fmla="*/ 414706 h 2014199"/>
                <a:gd name="csX453" fmla="*/ 1745193 w 3197940"/>
                <a:gd name="csY453" fmla="*/ 427901 h 2014199"/>
                <a:gd name="csX454" fmla="*/ 1734265 w 3197940"/>
                <a:gd name="csY454" fmla="*/ 439687 h 2014199"/>
                <a:gd name="csX455" fmla="*/ 1738704 w 3197940"/>
                <a:gd name="csY455" fmla="*/ 457638 h 2014199"/>
                <a:gd name="csX456" fmla="*/ 1757208 w 3197940"/>
                <a:gd name="csY456" fmla="*/ 446932 h 2014199"/>
                <a:gd name="csX457" fmla="*/ 1763380 w 3197940"/>
                <a:gd name="csY457" fmla="*/ 435686 h 2014199"/>
                <a:gd name="csX458" fmla="*/ 1772365 w 3197940"/>
                <a:gd name="csY458" fmla="*/ 439687 h 2014199"/>
                <a:gd name="csX459" fmla="*/ 1772905 w 3197940"/>
                <a:gd name="csY459" fmla="*/ 466941 h 2014199"/>
                <a:gd name="csX460" fmla="*/ 1774854 w 3197940"/>
                <a:gd name="csY460" fmla="*/ 474186 h 2014199"/>
                <a:gd name="csX461" fmla="*/ 1752337 w 3197940"/>
                <a:gd name="csY461" fmla="*/ 490188 h 2014199"/>
                <a:gd name="csX462" fmla="*/ 1727661 w 3197940"/>
                <a:gd name="csY462" fmla="*/ 514845 h 2014199"/>
                <a:gd name="csX463" fmla="*/ 1705366 w 3197940"/>
                <a:gd name="csY463" fmla="*/ 514845 h 2014199"/>
                <a:gd name="csX464" fmla="*/ 1696057 w 3197940"/>
                <a:gd name="csY464" fmla="*/ 539934 h 2014199"/>
                <a:gd name="csX465" fmla="*/ 1713050 w 3197940"/>
                <a:gd name="csY465" fmla="*/ 553879 h 2014199"/>
                <a:gd name="csX466" fmla="*/ 1709697 w 3197940"/>
                <a:gd name="csY466" fmla="*/ 573888 h 2014199"/>
                <a:gd name="csX467" fmla="*/ 1696705 w 3197940"/>
                <a:gd name="csY467" fmla="*/ 570319 h 2014199"/>
                <a:gd name="csX468" fmla="*/ 1697467 w 3197940"/>
                <a:gd name="csY468" fmla="*/ 568585 h 2014199"/>
                <a:gd name="csX469" fmla="*/ 1685884 w 3197940"/>
                <a:gd name="csY469" fmla="*/ 565563 h 2014199"/>
                <a:gd name="csX470" fmla="*/ 1675604 w 3197940"/>
                <a:gd name="csY470" fmla="*/ 569995 h 2014199"/>
                <a:gd name="csX471" fmla="*/ 1672569 w 3197940"/>
                <a:gd name="csY471" fmla="*/ 552152 h 2014199"/>
                <a:gd name="csX472" fmla="*/ 1686100 w 3197940"/>
                <a:gd name="csY472" fmla="*/ 492893 h 2014199"/>
                <a:gd name="csX473" fmla="*/ 1667158 w 3197940"/>
                <a:gd name="csY473" fmla="*/ 507384 h 2014199"/>
                <a:gd name="csX474" fmla="*/ 1663805 w 3197940"/>
                <a:gd name="csY474" fmla="*/ 496570 h 2014199"/>
                <a:gd name="csX475" fmla="*/ 1646051 w 3197940"/>
                <a:gd name="csY475" fmla="*/ 494621 h 2014199"/>
                <a:gd name="csX476" fmla="*/ 1638043 w 3197940"/>
                <a:gd name="csY476" fmla="*/ 484130 h 2014199"/>
                <a:gd name="csX477" fmla="*/ 1606871 w 3197940"/>
                <a:gd name="csY477" fmla="*/ 474834 h 2014199"/>
                <a:gd name="csX478" fmla="*/ 1598426 w 3197940"/>
                <a:gd name="csY478" fmla="*/ 486188 h 2014199"/>
                <a:gd name="csX479" fmla="*/ 1580678 w 3197940"/>
                <a:gd name="csY479" fmla="*/ 488023 h 2014199"/>
                <a:gd name="csX480" fmla="*/ 1587821 w 3197940"/>
                <a:gd name="csY480" fmla="*/ 507600 h 2014199"/>
                <a:gd name="csX481" fmla="*/ 1578944 w 3197940"/>
                <a:gd name="csY481" fmla="*/ 518198 h 2014199"/>
                <a:gd name="csX482" fmla="*/ 1587498 w 3197940"/>
                <a:gd name="csY482" fmla="*/ 533876 h 2014199"/>
                <a:gd name="csX483" fmla="*/ 1568124 w 3197940"/>
                <a:gd name="csY483" fmla="*/ 538740 h 2014199"/>
                <a:gd name="csX484" fmla="*/ 1506319 w 3197940"/>
                <a:gd name="csY484" fmla="*/ 526307 h 2014199"/>
                <a:gd name="csX485" fmla="*/ 1472658 w 3197940"/>
                <a:gd name="csY485" fmla="*/ 538093 h 2014199"/>
                <a:gd name="csX486" fmla="*/ 1456853 w 3197940"/>
                <a:gd name="csY486" fmla="*/ 533876 h 2014199"/>
                <a:gd name="csX487" fmla="*/ 1442025 w 3197940"/>
                <a:gd name="csY487" fmla="*/ 537769 h 2014199"/>
                <a:gd name="csX488" fmla="*/ 1409450 w 3197940"/>
                <a:gd name="csY488" fmla="*/ 514629 h 2014199"/>
                <a:gd name="csX489" fmla="*/ 1407069 w 3197940"/>
                <a:gd name="csY489" fmla="*/ 505111 h 2014199"/>
                <a:gd name="csX490" fmla="*/ 1401004 w 3197940"/>
                <a:gd name="csY490" fmla="*/ 503600 h 2014199"/>
                <a:gd name="csX491" fmla="*/ 1387695 w 3197940"/>
                <a:gd name="csY491" fmla="*/ 515061 h 2014199"/>
                <a:gd name="csX492" fmla="*/ 1364314 w 3197940"/>
                <a:gd name="csY492" fmla="*/ 511493 h 2014199"/>
                <a:gd name="csX493" fmla="*/ 1365070 w 3197940"/>
                <a:gd name="csY493" fmla="*/ 500571 h 2014199"/>
                <a:gd name="csX494" fmla="*/ 1329027 w 3197940"/>
                <a:gd name="csY494" fmla="*/ 480238 h 2014199"/>
                <a:gd name="csX495" fmla="*/ 1323185 w 3197940"/>
                <a:gd name="csY495" fmla="*/ 456019 h 2014199"/>
                <a:gd name="csX496" fmla="*/ 1297207 w 3197940"/>
                <a:gd name="csY496" fmla="*/ 442176 h 2014199"/>
                <a:gd name="csX497" fmla="*/ 1257812 w 3197940"/>
                <a:gd name="csY497" fmla="*/ 459480 h 2014199"/>
                <a:gd name="csX498" fmla="*/ 1218410 w 3197940"/>
                <a:gd name="csY498" fmla="*/ 466503 h 2014199"/>
                <a:gd name="csX499" fmla="*/ 1204015 w 3197940"/>
                <a:gd name="csY499" fmla="*/ 494189 h 2014199"/>
                <a:gd name="csX500" fmla="*/ 1210727 w 3197940"/>
                <a:gd name="csY500" fmla="*/ 500139 h 2014199"/>
                <a:gd name="csX501" fmla="*/ 1218842 w 3197940"/>
                <a:gd name="csY501" fmla="*/ 499815 h 2014199"/>
                <a:gd name="csX502" fmla="*/ 1223935 w 3197940"/>
                <a:gd name="csY502" fmla="*/ 504355 h 2014199"/>
                <a:gd name="csX503" fmla="*/ 1239841 w 3197940"/>
                <a:gd name="csY503" fmla="*/ 496030 h 2014199"/>
                <a:gd name="csX504" fmla="*/ 1242762 w 3197940"/>
                <a:gd name="csY504" fmla="*/ 488347 h 2014199"/>
                <a:gd name="csX505" fmla="*/ 1263870 w 3197940"/>
                <a:gd name="csY505" fmla="*/ 490296 h 2014199"/>
                <a:gd name="csX506" fmla="*/ 1276208 w 3197940"/>
                <a:gd name="csY506" fmla="*/ 479266 h 2014199"/>
                <a:gd name="csX507" fmla="*/ 1302833 w 3197940"/>
                <a:gd name="csY507" fmla="*/ 466179 h 2014199"/>
                <a:gd name="csX508" fmla="*/ 1315826 w 3197940"/>
                <a:gd name="csY508" fmla="*/ 470179 h 2014199"/>
                <a:gd name="csX509" fmla="*/ 1312574 w 3197940"/>
                <a:gd name="csY509" fmla="*/ 486296 h 2014199"/>
                <a:gd name="csX510" fmla="*/ 1287143 w 3197940"/>
                <a:gd name="csY510" fmla="*/ 497434 h 2014199"/>
                <a:gd name="csX511" fmla="*/ 1276316 w 3197940"/>
                <a:gd name="csY511" fmla="*/ 510407 h 2014199"/>
                <a:gd name="csX512" fmla="*/ 1242331 w 3197940"/>
                <a:gd name="csY512" fmla="*/ 516573 h 2014199"/>
                <a:gd name="csX513" fmla="*/ 1240603 w 3197940"/>
                <a:gd name="csY513" fmla="*/ 525228 h 2014199"/>
                <a:gd name="csX514" fmla="*/ 1230748 w 3197940"/>
                <a:gd name="csY514" fmla="*/ 530631 h 2014199"/>
                <a:gd name="csX515" fmla="*/ 1248395 w 3197940"/>
                <a:gd name="csY515" fmla="*/ 557663 h 2014199"/>
                <a:gd name="csX516" fmla="*/ 1248395 w 3197940"/>
                <a:gd name="csY516" fmla="*/ 576593 h 2014199"/>
                <a:gd name="csX517" fmla="*/ 1258136 w 3197940"/>
                <a:gd name="csY517" fmla="*/ 598869 h 2014199"/>
                <a:gd name="csX518" fmla="*/ 1232914 w 3197940"/>
                <a:gd name="csY518" fmla="*/ 590645 h 2014199"/>
                <a:gd name="csX519" fmla="*/ 1232158 w 3197940"/>
                <a:gd name="csY519" fmla="*/ 552691 h 2014199"/>
                <a:gd name="csX520" fmla="*/ 1230640 w 3197940"/>
                <a:gd name="csY520" fmla="*/ 551072 h 2014199"/>
                <a:gd name="csX521" fmla="*/ 1214518 w 3197940"/>
                <a:gd name="csY521" fmla="*/ 551288 h 2014199"/>
                <a:gd name="csX522" fmla="*/ 1207482 w 3197940"/>
                <a:gd name="csY522" fmla="*/ 549447 h 2014199"/>
                <a:gd name="csX523" fmla="*/ 1201957 w 3197940"/>
                <a:gd name="csY523" fmla="*/ 567182 h 2014199"/>
                <a:gd name="csX524" fmla="*/ 1195036 w 3197940"/>
                <a:gd name="csY524" fmla="*/ 554095 h 2014199"/>
                <a:gd name="csX525" fmla="*/ 1194706 w 3197940"/>
                <a:gd name="csY525" fmla="*/ 544151 h 2014199"/>
                <a:gd name="csX526" fmla="*/ 1187346 w 3197940"/>
                <a:gd name="csY526" fmla="*/ 534740 h 2014199"/>
                <a:gd name="csX527" fmla="*/ 1169058 w 3197940"/>
                <a:gd name="csY527" fmla="*/ 537121 h 2014199"/>
                <a:gd name="csX528" fmla="*/ 1153685 w 3197940"/>
                <a:gd name="csY528" fmla="*/ 521113 h 2014199"/>
                <a:gd name="csX529" fmla="*/ 1119807 w 3197940"/>
                <a:gd name="csY529" fmla="*/ 536905 h 2014199"/>
                <a:gd name="csX530" fmla="*/ 1119807 w 3197940"/>
                <a:gd name="csY530" fmla="*/ 529768 h 2014199"/>
                <a:gd name="csX531" fmla="*/ 1126735 w 3197940"/>
                <a:gd name="csY531" fmla="*/ 519278 h 2014199"/>
                <a:gd name="csX532" fmla="*/ 1125764 w 3197940"/>
                <a:gd name="csY532" fmla="*/ 517982 h 2014199"/>
                <a:gd name="csX533" fmla="*/ 1120569 w 3197940"/>
                <a:gd name="csY533" fmla="*/ 516680 h 2014199"/>
                <a:gd name="csX534" fmla="*/ 1107901 w 3197940"/>
                <a:gd name="csY534" fmla="*/ 526955 h 2014199"/>
                <a:gd name="csX535" fmla="*/ 1100973 w 3197940"/>
                <a:gd name="csY535" fmla="*/ 535927 h 2014199"/>
                <a:gd name="csX536" fmla="*/ 1094484 w 3197940"/>
                <a:gd name="csY536" fmla="*/ 533337 h 2014199"/>
                <a:gd name="csX537" fmla="*/ 1069477 w 3197940"/>
                <a:gd name="csY537" fmla="*/ 538093 h 2014199"/>
                <a:gd name="csX538" fmla="*/ 1056923 w 3197940"/>
                <a:gd name="csY538" fmla="*/ 542957 h 2014199"/>
                <a:gd name="csX539" fmla="*/ 1008111 w 3197940"/>
                <a:gd name="csY539" fmla="*/ 539064 h 2014199"/>
                <a:gd name="csX540" fmla="*/ 988953 w 3197940"/>
                <a:gd name="csY540" fmla="*/ 532473 h 2014199"/>
                <a:gd name="csX541" fmla="*/ 963083 w 3197940"/>
                <a:gd name="csY541" fmla="*/ 530955 h 2014199"/>
                <a:gd name="csX542" fmla="*/ 954536 w 3197940"/>
                <a:gd name="csY542" fmla="*/ 521221 h 2014199"/>
                <a:gd name="csX543" fmla="*/ 962975 w 3197940"/>
                <a:gd name="csY543" fmla="*/ 510737 h 2014199"/>
                <a:gd name="csX544" fmla="*/ 962975 w 3197940"/>
                <a:gd name="csY544" fmla="*/ 501974 h 2014199"/>
                <a:gd name="csX545" fmla="*/ 970766 w 3197940"/>
                <a:gd name="csY545" fmla="*/ 502838 h 2014199"/>
                <a:gd name="csX546" fmla="*/ 978888 w 3197940"/>
                <a:gd name="csY546" fmla="*/ 498513 h 2014199"/>
                <a:gd name="csX547" fmla="*/ 1006809 w 3197940"/>
                <a:gd name="csY547" fmla="*/ 491916 h 2014199"/>
                <a:gd name="csX548" fmla="*/ 1008003 w 3197940"/>
                <a:gd name="csY548" fmla="*/ 480130 h 2014199"/>
                <a:gd name="csX549" fmla="*/ 985054 w 3197940"/>
                <a:gd name="csY549" fmla="*/ 457854 h 2014199"/>
                <a:gd name="csX550" fmla="*/ 952040 w 3197940"/>
                <a:gd name="csY550" fmla="*/ 440011 h 2014199"/>
                <a:gd name="csX551" fmla="*/ 931803 w 3197940"/>
                <a:gd name="csY551" fmla="*/ 435794 h 2014199"/>
                <a:gd name="csX552" fmla="*/ 926069 w 3197940"/>
                <a:gd name="csY552" fmla="*/ 441744 h 2014199"/>
                <a:gd name="csX553" fmla="*/ 932235 w 3197940"/>
                <a:gd name="csY553" fmla="*/ 450069 h 2014199"/>
                <a:gd name="csX554" fmla="*/ 924983 w 3197940"/>
                <a:gd name="csY554" fmla="*/ 451256 h 2014199"/>
                <a:gd name="csX555" fmla="*/ 911781 w 3197940"/>
                <a:gd name="csY555" fmla="*/ 446824 h 2014199"/>
                <a:gd name="csX556" fmla="*/ 887213 w 3197940"/>
                <a:gd name="csY556" fmla="*/ 443579 h 2014199"/>
                <a:gd name="csX557" fmla="*/ 878660 w 3197940"/>
                <a:gd name="csY557" fmla="*/ 439363 h 2014199"/>
                <a:gd name="csX558" fmla="*/ 860149 w 3197940"/>
                <a:gd name="csY558" fmla="*/ 436982 h 2014199"/>
                <a:gd name="csX559" fmla="*/ 828222 w 3197940"/>
                <a:gd name="csY559" fmla="*/ 416979 h 2014199"/>
                <a:gd name="csX560" fmla="*/ 766849 w 3197940"/>
                <a:gd name="csY560" fmla="*/ 403352 h 2014199"/>
                <a:gd name="csX561" fmla="*/ 746180 w 3197940"/>
                <a:gd name="csY561" fmla="*/ 384645 h 2014199"/>
                <a:gd name="csX562" fmla="*/ 712194 w 3197940"/>
                <a:gd name="csY562" fmla="*/ 372536 h 2014199"/>
                <a:gd name="csX563" fmla="*/ 668246 w 3197940"/>
                <a:gd name="csY563" fmla="*/ 376428 h 2014199"/>
                <a:gd name="csX564" fmla="*/ 659807 w 3197940"/>
                <a:gd name="csY564" fmla="*/ 397732 h 2014199"/>
                <a:gd name="csX565" fmla="*/ 652771 w 3197940"/>
                <a:gd name="csY565" fmla="*/ 401409 h 2014199"/>
                <a:gd name="csX566" fmla="*/ 644872 w 3197940"/>
                <a:gd name="csY566" fmla="*/ 409410 h 2014199"/>
                <a:gd name="csX567" fmla="*/ 614779 w 3197940"/>
                <a:gd name="csY567" fmla="*/ 404654 h 2014199"/>
                <a:gd name="csX568" fmla="*/ 627441 w 3197940"/>
                <a:gd name="csY568" fmla="*/ 381832 h 2014199"/>
                <a:gd name="csX569" fmla="*/ 613915 w 3197940"/>
                <a:gd name="csY569" fmla="*/ 379241 h 2014199"/>
                <a:gd name="csX570" fmla="*/ 615757 w 3197940"/>
                <a:gd name="csY570" fmla="*/ 345605 h 2014199"/>
                <a:gd name="csX571" fmla="*/ 607204 w 3197940"/>
                <a:gd name="csY571" fmla="*/ 344418 h 2014199"/>
                <a:gd name="csX572" fmla="*/ 587722 w 3197940"/>
                <a:gd name="csY572" fmla="*/ 355879 h 2014199"/>
                <a:gd name="csX573" fmla="*/ 587398 w 3197940"/>
                <a:gd name="csY573" fmla="*/ 357181 h 2014199"/>
                <a:gd name="csX574" fmla="*/ 598650 w 3197940"/>
                <a:gd name="csY574" fmla="*/ 363880 h 2014199"/>
                <a:gd name="csX575" fmla="*/ 592916 w 3197940"/>
                <a:gd name="csY575" fmla="*/ 376644 h 2014199"/>
                <a:gd name="csX576" fmla="*/ 581765 w 3197940"/>
                <a:gd name="csY576" fmla="*/ 375996 h 2014199"/>
                <a:gd name="csX577" fmla="*/ 578844 w 3197940"/>
                <a:gd name="csY577" fmla="*/ 388430 h 2014199"/>
                <a:gd name="csX578" fmla="*/ 579930 w 3197940"/>
                <a:gd name="csY578" fmla="*/ 397193 h 2014199"/>
                <a:gd name="csX579" fmla="*/ 578844 w 3197940"/>
                <a:gd name="csY579" fmla="*/ 397840 h 2014199"/>
                <a:gd name="csX580" fmla="*/ 580686 w 3197940"/>
                <a:gd name="csY580" fmla="*/ 410381 h 2014199"/>
                <a:gd name="csX581" fmla="*/ 564017 w 3197940"/>
                <a:gd name="csY581" fmla="*/ 407892 h 2014199"/>
                <a:gd name="csX582" fmla="*/ 528838 w 3197940"/>
                <a:gd name="csY582" fmla="*/ 377076 h 2014199"/>
                <a:gd name="csX583" fmla="*/ 503298 w 3197940"/>
                <a:gd name="csY583" fmla="*/ 327006 h 2014199"/>
                <a:gd name="csX584" fmla="*/ 471040 w 3197940"/>
                <a:gd name="csY584" fmla="*/ 308839 h 2014199"/>
                <a:gd name="csX585" fmla="*/ 472018 w 3197940"/>
                <a:gd name="csY585" fmla="*/ 322358 h 2014199"/>
                <a:gd name="csX586" fmla="*/ 477321 w 3197940"/>
                <a:gd name="csY586" fmla="*/ 332632 h 2014199"/>
                <a:gd name="csX587" fmla="*/ 486846 w 3197940"/>
                <a:gd name="csY587" fmla="*/ 345719 h 2014199"/>
                <a:gd name="csX588" fmla="*/ 467472 w 3197940"/>
                <a:gd name="csY588" fmla="*/ 354044 h 2014199"/>
                <a:gd name="csX589" fmla="*/ 469853 w 3197940"/>
                <a:gd name="csY589" fmla="*/ 363125 h 2014199"/>
                <a:gd name="csX590" fmla="*/ 455781 w 3197940"/>
                <a:gd name="csY590" fmla="*/ 377076 h 2014199"/>
                <a:gd name="csX591" fmla="*/ 439113 w 3197940"/>
                <a:gd name="csY591" fmla="*/ 378587 h 2014199"/>
                <a:gd name="csX592" fmla="*/ 440414 w 3197940"/>
                <a:gd name="csY592" fmla="*/ 367779 h 2014199"/>
                <a:gd name="csX593" fmla="*/ 399063 w 3197940"/>
                <a:gd name="csY593" fmla="*/ 384537 h 2014199"/>
                <a:gd name="csX594" fmla="*/ 376445 w 3197940"/>
                <a:gd name="csY594" fmla="*/ 401841 h 2014199"/>
                <a:gd name="csX595" fmla="*/ 386185 w 3197940"/>
                <a:gd name="csY595" fmla="*/ 377292 h 2014199"/>
                <a:gd name="csX596" fmla="*/ 417034 w 3197940"/>
                <a:gd name="csY596" fmla="*/ 363017 h 2014199"/>
                <a:gd name="csX597" fmla="*/ 426991 w 3197940"/>
                <a:gd name="csY597" fmla="*/ 346799 h 2014199"/>
                <a:gd name="csX598" fmla="*/ 419415 w 3197940"/>
                <a:gd name="csY598" fmla="*/ 339985 h 2014199"/>
                <a:gd name="csX599" fmla="*/ 414868 w 3197940"/>
                <a:gd name="csY599" fmla="*/ 340957 h 2014199"/>
                <a:gd name="csX600" fmla="*/ 409566 w 3197940"/>
                <a:gd name="csY600" fmla="*/ 350799 h 2014199"/>
                <a:gd name="csX601" fmla="*/ 404696 w 3197940"/>
                <a:gd name="csY601" fmla="*/ 352527 h 2014199"/>
                <a:gd name="csX602" fmla="*/ 395495 w 3197940"/>
                <a:gd name="csY602" fmla="*/ 347555 h 2014199"/>
                <a:gd name="csX603" fmla="*/ 389106 w 3197940"/>
                <a:gd name="csY603" fmla="*/ 346475 h 2014199"/>
                <a:gd name="csX604" fmla="*/ 376445 w 3197940"/>
                <a:gd name="csY604" fmla="*/ 348850 h 2014199"/>
                <a:gd name="csX605" fmla="*/ 371898 w 3197940"/>
                <a:gd name="csY605" fmla="*/ 353289 h 2014199"/>
                <a:gd name="csX606" fmla="*/ 368437 w 3197940"/>
                <a:gd name="csY606" fmla="*/ 364103 h 2014199"/>
                <a:gd name="csX607" fmla="*/ 363999 w 3197940"/>
                <a:gd name="csY607" fmla="*/ 366909 h 2014199"/>
                <a:gd name="csX608" fmla="*/ 356639 w 3197940"/>
                <a:gd name="csY608" fmla="*/ 364750 h 2014199"/>
                <a:gd name="csX609" fmla="*/ 350575 w 3197940"/>
                <a:gd name="csY609" fmla="*/ 365938 h 2014199"/>
                <a:gd name="csX610" fmla="*/ 332503 w 3197940"/>
                <a:gd name="csY610" fmla="*/ 379997 h 2014199"/>
                <a:gd name="csX611" fmla="*/ 326654 w 3197940"/>
                <a:gd name="csY611" fmla="*/ 380536 h 2014199"/>
                <a:gd name="csX612" fmla="*/ 317891 w 3197940"/>
                <a:gd name="csY612" fmla="*/ 375672 h 2014199"/>
                <a:gd name="csX613" fmla="*/ 312583 w 3197940"/>
                <a:gd name="csY613" fmla="*/ 376860 h 2014199"/>
                <a:gd name="csX614" fmla="*/ 308258 w 3197940"/>
                <a:gd name="csY614" fmla="*/ 382270 h 2014199"/>
                <a:gd name="csX615" fmla="*/ 299921 w 3197940"/>
                <a:gd name="csY615" fmla="*/ 385616 h 2014199"/>
                <a:gd name="csX616" fmla="*/ 295920 w 3197940"/>
                <a:gd name="csY616" fmla="*/ 389839 h 2014199"/>
                <a:gd name="csX617" fmla="*/ 294187 w 3197940"/>
                <a:gd name="csY617" fmla="*/ 400869 h 2014199"/>
                <a:gd name="csX618" fmla="*/ 290288 w 3197940"/>
                <a:gd name="csY618" fmla="*/ 405625 h 2014199"/>
                <a:gd name="csX619" fmla="*/ 261715 w 3197940"/>
                <a:gd name="csY619" fmla="*/ 411899 h 2014199"/>
                <a:gd name="csX620" fmla="*/ 259874 w 3197940"/>
                <a:gd name="csY620" fmla="*/ 408978 h 2014199"/>
                <a:gd name="csX621" fmla="*/ 265828 w 3197940"/>
                <a:gd name="csY621" fmla="*/ 394272 h 2014199"/>
                <a:gd name="csX622" fmla="*/ 264204 w 3197940"/>
                <a:gd name="csY622" fmla="*/ 389077 h 2014199"/>
                <a:gd name="csX623" fmla="*/ 240175 w 3197940"/>
                <a:gd name="csY623" fmla="*/ 377292 h 2014199"/>
                <a:gd name="csX624" fmla="*/ 237794 w 3197940"/>
                <a:gd name="csY624" fmla="*/ 379673 h 2014199"/>
                <a:gd name="csX625" fmla="*/ 239310 w 3197940"/>
                <a:gd name="csY625" fmla="*/ 387242 h 2014199"/>
                <a:gd name="csX626" fmla="*/ 237578 w 3197940"/>
                <a:gd name="csY626" fmla="*/ 393840 h 2014199"/>
                <a:gd name="csX627" fmla="*/ 232707 w 3197940"/>
                <a:gd name="csY627" fmla="*/ 399136 h 2014199"/>
                <a:gd name="csX628" fmla="*/ 226863 w 3197940"/>
                <a:gd name="csY628" fmla="*/ 401193 h 2014199"/>
                <a:gd name="csX629" fmla="*/ 209761 w 3197940"/>
                <a:gd name="csY629" fmla="*/ 397732 h 2014199"/>
                <a:gd name="csX630" fmla="*/ 203592 w 3197940"/>
                <a:gd name="csY630" fmla="*/ 399352 h 2014199"/>
                <a:gd name="csX631" fmla="*/ 176966 w 3197940"/>
                <a:gd name="csY631" fmla="*/ 420440 h 2014199"/>
                <a:gd name="csX632" fmla="*/ 175558 w 3197940"/>
                <a:gd name="csY632" fmla="*/ 426282 h 2014199"/>
                <a:gd name="csX633" fmla="*/ 181620 w 3197940"/>
                <a:gd name="csY633" fmla="*/ 441528 h 2014199"/>
                <a:gd name="csX634" fmla="*/ 179672 w 3197940"/>
                <a:gd name="csY634" fmla="*/ 444773 h 2014199"/>
                <a:gd name="csX635" fmla="*/ 164086 w 3197940"/>
                <a:gd name="csY635" fmla="*/ 442716 h 2014199"/>
                <a:gd name="csX636" fmla="*/ 157700 w 3197940"/>
                <a:gd name="csY636" fmla="*/ 447256 h 2014199"/>
                <a:gd name="csX637" fmla="*/ 152613 w 3197940"/>
                <a:gd name="csY637" fmla="*/ 449205 h 2014199"/>
                <a:gd name="csX638" fmla="*/ 117869 w 3197940"/>
                <a:gd name="csY638" fmla="*/ 434175 h 2014199"/>
                <a:gd name="csX639" fmla="*/ 73059 w 3197940"/>
                <a:gd name="csY639" fmla="*/ 406165 h 2014199"/>
                <a:gd name="csX640" fmla="*/ 72302 w 3197940"/>
                <a:gd name="csY640" fmla="*/ 401193 h 2014199"/>
                <a:gd name="csX641" fmla="*/ 77280 w 3197940"/>
                <a:gd name="csY641" fmla="*/ 394272 h 2014199"/>
                <a:gd name="csX642" fmla="*/ 75982 w 3197940"/>
                <a:gd name="csY642" fmla="*/ 388969 h 2014199"/>
                <a:gd name="csX643" fmla="*/ 70137 w 3197940"/>
                <a:gd name="csY643" fmla="*/ 389185 h 2014199"/>
                <a:gd name="csX644" fmla="*/ 54442 w 3197940"/>
                <a:gd name="csY644" fmla="*/ 397408 h 2014199"/>
                <a:gd name="csX645" fmla="*/ 30956 w 3197940"/>
                <a:gd name="csY645" fmla="*/ 391027 h 2014199"/>
                <a:gd name="csX646" fmla="*/ 0 w 3197940"/>
                <a:gd name="csY646" fmla="*/ 389401 h 2014199"/>
                <a:gd name="csX647" fmla="*/ 0 w 3197940"/>
                <a:gd name="csY647" fmla="*/ 1033577 h 2014199"/>
                <a:gd name="csX648" fmla="*/ 15153 w 3197940"/>
                <a:gd name="csY648" fmla="*/ 1038447 h 2014199"/>
                <a:gd name="csX649" fmla="*/ 22297 w 3197940"/>
                <a:gd name="csY649" fmla="*/ 1031526 h 2014199"/>
                <a:gd name="csX650" fmla="*/ 36151 w 3197940"/>
                <a:gd name="csY650" fmla="*/ 1040822 h 2014199"/>
                <a:gd name="csX651" fmla="*/ 49572 w 3197940"/>
                <a:gd name="csY651" fmla="*/ 1030332 h 2014199"/>
                <a:gd name="csX652" fmla="*/ 69920 w 3197940"/>
                <a:gd name="csY652" fmla="*/ 1031202 h 2014199"/>
                <a:gd name="csX653" fmla="*/ 66890 w 3197940"/>
                <a:gd name="csY653" fmla="*/ 1048938 h 2014199"/>
                <a:gd name="csX654" fmla="*/ 123497 w 3197940"/>
                <a:gd name="csY654" fmla="*/ 1097382 h 2014199"/>
                <a:gd name="csX655" fmla="*/ 129775 w 3197940"/>
                <a:gd name="csY655" fmla="*/ 1119118 h 2014199"/>
                <a:gd name="csX656" fmla="*/ 163761 w 3197940"/>
                <a:gd name="csY656" fmla="*/ 1101814 h 2014199"/>
                <a:gd name="csX657" fmla="*/ 167008 w 3197940"/>
                <a:gd name="csY657" fmla="*/ 1087755 h 2014199"/>
                <a:gd name="csX658" fmla="*/ 177723 w 3197940"/>
                <a:gd name="csY658" fmla="*/ 1082351 h 2014199"/>
                <a:gd name="csX659" fmla="*/ 180213 w 3197940"/>
                <a:gd name="csY659" fmla="*/ 1073696 h 2014199"/>
                <a:gd name="csX660" fmla="*/ 204674 w 3197940"/>
                <a:gd name="csY660" fmla="*/ 1064724 h 2014199"/>
                <a:gd name="csX661" fmla="*/ 221234 w 3197940"/>
                <a:gd name="csY661" fmla="*/ 1077589 h 2014199"/>
                <a:gd name="csX662" fmla="*/ 224481 w 3197940"/>
                <a:gd name="csY662" fmla="*/ 1097598 h 2014199"/>
                <a:gd name="csX663" fmla="*/ 235955 w 3197940"/>
                <a:gd name="csY663" fmla="*/ 1100519 h 2014199"/>
                <a:gd name="csX664" fmla="*/ 250782 w 3197940"/>
                <a:gd name="csY664" fmla="*/ 1121709 h 2014199"/>
                <a:gd name="csX665" fmla="*/ 264096 w 3197940"/>
                <a:gd name="csY665" fmla="*/ 1128846 h 2014199"/>
                <a:gd name="csX666" fmla="*/ 283253 w 3197940"/>
                <a:gd name="csY666" fmla="*/ 1145718 h 2014199"/>
                <a:gd name="csX667" fmla="*/ 281847 w 3197940"/>
                <a:gd name="csY667" fmla="*/ 1158043 h 2014199"/>
                <a:gd name="csX668" fmla="*/ 295806 w 3197940"/>
                <a:gd name="csY668" fmla="*/ 1166159 h 2014199"/>
                <a:gd name="csX669" fmla="*/ 323193 w 3197940"/>
                <a:gd name="csY669" fmla="*/ 1214603 h 2014199"/>
                <a:gd name="csX670" fmla="*/ 322546 w 3197940"/>
                <a:gd name="csY670" fmla="*/ 1226604 h 2014199"/>
                <a:gd name="csX671" fmla="*/ 332718 w 3197940"/>
                <a:gd name="csY671" fmla="*/ 1229741 h 2014199"/>
                <a:gd name="csX672" fmla="*/ 331633 w 3197940"/>
                <a:gd name="csY672" fmla="*/ 1240015 h 2014199"/>
                <a:gd name="csX673" fmla="*/ 340402 w 3197940"/>
                <a:gd name="csY673" fmla="*/ 1243800 h 2014199"/>
                <a:gd name="csX674" fmla="*/ 342675 w 3197940"/>
                <a:gd name="csY674" fmla="*/ 1255586 h 2014199"/>
                <a:gd name="csX675" fmla="*/ 355985 w 3197940"/>
                <a:gd name="csY675" fmla="*/ 1256341 h 2014199"/>
                <a:gd name="csX676" fmla="*/ 382395 w 3197940"/>
                <a:gd name="csY676" fmla="*/ 1269537 h 2014199"/>
                <a:gd name="csX677" fmla="*/ 394631 w 3197940"/>
                <a:gd name="csY677" fmla="*/ 1281214 h 2014199"/>
                <a:gd name="csX678" fmla="*/ 404804 w 3197940"/>
                <a:gd name="csY678" fmla="*/ 1281970 h 2014199"/>
                <a:gd name="csX679" fmla="*/ 410106 w 3197940"/>
                <a:gd name="csY679" fmla="*/ 1292892 h 2014199"/>
                <a:gd name="csX680" fmla="*/ 404480 w 3197940"/>
                <a:gd name="csY680" fmla="*/ 1311491 h 2014199"/>
                <a:gd name="csX681" fmla="*/ 412055 w 3197940"/>
                <a:gd name="csY681" fmla="*/ 1330306 h 2014199"/>
                <a:gd name="csX682" fmla="*/ 382617 w 3197940"/>
                <a:gd name="csY682" fmla="*/ 1362424 h 2014199"/>
                <a:gd name="csX683" fmla="*/ 388891 w 3197940"/>
                <a:gd name="csY683" fmla="*/ 1363504 h 2014199"/>
                <a:gd name="csX684" fmla="*/ 394085 w 3197940"/>
                <a:gd name="csY684" fmla="*/ 1366101 h 2014199"/>
                <a:gd name="csX685" fmla="*/ 391380 w 3197940"/>
                <a:gd name="csY685" fmla="*/ 1377779 h 2014199"/>
                <a:gd name="csX686" fmla="*/ 402530 w 3197940"/>
                <a:gd name="csY686" fmla="*/ 1393679 h 2014199"/>
                <a:gd name="csX687" fmla="*/ 408804 w 3197940"/>
                <a:gd name="csY687" fmla="*/ 1397895 h 2014199"/>
                <a:gd name="csX688" fmla="*/ 407617 w 3197940"/>
                <a:gd name="csY688" fmla="*/ 1413358 h 2014199"/>
                <a:gd name="csX689" fmla="*/ 405343 w 3197940"/>
                <a:gd name="csY689" fmla="*/ 1420171 h 2014199"/>
                <a:gd name="csX690" fmla="*/ 412919 w 3197940"/>
                <a:gd name="csY690" fmla="*/ 1425359 h 2014199"/>
                <a:gd name="csX691" fmla="*/ 425365 w 3197940"/>
                <a:gd name="csY691" fmla="*/ 1437907 h 2014199"/>
                <a:gd name="csX692" fmla="*/ 428832 w 3197940"/>
                <a:gd name="csY692" fmla="*/ 1428604 h 2014199"/>
                <a:gd name="csX693" fmla="*/ 428616 w 3197940"/>
                <a:gd name="csY693" fmla="*/ 1426985 h 2014199"/>
                <a:gd name="csX694" fmla="*/ 430997 w 3197940"/>
                <a:gd name="csY694" fmla="*/ 1425251 h 2014199"/>
                <a:gd name="csX695" fmla="*/ 438573 w 3197940"/>
                <a:gd name="csY695" fmla="*/ 1426337 h 2014199"/>
                <a:gd name="csX696" fmla="*/ 442796 w 3197940"/>
                <a:gd name="csY696" fmla="*/ 1427525 h 2014199"/>
                <a:gd name="csX697" fmla="*/ 444199 w 3197940"/>
                <a:gd name="csY697" fmla="*/ 1430877 h 2014199"/>
                <a:gd name="csX698" fmla="*/ 451343 w 3197940"/>
                <a:gd name="csY698" fmla="*/ 1435957 h 2014199"/>
                <a:gd name="csX699" fmla="*/ 469205 w 3197940"/>
                <a:gd name="csY699" fmla="*/ 1449800 h 2014199"/>
                <a:gd name="csX700" fmla="*/ 476241 w 3197940"/>
                <a:gd name="csY700" fmla="*/ 1472400 h 2014199"/>
                <a:gd name="csX701" fmla="*/ 473314 w 3197940"/>
                <a:gd name="csY701" fmla="*/ 1482350 h 2014199"/>
                <a:gd name="csX702" fmla="*/ 479594 w 3197940"/>
                <a:gd name="csY702" fmla="*/ 1487970 h 2014199"/>
                <a:gd name="csX703" fmla="*/ 481112 w 3197940"/>
                <a:gd name="csY703" fmla="*/ 1488186 h 2014199"/>
                <a:gd name="csX704" fmla="*/ 483385 w 3197940"/>
                <a:gd name="csY704" fmla="*/ 1492193 h 2014199"/>
                <a:gd name="csX705" fmla="*/ 477537 w 3197940"/>
                <a:gd name="csY705" fmla="*/ 1501165 h 2014199"/>
                <a:gd name="csX706" fmla="*/ 467472 w 3197940"/>
                <a:gd name="csY706" fmla="*/ 1506246 h 2014199"/>
                <a:gd name="csX707" fmla="*/ 475371 w 3197940"/>
                <a:gd name="csY707" fmla="*/ 1517168 h 2014199"/>
                <a:gd name="csX708" fmla="*/ 479918 w 3197940"/>
                <a:gd name="csY708" fmla="*/ 1520952 h 2014199"/>
                <a:gd name="csX709" fmla="*/ 490198 w 3197940"/>
                <a:gd name="csY709" fmla="*/ 1508735 h 2014199"/>
                <a:gd name="csX710" fmla="*/ 497558 w 3197940"/>
                <a:gd name="csY710" fmla="*/ 1512303 h 2014199"/>
                <a:gd name="csX711" fmla="*/ 489875 w 3197940"/>
                <a:gd name="csY711" fmla="*/ 1526470 h 2014199"/>
                <a:gd name="csX712" fmla="*/ 497018 w 3197940"/>
                <a:gd name="csY712" fmla="*/ 1536853 h 2014199"/>
                <a:gd name="csX713" fmla="*/ 497774 w 3197940"/>
                <a:gd name="csY713" fmla="*/ 1536637 h 2014199"/>
                <a:gd name="csX714" fmla="*/ 501781 w 3197940"/>
                <a:gd name="csY714" fmla="*/ 1545285 h 2014199"/>
                <a:gd name="csX715" fmla="*/ 508169 w 3197940"/>
                <a:gd name="csY715" fmla="*/ 1548422 h 2014199"/>
                <a:gd name="csX716" fmla="*/ 508709 w 3197940"/>
                <a:gd name="csY716" fmla="*/ 1550257 h 2014199"/>
                <a:gd name="csX717" fmla="*/ 494961 w 3197940"/>
                <a:gd name="csY717" fmla="*/ 1558157 h 2014199"/>
                <a:gd name="csX718" fmla="*/ 510226 w 3197940"/>
                <a:gd name="csY718" fmla="*/ 1572101 h 2014199"/>
                <a:gd name="csX719" fmla="*/ 532953 w 3197940"/>
                <a:gd name="csY719" fmla="*/ 1581512 h 2014199"/>
                <a:gd name="csX720" fmla="*/ 533709 w 3197940"/>
                <a:gd name="csY720" fmla="*/ 1595463 h 2014199"/>
                <a:gd name="csX721" fmla="*/ 505572 w 3197940"/>
                <a:gd name="csY721" fmla="*/ 1586160 h 2014199"/>
                <a:gd name="csX722" fmla="*/ 485328 w 3197940"/>
                <a:gd name="csY722" fmla="*/ 1572540 h 2014199"/>
                <a:gd name="csX723" fmla="*/ 469313 w 3197940"/>
                <a:gd name="csY723" fmla="*/ 1581512 h 2014199"/>
                <a:gd name="csX724" fmla="*/ 488579 w 3197940"/>
                <a:gd name="csY724" fmla="*/ 1608652 h 2014199"/>
                <a:gd name="csX725" fmla="*/ 491824 w 3197940"/>
                <a:gd name="csY725" fmla="*/ 1616221 h 2014199"/>
                <a:gd name="csX726" fmla="*/ 503406 w 3197940"/>
                <a:gd name="csY726" fmla="*/ 1616113 h 2014199"/>
                <a:gd name="csX727" fmla="*/ 535334 w 3197940"/>
                <a:gd name="csY727" fmla="*/ 1645634 h 2014199"/>
                <a:gd name="csX728" fmla="*/ 539881 w 3197940"/>
                <a:gd name="csY728" fmla="*/ 1652880 h 2014199"/>
                <a:gd name="csX729" fmla="*/ 541398 w 3197940"/>
                <a:gd name="csY729" fmla="*/ 1651908 h 2014199"/>
                <a:gd name="csX730" fmla="*/ 547025 w 3197940"/>
                <a:gd name="csY730" fmla="*/ 1652340 h 2014199"/>
                <a:gd name="csX731" fmla="*/ 578413 w 3197940"/>
                <a:gd name="csY731" fmla="*/ 1674292 h 2014199"/>
                <a:gd name="csX732" fmla="*/ 579168 w 3197940"/>
                <a:gd name="csY732" fmla="*/ 1673428 h 2014199"/>
                <a:gd name="csX733" fmla="*/ 584801 w 3197940"/>
                <a:gd name="csY733" fmla="*/ 1671701 h 2014199"/>
                <a:gd name="csX734" fmla="*/ 591945 w 3197940"/>
                <a:gd name="csY734" fmla="*/ 1677429 h 2014199"/>
                <a:gd name="csX735" fmla="*/ 591945 w 3197940"/>
                <a:gd name="csY735" fmla="*/ 1685754 h 2014199"/>
                <a:gd name="csX736" fmla="*/ 650066 w 3197940"/>
                <a:gd name="csY736" fmla="*/ 1705547 h 2014199"/>
                <a:gd name="csX737" fmla="*/ 653959 w 3197940"/>
                <a:gd name="csY737" fmla="*/ 1699705 h 2014199"/>
                <a:gd name="csX738" fmla="*/ 648872 w 3197940"/>
                <a:gd name="csY738" fmla="*/ 1688891 h 2014199"/>
                <a:gd name="csX739" fmla="*/ 653743 w 3197940"/>
                <a:gd name="csY739" fmla="*/ 1679270 h 2014199"/>
                <a:gd name="csX740" fmla="*/ 637074 w 3197940"/>
                <a:gd name="csY740" fmla="*/ 1665859 h 2014199"/>
                <a:gd name="csX741" fmla="*/ 597463 w 3197940"/>
                <a:gd name="csY741" fmla="*/ 1639367 h 2014199"/>
                <a:gd name="csX742" fmla="*/ 587398 w 3197940"/>
                <a:gd name="csY742" fmla="*/ 1616437 h 2014199"/>
                <a:gd name="csX743" fmla="*/ 603089 w 3197940"/>
                <a:gd name="csY743" fmla="*/ 1620006 h 2014199"/>
                <a:gd name="csX744" fmla="*/ 622571 w 3197940"/>
                <a:gd name="csY744" fmla="*/ 1637417 h 2014199"/>
                <a:gd name="csX745" fmla="*/ 622571 w 3197940"/>
                <a:gd name="csY745" fmla="*/ 1637094 h 2014199"/>
                <a:gd name="csX746" fmla="*/ 641081 w 3197940"/>
                <a:gd name="csY746" fmla="*/ 1648231 h 2014199"/>
                <a:gd name="csX747" fmla="*/ 664677 w 3197940"/>
                <a:gd name="csY747" fmla="*/ 1660017 h 2014199"/>
                <a:gd name="csX748" fmla="*/ 672037 w 3197940"/>
                <a:gd name="csY748" fmla="*/ 1668564 h 2014199"/>
                <a:gd name="csX749" fmla="*/ 679289 w 3197940"/>
                <a:gd name="csY749" fmla="*/ 1670723 h 2014199"/>
                <a:gd name="csX750" fmla="*/ 682642 w 3197940"/>
                <a:gd name="csY750" fmla="*/ 1674508 h 2014199"/>
                <a:gd name="csX751" fmla="*/ 1708719 w 3197940"/>
                <a:gd name="csY751" fmla="*/ 1674508 h 2014199"/>
                <a:gd name="csX752" fmla="*/ 1731992 w 3197940"/>
                <a:gd name="csY752" fmla="*/ 1688243 h 2014199"/>
                <a:gd name="csX753" fmla="*/ 1767063 w 3197940"/>
                <a:gd name="csY753" fmla="*/ 1701330 h 2014199"/>
                <a:gd name="csX754" fmla="*/ 1784271 w 3197940"/>
                <a:gd name="csY754" fmla="*/ 1695272 h 2014199"/>
                <a:gd name="csX755" fmla="*/ 1811868 w 3197940"/>
                <a:gd name="csY755" fmla="*/ 1701654 h 2014199"/>
                <a:gd name="csX756" fmla="*/ 1816199 w 3197940"/>
                <a:gd name="csY756" fmla="*/ 1716361 h 2014199"/>
                <a:gd name="csX757" fmla="*/ 1841529 w 3197940"/>
                <a:gd name="csY757" fmla="*/ 1714303 h 2014199"/>
                <a:gd name="csX758" fmla="*/ 1844774 w 3197940"/>
                <a:gd name="csY758" fmla="*/ 1724793 h 2014199"/>
                <a:gd name="csX759" fmla="*/ 1861443 w 3197940"/>
                <a:gd name="csY759" fmla="*/ 1724793 h 2014199"/>
                <a:gd name="csX760" fmla="*/ 1866205 w 3197940"/>
                <a:gd name="csY760" fmla="*/ 1714195 h 2014199"/>
                <a:gd name="csX761" fmla="*/ 1880277 w 3197940"/>
                <a:gd name="csY761" fmla="*/ 1710087 h 2014199"/>
                <a:gd name="csX762" fmla="*/ 1884062 w 3197940"/>
                <a:gd name="csY762" fmla="*/ 1721117 h 2014199"/>
                <a:gd name="csX763" fmla="*/ 1903327 w 3197940"/>
                <a:gd name="csY763" fmla="*/ 1718520 h 2014199"/>
                <a:gd name="csX764" fmla="*/ 1912852 w 3197940"/>
                <a:gd name="csY764" fmla="*/ 1728578 h 2014199"/>
                <a:gd name="csX765" fmla="*/ 1927140 w 3197940"/>
                <a:gd name="csY765" fmla="*/ 1722088 h 2014199"/>
                <a:gd name="csX766" fmla="*/ 1933420 w 3197940"/>
                <a:gd name="csY766" fmla="*/ 1706950 h 2014199"/>
                <a:gd name="csX767" fmla="*/ 1946406 w 3197940"/>
                <a:gd name="csY767" fmla="*/ 1703165 h 2014199"/>
                <a:gd name="csX768" fmla="*/ 1954959 w 3197940"/>
                <a:gd name="csY768" fmla="*/ 1691596 h 2014199"/>
                <a:gd name="csX769" fmla="*/ 1963722 w 3197940"/>
                <a:gd name="csY769" fmla="*/ 1688567 h 2014199"/>
                <a:gd name="csX770" fmla="*/ 1963075 w 3197940"/>
                <a:gd name="csY770" fmla="*/ 1701222 h 2014199"/>
                <a:gd name="csX771" fmla="*/ 1991758 w 3197940"/>
                <a:gd name="csY771" fmla="*/ 1687379 h 2014199"/>
                <a:gd name="csX772" fmla="*/ 1983204 w 3197940"/>
                <a:gd name="csY772" fmla="*/ 1684134 h 2014199"/>
                <a:gd name="csX773" fmla="*/ 1976175 w 3197940"/>
                <a:gd name="csY773" fmla="*/ 1679810 h 2014199"/>
                <a:gd name="csX774" fmla="*/ 1981045 w 3197940"/>
                <a:gd name="csY774" fmla="*/ 1673105 h 2014199"/>
                <a:gd name="csX775" fmla="*/ 2006045 w 3197940"/>
                <a:gd name="csY775" fmla="*/ 1681753 h 2014199"/>
                <a:gd name="csX776" fmla="*/ 2038735 w 3197940"/>
                <a:gd name="csY776" fmla="*/ 1684998 h 2014199"/>
                <a:gd name="csX777" fmla="*/ 2054210 w 3197940"/>
                <a:gd name="csY777" fmla="*/ 1715929 h 2014199"/>
                <a:gd name="csX778" fmla="*/ 2068173 w 3197940"/>
                <a:gd name="csY778" fmla="*/ 1729118 h 2014199"/>
                <a:gd name="csX779" fmla="*/ 2098260 w 3197940"/>
                <a:gd name="csY779" fmla="*/ 1728794 h 2014199"/>
                <a:gd name="csX780" fmla="*/ 2096317 w 3197940"/>
                <a:gd name="csY780" fmla="*/ 1745018 h 2014199"/>
                <a:gd name="csX781" fmla="*/ 2109411 w 3197940"/>
                <a:gd name="csY781" fmla="*/ 1761344 h 2014199"/>
                <a:gd name="csX782" fmla="*/ 2106489 w 3197940"/>
                <a:gd name="csY782" fmla="*/ 1776590 h 2014199"/>
                <a:gd name="csX783" fmla="*/ 2116338 w 3197940"/>
                <a:gd name="csY783" fmla="*/ 1785029 h 2014199"/>
                <a:gd name="csX784" fmla="*/ 2117418 w 3197940"/>
                <a:gd name="csY784" fmla="*/ 1804924 h 2014199"/>
                <a:gd name="csX785" fmla="*/ 2116230 w 3197940"/>
                <a:gd name="csY785" fmla="*/ 1807521 h 2014199"/>
                <a:gd name="csX786" fmla="*/ 2116986 w 3197940"/>
                <a:gd name="csY786" fmla="*/ 1808601 h 2014199"/>
                <a:gd name="csX787" fmla="*/ 2130950 w 3197940"/>
                <a:gd name="csY787" fmla="*/ 1826552 h 2014199"/>
                <a:gd name="csX788" fmla="*/ 2131813 w 3197940"/>
                <a:gd name="csY788" fmla="*/ 1824279 h 2014199"/>
                <a:gd name="csX789" fmla="*/ 2135172 w 3197940"/>
                <a:gd name="csY789" fmla="*/ 1811522 h 2014199"/>
                <a:gd name="csX790" fmla="*/ 2184417 w 3197940"/>
                <a:gd name="csY790" fmla="*/ 1815846 h 2014199"/>
                <a:gd name="csX791" fmla="*/ 2253365 w 3197940"/>
                <a:gd name="csY791" fmla="*/ 1830876 h 2014199"/>
                <a:gd name="csX792" fmla="*/ 2258559 w 3197940"/>
                <a:gd name="csY792" fmla="*/ 1834337 h 2014199"/>
                <a:gd name="csX793" fmla="*/ 2291789 w 3197940"/>
                <a:gd name="csY793" fmla="*/ 1880946 h 2014199"/>
                <a:gd name="csX794" fmla="*/ 2290379 w 3197940"/>
                <a:gd name="csY794" fmla="*/ 1883429 h 2014199"/>
                <a:gd name="csX795" fmla="*/ 2282588 w 3197940"/>
                <a:gd name="csY795" fmla="*/ 1882781 h 2014199"/>
                <a:gd name="csX796" fmla="*/ 2281178 w 3197940"/>
                <a:gd name="csY796" fmla="*/ 1885271 h 2014199"/>
                <a:gd name="csX797" fmla="*/ 2283451 w 3197940"/>
                <a:gd name="csY797" fmla="*/ 1888407 h 2014199"/>
                <a:gd name="csX798" fmla="*/ 2283889 w 3197940"/>
                <a:gd name="csY798" fmla="*/ 1894027 h 2014199"/>
                <a:gd name="csX799" fmla="*/ 2281508 w 3197940"/>
                <a:gd name="csY799" fmla="*/ 1898460 h 2014199"/>
                <a:gd name="csX800" fmla="*/ 2276962 w 3197940"/>
                <a:gd name="csY800" fmla="*/ 1899761 h 2014199"/>
                <a:gd name="csX801" fmla="*/ 2260940 w 3197940"/>
                <a:gd name="csY801" fmla="*/ 1890566 h 2014199"/>
                <a:gd name="csX802" fmla="*/ 2253365 w 3197940"/>
                <a:gd name="csY802" fmla="*/ 1890459 h 2014199"/>
                <a:gd name="csX803" fmla="*/ 2249466 w 3197940"/>
                <a:gd name="csY803" fmla="*/ 1888192 h 2014199"/>
                <a:gd name="csX804" fmla="*/ 2248602 w 3197940"/>
                <a:gd name="csY804" fmla="*/ 1884083 h 2014199"/>
                <a:gd name="csX805" fmla="*/ 2245681 w 3197940"/>
                <a:gd name="csY805" fmla="*/ 1878241 h 2014199"/>
                <a:gd name="csX806" fmla="*/ 2230524 w 3197940"/>
                <a:gd name="csY806" fmla="*/ 1864506 h 2014199"/>
                <a:gd name="csX807" fmla="*/ 2220891 w 3197940"/>
                <a:gd name="csY807" fmla="*/ 1867535 h 2014199"/>
                <a:gd name="csX808" fmla="*/ 2233667 w 3197940"/>
                <a:gd name="csY808" fmla="*/ 1885810 h 2014199"/>
                <a:gd name="csX809" fmla="*/ 2232689 w 3197940"/>
                <a:gd name="csY809" fmla="*/ 1897056 h 2014199"/>
                <a:gd name="csX810" fmla="*/ 2218726 w 3197940"/>
                <a:gd name="csY810" fmla="*/ 1920088 h 2014199"/>
                <a:gd name="csX811" fmla="*/ 2216021 w 3197940"/>
                <a:gd name="csY811" fmla="*/ 1952530 h 2014199"/>
                <a:gd name="csX812" fmla="*/ 2206172 w 3197940"/>
                <a:gd name="csY812" fmla="*/ 1960315 h 2014199"/>
                <a:gd name="csX813" fmla="*/ 2199898 w 3197940"/>
                <a:gd name="csY813" fmla="*/ 1965941 h 2014199"/>
                <a:gd name="csX814" fmla="*/ 2188963 w 3197940"/>
                <a:gd name="csY814" fmla="*/ 1964969 h 2014199"/>
                <a:gd name="csX815" fmla="*/ 2162985 w 3197940"/>
                <a:gd name="csY815" fmla="*/ 2006060 h 2014199"/>
                <a:gd name="csX816" fmla="*/ 2163747 w 3197940"/>
                <a:gd name="csY816" fmla="*/ 2007032 h 2014199"/>
                <a:gd name="csX817" fmla="*/ 2166129 w 3197940"/>
                <a:gd name="csY817" fmla="*/ 2007248 h 2014199"/>
                <a:gd name="csX818" fmla="*/ 2188963 w 3197940"/>
                <a:gd name="csY818" fmla="*/ 2012118 h 2014199"/>
                <a:gd name="csX819" fmla="*/ 2194050 w 3197940"/>
                <a:gd name="csY819" fmla="*/ 2004327 h 2014199"/>
                <a:gd name="csX820" fmla="*/ 2234639 w 3197940"/>
                <a:gd name="csY820" fmla="*/ 1981835 h 2014199"/>
                <a:gd name="csX821" fmla="*/ 2269056 w 3197940"/>
                <a:gd name="csY821" fmla="*/ 1983677 h 2014199"/>
                <a:gd name="csX822" fmla="*/ 2277717 w 3197940"/>
                <a:gd name="csY822" fmla="*/ 1974158 h 2014199"/>
                <a:gd name="csX823" fmla="*/ 2326314 w 3197940"/>
                <a:gd name="csY823" fmla="*/ 1968970 h 2014199"/>
                <a:gd name="csX824" fmla="*/ 2322421 w 3197940"/>
                <a:gd name="csY824" fmla="*/ 1956098 h 2014199"/>
                <a:gd name="csX825" fmla="*/ 2291573 w 3197940"/>
                <a:gd name="csY825" fmla="*/ 1953724 h 2014199"/>
                <a:gd name="csX826" fmla="*/ 2297091 w 3197940"/>
                <a:gd name="csY826" fmla="*/ 1939125 h 2014199"/>
                <a:gd name="csX827" fmla="*/ 2306724 w 3197940"/>
                <a:gd name="csY827" fmla="*/ 1936744 h 2014199"/>
                <a:gd name="csX828" fmla="*/ 2321767 w 3197940"/>
                <a:gd name="csY828" fmla="*/ 1926362 h 2014199"/>
                <a:gd name="csX829" fmla="*/ 2366903 w 3197940"/>
                <a:gd name="csY829" fmla="*/ 1918145 h 2014199"/>
                <a:gd name="csX830" fmla="*/ 2387471 w 3197940"/>
                <a:gd name="csY830" fmla="*/ 1925174 h 2014199"/>
                <a:gd name="csX831" fmla="*/ 2405759 w 3197940"/>
                <a:gd name="csY831" fmla="*/ 1913496 h 2014199"/>
                <a:gd name="csX832" fmla="*/ 2417557 w 3197940"/>
                <a:gd name="csY832" fmla="*/ 1911331 h 2014199"/>
                <a:gd name="csX833" fmla="*/ 2420478 w 3197940"/>
                <a:gd name="csY833" fmla="*/ 1909604 h 2014199"/>
                <a:gd name="csX834" fmla="*/ 2476117 w 3197940"/>
                <a:gd name="csY834" fmla="*/ 1870240 h 2014199"/>
                <a:gd name="csX835" fmla="*/ 2602748 w 3197940"/>
                <a:gd name="csY835" fmla="*/ 1870240 h 2014199"/>
                <a:gd name="csX836" fmla="*/ 2608267 w 3197940"/>
                <a:gd name="csY836" fmla="*/ 1857693 h 2014199"/>
                <a:gd name="csX837" fmla="*/ 2624287 w 3197940"/>
                <a:gd name="csY837" fmla="*/ 1863103 h 2014199"/>
                <a:gd name="csX838" fmla="*/ 2629050 w 3197940"/>
                <a:gd name="csY838" fmla="*/ 1851425 h 2014199"/>
                <a:gd name="csX839" fmla="*/ 2648856 w 3197940"/>
                <a:gd name="csY839" fmla="*/ 1835741 h 2014199"/>
                <a:gd name="csX840" fmla="*/ 2647344 w 3197940"/>
                <a:gd name="csY840" fmla="*/ 1820602 h 2014199"/>
                <a:gd name="csX841" fmla="*/ 2655892 w 3197940"/>
                <a:gd name="csY841" fmla="*/ 1809140 h 2014199"/>
                <a:gd name="csX842" fmla="*/ 2657625 w 3197940"/>
                <a:gd name="csY842" fmla="*/ 1795621 h 2014199"/>
                <a:gd name="csX843" fmla="*/ 2687387 w 3197940"/>
                <a:gd name="csY843" fmla="*/ 1755718 h 2014199"/>
                <a:gd name="csX844" fmla="*/ 2693668 w 3197940"/>
                <a:gd name="csY844" fmla="*/ 1760049 h 2014199"/>
                <a:gd name="csX845" fmla="*/ 2694969 w 3197940"/>
                <a:gd name="csY845" fmla="*/ 1767942 h 2014199"/>
                <a:gd name="csX846" fmla="*/ 2700811 w 3197940"/>
                <a:gd name="csY846" fmla="*/ 1772806 h 2014199"/>
                <a:gd name="csX847" fmla="*/ 2722459 w 3197940"/>
                <a:gd name="csY847" fmla="*/ 1761344 h 2014199"/>
                <a:gd name="csX848" fmla="*/ 2740423 w 3197940"/>
                <a:gd name="csY848" fmla="*/ 1777022 h 2014199"/>
                <a:gd name="csX849" fmla="*/ 2743782 w 3197940"/>
                <a:gd name="csY849" fmla="*/ 1844936 h 2014199"/>
                <a:gd name="csX850" fmla="*/ 2759581 w 3197940"/>
                <a:gd name="csY850" fmla="*/ 1847533 h 2014199"/>
                <a:gd name="csX851" fmla="*/ 2759581 w 3197940"/>
                <a:gd name="csY851" fmla="*/ 1865262 h 2014199"/>
                <a:gd name="csX852" fmla="*/ 2763911 w 3197940"/>
                <a:gd name="csY852" fmla="*/ 1866887 h 2014199"/>
                <a:gd name="csX853" fmla="*/ 2765105 w 3197940"/>
                <a:gd name="csY853" fmla="*/ 1874888 h 2014199"/>
                <a:gd name="csX854" fmla="*/ 2766616 w 3197940"/>
                <a:gd name="csY854" fmla="*/ 1872399 h 2014199"/>
                <a:gd name="csX855" fmla="*/ 2769544 w 3197940"/>
                <a:gd name="csY855" fmla="*/ 1869377 h 2014199"/>
                <a:gd name="csX856" fmla="*/ 2775386 w 3197940"/>
                <a:gd name="csY856" fmla="*/ 1870348 h 2014199"/>
                <a:gd name="csX857" fmla="*/ 2781120 w 3197940"/>
                <a:gd name="csY857" fmla="*/ 1871967 h 2014199"/>
                <a:gd name="csX858" fmla="*/ 2796925 w 3197940"/>
                <a:gd name="csY858" fmla="*/ 1868615 h 2014199"/>
                <a:gd name="csX859" fmla="*/ 2800932 w 3197940"/>
                <a:gd name="csY859" fmla="*/ 1863750 h 2014199"/>
                <a:gd name="csX860" fmla="*/ 2804500 w 3197940"/>
                <a:gd name="csY860" fmla="*/ 1862023 h 2014199"/>
                <a:gd name="csX861" fmla="*/ 2813594 w 3197940"/>
                <a:gd name="csY861" fmla="*/ 1863643 h 2014199"/>
                <a:gd name="csX862" fmla="*/ 2843032 w 3197940"/>
                <a:gd name="csY862" fmla="*/ 1847856 h 2014199"/>
                <a:gd name="csX863" fmla="*/ 2859269 w 3197940"/>
                <a:gd name="csY863" fmla="*/ 1834445 h 2014199"/>
                <a:gd name="csX864" fmla="*/ 2866629 w 3197940"/>
                <a:gd name="csY864" fmla="*/ 1836827 h 2014199"/>
                <a:gd name="csX865" fmla="*/ 2849636 w 3197940"/>
                <a:gd name="csY865" fmla="*/ 1856613 h 2014199"/>
                <a:gd name="csX866" fmla="*/ 2856996 w 3197940"/>
                <a:gd name="csY866" fmla="*/ 1859966 h 2014199"/>
                <a:gd name="csX867" fmla="*/ 2867708 w 3197940"/>
                <a:gd name="csY867" fmla="*/ 1858886 h 2014199"/>
                <a:gd name="csX868" fmla="*/ 2898449 w 3197940"/>
                <a:gd name="csY868" fmla="*/ 1858886 h 2014199"/>
                <a:gd name="csX869" fmla="*/ 2898449 w 3197940"/>
                <a:gd name="csY869" fmla="*/ 1863211 h 2014199"/>
                <a:gd name="csX870" fmla="*/ 2886111 w 3197940"/>
                <a:gd name="csY870" fmla="*/ 1865046 h 2014199"/>
                <a:gd name="csX871" fmla="*/ 2869766 w 3197940"/>
                <a:gd name="csY871" fmla="*/ 1868831 h 2014199"/>
                <a:gd name="csX872" fmla="*/ 2863600 w 3197940"/>
                <a:gd name="csY872" fmla="*/ 1866132 h 2014199"/>
                <a:gd name="csX873" fmla="*/ 2849097 w 3197940"/>
                <a:gd name="csY873" fmla="*/ 1869262 h 2014199"/>
                <a:gd name="csX874" fmla="*/ 2806774 w 3197940"/>
                <a:gd name="csY874" fmla="*/ 1898136 h 2014199"/>
                <a:gd name="csX875" fmla="*/ 2801472 w 3197940"/>
                <a:gd name="csY875" fmla="*/ 1913496 h 2014199"/>
                <a:gd name="csX876" fmla="*/ 2804824 w 3197940"/>
                <a:gd name="csY876" fmla="*/ 1932635 h 2014199"/>
                <a:gd name="csX877" fmla="*/ 2814781 w 3197940"/>
                <a:gd name="csY877" fmla="*/ 1936528 h 2014199"/>
                <a:gd name="csX878" fmla="*/ 2824090 w 3197940"/>
                <a:gd name="csY878" fmla="*/ 1945176 h 2014199"/>
                <a:gd name="csX879" fmla="*/ 2832752 w 3197940"/>
                <a:gd name="csY879" fmla="*/ 1940528 h 2014199"/>
                <a:gd name="csX880" fmla="*/ 2839356 w 3197940"/>
                <a:gd name="csY880" fmla="*/ 1932527 h 2014199"/>
                <a:gd name="csX881" fmla="*/ 2847471 w 3197940"/>
                <a:gd name="csY881" fmla="*/ 1931441 h 2014199"/>
                <a:gd name="csX882" fmla="*/ 2872255 w 3197940"/>
                <a:gd name="csY882" fmla="*/ 1904949 h 2014199"/>
                <a:gd name="csX883" fmla="*/ 2875506 w 3197940"/>
                <a:gd name="csY883" fmla="*/ 1892948 h 2014199"/>
                <a:gd name="csX884" fmla="*/ 2885895 w 3197940"/>
                <a:gd name="csY884" fmla="*/ 1893380 h 2014199"/>
                <a:gd name="csX885" fmla="*/ 2890333 w 3197940"/>
                <a:gd name="csY885" fmla="*/ 1897164 h 2014199"/>
                <a:gd name="csX886" fmla="*/ 2896283 w 3197940"/>
                <a:gd name="csY886" fmla="*/ 1899329 h 2014199"/>
                <a:gd name="csX887" fmla="*/ 2897585 w 3197940"/>
                <a:gd name="csY887" fmla="*/ 1896840 h 2014199"/>
                <a:gd name="csX888" fmla="*/ 2897585 w 3197940"/>
                <a:gd name="csY888" fmla="*/ 1893164 h 2014199"/>
                <a:gd name="csX889" fmla="*/ 2902887 w 3197940"/>
                <a:gd name="csY889" fmla="*/ 1889487 h 2014199"/>
                <a:gd name="csX890" fmla="*/ 2922369 w 3197940"/>
                <a:gd name="csY890" fmla="*/ 1887652 h 2014199"/>
                <a:gd name="csX891" fmla="*/ 2942505 w 3197940"/>
                <a:gd name="csY891" fmla="*/ 1878997 h 2014199"/>
                <a:gd name="csX892" fmla="*/ 2951808 w 3197940"/>
                <a:gd name="csY892" fmla="*/ 1877485 h 2014199"/>
                <a:gd name="csX893" fmla="*/ 2958304 w 3197940"/>
                <a:gd name="csY893" fmla="*/ 1875860 h 2014199"/>
                <a:gd name="csX894" fmla="*/ 2973893 w 3197940"/>
                <a:gd name="csY894" fmla="*/ 1869154 h 2014199"/>
                <a:gd name="csX895" fmla="*/ 2991641 w 3197940"/>
                <a:gd name="csY895" fmla="*/ 1866456 h 2014199"/>
                <a:gd name="csX896" fmla="*/ 2993807 w 3197940"/>
                <a:gd name="csY896" fmla="*/ 1858563 h 2014199"/>
                <a:gd name="csX897" fmla="*/ 2979843 w 3197940"/>
                <a:gd name="csY897" fmla="*/ 1854670 h 2014199"/>
                <a:gd name="csX898" fmla="*/ 2992073 w 3197940"/>
                <a:gd name="csY898" fmla="*/ 1846771 h 2014199"/>
                <a:gd name="csX899" fmla="*/ 3013396 w 3197940"/>
                <a:gd name="csY899" fmla="*/ 1846987 h 2014199"/>
                <a:gd name="csX900" fmla="*/ 3041756 w 3197940"/>
                <a:gd name="csY900" fmla="*/ 1830661 h 2014199"/>
                <a:gd name="csX901" fmla="*/ 3041108 w 3197940"/>
                <a:gd name="csY901" fmla="*/ 1826768 h 2014199"/>
                <a:gd name="csX902" fmla="*/ 3038181 w 3197940"/>
                <a:gd name="csY902" fmla="*/ 1820494 h 2014199"/>
                <a:gd name="csX903" fmla="*/ 3034936 w 3197940"/>
                <a:gd name="csY903" fmla="*/ 1816818 h 2014199"/>
                <a:gd name="csX904" fmla="*/ 3016857 w 3197940"/>
                <a:gd name="csY904" fmla="*/ 1813249 h 2014199"/>
                <a:gd name="csX905" fmla="*/ 3015130 w 3197940"/>
                <a:gd name="csY905" fmla="*/ 1809356 h 2014199"/>
                <a:gd name="csX906" fmla="*/ 3018807 w 3197940"/>
                <a:gd name="csY906" fmla="*/ 1801787 h 2014199"/>
                <a:gd name="csX907" fmla="*/ 3020972 w 3197940"/>
                <a:gd name="csY907" fmla="*/ 1787620 h 2014199"/>
                <a:gd name="csX908" fmla="*/ 3015346 w 3197940"/>
                <a:gd name="csY908" fmla="*/ 1779943 h 2014199"/>
                <a:gd name="csX909" fmla="*/ 3012425 w 3197940"/>
                <a:gd name="csY909" fmla="*/ 1776806 h 2014199"/>
                <a:gd name="csX910" fmla="*/ 2992505 w 3197940"/>
                <a:gd name="csY910" fmla="*/ 1799844 h 2014199"/>
                <a:gd name="csX911" fmla="*/ 2989260 w 3197940"/>
                <a:gd name="csY911" fmla="*/ 1809896 h 2014199"/>
                <a:gd name="csX912" fmla="*/ 2975728 w 3197940"/>
                <a:gd name="csY912" fmla="*/ 1829149 h 2014199"/>
                <a:gd name="csX913" fmla="*/ 2974757 w 3197940"/>
                <a:gd name="csY913" fmla="*/ 1841798 h 2014199"/>
                <a:gd name="csX914" fmla="*/ 2964152 w 3197940"/>
                <a:gd name="csY914" fmla="*/ 1843634 h 2014199"/>
                <a:gd name="csX915" fmla="*/ 2955599 w 3197940"/>
                <a:gd name="csY915" fmla="*/ 1835525 h 2014199"/>
                <a:gd name="csX916" fmla="*/ 2936549 w 3197940"/>
                <a:gd name="csY916" fmla="*/ 1844288 h 2014199"/>
                <a:gd name="csX917" fmla="*/ 2928649 w 3197940"/>
                <a:gd name="csY917" fmla="*/ 1839093 h 2014199"/>
                <a:gd name="csX918" fmla="*/ 2914254 w 3197940"/>
                <a:gd name="csY918" fmla="*/ 1837366 h 2014199"/>
                <a:gd name="csX919" fmla="*/ 2904189 w 3197940"/>
                <a:gd name="csY919" fmla="*/ 1838662 h 2014199"/>
                <a:gd name="csX920" fmla="*/ 2882326 w 3197940"/>
                <a:gd name="csY920" fmla="*/ 1826552 h 2014199"/>
                <a:gd name="csX921" fmla="*/ 2884053 w 3197940"/>
                <a:gd name="csY921" fmla="*/ 1821034 h 2014199"/>
                <a:gd name="csX922" fmla="*/ 2858406 w 3197940"/>
                <a:gd name="csY922" fmla="*/ 1811738 h 2014199"/>
                <a:gd name="csX923" fmla="*/ 2852665 w 3197940"/>
                <a:gd name="csY923" fmla="*/ 1793570 h 2014199"/>
                <a:gd name="csX924" fmla="*/ 2848881 w 3197940"/>
                <a:gd name="csY924" fmla="*/ 1786109 h 2014199"/>
                <a:gd name="csX925" fmla="*/ 2852233 w 3197940"/>
                <a:gd name="csY925" fmla="*/ 1778864 h 2014199"/>
                <a:gd name="csX926" fmla="*/ 2848550 w 3197940"/>
                <a:gd name="csY926" fmla="*/ 1775511 h 2014199"/>
                <a:gd name="csX927" fmla="*/ 2837946 w 3197940"/>
                <a:gd name="csY927" fmla="*/ 1775511 h 2014199"/>
                <a:gd name="csX928" fmla="*/ 2837190 w 3197940"/>
                <a:gd name="csY928" fmla="*/ 1773346 h 2014199"/>
                <a:gd name="csX929" fmla="*/ 2843140 w 3197940"/>
                <a:gd name="csY929" fmla="*/ 1767834 h 2014199"/>
                <a:gd name="csX930" fmla="*/ 2853967 w 3197940"/>
                <a:gd name="csY930" fmla="*/ 1748365 h 2014199"/>
                <a:gd name="csX931" fmla="*/ 2862622 w 3197940"/>
                <a:gd name="csY931" fmla="*/ 1741989 h 2014199"/>
                <a:gd name="csX932" fmla="*/ 2868147 w 3197940"/>
                <a:gd name="csY932" fmla="*/ 1725873 h 2014199"/>
                <a:gd name="csX933" fmla="*/ 2860025 w 3197940"/>
                <a:gd name="csY933" fmla="*/ 1728362 h 2014199"/>
                <a:gd name="csX934" fmla="*/ 2850284 w 3197940"/>
                <a:gd name="csY934" fmla="*/ 1735715 h 2014199"/>
                <a:gd name="csX935" fmla="*/ 2841299 w 3197940"/>
                <a:gd name="csY935" fmla="*/ 1736471 h 2014199"/>
                <a:gd name="csX936" fmla="*/ 2819220 w 3197940"/>
                <a:gd name="csY936" fmla="*/ 1743069 h 2014199"/>
                <a:gd name="csX937" fmla="*/ 2809911 w 3197940"/>
                <a:gd name="csY937" fmla="*/ 1732687 h 2014199"/>
                <a:gd name="csX938" fmla="*/ 2792055 w 3197940"/>
                <a:gd name="csY938" fmla="*/ 1723606 h 2014199"/>
                <a:gd name="csX939" fmla="*/ 2812076 w 3197940"/>
                <a:gd name="csY939" fmla="*/ 1717656 h 2014199"/>
                <a:gd name="csX940" fmla="*/ 2833939 w 3197940"/>
                <a:gd name="csY940" fmla="*/ 1725441 h 2014199"/>
                <a:gd name="csX941" fmla="*/ 2849420 w 3197940"/>
                <a:gd name="csY941" fmla="*/ 1717008 h 2014199"/>
                <a:gd name="csX942" fmla="*/ 2856024 w 3197940"/>
                <a:gd name="csY942" fmla="*/ 1709871 h 2014199"/>
                <a:gd name="csX943" fmla="*/ 2864571 w 3197940"/>
                <a:gd name="csY943" fmla="*/ 1707166 h 2014199"/>
                <a:gd name="csX944" fmla="*/ 2871715 w 3197940"/>
                <a:gd name="csY944" fmla="*/ 1702841 h 2014199"/>
                <a:gd name="csX945" fmla="*/ 2872585 w 3197940"/>
                <a:gd name="csY945" fmla="*/ 1696784 h 2014199"/>
                <a:gd name="csX946" fmla="*/ 2871175 w 3197940"/>
                <a:gd name="csY946" fmla="*/ 1687163 h 2014199"/>
                <a:gd name="csX947" fmla="*/ 2874096 w 3197940"/>
                <a:gd name="csY947" fmla="*/ 1688027 h 2014199"/>
                <a:gd name="csX948" fmla="*/ 2876910 w 3197940"/>
                <a:gd name="csY948" fmla="*/ 1684566 h 2014199"/>
                <a:gd name="csX949" fmla="*/ 2874096 w 3197940"/>
                <a:gd name="csY949" fmla="*/ 1678400 h 2014199"/>
                <a:gd name="csX950" fmla="*/ 2867823 w 3197940"/>
                <a:gd name="csY950" fmla="*/ 1672025 h 2014199"/>
                <a:gd name="csX951" fmla="*/ 2846499 w 3197940"/>
                <a:gd name="csY951" fmla="*/ 1662614 h 2014199"/>
                <a:gd name="csX952" fmla="*/ 2810127 w 3197940"/>
                <a:gd name="csY952" fmla="*/ 1662183 h 2014199"/>
                <a:gd name="csX953" fmla="*/ 2785774 w 3197940"/>
                <a:gd name="csY953" fmla="*/ 1667694 h 2014199"/>
                <a:gd name="csX954" fmla="*/ 2734041 w 3197940"/>
                <a:gd name="csY954" fmla="*/ 1691488 h 2014199"/>
                <a:gd name="csX955" fmla="*/ 2713042 w 3197940"/>
                <a:gd name="csY955" fmla="*/ 1704137 h 2014199"/>
                <a:gd name="csX956" fmla="*/ 2697459 w 3197940"/>
                <a:gd name="csY956" fmla="*/ 1711928 h 2014199"/>
                <a:gd name="csX957" fmla="*/ 2687610 w 3197940"/>
                <a:gd name="csY957" fmla="*/ 1723822 h 2014199"/>
                <a:gd name="csX958" fmla="*/ 2677755 w 3197940"/>
                <a:gd name="csY958" fmla="*/ 1730420 h 2014199"/>
                <a:gd name="csX959" fmla="*/ 2638143 w 3197940"/>
                <a:gd name="csY959" fmla="*/ 1779619 h 2014199"/>
                <a:gd name="csX960" fmla="*/ 2626993 w 3197940"/>
                <a:gd name="csY960" fmla="*/ 1781131 h 2014199"/>
                <a:gd name="csX961" fmla="*/ 2640956 w 3197940"/>
                <a:gd name="csY961" fmla="*/ 1755940 h 2014199"/>
                <a:gd name="csX962" fmla="*/ 2649294 w 3197940"/>
                <a:gd name="csY962" fmla="*/ 1750206 h 2014199"/>
                <a:gd name="csX963" fmla="*/ 2660114 w 3197940"/>
                <a:gd name="csY963" fmla="*/ 1734096 h 2014199"/>
                <a:gd name="csX964" fmla="*/ 2668776 w 3197940"/>
                <a:gd name="csY964" fmla="*/ 1716792 h 2014199"/>
                <a:gd name="csX965" fmla="*/ 2686524 w 3197940"/>
                <a:gd name="csY965" fmla="*/ 1697000 h 2014199"/>
                <a:gd name="csX966" fmla="*/ 2691610 w 3197940"/>
                <a:gd name="csY966" fmla="*/ 1689646 h 2014199"/>
                <a:gd name="csX967" fmla="*/ 2695941 w 3197940"/>
                <a:gd name="csY967" fmla="*/ 1684674 h 2014199"/>
                <a:gd name="csX968" fmla="*/ 2703624 w 3197940"/>
                <a:gd name="csY968" fmla="*/ 1680566 h 2014199"/>
                <a:gd name="csX969" fmla="*/ 2708711 w 3197940"/>
                <a:gd name="csY969" fmla="*/ 1674832 h 2014199"/>
                <a:gd name="csX970" fmla="*/ 2725703 w 3197940"/>
                <a:gd name="csY970" fmla="*/ 1666615 h 2014199"/>
                <a:gd name="csX971" fmla="*/ 2734149 w 3197940"/>
                <a:gd name="csY971" fmla="*/ 1658614 h 2014199"/>
                <a:gd name="csX972" fmla="*/ 2758825 w 3197940"/>
                <a:gd name="csY972" fmla="*/ 1652448 h 2014199"/>
                <a:gd name="csX973" fmla="*/ 2772681 w 3197940"/>
                <a:gd name="csY973" fmla="*/ 1622279 h 2014199"/>
                <a:gd name="csX974" fmla="*/ 2784371 w 3197940"/>
                <a:gd name="csY974" fmla="*/ 1614710 h 2014199"/>
                <a:gd name="csX975" fmla="*/ 2798767 w 3197940"/>
                <a:gd name="csY975" fmla="*/ 1612221 h 2014199"/>
                <a:gd name="csX976" fmla="*/ 2805586 w 3197940"/>
                <a:gd name="csY976" fmla="*/ 1608760 h 2014199"/>
                <a:gd name="csX977" fmla="*/ 2811752 w 3197940"/>
                <a:gd name="csY977" fmla="*/ 1608544 h 2014199"/>
                <a:gd name="csX978" fmla="*/ 2818032 w 3197940"/>
                <a:gd name="csY978" fmla="*/ 1609306 h 2014199"/>
                <a:gd name="csX979" fmla="*/ 2827342 w 3197940"/>
                <a:gd name="csY979" fmla="*/ 1606385 h 2014199"/>
                <a:gd name="csX980" fmla="*/ 2844658 w 3197940"/>
                <a:gd name="csY980" fmla="*/ 1608004 h 2014199"/>
                <a:gd name="csX981" fmla="*/ 2860025 w 3197940"/>
                <a:gd name="csY981" fmla="*/ 1605191 h 2014199"/>
                <a:gd name="csX982" fmla="*/ 2869982 w 3197940"/>
                <a:gd name="csY982" fmla="*/ 1608004 h 2014199"/>
                <a:gd name="csX983" fmla="*/ 2876262 w 3197940"/>
                <a:gd name="csY983" fmla="*/ 1608868 h 2014199"/>
                <a:gd name="csX984" fmla="*/ 2886219 w 3197940"/>
                <a:gd name="csY984" fmla="*/ 1606277 h 2014199"/>
                <a:gd name="csX985" fmla="*/ 2895312 w 3197940"/>
                <a:gd name="csY985" fmla="*/ 1610278 h 2014199"/>
                <a:gd name="csX986" fmla="*/ 2924427 w 3197940"/>
                <a:gd name="csY986" fmla="*/ 1606277 h 2014199"/>
                <a:gd name="csX987" fmla="*/ 2962311 w 3197940"/>
                <a:gd name="csY987" fmla="*/ 1612652 h 2014199"/>
                <a:gd name="csX988" fmla="*/ 2968915 w 3197940"/>
                <a:gd name="csY988" fmla="*/ 1616437 h 2014199"/>
                <a:gd name="csX989" fmla="*/ 2985037 w 3197940"/>
                <a:gd name="csY989" fmla="*/ 1610817 h 2014199"/>
                <a:gd name="csX990" fmla="*/ 3033526 w 3197940"/>
                <a:gd name="csY990" fmla="*/ 1608220 h 2014199"/>
                <a:gd name="csX991" fmla="*/ 3044569 w 3197940"/>
                <a:gd name="csY991" fmla="*/ 1597190 h 2014199"/>
                <a:gd name="csX992" fmla="*/ 3070115 w 3197940"/>
                <a:gd name="csY992" fmla="*/ 1578159 h 2014199"/>
                <a:gd name="csX993" fmla="*/ 3074877 w 3197940"/>
                <a:gd name="csY993" fmla="*/ 1567669 h 2014199"/>
                <a:gd name="csX994" fmla="*/ 3114812 w 3197940"/>
                <a:gd name="csY994" fmla="*/ 1546904 h 2014199"/>
                <a:gd name="csX995" fmla="*/ 3135812 w 3197940"/>
                <a:gd name="csY995" fmla="*/ 1543450 h 2014199"/>
                <a:gd name="csX996" fmla="*/ 3148474 w 3197940"/>
                <a:gd name="csY996" fmla="*/ 1543774 h 2014199"/>
                <a:gd name="csX997" fmla="*/ 3159084 w 3197940"/>
                <a:gd name="csY997" fmla="*/ 1532420 h 2014199"/>
                <a:gd name="csX998" fmla="*/ 3186466 w 3197940"/>
                <a:gd name="csY998" fmla="*/ 1516304 h 2014199"/>
                <a:gd name="csX999" fmla="*/ 3196099 w 3197940"/>
                <a:gd name="csY999" fmla="*/ 1499654 h 2014199"/>
                <a:gd name="csX1000" fmla="*/ 3196638 w 3197940"/>
                <a:gd name="csY1000" fmla="*/ 1498244 h 2014199"/>
                <a:gd name="csX1001" fmla="*/ 1787300 w 3197940"/>
                <a:gd name="csY1001" fmla="*/ 409518 h 2014199"/>
                <a:gd name="csX1002" fmla="*/ 1797689 w 3197940"/>
                <a:gd name="csY1002" fmla="*/ 405625 h 2014199"/>
                <a:gd name="csX1003" fmla="*/ 1800070 w 3197940"/>
                <a:gd name="csY1003" fmla="*/ 409518 h 2014199"/>
                <a:gd name="csX1004" fmla="*/ 1794444 w 3197940"/>
                <a:gd name="csY1004" fmla="*/ 432873 h 2014199"/>
                <a:gd name="csX1005" fmla="*/ 1787300 w 3197940"/>
                <a:gd name="csY1005" fmla="*/ 426282 h 2014199"/>
                <a:gd name="csX1006" fmla="*/ 1787408 w 3197940"/>
                <a:gd name="csY1006" fmla="*/ 409626 h 2014199"/>
                <a:gd name="csX1007" fmla="*/ 1787300 w 3197940"/>
                <a:gd name="csY1007" fmla="*/ 409518 h 2014199"/>
                <a:gd name="csX1008" fmla="*/ 1723768 w 3197940"/>
                <a:gd name="csY1008" fmla="*/ 139065 h 2014199"/>
                <a:gd name="csX1009" fmla="*/ 1717381 w 3197940"/>
                <a:gd name="csY1009" fmla="*/ 120790 h 2014199"/>
                <a:gd name="csX1010" fmla="*/ 1727445 w 3197940"/>
                <a:gd name="csY1010" fmla="*/ 121761 h 2014199"/>
                <a:gd name="csX1011" fmla="*/ 1738050 w 3197940"/>
                <a:gd name="csY1011" fmla="*/ 136684 h 2014199"/>
                <a:gd name="csX1012" fmla="*/ 1723768 w 3197940"/>
                <a:gd name="csY1012" fmla="*/ 138957 h 2014199"/>
                <a:gd name="csX1013" fmla="*/ 1723768 w 3197940"/>
                <a:gd name="csY1013" fmla="*/ 139065 h 2014199"/>
                <a:gd name="csX1014" fmla="*/ 834502 w 3197940"/>
                <a:gd name="csY1014" fmla="*/ 742798 h 2014199"/>
                <a:gd name="csX1015" fmla="*/ 825840 w 3197940"/>
                <a:gd name="csY1015" fmla="*/ 721278 h 2014199"/>
                <a:gd name="csX1016" fmla="*/ 840776 w 3197940"/>
                <a:gd name="csY1016" fmla="*/ 708844 h 2014199"/>
                <a:gd name="csX1017" fmla="*/ 853330 w 3197940"/>
                <a:gd name="csY1017" fmla="*/ 744309 h 2014199"/>
                <a:gd name="csX1018" fmla="*/ 834502 w 3197940"/>
                <a:gd name="csY1018" fmla="*/ 742798 h 2014199"/>
                <a:gd name="csX1019" fmla="*/ 868811 w 3197940"/>
                <a:gd name="csY1019" fmla="*/ 621468 h 2014199"/>
                <a:gd name="csX1020" fmla="*/ 849653 w 3197940"/>
                <a:gd name="csY1020" fmla="*/ 672294 h 2014199"/>
                <a:gd name="csX1021" fmla="*/ 830387 w 3197940"/>
                <a:gd name="csY1021" fmla="*/ 685698 h 2014199"/>
                <a:gd name="csX1022" fmla="*/ 818373 w 3197940"/>
                <a:gd name="csY1022" fmla="*/ 677266 h 2014199"/>
                <a:gd name="csX1023" fmla="*/ 792827 w 3197940"/>
                <a:gd name="csY1023" fmla="*/ 680403 h 2014199"/>
                <a:gd name="csX1024" fmla="*/ 787201 w 3197940"/>
                <a:gd name="csY1024" fmla="*/ 690785 h 2014199"/>
                <a:gd name="csX1025" fmla="*/ 795424 w 3197940"/>
                <a:gd name="csY1025" fmla="*/ 695649 h 2014199"/>
                <a:gd name="csX1026" fmla="*/ 796510 w 3197940"/>
                <a:gd name="csY1026" fmla="*/ 695649 h 2014199"/>
                <a:gd name="csX1027" fmla="*/ 801164 w 3197940"/>
                <a:gd name="csY1027" fmla="*/ 698786 h 2014199"/>
                <a:gd name="csX1028" fmla="*/ 801704 w 3197940"/>
                <a:gd name="csY1028" fmla="*/ 709060 h 2014199"/>
                <a:gd name="csX1029" fmla="*/ 785359 w 3197940"/>
                <a:gd name="csY1029" fmla="*/ 712089 h 2014199"/>
                <a:gd name="csX1030" fmla="*/ 776374 w 3197940"/>
                <a:gd name="csY1030" fmla="*/ 721170 h 2014199"/>
                <a:gd name="csX1031" fmla="*/ 769668 w 3197940"/>
                <a:gd name="csY1031" fmla="*/ 723443 h 2014199"/>
                <a:gd name="csX1032" fmla="*/ 740115 w 3197940"/>
                <a:gd name="csY1032" fmla="*/ 744417 h 2014199"/>
                <a:gd name="csX1033" fmla="*/ 725828 w 3197940"/>
                <a:gd name="csY1033" fmla="*/ 735876 h 2014199"/>
                <a:gd name="csX1034" fmla="*/ 732972 w 3197940"/>
                <a:gd name="csY1034" fmla="*/ 728631 h 2014199"/>
                <a:gd name="csX1035" fmla="*/ 744230 w 3197940"/>
                <a:gd name="csY1035" fmla="*/ 723119 h 2014199"/>
                <a:gd name="csX1036" fmla="*/ 747799 w 3197940"/>
                <a:gd name="csY1036" fmla="*/ 716845 h 2014199"/>
                <a:gd name="csX1037" fmla="*/ 766417 w 3197940"/>
                <a:gd name="csY1037" fmla="*/ 698570 h 2014199"/>
                <a:gd name="csX1038" fmla="*/ 762417 w 3197940"/>
                <a:gd name="csY1038" fmla="*/ 691648 h 2014199"/>
                <a:gd name="csX1039" fmla="*/ 750402 w 3197940"/>
                <a:gd name="csY1039" fmla="*/ 691001 h 2014199"/>
                <a:gd name="csX1040" fmla="*/ 724101 w 3197940"/>
                <a:gd name="csY1040" fmla="*/ 708412 h 2014199"/>
                <a:gd name="csX1041" fmla="*/ 715547 w 3197940"/>
                <a:gd name="csY1041" fmla="*/ 727767 h 2014199"/>
                <a:gd name="csX1042" fmla="*/ 701476 w 3197940"/>
                <a:gd name="csY1042" fmla="*/ 732739 h 2014199"/>
                <a:gd name="csX1043" fmla="*/ 691735 w 3197940"/>
                <a:gd name="csY1043" fmla="*/ 728847 h 2014199"/>
                <a:gd name="csX1044" fmla="*/ 667382 w 3197940"/>
                <a:gd name="csY1044" fmla="*/ 727551 h 2014199"/>
                <a:gd name="csX1045" fmla="*/ 648548 w 3197940"/>
                <a:gd name="csY1045" fmla="*/ 717277 h 2014199"/>
                <a:gd name="csX1046" fmla="*/ 677987 w 3197940"/>
                <a:gd name="csY1046" fmla="*/ 709276 h 2014199"/>
                <a:gd name="csX1047" fmla="*/ 678533 w 3197940"/>
                <a:gd name="csY1047" fmla="*/ 708412 h 2014199"/>
                <a:gd name="csX1048" fmla="*/ 678857 w 3197940"/>
                <a:gd name="csY1048" fmla="*/ 702139 h 2014199"/>
                <a:gd name="csX1049" fmla="*/ 677447 w 3197940"/>
                <a:gd name="csY1049" fmla="*/ 691648 h 2014199"/>
                <a:gd name="csX1050" fmla="*/ 693144 w 3197940"/>
                <a:gd name="csY1050" fmla="*/ 685698 h 2014199"/>
                <a:gd name="csX1051" fmla="*/ 697475 w 3197940"/>
                <a:gd name="csY1051" fmla="*/ 675431 h 2014199"/>
                <a:gd name="csX1052" fmla="*/ 686648 w 3197940"/>
                <a:gd name="csY1052" fmla="*/ 666236 h 2014199"/>
                <a:gd name="csX1053" fmla="*/ 686648 w 3197940"/>
                <a:gd name="csY1053" fmla="*/ 665264 h 2014199"/>
                <a:gd name="csX1054" fmla="*/ 689785 w 3197940"/>
                <a:gd name="csY1054" fmla="*/ 661803 h 2014199"/>
                <a:gd name="csX1055" fmla="*/ 713382 w 3197940"/>
                <a:gd name="csY1055" fmla="*/ 665264 h 2014199"/>
                <a:gd name="csX1056" fmla="*/ 720634 w 3197940"/>
                <a:gd name="csY1056" fmla="*/ 668077 h 2014199"/>
                <a:gd name="csX1057" fmla="*/ 731784 w 3197940"/>
                <a:gd name="csY1057" fmla="*/ 665048 h 2014199"/>
                <a:gd name="csX1058" fmla="*/ 732864 w 3197940"/>
                <a:gd name="csY1058" fmla="*/ 657695 h 2014199"/>
                <a:gd name="csX1059" fmla="*/ 718900 w 3197940"/>
                <a:gd name="csY1059" fmla="*/ 655530 h 2014199"/>
                <a:gd name="csX1060" fmla="*/ 707324 w 3197940"/>
                <a:gd name="csY1060" fmla="*/ 647421 h 2014199"/>
                <a:gd name="csX1061" fmla="*/ 670627 w 3197940"/>
                <a:gd name="csY1061" fmla="*/ 650881 h 2014199"/>
                <a:gd name="csX1062" fmla="*/ 669116 w 3197940"/>
                <a:gd name="csY1062" fmla="*/ 657155 h 2014199"/>
                <a:gd name="csX1063" fmla="*/ 658613 w 3197940"/>
                <a:gd name="csY1063" fmla="*/ 656501 h 2014199"/>
                <a:gd name="csX1064" fmla="*/ 652879 w 3197940"/>
                <a:gd name="csY1064" fmla="*/ 654558 h 2014199"/>
                <a:gd name="csX1065" fmla="*/ 630045 w 3197940"/>
                <a:gd name="csY1065" fmla="*/ 658127 h 2014199"/>
                <a:gd name="csX1066" fmla="*/ 623440 w 3197940"/>
                <a:gd name="csY1066" fmla="*/ 654558 h 2014199"/>
                <a:gd name="csX1067" fmla="*/ 611966 w 3197940"/>
                <a:gd name="csY1067" fmla="*/ 658882 h 2014199"/>
                <a:gd name="csX1068" fmla="*/ 608721 w 3197940"/>
                <a:gd name="csY1068" fmla="*/ 666236 h 2014199"/>
                <a:gd name="csX1069" fmla="*/ 599412 w 3197940"/>
                <a:gd name="csY1069" fmla="*/ 665804 h 2014199"/>
                <a:gd name="csX1070" fmla="*/ 590751 w 3197940"/>
                <a:gd name="csY1070" fmla="*/ 653371 h 2014199"/>
                <a:gd name="csX1071" fmla="*/ 597894 w 3197940"/>
                <a:gd name="csY1071" fmla="*/ 640823 h 2014199"/>
                <a:gd name="csX1072" fmla="*/ 615103 w 3197940"/>
                <a:gd name="csY1072" fmla="*/ 640607 h 2014199"/>
                <a:gd name="csX1073" fmla="*/ 623872 w 3197940"/>
                <a:gd name="csY1073" fmla="*/ 636822 h 2014199"/>
                <a:gd name="csX1074" fmla="*/ 635671 w 3197940"/>
                <a:gd name="csY1074" fmla="*/ 637254 h 2014199"/>
                <a:gd name="csX1075" fmla="*/ 669224 w 3197940"/>
                <a:gd name="csY1075" fmla="*/ 627412 h 2014199"/>
                <a:gd name="csX1076" fmla="*/ 710569 w 3197940"/>
                <a:gd name="csY1076" fmla="*/ 619519 h 2014199"/>
                <a:gd name="csX1077" fmla="*/ 744662 w 3197940"/>
                <a:gd name="csY1077" fmla="*/ 603409 h 2014199"/>
                <a:gd name="csX1078" fmla="*/ 793589 w 3197940"/>
                <a:gd name="csY1078" fmla="*/ 595840 h 2014199"/>
                <a:gd name="csX1079" fmla="*/ 811337 w 3197940"/>
                <a:gd name="csY1079" fmla="*/ 607841 h 2014199"/>
                <a:gd name="csX1080" fmla="*/ 771834 w 3197940"/>
                <a:gd name="csY1080" fmla="*/ 627850 h 2014199"/>
                <a:gd name="csX1081" fmla="*/ 769992 w 3197940"/>
                <a:gd name="csY1081" fmla="*/ 636715 h 2014199"/>
                <a:gd name="csX1082" fmla="*/ 784496 w 3197940"/>
                <a:gd name="csY1082" fmla="*/ 638334 h 2014199"/>
                <a:gd name="csX1083" fmla="*/ 792287 w 3197940"/>
                <a:gd name="csY1083" fmla="*/ 641903 h 2014199"/>
                <a:gd name="csX1084" fmla="*/ 840992 w 3197940"/>
                <a:gd name="csY1084" fmla="*/ 636607 h 2014199"/>
                <a:gd name="csX1085" fmla="*/ 856041 w 3197940"/>
                <a:gd name="csY1085" fmla="*/ 622116 h 2014199"/>
                <a:gd name="csX1086" fmla="*/ 869027 w 3197940"/>
                <a:gd name="csY1086" fmla="*/ 621576 h 2014199"/>
                <a:gd name="csX1087" fmla="*/ 868811 w 3197940"/>
                <a:gd name="csY1087" fmla="*/ 621468 h 2014199"/>
                <a:gd name="csX1088" fmla="*/ 1092102 w 3197940"/>
                <a:gd name="csY1088" fmla="*/ 931386 h 2014199"/>
                <a:gd name="csX1089" fmla="*/ 1077923 w 3197940"/>
                <a:gd name="csY1089" fmla="*/ 949446 h 2014199"/>
                <a:gd name="csX1090" fmla="*/ 1057247 w 3197940"/>
                <a:gd name="csY1090" fmla="*/ 959288 h 2014199"/>
                <a:gd name="csX1091" fmla="*/ 1041988 w 3197940"/>
                <a:gd name="csY1091" fmla="*/ 957561 h 2014199"/>
                <a:gd name="csX1092" fmla="*/ 1026291 w 3197940"/>
                <a:gd name="csY1092" fmla="*/ 963720 h 2014199"/>
                <a:gd name="csX1093" fmla="*/ 1023262 w 3197940"/>
                <a:gd name="csY1093" fmla="*/ 976916 h 2014199"/>
                <a:gd name="csX1094" fmla="*/ 1012226 w 3197940"/>
                <a:gd name="csY1094" fmla="*/ 988377 h 2014199"/>
                <a:gd name="csX1095" fmla="*/ 1000211 w 3197940"/>
                <a:gd name="csY1095" fmla="*/ 987190 h 2014199"/>
                <a:gd name="csX1096" fmla="*/ 940356 w 3197940"/>
                <a:gd name="csY1096" fmla="*/ 996810 h 2014199"/>
                <a:gd name="csX1097" fmla="*/ 915782 w 3197940"/>
                <a:gd name="csY1097" fmla="*/ 986104 h 2014199"/>
                <a:gd name="csX1098" fmla="*/ 906041 w 3197940"/>
                <a:gd name="csY1098" fmla="*/ 966318 h 2014199"/>
                <a:gd name="csX1099" fmla="*/ 929206 w 3197940"/>
                <a:gd name="csY1099" fmla="*/ 968153 h 2014199"/>
                <a:gd name="csX1100" fmla="*/ 947278 w 3197940"/>
                <a:gd name="csY1100" fmla="*/ 938632 h 2014199"/>
                <a:gd name="csX1101" fmla="*/ 970335 w 3197940"/>
                <a:gd name="csY1101" fmla="*/ 938200 h 2014199"/>
                <a:gd name="csX1102" fmla="*/ 979968 w 3197940"/>
                <a:gd name="csY1102" fmla="*/ 932904 h 2014199"/>
                <a:gd name="csX1103" fmla="*/ 963191 w 3197940"/>
                <a:gd name="csY1103" fmla="*/ 910952 h 2014199"/>
                <a:gd name="csX1104" fmla="*/ 949989 w 3197940"/>
                <a:gd name="csY1104" fmla="*/ 884244 h 2014199"/>
                <a:gd name="csX1105" fmla="*/ 980507 w 3197940"/>
                <a:gd name="csY1105" fmla="*/ 897649 h 2014199"/>
                <a:gd name="csX1106" fmla="*/ 993715 w 3197940"/>
                <a:gd name="csY1106" fmla="*/ 895922 h 2014199"/>
                <a:gd name="csX1107" fmla="*/ 1025859 w 3197940"/>
                <a:gd name="csY1107" fmla="*/ 917550 h 2014199"/>
                <a:gd name="csX1108" fmla="*/ 1060930 w 3197940"/>
                <a:gd name="csY1108" fmla="*/ 915816 h 2014199"/>
                <a:gd name="csX1109" fmla="*/ 1104764 w 3197940"/>
                <a:gd name="csY1109" fmla="*/ 886295 h 2014199"/>
                <a:gd name="csX1110" fmla="*/ 1144160 w 3197940"/>
                <a:gd name="csY1110" fmla="*/ 877754 h 2014199"/>
                <a:gd name="csX1111" fmla="*/ 1161698 w 3197940"/>
                <a:gd name="csY1111" fmla="*/ 882186 h 2014199"/>
                <a:gd name="csX1112" fmla="*/ 1140699 w 3197940"/>
                <a:gd name="csY1112" fmla="*/ 897217 h 2014199"/>
                <a:gd name="csX1113" fmla="*/ 1116670 w 3197940"/>
                <a:gd name="csY1113" fmla="*/ 903923 h 2014199"/>
                <a:gd name="csX1114" fmla="*/ 1111692 w 3197940"/>
                <a:gd name="csY1114" fmla="*/ 914737 h 2014199"/>
                <a:gd name="csX1115" fmla="*/ 1091778 w 3197940"/>
                <a:gd name="csY1115" fmla="*/ 931825 h 2014199"/>
                <a:gd name="csX1116" fmla="*/ 1092102 w 3197940"/>
                <a:gd name="csY1116" fmla="*/ 931386 h 2014199"/>
                <a:gd name="csX1117" fmla="*/ 1670619 w 3197940"/>
                <a:gd name="csY1117" fmla="*/ 1585728 h 2014199"/>
                <a:gd name="csX1118" fmla="*/ 1663805 w 3197940"/>
                <a:gd name="csY1118" fmla="*/ 1588434 h 2014199"/>
                <a:gd name="csX1119" fmla="*/ 1658065 w 3197940"/>
                <a:gd name="csY1119" fmla="*/ 1600975 h 2014199"/>
                <a:gd name="csX1120" fmla="*/ 1643994 w 3197940"/>
                <a:gd name="csY1120" fmla="*/ 1605191 h 2014199"/>
                <a:gd name="csX1121" fmla="*/ 1645511 w 3197940"/>
                <a:gd name="csY1121" fmla="*/ 1558912 h 2014199"/>
                <a:gd name="csX1122" fmla="*/ 1650274 w 3197940"/>
                <a:gd name="csY1122" fmla="*/ 1539119 h 2014199"/>
                <a:gd name="csX1123" fmla="*/ 1644755 w 3197940"/>
                <a:gd name="csY1123" fmla="*/ 1533823 h 2014199"/>
                <a:gd name="csX1124" fmla="*/ 1634684 w 3197940"/>
                <a:gd name="csY1124" fmla="*/ 1543558 h 2014199"/>
                <a:gd name="csX1125" fmla="*/ 1631331 w 3197940"/>
                <a:gd name="csY1125" fmla="*/ 1532528 h 2014199"/>
                <a:gd name="csX1126" fmla="*/ 1630144 w 3197940"/>
                <a:gd name="csY1126" fmla="*/ 1519657 h 2014199"/>
                <a:gd name="csX1127" fmla="*/ 1617368 w 3197940"/>
                <a:gd name="csY1127" fmla="*/ 1512843 h 2014199"/>
                <a:gd name="csX1128" fmla="*/ 1610878 w 3197940"/>
                <a:gd name="csY1128" fmla="*/ 1520952 h 2014199"/>
                <a:gd name="csX1129" fmla="*/ 1604058 w 3197940"/>
                <a:gd name="csY1129" fmla="*/ 1515656 h 2014199"/>
                <a:gd name="csX1130" fmla="*/ 1595721 w 3197940"/>
                <a:gd name="csY1130" fmla="*/ 1498460 h 2014199"/>
                <a:gd name="csX1131" fmla="*/ 1586850 w 3197940"/>
                <a:gd name="csY1131" fmla="*/ 1492517 h 2014199"/>
                <a:gd name="csX1132" fmla="*/ 1572778 w 3197940"/>
                <a:gd name="csY1132" fmla="*/ 1460075 h 2014199"/>
                <a:gd name="csX1133" fmla="*/ 1574074 w 3197940"/>
                <a:gd name="csY1133" fmla="*/ 1453045 h 2014199"/>
                <a:gd name="csX1134" fmla="*/ 1559462 w 3197940"/>
                <a:gd name="csY1134" fmla="*/ 1443203 h 2014199"/>
                <a:gd name="csX1135" fmla="*/ 1572670 w 3197940"/>
                <a:gd name="csY1135" fmla="*/ 1413466 h 2014199"/>
                <a:gd name="csX1136" fmla="*/ 1589879 w 3197940"/>
                <a:gd name="csY1136" fmla="*/ 1410221 h 2014199"/>
                <a:gd name="csX1137" fmla="*/ 1607735 w 3197940"/>
                <a:gd name="csY1137" fmla="*/ 1418984 h 2014199"/>
                <a:gd name="csX1138" fmla="*/ 1617584 w 3197940"/>
                <a:gd name="csY1138" fmla="*/ 1422114 h 2014199"/>
                <a:gd name="csX1139" fmla="*/ 1633821 w 3197940"/>
                <a:gd name="csY1139" fmla="*/ 1457693 h 2014199"/>
                <a:gd name="csX1140" fmla="*/ 1633713 w 3197940"/>
                <a:gd name="csY1140" fmla="*/ 1466780 h 2014199"/>
                <a:gd name="csX1141" fmla="*/ 1648864 w 3197940"/>
                <a:gd name="csY1141" fmla="*/ 1501921 h 2014199"/>
                <a:gd name="csX1142" fmla="*/ 1655252 w 3197940"/>
                <a:gd name="csY1142" fmla="*/ 1523225 h 2014199"/>
                <a:gd name="csX1143" fmla="*/ 1674086 w 3197940"/>
                <a:gd name="csY1143" fmla="*/ 1557611 h 2014199"/>
                <a:gd name="csX1144" fmla="*/ 1670727 w 3197940"/>
                <a:gd name="csY1144" fmla="*/ 1585621 h 2014199"/>
                <a:gd name="csX1145" fmla="*/ 1670619 w 3197940"/>
                <a:gd name="csY1145" fmla="*/ 1585728 h 2014199"/>
                <a:gd name="csX1146" fmla="*/ 3078014 w 3197940"/>
                <a:gd name="csY1146" fmla="*/ 1418114 h 2014199"/>
                <a:gd name="csX1147" fmla="*/ 3066540 w 3197940"/>
                <a:gd name="csY1147" fmla="*/ 1423740 h 2014199"/>
                <a:gd name="csX1148" fmla="*/ 3056907 w 3197940"/>
                <a:gd name="csY1148" fmla="*/ 1432173 h 2014199"/>
                <a:gd name="csX1149" fmla="*/ 3045000 w 3197940"/>
                <a:gd name="csY1149" fmla="*/ 1434878 h 2014199"/>
                <a:gd name="csX1150" fmla="*/ 3022058 w 3197940"/>
                <a:gd name="csY1150" fmla="*/ 1441799 h 2014199"/>
                <a:gd name="csX1151" fmla="*/ 3014806 w 3197940"/>
                <a:gd name="csY1151" fmla="*/ 1438986 h 2014199"/>
                <a:gd name="csX1152" fmla="*/ 3028979 w 3197940"/>
                <a:gd name="csY1152" fmla="*/ 1416063 h 2014199"/>
                <a:gd name="csX1153" fmla="*/ 3049331 w 3197940"/>
                <a:gd name="csY1153" fmla="*/ 1413250 h 2014199"/>
                <a:gd name="csX1154" fmla="*/ 3084294 w 3197940"/>
                <a:gd name="csY1154" fmla="*/ 1398003 h 2014199"/>
                <a:gd name="csX1155" fmla="*/ 3077906 w 3197940"/>
                <a:gd name="csY1155" fmla="*/ 1418006 h 2014199"/>
                <a:gd name="csX1156" fmla="*/ 3078014 w 3197940"/>
                <a:gd name="csY1156" fmla="*/ 1418114 h 20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</a:cxnLst>
              <a:rect l="l" t="t" r="r" b="b"/>
              <a:pathLst>
                <a:path w="3197940" h="2014199">
                  <a:moveTo>
                    <a:pt x="3196638" y="1498244"/>
                  </a:moveTo>
                  <a:cubicBezTo>
                    <a:pt x="3195991" y="1497921"/>
                    <a:pt x="3189603" y="1497813"/>
                    <a:pt x="3192314" y="1494028"/>
                  </a:cubicBezTo>
                  <a:cubicBezTo>
                    <a:pt x="3192638" y="1493380"/>
                    <a:pt x="3195775" y="1490567"/>
                    <a:pt x="3194365" y="1486135"/>
                  </a:cubicBezTo>
                  <a:cubicBezTo>
                    <a:pt x="3192314" y="1479861"/>
                    <a:pt x="3190041" y="1474673"/>
                    <a:pt x="3191012" y="1469803"/>
                  </a:cubicBezTo>
                  <a:cubicBezTo>
                    <a:pt x="3194695" y="1450664"/>
                    <a:pt x="3196531" y="1447095"/>
                    <a:pt x="3192422" y="1445152"/>
                  </a:cubicBezTo>
                  <a:lnTo>
                    <a:pt x="3191120" y="1444612"/>
                  </a:lnTo>
                  <a:cubicBezTo>
                    <a:pt x="3185062" y="1441691"/>
                    <a:pt x="3196422" y="1433798"/>
                    <a:pt x="3189933" y="1432712"/>
                  </a:cubicBezTo>
                  <a:cubicBezTo>
                    <a:pt x="3168718" y="1429360"/>
                    <a:pt x="3165034" y="1429906"/>
                    <a:pt x="3166552" y="1425359"/>
                  </a:cubicBezTo>
                  <a:cubicBezTo>
                    <a:pt x="3166660" y="1424280"/>
                    <a:pt x="3170337" y="1417574"/>
                    <a:pt x="3165790" y="1418654"/>
                  </a:cubicBezTo>
                  <a:cubicBezTo>
                    <a:pt x="3145660" y="1423524"/>
                    <a:pt x="3142632" y="1423200"/>
                    <a:pt x="3141330" y="1427848"/>
                  </a:cubicBezTo>
                  <a:cubicBezTo>
                    <a:pt x="3140574" y="1429576"/>
                    <a:pt x="3140034" y="1437907"/>
                    <a:pt x="3136459" y="1434446"/>
                  </a:cubicBezTo>
                  <a:cubicBezTo>
                    <a:pt x="3133754" y="1430985"/>
                    <a:pt x="3126610" y="1427417"/>
                    <a:pt x="3130186" y="1423308"/>
                  </a:cubicBezTo>
                  <a:cubicBezTo>
                    <a:pt x="3132675" y="1419739"/>
                    <a:pt x="3139272" y="1415847"/>
                    <a:pt x="3136459" y="1411084"/>
                  </a:cubicBezTo>
                  <a:cubicBezTo>
                    <a:pt x="3130078" y="1400270"/>
                    <a:pt x="3128884" y="1396702"/>
                    <a:pt x="3124553" y="1396702"/>
                  </a:cubicBezTo>
                  <a:cubicBezTo>
                    <a:pt x="3101179" y="1396702"/>
                    <a:pt x="3097388" y="1397895"/>
                    <a:pt x="3099014" y="1393247"/>
                  </a:cubicBezTo>
                  <a:cubicBezTo>
                    <a:pt x="3099661" y="1391946"/>
                    <a:pt x="3100309" y="1386002"/>
                    <a:pt x="3104856" y="1385240"/>
                  </a:cubicBezTo>
                  <a:cubicBezTo>
                    <a:pt x="3136459" y="1379620"/>
                    <a:pt x="3143819" y="1378318"/>
                    <a:pt x="3139495" y="1375404"/>
                  </a:cubicBezTo>
                  <a:cubicBezTo>
                    <a:pt x="3128560" y="1367943"/>
                    <a:pt x="3126071" y="1365130"/>
                    <a:pt x="3122280" y="1367396"/>
                  </a:cubicBezTo>
                  <a:cubicBezTo>
                    <a:pt x="3121632" y="1367619"/>
                    <a:pt x="3118495" y="1370533"/>
                    <a:pt x="3114920" y="1368266"/>
                  </a:cubicBezTo>
                  <a:cubicBezTo>
                    <a:pt x="3112755" y="1366317"/>
                    <a:pt x="3105287" y="1364158"/>
                    <a:pt x="3108431" y="1359935"/>
                  </a:cubicBezTo>
                  <a:cubicBezTo>
                    <a:pt x="3109078" y="1358748"/>
                    <a:pt x="3114812" y="1353020"/>
                    <a:pt x="3110050" y="1353236"/>
                  </a:cubicBezTo>
                  <a:cubicBezTo>
                    <a:pt x="3105071" y="1354100"/>
                    <a:pt x="3098035" y="1351934"/>
                    <a:pt x="3096308" y="1357344"/>
                  </a:cubicBezTo>
                  <a:cubicBezTo>
                    <a:pt x="3095870" y="1357992"/>
                    <a:pt x="3095331" y="1363396"/>
                    <a:pt x="3091108" y="1362532"/>
                  </a:cubicBezTo>
                  <a:cubicBezTo>
                    <a:pt x="3078338" y="1360265"/>
                    <a:pt x="3074547" y="1360589"/>
                    <a:pt x="3073683" y="1355935"/>
                  </a:cubicBezTo>
                  <a:cubicBezTo>
                    <a:pt x="3073683" y="1355287"/>
                    <a:pt x="3072496" y="1351610"/>
                    <a:pt x="3075741" y="1349559"/>
                  </a:cubicBezTo>
                  <a:cubicBezTo>
                    <a:pt x="3076712" y="1348689"/>
                    <a:pt x="3083640" y="1345991"/>
                    <a:pt x="3079532" y="1343609"/>
                  </a:cubicBezTo>
                  <a:cubicBezTo>
                    <a:pt x="3066432" y="1336040"/>
                    <a:pt x="3064158" y="1333983"/>
                    <a:pt x="3060050" y="1335177"/>
                  </a:cubicBezTo>
                  <a:cubicBezTo>
                    <a:pt x="3045978" y="1339177"/>
                    <a:pt x="3041324" y="1341552"/>
                    <a:pt x="3042511" y="1336904"/>
                  </a:cubicBezTo>
                  <a:cubicBezTo>
                    <a:pt x="3042943" y="1333983"/>
                    <a:pt x="3046518" y="1324794"/>
                    <a:pt x="3042511" y="1328039"/>
                  </a:cubicBezTo>
                  <a:cubicBezTo>
                    <a:pt x="3039914" y="1329658"/>
                    <a:pt x="3036237" y="1334853"/>
                    <a:pt x="3031799" y="1333011"/>
                  </a:cubicBezTo>
                  <a:cubicBezTo>
                    <a:pt x="3025303" y="1330306"/>
                    <a:pt x="3035583" y="1316031"/>
                    <a:pt x="3028440" y="1317117"/>
                  </a:cubicBezTo>
                  <a:cubicBezTo>
                    <a:pt x="3027252" y="1317117"/>
                    <a:pt x="3020432" y="1319600"/>
                    <a:pt x="3021950" y="1314736"/>
                  </a:cubicBezTo>
                  <a:lnTo>
                    <a:pt x="3023353" y="1310304"/>
                  </a:lnTo>
                  <a:cubicBezTo>
                    <a:pt x="3024763" y="1305763"/>
                    <a:pt x="3020540" y="1300029"/>
                    <a:pt x="3020756" y="1300677"/>
                  </a:cubicBezTo>
                  <a:cubicBezTo>
                    <a:pt x="3019784" y="1298950"/>
                    <a:pt x="3017835" y="1298734"/>
                    <a:pt x="3016533" y="1300245"/>
                  </a:cubicBezTo>
                  <a:cubicBezTo>
                    <a:pt x="3010152" y="1307490"/>
                    <a:pt x="3006469" y="1312901"/>
                    <a:pt x="3006469" y="1307922"/>
                  </a:cubicBezTo>
                  <a:cubicBezTo>
                    <a:pt x="3006037" y="1304893"/>
                    <a:pt x="3008094" y="1296677"/>
                    <a:pt x="3003116" y="1297540"/>
                  </a:cubicBezTo>
                  <a:cubicBezTo>
                    <a:pt x="3002360" y="1297540"/>
                    <a:pt x="2996296" y="1299813"/>
                    <a:pt x="2997375" y="1295057"/>
                  </a:cubicBezTo>
                  <a:lnTo>
                    <a:pt x="2998137" y="1291920"/>
                  </a:lnTo>
                  <a:cubicBezTo>
                    <a:pt x="2999217" y="1287488"/>
                    <a:pt x="2995972" y="1282294"/>
                    <a:pt x="2996188" y="1282941"/>
                  </a:cubicBezTo>
                  <a:cubicBezTo>
                    <a:pt x="2992397" y="1275588"/>
                    <a:pt x="2979519" y="1284999"/>
                    <a:pt x="2977030" y="1277322"/>
                  </a:cubicBezTo>
                  <a:cubicBezTo>
                    <a:pt x="2976922" y="1276134"/>
                    <a:pt x="2973569" y="1270400"/>
                    <a:pt x="2977894" y="1268781"/>
                  </a:cubicBezTo>
                  <a:cubicBezTo>
                    <a:pt x="2980059" y="1267587"/>
                    <a:pt x="2988505" y="1266076"/>
                    <a:pt x="2984174" y="1263263"/>
                  </a:cubicBezTo>
                  <a:cubicBezTo>
                    <a:pt x="2977138" y="1258615"/>
                    <a:pt x="2970318" y="1254938"/>
                    <a:pt x="2975081" y="1254938"/>
                  </a:cubicBezTo>
                  <a:cubicBezTo>
                    <a:pt x="2987311" y="1254938"/>
                    <a:pt x="2992505" y="1256125"/>
                    <a:pt x="2990670" y="1251585"/>
                  </a:cubicBezTo>
                  <a:cubicBezTo>
                    <a:pt x="2979411" y="1223251"/>
                    <a:pt x="2979519" y="1220984"/>
                    <a:pt x="2974972" y="1220330"/>
                  </a:cubicBezTo>
                  <a:cubicBezTo>
                    <a:pt x="2972159" y="1219467"/>
                    <a:pt x="2963822" y="1220115"/>
                    <a:pt x="2966965" y="1215790"/>
                  </a:cubicBezTo>
                  <a:cubicBezTo>
                    <a:pt x="2969239" y="1211682"/>
                    <a:pt x="2976274" y="1206056"/>
                    <a:pt x="2971404" y="1203789"/>
                  </a:cubicBezTo>
                  <a:lnTo>
                    <a:pt x="2961663" y="1199248"/>
                  </a:lnTo>
                  <a:cubicBezTo>
                    <a:pt x="2958412" y="1197731"/>
                    <a:pt x="2958412" y="1192975"/>
                    <a:pt x="2958520" y="1193622"/>
                  </a:cubicBezTo>
                  <a:cubicBezTo>
                    <a:pt x="2958520" y="1186377"/>
                    <a:pt x="2969239" y="1195572"/>
                    <a:pt x="2969239" y="1188326"/>
                  </a:cubicBezTo>
                  <a:cubicBezTo>
                    <a:pt x="2969023" y="1187241"/>
                    <a:pt x="2970426" y="1181297"/>
                    <a:pt x="2965987" y="1179995"/>
                  </a:cubicBezTo>
                  <a:cubicBezTo>
                    <a:pt x="2951376" y="1175563"/>
                    <a:pt x="2947699" y="1175455"/>
                    <a:pt x="2945858" y="1171023"/>
                  </a:cubicBezTo>
                  <a:lnTo>
                    <a:pt x="2943153" y="1164533"/>
                  </a:lnTo>
                  <a:cubicBezTo>
                    <a:pt x="2941743" y="1161072"/>
                    <a:pt x="2938390" y="1164209"/>
                    <a:pt x="2939038" y="1163993"/>
                  </a:cubicBezTo>
                  <a:cubicBezTo>
                    <a:pt x="2935901" y="1167130"/>
                    <a:pt x="2930491" y="1164641"/>
                    <a:pt x="2931031" y="1164749"/>
                  </a:cubicBezTo>
                  <a:cubicBezTo>
                    <a:pt x="2929297" y="1164209"/>
                    <a:pt x="2928542" y="1162260"/>
                    <a:pt x="2929405" y="1160533"/>
                  </a:cubicBezTo>
                  <a:lnTo>
                    <a:pt x="2935139" y="1148747"/>
                  </a:lnTo>
                  <a:cubicBezTo>
                    <a:pt x="2936981" y="1144962"/>
                    <a:pt x="2933952" y="1140638"/>
                    <a:pt x="2934168" y="1141286"/>
                  </a:cubicBezTo>
                  <a:cubicBezTo>
                    <a:pt x="2933196" y="1139552"/>
                    <a:pt x="2931031" y="1139012"/>
                    <a:pt x="2929405" y="1140092"/>
                  </a:cubicBezTo>
                  <a:lnTo>
                    <a:pt x="2920420" y="1145718"/>
                  </a:lnTo>
                  <a:cubicBezTo>
                    <a:pt x="2917499" y="1147553"/>
                    <a:pt x="2915118" y="1143660"/>
                    <a:pt x="2915765" y="1144099"/>
                  </a:cubicBezTo>
                  <a:cubicBezTo>
                    <a:pt x="2912089" y="1136961"/>
                    <a:pt x="2927564" y="1132631"/>
                    <a:pt x="2923455" y="1125823"/>
                  </a:cubicBezTo>
                  <a:cubicBezTo>
                    <a:pt x="2912844" y="1108088"/>
                    <a:pt x="2912305" y="1105491"/>
                    <a:pt x="2908082" y="1106354"/>
                  </a:cubicBezTo>
                  <a:cubicBezTo>
                    <a:pt x="2905700" y="1106570"/>
                    <a:pt x="2897261" y="1109707"/>
                    <a:pt x="2900614" y="1105707"/>
                  </a:cubicBezTo>
                  <a:cubicBezTo>
                    <a:pt x="2901808" y="1103757"/>
                    <a:pt x="2907326" y="1099865"/>
                    <a:pt x="2904945" y="1095432"/>
                  </a:cubicBezTo>
                  <a:cubicBezTo>
                    <a:pt x="2903751" y="1093813"/>
                    <a:pt x="2902240" y="1087971"/>
                    <a:pt x="2897477" y="1087431"/>
                  </a:cubicBezTo>
                  <a:cubicBezTo>
                    <a:pt x="2893794" y="1086568"/>
                    <a:pt x="2884269" y="1087215"/>
                    <a:pt x="2888168" y="1083431"/>
                  </a:cubicBezTo>
                  <a:cubicBezTo>
                    <a:pt x="2888924" y="1082459"/>
                    <a:pt x="2895204" y="1078567"/>
                    <a:pt x="2890981" y="1076401"/>
                  </a:cubicBezTo>
                  <a:cubicBezTo>
                    <a:pt x="2884923" y="1072509"/>
                    <a:pt x="2875398" y="1070667"/>
                    <a:pt x="2879615" y="1066991"/>
                  </a:cubicBezTo>
                  <a:cubicBezTo>
                    <a:pt x="2880377" y="1066019"/>
                    <a:pt x="2885895" y="1063314"/>
                    <a:pt x="2883621" y="1058990"/>
                  </a:cubicBezTo>
                  <a:cubicBezTo>
                    <a:pt x="2878859" y="1051960"/>
                    <a:pt x="2877341" y="1043203"/>
                    <a:pt x="2872363" y="1045585"/>
                  </a:cubicBezTo>
                  <a:lnTo>
                    <a:pt x="2869982" y="1046664"/>
                  </a:lnTo>
                  <a:cubicBezTo>
                    <a:pt x="2862406" y="1050233"/>
                    <a:pt x="2869874" y="1022979"/>
                    <a:pt x="2861758" y="1020820"/>
                  </a:cubicBezTo>
                  <a:cubicBezTo>
                    <a:pt x="2858190" y="1020388"/>
                    <a:pt x="2851910" y="1016387"/>
                    <a:pt x="2850068" y="1021467"/>
                  </a:cubicBezTo>
                  <a:cubicBezTo>
                    <a:pt x="2841521" y="1045039"/>
                    <a:pt x="2840759" y="1048715"/>
                    <a:pt x="2837298" y="1052068"/>
                  </a:cubicBezTo>
                  <a:cubicBezTo>
                    <a:pt x="2828529" y="1060399"/>
                    <a:pt x="2824960" y="1062450"/>
                    <a:pt x="2826687" y="1066883"/>
                  </a:cubicBezTo>
                  <a:lnTo>
                    <a:pt x="2831126" y="1078675"/>
                  </a:lnTo>
                  <a:cubicBezTo>
                    <a:pt x="2832968" y="1083431"/>
                    <a:pt x="2827126" y="1079430"/>
                    <a:pt x="2823982" y="1083647"/>
                  </a:cubicBezTo>
                  <a:cubicBezTo>
                    <a:pt x="2823550" y="1084618"/>
                    <a:pt x="2819328" y="1088187"/>
                    <a:pt x="2821277" y="1092619"/>
                  </a:cubicBezTo>
                  <a:cubicBezTo>
                    <a:pt x="2821493" y="1093381"/>
                    <a:pt x="2824306" y="1097382"/>
                    <a:pt x="2822471" y="1101706"/>
                  </a:cubicBezTo>
                  <a:lnTo>
                    <a:pt x="2822255" y="1102030"/>
                  </a:lnTo>
                  <a:cubicBezTo>
                    <a:pt x="2819652" y="1108088"/>
                    <a:pt x="2814349" y="1100195"/>
                    <a:pt x="2810673" y="1105599"/>
                  </a:cubicBezTo>
                  <a:lnTo>
                    <a:pt x="2810241" y="1106138"/>
                  </a:lnTo>
                  <a:cubicBezTo>
                    <a:pt x="2809155" y="1107764"/>
                    <a:pt x="2809047" y="1110463"/>
                    <a:pt x="2810019" y="1112088"/>
                  </a:cubicBezTo>
                  <a:cubicBezTo>
                    <a:pt x="2810781" y="1113707"/>
                    <a:pt x="2816299" y="1120413"/>
                    <a:pt x="2811644" y="1119010"/>
                  </a:cubicBezTo>
                  <a:cubicBezTo>
                    <a:pt x="2810025" y="1118902"/>
                    <a:pt x="2803529" y="1115225"/>
                    <a:pt x="2804285" y="1120305"/>
                  </a:cubicBezTo>
                  <a:cubicBezTo>
                    <a:pt x="2804285" y="1122578"/>
                    <a:pt x="2806990" y="1130903"/>
                    <a:pt x="2802767" y="1128090"/>
                  </a:cubicBezTo>
                  <a:cubicBezTo>
                    <a:pt x="2797465" y="1125385"/>
                    <a:pt x="2791515" y="1118248"/>
                    <a:pt x="2789565" y="1123658"/>
                  </a:cubicBezTo>
                  <a:cubicBezTo>
                    <a:pt x="2782422" y="1143337"/>
                    <a:pt x="2782098" y="1147553"/>
                    <a:pt x="2778091" y="1145286"/>
                  </a:cubicBezTo>
                  <a:cubicBezTo>
                    <a:pt x="2777119" y="1144962"/>
                    <a:pt x="2773005" y="1141286"/>
                    <a:pt x="2769328" y="1143984"/>
                  </a:cubicBezTo>
                  <a:cubicBezTo>
                    <a:pt x="2751034" y="1156964"/>
                    <a:pt x="2746487" y="1161288"/>
                    <a:pt x="2748112" y="1156424"/>
                  </a:cubicBezTo>
                  <a:cubicBezTo>
                    <a:pt x="2748760" y="1153179"/>
                    <a:pt x="2752659" y="1146581"/>
                    <a:pt x="2749084" y="1145178"/>
                  </a:cubicBezTo>
                  <a:cubicBezTo>
                    <a:pt x="2744214" y="1143229"/>
                    <a:pt x="2739775" y="1155668"/>
                    <a:pt x="2738695" y="1148963"/>
                  </a:cubicBezTo>
                  <a:lnTo>
                    <a:pt x="2737718" y="1142473"/>
                  </a:lnTo>
                  <a:cubicBezTo>
                    <a:pt x="2737070" y="1137717"/>
                    <a:pt x="2732307" y="1134904"/>
                    <a:pt x="2729386" y="1138581"/>
                  </a:cubicBezTo>
                  <a:cubicBezTo>
                    <a:pt x="2728300" y="1139552"/>
                    <a:pt x="2724192" y="1146905"/>
                    <a:pt x="2723106" y="1141825"/>
                  </a:cubicBezTo>
                  <a:cubicBezTo>
                    <a:pt x="2720725" y="1131551"/>
                    <a:pt x="2720185" y="1126579"/>
                    <a:pt x="2716724" y="1123658"/>
                  </a:cubicBezTo>
                  <a:cubicBezTo>
                    <a:pt x="2714559" y="1122255"/>
                    <a:pt x="2711416" y="1117816"/>
                    <a:pt x="2706545" y="1118140"/>
                  </a:cubicBezTo>
                  <a:cubicBezTo>
                    <a:pt x="2685768" y="1119873"/>
                    <a:pt x="2683171" y="1119442"/>
                    <a:pt x="2679596" y="1122471"/>
                  </a:cubicBezTo>
                  <a:cubicBezTo>
                    <a:pt x="2667042" y="1133393"/>
                    <a:pt x="2663581" y="1137501"/>
                    <a:pt x="2664013" y="1132523"/>
                  </a:cubicBezTo>
                  <a:cubicBezTo>
                    <a:pt x="2665417" y="1124198"/>
                    <a:pt x="2663359" y="1114793"/>
                    <a:pt x="2668776" y="1115873"/>
                  </a:cubicBezTo>
                  <a:cubicBezTo>
                    <a:pt x="2669423" y="1115873"/>
                    <a:pt x="2673970" y="1118032"/>
                    <a:pt x="2674942" y="1113492"/>
                  </a:cubicBezTo>
                  <a:cubicBezTo>
                    <a:pt x="2676027" y="1107872"/>
                    <a:pt x="2676351" y="1102785"/>
                    <a:pt x="2679596" y="1099541"/>
                  </a:cubicBezTo>
                  <a:cubicBezTo>
                    <a:pt x="2700272" y="1078021"/>
                    <a:pt x="2672344" y="1093489"/>
                    <a:pt x="2668776" y="1085266"/>
                  </a:cubicBezTo>
                  <a:cubicBezTo>
                    <a:pt x="2668452" y="1083971"/>
                    <a:pt x="2664769" y="1079106"/>
                    <a:pt x="2668560" y="1076185"/>
                  </a:cubicBezTo>
                  <a:cubicBezTo>
                    <a:pt x="2671049" y="1073588"/>
                    <a:pt x="2677107" y="1071429"/>
                    <a:pt x="2676027" y="1066127"/>
                  </a:cubicBezTo>
                  <a:cubicBezTo>
                    <a:pt x="2674294" y="1060183"/>
                    <a:pt x="2675049" y="1052614"/>
                    <a:pt x="2670071" y="1050665"/>
                  </a:cubicBezTo>
                  <a:cubicBezTo>
                    <a:pt x="2667690" y="1049477"/>
                    <a:pt x="2658819" y="1047744"/>
                    <a:pt x="2663467" y="1045477"/>
                  </a:cubicBezTo>
                  <a:cubicBezTo>
                    <a:pt x="2666394" y="1043419"/>
                    <a:pt x="2674078" y="1042232"/>
                    <a:pt x="2671912" y="1037146"/>
                  </a:cubicBezTo>
                  <a:cubicBezTo>
                    <a:pt x="2664121" y="1018762"/>
                    <a:pt x="2662064" y="1016495"/>
                    <a:pt x="2666178" y="1014978"/>
                  </a:cubicBezTo>
                  <a:lnTo>
                    <a:pt x="2670179" y="1013574"/>
                  </a:lnTo>
                  <a:cubicBezTo>
                    <a:pt x="2673754" y="1012279"/>
                    <a:pt x="2671912" y="1007085"/>
                    <a:pt x="2671912" y="1007840"/>
                  </a:cubicBezTo>
                  <a:cubicBezTo>
                    <a:pt x="2669639" y="1000271"/>
                    <a:pt x="2684251" y="1002544"/>
                    <a:pt x="2682301" y="994867"/>
                  </a:cubicBezTo>
                  <a:lnTo>
                    <a:pt x="2678624" y="980808"/>
                  </a:lnTo>
                  <a:cubicBezTo>
                    <a:pt x="2677539" y="976592"/>
                    <a:pt x="2672020" y="978535"/>
                    <a:pt x="2672560" y="978643"/>
                  </a:cubicBezTo>
                  <a:cubicBezTo>
                    <a:pt x="2665848" y="980377"/>
                    <a:pt x="2672776" y="990435"/>
                    <a:pt x="2666178" y="993242"/>
                  </a:cubicBezTo>
                  <a:cubicBezTo>
                    <a:pt x="2663905" y="993781"/>
                    <a:pt x="2658597" y="998220"/>
                    <a:pt x="2656438" y="993458"/>
                  </a:cubicBezTo>
                  <a:cubicBezTo>
                    <a:pt x="2652323" y="986104"/>
                    <a:pt x="2651453" y="977024"/>
                    <a:pt x="2646259" y="979075"/>
                  </a:cubicBezTo>
                  <a:cubicBezTo>
                    <a:pt x="2638467" y="982104"/>
                    <a:pt x="2635006" y="984161"/>
                    <a:pt x="2630891" y="982536"/>
                  </a:cubicBezTo>
                  <a:cubicBezTo>
                    <a:pt x="2603834" y="972268"/>
                    <a:pt x="2601345" y="972591"/>
                    <a:pt x="2601345" y="967613"/>
                  </a:cubicBezTo>
                  <a:cubicBezTo>
                    <a:pt x="2601129" y="966750"/>
                    <a:pt x="2602424" y="960368"/>
                    <a:pt x="2597986" y="961022"/>
                  </a:cubicBezTo>
                  <a:cubicBezTo>
                    <a:pt x="2596906" y="961022"/>
                    <a:pt x="2589763" y="963397"/>
                    <a:pt x="2592252" y="959072"/>
                  </a:cubicBezTo>
                  <a:cubicBezTo>
                    <a:pt x="2598640" y="948150"/>
                    <a:pt x="2602424" y="943826"/>
                    <a:pt x="2597986" y="943610"/>
                  </a:cubicBezTo>
                  <a:cubicBezTo>
                    <a:pt x="2589115" y="943070"/>
                    <a:pt x="2583806" y="943826"/>
                    <a:pt x="2580885" y="939825"/>
                  </a:cubicBezTo>
                  <a:cubicBezTo>
                    <a:pt x="2577425" y="935171"/>
                    <a:pt x="2575043" y="931062"/>
                    <a:pt x="2570821" y="929983"/>
                  </a:cubicBezTo>
                  <a:cubicBezTo>
                    <a:pt x="2566922" y="928472"/>
                    <a:pt x="2560102" y="929011"/>
                    <a:pt x="2558914" y="923493"/>
                  </a:cubicBezTo>
                  <a:lnTo>
                    <a:pt x="2557073" y="915492"/>
                  </a:lnTo>
                  <a:cubicBezTo>
                    <a:pt x="2555993" y="910952"/>
                    <a:pt x="2549605" y="911816"/>
                    <a:pt x="2550253" y="911924"/>
                  </a:cubicBezTo>
                  <a:cubicBezTo>
                    <a:pt x="2540512" y="911924"/>
                    <a:pt x="2524173" y="887813"/>
                    <a:pt x="2517138" y="892137"/>
                  </a:cubicBezTo>
                  <a:lnTo>
                    <a:pt x="2498303" y="903707"/>
                  </a:lnTo>
                  <a:cubicBezTo>
                    <a:pt x="2493973" y="906304"/>
                    <a:pt x="2485203" y="904678"/>
                    <a:pt x="2485857" y="904678"/>
                  </a:cubicBezTo>
                  <a:cubicBezTo>
                    <a:pt x="2482175" y="904354"/>
                    <a:pt x="2480333" y="909218"/>
                    <a:pt x="2480879" y="908571"/>
                  </a:cubicBezTo>
                  <a:cubicBezTo>
                    <a:pt x="2480117" y="910412"/>
                    <a:pt x="2478168" y="911276"/>
                    <a:pt x="2476440" y="910412"/>
                  </a:cubicBezTo>
                  <a:lnTo>
                    <a:pt x="2460743" y="902627"/>
                  </a:lnTo>
                  <a:cubicBezTo>
                    <a:pt x="2454685" y="899706"/>
                    <a:pt x="2448513" y="905326"/>
                    <a:pt x="2441585" y="903491"/>
                  </a:cubicBezTo>
                  <a:cubicBezTo>
                    <a:pt x="2377291" y="886187"/>
                    <a:pt x="2380435" y="886187"/>
                    <a:pt x="2376536" y="888676"/>
                  </a:cubicBezTo>
                  <a:lnTo>
                    <a:pt x="2369932" y="892785"/>
                  </a:lnTo>
                  <a:cubicBezTo>
                    <a:pt x="2363766" y="896677"/>
                    <a:pt x="2358241" y="893432"/>
                    <a:pt x="2355536" y="898951"/>
                  </a:cubicBezTo>
                  <a:cubicBezTo>
                    <a:pt x="2354673" y="901325"/>
                    <a:pt x="2351428" y="905434"/>
                    <a:pt x="2352292" y="910628"/>
                  </a:cubicBezTo>
                  <a:cubicBezTo>
                    <a:pt x="2356622" y="936473"/>
                    <a:pt x="2356190" y="938956"/>
                    <a:pt x="2360083" y="941121"/>
                  </a:cubicBezTo>
                  <a:lnTo>
                    <a:pt x="2365931" y="944366"/>
                  </a:lnTo>
                  <a:cubicBezTo>
                    <a:pt x="2369608" y="946423"/>
                    <a:pt x="2371126" y="952367"/>
                    <a:pt x="2370802" y="951719"/>
                  </a:cubicBezTo>
                  <a:cubicBezTo>
                    <a:pt x="2372859" y="958209"/>
                    <a:pt x="2363442" y="955720"/>
                    <a:pt x="2364630" y="962641"/>
                  </a:cubicBezTo>
                  <a:cubicBezTo>
                    <a:pt x="2364846" y="966533"/>
                    <a:pt x="2367551" y="972268"/>
                    <a:pt x="2364306" y="976376"/>
                  </a:cubicBezTo>
                  <a:cubicBezTo>
                    <a:pt x="2354241" y="989565"/>
                    <a:pt x="2352615" y="992810"/>
                    <a:pt x="2348285" y="993566"/>
                  </a:cubicBezTo>
                  <a:lnTo>
                    <a:pt x="2336594" y="995623"/>
                  </a:lnTo>
                  <a:cubicBezTo>
                    <a:pt x="2332594" y="996271"/>
                    <a:pt x="2334435" y="1002437"/>
                    <a:pt x="2334435" y="1001789"/>
                  </a:cubicBezTo>
                  <a:cubicBezTo>
                    <a:pt x="2334867" y="1003732"/>
                    <a:pt x="2336709" y="1005034"/>
                    <a:pt x="2338436" y="1004488"/>
                  </a:cubicBezTo>
                  <a:lnTo>
                    <a:pt x="2364522" y="998004"/>
                  </a:lnTo>
                  <a:cubicBezTo>
                    <a:pt x="2368852" y="996918"/>
                    <a:pt x="2372643" y="1001897"/>
                    <a:pt x="2368960" y="1004703"/>
                  </a:cubicBezTo>
                  <a:lnTo>
                    <a:pt x="2368097" y="1005357"/>
                  </a:lnTo>
                  <a:cubicBezTo>
                    <a:pt x="2362572" y="1009466"/>
                    <a:pt x="2375564" y="1012819"/>
                    <a:pt x="2370910" y="1018223"/>
                  </a:cubicBezTo>
                  <a:cubicBezTo>
                    <a:pt x="2370586" y="1018870"/>
                    <a:pt x="2365931" y="1022439"/>
                    <a:pt x="2369500" y="1025144"/>
                  </a:cubicBezTo>
                  <a:cubicBezTo>
                    <a:pt x="2370040" y="1025792"/>
                    <a:pt x="2374910" y="1027849"/>
                    <a:pt x="2373939" y="1032605"/>
                  </a:cubicBezTo>
                  <a:cubicBezTo>
                    <a:pt x="2373723" y="1035526"/>
                    <a:pt x="2370040" y="1043311"/>
                    <a:pt x="2375025" y="1042556"/>
                  </a:cubicBezTo>
                  <a:cubicBezTo>
                    <a:pt x="2376212" y="1042556"/>
                    <a:pt x="2381514" y="1040282"/>
                    <a:pt x="2383788" y="1044607"/>
                  </a:cubicBezTo>
                  <a:cubicBezTo>
                    <a:pt x="2386925" y="1050665"/>
                    <a:pt x="2375564" y="1050989"/>
                    <a:pt x="2379781" y="1056069"/>
                  </a:cubicBezTo>
                  <a:lnTo>
                    <a:pt x="2380651" y="1057155"/>
                  </a:lnTo>
                  <a:cubicBezTo>
                    <a:pt x="2386169" y="1063752"/>
                    <a:pt x="2362464" y="1063422"/>
                    <a:pt x="2365277" y="1071429"/>
                  </a:cubicBezTo>
                  <a:cubicBezTo>
                    <a:pt x="2365277" y="1072077"/>
                    <a:pt x="2366471" y="1075106"/>
                    <a:pt x="2364090" y="1077481"/>
                  </a:cubicBezTo>
                  <a:lnTo>
                    <a:pt x="2363658" y="1077913"/>
                  </a:lnTo>
                  <a:cubicBezTo>
                    <a:pt x="2362356" y="1079214"/>
                    <a:pt x="2362140" y="1081697"/>
                    <a:pt x="2363226" y="1083323"/>
                  </a:cubicBezTo>
                  <a:cubicBezTo>
                    <a:pt x="2363442" y="1083971"/>
                    <a:pt x="2367335" y="1087539"/>
                    <a:pt x="2363658" y="1089812"/>
                  </a:cubicBezTo>
                  <a:cubicBezTo>
                    <a:pt x="2356082" y="1094569"/>
                    <a:pt x="2352076" y="1096296"/>
                    <a:pt x="2350558" y="1100842"/>
                  </a:cubicBezTo>
                  <a:cubicBezTo>
                    <a:pt x="2347961" y="1106462"/>
                    <a:pt x="2347421" y="1116521"/>
                    <a:pt x="2342982" y="1113060"/>
                  </a:cubicBezTo>
                  <a:cubicBezTo>
                    <a:pt x="2342227" y="1112736"/>
                    <a:pt x="2338112" y="1107764"/>
                    <a:pt x="2335731" y="1111764"/>
                  </a:cubicBezTo>
                  <a:cubicBezTo>
                    <a:pt x="2335191" y="1113276"/>
                    <a:pt x="2330968" y="1117276"/>
                    <a:pt x="2333350" y="1121601"/>
                  </a:cubicBezTo>
                  <a:cubicBezTo>
                    <a:pt x="2334327" y="1124306"/>
                    <a:pt x="2339738" y="1129824"/>
                    <a:pt x="2335299" y="1132415"/>
                  </a:cubicBezTo>
                  <a:cubicBezTo>
                    <a:pt x="2334651" y="1132954"/>
                    <a:pt x="2329127" y="1135012"/>
                    <a:pt x="2333026" y="1137177"/>
                  </a:cubicBezTo>
                  <a:lnTo>
                    <a:pt x="2384327" y="1166266"/>
                  </a:lnTo>
                  <a:cubicBezTo>
                    <a:pt x="2403701" y="1180865"/>
                    <a:pt x="2420046" y="1218711"/>
                    <a:pt x="2415500" y="1257643"/>
                  </a:cubicBezTo>
                  <a:cubicBezTo>
                    <a:pt x="2408248" y="1319384"/>
                    <a:pt x="2324910" y="1358208"/>
                    <a:pt x="2293300" y="1369022"/>
                  </a:cubicBezTo>
                  <a:cubicBezTo>
                    <a:pt x="2294926" y="1371073"/>
                    <a:pt x="2299256" y="1373886"/>
                    <a:pt x="2300336" y="1379080"/>
                  </a:cubicBezTo>
                  <a:cubicBezTo>
                    <a:pt x="2302825" y="1392269"/>
                    <a:pt x="2302825" y="1395082"/>
                    <a:pt x="2306508" y="1397140"/>
                  </a:cubicBezTo>
                  <a:cubicBezTo>
                    <a:pt x="2318306" y="1403515"/>
                    <a:pt x="2323393" y="1405033"/>
                    <a:pt x="2319824" y="1407954"/>
                  </a:cubicBezTo>
                  <a:lnTo>
                    <a:pt x="2319278" y="1408386"/>
                  </a:lnTo>
                  <a:cubicBezTo>
                    <a:pt x="2313544" y="1413142"/>
                    <a:pt x="2321012" y="1424064"/>
                    <a:pt x="2316789" y="1431525"/>
                  </a:cubicBezTo>
                  <a:cubicBezTo>
                    <a:pt x="2316573" y="1432173"/>
                    <a:pt x="2312896" y="1436281"/>
                    <a:pt x="2316033" y="1439634"/>
                  </a:cubicBezTo>
                  <a:cubicBezTo>
                    <a:pt x="2318630" y="1443203"/>
                    <a:pt x="2324694" y="1446556"/>
                    <a:pt x="2322745" y="1451858"/>
                  </a:cubicBezTo>
                  <a:cubicBezTo>
                    <a:pt x="2322421" y="1453369"/>
                    <a:pt x="2319278" y="1458233"/>
                    <a:pt x="2322205" y="1462126"/>
                  </a:cubicBezTo>
                  <a:cubicBezTo>
                    <a:pt x="2323932" y="1465047"/>
                    <a:pt x="2328587" y="1468723"/>
                    <a:pt x="2328371" y="1474241"/>
                  </a:cubicBezTo>
                  <a:cubicBezTo>
                    <a:pt x="2328587" y="1475969"/>
                    <a:pt x="2326638" y="1482566"/>
                    <a:pt x="2331292" y="1484078"/>
                  </a:cubicBezTo>
                  <a:cubicBezTo>
                    <a:pt x="2333134" y="1485056"/>
                    <a:pt x="2339414" y="1485163"/>
                    <a:pt x="2339414" y="1490459"/>
                  </a:cubicBezTo>
                  <a:cubicBezTo>
                    <a:pt x="2339414" y="1499654"/>
                    <a:pt x="2339846" y="1503007"/>
                    <a:pt x="2337032" y="1506138"/>
                  </a:cubicBezTo>
                  <a:cubicBezTo>
                    <a:pt x="2324256" y="1520412"/>
                    <a:pt x="2321659" y="1522038"/>
                    <a:pt x="2323501" y="1526254"/>
                  </a:cubicBezTo>
                  <a:cubicBezTo>
                    <a:pt x="2325774" y="1532960"/>
                    <a:pt x="2331616" y="1539119"/>
                    <a:pt x="2327076" y="1542256"/>
                  </a:cubicBezTo>
                  <a:lnTo>
                    <a:pt x="2323393" y="1544853"/>
                  </a:lnTo>
                  <a:cubicBezTo>
                    <a:pt x="2316573" y="1549502"/>
                    <a:pt x="2311271" y="1527658"/>
                    <a:pt x="2305752" y="1533716"/>
                  </a:cubicBezTo>
                  <a:cubicBezTo>
                    <a:pt x="2297955" y="1542256"/>
                    <a:pt x="2294278" y="1545069"/>
                    <a:pt x="2294278" y="1549934"/>
                  </a:cubicBezTo>
                  <a:cubicBezTo>
                    <a:pt x="2293846" y="1553394"/>
                    <a:pt x="2295789" y="1562157"/>
                    <a:pt x="2291249" y="1559776"/>
                  </a:cubicBezTo>
                  <a:cubicBezTo>
                    <a:pt x="2271005" y="1549394"/>
                    <a:pt x="2268516" y="1548962"/>
                    <a:pt x="2266675" y="1544530"/>
                  </a:cubicBezTo>
                  <a:cubicBezTo>
                    <a:pt x="2259315" y="1526794"/>
                    <a:pt x="2258667" y="1523549"/>
                    <a:pt x="2254660" y="1521390"/>
                  </a:cubicBezTo>
                  <a:cubicBezTo>
                    <a:pt x="2232365" y="1509382"/>
                    <a:pt x="2229768" y="1509059"/>
                    <a:pt x="2228473" y="1504302"/>
                  </a:cubicBezTo>
                  <a:cubicBezTo>
                    <a:pt x="2226416" y="1496949"/>
                    <a:pt x="2225330" y="1491431"/>
                    <a:pt x="2222193" y="1487862"/>
                  </a:cubicBezTo>
                  <a:lnTo>
                    <a:pt x="2209963" y="1473264"/>
                  </a:lnTo>
                  <a:cubicBezTo>
                    <a:pt x="2204222" y="1466456"/>
                    <a:pt x="2196323" y="1466342"/>
                    <a:pt x="2196323" y="1459859"/>
                  </a:cubicBezTo>
                  <a:lnTo>
                    <a:pt x="2196323" y="1453693"/>
                  </a:lnTo>
                  <a:cubicBezTo>
                    <a:pt x="2196323" y="1449584"/>
                    <a:pt x="2201085" y="1448067"/>
                    <a:pt x="2200438" y="1448505"/>
                  </a:cubicBezTo>
                  <a:cubicBezTo>
                    <a:pt x="2202171" y="1447851"/>
                    <a:pt x="2203251" y="1445692"/>
                    <a:pt x="2202927" y="1443742"/>
                  </a:cubicBezTo>
                  <a:lnTo>
                    <a:pt x="2200330" y="1430338"/>
                  </a:lnTo>
                  <a:cubicBezTo>
                    <a:pt x="2198812" y="1422553"/>
                    <a:pt x="2205308" y="1416495"/>
                    <a:pt x="2201625" y="1410760"/>
                  </a:cubicBezTo>
                  <a:cubicBezTo>
                    <a:pt x="2193618" y="1398219"/>
                    <a:pt x="2190805" y="1395514"/>
                    <a:pt x="2192208" y="1390758"/>
                  </a:cubicBezTo>
                  <a:cubicBezTo>
                    <a:pt x="2199898" y="1363504"/>
                    <a:pt x="2201409" y="1360697"/>
                    <a:pt x="2200546" y="1355503"/>
                  </a:cubicBezTo>
                  <a:lnTo>
                    <a:pt x="2198272" y="1341120"/>
                  </a:lnTo>
                  <a:cubicBezTo>
                    <a:pt x="2197625" y="1336904"/>
                    <a:pt x="2193618" y="1341228"/>
                    <a:pt x="2194265" y="1341012"/>
                  </a:cubicBezTo>
                  <a:cubicBezTo>
                    <a:pt x="2188963" y="1346314"/>
                    <a:pt x="2183553" y="1333551"/>
                    <a:pt x="2178467" y="1339069"/>
                  </a:cubicBezTo>
                  <a:lnTo>
                    <a:pt x="2176733" y="1340904"/>
                  </a:lnTo>
                  <a:cubicBezTo>
                    <a:pt x="2172187" y="1345883"/>
                    <a:pt x="2173596" y="1333551"/>
                    <a:pt x="2166992" y="1333551"/>
                  </a:cubicBezTo>
                  <a:cubicBezTo>
                    <a:pt x="2089497" y="1333551"/>
                    <a:pt x="2090792" y="1334522"/>
                    <a:pt x="2086900" y="1331392"/>
                  </a:cubicBezTo>
                  <a:lnTo>
                    <a:pt x="2065576" y="1313872"/>
                  </a:lnTo>
                  <a:cubicBezTo>
                    <a:pt x="2060922" y="1310088"/>
                    <a:pt x="2003556" y="1289863"/>
                    <a:pt x="2004096" y="1290079"/>
                  </a:cubicBezTo>
                  <a:cubicBezTo>
                    <a:pt x="1996520" y="1287272"/>
                    <a:pt x="1989592" y="1267371"/>
                    <a:pt x="1981693" y="1262075"/>
                  </a:cubicBezTo>
                  <a:cubicBezTo>
                    <a:pt x="1953765" y="1243368"/>
                    <a:pt x="1953334" y="1242606"/>
                    <a:pt x="1949111" y="1241419"/>
                  </a:cubicBezTo>
                  <a:cubicBezTo>
                    <a:pt x="1913068" y="1231252"/>
                    <a:pt x="1913068" y="1231468"/>
                    <a:pt x="1909284" y="1229309"/>
                  </a:cubicBezTo>
                  <a:cubicBezTo>
                    <a:pt x="1879953" y="1213193"/>
                    <a:pt x="1879191" y="1211790"/>
                    <a:pt x="1874860" y="1213193"/>
                  </a:cubicBezTo>
                  <a:cubicBezTo>
                    <a:pt x="1865774" y="1216222"/>
                    <a:pt x="1806134" y="1238174"/>
                    <a:pt x="1809919" y="1227468"/>
                  </a:cubicBezTo>
                  <a:cubicBezTo>
                    <a:pt x="1815444" y="1211898"/>
                    <a:pt x="1817063" y="1209624"/>
                    <a:pt x="1815005" y="1205516"/>
                  </a:cubicBezTo>
                  <a:cubicBezTo>
                    <a:pt x="1808408" y="1192435"/>
                    <a:pt x="1805487" y="1187564"/>
                    <a:pt x="1804617" y="1182484"/>
                  </a:cubicBezTo>
                  <a:cubicBezTo>
                    <a:pt x="1802451" y="1169613"/>
                    <a:pt x="1802127" y="1163669"/>
                    <a:pt x="1799314" y="1159237"/>
                  </a:cubicBezTo>
                  <a:cubicBezTo>
                    <a:pt x="1793142" y="1149287"/>
                    <a:pt x="1788710" y="1143876"/>
                    <a:pt x="1789142" y="1138581"/>
                  </a:cubicBezTo>
                  <a:cubicBezTo>
                    <a:pt x="1789034" y="1131875"/>
                    <a:pt x="1792387" y="1123442"/>
                    <a:pt x="1786976" y="1123118"/>
                  </a:cubicBezTo>
                  <a:cubicBezTo>
                    <a:pt x="1751042" y="1120737"/>
                    <a:pt x="1750502" y="1119765"/>
                    <a:pt x="1747467" y="1123334"/>
                  </a:cubicBezTo>
                  <a:cubicBezTo>
                    <a:pt x="1745956" y="1124629"/>
                    <a:pt x="1742704" y="1131551"/>
                    <a:pt x="1739675" y="1127443"/>
                  </a:cubicBezTo>
                  <a:cubicBezTo>
                    <a:pt x="1726474" y="1109383"/>
                    <a:pt x="1724200" y="1107656"/>
                    <a:pt x="1725172" y="1103002"/>
                  </a:cubicBezTo>
                  <a:cubicBezTo>
                    <a:pt x="1728309" y="1089050"/>
                    <a:pt x="1729503" y="1085596"/>
                    <a:pt x="1728855" y="1080726"/>
                  </a:cubicBezTo>
                  <a:cubicBezTo>
                    <a:pt x="1725496" y="1057694"/>
                    <a:pt x="1723876" y="1051852"/>
                    <a:pt x="1725496" y="1046880"/>
                  </a:cubicBezTo>
                  <a:cubicBezTo>
                    <a:pt x="1731668" y="1027957"/>
                    <a:pt x="1733617" y="1025036"/>
                    <a:pt x="1730912" y="1021251"/>
                  </a:cubicBezTo>
                  <a:cubicBezTo>
                    <a:pt x="1729503" y="1018546"/>
                    <a:pt x="1722683" y="1011949"/>
                    <a:pt x="1727769" y="1011949"/>
                  </a:cubicBezTo>
                  <a:cubicBezTo>
                    <a:pt x="1729287" y="1011733"/>
                    <a:pt x="1734805" y="1013251"/>
                    <a:pt x="1737294" y="1008818"/>
                  </a:cubicBezTo>
                  <a:cubicBezTo>
                    <a:pt x="1761862" y="964584"/>
                    <a:pt x="1762300" y="965670"/>
                    <a:pt x="1760675" y="961130"/>
                  </a:cubicBezTo>
                  <a:cubicBezTo>
                    <a:pt x="1760675" y="960476"/>
                    <a:pt x="1757862" y="956151"/>
                    <a:pt x="1761430" y="953668"/>
                  </a:cubicBezTo>
                  <a:cubicBezTo>
                    <a:pt x="1781020" y="940149"/>
                    <a:pt x="1784487" y="939286"/>
                    <a:pt x="1782106" y="935063"/>
                  </a:cubicBezTo>
                  <a:cubicBezTo>
                    <a:pt x="1781890" y="934307"/>
                    <a:pt x="1777451" y="928364"/>
                    <a:pt x="1781890" y="929011"/>
                  </a:cubicBezTo>
                  <a:cubicBezTo>
                    <a:pt x="1793142" y="930631"/>
                    <a:pt x="1798343" y="932472"/>
                    <a:pt x="1796394" y="928040"/>
                  </a:cubicBezTo>
                  <a:cubicBezTo>
                    <a:pt x="1794768" y="923062"/>
                    <a:pt x="1789250" y="917118"/>
                    <a:pt x="1793581" y="913765"/>
                  </a:cubicBezTo>
                  <a:cubicBezTo>
                    <a:pt x="1805595" y="904570"/>
                    <a:pt x="1807538" y="902081"/>
                    <a:pt x="1811976" y="902519"/>
                  </a:cubicBezTo>
                  <a:cubicBezTo>
                    <a:pt x="1816307" y="902519"/>
                    <a:pt x="1826264" y="905434"/>
                    <a:pt x="1822803" y="901002"/>
                  </a:cubicBezTo>
                  <a:cubicBezTo>
                    <a:pt x="1820638" y="897757"/>
                    <a:pt x="1813170" y="890943"/>
                    <a:pt x="1818364" y="891597"/>
                  </a:cubicBezTo>
                  <a:lnTo>
                    <a:pt x="1834709" y="893648"/>
                  </a:lnTo>
                  <a:cubicBezTo>
                    <a:pt x="1838602" y="894080"/>
                    <a:pt x="1838710" y="887921"/>
                    <a:pt x="1838494" y="888568"/>
                  </a:cubicBezTo>
                  <a:cubicBezTo>
                    <a:pt x="1838710" y="886511"/>
                    <a:pt x="1837414" y="884352"/>
                    <a:pt x="1835681" y="883590"/>
                  </a:cubicBezTo>
                  <a:lnTo>
                    <a:pt x="1822803" y="878402"/>
                  </a:lnTo>
                  <a:cubicBezTo>
                    <a:pt x="1819120" y="876891"/>
                    <a:pt x="1821393" y="871480"/>
                    <a:pt x="1821393" y="872128"/>
                  </a:cubicBezTo>
                  <a:cubicBezTo>
                    <a:pt x="1824099" y="864235"/>
                    <a:pt x="1845422" y="874833"/>
                    <a:pt x="1856033" y="871372"/>
                  </a:cubicBezTo>
                  <a:cubicBezTo>
                    <a:pt x="1875191" y="865207"/>
                    <a:pt x="1877896" y="865423"/>
                    <a:pt x="1878759" y="860666"/>
                  </a:cubicBezTo>
                  <a:cubicBezTo>
                    <a:pt x="1882004" y="842499"/>
                    <a:pt x="1883090" y="839902"/>
                    <a:pt x="1880385" y="836333"/>
                  </a:cubicBezTo>
                  <a:cubicBezTo>
                    <a:pt x="1874429" y="828548"/>
                    <a:pt x="1869450" y="823792"/>
                    <a:pt x="1873997" y="823792"/>
                  </a:cubicBezTo>
                  <a:cubicBezTo>
                    <a:pt x="1894672" y="823792"/>
                    <a:pt x="1897377" y="824656"/>
                    <a:pt x="1900407" y="821087"/>
                  </a:cubicBezTo>
                  <a:cubicBezTo>
                    <a:pt x="1912529" y="806596"/>
                    <a:pt x="1914694" y="805193"/>
                    <a:pt x="1913392" y="800868"/>
                  </a:cubicBezTo>
                  <a:cubicBezTo>
                    <a:pt x="1912960" y="797947"/>
                    <a:pt x="1908630" y="790270"/>
                    <a:pt x="1913614" y="791026"/>
                  </a:cubicBezTo>
                  <a:cubicBezTo>
                    <a:pt x="1950521" y="796544"/>
                    <a:pt x="1951168" y="797300"/>
                    <a:pt x="1955283" y="795242"/>
                  </a:cubicBezTo>
                  <a:cubicBezTo>
                    <a:pt x="1978556" y="783349"/>
                    <a:pt x="1980283" y="783241"/>
                    <a:pt x="1981693" y="778701"/>
                  </a:cubicBezTo>
                  <a:cubicBezTo>
                    <a:pt x="1985585" y="766045"/>
                    <a:pt x="1985916" y="762584"/>
                    <a:pt x="1989808" y="760857"/>
                  </a:cubicBezTo>
                  <a:cubicBezTo>
                    <a:pt x="1994247" y="758908"/>
                    <a:pt x="1998362" y="757720"/>
                    <a:pt x="2000851" y="753936"/>
                  </a:cubicBezTo>
                  <a:lnTo>
                    <a:pt x="2017735" y="728091"/>
                  </a:lnTo>
                  <a:cubicBezTo>
                    <a:pt x="2020440" y="723983"/>
                    <a:pt x="2019793" y="716197"/>
                    <a:pt x="2019685" y="716845"/>
                  </a:cubicBezTo>
                  <a:cubicBezTo>
                    <a:pt x="2019685" y="714788"/>
                    <a:pt x="2018167" y="712737"/>
                    <a:pt x="2016434" y="712305"/>
                  </a:cubicBezTo>
                  <a:cubicBezTo>
                    <a:pt x="2005074" y="709384"/>
                    <a:pt x="1998793" y="708844"/>
                    <a:pt x="2002584" y="706139"/>
                  </a:cubicBezTo>
                  <a:lnTo>
                    <a:pt x="2039059" y="680403"/>
                  </a:lnTo>
                  <a:cubicBezTo>
                    <a:pt x="2043389" y="677266"/>
                    <a:pt x="2038405" y="673049"/>
                    <a:pt x="2042628" y="669804"/>
                  </a:cubicBezTo>
                  <a:cubicBezTo>
                    <a:pt x="2059296" y="656825"/>
                    <a:pt x="2062541" y="655745"/>
                    <a:pt x="2061246" y="651421"/>
                  </a:cubicBezTo>
                  <a:cubicBezTo>
                    <a:pt x="2058540" y="642664"/>
                    <a:pt x="2032995" y="646017"/>
                    <a:pt x="2031375" y="637038"/>
                  </a:cubicBezTo>
                  <a:cubicBezTo>
                    <a:pt x="2031045" y="632606"/>
                    <a:pt x="2027045" y="623519"/>
                    <a:pt x="2032347" y="624605"/>
                  </a:cubicBezTo>
                  <a:cubicBezTo>
                    <a:pt x="2057893" y="629577"/>
                    <a:pt x="2061138" y="630981"/>
                    <a:pt x="2065360" y="628929"/>
                  </a:cubicBezTo>
                  <a:cubicBezTo>
                    <a:pt x="2071095" y="626980"/>
                    <a:pt x="2077483" y="620820"/>
                    <a:pt x="2079318" y="626224"/>
                  </a:cubicBezTo>
                  <a:cubicBezTo>
                    <a:pt x="2084302" y="640283"/>
                    <a:pt x="2084734" y="643744"/>
                    <a:pt x="2088843" y="644392"/>
                  </a:cubicBezTo>
                  <a:cubicBezTo>
                    <a:pt x="2108547" y="647205"/>
                    <a:pt x="2112008" y="646449"/>
                    <a:pt x="2112871" y="651313"/>
                  </a:cubicBezTo>
                  <a:cubicBezTo>
                    <a:pt x="2113093" y="652285"/>
                    <a:pt x="2113309" y="657587"/>
                    <a:pt x="2116230" y="661372"/>
                  </a:cubicBezTo>
                  <a:cubicBezTo>
                    <a:pt x="2127051" y="675538"/>
                    <a:pt x="2128568" y="678885"/>
                    <a:pt x="2132575" y="677158"/>
                  </a:cubicBezTo>
                  <a:cubicBezTo>
                    <a:pt x="2144151" y="672186"/>
                    <a:pt x="2149352" y="671100"/>
                    <a:pt x="2145669" y="668293"/>
                  </a:cubicBezTo>
                  <a:cubicBezTo>
                    <a:pt x="2127051" y="654558"/>
                    <a:pt x="2124993" y="653910"/>
                    <a:pt x="2124238" y="649148"/>
                  </a:cubicBezTo>
                  <a:cubicBezTo>
                    <a:pt x="2124238" y="646881"/>
                    <a:pt x="2121533" y="638334"/>
                    <a:pt x="2125539" y="641363"/>
                  </a:cubicBezTo>
                  <a:cubicBezTo>
                    <a:pt x="2145885" y="656393"/>
                    <a:pt x="2152705" y="662667"/>
                    <a:pt x="2150647" y="657479"/>
                  </a:cubicBezTo>
                  <a:cubicBezTo>
                    <a:pt x="2144151" y="640391"/>
                    <a:pt x="2142964" y="635095"/>
                    <a:pt x="2139173" y="631958"/>
                  </a:cubicBezTo>
                  <a:cubicBezTo>
                    <a:pt x="2134194" y="626872"/>
                    <a:pt x="2126835" y="624389"/>
                    <a:pt x="2128676" y="618763"/>
                  </a:cubicBezTo>
                  <a:cubicBezTo>
                    <a:pt x="2129540" y="617252"/>
                    <a:pt x="2130302" y="609467"/>
                    <a:pt x="2134194" y="612489"/>
                  </a:cubicBezTo>
                  <a:cubicBezTo>
                    <a:pt x="2142316" y="618763"/>
                    <a:pt x="2147726" y="621900"/>
                    <a:pt x="2149676" y="626764"/>
                  </a:cubicBezTo>
                  <a:cubicBezTo>
                    <a:pt x="2151733" y="630549"/>
                    <a:pt x="2152813" y="639744"/>
                    <a:pt x="2156928" y="636283"/>
                  </a:cubicBezTo>
                  <a:cubicBezTo>
                    <a:pt x="2167532" y="627412"/>
                    <a:pt x="2170021" y="624389"/>
                    <a:pt x="2174568" y="624389"/>
                  </a:cubicBezTo>
                  <a:cubicBezTo>
                    <a:pt x="2178251" y="623951"/>
                    <a:pt x="2184201" y="626008"/>
                    <a:pt x="2186798" y="621252"/>
                  </a:cubicBezTo>
                  <a:lnTo>
                    <a:pt x="2188855" y="617360"/>
                  </a:lnTo>
                  <a:cubicBezTo>
                    <a:pt x="2191129" y="613251"/>
                    <a:pt x="2197625" y="614115"/>
                    <a:pt x="2197079" y="614223"/>
                  </a:cubicBezTo>
                  <a:cubicBezTo>
                    <a:pt x="2205092" y="614223"/>
                    <a:pt x="2206280" y="595840"/>
                    <a:pt x="2214186" y="595840"/>
                  </a:cubicBezTo>
                  <a:cubicBezTo>
                    <a:pt x="2218078" y="595300"/>
                    <a:pt x="2224898" y="597675"/>
                    <a:pt x="2226416" y="592271"/>
                  </a:cubicBezTo>
                  <a:cubicBezTo>
                    <a:pt x="2234315" y="564153"/>
                    <a:pt x="2235941" y="557232"/>
                    <a:pt x="2232581" y="553663"/>
                  </a:cubicBezTo>
                  <a:cubicBezTo>
                    <a:pt x="2204006" y="522954"/>
                    <a:pt x="2201841" y="522630"/>
                    <a:pt x="2203790" y="517544"/>
                  </a:cubicBezTo>
                  <a:cubicBezTo>
                    <a:pt x="2208553" y="504787"/>
                    <a:pt x="2211912" y="498081"/>
                    <a:pt x="2207689" y="500247"/>
                  </a:cubicBezTo>
                  <a:lnTo>
                    <a:pt x="2199574" y="504247"/>
                  </a:lnTo>
                  <a:cubicBezTo>
                    <a:pt x="2196107" y="505974"/>
                    <a:pt x="2193618" y="500894"/>
                    <a:pt x="2194265" y="501542"/>
                  </a:cubicBezTo>
                  <a:cubicBezTo>
                    <a:pt x="2190805" y="494729"/>
                    <a:pt x="2205524" y="492785"/>
                    <a:pt x="2199352" y="489217"/>
                  </a:cubicBezTo>
                  <a:cubicBezTo>
                    <a:pt x="2188531" y="482835"/>
                    <a:pt x="2181712" y="479698"/>
                    <a:pt x="2186474" y="479590"/>
                  </a:cubicBezTo>
                  <a:cubicBezTo>
                    <a:pt x="2204876" y="479158"/>
                    <a:pt x="2211042" y="479914"/>
                    <a:pt x="2215265" y="477101"/>
                  </a:cubicBezTo>
                  <a:cubicBezTo>
                    <a:pt x="2232581" y="465531"/>
                    <a:pt x="2238538" y="463480"/>
                    <a:pt x="2237020" y="457962"/>
                  </a:cubicBezTo>
                  <a:cubicBezTo>
                    <a:pt x="2234315" y="450933"/>
                    <a:pt x="2233667" y="439687"/>
                    <a:pt x="2229660" y="444011"/>
                  </a:cubicBezTo>
                  <a:cubicBezTo>
                    <a:pt x="2228689" y="444665"/>
                    <a:pt x="2225006" y="451041"/>
                    <a:pt x="2222085" y="446824"/>
                  </a:cubicBezTo>
                  <a:cubicBezTo>
                    <a:pt x="2221761" y="446069"/>
                    <a:pt x="2217646" y="442176"/>
                    <a:pt x="2220567" y="438283"/>
                  </a:cubicBezTo>
                  <a:cubicBezTo>
                    <a:pt x="2228689" y="427361"/>
                    <a:pt x="2233343" y="422929"/>
                    <a:pt x="2228905" y="421519"/>
                  </a:cubicBezTo>
                  <a:cubicBezTo>
                    <a:pt x="2213747" y="416547"/>
                    <a:pt x="2211150" y="414922"/>
                    <a:pt x="2207366" y="417411"/>
                  </a:cubicBezTo>
                  <a:cubicBezTo>
                    <a:pt x="2205200" y="418383"/>
                    <a:pt x="2200006" y="424332"/>
                    <a:pt x="2198056" y="418929"/>
                  </a:cubicBezTo>
                  <a:cubicBezTo>
                    <a:pt x="2197517" y="416547"/>
                    <a:pt x="2193078" y="410058"/>
                    <a:pt x="2197733" y="408330"/>
                  </a:cubicBezTo>
                  <a:lnTo>
                    <a:pt x="2201625" y="406813"/>
                  </a:lnTo>
                  <a:cubicBezTo>
                    <a:pt x="2205848" y="405194"/>
                    <a:pt x="2207797" y="399459"/>
                    <a:pt x="2204006" y="396646"/>
                  </a:cubicBezTo>
                  <a:cubicBezTo>
                    <a:pt x="2187122" y="383673"/>
                    <a:pt x="2185179" y="381292"/>
                    <a:pt x="2180632" y="381292"/>
                  </a:cubicBezTo>
                  <a:cubicBezTo>
                    <a:pt x="2148266" y="381292"/>
                    <a:pt x="2145237" y="382486"/>
                    <a:pt x="2147618" y="377831"/>
                  </a:cubicBezTo>
                  <a:lnTo>
                    <a:pt x="2148482" y="376212"/>
                  </a:lnTo>
                  <a:cubicBezTo>
                    <a:pt x="2149460" y="374371"/>
                    <a:pt x="2148806" y="372428"/>
                    <a:pt x="2146971" y="371996"/>
                  </a:cubicBezTo>
                  <a:cubicBezTo>
                    <a:pt x="2144697" y="371780"/>
                    <a:pt x="2138633" y="368319"/>
                    <a:pt x="2135928" y="373075"/>
                  </a:cubicBezTo>
                  <a:lnTo>
                    <a:pt x="2135280" y="374155"/>
                  </a:lnTo>
                  <a:cubicBezTo>
                    <a:pt x="2130518" y="382378"/>
                    <a:pt x="2108109" y="366909"/>
                    <a:pt x="2098476" y="371126"/>
                  </a:cubicBezTo>
                  <a:cubicBezTo>
                    <a:pt x="2078670" y="379889"/>
                    <a:pt x="2075317" y="379997"/>
                    <a:pt x="2075749" y="385293"/>
                  </a:cubicBezTo>
                  <a:cubicBezTo>
                    <a:pt x="2078454" y="412115"/>
                    <a:pt x="2078022" y="414706"/>
                    <a:pt x="2081483" y="417951"/>
                  </a:cubicBezTo>
                  <a:cubicBezTo>
                    <a:pt x="2095231" y="431146"/>
                    <a:pt x="2099562" y="433521"/>
                    <a:pt x="2096094" y="436982"/>
                  </a:cubicBezTo>
                  <a:cubicBezTo>
                    <a:pt x="2094691" y="439039"/>
                    <a:pt x="2088303" y="442500"/>
                    <a:pt x="2091440" y="447040"/>
                  </a:cubicBezTo>
                  <a:cubicBezTo>
                    <a:pt x="2093389" y="450501"/>
                    <a:pt x="2100533" y="457746"/>
                    <a:pt x="2095339" y="457314"/>
                  </a:cubicBezTo>
                  <a:cubicBezTo>
                    <a:pt x="2077590" y="456019"/>
                    <a:pt x="2074993" y="454825"/>
                    <a:pt x="2072288" y="458934"/>
                  </a:cubicBezTo>
                  <a:cubicBezTo>
                    <a:pt x="2071634" y="460127"/>
                    <a:pt x="2068173" y="463912"/>
                    <a:pt x="2067411" y="469316"/>
                  </a:cubicBezTo>
                  <a:cubicBezTo>
                    <a:pt x="2061570" y="509327"/>
                    <a:pt x="2061893" y="511708"/>
                    <a:pt x="2058756" y="515817"/>
                  </a:cubicBezTo>
                  <a:cubicBezTo>
                    <a:pt x="2043059" y="535603"/>
                    <a:pt x="2041332" y="536689"/>
                    <a:pt x="2041002" y="541985"/>
                  </a:cubicBezTo>
                  <a:cubicBezTo>
                    <a:pt x="2039706" y="559289"/>
                    <a:pt x="2040354" y="565779"/>
                    <a:pt x="2036246" y="563397"/>
                  </a:cubicBezTo>
                  <a:cubicBezTo>
                    <a:pt x="2033972" y="562426"/>
                    <a:pt x="2029750" y="558095"/>
                    <a:pt x="2025311" y="560369"/>
                  </a:cubicBezTo>
                  <a:cubicBezTo>
                    <a:pt x="2024009" y="561340"/>
                    <a:pt x="2017520" y="562642"/>
                    <a:pt x="2019247" y="567830"/>
                  </a:cubicBezTo>
                  <a:cubicBezTo>
                    <a:pt x="2019685" y="570319"/>
                    <a:pt x="2023685" y="576485"/>
                    <a:pt x="2019355" y="578968"/>
                  </a:cubicBezTo>
                  <a:cubicBezTo>
                    <a:pt x="2016110" y="580161"/>
                    <a:pt x="2010808" y="586213"/>
                    <a:pt x="2008426" y="580701"/>
                  </a:cubicBezTo>
                  <a:cubicBezTo>
                    <a:pt x="2005721" y="574535"/>
                    <a:pt x="2003556" y="568046"/>
                    <a:pt x="1999981" y="564477"/>
                  </a:cubicBezTo>
                  <a:cubicBezTo>
                    <a:pt x="1985916" y="550202"/>
                    <a:pt x="1981045" y="546094"/>
                    <a:pt x="1978556" y="541014"/>
                  </a:cubicBezTo>
                  <a:cubicBezTo>
                    <a:pt x="1968377" y="520141"/>
                    <a:pt x="1965780" y="517220"/>
                    <a:pt x="1968053" y="512464"/>
                  </a:cubicBezTo>
                  <a:cubicBezTo>
                    <a:pt x="1968269" y="511708"/>
                    <a:pt x="1971298" y="507492"/>
                    <a:pt x="1969355" y="502838"/>
                  </a:cubicBezTo>
                  <a:cubicBezTo>
                    <a:pt x="1968923" y="500786"/>
                    <a:pt x="1964808" y="495052"/>
                    <a:pt x="1968485" y="491484"/>
                  </a:cubicBezTo>
                  <a:cubicBezTo>
                    <a:pt x="1970218" y="490404"/>
                    <a:pt x="1974657" y="483375"/>
                    <a:pt x="1976607" y="488785"/>
                  </a:cubicBezTo>
                  <a:cubicBezTo>
                    <a:pt x="1978010" y="491484"/>
                    <a:pt x="1978880" y="500139"/>
                    <a:pt x="1983318" y="497542"/>
                  </a:cubicBezTo>
                  <a:cubicBezTo>
                    <a:pt x="1985154" y="495922"/>
                    <a:pt x="1991865" y="494405"/>
                    <a:pt x="1990240" y="488893"/>
                  </a:cubicBezTo>
                  <a:cubicBezTo>
                    <a:pt x="1986563" y="476345"/>
                    <a:pt x="1985154" y="472021"/>
                    <a:pt x="1984506" y="466833"/>
                  </a:cubicBezTo>
                  <a:cubicBezTo>
                    <a:pt x="1982988" y="455803"/>
                    <a:pt x="1983096" y="452126"/>
                    <a:pt x="1979635" y="449529"/>
                  </a:cubicBezTo>
                  <a:cubicBezTo>
                    <a:pt x="1952794" y="428981"/>
                    <a:pt x="1951384" y="428981"/>
                    <a:pt x="1949657" y="423793"/>
                  </a:cubicBezTo>
                  <a:cubicBezTo>
                    <a:pt x="1949219" y="423037"/>
                    <a:pt x="1948571" y="418814"/>
                    <a:pt x="1944787" y="416871"/>
                  </a:cubicBezTo>
                  <a:cubicBezTo>
                    <a:pt x="1944025" y="416655"/>
                    <a:pt x="1939802" y="412871"/>
                    <a:pt x="1936449" y="416547"/>
                  </a:cubicBezTo>
                  <a:cubicBezTo>
                    <a:pt x="1919888" y="434715"/>
                    <a:pt x="1917723" y="435794"/>
                    <a:pt x="1917723" y="441096"/>
                  </a:cubicBezTo>
                  <a:cubicBezTo>
                    <a:pt x="1917723" y="453962"/>
                    <a:pt x="1918593" y="460667"/>
                    <a:pt x="1915234" y="456991"/>
                  </a:cubicBezTo>
                  <a:cubicBezTo>
                    <a:pt x="1909932" y="451041"/>
                    <a:pt x="1905169" y="444443"/>
                    <a:pt x="1905925" y="449961"/>
                  </a:cubicBezTo>
                  <a:cubicBezTo>
                    <a:pt x="1909608" y="476669"/>
                    <a:pt x="1910795" y="479266"/>
                    <a:pt x="1907874" y="483375"/>
                  </a:cubicBezTo>
                  <a:cubicBezTo>
                    <a:pt x="1903112" y="488785"/>
                    <a:pt x="1898781" y="499161"/>
                    <a:pt x="1896730" y="493109"/>
                  </a:cubicBezTo>
                  <a:cubicBezTo>
                    <a:pt x="1896292" y="492246"/>
                    <a:pt x="1895320" y="486512"/>
                    <a:pt x="1890989" y="485216"/>
                  </a:cubicBezTo>
                  <a:cubicBezTo>
                    <a:pt x="1889802" y="484562"/>
                    <a:pt x="1882874" y="484346"/>
                    <a:pt x="1884932" y="479266"/>
                  </a:cubicBezTo>
                  <a:cubicBezTo>
                    <a:pt x="1885471" y="477317"/>
                    <a:pt x="1888608" y="472453"/>
                    <a:pt x="1887529" y="467049"/>
                  </a:cubicBezTo>
                  <a:cubicBezTo>
                    <a:pt x="1887205" y="464020"/>
                    <a:pt x="1884932" y="458610"/>
                    <a:pt x="1887313" y="453638"/>
                  </a:cubicBezTo>
                  <a:cubicBezTo>
                    <a:pt x="1887529" y="452882"/>
                    <a:pt x="1890666" y="448666"/>
                    <a:pt x="1888176" y="444443"/>
                  </a:cubicBezTo>
                  <a:cubicBezTo>
                    <a:pt x="1875730" y="423037"/>
                    <a:pt x="1871724" y="418383"/>
                    <a:pt x="1876378" y="419144"/>
                  </a:cubicBezTo>
                  <a:cubicBezTo>
                    <a:pt x="1886119" y="420764"/>
                    <a:pt x="1889472" y="422167"/>
                    <a:pt x="1892615" y="418706"/>
                  </a:cubicBezTo>
                  <a:cubicBezTo>
                    <a:pt x="1897917" y="411683"/>
                    <a:pt x="1906795" y="406597"/>
                    <a:pt x="1902248" y="402596"/>
                  </a:cubicBezTo>
                  <a:cubicBezTo>
                    <a:pt x="1895536" y="396646"/>
                    <a:pt x="1891745" y="391782"/>
                    <a:pt x="1887205" y="392754"/>
                  </a:cubicBezTo>
                  <a:cubicBezTo>
                    <a:pt x="1872263" y="395783"/>
                    <a:pt x="1867393" y="397840"/>
                    <a:pt x="1869774" y="393186"/>
                  </a:cubicBezTo>
                  <a:lnTo>
                    <a:pt x="1870206" y="392322"/>
                  </a:lnTo>
                  <a:cubicBezTo>
                    <a:pt x="1872587" y="387782"/>
                    <a:pt x="1868047" y="384321"/>
                    <a:pt x="1863716" y="384861"/>
                  </a:cubicBezTo>
                  <a:cubicBezTo>
                    <a:pt x="1853213" y="386163"/>
                    <a:pt x="1850292" y="385832"/>
                    <a:pt x="1847479" y="389731"/>
                  </a:cubicBezTo>
                  <a:cubicBezTo>
                    <a:pt x="1844234" y="393294"/>
                    <a:pt x="1841199" y="401733"/>
                    <a:pt x="1836767" y="398704"/>
                  </a:cubicBezTo>
                  <a:lnTo>
                    <a:pt x="1829947" y="394056"/>
                  </a:lnTo>
                  <a:cubicBezTo>
                    <a:pt x="1825616" y="391027"/>
                    <a:pt x="1829293" y="384861"/>
                    <a:pt x="1824530" y="383565"/>
                  </a:cubicBezTo>
                  <a:cubicBezTo>
                    <a:pt x="1812846" y="380429"/>
                    <a:pt x="1807214" y="379997"/>
                    <a:pt x="1810789" y="376644"/>
                  </a:cubicBezTo>
                  <a:cubicBezTo>
                    <a:pt x="1827020" y="361506"/>
                    <a:pt x="1832328" y="357829"/>
                    <a:pt x="1829731" y="355879"/>
                  </a:cubicBezTo>
                  <a:cubicBezTo>
                    <a:pt x="1827566" y="354260"/>
                    <a:pt x="1822041" y="354476"/>
                    <a:pt x="1822695" y="354584"/>
                  </a:cubicBezTo>
                  <a:cubicBezTo>
                    <a:pt x="1818257" y="354584"/>
                    <a:pt x="1813386" y="351015"/>
                    <a:pt x="1816523" y="347231"/>
                  </a:cubicBezTo>
                  <a:cubicBezTo>
                    <a:pt x="1817717" y="346259"/>
                    <a:pt x="1820746" y="340093"/>
                    <a:pt x="1824969" y="342475"/>
                  </a:cubicBezTo>
                  <a:cubicBezTo>
                    <a:pt x="1833300" y="347123"/>
                    <a:pt x="1837414" y="350368"/>
                    <a:pt x="1841961" y="349612"/>
                  </a:cubicBezTo>
                  <a:cubicBezTo>
                    <a:pt x="1846832" y="348202"/>
                    <a:pt x="1854623" y="349396"/>
                    <a:pt x="1854623" y="344202"/>
                  </a:cubicBezTo>
                  <a:cubicBezTo>
                    <a:pt x="1854623" y="339985"/>
                    <a:pt x="1848667" y="338144"/>
                    <a:pt x="1849321" y="338582"/>
                  </a:cubicBezTo>
                  <a:cubicBezTo>
                    <a:pt x="1844450" y="336525"/>
                    <a:pt x="1847911" y="330251"/>
                    <a:pt x="1842825" y="328632"/>
                  </a:cubicBezTo>
                  <a:cubicBezTo>
                    <a:pt x="1842177" y="328632"/>
                    <a:pt x="1839364" y="327552"/>
                    <a:pt x="1836983" y="330359"/>
                  </a:cubicBezTo>
                  <a:lnTo>
                    <a:pt x="1835789" y="331769"/>
                  </a:lnTo>
                  <a:cubicBezTo>
                    <a:pt x="1834494" y="333388"/>
                    <a:pt x="1832976" y="333064"/>
                    <a:pt x="1832436" y="331121"/>
                  </a:cubicBezTo>
                  <a:cubicBezTo>
                    <a:pt x="1831134" y="326142"/>
                    <a:pt x="1827350" y="319545"/>
                    <a:pt x="1827674" y="320307"/>
                  </a:cubicBezTo>
                  <a:cubicBezTo>
                    <a:pt x="1825832" y="316738"/>
                    <a:pt x="1829185" y="313385"/>
                    <a:pt x="1828861" y="314033"/>
                  </a:cubicBezTo>
                  <a:cubicBezTo>
                    <a:pt x="1830271" y="312623"/>
                    <a:pt x="1830055" y="310896"/>
                    <a:pt x="1828321" y="310032"/>
                  </a:cubicBezTo>
                  <a:lnTo>
                    <a:pt x="1813062" y="302787"/>
                  </a:lnTo>
                  <a:cubicBezTo>
                    <a:pt x="1809703" y="301161"/>
                    <a:pt x="1800502" y="292945"/>
                    <a:pt x="1799962" y="286131"/>
                  </a:cubicBezTo>
                  <a:lnTo>
                    <a:pt x="1797365" y="257150"/>
                  </a:lnTo>
                  <a:cubicBezTo>
                    <a:pt x="1796933" y="252825"/>
                    <a:pt x="1792495" y="250882"/>
                    <a:pt x="1793142" y="251422"/>
                  </a:cubicBezTo>
                  <a:cubicBezTo>
                    <a:pt x="1789250" y="249688"/>
                    <a:pt x="1787300" y="243205"/>
                    <a:pt x="1787624" y="243961"/>
                  </a:cubicBezTo>
                  <a:cubicBezTo>
                    <a:pt x="1784163" y="234766"/>
                    <a:pt x="1763920" y="233578"/>
                    <a:pt x="1766625" y="225362"/>
                  </a:cubicBezTo>
                  <a:cubicBezTo>
                    <a:pt x="1766733" y="224384"/>
                    <a:pt x="1770200" y="218116"/>
                    <a:pt x="1765761" y="217462"/>
                  </a:cubicBezTo>
                  <a:cubicBezTo>
                    <a:pt x="1753099" y="215519"/>
                    <a:pt x="1749956" y="214224"/>
                    <a:pt x="1746171" y="216922"/>
                  </a:cubicBezTo>
                  <a:cubicBezTo>
                    <a:pt x="1743682" y="218332"/>
                    <a:pt x="1736646" y="225254"/>
                    <a:pt x="1738272" y="219520"/>
                  </a:cubicBezTo>
                  <a:cubicBezTo>
                    <a:pt x="1741733" y="206978"/>
                    <a:pt x="1743250" y="204921"/>
                    <a:pt x="1739136" y="203518"/>
                  </a:cubicBezTo>
                  <a:cubicBezTo>
                    <a:pt x="1738488" y="203086"/>
                    <a:pt x="1733179" y="202324"/>
                    <a:pt x="1736106" y="198647"/>
                  </a:cubicBezTo>
                  <a:cubicBezTo>
                    <a:pt x="1736970" y="197999"/>
                    <a:pt x="1739567" y="192164"/>
                    <a:pt x="1742926" y="195948"/>
                  </a:cubicBezTo>
                  <a:cubicBezTo>
                    <a:pt x="1743574" y="196380"/>
                    <a:pt x="1746711" y="201352"/>
                    <a:pt x="1750286" y="200489"/>
                  </a:cubicBezTo>
                  <a:cubicBezTo>
                    <a:pt x="1751797" y="200165"/>
                    <a:pt x="1753639" y="198107"/>
                    <a:pt x="1754395" y="196056"/>
                  </a:cubicBezTo>
                  <a:lnTo>
                    <a:pt x="1761862" y="174104"/>
                  </a:lnTo>
                  <a:cubicBezTo>
                    <a:pt x="1763704" y="168478"/>
                    <a:pt x="1768898" y="172155"/>
                    <a:pt x="1771603" y="166967"/>
                  </a:cubicBezTo>
                  <a:cubicBezTo>
                    <a:pt x="1774531" y="161449"/>
                    <a:pt x="1777667" y="158744"/>
                    <a:pt x="1777128" y="159398"/>
                  </a:cubicBezTo>
                  <a:cubicBezTo>
                    <a:pt x="1782862" y="154419"/>
                    <a:pt x="1766409" y="147174"/>
                    <a:pt x="1765329" y="139605"/>
                  </a:cubicBezTo>
                  <a:cubicBezTo>
                    <a:pt x="1765113" y="138094"/>
                    <a:pt x="1763488" y="136468"/>
                    <a:pt x="1761754" y="135820"/>
                  </a:cubicBezTo>
                  <a:cubicBezTo>
                    <a:pt x="1752883" y="132791"/>
                    <a:pt x="1745416" y="130848"/>
                    <a:pt x="1750178" y="130200"/>
                  </a:cubicBezTo>
                  <a:lnTo>
                    <a:pt x="1778747" y="126200"/>
                  </a:lnTo>
                  <a:cubicBezTo>
                    <a:pt x="1784487" y="125438"/>
                    <a:pt x="1818796" y="134417"/>
                    <a:pt x="1818149" y="134309"/>
                  </a:cubicBezTo>
                  <a:cubicBezTo>
                    <a:pt x="1822695" y="135388"/>
                    <a:pt x="1833624" y="130740"/>
                    <a:pt x="1836875" y="125546"/>
                  </a:cubicBezTo>
                  <a:lnTo>
                    <a:pt x="1869666" y="71482"/>
                  </a:lnTo>
                  <a:cubicBezTo>
                    <a:pt x="1871832" y="67913"/>
                    <a:pt x="1869666" y="63043"/>
                    <a:pt x="1869774" y="63805"/>
                  </a:cubicBezTo>
                  <a:cubicBezTo>
                    <a:pt x="1868047" y="59582"/>
                    <a:pt x="1873457" y="61747"/>
                    <a:pt x="1872809" y="61747"/>
                  </a:cubicBezTo>
                  <a:cubicBezTo>
                    <a:pt x="1874537" y="62395"/>
                    <a:pt x="1877134" y="61532"/>
                    <a:pt x="1878435" y="60014"/>
                  </a:cubicBezTo>
                  <a:lnTo>
                    <a:pt x="1889694" y="46177"/>
                  </a:lnTo>
                  <a:cubicBezTo>
                    <a:pt x="1892075" y="43364"/>
                    <a:pt x="1893263" y="38500"/>
                    <a:pt x="1892939" y="39148"/>
                  </a:cubicBezTo>
                  <a:cubicBezTo>
                    <a:pt x="1894018" y="34500"/>
                    <a:pt x="1898997" y="31363"/>
                    <a:pt x="1898349" y="31902"/>
                  </a:cubicBezTo>
                  <a:cubicBezTo>
                    <a:pt x="1899975" y="30823"/>
                    <a:pt x="1899759" y="29305"/>
                    <a:pt x="1898025" y="28658"/>
                  </a:cubicBezTo>
                  <a:lnTo>
                    <a:pt x="1876594" y="20441"/>
                  </a:lnTo>
                  <a:cubicBezTo>
                    <a:pt x="1873133" y="19139"/>
                    <a:pt x="1839580" y="16116"/>
                    <a:pt x="1833947" y="19793"/>
                  </a:cubicBezTo>
                  <a:cubicBezTo>
                    <a:pt x="1829731" y="21736"/>
                    <a:pt x="1823775" y="28874"/>
                    <a:pt x="1822041" y="22924"/>
                  </a:cubicBezTo>
                  <a:cubicBezTo>
                    <a:pt x="1821717" y="22168"/>
                    <a:pt x="1821070" y="14059"/>
                    <a:pt x="1817171" y="11786"/>
                  </a:cubicBezTo>
                  <a:cubicBezTo>
                    <a:pt x="1809919" y="7461"/>
                    <a:pt x="1804617" y="0"/>
                    <a:pt x="1799746" y="0"/>
                  </a:cubicBezTo>
                  <a:lnTo>
                    <a:pt x="1770847" y="0"/>
                  </a:lnTo>
                  <a:cubicBezTo>
                    <a:pt x="1765869" y="0"/>
                    <a:pt x="1766949" y="10922"/>
                    <a:pt x="1762732" y="7893"/>
                  </a:cubicBezTo>
                  <a:cubicBezTo>
                    <a:pt x="1761430" y="7245"/>
                    <a:pt x="1757646" y="4540"/>
                    <a:pt x="1753099" y="5950"/>
                  </a:cubicBezTo>
                  <a:cubicBezTo>
                    <a:pt x="1707856" y="20009"/>
                    <a:pt x="1706992" y="19463"/>
                    <a:pt x="1708179" y="24873"/>
                  </a:cubicBezTo>
                  <a:cubicBezTo>
                    <a:pt x="1708503" y="25845"/>
                    <a:pt x="1708719" y="30931"/>
                    <a:pt x="1712402" y="33846"/>
                  </a:cubicBezTo>
                  <a:cubicBezTo>
                    <a:pt x="1730258" y="47904"/>
                    <a:pt x="1735783" y="51473"/>
                    <a:pt x="1731128" y="51257"/>
                  </a:cubicBezTo>
                  <a:cubicBezTo>
                    <a:pt x="1724632" y="50933"/>
                    <a:pt x="1720194" y="51473"/>
                    <a:pt x="1716187" y="48876"/>
                  </a:cubicBezTo>
                  <a:cubicBezTo>
                    <a:pt x="1712510" y="47041"/>
                    <a:pt x="1707963" y="41745"/>
                    <a:pt x="1703093" y="44012"/>
                  </a:cubicBezTo>
                  <a:cubicBezTo>
                    <a:pt x="1700496" y="45853"/>
                    <a:pt x="1692596" y="46717"/>
                    <a:pt x="1694870" y="52229"/>
                  </a:cubicBezTo>
                  <a:cubicBezTo>
                    <a:pt x="1695625" y="55366"/>
                    <a:pt x="1699848" y="60884"/>
                    <a:pt x="1696705" y="65316"/>
                  </a:cubicBezTo>
                  <a:cubicBezTo>
                    <a:pt x="1696381" y="66072"/>
                    <a:pt x="1693244" y="68993"/>
                    <a:pt x="1694216" y="73857"/>
                  </a:cubicBezTo>
                  <a:cubicBezTo>
                    <a:pt x="1697899" y="92888"/>
                    <a:pt x="1699848" y="98406"/>
                    <a:pt x="1695949" y="95917"/>
                  </a:cubicBezTo>
                  <a:cubicBezTo>
                    <a:pt x="1694216" y="95269"/>
                    <a:pt x="1689021" y="89865"/>
                    <a:pt x="1687288" y="94513"/>
                  </a:cubicBezTo>
                  <a:cubicBezTo>
                    <a:pt x="1684583" y="101543"/>
                    <a:pt x="1699086" y="105975"/>
                    <a:pt x="1693028" y="109760"/>
                  </a:cubicBezTo>
                  <a:lnTo>
                    <a:pt x="1691511" y="110731"/>
                  </a:lnTo>
                  <a:cubicBezTo>
                    <a:pt x="1687072" y="113544"/>
                    <a:pt x="1687834" y="124250"/>
                    <a:pt x="1690971" y="128035"/>
                  </a:cubicBezTo>
                  <a:cubicBezTo>
                    <a:pt x="1714021" y="156153"/>
                    <a:pt x="1715431" y="156477"/>
                    <a:pt x="1715107" y="161881"/>
                  </a:cubicBezTo>
                  <a:cubicBezTo>
                    <a:pt x="1712402" y="211950"/>
                    <a:pt x="1713482" y="213462"/>
                    <a:pt x="1709043" y="212382"/>
                  </a:cubicBezTo>
                  <a:cubicBezTo>
                    <a:pt x="1708287" y="212382"/>
                    <a:pt x="1702877" y="209569"/>
                    <a:pt x="1703201" y="214871"/>
                  </a:cubicBezTo>
                  <a:cubicBezTo>
                    <a:pt x="1703093" y="215519"/>
                    <a:pt x="1703417" y="219196"/>
                    <a:pt x="1700388" y="220707"/>
                  </a:cubicBezTo>
                  <a:cubicBezTo>
                    <a:pt x="1691834" y="224822"/>
                    <a:pt x="1688913" y="225577"/>
                    <a:pt x="1687504" y="230118"/>
                  </a:cubicBezTo>
                  <a:lnTo>
                    <a:pt x="1686964" y="232061"/>
                  </a:lnTo>
                  <a:cubicBezTo>
                    <a:pt x="1684367" y="240500"/>
                    <a:pt x="1700820" y="233902"/>
                    <a:pt x="1701359" y="242875"/>
                  </a:cubicBezTo>
                  <a:cubicBezTo>
                    <a:pt x="1701144" y="246228"/>
                    <a:pt x="1703633" y="253473"/>
                    <a:pt x="1698978" y="256070"/>
                  </a:cubicBezTo>
                  <a:cubicBezTo>
                    <a:pt x="1698438" y="256070"/>
                    <a:pt x="1695625" y="257912"/>
                    <a:pt x="1693244" y="254991"/>
                  </a:cubicBezTo>
                  <a:cubicBezTo>
                    <a:pt x="1690539" y="252070"/>
                    <a:pt x="1687834" y="246012"/>
                    <a:pt x="1682748" y="246012"/>
                  </a:cubicBezTo>
                  <a:cubicBezTo>
                    <a:pt x="1681770" y="246120"/>
                    <a:pt x="1677007" y="245148"/>
                    <a:pt x="1673654" y="248717"/>
                  </a:cubicBezTo>
                  <a:cubicBezTo>
                    <a:pt x="1671273" y="250774"/>
                    <a:pt x="1668238" y="256178"/>
                    <a:pt x="1663259" y="256178"/>
                  </a:cubicBezTo>
                  <a:cubicBezTo>
                    <a:pt x="1661316" y="256502"/>
                    <a:pt x="1653411" y="254775"/>
                    <a:pt x="1656554" y="259207"/>
                  </a:cubicBezTo>
                  <a:cubicBezTo>
                    <a:pt x="1664129" y="269481"/>
                    <a:pt x="1666834" y="271748"/>
                    <a:pt x="1665749" y="276727"/>
                  </a:cubicBezTo>
                  <a:cubicBezTo>
                    <a:pt x="1662720" y="289808"/>
                    <a:pt x="1661316" y="293376"/>
                    <a:pt x="1663805" y="297485"/>
                  </a:cubicBezTo>
                  <a:lnTo>
                    <a:pt x="1668238" y="304622"/>
                  </a:lnTo>
                  <a:cubicBezTo>
                    <a:pt x="1670727" y="308623"/>
                    <a:pt x="1676251" y="310032"/>
                    <a:pt x="1675712" y="309709"/>
                  </a:cubicBezTo>
                  <a:cubicBezTo>
                    <a:pt x="1684043" y="312515"/>
                    <a:pt x="1658173" y="334467"/>
                    <a:pt x="1662612" y="343446"/>
                  </a:cubicBezTo>
                  <a:lnTo>
                    <a:pt x="1668568" y="355556"/>
                  </a:lnTo>
                  <a:cubicBezTo>
                    <a:pt x="1670619" y="359880"/>
                    <a:pt x="1676251" y="360858"/>
                    <a:pt x="1675712" y="360534"/>
                  </a:cubicBezTo>
                  <a:cubicBezTo>
                    <a:pt x="1680582" y="361937"/>
                    <a:pt x="1678093" y="367125"/>
                    <a:pt x="1682855" y="369614"/>
                  </a:cubicBezTo>
                  <a:cubicBezTo>
                    <a:pt x="1725927" y="391782"/>
                    <a:pt x="1725388" y="392754"/>
                    <a:pt x="1729611" y="390379"/>
                  </a:cubicBezTo>
                  <a:cubicBezTo>
                    <a:pt x="1730258" y="390271"/>
                    <a:pt x="1734049" y="386918"/>
                    <a:pt x="1737186" y="390379"/>
                  </a:cubicBezTo>
                  <a:cubicBezTo>
                    <a:pt x="1744870" y="399136"/>
                    <a:pt x="1746603" y="401841"/>
                    <a:pt x="1750718" y="401841"/>
                  </a:cubicBezTo>
                  <a:cubicBezTo>
                    <a:pt x="1751366" y="401841"/>
                    <a:pt x="1755804" y="402273"/>
                    <a:pt x="1759703" y="400107"/>
                  </a:cubicBezTo>
                  <a:cubicBezTo>
                    <a:pt x="1766409" y="397300"/>
                    <a:pt x="1772257" y="390379"/>
                    <a:pt x="1775178" y="395891"/>
                  </a:cubicBezTo>
                  <a:cubicBezTo>
                    <a:pt x="1776042" y="398488"/>
                    <a:pt x="1781674" y="405086"/>
                    <a:pt x="1776696" y="405949"/>
                  </a:cubicBezTo>
                  <a:cubicBezTo>
                    <a:pt x="1753531" y="409950"/>
                    <a:pt x="1749740" y="409302"/>
                    <a:pt x="1749200" y="414706"/>
                  </a:cubicBezTo>
                  <a:cubicBezTo>
                    <a:pt x="1748553" y="417951"/>
                    <a:pt x="1749524" y="424872"/>
                    <a:pt x="1745193" y="427901"/>
                  </a:cubicBezTo>
                  <a:cubicBezTo>
                    <a:pt x="1740869" y="431578"/>
                    <a:pt x="1733833" y="433413"/>
                    <a:pt x="1734265" y="439687"/>
                  </a:cubicBezTo>
                  <a:cubicBezTo>
                    <a:pt x="1735668" y="449205"/>
                    <a:pt x="1733509" y="459588"/>
                    <a:pt x="1738704" y="457638"/>
                  </a:cubicBezTo>
                  <a:cubicBezTo>
                    <a:pt x="1752883" y="452126"/>
                    <a:pt x="1756020" y="451911"/>
                    <a:pt x="1757208" y="446932"/>
                  </a:cubicBezTo>
                  <a:cubicBezTo>
                    <a:pt x="1758509" y="443579"/>
                    <a:pt x="1758401" y="435686"/>
                    <a:pt x="1763380" y="435686"/>
                  </a:cubicBezTo>
                  <a:cubicBezTo>
                    <a:pt x="1765869" y="436226"/>
                    <a:pt x="1772797" y="433851"/>
                    <a:pt x="1772365" y="439687"/>
                  </a:cubicBezTo>
                  <a:cubicBezTo>
                    <a:pt x="1770739" y="460019"/>
                    <a:pt x="1769768" y="463480"/>
                    <a:pt x="1772905" y="466941"/>
                  </a:cubicBezTo>
                  <a:cubicBezTo>
                    <a:pt x="1773445" y="467805"/>
                    <a:pt x="1778855" y="471589"/>
                    <a:pt x="1774854" y="474186"/>
                  </a:cubicBezTo>
                  <a:cubicBezTo>
                    <a:pt x="1760351" y="483699"/>
                    <a:pt x="1755804" y="486188"/>
                    <a:pt x="1752337" y="490188"/>
                  </a:cubicBezTo>
                  <a:cubicBezTo>
                    <a:pt x="1732855" y="513004"/>
                    <a:pt x="1732100" y="515601"/>
                    <a:pt x="1727661" y="514845"/>
                  </a:cubicBezTo>
                  <a:cubicBezTo>
                    <a:pt x="1711100" y="512140"/>
                    <a:pt x="1707748" y="510407"/>
                    <a:pt x="1705366" y="514845"/>
                  </a:cubicBezTo>
                  <a:cubicBezTo>
                    <a:pt x="1695086" y="534416"/>
                    <a:pt x="1692050" y="537661"/>
                    <a:pt x="1696057" y="539934"/>
                  </a:cubicBezTo>
                  <a:cubicBezTo>
                    <a:pt x="1709913" y="547935"/>
                    <a:pt x="1713050" y="548583"/>
                    <a:pt x="1713050" y="553879"/>
                  </a:cubicBezTo>
                  <a:cubicBezTo>
                    <a:pt x="1712294" y="564045"/>
                    <a:pt x="1715215" y="573888"/>
                    <a:pt x="1709697" y="573888"/>
                  </a:cubicBezTo>
                  <a:cubicBezTo>
                    <a:pt x="1703525" y="573132"/>
                    <a:pt x="1694324" y="576047"/>
                    <a:pt x="1696705" y="570319"/>
                  </a:cubicBezTo>
                  <a:lnTo>
                    <a:pt x="1697467" y="568585"/>
                  </a:lnTo>
                  <a:cubicBezTo>
                    <a:pt x="1699740" y="563182"/>
                    <a:pt x="1689453" y="562426"/>
                    <a:pt x="1685884" y="565563"/>
                  </a:cubicBezTo>
                  <a:cubicBezTo>
                    <a:pt x="1682417" y="567938"/>
                    <a:pt x="1677331" y="575939"/>
                    <a:pt x="1675604" y="569995"/>
                  </a:cubicBezTo>
                  <a:cubicBezTo>
                    <a:pt x="1672676" y="560045"/>
                    <a:pt x="1671273" y="556800"/>
                    <a:pt x="1672569" y="552152"/>
                  </a:cubicBezTo>
                  <a:cubicBezTo>
                    <a:pt x="1687504" y="494729"/>
                    <a:pt x="1689885" y="489109"/>
                    <a:pt x="1686100" y="492893"/>
                  </a:cubicBezTo>
                  <a:cubicBezTo>
                    <a:pt x="1670511" y="508140"/>
                    <a:pt x="1667158" y="512896"/>
                    <a:pt x="1667158" y="507384"/>
                  </a:cubicBezTo>
                  <a:cubicBezTo>
                    <a:pt x="1666726" y="504463"/>
                    <a:pt x="1668676" y="496138"/>
                    <a:pt x="1663805" y="496570"/>
                  </a:cubicBezTo>
                  <a:cubicBezTo>
                    <a:pt x="1651575" y="497650"/>
                    <a:pt x="1648324" y="498945"/>
                    <a:pt x="1646051" y="494621"/>
                  </a:cubicBezTo>
                  <a:cubicBezTo>
                    <a:pt x="1644432" y="492131"/>
                    <a:pt x="1642590" y="486188"/>
                    <a:pt x="1638043" y="484130"/>
                  </a:cubicBezTo>
                  <a:cubicBezTo>
                    <a:pt x="1610878" y="472345"/>
                    <a:pt x="1609037" y="470072"/>
                    <a:pt x="1606871" y="474834"/>
                  </a:cubicBezTo>
                  <a:cubicBezTo>
                    <a:pt x="1604598" y="478727"/>
                    <a:pt x="1603519" y="486512"/>
                    <a:pt x="1598426" y="486188"/>
                  </a:cubicBezTo>
                  <a:cubicBezTo>
                    <a:pt x="1583167" y="485000"/>
                    <a:pt x="1578080" y="483591"/>
                    <a:pt x="1580678" y="488023"/>
                  </a:cubicBezTo>
                  <a:cubicBezTo>
                    <a:pt x="1588577" y="502082"/>
                    <a:pt x="1591390" y="505111"/>
                    <a:pt x="1587821" y="507600"/>
                  </a:cubicBezTo>
                  <a:cubicBezTo>
                    <a:pt x="1584031" y="510953"/>
                    <a:pt x="1575267" y="513652"/>
                    <a:pt x="1578944" y="518198"/>
                  </a:cubicBezTo>
                  <a:cubicBezTo>
                    <a:pt x="1587498" y="528682"/>
                    <a:pt x="1591828" y="532359"/>
                    <a:pt x="1587498" y="533876"/>
                  </a:cubicBezTo>
                  <a:cubicBezTo>
                    <a:pt x="1578188" y="537121"/>
                    <a:pt x="1572886" y="539934"/>
                    <a:pt x="1568124" y="538740"/>
                  </a:cubicBezTo>
                  <a:cubicBezTo>
                    <a:pt x="1511082" y="525336"/>
                    <a:pt x="1510866" y="524358"/>
                    <a:pt x="1506319" y="526307"/>
                  </a:cubicBezTo>
                  <a:cubicBezTo>
                    <a:pt x="1478068" y="538525"/>
                    <a:pt x="1476880" y="540042"/>
                    <a:pt x="1472658" y="538093"/>
                  </a:cubicBezTo>
                  <a:cubicBezTo>
                    <a:pt x="1462593" y="533552"/>
                    <a:pt x="1460536" y="532143"/>
                    <a:pt x="1456853" y="533876"/>
                  </a:cubicBezTo>
                  <a:cubicBezTo>
                    <a:pt x="1448413" y="537985"/>
                    <a:pt x="1445816" y="539934"/>
                    <a:pt x="1442025" y="537769"/>
                  </a:cubicBezTo>
                  <a:cubicBezTo>
                    <a:pt x="1410961" y="519602"/>
                    <a:pt x="1409450" y="520033"/>
                    <a:pt x="1409450" y="514629"/>
                  </a:cubicBezTo>
                  <a:cubicBezTo>
                    <a:pt x="1409342" y="513544"/>
                    <a:pt x="1410098" y="508787"/>
                    <a:pt x="1407069" y="505111"/>
                  </a:cubicBezTo>
                  <a:cubicBezTo>
                    <a:pt x="1406421" y="504679"/>
                    <a:pt x="1404148" y="500139"/>
                    <a:pt x="1401004" y="503600"/>
                  </a:cubicBezTo>
                  <a:cubicBezTo>
                    <a:pt x="1393861" y="511816"/>
                    <a:pt x="1391911" y="515061"/>
                    <a:pt x="1387695" y="515061"/>
                  </a:cubicBezTo>
                  <a:cubicBezTo>
                    <a:pt x="1366587" y="515061"/>
                    <a:pt x="1362257" y="516249"/>
                    <a:pt x="1364314" y="511493"/>
                  </a:cubicBezTo>
                  <a:cubicBezTo>
                    <a:pt x="1364854" y="509111"/>
                    <a:pt x="1369616" y="502622"/>
                    <a:pt x="1365070" y="500571"/>
                  </a:cubicBezTo>
                  <a:cubicBezTo>
                    <a:pt x="1331516" y="485108"/>
                    <a:pt x="1329789" y="485648"/>
                    <a:pt x="1329027" y="480238"/>
                  </a:cubicBezTo>
                  <a:cubicBezTo>
                    <a:pt x="1326646" y="462286"/>
                    <a:pt x="1326970" y="458502"/>
                    <a:pt x="1323185" y="456019"/>
                  </a:cubicBezTo>
                  <a:cubicBezTo>
                    <a:pt x="1303379" y="442824"/>
                    <a:pt x="1301538" y="440227"/>
                    <a:pt x="1297207" y="442176"/>
                  </a:cubicBezTo>
                  <a:cubicBezTo>
                    <a:pt x="1262358" y="458610"/>
                    <a:pt x="1262466" y="458934"/>
                    <a:pt x="1257812" y="459480"/>
                  </a:cubicBezTo>
                  <a:cubicBezTo>
                    <a:pt x="1222093" y="463156"/>
                    <a:pt x="1221338" y="462178"/>
                    <a:pt x="1218410" y="466503"/>
                  </a:cubicBezTo>
                  <a:cubicBezTo>
                    <a:pt x="1205101" y="486512"/>
                    <a:pt x="1201741" y="489433"/>
                    <a:pt x="1204015" y="494189"/>
                  </a:cubicBezTo>
                  <a:cubicBezTo>
                    <a:pt x="1204885" y="495376"/>
                    <a:pt x="1206504" y="502622"/>
                    <a:pt x="1210727" y="500139"/>
                  </a:cubicBezTo>
                  <a:cubicBezTo>
                    <a:pt x="1211920" y="499707"/>
                    <a:pt x="1217115" y="494621"/>
                    <a:pt x="1218842" y="499815"/>
                  </a:cubicBezTo>
                  <a:cubicBezTo>
                    <a:pt x="1219280" y="500571"/>
                    <a:pt x="1219928" y="505435"/>
                    <a:pt x="1223935" y="504355"/>
                  </a:cubicBezTo>
                  <a:cubicBezTo>
                    <a:pt x="1231834" y="501326"/>
                    <a:pt x="1240057" y="502622"/>
                    <a:pt x="1239841" y="496030"/>
                  </a:cubicBezTo>
                  <a:cubicBezTo>
                    <a:pt x="1239949" y="495052"/>
                    <a:pt x="1238330" y="487267"/>
                    <a:pt x="1242762" y="488347"/>
                  </a:cubicBezTo>
                  <a:cubicBezTo>
                    <a:pt x="1258028" y="492131"/>
                    <a:pt x="1260625" y="493541"/>
                    <a:pt x="1263870" y="490296"/>
                  </a:cubicBezTo>
                  <a:cubicBezTo>
                    <a:pt x="1268956" y="485216"/>
                    <a:pt x="1272099" y="481648"/>
                    <a:pt x="1276208" y="479266"/>
                  </a:cubicBezTo>
                  <a:cubicBezTo>
                    <a:pt x="1294718" y="468776"/>
                    <a:pt x="1298071" y="466179"/>
                    <a:pt x="1302833" y="466179"/>
                  </a:cubicBezTo>
                  <a:cubicBezTo>
                    <a:pt x="1308142" y="466941"/>
                    <a:pt x="1315826" y="463912"/>
                    <a:pt x="1315826" y="470179"/>
                  </a:cubicBezTo>
                  <a:cubicBezTo>
                    <a:pt x="1315286" y="476021"/>
                    <a:pt x="1317667" y="484562"/>
                    <a:pt x="1312574" y="486296"/>
                  </a:cubicBezTo>
                  <a:cubicBezTo>
                    <a:pt x="1290927" y="493541"/>
                    <a:pt x="1289524" y="493325"/>
                    <a:pt x="1287143" y="497434"/>
                  </a:cubicBezTo>
                  <a:cubicBezTo>
                    <a:pt x="1281294" y="507384"/>
                    <a:pt x="1280323" y="510191"/>
                    <a:pt x="1276316" y="510407"/>
                  </a:cubicBezTo>
                  <a:cubicBezTo>
                    <a:pt x="1244064" y="512464"/>
                    <a:pt x="1241251" y="511169"/>
                    <a:pt x="1242331" y="516573"/>
                  </a:cubicBezTo>
                  <a:cubicBezTo>
                    <a:pt x="1242331" y="517544"/>
                    <a:pt x="1245144" y="524250"/>
                    <a:pt x="1240603" y="525228"/>
                  </a:cubicBezTo>
                  <a:cubicBezTo>
                    <a:pt x="1236705" y="526523"/>
                    <a:pt x="1227072" y="525875"/>
                    <a:pt x="1230748" y="530631"/>
                  </a:cubicBezTo>
                  <a:cubicBezTo>
                    <a:pt x="1246337" y="550526"/>
                    <a:pt x="1249043" y="552260"/>
                    <a:pt x="1248395" y="557663"/>
                  </a:cubicBezTo>
                  <a:cubicBezTo>
                    <a:pt x="1247201" y="567074"/>
                    <a:pt x="1245798" y="572262"/>
                    <a:pt x="1248395" y="576593"/>
                  </a:cubicBezTo>
                  <a:cubicBezTo>
                    <a:pt x="1258244" y="593458"/>
                    <a:pt x="1262574" y="600272"/>
                    <a:pt x="1258136" y="598869"/>
                  </a:cubicBezTo>
                  <a:lnTo>
                    <a:pt x="1232914" y="590645"/>
                  </a:lnTo>
                  <a:cubicBezTo>
                    <a:pt x="1224798" y="588055"/>
                    <a:pt x="1238654" y="559829"/>
                    <a:pt x="1232158" y="552691"/>
                  </a:cubicBezTo>
                  <a:lnTo>
                    <a:pt x="1230640" y="551072"/>
                  </a:lnTo>
                  <a:cubicBezTo>
                    <a:pt x="1225554" y="545446"/>
                    <a:pt x="1220144" y="556260"/>
                    <a:pt x="1214518" y="551288"/>
                  </a:cubicBezTo>
                  <a:cubicBezTo>
                    <a:pt x="1213108" y="550418"/>
                    <a:pt x="1208345" y="543827"/>
                    <a:pt x="1207482" y="549447"/>
                  </a:cubicBezTo>
                  <a:cubicBezTo>
                    <a:pt x="1205208" y="564477"/>
                    <a:pt x="1205208" y="570967"/>
                    <a:pt x="1201957" y="567182"/>
                  </a:cubicBezTo>
                  <a:cubicBezTo>
                    <a:pt x="1199468" y="563613"/>
                    <a:pt x="1193950" y="560045"/>
                    <a:pt x="1195036" y="554095"/>
                  </a:cubicBezTo>
                  <a:cubicBezTo>
                    <a:pt x="1195036" y="553123"/>
                    <a:pt x="1196547" y="548799"/>
                    <a:pt x="1194706" y="544151"/>
                  </a:cubicBezTo>
                  <a:cubicBezTo>
                    <a:pt x="1193086" y="541230"/>
                    <a:pt x="1192108" y="533121"/>
                    <a:pt x="1187346" y="534740"/>
                  </a:cubicBezTo>
                  <a:cubicBezTo>
                    <a:pt x="1174792" y="539064"/>
                    <a:pt x="1171871" y="541014"/>
                    <a:pt x="1169058" y="537121"/>
                  </a:cubicBezTo>
                  <a:cubicBezTo>
                    <a:pt x="1159317" y="523170"/>
                    <a:pt x="1157691" y="518738"/>
                    <a:pt x="1153685" y="521113"/>
                  </a:cubicBezTo>
                  <a:cubicBezTo>
                    <a:pt x="1123490" y="539280"/>
                    <a:pt x="1122405" y="541338"/>
                    <a:pt x="1119807" y="536905"/>
                  </a:cubicBezTo>
                  <a:cubicBezTo>
                    <a:pt x="1119591" y="536143"/>
                    <a:pt x="1116454" y="532581"/>
                    <a:pt x="1119807" y="529768"/>
                  </a:cubicBezTo>
                  <a:cubicBezTo>
                    <a:pt x="1122405" y="526955"/>
                    <a:pt x="1130094" y="523926"/>
                    <a:pt x="1126735" y="519278"/>
                  </a:cubicBezTo>
                  <a:lnTo>
                    <a:pt x="1125764" y="517982"/>
                  </a:lnTo>
                  <a:cubicBezTo>
                    <a:pt x="1124570" y="516249"/>
                    <a:pt x="1122189" y="515709"/>
                    <a:pt x="1120569" y="516680"/>
                  </a:cubicBezTo>
                  <a:cubicBezTo>
                    <a:pt x="1114505" y="520141"/>
                    <a:pt x="1109743" y="522091"/>
                    <a:pt x="1107901" y="526955"/>
                  </a:cubicBezTo>
                  <a:cubicBezTo>
                    <a:pt x="1106174" y="530308"/>
                    <a:pt x="1104872" y="539826"/>
                    <a:pt x="1100973" y="535927"/>
                  </a:cubicBezTo>
                  <a:cubicBezTo>
                    <a:pt x="1100433" y="535496"/>
                    <a:pt x="1098160" y="532797"/>
                    <a:pt x="1094484" y="533337"/>
                  </a:cubicBezTo>
                  <a:cubicBezTo>
                    <a:pt x="1077707" y="535711"/>
                    <a:pt x="1073592" y="535819"/>
                    <a:pt x="1069477" y="538093"/>
                  </a:cubicBezTo>
                  <a:cubicBezTo>
                    <a:pt x="1065039" y="540474"/>
                    <a:pt x="1061254" y="543173"/>
                    <a:pt x="1056923" y="542957"/>
                  </a:cubicBezTo>
                  <a:cubicBezTo>
                    <a:pt x="1013629" y="540582"/>
                    <a:pt x="1012549" y="541014"/>
                    <a:pt x="1008111" y="539064"/>
                  </a:cubicBezTo>
                  <a:cubicBezTo>
                    <a:pt x="999234" y="535280"/>
                    <a:pt x="993823" y="532359"/>
                    <a:pt x="988953" y="532473"/>
                  </a:cubicBezTo>
                  <a:cubicBezTo>
                    <a:pt x="972392" y="532797"/>
                    <a:pt x="967306" y="533768"/>
                    <a:pt x="963083" y="530955"/>
                  </a:cubicBezTo>
                  <a:cubicBezTo>
                    <a:pt x="959184" y="527710"/>
                    <a:pt x="949989" y="524466"/>
                    <a:pt x="954536" y="521221"/>
                  </a:cubicBezTo>
                  <a:cubicBezTo>
                    <a:pt x="957565" y="518414"/>
                    <a:pt x="965140" y="516357"/>
                    <a:pt x="962975" y="510737"/>
                  </a:cubicBezTo>
                  <a:cubicBezTo>
                    <a:pt x="962543" y="508895"/>
                    <a:pt x="958212" y="501434"/>
                    <a:pt x="962975" y="501974"/>
                  </a:cubicBezTo>
                  <a:lnTo>
                    <a:pt x="970766" y="502838"/>
                  </a:lnTo>
                  <a:cubicBezTo>
                    <a:pt x="975097" y="503276"/>
                    <a:pt x="979536" y="498081"/>
                    <a:pt x="978888" y="498513"/>
                  </a:cubicBezTo>
                  <a:cubicBezTo>
                    <a:pt x="985594" y="491916"/>
                    <a:pt x="1003456" y="500139"/>
                    <a:pt x="1006809" y="491916"/>
                  </a:cubicBezTo>
                  <a:cubicBezTo>
                    <a:pt x="1007463" y="489325"/>
                    <a:pt x="1011787" y="483807"/>
                    <a:pt x="1008003" y="480130"/>
                  </a:cubicBezTo>
                  <a:lnTo>
                    <a:pt x="985054" y="457854"/>
                  </a:lnTo>
                  <a:cubicBezTo>
                    <a:pt x="980507" y="453530"/>
                    <a:pt x="951393" y="439687"/>
                    <a:pt x="952040" y="440011"/>
                  </a:cubicBezTo>
                  <a:cubicBezTo>
                    <a:pt x="947170" y="437528"/>
                    <a:pt x="931263" y="435686"/>
                    <a:pt x="931803" y="435794"/>
                  </a:cubicBezTo>
                  <a:cubicBezTo>
                    <a:pt x="927472" y="435147"/>
                    <a:pt x="922170" y="439039"/>
                    <a:pt x="926069" y="441744"/>
                  </a:cubicBezTo>
                  <a:cubicBezTo>
                    <a:pt x="928342" y="443903"/>
                    <a:pt x="936673" y="447256"/>
                    <a:pt x="932235" y="450069"/>
                  </a:cubicBezTo>
                  <a:cubicBezTo>
                    <a:pt x="931695" y="450285"/>
                    <a:pt x="928774" y="452882"/>
                    <a:pt x="924983" y="451256"/>
                  </a:cubicBezTo>
                  <a:cubicBezTo>
                    <a:pt x="920328" y="449205"/>
                    <a:pt x="916220" y="447040"/>
                    <a:pt x="911781" y="446824"/>
                  </a:cubicBezTo>
                  <a:cubicBezTo>
                    <a:pt x="893811" y="445961"/>
                    <a:pt x="890890" y="446500"/>
                    <a:pt x="887213" y="443579"/>
                  </a:cubicBezTo>
                  <a:cubicBezTo>
                    <a:pt x="886559" y="443147"/>
                    <a:pt x="883098" y="439471"/>
                    <a:pt x="878660" y="439363"/>
                  </a:cubicBezTo>
                  <a:cubicBezTo>
                    <a:pt x="870760" y="439147"/>
                    <a:pt x="864372" y="439903"/>
                    <a:pt x="860149" y="436982"/>
                  </a:cubicBezTo>
                  <a:cubicBezTo>
                    <a:pt x="833632" y="419037"/>
                    <a:pt x="832552" y="417843"/>
                    <a:pt x="828222" y="416979"/>
                  </a:cubicBezTo>
                  <a:cubicBezTo>
                    <a:pt x="768259" y="405841"/>
                    <a:pt x="770316" y="406813"/>
                    <a:pt x="766849" y="403352"/>
                  </a:cubicBezTo>
                  <a:cubicBezTo>
                    <a:pt x="754187" y="390703"/>
                    <a:pt x="750726" y="386378"/>
                    <a:pt x="746180" y="384645"/>
                  </a:cubicBezTo>
                  <a:cubicBezTo>
                    <a:pt x="718036" y="373507"/>
                    <a:pt x="716741" y="372536"/>
                    <a:pt x="712194" y="372536"/>
                  </a:cubicBezTo>
                  <a:cubicBezTo>
                    <a:pt x="670519" y="372536"/>
                    <a:pt x="669440" y="371126"/>
                    <a:pt x="668246" y="376428"/>
                  </a:cubicBezTo>
                  <a:cubicBezTo>
                    <a:pt x="664246" y="393078"/>
                    <a:pt x="664246" y="397516"/>
                    <a:pt x="659807" y="397732"/>
                  </a:cubicBezTo>
                  <a:cubicBezTo>
                    <a:pt x="659159" y="397948"/>
                    <a:pt x="655044" y="397193"/>
                    <a:pt x="652771" y="401409"/>
                  </a:cubicBezTo>
                  <a:cubicBezTo>
                    <a:pt x="651469" y="403136"/>
                    <a:pt x="649634" y="409626"/>
                    <a:pt x="644872" y="409410"/>
                  </a:cubicBezTo>
                  <a:cubicBezTo>
                    <a:pt x="616405" y="408007"/>
                    <a:pt x="611750" y="408978"/>
                    <a:pt x="614779" y="404654"/>
                  </a:cubicBezTo>
                  <a:cubicBezTo>
                    <a:pt x="627549" y="386163"/>
                    <a:pt x="632096" y="381292"/>
                    <a:pt x="627441" y="381832"/>
                  </a:cubicBezTo>
                  <a:cubicBezTo>
                    <a:pt x="621383" y="381724"/>
                    <a:pt x="612938" y="385616"/>
                    <a:pt x="613915" y="379241"/>
                  </a:cubicBezTo>
                  <a:cubicBezTo>
                    <a:pt x="618246" y="350907"/>
                    <a:pt x="619973" y="347555"/>
                    <a:pt x="615757" y="345605"/>
                  </a:cubicBezTo>
                  <a:cubicBezTo>
                    <a:pt x="614995" y="345389"/>
                    <a:pt x="611318" y="342691"/>
                    <a:pt x="607204" y="344418"/>
                  </a:cubicBezTo>
                  <a:cubicBezTo>
                    <a:pt x="592808" y="350368"/>
                    <a:pt x="589239" y="350799"/>
                    <a:pt x="587722" y="355879"/>
                  </a:cubicBezTo>
                  <a:lnTo>
                    <a:pt x="587398" y="357181"/>
                  </a:lnTo>
                  <a:cubicBezTo>
                    <a:pt x="585017" y="365398"/>
                    <a:pt x="601577" y="355879"/>
                    <a:pt x="598650" y="363880"/>
                  </a:cubicBezTo>
                  <a:cubicBezTo>
                    <a:pt x="598650" y="363880"/>
                    <a:pt x="594110" y="376644"/>
                    <a:pt x="592916" y="376644"/>
                  </a:cubicBezTo>
                  <a:cubicBezTo>
                    <a:pt x="589563" y="376644"/>
                    <a:pt x="584693" y="370694"/>
                    <a:pt x="581765" y="375996"/>
                  </a:cubicBezTo>
                  <a:cubicBezTo>
                    <a:pt x="580902" y="378371"/>
                    <a:pt x="576139" y="383781"/>
                    <a:pt x="578844" y="388430"/>
                  </a:cubicBezTo>
                  <a:cubicBezTo>
                    <a:pt x="579276" y="389617"/>
                    <a:pt x="583931" y="394703"/>
                    <a:pt x="579930" y="397193"/>
                  </a:cubicBezTo>
                  <a:lnTo>
                    <a:pt x="578844" y="397840"/>
                  </a:lnTo>
                  <a:cubicBezTo>
                    <a:pt x="573002" y="401517"/>
                    <a:pt x="587614" y="410489"/>
                    <a:pt x="580686" y="410381"/>
                  </a:cubicBezTo>
                  <a:cubicBezTo>
                    <a:pt x="572895" y="410274"/>
                    <a:pt x="567808" y="410921"/>
                    <a:pt x="564017" y="407892"/>
                  </a:cubicBezTo>
                  <a:cubicBezTo>
                    <a:pt x="537176" y="386055"/>
                    <a:pt x="531327" y="382594"/>
                    <a:pt x="528838" y="377076"/>
                  </a:cubicBezTo>
                  <a:cubicBezTo>
                    <a:pt x="506867" y="330251"/>
                    <a:pt x="507191" y="329603"/>
                    <a:pt x="503298" y="327006"/>
                  </a:cubicBezTo>
                  <a:cubicBezTo>
                    <a:pt x="474723" y="307219"/>
                    <a:pt x="471479" y="303111"/>
                    <a:pt x="471040" y="308839"/>
                  </a:cubicBezTo>
                  <a:cubicBezTo>
                    <a:pt x="471040" y="311760"/>
                    <a:pt x="469421" y="317386"/>
                    <a:pt x="472018" y="322358"/>
                  </a:cubicBezTo>
                  <a:lnTo>
                    <a:pt x="477321" y="332632"/>
                  </a:lnTo>
                  <a:cubicBezTo>
                    <a:pt x="481328" y="340417"/>
                    <a:pt x="492688" y="344202"/>
                    <a:pt x="486846" y="345719"/>
                  </a:cubicBezTo>
                  <a:cubicBezTo>
                    <a:pt x="468989" y="350152"/>
                    <a:pt x="464443" y="350044"/>
                    <a:pt x="467472" y="354044"/>
                  </a:cubicBezTo>
                  <a:cubicBezTo>
                    <a:pt x="468012" y="355124"/>
                    <a:pt x="472990" y="359340"/>
                    <a:pt x="469853" y="363125"/>
                  </a:cubicBezTo>
                  <a:cubicBezTo>
                    <a:pt x="463465" y="370694"/>
                    <a:pt x="460220" y="375780"/>
                    <a:pt x="455781" y="377076"/>
                  </a:cubicBezTo>
                  <a:cubicBezTo>
                    <a:pt x="442796" y="380860"/>
                    <a:pt x="437271" y="383673"/>
                    <a:pt x="439113" y="378587"/>
                  </a:cubicBezTo>
                  <a:cubicBezTo>
                    <a:pt x="440084" y="374802"/>
                    <a:pt x="445285" y="365722"/>
                    <a:pt x="440414" y="367779"/>
                  </a:cubicBezTo>
                  <a:lnTo>
                    <a:pt x="399063" y="384537"/>
                  </a:lnTo>
                  <a:cubicBezTo>
                    <a:pt x="390192" y="388106"/>
                    <a:pt x="373955" y="410489"/>
                    <a:pt x="376445" y="401841"/>
                  </a:cubicBezTo>
                  <a:cubicBezTo>
                    <a:pt x="381963" y="382702"/>
                    <a:pt x="382179" y="379133"/>
                    <a:pt x="386185" y="377292"/>
                  </a:cubicBezTo>
                  <a:lnTo>
                    <a:pt x="417034" y="363017"/>
                  </a:lnTo>
                  <a:cubicBezTo>
                    <a:pt x="419955" y="361614"/>
                    <a:pt x="431861" y="351123"/>
                    <a:pt x="426991" y="346799"/>
                  </a:cubicBezTo>
                  <a:lnTo>
                    <a:pt x="419415" y="339985"/>
                  </a:lnTo>
                  <a:cubicBezTo>
                    <a:pt x="417897" y="338690"/>
                    <a:pt x="415840" y="339122"/>
                    <a:pt x="414868" y="340957"/>
                  </a:cubicBezTo>
                  <a:lnTo>
                    <a:pt x="409566" y="350799"/>
                  </a:lnTo>
                  <a:cubicBezTo>
                    <a:pt x="408588" y="352635"/>
                    <a:pt x="406315" y="353505"/>
                    <a:pt x="404696" y="352527"/>
                  </a:cubicBezTo>
                  <a:lnTo>
                    <a:pt x="395495" y="347555"/>
                  </a:lnTo>
                  <a:cubicBezTo>
                    <a:pt x="393869" y="346583"/>
                    <a:pt x="390948" y="346151"/>
                    <a:pt x="389106" y="346475"/>
                  </a:cubicBezTo>
                  <a:lnTo>
                    <a:pt x="376445" y="348850"/>
                  </a:lnTo>
                  <a:cubicBezTo>
                    <a:pt x="374603" y="349174"/>
                    <a:pt x="372546" y="351123"/>
                    <a:pt x="371898" y="353289"/>
                  </a:cubicBezTo>
                  <a:lnTo>
                    <a:pt x="368437" y="364103"/>
                  </a:lnTo>
                  <a:cubicBezTo>
                    <a:pt x="367783" y="366154"/>
                    <a:pt x="365732" y="367449"/>
                    <a:pt x="363999" y="366909"/>
                  </a:cubicBezTo>
                  <a:lnTo>
                    <a:pt x="356639" y="364750"/>
                  </a:lnTo>
                  <a:cubicBezTo>
                    <a:pt x="354797" y="364211"/>
                    <a:pt x="352092" y="364750"/>
                    <a:pt x="350575" y="365938"/>
                  </a:cubicBezTo>
                  <a:lnTo>
                    <a:pt x="332503" y="379997"/>
                  </a:lnTo>
                  <a:cubicBezTo>
                    <a:pt x="330985" y="381184"/>
                    <a:pt x="328280" y="381400"/>
                    <a:pt x="326654" y="380536"/>
                  </a:cubicBezTo>
                  <a:lnTo>
                    <a:pt x="317891" y="375672"/>
                  </a:lnTo>
                  <a:cubicBezTo>
                    <a:pt x="316266" y="374694"/>
                    <a:pt x="313776" y="375241"/>
                    <a:pt x="312583" y="376860"/>
                  </a:cubicBezTo>
                  <a:lnTo>
                    <a:pt x="308258" y="382270"/>
                  </a:lnTo>
                  <a:cubicBezTo>
                    <a:pt x="305331" y="386055"/>
                    <a:pt x="299273" y="385724"/>
                    <a:pt x="299921" y="385616"/>
                  </a:cubicBezTo>
                  <a:cubicBezTo>
                    <a:pt x="298079" y="385724"/>
                    <a:pt x="296244" y="387566"/>
                    <a:pt x="295920" y="389839"/>
                  </a:cubicBezTo>
                  <a:lnTo>
                    <a:pt x="294187" y="400869"/>
                  </a:lnTo>
                  <a:cubicBezTo>
                    <a:pt x="293863" y="403028"/>
                    <a:pt x="292021" y="405194"/>
                    <a:pt x="290288" y="405625"/>
                  </a:cubicBezTo>
                  <a:lnTo>
                    <a:pt x="261715" y="411899"/>
                  </a:lnTo>
                  <a:cubicBezTo>
                    <a:pt x="259874" y="412223"/>
                    <a:pt x="259008" y="410921"/>
                    <a:pt x="259874" y="408978"/>
                  </a:cubicBezTo>
                  <a:lnTo>
                    <a:pt x="265828" y="394272"/>
                  </a:lnTo>
                  <a:cubicBezTo>
                    <a:pt x="266585" y="392322"/>
                    <a:pt x="265828" y="389947"/>
                    <a:pt x="264204" y="389077"/>
                  </a:cubicBezTo>
                  <a:lnTo>
                    <a:pt x="240175" y="377292"/>
                  </a:lnTo>
                  <a:cubicBezTo>
                    <a:pt x="238444" y="376428"/>
                    <a:pt x="237362" y="377508"/>
                    <a:pt x="237794" y="379673"/>
                  </a:cubicBezTo>
                  <a:lnTo>
                    <a:pt x="239310" y="387242"/>
                  </a:lnTo>
                  <a:cubicBezTo>
                    <a:pt x="239742" y="389401"/>
                    <a:pt x="238877" y="392430"/>
                    <a:pt x="237578" y="393840"/>
                  </a:cubicBezTo>
                  <a:lnTo>
                    <a:pt x="232707" y="399136"/>
                  </a:lnTo>
                  <a:cubicBezTo>
                    <a:pt x="231300" y="400653"/>
                    <a:pt x="228703" y="401517"/>
                    <a:pt x="226863" y="401193"/>
                  </a:cubicBezTo>
                  <a:lnTo>
                    <a:pt x="209761" y="397732"/>
                  </a:lnTo>
                  <a:cubicBezTo>
                    <a:pt x="207921" y="397408"/>
                    <a:pt x="205107" y="398056"/>
                    <a:pt x="203592" y="399352"/>
                  </a:cubicBezTo>
                  <a:lnTo>
                    <a:pt x="176966" y="420440"/>
                  </a:lnTo>
                  <a:cubicBezTo>
                    <a:pt x="175451" y="421627"/>
                    <a:pt x="174801" y="424332"/>
                    <a:pt x="175558" y="426282"/>
                  </a:cubicBezTo>
                  <a:lnTo>
                    <a:pt x="181620" y="441528"/>
                  </a:lnTo>
                  <a:cubicBezTo>
                    <a:pt x="182378" y="443579"/>
                    <a:pt x="181620" y="444989"/>
                    <a:pt x="179672" y="444773"/>
                  </a:cubicBezTo>
                  <a:lnTo>
                    <a:pt x="164086" y="442716"/>
                  </a:lnTo>
                  <a:cubicBezTo>
                    <a:pt x="160081" y="442176"/>
                    <a:pt x="157159" y="447904"/>
                    <a:pt x="157700" y="447256"/>
                  </a:cubicBezTo>
                  <a:cubicBezTo>
                    <a:pt x="156618" y="449097"/>
                    <a:pt x="154344" y="449961"/>
                    <a:pt x="152613" y="449205"/>
                  </a:cubicBezTo>
                  <a:lnTo>
                    <a:pt x="117869" y="434175"/>
                  </a:lnTo>
                  <a:cubicBezTo>
                    <a:pt x="112349" y="431794"/>
                    <a:pt x="72518" y="405733"/>
                    <a:pt x="73059" y="406165"/>
                  </a:cubicBezTo>
                  <a:cubicBezTo>
                    <a:pt x="71436" y="405086"/>
                    <a:pt x="71111" y="402920"/>
                    <a:pt x="72302" y="401193"/>
                  </a:cubicBezTo>
                  <a:lnTo>
                    <a:pt x="77280" y="394272"/>
                  </a:lnTo>
                  <a:cubicBezTo>
                    <a:pt x="79661" y="391027"/>
                    <a:pt x="75548" y="388214"/>
                    <a:pt x="75982" y="388969"/>
                  </a:cubicBezTo>
                  <a:cubicBezTo>
                    <a:pt x="74358" y="387890"/>
                    <a:pt x="71760" y="387998"/>
                    <a:pt x="70137" y="389185"/>
                  </a:cubicBezTo>
                  <a:cubicBezTo>
                    <a:pt x="62344" y="394919"/>
                    <a:pt x="58664" y="398704"/>
                    <a:pt x="54442" y="397408"/>
                  </a:cubicBezTo>
                  <a:cubicBezTo>
                    <a:pt x="38857" y="392970"/>
                    <a:pt x="35826" y="391351"/>
                    <a:pt x="30956" y="391027"/>
                  </a:cubicBezTo>
                  <a:cubicBezTo>
                    <a:pt x="16019" y="390271"/>
                    <a:pt x="0" y="389839"/>
                    <a:pt x="0" y="389401"/>
                  </a:cubicBezTo>
                  <a:lnTo>
                    <a:pt x="0" y="1033577"/>
                  </a:lnTo>
                  <a:lnTo>
                    <a:pt x="15153" y="1038447"/>
                  </a:lnTo>
                  <a:lnTo>
                    <a:pt x="22297" y="1031526"/>
                  </a:lnTo>
                  <a:lnTo>
                    <a:pt x="36151" y="1040822"/>
                  </a:lnTo>
                  <a:lnTo>
                    <a:pt x="49572" y="1030332"/>
                  </a:lnTo>
                  <a:lnTo>
                    <a:pt x="69920" y="1031202"/>
                  </a:lnTo>
                  <a:lnTo>
                    <a:pt x="66890" y="1048938"/>
                  </a:lnTo>
                  <a:lnTo>
                    <a:pt x="123497" y="1097382"/>
                  </a:lnTo>
                  <a:lnTo>
                    <a:pt x="129775" y="1119118"/>
                  </a:lnTo>
                  <a:lnTo>
                    <a:pt x="163761" y="1101814"/>
                  </a:lnTo>
                  <a:lnTo>
                    <a:pt x="167008" y="1087755"/>
                  </a:lnTo>
                  <a:lnTo>
                    <a:pt x="177723" y="1082351"/>
                  </a:lnTo>
                  <a:lnTo>
                    <a:pt x="180213" y="1073696"/>
                  </a:lnTo>
                  <a:lnTo>
                    <a:pt x="204674" y="1064724"/>
                  </a:lnTo>
                  <a:lnTo>
                    <a:pt x="221234" y="1077589"/>
                  </a:lnTo>
                  <a:lnTo>
                    <a:pt x="224481" y="1097598"/>
                  </a:lnTo>
                  <a:lnTo>
                    <a:pt x="235955" y="1100519"/>
                  </a:lnTo>
                  <a:lnTo>
                    <a:pt x="250782" y="1121709"/>
                  </a:lnTo>
                  <a:lnTo>
                    <a:pt x="264096" y="1128846"/>
                  </a:lnTo>
                  <a:lnTo>
                    <a:pt x="283253" y="1145718"/>
                  </a:lnTo>
                  <a:lnTo>
                    <a:pt x="281847" y="1158043"/>
                  </a:lnTo>
                  <a:lnTo>
                    <a:pt x="295806" y="1166159"/>
                  </a:lnTo>
                  <a:lnTo>
                    <a:pt x="323193" y="1214603"/>
                  </a:lnTo>
                  <a:lnTo>
                    <a:pt x="322546" y="1226604"/>
                  </a:lnTo>
                  <a:lnTo>
                    <a:pt x="332718" y="1229741"/>
                  </a:lnTo>
                  <a:lnTo>
                    <a:pt x="331633" y="1240015"/>
                  </a:lnTo>
                  <a:lnTo>
                    <a:pt x="340402" y="1243800"/>
                  </a:lnTo>
                  <a:lnTo>
                    <a:pt x="342675" y="1255586"/>
                  </a:lnTo>
                  <a:lnTo>
                    <a:pt x="355985" y="1256341"/>
                  </a:lnTo>
                  <a:lnTo>
                    <a:pt x="382395" y="1269537"/>
                  </a:lnTo>
                  <a:lnTo>
                    <a:pt x="394631" y="1281214"/>
                  </a:lnTo>
                  <a:lnTo>
                    <a:pt x="404804" y="1281970"/>
                  </a:lnTo>
                  <a:lnTo>
                    <a:pt x="410106" y="1292892"/>
                  </a:lnTo>
                  <a:lnTo>
                    <a:pt x="404480" y="1311491"/>
                  </a:lnTo>
                  <a:lnTo>
                    <a:pt x="412055" y="1330306"/>
                  </a:lnTo>
                  <a:lnTo>
                    <a:pt x="382617" y="1362424"/>
                  </a:lnTo>
                  <a:cubicBezTo>
                    <a:pt x="384668" y="1363180"/>
                    <a:pt x="386725" y="1363720"/>
                    <a:pt x="388891" y="1363504"/>
                  </a:cubicBezTo>
                  <a:cubicBezTo>
                    <a:pt x="389760" y="1363612"/>
                    <a:pt x="396250" y="1361777"/>
                    <a:pt x="394085" y="1366101"/>
                  </a:cubicBezTo>
                  <a:cubicBezTo>
                    <a:pt x="393221" y="1368590"/>
                    <a:pt x="389106" y="1373130"/>
                    <a:pt x="391380" y="1377779"/>
                  </a:cubicBezTo>
                  <a:cubicBezTo>
                    <a:pt x="397228" y="1389679"/>
                    <a:pt x="398200" y="1393247"/>
                    <a:pt x="402530" y="1393679"/>
                  </a:cubicBezTo>
                  <a:cubicBezTo>
                    <a:pt x="403070" y="1393895"/>
                    <a:pt x="408372" y="1393247"/>
                    <a:pt x="408804" y="1397895"/>
                  </a:cubicBezTo>
                  <a:cubicBezTo>
                    <a:pt x="408804" y="1403083"/>
                    <a:pt x="411408" y="1409465"/>
                    <a:pt x="407617" y="1413358"/>
                  </a:cubicBezTo>
                  <a:cubicBezTo>
                    <a:pt x="406861" y="1414437"/>
                    <a:pt x="400905" y="1418438"/>
                    <a:pt x="405343" y="1420171"/>
                  </a:cubicBezTo>
                  <a:cubicBezTo>
                    <a:pt x="405883" y="1420495"/>
                    <a:pt x="410430" y="1421575"/>
                    <a:pt x="412919" y="1425359"/>
                  </a:cubicBezTo>
                  <a:cubicBezTo>
                    <a:pt x="420602" y="1436821"/>
                    <a:pt x="422660" y="1441799"/>
                    <a:pt x="425365" y="1437907"/>
                  </a:cubicBezTo>
                  <a:cubicBezTo>
                    <a:pt x="425911" y="1436929"/>
                    <a:pt x="429588" y="1433475"/>
                    <a:pt x="428832" y="1428604"/>
                  </a:cubicBezTo>
                  <a:lnTo>
                    <a:pt x="428616" y="1426985"/>
                  </a:lnTo>
                  <a:cubicBezTo>
                    <a:pt x="428292" y="1424927"/>
                    <a:pt x="429372" y="1424172"/>
                    <a:pt x="430997" y="1425251"/>
                  </a:cubicBezTo>
                  <a:cubicBezTo>
                    <a:pt x="431645" y="1425467"/>
                    <a:pt x="435106" y="1428928"/>
                    <a:pt x="438573" y="1426337"/>
                  </a:cubicBezTo>
                  <a:cubicBezTo>
                    <a:pt x="440084" y="1425143"/>
                    <a:pt x="441926" y="1425683"/>
                    <a:pt x="442796" y="1427525"/>
                  </a:cubicBezTo>
                  <a:lnTo>
                    <a:pt x="444199" y="1430877"/>
                  </a:lnTo>
                  <a:cubicBezTo>
                    <a:pt x="446041" y="1435094"/>
                    <a:pt x="451990" y="1436281"/>
                    <a:pt x="451343" y="1435957"/>
                  </a:cubicBezTo>
                  <a:cubicBezTo>
                    <a:pt x="454264" y="1436929"/>
                    <a:pt x="467256" y="1443526"/>
                    <a:pt x="469205" y="1449800"/>
                  </a:cubicBezTo>
                  <a:lnTo>
                    <a:pt x="476241" y="1472400"/>
                  </a:lnTo>
                  <a:cubicBezTo>
                    <a:pt x="477860" y="1477702"/>
                    <a:pt x="470609" y="1477702"/>
                    <a:pt x="473314" y="1482350"/>
                  </a:cubicBezTo>
                  <a:cubicBezTo>
                    <a:pt x="473860" y="1482998"/>
                    <a:pt x="475371" y="1487322"/>
                    <a:pt x="479594" y="1487970"/>
                  </a:cubicBezTo>
                  <a:lnTo>
                    <a:pt x="481112" y="1488186"/>
                  </a:lnTo>
                  <a:cubicBezTo>
                    <a:pt x="482947" y="1488408"/>
                    <a:pt x="483925" y="1490243"/>
                    <a:pt x="483385" y="1492193"/>
                  </a:cubicBezTo>
                  <a:cubicBezTo>
                    <a:pt x="482515" y="1494028"/>
                    <a:pt x="482191" y="1500302"/>
                    <a:pt x="477537" y="1501165"/>
                  </a:cubicBezTo>
                  <a:cubicBezTo>
                    <a:pt x="473638" y="1502353"/>
                    <a:pt x="463789" y="1501921"/>
                    <a:pt x="467472" y="1506246"/>
                  </a:cubicBezTo>
                  <a:cubicBezTo>
                    <a:pt x="470501" y="1509814"/>
                    <a:pt x="473530" y="1512951"/>
                    <a:pt x="475371" y="1517168"/>
                  </a:cubicBezTo>
                  <a:cubicBezTo>
                    <a:pt x="475803" y="1517822"/>
                    <a:pt x="477537" y="1525175"/>
                    <a:pt x="479918" y="1520952"/>
                  </a:cubicBezTo>
                  <a:cubicBezTo>
                    <a:pt x="483493" y="1515764"/>
                    <a:pt x="484896" y="1508195"/>
                    <a:pt x="490198" y="1508735"/>
                  </a:cubicBezTo>
                  <a:cubicBezTo>
                    <a:pt x="492472" y="1509274"/>
                    <a:pt x="500809" y="1508303"/>
                    <a:pt x="497558" y="1512303"/>
                  </a:cubicBezTo>
                  <a:cubicBezTo>
                    <a:pt x="494097" y="1517383"/>
                    <a:pt x="488033" y="1521060"/>
                    <a:pt x="489875" y="1526470"/>
                  </a:cubicBezTo>
                  <a:cubicBezTo>
                    <a:pt x="491716" y="1530147"/>
                    <a:pt x="492148" y="1537932"/>
                    <a:pt x="497018" y="1536853"/>
                  </a:cubicBezTo>
                  <a:lnTo>
                    <a:pt x="497774" y="1536637"/>
                  </a:lnTo>
                  <a:cubicBezTo>
                    <a:pt x="503946" y="1535227"/>
                    <a:pt x="495615" y="1545717"/>
                    <a:pt x="501781" y="1545285"/>
                  </a:cubicBezTo>
                  <a:cubicBezTo>
                    <a:pt x="502429" y="1545393"/>
                    <a:pt x="506975" y="1543990"/>
                    <a:pt x="508169" y="1548422"/>
                  </a:cubicBezTo>
                  <a:lnTo>
                    <a:pt x="508709" y="1550257"/>
                  </a:lnTo>
                  <a:cubicBezTo>
                    <a:pt x="510766" y="1558049"/>
                    <a:pt x="489335" y="1552099"/>
                    <a:pt x="494961" y="1558157"/>
                  </a:cubicBezTo>
                  <a:cubicBezTo>
                    <a:pt x="501781" y="1565618"/>
                    <a:pt x="505572" y="1570914"/>
                    <a:pt x="510226" y="1572101"/>
                  </a:cubicBezTo>
                  <a:cubicBezTo>
                    <a:pt x="528190" y="1576972"/>
                    <a:pt x="531658" y="1576756"/>
                    <a:pt x="532953" y="1581512"/>
                  </a:cubicBezTo>
                  <a:cubicBezTo>
                    <a:pt x="534039" y="1587678"/>
                    <a:pt x="538909" y="1596866"/>
                    <a:pt x="533709" y="1595463"/>
                  </a:cubicBezTo>
                  <a:cubicBezTo>
                    <a:pt x="511846" y="1589405"/>
                    <a:pt x="509248" y="1589297"/>
                    <a:pt x="505572" y="1586160"/>
                  </a:cubicBezTo>
                  <a:cubicBezTo>
                    <a:pt x="490853" y="1573403"/>
                    <a:pt x="489443" y="1571130"/>
                    <a:pt x="485328" y="1572540"/>
                  </a:cubicBezTo>
                  <a:cubicBezTo>
                    <a:pt x="471256" y="1577296"/>
                    <a:pt x="466386" y="1577835"/>
                    <a:pt x="469313" y="1581512"/>
                  </a:cubicBezTo>
                  <a:cubicBezTo>
                    <a:pt x="486954" y="1603032"/>
                    <a:pt x="488579" y="1603896"/>
                    <a:pt x="488579" y="1608652"/>
                  </a:cubicBezTo>
                  <a:cubicBezTo>
                    <a:pt x="488795" y="1610062"/>
                    <a:pt x="487277" y="1617415"/>
                    <a:pt x="491824" y="1616221"/>
                  </a:cubicBezTo>
                  <a:cubicBezTo>
                    <a:pt x="494313" y="1615897"/>
                    <a:pt x="499508" y="1612875"/>
                    <a:pt x="503406" y="1616113"/>
                  </a:cubicBezTo>
                  <a:cubicBezTo>
                    <a:pt x="533601" y="1641094"/>
                    <a:pt x="534471" y="1640770"/>
                    <a:pt x="535334" y="1645634"/>
                  </a:cubicBezTo>
                  <a:cubicBezTo>
                    <a:pt x="535982" y="1647584"/>
                    <a:pt x="535658" y="1655477"/>
                    <a:pt x="539881" y="1652880"/>
                  </a:cubicBezTo>
                  <a:lnTo>
                    <a:pt x="541398" y="1651908"/>
                  </a:lnTo>
                  <a:cubicBezTo>
                    <a:pt x="543018" y="1650937"/>
                    <a:pt x="545507" y="1651153"/>
                    <a:pt x="547025" y="1652340"/>
                  </a:cubicBezTo>
                  <a:cubicBezTo>
                    <a:pt x="574514" y="1675486"/>
                    <a:pt x="575168" y="1677861"/>
                    <a:pt x="578413" y="1674292"/>
                  </a:cubicBezTo>
                  <a:lnTo>
                    <a:pt x="579168" y="1673428"/>
                  </a:lnTo>
                  <a:cubicBezTo>
                    <a:pt x="580470" y="1672025"/>
                    <a:pt x="583067" y="1671263"/>
                    <a:pt x="584801" y="1671701"/>
                  </a:cubicBezTo>
                  <a:cubicBezTo>
                    <a:pt x="586636" y="1672673"/>
                    <a:pt x="594002" y="1672673"/>
                    <a:pt x="591945" y="1677429"/>
                  </a:cubicBezTo>
                  <a:cubicBezTo>
                    <a:pt x="591729" y="1678508"/>
                    <a:pt x="587938" y="1683703"/>
                    <a:pt x="591945" y="1685754"/>
                  </a:cubicBezTo>
                  <a:cubicBezTo>
                    <a:pt x="601031" y="1690192"/>
                    <a:pt x="639455" y="1711058"/>
                    <a:pt x="650066" y="1705547"/>
                  </a:cubicBezTo>
                  <a:cubicBezTo>
                    <a:pt x="650822" y="1704899"/>
                    <a:pt x="657102" y="1703165"/>
                    <a:pt x="653959" y="1699705"/>
                  </a:cubicBezTo>
                  <a:cubicBezTo>
                    <a:pt x="651908" y="1696784"/>
                    <a:pt x="644980" y="1692675"/>
                    <a:pt x="648872" y="1688891"/>
                  </a:cubicBezTo>
                  <a:cubicBezTo>
                    <a:pt x="650714" y="1686408"/>
                    <a:pt x="657642" y="1682731"/>
                    <a:pt x="653743" y="1679270"/>
                  </a:cubicBezTo>
                  <a:cubicBezTo>
                    <a:pt x="643678" y="1670399"/>
                    <a:pt x="641189" y="1667694"/>
                    <a:pt x="637074" y="1665859"/>
                  </a:cubicBezTo>
                  <a:cubicBezTo>
                    <a:pt x="628959" y="1662290"/>
                    <a:pt x="595513" y="1648879"/>
                    <a:pt x="597463" y="1639367"/>
                  </a:cubicBezTo>
                  <a:cubicBezTo>
                    <a:pt x="599088" y="1631144"/>
                    <a:pt x="579714" y="1615897"/>
                    <a:pt x="587398" y="1616437"/>
                  </a:cubicBezTo>
                  <a:cubicBezTo>
                    <a:pt x="596053" y="1616983"/>
                    <a:pt x="600060" y="1616659"/>
                    <a:pt x="603089" y="1620006"/>
                  </a:cubicBezTo>
                  <a:cubicBezTo>
                    <a:pt x="619110" y="1638173"/>
                    <a:pt x="621167" y="1642072"/>
                    <a:pt x="622571" y="1637417"/>
                  </a:cubicBezTo>
                  <a:lnTo>
                    <a:pt x="622571" y="1637094"/>
                  </a:lnTo>
                  <a:cubicBezTo>
                    <a:pt x="624736" y="1630172"/>
                    <a:pt x="632096" y="1644771"/>
                    <a:pt x="641081" y="1648231"/>
                  </a:cubicBezTo>
                  <a:cubicBezTo>
                    <a:pt x="659807" y="1655369"/>
                    <a:pt x="662620" y="1655693"/>
                    <a:pt x="664677" y="1660017"/>
                  </a:cubicBezTo>
                  <a:cubicBezTo>
                    <a:pt x="665973" y="1662075"/>
                    <a:pt x="667275" y="1668564"/>
                    <a:pt x="672037" y="1668564"/>
                  </a:cubicBezTo>
                  <a:cubicBezTo>
                    <a:pt x="672577" y="1668672"/>
                    <a:pt x="676692" y="1667047"/>
                    <a:pt x="679289" y="1670723"/>
                  </a:cubicBezTo>
                  <a:cubicBezTo>
                    <a:pt x="680476" y="1672349"/>
                    <a:pt x="681562" y="1674508"/>
                    <a:pt x="682642" y="1674508"/>
                  </a:cubicBezTo>
                  <a:lnTo>
                    <a:pt x="1708719" y="1674508"/>
                  </a:lnTo>
                  <a:lnTo>
                    <a:pt x="1731992" y="1688243"/>
                  </a:lnTo>
                  <a:lnTo>
                    <a:pt x="1767063" y="1701330"/>
                  </a:lnTo>
                  <a:lnTo>
                    <a:pt x="1784271" y="1695272"/>
                  </a:lnTo>
                  <a:lnTo>
                    <a:pt x="1811868" y="1701654"/>
                  </a:lnTo>
                  <a:lnTo>
                    <a:pt x="1816199" y="1716361"/>
                  </a:lnTo>
                  <a:lnTo>
                    <a:pt x="1841529" y="1714303"/>
                  </a:lnTo>
                  <a:lnTo>
                    <a:pt x="1844774" y="1724793"/>
                  </a:lnTo>
                  <a:lnTo>
                    <a:pt x="1861443" y="1724793"/>
                  </a:lnTo>
                  <a:lnTo>
                    <a:pt x="1866205" y="1714195"/>
                  </a:lnTo>
                  <a:lnTo>
                    <a:pt x="1880277" y="1710087"/>
                  </a:lnTo>
                  <a:lnTo>
                    <a:pt x="1884062" y="1721117"/>
                  </a:lnTo>
                  <a:lnTo>
                    <a:pt x="1903327" y="1718520"/>
                  </a:lnTo>
                  <a:lnTo>
                    <a:pt x="1912852" y="1728578"/>
                  </a:lnTo>
                  <a:cubicBezTo>
                    <a:pt x="1917075" y="1726743"/>
                    <a:pt x="1921730" y="1724578"/>
                    <a:pt x="1927140" y="1722088"/>
                  </a:cubicBezTo>
                  <a:cubicBezTo>
                    <a:pt x="1931147" y="1720253"/>
                    <a:pt x="1931363" y="1715821"/>
                    <a:pt x="1933420" y="1706950"/>
                  </a:cubicBezTo>
                  <a:cubicBezTo>
                    <a:pt x="1934715" y="1701438"/>
                    <a:pt x="1946406" y="1703165"/>
                    <a:pt x="1946406" y="1703165"/>
                  </a:cubicBezTo>
                  <a:cubicBezTo>
                    <a:pt x="1951600" y="1703057"/>
                    <a:pt x="1952578" y="1695704"/>
                    <a:pt x="1954959" y="1691596"/>
                  </a:cubicBezTo>
                  <a:cubicBezTo>
                    <a:pt x="1957017" y="1687055"/>
                    <a:pt x="1962319" y="1688783"/>
                    <a:pt x="1963722" y="1688567"/>
                  </a:cubicBezTo>
                  <a:cubicBezTo>
                    <a:pt x="1969031" y="1688783"/>
                    <a:pt x="1963938" y="1696891"/>
                    <a:pt x="1963075" y="1701222"/>
                  </a:cubicBezTo>
                  <a:cubicBezTo>
                    <a:pt x="1961557" y="1705978"/>
                    <a:pt x="1965564" y="1702626"/>
                    <a:pt x="1991758" y="1687379"/>
                  </a:cubicBezTo>
                  <a:cubicBezTo>
                    <a:pt x="1995872" y="1684998"/>
                    <a:pt x="1987967" y="1684782"/>
                    <a:pt x="1983204" y="1684134"/>
                  </a:cubicBezTo>
                  <a:cubicBezTo>
                    <a:pt x="1978988" y="1683595"/>
                    <a:pt x="1976822" y="1680350"/>
                    <a:pt x="1976175" y="1679810"/>
                  </a:cubicBezTo>
                  <a:cubicBezTo>
                    <a:pt x="1972708" y="1676133"/>
                    <a:pt x="1979851" y="1674076"/>
                    <a:pt x="1981045" y="1673105"/>
                  </a:cubicBezTo>
                  <a:cubicBezTo>
                    <a:pt x="1984938" y="1670831"/>
                    <a:pt x="1986887" y="1672781"/>
                    <a:pt x="2006045" y="1681753"/>
                  </a:cubicBezTo>
                  <a:cubicBezTo>
                    <a:pt x="2010484" y="1683810"/>
                    <a:pt x="2013945" y="1683487"/>
                    <a:pt x="2038735" y="1684998"/>
                  </a:cubicBezTo>
                  <a:cubicBezTo>
                    <a:pt x="2043605" y="1685214"/>
                    <a:pt x="2044685" y="1691596"/>
                    <a:pt x="2054210" y="1715929"/>
                  </a:cubicBezTo>
                  <a:cubicBezTo>
                    <a:pt x="2056051" y="1720685"/>
                    <a:pt x="2061678" y="1724038"/>
                    <a:pt x="2068173" y="1729118"/>
                  </a:cubicBezTo>
                  <a:cubicBezTo>
                    <a:pt x="2071958" y="1732039"/>
                    <a:pt x="2075533" y="1730851"/>
                    <a:pt x="2098260" y="1728794"/>
                  </a:cubicBezTo>
                  <a:cubicBezTo>
                    <a:pt x="2103676" y="1728362"/>
                    <a:pt x="2098260" y="1736903"/>
                    <a:pt x="2096317" y="1745018"/>
                  </a:cubicBezTo>
                  <a:cubicBezTo>
                    <a:pt x="2094907" y="1749450"/>
                    <a:pt x="2098152" y="1751070"/>
                    <a:pt x="2109411" y="1761344"/>
                  </a:cubicBezTo>
                  <a:cubicBezTo>
                    <a:pt x="2113525" y="1765021"/>
                    <a:pt x="2108223" y="1770971"/>
                    <a:pt x="2106489" y="1776590"/>
                  </a:cubicBezTo>
                  <a:cubicBezTo>
                    <a:pt x="2104216" y="1781785"/>
                    <a:pt x="2112331" y="1782540"/>
                    <a:pt x="2116338" y="1785029"/>
                  </a:cubicBezTo>
                  <a:cubicBezTo>
                    <a:pt x="2120237" y="1786757"/>
                    <a:pt x="2119043" y="1790218"/>
                    <a:pt x="2117418" y="1804924"/>
                  </a:cubicBezTo>
                  <a:cubicBezTo>
                    <a:pt x="2117310" y="1806112"/>
                    <a:pt x="2116986" y="1806981"/>
                    <a:pt x="2116230" y="1807521"/>
                  </a:cubicBezTo>
                  <a:lnTo>
                    <a:pt x="2116986" y="1808601"/>
                  </a:lnTo>
                  <a:lnTo>
                    <a:pt x="2130950" y="1826552"/>
                  </a:lnTo>
                  <a:cubicBezTo>
                    <a:pt x="2131597" y="1826120"/>
                    <a:pt x="2131813" y="1825365"/>
                    <a:pt x="2131813" y="1824279"/>
                  </a:cubicBezTo>
                  <a:cubicBezTo>
                    <a:pt x="2132467" y="1819091"/>
                    <a:pt x="2129870" y="1811090"/>
                    <a:pt x="2135172" y="1811522"/>
                  </a:cubicBezTo>
                  <a:lnTo>
                    <a:pt x="2184417" y="1815846"/>
                  </a:lnTo>
                  <a:cubicBezTo>
                    <a:pt x="2190265" y="1816386"/>
                    <a:pt x="2253905" y="1830984"/>
                    <a:pt x="2253365" y="1830876"/>
                  </a:cubicBezTo>
                  <a:cubicBezTo>
                    <a:pt x="2255206" y="1831308"/>
                    <a:pt x="2257588" y="1832826"/>
                    <a:pt x="2258559" y="1834337"/>
                  </a:cubicBezTo>
                  <a:lnTo>
                    <a:pt x="2291789" y="1880946"/>
                  </a:lnTo>
                  <a:cubicBezTo>
                    <a:pt x="2292868" y="1882458"/>
                    <a:pt x="2292221" y="1883537"/>
                    <a:pt x="2290379" y="1883429"/>
                  </a:cubicBezTo>
                  <a:lnTo>
                    <a:pt x="2282588" y="1882781"/>
                  </a:lnTo>
                  <a:cubicBezTo>
                    <a:pt x="2280746" y="1882674"/>
                    <a:pt x="2280098" y="1883753"/>
                    <a:pt x="2281178" y="1885271"/>
                  </a:cubicBezTo>
                  <a:lnTo>
                    <a:pt x="2283451" y="1888407"/>
                  </a:lnTo>
                  <a:cubicBezTo>
                    <a:pt x="2284537" y="1889919"/>
                    <a:pt x="2284753" y="1892408"/>
                    <a:pt x="2283889" y="1894027"/>
                  </a:cubicBezTo>
                  <a:lnTo>
                    <a:pt x="2281508" y="1898460"/>
                  </a:lnTo>
                  <a:cubicBezTo>
                    <a:pt x="2280638" y="1900085"/>
                    <a:pt x="2278581" y="1900625"/>
                    <a:pt x="2276962" y="1899761"/>
                  </a:cubicBezTo>
                  <a:lnTo>
                    <a:pt x="2260940" y="1890566"/>
                  </a:lnTo>
                  <a:cubicBezTo>
                    <a:pt x="2257588" y="1888623"/>
                    <a:pt x="2252825" y="1890566"/>
                    <a:pt x="2253365" y="1890459"/>
                  </a:cubicBezTo>
                  <a:cubicBezTo>
                    <a:pt x="2251631" y="1890998"/>
                    <a:pt x="2249898" y="1890027"/>
                    <a:pt x="2249466" y="1888192"/>
                  </a:cubicBezTo>
                  <a:lnTo>
                    <a:pt x="2248602" y="1884083"/>
                  </a:lnTo>
                  <a:cubicBezTo>
                    <a:pt x="2248171" y="1882350"/>
                    <a:pt x="2246977" y="1879645"/>
                    <a:pt x="2245681" y="1878241"/>
                  </a:cubicBezTo>
                  <a:cubicBezTo>
                    <a:pt x="2236696" y="1867643"/>
                    <a:pt x="2235071" y="1864290"/>
                    <a:pt x="2230524" y="1864506"/>
                  </a:cubicBezTo>
                  <a:cubicBezTo>
                    <a:pt x="2226955" y="1865046"/>
                    <a:pt x="2217646" y="1863535"/>
                    <a:pt x="2220891" y="1867535"/>
                  </a:cubicBezTo>
                  <a:cubicBezTo>
                    <a:pt x="2228905" y="1877270"/>
                    <a:pt x="2233236" y="1881054"/>
                    <a:pt x="2233667" y="1885810"/>
                  </a:cubicBezTo>
                  <a:cubicBezTo>
                    <a:pt x="2233667" y="1888300"/>
                    <a:pt x="2235394" y="1893164"/>
                    <a:pt x="2232689" y="1897056"/>
                  </a:cubicBezTo>
                  <a:cubicBezTo>
                    <a:pt x="2220891" y="1913820"/>
                    <a:pt x="2218726" y="1915655"/>
                    <a:pt x="2218726" y="1920088"/>
                  </a:cubicBezTo>
                  <a:cubicBezTo>
                    <a:pt x="2218948" y="1947990"/>
                    <a:pt x="2220027" y="1950263"/>
                    <a:pt x="2216021" y="1952530"/>
                  </a:cubicBezTo>
                  <a:cubicBezTo>
                    <a:pt x="2212128" y="1954803"/>
                    <a:pt x="2208121" y="1956530"/>
                    <a:pt x="2206172" y="1960315"/>
                  </a:cubicBezTo>
                  <a:cubicBezTo>
                    <a:pt x="2205740" y="1960861"/>
                    <a:pt x="2204330" y="1965833"/>
                    <a:pt x="2199898" y="1965941"/>
                  </a:cubicBezTo>
                  <a:cubicBezTo>
                    <a:pt x="2196539" y="1965617"/>
                    <a:pt x="2191129" y="1967128"/>
                    <a:pt x="2188963" y="1964969"/>
                  </a:cubicBezTo>
                  <a:lnTo>
                    <a:pt x="2162985" y="2006060"/>
                  </a:lnTo>
                  <a:lnTo>
                    <a:pt x="2163747" y="2007032"/>
                  </a:lnTo>
                  <a:cubicBezTo>
                    <a:pt x="2164503" y="2006816"/>
                    <a:pt x="2165259" y="2006924"/>
                    <a:pt x="2166129" y="2007248"/>
                  </a:cubicBezTo>
                  <a:cubicBezTo>
                    <a:pt x="2185172" y="2014277"/>
                    <a:pt x="2187554" y="2016119"/>
                    <a:pt x="2188963" y="2012118"/>
                  </a:cubicBezTo>
                  <a:cubicBezTo>
                    <a:pt x="2189395" y="2011248"/>
                    <a:pt x="2190265" y="2006600"/>
                    <a:pt x="2194050" y="2004327"/>
                  </a:cubicBezTo>
                  <a:cubicBezTo>
                    <a:pt x="2230854" y="1981727"/>
                    <a:pt x="2230092" y="1981187"/>
                    <a:pt x="2234639" y="1981835"/>
                  </a:cubicBezTo>
                  <a:cubicBezTo>
                    <a:pt x="2265055" y="1986159"/>
                    <a:pt x="2266782" y="1987461"/>
                    <a:pt x="2269056" y="1983677"/>
                  </a:cubicBezTo>
                  <a:cubicBezTo>
                    <a:pt x="2269056" y="1983677"/>
                    <a:pt x="2272739" y="1974806"/>
                    <a:pt x="2277717" y="1974158"/>
                  </a:cubicBezTo>
                  <a:cubicBezTo>
                    <a:pt x="2308997" y="1970265"/>
                    <a:pt x="2322529" y="1968430"/>
                    <a:pt x="2326314" y="1968970"/>
                  </a:cubicBezTo>
                  <a:lnTo>
                    <a:pt x="2322421" y="1956098"/>
                  </a:lnTo>
                  <a:cubicBezTo>
                    <a:pt x="2310947" y="1956314"/>
                    <a:pt x="2305968" y="1956746"/>
                    <a:pt x="2291573" y="1953724"/>
                  </a:cubicBezTo>
                  <a:cubicBezTo>
                    <a:pt x="2287134" y="1952854"/>
                    <a:pt x="2290271" y="1949177"/>
                    <a:pt x="2297091" y="1939125"/>
                  </a:cubicBezTo>
                  <a:cubicBezTo>
                    <a:pt x="2299796" y="1935233"/>
                    <a:pt x="2306724" y="1936744"/>
                    <a:pt x="2306724" y="1936744"/>
                  </a:cubicBezTo>
                  <a:cubicBezTo>
                    <a:pt x="2311163" y="1936960"/>
                    <a:pt x="2313004" y="1934039"/>
                    <a:pt x="2321767" y="1926362"/>
                  </a:cubicBezTo>
                  <a:cubicBezTo>
                    <a:pt x="2325234" y="1923225"/>
                    <a:pt x="2326098" y="1923872"/>
                    <a:pt x="2366903" y="1918145"/>
                  </a:cubicBezTo>
                  <a:cubicBezTo>
                    <a:pt x="2371665" y="1917497"/>
                    <a:pt x="2376752" y="1920526"/>
                    <a:pt x="2387471" y="1925174"/>
                  </a:cubicBezTo>
                  <a:cubicBezTo>
                    <a:pt x="2391579" y="1926901"/>
                    <a:pt x="2393528" y="1923980"/>
                    <a:pt x="2405759" y="1913496"/>
                  </a:cubicBezTo>
                  <a:cubicBezTo>
                    <a:pt x="2409550" y="1910251"/>
                    <a:pt x="2414744" y="1911547"/>
                    <a:pt x="2417557" y="1911331"/>
                  </a:cubicBezTo>
                  <a:cubicBezTo>
                    <a:pt x="2418859" y="1911331"/>
                    <a:pt x="2419722" y="1908734"/>
                    <a:pt x="2420478" y="1909604"/>
                  </a:cubicBezTo>
                  <a:lnTo>
                    <a:pt x="2476117" y="1870240"/>
                  </a:lnTo>
                  <a:lnTo>
                    <a:pt x="2602748" y="1870240"/>
                  </a:lnTo>
                  <a:lnTo>
                    <a:pt x="2608267" y="1857693"/>
                  </a:lnTo>
                  <a:lnTo>
                    <a:pt x="2624287" y="1863103"/>
                  </a:lnTo>
                  <a:lnTo>
                    <a:pt x="2629050" y="1851425"/>
                  </a:lnTo>
                  <a:lnTo>
                    <a:pt x="2648856" y="1835741"/>
                  </a:lnTo>
                  <a:lnTo>
                    <a:pt x="2647344" y="1820602"/>
                  </a:lnTo>
                  <a:lnTo>
                    <a:pt x="2655892" y="1809140"/>
                  </a:lnTo>
                  <a:lnTo>
                    <a:pt x="2657625" y="1795621"/>
                  </a:lnTo>
                  <a:lnTo>
                    <a:pt x="2687387" y="1755718"/>
                  </a:lnTo>
                  <a:lnTo>
                    <a:pt x="2693668" y="1760049"/>
                  </a:lnTo>
                  <a:lnTo>
                    <a:pt x="2694969" y="1767942"/>
                  </a:lnTo>
                  <a:lnTo>
                    <a:pt x="2700811" y="1772806"/>
                  </a:lnTo>
                  <a:lnTo>
                    <a:pt x="2722459" y="1761344"/>
                  </a:lnTo>
                  <a:lnTo>
                    <a:pt x="2740423" y="1777022"/>
                  </a:lnTo>
                  <a:lnTo>
                    <a:pt x="2743782" y="1844936"/>
                  </a:lnTo>
                  <a:lnTo>
                    <a:pt x="2759581" y="1847533"/>
                  </a:lnTo>
                  <a:lnTo>
                    <a:pt x="2759581" y="1865262"/>
                  </a:lnTo>
                  <a:lnTo>
                    <a:pt x="2763911" y="1866887"/>
                  </a:lnTo>
                  <a:lnTo>
                    <a:pt x="2765105" y="1874888"/>
                  </a:lnTo>
                  <a:cubicBezTo>
                    <a:pt x="2764997" y="1874241"/>
                    <a:pt x="2765753" y="1873161"/>
                    <a:pt x="2766616" y="1872399"/>
                  </a:cubicBezTo>
                  <a:lnTo>
                    <a:pt x="2769544" y="1869377"/>
                  </a:lnTo>
                  <a:cubicBezTo>
                    <a:pt x="2772357" y="1866672"/>
                    <a:pt x="2775925" y="1870672"/>
                    <a:pt x="2775386" y="1870348"/>
                  </a:cubicBezTo>
                  <a:cubicBezTo>
                    <a:pt x="2776795" y="1871536"/>
                    <a:pt x="2779285" y="1872291"/>
                    <a:pt x="2781120" y="1871967"/>
                  </a:cubicBezTo>
                  <a:lnTo>
                    <a:pt x="2796925" y="1868615"/>
                  </a:lnTo>
                  <a:cubicBezTo>
                    <a:pt x="2800494" y="1867859"/>
                    <a:pt x="2801148" y="1863211"/>
                    <a:pt x="2800932" y="1863750"/>
                  </a:cubicBezTo>
                  <a:cubicBezTo>
                    <a:pt x="2801256" y="1861915"/>
                    <a:pt x="2802767" y="1861153"/>
                    <a:pt x="2804500" y="1862023"/>
                  </a:cubicBezTo>
                  <a:cubicBezTo>
                    <a:pt x="2805478" y="1862347"/>
                    <a:pt x="2809587" y="1865808"/>
                    <a:pt x="2813594" y="1863643"/>
                  </a:cubicBezTo>
                  <a:lnTo>
                    <a:pt x="2843032" y="1847856"/>
                  </a:lnTo>
                  <a:cubicBezTo>
                    <a:pt x="2851154" y="1843418"/>
                    <a:pt x="2852989" y="1832388"/>
                    <a:pt x="2859269" y="1834445"/>
                  </a:cubicBezTo>
                  <a:lnTo>
                    <a:pt x="2866629" y="1836827"/>
                  </a:lnTo>
                  <a:cubicBezTo>
                    <a:pt x="2875068" y="1839525"/>
                    <a:pt x="2842493" y="1852073"/>
                    <a:pt x="2849636" y="1856613"/>
                  </a:cubicBezTo>
                  <a:cubicBezTo>
                    <a:pt x="2850284" y="1856829"/>
                    <a:pt x="2853097" y="1861585"/>
                    <a:pt x="2856996" y="1859966"/>
                  </a:cubicBezTo>
                  <a:cubicBezTo>
                    <a:pt x="2860241" y="1858563"/>
                    <a:pt x="2863600" y="1858886"/>
                    <a:pt x="2867708" y="1858886"/>
                  </a:cubicBezTo>
                  <a:lnTo>
                    <a:pt x="2898449" y="1858886"/>
                  </a:lnTo>
                  <a:cubicBezTo>
                    <a:pt x="2902887" y="1858886"/>
                    <a:pt x="2902887" y="1862563"/>
                    <a:pt x="2898449" y="1863211"/>
                  </a:cubicBezTo>
                  <a:cubicBezTo>
                    <a:pt x="2893794" y="1863858"/>
                    <a:pt x="2889902" y="1863211"/>
                    <a:pt x="2886111" y="1865046"/>
                  </a:cubicBezTo>
                  <a:cubicBezTo>
                    <a:pt x="2878967" y="1867751"/>
                    <a:pt x="2873665" y="1872723"/>
                    <a:pt x="2869766" y="1868831"/>
                  </a:cubicBezTo>
                  <a:cubicBezTo>
                    <a:pt x="2869118" y="1868507"/>
                    <a:pt x="2867169" y="1865808"/>
                    <a:pt x="2863600" y="1866132"/>
                  </a:cubicBezTo>
                  <a:cubicBezTo>
                    <a:pt x="2857320" y="1866887"/>
                    <a:pt x="2852881" y="1866887"/>
                    <a:pt x="2849097" y="1869262"/>
                  </a:cubicBezTo>
                  <a:cubicBezTo>
                    <a:pt x="2808831" y="1894675"/>
                    <a:pt x="2808615" y="1893811"/>
                    <a:pt x="2806774" y="1898136"/>
                  </a:cubicBezTo>
                  <a:cubicBezTo>
                    <a:pt x="2803961" y="1904518"/>
                    <a:pt x="2801472" y="1909058"/>
                    <a:pt x="2801472" y="1913496"/>
                  </a:cubicBezTo>
                  <a:cubicBezTo>
                    <a:pt x="2801472" y="1928851"/>
                    <a:pt x="2800500" y="1932096"/>
                    <a:pt x="2804824" y="1932635"/>
                  </a:cubicBezTo>
                  <a:cubicBezTo>
                    <a:pt x="2806774" y="1933175"/>
                    <a:pt x="2812292" y="1932527"/>
                    <a:pt x="2814781" y="1936528"/>
                  </a:cubicBezTo>
                  <a:cubicBezTo>
                    <a:pt x="2817378" y="1939557"/>
                    <a:pt x="2819004" y="1946148"/>
                    <a:pt x="2824090" y="1945176"/>
                  </a:cubicBezTo>
                  <a:cubicBezTo>
                    <a:pt x="2825608" y="1944637"/>
                    <a:pt x="2831126" y="1944853"/>
                    <a:pt x="2832752" y="1940528"/>
                  </a:cubicBezTo>
                  <a:cubicBezTo>
                    <a:pt x="2833939" y="1938471"/>
                    <a:pt x="2834485" y="1931556"/>
                    <a:pt x="2839356" y="1932527"/>
                  </a:cubicBezTo>
                  <a:cubicBezTo>
                    <a:pt x="2840219" y="1932527"/>
                    <a:pt x="2844226" y="1934362"/>
                    <a:pt x="2847471" y="1931441"/>
                  </a:cubicBezTo>
                  <a:cubicBezTo>
                    <a:pt x="2870636" y="1909820"/>
                    <a:pt x="2872255" y="1909382"/>
                    <a:pt x="2872255" y="1904949"/>
                  </a:cubicBezTo>
                  <a:cubicBezTo>
                    <a:pt x="2872801" y="1901057"/>
                    <a:pt x="2870528" y="1894243"/>
                    <a:pt x="2875506" y="1892948"/>
                  </a:cubicBezTo>
                  <a:cubicBezTo>
                    <a:pt x="2878103" y="1892624"/>
                    <a:pt x="2884053" y="1889055"/>
                    <a:pt x="2885895" y="1893380"/>
                  </a:cubicBezTo>
                  <a:cubicBezTo>
                    <a:pt x="2886543" y="1895005"/>
                    <a:pt x="2888600" y="1896732"/>
                    <a:pt x="2890333" y="1897164"/>
                  </a:cubicBezTo>
                  <a:lnTo>
                    <a:pt x="2896283" y="1899329"/>
                  </a:lnTo>
                  <a:cubicBezTo>
                    <a:pt x="2898017" y="1899869"/>
                    <a:pt x="2897585" y="1898682"/>
                    <a:pt x="2897585" y="1896840"/>
                  </a:cubicBezTo>
                  <a:lnTo>
                    <a:pt x="2897585" y="1893164"/>
                  </a:lnTo>
                  <a:cubicBezTo>
                    <a:pt x="2897585" y="1891329"/>
                    <a:pt x="2900938" y="1889703"/>
                    <a:pt x="2902887" y="1889487"/>
                  </a:cubicBezTo>
                  <a:lnTo>
                    <a:pt x="2922369" y="1887652"/>
                  </a:lnTo>
                  <a:cubicBezTo>
                    <a:pt x="2927671" y="1887106"/>
                    <a:pt x="2943153" y="1878673"/>
                    <a:pt x="2942505" y="1878997"/>
                  </a:cubicBezTo>
                  <a:cubicBezTo>
                    <a:pt x="2946290" y="1877054"/>
                    <a:pt x="2952354" y="1877485"/>
                    <a:pt x="2951808" y="1877485"/>
                  </a:cubicBezTo>
                  <a:cubicBezTo>
                    <a:pt x="2953649" y="1877485"/>
                    <a:pt x="2956570" y="1876730"/>
                    <a:pt x="2958304" y="1875860"/>
                  </a:cubicBezTo>
                  <a:cubicBezTo>
                    <a:pt x="2965340" y="1871967"/>
                    <a:pt x="2969346" y="1869154"/>
                    <a:pt x="2973893" y="1869154"/>
                  </a:cubicBezTo>
                  <a:cubicBezTo>
                    <a:pt x="2985799" y="1869154"/>
                    <a:pt x="2989152" y="1869916"/>
                    <a:pt x="2991641" y="1866456"/>
                  </a:cubicBezTo>
                  <a:cubicBezTo>
                    <a:pt x="2992727" y="1864398"/>
                    <a:pt x="2998677" y="1858994"/>
                    <a:pt x="2993807" y="1858563"/>
                  </a:cubicBezTo>
                  <a:cubicBezTo>
                    <a:pt x="2982116" y="1857369"/>
                    <a:pt x="2976490" y="1857693"/>
                    <a:pt x="2979843" y="1854670"/>
                  </a:cubicBezTo>
                  <a:cubicBezTo>
                    <a:pt x="2986231" y="1848720"/>
                    <a:pt x="2988073" y="1846339"/>
                    <a:pt x="2992073" y="1846771"/>
                  </a:cubicBezTo>
                  <a:cubicBezTo>
                    <a:pt x="3003547" y="1847964"/>
                    <a:pt x="3009282" y="1849368"/>
                    <a:pt x="3013396" y="1846987"/>
                  </a:cubicBezTo>
                  <a:lnTo>
                    <a:pt x="3041756" y="1830661"/>
                  </a:lnTo>
                  <a:cubicBezTo>
                    <a:pt x="3045000" y="1828819"/>
                    <a:pt x="3040670" y="1826228"/>
                    <a:pt x="3041108" y="1826768"/>
                  </a:cubicBezTo>
                  <a:cubicBezTo>
                    <a:pt x="3037857" y="1824819"/>
                    <a:pt x="3038072" y="1819954"/>
                    <a:pt x="3038181" y="1820494"/>
                  </a:cubicBezTo>
                  <a:cubicBezTo>
                    <a:pt x="3038181" y="1818659"/>
                    <a:pt x="3036669" y="1817249"/>
                    <a:pt x="3034936" y="1816818"/>
                  </a:cubicBezTo>
                  <a:lnTo>
                    <a:pt x="3016857" y="1813249"/>
                  </a:lnTo>
                  <a:cubicBezTo>
                    <a:pt x="3015022" y="1812925"/>
                    <a:pt x="3014260" y="1811090"/>
                    <a:pt x="3015130" y="1809356"/>
                  </a:cubicBezTo>
                  <a:lnTo>
                    <a:pt x="3018807" y="1801787"/>
                  </a:lnTo>
                  <a:cubicBezTo>
                    <a:pt x="3021188" y="1796923"/>
                    <a:pt x="3020972" y="1786973"/>
                    <a:pt x="3020972" y="1787620"/>
                  </a:cubicBezTo>
                  <a:cubicBezTo>
                    <a:pt x="3021296" y="1782109"/>
                    <a:pt x="3015778" y="1785461"/>
                    <a:pt x="3015346" y="1779943"/>
                  </a:cubicBezTo>
                  <a:cubicBezTo>
                    <a:pt x="3015130" y="1779296"/>
                    <a:pt x="3015454" y="1773669"/>
                    <a:pt x="3012425" y="1776806"/>
                  </a:cubicBezTo>
                  <a:cubicBezTo>
                    <a:pt x="2998677" y="1790433"/>
                    <a:pt x="2993267" y="1794542"/>
                    <a:pt x="2992505" y="1799844"/>
                  </a:cubicBezTo>
                  <a:cubicBezTo>
                    <a:pt x="2992181" y="1801032"/>
                    <a:pt x="2992289" y="1806219"/>
                    <a:pt x="2989260" y="1809896"/>
                  </a:cubicBezTo>
                  <a:cubicBezTo>
                    <a:pt x="2977246" y="1824495"/>
                    <a:pt x="2974972" y="1824927"/>
                    <a:pt x="2975728" y="1829149"/>
                  </a:cubicBezTo>
                  <a:cubicBezTo>
                    <a:pt x="2975944" y="1833150"/>
                    <a:pt x="2979303" y="1839417"/>
                    <a:pt x="2974757" y="1841798"/>
                  </a:cubicBezTo>
                  <a:cubicBezTo>
                    <a:pt x="2971944" y="1842770"/>
                    <a:pt x="2966749" y="1847964"/>
                    <a:pt x="2964152" y="1843634"/>
                  </a:cubicBezTo>
                  <a:cubicBezTo>
                    <a:pt x="2961663" y="1840395"/>
                    <a:pt x="2959930" y="1832604"/>
                    <a:pt x="2955599" y="1835525"/>
                  </a:cubicBezTo>
                  <a:cubicBezTo>
                    <a:pt x="2942397" y="1844396"/>
                    <a:pt x="2939902" y="1847310"/>
                    <a:pt x="2936549" y="1844288"/>
                  </a:cubicBezTo>
                  <a:cubicBezTo>
                    <a:pt x="2935793" y="1843634"/>
                    <a:pt x="2932980" y="1840179"/>
                    <a:pt x="2928649" y="1839093"/>
                  </a:cubicBezTo>
                  <a:cubicBezTo>
                    <a:pt x="2922585" y="1837582"/>
                    <a:pt x="2918477" y="1835849"/>
                    <a:pt x="2914254" y="1837366"/>
                  </a:cubicBezTo>
                  <a:cubicBezTo>
                    <a:pt x="2912844" y="1837690"/>
                    <a:pt x="2908514" y="1840287"/>
                    <a:pt x="2904189" y="1838662"/>
                  </a:cubicBezTo>
                  <a:cubicBezTo>
                    <a:pt x="2883082" y="1830229"/>
                    <a:pt x="2878967" y="1829689"/>
                    <a:pt x="2882326" y="1826552"/>
                  </a:cubicBezTo>
                  <a:cubicBezTo>
                    <a:pt x="2882758" y="1825905"/>
                    <a:pt x="2888384" y="1822120"/>
                    <a:pt x="2884053" y="1821034"/>
                  </a:cubicBezTo>
                  <a:cubicBezTo>
                    <a:pt x="2863276" y="1816170"/>
                    <a:pt x="2859377" y="1816602"/>
                    <a:pt x="2858406" y="1811738"/>
                  </a:cubicBezTo>
                  <a:cubicBezTo>
                    <a:pt x="2857320" y="1806112"/>
                    <a:pt x="2856564" y="1796707"/>
                    <a:pt x="2852665" y="1793570"/>
                  </a:cubicBezTo>
                  <a:cubicBezTo>
                    <a:pt x="2851694" y="1792491"/>
                    <a:pt x="2845521" y="1789678"/>
                    <a:pt x="2848881" y="1786109"/>
                  </a:cubicBezTo>
                  <a:cubicBezTo>
                    <a:pt x="2849312" y="1785461"/>
                    <a:pt x="2852557" y="1783080"/>
                    <a:pt x="2852233" y="1778864"/>
                  </a:cubicBezTo>
                  <a:cubicBezTo>
                    <a:pt x="2852125" y="1777022"/>
                    <a:pt x="2850500" y="1775511"/>
                    <a:pt x="2848550" y="1775511"/>
                  </a:cubicBezTo>
                  <a:lnTo>
                    <a:pt x="2837946" y="1775511"/>
                  </a:lnTo>
                  <a:cubicBezTo>
                    <a:pt x="2836105" y="1775727"/>
                    <a:pt x="2835781" y="1774647"/>
                    <a:pt x="2837190" y="1773346"/>
                  </a:cubicBezTo>
                  <a:lnTo>
                    <a:pt x="2843140" y="1767834"/>
                  </a:lnTo>
                  <a:cubicBezTo>
                    <a:pt x="2848773" y="1762639"/>
                    <a:pt x="2848227" y="1752587"/>
                    <a:pt x="2853967" y="1748365"/>
                  </a:cubicBezTo>
                  <a:lnTo>
                    <a:pt x="2862622" y="1741989"/>
                  </a:lnTo>
                  <a:cubicBezTo>
                    <a:pt x="2865765" y="1739608"/>
                    <a:pt x="2873988" y="1725873"/>
                    <a:pt x="2868147" y="1725873"/>
                  </a:cubicBezTo>
                  <a:cubicBezTo>
                    <a:pt x="2867600" y="1725873"/>
                    <a:pt x="2863054" y="1725117"/>
                    <a:pt x="2860025" y="1728362"/>
                  </a:cubicBezTo>
                  <a:cubicBezTo>
                    <a:pt x="2857860" y="1730312"/>
                    <a:pt x="2855155" y="1735392"/>
                    <a:pt x="2850284" y="1735715"/>
                  </a:cubicBezTo>
                  <a:lnTo>
                    <a:pt x="2841299" y="1736471"/>
                  </a:lnTo>
                  <a:cubicBezTo>
                    <a:pt x="2831234" y="1737227"/>
                    <a:pt x="2823227" y="1749127"/>
                    <a:pt x="2819220" y="1743069"/>
                  </a:cubicBezTo>
                  <a:cubicBezTo>
                    <a:pt x="2816299" y="1738636"/>
                    <a:pt x="2814025" y="1734204"/>
                    <a:pt x="2809911" y="1732687"/>
                  </a:cubicBezTo>
                  <a:cubicBezTo>
                    <a:pt x="2794112" y="1726851"/>
                    <a:pt x="2787724" y="1725549"/>
                    <a:pt x="2792055" y="1723606"/>
                  </a:cubicBezTo>
                  <a:cubicBezTo>
                    <a:pt x="2805802" y="1717548"/>
                    <a:pt x="2808184" y="1715605"/>
                    <a:pt x="2812076" y="1717656"/>
                  </a:cubicBezTo>
                  <a:cubicBezTo>
                    <a:pt x="2827881" y="1725549"/>
                    <a:pt x="2830047" y="1727498"/>
                    <a:pt x="2833939" y="1725441"/>
                  </a:cubicBezTo>
                  <a:lnTo>
                    <a:pt x="2849420" y="1717008"/>
                  </a:lnTo>
                  <a:cubicBezTo>
                    <a:pt x="2853313" y="1714951"/>
                    <a:pt x="2856564" y="1709223"/>
                    <a:pt x="2856024" y="1709871"/>
                  </a:cubicBezTo>
                  <a:cubicBezTo>
                    <a:pt x="2858622" y="1705870"/>
                    <a:pt x="2865219" y="1707058"/>
                    <a:pt x="2864571" y="1707166"/>
                  </a:cubicBezTo>
                  <a:cubicBezTo>
                    <a:pt x="2868686" y="1707382"/>
                    <a:pt x="2872255" y="1702410"/>
                    <a:pt x="2871715" y="1702841"/>
                  </a:cubicBezTo>
                  <a:cubicBezTo>
                    <a:pt x="2873017" y="1701330"/>
                    <a:pt x="2873341" y="1698625"/>
                    <a:pt x="2872585" y="1696784"/>
                  </a:cubicBezTo>
                  <a:cubicBezTo>
                    <a:pt x="2871607" y="1693761"/>
                    <a:pt x="2866305" y="1685754"/>
                    <a:pt x="2871175" y="1687163"/>
                  </a:cubicBezTo>
                  <a:lnTo>
                    <a:pt x="2874096" y="1688027"/>
                  </a:lnTo>
                  <a:cubicBezTo>
                    <a:pt x="2877672" y="1689106"/>
                    <a:pt x="2877125" y="1683918"/>
                    <a:pt x="2876910" y="1684566"/>
                  </a:cubicBezTo>
                  <a:cubicBezTo>
                    <a:pt x="2876802" y="1682515"/>
                    <a:pt x="2875506" y="1679810"/>
                    <a:pt x="2874096" y="1678400"/>
                  </a:cubicBezTo>
                  <a:lnTo>
                    <a:pt x="2867823" y="1672025"/>
                  </a:lnTo>
                  <a:cubicBezTo>
                    <a:pt x="2864787" y="1668996"/>
                    <a:pt x="2852449" y="1662722"/>
                    <a:pt x="2846499" y="1662614"/>
                  </a:cubicBezTo>
                  <a:lnTo>
                    <a:pt x="2810127" y="1662183"/>
                  </a:lnTo>
                  <a:cubicBezTo>
                    <a:pt x="2804716" y="1662183"/>
                    <a:pt x="2785127" y="1667916"/>
                    <a:pt x="2785774" y="1667694"/>
                  </a:cubicBezTo>
                  <a:cubicBezTo>
                    <a:pt x="2780040" y="1669212"/>
                    <a:pt x="2733501" y="1691704"/>
                    <a:pt x="2734041" y="1691488"/>
                  </a:cubicBezTo>
                  <a:cubicBezTo>
                    <a:pt x="2729062" y="1693761"/>
                    <a:pt x="2712502" y="1704461"/>
                    <a:pt x="2713042" y="1704137"/>
                  </a:cubicBezTo>
                  <a:cubicBezTo>
                    <a:pt x="2706653" y="1708137"/>
                    <a:pt x="2701351" y="1707274"/>
                    <a:pt x="2697459" y="1711928"/>
                  </a:cubicBezTo>
                  <a:lnTo>
                    <a:pt x="2687610" y="1723822"/>
                  </a:lnTo>
                  <a:cubicBezTo>
                    <a:pt x="2684143" y="1728038"/>
                    <a:pt x="2681006" y="1726197"/>
                    <a:pt x="2677755" y="1730420"/>
                  </a:cubicBezTo>
                  <a:cubicBezTo>
                    <a:pt x="2640524" y="1779511"/>
                    <a:pt x="2642258" y="1778000"/>
                    <a:pt x="2638143" y="1779619"/>
                  </a:cubicBezTo>
                  <a:cubicBezTo>
                    <a:pt x="2631215" y="1782216"/>
                    <a:pt x="2624935" y="1785569"/>
                    <a:pt x="2626993" y="1781131"/>
                  </a:cubicBezTo>
                  <a:cubicBezTo>
                    <a:pt x="2636302" y="1760696"/>
                    <a:pt x="2636842" y="1757883"/>
                    <a:pt x="2640956" y="1755940"/>
                  </a:cubicBezTo>
                  <a:cubicBezTo>
                    <a:pt x="2641934" y="1755286"/>
                    <a:pt x="2646474" y="1753991"/>
                    <a:pt x="2649294" y="1750206"/>
                  </a:cubicBezTo>
                  <a:cubicBezTo>
                    <a:pt x="2654056" y="1743609"/>
                    <a:pt x="2658057" y="1738744"/>
                    <a:pt x="2660114" y="1734096"/>
                  </a:cubicBezTo>
                  <a:cubicBezTo>
                    <a:pt x="2663359" y="1726635"/>
                    <a:pt x="2665632" y="1720685"/>
                    <a:pt x="2668776" y="1716792"/>
                  </a:cubicBezTo>
                  <a:cubicBezTo>
                    <a:pt x="2681329" y="1701546"/>
                    <a:pt x="2682955" y="1698949"/>
                    <a:pt x="2686524" y="1697000"/>
                  </a:cubicBezTo>
                  <a:cubicBezTo>
                    <a:pt x="2689877" y="1695272"/>
                    <a:pt x="2691934" y="1688999"/>
                    <a:pt x="2691610" y="1689646"/>
                  </a:cubicBezTo>
                  <a:cubicBezTo>
                    <a:pt x="2692372" y="1687811"/>
                    <a:pt x="2694315" y="1685538"/>
                    <a:pt x="2695941" y="1684674"/>
                  </a:cubicBezTo>
                  <a:lnTo>
                    <a:pt x="2703624" y="1680566"/>
                  </a:lnTo>
                  <a:cubicBezTo>
                    <a:pt x="2706984" y="1678838"/>
                    <a:pt x="2709257" y="1674184"/>
                    <a:pt x="2708711" y="1674832"/>
                  </a:cubicBezTo>
                  <a:cubicBezTo>
                    <a:pt x="2712178" y="1668132"/>
                    <a:pt x="2721379" y="1673105"/>
                    <a:pt x="2725703" y="1666615"/>
                  </a:cubicBezTo>
                  <a:cubicBezTo>
                    <a:pt x="2727329" y="1664672"/>
                    <a:pt x="2729278" y="1659261"/>
                    <a:pt x="2734149" y="1658614"/>
                  </a:cubicBezTo>
                  <a:cubicBezTo>
                    <a:pt x="2754062" y="1656232"/>
                    <a:pt x="2757091" y="1656887"/>
                    <a:pt x="2758825" y="1652448"/>
                  </a:cubicBezTo>
                  <a:cubicBezTo>
                    <a:pt x="2768998" y="1626064"/>
                    <a:pt x="2768998" y="1624660"/>
                    <a:pt x="2772681" y="1622279"/>
                  </a:cubicBezTo>
                  <a:lnTo>
                    <a:pt x="2784371" y="1614710"/>
                  </a:lnTo>
                  <a:cubicBezTo>
                    <a:pt x="2788918" y="1611789"/>
                    <a:pt x="2799414" y="1612113"/>
                    <a:pt x="2798767" y="1612221"/>
                  </a:cubicBezTo>
                  <a:cubicBezTo>
                    <a:pt x="2802551" y="1612005"/>
                    <a:pt x="2806126" y="1608328"/>
                    <a:pt x="2805586" y="1608760"/>
                  </a:cubicBezTo>
                  <a:cubicBezTo>
                    <a:pt x="2808292" y="1606169"/>
                    <a:pt x="2812292" y="1608652"/>
                    <a:pt x="2811752" y="1608544"/>
                  </a:cubicBezTo>
                  <a:cubicBezTo>
                    <a:pt x="2813378" y="1609522"/>
                    <a:pt x="2816191" y="1609846"/>
                    <a:pt x="2818032" y="1609306"/>
                  </a:cubicBezTo>
                  <a:lnTo>
                    <a:pt x="2827342" y="1606385"/>
                  </a:lnTo>
                  <a:cubicBezTo>
                    <a:pt x="2832428" y="1604867"/>
                    <a:pt x="2845198" y="1608112"/>
                    <a:pt x="2844658" y="1608004"/>
                  </a:cubicBezTo>
                  <a:cubicBezTo>
                    <a:pt x="2849852" y="1608976"/>
                    <a:pt x="2860679" y="1605083"/>
                    <a:pt x="2860025" y="1605191"/>
                  </a:cubicBezTo>
                  <a:cubicBezTo>
                    <a:pt x="2864571" y="1603896"/>
                    <a:pt x="2870636" y="1608220"/>
                    <a:pt x="2869982" y="1608004"/>
                  </a:cubicBezTo>
                  <a:cubicBezTo>
                    <a:pt x="2871607" y="1608868"/>
                    <a:pt x="2874420" y="1609306"/>
                    <a:pt x="2876262" y="1608868"/>
                  </a:cubicBezTo>
                  <a:lnTo>
                    <a:pt x="2886219" y="1606277"/>
                  </a:lnTo>
                  <a:cubicBezTo>
                    <a:pt x="2891197" y="1604975"/>
                    <a:pt x="2890225" y="1611141"/>
                    <a:pt x="2895312" y="1610278"/>
                  </a:cubicBezTo>
                  <a:cubicBezTo>
                    <a:pt x="2913498" y="1607249"/>
                    <a:pt x="2919556" y="1605845"/>
                    <a:pt x="2924427" y="1606277"/>
                  </a:cubicBezTo>
                  <a:cubicBezTo>
                    <a:pt x="2958520" y="1609522"/>
                    <a:pt x="2959714" y="1608760"/>
                    <a:pt x="2962311" y="1612652"/>
                  </a:cubicBezTo>
                  <a:cubicBezTo>
                    <a:pt x="2962958" y="1613198"/>
                    <a:pt x="2964800" y="1618171"/>
                    <a:pt x="2968915" y="1616437"/>
                  </a:cubicBezTo>
                  <a:cubicBezTo>
                    <a:pt x="2976058" y="1613306"/>
                    <a:pt x="2980491" y="1610817"/>
                    <a:pt x="2985037" y="1610817"/>
                  </a:cubicBezTo>
                  <a:cubicBezTo>
                    <a:pt x="3030173" y="1610817"/>
                    <a:pt x="3030389" y="1611789"/>
                    <a:pt x="3033526" y="1608220"/>
                  </a:cubicBezTo>
                  <a:cubicBezTo>
                    <a:pt x="3037857" y="1603248"/>
                    <a:pt x="3040562" y="1599571"/>
                    <a:pt x="3044569" y="1597190"/>
                  </a:cubicBezTo>
                  <a:cubicBezTo>
                    <a:pt x="3067079" y="1583131"/>
                    <a:pt x="3069137" y="1582915"/>
                    <a:pt x="3070115" y="1578159"/>
                  </a:cubicBezTo>
                  <a:cubicBezTo>
                    <a:pt x="3070762" y="1576210"/>
                    <a:pt x="3070546" y="1570050"/>
                    <a:pt x="3074877" y="1567669"/>
                  </a:cubicBezTo>
                  <a:cubicBezTo>
                    <a:pt x="3109402" y="1548854"/>
                    <a:pt x="3110158" y="1547990"/>
                    <a:pt x="3114812" y="1546904"/>
                  </a:cubicBezTo>
                  <a:cubicBezTo>
                    <a:pt x="3125639" y="1544206"/>
                    <a:pt x="3131157" y="1542040"/>
                    <a:pt x="3135812" y="1543450"/>
                  </a:cubicBezTo>
                  <a:cubicBezTo>
                    <a:pt x="3139711" y="1544098"/>
                    <a:pt x="3145229" y="1547990"/>
                    <a:pt x="3148474" y="1543774"/>
                  </a:cubicBezTo>
                  <a:cubicBezTo>
                    <a:pt x="3152481" y="1538580"/>
                    <a:pt x="3154970" y="1534579"/>
                    <a:pt x="3159084" y="1532420"/>
                  </a:cubicBezTo>
                  <a:cubicBezTo>
                    <a:pt x="3179862" y="1521390"/>
                    <a:pt x="3183329" y="1520088"/>
                    <a:pt x="3186466" y="1516304"/>
                  </a:cubicBezTo>
                  <a:cubicBezTo>
                    <a:pt x="3196531" y="1503871"/>
                    <a:pt x="3200645" y="1500626"/>
                    <a:pt x="3196099" y="1499654"/>
                  </a:cubicBezTo>
                  <a:lnTo>
                    <a:pt x="3196638" y="1498244"/>
                  </a:lnTo>
                  <a:close/>
                  <a:moveTo>
                    <a:pt x="1787300" y="409518"/>
                  </a:moveTo>
                  <a:cubicBezTo>
                    <a:pt x="1788380" y="403784"/>
                    <a:pt x="1794876" y="406057"/>
                    <a:pt x="1797689" y="405625"/>
                  </a:cubicBezTo>
                  <a:cubicBezTo>
                    <a:pt x="1799530" y="405625"/>
                    <a:pt x="1800616" y="407353"/>
                    <a:pt x="1800070" y="409518"/>
                  </a:cubicBezTo>
                  <a:cubicBezTo>
                    <a:pt x="1800070" y="409518"/>
                    <a:pt x="1794444" y="431578"/>
                    <a:pt x="1794444" y="432873"/>
                  </a:cubicBezTo>
                  <a:cubicBezTo>
                    <a:pt x="1794444" y="434175"/>
                    <a:pt x="1787300" y="426282"/>
                    <a:pt x="1787300" y="426282"/>
                  </a:cubicBezTo>
                  <a:cubicBezTo>
                    <a:pt x="1783509" y="422059"/>
                    <a:pt x="1786869" y="415030"/>
                    <a:pt x="1787408" y="409626"/>
                  </a:cubicBezTo>
                  <a:lnTo>
                    <a:pt x="1787300" y="409518"/>
                  </a:lnTo>
                  <a:close/>
                  <a:moveTo>
                    <a:pt x="1723768" y="139065"/>
                  </a:moveTo>
                  <a:cubicBezTo>
                    <a:pt x="1723768" y="139065"/>
                    <a:pt x="1712942" y="121761"/>
                    <a:pt x="1717381" y="120790"/>
                  </a:cubicBezTo>
                  <a:cubicBezTo>
                    <a:pt x="1718898" y="120790"/>
                    <a:pt x="1723768" y="118301"/>
                    <a:pt x="1727445" y="121761"/>
                  </a:cubicBezTo>
                  <a:cubicBezTo>
                    <a:pt x="1737726" y="131820"/>
                    <a:pt x="1742272" y="134741"/>
                    <a:pt x="1738050" y="136684"/>
                  </a:cubicBezTo>
                  <a:cubicBezTo>
                    <a:pt x="1732532" y="138417"/>
                    <a:pt x="1726690" y="144367"/>
                    <a:pt x="1723768" y="138957"/>
                  </a:cubicBezTo>
                  <a:lnTo>
                    <a:pt x="1723768" y="139065"/>
                  </a:lnTo>
                  <a:close/>
                  <a:moveTo>
                    <a:pt x="834502" y="742798"/>
                  </a:moveTo>
                  <a:cubicBezTo>
                    <a:pt x="830279" y="741718"/>
                    <a:pt x="830279" y="738581"/>
                    <a:pt x="825840" y="721278"/>
                  </a:cubicBezTo>
                  <a:cubicBezTo>
                    <a:pt x="824647" y="716521"/>
                    <a:pt x="840776" y="708844"/>
                    <a:pt x="840776" y="708844"/>
                  </a:cubicBezTo>
                  <a:cubicBezTo>
                    <a:pt x="844782" y="706571"/>
                    <a:pt x="844243" y="709276"/>
                    <a:pt x="853330" y="744309"/>
                  </a:cubicBezTo>
                  <a:cubicBezTo>
                    <a:pt x="854523" y="749071"/>
                    <a:pt x="850193" y="746798"/>
                    <a:pt x="834502" y="742798"/>
                  </a:cubicBezTo>
                  <a:close/>
                  <a:moveTo>
                    <a:pt x="868811" y="621468"/>
                  </a:moveTo>
                  <a:cubicBezTo>
                    <a:pt x="852898" y="667639"/>
                    <a:pt x="853222" y="668833"/>
                    <a:pt x="849653" y="672294"/>
                  </a:cubicBezTo>
                  <a:cubicBezTo>
                    <a:pt x="834934" y="686238"/>
                    <a:pt x="833524" y="688835"/>
                    <a:pt x="830387" y="685698"/>
                  </a:cubicBezTo>
                  <a:cubicBezTo>
                    <a:pt x="825732" y="681158"/>
                    <a:pt x="822811" y="677158"/>
                    <a:pt x="818373" y="677266"/>
                  </a:cubicBezTo>
                  <a:cubicBezTo>
                    <a:pt x="798351" y="677913"/>
                    <a:pt x="796078" y="677266"/>
                    <a:pt x="792827" y="680403"/>
                  </a:cubicBezTo>
                  <a:cubicBezTo>
                    <a:pt x="790445" y="683324"/>
                    <a:pt x="783302" y="687216"/>
                    <a:pt x="787201" y="690785"/>
                  </a:cubicBezTo>
                  <a:cubicBezTo>
                    <a:pt x="787956" y="691325"/>
                    <a:pt x="790985" y="695649"/>
                    <a:pt x="795424" y="695649"/>
                  </a:cubicBezTo>
                  <a:lnTo>
                    <a:pt x="796510" y="695649"/>
                  </a:lnTo>
                  <a:cubicBezTo>
                    <a:pt x="798351" y="695649"/>
                    <a:pt x="800402" y="696836"/>
                    <a:pt x="801164" y="698786"/>
                  </a:cubicBezTo>
                  <a:cubicBezTo>
                    <a:pt x="801920" y="701815"/>
                    <a:pt x="806790" y="709060"/>
                    <a:pt x="801704" y="709060"/>
                  </a:cubicBezTo>
                  <a:cubicBezTo>
                    <a:pt x="791100" y="709060"/>
                    <a:pt x="787740" y="708190"/>
                    <a:pt x="785359" y="712089"/>
                  </a:cubicBezTo>
                  <a:cubicBezTo>
                    <a:pt x="783194" y="714788"/>
                    <a:pt x="781352" y="721170"/>
                    <a:pt x="776374" y="721170"/>
                  </a:cubicBezTo>
                  <a:cubicBezTo>
                    <a:pt x="775726" y="721278"/>
                    <a:pt x="772589" y="720954"/>
                    <a:pt x="769668" y="723443"/>
                  </a:cubicBezTo>
                  <a:cubicBezTo>
                    <a:pt x="745424" y="743769"/>
                    <a:pt x="744554" y="745935"/>
                    <a:pt x="740115" y="744417"/>
                  </a:cubicBezTo>
                  <a:cubicBezTo>
                    <a:pt x="732648" y="741064"/>
                    <a:pt x="722799" y="741064"/>
                    <a:pt x="725828" y="735876"/>
                  </a:cubicBezTo>
                  <a:cubicBezTo>
                    <a:pt x="726698" y="734689"/>
                    <a:pt x="728317" y="729494"/>
                    <a:pt x="732972" y="728631"/>
                  </a:cubicBezTo>
                  <a:cubicBezTo>
                    <a:pt x="736655" y="727443"/>
                    <a:pt x="743259" y="728631"/>
                    <a:pt x="744230" y="723119"/>
                  </a:cubicBezTo>
                  <a:cubicBezTo>
                    <a:pt x="744446" y="722465"/>
                    <a:pt x="744986" y="719112"/>
                    <a:pt x="747799" y="716845"/>
                  </a:cubicBezTo>
                  <a:cubicBezTo>
                    <a:pt x="764360" y="704190"/>
                    <a:pt x="767071" y="703218"/>
                    <a:pt x="766417" y="698570"/>
                  </a:cubicBezTo>
                  <a:cubicBezTo>
                    <a:pt x="766201" y="697922"/>
                    <a:pt x="766525" y="692836"/>
                    <a:pt x="762417" y="691648"/>
                  </a:cubicBezTo>
                  <a:cubicBezTo>
                    <a:pt x="759597" y="691217"/>
                    <a:pt x="754727" y="688511"/>
                    <a:pt x="750402" y="691001"/>
                  </a:cubicBezTo>
                  <a:cubicBezTo>
                    <a:pt x="728209" y="703218"/>
                    <a:pt x="725612" y="703650"/>
                    <a:pt x="724101" y="708412"/>
                  </a:cubicBezTo>
                  <a:cubicBezTo>
                    <a:pt x="720202" y="720738"/>
                    <a:pt x="719554" y="725386"/>
                    <a:pt x="715547" y="727767"/>
                  </a:cubicBezTo>
                  <a:cubicBezTo>
                    <a:pt x="710677" y="730034"/>
                    <a:pt x="706022" y="735552"/>
                    <a:pt x="701476" y="732739"/>
                  </a:cubicBezTo>
                  <a:cubicBezTo>
                    <a:pt x="698878" y="731228"/>
                    <a:pt x="695742" y="728847"/>
                    <a:pt x="691735" y="728847"/>
                  </a:cubicBezTo>
                  <a:cubicBezTo>
                    <a:pt x="674418" y="728847"/>
                    <a:pt x="671605" y="729278"/>
                    <a:pt x="667382" y="727551"/>
                  </a:cubicBezTo>
                  <a:cubicBezTo>
                    <a:pt x="650282" y="720090"/>
                    <a:pt x="643894" y="718141"/>
                    <a:pt x="648548" y="717277"/>
                  </a:cubicBezTo>
                  <a:cubicBezTo>
                    <a:pt x="673339" y="712737"/>
                    <a:pt x="675498" y="713169"/>
                    <a:pt x="677987" y="709276"/>
                  </a:cubicBezTo>
                  <a:lnTo>
                    <a:pt x="678533" y="708412"/>
                  </a:lnTo>
                  <a:cubicBezTo>
                    <a:pt x="679613" y="706787"/>
                    <a:pt x="679721" y="703974"/>
                    <a:pt x="678857" y="702139"/>
                  </a:cubicBezTo>
                  <a:cubicBezTo>
                    <a:pt x="677879" y="699218"/>
                    <a:pt x="672469" y="692836"/>
                    <a:pt x="677447" y="691648"/>
                  </a:cubicBezTo>
                  <a:cubicBezTo>
                    <a:pt x="684915" y="689807"/>
                    <a:pt x="690115" y="689267"/>
                    <a:pt x="693144" y="685698"/>
                  </a:cubicBezTo>
                  <a:cubicBezTo>
                    <a:pt x="695094" y="682676"/>
                    <a:pt x="702130" y="677805"/>
                    <a:pt x="697475" y="675431"/>
                  </a:cubicBezTo>
                  <a:cubicBezTo>
                    <a:pt x="693684" y="672941"/>
                    <a:pt x="686864" y="671862"/>
                    <a:pt x="686648" y="666236"/>
                  </a:cubicBezTo>
                  <a:lnTo>
                    <a:pt x="686648" y="665264"/>
                  </a:lnTo>
                  <a:cubicBezTo>
                    <a:pt x="686540" y="663207"/>
                    <a:pt x="687950" y="661695"/>
                    <a:pt x="689785" y="661803"/>
                  </a:cubicBezTo>
                  <a:cubicBezTo>
                    <a:pt x="703965" y="662775"/>
                    <a:pt x="709381" y="662343"/>
                    <a:pt x="713382" y="665264"/>
                  </a:cubicBezTo>
                  <a:cubicBezTo>
                    <a:pt x="713922" y="665588"/>
                    <a:pt x="716633" y="668077"/>
                    <a:pt x="720634" y="668077"/>
                  </a:cubicBezTo>
                  <a:cubicBezTo>
                    <a:pt x="723447" y="667747"/>
                    <a:pt x="729079" y="669481"/>
                    <a:pt x="731784" y="665048"/>
                  </a:cubicBezTo>
                  <a:cubicBezTo>
                    <a:pt x="732324" y="663639"/>
                    <a:pt x="737626" y="657587"/>
                    <a:pt x="732864" y="657695"/>
                  </a:cubicBezTo>
                  <a:cubicBezTo>
                    <a:pt x="726806" y="657911"/>
                    <a:pt x="722259" y="658774"/>
                    <a:pt x="718900" y="655530"/>
                  </a:cubicBezTo>
                  <a:cubicBezTo>
                    <a:pt x="715223" y="651853"/>
                    <a:pt x="711763" y="647421"/>
                    <a:pt x="707324" y="647421"/>
                  </a:cubicBezTo>
                  <a:cubicBezTo>
                    <a:pt x="671281" y="647421"/>
                    <a:pt x="669008" y="646233"/>
                    <a:pt x="670627" y="650881"/>
                  </a:cubicBezTo>
                  <a:cubicBezTo>
                    <a:pt x="670627" y="651529"/>
                    <a:pt x="673225" y="656177"/>
                    <a:pt x="669116" y="657155"/>
                  </a:cubicBezTo>
                  <a:cubicBezTo>
                    <a:pt x="666951" y="657371"/>
                    <a:pt x="661864" y="660286"/>
                    <a:pt x="658613" y="656501"/>
                  </a:cubicBezTo>
                  <a:cubicBezTo>
                    <a:pt x="657965" y="656069"/>
                    <a:pt x="656124" y="653479"/>
                    <a:pt x="652879" y="654558"/>
                  </a:cubicBezTo>
                  <a:cubicBezTo>
                    <a:pt x="635994" y="659638"/>
                    <a:pt x="633073" y="661695"/>
                    <a:pt x="630045" y="658127"/>
                  </a:cubicBezTo>
                  <a:cubicBezTo>
                    <a:pt x="629390" y="657695"/>
                    <a:pt x="627441" y="654234"/>
                    <a:pt x="623440" y="654558"/>
                  </a:cubicBezTo>
                  <a:cubicBezTo>
                    <a:pt x="619542" y="655314"/>
                    <a:pt x="611966" y="653148"/>
                    <a:pt x="611966" y="658882"/>
                  </a:cubicBezTo>
                  <a:cubicBezTo>
                    <a:pt x="611750" y="659530"/>
                    <a:pt x="612938" y="665048"/>
                    <a:pt x="608721" y="666236"/>
                  </a:cubicBezTo>
                  <a:cubicBezTo>
                    <a:pt x="607635" y="666344"/>
                    <a:pt x="602873" y="668941"/>
                    <a:pt x="599412" y="665804"/>
                  </a:cubicBezTo>
                  <a:cubicBezTo>
                    <a:pt x="595945" y="661803"/>
                    <a:pt x="589125" y="658774"/>
                    <a:pt x="590751" y="653371"/>
                  </a:cubicBezTo>
                  <a:cubicBezTo>
                    <a:pt x="592808" y="648392"/>
                    <a:pt x="592700" y="640067"/>
                    <a:pt x="597894" y="640823"/>
                  </a:cubicBezTo>
                  <a:cubicBezTo>
                    <a:pt x="606988" y="642010"/>
                    <a:pt x="611534" y="643528"/>
                    <a:pt x="615103" y="640607"/>
                  </a:cubicBezTo>
                  <a:cubicBezTo>
                    <a:pt x="615865" y="640175"/>
                    <a:pt x="619434" y="636067"/>
                    <a:pt x="623872" y="636822"/>
                  </a:cubicBezTo>
                  <a:cubicBezTo>
                    <a:pt x="623872" y="636822"/>
                    <a:pt x="631664" y="638550"/>
                    <a:pt x="635671" y="637254"/>
                  </a:cubicBezTo>
                  <a:cubicBezTo>
                    <a:pt x="662188" y="629145"/>
                    <a:pt x="664677" y="628174"/>
                    <a:pt x="669224" y="627412"/>
                  </a:cubicBezTo>
                  <a:cubicBezTo>
                    <a:pt x="704727" y="621468"/>
                    <a:pt x="706346" y="621684"/>
                    <a:pt x="710569" y="619519"/>
                  </a:cubicBezTo>
                  <a:cubicBezTo>
                    <a:pt x="738604" y="605352"/>
                    <a:pt x="740223" y="604272"/>
                    <a:pt x="744662" y="603409"/>
                  </a:cubicBezTo>
                  <a:cubicBezTo>
                    <a:pt x="789690" y="594538"/>
                    <a:pt x="789474" y="593782"/>
                    <a:pt x="793589" y="595840"/>
                  </a:cubicBezTo>
                  <a:cubicBezTo>
                    <a:pt x="810689" y="604488"/>
                    <a:pt x="815560" y="606006"/>
                    <a:pt x="811337" y="607841"/>
                  </a:cubicBezTo>
                  <a:cubicBezTo>
                    <a:pt x="774647" y="624173"/>
                    <a:pt x="774209" y="623627"/>
                    <a:pt x="771834" y="627850"/>
                  </a:cubicBezTo>
                  <a:cubicBezTo>
                    <a:pt x="770856" y="630333"/>
                    <a:pt x="765014" y="637038"/>
                    <a:pt x="769992" y="636715"/>
                  </a:cubicBezTo>
                  <a:cubicBezTo>
                    <a:pt x="774755" y="636822"/>
                    <a:pt x="780381" y="634873"/>
                    <a:pt x="784496" y="638334"/>
                  </a:cubicBezTo>
                  <a:cubicBezTo>
                    <a:pt x="785359" y="638880"/>
                    <a:pt x="787956" y="642226"/>
                    <a:pt x="792287" y="641903"/>
                  </a:cubicBezTo>
                  <a:cubicBezTo>
                    <a:pt x="838934" y="639204"/>
                    <a:pt x="837963" y="640175"/>
                    <a:pt x="840992" y="636607"/>
                  </a:cubicBezTo>
                  <a:cubicBezTo>
                    <a:pt x="847919" y="628606"/>
                    <a:pt x="851386" y="623411"/>
                    <a:pt x="856041" y="622116"/>
                  </a:cubicBezTo>
                  <a:cubicBezTo>
                    <a:pt x="862207" y="621036"/>
                    <a:pt x="870976" y="616058"/>
                    <a:pt x="869027" y="621576"/>
                  </a:cubicBezTo>
                  <a:lnTo>
                    <a:pt x="868811" y="621468"/>
                  </a:lnTo>
                  <a:close/>
                  <a:moveTo>
                    <a:pt x="1092102" y="931386"/>
                  </a:moveTo>
                  <a:cubicBezTo>
                    <a:pt x="1088095" y="934199"/>
                    <a:pt x="1084959" y="939394"/>
                    <a:pt x="1077923" y="949446"/>
                  </a:cubicBezTo>
                  <a:cubicBezTo>
                    <a:pt x="1075002" y="953668"/>
                    <a:pt x="1069369" y="954748"/>
                    <a:pt x="1057247" y="959288"/>
                  </a:cubicBezTo>
                  <a:cubicBezTo>
                    <a:pt x="1053024" y="960907"/>
                    <a:pt x="1048154" y="959072"/>
                    <a:pt x="1041988" y="957561"/>
                  </a:cubicBezTo>
                  <a:cubicBezTo>
                    <a:pt x="1037765" y="956475"/>
                    <a:pt x="1034628" y="959072"/>
                    <a:pt x="1026291" y="963720"/>
                  </a:cubicBezTo>
                  <a:cubicBezTo>
                    <a:pt x="1021859" y="966318"/>
                    <a:pt x="1023802" y="972915"/>
                    <a:pt x="1023262" y="976916"/>
                  </a:cubicBezTo>
                  <a:cubicBezTo>
                    <a:pt x="1023262" y="982644"/>
                    <a:pt x="1016766" y="984485"/>
                    <a:pt x="1012226" y="988377"/>
                  </a:cubicBezTo>
                  <a:cubicBezTo>
                    <a:pt x="1008111" y="991299"/>
                    <a:pt x="1003348" y="987838"/>
                    <a:pt x="1000211" y="987190"/>
                  </a:cubicBezTo>
                  <a:cubicBezTo>
                    <a:pt x="995989" y="985672"/>
                    <a:pt x="997716" y="985780"/>
                    <a:pt x="940356" y="996810"/>
                  </a:cubicBezTo>
                  <a:cubicBezTo>
                    <a:pt x="935918" y="997680"/>
                    <a:pt x="933968" y="995731"/>
                    <a:pt x="915782" y="986104"/>
                  </a:cubicBezTo>
                  <a:cubicBezTo>
                    <a:pt x="911781" y="984053"/>
                    <a:pt x="911242" y="980269"/>
                    <a:pt x="906041" y="966318"/>
                  </a:cubicBezTo>
                  <a:cubicBezTo>
                    <a:pt x="904314" y="961669"/>
                    <a:pt x="908860" y="963720"/>
                    <a:pt x="929206" y="968153"/>
                  </a:cubicBezTo>
                  <a:cubicBezTo>
                    <a:pt x="933644" y="969131"/>
                    <a:pt x="933644" y="966426"/>
                    <a:pt x="947278" y="938632"/>
                  </a:cubicBezTo>
                  <a:cubicBezTo>
                    <a:pt x="949335" y="934415"/>
                    <a:pt x="952263" y="935825"/>
                    <a:pt x="970335" y="938200"/>
                  </a:cubicBezTo>
                  <a:cubicBezTo>
                    <a:pt x="975097" y="938740"/>
                    <a:pt x="978342" y="933984"/>
                    <a:pt x="979968" y="932904"/>
                  </a:cubicBezTo>
                  <a:cubicBezTo>
                    <a:pt x="983435" y="929767"/>
                    <a:pt x="980076" y="928040"/>
                    <a:pt x="963191" y="910952"/>
                  </a:cubicBezTo>
                  <a:cubicBezTo>
                    <a:pt x="959946" y="907707"/>
                    <a:pt x="959184" y="905002"/>
                    <a:pt x="949989" y="884244"/>
                  </a:cubicBezTo>
                  <a:cubicBezTo>
                    <a:pt x="947608" y="878834"/>
                    <a:pt x="956479" y="885107"/>
                    <a:pt x="980507" y="897649"/>
                  </a:cubicBezTo>
                  <a:cubicBezTo>
                    <a:pt x="985054" y="900030"/>
                    <a:pt x="989924" y="896785"/>
                    <a:pt x="993715" y="895922"/>
                  </a:cubicBezTo>
                  <a:cubicBezTo>
                    <a:pt x="998046" y="894512"/>
                    <a:pt x="998478" y="896029"/>
                    <a:pt x="1025859" y="917550"/>
                  </a:cubicBezTo>
                  <a:cubicBezTo>
                    <a:pt x="1029542" y="920464"/>
                    <a:pt x="1031053" y="919385"/>
                    <a:pt x="1060930" y="915816"/>
                  </a:cubicBezTo>
                  <a:cubicBezTo>
                    <a:pt x="1065585" y="915276"/>
                    <a:pt x="1065153" y="914845"/>
                    <a:pt x="1104764" y="886295"/>
                  </a:cubicBezTo>
                  <a:cubicBezTo>
                    <a:pt x="1108555" y="883590"/>
                    <a:pt x="1110390" y="883806"/>
                    <a:pt x="1144160" y="877754"/>
                  </a:cubicBezTo>
                  <a:cubicBezTo>
                    <a:pt x="1148814" y="876891"/>
                    <a:pt x="1154447" y="879589"/>
                    <a:pt x="1161698" y="882186"/>
                  </a:cubicBezTo>
                  <a:cubicBezTo>
                    <a:pt x="1166137" y="883806"/>
                    <a:pt x="1161044" y="885539"/>
                    <a:pt x="1140699" y="897217"/>
                  </a:cubicBezTo>
                  <a:cubicBezTo>
                    <a:pt x="1136692" y="899490"/>
                    <a:pt x="1133987" y="899814"/>
                    <a:pt x="1116670" y="903923"/>
                  </a:cubicBezTo>
                  <a:cubicBezTo>
                    <a:pt x="1112016" y="905002"/>
                    <a:pt x="1112340" y="912355"/>
                    <a:pt x="1111692" y="914737"/>
                  </a:cubicBezTo>
                  <a:cubicBezTo>
                    <a:pt x="1110936" y="919277"/>
                    <a:pt x="1109095" y="919817"/>
                    <a:pt x="1091778" y="931825"/>
                  </a:cubicBezTo>
                  <a:lnTo>
                    <a:pt x="1092102" y="931386"/>
                  </a:lnTo>
                  <a:close/>
                  <a:moveTo>
                    <a:pt x="1670619" y="1585728"/>
                  </a:moveTo>
                  <a:cubicBezTo>
                    <a:pt x="1670079" y="1585728"/>
                    <a:pt x="1664993" y="1583785"/>
                    <a:pt x="1663805" y="1588434"/>
                  </a:cubicBezTo>
                  <a:cubicBezTo>
                    <a:pt x="1662504" y="1592218"/>
                    <a:pt x="1662504" y="1598384"/>
                    <a:pt x="1658065" y="1600975"/>
                  </a:cubicBezTo>
                  <a:cubicBezTo>
                    <a:pt x="1651569" y="1603896"/>
                    <a:pt x="1643994" y="1611249"/>
                    <a:pt x="1643994" y="1605191"/>
                  </a:cubicBezTo>
                  <a:cubicBezTo>
                    <a:pt x="1644209" y="1564208"/>
                    <a:pt x="1643778" y="1563669"/>
                    <a:pt x="1645511" y="1558912"/>
                  </a:cubicBezTo>
                  <a:cubicBezTo>
                    <a:pt x="1649734" y="1547883"/>
                    <a:pt x="1652223" y="1543666"/>
                    <a:pt x="1650274" y="1539119"/>
                  </a:cubicBezTo>
                  <a:cubicBezTo>
                    <a:pt x="1649410" y="1537824"/>
                    <a:pt x="1647568" y="1529607"/>
                    <a:pt x="1644755" y="1533823"/>
                  </a:cubicBezTo>
                  <a:cubicBezTo>
                    <a:pt x="1644755" y="1533823"/>
                    <a:pt x="1637288" y="1548638"/>
                    <a:pt x="1634684" y="1543558"/>
                  </a:cubicBezTo>
                  <a:cubicBezTo>
                    <a:pt x="1634037" y="1541932"/>
                    <a:pt x="1630576" y="1537716"/>
                    <a:pt x="1631331" y="1532528"/>
                  </a:cubicBezTo>
                  <a:cubicBezTo>
                    <a:pt x="1631331" y="1529067"/>
                    <a:pt x="1633929" y="1523117"/>
                    <a:pt x="1630144" y="1519657"/>
                  </a:cubicBezTo>
                  <a:cubicBezTo>
                    <a:pt x="1624512" y="1515656"/>
                    <a:pt x="1619317" y="1507331"/>
                    <a:pt x="1617368" y="1512843"/>
                  </a:cubicBezTo>
                  <a:cubicBezTo>
                    <a:pt x="1616180" y="1515009"/>
                    <a:pt x="1615533" y="1522470"/>
                    <a:pt x="1610878" y="1520952"/>
                  </a:cubicBezTo>
                  <a:cubicBezTo>
                    <a:pt x="1610224" y="1520628"/>
                    <a:pt x="1605462" y="1520088"/>
                    <a:pt x="1604058" y="1515656"/>
                  </a:cubicBezTo>
                  <a:cubicBezTo>
                    <a:pt x="1600051" y="1503439"/>
                    <a:pt x="1599728" y="1499978"/>
                    <a:pt x="1595721" y="1498460"/>
                  </a:cubicBezTo>
                  <a:cubicBezTo>
                    <a:pt x="1594210" y="1497597"/>
                    <a:pt x="1589231" y="1496841"/>
                    <a:pt x="1586850" y="1492517"/>
                  </a:cubicBezTo>
                  <a:cubicBezTo>
                    <a:pt x="1571800" y="1465155"/>
                    <a:pt x="1569857" y="1463751"/>
                    <a:pt x="1572778" y="1460075"/>
                  </a:cubicBezTo>
                  <a:cubicBezTo>
                    <a:pt x="1573210" y="1459211"/>
                    <a:pt x="1578404" y="1454772"/>
                    <a:pt x="1574074" y="1453045"/>
                  </a:cubicBezTo>
                  <a:cubicBezTo>
                    <a:pt x="1566282" y="1448937"/>
                    <a:pt x="1557513" y="1448829"/>
                    <a:pt x="1559462" y="1443203"/>
                  </a:cubicBezTo>
                  <a:cubicBezTo>
                    <a:pt x="1568340" y="1417790"/>
                    <a:pt x="1568340" y="1414977"/>
                    <a:pt x="1572670" y="1413466"/>
                  </a:cubicBezTo>
                  <a:cubicBezTo>
                    <a:pt x="1580893" y="1410545"/>
                    <a:pt x="1585764" y="1407846"/>
                    <a:pt x="1589879" y="1410221"/>
                  </a:cubicBezTo>
                  <a:cubicBezTo>
                    <a:pt x="1598102" y="1415199"/>
                    <a:pt x="1602973" y="1418984"/>
                    <a:pt x="1607735" y="1418984"/>
                  </a:cubicBezTo>
                  <a:cubicBezTo>
                    <a:pt x="1609684" y="1419308"/>
                    <a:pt x="1615203" y="1417682"/>
                    <a:pt x="1617584" y="1422114"/>
                  </a:cubicBezTo>
                  <a:cubicBezTo>
                    <a:pt x="1633713" y="1452290"/>
                    <a:pt x="1635123" y="1453045"/>
                    <a:pt x="1633821" y="1457693"/>
                  </a:cubicBezTo>
                  <a:cubicBezTo>
                    <a:pt x="1633713" y="1458773"/>
                    <a:pt x="1631763" y="1462557"/>
                    <a:pt x="1633713" y="1466780"/>
                  </a:cubicBezTo>
                  <a:cubicBezTo>
                    <a:pt x="1646699" y="1495539"/>
                    <a:pt x="1647676" y="1497057"/>
                    <a:pt x="1648864" y="1501921"/>
                  </a:cubicBezTo>
                  <a:cubicBezTo>
                    <a:pt x="1651575" y="1512735"/>
                    <a:pt x="1652547" y="1518793"/>
                    <a:pt x="1655252" y="1523225"/>
                  </a:cubicBezTo>
                  <a:cubicBezTo>
                    <a:pt x="1672569" y="1551451"/>
                    <a:pt x="1674086" y="1552639"/>
                    <a:pt x="1674086" y="1557611"/>
                  </a:cubicBezTo>
                  <a:cubicBezTo>
                    <a:pt x="1674086" y="1582268"/>
                    <a:pt x="1675274" y="1586268"/>
                    <a:pt x="1670727" y="1585621"/>
                  </a:cubicBezTo>
                  <a:lnTo>
                    <a:pt x="1670619" y="1585728"/>
                  </a:lnTo>
                  <a:close/>
                  <a:moveTo>
                    <a:pt x="3078014" y="1418114"/>
                  </a:moveTo>
                  <a:cubicBezTo>
                    <a:pt x="3075849" y="1423092"/>
                    <a:pt x="3070007" y="1422553"/>
                    <a:pt x="3066540" y="1423740"/>
                  </a:cubicBezTo>
                  <a:cubicBezTo>
                    <a:pt x="3062425" y="1424712"/>
                    <a:pt x="3059828" y="1428496"/>
                    <a:pt x="3056907" y="1432173"/>
                  </a:cubicBezTo>
                  <a:cubicBezTo>
                    <a:pt x="3053554" y="1436173"/>
                    <a:pt x="3048144" y="1434554"/>
                    <a:pt x="3045000" y="1434878"/>
                  </a:cubicBezTo>
                  <a:cubicBezTo>
                    <a:pt x="3036237" y="1434878"/>
                    <a:pt x="3028878" y="1444390"/>
                    <a:pt x="3022058" y="1441799"/>
                  </a:cubicBezTo>
                  <a:lnTo>
                    <a:pt x="3014806" y="1438986"/>
                  </a:lnTo>
                  <a:cubicBezTo>
                    <a:pt x="3010475" y="1437367"/>
                    <a:pt x="3013936" y="1434878"/>
                    <a:pt x="3028979" y="1416063"/>
                  </a:cubicBezTo>
                  <a:cubicBezTo>
                    <a:pt x="3031799" y="1412494"/>
                    <a:pt x="3034396" y="1413250"/>
                    <a:pt x="3049331" y="1413250"/>
                  </a:cubicBezTo>
                  <a:cubicBezTo>
                    <a:pt x="3053770" y="1413250"/>
                    <a:pt x="3054633" y="1412278"/>
                    <a:pt x="3084294" y="1398003"/>
                  </a:cubicBezTo>
                  <a:cubicBezTo>
                    <a:pt x="3088510" y="1395946"/>
                    <a:pt x="3077906" y="1418006"/>
                    <a:pt x="3077906" y="1418006"/>
                  </a:cubicBezTo>
                  <a:lnTo>
                    <a:pt x="3078014" y="1418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2CF2267F-AD0F-8624-AA14-121EA04D1AC8}"/>
                </a:ext>
              </a:extLst>
            </p:cNvPr>
            <p:cNvSpPr/>
            <p:nvPr/>
          </p:nvSpPr>
          <p:spPr>
            <a:xfrm>
              <a:off x="1020313" y="3202814"/>
              <a:ext cx="1877095" cy="900804"/>
            </a:xfrm>
            <a:custGeom>
              <a:avLst/>
              <a:gdLst>
                <a:gd name="csX0" fmla="*/ 682213 w 2164792"/>
                <a:gd name="csY0" fmla="*/ 777615 h 1038868"/>
                <a:gd name="csX1" fmla="*/ 693687 w 2164792"/>
                <a:gd name="csY1" fmla="*/ 789838 h 1038868"/>
                <a:gd name="csX2" fmla="*/ 706781 w 2164792"/>
                <a:gd name="csY2" fmla="*/ 793515 h 1038868"/>
                <a:gd name="csX3" fmla="*/ 725075 w 2164792"/>
                <a:gd name="csY3" fmla="*/ 813626 h 1038868"/>
                <a:gd name="csX4" fmla="*/ 739471 w 2164792"/>
                <a:gd name="csY4" fmla="*/ 820007 h 1038868"/>
                <a:gd name="csX5" fmla="*/ 752133 w 2164792"/>
                <a:gd name="csY5" fmla="*/ 841635 h 1038868"/>
                <a:gd name="csX6" fmla="*/ 755162 w 2164792"/>
                <a:gd name="csY6" fmla="*/ 862292 h 1038868"/>
                <a:gd name="csX7" fmla="*/ 807117 w 2164792"/>
                <a:gd name="csY7" fmla="*/ 889324 h 1038868"/>
                <a:gd name="csX8" fmla="*/ 826599 w 2164792"/>
                <a:gd name="csY8" fmla="*/ 858939 h 1038868"/>
                <a:gd name="csX9" fmla="*/ 841426 w 2164792"/>
                <a:gd name="csY9" fmla="*/ 852665 h 1038868"/>
                <a:gd name="csX10" fmla="*/ 862102 w 2164792"/>
                <a:gd name="csY10" fmla="*/ 857421 h 1038868"/>
                <a:gd name="csX11" fmla="*/ 871297 w 2164792"/>
                <a:gd name="csY11" fmla="*/ 849744 h 1038868"/>
                <a:gd name="csX12" fmla="*/ 880606 w 2164792"/>
                <a:gd name="csY12" fmla="*/ 855586 h 1038868"/>
                <a:gd name="csX13" fmla="*/ 882771 w 2164792"/>
                <a:gd name="csY13" fmla="*/ 867588 h 1038868"/>
                <a:gd name="csX14" fmla="*/ 896951 w 2164792"/>
                <a:gd name="csY14" fmla="*/ 879589 h 1038868"/>
                <a:gd name="csX15" fmla="*/ 914591 w 2164792"/>
                <a:gd name="csY15" fmla="*/ 915708 h 1038868"/>
                <a:gd name="csX16" fmla="*/ 925202 w 2164792"/>
                <a:gd name="csY16" fmla="*/ 920902 h 1038868"/>
                <a:gd name="csX17" fmla="*/ 933425 w 2164792"/>
                <a:gd name="csY17" fmla="*/ 939825 h 1038868"/>
                <a:gd name="csX18" fmla="*/ 944576 w 2164792"/>
                <a:gd name="csY18" fmla="*/ 942962 h 1038868"/>
                <a:gd name="csX19" fmla="*/ 946093 w 2164792"/>
                <a:gd name="csY19" fmla="*/ 968699 h 1038868"/>
                <a:gd name="csX20" fmla="*/ 954964 w 2164792"/>
                <a:gd name="csY20" fmla="*/ 975074 h 1038868"/>
                <a:gd name="csX21" fmla="*/ 959943 w 2164792"/>
                <a:gd name="csY21" fmla="*/ 992702 h 1038868"/>
                <a:gd name="csX22" fmla="*/ 979532 w 2164792"/>
                <a:gd name="csY22" fmla="*/ 995191 h 1038868"/>
                <a:gd name="csX23" fmla="*/ 993712 w 2164792"/>
                <a:gd name="csY23" fmla="*/ 1005357 h 1038868"/>
                <a:gd name="csX24" fmla="*/ 1013308 w 2164792"/>
                <a:gd name="csY24" fmla="*/ 1005357 h 1038868"/>
                <a:gd name="csX25" fmla="*/ 1018934 w 2164792"/>
                <a:gd name="csY25" fmla="*/ 1012489 h 1038868"/>
                <a:gd name="csX26" fmla="*/ 1035927 w 2164792"/>
                <a:gd name="csY26" fmla="*/ 1012272 h 1038868"/>
                <a:gd name="csX27" fmla="*/ 1034955 w 2164792"/>
                <a:gd name="csY27" fmla="*/ 994435 h 1038868"/>
                <a:gd name="csX28" fmla="*/ 1028243 w 2164792"/>
                <a:gd name="csY28" fmla="*/ 953446 h 1038868"/>
                <a:gd name="csX29" fmla="*/ 1034625 w 2164792"/>
                <a:gd name="csY29" fmla="*/ 938200 h 1038868"/>
                <a:gd name="csX30" fmla="*/ 1067099 w 2164792"/>
                <a:gd name="csY30" fmla="*/ 909110 h 1038868"/>
                <a:gd name="csX31" fmla="*/ 1101624 w 2164792"/>
                <a:gd name="csY31" fmla="*/ 888460 h 1038868"/>
                <a:gd name="csX32" fmla="*/ 1128688 w 2164792"/>
                <a:gd name="csY32" fmla="*/ 866077 h 1038868"/>
                <a:gd name="csX33" fmla="*/ 1157587 w 2164792"/>
                <a:gd name="csY33" fmla="*/ 854608 h 1038868"/>
                <a:gd name="csX34" fmla="*/ 1183450 w 2164792"/>
                <a:gd name="csY34" fmla="*/ 854177 h 1038868"/>
                <a:gd name="csX35" fmla="*/ 1211809 w 2164792"/>
                <a:gd name="csY35" fmla="*/ 862178 h 1038868"/>
                <a:gd name="csX36" fmla="*/ 1220579 w 2164792"/>
                <a:gd name="csY36" fmla="*/ 862070 h 1038868"/>
                <a:gd name="csX37" fmla="*/ 1233240 w 2164792"/>
                <a:gd name="csY37" fmla="*/ 863803 h 1038868"/>
                <a:gd name="csX38" fmla="*/ 1222090 w 2164792"/>
                <a:gd name="csY38" fmla="*/ 850392 h 1038868"/>
                <a:gd name="csX39" fmla="*/ 1232701 w 2164792"/>
                <a:gd name="csY39" fmla="*/ 847147 h 1038868"/>
                <a:gd name="csX40" fmla="*/ 1243737 w 2164792"/>
                <a:gd name="csY40" fmla="*/ 858501 h 1038868"/>
                <a:gd name="csX41" fmla="*/ 1253046 w 2164792"/>
                <a:gd name="csY41" fmla="*/ 868235 h 1038868"/>
                <a:gd name="csX42" fmla="*/ 1251967 w 2164792"/>
                <a:gd name="csY42" fmla="*/ 875049 h 1038868"/>
                <a:gd name="csX43" fmla="*/ 1274261 w 2164792"/>
                <a:gd name="csY43" fmla="*/ 878618 h 1038868"/>
                <a:gd name="csX44" fmla="*/ 1278160 w 2164792"/>
                <a:gd name="csY44" fmla="*/ 872020 h 1038868"/>
                <a:gd name="csX45" fmla="*/ 1285736 w 2164792"/>
                <a:gd name="csY45" fmla="*/ 871480 h 1038868"/>
                <a:gd name="csX46" fmla="*/ 1290283 w 2164792"/>
                <a:gd name="csY46" fmla="*/ 877214 h 1038868"/>
                <a:gd name="csX47" fmla="*/ 1294175 w 2164792"/>
                <a:gd name="csY47" fmla="*/ 878402 h 1038868"/>
                <a:gd name="csX48" fmla="*/ 1297642 w 2164792"/>
                <a:gd name="csY48" fmla="*/ 876236 h 1038868"/>
                <a:gd name="csX49" fmla="*/ 1299808 w 2164792"/>
                <a:gd name="csY49" fmla="*/ 869639 h 1038868"/>
                <a:gd name="csX50" fmla="*/ 1306189 w 2164792"/>
                <a:gd name="csY50" fmla="*/ 867048 h 1038868"/>
                <a:gd name="csX51" fmla="*/ 1312146 w 2164792"/>
                <a:gd name="csY51" fmla="*/ 871912 h 1038868"/>
                <a:gd name="csX52" fmla="*/ 1333469 w 2164792"/>
                <a:gd name="csY52" fmla="*/ 882186 h 1038868"/>
                <a:gd name="csX53" fmla="*/ 1337361 w 2164792"/>
                <a:gd name="csY53" fmla="*/ 874941 h 1038868"/>
                <a:gd name="csX54" fmla="*/ 1328275 w 2164792"/>
                <a:gd name="csY54" fmla="*/ 868344 h 1038868"/>
                <a:gd name="csX55" fmla="*/ 1316260 w 2164792"/>
                <a:gd name="csY55" fmla="*/ 863371 h 1038868"/>
                <a:gd name="csX56" fmla="*/ 1315714 w 2164792"/>
                <a:gd name="csY56" fmla="*/ 862508 h 1038868"/>
                <a:gd name="csX57" fmla="*/ 1328275 w 2164792"/>
                <a:gd name="csY57" fmla="*/ 849420 h 1038868"/>
                <a:gd name="csX58" fmla="*/ 1326541 w 2164792"/>
                <a:gd name="csY58" fmla="*/ 840118 h 1038868"/>
                <a:gd name="csX59" fmla="*/ 1311390 w 2164792"/>
                <a:gd name="csY59" fmla="*/ 846931 h 1038868"/>
                <a:gd name="csX60" fmla="*/ 1307275 w 2164792"/>
                <a:gd name="csY60" fmla="*/ 842607 h 1038868"/>
                <a:gd name="csX61" fmla="*/ 1358361 w 2164792"/>
                <a:gd name="csY61" fmla="*/ 828548 h 1038868"/>
                <a:gd name="csX62" fmla="*/ 1370159 w 2164792"/>
                <a:gd name="csY62" fmla="*/ 825303 h 1038868"/>
                <a:gd name="csX63" fmla="*/ 1375353 w 2164792"/>
                <a:gd name="csY63" fmla="*/ 815575 h 1038868"/>
                <a:gd name="csX64" fmla="*/ 1376001 w 2164792"/>
                <a:gd name="csY64" fmla="*/ 815359 h 1038868"/>
                <a:gd name="csX65" fmla="*/ 1381849 w 2164792"/>
                <a:gd name="csY65" fmla="*/ 826821 h 1038868"/>
                <a:gd name="csX66" fmla="*/ 1390505 w 2164792"/>
                <a:gd name="csY66" fmla="*/ 830606 h 1038868"/>
                <a:gd name="csX67" fmla="*/ 1436834 w 2164792"/>
                <a:gd name="csY67" fmla="*/ 826065 h 1038868"/>
                <a:gd name="csX68" fmla="*/ 1472223 w 2164792"/>
                <a:gd name="csY68" fmla="*/ 844017 h 1038868"/>
                <a:gd name="csX69" fmla="*/ 1478827 w 2164792"/>
                <a:gd name="csY69" fmla="*/ 854392 h 1038868"/>
                <a:gd name="csX70" fmla="*/ 1490841 w 2164792"/>
                <a:gd name="csY70" fmla="*/ 858069 h 1038868"/>
                <a:gd name="csX71" fmla="*/ 1505020 w 2164792"/>
                <a:gd name="csY71" fmla="*/ 848665 h 1038868"/>
                <a:gd name="csX72" fmla="*/ 1512056 w 2164792"/>
                <a:gd name="csY72" fmla="*/ 838822 h 1038868"/>
                <a:gd name="csX73" fmla="*/ 1524934 w 2164792"/>
                <a:gd name="csY73" fmla="*/ 837527 h 1038868"/>
                <a:gd name="csX74" fmla="*/ 1549401 w 2164792"/>
                <a:gd name="csY74" fmla="*/ 859479 h 1038868"/>
                <a:gd name="csX75" fmla="*/ 1551674 w 2164792"/>
                <a:gd name="csY75" fmla="*/ 865968 h 1038868"/>
                <a:gd name="csX76" fmla="*/ 1564984 w 2164792"/>
                <a:gd name="csY76" fmla="*/ 877322 h 1038868"/>
                <a:gd name="csX77" fmla="*/ 1572559 w 2164792"/>
                <a:gd name="csY77" fmla="*/ 881755 h 1038868"/>
                <a:gd name="csX78" fmla="*/ 1576674 w 2164792"/>
                <a:gd name="csY78" fmla="*/ 905866 h 1038868"/>
                <a:gd name="csX79" fmla="*/ 1568774 w 2164792"/>
                <a:gd name="csY79" fmla="*/ 930415 h 1038868"/>
                <a:gd name="csX80" fmla="*/ 1575264 w 2164792"/>
                <a:gd name="csY80" fmla="*/ 932796 h 1038868"/>
                <a:gd name="csX81" fmla="*/ 1582516 w 2164792"/>
                <a:gd name="csY81" fmla="*/ 927278 h 1038868"/>
                <a:gd name="csX82" fmla="*/ 1585875 w 2164792"/>
                <a:gd name="csY82" fmla="*/ 933876 h 1038868"/>
                <a:gd name="csX83" fmla="*/ 1576998 w 2164792"/>
                <a:gd name="csY83" fmla="*/ 950639 h 1038868"/>
                <a:gd name="csX84" fmla="*/ 1592149 w 2164792"/>
                <a:gd name="csY84" fmla="*/ 971182 h 1038868"/>
                <a:gd name="csX85" fmla="*/ 1593343 w 2164792"/>
                <a:gd name="csY85" fmla="*/ 968153 h 1038868"/>
                <a:gd name="csX86" fmla="*/ 1598105 w 2164792"/>
                <a:gd name="csY86" fmla="*/ 967721 h 1038868"/>
                <a:gd name="csX87" fmla="*/ 1599185 w 2164792"/>
                <a:gd name="csY87" fmla="*/ 986536 h 1038868"/>
                <a:gd name="csX88" fmla="*/ 1607090 w 2164792"/>
                <a:gd name="csY88" fmla="*/ 994759 h 1038868"/>
                <a:gd name="csX89" fmla="*/ 1614882 w 2164792"/>
                <a:gd name="csY89" fmla="*/ 1009898 h 1038868"/>
                <a:gd name="csX90" fmla="*/ 1626026 w 2164792"/>
                <a:gd name="csY90" fmla="*/ 1015841 h 1038868"/>
                <a:gd name="csX91" fmla="*/ 1631982 w 2164792"/>
                <a:gd name="csY91" fmla="*/ 1026223 h 1038868"/>
                <a:gd name="csX92" fmla="*/ 1631982 w 2164792"/>
                <a:gd name="csY92" fmla="*/ 1032065 h 1038868"/>
                <a:gd name="csX93" fmla="*/ 1633062 w 2164792"/>
                <a:gd name="csY93" fmla="*/ 1037469 h 1038868"/>
                <a:gd name="csX94" fmla="*/ 1640536 w 2164792"/>
                <a:gd name="csY94" fmla="*/ 1038123 h 1038868"/>
                <a:gd name="csX95" fmla="*/ 1660989 w 2164792"/>
                <a:gd name="csY95" fmla="*/ 1029360 h 1038868"/>
                <a:gd name="csX96" fmla="*/ 1664564 w 2164792"/>
                <a:gd name="csY96" fmla="*/ 1018762 h 1038868"/>
                <a:gd name="csX97" fmla="*/ 1670082 w 2164792"/>
                <a:gd name="csY97" fmla="*/ 1009790 h 1038868"/>
                <a:gd name="csX98" fmla="*/ 1672572 w 2164792"/>
                <a:gd name="csY98" fmla="*/ 965454 h 1038868"/>
                <a:gd name="csX99" fmla="*/ 1653198 w 2164792"/>
                <a:gd name="csY99" fmla="*/ 913003 h 1038868"/>
                <a:gd name="csX100" fmla="*/ 1653630 w 2164792"/>
                <a:gd name="csY100" fmla="*/ 902951 h 1038868"/>
                <a:gd name="csX101" fmla="*/ 1638047 w 2164792"/>
                <a:gd name="csY101" fmla="*/ 873646 h 1038868"/>
                <a:gd name="csX102" fmla="*/ 1624731 w 2164792"/>
                <a:gd name="csY102" fmla="*/ 837959 h 1038868"/>
                <a:gd name="csX103" fmla="*/ 1618558 w 2164792"/>
                <a:gd name="csY103" fmla="*/ 811790 h 1038868"/>
                <a:gd name="csX104" fmla="*/ 1621918 w 2164792"/>
                <a:gd name="csY104" fmla="*/ 804545 h 1038868"/>
                <a:gd name="csX105" fmla="*/ 1620940 w 2164792"/>
                <a:gd name="csY105" fmla="*/ 798703 h 1038868"/>
                <a:gd name="csX106" fmla="*/ 1625378 w 2164792"/>
                <a:gd name="csY106" fmla="*/ 792105 h 1038868"/>
                <a:gd name="csX107" fmla="*/ 1628299 w 2164792"/>
                <a:gd name="csY107" fmla="*/ 784968 h 1038868"/>
                <a:gd name="csX108" fmla="*/ 1628299 w 2164792"/>
                <a:gd name="csY108" fmla="*/ 779564 h 1038868"/>
                <a:gd name="csX109" fmla="*/ 1633170 w 2164792"/>
                <a:gd name="csY109" fmla="*/ 773182 h 1038868"/>
                <a:gd name="csX110" fmla="*/ 1640421 w 2164792"/>
                <a:gd name="csY110" fmla="*/ 757612 h 1038868"/>
                <a:gd name="csX111" fmla="*/ 1639342 w 2164792"/>
                <a:gd name="csY111" fmla="*/ 756317 h 1038868"/>
                <a:gd name="csX112" fmla="*/ 1649731 w 2164792"/>
                <a:gd name="csY112" fmla="*/ 751986 h 1038868"/>
                <a:gd name="csX113" fmla="*/ 1658284 w 2164792"/>
                <a:gd name="csY113" fmla="*/ 743769 h 1038868"/>
                <a:gd name="csX114" fmla="*/ 1658284 w 2164792"/>
                <a:gd name="csY114" fmla="*/ 742474 h 1038868"/>
                <a:gd name="csX115" fmla="*/ 1661421 w 2164792"/>
                <a:gd name="csY115" fmla="*/ 739121 h 1038868"/>
                <a:gd name="csX116" fmla="*/ 1681449 w 2164792"/>
                <a:gd name="csY116" fmla="*/ 730904 h 1038868"/>
                <a:gd name="csX117" fmla="*/ 1692809 w 2164792"/>
                <a:gd name="csY117" fmla="*/ 718788 h 1038868"/>
                <a:gd name="csX118" fmla="*/ 1699413 w 2164792"/>
                <a:gd name="csY118" fmla="*/ 716197 h 1038868"/>
                <a:gd name="csX119" fmla="*/ 1704068 w 2164792"/>
                <a:gd name="csY119" fmla="*/ 713061 h 1038868"/>
                <a:gd name="csX120" fmla="*/ 1708506 w 2164792"/>
                <a:gd name="csY120" fmla="*/ 702031 h 1038868"/>
                <a:gd name="csX121" fmla="*/ 1724959 w 2164792"/>
                <a:gd name="csY121" fmla="*/ 685267 h 1038868"/>
                <a:gd name="csX122" fmla="*/ 1737081 w 2164792"/>
                <a:gd name="csY122" fmla="*/ 681374 h 1038868"/>
                <a:gd name="csX123" fmla="*/ 1753204 w 2164792"/>
                <a:gd name="csY123" fmla="*/ 680618 h 1038868"/>
                <a:gd name="csX124" fmla="*/ 1762945 w 2164792"/>
                <a:gd name="csY124" fmla="*/ 663962 h 1038868"/>
                <a:gd name="csX125" fmla="*/ 1793469 w 2164792"/>
                <a:gd name="csY125" fmla="*/ 649364 h 1038868"/>
                <a:gd name="csX126" fmla="*/ 1807649 w 2164792"/>
                <a:gd name="csY126" fmla="*/ 648500 h 1038868"/>
                <a:gd name="csX127" fmla="*/ 1813605 w 2164792"/>
                <a:gd name="csY127" fmla="*/ 636930 h 1038868"/>
                <a:gd name="csX128" fmla="*/ 1804512 w 2164792"/>
                <a:gd name="csY128" fmla="*/ 631196 h 1038868"/>
                <a:gd name="csX129" fmla="*/ 1805915 w 2164792"/>
                <a:gd name="csY129" fmla="*/ 629361 h 1038868"/>
                <a:gd name="csX130" fmla="*/ 1805375 w 2164792"/>
                <a:gd name="csY130" fmla="*/ 622224 h 1038868"/>
                <a:gd name="csX131" fmla="*/ 1823886 w 2164792"/>
                <a:gd name="csY131" fmla="*/ 621576 h 1038868"/>
                <a:gd name="csX132" fmla="*/ 1834706 w 2164792"/>
                <a:gd name="csY132" fmla="*/ 608057 h 1038868"/>
                <a:gd name="csX133" fmla="*/ 1828324 w 2164792"/>
                <a:gd name="csY133" fmla="*/ 597027 h 1038868"/>
                <a:gd name="csX134" fmla="*/ 1811548 w 2164792"/>
                <a:gd name="csY134" fmla="*/ 596056 h 1038868"/>
                <a:gd name="csX135" fmla="*/ 1822044 w 2164792"/>
                <a:gd name="csY135" fmla="*/ 590429 h 1038868"/>
                <a:gd name="csX136" fmla="*/ 1833735 w 2164792"/>
                <a:gd name="csY136" fmla="*/ 591839 h 1038868"/>
                <a:gd name="csX137" fmla="*/ 1842720 w 2164792"/>
                <a:gd name="csY137" fmla="*/ 609683 h 1038868"/>
                <a:gd name="csX138" fmla="*/ 1839469 w 2164792"/>
                <a:gd name="csY138" fmla="*/ 626008 h 1038868"/>
                <a:gd name="csX139" fmla="*/ 1845641 w 2164792"/>
                <a:gd name="csY139" fmla="*/ 619519 h 1038868"/>
                <a:gd name="csX140" fmla="*/ 1847806 w 2164792"/>
                <a:gd name="csY140" fmla="*/ 601459 h 1038868"/>
                <a:gd name="csX141" fmla="*/ 1833627 w 2164792"/>
                <a:gd name="csY141" fmla="*/ 578428 h 1038868"/>
                <a:gd name="csX142" fmla="*/ 1828108 w 2164792"/>
                <a:gd name="csY142" fmla="*/ 560152 h 1038868"/>
                <a:gd name="csX143" fmla="*/ 1823994 w 2164792"/>
                <a:gd name="csY143" fmla="*/ 556584 h 1038868"/>
                <a:gd name="csX144" fmla="*/ 1820419 w 2164792"/>
                <a:gd name="csY144" fmla="*/ 556260 h 1038868"/>
                <a:gd name="csX145" fmla="*/ 1808081 w 2164792"/>
                <a:gd name="csY145" fmla="*/ 556368 h 1038868"/>
                <a:gd name="csX146" fmla="*/ 1812195 w 2164792"/>
                <a:gd name="csY146" fmla="*/ 546310 h 1038868"/>
                <a:gd name="csX147" fmla="*/ 1808843 w 2164792"/>
                <a:gd name="csY147" fmla="*/ 539280 h 1038868"/>
                <a:gd name="csX148" fmla="*/ 1811656 w 2164792"/>
                <a:gd name="csY148" fmla="*/ 536035 h 1038868"/>
                <a:gd name="csX149" fmla="*/ 1814900 w 2164792"/>
                <a:gd name="csY149" fmla="*/ 532575 h 1038868"/>
                <a:gd name="csX150" fmla="*/ 1811332 w 2164792"/>
                <a:gd name="csY150" fmla="*/ 512248 h 1038868"/>
                <a:gd name="csX151" fmla="*/ 1807757 w 2164792"/>
                <a:gd name="csY151" fmla="*/ 505651 h 1038868"/>
                <a:gd name="csX152" fmla="*/ 1808189 w 2164792"/>
                <a:gd name="csY152" fmla="*/ 505435 h 1038868"/>
                <a:gd name="csX153" fmla="*/ 1810570 w 2164792"/>
                <a:gd name="csY153" fmla="*/ 500786 h 1038868"/>
                <a:gd name="csX154" fmla="*/ 1811763 w 2164792"/>
                <a:gd name="csY154" fmla="*/ 497002 h 1038868"/>
                <a:gd name="csX155" fmla="*/ 1806239 w 2164792"/>
                <a:gd name="csY155" fmla="*/ 485648 h 1038868"/>
                <a:gd name="csX156" fmla="*/ 1805052 w 2164792"/>
                <a:gd name="csY156" fmla="*/ 479482 h 1038868"/>
                <a:gd name="csX157" fmla="*/ 1808081 w 2164792"/>
                <a:gd name="csY157" fmla="*/ 460667 h 1038868"/>
                <a:gd name="csX158" fmla="*/ 1811109 w 2164792"/>
                <a:gd name="csY158" fmla="*/ 455041 h 1038868"/>
                <a:gd name="csX159" fmla="*/ 1822260 w 2164792"/>
                <a:gd name="csY159" fmla="*/ 443147 h 1038868"/>
                <a:gd name="csX160" fmla="*/ 1825505 w 2164792"/>
                <a:gd name="csY160" fmla="*/ 444119 h 1038868"/>
                <a:gd name="csX161" fmla="*/ 1825505 w 2164792"/>
                <a:gd name="csY161" fmla="*/ 447256 h 1038868"/>
                <a:gd name="csX162" fmla="*/ 1823016 w 2164792"/>
                <a:gd name="csY162" fmla="*/ 453098 h 1038868"/>
                <a:gd name="csX163" fmla="*/ 1819339 w 2164792"/>
                <a:gd name="csY163" fmla="*/ 458825 h 1038868"/>
                <a:gd name="csX164" fmla="*/ 1816958 w 2164792"/>
                <a:gd name="csY164" fmla="*/ 464776 h 1038868"/>
                <a:gd name="csX165" fmla="*/ 1816958 w 2164792"/>
                <a:gd name="csY165" fmla="*/ 473856 h 1038868"/>
                <a:gd name="csX166" fmla="*/ 1821504 w 2164792"/>
                <a:gd name="csY166" fmla="*/ 479590 h 1038868"/>
                <a:gd name="csX167" fmla="*/ 1818253 w 2164792"/>
                <a:gd name="csY167" fmla="*/ 483699 h 1038868"/>
                <a:gd name="csX168" fmla="*/ 1816418 w 2164792"/>
                <a:gd name="csY168" fmla="*/ 487915 h 1038868"/>
                <a:gd name="csX169" fmla="*/ 1818475 w 2164792"/>
                <a:gd name="csY169" fmla="*/ 492785 h 1038868"/>
                <a:gd name="csX170" fmla="*/ 1826915 w 2164792"/>
                <a:gd name="csY170" fmla="*/ 500139 h 1038868"/>
                <a:gd name="csX171" fmla="*/ 1829836 w 2164792"/>
                <a:gd name="csY171" fmla="*/ 507384 h 1038868"/>
                <a:gd name="csX172" fmla="*/ 1834598 w 2164792"/>
                <a:gd name="csY172" fmla="*/ 511600 h 1038868"/>
                <a:gd name="csX173" fmla="*/ 1827562 w 2164792"/>
                <a:gd name="csY173" fmla="*/ 528574 h 1038868"/>
                <a:gd name="csX174" fmla="*/ 1827454 w 2164792"/>
                <a:gd name="csY174" fmla="*/ 545986 h 1038868"/>
                <a:gd name="csX175" fmla="*/ 1835468 w 2164792"/>
                <a:gd name="csY175" fmla="*/ 540906 h 1038868"/>
                <a:gd name="csX176" fmla="*/ 1848346 w 2164792"/>
                <a:gd name="csY176" fmla="*/ 515169 h 1038868"/>
                <a:gd name="csX177" fmla="*/ 1854296 w 2164792"/>
                <a:gd name="csY177" fmla="*/ 508356 h 1038868"/>
                <a:gd name="csX178" fmla="*/ 1858950 w 2164792"/>
                <a:gd name="csY178" fmla="*/ 478834 h 1038868"/>
                <a:gd name="csX179" fmla="*/ 1848130 w 2164792"/>
                <a:gd name="csY179" fmla="*/ 460991 h 1038868"/>
                <a:gd name="csX180" fmla="*/ 1851375 w 2164792"/>
                <a:gd name="csY180" fmla="*/ 451364 h 1038868"/>
                <a:gd name="csX181" fmla="*/ 1865123 w 2164792"/>
                <a:gd name="csY181" fmla="*/ 458178 h 1038868"/>
                <a:gd name="csX182" fmla="*/ 1865446 w 2164792"/>
                <a:gd name="csY182" fmla="*/ 470287 h 1038868"/>
                <a:gd name="csX183" fmla="*/ 1871295 w 2164792"/>
                <a:gd name="csY183" fmla="*/ 470072 h 1038868"/>
                <a:gd name="csX184" fmla="*/ 1882223 w 2164792"/>
                <a:gd name="csY184" fmla="*/ 452126 h 1038868"/>
                <a:gd name="csX185" fmla="*/ 1894777 w 2164792"/>
                <a:gd name="csY185" fmla="*/ 437413 h 1038868"/>
                <a:gd name="csX186" fmla="*/ 1897698 w 2164792"/>
                <a:gd name="csY186" fmla="*/ 404324 h 1038868"/>
                <a:gd name="csX187" fmla="*/ 1891532 w 2164792"/>
                <a:gd name="csY187" fmla="*/ 401517 h 1038868"/>
                <a:gd name="csX188" fmla="*/ 1901921 w 2164792"/>
                <a:gd name="csY188" fmla="*/ 395999 h 1038868"/>
                <a:gd name="csX189" fmla="*/ 1924870 w 2164792"/>
                <a:gd name="csY189" fmla="*/ 396862 h 1038868"/>
                <a:gd name="csX190" fmla="*/ 1957337 w 2164792"/>
                <a:gd name="csY190" fmla="*/ 390487 h 1038868"/>
                <a:gd name="csX191" fmla="*/ 1978877 w 2164792"/>
                <a:gd name="csY191" fmla="*/ 378587 h 1038868"/>
                <a:gd name="csX192" fmla="*/ 1959179 w 2164792"/>
                <a:gd name="csY192" fmla="*/ 378587 h 1038868"/>
                <a:gd name="csX193" fmla="*/ 1945107 w 2164792"/>
                <a:gd name="csY193" fmla="*/ 384321 h 1038868"/>
                <a:gd name="csX194" fmla="*/ 1916424 w 2164792"/>
                <a:gd name="csY194" fmla="*/ 380213 h 1038868"/>
                <a:gd name="csX195" fmla="*/ 1943266 w 2164792"/>
                <a:gd name="csY195" fmla="*/ 367773 h 1038868"/>
                <a:gd name="csX196" fmla="*/ 1983315 w 2164792"/>
                <a:gd name="csY196" fmla="*/ 365182 h 1038868"/>
                <a:gd name="csX197" fmla="*/ 2011674 w 2164792"/>
                <a:gd name="csY197" fmla="*/ 356743 h 1038868"/>
                <a:gd name="csX198" fmla="*/ 2022495 w 2164792"/>
                <a:gd name="csY198" fmla="*/ 353289 h 1038868"/>
                <a:gd name="csX199" fmla="*/ 2028127 w 2164792"/>
                <a:gd name="csY199" fmla="*/ 357829 h 1038868"/>
                <a:gd name="csX200" fmla="*/ 2054213 w 2164792"/>
                <a:gd name="csY200" fmla="*/ 347339 h 1038868"/>
                <a:gd name="csX201" fmla="*/ 2050206 w 2164792"/>
                <a:gd name="csY201" fmla="*/ 333064 h 1038868"/>
                <a:gd name="csX202" fmla="*/ 2043494 w 2164792"/>
                <a:gd name="csY202" fmla="*/ 331445 h 1038868"/>
                <a:gd name="csX203" fmla="*/ 2043926 w 2164792"/>
                <a:gd name="csY203" fmla="*/ 338906 h 1038868"/>
                <a:gd name="csX204" fmla="*/ 2043278 w 2164792"/>
                <a:gd name="csY204" fmla="*/ 344742 h 1038868"/>
                <a:gd name="csX205" fmla="*/ 2030508 w 2164792"/>
                <a:gd name="csY205" fmla="*/ 344310 h 1038868"/>
                <a:gd name="csX206" fmla="*/ 2017300 w 2164792"/>
                <a:gd name="csY206" fmla="*/ 325819 h 1038868"/>
                <a:gd name="csX207" fmla="*/ 2011674 w 2164792"/>
                <a:gd name="csY207" fmla="*/ 323653 h 1038868"/>
                <a:gd name="csX208" fmla="*/ 2014487 w 2164792"/>
                <a:gd name="csY208" fmla="*/ 314789 h 1038868"/>
                <a:gd name="csX209" fmla="*/ 2025206 w 2164792"/>
                <a:gd name="csY209" fmla="*/ 303543 h 1038868"/>
                <a:gd name="csX210" fmla="*/ 2022063 w 2164792"/>
                <a:gd name="csY210" fmla="*/ 292513 h 1038868"/>
                <a:gd name="csX211" fmla="*/ 2046199 w 2164792"/>
                <a:gd name="csY211" fmla="*/ 258343 h 1038868"/>
                <a:gd name="csX212" fmla="*/ 2066875 w 2164792"/>
                <a:gd name="csY212" fmla="*/ 250990 h 1038868"/>
                <a:gd name="csX213" fmla="*/ 2075644 w 2164792"/>
                <a:gd name="csY213" fmla="*/ 246012 h 1038868"/>
                <a:gd name="csX214" fmla="*/ 2082350 w 2164792"/>
                <a:gd name="csY214" fmla="*/ 243415 h 1038868"/>
                <a:gd name="csX215" fmla="*/ 2084083 w 2164792"/>
                <a:gd name="csY215" fmla="*/ 237903 h 1038868"/>
                <a:gd name="csX216" fmla="*/ 2084083 w 2164792"/>
                <a:gd name="csY216" fmla="*/ 232169 h 1038868"/>
                <a:gd name="csX217" fmla="*/ 2088198 w 2164792"/>
                <a:gd name="csY217" fmla="*/ 227952 h 1038868"/>
                <a:gd name="csX218" fmla="*/ 2092199 w 2164792"/>
                <a:gd name="csY218" fmla="*/ 226981 h 1038868"/>
                <a:gd name="csX219" fmla="*/ 2097615 w 2164792"/>
                <a:gd name="csY219" fmla="*/ 228822 h 1038868"/>
                <a:gd name="csX220" fmla="*/ 2100968 w 2164792"/>
                <a:gd name="csY220" fmla="*/ 233578 h 1038868"/>
                <a:gd name="csX221" fmla="*/ 2109953 w 2164792"/>
                <a:gd name="csY221" fmla="*/ 234442 h 1038868"/>
                <a:gd name="csX222" fmla="*/ 2110925 w 2164792"/>
                <a:gd name="csY222" fmla="*/ 234874 h 1038868"/>
                <a:gd name="csX223" fmla="*/ 2120882 w 2164792"/>
                <a:gd name="csY223" fmla="*/ 226009 h 1038868"/>
                <a:gd name="csX224" fmla="*/ 2127593 w 2164792"/>
                <a:gd name="csY224" fmla="*/ 226009 h 1038868"/>
                <a:gd name="csX225" fmla="*/ 2135493 w 2164792"/>
                <a:gd name="csY225" fmla="*/ 220707 h 1038868"/>
                <a:gd name="csX226" fmla="*/ 2143723 w 2164792"/>
                <a:gd name="csY226" fmla="*/ 221361 h 1038868"/>
                <a:gd name="csX227" fmla="*/ 2150866 w 2164792"/>
                <a:gd name="csY227" fmla="*/ 215951 h 1038868"/>
                <a:gd name="csX228" fmla="*/ 2156384 w 2164792"/>
                <a:gd name="csY228" fmla="*/ 214331 h 1038868"/>
                <a:gd name="csX229" fmla="*/ 2163420 w 2164792"/>
                <a:gd name="csY229" fmla="*/ 202863 h 1038868"/>
                <a:gd name="csX230" fmla="*/ 2158550 w 2164792"/>
                <a:gd name="csY230" fmla="*/ 199079 h 1038868"/>
                <a:gd name="csX231" fmla="*/ 2157362 w 2164792"/>
                <a:gd name="csY231" fmla="*/ 191510 h 1038868"/>
                <a:gd name="csX232" fmla="*/ 2153032 w 2164792"/>
                <a:gd name="csY232" fmla="*/ 189890 h 1038868"/>
                <a:gd name="csX233" fmla="*/ 2153032 w 2164792"/>
                <a:gd name="csY233" fmla="*/ 172155 h 1038868"/>
                <a:gd name="csX234" fmla="*/ 2137226 w 2164792"/>
                <a:gd name="csY234" fmla="*/ 169558 h 1038868"/>
                <a:gd name="csX235" fmla="*/ 2133874 w 2164792"/>
                <a:gd name="csY235" fmla="*/ 101651 h 1038868"/>
                <a:gd name="csX236" fmla="*/ 2115903 w 2164792"/>
                <a:gd name="csY236" fmla="*/ 85973 h 1038868"/>
                <a:gd name="csX237" fmla="*/ 2094256 w 2164792"/>
                <a:gd name="csY237" fmla="*/ 97434 h 1038868"/>
                <a:gd name="csX238" fmla="*/ 2088414 w 2164792"/>
                <a:gd name="csY238" fmla="*/ 92564 h 1038868"/>
                <a:gd name="csX239" fmla="*/ 2087220 w 2164792"/>
                <a:gd name="csY239" fmla="*/ 84671 h 1038868"/>
                <a:gd name="csX240" fmla="*/ 2080946 w 2164792"/>
                <a:gd name="csY240" fmla="*/ 80346 h 1038868"/>
                <a:gd name="csX241" fmla="*/ 2051178 w 2164792"/>
                <a:gd name="csY241" fmla="*/ 120250 h 1038868"/>
                <a:gd name="csX242" fmla="*/ 2049450 w 2164792"/>
                <a:gd name="csY242" fmla="*/ 133877 h 1038868"/>
                <a:gd name="csX243" fmla="*/ 2040897 w 2164792"/>
                <a:gd name="csY243" fmla="*/ 145123 h 1038868"/>
                <a:gd name="csX244" fmla="*/ 2042415 w 2164792"/>
                <a:gd name="csY244" fmla="*/ 160261 h 1038868"/>
                <a:gd name="csX245" fmla="*/ 2022603 w 2164792"/>
                <a:gd name="csY245" fmla="*/ 175939 h 1038868"/>
                <a:gd name="csX246" fmla="*/ 2017840 w 2164792"/>
                <a:gd name="csY246" fmla="*/ 187617 h 1038868"/>
                <a:gd name="csX247" fmla="*/ 2001825 w 2164792"/>
                <a:gd name="csY247" fmla="*/ 182213 h 1038868"/>
                <a:gd name="csX248" fmla="*/ 1996307 w 2164792"/>
                <a:gd name="csY248" fmla="*/ 194754 h 1038868"/>
                <a:gd name="csX249" fmla="*/ 1869669 w 2164792"/>
                <a:gd name="csY249" fmla="*/ 194754 h 1038868"/>
                <a:gd name="csX250" fmla="*/ 1814037 w 2164792"/>
                <a:gd name="csY250" fmla="*/ 234118 h 1038868"/>
                <a:gd name="csX251" fmla="*/ 1821288 w 2164792"/>
                <a:gd name="csY251" fmla="*/ 258013 h 1038868"/>
                <a:gd name="csX252" fmla="*/ 1810462 w 2164792"/>
                <a:gd name="csY252" fmla="*/ 266992 h 1038868"/>
                <a:gd name="csX253" fmla="*/ 1799857 w 2164792"/>
                <a:gd name="csY253" fmla="*/ 275857 h 1038868"/>
                <a:gd name="csX254" fmla="*/ 1769549 w 2164792"/>
                <a:gd name="csY254" fmla="*/ 281915 h 1038868"/>
                <a:gd name="csX255" fmla="*/ 1759376 w 2164792"/>
                <a:gd name="csY255" fmla="*/ 276727 h 1038868"/>
                <a:gd name="csX256" fmla="*/ 1735671 w 2164792"/>
                <a:gd name="csY256" fmla="*/ 274669 h 1038868"/>
                <a:gd name="csX257" fmla="*/ 1715974 w 2164792"/>
                <a:gd name="csY257" fmla="*/ 280727 h 1038868"/>
                <a:gd name="csX258" fmla="*/ 1719873 w 2164792"/>
                <a:gd name="csY258" fmla="*/ 293700 h 1038868"/>
                <a:gd name="csX259" fmla="*/ 1720520 w 2164792"/>
                <a:gd name="csY259" fmla="*/ 296297 h 1038868"/>
                <a:gd name="csX260" fmla="*/ 1716945 w 2164792"/>
                <a:gd name="csY260" fmla="*/ 304298 h 1038868"/>
                <a:gd name="csX261" fmla="*/ 1667701 w 2164792"/>
                <a:gd name="csY261" fmla="*/ 333820 h 1038868"/>
                <a:gd name="csX262" fmla="*/ 1623759 w 2164792"/>
                <a:gd name="csY262" fmla="*/ 349720 h 1038868"/>
                <a:gd name="csX263" fmla="*/ 1607414 w 2164792"/>
                <a:gd name="csY263" fmla="*/ 361290 h 1038868"/>
                <a:gd name="csX264" fmla="*/ 1575810 w 2164792"/>
                <a:gd name="csY264" fmla="*/ 363341 h 1038868"/>
                <a:gd name="csX265" fmla="*/ 1546149 w 2164792"/>
                <a:gd name="csY265" fmla="*/ 346475 h 1038868"/>
                <a:gd name="csX266" fmla="*/ 1557300 w 2164792"/>
                <a:gd name="csY266" fmla="*/ 331768 h 1038868"/>
                <a:gd name="csX267" fmla="*/ 1556544 w 2164792"/>
                <a:gd name="csY267" fmla="*/ 330790 h 1038868"/>
                <a:gd name="csX268" fmla="*/ 1582516 w 2164792"/>
                <a:gd name="csY268" fmla="*/ 289700 h 1038868"/>
                <a:gd name="csX269" fmla="*/ 1581544 w 2164792"/>
                <a:gd name="csY269" fmla="*/ 287756 h 1038868"/>
                <a:gd name="csX270" fmla="*/ 1574617 w 2164792"/>
                <a:gd name="csY270" fmla="*/ 251314 h 1038868"/>
                <a:gd name="csX271" fmla="*/ 1563034 w 2164792"/>
                <a:gd name="csY271" fmla="*/ 244392 h 1038868"/>
                <a:gd name="csX272" fmla="*/ 1549616 w 2164792"/>
                <a:gd name="csY272" fmla="*/ 252393 h 1038868"/>
                <a:gd name="csX273" fmla="*/ 1535869 w 2164792"/>
                <a:gd name="csY273" fmla="*/ 264071 h 1038868"/>
                <a:gd name="csX274" fmla="*/ 1526344 w 2164792"/>
                <a:gd name="csY274" fmla="*/ 255854 h 1038868"/>
                <a:gd name="csX275" fmla="*/ 1530674 w 2164792"/>
                <a:gd name="csY275" fmla="*/ 244608 h 1038868"/>
                <a:gd name="csX276" fmla="*/ 1539876 w 2164792"/>
                <a:gd name="csY276" fmla="*/ 239744 h 1038868"/>
                <a:gd name="csX277" fmla="*/ 1550372 w 2164792"/>
                <a:gd name="csY277" fmla="*/ 222441 h 1038868"/>
                <a:gd name="csX278" fmla="*/ 1549616 w 2164792"/>
                <a:gd name="csY278" fmla="*/ 205461 h 1038868"/>
                <a:gd name="csX279" fmla="*/ 1547127 w 2164792"/>
                <a:gd name="csY279" fmla="*/ 197352 h 1038868"/>
                <a:gd name="csX280" fmla="*/ 1550048 w 2164792"/>
                <a:gd name="csY280" fmla="*/ 191402 h 1038868"/>
                <a:gd name="csX281" fmla="*/ 1542041 w 2164792"/>
                <a:gd name="csY281" fmla="*/ 182645 h 1038868"/>
                <a:gd name="csX282" fmla="*/ 1521365 w 2164792"/>
                <a:gd name="csY282" fmla="*/ 175508 h 1038868"/>
                <a:gd name="csX283" fmla="*/ 1513358 w 2164792"/>
                <a:gd name="csY283" fmla="*/ 168910 h 1038868"/>
                <a:gd name="csX284" fmla="*/ 1494308 w 2164792"/>
                <a:gd name="csY284" fmla="*/ 167075 h 1038868"/>
                <a:gd name="csX285" fmla="*/ 1488244 w 2164792"/>
                <a:gd name="csY285" fmla="*/ 176911 h 1038868"/>
                <a:gd name="csX286" fmla="*/ 1489546 w 2164792"/>
                <a:gd name="csY286" fmla="*/ 184588 h 1038868"/>
                <a:gd name="csX287" fmla="*/ 1475474 w 2164792"/>
                <a:gd name="csY287" fmla="*/ 190538 h 1038868"/>
                <a:gd name="csX288" fmla="*/ 1472337 w 2164792"/>
                <a:gd name="csY288" fmla="*/ 207626 h 1038868"/>
                <a:gd name="csX289" fmla="*/ 1464215 w 2164792"/>
                <a:gd name="csY289" fmla="*/ 206978 h 1038868"/>
                <a:gd name="csX290" fmla="*/ 1461618 w 2164792"/>
                <a:gd name="csY290" fmla="*/ 196164 h 1038868"/>
                <a:gd name="csX291" fmla="*/ 1442676 w 2164792"/>
                <a:gd name="csY291" fmla="*/ 216167 h 1038868"/>
                <a:gd name="csX292" fmla="*/ 1440835 w 2164792"/>
                <a:gd name="csY292" fmla="*/ 231953 h 1038868"/>
                <a:gd name="csX293" fmla="*/ 1434669 w 2164792"/>
                <a:gd name="csY293" fmla="*/ 244608 h 1038868"/>
                <a:gd name="csX294" fmla="*/ 1435101 w 2164792"/>
                <a:gd name="csY294" fmla="*/ 258013 h 1038868"/>
                <a:gd name="csX295" fmla="*/ 1433691 w 2164792"/>
                <a:gd name="csY295" fmla="*/ 265258 h 1038868"/>
                <a:gd name="csX296" fmla="*/ 1444410 w 2164792"/>
                <a:gd name="csY296" fmla="*/ 295434 h 1038868"/>
                <a:gd name="csX297" fmla="*/ 1439863 w 2164792"/>
                <a:gd name="csY297" fmla="*/ 323869 h 1038868"/>
                <a:gd name="csX298" fmla="*/ 1421791 w 2164792"/>
                <a:gd name="csY298" fmla="*/ 347447 h 1038868"/>
                <a:gd name="csX299" fmla="*/ 1399706 w 2164792"/>
                <a:gd name="csY299" fmla="*/ 353396 h 1038868"/>
                <a:gd name="csX300" fmla="*/ 1391374 w 2164792"/>
                <a:gd name="csY300" fmla="*/ 345935 h 1038868"/>
                <a:gd name="csX301" fmla="*/ 1385964 w 2164792"/>
                <a:gd name="csY301" fmla="*/ 332524 h 1038868"/>
                <a:gd name="csX302" fmla="*/ 1380872 w 2164792"/>
                <a:gd name="csY302" fmla="*/ 323329 h 1038868"/>
                <a:gd name="csX303" fmla="*/ 1383367 w 2164792"/>
                <a:gd name="csY303" fmla="*/ 298571 h 1038868"/>
                <a:gd name="csX304" fmla="*/ 1378166 w 2164792"/>
                <a:gd name="csY304" fmla="*/ 281807 h 1038868"/>
                <a:gd name="csX305" fmla="*/ 1386288 w 2164792"/>
                <a:gd name="csY305" fmla="*/ 255422 h 1038868"/>
                <a:gd name="csX306" fmla="*/ 1385526 w 2164792"/>
                <a:gd name="csY306" fmla="*/ 247091 h 1038868"/>
                <a:gd name="csX307" fmla="*/ 1395921 w 2164792"/>
                <a:gd name="csY307" fmla="*/ 233686 h 1038868"/>
                <a:gd name="csX308" fmla="*/ 1409770 w 2164792"/>
                <a:gd name="csY308" fmla="*/ 191726 h 1038868"/>
                <a:gd name="csX309" fmla="*/ 1405230 w 2164792"/>
                <a:gd name="csY309" fmla="*/ 192595 h 1038868"/>
                <a:gd name="csX310" fmla="*/ 1376655 w 2164792"/>
                <a:gd name="csY310" fmla="*/ 223088 h 1038868"/>
                <a:gd name="csX311" fmla="*/ 1369835 w 2164792"/>
                <a:gd name="csY311" fmla="*/ 222872 h 1038868"/>
                <a:gd name="csX312" fmla="*/ 1368857 w 2164792"/>
                <a:gd name="csY312" fmla="*/ 218332 h 1038868"/>
                <a:gd name="csX313" fmla="*/ 1409231 w 2164792"/>
                <a:gd name="csY313" fmla="*/ 162636 h 1038868"/>
                <a:gd name="csX314" fmla="*/ 1424928 w 2164792"/>
                <a:gd name="csY314" fmla="*/ 161988 h 1038868"/>
                <a:gd name="csX315" fmla="*/ 1427525 w 2164792"/>
                <a:gd name="csY315" fmla="*/ 166205 h 1038868"/>
                <a:gd name="csX316" fmla="*/ 1449496 w 2164792"/>
                <a:gd name="csY316" fmla="*/ 149447 h 1038868"/>
                <a:gd name="csX317" fmla="*/ 1458158 w 2164792"/>
                <a:gd name="csY317" fmla="*/ 149447 h 1038868"/>
                <a:gd name="csX318" fmla="*/ 1466920 w 2164792"/>
                <a:gd name="csY318" fmla="*/ 146850 h 1038868"/>
                <a:gd name="csX319" fmla="*/ 1472661 w 2164792"/>
                <a:gd name="csY319" fmla="*/ 146850 h 1038868"/>
                <a:gd name="csX320" fmla="*/ 1496473 w 2164792"/>
                <a:gd name="csY320" fmla="*/ 152692 h 1038868"/>
                <a:gd name="csX321" fmla="*/ 1505998 w 2164792"/>
                <a:gd name="csY321" fmla="*/ 149123 h 1038868"/>
                <a:gd name="csX322" fmla="*/ 1524070 w 2164792"/>
                <a:gd name="csY322" fmla="*/ 151498 h 1038868"/>
                <a:gd name="csX323" fmla="*/ 1510107 w 2164792"/>
                <a:gd name="csY323" fmla="*/ 133547 h 1038868"/>
                <a:gd name="csX324" fmla="*/ 1509351 w 2164792"/>
                <a:gd name="csY324" fmla="*/ 132575 h 1038868"/>
                <a:gd name="csX325" fmla="*/ 1487704 w 2164792"/>
                <a:gd name="csY325" fmla="*/ 133661 h 1038868"/>
                <a:gd name="csX326" fmla="*/ 1484351 w 2164792"/>
                <a:gd name="csY326" fmla="*/ 121653 h 1038868"/>
                <a:gd name="csX327" fmla="*/ 1448633 w 2164792"/>
                <a:gd name="csY327" fmla="*/ 121437 h 1038868"/>
                <a:gd name="csX328" fmla="*/ 1426985 w 2164792"/>
                <a:gd name="csY328" fmla="*/ 132036 h 1038868"/>
                <a:gd name="csX329" fmla="*/ 1405554 w 2164792"/>
                <a:gd name="csY329" fmla="*/ 130956 h 1038868"/>
                <a:gd name="csX330" fmla="*/ 1388669 w 2164792"/>
                <a:gd name="csY330" fmla="*/ 114300 h 1038868"/>
                <a:gd name="csX331" fmla="*/ 1374382 w 2164792"/>
                <a:gd name="csY331" fmla="*/ 109004 h 1038868"/>
                <a:gd name="csX332" fmla="*/ 1370159 w 2164792"/>
                <a:gd name="csY332" fmla="*/ 92996 h 1038868"/>
                <a:gd name="csX333" fmla="*/ 1388453 w 2164792"/>
                <a:gd name="csY333" fmla="*/ 79375 h 1038868"/>
                <a:gd name="csX334" fmla="*/ 1368534 w 2164792"/>
                <a:gd name="csY334" fmla="*/ 77533 h 1038868"/>
                <a:gd name="csX335" fmla="*/ 1335526 w 2164792"/>
                <a:gd name="csY335" fmla="*/ 106407 h 1038868"/>
                <a:gd name="csX336" fmla="*/ 1311060 w 2164792"/>
                <a:gd name="csY336" fmla="*/ 114084 h 1038868"/>
                <a:gd name="csX337" fmla="*/ 1288981 w 2164792"/>
                <a:gd name="csY337" fmla="*/ 124574 h 1038868"/>
                <a:gd name="csX338" fmla="*/ 1269499 w 2164792"/>
                <a:gd name="csY338" fmla="*/ 126193 h 1038868"/>
                <a:gd name="csX339" fmla="*/ 1272750 w 2164792"/>
                <a:gd name="csY339" fmla="*/ 115170 h 1038868"/>
                <a:gd name="csX340" fmla="*/ 1269823 w 2164792"/>
                <a:gd name="csY340" fmla="*/ 108356 h 1038868"/>
                <a:gd name="csX341" fmla="*/ 1228154 w 2164792"/>
                <a:gd name="csY341" fmla="*/ 122193 h 1038868"/>
                <a:gd name="csX342" fmla="*/ 1222636 w 2164792"/>
                <a:gd name="csY342" fmla="*/ 115602 h 1038868"/>
                <a:gd name="csX343" fmla="*/ 1272420 w 2164792"/>
                <a:gd name="csY343" fmla="*/ 70504 h 1038868"/>
                <a:gd name="csX344" fmla="*/ 1306297 w 2164792"/>
                <a:gd name="csY344" fmla="*/ 54070 h 1038868"/>
                <a:gd name="csX345" fmla="*/ 1296779 w 2164792"/>
                <a:gd name="csY345" fmla="*/ 44012 h 1038868"/>
                <a:gd name="csX346" fmla="*/ 1277513 w 2164792"/>
                <a:gd name="csY346" fmla="*/ 46609 h 1038868"/>
                <a:gd name="csX347" fmla="*/ 1273722 w 2164792"/>
                <a:gd name="csY347" fmla="*/ 35579 h 1038868"/>
                <a:gd name="csX348" fmla="*/ 1259650 w 2164792"/>
                <a:gd name="csY348" fmla="*/ 39688 h 1038868"/>
                <a:gd name="csX349" fmla="*/ 1254888 w 2164792"/>
                <a:gd name="csY349" fmla="*/ 50286 h 1038868"/>
                <a:gd name="csX350" fmla="*/ 1238219 w 2164792"/>
                <a:gd name="csY350" fmla="*/ 50286 h 1038868"/>
                <a:gd name="csX351" fmla="*/ 1234974 w 2164792"/>
                <a:gd name="csY351" fmla="*/ 39795 h 1038868"/>
                <a:gd name="csX352" fmla="*/ 1209644 w 2164792"/>
                <a:gd name="csY352" fmla="*/ 41846 h 1038868"/>
                <a:gd name="csX353" fmla="*/ 1205313 w 2164792"/>
                <a:gd name="csY353" fmla="*/ 27140 h 1038868"/>
                <a:gd name="csX354" fmla="*/ 1177716 w 2164792"/>
                <a:gd name="csY354" fmla="*/ 20764 h 1038868"/>
                <a:gd name="csX355" fmla="*/ 1160507 w 2164792"/>
                <a:gd name="csY355" fmla="*/ 26816 h 1038868"/>
                <a:gd name="csX356" fmla="*/ 1125437 w 2164792"/>
                <a:gd name="csY356" fmla="*/ 13735 h 1038868"/>
                <a:gd name="csX357" fmla="*/ 1102278 w 2164792"/>
                <a:gd name="csY357" fmla="*/ 0 h 1038868"/>
                <a:gd name="csX358" fmla="*/ 76201 w 2164792"/>
                <a:gd name="csY358" fmla="*/ 0 h 1038868"/>
                <a:gd name="csX359" fmla="*/ 81287 w 2164792"/>
                <a:gd name="csY359" fmla="*/ 11138 h 1038868"/>
                <a:gd name="csX360" fmla="*/ 81395 w 2164792"/>
                <a:gd name="csY360" fmla="*/ 33953 h 1038868"/>
                <a:gd name="csX361" fmla="*/ 81179 w 2164792"/>
                <a:gd name="csY361" fmla="*/ 34493 h 1038868"/>
                <a:gd name="csX362" fmla="*/ 80309 w 2164792"/>
                <a:gd name="csY362" fmla="*/ 40983 h 1038868"/>
                <a:gd name="csX363" fmla="*/ 81935 w 2164792"/>
                <a:gd name="csY363" fmla="*/ 46069 h 1038868"/>
                <a:gd name="csX364" fmla="*/ 86373 w 2164792"/>
                <a:gd name="csY364" fmla="*/ 49962 h 1038868"/>
                <a:gd name="csX365" fmla="*/ 90488 w 2164792"/>
                <a:gd name="csY365" fmla="*/ 50394 h 1038868"/>
                <a:gd name="csX366" fmla="*/ 92869 w 2164792"/>
                <a:gd name="csY366" fmla="*/ 54286 h 1038868"/>
                <a:gd name="csX367" fmla="*/ 87345 w 2164792"/>
                <a:gd name="csY367" fmla="*/ 73857 h 1038868"/>
                <a:gd name="csX368" fmla="*/ 85294 w 2164792"/>
                <a:gd name="csY368" fmla="*/ 73857 h 1038868"/>
                <a:gd name="csX369" fmla="*/ 82582 w 2164792"/>
                <a:gd name="csY369" fmla="*/ 64776 h 1038868"/>
                <a:gd name="csX370" fmla="*/ 79337 w 2164792"/>
                <a:gd name="csY370" fmla="*/ 64021 h 1038868"/>
                <a:gd name="csX371" fmla="*/ 74683 w 2164792"/>
                <a:gd name="csY371" fmla="*/ 69532 h 1038868"/>
                <a:gd name="csX372" fmla="*/ 69057 w 2164792"/>
                <a:gd name="csY372" fmla="*/ 72561 h 1038868"/>
                <a:gd name="csX373" fmla="*/ 66352 w 2164792"/>
                <a:gd name="csY373" fmla="*/ 72777 h 1038868"/>
                <a:gd name="csX374" fmla="*/ 65050 w 2164792"/>
                <a:gd name="csY374" fmla="*/ 70180 h 1038868"/>
                <a:gd name="csX375" fmla="*/ 73819 w 2164792"/>
                <a:gd name="csY375" fmla="*/ 57639 h 1038868"/>
                <a:gd name="csX376" fmla="*/ 74251 w 2164792"/>
                <a:gd name="csY376" fmla="*/ 51473 h 1038868"/>
                <a:gd name="csX377" fmla="*/ 73280 w 2164792"/>
                <a:gd name="csY377" fmla="*/ 49530 h 1038868"/>
                <a:gd name="csX378" fmla="*/ 68295 w 2164792"/>
                <a:gd name="csY378" fmla="*/ 46069 h 1038868"/>
                <a:gd name="csX379" fmla="*/ 23381 w 2164792"/>
                <a:gd name="csY379" fmla="*/ 41739 h 1038868"/>
                <a:gd name="csX380" fmla="*/ 864 w 2164792"/>
                <a:gd name="csY380" fmla="*/ 35039 h 1038868"/>
                <a:gd name="csX381" fmla="*/ 1410 w 2164792"/>
                <a:gd name="csY381" fmla="*/ 53207 h 1038868"/>
                <a:gd name="csX382" fmla="*/ 12986 w 2164792"/>
                <a:gd name="csY382" fmla="*/ 76022 h 1038868"/>
                <a:gd name="csX383" fmla="*/ 20892 w 2164792"/>
                <a:gd name="csY383" fmla="*/ 104248 h 1038868"/>
                <a:gd name="csX384" fmla="*/ 21540 w 2164792"/>
                <a:gd name="csY384" fmla="*/ 103270 h 1038868"/>
                <a:gd name="csX385" fmla="*/ 25978 w 2164792"/>
                <a:gd name="csY385" fmla="*/ 102730 h 1038868"/>
                <a:gd name="csX386" fmla="*/ 28360 w 2164792"/>
                <a:gd name="csY386" fmla="*/ 109976 h 1038868"/>
                <a:gd name="csX387" fmla="*/ 23921 w 2164792"/>
                <a:gd name="csY387" fmla="*/ 118847 h 1038868"/>
                <a:gd name="csX388" fmla="*/ 25870 w 2164792"/>
                <a:gd name="csY388" fmla="*/ 142202 h 1038868"/>
                <a:gd name="csX389" fmla="*/ 28468 w 2164792"/>
                <a:gd name="csY389" fmla="*/ 155721 h 1038868"/>
                <a:gd name="csX390" fmla="*/ 12231 w 2164792"/>
                <a:gd name="csY390" fmla="*/ 277374 h 1038868"/>
                <a:gd name="csX391" fmla="*/ 6389 w 2164792"/>
                <a:gd name="csY391" fmla="*/ 302571 h 1038868"/>
                <a:gd name="csX392" fmla="*/ 11367 w 2164792"/>
                <a:gd name="csY392" fmla="*/ 312953 h 1038868"/>
                <a:gd name="csX393" fmla="*/ 13964 w 2164792"/>
                <a:gd name="csY393" fmla="*/ 333388 h 1038868"/>
                <a:gd name="csX394" fmla="*/ 18943 w 2164792"/>
                <a:gd name="csY394" fmla="*/ 341389 h 1038868"/>
                <a:gd name="csX395" fmla="*/ 19698 w 2164792"/>
                <a:gd name="csY395" fmla="*/ 349828 h 1038868"/>
                <a:gd name="csX396" fmla="*/ 26086 w 2164792"/>
                <a:gd name="csY396" fmla="*/ 360096 h 1038868"/>
                <a:gd name="csX397" fmla="*/ 19590 w 2164792"/>
                <a:gd name="csY397" fmla="*/ 386702 h 1038868"/>
                <a:gd name="csX398" fmla="*/ 11583 w 2164792"/>
                <a:gd name="csY398" fmla="*/ 403352 h 1038868"/>
                <a:gd name="csX399" fmla="*/ 14504 w 2164792"/>
                <a:gd name="csY399" fmla="*/ 413950 h 1038868"/>
                <a:gd name="csX400" fmla="*/ 29439 w 2164792"/>
                <a:gd name="csY400" fmla="*/ 428441 h 1038868"/>
                <a:gd name="csX401" fmla="*/ 34202 w 2164792"/>
                <a:gd name="csY401" fmla="*/ 442392 h 1038868"/>
                <a:gd name="csX402" fmla="*/ 33122 w 2164792"/>
                <a:gd name="csY402" fmla="*/ 452666 h 1038868"/>
                <a:gd name="csX403" fmla="*/ 35935 w 2164792"/>
                <a:gd name="csY403" fmla="*/ 463156 h 1038868"/>
                <a:gd name="csX404" fmla="*/ 37777 w 2164792"/>
                <a:gd name="csY404" fmla="*/ 472345 h 1038868"/>
                <a:gd name="csX405" fmla="*/ 62345 w 2164792"/>
                <a:gd name="csY405" fmla="*/ 496462 h 1038868"/>
                <a:gd name="csX406" fmla="*/ 67755 w 2164792"/>
                <a:gd name="csY406" fmla="*/ 508787 h 1038868"/>
                <a:gd name="csX407" fmla="*/ 80855 w 2164792"/>
                <a:gd name="csY407" fmla="*/ 514407 h 1038868"/>
                <a:gd name="csX408" fmla="*/ 82690 w 2164792"/>
                <a:gd name="csY408" fmla="*/ 502945 h 1038868"/>
                <a:gd name="csX409" fmla="*/ 83884 w 2164792"/>
                <a:gd name="csY409" fmla="*/ 502945 h 1038868"/>
                <a:gd name="csX410" fmla="*/ 94381 w 2164792"/>
                <a:gd name="csY410" fmla="*/ 520573 h 1038868"/>
                <a:gd name="csX411" fmla="*/ 99359 w 2164792"/>
                <a:gd name="csY411" fmla="*/ 533876 h 1038868"/>
                <a:gd name="csX412" fmla="*/ 87561 w 2164792"/>
                <a:gd name="csY412" fmla="*/ 527603 h 1038868"/>
                <a:gd name="csX413" fmla="*/ 82582 w 2164792"/>
                <a:gd name="csY413" fmla="*/ 523170 h 1038868"/>
                <a:gd name="csX414" fmla="*/ 81071 w 2164792"/>
                <a:gd name="csY414" fmla="*/ 526631 h 1038868"/>
                <a:gd name="csX415" fmla="*/ 85072 w 2164792"/>
                <a:gd name="csY415" fmla="*/ 541553 h 1038868"/>
                <a:gd name="csX416" fmla="*/ 92977 w 2164792"/>
                <a:gd name="csY416" fmla="*/ 551936 h 1038868"/>
                <a:gd name="csX417" fmla="*/ 101848 w 2164792"/>
                <a:gd name="csY417" fmla="*/ 554311 h 1038868"/>
                <a:gd name="csX418" fmla="*/ 105423 w 2164792"/>
                <a:gd name="csY418" fmla="*/ 569017 h 1038868"/>
                <a:gd name="csX419" fmla="*/ 104991 w 2164792"/>
                <a:gd name="csY419" fmla="*/ 569017 h 1038868"/>
                <a:gd name="csX420" fmla="*/ 102610 w 2164792"/>
                <a:gd name="csY420" fmla="*/ 573240 h 1038868"/>
                <a:gd name="csX421" fmla="*/ 107373 w 2164792"/>
                <a:gd name="csY421" fmla="*/ 584486 h 1038868"/>
                <a:gd name="csX422" fmla="*/ 142437 w 2164792"/>
                <a:gd name="csY422" fmla="*/ 622979 h 1038868"/>
                <a:gd name="csX423" fmla="*/ 145797 w 2164792"/>
                <a:gd name="csY423" fmla="*/ 630981 h 1038868"/>
                <a:gd name="csX424" fmla="*/ 152178 w 2164792"/>
                <a:gd name="csY424" fmla="*/ 635527 h 1038868"/>
                <a:gd name="csX425" fmla="*/ 154775 w 2164792"/>
                <a:gd name="csY425" fmla="*/ 655314 h 1038868"/>
                <a:gd name="csX426" fmla="*/ 164085 w 2164792"/>
                <a:gd name="csY426" fmla="*/ 660178 h 1038868"/>
                <a:gd name="csX427" fmla="*/ 194177 w 2164792"/>
                <a:gd name="csY427" fmla="*/ 661803 h 1038868"/>
                <a:gd name="csX428" fmla="*/ 204458 w 2164792"/>
                <a:gd name="csY428" fmla="*/ 669157 h 1038868"/>
                <a:gd name="csX429" fmla="*/ 208573 w 2164792"/>
                <a:gd name="csY429" fmla="*/ 672725 h 1038868"/>
                <a:gd name="csX430" fmla="*/ 216796 w 2164792"/>
                <a:gd name="csY430" fmla="*/ 675862 h 1038868"/>
                <a:gd name="csX431" fmla="*/ 233573 w 2164792"/>
                <a:gd name="csY431" fmla="*/ 680402 h 1038868"/>
                <a:gd name="csX432" fmla="*/ 234328 w 2164792"/>
                <a:gd name="csY432" fmla="*/ 684835 h 1038868"/>
                <a:gd name="csX433" fmla="*/ 242450 w 2164792"/>
                <a:gd name="csY433" fmla="*/ 688296 h 1038868"/>
                <a:gd name="csX434" fmla="*/ 247212 w 2164792"/>
                <a:gd name="csY434" fmla="*/ 688296 h 1038868"/>
                <a:gd name="csX435" fmla="*/ 272320 w 2164792"/>
                <a:gd name="csY435" fmla="*/ 706787 h 1038868"/>
                <a:gd name="csX436" fmla="*/ 279896 w 2164792"/>
                <a:gd name="csY436" fmla="*/ 728091 h 1038868"/>
                <a:gd name="csX437" fmla="*/ 284989 w 2164792"/>
                <a:gd name="csY437" fmla="*/ 738041 h 1038868"/>
                <a:gd name="csX438" fmla="*/ 286068 w 2164792"/>
                <a:gd name="csY438" fmla="*/ 741934 h 1038868"/>
                <a:gd name="csX439" fmla="*/ 373736 w 2164792"/>
                <a:gd name="csY439" fmla="*/ 732955 h 1038868"/>
                <a:gd name="csX440" fmla="*/ 372009 w 2164792"/>
                <a:gd name="csY440" fmla="*/ 741718 h 1038868"/>
                <a:gd name="csX441" fmla="*/ 510115 w 2164792"/>
                <a:gd name="csY441" fmla="*/ 794919 h 1038868"/>
                <a:gd name="csX442" fmla="*/ 613588 w 2164792"/>
                <a:gd name="csY442" fmla="*/ 795350 h 1038868"/>
                <a:gd name="csX443" fmla="*/ 613588 w 2164792"/>
                <a:gd name="csY443" fmla="*/ 776967 h 1038868"/>
                <a:gd name="csX444" fmla="*/ 683946 w 2164792"/>
                <a:gd name="csY444" fmla="*/ 776967 h 1038868"/>
                <a:gd name="csX445" fmla="*/ 682213 w 2164792"/>
                <a:gd name="csY445" fmla="*/ 777615 h 1038868"/>
                <a:gd name="csX446" fmla="*/ 1020884 w 2164792"/>
                <a:gd name="csY446" fmla="*/ 940905 h 1038868"/>
                <a:gd name="csX447" fmla="*/ 1019906 w 2164792"/>
                <a:gd name="csY447" fmla="*/ 952690 h 1038868"/>
                <a:gd name="csX448" fmla="*/ 1012114 w 2164792"/>
                <a:gd name="csY448" fmla="*/ 945553 h 1038868"/>
                <a:gd name="csX449" fmla="*/ 1020884 w 2164792"/>
                <a:gd name="csY449" fmla="*/ 940905 h 1038868"/>
                <a:gd name="csX450" fmla="*/ 1024668 w 2164792"/>
                <a:gd name="csY450" fmla="*/ 997896 h 1038868"/>
                <a:gd name="csX451" fmla="*/ 1022503 w 2164792"/>
                <a:gd name="csY451" fmla="*/ 999300 h 1038868"/>
                <a:gd name="csX452" fmla="*/ 1018718 w 2164792"/>
                <a:gd name="csY452" fmla="*/ 997896 h 1038868"/>
                <a:gd name="csX453" fmla="*/ 1013740 w 2164792"/>
                <a:gd name="csY453" fmla="*/ 980377 h 1038868"/>
                <a:gd name="csX454" fmla="*/ 1014819 w 2164792"/>
                <a:gd name="csY454" fmla="*/ 968261 h 1038868"/>
                <a:gd name="csX455" fmla="*/ 1020668 w 2164792"/>
                <a:gd name="csY455" fmla="*/ 967829 h 1038868"/>
                <a:gd name="csX456" fmla="*/ 1023805 w 2164792"/>
                <a:gd name="csY456" fmla="*/ 983729 h 1038868"/>
                <a:gd name="csX457" fmla="*/ 1024668 w 2164792"/>
                <a:gd name="csY457" fmla="*/ 997896 h 1038868"/>
                <a:gd name="csX458" fmla="*/ 1028459 w 2164792"/>
                <a:gd name="csY458" fmla="*/ 933660 h 1038868"/>
                <a:gd name="csX459" fmla="*/ 1019690 w 2164792"/>
                <a:gd name="csY459" fmla="*/ 932040 h 1038868"/>
                <a:gd name="csX460" fmla="*/ 1027050 w 2164792"/>
                <a:gd name="csY460" fmla="*/ 922198 h 1038868"/>
                <a:gd name="csX461" fmla="*/ 1029323 w 2164792"/>
                <a:gd name="csY461" fmla="*/ 916248 h 1038868"/>
                <a:gd name="csX462" fmla="*/ 1037984 w 2164792"/>
                <a:gd name="csY462" fmla="*/ 916248 h 1038868"/>
                <a:gd name="csX463" fmla="*/ 1028567 w 2164792"/>
                <a:gd name="csY463" fmla="*/ 933767 h 1038868"/>
                <a:gd name="csX464" fmla="*/ 1028459 w 2164792"/>
                <a:gd name="csY464" fmla="*/ 933660 h 1038868"/>
                <a:gd name="csX465" fmla="*/ 1074351 w 2164792"/>
                <a:gd name="csY465" fmla="*/ 896245 h 1038868"/>
                <a:gd name="csX466" fmla="*/ 1057250 w 2164792"/>
                <a:gd name="csY466" fmla="*/ 906304 h 1038868"/>
                <a:gd name="csX467" fmla="*/ 1043071 w 2164792"/>
                <a:gd name="csY467" fmla="*/ 912139 h 1038868"/>
                <a:gd name="csX468" fmla="*/ 1046315 w 2164792"/>
                <a:gd name="csY468" fmla="*/ 901218 h 1038868"/>
                <a:gd name="csX469" fmla="*/ 1057898 w 2164792"/>
                <a:gd name="csY469" fmla="*/ 896245 h 1038868"/>
                <a:gd name="csX470" fmla="*/ 1069696 w 2164792"/>
                <a:gd name="csY470" fmla="*/ 891375 h 1038868"/>
                <a:gd name="csX471" fmla="*/ 1074459 w 2164792"/>
                <a:gd name="csY471" fmla="*/ 896245 h 1038868"/>
                <a:gd name="csX472" fmla="*/ 1074351 w 2164792"/>
                <a:gd name="csY472" fmla="*/ 896245 h 1038868"/>
                <a:gd name="csX473" fmla="*/ 1299160 w 2164792"/>
                <a:gd name="csY473" fmla="*/ 838067 h 1038868"/>
                <a:gd name="csX474" fmla="*/ 1287254 w 2164792"/>
                <a:gd name="csY474" fmla="*/ 840010 h 1038868"/>
                <a:gd name="csX475" fmla="*/ 1282383 w 2164792"/>
                <a:gd name="csY475" fmla="*/ 836987 h 1038868"/>
                <a:gd name="csX476" fmla="*/ 1282383 w 2164792"/>
                <a:gd name="csY476" fmla="*/ 836549 h 1038868"/>
                <a:gd name="csX477" fmla="*/ 1284764 w 2164792"/>
                <a:gd name="csY477" fmla="*/ 828764 h 1038868"/>
                <a:gd name="csX478" fmla="*/ 1292448 w 2164792"/>
                <a:gd name="csY478" fmla="*/ 826173 h 1038868"/>
                <a:gd name="csX479" fmla="*/ 1303376 w 2164792"/>
                <a:gd name="csY479" fmla="*/ 831145 h 1038868"/>
                <a:gd name="csX480" fmla="*/ 1299046 w 2164792"/>
                <a:gd name="csY480" fmla="*/ 837959 h 1038868"/>
                <a:gd name="csX481" fmla="*/ 1299160 w 2164792"/>
                <a:gd name="csY481" fmla="*/ 838067 h 1038868"/>
                <a:gd name="csX482" fmla="*/ 1640644 w 2164792"/>
                <a:gd name="csY482" fmla="*/ 964584 h 1038868"/>
                <a:gd name="csX483" fmla="*/ 1644644 w 2164792"/>
                <a:gd name="csY483" fmla="*/ 962209 h 1038868"/>
                <a:gd name="csX484" fmla="*/ 1645622 w 2164792"/>
                <a:gd name="csY484" fmla="*/ 962209 h 1038868"/>
                <a:gd name="csX485" fmla="*/ 1650924 w 2164792"/>
                <a:gd name="csY485" fmla="*/ 969347 h 1038868"/>
                <a:gd name="csX486" fmla="*/ 1647457 w 2164792"/>
                <a:gd name="csY486" fmla="*/ 979291 h 1038868"/>
                <a:gd name="csX487" fmla="*/ 1638694 w 2164792"/>
                <a:gd name="csY487" fmla="*/ 973995 h 1038868"/>
                <a:gd name="csX488" fmla="*/ 1640644 w 2164792"/>
                <a:gd name="csY488" fmla="*/ 964584 h 103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</a:cxnLst>
              <a:rect l="l" t="t" r="r" b="b"/>
              <a:pathLst>
                <a:path w="2164792" h="1038868">
                  <a:moveTo>
                    <a:pt x="682213" y="777615"/>
                  </a:moveTo>
                  <a:lnTo>
                    <a:pt x="693687" y="789838"/>
                  </a:lnTo>
                  <a:lnTo>
                    <a:pt x="706781" y="793515"/>
                  </a:lnTo>
                  <a:lnTo>
                    <a:pt x="725075" y="813626"/>
                  </a:lnTo>
                  <a:lnTo>
                    <a:pt x="739471" y="820007"/>
                  </a:lnTo>
                  <a:lnTo>
                    <a:pt x="752133" y="841635"/>
                  </a:lnTo>
                  <a:lnTo>
                    <a:pt x="755162" y="862292"/>
                  </a:lnTo>
                  <a:lnTo>
                    <a:pt x="807117" y="889324"/>
                  </a:lnTo>
                  <a:lnTo>
                    <a:pt x="826599" y="858939"/>
                  </a:lnTo>
                  <a:lnTo>
                    <a:pt x="841426" y="852665"/>
                  </a:lnTo>
                  <a:lnTo>
                    <a:pt x="862102" y="857421"/>
                  </a:lnTo>
                  <a:lnTo>
                    <a:pt x="871297" y="849744"/>
                  </a:lnTo>
                  <a:lnTo>
                    <a:pt x="880606" y="855586"/>
                  </a:lnTo>
                  <a:lnTo>
                    <a:pt x="882771" y="867588"/>
                  </a:lnTo>
                  <a:lnTo>
                    <a:pt x="896951" y="879589"/>
                  </a:lnTo>
                  <a:lnTo>
                    <a:pt x="914591" y="915708"/>
                  </a:lnTo>
                  <a:lnTo>
                    <a:pt x="925202" y="920902"/>
                  </a:lnTo>
                  <a:lnTo>
                    <a:pt x="933425" y="939825"/>
                  </a:lnTo>
                  <a:lnTo>
                    <a:pt x="944576" y="942962"/>
                  </a:lnTo>
                  <a:lnTo>
                    <a:pt x="946093" y="968699"/>
                  </a:lnTo>
                  <a:lnTo>
                    <a:pt x="954964" y="975074"/>
                  </a:lnTo>
                  <a:lnTo>
                    <a:pt x="959943" y="992702"/>
                  </a:lnTo>
                  <a:lnTo>
                    <a:pt x="979532" y="995191"/>
                  </a:lnTo>
                  <a:lnTo>
                    <a:pt x="993712" y="1005357"/>
                  </a:lnTo>
                  <a:lnTo>
                    <a:pt x="1013308" y="1005357"/>
                  </a:lnTo>
                  <a:lnTo>
                    <a:pt x="1018934" y="1012489"/>
                  </a:lnTo>
                  <a:lnTo>
                    <a:pt x="1035927" y="1012272"/>
                  </a:lnTo>
                  <a:cubicBezTo>
                    <a:pt x="1035927" y="1012272"/>
                    <a:pt x="1036143" y="998760"/>
                    <a:pt x="1034955" y="994435"/>
                  </a:cubicBezTo>
                  <a:cubicBezTo>
                    <a:pt x="1033114" y="987946"/>
                    <a:pt x="1025538" y="960907"/>
                    <a:pt x="1028243" y="953446"/>
                  </a:cubicBezTo>
                  <a:cubicBezTo>
                    <a:pt x="1030517" y="946855"/>
                    <a:pt x="1031812" y="941876"/>
                    <a:pt x="1034625" y="938200"/>
                  </a:cubicBezTo>
                  <a:cubicBezTo>
                    <a:pt x="1046639" y="922630"/>
                    <a:pt x="1045236" y="921658"/>
                    <a:pt x="1067099" y="909110"/>
                  </a:cubicBezTo>
                  <a:cubicBezTo>
                    <a:pt x="1096970" y="892029"/>
                    <a:pt x="1098163" y="891597"/>
                    <a:pt x="1101624" y="888460"/>
                  </a:cubicBezTo>
                  <a:cubicBezTo>
                    <a:pt x="1123709" y="869207"/>
                    <a:pt x="1124465" y="867912"/>
                    <a:pt x="1128688" y="866077"/>
                  </a:cubicBezTo>
                  <a:cubicBezTo>
                    <a:pt x="1150005" y="856774"/>
                    <a:pt x="1152932" y="854939"/>
                    <a:pt x="1157587" y="854608"/>
                  </a:cubicBezTo>
                  <a:cubicBezTo>
                    <a:pt x="1173601" y="853421"/>
                    <a:pt x="1178903" y="852557"/>
                    <a:pt x="1183450" y="854177"/>
                  </a:cubicBezTo>
                  <a:cubicBezTo>
                    <a:pt x="1205535" y="861962"/>
                    <a:pt x="1207478" y="863264"/>
                    <a:pt x="1211809" y="862178"/>
                  </a:cubicBezTo>
                  <a:cubicBezTo>
                    <a:pt x="1212679" y="862178"/>
                    <a:pt x="1216572" y="860450"/>
                    <a:pt x="1220579" y="862070"/>
                  </a:cubicBezTo>
                  <a:cubicBezTo>
                    <a:pt x="1224801" y="863264"/>
                    <a:pt x="1230643" y="868235"/>
                    <a:pt x="1233240" y="863803"/>
                  </a:cubicBezTo>
                  <a:cubicBezTo>
                    <a:pt x="1237031" y="857098"/>
                    <a:pt x="1215600" y="854824"/>
                    <a:pt x="1222090" y="850392"/>
                  </a:cubicBezTo>
                  <a:cubicBezTo>
                    <a:pt x="1224801" y="849097"/>
                    <a:pt x="1229341" y="843255"/>
                    <a:pt x="1232701" y="847147"/>
                  </a:cubicBezTo>
                  <a:cubicBezTo>
                    <a:pt x="1236815" y="852017"/>
                    <a:pt x="1239952" y="856126"/>
                    <a:pt x="1243737" y="858501"/>
                  </a:cubicBezTo>
                  <a:cubicBezTo>
                    <a:pt x="1248068" y="861962"/>
                    <a:pt x="1256189" y="864019"/>
                    <a:pt x="1253046" y="868235"/>
                  </a:cubicBezTo>
                  <a:cubicBezTo>
                    <a:pt x="1252614" y="869207"/>
                    <a:pt x="1247528" y="873646"/>
                    <a:pt x="1251967" y="875049"/>
                  </a:cubicBezTo>
                  <a:cubicBezTo>
                    <a:pt x="1271664" y="881215"/>
                    <a:pt x="1273506" y="882726"/>
                    <a:pt x="1274261" y="878618"/>
                  </a:cubicBezTo>
                  <a:cubicBezTo>
                    <a:pt x="1274477" y="878078"/>
                    <a:pt x="1274369" y="873970"/>
                    <a:pt x="1278160" y="872020"/>
                  </a:cubicBezTo>
                  <a:cubicBezTo>
                    <a:pt x="1278808" y="871912"/>
                    <a:pt x="1282383" y="868883"/>
                    <a:pt x="1285736" y="871480"/>
                  </a:cubicBezTo>
                  <a:cubicBezTo>
                    <a:pt x="1286276" y="872020"/>
                    <a:pt x="1289089" y="873754"/>
                    <a:pt x="1290283" y="877214"/>
                  </a:cubicBezTo>
                  <a:cubicBezTo>
                    <a:pt x="1290822" y="878834"/>
                    <a:pt x="1292556" y="879373"/>
                    <a:pt x="1294175" y="878402"/>
                  </a:cubicBezTo>
                  <a:lnTo>
                    <a:pt x="1297642" y="876236"/>
                  </a:lnTo>
                  <a:cubicBezTo>
                    <a:pt x="1300995" y="874185"/>
                    <a:pt x="1299808" y="869099"/>
                    <a:pt x="1299808" y="869639"/>
                  </a:cubicBezTo>
                  <a:cubicBezTo>
                    <a:pt x="1299160" y="865315"/>
                    <a:pt x="1303592" y="863479"/>
                    <a:pt x="1306189" y="867048"/>
                  </a:cubicBezTo>
                  <a:cubicBezTo>
                    <a:pt x="1306843" y="867588"/>
                    <a:pt x="1308355" y="870509"/>
                    <a:pt x="1312146" y="871912"/>
                  </a:cubicBezTo>
                  <a:cubicBezTo>
                    <a:pt x="1326109" y="877107"/>
                    <a:pt x="1328167" y="886295"/>
                    <a:pt x="1333469" y="882186"/>
                  </a:cubicBezTo>
                  <a:cubicBezTo>
                    <a:pt x="1334440" y="881107"/>
                    <a:pt x="1340721" y="878294"/>
                    <a:pt x="1337361" y="874941"/>
                  </a:cubicBezTo>
                  <a:cubicBezTo>
                    <a:pt x="1335850" y="873646"/>
                    <a:pt x="1332929" y="869315"/>
                    <a:pt x="1328275" y="868344"/>
                  </a:cubicBezTo>
                  <a:cubicBezTo>
                    <a:pt x="1324591" y="867264"/>
                    <a:pt x="1318858" y="867804"/>
                    <a:pt x="1316260" y="863371"/>
                  </a:cubicBezTo>
                  <a:lnTo>
                    <a:pt x="1315714" y="862508"/>
                  </a:lnTo>
                  <a:cubicBezTo>
                    <a:pt x="1312038" y="856342"/>
                    <a:pt x="1327297" y="857098"/>
                    <a:pt x="1328275" y="849420"/>
                  </a:cubicBezTo>
                  <a:cubicBezTo>
                    <a:pt x="1328275" y="846391"/>
                    <a:pt x="1331196" y="837959"/>
                    <a:pt x="1326541" y="840118"/>
                  </a:cubicBezTo>
                  <a:cubicBezTo>
                    <a:pt x="1316045" y="844988"/>
                    <a:pt x="1316152" y="848665"/>
                    <a:pt x="1311390" y="846931"/>
                  </a:cubicBezTo>
                  <a:cubicBezTo>
                    <a:pt x="1310412" y="846391"/>
                    <a:pt x="1303376" y="845096"/>
                    <a:pt x="1307275" y="842607"/>
                  </a:cubicBezTo>
                  <a:cubicBezTo>
                    <a:pt x="1345483" y="818820"/>
                    <a:pt x="1325455" y="828548"/>
                    <a:pt x="1358361" y="828548"/>
                  </a:cubicBezTo>
                  <a:cubicBezTo>
                    <a:pt x="1362260" y="828008"/>
                    <a:pt x="1369080" y="830282"/>
                    <a:pt x="1370159" y="825303"/>
                  </a:cubicBezTo>
                  <a:cubicBezTo>
                    <a:pt x="1371023" y="822820"/>
                    <a:pt x="1370483" y="816763"/>
                    <a:pt x="1375353" y="815575"/>
                  </a:cubicBezTo>
                  <a:lnTo>
                    <a:pt x="1376001" y="815359"/>
                  </a:lnTo>
                  <a:cubicBezTo>
                    <a:pt x="1381958" y="813841"/>
                    <a:pt x="1376655" y="822604"/>
                    <a:pt x="1381849" y="826821"/>
                  </a:cubicBezTo>
                  <a:cubicBezTo>
                    <a:pt x="1382713" y="827360"/>
                    <a:pt x="1385964" y="831253"/>
                    <a:pt x="1390505" y="830606"/>
                  </a:cubicBezTo>
                  <a:cubicBezTo>
                    <a:pt x="1431202" y="825087"/>
                    <a:pt x="1432503" y="824116"/>
                    <a:pt x="1436834" y="826065"/>
                  </a:cubicBezTo>
                  <a:cubicBezTo>
                    <a:pt x="1469410" y="840225"/>
                    <a:pt x="1470496" y="839902"/>
                    <a:pt x="1472223" y="844017"/>
                  </a:cubicBezTo>
                  <a:cubicBezTo>
                    <a:pt x="1474280" y="848989"/>
                    <a:pt x="1475258" y="852341"/>
                    <a:pt x="1478827" y="854392"/>
                  </a:cubicBezTo>
                  <a:cubicBezTo>
                    <a:pt x="1482186" y="855910"/>
                    <a:pt x="1486294" y="860342"/>
                    <a:pt x="1490841" y="858069"/>
                  </a:cubicBezTo>
                  <a:cubicBezTo>
                    <a:pt x="1500150" y="853421"/>
                    <a:pt x="1503395" y="852450"/>
                    <a:pt x="1505020" y="848665"/>
                  </a:cubicBezTo>
                  <a:cubicBezTo>
                    <a:pt x="1506538" y="845852"/>
                    <a:pt x="1507294" y="840448"/>
                    <a:pt x="1512056" y="838822"/>
                  </a:cubicBezTo>
                  <a:cubicBezTo>
                    <a:pt x="1515847" y="837959"/>
                    <a:pt x="1520826" y="834390"/>
                    <a:pt x="1524934" y="837527"/>
                  </a:cubicBezTo>
                  <a:cubicBezTo>
                    <a:pt x="1547451" y="854716"/>
                    <a:pt x="1549401" y="854932"/>
                    <a:pt x="1549401" y="859479"/>
                  </a:cubicBezTo>
                  <a:cubicBezTo>
                    <a:pt x="1549509" y="860018"/>
                    <a:pt x="1549185" y="863264"/>
                    <a:pt x="1551674" y="865968"/>
                  </a:cubicBezTo>
                  <a:cubicBezTo>
                    <a:pt x="1558703" y="873538"/>
                    <a:pt x="1560761" y="876560"/>
                    <a:pt x="1564984" y="877322"/>
                  </a:cubicBezTo>
                  <a:cubicBezTo>
                    <a:pt x="1566285" y="877862"/>
                    <a:pt x="1571372" y="877322"/>
                    <a:pt x="1572559" y="881755"/>
                  </a:cubicBezTo>
                  <a:cubicBezTo>
                    <a:pt x="1577106" y="899166"/>
                    <a:pt x="1578515" y="901865"/>
                    <a:pt x="1576674" y="905866"/>
                  </a:cubicBezTo>
                  <a:cubicBezTo>
                    <a:pt x="1568012" y="924579"/>
                    <a:pt x="1565739" y="927062"/>
                    <a:pt x="1568774" y="930415"/>
                  </a:cubicBezTo>
                  <a:cubicBezTo>
                    <a:pt x="1569638" y="931063"/>
                    <a:pt x="1572883" y="936689"/>
                    <a:pt x="1575264" y="932796"/>
                  </a:cubicBezTo>
                  <a:cubicBezTo>
                    <a:pt x="1576674" y="931170"/>
                    <a:pt x="1578623" y="924471"/>
                    <a:pt x="1582516" y="927278"/>
                  </a:cubicBezTo>
                  <a:cubicBezTo>
                    <a:pt x="1583170" y="927926"/>
                    <a:pt x="1588688" y="930307"/>
                    <a:pt x="1585875" y="933876"/>
                  </a:cubicBezTo>
                  <a:cubicBezTo>
                    <a:pt x="1577322" y="945121"/>
                    <a:pt x="1574832" y="946963"/>
                    <a:pt x="1576998" y="950639"/>
                  </a:cubicBezTo>
                  <a:cubicBezTo>
                    <a:pt x="1589120" y="971290"/>
                    <a:pt x="1590422" y="975398"/>
                    <a:pt x="1592149" y="971182"/>
                  </a:cubicBezTo>
                  <a:lnTo>
                    <a:pt x="1593343" y="968153"/>
                  </a:lnTo>
                  <a:cubicBezTo>
                    <a:pt x="1594746" y="964692"/>
                    <a:pt x="1598645" y="967937"/>
                    <a:pt x="1598105" y="967721"/>
                  </a:cubicBezTo>
                  <a:cubicBezTo>
                    <a:pt x="1604055" y="972376"/>
                    <a:pt x="1593127" y="982104"/>
                    <a:pt x="1599185" y="986536"/>
                  </a:cubicBezTo>
                  <a:cubicBezTo>
                    <a:pt x="1601026" y="988161"/>
                    <a:pt x="1605681" y="990212"/>
                    <a:pt x="1607090" y="994759"/>
                  </a:cubicBezTo>
                  <a:cubicBezTo>
                    <a:pt x="1610443" y="1005357"/>
                    <a:pt x="1610875" y="1008596"/>
                    <a:pt x="1614882" y="1009898"/>
                  </a:cubicBezTo>
                  <a:cubicBezTo>
                    <a:pt x="1617695" y="1011085"/>
                    <a:pt x="1623537" y="1011517"/>
                    <a:pt x="1626026" y="1015841"/>
                  </a:cubicBezTo>
                  <a:lnTo>
                    <a:pt x="1631982" y="1026223"/>
                  </a:lnTo>
                  <a:cubicBezTo>
                    <a:pt x="1633608" y="1029036"/>
                    <a:pt x="1631767" y="1032713"/>
                    <a:pt x="1631982" y="1032065"/>
                  </a:cubicBezTo>
                  <a:cubicBezTo>
                    <a:pt x="1630249" y="1035095"/>
                    <a:pt x="1633392" y="1038123"/>
                    <a:pt x="1633062" y="1037469"/>
                  </a:cubicBezTo>
                  <a:cubicBezTo>
                    <a:pt x="1635989" y="1040175"/>
                    <a:pt x="1641076" y="1038123"/>
                    <a:pt x="1640536" y="1038123"/>
                  </a:cubicBezTo>
                  <a:cubicBezTo>
                    <a:pt x="1643565" y="1037146"/>
                    <a:pt x="1659802" y="1036498"/>
                    <a:pt x="1660989" y="1029360"/>
                  </a:cubicBezTo>
                  <a:cubicBezTo>
                    <a:pt x="1661637" y="1025468"/>
                    <a:pt x="1661853" y="1021791"/>
                    <a:pt x="1664564" y="1018762"/>
                  </a:cubicBezTo>
                  <a:cubicBezTo>
                    <a:pt x="1665644" y="1017359"/>
                    <a:pt x="1669651" y="1014438"/>
                    <a:pt x="1670082" y="1009790"/>
                  </a:cubicBezTo>
                  <a:cubicBezTo>
                    <a:pt x="1673759" y="969670"/>
                    <a:pt x="1674197" y="969454"/>
                    <a:pt x="1672572" y="965454"/>
                  </a:cubicBezTo>
                  <a:cubicBezTo>
                    <a:pt x="1652220" y="915924"/>
                    <a:pt x="1651896" y="917442"/>
                    <a:pt x="1653198" y="913003"/>
                  </a:cubicBezTo>
                  <a:cubicBezTo>
                    <a:pt x="1653414" y="911600"/>
                    <a:pt x="1655903" y="907059"/>
                    <a:pt x="1653630" y="902951"/>
                  </a:cubicBezTo>
                  <a:cubicBezTo>
                    <a:pt x="1640860" y="879697"/>
                    <a:pt x="1639774" y="878078"/>
                    <a:pt x="1638047" y="873646"/>
                  </a:cubicBezTo>
                  <a:cubicBezTo>
                    <a:pt x="1625810" y="842823"/>
                    <a:pt x="1625378" y="842175"/>
                    <a:pt x="1624731" y="837959"/>
                  </a:cubicBezTo>
                  <a:cubicBezTo>
                    <a:pt x="1621156" y="816870"/>
                    <a:pt x="1621263" y="814057"/>
                    <a:pt x="1618558" y="811790"/>
                  </a:cubicBezTo>
                  <a:cubicBezTo>
                    <a:pt x="1615530" y="809301"/>
                    <a:pt x="1621378" y="809409"/>
                    <a:pt x="1621918" y="804545"/>
                  </a:cubicBezTo>
                  <a:cubicBezTo>
                    <a:pt x="1621918" y="803897"/>
                    <a:pt x="1622349" y="800976"/>
                    <a:pt x="1620940" y="798703"/>
                  </a:cubicBezTo>
                  <a:cubicBezTo>
                    <a:pt x="1618997" y="795458"/>
                    <a:pt x="1623429" y="796652"/>
                    <a:pt x="1625378" y="792105"/>
                  </a:cubicBezTo>
                  <a:lnTo>
                    <a:pt x="1628299" y="784968"/>
                  </a:lnTo>
                  <a:cubicBezTo>
                    <a:pt x="1629061" y="783241"/>
                    <a:pt x="1628953" y="780859"/>
                    <a:pt x="1628299" y="779564"/>
                  </a:cubicBezTo>
                  <a:cubicBezTo>
                    <a:pt x="1626464" y="776535"/>
                    <a:pt x="1630249" y="777291"/>
                    <a:pt x="1633170" y="773182"/>
                  </a:cubicBezTo>
                  <a:cubicBezTo>
                    <a:pt x="1637069" y="766693"/>
                    <a:pt x="1643889" y="761936"/>
                    <a:pt x="1640421" y="757612"/>
                  </a:cubicBezTo>
                  <a:lnTo>
                    <a:pt x="1639342" y="756317"/>
                  </a:lnTo>
                  <a:cubicBezTo>
                    <a:pt x="1636097" y="752094"/>
                    <a:pt x="1644428" y="755123"/>
                    <a:pt x="1649731" y="751986"/>
                  </a:cubicBezTo>
                  <a:cubicBezTo>
                    <a:pt x="1652112" y="750043"/>
                    <a:pt x="1658284" y="748633"/>
                    <a:pt x="1658284" y="743769"/>
                  </a:cubicBezTo>
                  <a:lnTo>
                    <a:pt x="1658284" y="742474"/>
                  </a:lnTo>
                  <a:cubicBezTo>
                    <a:pt x="1658284" y="740632"/>
                    <a:pt x="1659579" y="739121"/>
                    <a:pt x="1661421" y="739121"/>
                  </a:cubicBezTo>
                  <a:cubicBezTo>
                    <a:pt x="1670082" y="738149"/>
                    <a:pt x="1678521" y="733603"/>
                    <a:pt x="1681449" y="730904"/>
                  </a:cubicBezTo>
                  <a:cubicBezTo>
                    <a:pt x="1686535" y="726034"/>
                    <a:pt x="1690752" y="722465"/>
                    <a:pt x="1692809" y="718788"/>
                  </a:cubicBezTo>
                  <a:cubicBezTo>
                    <a:pt x="1694650" y="715651"/>
                    <a:pt x="1700061" y="715982"/>
                    <a:pt x="1699413" y="716197"/>
                  </a:cubicBezTo>
                  <a:cubicBezTo>
                    <a:pt x="1701255" y="716197"/>
                    <a:pt x="1703312" y="714788"/>
                    <a:pt x="1704068" y="713061"/>
                  </a:cubicBezTo>
                  <a:lnTo>
                    <a:pt x="1708506" y="702031"/>
                  </a:lnTo>
                  <a:cubicBezTo>
                    <a:pt x="1709802" y="698678"/>
                    <a:pt x="1719111" y="687108"/>
                    <a:pt x="1724959" y="685267"/>
                  </a:cubicBezTo>
                  <a:lnTo>
                    <a:pt x="1737081" y="681374"/>
                  </a:lnTo>
                  <a:cubicBezTo>
                    <a:pt x="1744225" y="679101"/>
                    <a:pt x="1750715" y="686130"/>
                    <a:pt x="1753204" y="680618"/>
                  </a:cubicBezTo>
                  <a:cubicBezTo>
                    <a:pt x="1758728" y="668401"/>
                    <a:pt x="1759268" y="666020"/>
                    <a:pt x="1762945" y="663962"/>
                  </a:cubicBezTo>
                  <a:cubicBezTo>
                    <a:pt x="1787843" y="650126"/>
                    <a:pt x="1789031" y="648716"/>
                    <a:pt x="1793469" y="649364"/>
                  </a:cubicBezTo>
                  <a:cubicBezTo>
                    <a:pt x="1798340" y="649580"/>
                    <a:pt x="1804296" y="652501"/>
                    <a:pt x="1807649" y="648500"/>
                  </a:cubicBezTo>
                  <a:cubicBezTo>
                    <a:pt x="1811002" y="643636"/>
                    <a:pt x="1818799" y="638334"/>
                    <a:pt x="1813605" y="636930"/>
                  </a:cubicBezTo>
                  <a:cubicBezTo>
                    <a:pt x="1810246" y="635527"/>
                    <a:pt x="1801261" y="635311"/>
                    <a:pt x="1804512" y="631196"/>
                  </a:cubicBezTo>
                  <a:lnTo>
                    <a:pt x="1805915" y="629361"/>
                  </a:lnTo>
                  <a:cubicBezTo>
                    <a:pt x="1808404" y="626116"/>
                    <a:pt x="1805268" y="621684"/>
                    <a:pt x="1805375" y="622224"/>
                  </a:cubicBezTo>
                  <a:cubicBezTo>
                    <a:pt x="1801807" y="615950"/>
                    <a:pt x="1818253" y="626332"/>
                    <a:pt x="1823886" y="621576"/>
                  </a:cubicBezTo>
                  <a:cubicBezTo>
                    <a:pt x="1826375" y="618871"/>
                    <a:pt x="1836440" y="612813"/>
                    <a:pt x="1834706" y="608057"/>
                  </a:cubicBezTo>
                  <a:cubicBezTo>
                    <a:pt x="1833303" y="605244"/>
                    <a:pt x="1833303" y="597675"/>
                    <a:pt x="1828324" y="597027"/>
                  </a:cubicBezTo>
                  <a:cubicBezTo>
                    <a:pt x="1822692" y="595731"/>
                    <a:pt x="1807865" y="599948"/>
                    <a:pt x="1811548" y="596056"/>
                  </a:cubicBezTo>
                  <a:cubicBezTo>
                    <a:pt x="1814037" y="593890"/>
                    <a:pt x="1817174" y="590105"/>
                    <a:pt x="1822044" y="590429"/>
                  </a:cubicBezTo>
                  <a:cubicBezTo>
                    <a:pt x="1824102" y="590861"/>
                    <a:pt x="1831137" y="587947"/>
                    <a:pt x="1833735" y="591839"/>
                  </a:cubicBezTo>
                  <a:cubicBezTo>
                    <a:pt x="1842282" y="604920"/>
                    <a:pt x="1843799" y="605460"/>
                    <a:pt x="1842720" y="609683"/>
                  </a:cubicBezTo>
                  <a:cubicBezTo>
                    <a:pt x="1840008" y="620382"/>
                    <a:pt x="1835576" y="628390"/>
                    <a:pt x="1839469" y="626008"/>
                  </a:cubicBezTo>
                  <a:cubicBezTo>
                    <a:pt x="1840123" y="625469"/>
                    <a:pt x="1844555" y="623843"/>
                    <a:pt x="1845641" y="619519"/>
                  </a:cubicBezTo>
                  <a:cubicBezTo>
                    <a:pt x="1848238" y="609352"/>
                    <a:pt x="1849971" y="605244"/>
                    <a:pt x="1847806" y="601459"/>
                  </a:cubicBezTo>
                  <a:lnTo>
                    <a:pt x="1833627" y="578428"/>
                  </a:lnTo>
                  <a:cubicBezTo>
                    <a:pt x="1830921" y="574104"/>
                    <a:pt x="1827886" y="559505"/>
                    <a:pt x="1828108" y="560152"/>
                  </a:cubicBezTo>
                  <a:cubicBezTo>
                    <a:pt x="1827670" y="558425"/>
                    <a:pt x="1825835" y="556800"/>
                    <a:pt x="1823994" y="556584"/>
                  </a:cubicBezTo>
                  <a:lnTo>
                    <a:pt x="1820419" y="556260"/>
                  </a:lnTo>
                  <a:cubicBezTo>
                    <a:pt x="1813605" y="555612"/>
                    <a:pt x="1804620" y="560800"/>
                    <a:pt x="1808081" y="556368"/>
                  </a:cubicBezTo>
                  <a:cubicBezTo>
                    <a:pt x="1809274" y="554311"/>
                    <a:pt x="1814253" y="550742"/>
                    <a:pt x="1812195" y="546310"/>
                  </a:cubicBezTo>
                  <a:lnTo>
                    <a:pt x="1808843" y="539280"/>
                  </a:lnTo>
                  <a:cubicBezTo>
                    <a:pt x="1807217" y="535927"/>
                    <a:pt x="1812195" y="535819"/>
                    <a:pt x="1811656" y="536035"/>
                  </a:cubicBezTo>
                  <a:cubicBezTo>
                    <a:pt x="1813491" y="536035"/>
                    <a:pt x="1815008" y="534416"/>
                    <a:pt x="1814900" y="532575"/>
                  </a:cubicBezTo>
                  <a:cubicBezTo>
                    <a:pt x="1814145" y="516680"/>
                    <a:pt x="1814577" y="514737"/>
                    <a:pt x="1811332" y="512248"/>
                  </a:cubicBezTo>
                  <a:cubicBezTo>
                    <a:pt x="1810246" y="511061"/>
                    <a:pt x="1803318" y="507708"/>
                    <a:pt x="1807757" y="505651"/>
                  </a:cubicBezTo>
                  <a:lnTo>
                    <a:pt x="1808189" y="505435"/>
                  </a:lnTo>
                  <a:cubicBezTo>
                    <a:pt x="1809814" y="504679"/>
                    <a:pt x="1810894" y="502514"/>
                    <a:pt x="1810570" y="500786"/>
                  </a:cubicBezTo>
                  <a:lnTo>
                    <a:pt x="1811763" y="497002"/>
                  </a:lnTo>
                  <a:cubicBezTo>
                    <a:pt x="1810786" y="492131"/>
                    <a:pt x="1805915" y="485000"/>
                    <a:pt x="1806239" y="485648"/>
                  </a:cubicBezTo>
                  <a:cubicBezTo>
                    <a:pt x="1805268" y="484022"/>
                    <a:pt x="1804728" y="481317"/>
                    <a:pt x="1805052" y="479482"/>
                  </a:cubicBezTo>
                  <a:lnTo>
                    <a:pt x="1808081" y="460667"/>
                  </a:lnTo>
                  <a:cubicBezTo>
                    <a:pt x="1808404" y="458825"/>
                    <a:pt x="1809706" y="456343"/>
                    <a:pt x="1811109" y="455041"/>
                  </a:cubicBezTo>
                  <a:lnTo>
                    <a:pt x="1822260" y="443147"/>
                  </a:lnTo>
                  <a:cubicBezTo>
                    <a:pt x="1823670" y="441960"/>
                    <a:pt x="1825073" y="442392"/>
                    <a:pt x="1825505" y="444119"/>
                  </a:cubicBezTo>
                  <a:lnTo>
                    <a:pt x="1825505" y="447256"/>
                  </a:lnTo>
                  <a:cubicBezTo>
                    <a:pt x="1826051" y="449097"/>
                    <a:pt x="1824210" y="451688"/>
                    <a:pt x="1823016" y="453098"/>
                  </a:cubicBezTo>
                  <a:lnTo>
                    <a:pt x="1819339" y="458825"/>
                  </a:lnTo>
                  <a:cubicBezTo>
                    <a:pt x="1818253" y="460235"/>
                    <a:pt x="1816958" y="462934"/>
                    <a:pt x="1816958" y="464776"/>
                  </a:cubicBezTo>
                  <a:lnTo>
                    <a:pt x="1816958" y="473856"/>
                  </a:lnTo>
                  <a:cubicBezTo>
                    <a:pt x="1816958" y="477863"/>
                    <a:pt x="1821720" y="480130"/>
                    <a:pt x="1821504" y="479590"/>
                  </a:cubicBezTo>
                  <a:cubicBezTo>
                    <a:pt x="1823346" y="482511"/>
                    <a:pt x="1817714" y="484238"/>
                    <a:pt x="1818253" y="483699"/>
                  </a:cubicBezTo>
                  <a:cubicBezTo>
                    <a:pt x="1816526" y="484346"/>
                    <a:pt x="1815656" y="486188"/>
                    <a:pt x="1816418" y="487915"/>
                  </a:cubicBezTo>
                  <a:lnTo>
                    <a:pt x="1818475" y="492785"/>
                  </a:lnTo>
                  <a:cubicBezTo>
                    <a:pt x="1820419" y="497326"/>
                    <a:pt x="1827239" y="495376"/>
                    <a:pt x="1826915" y="500139"/>
                  </a:cubicBezTo>
                  <a:cubicBezTo>
                    <a:pt x="1827131" y="501110"/>
                    <a:pt x="1825289" y="506622"/>
                    <a:pt x="1829836" y="507384"/>
                  </a:cubicBezTo>
                  <a:cubicBezTo>
                    <a:pt x="1830382" y="507708"/>
                    <a:pt x="1836440" y="507600"/>
                    <a:pt x="1834598" y="511600"/>
                  </a:cubicBezTo>
                  <a:cubicBezTo>
                    <a:pt x="1831353" y="518522"/>
                    <a:pt x="1828432" y="523926"/>
                    <a:pt x="1827562" y="528574"/>
                  </a:cubicBezTo>
                  <a:cubicBezTo>
                    <a:pt x="1824965" y="542525"/>
                    <a:pt x="1823130" y="547173"/>
                    <a:pt x="1827454" y="545986"/>
                  </a:cubicBezTo>
                  <a:cubicBezTo>
                    <a:pt x="1828540" y="545446"/>
                    <a:pt x="1833627" y="545122"/>
                    <a:pt x="1835468" y="540906"/>
                  </a:cubicBezTo>
                  <a:cubicBezTo>
                    <a:pt x="1842720" y="523710"/>
                    <a:pt x="1844339" y="517868"/>
                    <a:pt x="1848346" y="515169"/>
                  </a:cubicBezTo>
                  <a:cubicBezTo>
                    <a:pt x="1848886" y="514629"/>
                    <a:pt x="1853216" y="512680"/>
                    <a:pt x="1854296" y="508356"/>
                  </a:cubicBezTo>
                  <a:cubicBezTo>
                    <a:pt x="1860360" y="484022"/>
                    <a:pt x="1861547" y="482403"/>
                    <a:pt x="1858950" y="478834"/>
                  </a:cubicBezTo>
                  <a:cubicBezTo>
                    <a:pt x="1851051" y="468236"/>
                    <a:pt x="1848130" y="465531"/>
                    <a:pt x="1848130" y="460991"/>
                  </a:cubicBezTo>
                  <a:cubicBezTo>
                    <a:pt x="1848562" y="457746"/>
                    <a:pt x="1846396" y="450177"/>
                    <a:pt x="1851375" y="451364"/>
                  </a:cubicBezTo>
                  <a:cubicBezTo>
                    <a:pt x="1857979" y="453746"/>
                    <a:pt x="1866418" y="452990"/>
                    <a:pt x="1865123" y="458178"/>
                  </a:cubicBezTo>
                  <a:cubicBezTo>
                    <a:pt x="1864907" y="460127"/>
                    <a:pt x="1861440" y="467696"/>
                    <a:pt x="1865446" y="470287"/>
                  </a:cubicBezTo>
                  <a:cubicBezTo>
                    <a:pt x="1865986" y="470395"/>
                    <a:pt x="1869237" y="473532"/>
                    <a:pt x="1871295" y="470072"/>
                  </a:cubicBezTo>
                  <a:cubicBezTo>
                    <a:pt x="1875511" y="463156"/>
                    <a:pt x="1878762" y="455473"/>
                    <a:pt x="1882223" y="452126"/>
                  </a:cubicBezTo>
                  <a:cubicBezTo>
                    <a:pt x="1888935" y="445637"/>
                    <a:pt x="1893914" y="442068"/>
                    <a:pt x="1894777" y="437413"/>
                  </a:cubicBezTo>
                  <a:cubicBezTo>
                    <a:pt x="1900518" y="407352"/>
                    <a:pt x="1902353" y="404654"/>
                    <a:pt x="1897698" y="404324"/>
                  </a:cubicBezTo>
                  <a:cubicBezTo>
                    <a:pt x="1896079" y="404000"/>
                    <a:pt x="1887741" y="404539"/>
                    <a:pt x="1891532" y="401517"/>
                  </a:cubicBezTo>
                  <a:cubicBezTo>
                    <a:pt x="1893806" y="399999"/>
                    <a:pt x="1897050" y="395675"/>
                    <a:pt x="1901921" y="395999"/>
                  </a:cubicBezTo>
                  <a:cubicBezTo>
                    <a:pt x="1914913" y="396970"/>
                    <a:pt x="1920215" y="397732"/>
                    <a:pt x="1924870" y="396862"/>
                  </a:cubicBezTo>
                  <a:cubicBezTo>
                    <a:pt x="1950086" y="392646"/>
                    <a:pt x="1953013" y="392538"/>
                    <a:pt x="1957337" y="390487"/>
                  </a:cubicBezTo>
                  <a:cubicBezTo>
                    <a:pt x="1977797" y="380968"/>
                    <a:pt x="1983639" y="379025"/>
                    <a:pt x="1978877" y="378587"/>
                  </a:cubicBezTo>
                  <a:cubicBezTo>
                    <a:pt x="1969567" y="377723"/>
                    <a:pt x="1963402" y="376212"/>
                    <a:pt x="1959179" y="378587"/>
                  </a:cubicBezTo>
                  <a:cubicBezTo>
                    <a:pt x="1953445" y="381832"/>
                    <a:pt x="1949546" y="384645"/>
                    <a:pt x="1945107" y="384321"/>
                  </a:cubicBezTo>
                  <a:cubicBezTo>
                    <a:pt x="1921403" y="382372"/>
                    <a:pt x="1911770" y="382702"/>
                    <a:pt x="1916424" y="380213"/>
                  </a:cubicBezTo>
                  <a:cubicBezTo>
                    <a:pt x="1937100" y="369507"/>
                    <a:pt x="1938833" y="367995"/>
                    <a:pt x="1943266" y="367773"/>
                  </a:cubicBezTo>
                  <a:cubicBezTo>
                    <a:pt x="1978013" y="366154"/>
                    <a:pt x="1979200" y="366262"/>
                    <a:pt x="1983315" y="365182"/>
                  </a:cubicBezTo>
                  <a:cubicBezTo>
                    <a:pt x="2005610" y="359448"/>
                    <a:pt x="2007883" y="359340"/>
                    <a:pt x="2011674" y="356743"/>
                  </a:cubicBezTo>
                  <a:cubicBezTo>
                    <a:pt x="2015135" y="355016"/>
                    <a:pt x="2020444" y="348526"/>
                    <a:pt x="2022495" y="353289"/>
                  </a:cubicBezTo>
                  <a:cubicBezTo>
                    <a:pt x="2022933" y="353828"/>
                    <a:pt x="2023904" y="358908"/>
                    <a:pt x="2028127" y="357829"/>
                  </a:cubicBezTo>
                  <a:cubicBezTo>
                    <a:pt x="2050962" y="351555"/>
                    <a:pt x="2054753" y="351771"/>
                    <a:pt x="2054213" y="347339"/>
                  </a:cubicBezTo>
                  <a:cubicBezTo>
                    <a:pt x="2053451" y="340849"/>
                    <a:pt x="2053559" y="335877"/>
                    <a:pt x="2050206" y="333064"/>
                  </a:cubicBezTo>
                  <a:cubicBezTo>
                    <a:pt x="2049127" y="332524"/>
                    <a:pt x="2044580" y="326898"/>
                    <a:pt x="2043494" y="331445"/>
                  </a:cubicBezTo>
                  <a:cubicBezTo>
                    <a:pt x="2043494" y="331984"/>
                    <a:pt x="2042091" y="335337"/>
                    <a:pt x="2043926" y="338906"/>
                  </a:cubicBezTo>
                  <a:cubicBezTo>
                    <a:pt x="2044034" y="339446"/>
                    <a:pt x="2047501" y="343770"/>
                    <a:pt x="2043278" y="344742"/>
                  </a:cubicBezTo>
                  <a:cubicBezTo>
                    <a:pt x="2039271" y="345173"/>
                    <a:pt x="2032890" y="348850"/>
                    <a:pt x="2030508" y="344310"/>
                  </a:cubicBezTo>
                  <a:cubicBezTo>
                    <a:pt x="2022387" y="328739"/>
                    <a:pt x="2021631" y="324955"/>
                    <a:pt x="2017300" y="325819"/>
                  </a:cubicBezTo>
                  <a:cubicBezTo>
                    <a:pt x="2016653" y="325819"/>
                    <a:pt x="2011674" y="327876"/>
                    <a:pt x="2011674" y="323653"/>
                  </a:cubicBezTo>
                  <a:cubicBezTo>
                    <a:pt x="2011890" y="322574"/>
                    <a:pt x="2010703" y="317386"/>
                    <a:pt x="2014487" y="314789"/>
                  </a:cubicBezTo>
                  <a:cubicBezTo>
                    <a:pt x="2020005" y="310248"/>
                    <a:pt x="2028019" y="308083"/>
                    <a:pt x="2025206" y="303543"/>
                  </a:cubicBezTo>
                  <a:cubicBezTo>
                    <a:pt x="2024012" y="300730"/>
                    <a:pt x="2019358" y="296729"/>
                    <a:pt x="2022063" y="292513"/>
                  </a:cubicBezTo>
                  <a:cubicBezTo>
                    <a:pt x="2041760" y="261150"/>
                    <a:pt x="2041653" y="259531"/>
                    <a:pt x="2046199" y="258343"/>
                  </a:cubicBezTo>
                  <a:cubicBezTo>
                    <a:pt x="2060271" y="254451"/>
                    <a:pt x="2063738" y="254121"/>
                    <a:pt x="2066875" y="250990"/>
                  </a:cubicBezTo>
                  <a:cubicBezTo>
                    <a:pt x="2068716" y="249580"/>
                    <a:pt x="2072069" y="243853"/>
                    <a:pt x="2075644" y="246012"/>
                  </a:cubicBezTo>
                  <a:cubicBezTo>
                    <a:pt x="2078889" y="247961"/>
                    <a:pt x="2082896" y="243091"/>
                    <a:pt x="2082350" y="243415"/>
                  </a:cubicBezTo>
                  <a:cubicBezTo>
                    <a:pt x="2083759" y="242227"/>
                    <a:pt x="2084083" y="239744"/>
                    <a:pt x="2084083" y="237903"/>
                  </a:cubicBezTo>
                  <a:lnTo>
                    <a:pt x="2084083" y="232169"/>
                  </a:lnTo>
                  <a:cubicBezTo>
                    <a:pt x="2084083" y="230333"/>
                    <a:pt x="2086357" y="228384"/>
                    <a:pt x="2088198" y="227952"/>
                  </a:cubicBezTo>
                  <a:lnTo>
                    <a:pt x="2092199" y="226981"/>
                  </a:lnTo>
                  <a:cubicBezTo>
                    <a:pt x="2094040" y="226549"/>
                    <a:pt x="2096529" y="227305"/>
                    <a:pt x="2097615" y="228822"/>
                  </a:cubicBezTo>
                  <a:lnTo>
                    <a:pt x="2100968" y="233578"/>
                  </a:lnTo>
                  <a:cubicBezTo>
                    <a:pt x="2103673" y="237579"/>
                    <a:pt x="2105299" y="232607"/>
                    <a:pt x="2109953" y="234442"/>
                  </a:cubicBezTo>
                  <a:lnTo>
                    <a:pt x="2110925" y="234874"/>
                  </a:lnTo>
                  <a:cubicBezTo>
                    <a:pt x="2117421" y="237579"/>
                    <a:pt x="2114932" y="222441"/>
                    <a:pt x="2120882" y="226009"/>
                  </a:cubicBezTo>
                  <a:cubicBezTo>
                    <a:pt x="2121536" y="226225"/>
                    <a:pt x="2125104" y="229578"/>
                    <a:pt x="2127593" y="226009"/>
                  </a:cubicBezTo>
                  <a:cubicBezTo>
                    <a:pt x="2129111" y="224492"/>
                    <a:pt x="2131277" y="218440"/>
                    <a:pt x="2135493" y="220707"/>
                  </a:cubicBezTo>
                  <a:cubicBezTo>
                    <a:pt x="2136795" y="221139"/>
                    <a:pt x="2141341" y="225254"/>
                    <a:pt x="2143723" y="221361"/>
                  </a:cubicBezTo>
                  <a:cubicBezTo>
                    <a:pt x="2144586" y="220383"/>
                    <a:pt x="2146428" y="214871"/>
                    <a:pt x="2150866" y="215951"/>
                  </a:cubicBezTo>
                  <a:cubicBezTo>
                    <a:pt x="2152600" y="216383"/>
                    <a:pt x="2155089" y="215627"/>
                    <a:pt x="2156384" y="214331"/>
                  </a:cubicBezTo>
                  <a:cubicBezTo>
                    <a:pt x="2160067" y="209785"/>
                    <a:pt x="2167967" y="205461"/>
                    <a:pt x="2163420" y="202863"/>
                  </a:cubicBezTo>
                  <a:cubicBezTo>
                    <a:pt x="2162773" y="202324"/>
                    <a:pt x="2158874" y="201028"/>
                    <a:pt x="2158550" y="199079"/>
                  </a:cubicBezTo>
                  <a:lnTo>
                    <a:pt x="2157362" y="191510"/>
                  </a:lnTo>
                  <a:lnTo>
                    <a:pt x="2153032" y="189890"/>
                  </a:lnTo>
                  <a:lnTo>
                    <a:pt x="2153032" y="172155"/>
                  </a:lnTo>
                  <a:lnTo>
                    <a:pt x="2137226" y="169558"/>
                  </a:lnTo>
                  <a:lnTo>
                    <a:pt x="2133874" y="101651"/>
                  </a:lnTo>
                  <a:lnTo>
                    <a:pt x="2115903" y="85973"/>
                  </a:lnTo>
                  <a:lnTo>
                    <a:pt x="2094256" y="97434"/>
                  </a:lnTo>
                  <a:lnTo>
                    <a:pt x="2088414" y="92564"/>
                  </a:lnTo>
                  <a:lnTo>
                    <a:pt x="2087220" y="84671"/>
                  </a:lnTo>
                  <a:lnTo>
                    <a:pt x="2080946" y="80346"/>
                  </a:lnTo>
                  <a:lnTo>
                    <a:pt x="2051178" y="120250"/>
                  </a:lnTo>
                  <a:lnTo>
                    <a:pt x="2049450" y="133877"/>
                  </a:lnTo>
                  <a:lnTo>
                    <a:pt x="2040897" y="145123"/>
                  </a:lnTo>
                  <a:lnTo>
                    <a:pt x="2042415" y="160261"/>
                  </a:lnTo>
                  <a:lnTo>
                    <a:pt x="2022603" y="175939"/>
                  </a:lnTo>
                  <a:lnTo>
                    <a:pt x="2017840" y="187617"/>
                  </a:lnTo>
                  <a:lnTo>
                    <a:pt x="2001825" y="182213"/>
                  </a:lnTo>
                  <a:lnTo>
                    <a:pt x="1996307" y="194754"/>
                  </a:lnTo>
                  <a:lnTo>
                    <a:pt x="1869669" y="194754"/>
                  </a:lnTo>
                  <a:lnTo>
                    <a:pt x="1814037" y="234118"/>
                  </a:lnTo>
                  <a:cubicBezTo>
                    <a:pt x="1815986" y="236283"/>
                    <a:pt x="1817066" y="242875"/>
                    <a:pt x="1821288" y="258013"/>
                  </a:cubicBezTo>
                  <a:cubicBezTo>
                    <a:pt x="1822692" y="263099"/>
                    <a:pt x="1814793" y="264611"/>
                    <a:pt x="1810462" y="266992"/>
                  </a:cubicBezTo>
                  <a:cubicBezTo>
                    <a:pt x="1806461" y="268611"/>
                    <a:pt x="1803534" y="272288"/>
                    <a:pt x="1799857" y="275857"/>
                  </a:cubicBezTo>
                  <a:cubicBezTo>
                    <a:pt x="1796606" y="278886"/>
                    <a:pt x="1794879" y="278778"/>
                    <a:pt x="1769549" y="281915"/>
                  </a:cubicBezTo>
                  <a:cubicBezTo>
                    <a:pt x="1764678" y="282562"/>
                    <a:pt x="1761433" y="278130"/>
                    <a:pt x="1759376" y="276727"/>
                  </a:cubicBezTo>
                  <a:cubicBezTo>
                    <a:pt x="1754937" y="273050"/>
                    <a:pt x="1751800" y="275209"/>
                    <a:pt x="1735671" y="274669"/>
                  </a:cubicBezTo>
                  <a:cubicBezTo>
                    <a:pt x="1731125" y="274669"/>
                    <a:pt x="1727448" y="276295"/>
                    <a:pt x="1715974" y="280727"/>
                  </a:cubicBezTo>
                  <a:lnTo>
                    <a:pt x="1719873" y="293700"/>
                  </a:lnTo>
                  <a:cubicBezTo>
                    <a:pt x="1721816" y="293916"/>
                    <a:pt x="1720520" y="294786"/>
                    <a:pt x="1720520" y="296297"/>
                  </a:cubicBezTo>
                  <a:cubicBezTo>
                    <a:pt x="1720412" y="297053"/>
                    <a:pt x="1720736" y="301917"/>
                    <a:pt x="1716945" y="304298"/>
                  </a:cubicBezTo>
                  <a:cubicBezTo>
                    <a:pt x="1673651" y="331222"/>
                    <a:pt x="1672248" y="332308"/>
                    <a:pt x="1667701" y="333820"/>
                  </a:cubicBezTo>
                  <a:cubicBezTo>
                    <a:pt x="1628737" y="346691"/>
                    <a:pt x="1627220" y="346583"/>
                    <a:pt x="1623759" y="349720"/>
                  </a:cubicBezTo>
                  <a:cubicBezTo>
                    <a:pt x="1614342" y="358153"/>
                    <a:pt x="1611961" y="361290"/>
                    <a:pt x="1607414" y="361290"/>
                  </a:cubicBezTo>
                  <a:cubicBezTo>
                    <a:pt x="1582624" y="361290"/>
                    <a:pt x="1582192" y="366154"/>
                    <a:pt x="1575810" y="363341"/>
                  </a:cubicBezTo>
                  <a:cubicBezTo>
                    <a:pt x="1546257" y="350152"/>
                    <a:pt x="1543660" y="350152"/>
                    <a:pt x="1546149" y="346475"/>
                  </a:cubicBezTo>
                  <a:cubicBezTo>
                    <a:pt x="1552753" y="336525"/>
                    <a:pt x="1554919" y="332416"/>
                    <a:pt x="1557300" y="331768"/>
                  </a:cubicBezTo>
                  <a:lnTo>
                    <a:pt x="1556544" y="330790"/>
                  </a:lnTo>
                  <a:lnTo>
                    <a:pt x="1582516" y="289700"/>
                  </a:lnTo>
                  <a:cubicBezTo>
                    <a:pt x="1582516" y="289700"/>
                    <a:pt x="1581652" y="288620"/>
                    <a:pt x="1581544" y="287756"/>
                  </a:cubicBezTo>
                  <a:cubicBezTo>
                    <a:pt x="1577322" y="255746"/>
                    <a:pt x="1577861" y="254559"/>
                    <a:pt x="1574617" y="251314"/>
                  </a:cubicBezTo>
                  <a:cubicBezTo>
                    <a:pt x="1570940" y="248501"/>
                    <a:pt x="1567797" y="242119"/>
                    <a:pt x="1563034" y="244392"/>
                  </a:cubicBezTo>
                  <a:cubicBezTo>
                    <a:pt x="1557408" y="247091"/>
                    <a:pt x="1552430" y="248933"/>
                    <a:pt x="1549616" y="252393"/>
                  </a:cubicBezTo>
                  <a:cubicBezTo>
                    <a:pt x="1541171" y="262776"/>
                    <a:pt x="1539660" y="265913"/>
                    <a:pt x="1535869" y="264071"/>
                  </a:cubicBezTo>
                  <a:cubicBezTo>
                    <a:pt x="1532624" y="261912"/>
                    <a:pt x="1525804" y="260934"/>
                    <a:pt x="1526344" y="255854"/>
                  </a:cubicBezTo>
                  <a:cubicBezTo>
                    <a:pt x="1527207" y="252393"/>
                    <a:pt x="1525804" y="246120"/>
                    <a:pt x="1530674" y="244608"/>
                  </a:cubicBezTo>
                  <a:cubicBezTo>
                    <a:pt x="1531970" y="244069"/>
                    <a:pt x="1537056" y="243421"/>
                    <a:pt x="1539876" y="239744"/>
                  </a:cubicBezTo>
                  <a:cubicBezTo>
                    <a:pt x="1547559" y="229254"/>
                    <a:pt x="1550048" y="226873"/>
                    <a:pt x="1550372" y="222441"/>
                  </a:cubicBezTo>
                  <a:cubicBezTo>
                    <a:pt x="1551236" y="213462"/>
                    <a:pt x="1552430" y="208813"/>
                    <a:pt x="1549616" y="205461"/>
                  </a:cubicBezTo>
                  <a:cubicBezTo>
                    <a:pt x="1548855" y="204057"/>
                    <a:pt x="1543120" y="199949"/>
                    <a:pt x="1547127" y="197352"/>
                  </a:cubicBezTo>
                  <a:cubicBezTo>
                    <a:pt x="1547667" y="196812"/>
                    <a:pt x="1552214" y="195186"/>
                    <a:pt x="1550048" y="191402"/>
                  </a:cubicBezTo>
                  <a:cubicBezTo>
                    <a:pt x="1548423" y="189243"/>
                    <a:pt x="1546797" y="183832"/>
                    <a:pt x="1542041" y="182645"/>
                  </a:cubicBezTo>
                  <a:cubicBezTo>
                    <a:pt x="1528185" y="179184"/>
                    <a:pt x="1524178" y="178968"/>
                    <a:pt x="1521365" y="175508"/>
                  </a:cubicBezTo>
                  <a:cubicBezTo>
                    <a:pt x="1520394" y="174536"/>
                    <a:pt x="1517790" y="169989"/>
                    <a:pt x="1513358" y="168910"/>
                  </a:cubicBezTo>
                  <a:cubicBezTo>
                    <a:pt x="1500366" y="165665"/>
                    <a:pt x="1497553" y="164154"/>
                    <a:pt x="1494308" y="167075"/>
                  </a:cubicBezTo>
                  <a:cubicBezTo>
                    <a:pt x="1492035" y="169774"/>
                    <a:pt x="1485431" y="172695"/>
                    <a:pt x="1488244" y="176911"/>
                  </a:cubicBezTo>
                  <a:cubicBezTo>
                    <a:pt x="1488892" y="178537"/>
                    <a:pt x="1494308" y="183724"/>
                    <a:pt x="1489546" y="184588"/>
                  </a:cubicBezTo>
                  <a:cubicBezTo>
                    <a:pt x="1483265" y="186430"/>
                    <a:pt x="1475474" y="185242"/>
                    <a:pt x="1475474" y="190538"/>
                  </a:cubicBezTo>
                  <a:cubicBezTo>
                    <a:pt x="1475474" y="202971"/>
                    <a:pt x="1476337" y="206216"/>
                    <a:pt x="1472337" y="207626"/>
                  </a:cubicBezTo>
                  <a:cubicBezTo>
                    <a:pt x="1470603" y="207842"/>
                    <a:pt x="1464215" y="211842"/>
                    <a:pt x="1464215" y="206978"/>
                  </a:cubicBezTo>
                  <a:cubicBezTo>
                    <a:pt x="1463784" y="202540"/>
                    <a:pt x="1465625" y="192595"/>
                    <a:pt x="1461618" y="196164"/>
                  </a:cubicBezTo>
                  <a:cubicBezTo>
                    <a:pt x="1444734" y="210979"/>
                    <a:pt x="1442676" y="211842"/>
                    <a:pt x="1442676" y="216167"/>
                  </a:cubicBezTo>
                  <a:cubicBezTo>
                    <a:pt x="1442784" y="225146"/>
                    <a:pt x="1443324" y="228492"/>
                    <a:pt x="1440835" y="231953"/>
                  </a:cubicBezTo>
                  <a:cubicBezTo>
                    <a:pt x="1438453" y="235845"/>
                    <a:pt x="1433583" y="239630"/>
                    <a:pt x="1434669" y="244608"/>
                  </a:cubicBezTo>
                  <a:cubicBezTo>
                    <a:pt x="1435101" y="248609"/>
                    <a:pt x="1437914" y="253797"/>
                    <a:pt x="1435101" y="258013"/>
                  </a:cubicBezTo>
                  <a:cubicBezTo>
                    <a:pt x="1434885" y="258667"/>
                    <a:pt x="1432072" y="261474"/>
                    <a:pt x="1433691" y="265258"/>
                  </a:cubicBezTo>
                  <a:cubicBezTo>
                    <a:pt x="1443654" y="289376"/>
                    <a:pt x="1444841" y="290995"/>
                    <a:pt x="1444410" y="295434"/>
                  </a:cubicBezTo>
                  <a:cubicBezTo>
                    <a:pt x="1442460" y="314033"/>
                    <a:pt x="1442676" y="319868"/>
                    <a:pt x="1439863" y="323869"/>
                  </a:cubicBezTo>
                  <a:cubicBezTo>
                    <a:pt x="1427525" y="342144"/>
                    <a:pt x="1426115" y="345713"/>
                    <a:pt x="1421791" y="347447"/>
                  </a:cubicBezTo>
                  <a:cubicBezTo>
                    <a:pt x="1405986" y="353720"/>
                    <a:pt x="1403605" y="355555"/>
                    <a:pt x="1399706" y="353396"/>
                  </a:cubicBezTo>
                  <a:cubicBezTo>
                    <a:pt x="1397648" y="351879"/>
                    <a:pt x="1392562" y="350583"/>
                    <a:pt x="1391374" y="345935"/>
                  </a:cubicBezTo>
                  <a:cubicBezTo>
                    <a:pt x="1389641" y="339985"/>
                    <a:pt x="1389101" y="335661"/>
                    <a:pt x="1385964" y="332524"/>
                  </a:cubicBezTo>
                  <a:cubicBezTo>
                    <a:pt x="1384771" y="330898"/>
                    <a:pt x="1380116" y="327984"/>
                    <a:pt x="1380872" y="323329"/>
                  </a:cubicBezTo>
                  <a:cubicBezTo>
                    <a:pt x="1383691" y="307867"/>
                    <a:pt x="1385418" y="302895"/>
                    <a:pt x="1383367" y="298571"/>
                  </a:cubicBezTo>
                  <a:cubicBezTo>
                    <a:pt x="1379468" y="290347"/>
                    <a:pt x="1376439" y="286023"/>
                    <a:pt x="1378166" y="281807"/>
                  </a:cubicBezTo>
                  <a:cubicBezTo>
                    <a:pt x="1386612" y="261366"/>
                    <a:pt x="1388346" y="259423"/>
                    <a:pt x="1386288" y="255422"/>
                  </a:cubicBezTo>
                  <a:cubicBezTo>
                    <a:pt x="1386072" y="254559"/>
                    <a:pt x="1382605" y="250444"/>
                    <a:pt x="1385526" y="247091"/>
                  </a:cubicBezTo>
                  <a:cubicBezTo>
                    <a:pt x="1390727" y="241363"/>
                    <a:pt x="1394296" y="237903"/>
                    <a:pt x="1395921" y="233686"/>
                  </a:cubicBezTo>
                  <a:cubicBezTo>
                    <a:pt x="1411828" y="193783"/>
                    <a:pt x="1412806" y="193891"/>
                    <a:pt x="1409770" y="191726"/>
                  </a:cubicBezTo>
                  <a:cubicBezTo>
                    <a:pt x="1408583" y="190862"/>
                    <a:pt x="1406526" y="191186"/>
                    <a:pt x="1405230" y="192595"/>
                  </a:cubicBezTo>
                  <a:lnTo>
                    <a:pt x="1376655" y="223088"/>
                  </a:lnTo>
                  <a:cubicBezTo>
                    <a:pt x="1373842" y="226009"/>
                    <a:pt x="1369296" y="222656"/>
                    <a:pt x="1369835" y="222872"/>
                  </a:cubicBezTo>
                  <a:cubicBezTo>
                    <a:pt x="1368210" y="221901"/>
                    <a:pt x="1367778" y="219843"/>
                    <a:pt x="1368857" y="218332"/>
                  </a:cubicBezTo>
                  <a:cubicBezTo>
                    <a:pt x="1405662" y="164154"/>
                    <a:pt x="1404576" y="163938"/>
                    <a:pt x="1409231" y="162636"/>
                  </a:cubicBezTo>
                  <a:cubicBezTo>
                    <a:pt x="1416482" y="161557"/>
                    <a:pt x="1424928" y="156477"/>
                    <a:pt x="1424928" y="161988"/>
                  </a:cubicBezTo>
                  <a:cubicBezTo>
                    <a:pt x="1425144" y="163614"/>
                    <a:pt x="1423734" y="169234"/>
                    <a:pt x="1427525" y="166205"/>
                  </a:cubicBezTo>
                  <a:cubicBezTo>
                    <a:pt x="1443762" y="153448"/>
                    <a:pt x="1445165" y="149447"/>
                    <a:pt x="1449496" y="149447"/>
                  </a:cubicBezTo>
                  <a:lnTo>
                    <a:pt x="1458158" y="149447"/>
                  </a:lnTo>
                  <a:cubicBezTo>
                    <a:pt x="1462698" y="149447"/>
                    <a:pt x="1467466" y="146526"/>
                    <a:pt x="1466920" y="146850"/>
                  </a:cubicBezTo>
                  <a:cubicBezTo>
                    <a:pt x="1468330" y="145663"/>
                    <a:pt x="1470927" y="146202"/>
                    <a:pt x="1472661" y="146850"/>
                  </a:cubicBezTo>
                  <a:cubicBezTo>
                    <a:pt x="1490193" y="152908"/>
                    <a:pt x="1492898" y="155283"/>
                    <a:pt x="1496473" y="152692"/>
                  </a:cubicBezTo>
                  <a:cubicBezTo>
                    <a:pt x="1497769" y="151936"/>
                    <a:pt x="1501344" y="148260"/>
                    <a:pt x="1505998" y="149123"/>
                  </a:cubicBezTo>
                  <a:cubicBezTo>
                    <a:pt x="1517035" y="151067"/>
                    <a:pt x="1522229" y="152800"/>
                    <a:pt x="1524070" y="151498"/>
                  </a:cubicBezTo>
                  <a:lnTo>
                    <a:pt x="1510107" y="133547"/>
                  </a:lnTo>
                  <a:lnTo>
                    <a:pt x="1509351" y="132575"/>
                  </a:lnTo>
                  <a:cubicBezTo>
                    <a:pt x="1507294" y="134309"/>
                    <a:pt x="1501884" y="133661"/>
                    <a:pt x="1487704" y="133661"/>
                  </a:cubicBezTo>
                  <a:cubicBezTo>
                    <a:pt x="1482618" y="133661"/>
                    <a:pt x="1484891" y="125654"/>
                    <a:pt x="1484351" y="121653"/>
                  </a:cubicBezTo>
                  <a:cubicBezTo>
                    <a:pt x="1484351" y="116681"/>
                    <a:pt x="1482294" y="118193"/>
                    <a:pt x="1448633" y="121437"/>
                  </a:cubicBezTo>
                  <a:cubicBezTo>
                    <a:pt x="1443870" y="121869"/>
                    <a:pt x="1439539" y="125006"/>
                    <a:pt x="1426985" y="132036"/>
                  </a:cubicBezTo>
                  <a:cubicBezTo>
                    <a:pt x="1422763" y="134417"/>
                    <a:pt x="1417028" y="132683"/>
                    <a:pt x="1405554" y="130956"/>
                  </a:cubicBezTo>
                  <a:cubicBezTo>
                    <a:pt x="1401439" y="130308"/>
                    <a:pt x="1400791" y="128791"/>
                    <a:pt x="1388669" y="114300"/>
                  </a:cubicBezTo>
                  <a:cubicBezTo>
                    <a:pt x="1385856" y="110947"/>
                    <a:pt x="1382929" y="110839"/>
                    <a:pt x="1374382" y="109004"/>
                  </a:cubicBezTo>
                  <a:cubicBezTo>
                    <a:pt x="1362152" y="106407"/>
                    <a:pt x="1347433" y="130632"/>
                    <a:pt x="1370159" y="92996"/>
                  </a:cubicBezTo>
                  <a:cubicBezTo>
                    <a:pt x="1372648" y="88887"/>
                    <a:pt x="1376115" y="87268"/>
                    <a:pt x="1388453" y="79375"/>
                  </a:cubicBezTo>
                  <a:cubicBezTo>
                    <a:pt x="1393432" y="76130"/>
                    <a:pt x="1381741" y="77965"/>
                    <a:pt x="1368534" y="77533"/>
                  </a:cubicBezTo>
                  <a:cubicBezTo>
                    <a:pt x="1364095" y="77533"/>
                    <a:pt x="1364209" y="78397"/>
                    <a:pt x="1335526" y="106407"/>
                  </a:cubicBezTo>
                  <a:cubicBezTo>
                    <a:pt x="1331951" y="109868"/>
                    <a:pt x="1327189" y="110192"/>
                    <a:pt x="1311060" y="114084"/>
                  </a:cubicBezTo>
                  <a:cubicBezTo>
                    <a:pt x="1306297" y="115164"/>
                    <a:pt x="1301865" y="117977"/>
                    <a:pt x="1288981" y="124574"/>
                  </a:cubicBezTo>
                  <a:cubicBezTo>
                    <a:pt x="1284650" y="126847"/>
                    <a:pt x="1278700" y="126193"/>
                    <a:pt x="1269499" y="126193"/>
                  </a:cubicBezTo>
                  <a:cubicBezTo>
                    <a:pt x="1264305" y="126193"/>
                    <a:pt x="1270909" y="119170"/>
                    <a:pt x="1272750" y="115170"/>
                  </a:cubicBezTo>
                  <a:cubicBezTo>
                    <a:pt x="1275131" y="111163"/>
                    <a:pt x="1270363" y="109004"/>
                    <a:pt x="1269823" y="108356"/>
                  </a:cubicBezTo>
                  <a:cubicBezTo>
                    <a:pt x="1266146" y="105327"/>
                    <a:pt x="1265606" y="106839"/>
                    <a:pt x="1228154" y="122193"/>
                  </a:cubicBezTo>
                  <a:cubicBezTo>
                    <a:pt x="1223823" y="124034"/>
                    <a:pt x="1223392" y="117113"/>
                    <a:pt x="1222636" y="115602"/>
                  </a:cubicBezTo>
                  <a:cubicBezTo>
                    <a:pt x="1221118" y="110623"/>
                    <a:pt x="1223284" y="110623"/>
                    <a:pt x="1272420" y="70504"/>
                  </a:cubicBezTo>
                  <a:cubicBezTo>
                    <a:pt x="1275563" y="68021"/>
                    <a:pt x="1274909" y="68345"/>
                    <a:pt x="1306297" y="54070"/>
                  </a:cubicBezTo>
                  <a:lnTo>
                    <a:pt x="1296779" y="44012"/>
                  </a:lnTo>
                  <a:lnTo>
                    <a:pt x="1277513" y="46609"/>
                  </a:lnTo>
                  <a:lnTo>
                    <a:pt x="1273722" y="35579"/>
                  </a:lnTo>
                  <a:lnTo>
                    <a:pt x="1259650" y="39688"/>
                  </a:lnTo>
                  <a:lnTo>
                    <a:pt x="1254888" y="50286"/>
                  </a:lnTo>
                  <a:lnTo>
                    <a:pt x="1238219" y="50286"/>
                  </a:lnTo>
                  <a:lnTo>
                    <a:pt x="1234974" y="39795"/>
                  </a:lnTo>
                  <a:lnTo>
                    <a:pt x="1209644" y="41846"/>
                  </a:lnTo>
                  <a:lnTo>
                    <a:pt x="1205313" y="27140"/>
                  </a:lnTo>
                  <a:lnTo>
                    <a:pt x="1177716" y="20764"/>
                  </a:lnTo>
                  <a:lnTo>
                    <a:pt x="1160507" y="26816"/>
                  </a:lnTo>
                  <a:lnTo>
                    <a:pt x="1125437" y="13735"/>
                  </a:lnTo>
                  <a:lnTo>
                    <a:pt x="1102278" y="0"/>
                  </a:lnTo>
                  <a:lnTo>
                    <a:pt x="76201" y="0"/>
                  </a:lnTo>
                  <a:cubicBezTo>
                    <a:pt x="78798" y="0"/>
                    <a:pt x="80855" y="7569"/>
                    <a:pt x="81287" y="11138"/>
                  </a:cubicBezTo>
                  <a:cubicBezTo>
                    <a:pt x="82906" y="25197"/>
                    <a:pt x="84208" y="29953"/>
                    <a:pt x="81395" y="33953"/>
                  </a:cubicBezTo>
                  <a:cubicBezTo>
                    <a:pt x="81395" y="34061"/>
                    <a:pt x="81287" y="34385"/>
                    <a:pt x="81179" y="34493"/>
                  </a:cubicBezTo>
                  <a:cubicBezTo>
                    <a:pt x="80093" y="36119"/>
                    <a:pt x="79661" y="39040"/>
                    <a:pt x="80309" y="40983"/>
                  </a:cubicBezTo>
                  <a:lnTo>
                    <a:pt x="81935" y="46069"/>
                  </a:lnTo>
                  <a:cubicBezTo>
                    <a:pt x="82582" y="48012"/>
                    <a:pt x="84532" y="49746"/>
                    <a:pt x="86373" y="49962"/>
                  </a:cubicBezTo>
                  <a:lnTo>
                    <a:pt x="90488" y="50394"/>
                  </a:lnTo>
                  <a:cubicBezTo>
                    <a:pt x="92323" y="50610"/>
                    <a:pt x="93409" y="52337"/>
                    <a:pt x="92869" y="54286"/>
                  </a:cubicBezTo>
                  <a:lnTo>
                    <a:pt x="87345" y="73857"/>
                  </a:lnTo>
                  <a:cubicBezTo>
                    <a:pt x="86805" y="75806"/>
                    <a:pt x="85834" y="75806"/>
                    <a:pt x="85294" y="73857"/>
                  </a:cubicBezTo>
                  <a:lnTo>
                    <a:pt x="82582" y="64776"/>
                  </a:lnTo>
                  <a:cubicBezTo>
                    <a:pt x="82043" y="62827"/>
                    <a:pt x="80531" y="62503"/>
                    <a:pt x="79337" y="64021"/>
                  </a:cubicBezTo>
                  <a:lnTo>
                    <a:pt x="74683" y="69532"/>
                  </a:lnTo>
                  <a:cubicBezTo>
                    <a:pt x="73495" y="71044"/>
                    <a:pt x="70898" y="72346"/>
                    <a:pt x="69057" y="72561"/>
                  </a:cubicBezTo>
                  <a:lnTo>
                    <a:pt x="66352" y="72777"/>
                  </a:lnTo>
                  <a:cubicBezTo>
                    <a:pt x="64510" y="72993"/>
                    <a:pt x="63862" y="71806"/>
                    <a:pt x="65050" y="70180"/>
                  </a:cubicBezTo>
                  <a:lnTo>
                    <a:pt x="73819" y="57639"/>
                  </a:lnTo>
                  <a:cubicBezTo>
                    <a:pt x="74899" y="56013"/>
                    <a:pt x="75115" y="53207"/>
                    <a:pt x="74251" y="51473"/>
                  </a:cubicBezTo>
                  <a:lnTo>
                    <a:pt x="73280" y="49530"/>
                  </a:lnTo>
                  <a:cubicBezTo>
                    <a:pt x="72410" y="47688"/>
                    <a:pt x="70136" y="46177"/>
                    <a:pt x="68295" y="46069"/>
                  </a:cubicBezTo>
                  <a:cubicBezTo>
                    <a:pt x="28899" y="43364"/>
                    <a:pt x="27598" y="43688"/>
                    <a:pt x="23381" y="41739"/>
                  </a:cubicBezTo>
                  <a:cubicBezTo>
                    <a:pt x="4763" y="32982"/>
                    <a:pt x="1302" y="30169"/>
                    <a:pt x="864" y="35039"/>
                  </a:cubicBezTo>
                  <a:cubicBezTo>
                    <a:pt x="1" y="45415"/>
                    <a:pt x="-755" y="49200"/>
                    <a:pt x="1410" y="53207"/>
                  </a:cubicBezTo>
                  <a:cubicBezTo>
                    <a:pt x="8224" y="65208"/>
                    <a:pt x="11907" y="70720"/>
                    <a:pt x="12986" y="76022"/>
                  </a:cubicBezTo>
                  <a:cubicBezTo>
                    <a:pt x="18295" y="102190"/>
                    <a:pt x="17965" y="108680"/>
                    <a:pt x="20892" y="104248"/>
                  </a:cubicBezTo>
                  <a:lnTo>
                    <a:pt x="21540" y="103270"/>
                  </a:lnTo>
                  <a:cubicBezTo>
                    <a:pt x="22619" y="101651"/>
                    <a:pt x="24569" y="101327"/>
                    <a:pt x="25978" y="102730"/>
                  </a:cubicBezTo>
                  <a:cubicBezTo>
                    <a:pt x="26410" y="103378"/>
                    <a:pt x="31389" y="106407"/>
                    <a:pt x="28360" y="109976"/>
                  </a:cubicBezTo>
                  <a:cubicBezTo>
                    <a:pt x="27820" y="110731"/>
                    <a:pt x="23705" y="113976"/>
                    <a:pt x="23921" y="118847"/>
                  </a:cubicBezTo>
                  <a:cubicBezTo>
                    <a:pt x="24569" y="131064"/>
                    <a:pt x="24569" y="137115"/>
                    <a:pt x="25870" y="142202"/>
                  </a:cubicBezTo>
                  <a:cubicBezTo>
                    <a:pt x="27382" y="148260"/>
                    <a:pt x="28791" y="151390"/>
                    <a:pt x="28468" y="155721"/>
                  </a:cubicBezTo>
                  <a:cubicBezTo>
                    <a:pt x="21216" y="240824"/>
                    <a:pt x="22511" y="248285"/>
                    <a:pt x="12231" y="277374"/>
                  </a:cubicBezTo>
                  <a:cubicBezTo>
                    <a:pt x="5411" y="296837"/>
                    <a:pt x="3899" y="298895"/>
                    <a:pt x="6389" y="302571"/>
                  </a:cubicBezTo>
                  <a:cubicBezTo>
                    <a:pt x="8770" y="305924"/>
                    <a:pt x="11367" y="308839"/>
                    <a:pt x="11367" y="312953"/>
                  </a:cubicBezTo>
                  <a:cubicBezTo>
                    <a:pt x="11367" y="326790"/>
                    <a:pt x="10497" y="330575"/>
                    <a:pt x="13964" y="333388"/>
                  </a:cubicBezTo>
                  <a:cubicBezTo>
                    <a:pt x="15044" y="334575"/>
                    <a:pt x="20130" y="336848"/>
                    <a:pt x="18943" y="341389"/>
                  </a:cubicBezTo>
                  <a:cubicBezTo>
                    <a:pt x="18943" y="342144"/>
                    <a:pt x="16561" y="346799"/>
                    <a:pt x="19698" y="349828"/>
                  </a:cubicBezTo>
                  <a:cubicBezTo>
                    <a:pt x="21756" y="352311"/>
                    <a:pt x="27058" y="355232"/>
                    <a:pt x="26086" y="360096"/>
                  </a:cubicBezTo>
                  <a:cubicBezTo>
                    <a:pt x="22079" y="380105"/>
                    <a:pt x="21972" y="382810"/>
                    <a:pt x="19590" y="386702"/>
                  </a:cubicBezTo>
                  <a:cubicBezTo>
                    <a:pt x="15368" y="393510"/>
                    <a:pt x="11367" y="398596"/>
                    <a:pt x="11583" y="403352"/>
                  </a:cubicBezTo>
                  <a:cubicBezTo>
                    <a:pt x="11907" y="405409"/>
                    <a:pt x="10827" y="410813"/>
                    <a:pt x="14504" y="413950"/>
                  </a:cubicBezTo>
                  <a:cubicBezTo>
                    <a:pt x="24461" y="422599"/>
                    <a:pt x="27274" y="424548"/>
                    <a:pt x="29439" y="428441"/>
                  </a:cubicBezTo>
                  <a:cubicBezTo>
                    <a:pt x="33554" y="436118"/>
                    <a:pt x="35503" y="438607"/>
                    <a:pt x="34202" y="442392"/>
                  </a:cubicBezTo>
                  <a:cubicBezTo>
                    <a:pt x="33878" y="444119"/>
                    <a:pt x="31281" y="448443"/>
                    <a:pt x="33122" y="452666"/>
                  </a:cubicBezTo>
                  <a:cubicBezTo>
                    <a:pt x="34525" y="455803"/>
                    <a:pt x="36259" y="459150"/>
                    <a:pt x="35935" y="463156"/>
                  </a:cubicBezTo>
                  <a:cubicBezTo>
                    <a:pt x="35935" y="464452"/>
                    <a:pt x="34310" y="469316"/>
                    <a:pt x="37777" y="472345"/>
                  </a:cubicBezTo>
                  <a:cubicBezTo>
                    <a:pt x="59748" y="491592"/>
                    <a:pt x="61259" y="492131"/>
                    <a:pt x="62345" y="496462"/>
                  </a:cubicBezTo>
                  <a:cubicBezTo>
                    <a:pt x="63532" y="501110"/>
                    <a:pt x="64078" y="506298"/>
                    <a:pt x="67755" y="508787"/>
                  </a:cubicBezTo>
                  <a:cubicBezTo>
                    <a:pt x="77280" y="515169"/>
                    <a:pt x="81503" y="518846"/>
                    <a:pt x="80855" y="514407"/>
                  </a:cubicBezTo>
                  <a:cubicBezTo>
                    <a:pt x="80855" y="510299"/>
                    <a:pt x="77496" y="502945"/>
                    <a:pt x="82690" y="502945"/>
                  </a:cubicBezTo>
                  <a:lnTo>
                    <a:pt x="83884" y="502945"/>
                  </a:lnTo>
                  <a:cubicBezTo>
                    <a:pt x="89726" y="502945"/>
                    <a:pt x="88862" y="511061"/>
                    <a:pt x="94381" y="520573"/>
                  </a:cubicBezTo>
                  <a:cubicBezTo>
                    <a:pt x="100229" y="530631"/>
                    <a:pt x="103690" y="535280"/>
                    <a:pt x="99359" y="533876"/>
                  </a:cubicBezTo>
                  <a:cubicBezTo>
                    <a:pt x="94597" y="532251"/>
                    <a:pt x="89726" y="531495"/>
                    <a:pt x="87561" y="527603"/>
                  </a:cubicBezTo>
                  <a:cubicBezTo>
                    <a:pt x="87129" y="527063"/>
                    <a:pt x="85618" y="522846"/>
                    <a:pt x="82582" y="523170"/>
                  </a:cubicBezTo>
                  <a:cubicBezTo>
                    <a:pt x="81287" y="523278"/>
                    <a:pt x="80639" y="524897"/>
                    <a:pt x="81071" y="526631"/>
                  </a:cubicBezTo>
                  <a:lnTo>
                    <a:pt x="85072" y="541553"/>
                  </a:lnTo>
                  <a:cubicBezTo>
                    <a:pt x="86373" y="546525"/>
                    <a:pt x="93517" y="552583"/>
                    <a:pt x="92977" y="551936"/>
                  </a:cubicBezTo>
                  <a:cubicBezTo>
                    <a:pt x="96006" y="555073"/>
                    <a:pt x="102502" y="554419"/>
                    <a:pt x="101848" y="554311"/>
                  </a:cubicBezTo>
                  <a:cubicBezTo>
                    <a:pt x="108560" y="554311"/>
                    <a:pt x="113431" y="566750"/>
                    <a:pt x="105423" y="569017"/>
                  </a:cubicBezTo>
                  <a:lnTo>
                    <a:pt x="104991" y="569017"/>
                  </a:lnTo>
                  <a:cubicBezTo>
                    <a:pt x="103258" y="569671"/>
                    <a:pt x="102178" y="571506"/>
                    <a:pt x="102610" y="573240"/>
                  </a:cubicBezTo>
                  <a:cubicBezTo>
                    <a:pt x="103690" y="577564"/>
                    <a:pt x="104337" y="581457"/>
                    <a:pt x="107373" y="584486"/>
                  </a:cubicBezTo>
                  <a:cubicBezTo>
                    <a:pt x="142545" y="619735"/>
                    <a:pt x="142437" y="618439"/>
                    <a:pt x="142437" y="622979"/>
                  </a:cubicBezTo>
                  <a:cubicBezTo>
                    <a:pt x="142653" y="624281"/>
                    <a:pt x="141250" y="630117"/>
                    <a:pt x="145797" y="630981"/>
                  </a:cubicBezTo>
                  <a:cubicBezTo>
                    <a:pt x="146444" y="631196"/>
                    <a:pt x="152178" y="631088"/>
                    <a:pt x="152178" y="635527"/>
                  </a:cubicBezTo>
                  <a:cubicBezTo>
                    <a:pt x="152178" y="650342"/>
                    <a:pt x="151531" y="652717"/>
                    <a:pt x="154775" y="655314"/>
                  </a:cubicBezTo>
                  <a:cubicBezTo>
                    <a:pt x="156293" y="656285"/>
                    <a:pt x="159430" y="660178"/>
                    <a:pt x="164085" y="660178"/>
                  </a:cubicBezTo>
                  <a:cubicBezTo>
                    <a:pt x="183242" y="660610"/>
                    <a:pt x="188983" y="658990"/>
                    <a:pt x="194177" y="661803"/>
                  </a:cubicBezTo>
                  <a:cubicBezTo>
                    <a:pt x="198400" y="664070"/>
                    <a:pt x="203162" y="666020"/>
                    <a:pt x="204458" y="669157"/>
                  </a:cubicBezTo>
                  <a:cubicBezTo>
                    <a:pt x="204998" y="670452"/>
                    <a:pt x="206839" y="672078"/>
                    <a:pt x="208573" y="672725"/>
                  </a:cubicBezTo>
                  <a:lnTo>
                    <a:pt x="216796" y="675862"/>
                  </a:lnTo>
                  <a:cubicBezTo>
                    <a:pt x="224810" y="678885"/>
                    <a:pt x="232493" y="674560"/>
                    <a:pt x="233573" y="680402"/>
                  </a:cubicBezTo>
                  <a:lnTo>
                    <a:pt x="234328" y="684835"/>
                  </a:lnTo>
                  <a:cubicBezTo>
                    <a:pt x="235090" y="689159"/>
                    <a:pt x="239853" y="691001"/>
                    <a:pt x="242450" y="688296"/>
                  </a:cubicBezTo>
                  <a:cubicBezTo>
                    <a:pt x="243529" y="687216"/>
                    <a:pt x="245695" y="687108"/>
                    <a:pt x="247212" y="688296"/>
                  </a:cubicBezTo>
                  <a:lnTo>
                    <a:pt x="272320" y="706787"/>
                  </a:lnTo>
                  <a:cubicBezTo>
                    <a:pt x="280442" y="712737"/>
                    <a:pt x="279896" y="727551"/>
                    <a:pt x="279896" y="728091"/>
                  </a:cubicBezTo>
                  <a:cubicBezTo>
                    <a:pt x="279896" y="732847"/>
                    <a:pt x="284011" y="733171"/>
                    <a:pt x="284989" y="738041"/>
                  </a:cubicBezTo>
                  <a:cubicBezTo>
                    <a:pt x="285420" y="739229"/>
                    <a:pt x="286068" y="741934"/>
                    <a:pt x="286068" y="741934"/>
                  </a:cubicBezTo>
                  <a:lnTo>
                    <a:pt x="373736" y="732955"/>
                  </a:lnTo>
                  <a:lnTo>
                    <a:pt x="372009" y="741718"/>
                  </a:lnTo>
                  <a:lnTo>
                    <a:pt x="510115" y="794919"/>
                  </a:lnTo>
                  <a:lnTo>
                    <a:pt x="613588" y="795350"/>
                  </a:lnTo>
                  <a:lnTo>
                    <a:pt x="613588" y="776967"/>
                  </a:lnTo>
                  <a:lnTo>
                    <a:pt x="683946" y="776967"/>
                  </a:lnTo>
                  <a:lnTo>
                    <a:pt x="682213" y="777615"/>
                  </a:lnTo>
                  <a:close/>
                  <a:moveTo>
                    <a:pt x="1020884" y="940905"/>
                  </a:moveTo>
                  <a:cubicBezTo>
                    <a:pt x="1026078" y="940041"/>
                    <a:pt x="1020884" y="948042"/>
                    <a:pt x="1019906" y="952690"/>
                  </a:cubicBezTo>
                  <a:cubicBezTo>
                    <a:pt x="1018071" y="957777"/>
                    <a:pt x="1012114" y="945553"/>
                    <a:pt x="1012114" y="945553"/>
                  </a:cubicBezTo>
                  <a:cubicBezTo>
                    <a:pt x="1009409" y="941229"/>
                    <a:pt x="1017740" y="941984"/>
                    <a:pt x="1020884" y="940905"/>
                  </a:cubicBezTo>
                  <a:close/>
                  <a:moveTo>
                    <a:pt x="1024668" y="997896"/>
                  </a:moveTo>
                  <a:lnTo>
                    <a:pt x="1022503" y="999300"/>
                  </a:lnTo>
                  <a:cubicBezTo>
                    <a:pt x="1020992" y="1000379"/>
                    <a:pt x="1019258" y="999731"/>
                    <a:pt x="1018718" y="997896"/>
                  </a:cubicBezTo>
                  <a:cubicBezTo>
                    <a:pt x="1016013" y="989133"/>
                    <a:pt x="1014496" y="984917"/>
                    <a:pt x="1013740" y="980377"/>
                  </a:cubicBezTo>
                  <a:cubicBezTo>
                    <a:pt x="1013524" y="976808"/>
                    <a:pt x="1010705" y="971182"/>
                    <a:pt x="1014819" y="968261"/>
                  </a:cubicBezTo>
                  <a:cubicBezTo>
                    <a:pt x="1014819" y="968261"/>
                    <a:pt x="1019906" y="963397"/>
                    <a:pt x="1020668" y="967829"/>
                  </a:cubicBezTo>
                  <a:cubicBezTo>
                    <a:pt x="1021747" y="974318"/>
                    <a:pt x="1022503" y="979405"/>
                    <a:pt x="1023805" y="983729"/>
                  </a:cubicBezTo>
                  <a:cubicBezTo>
                    <a:pt x="1024776" y="988917"/>
                    <a:pt x="1029107" y="994975"/>
                    <a:pt x="1024668" y="997896"/>
                  </a:cubicBezTo>
                  <a:close/>
                  <a:moveTo>
                    <a:pt x="1028459" y="933660"/>
                  </a:moveTo>
                  <a:cubicBezTo>
                    <a:pt x="1025538" y="937336"/>
                    <a:pt x="1021316" y="932688"/>
                    <a:pt x="1019690" y="932040"/>
                  </a:cubicBezTo>
                  <a:cubicBezTo>
                    <a:pt x="1015251" y="929227"/>
                    <a:pt x="1023157" y="927386"/>
                    <a:pt x="1027050" y="922198"/>
                  </a:cubicBezTo>
                  <a:cubicBezTo>
                    <a:pt x="1028675" y="920033"/>
                    <a:pt x="1028675" y="918413"/>
                    <a:pt x="1029323" y="916248"/>
                  </a:cubicBezTo>
                  <a:cubicBezTo>
                    <a:pt x="1029971" y="911492"/>
                    <a:pt x="1035927" y="915816"/>
                    <a:pt x="1037984" y="916248"/>
                  </a:cubicBezTo>
                  <a:cubicBezTo>
                    <a:pt x="1042207" y="917873"/>
                    <a:pt x="1038524" y="920896"/>
                    <a:pt x="1028567" y="933767"/>
                  </a:cubicBezTo>
                  <a:lnTo>
                    <a:pt x="1028459" y="933660"/>
                  </a:lnTo>
                  <a:close/>
                  <a:moveTo>
                    <a:pt x="1074351" y="896245"/>
                  </a:moveTo>
                  <a:cubicBezTo>
                    <a:pt x="1066775" y="900570"/>
                    <a:pt x="1061257" y="903599"/>
                    <a:pt x="1057250" y="906304"/>
                  </a:cubicBezTo>
                  <a:cubicBezTo>
                    <a:pt x="1047078" y="912895"/>
                    <a:pt x="1043071" y="916680"/>
                    <a:pt x="1043071" y="912139"/>
                  </a:cubicBezTo>
                  <a:cubicBezTo>
                    <a:pt x="1043502" y="908895"/>
                    <a:pt x="1041553" y="902843"/>
                    <a:pt x="1046315" y="901218"/>
                  </a:cubicBezTo>
                  <a:cubicBezTo>
                    <a:pt x="1050646" y="899706"/>
                    <a:pt x="1054437" y="898728"/>
                    <a:pt x="1057898" y="896245"/>
                  </a:cubicBezTo>
                  <a:cubicBezTo>
                    <a:pt x="1061257" y="894404"/>
                    <a:pt x="1064934" y="889432"/>
                    <a:pt x="1069696" y="891375"/>
                  </a:cubicBezTo>
                  <a:cubicBezTo>
                    <a:pt x="1069696" y="891375"/>
                    <a:pt x="1078574" y="893756"/>
                    <a:pt x="1074459" y="896245"/>
                  </a:cubicBezTo>
                  <a:lnTo>
                    <a:pt x="1074351" y="896245"/>
                  </a:lnTo>
                  <a:close/>
                  <a:moveTo>
                    <a:pt x="1299160" y="838067"/>
                  </a:moveTo>
                  <a:cubicBezTo>
                    <a:pt x="1295693" y="840448"/>
                    <a:pt x="1291578" y="840010"/>
                    <a:pt x="1287254" y="840010"/>
                  </a:cubicBezTo>
                  <a:cubicBezTo>
                    <a:pt x="1285412" y="840010"/>
                    <a:pt x="1283247" y="838606"/>
                    <a:pt x="1282383" y="836987"/>
                  </a:cubicBezTo>
                  <a:lnTo>
                    <a:pt x="1282383" y="836549"/>
                  </a:lnTo>
                  <a:cubicBezTo>
                    <a:pt x="1280326" y="832548"/>
                    <a:pt x="1284434" y="829526"/>
                    <a:pt x="1284764" y="828764"/>
                  </a:cubicBezTo>
                  <a:cubicBezTo>
                    <a:pt x="1287470" y="825519"/>
                    <a:pt x="1292448" y="826173"/>
                    <a:pt x="1292448" y="826173"/>
                  </a:cubicBezTo>
                  <a:cubicBezTo>
                    <a:pt x="1296664" y="826173"/>
                    <a:pt x="1299808" y="828764"/>
                    <a:pt x="1303376" y="831145"/>
                  </a:cubicBezTo>
                  <a:cubicBezTo>
                    <a:pt x="1307491" y="833850"/>
                    <a:pt x="1300455" y="836549"/>
                    <a:pt x="1299046" y="837959"/>
                  </a:cubicBezTo>
                  <a:lnTo>
                    <a:pt x="1299160" y="838067"/>
                  </a:lnTo>
                  <a:close/>
                  <a:moveTo>
                    <a:pt x="1640644" y="964584"/>
                  </a:moveTo>
                  <a:cubicBezTo>
                    <a:pt x="1641292" y="963289"/>
                    <a:pt x="1643133" y="962209"/>
                    <a:pt x="1644644" y="962209"/>
                  </a:cubicBezTo>
                  <a:lnTo>
                    <a:pt x="1645622" y="962209"/>
                  </a:lnTo>
                  <a:cubicBezTo>
                    <a:pt x="1649731" y="962209"/>
                    <a:pt x="1649946" y="967397"/>
                    <a:pt x="1650924" y="969347"/>
                  </a:cubicBezTo>
                  <a:cubicBezTo>
                    <a:pt x="1652328" y="973239"/>
                    <a:pt x="1648759" y="976484"/>
                    <a:pt x="1647457" y="979291"/>
                  </a:cubicBezTo>
                  <a:cubicBezTo>
                    <a:pt x="1645298" y="982967"/>
                    <a:pt x="1641939" y="976700"/>
                    <a:pt x="1638694" y="973995"/>
                  </a:cubicBezTo>
                  <a:cubicBezTo>
                    <a:pt x="1635881" y="971074"/>
                    <a:pt x="1639666" y="967289"/>
                    <a:pt x="1640644" y="964584"/>
                  </a:cubicBez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4066BD47-DD32-F71E-9823-A8B8155FF73C}"/>
                </a:ext>
              </a:extLst>
            </p:cNvPr>
            <p:cNvSpPr/>
            <p:nvPr/>
          </p:nvSpPr>
          <p:spPr>
            <a:xfrm>
              <a:off x="1321269" y="3988786"/>
              <a:ext cx="8666" cy="13777"/>
            </a:xfrm>
            <a:custGeom>
              <a:avLst/>
              <a:gdLst>
                <a:gd name="csX0" fmla="*/ 3501 w 9994"/>
                <a:gd name="csY0" fmla="*/ 184 h 15888"/>
                <a:gd name="csX1" fmla="*/ 3177 w 9994"/>
                <a:gd name="csY1" fmla="*/ 400 h 15888"/>
                <a:gd name="csX2" fmla="*/ 250 w 9994"/>
                <a:gd name="csY2" fmla="*/ 10782 h 15888"/>
                <a:gd name="csX3" fmla="*/ 1768 w 9994"/>
                <a:gd name="csY3" fmla="*/ 15329 h 15888"/>
                <a:gd name="csX4" fmla="*/ 8696 w 9994"/>
                <a:gd name="csY4" fmla="*/ 12300 h 15888"/>
                <a:gd name="csX5" fmla="*/ 7832 w 9994"/>
                <a:gd name="csY5" fmla="*/ 2026 h 15888"/>
                <a:gd name="csX6" fmla="*/ 3501 w 9994"/>
                <a:gd name="csY6" fmla="*/ 292 h 15888"/>
                <a:gd name="csX7" fmla="*/ 3501 w 9994"/>
                <a:gd name="csY7" fmla="*/ 184 h 15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94" h="15888">
                  <a:moveTo>
                    <a:pt x="3501" y="184"/>
                  </a:moveTo>
                  <a:lnTo>
                    <a:pt x="3177" y="400"/>
                  </a:lnTo>
                  <a:cubicBezTo>
                    <a:pt x="-1153" y="2350"/>
                    <a:pt x="2307" y="6242"/>
                    <a:pt x="250" y="10782"/>
                  </a:cubicBezTo>
                  <a:cubicBezTo>
                    <a:pt x="-398" y="12300"/>
                    <a:pt x="250" y="14351"/>
                    <a:pt x="1768" y="15329"/>
                  </a:cubicBezTo>
                  <a:cubicBezTo>
                    <a:pt x="5451" y="17488"/>
                    <a:pt x="8048" y="12732"/>
                    <a:pt x="8696" y="12300"/>
                  </a:cubicBezTo>
                  <a:cubicBezTo>
                    <a:pt x="11832" y="8731"/>
                    <a:pt x="8372" y="4077"/>
                    <a:pt x="7832" y="2026"/>
                  </a:cubicBezTo>
                  <a:cubicBezTo>
                    <a:pt x="7178" y="292"/>
                    <a:pt x="5235" y="-463"/>
                    <a:pt x="3501" y="292"/>
                  </a:cubicBezTo>
                  <a:lnTo>
                    <a:pt x="3501" y="1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FF6C44FC-9127-892C-06A9-9960CCE069F7}"/>
                </a:ext>
              </a:extLst>
            </p:cNvPr>
            <p:cNvSpPr/>
            <p:nvPr/>
          </p:nvSpPr>
          <p:spPr>
            <a:xfrm>
              <a:off x="1223527" y="3961707"/>
              <a:ext cx="8516" cy="13385"/>
            </a:xfrm>
            <a:custGeom>
              <a:avLst/>
              <a:gdLst>
                <a:gd name="csX0" fmla="*/ 2356 w 9821"/>
                <a:gd name="csY0" fmla="*/ 705 h 15437"/>
                <a:gd name="csX1" fmla="*/ 1601 w 9821"/>
                <a:gd name="csY1" fmla="*/ 1353 h 15437"/>
                <a:gd name="csX2" fmla="*/ 191 w 9821"/>
                <a:gd name="csY2" fmla="*/ 6871 h 15437"/>
                <a:gd name="csX3" fmla="*/ 6147 w 9821"/>
                <a:gd name="csY3" fmla="*/ 14764 h 15437"/>
                <a:gd name="csX4" fmla="*/ 9392 w 9821"/>
                <a:gd name="csY4" fmla="*/ 8274 h 15437"/>
                <a:gd name="csX5" fmla="*/ 2248 w 9821"/>
                <a:gd name="csY5" fmla="*/ 705 h 15437"/>
                <a:gd name="csX6" fmla="*/ 2356 w 9821"/>
                <a:gd name="csY6" fmla="*/ 705 h 1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821" h="15437">
                  <a:moveTo>
                    <a:pt x="2356" y="705"/>
                  </a:moveTo>
                  <a:lnTo>
                    <a:pt x="1601" y="1353"/>
                  </a:lnTo>
                  <a:cubicBezTo>
                    <a:pt x="299" y="2655"/>
                    <a:pt x="-349" y="5138"/>
                    <a:pt x="191" y="6871"/>
                  </a:cubicBezTo>
                  <a:cubicBezTo>
                    <a:pt x="1601" y="9792"/>
                    <a:pt x="2032" y="17793"/>
                    <a:pt x="6147" y="14764"/>
                  </a:cubicBezTo>
                  <a:cubicBezTo>
                    <a:pt x="6579" y="14224"/>
                    <a:pt x="11233" y="12167"/>
                    <a:pt x="9392" y="8274"/>
                  </a:cubicBezTo>
                  <a:cubicBezTo>
                    <a:pt x="9392" y="8274"/>
                    <a:pt x="5931" y="-2863"/>
                    <a:pt x="2248" y="705"/>
                  </a:cubicBezTo>
                  <a:lnTo>
                    <a:pt x="2356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6CAACC63-E973-F7F2-5757-1B8DED614244}"/>
                </a:ext>
              </a:extLst>
            </p:cNvPr>
            <p:cNvSpPr/>
            <p:nvPr/>
          </p:nvSpPr>
          <p:spPr>
            <a:xfrm>
              <a:off x="1413413" y="3966408"/>
              <a:ext cx="8987" cy="11785"/>
            </a:xfrm>
            <a:custGeom>
              <a:avLst/>
              <a:gdLst>
                <a:gd name="csX0" fmla="*/ 5470 w 10364"/>
                <a:gd name="csY0" fmla="*/ 472 h 13591"/>
                <a:gd name="csX1" fmla="*/ 276 w 10364"/>
                <a:gd name="csY1" fmla="*/ 5451 h 13591"/>
                <a:gd name="csX2" fmla="*/ 4823 w 10364"/>
                <a:gd name="csY2" fmla="*/ 12912 h 13591"/>
                <a:gd name="csX3" fmla="*/ 10125 w 10364"/>
                <a:gd name="csY3" fmla="*/ 7070 h 13591"/>
                <a:gd name="csX4" fmla="*/ 5578 w 10364"/>
                <a:gd name="csY4" fmla="*/ 580 h 13591"/>
                <a:gd name="csX5" fmla="*/ 5470 w 10364"/>
                <a:gd name="csY5" fmla="*/ 472 h 13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64" h="13591">
                  <a:moveTo>
                    <a:pt x="5470" y="472"/>
                  </a:moveTo>
                  <a:cubicBezTo>
                    <a:pt x="1463" y="-1902"/>
                    <a:pt x="276" y="5451"/>
                    <a:pt x="276" y="5451"/>
                  </a:cubicBezTo>
                  <a:cubicBezTo>
                    <a:pt x="-1242" y="9775"/>
                    <a:pt x="3953" y="11941"/>
                    <a:pt x="4823" y="12912"/>
                  </a:cubicBezTo>
                  <a:cubicBezTo>
                    <a:pt x="8607" y="15833"/>
                    <a:pt x="9255" y="8480"/>
                    <a:pt x="10125" y="7070"/>
                  </a:cubicBezTo>
                  <a:cubicBezTo>
                    <a:pt x="11528" y="2854"/>
                    <a:pt x="6334" y="1342"/>
                    <a:pt x="5578" y="580"/>
                  </a:cubicBezTo>
                  <a:lnTo>
                    <a:pt x="5470" y="4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F281C116-75AF-1E85-65B6-8368E4C8DDFD}"/>
                </a:ext>
              </a:extLst>
            </p:cNvPr>
            <p:cNvSpPr/>
            <p:nvPr/>
          </p:nvSpPr>
          <p:spPr>
            <a:xfrm>
              <a:off x="1379724" y="3945235"/>
              <a:ext cx="15090" cy="19057"/>
            </a:xfrm>
            <a:custGeom>
              <a:avLst/>
              <a:gdLst>
                <a:gd name="csX0" fmla="*/ 7195 w 17403"/>
                <a:gd name="csY0" fmla="*/ 3592 h 21978"/>
                <a:gd name="csX1" fmla="*/ 1346 w 17403"/>
                <a:gd name="csY1" fmla="*/ 1427 h 21978"/>
                <a:gd name="csX2" fmla="*/ 1346 w 17403"/>
                <a:gd name="csY2" fmla="*/ 8564 h 21978"/>
                <a:gd name="csX3" fmla="*/ 16720 w 17403"/>
                <a:gd name="csY3" fmla="*/ 20242 h 21978"/>
                <a:gd name="csX4" fmla="*/ 14338 w 17403"/>
                <a:gd name="csY4" fmla="*/ 7269 h 21978"/>
                <a:gd name="csX5" fmla="*/ 7195 w 17403"/>
                <a:gd name="csY5" fmla="*/ 3700 h 21978"/>
                <a:gd name="csX6" fmla="*/ 7195 w 17403"/>
                <a:gd name="csY6" fmla="*/ 3592 h 21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403" h="21978">
                  <a:moveTo>
                    <a:pt x="7195" y="3592"/>
                  </a:moveTo>
                  <a:cubicBezTo>
                    <a:pt x="6540" y="3053"/>
                    <a:pt x="3296" y="-2574"/>
                    <a:pt x="1346" y="1427"/>
                  </a:cubicBezTo>
                  <a:cubicBezTo>
                    <a:pt x="1346" y="1427"/>
                    <a:pt x="-1683" y="5535"/>
                    <a:pt x="1346" y="8564"/>
                  </a:cubicBezTo>
                  <a:cubicBezTo>
                    <a:pt x="13037" y="20242"/>
                    <a:pt x="16396" y="24788"/>
                    <a:pt x="16720" y="20242"/>
                  </a:cubicBezTo>
                  <a:cubicBezTo>
                    <a:pt x="16504" y="15594"/>
                    <a:pt x="19533" y="8348"/>
                    <a:pt x="14338" y="7269"/>
                  </a:cubicBezTo>
                  <a:cubicBezTo>
                    <a:pt x="13684" y="7053"/>
                    <a:pt x="9900" y="6945"/>
                    <a:pt x="7195" y="3700"/>
                  </a:cubicBezTo>
                  <a:lnTo>
                    <a:pt x="7195" y="35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75E209A5-BF6C-1C2C-C69E-724D1B50E344}"/>
                </a:ext>
              </a:extLst>
            </p:cNvPr>
            <p:cNvSpPr/>
            <p:nvPr/>
          </p:nvSpPr>
          <p:spPr>
            <a:xfrm>
              <a:off x="1266865" y="3838922"/>
              <a:ext cx="985645" cy="623642"/>
            </a:xfrm>
            <a:custGeom>
              <a:avLst/>
              <a:gdLst>
                <a:gd name="csX0" fmla="*/ 224047 w 1136712"/>
                <a:gd name="csY0" fmla="*/ 61963 h 719226"/>
                <a:gd name="csX1" fmla="*/ 85941 w 1136712"/>
                <a:gd name="csY1" fmla="*/ 8763 h 719226"/>
                <a:gd name="csX2" fmla="*/ 87674 w 1136712"/>
                <a:gd name="csY2" fmla="*/ 0 h 719226"/>
                <a:gd name="csX3" fmla="*/ 0 w 1136712"/>
                <a:gd name="csY3" fmla="*/ 8979 h 719226"/>
                <a:gd name="csX4" fmla="*/ 3899 w 1136712"/>
                <a:gd name="csY4" fmla="*/ 15900 h 719226"/>
                <a:gd name="csX5" fmla="*/ 7791 w 1136712"/>
                <a:gd name="csY5" fmla="*/ 21196 h 719226"/>
                <a:gd name="csX6" fmla="*/ 9525 w 1136712"/>
                <a:gd name="csY6" fmla="*/ 28334 h 719226"/>
                <a:gd name="csX7" fmla="*/ 16777 w 1136712"/>
                <a:gd name="csY7" fmla="*/ 36767 h 719226"/>
                <a:gd name="csX8" fmla="*/ 18942 w 1136712"/>
                <a:gd name="csY8" fmla="*/ 48882 h 719226"/>
                <a:gd name="csX9" fmla="*/ 28683 w 1136712"/>
                <a:gd name="csY9" fmla="*/ 63697 h 719226"/>
                <a:gd name="csX10" fmla="*/ 31280 w 1136712"/>
                <a:gd name="csY10" fmla="*/ 70180 h 719226"/>
                <a:gd name="csX11" fmla="*/ 38748 w 1136712"/>
                <a:gd name="csY11" fmla="*/ 79483 h 719226"/>
                <a:gd name="csX12" fmla="*/ 41561 w 1136712"/>
                <a:gd name="csY12" fmla="*/ 91161 h 719226"/>
                <a:gd name="csX13" fmla="*/ 48273 w 1136712"/>
                <a:gd name="csY13" fmla="*/ 98190 h 719226"/>
                <a:gd name="csX14" fmla="*/ 55740 w 1136712"/>
                <a:gd name="csY14" fmla="*/ 120898 h 719226"/>
                <a:gd name="csX15" fmla="*/ 82258 w 1136712"/>
                <a:gd name="csY15" fmla="*/ 136798 h 719226"/>
                <a:gd name="csX16" fmla="*/ 113754 w 1136712"/>
                <a:gd name="csY16" fmla="*/ 172695 h 719226"/>
                <a:gd name="csX17" fmla="*/ 111595 w 1136712"/>
                <a:gd name="csY17" fmla="*/ 185890 h 719226"/>
                <a:gd name="csX18" fmla="*/ 110401 w 1136712"/>
                <a:gd name="csY18" fmla="*/ 192488 h 719226"/>
                <a:gd name="csX19" fmla="*/ 118739 w 1136712"/>
                <a:gd name="csY19" fmla="*/ 201460 h 719226"/>
                <a:gd name="csX20" fmla="*/ 104121 w 1136712"/>
                <a:gd name="csY20" fmla="*/ 200165 h 719226"/>
                <a:gd name="csX21" fmla="*/ 99689 w 1136712"/>
                <a:gd name="csY21" fmla="*/ 196164 h 719226"/>
                <a:gd name="csX22" fmla="*/ 91135 w 1136712"/>
                <a:gd name="csY22" fmla="*/ 198215 h 719226"/>
                <a:gd name="csX23" fmla="*/ 75660 w 1136712"/>
                <a:gd name="csY23" fmla="*/ 196704 h 719226"/>
                <a:gd name="csX24" fmla="*/ 96437 w 1136712"/>
                <a:gd name="csY24" fmla="*/ 216706 h 719226"/>
                <a:gd name="csX25" fmla="*/ 96437 w 1136712"/>
                <a:gd name="csY25" fmla="*/ 217900 h 719226"/>
                <a:gd name="csX26" fmla="*/ 123171 w 1136712"/>
                <a:gd name="csY26" fmla="*/ 232499 h 719226"/>
                <a:gd name="csX27" fmla="*/ 133128 w 1136712"/>
                <a:gd name="csY27" fmla="*/ 239744 h 719226"/>
                <a:gd name="csX28" fmla="*/ 139732 w 1136712"/>
                <a:gd name="csY28" fmla="*/ 237579 h 719226"/>
                <a:gd name="csX29" fmla="*/ 178264 w 1136712"/>
                <a:gd name="csY29" fmla="*/ 264503 h 719226"/>
                <a:gd name="csX30" fmla="*/ 187789 w 1136712"/>
                <a:gd name="csY30" fmla="*/ 283540 h 719226"/>
                <a:gd name="csX31" fmla="*/ 186061 w 1136712"/>
                <a:gd name="csY31" fmla="*/ 302140 h 719226"/>
                <a:gd name="csX32" fmla="*/ 181623 w 1136712"/>
                <a:gd name="csY32" fmla="*/ 315221 h 719226"/>
                <a:gd name="csX33" fmla="*/ 194393 w 1136712"/>
                <a:gd name="csY33" fmla="*/ 320091 h 719226"/>
                <a:gd name="csX34" fmla="*/ 200997 w 1136712"/>
                <a:gd name="csY34" fmla="*/ 325387 h 719226"/>
                <a:gd name="csX35" fmla="*/ 213119 w 1136712"/>
                <a:gd name="csY35" fmla="*/ 335337 h 719226"/>
                <a:gd name="csX36" fmla="*/ 225133 w 1136712"/>
                <a:gd name="csY36" fmla="*/ 342043 h 719226"/>
                <a:gd name="csX37" fmla="*/ 240932 w 1136712"/>
                <a:gd name="csY37" fmla="*/ 358369 h 719226"/>
                <a:gd name="csX38" fmla="*/ 257277 w 1136712"/>
                <a:gd name="csY38" fmla="*/ 371024 h 719226"/>
                <a:gd name="csX39" fmla="*/ 263341 w 1136712"/>
                <a:gd name="csY39" fmla="*/ 389077 h 719226"/>
                <a:gd name="csX40" fmla="*/ 270916 w 1136712"/>
                <a:gd name="csY40" fmla="*/ 391135 h 719226"/>
                <a:gd name="csX41" fmla="*/ 284988 w 1136712"/>
                <a:gd name="csY41" fmla="*/ 378047 h 719226"/>
                <a:gd name="csX42" fmla="*/ 283686 w 1136712"/>
                <a:gd name="csY42" fmla="*/ 364103 h 719226"/>
                <a:gd name="csX43" fmla="*/ 274809 w 1136712"/>
                <a:gd name="csY43" fmla="*/ 355880 h 719226"/>
                <a:gd name="csX44" fmla="*/ 273082 w 1136712"/>
                <a:gd name="csY44" fmla="*/ 350476 h 719226"/>
                <a:gd name="csX45" fmla="*/ 263989 w 1136712"/>
                <a:gd name="csY45" fmla="*/ 343770 h 719226"/>
                <a:gd name="csX46" fmla="*/ 252298 w 1136712"/>
                <a:gd name="csY46" fmla="*/ 328955 h 719226"/>
                <a:gd name="csX47" fmla="*/ 248945 w 1136712"/>
                <a:gd name="csY47" fmla="*/ 339662 h 719226"/>
                <a:gd name="csX48" fmla="*/ 239636 w 1136712"/>
                <a:gd name="csY48" fmla="*/ 332200 h 719226"/>
                <a:gd name="csX49" fmla="*/ 239312 w 1136712"/>
                <a:gd name="csY49" fmla="*/ 318034 h 719226"/>
                <a:gd name="csX50" fmla="*/ 240392 w 1136712"/>
                <a:gd name="csY50" fmla="*/ 307651 h 719226"/>
                <a:gd name="csX51" fmla="*/ 230219 w 1136712"/>
                <a:gd name="csY51" fmla="*/ 300838 h 719226"/>
                <a:gd name="csX52" fmla="*/ 224701 w 1136712"/>
                <a:gd name="csY52" fmla="*/ 287865 h 719226"/>
                <a:gd name="csX53" fmla="*/ 214846 w 1136712"/>
                <a:gd name="csY53" fmla="*/ 273374 h 719226"/>
                <a:gd name="csX54" fmla="*/ 213335 w 1136712"/>
                <a:gd name="csY54" fmla="*/ 255854 h 719226"/>
                <a:gd name="csX55" fmla="*/ 205327 w 1136712"/>
                <a:gd name="csY55" fmla="*/ 239636 h 719226"/>
                <a:gd name="csX56" fmla="*/ 199587 w 1136712"/>
                <a:gd name="csY56" fmla="*/ 239529 h 719226"/>
                <a:gd name="csX57" fmla="*/ 196126 w 1136712"/>
                <a:gd name="csY57" fmla="*/ 242011 h 719226"/>
                <a:gd name="csX58" fmla="*/ 189522 w 1136712"/>
                <a:gd name="csY58" fmla="*/ 228391 h 719226"/>
                <a:gd name="csX59" fmla="*/ 185191 w 1136712"/>
                <a:gd name="csY59" fmla="*/ 221469 h 719226"/>
                <a:gd name="csX60" fmla="*/ 174047 w 1136712"/>
                <a:gd name="csY60" fmla="*/ 204921 h 719226"/>
                <a:gd name="csX61" fmla="*/ 161595 w 1136712"/>
                <a:gd name="csY61" fmla="*/ 193891 h 719226"/>
                <a:gd name="csX62" fmla="*/ 158350 w 1136712"/>
                <a:gd name="csY62" fmla="*/ 177349 h 719226"/>
                <a:gd name="csX63" fmla="*/ 152070 w 1136712"/>
                <a:gd name="csY63" fmla="*/ 171507 h 719226"/>
                <a:gd name="csX64" fmla="*/ 147853 w 1136712"/>
                <a:gd name="csY64" fmla="*/ 166967 h 719226"/>
                <a:gd name="csX65" fmla="*/ 145142 w 1136712"/>
                <a:gd name="csY65" fmla="*/ 159937 h 719226"/>
                <a:gd name="csX66" fmla="*/ 137782 w 1136712"/>
                <a:gd name="csY66" fmla="*/ 156045 h 719226"/>
                <a:gd name="csX67" fmla="*/ 133998 w 1136712"/>
                <a:gd name="csY67" fmla="*/ 150635 h 719226"/>
                <a:gd name="csX68" fmla="*/ 131401 w 1136712"/>
                <a:gd name="csY68" fmla="*/ 144907 h 719226"/>
                <a:gd name="csX69" fmla="*/ 108883 w 1136712"/>
                <a:gd name="csY69" fmla="*/ 121437 h 719226"/>
                <a:gd name="csX70" fmla="*/ 98711 w 1136712"/>
                <a:gd name="csY70" fmla="*/ 113868 h 719226"/>
                <a:gd name="csX71" fmla="*/ 91459 w 1136712"/>
                <a:gd name="csY71" fmla="*/ 98622 h 719226"/>
                <a:gd name="csX72" fmla="*/ 91135 w 1136712"/>
                <a:gd name="csY72" fmla="*/ 84131 h 719226"/>
                <a:gd name="csX73" fmla="*/ 85509 w 1136712"/>
                <a:gd name="csY73" fmla="*/ 67158 h 719226"/>
                <a:gd name="csX74" fmla="*/ 82366 w 1136712"/>
                <a:gd name="csY74" fmla="*/ 60452 h 719226"/>
                <a:gd name="csX75" fmla="*/ 87566 w 1136712"/>
                <a:gd name="csY75" fmla="*/ 38932 h 719226"/>
                <a:gd name="csX76" fmla="*/ 95358 w 1136712"/>
                <a:gd name="csY76" fmla="*/ 38716 h 719226"/>
                <a:gd name="csX77" fmla="*/ 114084 w 1136712"/>
                <a:gd name="csY77" fmla="*/ 45530 h 719226"/>
                <a:gd name="csX78" fmla="*/ 114948 w 1136712"/>
                <a:gd name="csY78" fmla="*/ 44659 h 719226"/>
                <a:gd name="csX79" fmla="*/ 120466 w 1136712"/>
                <a:gd name="csY79" fmla="*/ 43472 h 719226"/>
                <a:gd name="csX80" fmla="*/ 130207 w 1136712"/>
                <a:gd name="csY80" fmla="*/ 50502 h 719226"/>
                <a:gd name="csX81" fmla="*/ 134106 w 1136712"/>
                <a:gd name="csY81" fmla="*/ 55474 h 719226"/>
                <a:gd name="csX82" fmla="*/ 150774 w 1136712"/>
                <a:gd name="csY82" fmla="*/ 64561 h 719226"/>
                <a:gd name="csX83" fmla="*/ 151098 w 1136712"/>
                <a:gd name="csY83" fmla="*/ 82728 h 719226"/>
                <a:gd name="csX84" fmla="*/ 159429 w 1136712"/>
                <a:gd name="csY84" fmla="*/ 94190 h 719226"/>
                <a:gd name="csX85" fmla="*/ 179241 w 1136712"/>
                <a:gd name="csY85" fmla="*/ 134309 h 719226"/>
                <a:gd name="csX86" fmla="*/ 184004 w 1136712"/>
                <a:gd name="csY86" fmla="*/ 138849 h 719226"/>
                <a:gd name="csX87" fmla="*/ 189198 w 1136712"/>
                <a:gd name="csY87" fmla="*/ 153016 h 719226"/>
                <a:gd name="csX88" fmla="*/ 206515 w 1136712"/>
                <a:gd name="csY88" fmla="*/ 173349 h 719226"/>
                <a:gd name="csX89" fmla="*/ 212903 w 1136712"/>
                <a:gd name="csY89" fmla="*/ 177349 h 719226"/>
                <a:gd name="csX90" fmla="*/ 228918 w 1136712"/>
                <a:gd name="csY90" fmla="*/ 194107 h 719226"/>
                <a:gd name="csX91" fmla="*/ 229241 w 1136712"/>
                <a:gd name="csY91" fmla="*/ 194323 h 719226"/>
                <a:gd name="csX92" fmla="*/ 238443 w 1136712"/>
                <a:gd name="csY92" fmla="*/ 191948 h 719226"/>
                <a:gd name="csX93" fmla="*/ 244075 w 1136712"/>
                <a:gd name="csY93" fmla="*/ 198431 h 719226"/>
                <a:gd name="csX94" fmla="*/ 246780 w 1136712"/>
                <a:gd name="csY94" fmla="*/ 217361 h 719226"/>
                <a:gd name="csX95" fmla="*/ 251543 w 1136712"/>
                <a:gd name="csY95" fmla="*/ 221037 h 719226"/>
                <a:gd name="csX96" fmla="*/ 268535 w 1136712"/>
                <a:gd name="csY96" fmla="*/ 228391 h 719226"/>
                <a:gd name="csX97" fmla="*/ 276111 w 1136712"/>
                <a:gd name="csY97" fmla="*/ 238989 h 719226"/>
                <a:gd name="csX98" fmla="*/ 287045 w 1136712"/>
                <a:gd name="csY98" fmla="*/ 242443 h 719226"/>
                <a:gd name="csX99" fmla="*/ 293103 w 1136712"/>
                <a:gd name="csY99" fmla="*/ 253041 h 719226"/>
                <a:gd name="csX100" fmla="*/ 288233 w 1136712"/>
                <a:gd name="csY100" fmla="*/ 272726 h 719226"/>
                <a:gd name="csX101" fmla="*/ 302304 w 1136712"/>
                <a:gd name="csY101" fmla="*/ 289160 h 719226"/>
                <a:gd name="csX102" fmla="*/ 305010 w 1136712"/>
                <a:gd name="csY102" fmla="*/ 287325 h 719226"/>
                <a:gd name="csX103" fmla="*/ 312909 w 1136712"/>
                <a:gd name="csY103" fmla="*/ 292729 h 719226"/>
                <a:gd name="csX104" fmla="*/ 337699 w 1136712"/>
                <a:gd name="csY104" fmla="*/ 309925 h 719226"/>
                <a:gd name="csX105" fmla="*/ 343110 w 1136712"/>
                <a:gd name="csY105" fmla="*/ 321386 h 719226"/>
                <a:gd name="csX106" fmla="*/ 380340 w 1136712"/>
                <a:gd name="csY106" fmla="*/ 352965 h 719226"/>
                <a:gd name="csX107" fmla="*/ 400907 w 1136712"/>
                <a:gd name="csY107" fmla="*/ 381184 h 719226"/>
                <a:gd name="csX108" fmla="*/ 426885 w 1136712"/>
                <a:gd name="csY108" fmla="*/ 408114 h 719226"/>
                <a:gd name="csX109" fmla="*/ 429914 w 1136712"/>
                <a:gd name="csY109" fmla="*/ 428981 h 719226"/>
                <a:gd name="csX110" fmla="*/ 439655 w 1136712"/>
                <a:gd name="csY110" fmla="*/ 442284 h 719226"/>
                <a:gd name="csX111" fmla="*/ 445719 w 1136712"/>
                <a:gd name="csY111" fmla="*/ 450609 h 719226"/>
                <a:gd name="csX112" fmla="*/ 442576 w 1136712"/>
                <a:gd name="csY112" fmla="*/ 463912 h 719226"/>
                <a:gd name="csX113" fmla="*/ 437274 w 1136712"/>
                <a:gd name="csY113" fmla="*/ 473755 h 719226"/>
                <a:gd name="csX114" fmla="*/ 444633 w 1136712"/>
                <a:gd name="csY114" fmla="*/ 482943 h 719226"/>
                <a:gd name="csX115" fmla="*/ 443770 w 1136712"/>
                <a:gd name="csY115" fmla="*/ 484130 h 719226"/>
                <a:gd name="csX116" fmla="*/ 428181 w 1136712"/>
                <a:gd name="csY116" fmla="*/ 488245 h 719226"/>
                <a:gd name="csX117" fmla="*/ 428181 w 1136712"/>
                <a:gd name="csY117" fmla="*/ 488677 h 719226"/>
                <a:gd name="csX118" fmla="*/ 428943 w 1136712"/>
                <a:gd name="csY118" fmla="*/ 494729 h 719226"/>
                <a:gd name="csX119" fmla="*/ 455022 w 1136712"/>
                <a:gd name="csY119" fmla="*/ 531933 h 719226"/>
                <a:gd name="csX120" fmla="*/ 481978 w 1136712"/>
                <a:gd name="csY120" fmla="*/ 542849 h 719226"/>
                <a:gd name="csX121" fmla="*/ 504381 w 1136712"/>
                <a:gd name="csY121" fmla="*/ 558965 h 719226"/>
                <a:gd name="csX122" fmla="*/ 516071 w 1136712"/>
                <a:gd name="csY122" fmla="*/ 572592 h 719226"/>
                <a:gd name="csX123" fmla="*/ 561531 w 1136712"/>
                <a:gd name="csY123" fmla="*/ 585673 h 719226"/>
                <a:gd name="csX124" fmla="*/ 570840 w 1136712"/>
                <a:gd name="csY124" fmla="*/ 584594 h 719226"/>
                <a:gd name="csX125" fmla="*/ 604393 w 1136712"/>
                <a:gd name="csY125" fmla="*/ 614115 h 719226"/>
                <a:gd name="csX126" fmla="*/ 643357 w 1136712"/>
                <a:gd name="csY126" fmla="*/ 626224 h 719226"/>
                <a:gd name="csX127" fmla="*/ 656450 w 1136712"/>
                <a:gd name="csY127" fmla="*/ 634987 h 719226"/>
                <a:gd name="csX128" fmla="*/ 688600 w 1136712"/>
                <a:gd name="csY128" fmla="*/ 642233 h 719226"/>
                <a:gd name="csX129" fmla="*/ 701478 w 1136712"/>
                <a:gd name="csY129" fmla="*/ 652501 h 719226"/>
                <a:gd name="csX130" fmla="*/ 712953 w 1136712"/>
                <a:gd name="csY130" fmla="*/ 655206 h 719226"/>
                <a:gd name="csX131" fmla="*/ 732650 w 1136712"/>
                <a:gd name="csY131" fmla="*/ 664724 h 719226"/>
                <a:gd name="csX132" fmla="*/ 750722 w 1136712"/>
                <a:gd name="csY132" fmla="*/ 667646 h 719226"/>
                <a:gd name="csX133" fmla="*/ 775081 w 1136712"/>
                <a:gd name="csY133" fmla="*/ 675862 h 719226"/>
                <a:gd name="csX134" fmla="*/ 812311 w 1136712"/>
                <a:gd name="csY134" fmla="*/ 660292 h 719226"/>
                <a:gd name="csX135" fmla="*/ 826383 w 1136712"/>
                <a:gd name="csY135" fmla="*/ 652608 h 719226"/>
                <a:gd name="csX136" fmla="*/ 856691 w 1136712"/>
                <a:gd name="csY136" fmla="*/ 655530 h 719226"/>
                <a:gd name="csX137" fmla="*/ 881367 w 1136712"/>
                <a:gd name="csY137" fmla="*/ 669588 h 719226"/>
                <a:gd name="csX138" fmla="*/ 931151 w 1136712"/>
                <a:gd name="csY138" fmla="*/ 719226 h 719226"/>
                <a:gd name="csX139" fmla="*/ 935590 w 1136712"/>
                <a:gd name="csY139" fmla="*/ 713924 h 719226"/>
                <a:gd name="csX140" fmla="*/ 939381 w 1136712"/>
                <a:gd name="csY140" fmla="*/ 699865 h 719226"/>
                <a:gd name="csX141" fmla="*/ 933209 w 1136712"/>
                <a:gd name="csY141" fmla="*/ 691648 h 719226"/>
                <a:gd name="csX142" fmla="*/ 952259 w 1136712"/>
                <a:gd name="csY142" fmla="*/ 663531 h 719226"/>
                <a:gd name="csX143" fmla="*/ 1002265 w 1136712"/>
                <a:gd name="csY143" fmla="*/ 663861 h 719226"/>
                <a:gd name="csX144" fmla="*/ 1001833 w 1136712"/>
                <a:gd name="csY144" fmla="*/ 648284 h 719226"/>
                <a:gd name="csX145" fmla="*/ 992524 w 1136712"/>
                <a:gd name="csY145" fmla="*/ 643852 h 719226"/>
                <a:gd name="csX146" fmla="*/ 991222 w 1136712"/>
                <a:gd name="csY146" fmla="*/ 635311 h 719226"/>
                <a:gd name="csX147" fmla="*/ 974668 w 1136712"/>
                <a:gd name="csY147" fmla="*/ 627418 h 719226"/>
                <a:gd name="csX148" fmla="*/ 964273 w 1136712"/>
                <a:gd name="csY148" fmla="*/ 608381 h 719226"/>
                <a:gd name="csX149" fmla="*/ 979754 w 1136712"/>
                <a:gd name="csY149" fmla="*/ 608381 h 719226"/>
                <a:gd name="csX150" fmla="*/ 979754 w 1136712"/>
                <a:gd name="csY150" fmla="*/ 593674 h 719226"/>
                <a:gd name="csX151" fmla="*/ 1041121 w 1136712"/>
                <a:gd name="csY151" fmla="*/ 593674 h 719226"/>
                <a:gd name="csX152" fmla="*/ 1041121 w 1136712"/>
                <a:gd name="csY152" fmla="*/ 587731 h 719226"/>
                <a:gd name="csX153" fmla="*/ 1054976 w 1136712"/>
                <a:gd name="csY153" fmla="*/ 584810 h 719226"/>
                <a:gd name="csX154" fmla="*/ 1060926 w 1136712"/>
                <a:gd name="csY154" fmla="*/ 590537 h 719226"/>
                <a:gd name="csX155" fmla="*/ 1074890 w 1136712"/>
                <a:gd name="csY155" fmla="*/ 569671 h 719226"/>
                <a:gd name="csX156" fmla="*/ 1076192 w 1136712"/>
                <a:gd name="csY156" fmla="*/ 568585 h 719226"/>
                <a:gd name="csX157" fmla="*/ 1076515 w 1136712"/>
                <a:gd name="csY157" fmla="*/ 566750 h 719226"/>
                <a:gd name="csX158" fmla="*/ 1088098 w 1136712"/>
                <a:gd name="csY158" fmla="*/ 552907 h 719226"/>
                <a:gd name="csX159" fmla="*/ 1088314 w 1136712"/>
                <a:gd name="csY159" fmla="*/ 552907 h 719226"/>
                <a:gd name="csX160" fmla="*/ 1091451 w 1136712"/>
                <a:gd name="csY160" fmla="*/ 565023 h 719226"/>
                <a:gd name="csX161" fmla="*/ 1094156 w 1136712"/>
                <a:gd name="csY161" fmla="*/ 584486 h 719226"/>
                <a:gd name="csX162" fmla="*/ 1097077 w 1136712"/>
                <a:gd name="csY162" fmla="*/ 579622 h 719226"/>
                <a:gd name="csX163" fmla="*/ 1109313 w 1136712"/>
                <a:gd name="csY163" fmla="*/ 538741 h 719226"/>
                <a:gd name="csX164" fmla="*/ 1106494 w 1136712"/>
                <a:gd name="csY164" fmla="*/ 533553 h 719226"/>
                <a:gd name="csX165" fmla="*/ 1106278 w 1136712"/>
                <a:gd name="csY165" fmla="*/ 530092 h 719226"/>
                <a:gd name="csX166" fmla="*/ 1107904 w 1136712"/>
                <a:gd name="csY166" fmla="*/ 529012 h 719226"/>
                <a:gd name="csX167" fmla="*/ 1111910 w 1136712"/>
                <a:gd name="csY167" fmla="*/ 522199 h 719226"/>
                <a:gd name="csX168" fmla="*/ 1109529 w 1136712"/>
                <a:gd name="csY168" fmla="*/ 520033 h 719226"/>
                <a:gd name="csX169" fmla="*/ 1105522 w 1136712"/>
                <a:gd name="csY169" fmla="*/ 521443 h 719226"/>
                <a:gd name="csX170" fmla="*/ 1102493 w 1136712"/>
                <a:gd name="csY170" fmla="*/ 515817 h 719226"/>
                <a:gd name="csX171" fmla="*/ 1111040 w 1136712"/>
                <a:gd name="csY171" fmla="*/ 505111 h 719226"/>
                <a:gd name="csX172" fmla="*/ 1111256 w 1136712"/>
                <a:gd name="csY172" fmla="*/ 497434 h 719226"/>
                <a:gd name="csX173" fmla="*/ 1118730 w 1136712"/>
                <a:gd name="csY173" fmla="*/ 485108 h 719226"/>
                <a:gd name="csX174" fmla="*/ 1131068 w 1136712"/>
                <a:gd name="csY174" fmla="*/ 472021 h 719226"/>
                <a:gd name="csX175" fmla="*/ 1135723 w 1136712"/>
                <a:gd name="csY175" fmla="*/ 455587 h 719226"/>
                <a:gd name="csX176" fmla="*/ 1123378 w 1136712"/>
                <a:gd name="csY176" fmla="*/ 442824 h 719226"/>
                <a:gd name="csX177" fmla="*/ 1122623 w 1136712"/>
                <a:gd name="csY177" fmla="*/ 444341 h 719226"/>
                <a:gd name="csX178" fmla="*/ 1082688 w 1136712"/>
                <a:gd name="csY178" fmla="*/ 440881 h 719226"/>
                <a:gd name="csX179" fmla="*/ 1058221 w 1136712"/>
                <a:gd name="csY179" fmla="*/ 449313 h 719226"/>
                <a:gd name="csX180" fmla="*/ 1027811 w 1136712"/>
                <a:gd name="csY180" fmla="*/ 453422 h 719226"/>
                <a:gd name="csX181" fmla="*/ 1003891 w 1136712"/>
                <a:gd name="csY181" fmla="*/ 466293 h 719226"/>
                <a:gd name="csX182" fmla="*/ 997502 w 1136712"/>
                <a:gd name="csY182" fmla="*/ 485216 h 719226"/>
                <a:gd name="csX183" fmla="*/ 995121 w 1136712"/>
                <a:gd name="csY183" fmla="*/ 510305 h 719226"/>
                <a:gd name="csX184" fmla="*/ 989387 w 1136712"/>
                <a:gd name="csY184" fmla="*/ 519062 h 719226"/>
                <a:gd name="csX185" fmla="*/ 985056 w 1136712"/>
                <a:gd name="csY185" fmla="*/ 533444 h 719226"/>
                <a:gd name="csX186" fmla="*/ 951827 w 1136712"/>
                <a:gd name="csY186" fmla="*/ 553987 h 719226"/>
                <a:gd name="csX187" fmla="*/ 958539 w 1136712"/>
                <a:gd name="csY187" fmla="*/ 555073 h 719226"/>
                <a:gd name="csX188" fmla="*/ 969251 w 1136712"/>
                <a:gd name="csY188" fmla="*/ 553987 h 719226"/>
                <a:gd name="csX189" fmla="*/ 969035 w 1136712"/>
                <a:gd name="csY189" fmla="*/ 558317 h 719226"/>
                <a:gd name="csX190" fmla="*/ 954208 w 1136712"/>
                <a:gd name="csY190" fmla="*/ 567398 h 719226"/>
                <a:gd name="csX191" fmla="*/ 947388 w 1136712"/>
                <a:gd name="csY191" fmla="*/ 564585 h 719226"/>
                <a:gd name="csX192" fmla="*/ 942302 w 1136712"/>
                <a:gd name="csY192" fmla="*/ 557886 h 719226"/>
                <a:gd name="csX193" fmla="*/ 937863 w 1136712"/>
                <a:gd name="csY193" fmla="*/ 554749 h 719226"/>
                <a:gd name="csX194" fmla="*/ 914921 w 1136712"/>
                <a:gd name="csY194" fmla="*/ 557339 h 719226"/>
                <a:gd name="csX195" fmla="*/ 901821 w 1136712"/>
                <a:gd name="csY195" fmla="*/ 565779 h 719226"/>
                <a:gd name="csX196" fmla="*/ 887533 w 1136712"/>
                <a:gd name="csY196" fmla="*/ 565779 h 719226"/>
                <a:gd name="csX197" fmla="*/ 850411 w 1136712"/>
                <a:gd name="csY197" fmla="*/ 575723 h 719226"/>
                <a:gd name="csX198" fmla="*/ 845217 w 1136712"/>
                <a:gd name="csY198" fmla="*/ 573996 h 719226"/>
                <a:gd name="csX199" fmla="*/ 837965 w 1136712"/>
                <a:gd name="csY199" fmla="*/ 563613 h 719226"/>
                <a:gd name="csX200" fmla="*/ 826599 w 1136712"/>
                <a:gd name="csY200" fmla="*/ 558965 h 719226"/>
                <a:gd name="csX201" fmla="*/ 817397 w 1136712"/>
                <a:gd name="csY201" fmla="*/ 554965 h 719226"/>
                <a:gd name="csX202" fmla="*/ 803218 w 1136712"/>
                <a:gd name="csY202" fmla="*/ 553555 h 719226"/>
                <a:gd name="csX203" fmla="*/ 795211 w 1136712"/>
                <a:gd name="csY203" fmla="*/ 547720 h 719226"/>
                <a:gd name="csX204" fmla="*/ 778542 w 1136712"/>
                <a:gd name="csY204" fmla="*/ 525983 h 719226"/>
                <a:gd name="csX205" fmla="*/ 773671 w 1136712"/>
                <a:gd name="csY205" fmla="*/ 507600 h 719226"/>
                <a:gd name="csX206" fmla="*/ 747154 w 1136712"/>
                <a:gd name="csY206" fmla="*/ 476453 h 719226"/>
                <a:gd name="csX207" fmla="*/ 739254 w 1136712"/>
                <a:gd name="csY207" fmla="*/ 453854 h 719226"/>
                <a:gd name="csX208" fmla="*/ 740874 w 1136712"/>
                <a:gd name="csY208" fmla="*/ 439255 h 719226"/>
                <a:gd name="csX209" fmla="*/ 726478 w 1136712"/>
                <a:gd name="csY209" fmla="*/ 423577 h 719226"/>
                <a:gd name="csX210" fmla="*/ 721931 w 1136712"/>
                <a:gd name="csY210" fmla="*/ 401841 h 719226"/>
                <a:gd name="csX211" fmla="*/ 725399 w 1136712"/>
                <a:gd name="csY211" fmla="*/ 385839 h 719226"/>
                <a:gd name="csX212" fmla="*/ 727348 w 1136712"/>
                <a:gd name="csY212" fmla="*/ 346151 h 719226"/>
                <a:gd name="csX213" fmla="*/ 739038 w 1136712"/>
                <a:gd name="csY213" fmla="*/ 303111 h 719226"/>
                <a:gd name="csX214" fmla="*/ 751700 w 1136712"/>
                <a:gd name="csY214" fmla="*/ 277914 h 719226"/>
                <a:gd name="csX215" fmla="*/ 734708 w 1136712"/>
                <a:gd name="csY215" fmla="*/ 278130 h 719226"/>
                <a:gd name="csX216" fmla="*/ 729075 w 1136712"/>
                <a:gd name="csY216" fmla="*/ 270993 h 719226"/>
                <a:gd name="csX217" fmla="*/ 709486 w 1136712"/>
                <a:gd name="csY217" fmla="*/ 270993 h 719226"/>
                <a:gd name="csX218" fmla="*/ 695306 w 1136712"/>
                <a:gd name="csY218" fmla="*/ 260826 h 719226"/>
                <a:gd name="csX219" fmla="*/ 675716 w 1136712"/>
                <a:gd name="csY219" fmla="*/ 258343 h 719226"/>
                <a:gd name="csX220" fmla="*/ 670738 w 1136712"/>
                <a:gd name="csY220" fmla="*/ 240716 h 719226"/>
                <a:gd name="csX221" fmla="*/ 661861 w 1136712"/>
                <a:gd name="csY221" fmla="*/ 234334 h 719226"/>
                <a:gd name="csX222" fmla="*/ 660349 w 1136712"/>
                <a:gd name="csY222" fmla="*/ 208598 h 719226"/>
                <a:gd name="csX223" fmla="*/ 649199 w 1136712"/>
                <a:gd name="csY223" fmla="*/ 205461 h 719226"/>
                <a:gd name="csX224" fmla="*/ 640975 w 1136712"/>
                <a:gd name="csY224" fmla="*/ 186538 h 719226"/>
                <a:gd name="csX225" fmla="*/ 630365 w 1136712"/>
                <a:gd name="csY225" fmla="*/ 181350 h 719226"/>
                <a:gd name="csX226" fmla="*/ 612724 w 1136712"/>
                <a:gd name="csY226" fmla="*/ 145231 h 719226"/>
                <a:gd name="csX227" fmla="*/ 598545 w 1136712"/>
                <a:gd name="csY227" fmla="*/ 133229 h 719226"/>
                <a:gd name="csX228" fmla="*/ 596379 w 1136712"/>
                <a:gd name="csY228" fmla="*/ 121221 h 719226"/>
                <a:gd name="csX229" fmla="*/ 587070 w 1136712"/>
                <a:gd name="csY229" fmla="*/ 115386 h 719226"/>
                <a:gd name="csX230" fmla="*/ 577869 w 1136712"/>
                <a:gd name="csY230" fmla="*/ 123063 h 719226"/>
                <a:gd name="csX231" fmla="*/ 557200 w 1136712"/>
                <a:gd name="csY231" fmla="*/ 118307 h 719226"/>
                <a:gd name="csX232" fmla="*/ 542373 w 1136712"/>
                <a:gd name="csY232" fmla="*/ 124574 h 719226"/>
                <a:gd name="csX233" fmla="*/ 522891 w 1136712"/>
                <a:gd name="csY233" fmla="*/ 154966 h 719226"/>
                <a:gd name="csX234" fmla="*/ 470935 w 1136712"/>
                <a:gd name="csY234" fmla="*/ 127927 h 719226"/>
                <a:gd name="csX235" fmla="*/ 467906 w 1136712"/>
                <a:gd name="csY235" fmla="*/ 107277 h 719226"/>
                <a:gd name="csX236" fmla="*/ 455244 w 1136712"/>
                <a:gd name="csY236" fmla="*/ 85649 h 719226"/>
                <a:gd name="csX237" fmla="*/ 440842 w 1136712"/>
                <a:gd name="csY237" fmla="*/ 79375 h 719226"/>
                <a:gd name="csX238" fmla="*/ 422554 w 1136712"/>
                <a:gd name="csY238" fmla="*/ 59150 h 719226"/>
                <a:gd name="csX239" fmla="*/ 409454 w 1136712"/>
                <a:gd name="csY239" fmla="*/ 55474 h 719226"/>
                <a:gd name="csX240" fmla="*/ 397986 w 1136712"/>
                <a:gd name="csY240" fmla="*/ 43256 h 719226"/>
                <a:gd name="csX241" fmla="*/ 327736 w 1136712"/>
                <a:gd name="csY241" fmla="*/ 43256 h 719226"/>
                <a:gd name="csX242" fmla="*/ 327736 w 1136712"/>
                <a:gd name="csY242" fmla="*/ 61639 h 719226"/>
                <a:gd name="csX243" fmla="*/ 224155 w 1136712"/>
                <a:gd name="csY243" fmla="*/ 61208 h 719226"/>
                <a:gd name="csX244" fmla="*/ 724751 w 1136712"/>
                <a:gd name="csY244" fmla="*/ 440011 h 719226"/>
                <a:gd name="csX245" fmla="*/ 731787 w 1136712"/>
                <a:gd name="csY245" fmla="*/ 442500 h 719226"/>
                <a:gd name="csX246" fmla="*/ 733298 w 1136712"/>
                <a:gd name="csY246" fmla="*/ 447910 h 719226"/>
                <a:gd name="csX247" fmla="*/ 732974 w 1136712"/>
                <a:gd name="csY247" fmla="*/ 449098 h 719226"/>
                <a:gd name="csX248" fmla="*/ 726916 w 1136712"/>
                <a:gd name="csY248" fmla="*/ 448126 h 719226"/>
                <a:gd name="csX249" fmla="*/ 724751 w 1136712"/>
                <a:gd name="csY249" fmla="*/ 439903 h 719226"/>
                <a:gd name="csX250" fmla="*/ 724751 w 1136712"/>
                <a:gd name="csY250" fmla="*/ 440011 h 719226"/>
                <a:gd name="csX251" fmla="*/ 731133 w 1136712"/>
                <a:gd name="csY251" fmla="*/ 301816 h 719226"/>
                <a:gd name="csX252" fmla="*/ 722370 w 1136712"/>
                <a:gd name="csY252" fmla="*/ 333712 h 719226"/>
                <a:gd name="csX253" fmla="*/ 714248 w 1136712"/>
                <a:gd name="csY253" fmla="*/ 328739 h 719226"/>
                <a:gd name="csX254" fmla="*/ 715118 w 1136712"/>
                <a:gd name="csY254" fmla="*/ 321926 h 719226"/>
                <a:gd name="csX255" fmla="*/ 720744 w 1136712"/>
                <a:gd name="csY255" fmla="*/ 305276 h 719226"/>
                <a:gd name="csX256" fmla="*/ 719988 w 1136712"/>
                <a:gd name="csY256" fmla="*/ 294894 h 719226"/>
                <a:gd name="csX257" fmla="*/ 732974 w 1136712"/>
                <a:gd name="csY257" fmla="*/ 291649 h 719226"/>
                <a:gd name="csX258" fmla="*/ 731133 w 1136712"/>
                <a:gd name="csY258" fmla="*/ 301816 h 719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</a:cxnLst>
              <a:rect l="l" t="t" r="r" b="b"/>
              <a:pathLst>
                <a:path w="1136712" h="719226">
                  <a:moveTo>
                    <a:pt x="224047" y="61963"/>
                  </a:moveTo>
                  <a:lnTo>
                    <a:pt x="85941" y="8763"/>
                  </a:lnTo>
                  <a:lnTo>
                    <a:pt x="87674" y="0"/>
                  </a:lnTo>
                  <a:lnTo>
                    <a:pt x="0" y="8979"/>
                  </a:lnTo>
                  <a:cubicBezTo>
                    <a:pt x="540" y="11570"/>
                    <a:pt x="1194" y="14707"/>
                    <a:pt x="3899" y="15900"/>
                  </a:cubicBezTo>
                  <a:cubicBezTo>
                    <a:pt x="4547" y="16440"/>
                    <a:pt x="8661" y="17088"/>
                    <a:pt x="7791" y="21196"/>
                  </a:cubicBezTo>
                  <a:cubicBezTo>
                    <a:pt x="7791" y="21736"/>
                    <a:pt x="5956" y="25952"/>
                    <a:pt x="9525" y="28334"/>
                  </a:cubicBezTo>
                  <a:cubicBezTo>
                    <a:pt x="11366" y="29953"/>
                    <a:pt x="16777" y="32010"/>
                    <a:pt x="16777" y="36767"/>
                  </a:cubicBezTo>
                  <a:cubicBezTo>
                    <a:pt x="17101" y="39795"/>
                    <a:pt x="15805" y="45098"/>
                    <a:pt x="18942" y="48882"/>
                  </a:cubicBezTo>
                  <a:cubicBezTo>
                    <a:pt x="25222" y="56344"/>
                    <a:pt x="28683" y="59258"/>
                    <a:pt x="28683" y="63697"/>
                  </a:cubicBezTo>
                  <a:cubicBezTo>
                    <a:pt x="28791" y="64237"/>
                    <a:pt x="28251" y="67697"/>
                    <a:pt x="31280" y="70180"/>
                  </a:cubicBezTo>
                  <a:cubicBezTo>
                    <a:pt x="33445" y="72346"/>
                    <a:pt x="38748" y="74619"/>
                    <a:pt x="38748" y="79483"/>
                  </a:cubicBezTo>
                  <a:cubicBezTo>
                    <a:pt x="39179" y="82728"/>
                    <a:pt x="37452" y="88563"/>
                    <a:pt x="41561" y="91161"/>
                  </a:cubicBezTo>
                  <a:cubicBezTo>
                    <a:pt x="42539" y="91916"/>
                    <a:pt x="47409" y="93758"/>
                    <a:pt x="48273" y="98190"/>
                  </a:cubicBezTo>
                  <a:cubicBezTo>
                    <a:pt x="51956" y="115386"/>
                    <a:pt x="51740" y="118739"/>
                    <a:pt x="55740" y="120898"/>
                  </a:cubicBezTo>
                  <a:cubicBezTo>
                    <a:pt x="75984" y="132251"/>
                    <a:pt x="79013" y="133445"/>
                    <a:pt x="82258" y="136798"/>
                  </a:cubicBezTo>
                  <a:cubicBezTo>
                    <a:pt x="111811" y="167399"/>
                    <a:pt x="113754" y="168154"/>
                    <a:pt x="113754" y="172695"/>
                  </a:cubicBezTo>
                  <a:cubicBezTo>
                    <a:pt x="113754" y="177241"/>
                    <a:pt x="114516" y="182537"/>
                    <a:pt x="111595" y="185890"/>
                  </a:cubicBezTo>
                  <a:cubicBezTo>
                    <a:pt x="111265" y="186538"/>
                    <a:pt x="106832" y="189891"/>
                    <a:pt x="110401" y="192488"/>
                  </a:cubicBezTo>
                  <a:cubicBezTo>
                    <a:pt x="117869" y="197892"/>
                    <a:pt x="123171" y="200812"/>
                    <a:pt x="118739" y="201460"/>
                  </a:cubicBezTo>
                  <a:cubicBezTo>
                    <a:pt x="112566" y="201676"/>
                    <a:pt x="105423" y="205245"/>
                    <a:pt x="104121" y="200165"/>
                  </a:cubicBezTo>
                  <a:cubicBezTo>
                    <a:pt x="103797" y="199625"/>
                    <a:pt x="103473" y="194107"/>
                    <a:pt x="99689" y="196164"/>
                  </a:cubicBezTo>
                  <a:cubicBezTo>
                    <a:pt x="99035" y="196380"/>
                    <a:pt x="95358" y="199085"/>
                    <a:pt x="91135" y="198215"/>
                  </a:cubicBezTo>
                  <a:cubicBezTo>
                    <a:pt x="79013" y="195841"/>
                    <a:pt x="72085" y="193783"/>
                    <a:pt x="75660" y="196704"/>
                  </a:cubicBezTo>
                  <a:cubicBezTo>
                    <a:pt x="93948" y="211411"/>
                    <a:pt x="96437" y="212274"/>
                    <a:pt x="96437" y="216706"/>
                  </a:cubicBezTo>
                  <a:lnTo>
                    <a:pt x="96437" y="217900"/>
                  </a:lnTo>
                  <a:cubicBezTo>
                    <a:pt x="96437" y="225685"/>
                    <a:pt x="117221" y="224930"/>
                    <a:pt x="123171" y="232499"/>
                  </a:cubicBezTo>
                  <a:cubicBezTo>
                    <a:pt x="126422" y="235744"/>
                    <a:pt x="129451" y="243529"/>
                    <a:pt x="133128" y="239744"/>
                  </a:cubicBezTo>
                  <a:cubicBezTo>
                    <a:pt x="133782" y="239420"/>
                    <a:pt x="136163" y="235198"/>
                    <a:pt x="139732" y="237579"/>
                  </a:cubicBezTo>
                  <a:cubicBezTo>
                    <a:pt x="174263" y="260071"/>
                    <a:pt x="175882" y="260503"/>
                    <a:pt x="178264" y="264503"/>
                  </a:cubicBezTo>
                  <a:cubicBezTo>
                    <a:pt x="184220" y="274345"/>
                    <a:pt x="187789" y="278778"/>
                    <a:pt x="187789" y="283540"/>
                  </a:cubicBezTo>
                  <a:cubicBezTo>
                    <a:pt x="187789" y="294462"/>
                    <a:pt x="188328" y="298355"/>
                    <a:pt x="186061" y="302140"/>
                  </a:cubicBezTo>
                  <a:cubicBezTo>
                    <a:pt x="183134" y="308083"/>
                    <a:pt x="176314" y="314249"/>
                    <a:pt x="181623" y="315221"/>
                  </a:cubicBezTo>
                  <a:cubicBezTo>
                    <a:pt x="185623" y="316306"/>
                    <a:pt x="191687" y="315760"/>
                    <a:pt x="194393" y="320091"/>
                  </a:cubicBezTo>
                  <a:cubicBezTo>
                    <a:pt x="195148" y="320847"/>
                    <a:pt x="196990" y="326035"/>
                    <a:pt x="200997" y="325387"/>
                  </a:cubicBezTo>
                  <a:cubicBezTo>
                    <a:pt x="206299" y="324523"/>
                    <a:pt x="206623" y="331768"/>
                    <a:pt x="213119" y="335337"/>
                  </a:cubicBezTo>
                  <a:lnTo>
                    <a:pt x="225133" y="342043"/>
                  </a:lnTo>
                  <a:cubicBezTo>
                    <a:pt x="229787" y="344742"/>
                    <a:pt x="241478" y="359016"/>
                    <a:pt x="240932" y="358369"/>
                  </a:cubicBezTo>
                  <a:cubicBezTo>
                    <a:pt x="246780" y="364966"/>
                    <a:pt x="255873" y="364750"/>
                    <a:pt x="257277" y="371024"/>
                  </a:cubicBezTo>
                  <a:cubicBezTo>
                    <a:pt x="259766" y="382594"/>
                    <a:pt x="259982" y="386270"/>
                    <a:pt x="263341" y="389077"/>
                  </a:cubicBezTo>
                  <a:cubicBezTo>
                    <a:pt x="263989" y="389407"/>
                    <a:pt x="267341" y="393732"/>
                    <a:pt x="270916" y="391135"/>
                  </a:cubicBezTo>
                  <a:cubicBezTo>
                    <a:pt x="281521" y="383457"/>
                    <a:pt x="284442" y="382378"/>
                    <a:pt x="284988" y="378047"/>
                  </a:cubicBezTo>
                  <a:cubicBezTo>
                    <a:pt x="285096" y="373075"/>
                    <a:pt x="288125" y="366910"/>
                    <a:pt x="283686" y="364103"/>
                  </a:cubicBezTo>
                  <a:cubicBezTo>
                    <a:pt x="281413" y="362369"/>
                    <a:pt x="276327" y="360534"/>
                    <a:pt x="274809" y="355880"/>
                  </a:cubicBezTo>
                  <a:lnTo>
                    <a:pt x="273082" y="350476"/>
                  </a:lnTo>
                  <a:cubicBezTo>
                    <a:pt x="271564" y="345828"/>
                    <a:pt x="266694" y="347986"/>
                    <a:pt x="263989" y="343770"/>
                  </a:cubicBezTo>
                  <a:cubicBezTo>
                    <a:pt x="255435" y="330251"/>
                    <a:pt x="252406" y="324307"/>
                    <a:pt x="252298" y="328955"/>
                  </a:cubicBezTo>
                  <a:cubicBezTo>
                    <a:pt x="251758" y="332956"/>
                    <a:pt x="253816" y="341935"/>
                    <a:pt x="248945" y="339662"/>
                  </a:cubicBezTo>
                  <a:cubicBezTo>
                    <a:pt x="246240" y="337934"/>
                    <a:pt x="240392" y="337172"/>
                    <a:pt x="239636" y="332200"/>
                  </a:cubicBezTo>
                  <a:cubicBezTo>
                    <a:pt x="238658" y="326250"/>
                    <a:pt x="237471" y="322034"/>
                    <a:pt x="239312" y="318034"/>
                  </a:cubicBezTo>
                  <a:cubicBezTo>
                    <a:pt x="240176" y="315112"/>
                    <a:pt x="245046" y="309493"/>
                    <a:pt x="240392" y="307651"/>
                  </a:cubicBezTo>
                  <a:cubicBezTo>
                    <a:pt x="237471" y="306140"/>
                    <a:pt x="231731" y="305600"/>
                    <a:pt x="230219" y="300838"/>
                  </a:cubicBezTo>
                  <a:cubicBezTo>
                    <a:pt x="228486" y="295326"/>
                    <a:pt x="227514" y="291110"/>
                    <a:pt x="224701" y="287865"/>
                  </a:cubicBezTo>
                  <a:cubicBezTo>
                    <a:pt x="221234" y="283864"/>
                    <a:pt x="214960" y="278130"/>
                    <a:pt x="214846" y="273374"/>
                  </a:cubicBezTo>
                  <a:cubicBezTo>
                    <a:pt x="214630" y="265049"/>
                    <a:pt x="214846" y="260179"/>
                    <a:pt x="213335" y="255854"/>
                  </a:cubicBezTo>
                  <a:cubicBezTo>
                    <a:pt x="210306" y="247529"/>
                    <a:pt x="209112" y="242335"/>
                    <a:pt x="205327" y="239636"/>
                  </a:cubicBezTo>
                  <a:cubicBezTo>
                    <a:pt x="204781" y="239420"/>
                    <a:pt x="200889" y="235420"/>
                    <a:pt x="199587" y="239529"/>
                  </a:cubicBezTo>
                  <a:cubicBezTo>
                    <a:pt x="199263" y="240068"/>
                    <a:pt x="198399" y="245580"/>
                    <a:pt x="196126" y="242011"/>
                  </a:cubicBezTo>
                  <a:cubicBezTo>
                    <a:pt x="191579" y="235090"/>
                    <a:pt x="189198" y="232391"/>
                    <a:pt x="189522" y="228391"/>
                  </a:cubicBezTo>
                  <a:cubicBezTo>
                    <a:pt x="189846" y="224390"/>
                    <a:pt x="184652" y="220821"/>
                    <a:pt x="185191" y="221469"/>
                  </a:cubicBezTo>
                  <a:cubicBezTo>
                    <a:pt x="179565" y="216814"/>
                    <a:pt x="179673" y="208598"/>
                    <a:pt x="174047" y="204921"/>
                  </a:cubicBezTo>
                  <a:cubicBezTo>
                    <a:pt x="164846" y="198869"/>
                    <a:pt x="162357" y="197783"/>
                    <a:pt x="161595" y="193891"/>
                  </a:cubicBezTo>
                  <a:lnTo>
                    <a:pt x="158350" y="177349"/>
                  </a:lnTo>
                  <a:cubicBezTo>
                    <a:pt x="157594" y="173133"/>
                    <a:pt x="151530" y="171184"/>
                    <a:pt x="152070" y="171507"/>
                  </a:cubicBezTo>
                  <a:cubicBezTo>
                    <a:pt x="150343" y="170751"/>
                    <a:pt x="148501" y="168694"/>
                    <a:pt x="147853" y="166967"/>
                  </a:cubicBezTo>
                  <a:lnTo>
                    <a:pt x="145142" y="159937"/>
                  </a:lnTo>
                  <a:cubicBezTo>
                    <a:pt x="143631" y="155937"/>
                    <a:pt x="137243" y="155937"/>
                    <a:pt x="137782" y="156045"/>
                  </a:cubicBezTo>
                  <a:cubicBezTo>
                    <a:pt x="133782" y="155613"/>
                    <a:pt x="133782" y="150095"/>
                    <a:pt x="133998" y="150635"/>
                  </a:cubicBezTo>
                  <a:cubicBezTo>
                    <a:pt x="133782" y="148800"/>
                    <a:pt x="132696" y="146203"/>
                    <a:pt x="131401" y="144907"/>
                  </a:cubicBezTo>
                  <a:lnTo>
                    <a:pt x="108883" y="121437"/>
                  </a:lnTo>
                  <a:cubicBezTo>
                    <a:pt x="105423" y="117869"/>
                    <a:pt x="101200" y="117977"/>
                    <a:pt x="98711" y="113868"/>
                  </a:cubicBezTo>
                  <a:cubicBezTo>
                    <a:pt x="94488" y="107055"/>
                    <a:pt x="91351" y="103162"/>
                    <a:pt x="91459" y="98622"/>
                  </a:cubicBezTo>
                  <a:cubicBezTo>
                    <a:pt x="91675" y="92678"/>
                    <a:pt x="92107" y="88456"/>
                    <a:pt x="91135" y="84131"/>
                  </a:cubicBezTo>
                  <a:cubicBezTo>
                    <a:pt x="89294" y="75591"/>
                    <a:pt x="88862" y="70396"/>
                    <a:pt x="85509" y="67158"/>
                  </a:cubicBezTo>
                  <a:cubicBezTo>
                    <a:pt x="85071" y="66612"/>
                    <a:pt x="81934" y="64561"/>
                    <a:pt x="82366" y="60452"/>
                  </a:cubicBezTo>
                  <a:cubicBezTo>
                    <a:pt x="84099" y="43256"/>
                    <a:pt x="83560" y="40551"/>
                    <a:pt x="87566" y="38932"/>
                  </a:cubicBezTo>
                  <a:cubicBezTo>
                    <a:pt x="88214" y="38824"/>
                    <a:pt x="91675" y="36658"/>
                    <a:pt x="95358" y="38716"/>
                  </a:cubicBezTo>
                  <a:cubicBezTo>
                    <a:pt x="107912" y="45745"/>
                    <a:pt x="110941" y="48774"/>
                    <a:pt x="114084" y="45530"/>
                  </a:cubicBezTo>
                  <a:lnTo>
                    <a:pt x="114948" y="44659"/>
                  </a:lnTo>
                  <a:cubicBezTo>
                    <a:pt x="116243" y="43364"/>
                    <a:pt x="118732" y="42824"/>
                    <a:pt x="120466" y="43472"/>
                  </a:cubicBezTo>
                  <a:cubicBezTo>
                    <a:pt x="123279" y="45098"/>
                    <a:pt x="129343" y="45637"/>
                    <a:pt x="130207" y="50502"/>
                  </a:cubicBezTo>
                  <a:cubicBezTo>
                    <a:pt x="130531" y="51041"/>
                    <a:pt x="130639" y="54394"/>
                    <a:pt x="134106" y="55474"/>
                  </a:cubicBezTo>
                  <a:cubicBezTo>
                    <a:pt x="147745" y="60128"/>
                    <a:pt x="151314" y="60236"/>
                    <a:pt x="150774" y="64561"/>
                  </a:cubicBezTo>
                  <a:cubicBezTo>
                    <a:pt x="149365" y="76670"/>
                    <a:pt x="148393" y="79591"/>
                    <a:pt x="151098" y="82728"/>
                  </a:cubicBezTo>
                  <a:cubicBezTo>
                    <a:pt x="154889" y="87160"/>
                    <a:pt x="158026" y="90081"/>
                    <a:pt x="159429" y="94190"/>
                  </a:cubicBezTo>
                  <a:cubicBezTo>
                    <a:pt x="161919" y="101327"/>
                    <a:pt x="171990" y="131820"/>
                    <a:pt x="179241" y="134309"/>
                  </a:cubicBezTo>
                  <a:cubicBezTo>
                    <a:pt x="179889" y="134741"/>
                    <a:pt x="183026" y="135280"/>
                    <a:pt x="184004" y="138849"/>
                  </a:cubicBezTo>
                  <a:cubicBezTo>
                    <a:pt x="185731" y="145015"/>
                    <a:pt x="186601" y="149447"/>
                    <a:pt x="189198" y="153016"/>
                  </a:cubicBezTo>
                  <a:cubicBezTo>
                    <a:pt x="199803" y="167507"/>
                    <a:pt x="201968" y="171831"/>
                    <a:pt x="206515" y="173349"/>
                  </a:cubicBezTo>
                  <a:cubicBezTo>
                    <a:pt x="207162" y="173673"/>
                    <a:pt x="210414" y="174428"/>
                    <a:pt x="212903" y="177349"/>
                  </a:cubicBezTo>
                  <a:cubicBezTo>
                    <a:pt x="221666" y="187509"/>
                    <a:pt x="224701" y="191840"/>
                    <a:pt x="228918" y="194107"/>
                  </a:cubicBezTo>
                  <a:lnTo>
                    <a:pt x="229241" y="194323"/>
                  </a:lnTo>
                  <a:cubicBezTo>
                    <a:pt x="233896" y="196704"/>
                    <a:pt x="233896" y="189459"/>
                    <a:pt x="238443" y="191948"/>
                  </a:cubicBezTo>
                  <a:cubicBezTo>
                    <a:pt x="239097" y="192488"/>
                    <a:pt x="244075" y="193999"/>
                    <a:pt x="244075" y="198431"/>
                  </a:cubicBezTo>
                  <a:cubicBezTo>
                    <a:pt x="244075" y="211842"/>
                    <a:pt x="243421" y="214871"/>
                    <a:pt x="246780" y="217361"/>
                  </a:cubicBezTo>
                  <a:lnTo>
                    <a:pt x="251543" y="221037"/>
                  </a:lnTo>
                  <a:cubicBezTo>
                    <a:pt x="257708" y="225793"/>
                    <a:pt x="266046" y="222549"/>
                    <a:pt x="268535" y="228391"/>
                  </a:cubicBezTo>
                  <a:cubicBezTo>
                    <a:pt x="270377" y="231635"/>
                    <a:pt x="271024" y="238334"/>
                    <a:pt x="276111" y="238989"/>
                  </a:cubicBezTo>
                  <a:cubicBezTo>
                    <a:pt x="278600" y="239529"/>
                    <a:pt x="283578" y="238982"/>
                    <a:pt x="287045" y="242443"/>
                  </a:cubicBezTo>
                  <a:cubicBezTo>
                    <a:pt x="289204" y="245364"/>
                    <a:pt x="294945" y="248393"/>
                    <a:pt x="293103" y="253041"/>
                  </a:cubicBezTo>
                  <a:cubicBezTo>
                    <a:pt x="287693" y="266884"/>
                    <a:pt x="286068" y="269157"/>
                    <a:pt x="288233" y="272726"/>
                  </a:cubicBezTo>
                  <a:cubicBezTo>
                    <a:pt x="297542" y="287865"/>
                    <a:pt x="298621" y="291649"/>
                    <a:pt x="302304" y="289160"/>
                  </a:cubicBezTo>
                  <a:lnTo>
                    <a:pt x="305010" y="287325"/>
                  </a:lnTo>
                  <a:cubicBezTo>
                    <a:pt x="308801" y="284728"/>
                    <a:pt x="308470" y="290132"/>
                    <a:pt x="312909" y="292729"/>
                  </a:cubicBezTo>
                  <a:cubicBezTo>
                    <a:pt x="332607" y="304298"/>
                    <a:pt x="336398" y="305600"/>
                    <a:pt x="337699" y="309925"/>
                  </a:cubicBezTo>
                  <a:cubicBezTo>
                    <a:pt x="338995" y="314249"/>
                    <a:pt x="339750" y="318681"/>
                    <a:pt x="343110" y="321386"/>
                  </a:cubicBezTo>
                  <a:cubicBezTo>
                    <a:pt x="376339" y="348526"/>
                    <a:pt x="377635" y="349072"/>
                    <a:pt x="380340" y="352965"/>
                  </a:cubicBezTo>
                  <a:cubicBezTo>
                    <a:pt x="396576" y="376212"/>
                    <a:pt x="397555" y="378162"/>
                    <a:pt x="400907" y="381184"/>
                  </a:cubicBezTo>
                  <a:cubicBezTo>
                    <a:pt x="425151" y="403352"/>
                    <a:pt x="426561" y="403568"/>
                    <a:pt x="426885" y="408114"/>
                  </a:cubicBezTo>
                  <a:cubicBezTo>
                    <a:pt x="427641" y="419144"/>
                    <a:pt x="427317" y="424980"/>
                    <a:pt x="429914" y="428981"/>
                  </a:cubicBezTo>
                  <a:cubicBezTo>
                    <a:pt x="433921" y="435147"/>
                    <a:pt x="436086" y="439471"/>
                    <a:pt x="439655" y="442284"/>
                  </a:cubicBezTo>
                  <a:cubicBezTo>
                    <a:pt x="440957" y="443687"/>
                    <a:pt x="446043" y="445961"/>
                    <a:pt x="445719" y="450609"/>
                  </a:cubicBezTo>
                  <a:cubicBezTo>
                    <a:pt x="445389" y="455479"/>
                    <a:pt x="445719" y="460775"/>
                    <a:pt x="442576" y="463912"/>
                  </a:cubicBezTo>
                  <a:cubicBezTo>
                    <a:pt x="440195" y="466941"/>
                    <a:pt x="433051" y="470833"/>
                    <a:pt x="437274" y="473755"/>
                  </a:cubicBezTo>
                  <a:cubicBezTo>
                    <a:pt x="440195" y="476453"/>
                    <a:pt x="447339" y="478726"/>
                    <a:pt x="444633" y="482943"/>
                  </a:cubicBezTo>
                  <a:lnTo>
                    <a:pt x="443770" y="484130"/>
                  </a:lnTo>
                  <a:cubicBezTo>
                    <a:pt x="439871" y="490189"/>
                    <a:pt x="430022" y="481540"/>
                    <a:pt x="428181" y="488245"/>
                  </a:cubicBezTo>
                  <a:lnTo>
                    <a:pt x="428181" y="488677"/>
                  </a:lnTo>
                  <a:cubicBezTo>
                    <a:pt x="427533" y="490404"/>
                    <a:pt x="427965" y="493217"/>
                    <a:pt x="428943" y="494729"/>
                  </a:cubicBezTo>
                  <a:cubicBezTo>
                    <a:pt x="451561" y="530092"/>
                    <a:pt x="450806" y="530308"/>
                    <a:pt x="455022" y="531933"/>
                  </a:cubicBezTo>
                  <a:cubicBezTo>
                    <a:pt x="472237" y="538417"/>
                    <a:pt x="477863" y="540258"/>
                    <a:pt x="481978" y="542849"/>
                  </a:cubicBezTo>
                  <a:cubicBezTo>
                    <a:pt x="499510" y="554317"/>
                    <a:pt x="501783" y="555288"/>
                    <a:pt x="504381" y="558965"/>
                  </a:cubicBezTo>
                  <a:cubicBezTo>
                    <a:pt x="510661" y="568154"/>
                    <a:pt x="512064" y="571182"/>
                    <a:pt x="516071" y="572592"/>
                  </a:cubicBezTo>
                  <a:cubicBezTo>
                    <a:pt x="557632" y="586861"/>
                    <a:pt x="557308" y="587731"/>
                    <a:pt x="561531" y="585673"/>
                  </a:cubicBezTo>
                  <a:cubicBezTo>
                    <a:pt x="562934" y="585242"/>
                    <a:pt x="567480" y="581349"/>
                    <a:pt x="570840" y="584594"/>
                  </a:cubicBezTo>
                  <a:cubicBezTo>
                    <a:pt x="599300" y="611518"/>
                    <a:pt x="599846" y="612819"/>
                    <a:pt x="604393" y="614115"/>
                  </a:cubicBezTo>
                  <a:cubicBezTo>
                    <a:pt x="638918" y="623633"/>
                    <a:pt x="639782" y="623196"/>
                    <a:pt x="643357" y="626224"/>
                  </a:cubicBezTo>
                  <a:cubicBezTo>
                    <a:pt x="647795" y="630009"/>
                    <a:pt x="651904" y="634225"/>
                    <a:pt x="656450" y="634987"/>
                  </a:cubicBezTo>
                  <a:cubicBezTo>
                    <a:pt x="683508" y="639312"/>
                    <a:pt x="685565" y="639096"/>
                    <a:pt x="688600" y="642233"/>
                  </a:cubicBezTo>
                  <a:cubicBezTo>
                    <a:pt x="694982" y="648716"/>
                    <a:pt x="697147" y="651961"/>
                    <a:pt x="701478" y="652501"/>
                  </a:cubicBezTo>
                  <a:cubicBezTo>
                    <a:pt x="705593" y="653047"/>
                    <a:pt x="709378" y="653155"/>
                    <a:pt x="712953" y="655206"/>
                  </a:cubicBezTo>
                  <a:cubicBezTo>
                    <a:pt x="723017" y="660940"/>
                    <a:pt x="727888" y="664185"/>
                    <a:pt x="732650" y="664724"/>
                  </a:cubicBezTo>
                  <a:cubicBezTo>
                    <a:pt x="740226" y="665588"/>
                    <a:pt x="746506" y="665804"/>
                    <a:pt x="750722" y="667646"/>
                  </a:cubicBezTo>
                  <a:cubicBezTo>
                    <a:pt x="768693" y="675647"/>
                    <a:pt x="770966" y="677482"/>
                    <a:pt x="775081" y="675862"/>
                  </a:cubicBezTo>
                  <a:cubicBezTo>
                    <a:pt x="806793" y="663423"/>
                    <a:pt x="808634" y="662991"/>
                    <a:pt x="812311" y="660292"/>
                  </a:cubicBezTo>
                  <a:cubicBezTo>
                    <a:pt x="818483" y="655745"/>
                    <a:pt x="821836" y="652393"/>
                    <a:pt x="826383" y="652608"/>
                  </a:cubicBezTo>
                  <a:cubicBezTo>
                    <a:pt x="849001" y="653694"/>
                    <a:pt x="852576" y="653371"/>
                    <a:pt x="856691" y="655530"/>
                  </a:cubicBezTo>
                  <a:cubicBezTo>
                    <a:pt x="874331" y="664833"/>
                    <a:pt x="878008" y="666236"/>
                    <a:pt x="881367" y="669588"/>
                  </a:cubicBezTo>
                  <a:cubicBezTo>
                    <a:pt x="917626" y="705923"/>
                    <a:pt x="927151" y="715658"/>
                    <a:pt x="931151" y="719226"/>
                  </a:cubicBezTo>
                  <a:lnTo>
                    <a:pt x="935590" y="713924"/>
                  </a:lnTo>
                  <a:lnTo>
                    <a:pt x="939381" y="699865"/>
                  </a:lnTo>
                  <a:lnTo>
                    <a:pt x="933209" y="691648"/>
                  </a:lnTo>
                  <a:lnTo>
                    <a:pt x="952259" y="663531"/>
                  </a:lnTo>
                  <a:lnTo>
                    <a:pt x="1002265" y="663861"/>
                  </a:lnTo>
                  <a:lnTo>
                    <a:pt x="1001833" y="648284"/>
                  </a:lnTo>
                  <a:lnTo>
                    <a:pt x="992524" y="643852"/>
                  </a:lnTo>
                  <a:lnTo>
                    <a:pt x="991222" y="635311"/>
                  </a:lnTo>
                  <a:lnTo>
                    <a:pt x="974668" y="627418"/>
                  </a:lnTo>
                  <a:lnTo>
                    <a:pt x="964273" y="608381"/>
                  </a:lnTo>
                  <a:lnTo>
                    <a:pt x="979754" y="608381"/>
                  </a:lnTo>
                  <a:lnTo>
                    <a:pt x="979754" y="593674"/>
                  </a:lnTo>
                  <a:lnTo>
                    <a:pt x="1041121" y="593674"/>
                  </a:lnTo>
                  <a:lnTo>
                    <a:pt x="1041121" y="587731"/>
                  </a:lnTo>
                  <a:lnTo>
                    <a:pt x="1054976" y="584810"/>
                  </a:lnTo>
                  <a:lnTo>
                    <a:pt x="1060926" y="590537"/>
                  </a:lnTo>
                  <a:lnTo>
                    <a:pt x="1074890" y="569671"/>
                  </a:lnTo>
                  <a:lnTo>
                    <a:pt x="1076192" y="568585"/>
                  </a:lnTo>
                  <a:cubicBezTo>
                    <a:pt x="1076192" y="568585"/>
                    <a:pt x="1076084" y="567506"/>
                    <a:pt x="1076515" y="566750"/>
                  </a:cubicBezTo>
                  <a:cubicBezTo>
                    <a:pt x="1083012" y="555181"/>
                    <a:pt x="1083875" y="552044"/>
                    <a:pt x="1088098" y="552907"/>
                  </a:cubicBezTo>
                  <a:lnTo>
                    <a:pt x="1088314" y="552907"/>
                  </a:lnTo>
                  <a:cubicBezTo>
                    <a:pt x="1094918" y="554317"/>
                    <a:pt x="1086688" y="563182"/>
                    <a:pt x="1091451" y="565023"/>
                  </a:cubicBezTo>
                  <a:cubicBezTo>
                    <a:pt x="1095782" y="566750"/>
                    <a:pt x="1090155" y="591191"/>
                    <a:pt x="1094156" y="584486"/>
                  </a:cubicBezTo>
                  <a:lnTo>
                    <a:pt x="1097077" y="579622"/>
                  </a:lnTo>
                  <a:cubicBezTo>
                    <a:pt x="1100112" y="574643"/>
                    <a:pt x="1109529" y="538093"/>
                    <a:pt x="1109313" y="538741"/>
                  </a:cubicBezTo>
                  <a:cubicBezTo>
                    <a:pt x="1110285" y="535172"/>
                    <a:pt x="1105846" y="533013"/>
                    <a:pt x="1106494" y="533553"/>
                  </a:cubicBezTo>
                  <a:cubicBezTo>
                    <a:pt x="1104875" y="532689"/>
                    <a:pt x="1104767" y="531171"/>
                    <a:pt x="1106278" y="530092"/>
                  </a:cubicBezTo>
                  <a:lnTo>
                    <a:pt x="1107904" y="529012"/>
                  </a:lnTo>
                  <a:cubicBezTo>
                    <a:pt x="1111148" y="526739"/>
                    <a:pt x="1112126" y="521659"/>
                    <a:pt x="1111910" y="522199"/>
                  </a:cubicBezTo>
                  <a:cubicBezTo>
                    <a:pt x="1112342" y="520357"/>
                    <a:pt x="1111256" y="519494"/>
                    <a:pt x="1109529" y="520033"/>
                  </a:cubicBezTo>
                  <a:lnTo>
                    <a:pt x="1105522" y="521443"/>
                  </a:lnTo>
                  <a:cubicBezTo>
                    <a:pt x="1101408" y="522954"/>
                    <a:pt x="1099026" y="518522"/>
                    <a:pt x="1102493" y="515817"/>
                  </a:cubicBezTo>
                  <a:cubicBezTo>
                    <a:pt x="1105846" y="512464"/>
                    <a:pt x="1112450" y="510089"/>
                    <a:pt x="1111040" y="505111"/>
                  </a:cubicBezTo>
                  <a:cubicBezTo>
                    <a:pt x="1111040" y="504571"/>
                    <a:pt x="1109421" y="501110"/>
                    <a:pt x="1111256" y="497434"/>
                  </a:cubicBezTo>
                  <a:cubicBezTo>
                    <a:pt x="1113968" y="492030"/>
                    <a:pt x="1115371" y="488137"/>
                    <a:pt x="1118730" y="485108"/>
                  </a:cubicBezTo>
                  <a:cubicBezTo>
                    <a:pt x="1124249" y="480022"/>
                    <a:pt x="1129011" y="476453"/>
                    <a:pt x="1131068" y="472021"/>
                  </a:cubicBezTo>
                  <a:cubicBezTo>
                    <a:pt x="1136047" y="461639"/>
                    <a:pt x="1138104" y="459156"/>
                    <a:pt x="1135723" y="455587"/>
                  </a:cubicBezTo>
                  <a:cubicBezTo>
                    <a:pt x="1127493" y="443579"/>
                    <a:pt x="1125544" y="438931"/>
                    <a:pt x="1123378" y="442824"/>
                  </a:cubicBezTo>
                  <a:lnTo>
                    <a:pt x="1122623" y="444341"/>
                  </a:lnTo>
                  <a:cubicBezTo>
                    <a:pt x="1116997" y="454717"/>
                    <a:pt x="1091559" y="437528"/>
                    <a:pt x="1082688" y="440881"/>
                  </a:cubicBezTo>
                  <a:cubicBezTo>
                    <a:pt x="1067207" y="446824"/>
                    <a:pt x="1062984" y="448774"/>
                    <a:pt x="1058221" y="449313"/>
                  </a:cubicBezTo>
                  <a:cubicBezTo>
                    <a:pt x="1035710" y="451695"/>
                    <a:pt x="1032027" y="451587"/>
                    <a:pt x="1027811" y="453422"/>
                  </a:cubicBezTo>
                  <a:cubicBezTo>
                    <a:pt x="1007783" y="462070"/>
                    <a:pt x="1005510" y="462179"/>
                    <a:pt x="1003891" y="466293"/>
                  </a:cubicBezTo>
                  <a:cubicBezTo>
                    <a:pt x="1000315" y="475050"/>
                    <a:pt x="997502" y="480454"/>
                    <a:pt x="997502" y="485216"/>
                  </a:cubicBezTo>
                  <a:cubicBezTo>
                    <a:pt x="997502" y="505111"/>
                    <a:pt x="998150" y="507276"/>
                    <a:pt x="995121" y="510305"/>
                  </a:cubicBezTo>
                  <a:cubicBezTo>
                    <a:pt x="994042" y="511600"/>
                    <a:pt x="989927" y="514522"/>
                    <a:pt x="989387" y="519062"/>
                  </a:cubicBezTo>
                  <a:cubicBezTo>
                    <a:pt x="988301" y="524465"/>
                    <a:pt x="989711" y="531063"/>
                    <a:pt x="985056" y="533444"/>
                  </a:cubicBezTo>
                  <a:cubicBezTo>
                    <a:pt x="952367" y="550424"/>
                    <a:pt x="947820" y="551504"/>
                    <a:pt x="951827" y="553987"/>
                  </a:cubicBezTo>
                  <a:cubicBezTo>
                    <a:pt x="952475" y="554209"/>
                    <a:pt x="954964" y="556368"/>
                    <a:pt x="958539" y="555073"/>
                  </a:cubicBezTo>
                  <a:cubicBezTo>
                    <a:pt x="960704" y="554533"/>
                    <a:pt x="965899" y="550964"/>
                    <a:pt x="969251" y="553987"/>
                  </a:cubicBezTo>
                  <a:cubicBezTo>
                    <a:pt x="970553" y="555181"/>
                    <a:pt x="970445" y="557124"/>
                    <a:pt x="969035" y="558317"/>
                  </a:cubicBezTo>
                  <a:cubicBezTo>
                    <a:pt x="960272" y="566102"/>
                    <a:pt x="958215" y="569024"/>
                    <a:pt x="954208" y="567398"/>
                  </a:cubicBezTo>
                  <a:lnTo>
                    <a:pt x="947388" y="564585"/>
                  </a:lnTo>
                  <a:cubicBezTo>
                    <a:pt x="943496" y="562966"/>
                    <a:pt x="941978" y="557339"/>
                    <a:pt x="942302" y="557886"/>
                  </a:cubicBezTo>
                  <a:cubicBezTo>
                    <a:pt x="941654" y="556152"/>
                    <a:pt x="939705" y="554749"/>
                    <a:pt x="937863" y="554749"/>
                  </a:cubicBezTo>
                  <a:cubicBezTo>
                    <a:pt x="921302" y="554965"/>
                    <a:pt x="918274" y="554425"/>
                    <a:pt x="914921" y="557339"/>
                  </a:cubicBezTo>
                  <a:cubicBezTo>
                    <a:pt x="909072" y="562318"/>
                    <a:pt x="906259" y="565779"/>
                    <a:pt x="901821" y="565779"/>
                  </a:cubicBezTo>
                  <a:lnTo>
                    <a:pt x="887533" y="565779"/>
                  </a:lnTo>
                  <a:cubicBezTo>
                    <a:pt x="881691" y="565779"/>
                    <a:pt x="849763" y="575945"/>
                    <a:pt x="850411" y="575723"/>
                  </a:cubicBezTo>
                  <a:cubicBezTo>
                    <a:pt x="848678" y="576269"/>
                    <a:pt x="846296" y="575399"/>
                    <a:pt x="845217" y="573996"/>
                  </a:cubicBezTo>
                  <a:lnTo>
                    <a:pt x="837965" y="563613"/>
                  </a:lnTo>
                  <a:cubicBezTo>
                    <a:pt x="835260" y="559721"/>
                    <a:pt x="830713" y="561778"/>
                    <a:pt x="826599" y="558965"/>
                  </a:cubicBezTo>
                  <a:cubicBezTo>
                    <a:pt x="825519" y="558317"/>
                    <a:pt x="822052" y="554965"/>
                    <a:pt x="817397" y="554965"/>
                  </a:cubicBezTo>
                  <a:cubicBezTo>
                    <a:pt x="811555" y="554965"/>
                    <a:pt x="807225" y="555397"/>
                    <a:pt x="803218" y="553555"/>
                  </a:cubicBezTo>
                  <a:cubicBezTo>
                    <a:pt x="802354" y="553015"/>
                    <a:pt x="797592" y="551612"/>
                    <a:pt x="795211" y="547720"/>
                  </a:cubicBezTo>
                  <a:cubicBezTo>
                    <a:pt x="787851" y="535172"/>
                    <a:pt x="779621" y="532905"/>
                    <a:pt x="778542" y="525983"/>
                  </a:cubicBezTo>
                  <a:cubicBezTo>
                    <a:pt x="777024" y="516788"/>
                    <a:pt x="776808" y="511169"/>
                    <a:pt x="773671" y="507600"/>
                  </a:cubicBezTo>
                  <a:cubicBezTo>
                    <a:pt x="749319" y="480346"/>
                    <a:pt x="748995" y="480454"/>
                    <a:pt x="747154" y="476453"/>
                  </a:cubicBezTo>
                  <a:cubicBezTo>
                    <a:pt x="739470" y="459696"/>
                    <a:pt x="737845" y="457854"/>
                    <a:pt x="739254" y="453854"/>
                  </a:cubicBezTo>
                  <a:cubicBezTo>
                    <a:pt x="740442" y="448342"/>
                    <a:pt x="744772" y="442824"/>
                    <a:pt x="740874" y="439255"/>
                  </a:cubicBezTo>
                  <a:cubicBezTo>
                    <a:pt x="732650" y="431686"/>
                    <a:pt x="727780" y="428117"/>
                    <a:pt x="726478" y="423577"/>
                  </a:cubicBezTo>
                  <a:cubicBezTo>
                    <a:pt x="722370" y="409302"/>
                    <a:pt x="720744" y="406165"/>
                    <a:pt x="721931" y="401841"/>
                  </a:cubicBezTo>
                  <a:cubicBezTo>
                    <a:pt x="723665" y="395243"/>
                    <a:pt x="725183" y="390271"/>
                    <a:pt x="725399" y="385839"/>
                  </a:cubicBezTo>
                  <a:lnTo>
                    <a:pt x="727348" y="346151"/>
                  </a:lnTo>
                  <a:cubicBezTo>
                    <a:pt x="727348" y="348634"/>
                    <a:pt x="735787" y="309277"/>
                    <a:pt x="739038" y="303111"/>
                  </a:cubicBezTo>
                  <a:cubicBezTo>
                    <a:pt x="747478" y="287217"/>
                    <a:pt x="751700" y="277914"/>
                    <a:pt x="751700" y="277914"/>
                  </a:cubicBezTo>
                  <a:lnTo>
                    <a:pt x="734708" y="278130"/>
                  </a:lnTo>
                  <a:lnTo>
                    <a:pt x="729075" y="270993"/>
                  </a:lnTo>
                  <a:lnTo>
                    <a:pt x="709486" y="270993"/>
                  </a:lnTo>
                  <a:lnTo>
                    <a:pt x="695306" y="260826"/>
                  </a:lnTo>
                  <a:lnTo>
                    <a:pt x="675716" y="258343"/>
                  </a:lnTo>
                  <a:lnTo>
                    <a:pt x="670738" y="240716"/>
                  </a:lnTo>
                  <a:lnTo>
                    <a:pt x="661861" y="234334"/>
                  </a:lnTo>
                  <a:lnTo>
                    <a:pt x="660349" y="208598"/>
                  </a:lnTo>
                  <a:lnTo>
                    <a:pt x="649199" y="205461"/>
                  </a:lnTo>
                  <a:lnTo>
                    <a:pt x="640975" y="186538"/>
                  </a:lnTo>
                  <a:lnTo>
                    <a:pt x="630365" y="181350"/>
                  </a:lnTo>
                  <a:lnTo>
                    <a:pt x="612724" y="145231"/>
                  </a:lnTo>
                  <a:lnTo>
                    <a:pt x="598545" y="133229"/>
                  </a:lnTo>
                  <a:lnTo>
                    <a:pt x="596379" y="121221"/>
                  </a:lnTo>
                  <a:lnTo>
                    <a:pt x="587070" y="115386"/>
                  </a:lnTo>
                  <a:lnTo>
                    <a:pt x="577869" y="123063"/>
                  </a:lnTo>
                  <a:lnTo>
                    <a:pt x="557200" y="118307"/>
                  </a:lnTo>
                  <a:lnTo>
                    <a:pt x="542373" y="124574"/>
                  </a:lnTo>
                  <a:lnTo>
                    <a:pt x="522891" y="154966"/>
                  </a:lnTo>
                  <a:lnTo>
                    <a:pt x="470935" y="127927"/>
                  </a:lnTo>
                  <a:lnTo>
                    <a:pt x="467906" y="107277"/>
                  </a:lnTo>
                  <a:lnTo>
                    <a:pt x="455244" y="85649"/>
                  </a:lnTo>
                  <a:lnTo>
                    <a:pt x="440842" y="79375"/>
                  </a:lnTo>
                  <a:lnTo>
                    <a:pt x="422554" y="59150"/>
                  </a:lnTo>
                  <a:lnTo>
                    <a:pt x="409454" y="55474"/>
                  </a:lnTo>
                  <a:lnTo>
                    <a:pt x="397986" y="43256"/>
                  </a:lnTo>
                  <a:lnTo>
                    <a:pt x="327736" y="43256"/>
                  </a:lnTo>
                  <a:lnTo>
                    <a:pt x="327736" y="61639"/>
                  </a:lnTo>
                  <a:lnTo>
                    <a:pt x="224155" y="61208"/>
                  </a:lnTo>
                  <a:moveTo>
                    <a:pt x="724751" y="440011"/>
                  </a:moveTo>
                  <a:cubicBezTo>
                    <a:pt x="725183" y="435147"/>
                    <a:pt x="730053" y="441420"/>
                    <a:pt x="731787" y="442500"/>
                  </a:cubicBezTo>
                  <a:cubicBezTo>
                    <a:pt x="733190" y="443687"/>
                    <a:pt x="733838" y="446176"/>
                    <a:pt x="733298" y="447910"/>
                  </a:cubicBezTo>
                  <a:lnTo>
                    <a:pt x="732974" y="449098"/>
                  </a:lnTo>
                  <a:cubicBezTo>
                    <a:pt x="731564" y="453314"/>
                    <a:pt x="726916" y="448126"/>
                    <a:pt x="726916" y="448126"/>
                  </a:cubicBezTo>
                  <a:cubicBezTo>
                    <a:pt x="723449" y="445313"/>
                    <a:pt x="724859" y="440665"/>
                    <a:pt x="724751" y="439903"/>
                  </a:cubicBezTo>
                  <a:lnTo>
                    <a:pt x="724751" y="440011"/>
                  </a:lnTo>
                  <a:close/>
                  <a:moveTo>
                    <a:pt x="731133" y="301816"/>
                  </a:moveTo>
                  <a:cubicBezTo>
                    <a:pt x="728967" y="306032"/>
                    <a:pt x="728536" y="309385"/>
                    <a:pt x="722370" y="333712"/>
                  </a:cubicBezTo>
                  <a:cubicBezTo>
                    <a:pt x="721068" y="338690"/>
                    <a:pt x="714248" y="328739"/>
                    <a:pt x="714248" y="328739"/>
                  </a:cubicBezTo>
                  <a:cubicBezTo>
                    <a:pt x="711435" y="325603"/>
                    <a:pt x="714902" y="322574"/>
                    <a:pt x="715118" y="321926"/>
                  </a:cubicBezTo>
                  <a:cubicBezTo>
                    <a:pt x="717823" y="318141"/>
                    <a:pt x="718795" y="312738"/>
                    <a:pt x="720744" y="305276"/>
                  </a:cubicBezTo>
                  <a:cubicBezTo>
                    <a:pt x="721716" y="301492"/>
                    <a:pt x="720744" y="298031"/>
                    <a:pt x="719988" y="294894"/>
                  </a:cubicBezTo>
                  <a:cubicBezTo>
                    <a:pt x="718795" y="289700"/>
                    <a:pt x="727240" y="292297"/>
                    <a:pt x="732974" y="291649"/>
                  </a:cubicBezTo>
                  <a:cubicBezTo>
                    <a:pt x="738168" y="291649"/>
                    <a:pt x="732434" y="298247"/>
                    <a:pt x="731133" y="3018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557723FD-8DF5-F396-221B-3C1884DEF6B8}"/>
                </a:ext>
              </a:extLst>
            </p:cNvPr>
            <p:cNvSpPr/>
            <p:nvPr/>
          </p:nvSpPr>
          <p:spPr>
            <a:xfrm>
              <a:off x="4998130" y="3188319"/>
              <a:ext cx="9131" cy="6350"/>
            </a:xfrm>
            <a:custGeom>
              <a:avLst/>
              <a:gdLst>
                <a:gd name="csX0" fmla="*/ 10485 w 10531"/>
                <a:gd name="csY0" fmla="*/ 4284 h 7323"/>
                <a:gd name="csX1" fmla="*/ 3233 w 10531"/>
                <a:gd name="csY1" fmla="*/ 61 h 7323"/>
                <a:gd name="csX2" fmla="*/ 90 w 10531"/>
                <a:gd name="csY2" fmla="*/ 3522 h 7323"/>
                <a:gd name="csX3" fmla="*/ 10485 w 10531"/>
                <a:gd name="csY3" fmla="*/ 4391 h 7323"/>
                <a:gd name="csX4" fmla="*/ 10485 w 10531"/>
                <a:gd name="csY4" fmla="*/ 4284 h 7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31" h="7323">
                  <a:moveTo>
                    <a:pt x="10485" y="4284"/>
                  </a:moveTo>
                  <a:cubicBezTo>
                    <a:pt x="11241" y="277"/>
                    <a:pt x="2579" y="-155"/>
                    <a:pt x="3233" y="61"/>
                  </a:cubicBezTo>
                  <a:cubicBezTo>
                    <a:pt x="-234" y="-587"/>
                    <a:pt x="-126" y="4176"/>
                    <a:pt x="90" y="3522"/>
                  </a:cubicBezTo>
                  <a:cubicBezTo>
                    <a:pt x="312" y="8932"/>
                    <a:pt x="9723" y="7960"/>
                    <a:pt x="10485" y="4391"/>
                  </a:cubicBezTo>
                  <a:lnTo>
                    <a:pt x="10485" y="428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F0A8754F-5143-DCE9-2655-4D97AAEECAB6}"/>
                </a:ext>
              </a:extLst>
            </p:cNvPr>
            <p:cNvSpPr/>
            <p:nvPr/>
          </p:nvSpPr>
          <p:spPr>
            <a:xfrm>
              <a:off x="4898686" y="2886725"/>
              <a:ext cx="9309" cy="11767"/>
            </a:xfrm>
            <a:custGeom>
              <a:avLst/>
              <a:gdLst>
                <a:gd name="csX0" fmla="*/ 3512 w 10736"/>
                <a:gd name="csY0" fmla="*/ 0 h 13570"/>
                <a:gd name="csX1" fmla="*/ 2864 w 10736"/>
                <a:gd name="csY1" fmla="*/ 0 h 13570"/>
                <a:gd name="csX2" fmla="*/ 51 w 10736"/>
                <a:gd name="csY2" fmla="*/ 3899 h 13570"/>
                <a:gd name="csX3" fmla="*/ 5030 w 10736"/>
                <a:gd name="csY3" fmla="*/ 13519 h 13570"/>
                <a:gd name="csX4" fmla="*/ 10440 w 10736"/>
                <a:gd name="csY4" fmla="*/ 9087 h 13570"/>
                <a:gd name="csX5" fmla="*/ 3512 w 10736"/>
                <a:gd name="csY5" fmla="*/ 108 h 13570"/>
                <a:gd name="csX6" fmla="*/ 3512 w 10736"/>
                <a:gd name="csY6" fmla="*/ 0 h 1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6" h="13570">
                  <a:moveTo>
                    <a:pt x="3512" y="0"/>
                  </a:moveTo>
                  <a:lnTo>
                    <a:pt x="2864" y="0"/>
                  </a:lnTo>
                  <a:cubicBezTo>
                    <a:pt x="1023" y="108"/>
                    <a:pt x="-279" y="1842"/>
                    <a:pt x="51" y="3899"/>
                  </a:cubicBezTo>
                  <a:cubicBezTo>
                    <a:pt x="915" y="6490"/>
                    <a:pt x="51" y="14275"/>
                    <a:pt x="5030" y="13519"/>
                  </a:cubicBezTo>
                  <a:cubicBezTo>
                    <a:pt x="5785" y="13195"/>
                    <a:pt x="12173" y="13519"/>
                    <a:pt x="10440" y="9087"/>
                  </a:cubicBezTo>
                  <a:cubicBezTo>
                    <a:pt x="10440" y="9087"/>
                    <a:pt x="8274" y="-108"/>
                    <a:pt x="3512" y="108"/>
                  </a:cubicBezTo>
                  <a:lnTo>
                    <a:pt x="3512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D2AC3FC3-BDD9-8418-452F-82FA87AE5835}"/>
                </a:ext>
              </a:extLst>
            </p:cNvPr>
            <p:cNvSpPr/>
            <p:nvPr/>
          </p:nvSpPr>
          <p:spPr>
            <a:xfrm>
              <a:off x="4916599" y="2950157"/>
              <a:ext cx="14711" cy="17545"/>
            </a:xfrm>
            <a:custGeom>
              <a:avLst/>
              <a:gdLst>
                <a:gd name="csX0" fmla="*/ 16946 w 16966"/>
                <a:gd name="csY0" fmla="*/ 3300 h 20234"/>
                <a:gd name="csX1" fmla="*/ 13809 w 16966"/>
                <a:gd name="csY1" fmla="*/ 709 h 20234"/>
                <a:gd name="csX2" fmla="*/ 5802 w 16966"/>
                <a:gd name="csY2" fmla="*/ 6977 h 20234"/>
                <a:gd name="csX3" fmla="*/ 277 w 16966"/>
                <a:gd name="csY3" fmla="*/ 15956 h 20234"/>
                <a:gd name="csX4" fmla="*/ 9910 w 16966"/>
                <a:gd name="csY4" fmla="*/ 17791 h 20234"/>
                <a:gd name="csX5" fmla="*/ 16946 w 16966"/>
                <a:gd name="csY5" fmla="*/ 3408 h 20234"/>
                <a:gd name="csX6" fmla="*/ 16946 w 16966"/>
                <a:gd name="csY6" fmla="*/ 3300 h 20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966" h="20234">
                  <a:moveTo>
                    <a:pt x="16946" y="3300"/>
                  </a:moveTo>
                  <a:cubicBezTo>
                    <a:pt x="16622" y="2652"/>
                    <a:pt x="16946" y="-1672"/>
                    <a:pt x="13809" y="709"/>
                  </a:cubicBezTo>
                  <a:lnTo>
                    <a:pt x="5802" y="6977"/>
                  </a:lnTo>
                  <a:cubicBezTo>
                    <a:pt x="2119" y="9790"/>
                    <a:pt x="-47" y="16603"/>
                    <a:pt x="277" y="15956"/>
                  </a:cubicBezTo>
                  <a:cubicBezTo>
                    <a:pt x="-1672" y="20820"/>
                    <a:pt x="7205" y="21683"/>
                    <a:pt x="9910" y="17791"/>
                  </a:cubicBezTo>
                  <a:cubicBezTo>
                    <a:pt x="13809" y="12171"/>
                    <a:pt x="17270" y="8278"/>
                    <a:pt x="16946" y="3408"/>
                  </a:cubicBezTo>
                  <a:lnTo>
                    <a:pt x="16946" y="330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C397EF31-1A13-E645-7B4B-595384409984}"/>
                </a:ext>
              </a:extLst>
            </p:cNvPr>
            <p:cNvSpPr/>
            <p:nvPr/>
          </p:nvSpPr>
          <p:spPr>
            <a:xfrm>
              <a:off x="4852156" y="2731925"/>
              <a:ext cx="276718" cy="426251"/>
            </a:xfrm>
            <a:custGeom>
              <a:avLst/>
              <a:gdLst>
                <a:gd name="csX0" fmla="*/ 16475 w 319130"/>
                <a:gd name="csY0" fmla="*/ 60118 h 491581"/>
                <a:gd name="csX1" fmla="*/ 15173 w 319130"/>
                <a:gd name="csY1" fmla="*/ 65313 h 491581"/>
                <a:gd name="csX2" fmla="*/ 9007 w 319130"/>
                <a:gd name="csY2" fmla="*/ 67472 h 491581"/>
                <a:gd name="csX3" fmla="*/ 6302 w 319130"/>
                <a:gd name="csY3" fmla="*/ 67472 h 491581"/>
                <a:gd name="csX4" fmla="*/ 238 w 319130"/>
                <a:gd name="csY4" fmla="*/ 74069 h 491581"/>
                <a:gd name="csX5" fmla="*/ 2079 w 319130"/>
                <a:gd name="csY5" fmla="*/ 78717 h 491581"/>
                <a:gd name="csX6" fmla="*/ 11065 w 319130"/>
                <a:gd name="csY6" fmla="*/ 80235 h 491581"/>
                <a:gd name="csX7" fmla="*/ 22209 w 319130"/>
                <a:gd name="csY7" fmla="*/ 88992 h 491581"/>
                <a:gd name="csX8" fmla="*/ 27734 w 319130"/>
                <a:gd name="csY8" fmla="*/ 93316 h 491581"/>
                <a:gd name="csX9" fmla="*/ 32604 w 319130"/>
                <a:gd name="csY9" fmla="*/ 96453 h 491581"/>
                <a:gd name="csX10" fmla="*/ 40287 w 319130"/>
                <a:gd name="csY10" fmla="*/ 91805 h 491581"/>
                <a:gd name="csX11" fmla="*/ 35417 w 319130"/>
                <a:gd name="csY11" fmla="*/ 106511 h 491581"/>
                <a:gd name="csX12" fmla="*/ 35849 w 319130"/>
                <a:gd name="csY12" fmla="*/ 110296 h 491581"/>
                <a:gd name="csX13" fmla="*/ 25460 w 319130"/>
                <a:gd name="csY13" fmla="*/ 112455 h 491581"/>
                <a:gd name="csX14" fmla="*/ 23726 w 319130"/>
                <a:gd name="csY14" fmla="*/ 117217 h 491581"/>
                <a:gd name="csX15" fmla="*/ 31626 w 319130"/>
                <a:gd name="csY15" fmla="*/ 120138 h 491581"/>
                <a:gd name="csX16" fmla="*/ 18856 w 319130"/>
                <a:gd name="csY16" fmla="*/ 128355 h 491581"/>
                <a:gd name="csX17" fmla="*/ 19072 w 319130"/>
                <a:gd name="csY17" fmla="*/ 135817 h 491581"/>
                <a:gd name="csX18" fmla="*/ 15719 w 319130"/>
                <a:gd name="csY18" fmla="*/ 136356 h 491581"/>
                <a:gd name="csX19" fmla="*/ 13230 w 319130"/>
                <a:gd name="csY19" fmla="*/ 141005 h 491581"/>
                <a:gd name="csX20" fmla="*/ 17231 w 319130"/>
                <a:gd name="csY20" fmla="*/ 143925 h 491581"/>
                <a:gd name="csX21" fmla="*/ 35849 w 319130"/>
                <a:gd name="csY21" fmla="*/ 138192 h 491581"/>
                <a:gd name="csX22" fmla="*/ 38122 w 319130"/>
                <a:gd name="csY22" fmla="*/ 136033 h 491581"/>
                <a:gd name="csX23" fmla="*/ 42453 w 319130"/>
                <a:gd name="csY23" fmla="*/ 141112 h 491581"/>
                <a:gd name="csX24" fmla="*/ 26324 w 319130"/>
                <a:gd name="csY24" fmla="*/ 159388 h 491581"/>
                <a:gd name="csX25" fmla="*/ 16151 w 319130"/>
                <a:gd name="csY25" fmla="*/ 163712 h 491581"/>
                <a:gd name="csX26" fmla="*/ 12252 w 319130"/>
                <a:gd name="csY26" fmla="*/ 168043 h 491581"/>
                <a:gd name="csX27" fmla="*/ 13554 w 319130"/>
                <a:gd name="csY27" fmla="*/ 176476 h 491581"/>
                <a:gd name="csX28" fmla="*/ 20374 w 319130"/>
                <a:gd name="csY28" fmla="*/ 176584 h 491581"/>
                <a:gd name="csX29" fmla="*/ 24806 w 319130"/>
                <a:gd name="csY29" fmla="*/ 178527 h 491581"/>
                <a:gd name="csX30" fmla="*/ 45158 w 319130"/>
                <a:gd name="csY30" fmla="*/ 151495 h 491581"/>
                <a:gd name="csX31" fmla="*/ 42129 w 319130"/>
                <a:gd name="csY31" fmla="*/ 168799 h 491581"/>
                <a:gd name="csX32" fmla="*/ 42669 w 319130"/>
                <a:gd name="csY32" fmla="*/ 177339 h 491581"/>
                <a:gd name="csX33" fmla="*/ 39963 w 319130"/>
                <a:gd name="csY33" fmla="*/ 198643 h 491581"/>
                <a:gd name="csX34" fmla="*/ 47107 w 319130"/>
                <a:gd name="csY34" fmla="*/ 194427 h 491581"/>
                <a:gd name="csX35" fmla="*/ 51216 w 319130"/>
                <a:gd name="csY35" fmla="*/ 173771 h 491581"/>
                <a:gd name="csX36" fmla="*/ 58360 w 319130"/>
                <a:gd name="csY36" fmla="*/ 167281 h 491581"/>
                <a:gd name="csX37" fmla="*/ 66157 w 319130"/>
                <a:gd name="csY37" fmla="*/ 170634 h 491581"/>
                <a:gd name="csX38" fmla="*/ 67992 w 319130"/>
                <a:gd name="csY38" fmla="*/ 163928 h 491581"/>
                <a:gd name="csX39" fmla="*/ 72215 w 319130"/>
                <a:gd name="csY39" fmla="*/ 170310 h 491581"/>
                <a:gd name="csX40" fmla="*/ 74381 w 319130"/>
                <a:gd name="csY40" fmla="*/ 178857 h 491581"/>
                <a:gd name="csX41" fmla="*/ 82172 w 319130"/>
                <a:gd name="csY41" fmla="*/ 187613 h 491581"/>
                <a:gd name="csX42" fmla="*/ 82172 w 319130"/>
                <a:gd name="csY42" fmla="*/ 188369 h 491581"/>
                <a:gd name="csX43" fmla="*/ 72647 w 319130"/>
                <a:gd name="csY43" fmla="*/ 197240 h 491581"/>
                <a:gd name="csX44" fmla="*/ 60525 w 319130"/>
                <a:gd name="csY44" fmla="*/ 223408 h 491581"/>
                <a:gd name="csX45" fmla="*/ 69726 w 319130"/>
                <a:gd name="csY45" fmla="*/ 238223 h 491581"/>
                <a:gd name="csX46" fmla="*/ 70812 w 319130"/>
                <a:gd name="csY46" fmla="*/ 229676 h 491581"/>
                <a:gd name="csX47" fmla="*/ 77301 w 319130"/>
                <a:gd name="csY47" fmla="*/ 226545 h 491581"/>
                <a:gd name="csX48" fmla="*/ 90401 w 319130"/>
                <a:gd name="csY48" fmla="*/ 232165 h 491581"/>
                <a:gd name="csX49" fmla="*/ 93647 w 319130"/>
                <a:gd name="csY49" fmla="*/ 225676 h 491581"/>
                <a:gd name="csX50" fmla="*/ 108366 w 319130"/>
                <a:gd name="csY50" fmla="*/ 227625 h 491581"/>
                <a:gd name="csX51" fmla="*/ 122545 w 319130"/>
                <a:gd name="csY51" fmla="*/ 217890 h 491581"/>
                <a:gd name="csX52" fmla="*/ 133804 w 319130"/>
                <a:gd name="csY52" fmla="*/ 219300 h 491581"/>
                <a:gd name="csX53" fmla="*/ 124387 w 319130"/>
                <a:gd name="csY53" fmla="*/ 229676 h 491581"/>
                <a:gd name="csX54" fmla="*/ 120272 w 319130"/>
                <a:gd name="csY54" fmla="*/ 250225 h 491581"/>
                <a:gd name="csX55" fmla="*/ 136725 w 319130"/>
                <a:gd name="csY55" fmla="*/ 266773 h 491581"/>
                <a:gd name="csX56" fmla="*/ 143869 w 319130"/>
                <a:gd name="csY56" fmla="*/ 263312 h 491581"/>
                <a:gd name="csX57" fmla="*/ 148415 w 319130"/>
                <a:gd name="csY57" fmla="*/ 270341 h 491581"/>
                <a:gd name="csX58" fmla="*/ 141487 w 319130"/>
                <a:gd name="csY58" fmla="*/ 287099 h 491581"/>
                <a:gd name="csX59" fmla="*/ 141919 w 319130"/>
                <a:gd name="csY59" fmla="*/ 287531 h 491581"/>
                <a:gd name="csX60" fmla="*/ 138242 w 319130"/>
                <a:gd name="csY60" fmla="*/ 301806 h 491581"/>
                <a:gd name="csX61" fmla="*/ 136509 w 319130"/>
                <a:gd name="csY61" fmla="*/ 313483 h 491581"/>
                <a:gd name="csX62" fmla="*/ 126768 w 319130"/>
                <a:gd name="csY62" fmla="*/ 310130 h 491581"/>
                <a:gd name="csX63" fmla="*/ 114322 w 319130"/>
                <a:gd name="csY63" fmla="*/ 312296 h 491581"/>
                <a:gd name="csX64" fmla="*/ 112804 w 319130"/>
                <a:gd name="csY64" fmla="*/ 311756 h 491581"/>
                <a:gd name="csX65" fmla="*/ 103063 w 319130"/>
                <a:gd name="csY65" fmla="*/ 314785 h 491581"/>
                <a:gd name="csX66" fmla="*/ 88884 w 319130"/>
                <a:gd name="csY66" fmla="*/ 307540 h 491581"/>
                <a:gd name="csX67" fmla="*/ 80985 w 319130"/>
                <a:gd name="csY67" fmla="*/ 312296 h 491581"/>
                <a:gd name="csX68" fmla="*/ 87912 w 319130"/>
                <a:gd name="csY68" fmla="*/ 326786 h 491581"/>
                <a:gd name="csX69" fmla="*/ 78495 w 319130"/>
                <a:gd name="csY69" fmla="*/ 337708 h 491581"/>
                <a:gd name="csX70" fmla="*/ 88884 w 319130"/>
                <a:gd name="csY70" fmla="*/ 339004 h 491581"/>
                <a:gd name="csX71" fmla="*/ 99273 w 319130"/>
                <a:gd name="csY71" fmla="*/ 338140 h 491581"/>
                <a:gd name="csX72" fmla="*/ 97437 w 319130"/>
                <a:gd name="csY72" fmla="*/ 366690 h 491581"/>
                <a:gd name="csX73" fmla="*/ 58036 w 319130"/>
                <a:gd name="csY73" fmla="*/ 387232 h 491581"/>
                <a:gd name="csX74" fmla="*/ 61064 w 319130"/>
                <a:gd name="csY74" fmla="*/ 394916 h 491581"/>
                <a:gd name="csX75" fmla="*/ 60201 w 319130"/>
                <a:gd name="csY75" fmla="*/ 396319 h 491581"/>
                <a:gd name="csX76" fmla="*/ 72431 w 319130"/>
                <a:gd name="csY76" fmla="*/ 401399 h 491581"/>
                <a:gd name="csX77" fmla="*/ 83582 w 319130"/>
                <a:gd name="csY77" fmla="*/ 395131 h 491581"/>
                <a:gd name="csX78" fmla="*/ 94510 w 319130"/>
                <a:gd name="csY78" fmla="*/ 400535 h 491581"/>
                <a:gd name="csX79" fmla="*/ 93754 w 319130"/>
                <a:gd name="csY79" fmla="*/ 402161 h 491581"/>
                <a:gd name="csX80" fmla="*/ 112697 w 319130"/>
                <a:gd name="csY80" fmla="*/ 404968 h 491581"/>
                <a:gd name="csX81" fmla="*/ 123739 w 319130"/>
                <a:gd name="csY81" fmla="*/ 414486 h 491581"/>
                <a:gd name="csX82" fmla="*/ 135753 w 319130"/>
                <a:gd name="csY82" fmla="*/ 411134 h 491581"/>
                <a:gd name="csX83" fmla="*/ 137804 w 319130"/>
                <a:gd name="csY83" fmla="*/ 407997 h 491581"/>
                <a:gd name="csX84" fmla="*/ 143113 w 319130"/>
                <a:gd name="csY84" fmla="*/ 404536 h 491581"/>
                <a:gd name="csX85" fmla="*/ 153501 w 319130"/>
                <a:gd name="csY85" fmla="*/ 405184 h 491581"/>
                <a:gd name="csX86" fmla="*/ 144300 w 319130"/>
                <a:gd name="csY86" fmla="*/ 413515 h 491581"/>
                <a:gd name="csX87" fmla="*/ 141379 w 319130"/>
                <a:gd name="csY87" fmla="*/ 421408 h 491581"/>
                <a:gd name="csX88" fmla="*/ 137804 w 319130"/>
                <a:gd name="csY88" fmla="*/ 425840 h 491581"/>
                <a:gd name="csX89" fmla="*/ 132070 w 319130"/>
                <a:gd name="csY89" fmla="*/ 427135 h 491581"/>
                <a:gd name="csX90" fmla="*/ 124387 w 319130"/>
                <a:gd name="csY90" fmla="*/ 425624 h 491581"/>
                <a:gd name="csX91" fmla="*/ 117999 w 319130"/>
                <a:gd name="csY91" fmla="*/ 424221 h 491581"/>
                <a:gd name="csX92" fmla="*/ 95164 w 319130"/>
                <a:gd name="csY92" fmla="*/ 428653 h 491581"/>
                <a:gd name="csX93" fmla="*/ 91481 w 319130"/>
                <a:gd name="csY93" fmla="*/ 435359 h 491581"/>
                <a:gd name="csX94" fmla="*/ 84013 w 319130"/>
                <a:gd name="csY94" fmla="*/ 438165 h 491581"/>
                <a:gd name="csX95" fmla="*/ 80007 w 319130"/>
                <a:gd name="csY95" fmla="*/ 449087 h 491581"/>
                <a:gd name="csX96" fmla="*/ 68647 w 319130"/>
                <a:gd name="csY96" fmla="*/ 457419 h 491581"/>
                <a:gd name="csX97" fmla="*/ 57820 w 319130"/>
                <a:gd name="csY97" fmla="*/ 471579 h 491581"/>
                <a:gd name="csX98" fmla="*/ 39856 w 319130"/>
                <a:gd name="csY98" fmla="*/ 483371 h 491581"/>
                <a:gd name="csX99" fmla="*/ 39856 w 319130"/>
                <a:gd name="csY99" fmla="*/ 484990 h 491581"/>
                <a:gd name="csX100" fmla="*/ 54251 w 319130"/>
                <a:gd name="csY100" fmla="*/ 486070 h 491581"/>
                <a:gd name="csX101" fmla="*/ 61287 w 319130"/>
                <a:gd name="csY101" fmla="*/ 491048 h 491581"/>
                <a:gd name="csX102" fmla="*/ 66589 w 319130"/>
                <a:gd name="csY102" fmla="*/ 484882 h 491581"/>
                <a:gd name="csX103" fmla="*/ 71351 w 319130"/>
                <a:gd name="csY103" fmla="*/ 476881 h 491581"/>
                <a:gd name="csX104" fmla="*/ 96460 w 319130"/>
                <a:gd name="csY104" fmla="*/ 469096 h 491581"/>
                <a:gd name="csX105" fmla="*/ 116703 w 319130"/>
                <a:gd name="csY105" fmla="*/ 476450 h 491581"/>
                <a:gd name="csX106" fmla="*/ 128934 w 319130"/>
                <a:gd name="csY106" fmla="*/ 454498 h 491581"/>
                <a:gd name="csX107" fmla="*/ 149602 w 319130"/>
                <a:gd name="csY107" fmla="*/ 451145 h 491581"/>
                <a:gd name="csX108" fmla="*/ 157832 w 319130"/>
                <a:gd name="csY108" fmla="*/ 456117 h 491581"/>
                <a:gd name="csX109" fmla="*/ 164436 w 319130"/>
                <a:gd name="csY109" fmla="*/ 456117 h 491581"/>
                <a:gd name="csX110" fmla="*/ 178394 w 319130"/>
                <a:gd name="csY110" fmla="*/ 457743 h 491581"/>
                <a:gd name="csX111" fmla="*/ 180667 w 319130"/>
                <a:gd name="csY111" fmla="*/ 454498 h 491581"/>
                <a:gd name="csX112" fmla="*/ 183048 w 319130"/>
                <a:gd name="csY112" fmla="*/ 449957 h 491581"/>
                <a:gd name="csX113" fmla="*/ 201774 w 319130"/>
                <a:gd name="csY113" fmla="*/ 444223 h 491581"/>
                <a:gd name="csX114" fmla="*/ 225371 w 319130"/>
                <a:gd name="csY114" fmla="*/ 448008 h 491581"/>
                <a:gd name="csX115" fmla="*/ 246478 w 319130"/>
                <a:gd name="csY115" fmla="*/ 443900 h 491581"/>
                <a:gd name="csX116" fmla="*/ 260436 w 319130"/>
                <a:gd name="csY116" fmla="*/ 448656 h 491581"/>
                <a:gd name="csX117" fmla="*/ 265852 w 319130"/>
                <a:gd name="csY117" fmla="*/ 446281 h 491581"/>
                <a:gd name="csX118" fmla="*/ 274831 w 319130"/>
                <a:gd name="csY118" fmla="*/ 443252 h 491581"/>
                <a:gd name="csX119" fmla="*/ 281327 w 319130"/>
                <a:gd name="csY119" fmla="*/ 440115 h 491581"/>
                <a:gd name="csX120" fmla="*/ 291500 w 319130"/>
                <a:gd name="csY120" fmla="*/ 436654 h 491581"/>
                <a:gd name="csX121" fmla="*/ 296700 w 319130"/>
                <a:gd name="csY121" fmla="*/ 430704 h 491581"/>
                <a:gd name="csX122" fmla="*/ 303622 w 319130"/>
                <a:gd name="csY122" fmla="*/ 428221 h 491581"/>
                <a:gd name="csX123" fmla="*/ 307737 w 319130"/>
                <a:gd name="csY123" fmla="*/ 420106 h 491581"/>
                <a:gd name="csX124" fmla="*/ 294535 w 319130"/>
                <a:gd name="csY124" fmla="*/ 416645 h 491581"/>
                <a:gd name="csX125" fmla="*/ 284572 w 319130"/>
                <a:gd name="csY125" fmla="*/ 413407 h 491581"/>
                <a:gd name="csX126" fmla="*/ 284356 w 319130"/>
                <a:gd name="csY126" fmla="*/ 413407 h 491581"/>
                <a:gd name="csX127" fmla="*/ 280679 w 319130"/>
                <a:gd name="csY127" fmla="*/ 409838 h 491581"/>
                <a:gd name="csX128" fmla="*/ 285766 w 319130"/>
                <a:gd name="csY128" fmla="*/ 404968 h 491581"/>
                <a:gd name="csX129" fmla="*/ 288579 w 319130"/>
                <a:gd name="csY129" fmla="*/ 398478 h 491581"/>
                <a:gd name="csX130" fmla="*/ 291500 w 319130"/>
                <a:gd name="csY130" fmla="*/ 393938 h 491581"/>
                <a:gd name="csX131" fmla="*/ 298104 w 319130"/>
                <a:gd name="csY131" fmla="*/ 392318 h 491581"/>
                <a:gd name="csX132" fmla="*/ 305140 w 319130"/>
                <a:gd name="csY132" fmla="*/ 383016 h 491581"/>
                <a:gd name="csX133" fmla="*/ 310658 w 319130"/>
                <a:gd name="csY133" fmla="*/ 379015 h 491581"/>
                <a:gd name="csX134" fmla="*/ 314233 w 319130"/>
                <a:gd name="csY134" fmla="*/ 371122 h 491581"/>
                <a:gd name="csX135" fmla="*/ 317370 w 319130"/>
                <a:gd name="csY135" fmla="*/ 363445 h 491581"/>
                <a:gd name="csX136" fmla="*/ 315420 w 319130"/>
                <a:gd name="csY136" fmla="*/ 343436 h 491581"/>
                <a:gd name="csX137" fmla="*/ 296700 w 319130"/>
                <a:gd name="csY137" fmla="*/ 331974 h 491581"/>
                <a:gd name="csX138" fmla="*/ 272564 w 319130"/>
                <a:gd name="csY138" fmla="*/ 334356 h 491581"/>
                <a:gd name="csX139" fmla="*/ 267148 w 319130"/>
                <a:gd name="csY139" fmla="*/ 339544 h 491581"/>
                <a:gd name="csX140" fmla="*/ 257623 w 319130"/>
                <a:gd name="csY140" fmla="*/ 336413 h 491581"/>
                <a:gd name="csX141" fmla="*/ 266392 w 319130"/>
                <a:gd name="csY141" fmla="*/ 316944 h 491581"/>
                <a:gd name="csX142" fmla="*/ 257730 w 319130"/>
                <a:gd name="csY142" fmla="*/ 303971 h 491581"/>
                <a:gd name="csX143" fmla="*/ 250155 w 319130"/>
                <a:gd name="csY143" fmla="*/ 300510 h 491581"/>
                <a:gd name="csX144" fmla="*/ 249723 w 319130"/>
                <a:gd name="csY144" fmla="*/ 299647 h 491581"/>
                <a:gd name="csX145" fmla="*/ 256327 w 319130"/>
                <a:gd name="csY145" fmla="*/ 289912 h 491581"/>
                <a:gd name="csX146" fmla="*/ 247774 w 319130"/>
                <a:gd name="csY146" fmla="*/ 272716 h 491581"/>
                <a:gd name="csX147" fmla="*/ 249615 w 319130"/>
                <a:gd name="csY147" fmla="*/ 266988 h 491581"/>
                <a:gd name="csX148" fmla="*/ 229048 w 319130"/>
                <a:gd name="csY148" fmla="*/ 246656 h 491581"/>
                <a:gd name="csX149" fmla="*/ 201774 w 319130"/>
                <a:gd name="csY149" fmla="*/ 216811 h 491581"/>
                <a:gd name="csX150" fmla="*/ 195710 w 319130"/>
                <a:gd name="csY150" fmla="*/ 205457 h 491581"/>
                <a:gd name="csX151" fmla="*/ 192897 w 319130"/>
                <a:gd name="csY151" fmla="*/ 186426 h 491581"/>
                <a:gd name="csX152" fmla="*/ 186407 w 319130"/>
                <a:gd name="csY152" fmla="*/ 181556 h 491581"/>
                <a:gd name="csX153" fmla="*/ 169738 w 319130"/>
                <a:gd name="csY153" fmla="*/ 163172 h 491581"/>
                <a:gd name="csX154" fmla="*/ 146574 w 319130"/>
                <a:gd name="csY154" fmla="*/ 159064 h 491581"/>
                <a:gd name="csX155" fmla="*/ 145602 w 319130"/>
                <a:gd name="csY155" fmla="*/ 160797 h 491581"/>
                <a:gd name="csX156" fmla="*/ 140516 w 319130"/>
                <a:gd name="csY156" fmla="*/ 163172 h 491581"/>
                <a:gd name="csX157" fmla="*/ 135099 w 319130"/>
                <a:gd name="csY157" fmla="*/ 152466 h 491581"/>
                <a:gd name="csX158" fmla="*/ 144516 w 319130"/>
                <a:gd name="csY158" fmla="*/ 146523 h 491581"/>
                <a:gd name="csX159" fmla="*/ 144840 w 319130"/>
                <a:gd name="csY159" fmla="*/ 146523 h 491581"/>
                <a:gd name="csX160" fmla="*/ 154473 w 319130"/>
                <a:gd name="csY160" fmla="*/ 145113 h 491581"/>
                <a:gd name="csX161" fmla="*/ 151120 w 319130"/>
                <a:gd name="csY161" fmla="*/ 132248 h 491581"/>
                <a:gd name="csX162" fmla="*/ 156638 w 319130"/>
                <a:gd name="csY162" fmla="*/ 128895 h 491581"/>
                <a:gd name="csX163" fmla="*/ 159890 w 319130"/>
                <a:gd name="csY163" fmla="*/ 121002 h 491581"/>
                <a:gd name="csX164" fmla="*/ 173307 w 319130"/>
                <a:gd name="csY164" fmla="*/ 99590 h 491581"/>
                <a:gd name="csX165" fmla="*/ 175796 w 319130"/>
                <a:gd name="csY165" fmla="*/ 90179 h 491581"/>
                <a:gd name="csX166" fmla="*/ 185753 w 319130"/>
                <a:gd name="csY166" fmla="*/ 69097 h 491581"/>
                <a:gd name="csX167" fmla="*/ 175580 w 319130"/>
                <a:gd name="csY167" fmla="*/ 60010 h 491581"/>
                <a:gd name="csX168" fmla="*/ 122545 w 319130"/>
                <a:gd name="csY168" fmla="*/ 60334 h 491581"/>
                <a:gd name="csX169" fmla="*/ 106308 w 319130"/>
                <a:gd name="csY169" fmla="*/ 67903 h 491581"/>
                <a:gd name="csX170" fmla="*/ 101870 w 319130"/>
                <a:gd name="csY170" fmla="*/ 64335 h 491581"/>
                <a:gd name="csX171" fmla="*/ 108798 w 319130"/>
                <a:gd name="csY171" fmla="*/ 50276 h 491581"/>
                <a:gd name="csX172" fmla="*/ 102416 w 319130"/>
                <a:gd name="csY172" fmla="*/ 47577 h 491581"/>
                <a:gd name="csX173" fmla="*/ 138026 w 319130"/>
                <a:gd name="csY173" fmla="*/ 14379 h 491581"/>
                <a:gd name="csX174" fmla="*/ 136725 w 319130"/>
                <a:gd name="csY174" fmla="*/ 2695 h 491581"/>
                <a:gd name="csX175" fmla="*/ 126660 w 319130"/>
                <a:gd name="csY175" fmla="*/ 1508 h 491581"/>
                <a:gd name="csX176" fmla="*/ 121142 w 319130"/>
                <a:gd name="csY176" fmla="*/ 2917 h 491581"/>
                <a:gd name="csX177" fmla="*/ 110099 w 319130"/>
                <a:gd name="csY177" fmla="*/ 6156 h 491581"/>
                <a:gd name="csX178" fmla="*/ 100466 w 319130"/>
                <a:gd name="csY178" fmla="*/ 5940 h 491581"/>
                <a:gd name="csX179" fmla="*/ 92237 w 319130"/>
                <a:gd name="csY179" fmla="*/ 8105 h 491581"/>
                <a:gd name="csX180" fmla="*/ 81309 w 319130"/>
                <a:gd name="csY180" fmla="*/ 8861 h 491581"/>
                <a:gd name="csX181" fmla="*/ 76654 w 319130"/>
                <a:gd name="csY181" fmla="*/ 11242 h 491581"/>
                <a:gd name="csX182" fmla="*/ 74273 w 319130"/>
                <a:gd name="csY182" fmla="*/ 3781 h 491581"/>
                <a:gd name="csX183" fmla="*/ 66049 w 319130"/>
                <a:gd name="csY183" fmla="*/ 5832 h 491581"/>
                <a:gd name="csX184" fmla="*/ 64424 w 319130"/>
                <a:gd name="csY184" fmla="*/ 11998 h 491581"/>
                <a:gd name="csX185" fmla="*/ 64640 w 319130"/>
                <a:gd name="csY185" fmla="*/ 12754 h 491581"/>
                <a:gd name="csX186" fmla="*/ 62259 w 319130"/>
                <a:gd name="csY186" fmla="*/ 17624 h 491581"/>
                <a:gd name="csX187" fmla="*/ 60633 w 319130"/>
                <a:gd name="csY187" fmla="*/ 23352 h 491581"/>
                <a:gd name="csX188" fmla="*/ 53057 w 319130"/>
                <a:gd name="csY188" fmla="*/ 29625 h 491581"/>
                <a:gd name="csX189" fmla="*/ 53813 w 319130"/>
                <a:gd name="csY189" fmla="*/ 31569 h 491581"/>
                <a:gd name="csX190" fmla="*/ 52194 w 319130"/>
                <a:gd name="csY190" fmla="*/ 36655 h 491581"/>
                <a:gd name="csX191" fmla="*/ 59553 w 319130"/>
                <a:gd name="csY191" fmla="*/ 46929 h 491581"/>
                <a:gd name="csX192" fmla="*/ 51108 w 319130"/>
                <a:gd name="csY192" fmla="*/ 51469 h 491581"/>
                <a:gd name="csX193" fmla="*/ 45590 w 319130"/>
                <a:gd name="csY193" fmla="*/ 50168 h 491581"/>
                <a:gd name="csX194" fmla="*/ 39094 w 319130"/>
                <a:gd name="csY194" fmla="*/ 49736 h 491581"/>
                <a:gd name="csX195" fmla="*/ 38014 w 319130"/>
                <a:gd name="csY195" fmla="*/ 54930 h 491581"/>
                <a:gd name="csX196" fmla="*/ 39094 w 319130"/>
                <a:gd name="csY196" fmla="*/ 63687 h 491581"/>
                <a:gd name="csX197" fmla="*/ 39856 w 319130"/>
                <a:gd name="csY197" fmla="*/ 64335 h 491581"/>
                <a:gd name="csX198" fmla="*/ 38554 w 319130"/>
                <a:gd name="csY198" fmla="*/ 67687 h 491581"/>
                <a:gd name="csX199" fmla="*/ 35849 w 319130"/>
                <a:gd name="csY199" fmla="*/ 74069 h 491581"/>
                <a:gd name="csX200" fmla="*/ 43532 w 319130"/>
                <a:gd name="csY200" fmla="*/ 77962 h 491581"/>
                <a:gd name="csX201" fmla="*/ 40503 w 319130"/>
                <a:gd name="csY201" fmla="*/ 83696 h 491581"/>
                <a:gd name="csX202" fmla="*/ 34115 w 319130"/>
                <a:gd name="csY202" fmla="*/ 85315 h 491581"/>
                <a:gd name="csX203" fmla="*/ 29569 w 319130"/>
                <a:gd name="csY203" fmla="*/ 75688 h 491581"/>
                <a:gd name="csX204" fmla="*/ 26324 w 319130"/>
                <a:gd name="csY204" fmla="*/ 76126 h 491581"/>
                <a:gd name="csX205" fmla="*/ 21993 w 319130"/>
                <a:gd name="csY205" fmla="*/ 63471 h 491581"/>
                <a:gd name="csX206" fmla="*/ 16475 w 319130"/>
                <a:gd name="csY206" fmla="*/ 61090 h 491581"/>
                <a:gd name="csX207" fmla="*/ 16475 w 319130"/>
                <a:gd name="csY207" fmla="*/ 60118 h 491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319130" h="491581">
                  <a:moveTo>
                    <a:pt x="16475" y="60118"/>
                  </a:moveTo>
                  <a:cubicBezTo>
                    <a:pt x="13986" y="61414"/>
                    <a:pt x="15173" y="65960"/>
                    <a:pt x="15173" y="65313"/>
                  </a:cubicBezTo>
                  <a:cubicBezTo>
                    <a:pt x="17554" y="74501"/>
                    <a:pt x="7922" y="67040"/>
                    <a:pt x="9007" y="67472"/>
                  </a:cubicBezTo>
                  <a:cubicBezTo>
                    <a:pt x="7598" y="66176"/>
                    <a:pt x="6410" y="66176"/>
                    <a:pt x="6302" y="67472"/>
                  </a:cubicBezTo>
                  <a:cubicBezTo>
                    <a:pt x="6194" y="70932"/>
                    <a:pt x="1972" y="69745"/>
                    <a:pt x="238" y="74069"/>
                  </a:cubicBezTo>
                  <a:cubicBezTo>
                    <a:pt x="-950" y="77098"/>
                    <a:pt x="2727" y="79257"/>
                    <a:pt x="2079" y="78717"/>
                  </a:cubicBezTo>
                  <a:cubicBezTo>
                    <a:pt x="6734" y="80883"/>
                    <a:pt x="9655" y="75149"/>
                    <a:pt x="11065" y="80235"/>
                  </a:cubicBezTo>
                  <a:cubicBezTo>
                    <a:pt x="13446" y="85207"/>
                    <a:pt x="18640" y="91373"/>
                    <a:pt x="22209" y="88992"/>
                  </a:cubicBezTo>
                  <a:cubicBezTo>
                    <a:pt x="25244" y="86934"/>
                    <a:pt x="30331" y="89963"/>
                    <a:pt x="27734" y="93316"/>
                  </a:cubicBezTo>
                  <a:cubicBezTo>
                    <a:pt x="25136" y="96669"/>
                    <a:pt x="29353" y="100022"/>
                    <a:pt x="32604" y="96453"/>
                  </a:cubicBezTo>
                  <a:cubicBezTo>
                    <a:pt x="33467" y="95805"/>
                    <a:pt x="36173" y="91049"/>
                    <a:pt x="40287" y="91805"/>
                  </a:cubicBezTo>
                  <a:cubicBezTo>
                    <a:pt x="47215" y="92992"/>
                    <a:pt x="29353" y="104454"/>
                    <a:pt x="35417" y="106511"/>
                  </a:cubicBezTo>
                  <a:cubicBezTo>
                    <a:pt x="38122" y="107483"/>
                    <a:pt x="35633" y="110944"/>
                    <a:pt x="35849" y="110296"/>
                  </a:cubicBezTo>
                  <a:cubicBezTo>
                    <a:pt x="32820" y="114189"/>
                    <a:pt x="24806" y="112563"/>
                    <a:pt x="25460" y="112455"/>
                  </a:cubicBezTo>
                  <a:cubicBezTo>
                    <a:pt x="21022" y="112131"/>
                    <a:pt x="19288" y="116678"/>
                    <a:pt x="23726" y="117217"/>
                  </a:cubicBezTo>
                  <a:cubicBezTo>
                    <a:pt x="25352" y="117541"/>
                    <a:pt x="32166" y="117433"/>
                    <a:pt x="31626" y="120138"/>
                  </a:cubicBezTo>
                  <a:cubicBezTo>
                    <a:pt x="30762" y="124787"/>
                    <a:pt x="15611" y="122081"/>
                    <a:pt x="18856" y="128355"/>
                  </a:cubicBezTo>
                  <a:cubicBezTo>
                    <a:pt x="19180" y="129651"/>
                    <a:pt x="23726" y="135061"/>
                    <a:pt x="19072" y="135817"/>
                  </a:cubicBezTo>
                  <a:lnTo>
                    <a:pt x="15719" y="136356"/>
                  </a:lnTo>
                  <a:cubicBezTo>
                    <a:pt x="12252" y="136896"/>
                    <a:pt x="13122" y="141652"/>
                    <a:pt x="13230" y="141005"/>
                  </a:cubicBezTo>
                  <a:cubicBezTo>
                    <a:pt x="13554" y="142954"/>
                    <a:pt x="15389" y="144249"/>
                    <a:pt x="17231" y="143925"/>
                  </a:cubicBezTo>
                  <a:cubicBezTo>
                    <a:pt x="26324" y="142090"/>
                    <a:pt x="32166" y="141544"/>
                    <a:pt x="35849" y="138192"/>
                  </a:cubicBezTo>
                  <a:lnTo>
                    <a:pt x="38122" y="136033"/>
                  </a:lnTo>
                  <a:cubicBezTo>
                    <a:pt x="41475" y="132896"/>
                    <a:pt x="45482" y="137652"/>
                    <a:pt x="42453" y="141112"/>
                  </a:cubicBezTo>
                  <a:lnTo>
                    <a:pt x="26324" y="159388"/>
                  </a:lnTo>
                  <a:cubicBezTo>
                    <a:pt x="23079" y="163064"/>
                    <a:pt x="15503" y="163928"/>
                    <a:pt x="16151" y="163712"/>
                  </a:cubicBezTo>
                  <a:cubicBezTo>
                    <a:pt x="14310" y="164150"/>
                    <a:pt x="12576" y="166093"/>
                    <a:pt x="12252" y="168043"/>
                  </a:cubicBezTo>
                  <a:cubicBezTo>
                    <a:pt x="12252" y="170526"/>
                    <a:pt x="9223" y="179073"/>
                    <a:pt x="13554" y="176476"/>
                  </a:cubicBezTo>
                  <a:cubicBezTo>
                    <a:pt x="14201" y="176260"/>
                    <a:pt x="18316" y="172475"/>
                    <a:pt x="20374" y="176584"/>
                  </a:cubicBezTo>
                  <a:cubicBezTo>
                    <a:pt x="21022" y="177231"/>
                    <a:pt x="22425" y="182203"/>
                    <a:pt x="24806" y="178527"/>
                  </a:cubicBezTo>
                  <a:cubicBezTo>
                    <a:pt x="41043" y="153336"/>
                    <a:pt x="42129" y="149875"/>
                    <a:pt x="45158" y="151495"/>
                  </a:cubicBezTo>
                  <a:cubicBezTo>
                    <a:pt x="49597" y="153984"/>
                    <a:pt x="39963" y="161553"/>
                    <a:pt x="42129" y="168799"/>
                  </a:cubicBezTo>
                  <a:cubicBezTo>
                    <a:pt x="42237" y="169446"/>
                    <a:pt x="43964" y="173015"/>
                    <a:pt x="42669" y="177339"/>
                  </a:cubicBezTo>
                  <a:cubicBezTo>
                    <a:pt x="38014" y="193995"/>
                    <a:pt x="35417" y="199075"/>
                    <a:pt x="39963" y="198643"/>
                  </a:cubicBezTo>
                  <a:cubicBezTo>
                    <a:pt x="40935" y="198320"/>
                    <a:pt x="46453" y="199399"/>
                    <a:pt x="47107" y="194427"/>
                  </a:cubicBezTo>
                  <a:cubicBezTo>
                    <a:pt x="48511" y="184477"/>
                    <a:pt x="48942" y="178203"/>
                    <a:pt x="51216" y="173771"/>
                  </a:cubicBezTo>
                  <a:cubicBezTo>
                    <a:pt x="52734" y="171612"/>
                    <a:pt x="54683" y="163712"/>
                    <a:pt x="58360" y="167281"/>
                  </a:cubicBezTo>
                  <a:cubicBezTo>
                    <a:pt x="60309" y="168691"/>
                    <a:pt x="64748" y="175828"/>
                    <a:pt x="66157" y="170634"/>
                  </a:cubicBezTo>
                  <a:lnTo>
                    <a:pt x="67992" y="163928"/>
                  </a:lnTo>
                  <a:cubicBezTo>
                    <a:pt x="69186" y="159388"/>
                    <a:pt x="72647" y="165338"/>
                    <a:pt x="72215" y="170310"/>
                  </a:cubicBezTo>
                  <a:cubicBezTo>
                    <a:pt x="72215" y="171173"/>
                    <a:pt x="70704" y="176368"/>
                    <a:pt x="74381" y="178857"/>
                  </a:cubicBezTo>
                  <a:cubicBezTo>
                    <a:pt x="76330" y="180476"/>
                    <a:pt x="81848" y="182311"/>
                    <a:pt x="82172" y="187613"/>
                  </a:cubicBezTo>
                  <a:lnTo>
                    <a:pt x="82172" y="188369"/>
                  </a:lnTo>
                  <a:cubicBezTo>
                    <a:pt x="82604" y="194319"/>
                    <a:pt x="76006" y="191614"/>
                    <a:pt x="72647" y="197240"/>
                  </a:cubicBezTo>
                  <a:cubicBezTo>
                    <a:pt x="60309" y="217998"/>
                    <a:pt x="58798" y="219192"/>
                    <a:pt x="60525" y="223408"/>
                  </a:cubicBezTo>
                  <a:cubicBezTo>
                    <a:pt x="64316" y="232273"/>
                    <a:pt x="65395" y="237029"/>
                    <a:pt x="69726" y="238223"/>
                  </a:cubicBezTo>
                  <a:cubicBezTo>
                    <a:pt x="74488" y="239411"/>
                    <a:pt x="70698" y="229028"/>
                    <a:pt x="70812" y="229676"/>
                  </a:cubicBezTo>
                  <a:cubicBezTo>
                    <a:pt x="69726" y="225028"/>
                    <a:pt x="73517" y="223840"/>
                    <a:pt x="77301" y="226545"/>
                  </a:cubicBezTo>
                  <a:cubicBezTo>
                    <a:pt x="86179" y="232813"/>
                    <a:pt x="90401" y="237137"/>
                    <a:pt x="90401" y="232165"/>
                  </a:cubicBezTo>
                  <a:cubicBezTo>
                    <a:pt x="90617" y="231302"/>
                    <a:pt x="89208" y="224056"/>
                    <a:pt x="93647" y="225676"/>
                  </a:cubicBezTo>
                  <a:cubicBezTo>
                    <a:pt x="98841" y="226977"/>
                    <a:pt x="104359" y="231302"/>
                    <a:pt x="108366" y="227625"/>
                  </a:cubicBezTo>
                  <a:cubicBezTo>
                    <a:pt x="113776" y="222761"/>
                    <a:pt x="117783" y="218106"/>
                    <a:pt x="122545" y="217890"/>
                  </a:cubicBezTo>
                  <a:cubicBezTo>
                    <a:pt x="127739" y="217890"/>
                    <a:pt x="138135" y="215623"/>
                    <a:pt x="133804" y="219300"/>
                  </a:cubicBezTo>
                  <a:cubicBezTo>
                    <a:pt x="129797" y="222646"/>
                    <a:pt x="125898" y="225136"/>
                    <a:pt x="124387" y="229676"/>
                  </a:cubicBezTo>
                  <a:cubicBezTo>
                    <a:pt x="119409" y="243627"/>
                    <a:pt x="117567" y="246548"/>
                    <a:pt x="120272" y="250225"/>
                  </a:cubicBezTo>
                  <a:cubicBezTo>
                    <a:pt x="131962" y="265903"/>
                    <a:pt x="133804" y="270557"/>
                    <a:pt x="136725" y="266773"/>
                  </a:cubicBezTo>
                  <a:cubicBezTo>
                    <a:pt x="137588" y="266119"/>
                    <a:pt x="139970" y="260823"/>
                    <a:pt x="143869" y="263312"/>
                  </a:cubicBezTo>
                  <a:cubicBezTo>
                    <a:pt x="144840" y="264283"/>
                    <a:pt x="151120" y="266227"/>
                    <a:pt x="148415" y="270341"/>
                  </a:cubicBezTo>
                  <a:cubicBezTo>
                    <a:pt x="144408" y="277695"/>
                    <a:pt x="137373" y="283099"/>
                    <a:pt x="141487" y="287099"/>
                  </a:cubicBezTo>
                  <a:lnTo>
                    <a:pt x="141919" y="287531"/>
                  </a:lnTo>
                  <a:cubicBezTo>
                    <a:pt x="146358" y="291963"/>
                    <a:pt x="137588" y="294344"/>
                    <a:pt x="138242" y="301806"/>
                  </a:cubicBezTo>
                  <a:cubicBezTo>
                    <a:pt x="138242" y="306022"/>
                    <a:pt x="141163" y="316620"/>
                    <a:pt x="136509" y="313483"/>
                  </a:cubicBezTo>
                  <a:cubicBezTo>
                    <a:pt x="135207" y="312835"/>
                    <a:pt x="131207" y="308511"/>
                    <a:pt x="126768" y="310130"/>
                  </a:cubicBezTo>
                  <a:cubicBezTo>
                    <a:pt x="122437" y="311648"/>
                    <a:pt x="118430" y="313591"/>
                    <a:pt x="114322" y="312296"/>
                  </a:cubicBezTo>
                  <a:lnTo>
                    <a:pt x="112804" y="311756"/>
                  </a:lnTo>
                  <a:cubicBezTo>
                    <a:pt x="108366" y="310238"/>
                    <a:pt x="102524" y="315001"/>
                    <a:pt x="103063" y="314785"/>
                  </a:cubicBezTo>
                  <a:cubicBezTo>
                    <a:pt x="97215" y="318462"/>
                    <a:pt x="96028" y="306130"/>
                    <a:pt x="88884" y="307540"/>
                  </a:cubicBezTo>
                  <a:cubicBezTo>
                    <a:pt x="86179" y="308511"/>
                    <a:pt x="77733" y="308187"/>
                    <a:pt x="80985" y="312296"/>
                  </a:cubicBezTo>
                  <a:cubicBezTo>
                    <a:pt x="84769" y="318246"/>
                    <a:pt x="92351" y="323326"/>
                    <a:pt x="87912" y="326786"/>
                  </a:cubicBezTo>
                  <a:cubicBezTo>
                    <a:pt x="79251" y="333492"/>
                    <a:pt x="74273" y="336197"/>
                    <a:pt x="78495" y="337708"/>
                  </a:cubicBezTo>
                  <a:cubicBezTo>
                    <a:pt x="80007" y="338032"/>
                    <a:pt x="84553" y="340845"/>
                    <a:pt x="88884" y="339004"/>
                  </a:cubicBezTo>
                  <a:cubicBezTo>
                    <a:pt x="92345" y="338032"/>
                    <a:pt x="99057" y="332521"/>
                    <a:pt x="99273" y="338140"/>
                  </a:cubicBezTo>
                  <a:cubicBezTo>
                    <a:pt x="100466" y="361388"/>
                    <a:pt x="101654" y="364848"/>
                    <a:pt x="97437" y="366690"/>
                  </a:cubicBezTo>
                  <a:cubicBezTo>
                    <a:pt x="57928" y="383778"/>
                    <a:pt x="54467" y="383778"/>
                    <a:pt x="58036" y="387232"/>
                  </a:cubicBezTo>
                  <a:cubicBezTo>
                    <a:pt x="58575" y="388102"/>
                    <a:pt x="63554" y="390801"/>
                    <a:pt x="61064" y="394916"/>
                  </a:cubicBezTo>
                  <a:lnTo>
                    <a:pt x="60201" y="396319"/>
                  </a:lnTo>
                  <a:cubicBezTo>
                    <a:pt x="57172" y="401399"/>
                    <a:pt x="69078" y="404320"/>
                    <a:pt x="72431" y="401399"/>
                  </a:cubicBezTo>
                  <a:cubicBezTo>
                    <a:pt x="75244" y="399348"/>
                    <a:pt x="78603" y="394262"/>
                    <a:pt x="83582" y="395131"/>
                  </a:cubicBezTo>
                  <a:cubicBezTo>
                    <a:pt x="87912" y="396427"/>
                    <a:pt x="96999" y="395348"/>
                    <a:pt x="94510" y="400535"/>
                  </a:cubicBezTo>
                  <a:lnTo>
                    <a:pt x="93754" y="402161"/>
                  </a:lnTo>
                  <a:cubicBezTo>
                    <a:pt x="90186" y="409514"/>
                    <a:pt x="107718" y="398700"/>
                    <a:pt x="112697" y="404968"/>
                  </a:cubicBezTo>
                  <a:cubicBezTo>
                    <a:pt x="115941" y="408213"/>
                    <a:pt x="118538" y="414702"/>
                    <a:pt x="123739" y="414486"/>
                  </a:cubicBezTo>
                  <a:cubicBezTo>
                    <a:pt x="126984" y="413947"/>
                    <a:pt x="132826" y="415458"/>
                    <a:pt x="135753" y="411134"/>
                  </a:cubicBezTo>
                  <a:lnTo>
                    <a:pt x="137804" y="407997"/>
                  </a:lnTo>
                  <a:cubicBezTo>
                    <a:pt x="138890" y="406377"/>
                    <a:pt x="141272" y="404752"/>
                    <a:pt x="143113" y="404536"/>
                  </a:cubicBezTo>
                  <a:cubicBezTo>
                    <a:pt x="149495" y="403672"/>
                    <a:pt x="157178" y="401831"/>
                    <a:pt x="153501" y="405184"/>
                  </a:cubicBezTo>
                  <a:lnTo>
                    <a:pt x="144300" y="413515"/>
                  </a:lnTo>
                  <a:cubicBezTo>
                    <a:pt x="141163" y="416321"/>
                    <a:pt x="141272" y="421948"/>
                    <a:pt x="141379" y="421408"/>
                  </a:cubicBezTo>
                  <a:cubicBezTo>
                    <a:pt x="141272" y="423459"/>
                    <a:pt x="139646" y="425408"/>
                    <a:pt x="137804" y="425840"/>
                  </a:cubicBezTo>
                  <a:lnTo>
                    <a:pt x="132070" y="427135"/>
                  </a:lnTo>
                  <a:cubicBezTo>
                    <a:pt x="128279" y="428005"/>
                    <a:pt x="123847" y="425408"/>
                    <a:pt x="124387" y="425624"/>
                  </a:cubicBezTo>
                  <a:cubicBezTo>
                    <a:pt x="122653" y="424761"/>
                    <a:pt x="119840" y="424113"/>
                    <a:pt x="117999" y="424221"/>
                  </a:cubicBezTo>
                  <a:cubicBezTo>
                    <a:pt x="99057" y="424869"/>
                    <a:pt x="95488" y="423783"/>
                    <a:pt x="95164" y="428653"/>
                  </a:cubicBezTo>
                  <a:cubicBezTo>
                    <a:pt x="94948" y="429301"/>
                    <a:pt x="95812" y="435791"/>
                    <a:pt x="91481" y="435359"/>
                  </a:cubicBezTo>
                  <a:cubicBezTo>
                    <a:pt x="90401" y="435359"/>
                    <a:pt x="84661" y="433193"/>
                    <a:pt x="84013" y="438165"/>
                  </a:cubicBezTo>
                  <a:cubicBezTo>
                    <a:pt x="83474" y="440223"/>
                    <a:pt x="84013" y="446173"/>
                    <a:pt x="80007" y="449087"/>
                  </a:cubicBezTo>
                  <a:lnTo>
                    <a:pt x="68647" y="457419"/>
                  </a:lnTo>
                  <a:cubicBezTo>
                    <a:pt x="62906" y="461635"/>
                    <a:pt x="63554" y="468988"/>
                    <a:pt x="57820" y="471579"/>
                  </a:cubicBezTo>
                  <a:cubicBezTo>
                    <a:pt x="42669" y="478393"/>
                    <a:pt x="39640" y="478717"/>
                    <a:pt x="39856" y="483371"/>
                  </a:cubicBezTo>
                  <a:lnTo>
                    <a:pt x="39856" y="484990"/>
                  </a:lnTo>
                  <a:cubicBezTo>
                    <a:pt x="40503" y="492883"/>
                    <a:pt x="50244" y="479479"/>
                    <a:pt x="54251" y="486070"/>
                  </a:cubicBezTo>
                  <a:cubicBezTo>
                    <a:pt x="55223" y="487156"/>
                    <a:pt x="57280" y="493423"/>
                    <a:pt x="61287" y="491048"/>
                  </a:cubicBezTo>
                  <a:cubicBezTo>
                    <a:pt x="61826" y="490509"/>
                    <a:pt x="65503" y="489315"/>
                    <a:pt x="66589" y="484882"/>
                  </a:cubicBezTo>
                  <a:cubicBezTo>
                    <a:pt x="66913" y="484019"/>
                    <a:pt x="67129" y="478609"/>
                    <a:pt x="71351" y="476881"/>
                  </a:cubicBezTo>
                  <a:cubicBezTo>
                    <a:pt x="91589" y="468233"/>
                    <a:pt x="92675" y="466931"/>
                    <a:pt x="96460" y="469096"/>
                  </a:cubicBezTo>
                  <a:cubicBezTo>
                    <a:pt x="112697" y="478393"/>
                    <a:pt x="114862" y="480774"/>
                    <a:pt x="116703" y="476450"/>
                  </a:cubicBezTo>
                  <a:cubicBezTo>
                    <a:pt x="124603" y="457958"/>
                    <a:pt x="124819" y="455685"/>
                    <a:pt x="128934" y="454498"/>
                  </a:cubicBezTo>
                  <a:cubicBezTo>
                    <a:pt x="142783" y="450497"/>
                    <a:pt x="145710" y="448872"/>
                    <a:pt x="149602" y="451145"/>
                  </a:cubicBezTo>
                  <a:lnTo>
                    <a:pt x="157832" y="456117"/>
                  </a:lnTo>
                  <a:cubicBezTo>
                    <a:pt x="160969" y="457958"/>
                    <a:pt x="164976" y="456117"/>
                    <a:pt x="164436" y="456117"/>
                  </a:cubicBezTo>
                  <a:cubicBezTo>
                    <a:pt x="169307" y="453742"/>
                    <a:pt x="178940" y="457958"/>
                    <a:pt x="178394" y="457743"/>
                  </a:cubicBezTo>
                  <a:cubicBezTo>
                    <a:pt x="181861" y="458714"/>
                    <a:pt x="180775" y="453850"/>
                    <a:pt x="180667" y="454498"/>
                  </a:cubicBezTo>
                  <a:cubicBezTo>
                    <a:pt x="180127" y="452548"/>
                    <a:pt x="181207" y="450497"/>
                    <a:pt x="183048" y="449957"/>
                  </a:cubicBezTo>
                  <a:lnTo>
                    <a:pt x="201774" y="444223"/>
                  </a:lnTo>
                  <a:cubicBezTo>
                    <a:pt x="209026" y="442058"/>
                    <a:pt x="217903" y="450065"/>
                    <a:pt x="225371" y="448008"/>
                  </a:cubicBezTo>
                  <a:cubicBezTo>
                    <a:pt x="236515" y="444763"/>
                    <a:pt x="241932" y="442388"/>
                    <a:pt x="246478" y="443900"/>
                  </a:cubicBezTo>
                  <a:lnTo>
                    <a:pt x="260436" y="448656"/>
                  </a:lnTo>
                  <a:cubicBezTo>
                    <a:pt x="263795" y="449849"/>
                    <a:pt x="266392" y="445843"/>
                    <a:pt x="265852" y="446281"/>
                  </a:cubicBezTo>
                  <a:cubicBezTo>
                    <a:pt x="268449" y="442166"/>
                    <a:pt x="275377" y="443144"/>
                    <a:pt x="274831" y="443252"/>
                  </a:cubicBezTo>
                  <a:cubicBezTo>
                    <a:pt x="278514" y="443252"/>
                    <a:pt x="281867" y="439683"/>
                    <a:pt x="281327" y="440115"/>
                  </a:cubicBezTo>
                  <a:cubicBezTo>
                    <a:pt x="285010" y="436330"/>
                    <a:pt x="289449" y="441626"/>
                    <a:pt x="291500" y="436654"/>
                  </a:cubicBezTo>
                  <a:cubicBezTo>
                    <a:pt x="291938" y="436006"/>
                    <a:pt x="292802" y="432114"/>
                    <a:pt x="296700" y="430704"/>
                  </a:cubicBezTo>
                  <a:lnTo>
                    <a:pt x="303622" y="428221"/>
                  </a:lnTo>
                  <a:cubicBezTo>
                    <a:pt x="307737" y="426704"/>
                    <a:pt x="308061" y="419458"/>
                    <a:pt x="307737" y="420106"/>
                  </a:cubicBezTo>
                  <a:cubicBezTo>
                    <a:pt x="308492" y="414486"/>
                    <a:pt x="298104" y="414378"/>
                    <a:pt x="294535" y="416645"/>
                  </a:cubicBezTo>
                  <a:cubicBezTo>
                    <a:pt x="290420" y="419135"/>
                    <a:pt x="289664" y="413623"/>
                    <a:pt x="284572" y="413407"/>
                  </a:cubicBezTo>
                  <a:lnTo>
                    <a:pt x="284356" y="413407"/>
                  </a:lnTo>
                  <a:cubicBezTo>
                    <a:pt x="282521" y="413407"/>
                    <a:pt x="280788" y="411781"/>
                    <a:pt x="280679" y="409838"/>
                  </a:cubicBezTo>
                  <a:cubicBezTo>
                    <a:pt x="280248" y="405730"/>
                    <a:pt x="286305" y="404644"/>
                    <a:pt x="285766" y="404968"/>
                  </a:cubicBezTo>
                  <a:cubicBezTo>
                    <a:pt x="289664" y="403888"/>
                    <a:pt x="288687" y="397830"/>
                    <a:pt x="288579" y="398478"/>
                  </a:cubicBezTo>
                  <a:cubicBezTo>
                    <a:pt x="288471" y="396427"/>
                    <a:pt x="289773" y="394477"/>
                    <a:pt x="291500" y="393938"/>
                  </a:cubicBezTo>
                  <a:lnTo>
                    <a:pt x="298104" y="392318"/>
                  </a:lnTo>
                  <a:cubicBezTo>
                    <a:pt x="302758" y="391131"/>
                    <a:pt x="301025" y="385937"/>
                    <a:pt x="305140" y="383016"/>
                  </a:cubicBezTo>
                  <a:lnTo>
                    <a:pt x="310658" y="379015"/>
                  </a:lnTo>
                  <a:cubicBezTo>
                    <a:pt x="314017" y="376532"/>
                    <a:pt x="314449" y="370474"/>
                    <a:pt x="314233" y="371122"/>
                  </a:cubicBezTo>
                  <a:cubicBezTo>
                    <a:pt x="314773" y="367014"/>
                    <a:pt x="317802" y="362797"/>
                    <a:pt x="317370" y="363445"/>
                  </a:cubicBezTo>
                  <a:cubicBezTo>
                    <a:pt x="320291" y="359121"/>
                    <a:pt x="319535" y="346357"/>
                    <a:pt x="315420" y="343436"/>
                  </a:cubicBezTo>
                  <a:cubicBezTo>
                    <a:pt x="305787" y="336413"/>
                    <a:pt x="301456" y="332190"/>
                    <a:pt x="296700" y="331974"/>
                  </a:cubicBezTo>
                  <a:cubicBezTo>
                    <a:pt x="277542" y="331111"/>
                    <a:pt x="274076" y="329708"/>
                    <a:pt x="272564" y="334356"/>
                  </a:cubicBezTo>
                  <a:cubicBezTo>
                    <a:pt x="272018" y="335219"/>
                    <a:pt x="271263" y="340953"/>
                    <a:pt x="267148" y="339544"/>
                  </a:cubicBezTo>
                  <a:lnTo>
                    <a:pt x="257623" y="336413"/>
                  </a:lnTo>
                  <a:cubicBezTo>
                    <a:pt x="250263" y="333924"/>
                    <a:pt x="269529" y="324621"/>
                    <a:pt x="266392" y="316944"/>
                  </a:cubicBezTo>
                  <a:cubicBezTo>
                    <a:pt x="263687" y="311864"/>
                    <a:pt x="263039" y="304187"/>
                    <a:pt x="257730" y="303971"/>
                  </a:cubicBezTo>
                  <a:cubicBezTo>
                    <a:pt x="257083" y="303755"/>
                    <a:pt x="252213" y="304619"/>
                    <a:pt x="250155" y="300510"/>
                  </a:cubicBezTo>
                  <a:lnTo>
                    <a:pt x="249723" y="299647"/>
                  </a:lnTo>
                  <a:cubicBezTo>
                    <a:pt x="246478" y="293157"/>
                    <a:pt x="260658" y="295640"/>
                    <a:pt x="256327" y="289912"/>
                  </a:cubicBezTo>
                  <a:cubicBezTo>
                    <a:pt x="247450" y="278018"/>
                    <a:pt x="244313" y="275529"/>
                    <a:pt x="247774" y="272716"/>
                  </a:cubicBezTo>
                  <a:cubicBezTo>
                    <a:pt x="248205" y="272069"/>
                    <a:pt x="253406" y="269363"/>
                    <a:pt x="249615" y="266988"/>
                  </a:cubicBezTo>
                  <a:cubicBezTo>
                    <a:pt x="233702" y="256606"/>
                    <a:pt x="236629" y="249469"/>
                    <a:pt x="229048" y="246656"/>
                  </a:cubicBezTo>
                  <a:cubicBezTo>
                    <a:pt x="195386" y="234115"/>
                    <a:pt x="210105" y="228381"/>
                    <a:pt x="201774" y="216811"/>
                  </a:cubicBezTo>
                  <a:cubicBezTo>
                    <a:pt x="199177" y="213134"/>
                    <a:pt x="196364" y="209997"/>
                    <a:pt x="195710" y="205457"/>
                  </a:cubicBezTo>
                  <a:lnTo>
                    <a:pt x="192897" y="186426"/>
                  </a:lnTo>
                  <a:cubicBezTo>
                    <a:pt x="192249" y="181772"/>
                    <a:pt x="185753" y="181340"/>
                    <a:pt x="186407" y="181556"/>
                  </a:cubicBezTo>
                  <a:cubicBezTo>
                    <a:pt x="178940" y="180044"/>
                    <a:pt x="177314" y="165769"/>
                    <a:pt x="169738" y="163172"/>
                  </a:cubicBezTo>
                  <a:cubicBezTo>
                    <a:pt x="152200" y="157229"/>
                    <a:pt x="148955" y="154847"/>
                    <a:pt x="146574" y="159064"/>
                  </a:cubicBezTo>
                  <a:lnTo>
                    <a:pt x="145602" y="160797"/>
                  </a:lnTo>
                  <a:cubicBezTo>
                    <a:pt x="144624" y="162525"/>
                    <a:pt x="142351" y="163496"/>
                    <a:pt x="140516" y="163172"/>
                  </a:cubicBezTo>
                  <a:cubicBezTo>
                    <a:pt x="112481" y="157013"/>
                    <a:pt x="128063" y="160474"/>
                    <a:pt x="135099" y="152466"/>
                  </a:cubicBezTo>
                  <a:cubicBezTo>
                    <a:pt x="136941" y="150847"/>
                    <a:pt x="139862" y="144897"/>
                    <a:pt x="144516" y="146523"/>
                  </a:cubicBezTo>
                  <a:lnTo>
                    <a:pt x="144840" y="146523"/>
                  </a:lnTo>
                  <a:cubicBezTo>
                    <a:pt x="149171" y="148142"/>
                    <a:pt x="155019" y="144897"/>
                    <a:pt x="154473" y="145113"/>
                  </a:cubicBezTo>
                  <a:cubicBezTo>
                    <a:pt x="161185" y="142306"/>
                    <a:pt x="145056" y="136033"/>
                    <a:pt x="151120" y="132248"/>
                  </a:cubicBezTo>
                  <a:lnTo>
                    <a:pt x="156638" y="128895"/>
                  </a:lnTo>
                  <a:cubicBezTo>
                    <a:pt x="160213" y="126622"/>
                    <a:pt x="160106" y="120354"/>
                    <a:pt x="159890" y="121002"/>
                  </a:cubicBezTo>
                  <a:cubicBezTo>
                    <a:pt x="160213" y="115052"/>
                    <a:pt x="173847" y="98942"/>
                    <a:pt x="173307" y="99590"/>
                  </a:cubicBezTo>
                  <a:cubicBezTo>
                    <a:pt x="176013" y="96021"/>
                    <a:pt x="175904" y="89531"/>
                    <a:pt x="175796" y="90179"/>
                  </a:cubicBezTo>
                  <a:cubicBezTo>
                    <a:pt x="176228" y="80883"/>
                    <a:pt x="190192" y="75041"/>
                    <a:pt x="185753" y="69097"/>
                  </a:cubicBezTo>
                  <a:cubicBezTo>
                    <a:pt x="182940" y="66068"/>
                    <a:pt x="180667" y="60118"/>
                    <a:pt x="175580" y="60010"/>
                  </a:cubicBezTo>
                  <a:cubicBezTo>
                    <a:pt x="125466" y="58499"/>
                    <a:pt x="126444" y="57851"/>
                    <a:pt x="122545" y="60334"/>
                  </a:cubicBezTo>
                  <a:cubicBezTo>
                    <a:pt x="115617" y="64550"/>
                    <a:pt x="110963" y="68443"/>
                    <a:pt x="106308" y="67903"/>
                  </a:cubicBezTo>
                  <a:cubicBezTo>
                    <a:pt x="105553" y="67580"/>
                    <a:pt x="99057" y="68119"/>
                    <a:pt x="101870" y="64335"/>
                  </a:cubicBezTo>
                  <a:cubicBezTo>
                    <a:pt x="109013" y="54606"/>
                    <a:pt x="113236" y="50498"/>
                    <a:pt x="108798" y="50276"/>
                  </a:cubicBezTo>
                  <a:cubicBezTo>
                    <a:pt x="106962" y="49952"/>
                    <a:pt x="98625" y="50930"/>
                    <a:pt x="102416" y="47577"/>
                  </a:cubicBezTo>
                  <a:cubicBezTo>
                    <a:pt x="136725" y="18488"/>
                    <a:pt x="137157" y="19243"/>
                    <a:pt x="138026" y="14379"/>
                  </a:cubicBezTo>
                  <a:cubicBezTo>
                    <a:pt x="138135" y="11350"/>
                    <a:pt x="141379" y="4537"/>
                    <a:pt x="136725" y="2695"/>
                  </a:cubicBezTo>
                  <a:cubicBezTo>
                    <a:pt x="133912" y="1940"/>
                    <a:pt x="127200" y="-2169"/>
                    <a:pt x="126660" y="1508"/>
                  </a:cubicBezTo>
                  <a:cubicBezTo>
                    <a:pt x="126228" y="4429"/>
                    <a:pt x="120596" y="3025"/>
                    <a:pt x="121142" y="2917"/>
                  </a:cubicBezTo>
                  <a:cubicBezTo>
                    <a:pt x="116157" y="1940"/>
                    <a:pt x="114970" y="7673"/>
                    <a:pt x="110099" y="6156"/>
                  </a:cubicBezTo>
                  <a:cubicBezTo>
                    <a:pt x="108905" y="5940"/>
                    <a:pt x="104473" y="3565"/>
                    <a:pt x="100466" y="5940"/>
                  </a:cubicBezTo>
                  <a:cubicBezTo>
                    <a:pt x="99488" y="6372"/>
                    <a:pt x="96460" y="8969"/>
                    <a:pt x="92237" y="8105"/>
                  </a:cubicBezTo>
                  <a:cubicBezTo>
                    <a:pt x="89963" y="7890"/>
                    <a:pt x="84661" y="4968"/>
                    <a:pt x="81309" y="8861"/>
                  </a:cubicBezTo>
                  <a:cubicBezTo>
                    <a:pt x="80553" y="9617"/>
                    <a:pt x="76006" y="16214"/>
                    <a:pt x="76654" y="11242"/>
                  </a:cubicBezTo>
                  <a:cubicBezTo>
                    <a:pt x="76654" y="10379"/>
                    <a:pt x="78711" y="4105"/>
                    <a:pt x="74273" y="3781"/>
                  </a:cubicBezTo>
                  <a:cubicBezTo>
                    <a:pt x="73517" y="3781"/>
                    <a:pt x="69186" y="2479"/>
                    <a:pt x="66049" y="5832"/>
                  </a:cubicBezTo>
                  <a:cubicBezTo>
                    <a:pt x="65719" y="6480"/>
                    <a:pt x="63554" y="8537"/>
                    <a:pt x="64424" y="11998"/>
                  </a:cubicBezTo>
                  <a:lnTo>
                    <a:pt x="64640" y="12754"/>
                  </a:lnTo>
                  <a:cubicBezTo>
                    <a:pt x="65503" y="16322"/>
                    <a:pt x="61719" y="18272"/>
                    <a:pt x="62259" y="17624"/>
                  </a:cubicBezTo>
                  <a:cubicBezTo>
                    <a:pt x="58798" y="19135"/>
                    <a:pt x="60633" y="23999"/>
                    <a:pt x="60633" y="23352"/>
                  </a:cubicBezTo>
                  <a:cubicBezTo>
                    <a:pt x="62906" y="29949"/>
                    <a:pt x="50460" y="23136"/>
                    <a:pt x="53057" y="29625"/>
                  </a:cubicBezTo>
                  <a:lnTo>
                    <a:pt x="53813" y="31569"/>
                  </a:lnTo>
                  <a:cubicBezTo>
                    <a:pt x="55115" y="34921"/>
                    <a:pt x="51762" y="37411"/>
                    <a:pt x="52194" y="36655"/>
                  </a:cubicBezTo>
                  <a:cubicBezTo>
                    <a:pt x="46453" y="40008"/>
                    <a:pt x="59229" y="40655"/>
                    <a:pt x="59553" y="46929"/>
                  </a:cubicBezTo>
                  <a:cubicBezTo>
                    <a:pt x="59661" y="51362"/>
                    <a:pt x="54251" y="47793"/>
                    <a:pt x="51108" y="51469"/>
                  </a:cubicBezTo>
                  <a:cubicBezTo>
                    <a:pt x="48619" y="54499"/>
                    <a:pt x="45050" y="49844"/>
                    <a:pt x="45590" y="50168"/>
                  </a:cubicBezTo>
                  <a:cubicBezTo>
                    <a:pt x="42992" y="47145"/>
                    <a:pt x="38554" y="49844"/>
                    <a:pt x="39094" y="49736"/>
                  </a:cubicBezTo>
                  <a:cubicBezTo>
                    <a:pt x="35849" y="51362"/>
                    <a:pt x="38122" y="55578"/>
                    <a:pt x="38014" y="54930"/>
                  </a:cubicBezTo>
                  <a:cubicBezTo>
                    <a:pt x="40611" y="59686"/>
                    <a:pt x="35309" y="60226"/>
                    <a:pt x="39094" y="63687"/>
                  </a:cubicBezTo>
                  <a:lnTo>
                    <a:pt x="39856" y="64335"/>
                  </a:lnTo>
                  <a:cubicBezTo>
                    <a:pt x="42669" y="66932"/>
                    <a:pt x="37906" y="68227"/>
                    <a:pt x="38554" y="67687"/>
                  </a:cubicBezTo>
                  <a:cubicBezTo>
                    <a:pt x="34661" y="68767"/>
                    <a:pt x="35741" y="74717"/>
                    <a:pt x="35849" y="74069"/>
                  </a:cubicBezTo>
                  <a:cubicBezTo>
                    <a:pt x="36388" y="79149"/>
                    <a:pt x="42345" y="74825"/>
                    <a:pt x="43532" y="77962"/>
                  </a:cubicBezTo>
                  <a:cubicBezTo>
                    <a:pt x="44618" y="80559"/>
                    <a:pt x="40072" y="84343"/>
                    <a:pt x="40503" y="83696"/>
                  </a:cubicBezTo>
                  <a:cubicBezTo>
                    <a:pt x="37798" y="86179"/>
                    <a:pt x="33467" y="85423"/>
                    <a:pt x="34115" y="85315"/>
                  </a:cubicBezTo>
                  <a:cubicBezTo>
                    <a:pt x="29353" y="84451"/>
                    <a:pt x="29461" y="74933"/>
                    <a:pt x="29569" y="75688"/>
                  </a:cubicBezTo>
                  <a:cubicBezTo>
                    <a:pt x="29029" y="71364"/>
                    <a:pt x="25784" y="76558"/>
                    <a:pt x="26324" y="76126"/>
                  </a:cubicBezTo>
                  <a:cubicBezTo>
                    <a:pt x="22647" y="81530"/>
                    <a:pt x="26216" y="68227"/>
                    <a:pt x="21993" y="63471"/>
                  </a:cubicBezTo>
                  <a:cubicBezTo>
                    <a:pt x="21453" y="63039"/>
                    <a:pt x="19288" y="59686"/>
                    <a:pt x="16475" y="61090"/>
                  </a:cubicBezTo>
                  <a:lnTo>
                    <a:pt x="16475" y="60118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88E30076-89D4-8C88-D028-AFF6BD52C19B}"/>
                </a:ext>
              </a:extLst>
            </p:cNvPr>
            <p:cNvSpPr/>
            <p:nvPr/>
          </p:nvSpPr>
          <p:spPr>
            <a:xfrm>
              <a:off x="4862447" y="2815978"/>
              <a:ext cx="6892" cy="6045"/>
            </a:xfrm>
            <a:custGeom>
              <a:avLst/>
              <a:gdLst>
                <a:gd name="csX0" fmla="*/ 6664 w 7948"/>
                <a:gd name="csY0" fmla="*/ 1574 h 6972"/>
                <a:gd name="csX1" fmla="*/ 492 w 7948"/>
                <a:gd name="csY1" fmla="*/ 1142 h 6972"/>
                <a:gd name="csX2" fmla="*/ 2982 w 7948"/>
                <a:gd name="csY2" fmla="*/ 6762 h 6972"/>
                <a:gd name="csX3" fmla="*/ 6664 w 7948"/>
                <a:gd name="csY3" fmla="*/ 1574 h 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48" h="6972">
                  <a:moveTo>
                    <a:pt x="6664" y="1574"/>
                  </a:moveTo>
                  <a:cubicBezTo>
                    <a:pt x="6125" y="1358"/>
                    <a:pt x="2657" y="-1563"/>
                    <a:pt x="492" y="1142"/>
                  </a:cubicBezTo>
                  <a:cubicBezTo>
                    <a:pt x="-1565" y="3733"/>
                    <a:pt x="3528" y="7409"/>
                    <a:pt x="2982" y="6762"/>
                  </a:cubicBezTo>
                  <a:cubicBezTo>
                    <a:pt x="4499" y="7949"/>
                    <a:pt x="10557" y="3841"/>
                    <a:pt x="6664" y="15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834BEF73-BD47-9716-FE8D-E600B4750AC1}"/>
                </a:ext>
              </a:extLst>
            </p:cNvPr>
            <p:cNvSpPr/>
            <p:nvPr/>
          </p:nvSpPr>
          <p:spPr>
            <a:xfrm>
              <a:off x="4854532" y="2831747"/>
              <a:ext cx="8716" cy="9141"/>
            </a:xfrm>
            <a:custGeom>
              <a:avLst/>
              <a:gdLst>
                <a:gd name="csX0" fmla="*/ 527 w 10052"/>
                <a:gd name="csY0" fmla="*/ 8801 h 10542"/>
                <a:gd name="csX1" fmla="*/ 10052 w 10052"/>
                <a:gd name="csY1" fmla="*/ 2528 h 10542"/>
                <a:gd name="csX2" fmla="*/ 7132 w 10052"/>
                <a:gd name="csY2" fmla="*/ 470 h 10542"/>
                <a:gd name="csX3" fmla="*/ 420 w 10052"/>
                <a:gd name="csY3" fmla="*/ 8586 h 10542"/>
                <a:gd name="csX4" fmla="*/ 420 w 10052"/>
                <a:gd name="csY4" fmla="*/ 8909 h 10542"/>
                <a:gd name="csX5" fmla="*/ 527 w 10052"/>
                <a:gd name="csY5" fmla="*/ 8801 h 1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2" h="10542">
                  <a:moveTo>
                    <a:pt x="527" y="8801"/>
                  </a:moveTo>
                  <a:cubicBezTo>
                    <a:pt x="2585" y="13666"/>
                    <a:pt x="9836" y="7284"/>
                    <a:pt x="10052" y="2528"/>
                  </a:cubicBezTo>
                  <a:cubicBezTo>
                    <a:pt x="9836" y="1880"/>
                    <a:pt x="10052" y="-1149"/>
                    <a:pt x="7132" y="470"/>
                  </a:cubicBezTo>
                  <a:cubicBezTo>
                    <a:pt x="5074" y="2204"/>
                    <a:pt x="-1746" y="3715"/>
                    <a:pt x="420" y="8586"/>
                  </a:cubicBezTo>
                  <a:lnTo>
                    <a:pt x="420" y="8909"/>
                  </a:lnTo>
                  <a:lnTo>
                    <a:pt x="527" y="880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AA5FDD1-89E3-070B-E18C-75C9B1B448B1}"/>
                </a:ext>
              </a:extLst>
            </p:cNvPr>
            <p:cNvSpPr/>
            <p:nvPr/>
          </p:nvSpPr>
          <p:spPr>
            <a:xfrm>
              <a:off x="4844644" y="2840245"/>
              <a:ext cx="6167" cy="7766"/>
            </a:xfrm>
            <a:custGeom>
              <a:avLst/>
              <a:gdLst>
                <a:gd name="csX0" fmla="*/ 2303 w 7112"/>
                <a:gd name="csY0" fmla="*/ 8729 h 8956"/>
                <a:gd name="csX1" fmla="*/ 6850 w 7112"/>
                <a:gd name="csY1" fmla="*/ 5160 h 8956"/>
                <a:gd name="csX2" fmla="*/ 4037 w 7112"/>
                <a:gd name="csY2" fmla="*/ 188 h 8956"/>
                <a:gd name="csX3" fmla="*/ 246 w 7112"/>
                <a:gd name="csY3" fmla="*/ 2570 h 8956"/>
                <a:gd name="csX4" fmla="*/ 2303 w 7112"/>
                <a:gd name="csY4" fmla="*/ 8621 h 8956"/>
                <a:gd name="csX5" fmla="*/ 2303 w 7112"/>
                <a:gd name="csY5" fmla="*/ 8729 h 8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2" h="8956">
                  <a:moveTo>
                    <a:pt x="2303" y="8729"/>
                  </a:moveTo>
                  <a:cubicBezTo>
                    <a:pt x="5548" y="10139"/>
                    <a:pt x="7282" y="4513"/>
                    <a:pt x="6850" y="5160"/>
                  </a:cubicBezTo>
                  <a:cubicBezTo>
                    <a:pt x="8260" y="1376"/>
                    <a:pt x="3497" y="-351"/>
                    <a:pt x="4037" y="188"/>
                  </a:cubicBezTo>
                  <a:cubicBezTo>
                    <a:pt x="2303" y="-460"/>
                    <a:pt x="570" y="620"/>
                    <a:pt x="246" y="2570"/>
                  </a:cubicBezTo>
                  <a:cubicBezTo>
                    <a:pt x="246" y="3217"/>
                    <a:pt x="-1049" y="7218"/>
                    <a:pt x="2303" y="8621"/>
                  </a:cubicBezTo>
                  <a:lnTo>
                    <a:pt x="2303" y="872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5D7EC356-3094-BC0E-CB08-4B4A90017139}"/>
                </a:ext>
              </a:extLst>
            </p:cNvPr>
            <p:cNvSpPr/>
            <p:nvPr/>
          </p:nvSpPr>
          <p:spPr>
            <a:xfrm>
              <a:off x="5022652" y="3121104"/>
              <a:ext cx="13315" cy="8433"/>
            </a:xfrm>
            <a:custGeom>
              <a:avLst/>
              <a:gdLst>
                <a:gd name="csX0" fmla="*/ 11212 w 15356"/>
                <a:gd name="csY0" fmla="*/ 8698 h 9725"/>
                <a:gd name="csX1" fmla="*/ 13701 w 15356"/>
                <a:gd name="csY1" fmla="*/ 1453 h 9725"/>
                <a:gd name="csX2" fmla="*/ 5472 w 15356"/>
                <a:gd name="csY2" fmla="*/ 367 h 9725"/>
                <a:gd name="csX3" fmla="*/ 1033 w 15356"/>
                <a:gd name="csY3" fmla="*/ 4589 h 9725"/>
                <a:gd name="csX4" fmla="*/ 11212 w 15356"/>
                <a:gd name="csY4" fmla="*/ 8698 h 9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356" h="9725">
                  <a:moveTo>
                    <a:pt x="11212" y="8698"/>
                  </a:moveTo>
                  <a:cubicBezTo>
                    <a:pt x="12076" y="7396"/>
                    <a:pt x="18248" y="3180"/>
                    <a:pt x="13701" y="1453"/>
                  </a:cubicBezTo>
                  <a:cubicBezTo>
                    <a:pt x="13047" y="1237"/>
                    <a:pt x="9587" y="-821"/>
                    <a:pt x="5472" y="367"/>
                  </a:cubicBezTo>
                  <a:cubicBezTo>
                    <a:pt x="4608" y="906"/>
                    <a:pt x="-2644" y="1561"/>
                    <a:pt x="1033" y="4589"/>
                  </a:cubicBezTo>
                  <a:cubicBezTo>
                    <a:pt x="1033" y="4589"/>
                    <a:pt x="7637" y="12483"/>
                    <a:pt x="11212" y="869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80CA4A1E-E09C-0496-2B12-C08624513F89}"/>
                </a:ext>
              </a:extLst>
            </p:cNvPr>
            <p:cNvSpPr/>
            <p:nvPr/>
          </p:nvSpPr>
          <p:spPr>
            <a:xfrm>
              <a:off x="4827040" y="2785643"/>
              <a:ext cx="14831" cy="30764"/>
            </a:xfrm>
            <a:custGeom>
              <a:avLst/>
              <a:gdLst>
                <a:gd name="csX0" fmla="*/ 6154 w 17104"/>
                <a:gd name="csY0" fmla="*/ 31580 h 35479"/>
                <a:gd name="csX1" fmla="*/ 11888 w 17104"/>
                <a:gd name="csY1" fmla="*/ 33530 h 35479"/>
                <a:gd name="csX2" fmla="*/ 14377 w 17104"/>
                <a:gd name="csY2" fmla="*/ 10498 h 35479"/>
                <a:gd name="csX3" fmla="*/ 14809 w 17104"/>
                <a:gd name="csY3" fmla="*/ 116 h 35479"/>
                <a:gd name="csX4" fmla="*/ 5722 w 17104"/>
                <a:gd name="csY4" fmla="*/ 13845 h 35479"/>
                <a:gd name="csX5" fmla="*/ 6154 w 17104"/>
                <a:gd name="csY5" fmla="*/ 31688 h 35479"/>
                <a:gd name="csX6" fmla="*/ 6154 w 17104"/>
                <a:gd name="csY6" fmla="*/ 31580 h 35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104" h="35479">
                  <a:moveTo>
                    <a:pt x="6154" y="31580"/>
                  </a:moveTo>
                  <a:cubicBezTo>
                    <a:pt x="7017" y="32234"/>
                    <a:pt x="11564" y="38610"/>
                    <a:pt x="11888" y="33530"/>
                  </a:cubicBezTo>
                  <a:cubicBezTo>
                    <a:pt x="12650" y="21744"/>
                    <a:pt x="12650" y="15470"/>
                    <a:pt x="14377" y="10498"/>
                  </a:cubicBezTo>
                  <a:cubicBezTo>
                    <a:pt x="15025" y="7253"/>
                    <a:pt x="19901" y="-1078"/>
                    <a:pt x="14809" y="116"/>
                  </a:cubicBezTo>
                  <a:cubicBezTo>
                    <a:pt x="-12896" y="6168"/>
                    <a:pt x="7017" y="3685"/>
                    <a:pt x="5722" y="13845"/>
                  </a:cubicBezTo>
                  <a:cubicBezTo>
                    <a:pt x="4312" y="24659"/>
                    <a:pt x="3011" y="28443"/>
                    <a:pt x="6154" y="31688"/>
                  </a:cubicBezTo>
                  <a:lnTo>
                    <a:pt x="6154" y="3158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EE5B6500-7AE7-9058-E54D-1508C8A99713}"/>
                </a:ext>
              </a:extLst>
            </p:cNvPr>
            <p:cNvSpPr/>
            <p:nvPr/>
          </p:nvSpPr>
          <p:spPr>
            <a:xfrm>
              <a:off x="4825201" y="2817430"/>
              <a:ext cx="6288" cy="11147"/>
            </a:xfrm>
            <a:custGeom>
              <a:avLst/>
              <a:gdLst>
                <a:gd name="csX0" fmla="*/ 590 w 7252"/>
                <a:gd name="csY0" fmla="*/ 2059 h 12855"/>
                <a:gd name="csX1" fmla="*/ 2101 w 7252"/>
                <a:gd name="csY1" fmla="*/ 11902 h 12855"/>
                <a:gd name="csX2" fmla="*/ 5892 w 7252"/>
                <a:gd name="csY2" fmla="*/ 2275 h 12855"/>
                <a:gd name="csX3" fmla="*/ 482 w 7252"/>
                <a:gd name="csY3" fmla="*/ 2059 h 12855"/>
                <a:gd name="csX4" fmla="*/ 590 w 7252"/>
                <a:gd name="csY4" fmla="*/ 2059 h 12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52" h="12855">
                  <a:moveTo>
                    <a:pt x="590" y="2059"/>
                  </a:moveTo>
                  <a:cubicBezTo>
                    <a:pt x="590" y="5736"/>
                    <a:pt x="-1467" y="16010"/>
                    <a:pt x="2101" y="11902"/>
                  </a:cubicBezTo>
                  <a:cubicBezTo>
                    <a:pt x="3619" y="9628"/>
                    <a:pt x="10007" y="5304"/>
                    <a:pt x="5892" y="2275"/>
                  </a:cubicBezTo>
                  <a:cubicBezTo>
                    <a:pt x="5892" y="2275"/>
                    <a:pt x="806" y="-2697"/>
                    <a:pt x="482" y="2059"/>
                  </a:cubicBezTo>
                  <a:lnTo>
                    <a:pt x="590" y="205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F3F8E89-1467-51A4-C79E-A48093DD3907}"/>
                </a:ext>
              </a:extLst>
            </p:cNvPr>
            <p:cNvSpPr/>
            <p:nvPr/>
          </p:nvSpPr>
          <p:spPr>
            <a:xfrm>
              <a:off x="4841484" y="2738947"/>
              <a:ext cx="30852" cy="39555"/>
            </a:xfrm>
            <a:custGeom>
              <a:avLst/>
              <a:gdLst>
                <a:gd name="csX0" fmla="*/ 4323 w 35581"/>
                <a:gd name="csY0" fmla="*/ 36125 h 45617"/>
                <a:gd name="csX1" fmla="*/ 1510 w 35581"/>
                <a:gd name="csY1" fmla="*/ 43371 h 45617"/>
                <a:gd name="csX2" fmla="*/ 10489 w 35581"/>
                <a:gd name="csY2" fmla="*/ 44450 h 45617"/>
                <a:gd name="csX3" fmla="*/ 27589 w 35581"/>
                <a:gd name="csY3" fmla="*/ 26823 h 45617"/>
                <a:gd name="csX4" fmla="*/ 31272 w 35581"/>
                <a:gd name="csY4" fmla="*/ 15793 h 45617"/>
                <a:gd name="csX5" fmla="*/ 35495 w 35581"/>
                <a:gd name="csY5" fmla="*/ 8007 h 45617"/>
                <a:gd name="csX6" fmla="*/ 31164 w 35581"/>
                <a:gd name="csY6" fmla="*/ 546 h 45617"/>
                <a:gd name="csX7" fmla="*/ 1180 w 35581"/>
                <a:gd name="csY7" fmla="*/ 24448 h 45617"/>
                <a:gd name="csX8" fmla="*/ 4215 w 35581"/>
                <a:gd name="csY8" fmla="*/ 36233 h 45617"/>
                <a:gd name="csX9" fmla="*/ 4323 w 35581"/>
                <a:gd name="csY9" fmla="*/ 36125 h 4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5581" h="45617">
                  <a:moveTo>
                    <a:pt x="4323" y="36125"/>
                  </a:moveTo>
                  <a:cubicBezTo>
                    <a:pt x="3453" y="37313"/>
                    <a:pt x="-2821" y="41205"/>
                    <a:pt x="1510" y="43371"/>
                  </a:cubicBezTo>
                  <a:cubicBezTo>
                    <a:pt x="2805" y="43694"/>
                    <a:pt x="6812" y="47479"/>
                    <a:pt x="10489" y="44450"/>
                  </a:cubicBezTo>
                  <a:cubicBezTo>
                    <a:pt x="24668" y="32556"/>
                    <a:pt x="27049" y="31585"/>
                    <a:pt x="27589" y="26823"/>
                  </a:cubicBezTo>
                  <a:cubicBezTo>
                    <a:pt x="28135" y="24340"/>
                    <a:pt x="27589" y="18929"/>
                    <a:pt x="31272" y="15793"/>
                  </a:cubicBezTo>
                  <a:cubicBezTo>
                    <a:pt x="31812" y="15145"/>
                    <a:pt x="36250" y="12764"/>
                    <a:pt x="35495" y="8007"/>
                  </a:cubicBezTo>
                  <a:cubicBezTo>
                    <a:pt x="34841" y="5956"/>
                    <a:pt x="35387" y="-2159"/>
                    <a:pt x="31164" y="546"/>
                  </a:cubicBezTo>
                  <a:cubicBezTo>
                    <a:pt x="640" y="20441"/>
                    <a:pt x="-1202" y="20333"/>
                    <a:pt x="1180" y="24448"/>
                  </a:cubicBezTo>
                  <a:cubicBezTo>
                    <a:pt x="2589" y="27800"/>
                    <a:pt x="7999" y="32664"/>
                    <a:pt x="4215" y="36233"/>
                  </a:cubicBezTo>
                  <a:lnTo>
                    <a:pt x="4323" y="3612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E8D5F82C-049F-EC8B-F6B8-1CE334831920}"/>
                </a:ext>
              </a:extLst>
            </p:cNvPr>
            <p:cNvSpPr/>
            <p:nvPr/>
          </p:nvSpPr>
          <p:spPr>
            <a:xfrm>
              <a:off x="4961345" y="2715489"/>
              <a:ext cx="9927" cy="7843"/>
            </a:xfrm>
            <a:custGeom>
              <a:avLst/>
              <a:gdLst>
                <a:gd name="csX0" fmla="*/ 9938 w 11449"/>
                <a:gd name="csY0" fmla="*/ 2079 h 9045"/>
                <a:gd name="csX1" fmla="*/ 413 w 11449"/>
                <a:gd name="csY1" fmla="*/ 2403 h 9045"/>
                <a:gd name="csX2" fmla="*/ 7011 w 11449"/>
                <a:gd name="csY2" fmla="*/ 8245 h 9045"/>
                <a:gd name="csX3" fmla="*/ 9938 w 11449"/>
                <a:gd name="csY3" fmla="*/ 2079 h 9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449" h="9045">
                  <a:moveTo>
                    <a:pt x="9938" y="2079"/>
                  </a:moveTo>
                  <a:cubicBezTo>
                    <a:pt x="6579" y="1647"/>
                    <a:pt x="-1968" y="-2569"/>
                    <a:pt x="413" y="2403"/>
                  </a:cubicBezTo>
                  <a:cubicBezTo>
                    <a:pt x="1493" y="3921"/>
                    <a:pt x="3118" y="11490"/>
                    <a:pt x="7011" y="8245"/>
                  </a:cubicBezTo>
                  <a:cubicBezTo>
                    <a:pt x="7011" y="8245"/>
                    <a:pt x="14593" y="3267"/>
                    <a:pt x="9938" y="207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317271DA-EB8D-CE9C-6071-9266FDEE44D6}"/>
                </a:ext>
              </a:extLst>
            </p:cNvPr>
            <p:cNvSpPr/>
            <p:nvPr/>
          </p:nvSpPr>
          <p:spPr>
            <a:xfrm>
              <a:off x="4965541" y="2700645"/>
              <a:ext cx="20556" cy="22772"/>
            </a:xfrm>
            <a:custGeom>
              <a:avLst/>
              <a:gdLst>
                <a:gd name="csX0" fmla="*/ 15817 w 23706"/>
                <a:gd name="csY0" fmla="*/ 25256 h 26262"/>
                <a:gd name="csX1" fmla="*/ 22745 w 23706"/>
                <a:gd name="csY1" fmla="*/ 14982 h 26262"/>
                <a:gd name="csX2" fmla="*/ 22199 w 23706"/>
                <a:gd name="csY2" fmla="*/ 6117 h 26262"/>
                <a:gd name="csX3" fmla="*/ 17437 w 23706"/>
                <a:gd name="csY3" fmla="*/ 2219 h 26262"/>
                <a:gd name="csX4" fmla="*/ 5315 w 23706"/>
                <a:gd name="csY4" fmla="*/ 60 h 26262"/>
                <a:gd name="csX5" fmla="*/ 336 w 23706"/>
                <a:gd name="csY5" fmla="*/ 3628 h 26262"/>
                <a:gd name="csX6" fmla="*/ 14192 w 23706"/>
                <a:gd name="csY6" fmla="*/ 17147 h 26262"/>
                <a:gd name="csX7" fmla="*/ 15817 w 23706"/>
                <a:gd name="csY7" fmla="*/ 25148 h 26262"/>
                <a:gd name="csX8" fmla="*/ 15817 w 23706"/>
                <a:gd name="csY8" fmla="*/ 25256 h 26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706" h="26262">
                  <a:moveTo>
                    <a:pt x="15817" y="25256"/>
                  </a:moveTo>
                  <a:lnTo>
                    <a:pt x="22745" y="14982"/>
                  </a:lnTo>
                  <a:cubicBezTo>
                    <a:pt x="25234" y="11197"/>
                    <a:pt x="22091" y="5571"/>
                    <a:pt x="22199" y="6117"/>
                  </a:cubicBezTo>
                  <a:cubicBezTo>
                    <a:pt x="21443" y="4276"/>
                    <a:pt x="19278" y="2549"/>
                    <a:pt x="17437" y="2219"/>
                  </a:cubicBezTo>
                  <a:lnTo>
                    <a:pt x="5315" y="60"/>
                  </a:lnTo>
                  <a:cubicBezTo>
                    <a:pt x="1638" y="-588"/>
                    <a:pt x="-204" y="4276"/>
                    <a:pt x="336" y="3628"/>
                  </a:cubicBezTo>
                  <a:cubicBezTo>
                    <a:pt x="-2585" y="11197"/>
                    <a:pt x="14516" y="8924"/>
                    <a:pt x="14192" y="17147"/>
                  </a:cubicBezTo>
                  <a:cubicBezTo>
                    <a:pt x="14300" y="19522"/>
                    <a:pt x="12890" y="29581"/>
                    <a:pt x="15817" y="25148"/>
                  </a:cubicBezTo>
                  <a:lnTo>
                    <a:pt x="15817" y="2525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047CE036-A6B6-5CC2-8DE4-70B881818F0B}"/>
                </a:ext>
              </a:extLst>
            </p:cNvPr>
            <p:cNvSpPr/>
            <p:nvPr/>
          </p:nvSpPr>
          <p:spPr>
            <a:xfrm>
              <a:off x="4987538" y="2691327"/>
              <a:ext cx="8461" cy="9166"/>
            </a:xfrm>
            <a:custGeom>
              <a:avLst/>
              <a:gdLst>
                <a:gd name="csX0" fmla="*/ 6247 w 9758"/>
                <a:gd name="csY0" fmla="*/ 854 h 10571"/>
                <a:gd name="csX1" fmla="*/ 1593 w 9758"/>
                <a:gd name="csY1" fmla="*/ 9395 h 10571"/>
                <a:gd name="csX2" fmla="*/ 9714 w 9758"/>
                <a:gd name="csY2" fmla="*/ 7668 h 10571"/>
                <a:gd name="csX3" fmla="*/ 6139 w 9758"/>
                <a:gd name="csY3" fmla="*/ 854 h 10571"/>
                <a:gd name="csX4" fmla="*/ 6247 w 9758"/>
                <a:gd name="csY4" fmla="*/ 854 h 10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58" h="10571">
                  <a:moveTo>
                    <a:pt x="6247" y="854"/>
                  </a:moveTo>
                  <a:cubicBezTo>
                    <a:pt x="4406" y="3236"/>
                    <a:pt x="-3278" y="8316"/>
                    <a:pt x="1593" y="9395"/>
                  </a:cubicBezTo>
                  <a:cubicBezTo>
                    <a:pt x="3650" y="9395"/>
                    <a:pt x="10362" y="12964"/>
                    <a:pt x="9714" y="7668"/>
                  </a:cubicBezTo>
                  <a:cubicBezTo>
                    <a:pt x="9276" y="5941"/>
                    <a:pt x="9714" y="-2714"/>
                    <a:pt x="6139" y="854"/>
                  </a:cubicBezTo>
                  <a:lnTo>
                    <a:pt x="6247" y="85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2C770472-CC9F-BA6F-8F50-B0FD2169983D}"/>
                </a:ext>
              </a:extLst>
            </p:cNvPr>
            <p:cNvSpPr/>
            <p:nvPr/>
          </p:nvSpPr>
          <p:spPr>
            <a:xfrm>
              <a:off x="5016786" y="2626599"/>
              <a:ext cx="19150" cy="36921"/>
            </a:xfrm>
            <a:custGeom>
              <a:avLst/>
              <a:gdLst>
                <a:gd name="csX0" fmla="*/ 10617 w 22085"/>
                <a:gd name="csY0" fmla="*/ 29219 h 42580"/>
                <a:gd name="csX1" fmla="*/ 14732 w 22085"/>
                <a:gd name="csY1" fmla="*/ 42522 h 42580"/>
                <a:gd name="csX2" fmla="*/ 18192 w 22085"/>
                <a:gd name="csY2" fmla="*/ 38306 h 42580"/>
                <a:gd name="csX3" fmla="*/ 20574 w 22085"/>
                <a:gd name="csY3" fmla="*/ 10296 h 42580"/>
                <a:gd name="csX4" fmla="*/ 9531 w 22085"/>
                <a:gd name="csY4" fmla="*/ 1107 h 42580"/>
                <a:gd name="csX5" fmla="*/ 6934 w 22085"/>
                <a:gd name="csY5" fmla="*/ 4244 h 42580"/>
                <a:gd name="csX6" fmla="*/ 6934 w 22085"/>
                <a:gd name="csY6" fmla="*/ 10620 h 42580"/>
                <a:gd name="csX7" fmla="*/ 1524 w 22085"/>
                <a:gd name="csY7" fmla="*/ 21326 h 42580"/>
                <a:gd name="csX8" fmla="*/ 10725 w 22085"/>
                <a:gd name="csY8" fmla="*/ 29111 h 42580"/>
                <a:gd name="csX9" fmla="*/ 10617 w 22085"/>
                <a:gd name="csY9" fmla="*/ 29219 h 4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085" h="42580">
                  <a:moveTo>
                    <a:pt x="10617" y="29219"/>
                  </a:moveTo>
                  <a:cubicBezTo>
                    <a:pt x="11589" y="34413"/>
                    <a:pt x="10185" y="43386"/>
                    <a:pt x="14732" y="42522"/>
                  </a:cubicBezTo>
                  <a:cubicBezTo>
                    <a:pt x="16243" y="42198"/>
                    <a:pt x="17869" y="40363"/>
                    <a:pt x="18192" y="38306"/>
                  </a:cubicBezTo>
                  <a:cubicBezTo>
                    <a:pt x="22091" y="16893"/>
                    <a:pt x="23387" y="13972"/>
                    <a:pt x="20574" y="10296"/>
                  </a:cubicBezTo>
                  <a:cubicBezTo>
                    <a:pt x="16459" y="5755"/>
                    <a:pt x="13214" y="-3109"/>
                    <a:pt x="9531" y="1107"/>
                  </a:cubicBezTo>
                  <a:lnTo>
                    <a:pt x="6934" y="4244"/>
                  </a:lnTo>
                  <a:cubicBezTo>
                    <a:pt x="4445" y="7159"/>
                    <a:pt x="7042" y="11274"/>
                    <a:pt x="6934" y="10620"/>
                  </a:cubicBezTo>
                  <a:cubicBezTo>
                    <a:pt x="10617" y="16677"/>
                    <a:pt x="-4750" y="18411"/>
                    <a:pt x="1524" y="21326"/>
                  </a:cubicBezTo>
                  <a:cubicBezTo>
                    <a:pt x="4229" y="23059"/>
                    <a:pt x="10185" y="23707"/>
                    <a:pt x="10725" y="29111"/>
                  </a:cubicBezTo>
                  <a:lnTo>
                    <a:pt x="10617" y="2921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71E27C02-3329-3452-215E-359796F62822}"/>
                </a:ext>
              </a:extLst>
            </p:cNvPr>
            <p:cNvSpPr/>
            <p:nvPr/>
          </p:nvSpPr>
          <p:spPr>
            <a:xfrm>
              <a:off x="5033438" y="2615366"/>
              <a:ext cx="11294" cy="14444"/>
            </a:xfrm>
            <a:custGeom>
              <a:avLst/>
              <a:gdLst>
                <a:gd name="csX0" fmla="*/ 11866 w 13025"/>
                <a:gd name="csY0" fmla="*/ 4974 h 16658"/>
                <a:gd name="csX1" fmla="*/ 3427 w 13025"/>
                <a:gd name="csY1" fmla="*/ 1406 h 16658"/>
                <a:gd name="csX2" fmla="*/ 1154 w 13025"/>
                <a:gd name="csY2" fmla="*/ 10708 h 16658"/>
                <a:gd name="csX3" fmla="*/ 9917 w 13025"/>
                <a:gd name="csY3" fmla="*/ 15141 h 16658"/>
                <a:gd name="csX4" fmla="*/ 11866 w 13025"/>
                <a:gd name="csY4" fmla="*/ 4974 h 16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25" h="16658">
                  <a:moveTo>
                    <a:pt x="11866" y="4974"/>
                  </a:moveTo>
                  <a:cubicBezTo>
                    <a:pt x="10025" y="3679"/>
                    <a:pt x="6456" y="-2811"/>
                    <a:pt x="3427" y="1406"/>
                  </a:cubicBezTo>
                  <a:cubicBezTo>
                    <a:pt x="2773" y="2815"/>
                    <a:pt x="-2205" y="7032"/>
                    <a:pt x="1154" y="10708"/>
                  </a:cubicBezTo>
                  <a:cubicBezTo>
                    <a:pt x="3319" y="12436"/>
                    <a:pt x="7212" y="19789"/>
                    <a:pt x="9917" y="15141"/>
                  </a:cubicBezTo>
                  <a:cubicBezTo>
                    <a:pt x="9917" y="15141"/>
                    <a:pt x="15334" y="8543"/>
                    <a:pt x="11866" y="49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E2DAE20B-F65E-069C-E5FD-E0EFC330B7D2}"/>
                </a:ext>
              </a:extLst>
            </p:cNvPr>
            <p:cNvSpPr/>
            <p:nvPr/>
          </p:nvSpPr>
          <p:spPr>
            <a:xfrm>
              <a:off x="5044788" y="2601606"/>
              <a:ext cx="8835" cy="11059"/>
            </a:xfrm>
            <a:custGeom>
              <a:avLst/>
              <a:gdLst>
                <a:gd name="csX0" fmla="*/ 4187 w 10189"/>
                <a:gd name="csY0" fmla="*/ 1164 h 12754"/>
                <a:gd name="csX1" fmla="*/ 2022 w 10189"/>
                <a:gd name="csY1" fmla="*/ 11978 h 12754"/>
                <a:gd name="csX2" fmla="*/ 9928 w 10189"/>
                <a:gd name="csY2" fmla="*/ 9705 h 12754"/>
                <a:gd name="csX3" fmla="*/ 4187 w 10189"/>
                <a:gd name="csY3" fmla="*/ 1056 h 12754"/>
                <a:gd name="csX4" fmla="*/ 4187 w 10189"/>
                <a:gd name="csY4" fmla="*/ 1164 h 1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89" h="12754">
                  <a:moveTo>
                    <a:pt x="4187" y="1164"/>
                  </a:moveTo>
                  <a:cubicBezTo>
                    <a:pt x="2892" y="4517"/>
                    <a:pt x="-3064" y="11331"/>
                    <a:pt x="2022" y="11978"/>
                  </a:cubicBezTo>
                  <a:cubicBezTo>
                    <a:pt x="4295" y="11978"/>
                    <a:pt x="11661" y="14791"/>
                    <a:pt x="9928" y="9705"/>
                  </a:cubicBezTo>
                  <a:cubicBezTo>
                    <a:pt x="9928" y="9705"/>
                    <a:pt x="6784" y="-3808"/>
                    <a:pt x="4187" y="1056"/>
                  </a:cubicBezTo>
                  <a:lnTo>
                    <a:pt x="4187" y="116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8A8EA341-0829-5034-3365-045F8732FB24}"/>
                </a:ext>
              </a:extLst>
            </p:cNvPr>
            <p:cNvSpPr/>
            <p:nvPr/>
          </p:nvSpPr>
          <p:spPr>
            <a:xfrm>
              <a:off x="4830212" y="2531297"/>
              <a:ext cx="26318" cy="18739"/>
            </a:xfrm>
            <a:custGeom>
              <a:avLst/>
              <a:gdLst>
                <a:gd name="csX0" fmla="*/ 18408 w 30352"/>
                <a:gd name="csY0" fmla="*/ 18338 h 21611"/>
                <a:gd name="csX1" fmla="*/ 25768 w 30352"/>
                <a:gd name="csY1" fmla="*/ 19532 h 21611"/>
                <a:gd name="csX2" fmla="*/ 26632 w 30352"/>
                <a:gd name="csY2" fmla="*/ 15208 h 21611"/>
                <a:gd name="csX3" fmla="*/ 28473 w 30352"/>
                <a:gd name="csY3" fmla="*/ 9581 h 21611"/>
                <a:gd name="csX4" fmla="*/ 14942 w 30352"/>
                <a:gd name="csY4" fmla="*/ 63 h 21611"/>
                <a:gd name="csX5" fmla="*/ 8122 w 30352"/>
                <a:gd name="csY5" fmla="*/ 4609 h 21611"/>
                <a:gd name="csX6" fmla="*/ 4337 w 30352"/>
                <a:gd name="csY6" fmla="*/ 10121 h 21611"/>
                <a:gd name="csX7" fmla="*/ 762 w 30352"/>
                <a:gd name="csY7" fmla="*/ 13474 h 21611"/>
                <a:gd name="csX8" fmla="*/ 8776 w 30352"/>
                <a:gd name="csY8" fmla="*/ 18560 h 21611"/>
                <a:gd name="csX9" fmla="*/ 18517 w 30352"/>
                <a:gd name="csY9" fmla="*/ 18230 h 21611"/>
                <a:gd name="csX10" fmla="*/ 18408 w 30352"/>
                <a:gd name="csY10" fmla="*/ 18338 h 21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352" h="21611">
                  <a:moveTo>
                    <a:pt x="18408" y="18338"/>
                  </a:moveTo>
                  <a:cubicBezTo>
                    <a:pt x="20460" y="19100"/>
                    <a:pt x="27603" y="24504"/>
                    <a:pt x="25768" y="19532"/>
                  </a:cubicBezTo>
                  <a:cubicBezTo>
                    <a:pt x="25660" y="18884"/>
                    <a:pt x="23057" y="13690"/>
                    <a:pt x="26632" y="15208"/>
                  </a:cubicBezTo>
                  <a:cubicBezTo>
                    <a:pt x="30200" y="16719"/>
                    <a:pt x="31934" y="13042"/>
                    <a:pt x="28473" y="9581"/>
                  </a:cubicBezTo>
                  <a:cubicBezTo>
                    <a:pt x="21222" y="2444"/>
                    <a:pt x="19272" y="-477"/>
                    <a:pt x="14942" y="63"/>
                  </a:cubicBezTo>
                  <a:cubicBezTo>
                    <a:pt x="13970" y="501"/>
                    <a:pt x="8553" y="-261"/>
                    <a:pt x="8122" y="4609"/>
                  </a:cubicBezTo>
                  <a:cubicBezTo>
                    <a:pt x="7906" y="5257"/>
                    <a:pt x="8446" y="9797"/>
                    <a:pt x="4337" y="10121"/>
                  </a:cubicBezTo>
                  <a:cubicBezTo>
                    <a:pt x="3791" y="10337"/>
                    <a:pt x="-2051" y="9905"/>
                    <a:pt x="762" y="13474"/>
                  </a:cubicBezTo>
                  <a:cubicBezTo>
                    <a:pt x="1848" y="14445"/>
                    <a:pt x="4337" y="19964"/>
                    <a:pt x="8776" y="18560"/>
                  </a:cubicBezTo>
                  <a:cubicBezTo>
                    <a:pt x="9963" y="18338"/>
                    <a:pt x="14402" y="15963"/>
                    <a:pt x="18517" y="18230"/>
                  </a:cubicBezTo>
                  <a:lnTo>
                    <a:pt x="18408" y="1833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F8F3A55A-23E6-CBAD-D6FF-50611884B217}"/>
                </a:ext>
              </a:extLst>
            </p:cNvPr>
            <p:cNvSpPr/>
            <p:nvPr/>
          </p:nvSpPr>
          <p:spPr>
            <a:xfrm>
              <a:off x="4855094" y="2526887"/>
              <a:ext cx="13999" cy="11271"/>
            </a:xfrm>
            <a:custGeom>
              <a:avLst/>
              <a:gdLst>
                <a:gd name="csX0" fmla="*/ 14383 w 16145"/>
                <a:gd name="csY0" fmla="*/ 8068 h 12998"/>
                <a:gd name="csX1" fmla="*/ 15793 w 16145"/>
                <a:gd name="csY1" fmla="*/ 3852 h 12998"/>
                <a:gd name="csX2" fmla="*/ 11030 w 16145"/>
                <a:gd name="csY2" fmla="*/ 2557 h 12998"/>
                <a:gd name="csX3" fmla="*/ 750 w 16145"/>
                <a:gd name="csY3" fmla="*/ 5046 h 12998"/>
                <a:gd name="csX4" fmla="*/ 4426 w 16145"/>
                <a:gd name="csY4" fmla="*/ 10881 h 12998"/>
                <a:gd name="csX5" fmla="*/ 14383 w 16145"/>
                <a:gd name="csY5" fmla="*/ 8068 h 12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45" h="12998">
                  <a:moveTo>
                    <a:pt x="14383" y="8068"/>
                  </a:moveTo>
                  <a:lnTo>
                    <a:pt x="15793" y="3852"/>
                  </a:lnTo>
                  <a:cubicBezTo>
                    <a:pt x="17304" y="-688"/>
                    <a:pt x="13628" y="-1336"/>
                    <a:pt x="11030" y="2557"/>
                  </a:cubicBezTo>
                  <a:cubicBezTo>
                    <a:pt x="7347" y="7960"/>
                    <a:pt x="-2825" y="-688"/>
                    <a:pt x="750" y="5046"/>
                  </a:cubicBezTo>
                  <a:lnTo>
                    <a:pt x="4426" y="10881"/>
                  </a:lnTo>
                  <a:cubicBezTo>
                    <a:pt x="7023" y="14990"/>
                    <a:pt x="12872" y="12615"/>
                    <a:pt x="14383" y="806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014D3792-6A10-B57D-A135-A250A5B21A2F}"/>
                </a:ext>
              </a:extLst>
            </p:cNvPr>
            <p:cNvSpPr/>
            <p:nvPr/>
          </p:nvSpPr>
          <p:spPr>
            <a:xfrm>
              <a:off x="4846355" y="2554208"/>
              <a:ext cx="9862" cy="8353"/>
            </a:xfrm>
            <a:custGeom>
              <a:avLst/>
              <a:gdLst>
                <a:gd name="csX0" fmla="*/ 11373 w 11373"/>
                <a:gd name="csY0" fmla="*/ 7275 h 9633"/>
                <a:gd name="csX1" fmla="*/ 8230 w 11373"/>
                <a:gd name="csY1" fmla="*/ 2405 h 9633"/>
                <a:gd name="csX2" fmla="*/ 115 w 11373"/>
                <a:gd name="csY2" fmla="*/ 2405 h 9633"/>
                <a:gd name="csX3" fmla="*/ 4223 w 11373"/>
                <a:gd name="csY3" fmla="*/ 8247 h 9633"/>
                <a:gd name="csX4" fmla="*/ 11373 w 11373"/>
                <a:gd name="csY4" fmla="*/ 7167 h 9633"/>
                <a:gd name="csX5" fmla="*/ 11373 w 11373"/>
                <a:gd name="csY5" fmla="*/ 7275 h 9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73" h="9633">
                  <a:moveTo>
                    <a:pt x="11373" y="7275"/>
                  </a:moveTo>
                  <a:cubicBezTo>
                    <a:pt x="11373" y="5326"/>
                    <a:pt x="9964" y="3059"/>
                    <a:pt x="8230" y="2405"/>
                  </a:cubicBezTo>
                  <a:cubicBezTo>
                    <a:pt x="5957" y="1973"/>
                    <a:pt x="-971" y="-2783"/>
                    <a:pt x="115" y="2405"/>
                  </a:cubicBezTo>
                  <a:cubicBezTo>
                    <a:pt x="439" y="3059"/>
                    <a:pt x="546" y="6951"/>
                    <a:pt x="4223" y="8247"/>
                  </a:cubicBezTo>
                  <a:cubicBezTo>
                    <a:pt x="5417" y="8355"/>
                    <a:pt x="11373" y="11923"/>
                    <a:pt x="11373" y="7167"/>
                  </a:cubicBezTo>
                  <a:lnTo>
                    <a:pt x="11373" y="727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78482561-0AFE-8909-8551-90A15F5CFD36}"/>
                </a:ext>
              </a:extLst>
            </p:cNvPr>
            <p:cNvSpPr/>
            <p:nvPr/>
          </p:nvSpPr>
          <p:spPr>
            <a:xfrm>
              <a:off x="4845296" y="2567431"/>
              <a:ext cx="10349" cy="15617"/>
            </a:xfrm>
            <a:custGeom>
              <a:avLst/>
              <a:gdLst>
                <a:gd name="csX0" fmla="*/ 11834 w 11935"/>
                <a:gd name="csY0" fmla="*/ 16029 h 18011"/>
                <a:gd name="csX1" fmla="*/ 6639 w 11935"/>
                <a:gd name="csY1" fmla="*/ 2624 h 18011"/>
                <a:gd name="csX2" fmla="*/ 359 w 11935"/>
                <a:gd name="csY2" fmla="*/ 674 h 18011"/>
                <a:gd name="csX3" fmla="*/ 11834 w 11935"/>
                <a:gd name="csY3" fmla="*/ 16029 h 18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35" h="18011">
                  <a:moveTo>
                    <a:pt x="11834" y="16029"/>
                  </a:moveTo>
                  <a:cubicBezTo>
                    <a:pt x="10640" y="11812"/>
                    <a:pt x="11072" y="5431"/>
                    <a:pt x="6639" y="2624"/>
                  </a:cubicBezTo>
                  <a:cubicBezTo>
                    <a:pt x="5769" y="2192"/>
                    <a:pt x="1331" y="-1485"/>
                    <a:pt x="359" y="674"/>
                  </a:cubicBezTo>
                  <a:cubicBezTo>
                    <a:pt x="-2562" y="7056"/>
                    <a:pt x="13345" y="23706"/>
                    <a:pt x="11834" y="1602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ED6E12DC-5BE4-BC6B-DD00-B8FBF6C3CBAC}"/>
                </a:ext>
              </a:extLst>
            </p:cNvPr>
            <p:cNvSpPr/>
            <p:nvPr/>
          </p:nvSpPr>
          <p:spPr>
            <a:xfrm>
              <a:off x="4787266" y="2901591"/>
              <a:ext cx="107995" cy="62214"/>
            </a:xfrm>
            <a:custGeom>
              <a:avLst/>
              <a:gdLst>
                <a:gd name="csX0" fmla="*/ 55485 w 124547"/>
                <a:gd name="csY0" fmla="*/ 70232 h 71749"/>
                <a:gd name="csX1" fmla="*/ 60139 w 124547"/>
                <a:gd name="csY1" fmla="*/ 59418 h 71749"/>
                <a:gd name="csX2" fmla="*/ 73348 w 124547"/>
                <a:gd name="csY2" fmla="*/ 54986 h 71749"/>
                <a:gd name="csX3" fmla="*/ 83952 w 124547"/>
                <a:gd name="csY3" fmla="*/ 70340 h 71749"/>
                <a:gd name="csX4" fmla="*/ 107764 w 124547"/>
                <a:gd name="csY4" fmla="*/ 71750 h 71749"/>
                <a:gd name="csX5" fmla="*/ 108628 w 124547"/>
                <a:gd name="csY5" fmla="*/ 67858 h 71749"/>
                <a:gd name="csX6" fmla="*/ 121728 w 124547"/>
                <a:gd name="csY6" fmla="*/ 60504 h 71749"/>
                <a:gd name="csX7" fmla="*/ 123893 w 124547"/>
                <a:gd name="csY7" fmla="*/ 55742 h 71749"/>
                <a:gd name="csX8" fmla="*/ 122591 w 124547"/>
                <a:gd name="csY8" fmla="*/ 44928 h 71749"/>
                <a:gd name="csX9" fmla="*/ 118045 w 124547"/>
                <a:gd name="csY9" fmla="*/ 42229 h 71749"/>
                <a:gd name="csX10" fmla="*/ 110577 w 124547"/>
                <a:gd name="csY10" fmla="*/ 43956 h 71749"/>
                <a:gd name="csX11" fmla="*/ 109282 w 124547"/>
                <a:gd name="csY11" fmla="*/ 38006 h 71749"/>
                <a:gd name="csX12" fmla="*/ 114800 w 124547"/>
                <a:gd name="csY12" fmla="*/ 31739 h 71749"/>
                <a:gd name="csX13" fmla="*/ 102786 w 124547"/>
                <a:gd name="csY13" fmla="*/ 15191 h 71749"/>
                <a:gd name="csX14" fmla="*/ 100621 w 124547"/>
                <a:gd name="csY14" fmla="*/ 8815 h 71749"/>
                <a:gd name="csX15" fmla="*/ 84930 w 124547"/>
                <a:gd name="csY15" fmla="*/ 7729 h 71749"/>
                <a:gd name="csX16" fmla="*/ 68369 w 124547"/>
                <a:gd name="csY16" fmla="*/ 14651 h 71749"/>
                <a:gd name="csX17" fmla="*/ 62305 w 124547"/>
                <a:gd name="csY17" fmla="*/ 19191 h 71749"/>
                <a:gd name="csX18" fmla="*/ 56463 w 124547"/>
                <a:gd name="csY18" fmla="*/ 15083 h 71749"/>
                <a:gd name="csX19" fmla="*/ 62197 w 124547"/>
                <a:gd name="csY19" fmla="*/ 8701 h 71749"/>
                <a:gd name="csX20" fmla="*/ 64902 w 124547"/>
                <a:gd name="csY20" fmla="*/ 4916 h 71749"/>
                <a:gd name="csX21" fmla="*/ 51484 w 124547"/>
                <a:gd name="csY21" fmla="*/ 1132 h 71749"/>
                <a:gd name="csX22" fmla="*/ 46938 w 124547"/>
                <a:gd name="csY22" fmla="*/ 8701 h 71749"/>
                <a:gd name="csX23" fmla="*/ 45096 w 124547"/>
                <a:gd name="csY23" fmla="*/ 14543 h 71749"/>
                <a:gd name="csX24" fmla="*/ 36003 w 124547"/>
                <a:gd name="csY24" fmla="*/ 8701 h 71749"/>
                <a:gd name="csX25" fmla="*/ 11975 w 124547"/>
                <a:gd name="csY25" fmla="*/ 24170 h 71749"/>
                <a:gd name="csX26" fmla="*/ 11651 w 124547"/>
                <a:gd name="csY26" fmla="*/ 32386 h 71749"/>
                <a:gd name="csX27" fmla="*/ 3859 w 124547"/>
                <a:gd name="csY27" fmla="*/ 34114 h 71749"/>
                <a:gd name="csX28" fmla="*/ 68 w 124547"/>
                <a:gd name="csY28" fmla="*/ 38768 h 71749"/>
                <a:gd name="csX29" fmla="*/ 2989 w 124547"/>
                <a:gd name="csY29" fmla="*/ 42769 h 71749"/>
                <a:gd name="csX30" fmla="*/ 19118 w 124547"/>
                <a:gd name="csY30" fmla="*/ 44712 h 71749"/>
                <a:gd name="csX31" fmla="*/ 20312 w 124547"/>
                <a:gd name="csY31" fmla="*/ 49150 h 71749"/>
                <a:gd name="csX32" fmla="*/ 18147 w 124547"/>
                <a:gd name="csY32" fmla="*/ 51849 h 71749"/>
                <a:gd name="csX33" fmla="*/ 35787 w 124547"/>
                <a:gd name="csY33" fmla="*/ 67534 h 71749"/>
                <a:gd name="csX34" fmla="*/ 55593 w 124547"/>
                <a:gd name="csY34" fmla="*/ 70124 h 71749"/>
                <a:gd name="csX35" fmla="*/ 55485 w 124547"/>
                <a:gd name="csY35" fmla="*/ 70232 h 71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24547" h="71749">
                  <a:moveTo>
                    <a:pt x="55485" y="70232"/>
                  </a:moveTo>
                  <a:lnTo>
                    <a:pt x="60139" y="59418"/>
                  </a:lnTo>
                  <a:lnTo>
                    <a:pt x="73348" y="54986"/>
                  </a:lnTo>
                  <a:lnTo>
                    <a:pt x="83952" y="70340"/>
                  </a:lnTo>
                  <a:lnTo>
                    <a:pt x="107764" y="71750"/>
                  </a:lnTo>
                  <a:cubicBezTo>
                    <a:pt x="108520" y="69369"/>
                    <a:pt x="108736" y="67426"/>
                    <a:pt x="108628" y="67858"/>
                  </a:cubicBezTo>
                  <a:cubicBezTo>
                    <a:pt x="109498" y="60720"/>
                    <a:pt x="118585" y="67311"/>
                    <a:pt x="121728" y="60504"/>
                  </a:cubicBezTo>
                  <a:lnTo>
                    <a:pt x="123893" y="55742"/>
                  </a:lnTo>
                  <a:cubicBezTo>
                    <a:pt x="125951" y="51201"/>
                    <a:pt x="122484" y="44280"/>
                    <a:pt x="122591" y="44928"/>
                  </a:cubicBezTo>
                  <a:cubicBezTo>
                    <a:pt x="121944" y="43092"/>
                    <a:pt x="119887" y="41905"/>
                    <a:pt x="118045" y="42229"/>
                  </a:cubicBezTo>
                  <a:lnTo>
                    <a:pt x="110577" y="43956"/>
                  </a:lnTo>
                  <a:cubicBezTo>
                    <a:pt x="106247" y="44928"/>
                    <a:pt x="105167" y="39848"/>
                    <a:pt x="109282" y="38006"/>
                  </a:cubicBezTo>
                  <a:cubicBezTo>
                    <a:pt x="110901" y="36819"/>
                    <a:pt x="118369" y="35307"/>
                    <a:pt x="114800" y="31739"/>
                  </a:cubicBezTo>
                  <a:cubicBezTo>
                    <a:pt x="104736" y="21572"/>
                    <a:pt x="101808" y="19845"/>
                    <a:pt x="102786" y="15191"/>
                  </a:cubicBezTo>
                  <a:cubicBezTo>
                    <a:pt x="102786" y="14543"/>
                    <a:pt x="104736" y="9679"/>
                    <a:pt x="100621" y="8815"/>
                  </a:cubicBezTo>
                  <a:cubicBezTo>
                    <a:pt x="93909" y="7405"/>
                    <a:pt x="89038" y="5678"/>
                    <a:pt x="84930" y="7729"/>
                  </a:cubicBezTo>
                  <a:cubicBezTo>
                    <a:pt x="73455" y="13571"/>
                    <a:pt x="71182" y="9463"/>
                    <a:pt x="68369" y="14651"/>
                  </a:cubicBezTo>
                  <a:cubicBezTo>
                    <a:pt x="67823" y="15299"/>
                    <a:pt x="66527" y="19731"/>
                    <a:pt x="62305" y="19191"/>
                  </a:cubicBezTo>
                  <a:cubicBezTo>
                    <a:pt x="61225" y="18759"/>
                    <a:pt x="54298" y="19623"/>
                    <a:pt x="56463" y="15083"/>
                  </a:cubicBezTo>
                  <a:cubicBezTo>
                    <a:pt x="57002" y="14327"/>
                    <a:pt x="58082" y="10219"/>
                    <a:pt x="62197" y="8701"/>
                  </a:cubicBezTo>
                  <a:cubicBezTo>
                    <a:pt x="62844" y="8269"/>
                    <a:pt x="68801" y="7082"/>
                    <a:pt x="64902" y="4916"/>
                  </a:cubicBezTo>
                  <a:cubicBezTo>
                    <a:pt x="60463" y="3081"/>
                    <a:pt x="55701" y="-2329"/>
                    <a:pt x="51484" y="1132"/>
                  </a:cubicBezTo>
                  <a:cubicBezTo>
                    <a:pt x="50938" y="1786"/>
                    <a:pt x="46722" y="3945"/>
                    <a:pt x="46938" y="8701"/>
                  </a:cubicBezTo>
                  <a:cubicBezTo>
                    <a:pt x="46938" y="9895"/>
                    <a:pt x="48449" y="18327"/>
                    <a:pt x="45096" y="14543"/>
                  </a:cubicBezTo>
                  <a:cubicBezTo>
                    <a:pt x="43363" y="13032"/>
                    <a:pt x="40658" y="7513"/>
                    <a:pt x="36003" y="8701"/>
                  </a:cubicBezTo>
                  <a:cubicBezTo>
                    <a:pt x="29075" y="10434"/>
                    <a:pt x="8298" y="14759"/>
                    <a:pt x="11975" y="24170"/>
                  </a:cubicBezTo>
                  <a:cubicBezTo>
                    <a:pt x="12190" y="25465"/>
                    <a:pt x="16198" y="31307"/>
                    <a:pt x="11651" y="32386"/>
                  </a:cubicBezTo>
                  <a:lnTo>
                    <a:pt x="3859" y="34114"/>
                  </a:lnTo>
                  <a:cubicBezTo>
                    <a:pt x="500" y="34876"/>
                    <a:pt x="-255" y="39416"/>
                    <a:pt x="68" y="38768"/>
                  </a:cubicBezTo>
                  <a:cubicBezTo>
                    <a:pt x="-148" y="40711"/>
                    <a:pt x="1154" y="42553"/>
                    <a:pt x="2989" y="42769"/>
                  </a:cubicBezTo>
                  <a:lnTo>
                    <a:pt x="19118" y="44712"/>
                  </a:lnTo>
                  <a:cubicBezTo>
                    <a:pt x="22909" y="45144"/>
                    <a:pt x="20204" y="49798"/>
                    <a:pt x="20312" y="49150"/>
                  </a:cubicBezTo>
                  <a:cubicBezTo>
                    <a:pt x="19874" y="50014"/>
                    <a:pt x="19118" y="50878"/>
                    <a:pt x="18147" y="51849"/>
                  </a:cubicBezTo>
                  <a:lnTo>
                    <a:pt x="35787" y="67534"/>
                  </a:lnTo>
                  <a:lnTo>
                    <a:pt x="55593" y="70124"/>
                  </a:lnTo>
                  <a:lnTo>
                    <a:pt x="55485" y="70232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0458DD3-23BA-0B63-9C9D-46FA12087869}"/>
                </a:ext>
              </a:extLst>
            </p:cNvPr>
            <p:cNvSpPr/>
            <p:nvPr/>
          </p:nvSpPr>
          <p:spPr>
            <a:xfrm>
              <a:off x="5792782" y="3046132"/>
              <a:ext cx="585022" cy="353157"/>
            </a:xfrm>
            <a:custGeom>
              <a:avLst/>
              <a:gdLst>
                <a:gd name="csX0" fmla="*/ 660527 w 674687"/>
                <a:gd name="csY0" fmla="*/ 186207 h 407284"/>
                <a:gd name="csX1" fmla="*/ 657606 w 674687"/>
                <a:gd name="csY1" fmla="*/ 179940 h 407284"/>
                <a:gd name="csX2" fmla="*/ 674688 w 674687"/>
                <a:gd name="csY2" fmla="*/ 169774 h 407284"/>
                <a:gd name="csX3" fmla="*/ 673417 w 674687"/>
                <a:gd name="csY3" fmla="*/ 151174 h 407284"/>
                <a:gd name="csX4" fmla="*/ 660844 w 674687"/>
                <a:gd name="csY4" fmla="*/ 151930 h 407284"/>
                <a:gd name="csX5" fmla="*/ 640969 w 674687"/>
                <a:gd name="csY5" fmla="*/ 137871 h 407284"/>
                <a:gd name="csX6" fmla="*/ 628079 w 674687"/>
                <a:gd name="csY6" fmla="*/ 138519 h 407284"/>
                <a:gd name="csX7" fmla="*/ 604583 w 674687"/>
                <a:gd name="csY7" fmla="*/ 125438 h 407284"/>
                <a:gd name="csX8" fmla="*/ 594487 w 674687"/>
                <a:gd name="csY8" fmla="*/ 133655 h 407284"/>
                <a:gd name="csX9" fmla="*/ 571881 w 674687"/>
                <a:gd name="csY9" fmla="*/ 105867 h 407284"/>
                <a:gd name="csX10" fmla="*/ 550990 w 674687"/>
                <a:gd name="csY10" fmla="*/ 111379 h 407284"/>
                <a:gd name="csX11" fmla="*/ 543116 w 674687"/>
                <a:gd name="csY11" fmla="*/ 118408 h 407284"/>
                <a:gd name="csX12" fmla="*/ 520509 w 674687"/>
                <a:gd name="csY12" fmla="*/ 106191 h 407284"/>
                <a:gd name="csX13" fmla="*/ 506413 w 674687"/>
                <a:gd name="csY13" fmla="*/ 112890 h 407284"/>
                <a:gd name="csX14" fmla="*/ 494855 w 674687"/>
                <a:gd name="csY14" fmla="*/ 98400 h 407284"/>
                <a:gd name="csX15" fmla="*/ 499173 w 674687"/>
                <a:gd name="csY15" fmla="*/ 88240 h 407284"/>
                <a:gd name="csX16" fmla="*/ 486473 w 674687"/>
                <a:gd name="csY16" fmla="*/ 64878 h 407284"/>
                <a:gd name="csX17" fmla="*/ 453072 w 674687"/>
                <a:gd name="csY17" fmla="*/ 63259 h 407284"/>
                <a:gd name="csX18" fmla="*/ 447548 w 674687"/>
                <a:gd name="csY18" fmla="*/ 39795 h 407284"/>
                <a:gd name="csX19" fmla="*/ 460184 w 674687"/>
                <a:gd name="csY19" fmla="*/ 34925 h 407284"/>
                <a:gd name="csX20" fmla="*/ 438658 w 674687"/>
                <a:gd name="csY20" fmla="*/ 2051 h 407284"/>
                <a:gd name="csX21" fmla="*/ 417131 w 674687"/>
                <a:gd name="csY21" fmla="*/ 0 h 407284"/>
                <a:gd name="csX22" fmla="*/ 405955 w 674687"/>
                <a:gd name="csY22" fmla="*/ 7677 h 407284"/>
                <a:gd name="csX23" fmla="*/ 384111 w 674687"/>
                <a:gd name="csY23" fmla="*/ 4000 h 407284"/>
                <a:gd name="csX24" fmla="*/ 379222 w 674687"/>
                <a:gd name="csY24" fmla="*/ 17405 h 407284"/>
                <a:gd name="csX25" fmla="*/ 359092 w 674687"/>
                <a:gd name="csY25" fmla="*/ 15570 h 407284"/>
                <a:gd name="csX26" fmla="*/ 332232 w 674687"/>
                <a:gd name="csY26" fmla="*/ 14922 h 407284"/>
                <a:gd name="csX27" fmla="*/ 316040 w 674687"/>
                <a:gd name="csY27" fmla="*/ 37414 h 407284"/>
                <a:gd name="csX28" fmla="*/ 321754 w 674687"/>
                <a:gd name="csY28" fmla="*/ 55797 h 407284"/>
                <a:gd name="csX29" fmla="*/ 302387 w 674687"/>
                <a:gd name="csY29" fmla="*/ 64446 h 407284"/>
                <a:gd name="csX30" fmla="*/ 292735 w 674687"/>
                <a:gd name="csY30" fmla="*/ 49739 h 407284"/>
                <a:gd name="csX31" fmla="*/ 266129 w 674687"/>
                <a:gd name="csY31" fmla="*/ 53848 h 407284"/>
                <a:gd name="csX32" fmla="*/ 259397 w 674687"/>
                <a:gd name="csY32" fmla="*/ 41739 h 407284"/>
                <a:gd name="csX33" fmla="*/ 204533 w 674687"/>
                <a:gd name="csY33" fmla="*/ 49092 h 407284"/>
                <a:gd name="csX34" fmla="*/ 183324 w 674687"/>
                <a:gd name="csY34" fmla="*/ 32874 h 407284"/>
                <a:gd name="csX35" fmla="*/ 86233 w 674687"/>
                <a:gd name="csY35" fmla="*/ 24974 h 407284"/>
                <a:gd name="csX36" fmla="*/ 73279 w 674687"/>
                <a:gd name="csY36" fmla="*/ 43904 h 407284"/>
                <a:gd name="csX37" fmla="*/ 53975 w 674687"/>
                <a:gd name="csY37" fmla="*/ 42278 h 407284"/>
                <a:gd name="csX38" fmla="*/ 53784 w 674687"/>
                <a:gd name="csY38" fmla="*/ 42494 h 407284"/>
                <a:gd name="csX39" fmla="*/ 53340 w 674687"/>
                <a:gd name="csY39" fmla="*/ 48660 h 407284"/>
                <a:gd name="csX40" fmla="*/ 75755 w 674687"/>
                <a:gd name="csY40" fmla="*/ 98946 h 407284"/>
                <a:gd name="csX41" fmla="*/ 69469 w 674687"/>
                <a:gd name="csY41" fmla="*/ 110299 h 407284"/>
                <a:gd name="csX42" fmla="*/ 57531 w 674687"/>
                <a:gd name="csY42" fmla="*/ 108242 h 407284"/>
                <a:gd name="csX43" fmla="*/ 20447 w 674687"/>
                <a:gd name="csY43" fmla="*/ 153663 h 407284"/>
                <a:gd name="csX44" fmla="*/ 29718 w 674687"/>
                <a:gd name="csY44" fmla="*/ 181667 h 407284"/>
                <a:gd name="csX45" fmla="*/ 16002 w 674687"/>
                <a:gd name="csY45" fmla="*/ 178422 h 407284"/>
                <a:gd name="csX46" fmla="*/ 0 w 674687"/>
                <a:gd name="csY46" fmla="*/ 212922 h 407284"/>
                <a:gd name="csX47" fmla="*/ 27495 w 674687"/>
                <a:gd name="csY47" fmla="*/ 237249 h 407284"/>
                <a:gd name="csX48" fmla="*/ 90551 w 674687"/>
                <a:gd name="csY48" fmla="*/ 238442 h 407284"/>
                <a:gd name="csX49" fmla="*/ 107315 w 674687"/>
                <a:gd name="csY49" fmla="*/ 251955 h 407284"/>
                <a:gd name="csX50" fmla="*/ 121729 w 674687"/>
                <a:gd name="csY50" fmla="*/ 239522 h 407284"/>
                <a:gd name="csX51" fmla="*/ 153479 w 674687"/>
                <a:gd name="csY51" fmla="*/ 236277 h 407284"/>
                <a:gd name="csX52" fmla="*/ 170243 w 674687"/>
                <a:gd name="csY52" fmla="*/ 215735 h 407284"/>
                <a:gd name="csX53" fmla="*/ 205422 w 674687"/>
                <a:gd name="csY53" fmla="*/ 210325 h 407284"/>
                <a:gd name="csX54" fmla="*/ 262318 w 674687"/>
                <a:gd name="csY54" fmla="*/ 238982 h 407284"/>
                <a:gd name="csX55" fmla="*/ 261810 w 674687"/>
                <a:gd name="csY55" fmla="*/ 262230 h 407284"/>
                <a:gd name="csX56" fmla="*/ 281051 w 674687"/>
                <a:gd name="csY56" fmla="*/ 273044 h 407284"/>
                <a:gd name="csX57" fmla="*/ 278574 w 674687"/>
                <a:gd name="csY57" fmla="*/ 291966 h 407284"/>
                <a:gd name="csX58" fmla="*/ 292989 w 674687"/>
                <a:gd name="csY58" fmla="*/ 298456 h 407284"/>
                <a:gd name="csX59" fmla="*/ 312356 w 674687"/>
                <a:gd name="csY59" fmla="*/ 327438 h 407284"/>
                <a:gd name="csX60" fmla="*/ 312420 w 674687"/>
                <a:gd name="csY60" fmla="*/ 327438 h 407284"/>
                <a:gd name="csX61" fmla="*/ 321437 w 674687"/>
                <a:gd name="csY61" fmla="*/ 315652 h 407284"/>
                <a:gd name="csX62" fmla="*/ 323152 w 674687"/>
                <a:gd name="csY62" fmla="*/ 308623 h 407284"/>
                <a:gd name="csX63" fmla="*/ 326199 w 674687"/>
                <a:gd name="csY63" fmla="*/ 304514 h 407284"/>
                <a:gd name="csX64" fmla="*/ 380936 w 674687"/>
                <a:gd name="csY64" fmla="*/ 312623 h 407284"/>
                <a:gd name="csX65" fmla="*/ 364109 w 674687"/>
                <a:gd name="csY65" fmla="*/ 318357 h 407284"/>
                <a:gd name="csX66" fmla="*/ 360807 w 674687"/>
                <a:gd name="csY66" fmla="*/ 322034 h 407284"/>
                <a:gd name="csX67" fmla="*/ 368427 w 674687"/>
                <a:gd name="csY67" fmla="*/ 324193 h 407284"/>
                <a:gd name="csX68" fmla="*/ 389954 w 674687"/>
                <a:gd name="csY68" fmla="*/ 332194 h 407284"/>
                <a:gd name="csX69" fmla="*/ 417957 w 674687"/>
                <a:gd name="csY69" fmla="*/ 327977 h 407284"/>
                <a:gd name="csX70" fmla="*/ 433578 w 674687"/>
                <a:gd name="csY70" fmla="*/ 338036 h 407284"/>
                <a:gd name="csX71" fmla="*/ 406527 w 674687"/>
                <a:gd name="csY71" fmla="*/ 348202 h 407284"/>
                <a:gd name="csX72" fmla="*/ 401765 w 674687"/>
                <a:gd name="csY72" fmla="*/ 353822 h 407284"/>
                <a:gd name="csX73" fmla="*/ 389827 w 674687"/>
                <a:gd name="csY73" fmla="*/ 362153 h 407284"/>
                <a:gd name="csX74" fmla="*/ 397319 w 674687"/>
                <a:gd name="csY74" fmla="*/ 364636 h 407284"/>
                <a:gd name="csX75" fmla="*/ 410528 w 674687"/>
                <a:gd name="csY75" fmla="*/ 363664 h 407284"/>
                <a:gd name="csX76" fmla="*/ 420560 w 674687"/>
                <a:gd name="csY76" fmla="*/ 371450 h 407284"/>
                <a:gd name="csX77" fmla="*/ 424561 w 674687"/>
                <a:gd name="csY77" fmla="*/ 369614 h 407284"/>
                <a:gd name="csX78" fmla="*/ 428561 w 674687"/>
                <a:gd name="csY78" fmla="*/ 375882 h 407284"/>
                <a:gd name="csX79" fmla="*/ 430720 w 674687"/>
                <a:gd name="csY79" fmla="*/ 383991 h 407284"/>
                <a:gd name="csX80" fmla="*/ 425641 w 674687"/>
                <a:gd name="csY80" fmla="*/ 397402 h 407284"/>
                <a:gd name="csX81" fmla="*/ 425132 w 674687"/>
                <a:gd name="csY81" fmla="*/ 401510 h 407284"/>
                <a:gd name="csX82" fmla="*/ 440627 w 674687"/>
                <a:gd name="csY82" fmla="*/ 406921 h 407284"/>
                <a:gd name="csX83" fmla="*/ 459740 w 674687"/>
                <a:gd name="csY83" fmla="*/ 398266 h 407284"/>
                <a:gd name="csX84" fmla="*/ 468185 w 674687"/>
                <a:gd name="csY84" fmla="*/ 389833 h 407284"/>
                <a:gd name="csX85" fmla="*/ 484442 w 674687"/>
                <a:gd name="csY85" fmla="*/ 387782 h 407284"/>
                <a:gd name="csX86" fmla="*/ 490093 w 674687"/>
                <a:gd name="csY86" fmla="*/ 384105 h 407284"/>
                <a:gd name="csX87" fmla="*/ 498411 w 674687"/>
                <a:gd name="csY87" fmla="*/ 377939 h 407284"/>
                <a:gd name="csX88" fmla="*/ 498729 w 674687"/>
                <a:gd name="csY88" fmla="*/ 376745 h 407284"/>
                <a:gd name="csX89" fmla="*/ 512699 w 674687"/>
                <a:gd name="csY89" fmla="*/ 376860 h 407284"/>
                <a:gd name="csX90" fmla="*/ 518731 w 674687"/>
                <a:gd name="csY90" fmla="*/ 378911 h 407284"/>
                <a:gd name="csX91" fmla="*/ 536829 w 674687"/>
                <a:gd name="csY91" fmla="*/ 372745 h 407284"/>
                <a:gd name="csX92" fmla="*/ 539432 w 674687"/>
                <a:gd name="csY92" fmla="*/ 363017 h 407284"/>
                <a:gd name="csX93" fmla="*/ 540385 w 674687"/>
                <a:gd name="csY93" fmla="*/ 359664 h 407284"/>
                <a:gd name="csX94" fmla="*/ 531622 w 674687"/>
                <a:gd name="csY94" fmla="*/ 356851 h 407284"/>
                <a:gd name="csX95" fmla="*/ 523494 w 674687"/>
                <a:gd name="csY95" fmla="*/ 360204 h 407284"/>
                <a:gd name="csX96" fmla="*/ 517969 w 674687"/>
                <a:gd name="csY96" fmla="*/ 359880 h 407284"/>
                <a:gd name="csX97" fmla="*/ 504127 w 674687"/>
                <a:gd name="csY97" fmla="*/ 363341 h 407284"/>
                <a:gd name="csX98" fmla="*/ 500126 w 674687"/>
                <a:gd name="csY98" fmla="*/ 360851 h 407284"/>
                <a:gd name="csX99" fmla="*/ 497522 w 674687"/>
                <a:gd name="csY99" fmla="*/ 364312 h 407284"/>
                <a:gd name="csX100" fmla="*/ 494411 w 674687"/>
                <a:gd name="csY100" fmla="*/ 366801 h 407284"/>
                <a:gd name="csX101" fmla="*/ 483553 w 674687"/>
                <a:gd name="csY101" fmla="*/ 360636 h 407284"/>
                <a:gd name="csX102" fmla="*/ 485077 w 674687"/>
                <a:gd name="csY102" fmla="*/ 358800 h 407284"/>
                <a:gd name="csX103" fmla="*/ 483806 w 674687"/>
                <a:gd name="csY103" fmla="*/ 351339 h 407284"/>
                <a:gd name="csX104" fmla="*/ 469074 w 674687"/>
                <a:gd name="csY104" fmla="*/ 344741 h 407284"/>
                <a:gd name="csX105" fmla="*/ 452183 w 674687"/>
                <a:gd name="csY105" fmla="*/ 333927 h 407284"/>
                <a:gd name="csX106" fmla="*/ 440245 w 674687"/>
                <a:gd name="csY106" fmla="*/ 330035 h 407284"/>
                <a:gd name="csX107" fmla="*/ 439166 w 674687"/>
                <a:gd name="csY107" fmla="*/ 321926 h 407284"/>
                <a:gd name="csX108" fmla="*/ 454152 w 674687"/>
                <a:gd name="csY108" fmla="*/ 322250 h 407284"/>
                <a:gd name="csX109" fmla="*/ 473964 w 674687"/>
                <a:gd name="csY109" fmla="*/ 329387 h 407284"/>
                <a:gd name="csX110" fmla="*/ 479044 w 674687"/>
                <a:gd name="csY110" fmla="*/ 336741 h 407284"/>
                <a:gd name="csX111" fmla="*/ 481711 w 674687"/>
                <a:gd name="csY111" fmla="*/ 337172 h 407284"/>
                <a:gd name="csX112" fmla="*/ 483870 w 674687"/>
                <a:gd name="csY112" fmla="*/ 319437 h 407284"/>
                <a:gd name="csX113" fmla="*/ 492125 w 674687"/>
                <a:gd name="csY113" fmla="*/ 315004 h 407284"/>
                <a:gd name="csX114" fmla="*/ 492316 w 674687"/>
                <a:gd name="csY114" fmla="*/ 315868 h 407284"/>
                <a:gd name="csX115" fmla="*/ 500570 w 674687"/>
                <a:gd name="csY115" fmla="*/ 310458 h 407284"/>
                <a:gd name="csX116" fmla="*/ 502285 w 674687"/>
                <a:gd name="csY116" fmla="*/ 303428 h 407284"/>
                <a:gd name="csX117" fmla="*/ 514541 w 674687"/>
                <a:gd name="csY117" fmla="*/ 305486 h 407284"/>
                <a:gd name="csX118" fmla="*/ 547942 w 674687"/>
                <a:gd name="csY118" fmla="*/ 296945 h 407284"/>
                <a:gd name="csX119" fmla="*/ 554545 w 674687"/>
                <a:gd name="csY119" fmla="*/ 298132 h 407284"/>
                <a:gd name="csX120" fmla="*/ 581279 w 674687"/>
                <a:gd name="csY120" fmla="*/ 279317 h 407284"/>
                <a:gd name="csX121" fmla="*/ 601345 w 674687"/>
                <a:gd name="csY121" fmla="*/ 277800 h 407284"/>
                <a:gd name="csX122" fmla="*/ 605790 w 674687"/>
                <a:gd name="csY122" fmla="*/ 256286 h 407284"/>
                <a:gd name="csX123" fmla="*/ 620268 w 674687"/>
                <a:gd name="csY123" fmla="*/ 253149 h 407284"/>
                <a:gd name="csX124" fmla="*/ 624522 w 674687"/>
                <a:gd name="csY124" fmla="*/ 242983 h 407284"/>
                <a:gd name="csX125" fmla="*/ 659575 w 674687"/>
                <a:gd name="csY125" fmla="*/ 243630 h 407284"/>
                <a:gd name="csX126" fmla="*/ 668210 w 674687"/>
                <a:gd name="csY126" fmla="*/ 222218 h 407284"/>
                <a:gd name="csX127" fmla="*/ 656336 w 674687"/>
                <a:gd name="csY127" fmla="*/ 203943 h 407284"/>
                <a:gd name="csX128" fmla="*/ 670814 w 674687"/>
                <a:gd name="csY128" fmla="*/ 190646 h 407284"/>
                <a:gd name="csX129" fmla="*/ 660527 w 674687"/>
                <a:gd name="csY129" fmla="*/ 186430 h 407284"/>
                <a:gd name="csX130" fmla="*/ 660527 w 674687"/>
                <a:gd name="csY130" fmla="*/ 186207 h 407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4687" h="407284">
                  <a:moveTo>
                    <a:pt x="660527" y="186207"/>
                  </a:moveTo>
                  <a:lnTo>
                    <a:pt x="657606" y="179940"/>
                  </a:lnTo>
                  <a:lnTo>
                    <a:pt x="674688" y="169774"/>
                  </a:lnTo>
                  <a:lnTo>
                    <a:pt x="673417" y="151174"/>
                  </a:lnTo>
                  <a:lnTo>
                    <a:pt x="660844" y="151930"/>
                  </a:lnTo>
                  <a:lnTo>
                    <a:pt x="640969" y="137871"/>
                  </a:lnTo>
                  <a:lnTo>
                    <a:pt x="628079" y="138519"/>
                  </a:lnTo>
                  <a:lnTo>
                    <a:pt x="604583" y="125438"/>
                  </a:lnTo>
                  <a:lnTo>
                    <a:pt x="594487" y="133655"/>
                  </a:lnTo>
                  <a:lnTo>
                    <a:pt x="571881" y="105867"/>
                  </a:lnTo>
                  <a:lnTo>
                    <a:pt x="550990" y="111379"/>
                  </a:lnTo>
                  <a:lnTo>
                    <a:pt x="543116" y="118408"/>
                  </a:lnTo>
                  <a:lnTo>
                    <a:pt x="520509" y="106191"/>
                  </a:lnTo>
                  <a:lnTo>
                    <a:pt x="506413" y="112890"/>
                  </a:lnTo>
                  <a:lnTo>
                    <a:pt x="494855" y="98400"/>
                  </a:lnTo>
                  <a:lnTo>
                    <a:pt x="499173" y="88240"/>
                  </a:lnTo>
                  <a:lnTo>
                    <a:pt x="486473" y="64878"/>
                  </a:lnTo>
                  <a:lnTo>
                    <a:pt x="453072" y="63259"/>
                  </a:lnTo>
                  <a:lnTo>
                    <a:pt x="447548" y="39795"/>
                  </a:lnTo>
                  <a:lnTo>
                    <a:pt x="460184" y="34925"/>
                  </a:lnTo>
                  <a:lnTo>
                    <a:pt x="438658" y="2051"/>
                  </a:lnTo>
                  <a:lnTo>
                    <a:pt x="417131" y="0"/>
                  </a:lnTo>
                  <a:lnTo>
                    <a:pt x="405955" y="7677"/>
                  </a:lnTo>
                  <a:lnTo>
                    <a:pt x="384111" y="4000"/>
                  </a:lnTo>
                  <a:lnTo>
                    <a:pt x="379222" y="17405"/>
                  </a:lnTo>
                  <a:lnTo>
                    <a:pt x="359092" y="15570"/>
                  </a:lnTo>
                  <a:lnTo>
                    <a:pt x="332232" y="14922"/>
                  </a:lnTo>
                  <a:lnTo>
                    <a:pt x="316040" y="37414"/>
                  </a:lnTo>
                  <a:lnTo>
                    <a:pt x="321754" y="55797"/>
                  </a:lnTo>
                  <a:lnTo>
                    <a:pt x="302387" y="64446"/>
                  </a:lnTo>
                  <a:lnTo>
                    <a:pt x="292735" y="49739"/>
                  </a:lnTo>
                  <a:lnTo>
                    <a:pt x="266129" y="53848"/>
                  </a:lnTo>
                  <a:lnTo>
                    <a:pt x="259397" y="41739"/>
                  </a:lnTo>
                  <a:lnTo>
                    <a:pt x="204533" y="49092"/>
                  </a:lnTo>
                  <a:lnTo>
                    <a:pt x="183324" y="32874"/>
                  </a:lnTo>
                  <a:lnTo>
                    <a:pt x="86233" y="24974"/>
                  </a:lnTo>
                  <a:lnTo>
                    <a:pt x="73279" y="43904"/>
                  </a:lnTo>
                  <a:lnTo>
                    <a:pt x="53975" y="42278"/>
                  </a:lnTo>
                  <a:lnTo>
                    <a:pt x="53784" y="42494"/>
                  </a:lnTo>
                  <a:lnTo>
                    <a:pt x="53340" y="48660"/>
                  </a:lnTo>
                  <a:lnTo>
                    <a:pt x="75755" y="98946"/>
                  </a:lnTo>
                  <a:lnTo>
                    <a:pt x="69469" y="110299"/>
                  </a:lnTo>
                  <a:lnTo>
                    <a:pt x="57531" y="108242"/>
                  </a:lnTo>
                  <a:lnTo>
                    <a:pt x="20447" y="153663"/>
                  </a:lnTo>
                  <a:lnTo>
                    <a:pt x="29718" y="181667"/>
                  </a:lnTo>
                  <a:lnTo>
                    <a:pt x="16002" y="178422"/>
                  </a:lnTo>
                  <a:lnTo>
                    <a:pt x="0" y="212922"/>
                  </a:lnTo>
                  <a:lnTo>
                    <a:pt x="27495" y="237249"/>
                  </a:lnTo>
                  <a:lnTo>
                    <a:pt x="90551" y="238442"/>
                  </a:lnTo>
                  <a:lnTo>
                    <a:pt x="107315" y="251955"/>
                  </a:lnTo>
                  <a:lnTo>
                    <a:pt x="121729" y="239522"/>
                  </a:lnTo>
                  <a:lnTo>
                    <a:pt x="153479" y="236277"/>
                  </a:lnTo>
                  <a:lnTo>
                    <a:pt x="170243" y="215735"/>
                  </a:lnTo>
                  <a:lnTo>
                    <a:pt x="205422" y="210325"/>
                  </a:lnTo>
                  <a:lnTo>
                    <a:pt x="262318" y="238982"/>
                  </a:lnTo>
                  <a:lnTo>
                    <a:pt x="261810" y="262230"/>
                  </a:lnTo>
                  <a:lnTo>
                    <a:pt x="281051" y="273044"/>
                  </a:lnTo>
                  <a:lnTo>
                    <a:pt x="278574" y="291966"/>
                  </a:lnTo>
                  <a:lnTo>
                    <a:pt x="292989" y="298456"/>
                  </a:lnTo>
                  <a:lnTo>
                    <a:pt x="312356" y="327438"/>
                  </a:lnTo>
                  <a:lnTo>
                    <a:pt x="312420" y="327438"/>
                  </a:lnTo>
                  <a:lnTo>
                    <a:pt x="321437" y="315652"/>
                  </a:lnTo>
                  <a:cubicBezTo>
                    <a:pt x="323596" y="312623"/>
                    <a:pt x="323279" y="307975"/>
                    <a:pt x="323152" y="308623"/>
                  </a:cubicBezTo>
                  <a:cubicBezTo>
                    <a:pt x="323088" y="306565"/>
                    <a:pt x="324358" y="304730"/>
                    <a:pt x="326199" y="304514"/>
                  </a:cubicBezTo>
                  <a:cubicBezTo>
                    <a:pt x="389509" y="295535"/>
                    <a:pt x="392113" y="313271"/>
                    <a:pt x="380936" y="312623"/>
                  </a:cubicBezTo>
                  <a:cubicBezTo>
                    <a:pt x="330073" y="309702"/>
                    <a:pt x="374015" y="314573"/>
                    <a:pt x="364109" y="318357"/>
                  </a:cubicBezTo>
                  <a:cubicBezTo>
                    <a:pt x="363538" y="318789"/>
                    <a:pt x="359410" y="319761"/>
                    <a:pt x="360807" y="322034"/>
                  </a:cubicBezTo>
                  <a:cubicBezTo>
                    <a:pt x="362458" y="324409"/>
                    <a:pt x="368935" y="324301"/>
                    <a:pt x="368427" y="324193"/>
                  </a:cubicBezTo>
                  <a:cubicBezTo>
                    <a:pt x="376555" y="325057"/>
                    <a:pt x="383222" y="333711"/>
                    <a:pt x="389954" y="332194"/>
                  </a:cubicBezTo>
                  <a:cubicBezTo>
                    <a:pt x="411670" y="327330"/>
                    <a:pt x="413893" y="326034"/>
                    <a:pt x="417957" y="327977"/>
                  </a:cubicBezTo>
                  <a:cubicBezTo>
                    <a:pt x="432943" y="335007"/>
                    <a:pt x="437769" y="336525"/>
                    <a:pt x="433578" y="338036"/>
                  </a:cubicBezTo>
                  <a:lnTo>
                    <a:pt x="406527" y="348202"/>
                  </a:lnTo>
                  <a:cubicBezTo>
                    <a:pt x="401638" y="350037"/>
                    <a:pt x="406527" y="351879"/>
                    <a:pt x="401765" y="353822"/>
                  </a:cubicBezTo>
                  <a:cubicBezTo>
                    <a:pt x="395605" y="357067"/>
                    <a:pt x="385635" y="358476"/>
                    <a:pt x="389827" y="362153"/>
                  </a:cubicBezTo>
                  <a:cubicBezTo>
                    <a:pt x="390398" y="362477"/>
                    <a:pt x="393382" y="366477"/>
                    <a:pt x="397319" y="364636"/>
                  </a:cubicBezTo>
                  <a:cubicBezTo>
                    <a:pt x="402399" y="362369"/>
                    <a:pt x="413639" y="359664"/>
                    <a:pt x="410528" y="363664"/>
                  </a:cubicBezTo>
                  <a:cubicBezTo>
                    <a:pt x="407670" y="367233"/>
                    <a:pt x="416433" y="373399"/>
                    <a:pt x="420560" y="371450"/>
                  </a:cubicBezTo>
                  <a:lnTo>
                    <a:pt x="424561" y="369614"/>
                  </a:lnTo>
                  <a:cubicBezTo>
                    <a:pt x="428689" y="367773"/>
                    <a:pt x="425958" y="371450"/>
                    <a:pt x="428561" y="375882"/>
                  </a:cubicBezTo>
                  <a:cubicBezTo>
                    <a:pt x="428942" y="376860"/>
                    <a:pt x="431609" y="379774"/>
                    <a:pt x="430720" y="383991"/>
                  </a:cubicBezTo>
                  <a:cubicBezTo>
                    <a:pt x="429451" y="390049"/>
                    <a:pt x="429323" y="394805"/>
                    <a:pt x="425641" y="397402"/>
                  </a:cubicBezTo>
                  <a:cubicBezTo>
                    <a:pt x="425259" y="398050"/>
                    <a:pt x="421767" y="399783"/>
                    <a:pt x="425132" y="401510"/>
                  </a:cubicBezTo>
                  <a:cubicBezTo>
                    <a:pt x="431736" y="404971"/>
                    <a:pt x="436181" y="408432"/>
                    <a:pt x="440627" y="406921"/>
                  </a:cubicBezTo>
                  <a:cubicBezTo>
                    <a:pt x="453898" y="402374"/>
                    <a:pt x="457264" y="401834"/>
                    <a:pt x="459740" y="398266"/>
                  </a:cubicBezTo>
                  <a:cubicBezTo>
                    <a:pt x="461518" y="396107"/>
                    <a:pt x="463423" y="391128"/>
                    <a:pt x="468185" y="389833"/>
                  </a:cubicBezTo>
                  <a:cubicBezTo>
                    <a:pt x="478790" y="386804"/>
                    <a:pt x="481520" y="385508"/>
                    <a:pt x="484442" y="387782"/>
                  </a:cubicBezTo>
                  <a:cubicBezTo>
                    <a:pt x="487553" y="390157"/>
                    <a:pt x="490474" y="383451"/>
                    <a:pt x="490093" y="384105"/>
                  </a:cubicBezTo>
                  <a:cubicBezTo>
                    <a:pt x="492569" y="379666"/>
                    <a:pt x="497332" y="382695"/>
                    <a:pt x="498411" y="377939"/>
                  </a:cubicBezTo>
                  <a:lnTo>
                    <a:pt x="498729" y="376745"/>
                  </a:lnTo>
                  <a:cubicBezTo>
                    <a:pt x="499935" y="371773"/>
                    <a:pt x="509651" y="374047"/>
                    <a:pt x="512699" y="376860"/>
                  </a:cubicBezTo>
                  <a:cubicBezTo>
                    <a:pt x="513207" y="377184"/>
                    <a:pt x="515366" y="379343"/>
                    <a:pt x="518731" y="378911"/>
                  </a:cubicBezTo>
                  <a:cubicBezTo>
                    <a:pt x="533464" y="376637"/>
                    <a:pt x="537019" y="377076"/>
                    <a:pt x="536829" y="372745"/>
                  </a:cubicBezTo>
                  <a:cubicBezTo>
                    <a:pt x="537019" y="370802"/>
                    <a:pt x="535432" y="365284"/>
                    <a:pt x="539432" y="363017"/>
                  </a:cubicBezTo>
                  <a:cubicBezTo>
                    <a:pt x="539941" y="362477"/>
                    <a:pt x="544068" y="360744"/>
                    <a:pt x="540385" y="359664"/>
                  </a:cubicBezTo>
                  <a:lnTo>
                    <a:pt x="531622" y="356851"/>
                  </a:lnTo>
                  <a:cubicBezTo>
                    <a:pt x="527431" y="355448"/>
                    <a:pt x="522859" y="360636"/>
                    <a:pt x="523494" y="360204"/>
                  </a:cubicBezTo>
                  <a:cubicBezTo>
                    <a:pt x="520827" y="362585"/>
                    <a:pt x="517334" y="359664"/>
                    <a:pt x="517969" y="359880"/>
                  </a:cubicBezTo>
                  <a:cubicBezTo>
                    <a:pt x="512763" y="355448"/>
                    <a:pt x="509968" y="367017"/>
                    <a:pt x="504127" y="363341"/>
                  </a:cubicBezTo>
                  <a:lnTo>
                    <a:pt x="500126" y="360851"/>
                  </a:lnTo>
                  <a:cubicBezTo>
                    <a:pt x="496570" y="358585"/>
                    <a:pt x="497395" y="364852"/>
                    <a:pt x="497522" y="364312"/>
                  </a:cubicBezTo>
                  <a:cubicBezTo>
                    <a:pt x="497522" y="366154"/>
                    <a:pt x="496253" y="367233"/>
                    <a:pt x="494411" y="366801"/>
                  </a:cubicBezTo>
                  <a:cubicBezTo>
                    <a:pt x="489394" y="364852"/>
                    <a:pt x="480314" y="364744"/>
                    <a:pt x="483553" y="360636"/>
                  </a:cubicBezTo>
                  <a:lnTo>
                    <a:pt x="485077" y="358800"/>
                  </a:lnTo>
                  <a:cubicBezTo>
                    <a:pt x="487807" y="355555"/>
                    <a:pt x="483553" y="350793"/>
                    <a:pt x="483806" y="351339"/>
                  </a:cubicBezTo>
                  <a:cubicBezTo>
                    <a:pt x="480885" y="347116"/>
                    <a:pt x="468440" y="344633"/>
                    <a:pt x="469074" y="344741"/>
                  </a:cubicBezTo>
                  <a:cubicBezTo>
                    <a:pt x="461137" y="342360"/>
                    <a:pt x="461137" y="328301"/>
                    <a:pt x="452183" y="333927"/>
                  </a:cubicBezTo>
                  <a:cubicBezTo>
                    <a:pt x="448310" y="336302"/>
                    <a:pt x="439738" y="329711"/>
                    <a:pt x="440245" y="330035"/>
                  </a:cubicBezTo>
                  <a:cubicBezTo>
                    <a:pt x="436499" y="327870"/>
                    <a:pt x="434784" y="322142"/>
                    <a:pt x="439166" y="321926"/>
                  </a:cubicBezTo>
                  <a:cubicBezTo>
                    <a:pt x="445706" y="321704"/>
                    <a:pt x="449770" y="321164"/>
                    <a:pt x="454152" y="322250"/>
                  </a:cubicBezTo>
                  <a:cubicBezTo>
                    <a:pt x="469202" y="325819"/>
                    <a:pt x="472884" y="325057"/>
                    <a:pt x="473964" y="329387"/>
                  </a:cubicBezTo>
                  <a:cubicBezTo>
                    <a:pt x="474472" y="330575"/>
                    <a:pt x="474472" y="335870"/>
                    <a:pt x="479044" y="336741"/>
                  </a:cubicBezTo>
                  <a:lnTo>
                    <a:pt x="481711" y="337172"/>
                  </a:lnTo>
                  <a:cubicBezTo>
                    <a:pt x="488886" y="338468"/>
                    <a:pt x="478599" y="325272"/>
                    <a:pt x="483870" y="319437"/>
                  </a:cubicBezTo>
                  <a:cubicBezTo>
                    <a:pt x="486156" y="317595"/>
                    <a:pt x="490728" y="309702"/>
                    <a:pt x="492125" y="315004"/>
                  </a:cubicBezTo>
                  <a:lnTo>
                    <a:pt x="492316" y="315868"/>
                  </a:lnTo>
                  <a:cubicBezTo>
                    <a:pt x="493776" y="320948"/>
                    <a:pt x="501523" y="315328"/>
                    <a:pt x="500570" y="310458"/>
                  </a:cubicBezTo>
                  <a:cubicBezTo>
                    <a:pt x="500570" y="309270"/>
                    <a:pt x="497777" y="301917"/>
                    <a:pt x="502285" y="303428"/>
                  </a:cubicBezTo>
                  <a:cubicBezTo>
                    <a:pt x="506857" y="305054"/>
                    <a:pt x="510540" y="306889"/>
                    <a:pt x="514541" y="305486"/>
                  </a:cubicBezTo>
                  <a:cubicBezTo>
                    <a:pt x="541274" y="296075"/>
                    <a:pt x="544322" y="293808"/>
                    <a:pt x="547942" y="296945"/>
                  </a:cubicBezTo>
                  <a:cubicBezTo>
                    <a:pt x="548640" y="297161"/>
                    <a:pt x="551243" y="300730"/>
                    <a:pt x="554545" y="298132"/>
                  </a:cubicBezTo>
                  <a:cubicBezTo>
                    <a:pt x="575373" y="281699"/>
                    <a:pt x="576770" y="279641"/>
                    <a:pt x="581279" y="279317"/>
                  </a:cubicBezTo>
                  <a:cubicBezTo>
                    <a:pt x="589343" y="278670"/>
                    <a:pt x="595820" y="278238"/>
                    <a:pt x="601345" y="277800"/>
                  </a:cubicBezTo>
                  <a:lnTo>
                    <a:pt x="605790" y="256286"/>
                  </a:lnTo>
                  <a:lnTo>
                    <a:pt x="620268" y="253149"/>
                  </a:lnTo>
                  <a:lnTo>
                    <a:pt x="624522" y="242983"/>
                  </a:lnTo>
                  <a:lnTo>
                    <a:pt x="659575" y="243630"/>
                  </a:lnTo>
                  <a:lnTo>
                    <a:pt x="668210" y="222218"/>
                  </a:lnTo>
                  <a:lnTo>
                    <a:pt x="656336" y="203943"/>
                  </a:lnTo>
                  <a:lnTo>
                    <a:pt x="670814" y="190646"/>
                  </a:lnTo>
                  <a:lnTo>
                    <a:pt x="660527" y="186430"/>
                  </a:lnTo>
                  <a:lnTo>
                    <a:pt x="660527" y="186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CCBEDE4A-CB05-AD8E-0BAD-F85A4A1D8D82}"/>
                </a:ext>
              </a:extLst>
            </p:cNvPr>
            <p:cNvSpPr/>
            <p:nvPr/>
          </p:nvSpPr>
          <p:spPr>
            <a:xfrm>
              <a:off x="5921074" y="3491146"/>
              <a:ext cx="96101" cy="76160"/>
            </a:xfrm>
            <a:custGeom>
              <a:avLst/>
              <a:gdLst>
                <a:gd name="csX0" fmla="*/ 5080 w 110830"/>
                <a:gd name="csY0" fmla="*/ 63690 h 87833"/>
                <a:gd name="csX1" fmla="*/ 26480 w 110830"/>
                <a:gd name="csY1" fmla="*/ 61639 h 87833"/>
                <a:gd name="csX2" fmla="*/ 7239 w 110830"/>
                <a:gd name="csY2" fmla="*/ 72885 h 87833"/>
                <a:gd name="csX3" fmla="*/ 4953 w 110830"/>
                <a:gd name="csY3" fmla="*/ 83699 h 87833"/>
                <a:gd name="csX4" fmla="*/ 5524 w 110830"/>
                <a:gd name="csY4" fmla="*/ 87052 h 87833"/>
                <a:gd name="csX5" fmla="*/ 26416 w 110830"/>
                <a:gd name="csY5" fmla="*/ 70072 h 87833"/>
                <a:gd name="csX6" fmla="*/ 42863 w 110830"/>
                <a:gd name="csY6" fmla="*/ 61532 h 87833"/>
                <a:gd name="csX7" fmla="*/ 58293 w 110830"/>
                <a:gd name="csY7" fmla="*/ 47149 h 87833"/>
                <a:gd name="csX8" fmla="*/ 72390 w 110830"/>
                <a:gd name="csY8" fmla="*/ 46825 h 87833"/>
                <a:gd name="csX9" fmla="*/ 81598 w 110830"/>
                <a:gd name="csY9" fmla="*/ 43364 h 87833"/>
                <a:gd name="csX10" fmla="*/ 107124 w 110830"/>
                <a:gd name="csY10" fmla="*/ 44875 h 87833"/>
                <a:gd name="csX11" fmla="*/ 109093 w 110830"/>
                <a:gd name="csY11" fmla="*/ 35903 h 87833"/>
                <a:gd name="csX12" fmla="*/ 77470 w 110830"/>
                <a:gd name="csY12" fmla="*/ 21844 h 87833"/>
                <a:gd name="csX13" fmla="*/ 71946 w 110830"/>
                <a:gd name="csY13" fmla="*/ 10382 h 87833"/>
                <a:gd name="csX14" fmla="*/ 71755 w 110830"/>
                <a:gd name="csY14" fmla="*/ 10382 h 87833"/>
                <a:gd name="csX15" fmla="*/ 53531 w 110830"/>
                <a:gd name="csY15" fmla="*/ 8433 h 87833"/>
                <a:gd name="csX16" fmla="*/ 43180 w 110830"/>
                <a:gd name="csY16" fmla="*/ 0 h 87833"/>
                <a:gd name="csX17" fmla="*/ 18035 w 110830"/>
                <a:gd name="csY17" fmla="*/ 6490 h 87833"/>
                <a:gd name="csX18" fmla="*/ 9589 w 110830"/>
                <a:gd name="csY18" fmla="*/ 18383 h 87833"/>
                <a:gd name="csX19" fmla="*/ 20892 w 110830"/>
                <a:gd name="csY19" fmla="*/ 20656 h 87833"/>
                <a:gd name="csX20" fmla="*/ 23051 w 110830"/>
                <a:gd name="csY20" fmla="*/ 35795 h 87833"/>
                <a:gd name="csX21" fmla="*/ 11113 w 110830"/>
                <a:gd name="csY21" fmla="*/ 39795 h 87833"/>
                <a:gd name="csX22" fmla="*/ 11430 w 110830"/>
                <a:gd name="csY22" fmla="*/ 48228 h 87833"/>
                <a:gd name="csX23" fmla="*/ 0 w 110830"/>
                <a:gd name="csY23" fmla="*/ 60446 h 87833"/>
                <a:gd name="csX24" fmla="*/ 5080 w 110830"/>
                <a:gd name="csY24" fmla="*/ 63583 h 87833"/>
                <a:gd name="csX25" fmla="*/ 5080 w 110830"/>
                <a:gd name="csY25" fmla="*/ 63690 h 87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0830" h="87833">
                  <a:moveTo>
                    <a:pt x="5080" y="63690"/>
                  </a:moveTo>
                  <a:cubicBezTo>
                    <a:pt x="22797" y="60662"/>
                    <a:pt x="26162" y="59474"/>
                    <a:pt x="26480" y="61639"/>
                  </a:cubicBezTo>
                  <a:cubicBezTo>
                    <a:pt x="26798" y="64560"/>
                    <a:pt x="6604" y="73209"/>
                    <a:pt x="7239" y="72885"/>
                  </a:cubicBezTo>
                  <a:cubicBezTo>
                    <a:pt x="2922" y="74936"/>
                    <a:pt x="6795" y="78613"/>
                    <a:pt x="4953" y="83699"/>
                  </a:cubicBezTo>
                  <a:cubicBezTo>
                    <a:pt x="4826" y="84239"/>
                    <a:pt x="2223" y="89859"/>
                    <a:pt x="5524" y="87052"/>
                  </a:cubicBezTo>
                  <a:cubicBezTo>
                    <a:pt x="20193" y="74073"/>
                    <a:pt x="22035" y="71799"/>
                    <a:pt x="26416" y="70072"/>
                  </a:cubicBezTo>
                  <a:cubicBezTo>
                    <a:pt x="33719" y="67043"/>
                    <a:pt x="39815" y="65316"/>
                    <a:pt x="42863" y="61532"/>
                  </a:cubicBezTo>
                  <a:cubicBezTo>
                    <a:pt x="52769" y="49308"/>
                    <a:pt x="54102" y="46609"/>
                    <a:pt x="58293" y="47149"/>
                  </a:cubicBezTo>
                  <a:cubicBezTo>
                    <a:pt x="64136" y="47904"/>
                    <a:pt x="68707" y="49308"/>
                    <a:pt x="72390" y="46825"/>
                  </a:cubicBezTo>
                  <a:cubicBezTo>
                    <a:pt x="73597" y="46285"/>
                    <a:pt x="77153" y="42608"/>
                    <a:pt x="81598" y="43364"/>
                  </a:cubicBezTo>
                  <a:cubicBezTo>
                    <a:pt x="103125" y="47365"/>
                    <a:pt x="104839" y="48444"/>
                    <a:pt x="107124" y="44875"/>
                  </a:cubicBezTo>
                  <a:cubicBezTo>
                    <a:pt x="108014" y="42824"/>
                    <a:pt x="113602" y="37630"/>
                    <a:pt x="109093" y="35903"/>
                  </a:cubicBezTo>
                  <a:cubicBezTo>
                    <a:pt x="80836" y="25413"/>
                    <a:pt x="79502" y="25737"/>
                    <a:pt x="77470" y="21844"/>
                  </a:cubicBezTo>
                  <a:cubicBezTo>
                    <a:pt x="75629" y="17736"/>
                    <a:pt x="71628" y="13189"/>
                    <a:pt x="71946" y="10382"/>
                  </a:cubicBezTo>
                  <a:lnTo>
                    <a:pt x="71755" y="10382"/>
                  </a:lnTo>
                  <a:lnTo>
                    <a:pt x="53531" y="8433"/>
                  </a:lnTo>
                  <a:lnTo>
                    <a:pt x="43180" y="0"/>
                  </a:lnTo>
                  <a:lnTo>
                    <a:pt x="18035" y="6490"/>
                  </a:lnTo>
                  <a:lnTo>
                    <a:pt x="9589" y="18383"/>
                  </a:lnTo>
                  <a:lnTo>
                    <a:pt x="20892" y="20656"/>
                  </a:lnTo>
                  <a:lnTo>
                    <a:pt x="23051" y="35795"/>
                  </a:lnTo>
                  <a:lnTo>
                    <a:pt x="11113" y="39795"/>
                  </a:lnTo>
                  <a:lnTo>
                    <a:pt x="11430" y="48228"/>
                  </a:lnTo>
                  <a:lnTo>
                    <a:pt x="0" y="60446"/>
                  </a:lnTo>
                  <a:cubicBezTo>
                    <a:pt x="826" y="62395"/>
                    <a:pt x="2349" y="64122"/>
                    <a:pt x="5080" y="63583"/>
                  </a:cubicBezTo>
                  <a:lnTo>
                    <a:pt x="5080" y="63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58FD2D7D-BFF3-AC72-2EE0-5FCB689D7D16}"/>
                </a:ext>
              </a:extLst>
            </p:cNvPr>
            <p:cNvSpPr/>
            <p:nvPr/>
          </p:nvSpPr>
          <p:spPr>
            <a:xfrm>
              <a:off x="5266437" y="3255418"/>
              <a:ext cx="155321" cy="90388"/>
            </a:xfrm>
            <a:custGeom>
              <a:avLst/>
              <a:gdLst>
                <a:gd name="csX0" fmla="*/ 80308 w 179127"/>
                <a:gd name="csY0" fmla="*/ 82829 h 104241"/>
                <a:gd name="csX1" fmla="*/ 90265 w 179127"/>
                <a:gd name="csY1" fmla="*/ 74181 h 104241"/>
                <a:gd name="csX2" fmla="*/ 106502 w 179127"/>
                <a:gd name="csY2" fmla="*/ 104242 h 104241"/>
                <a:gd name="csX3" fmla="*/ 118085 w 179127"/>
                <a:gd name="csY3" fmla="*/ 101105 h 104241"/>
                <a:gd name="csX4" fmla="*/ 124797 w 179127"/>
                <a:gd name="csY4" fmla="*/ 72015 h 104241"/>
                <a:gd name="csX5" fmla="*/ 155861 w 179127"/>
                <a:gd name="csY5" fmla="*/ 87484 h 104241"/>
                <a:gd name="csX6" fmla="*/ 179127 w 179127"/>
                <a:gd name="csY6" fmla="*/ 56229 h 104241"/>
                <a:gd name="csX7" fmla="*/ 165164 w 179127"/>
                <a:gd name="csY7" fmla="*/ 49200 h 104241"/>
                <a:gd name="csX8" fmla="*/ 154775 w 179127"/>
                <a:gd name="csY8" fmla="*/ 56229 h 104241"/>
                <a:gd name="csX9" fmla="*/ 135509 w 179127"/>
                <a:gd name="csY9" fmla="*/ 41846 h 104241"/>
                <a:gd name="csX10" fmla="*/ 142977 w 179127"/>
                <a:gd name="csY10" fmla="*/ 10922 h 104241"/>
                <a:gd name="csX11" fmla="*/ 97625 w 179127"/>
                <a:gd name="csY11" fmla="*/ 0 h 104241"/>
                <a:gd name="csX12" fmla="*/ 91027 w 179127"/>
                <a:gd name="csY12" fmla="*/ 7137 h 104241"/>
                <a:gd name="csX13" fmla="*/ 94164 w 179127"/>
                <a:gd name="csY13" fmla="*/ 21298 h 104241"/>
                <a:gd name="csX14" fmla="*/ 59855 w 179127"/>
                <a:gd name="csY14" fmla="*/ 16326 h 104241"/>
                <a:gd name="csX15" fmla="*/ 39179 w 179127"/>
                <a:gd name="csY15" fmla="*/ 22600 h 104241"/>
                <a:gd name="csX16" fmla="*/ 5087 w 179127"/>
                <a:gd name="csY16" fmla="*/ 67691 h 104241"/>
                <a:gd name="csX17" fmla="*/ 0 w 179127"/>
                <a:gd name="csY17" fmla="*/ 91808 h 104241"/>
                <a:gd name="csX18" fmla="*/ 30518 w 179127"/>
                <a:gd name="csY18" fmla="*/ 74181 h 104241"/>
                <a:gd name="csX19" fmla="*/ 39395 w 179127"/>
                <a:gd name="csY19" fmla="*/ 98076 h 104241"/>
                <a:gd name="csX20" fmla="*/ 71107 w 179127"/>
                <a:gd name="csY20" fmla="*/ 98730 h 104241"/>
                <a:gd name="csX21" fmla="*/ 80308 w 179127"/>
                <a:gd name="csY21" fmla="*/ 82829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79127" h="104241">
                  <a:moveTo>
                    <a:pt x="80308" y="82829"/>
                  </a:moveTo>
                  <a:lnTo>
                    <a:pt x="90265" y="74181"/>
                  </a:lnTo>
                  <a:lnTo>
                    <a:pt x="106502" y="104242"/>
                  </a:lnTo>
                  <a:lnTo>
                    <a:pt x="118085" y="101105"/>
                  </a:lnTo>
                  <a:lnTo>
                    <a:pt x="124797" y="72015"/>
                  </a:lnTo>
                  <a:lnTo>
                    <a:pt x="155861" y="87484"/>
                  </a:lnTo>
                  <a:lnTo>
                    <a:pt x="179127" y="56229"/>
                  </a:lnTo>
                  <a:lnTo>
                    <a:pt x="165164" y="49200"/>
                  </a:lnTo>
                  <a:lnTo>
                    <a:pt x="154775" y="56229"/>
                  </a:lnTo>
                  <a:lnTo>
                    <a:pt x="135509" y="41846"/>
                  </a:lnTo>
                  <a:lnTo>
                    <a:pt x="142977" y="10922"/>
                  </a:lnTo>
                  <a:lnTo>
                    <a:pt x="97625" y="0"/>
                  </a:lnTo>
                  <a:lnTo>
                    <a:pt x="91027" y="7137"/>
                  </a:lnTo>
                  <a:lnTo>
                    <a:pt x="94164" y="21298"/>
                  </a:lnTo>
                  <a:lnTo>
                    <a:pt x="59855" y="16326"/>
                  </a:lnTo>
                  <a:lnTo>
                    <a:pt x="39179" y="22600"/>
                  </a:lnTo>
                  <a:lnTo>
                    <a:pt x="5087" y="67691"/>
                  </a:lnTo>
                  <a:lnTo>
                    <a:pt x="0" y="91808"/>
                  </a:lnTo>
                  <a:lnTo>
                    <a:pt x="30518" y="74181"/>
                  </a:lnTo>
                  <a:lnTo>
                    <a:pt x="39395" y="98076"/>
                  </a:lnTo>
                  <a:lnTo>
                    <a:pt x="71107" y="98730"/>
                  </a:lnTo>
                  <a:lnTo>
                    <a:pt x="80308" y="82829"/>
                  </a:ln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243A734-0283-0984-A449-27DBA83C63F0}"/>
                </a:ext>
              </a:extLst>
            </p:cNvPr>
            <p:cNvSpPr/>
            <p:nvPr/>
          </p:nvSpPr>
          <p:spPr>
            <a:xfrm>
              <a:off x="5811287" y="2340265"/>
              <a:ext cx="6611" cy="5402"/>
            </a:xfrm>
            <a:custGeom>
              <a:avLst/>
              <a:gdLst>
                <a:gd name="csX0" fmla="*/ 4821 w 7624"/>
                <a:gd name="csY0" fmla="*/ 97 h 6230"/>
                <a:gd name="csX1" fmla="*/ 58 w 7624"/>
                <a:gd name="csY1" fmla="*/ 2695 h 6230"/>
                <a:gd name="csX2" fmla="*/ 4630 w 7624"/>
                <a:gd name="csY2" fmla="*/ 6155 h 6230"/>
                <a:gd name="csX3" fmla="*/ 4821 w 7624"/>
                <a:gd name="csY3" fmla="*/ 97 h 6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24" h="6230">
                  <a:moveTo>
                    <a:pt x="4821" y="97"/>
                  </a:moveTo>
                  <a:cubicBezTo>
                    <a:pt x="4185" y="212"/>
                    <a:pt x="-577" y="-982"/>
                    <a:pt x="58" y="2695"/>
                  </a:cubicBezTo>
                  <a:cubicBezTo>
                    <a:pt x="629" y="5832"/>
                    <a:pt x="5265" y="6479"/>
                    <a:pt x="4630" y="6155"/>
                  </a:cubicBezTo>
                  <a:cubicBezTo>
                    <a:pt x="6789" y="6263"/>
                    <a:pt x="10028" y="644"/>
                    <a:pt x="4821" y="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AC10C974-0840-D4C8-26A4-4D87A2A88CB7}"/>
                </a:ext>
              </a:extLst>
            </p:cNvPr>
            <p:cNvSpPr/>
            <p:nvPr/>
          </p:nvSpPr>
          <p:spPr>
            <a:xfrm>
              <a:off x="5803960" y="2347912"/>
              <a:ext cx="5700" cy="8237"/>
            </a:xfrm>
            <a:custGeom>
              <a:avLst/>
              <a:gdLst>
                <a:gd name="csX0" fmla="*/ 4698 w 6574"/>
                <a:gd name="csY0" fmla="*/ 149 h 9500"/>
                <a:gd name="csX1" fmla="*/ 189 w 6574"/>
                <a:gd name="csY1" fmla="*/ 5769 h 9500"/>
                <a:gd name="csX2" fmla="*/ 5587 w 6574"/>
                <a:gd name="csY2" fmla="*/ 6315 h 9500"/>
                <a:gd name="csX3" fmla="*/ 4698 w 6574"/>
                <a:gd name="csY3" fmla="*/ 149 h 9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574" h="9500">
                  <a:moveTo>
                    <a:pt x="4698" y="149"/>
                  </a:moveTo>
                  <a:cubicBezTo>
                    <a:pt x="1015" y="-1146"/>
                    <a:pt x="-128" y="6423"/>
                    <a:pt x="189" y="5769"/>
                  </a:cubicBezTo>
                  <a:cubicBezTo>
                    <a:pt x="-1017" y="10424"/>
                    <a:pt x="3872" y="10856"/>
                    <a:pt x="5587" y="6315"/>
                  </a:cubicBezTo>
                  <a:cubicBezTo>
                    <a:pt x="5587" y="6315"/>
                    <a:pt x="8317" y="1445"/>
                    <a:pt x="4698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6FF707DC-BD4F-846D-09A5-A98BDCA26CD3}"/>
                </a:ext>
              </a:extLst>
            </p:cNvPr>
            <p:cNvSpPr/>
            <p:nvPr/>
          </p:nvSpPr>
          <p:spPr>
            <a:xfrm>
              <a:off x="5678809" y="2491286"/>
              <a:ext cx="5933" cy="8026"/>
            </a:xfrm>
            <a:custGeom>
              <a:avLst/>
              <a:gdLst>
                <a:gd name="csX0" fmla="*/ 5209 w 6842"/>
                <a:gd name="csY0" fmla="*/ 34 h 9256"/>
                <a:gd name="csX1" fmla="*/ 15 w 6842"/>
                <a:gd name="csY1" fmla="*/ 4251 h 9256"/>
                <a:gd name="csX2" fmla="*/ 2505 w 6842"/>
                <a:gd name="csY2" fmla="*/ 8143 h 9256"/>
                <a:gd name="csX3" fmla="*/ 5209 w 6842"/>
                <a:gd name="csY3" fmla="*/ 34 h 9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42" h="9256">
                  <a:moveTo>
                    <a:pt x="5209" y="34"/>
                  </a:moveTo>
                  <a:cubicBezTo>
                    <a:pt x="4670" y="358"/>
                    <a:pt x="-309" y="-290"/>
                    <a:pt x="15" y="4251"/>
                  </a:cubicBezTo>
                  <a:cubicBezTo>
                    <a:pt x="231" y="4898"/>
                    <a:pt x="-201" y="11928"/>
                    <a:pt x="2505" y="8143"/>
                  </a:cubicBezTo>
                  <a:cubicBezTo>
                    <a:pt x="2505" y="8143"/>
                    <a:pt x="10080" y="-614"/>
                    <a:pt x="5209" y="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0FCF7E46-12F8-5864-F036-AFBF9859F0AC}"/>
                </a:ext>
              </a:extLst>
            </p:cNvPr>
            <p:cNvSpPr/>
            <p:nvPr/>
          </p:nvSpPr>
          <p:spPr>
            <a:xfrm>
              <a:off x="5685788" y="2687273"/>
              <a:ext cx="5957" cy="7671"/>
            </a:xfrm>
            <a:custGeom>
              <a:avLst/>
              <a:gdLst>
                <a:gd name="csX0" fmla="*/ 1491 w 6870"/>
                <a:gd name="csY0" fmla="*/ 1423 h 8847"/>
                <a:gd name="csX1" fmla="*/ 4088 w 6870"/>
                <a:gd name="csY1" fmla="*/ 7912 h 8847"/>
                <a:gd name="csX2" fmla="*/ 5713 w 6870"/>
                <a:gd name="csY2" fmla="*/ 6179 h 8847"/>
                <a:gd name="csX3" fmla="*/ 1815 w 6870"/>
                <a:gd name="csY3" fmla="*/ 1099 h 8847"/>
                <a:gd name="csX4" fmla="*/ 1491 w 6870"/>
                <a:gd name="csY4" fmla="*/ 1315 h 8847"/>
                <a:gd name="csX5" fmla="*/ 1491 w 6870"/>
                <a:gd name="csY5" fmla="*/ 1423 h 8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870" h="8847">
                  <a:moveTo>
                    <a:pt x="1491" y="1423"/>
                  </a:moveTo>
                  <a:cubicBezTo>
                    <a:pt x="-1754" y="4775"/>
                    <a:pt x="843" y="11265"/>
                    <a:pt x="4088" y="7912"/>
                  </a:cubicBezTo>
                  <a:lnTo>
                    <a:pt x="5713" y="6179"/>
                  </a:lnTo>
                  <a:cubicBezTo>
                    <a:pt x="8850" y="2826"/>
                    <a:pt x="4951" y="-2254"/>
                    <a:pt x="1815" y="1099"/>
                  </a:cubicBezTo>
                  <a:lnTo>
                    <a:pt x="1491" y="1315"/>
                  </a:lnTo>
                  <a:lnTo>
                    <a:pt x="1491" y="1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AE627100-278C-2D37-C9F3-C777B70B84F2}"/>
                </a:ext>
              </a:extLst>
            </p:cNvPr>
            <p:cNvSpPr/>
            <p:nvPr/>
          </p:nvSpPr>
          <p:spPr>
            <a:xfrm>
              <a:off x="5678092" y="2699781"/>
              <a:ext cx="8491" cy="6487"/>
            </a:xfrm>
            <a:custGeom>
              <a:avLst/>
              <a:gdLst>
                <a:gd name="csX0" fmla="*/ 1496 w 9792"/>
                <a:gd name="csY0" fmla="*/ 6351 h 7481"/>
                <a:gd name="csX1" fmla="*/ 7878 w 9792"/>
                <a:gd name="csY1" fmla="*/ 5596 h 7481"/>
                <a:gd name="csX2" fmla="*/ 8316 w 9792"/>
                <a:gd name="csY2" fmla="*/ 84 h 7481"/>
                <a:gd name="csX3" fmla="*/ 2791 w 9792"/>
                <a:gd name="csY3" fmla="*/ 1487 h 7481"/>
                <a:gd name="csX4" fmla="*/ 1496 w 9792"/>
                <a:gd name="csY4" fmla="*/ 6351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92" h="7481">
                  <a:moveTo>
                    <a:pt x="1496" y="6351"/>
                  </a:moveTo>
                  <a:cubicBezTo>
                    <a:pt x="2143" y="6459"/>
                    <a:pt x="5496" y="9272"/>
                    <a:pt x="7878" y="5596"/>
                  </a:cubicBezTo>
                  <a:cubicBezTo>
                    <a:pt x="8100" y="4948"/>
                    <a:pt x="11776" y="947"/>
                    <a:pt x="8316" y="84"/>
                  </a:cubicBezTo>
                  <a:cubicBezTo>
                    <a:pt x="6798" y="-240"/>
                    <a:pt x="4309" y="407"/>
                    <a:pt x="2791" y="1487"/>
                  </a:cubicBezTo>
                  <a:cubicBezTo>
                    <a:pt x="2251" y="2135"/>
                    <a:pt x="-2295" y="4408"/>
                    <a:pt x="1496" y="63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43EFD472-351B-90A5-A305-84EAA7739C9C}"/>
                </a:ext>
              </a:extLst>
            </p:cNvPr>
            <p:cNvSpPr/>
            <p:nvPr/>
          </p:nvSpPr>
          <p:spPr>
            <a:xfrm>
              <a:off x="5669281" y="2708199"/>
              <a:ext cx="7237" cy="6810"/>
            </a:xfrm>
            <a:custGeom>
              <a:avLst/>
              <a:gdLst>
                <a:gd name="csX0" fmla="*/ 8083 w 8346"/>
                <a:gd name="csY0" fmla="*/ 5945 h 7854"/>
                <a:gd name="csX1" fmla="*/ 5372 w 8346"/>
                <a:gd name="csY1" fmla="*/ 104 h 7854"/>
                <a:gd name="csX2" fmla="*/ 1048 w 8346"/>
                <a:gd name="csY2" fmla="*/ 4104 h 7854"/>
                <a:gd name="csX3" fmla="*/ 8083 w 8346"/>
                <a:gd name="csY3" fmla="*/ 5945 h 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46" h="7854">
                  <a:moveTo>
                    <a:pt x="8083" y="5945"/>
                  </a:moveTo>
                  <a:cubicBezTo>
                    <a:pt x="8083" y="5298"/>
                    <a:pt x="9595" y="-868"/>
                    <a:pt x="5372" y="104"/>
                  </a:cubicBezTo>
                  <a:cubicBezTo>
                    <a:pt x="4508" y="535"/>
                    <a:pt x="-2635" y="1081"/>
                    <a:pt x="1048" y="4104"/>
                  </a:cubicBezTo>
                  <a:cubicBezTo>
                    <a:pt x="1048" y="4104"/>
                    <a:pt x="7645" y="11134"/>
                    <a:pt x="8083" y="59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7921A99-E4E7-21E6-2F80-F390068EDB6F}"/>
                </a:ext>
              </a:extLst>
            </p:cNvPr>
            <p:cNvSpPr/>
            <p:nvPr/>
          </p:nvSpPr>
          <p:spPr>
            <a:xfrm>
              <a:off x="5661778" y="2716614"/>
              <a:ext cx="8771" cy="7321"/>
            </a:xfrm>
            <a:custGeom>
              <a:avLst/>
              <a:gdLst>
                <a:gd name="csX0" fmla="*/ 2117 w 10115"/>
                <a:gd name="csY0" fmla="*/ 8242 h 8443"/>
                <a:gd name="csX1" fmla="*/ 8829 w 10115"/>
                <a:gd name="csY1" fmla="*/ 2190 h 8443"/>
                <a:gd name="csX2" fmla="*/ 1146 w 10115"/>
                <a:gd name="csY2" fmla="*/ 2190 h 8443"/>
                <a:gd name="csX3" fmla="*/ 2117 w 10115"/>
                <a:gd name="csY3" fmla="*/ 8134 h 8443"/>
                <a:gd name="csX4" fmla="*/ 2117 w 10115"/>
                <a:gd name="csY4" fmla="*/ 8242 h 8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5" h="8443">
                  <a:moveTo>
                    <a:pt x="2117" y="8242"/>
                  </a:moveTo>
                  <a:cubicBezTo>
                    <a:pt x="4606" y="6731"/>
                    <a:pt x="13375" y="4565"/>
                    <a:pt x="8829" y="2190"/>
                  </a:cubicBezTo>
                  <a:cubicBezTo>
                    <a:pt x="7749" y="1867"/>
                    <a:pt x="2447" y="-2572"/>
                    <a:pt x="1146" y="2190"/>
                  </a:cubicBezTo>
                  <a:cubicBezTo>
                    <a:pt x="1146" y="2190"/>
                    <a:pt x="-1991" y="10083"/>
                    <a:pt x="2117" y="8134"/>
                  </a:cubicBezTo>
                  <a:lnTo>
                    <a:pt x="2117" y="8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52DDDD12-A356-BDF6-13E3-AD70C1DCC979}"/>
                </a:ext>
              </a:extLst>
            </p:cNvPr>
            <p:cNvSpPr/>
            <p:nvPr/>
          </p:nvSpPr>
          <p:spPr>
            <a:xfrm>
              <a:off x="5692975" y="2767500"/>
              <a:ext cx="7756" cy="8471"/>
            </a:xfrm>
            <a:custGeom>
              <a:avLst/>
              <a:gdLst>
                <a:gd name="csX0" fmla="*/ 8042 w 8945"/>
                <a:gd name="csY0" fmla="*/ 491 h 9769"/>
                <a:gd name="csX1" fmla="*/ 1966 w 8945"/>
                <a:gd name="csY1" fmla="*/ 1246 h 9769"/>
                <a:gd name="csX2" fmla="*/ 778 w 8945"/>
                <a:gd name="csY2" fmla="*/ 8060 h 9769"/>
                <a:gd name="csX3" fmla="*/ 4233 w 8945"/>
                <a:gd name="csY3" fmla="*/ 8816 h 9769"/>
                <a:gd name="csX4" fmla="*/ 8042 w 8945"/>
                <a:gd name="csY4" fmla="*/ 491 h 9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945" h="9769">
                  <a:moveTo>
                    <a:pt x="8042" y="491"/>
                  </a:moveTo>
                  <a:cubicBezTo>
                    <a:pt x="5630" y="-1021"/>
                    <a:pt x="1426" y="1462"/>
                    <a:pt x="1966" y="1246"/>
                  </a:cubicBezTo>
                  <a:cubicBezTo>
                    <a:pt x="-1603" y="3196"/>
                    <a:pt x="778" y="8708"/>
                    <a:pt x="778" y="8060"/>
                  </a:cubicBezTo>
                  <a:cubicBezTo>
                    <a:pt x="1426" y="10009"/>
                    <a:pt x="2962" y="10333"/>
                    <a:pt x="4233" y="8816"/>
                  </a:cubicBezTo>
                  <a:cubicBezTo>
                    <a:pt x="5312" y="7088"/>
                    <a:pt x="11154" y="2440"/>
                    <a:pt x="8042" y="4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BE07E4AB-C918-7CEB-F1AE-959A9812DAE5}"/>
                </a:ext>
              </a:extLst>
            </p:cNvPr>
            <p:cNvSpPr/>
            <p:nvPr/>
          </p:nvSpPr>
          <p:spPr>
            <a:xfrm>
              <a:off x="5662282" y="2772145"/>
              <a:ext cx="27991" cy="40569"/>
            </a:xfrm>
            <a:custGeom>
              <a:avLst/>
              <a:gdLst>
                <a:gd name="csX0" fmla="*/ 32068 w 32281"/>
                <a:gd name="csY0" fmla="*/ 4545 h 46787"/>
                <a:gd name="csX1" fmla="*/ 31852 w 32281"/>
                <a:gd name="csY1" fmla="*/ 3783 h 46787"/>
                <a:gd name="csX2" fmla="*/ 19075 w 32281"/>
                <a:gd name="csY2" fmla="*/ 2703 h 46787"/>
                <a:gd name="csX3" fmla="*/ 14967 w 32281"/>
                <a:gd name="csY3" fmla="*/ 5948 h 46787"/>
                <a:gd name="csX4" fmla="*/ 9119 w 32281"/>
                <a:gd name="csY4" fmla="*/ 13841 h 46787"/>
                <a:gd name="csX5" fmla="*/ 2515 w 32281"/>
                <a:gd name="csY5" fmla="*/ 21411 h 46787"/>
                <a:gd name="csX6" fmla="*/ 25 w 32281"/>
                <a:gd name="csY6" fmla="*/ 27253 h 46787"/>
                <a:gd name="csX7" fmla="*/ 1003 w 32281"/>
                <a:gd name="csY7" fmla="*/ 40442 h 46787"/>
                <a:gd name="csX8" fmla="*/ 4680 w 32281"/>
                <a:gd name="csY8" fmla="*/ 46176 h 46787"/>
                <a:gd name="csX9" fmla="*/ 10420 w 32281"/>
                <a:gd name="csY9" fmla="*/ 45744 h 46787"/>
                <a:gd name="csX10" fmla="*/ 27521 w 32281"/>
                <a:gd name="csY10" fmla="*/ 32225 h 46787"/>
                <a:gd name="csX11" fmla="*/ 27197 w 32281"/>
                <a:gd name="csY11" fmla="*/ 26713 h 46787"/>
                <a:gd name="csX12" fmla="*/ 28600 w 32281"/>
                <a:gd name="csY12" fmla="*/ 10597 h 46787"/>
                <a:gd name="csX13" fmla="*/ 32068 w 32281"/>
                <a:gd name="csY13" fmla="*/ 4653 h 46787"/>
                <a:gd name="csX14" fmla="*/ 32068 w 32281"/>
                <a:gd name="csY14" fmla="*/ 4545 h 46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281" h="46787">
                  <a:moveTo>
                    <a:pt x="32068" y="4545"/>
                  </a:moveTo>
                  <a:lnTo>
                    <a:pt x="31852" y="3783"/>
                  </a:lnTo>
                  <a:cubicBezTo>
                    <a:pt x="30442" y="-1621"/>
                    <a:pt x="20053" y="-541"/>
                    <a:pt x="19075" y="2703"/>
                  </a:cubicBezTo>
                  <a:cubicBezTo>
                    <a:pt x="18320" y="5085"/>
                    <a:pt x="14313" y="6272"/>
                    <a:pt x="14967" y="5948"/>
                  </a:cubicBezTo>
                  <a:cubicBezTo>
                    <a:pt x="10528" y="7028"/>
                    <a:pt x="8795" y="14489"/>
                    <a:pt x="9119" y="13841"/>
                  </a:cubicBezTo>
                  <a:cubicBezTo>
                    <a:pt x="7499" y="18382"/>
                    <a:pt x="1867" y="21950"/>
                    <a:pt x="2515" y="21411"/>
                  </a:cubicBezTo>
                  <a:cubicBezTo>
                    <a:pt x="1003" y="22604"/>
                    <a:pt x="-191" y="25195"/>
                    <a:pt x="25" y="27253"/>
                  </a:cubicBezTo>
                  <a:lnTo>
                    <a:pt x="1003" y="40442"/>
                  </a:lnTo>
                  <a:cubicBezTo>
                    <a:pt x="1219" y="44334"/>
                    <a:pt x="5334" y="46715"/>
                    <a:pt x="4680" y="46176"/>
                  </a:cubicBezTo>
                  <a:cubicBezTo>
                    <a:pt x="6306" y="47147"/>
                    <a:pt x="8903" y="46931"/>
                    <a:pt x="10420" y="45744"/>
                  </a:cubicBezTo>
                  <a:lnTo>
                    <a:pt x="27521" y="32225"/>
                  </a:lnTo>
                  <a:cubicBezTo>
                    <a:pt x="30550" y="29850"/>
                    <a:pt x="26873" y="26065"/>
                    <a:pt x="27197" y="26713"/>
                  </a:cubicBezTo>
                  <a:cubicBezTo>
                    <a:pt x="23946" y="23144"/>
                    <a:pt x="24162" y="12978"/>
                    <a:pt x="28600" y="10597"/>
                  </a:cubicBezTo>
                  <a:cubicBezTo>
                    <a:pt x="29140" y="9949"/>
                    <a:pt x="33255" y="8977"/>
                    <a:pt x="32068" y="4653"/>
                  </a:cubicBezTo>
                  <a:lnTo>
                    <a:pt x="32068" y="45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96FB1F3E-A3AC-5B27-B8A3-65CC5BF93CFB}"/>
                </a:ext>
              </a:extLst>
            </p:cNvPr>
            <p:cNvSpPr/>
            <p:nvPr/>
          </p:nvSpPr>
          <p:spPr>
            <a:xfrm>
              <a:off x="5662219" y="2816460"/>
              <a:ext cx="8579" cy="8185"/>
            </a:xfrm>
            <a:custGeom>
              <a:avLst/>
              <a:gdLst>
                <a:gd name="csX0" fmla="*/ 1501 w 9894"/>
                <a:gd name="csY0" fmla="*/ 9235 h 9439"/>
                <a:gd name="csX1" fmla="*/ 9299 w 9894"/>
                <a:gd name="csY1" fmla="*/ 2961 h 9439"/>
                <a:gd name="csX2" fmla="*/ 1400 w 9894"/>
                <a:gd name="csY2" fmla="*/ 3285 h 9439"/>
                <a:gd name="csX3" fmla="*/ 1400 w 9894"/>
                <a:gd name="csY3" fmla="*/ 9235 h 9439"/>
                <a:gd name="csX4" fmla="*/ 1501 w 9894"/>
                <a:gd name="csY4" fmla="*/ 9235 h 9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4" h="9439">
                  <a:moveTo>
                    <a:pt x="1501" y="9235"/>
                  </a:moveTo>
                  <a:cubicBezTo>
                    <a:pt x="5185" y="10854"/>
                    <a:pt x="9947" y="2313"/>
                    <a:pt x="9299" y="2961"/>
                  </a:cubicBezTo>
                  <a:cubicBezTo>
                    <a:pt x="12220" y="-1039"/>
                    <a:pt x="3559" y="-1039"/>
                    <a:pt x="1400" y="3285"/>
                  </a:cubicBezTo>
                  <a:cubicBezTo>
                    <a:pt x="1177" y="3933"/>
                    <a:pt x="-1636" y="7939"/>
                    <a:pt x="1400" y="9235"/>
                  </a:cubicBezTo>
                  <a:lnTo>
                    <a:pt x="1501" y="9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09DB180-14D5-8BBC-21F4-EAA3CF848862}"/>
                </a:ext>
              </a:extLst>
            </p:cNvPr>
            <p:cNvSpPr/>
            <p:nvPr/>
          </p:nvSpPr>
          <p:spPr>
            <a:xfrm>
              <a:off x="5605631" y="2801225"/>
              <a:ext cx="24766" cy="56656"/>
            </a:xfrm>
            <a:custGeom>
              <a:avLst/>
              <a:gdLst>
                <a:gd name="csX0" fmla="*/ 26503 w 28562"/>
                <a:gd name="csY0" fmla="*/ 313 h 65340"/>
                <a:gd name="csX1" fmla="*/ 24770 w 28562"/>
                <a:gd name="csY1" fmla="*/ 853 h 65340"/>
                <a:gd name="csX2" fmla="*/ 11676 w 28562"/>
                <a:gd name="csY2" fmla="*/ 25510 h 65340"/>
                <a:gd name="csX3" fmla="*/ 5618 w 28562"/>
                <a:gd name="csY3" fmla="*/ 61515 h 65340"/>
                <a:gd name="csX4" fmla="*/ 26611 w 28562"/>
                <a:gd name="csY4" fmla="*/ 313 h 65340"/>
                <a:gd name="csX5" fmla="*/ 26503 w 28562"/>
                <a:gd name="csY5" fmla="*/ 313 h 65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562" h="65340">
                  <a:moveTo>
                    <a:pt x="26503" y="313"/>
                  </a:moveTo>
                  <a:lnTo>
                    <a:pt x="24770" y="853"/>
                  </a:lnTo>
                  <a:cubicBezTo>
                    <a:pt x="18064" y="3012"/>
                    <a:pt x="18172" y="19021"/>
                    <a:pt x="11676" y="25510"/>
                  </a:cubicBezTo>
                  <a:cubicBezTo>
                    <a:pt x="-5749" y="46592"/>
                    <a:pt x="-15" y="75898"/>
                    <a:pt x="5618" y="61515"/>
                  </a:cubicBezTo>
                  <a:cubicBezTo>
                    <a:pt x="29424" y="421"/>
                    <a:pt x="31049" y="-1204"/>
                    <a:pt x="26611" y="313"/>
                  </a:cubicBezTo>
                  <a:lnTo>
                    <a:pt x="26503" y="3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293E6D1B-F0F0-F7D8-D91D-3D514C3945B0}"/>
                </a:ext>
              </a:extLst>
            </p:cNvPr>
            <p:cNvSpPr/>
            <p:nvPr/>
          </p:nvSpPr>
          <p:spPr>
            <a:xfrm>
              <a:off x="5434154" y="2127033"/>
              <a:ext cx="423104" cy="774143"/>
            </a:xfrm>
            <a:custGeom>
              <a:avLst/>
              <a:gdLst>
                <a:gd name="csX0" fmla="*/ 468522 w 487952"/>
                <a:gd name="csY0" fmla="*/ 204705 h 892794"/>
                <a:gd name="csX1" fmla="*/ 478746 w 487952"/>
                <a:gd name="csY1" fmla="*/ 196380 h 892794"/>
                <a:gd name="csX2" fmla="*/ 481666 w 487952"/>
                <a:gd name="csY2" fmla="*/ 178860 h 892794"/>
                <a:gd name="csX3" fmla="*/ 465220 w 487952"/>
                <a:gd name="csY3" fmla="*/ 152584 h 892794"/>
                <a:gd name="csX4" fmla="*/ 476586 w 487952"/>
                <a:gd name="csY4" fmla="*/ 142418 h 892794"/>
                <a:gd name="csX5" fmla="*/ 476967 w 487952"/>
                <a:gd name="csY5" fmla="*/ 125114 h 892794"/>
                <a:gd name="csX6" fmla="*/ 461854 w 487952"/>
                <a:gd name="csY6" fmla="*/ 121006 h 892794"/>
                <a:gd name="csX7" fmla="*/ 468966 w 487952"/>
                <a:gd name="csY7" fmla="*/ 93218 h 892794"/>
                <a:gd name="csX8" fmla="*/ 450361 w 487952"/>
                <a:gd name="csY8" fmla="*/ 65316 h 892794"/>
                <a:gd name="csX9" fmla="*/ 411054 w 487952"/>
                <a:gd name="csY9" fmla="*/ 53638 h 892794"/>
                <a:gd name="csX10" fmla="*/ 356317 w 487952"/>
                <a:gd name="csY10" fmla="*/ 0 h 892794"/>
                <a:gd name="csX11" fmla="*/ 340823 w 487952"/>
                <a:gd name="csY11" fmla="*/ 7569 h 892794"/>
                <a:gd name="csX12" fmla="*/ 331933 w 487952"/>
                <a:gd name="csY12" fmla="*/ 68237 h 892794"/>
                <a:gd name="csX13" fmla="*/ 277514 w 487952"/>
                <a:gd name="csY13" fmla="*/ 40875 h 892794"/>
                <a:gd name="csX14" fmla="*/ 259658 w 487952"/>
                <a:gd name="csY14" fmla="*/ 51581 h 892794"/>
                <a:gd name="csX15" fmla="*/ 263658 w 487952"/>
                <a:gd name="csY15" fmla="*/ 76562 h 892794"/>
                <a:gd name="csX16" fmla="*/ 251752 w 487952"/>
                <a:gd name="csY16" fmla="*/ 93218 h 892794"/>
                <a:gd name="csX17" fmla="*/ 229997 w 487952"/>
                <a:gd name="csY17" fmla="*/ 83699 h 892794"/>
                <a:gd name="csX18" fmla="*/ 190386 w 487952"/>
                <a:gd name="csY18" fmla="*/ 132467 h 892794"/>
                <a:gd name="csX19" fmla="*/ 197314 w 487952"/>
                <a:gd name="csY19" fmla="*/ 163614 h 892794"/>
                <a:gd name="csX20" fmla="*/ 163328 w 487952"/>
                <a:gd name="csY20" fmla="*/ 216599 h 892794"/>
                <a:gd name="csX21" fmla="*/ 127609 w 487952"/>
                <a:gd name="csY21" fmla="*/ 227959 h 892794"/>
                <a:gd name="csX22" fmla="*/ 126854 w 487952"/>
                <a:gd name="csY22" fmla="*/ 279864 h 892794"/>
                <a:gd name="csX23" fmla="*/ 94812 w 487952"/>
                <a:gd name="csY23" fmla="*/ 326904 h 892794"/>
                <a:gd name="csX24" fmla="*/ 112674 w 487952"/>
                <a:gd name="csY24" fmla="*/ 335877 h 892794"/>
                <a:gd name="csX25" fmla="*/ 111157 w 487952"/>
                <a:gd name="csY25" fmla="*/ 365074 h 892794"/>
                <a:gd name="csX26" fmla="*/ 65805 w 487952"/>
                <a:gd name="csY26" fmla="*/ 361829 h 892794"/>
                <a:gd name="csX27" fmla="*/ 30086 w 487952"/>
                <a:gd name="csY27" fmla="*/ 416116 h 892794"/>
                <a:gd name="csX28" fmla="*/ 40481 w 487952"/>
                <a:gd name="csY28" fmla="*/ 431470 h 892794"/>
                <a:gd name="csX29" fmla="*/ 44158 w 487952"/>
                <a:gd name="csY29" fmla="*/ 482511 h 892794"/>
                <a:gd name="csX30" fmla="*/ 36042 w 487952"/>
                <a:gd name="csY30" fmla="*/ 512464 h 892794"/>
                <a:gd name="csX31" fmla="*/ 63532 w 487952"/>
                <a:gd name="csY31" fmla="*/ 532689 h 892794"/>
                <a:gd name="csX32" fmla="*/ 56064 w 487952"/>
                <a:gd name="csY32" fmla="*/ 553015 h 892794"/>
                <a:gd name="csX33" fmla="*/ 40481 w 487952"/>
                <a:gd name="csY33" fmla="*/ 555396 h 892794"/>
                <a:gd name="csX34" fmla="*/ 56064 w 487952"/>
                <a:gd name="csY34" fmla="*/ 591083 h 892794"/>
                <a:gd name="csX35" fmla="*/ 47841 w 487952"/>
                <a:gd name="csY35" fmla="*/ 619411 h 892794"/>
                <a:gd name="csX36" fmla="*/ 23380 w 487952"/>
                <a:gd name="csY36" fmla="*/ 631203 h 892794"/>
                <a:gd name="csX37" fmla="*/ 28575 w 487952"/>
                <a:gd name="csY37" fmla="*/ 667322 h 892794"/>
                <a:gd name="csX38" fmla="*/ 0 w 487952"/>
                <a:gd name="csY38" fmla="*/ 685921 h 892794"/>
                <a:gd name="csX39" fmla="*/ 4330 w 487952"/>
                <a:gd name="csY39" fmla="*/ 704196 h 892794"/>
                <a:gd name="csX40" fmla="*/ 6490 w 487952"/>
                <a:gd name="csY40" fmla="*/ 716089 h 892794"/>
                <a:gd name="csX41" fmla="*/ 12554 w 487952"/>
                <a:gd name="csY41" fmla="*/ 723227 h 892794"/>
                <a:gd name="csX42" fmla="*/ 11690 w 487952"/>
                <a:gd name="csY42" fmla="*/ 732200 h 892794"/>
                <a:gd name="csX43" fmla="*/ 14935 w 487952"/>
                <a:gd name="csY43" fmla="*/ 737933 h 892794"/>
                <a:gd name="csX44" fmla="*/ 20777 w 487952"/>
                <a:gd name="csY44" fmla="*/ 738581 h 892794"/>
                <a:gd name="csX45" fmla="*/ 22295 w 487952"/>
                <a:gd name="csY45" fmla="*/ 745071 h 892794"/>
                <a:gd name="csX46" fmla="*/ 24676 w 487952"/>
                <a:gd name="csY46" fmla="*/ 753612 h 892794"/>
                <a:gd name="csX47" fmla="*/ 26949 w 487952"/>
                <a:gd name="csY47" fmla="*/ 759346 h 892794"/>
                <a:gd name="csX48" fmla="*/ 29870 w 487952"/>
                <a:gd name="csY48" fmla="*/ 764534 h 892794"/>
                <a:gd name="csX49" fmla="*/ 29870 w 487952"/>
                <a:gd name="csY49" fmla="*/ 768318 h 892794"/>
                <a:gd name="csX50" fmla="*/ 33985 w 487952"/>
                <a:gd name="csY50" fmla="*/ 773074 h 892794"/>
                <a:gd name="csX51" fmla="*/ 37122 w 487952"/>
                <a:gd name="csY51" fmla="*/ 772643 h 892794"/>
                <a:gd name="csX52" fmla="*/ 38964 w 487952"/>
                <a:gd name="csY52" fmla="*/ 780866 h 892794"/>
                <a:gd name="csX53" fmla="*/ 44590 w 487952"/>
                <a:gd name="csY53" fmla="*/ 796544 h 892794"/>
                <a:gd name="csX54" fmla="*/ 54876 w 487952"/>
                <a:gd name="csY54" fmla="*/ 807142 h 892794"/>
                <a:gd name="csX55" fmla="*/ 62884 w 487952"/>
                <a:gd name="csY55" fmla="*/ 817302 h 892794"/>
                <a:gd name="csX56" fmla="*/ 66783 w 487952"/>
                <a:gd name="csY56" fmla="*/ 819683 h 892794"/>
                <a:gd name="csX57" fmla="*/ 67970 w 487952"/>
                <a:gd name="csY57" fmla="*/ 828008 h 892794"/>
                <a:gd name="csX58" fmla="*/ 62452 w 487952"/>
                <a:gd name="csY58" fmla="*/ 829202 h 892794"/>
                <a:gd name="csX59" fmla="*/ 58229 w 487952"/>
                <a:gd name="csY59" fmla="*/ 833419 h 892794"/>
                <a:gd name="csX60" fmla="*/ 62128 w 487952"/>
                <a:gd name="csY60" fmla="*/ 836879 h 892794"/>
                <a:gd name="csX61" fmla="*/ 59309 w 487952"/>
                <a:gd name="csY61" fmla="*/ 841959 h 892794"/>
                <a:gd name="csX62" fmla="*/ 52603 w 487952"/>
                <a:gd name="csY62" fmla="*/ 838714 h 892794"/>
                <a:gd name="csX63" fmla="*/ 52057 w 487952"/>
                <a:gd name="csY63" fmla="*/ 841851 h 892794"/>
                <a:gd name="csX64" fmla="*/ 61582 w 487952"/>
                <a:gd name="csY64" fmla="*/ 858184 h 892794"/>
                <a:gd name="csX65" fmla="*/ 68186 w 487952"/>
                <a:gd name="csY65" fmla="*/ 867480 h 892794"/>
                <a:gd name="csX66" fmla="*/ 70676 w 487952"/>
                <a:gd name="csY66" fmla="*/ 871157 h 892794"/>
                <a:gd name="csX67" fmla="*/ 69920 w 487952"/>
                <a:gd name="csY67" fmla="*/ 879049 h 892794"/>
                <a:gd name="csX68" fmla="*/ 67862 w 487952"/>
                <a:gd name="csY68" fmla="*/ 884892 h 892794"/>
                <a:gd name="csX69" fmla="*/ 65805 w 487952"/>
                <a:gd name="csY69" fmla="*/ 888244 h 892794"/>
                <a:gd name="csX70" fmla="*/ 67430 w 487952"/>
                <a:gd name="csY70" fmla="*/ 892353 h 892794"/>
                <a:gd name="csX71" fmla="*/ 81172 w 487952"/>
                <a:gd name="csY71" fmla="*/ 892785 h 892794"/>
                <a:gd name="csX72" fmla="*/ 107258 w 487952"/>
                <a:gd name="csY72" fmla="*/ 889864 h 892794"/>
                <a:gd name="csX73" fmla="*/ 120142 w 487952"/>
                <a:gd name="csY73" fmla="*/ 879589 h 892794"/>
                <a:gd name="csX74" fmla="*/ 119380 w 487952"/>
                <a:gd name="csY74" fmla="*/ 877646 h 892794"/>
                <a:gd name="csX75" fmla="*/ 114509 w 487952"/>
                <a:gd name="csY75" fmla="*/ 870077 h 892794"/>
                <a:gd name="csX76" fmla="*/ 118948 w 487952"/>
                <a:gd name="csY76" fmla="*/ 859695 h 892794"/>
                <a:gd name="csX77" fmla="*/ 129883 w 487952"/>
                <a:gd name="csY77" fmla="*/ 854291 h 892794"/>
                <a:gd name="csX78" fmla="*/ 129991 w 487952"/>
                <a:gd name="csY78" fmla="*/ 854291 h 892794"/>
                <a:gd name="csX79" fmla="*/ 134753 w 487952"/>
                <a:gd name="csY79" fmla="*/ 854831 h 892794"/>
                <a:gd name="csX80" fmla="*/ 133775 w 487952"/>
                <a:gd name="csY80" fmla="*/ 848773 h 892794"/>
                <a:gd name="csX81" fmla="*/ 135077 w 487952"/>
                <a:gd name="csY81" fmla="*/ 845636 h 892794"/>
                <a:gd name="csX82" fmla="*/ 155422 w 487952"/>
                <a:gd name="csY82" fmla="*/ 846938 h 892794"/>
                <a:gd name="csX83" fmla="*/ 159537 w 487952"/>
                <a:gd name="csY83" fmla="*/ 849528 h 892794"/>
                <a:gd name="csX84" fmla="*/ 167544 w 487952"/>
                <a:gd name="csY84" fmla="*/ 845204 h 892794"/>
                <a:gd name="csX85" fmla="*/ 173717 w 487952"/>
                <a:gd name="csY85" fmla="*/ 848557 h 892794"/>
                <a:gd name="csX86" fmla="*/ 176638 w 487952"/>
                <a:gd name="csY86" fmla="*/ 849205 h 892794"/>
                <a:gd name="csX87" fmla="*/ 181616 w 487952"/>
                <a:gd name="csY87" fmla="*/ 843153 h 892794"/>
                <a:gd name="csX88" fmla="*/ 184543 w 487952"/>
                <a:gd name="csY88" fmla="*/ 834714 h 892794"/>
                <a:gd name="csX89" fmla="*/ 189084 w 487952"/>
                <a:gd name="csY89" fmla="*/ 821201 h 892794"/>
                <a:gd name="csX90" fmla="*/ 196990 w 487952"/>
                <a:gd name="csY90" fmla="*/ 812870 h 892794"/>
                <a:gd name="csX91" fmla="*/ 202076 w 487952"/>
                <a:gd name="csY91" fmla="*/ 794379 h 892794"/>
                <a:gd name="csX92" fmla="*/ 203047 w 487952"/>
                <a:gd name="csY92" fmla="*/ 793083 h 892794"/>
                <a:gd name="csX93" fmla="*/ 202508 w 487952"/>
                <a:gd name="csY93" fmla="*/ 788867 h 892794"/>
                <a:gd name="csX94" fmla="*/ 202076 w 487952"/>
                <a:gd name="csY94" fmla="*/ 779564 h 892794"/>
                <a:gd name="csX95" fmla="*/ 209652 w 487952"/>
                <a:gd name="csY95" fmla="*/ 766159 h 892794"/>
                <a:gd name="csX96" fmla="*/ 209112 w 487952"/>
                <a:gd name="csY96" fmla="*/ 756533 h 892794"/>
                <a:gd name="csX97" fmla="*/ 212141 w 487952"/>
                <a:gd name="csY97" fmla="*/ 750583 h 892794"/>
                <a:gd name="csX98" fmla="*/ 213766 w 487952"/>
                <a:gd name="csY98" fmla="*/ 732955 h 892794"/>
                <a:gd name="csX99" fmla="*/ 215602 w 487952"/>
                <a:gd name="csY99" fmla="*/ 722579 h 892794"/>
                <a:gd name="csX100" fmla="*/ 217227 w 487952"/>
                <a:gd name="csY100" fmla="*/ 709276 h 892794"/>
                <a:gd name="csX101" fmla="*/ 215824 w 487952"/>
                <a:gd name="csY101" fmla="*/ 704628 h 892794"/>
                <a:gd name="csX102" fmla="*/ 215824 w 487952"/>
                <a:gd name="csY102" fmla="*/ 698354 h 892794"/>
                <a:gd name="csX103" fmla="*/ 224587 w 487952"/>
                <a:gd name="csY103" fmla="*/ 694245 h 892794"/>
                <a:gd name="csX104" fmla="*/ 228702 w 487952"/>
                <a:gd name="csY104" fmla="*/ 691325 h 892794"/>
                <a:gd name="csX105" fmla="*/ 234982 w 487952"/>
                <a:gd name="csY105" fmla="*/ 692188 h 892794"/>
                <a:gd name="csX106" fmla="*/ 238442 w 487952"/>
                <a:gd name="csY106" fmla="*/ 687972 h 892794"/>
                <a:gd name="csX107" fmla="*/ 244500 w 487952"/>
                <a:gd name="csY107" fmla="*/ 683431 h 892794"/>
                <a:gd name="csX108" fmla="*/ 246774 w 487952"/>
                <a:gd name="csY108" fmla="*/ 676402 h 892794"/>
                <a:gd name="csX109" fmla="*/ 253702 w 487952"/>
                <a:gd name="csY109" fmla="*/ 684511 h 892794"/>
                <a:gd name="csX110" fmla="*/ 260521 w 487952"/>
                <a:gd name="csY110" fmla="*/ 677589 h 892794"/>
                <a:gd name="csX111" fmla="*/ 265392 w 487952"/>
                <a:gd name="csY111" fmla="*/ 667645 h 892794"/>
                <a:gd name="csX112" fmla="*/ 270910 w 487952"/>
                <a:gd name="csY112" fmla="*/ 662775 h 892794"/>
                <a:gd name="csX113" fmla="*/ 275565 w 487952"/>
                <a:gd name="csY113" fmla="*/ 656177 h 892794"/>
                <a:gd name="csX114" fmla="*/ 276003 w 487952"/>
                <a:gd name="csY114" fmla="*/ 656400 h 892794"/>
                <a:gd name="csX115" fmla="*/ 282384 w 487952"/>
                <a:gd name="csY115" fmla="*/ 656292 h 892794"/>
                <a:gd name="csX116" fmla="*/ 283039 w 487952"/>
                <a:gd name="csY116" fmla="*/ 646341 h 892794"/>
                <a:gd name="csX117" fmla="*/ 283039 w 487952"/>
                <a:gd name="csY117" fmla="*/ 645370 h 892794"/>
                <a:gd name="csX118" fmla="*/ 291154 w 487952"/>
                <a:gd name="csY118" fmla="*/ 638880 h 892794"/>
                <a:gd name="csX119" fmla="*/ 294938 w 487952"/>
                <a:gd name="csY119" fmla="*/ 631527 h 892794"/>
                <a:gd name="csX120" fmla="*/ 300247 w 487952"/>
                <a:gd name="csY120" fmla="*/ 628066 h 892794"/>
                <a:gd name="csX121" fmla="*/ 299923 w 487952"/>
                <a:gd name="csY121" fmla="*/ 622548 h 892794"/>
                <a:gd name="csX122" fmla="*/ 294506 w 487952"/>
                <a:gd name="csY122" fmla="*/ 616712 h 892794"/>
                <a:gd name="csX123" fmla="*/ 287579 w 487952"/>
                <a:gd name="csY123" fmla="*/ 602545 h 892794"/>
                <a:gd name="csX124" fmla="*/ 282277 w 487952"/>
                <a:gd name="csY124" fmla="*/ 605250 h 892794"/>
                <a:gd name="csX125" fmla="*/ 281413 w 487952"/>
                <a:gd name="csY125" fmla="*/ 597897 h 892794"/>
                <a:gd name="csX126" fmla="*/ 281737 w 487952"/>
                <a:gd name="csY126" fmla="*/ 597567 h 892794"/>
                <a:gd name="csX127" fmla="*/ 280327 w 487952"/>
                <a:gd name="csY127" fmla="*/ 592379 h 892794"/>
                <a:gd name="csX128" fmla="*/ 276218 w 487952"/>
                <a:gd name="csY128" fmla="*/ 583838 h 892794"/>
                <a:gd name="csX129" fmla="*/ 271888 w 487952"/>
                <a:gd name="csY129" fmla="*/ 582644 h 892794"/>
                <a:gd name="csX130" fmla="*/ 269183 w 487952"/>
                <a:gd name="csY130" fmla="*/ 589782 h 892794"/>
                <a:gd name="csX131" fmla="*/ 262687 w 487952"/>
                <a:gd name="csY131" fmla="*/ 584162 h 892794"/>
                <a:gd name="csX132" fmla="*/ 257708 w 487952"/>
                <a:gd name="csY132" fmla="*/ 577456 h 892794"/>
                <a:gd name="csX133" fmla="*/ 257708 w 487952"/>
                <a:gd name="csY133" fmla="*/ 576917 h 892794"/>
                <a:gd name="csX134" fmla="*/ 247967 w 487952"/>
                <a:gd name="csY134" fmla="*/ 579945 h 892794"/>
                <a:gd name="csX135" fmla="*/ 244392 w 487952"/>
                <a:gd name="csY135" fmla="*/ 579514 h 892794"/>
                <a:gd name="csX136" fmla="*/ 242341 w 487952"/>
                <a:gd name="csY136" fmla="*/ 571722 h 892794"/>
                <a:gd name="csX137" fmla="*/ 232708 w 487952"/>
                <a:gd name="csY137" fmla="*/ 568808 h 892794"/>
                <a:gd name="csX138" fmla="*/ 230975 w 487952"/>
                <a:gd name="csY138" fmla="*/ 555828 h 892794"/>
                <a:gd name="csX139" fmla="*/ 228593 w 487952"/>
                <a:gd name="csY139" fmla="*/ 554209 h 892794"/>
                <a:gd name="csX140" fmla="*/ 227616 w 487952"/>
                <a:gd name="csY140" fmla="*/ 528688 h 892794"/>
                <a:gd name="csX141" fmla="*/ 225457 w 487952"/>
                <a:gd name="csY141" fmla="*/ 522522 h 892794"/>
                <a:gd name="csX142" fmla="*/ 231191 w 487952"/>
                <a:gd name="csY142" fmla="*/ 508032 h 892794"/>
                <a:gd name="csX143" fmla="*/ 238982 w 487952"/>
                <a:gd name="csY143" fmla="*/ 509327 h 892794"/>
                <a:gd name="csX144" fmla="*/ 238874 w 487952"/>
                <a:gd name="csY144" fmla="*/ 502736 h 892794"/>
                <a:gd name="csX145" fmla="*/ 234436 w 487952"/>
                <a:gd name="csY145" fmla="*/ 491160 h 892794"/>
                <a:gd name="csX146" fmla="*/ 237471 w 487952"/>
                <a:gd name="csY146" fmla="*/ 482835 h 892794"/>
                <a:gd name="csX147" fmla="*/ 245586 w 487952"/>
                <a:gd name="csY147" fmla="*/ 474402 h 892794"/>
                <a:gd name="csX148" fmla="*/ 239198 w 487952"/>
                <a:gd name="csY148" fmla="*/ 467373 h 892794"/>
                <a:gd name="csX149" fmla="*/ 240068 w 487952"/>
                <a:gd name="csY149" fmla="*/ 462940 h 892794"/>
                <a:gd name="csX150" fmla="*/ 244615 w 487952"/>
                <a:gd name="csY150" fmla="*/ 461099 h 892794"/>
                <a:gd name="csX151" fmla="*/ 246881 w 487952"/>
                <a:gd name="csY151" fmla="*/ 458286 h 892794"/>
                <a:gd name="csX152" fmla="*/ 249377 w 487952"/>
                <a:gd name="csY152" fmla="*/ 453530 h 892794"/>
                <a:gd name="csX153" fmla="*/ 256845 w 487952"/>
                <a:gd name="csY153" fmla="*/ 450933 h 892794"/>
                <a:gd name="csX154" fmla="*/ 259550 w 487952"/>
                <a:gd name="csY154" fmla="*/ 443687 h 892794"/>
                <a:gd name="csX155" fmla="*/ 267557 w 487952"/>
                <a:gd name="csY155" fmla="*/ 439255 h 892794"/>
                <a:gd name="csX156" fmla="*/ 277190 w 487952"/>
                <a:gd name="csY156" fmla="*/ 424764 h 892794"/>
                <a:gd name="csX157" fmla="*/ 281413 w 487952"/>
                <a:gd name="csY157" fmla="*/ 414490 h 892794"/>
                <a:gd name="csX158" fmla="*/ 304819 w 487952"/>
                <a:gd name="csY158" fmla="*/ 399351 h 892794"/>
                <a:gd name="csX159" fmla="*/ 304819 w 487952"/>
                <a:gd name="csY159" fmla="*/ 398272 h 892794"/>
                <a:gd name="csX160" fmla="*/ 308058 w 487952"/>
                <a:gd name="csY160" fmla="*/ 395135 h 892794"/>
                <a:gd name="csX161" fmla="*/ 312248 w 487952"/>
                <a:gd name="csY161" fmla="*/ 391027 h 892794"/>
                <a:gd name="csX162" fmla="*/ 324377 w 487952"/>
                <a:gd name="csY162" fmla="*/ 392760 h 892794"/>
                <a:gd name="csX163" fmla="*/ 330473 w 487952"/>
                <a:gd name="csY163" fmla="*/ 385299 h 892794"/>
                <a:gd name="csX164" fmla="*/ 343236 w 487952"/>
                <a:gd name="csY164" fmla="*/ 380644 h 892794"/>
                <a:gd name="csX165" fmla="*/ 343236 w 487952"/>
                <a:gd name="csY165" fmla="*/ 380429 h 892794"/>
                <a:gd name="csX166" fmla="*/ 347301 w 487952"/>
                <a:gd name="csY166" fmla="*/ 378809 h 892794"/>
                <a:gd name="csX167" fmla="*/ 350920 w 487952"/>
                <a:gd name="csY167" fmla="*/ 376428 h 892794"/>
                <a:gd name="csX168" fmla="*/ 356317 w 487952"/>
                <a:gd name="csY168" fmla="*/ 373831 h 892794"/>
                <a:gd name="csX169" fmla="*/ 372129 w 487952"/>
                <a:gd name="csY169" fmla="*/ 346151 h 892794"/>
                <a:gd name="csX170" fmla="*/ 389655 w 487952"/>
                <a:gd name="csY170" fmla="*/ 324955 h 892794"/>
                <a:gd name="csX171" fmla="*/ 379177 w 487952"/>
                <a:gd name="csY171" fmla="*/ 315982 h 892794"/>
                <a:gd name="csX172" fmla="*/ 376637 w 487952"/>
                <a:gd name="csY172" fmla="*/ 308299 h 892794"/>
                <a:gd name="csX173" fmla="*/ 393084 w 487952"/>
                <a:gd name="csY173" fmla="*/ 280511 h 892794"/>
                <a:gd name="csX174" fmla="*/ 395814 w 487952"/>
                <a:gd name="csY174" fmla="*/ 270453 h 892794"/>
                <a:gd name="csX175" fmla="*/ 403371 w 487952"/>
                <a:gd name="csY175" fmla="*/ 274777 h 892794"/>
                <a:gd name="csX176" fmla="*/ 402990 w 487952"/>
                <a:gd name="csY176" fmla="*/ 270345 h 892794"/>
                <a:gd name="csX177" fmla="*/ 404704 w 487952"/>
                <a:gd name="csY177" fmla="*/ 262560 h 892794"/>
                <a:gd name="csX178" fmla="*/ 419436 w 487952"/>
                <a:gd name="csY178" fmla="*/ 261372 h 892794"/>
                <a:gd name="csX179" fmla="*/ 420516 w 487952"/>
                <a:gd name="csY179" fmla="*/ 240284 h 892794"/>
                <a:gd name="csX180" fmla="*/ 427501 w 487952"/>
                <a:gd name="csY180" fmla="*/ 239960 h 892794"/>
                <a:gd name="csX181" fmla="*/ 432200 w 487952"/>
                <a:gd name="csY181" fmla="*/ 238227 h 892794"/>
                <a:gd name="csX182" fmla="*/ 436645 w 487952"/>
                <a:gd name="csY182" fmla="*/ 237039 h 892794"/>
                <a:gd name="csX183" fmla="*/ 445408 w 487952"/>
                <a:gd name="csY183" fmla="*/ 243637 h 892794"/>
                <a:gd name="csX184" fmla="*/ 452012 w 487952"/>
                <a:gd name="csY184" fmla="*/ 245688 h 892794"/>
                <a:gd name="csX185" fmla="*/ 454933 w 487952"/>
                <a:gd name="csY185" fmla="*/ 241795 h 892794"/>
                <a:gd name="csX186" fmla="*/ 461727 w 487952"/>
                <a:gd name="csY186" fmla="*/ 238335 h 892794"/>
                <a:gd name="csX187" fmla="*/ 468649 w 487952"/>
                <a:gd name="csY187" fmla="*/ 242881 h 892794"/>
                <a:gd name="csX188" fmla="*/ 482810 w 487952"/>
                <a:gd name="csY188" fmla="*/ 239636 h 892794"/>
                <a:gd name="csX189" fmla="*/ 487953 w 487952"/>
                <a:gd name="csY189" fmla="*/ 240392 h 892794"/>
                <a:gd name="csX190" fmla="*/ 471379 w 487952"/>
                <a:gd name="csY190" fmla="*/ 219951 h 892794"/>
                <a:gd name="csX191" fmla="*/ 468014 w 487952"/>
                <a:gd name="csY191" fmla="*/ 203410 h 892794"/>
                <a:gd name="csX192" fmla="*/ 468522 w 487952"/>
                <a:gd name="csY192" fmla="*/ 204705 h 89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487952" h="892794">
                  <a:moveTo>
                    <a:pt x="468522" y="204705"/>
                  </a:moveTo>
                  <a:lnTo>
                    <a:pt x="478746" y="196380"/>
                  </a:lnTo>
                  <a:lnTo>
                    <a:pt x="481666" y="178860"/>
                  </a:lnTo>
                  <a:lnTo>
                    <a:pt x="465220" y="152584"/>
                  </a:lnTo>
                  <a:lnTo>
                    <a:pt x="476586" y="142418"/>
                  </a:lnTo>
                  <a:lnTo>
                    <a:pt x="476967" y="125114"/>
                  </a:lnTo>
                  <a:lnTo>
                    <a:pt x="461854" y="121006"/>
                  </a:lnTo>
                  <a:lnTo>
                    <a:pt x="468966" y="93218"/>
                  </a:lnTo>
                  <a:lnTo>
                    <a:pt x="450361" y="65316"/>
                  </a:lnTo>
                  <a:lnTo>
                    <a:pt x="411054" y="53638"/>
                  </a:lnTo>
                  <a:lnTo>
                    <a:pt x="356317" y="0"/>
                  </a:lnTo>
                  <a:lnTo>
                    <a:pt x="340823" y="7569"/>
                  </a:lnTo>
                  <a:lnTo>
                    <a:pt x="331933" y="68237"/>
                  </a:lnTo>
                  <a:lnTo>
                    <a:pt x="277514" y="40875"/>
                  </a:lnTo>
                  <a:lnTo>
                    <a:pt x="259658" y="51581"/>
                  </a:lnTo>
                  <a:lnTo>
                    <a:pt x="263658" y="76562"/>
                  </a:lnTo>
                  <a:lnTo>
                    <a:pt x="251752" y="93218"/>
                  </a:lnTo>
                  <a:lnTo>
                    <a:pt x="229997" y="83699"/>
                  </a:lnTo>
                  <a:lnTo>
                    <a:pt x="190386" y="132467"/>
                  </a:lnTo>
                  <a:lnTo>
                    <a:pt x="197314" y="163614"/>
                  </a:lnTo>
                  <a:lnTo>
                    <a:pt x="163328" y="216599"/>
                  </a:lnTo>
                  <a:lnTo>
                    <a:pt x="127609" y="227959"/>
                  </a:lnTo>
                  <a:lnTo>
                    <a:pt x="126854" y="279864"/>
                  </a:lnTo>
                  <a:lnTo>
                    <a:pt x="94812" y="326904"/>
                  </a:lnTo>
                  <a:lnTo>
                    <a:pt x="112674" y="335877"/>
                  </a:lnTo>
                  <a:lnTo>
                    <a:pt x="111157" y="365074"/>
                  </a:lnTo>
                  <a:lnTo>
                    <a:pt x="65805" y="361829"/>
                  </a:lnTo>
                  <a:lnTo>
                    <a:pt x="30086" y="416116"/>
                  </a:lnTo>
                  <a:lnTo>
                    <a:pt x="40481" y="431470"/>
                  </a:lnTo>
                  <a:lnTo>
                    <a:pt x="44158" y="482511"/>
                  </a:lnTo>
                  <a:lnTo>
                    <a:pt x="36042" y="512464"/>
                  </a:lnTo>
                  <a:lnTo>
                    <a:pt x="63532" y="532689"/>
                  </a:lnTo>
                  <a:lnTo>
                    <a:pt x="56064" y="553015"/>
                  </a:lnTo>
                  <a:lnTo>
                    <a:pt x="40481" y="555396"/>
                  </a:lnTo>
                  <a:lnTo>
                    <a:pt x="56064" y="591083"/>
                  </a:lnTo>
                  <a:lnTo>
                    <a:pt x="47841" y="619411"/>
                  </a:lnTo>
                  <a:lnTo>
                    <a:pt x="23380" y="631203"/>
                  </a:lnTo>
                  <a:lnTo>
                    <a:pt x="28575" y="667322"/>
                  </a:lnTo>
                  <a:lnTo>
                    <a:pt x="0" y="685921"/>
                  </a:lnTo>
                  <a:cubicBezTo>
                    <a:pt x="3892" y="697814"/>
                    <a:pt x="4654" y="700189"/>
                    <a:pt x="4330" y="704196"/>
                  </a:cubicBezTo>
                  <a:cubicBezTo>
                    <a:pt x="4438" y="707218"/>
                    <a:pt x="1841" y="713816"/>
                    <a:pt x="6490" y="716089"/>
                  </a:cubicBezTo>
                  <a:cubicBezTo>
                    <a:pt x="8007" y="717277"/>
                    <a:pt x="14719" y="718579"/>
                    <a:pt x="12554" y="723227"/>
                  </a:cubicBezTo>
                  <a:cubicBezTo>
                    <a:pt x="12338" y="724091"/>
                    <a:pt x="9309" y="728199"/>
                    <a:pt x="11690" y="732200"/>
                  </a:cubicBezTo>
                  <a:lnTo>
                    <a:pt x="14935" y="737933"/>
                  </a:lnTo>
                  <a:cubicBezTo>
                    <a:pt x="16992" y="741502"/>
                    <a:pt x="21323" y="738365"/>
                    <a:pt x="20777" y="738581"/>
                  </a:cubicBezTo>
                  <a:cubicBezTo>
                    <a:pt x="24892" y="735984"/>
                    <a:pt x="22295" y="745719"/>
                    <a:pt x="22295" y="745071"/>
                  </a:cubicBezTo>
                  <a:cubicBezTo>
                    <a:pt x="21323" y="750691"/>
                    <a:pt x="25755" y="747992"/>
                    <a:pt x="24676" y="753612"/>
                  </a:cubicBezTo>
                  <a:cubicBezTo>
                    <a:pt x="24676" y="754259"/>
                    <a:pt x="23704" y="757720"/>
                    <a:pt x="26949" y="759346"/>
                  </a:cubicBezTo>
                  <a:cubicBezTo>
                    <a:pt x="27489" y="759993"/>
                    <a:pt x="30086" y="761181"/>
                    <a:pt x="29870" y="764534"/>
                  </a:cubicBezTo>
                  <a:lnTo>
                    <a:pt x="29870" y="768318"/>
                  </a:lnTo>
                  <a:cubicBezTo>
                    <a:pt x="29439" y="773074"/>
                    <a:pt x="32252" y="777513"/>
                    <a:pt x="33985" y="773074"/>
                  </a:cubicBezTo>
                  <a:cubicBezTo>
                    <a:pt x="34525" y="772535"/>
                    <a:pt x="35611" y="769830"/>
                    <a:pt x="37122" y="772643"/>
                  </a:cubicBezTo>
                  <a:cubicBezTo>
                    <a:pt x="37338" y="773290"/>
                    <a:pt x="40589" y="777405"/>
                    <a:pt x="38964" y="780866"/>
                  </a:cubicBezTo>
                  <a:cubicBezTo>
                    <a:pt x="37122" y="784974"/>
                    <a:pt x="45028" y="797192"/>
                    <a:pt x="44590" y="796544"/>
                  </a:cubicBezTo>
                  <a:cubicBezTo>
                    <a:pt x="47625" y="802272"/>
                    <a:pt x="51841" y="801516"/>
                    <a:pt x="54876" y="807142"/>
                  </a:cubicBezTo>
                  <a:cubicBezTo>
                    <a:pt x="58877" y="814495"/>
                    <a:pt x="60827" y="819467"/>
                    <a:pt x="62884" y="817302"/>
                  </a:cubicBezTo>
                  <a:cubicBezTo>
                    <a:pt x="64617" y="815467"/>
                    <a:pt x="67323" y="820331"/>
                    <a:pt x="66783" y="819683"/>
                  </a:cubicBezTo>
                  <a:cubicBezTo>
                    <a:pt x="68834" y="823252"/>
                    <a:pt x="68078" y="828770"/>
                    <a:pt x="67970" y="828008"/>
                  </a:cubicBezTo>
                  <a:cubicBezTo>
                    <a:pt x="67539" y="832555"/>
                    <a:pt x="61913" y="829094"/>
                    <a:pt x="62452" y="829202"/>
                  </a:cubicBezTo>
                  <a:cubicBezTo>
                    <a:pt x="58337" y="827145"/>
                    <a:pt x="54876" y="830389"/>
                    <a:pt x="58229" y="833419"/>
                  </a:cubicBezTo>
                  <a:lnTo>
                    <a:pt x="62128" y="836879"/>
                  </a:lnTo>
                  <a:cubicBezTo>
                    <a:pt x="65589" y="839908"/>
                    <a:pt x="63100" y="844664"/>
                    <a:pt x="59309" y="841959"/>
                  </a:cubicBezTo>
                  <a:cubicBezTo>
                    <a:pt x="58769" y="841635"/>
                    <a:pt x="55524" y="838714"/>
                    <a:pt x="52603" y="838714"/>
                  </a:cubicBezTo>
                  <a:cubicBezTo>
                    <a:pt x="51302" y="838714"/>
                    <a:pt x="51086" y="840124"/>
                    <a:pt x="52057" y="841851"/>
                  </a:cubicBezTo>
                  <a:lnTo>
                    <a:pt x="61582" y="858184"/>
                  </a:lnTo>
                  <a:cubicBezTo>
                    <a:pt x="64401" y="863048"/>
                    <a:pt x="67970" y="863803"/>
                    <a:pt x="68186" y="867480"/>
                  </a:cubicBezTo>
                  <a:cubicBezTo>
                    <a:pt x="68186" y="868890"/>
                    <a:pt x="69380" y="870509"/>
                    <a:pt x="70676" y="871157"/>
                  </a:cubicBezTo>
                  <a:cubicBezTo>
                    <a:pt x="77495" y="874401"/>
                    <a:pt x="69488" y="879697"/>
                    <a:pt x="69920" y="879049"/>
                  </a:cubicBezTo>
                  <a:cubicBezTo>
                    <a:pt x="66561" y="880675"/>
                    <a:pt x="67862" y="885539"/>
                    <a:pt x="67862" y="884892"/>
                  </a:cubicBezTo>
                  <a:cubicBezTo>
                    <a:pt x="68294" y="886835"/>
                    <a:pt x="67430" y="888352"/>
                    <a:pt x="65805" y="888244"/>
                  </a:cubicBezTo>
                  <a:cubicBezTo>
                    <a:pt x="62128" y="887920"/>
                    <a:pt x="62884" y="892245"/>
                    <a:pt x="67430" y="892353"/>
                  </a:cubicBezTo>
                  <a:lnTo>
                    <a:pt x="81172" y="892785"/>
                  </a:lnTo>
                  <a:cubicBezTo>
                    <a:pt x="91675" y="893109"/>
                    <a:pt x="102933" y="885323"/>
                    <a:pt x="107258" y="889864"/>
                  </a:cubicBezTo>
                  <a:cubicBezTo>
                    <a:pt x="114732" y="897649"/>
                    <a:pt x="121869" y="883920"/>
                    <a:pt x="120142" y="879589"/>
                  </a:cubicBezTo>
                  <a:lnTo>
                    <a:pt x="119380" y="877646"/>
                  </a:lnTo>
                  <a:cubicBezTo>
                    <a:pt x="117437" y="872458"/>
                    <a:pt x="113214" y="875157"/>
                    <a:pt x="114509" y="870077"/>
                  </a:cubicBezTo>
                  <a:cubicBezTo>
                    <a:pt x="114948" y="868559"/>
                    <a:pt x="115487" y="862940"/>
                    <a:pt x="118948" y="859695"/>
                  </a:cubicBezTo>
                  <a:cubicBezTo>
                    <a:pt x="121876" y="857637"/>
                    <a:pt x="125768" y="851046"/>
                    <a:pt x="129883" y="854291"/>
                  </a:cubicBezTo>
                  <a:lnTo>
                    <a:pt x="129991" y="854291"/>
                  </a:lnTo>
                  <a:cubicBezTo>
                    <a:pt x="131502" y="855586"/>
                    <a:pt x="133559" y="855802"/>
                    <a:pt x="134753" y="854831"/>
                  </a:cubicBezTo>
                  <a:cubicBezTo>
                    <a:pt x="137242" y="852773"/>
                    <a:pt x="133559" y="848125"/>
                    <a:pt x="133775" y="848773"/>
                  </a:cubicBezTo>
                  <a:cubicBezTo>
                    <a:pt x="132696" y="847154"/>
                    <a:pt x="133236" y="845744"/>
                    <a:pt x="135077" y="845636"/>
                  </a:cubicBezTo>
                  <a:cubicBezTo>
                    <a:pt x="146876" y="845636"/>
                    <a:pt x="154559" y="843039"/>
                    <a:pt x="155422" y="846938"/>
                  </a:cubicBezTo>
                  <a:cubicBezTo>
                    <a:pt x="155861" y="849313"/>
                    <a:pt x="160185" y="849636"/>
                    <a:pt x="159537" y="849528"/>
                  </a:cubicBezTo>
                  <a:cubicBezTo>
                    <a:pt x="164624" y="849852"/>
                    <a:pt x="162350" y="845204"/>
                    <a:pt x="167544" y="845204"/>
                  </a:cubicBezTo>
                  <a:cubicBezTo>
                    <a:pt x="168091" y="845312"/>
                    <a:pt x="172853" y="844341"/>
                    <a:pt x="173717" y="848557"/>
                  </a:cubicBezTo>
                  <a:cubicBezTo>
                    <a:pt x="174041" y="850398"/>
                    <a:pt x="175342" y="850614"/>
                    <a:pt x="176638" y="849205"/>
                  </a:cubicBezTo>
                  <a:lnTo>
                    <a:pt x="181616" y="843153"/>
                  </a:lnTo>
                  <a:cubicBezTo>
                    <a:pt x="184321" y="839908"/>
                    <a:pt x="184759" y="834066"/>
                    <a:pt x="184543" y="834714"/>
                  </a:cubicBezTo>
                  <a:cubicBezTo>
                    <a:pt x="185191" y="829202"/>
                    <a:pt x="189414" y="820547"/>
                    <a:pt x="189084" y="821201"/>
                  </a:cubicBezTo>
                  <a:cubicBezTo>
                    <a:pt x="191249" y="816115"/>
                    <a:pt x="195904" y="818172"/>
                    <a:pt x="196990" y="812870"/>
                  </a:cubicBezTo>
                  <a:cubicBezTo>
                    <a:pt x="198501" y="804437"/>
                    <a:pt x="199047" y="798271"/>
                    <a:pt x="202076" y="794379"/>
                  </a:cubicBezTo>
                  <a:lnTo>
                    <a:pt x="203047" y="793083"/>
                  </a:lnTo>
                  <a:cubicBezTo>
                    <a:pt x="204241" y="791566"/>
                    <a:pt x="204026" y="789623"/>
                    <a:pt x="202508" y="788867"/>
                  </a:cubicBezTo>
                  <a:cubicBezTo>
                    <a:pt x="198717" y="786918"/>
                    <a:pt x="198609" y="780320"/>
                    <a:pt x="202076" y="779564"/>
                  </a:cubicBezTo>
                  <a:cubicBezTo>
                    <a:pt x="206299" y="778593"/>
                    <a:pt x="209867" y="765505"/>
                    <a:pt x="209652" y="766159"/>
                  </a:cubicBezTo>
                  <a:cubicBezTo>
                    <a:pt x="211601" y="761073"/>
                    <a:pt x="205213" y="759777"/>
                    <a:pt x="209112" y="756533"/>
                  </a:cubicBezTo>
                  <a:cubicBezTo>
                    <a:pt x="211601" y="753072"/>
                    <a:pt x="211925" y="752640"/>
                    <a:pt x="212141" y="750583"/>
                  </a:cubicBezTo>
                  <a:lnTo>
                    <a:pt x="213766" y="732955"/>
                  </a:lnTo>
                  <a:cubicBezTo>
                    <a:pt x="214306" y="727335"/>
                    <a:pt x="211601" y="721278"/>
                    <a:pt x="215602" y="722579"/>
                  </a:cubicBezTo>
                  <a:cubicBezTo>
                    <a:pt x="221450" y="724414"/>
                    <a:pt x="212896" y="714032"/>
                    <a:pt x="217227" y="709276"/>
                  </a:cubicBezTo>
                  <a:cubicBezTo>
                    <a:pt x="219608" y="706679"/>
                    <a:pt x="215278" y="703980"/>
                    <a:pt x="215824" y="704628"/>
                  </a:cubicBezTo>
                  <a:cubicBezTo>
                    <a:pt x="212033" y="702139"/>
                    <a:pt x="211277" y="698786"/>
                    <a:pt x="215824" y="698354"/>
                  </a:cubicBezTo>
                  <a:cubicBezTo>
                    <a:pt x="217551" y="697922"/>
                    <a:pt x="223507" y="699002"/>
                    <a:pt x="224587" y="694245"/>
                  </a:cubicBezTo>
                  <a:cubicBezTo>
                    <a:pt x="225018" y="692404"/>
                    <a:pt x="226860" y="691109"/>
                    <a:pt x="228702" y="691325"/>
                  </a:cubicBezTo>
                  <a:lnTo>
                    <a:pt x="234982" y="692188"/>
                  </a:lnTo>
                  <a:cubicBezTo>
                    <a:pt x="238658" y="692728"/>
                    <a:pt x="238658" y="687324"/>
                    <a:pt x="238442" y="687972"/>
                  </a:cubicBezTo>
                  <a:cubicBezTo>
                    <a:pt x="238550" y="682244"/>
                    <a:pt x="244500" y="687756"/>
                    <a:pt x="244500" y="683431"/>
                  </a:cubicBezTo>
                  <a:cubicBezTo>
                    <a:pt x="244500" y="680295"/>
                    <a:pt x="246996" y="675754"/>
                    <a:pt x="246774" y="676402"/>
                  </a:cubicBezTo>
                  <a:cubicBezTo>
                    <a:pt x="250456" y="669373"/>
                    <a:pt x="248615" y="689705"/>
                    <a:pt x="253702" y="684511"/>
                  </a:cubicBezTo>
                  <a:lnTo>
                    <a:pt x="260521" y="677589"/>
                  </a:lnTo>
                  <a:cubicBezTo>
                    <a:pt x="264096" y="673913"/>
                    <a:pt x="260737" y="669049"/>
                    <a:pt x="265392" y="667645"/>
                  </a:cubicBezTo>
                  <a:cubicBezTo>
                    <a:pt x="266693" y="666991"/>
                    <a:pt x="274161" y="666236"/>
                    <a:pt x="270910" y="662775"/>
                  </a:cubicBezTo>
                  <a:cubicBezTo>
                    <a:pt x="267881" y="659638"/>
                    <a:pt x="271564" y="654018"/>
                    <a:pt x="275565" y="656177"/>
                  </a:cubicBezTo>
                  <a:lnTo>
                    <a:pt x="276003" y="656400"/>
                  </a:lnTo>
                  <a:cubicBezTo>
                    <a:pt x="279140" y="658019"/>
                    <a:pt x="282924" y="656069"/>
                    <a:pt x="282384" y="656292"/>
                  </a:cubicBezTo>
                  <a:cubicBezTo>
                    <a:pt x="286607" y="654018"/>
                    <a:pt x="282384" y="652069"/>
                    <a:pt x="283039" y="646341"/>
                  </a:cubicBezTo>
                  <a:lnTo>
                    <a:pt x="283039" y="645370"/>
                  </a:lnTo>
                  <a:cubicBezTo>
                    <a:pt x="283686" y="640283"/>
                    <a:pt x="291802" y="638556"/>
                    <a:pt x="291154" y="638880"/>
                  </a:cubicBezTo>
                  <a:cubicBezTo>
                    <a:pt x="295808" y="637146"/>
                    <a:pt x="290830" y="631311"/>
                    <a:pt x="294938" y="631527"/>
                  </a:cubicBezTo>
                  <a:cubicBezTo>
                    <a:pt x="297974" y="631635"/>
                    <a:pt x="300882" y="627526"/>
                    <a:pt x="300247" y="628066"/>
                  </a:cubicBezTo>
                  <a:cubicBezTo>
                    <a:pt x="301453" y="626440"/>
                    <a:pt x="301199" y="623957"/>
                    <a:pt x="299923" y="622548"/>
                  </a:cubicBezTo>
                  <a:lnTo>
                    <a:pt x="294506" y="616712"/>
                  </a:lnTo>
                  <a:cubicBezTo>
                    <a:pt x="290830" y="612711"/>
                    <a:pt x="287363" y="601789"/>
                    <a:pt x="287579" y="602545"/>
                  </a:cubicBezTo>
                  <a:cubicBezTo>
                    <a:pt x="285743" y="597789"/>
                    <a:pt x="285852" y="605034"/>
                    <a:pt x="282277" y="605250"/>
                  </a:cubicBezTo>
                  <a:cubicBezTo>
                    <a:pt x="279355" y="605466"/>
                    <a:pt x="277946" y="601466"/>
                    <a:pt x="281413" y="597897"/>
                  </a:cubicBezTo>
                  <a:lnTo>
                    <a:pt x="281737" y="597567"/>
                  </a:lnTo>
                  <a:cubicBezTo>
                    <a:pt x="284550" y="594652"/>
                    <a:pt x="279895" y="591731"/>
                    <a:pt x="280327" y="592379"/>
                  </a:cubicBezTo>
                  <a:cubicBezTo>
                    <a:pt x="276758" y="589890"/>
                    <a:pt x="276003" y="583190"/>
                    <a:pt x="276218" y="583838"/>
                  </a:cubicBezTo>
                  <a:cubicBezTo>
                    <a:pt x="275241" y="579076"/>
                    <a:pt x="271780" y="577888"/>
                    <a:pt x="271888" y="582644"/>
                  </a:cubicBezTo>
                  <a:cubicBezTo>
                    <a:pt x="271672" y="584270"/>
                    <a:pt x="273514" y="591947"/>
                    <a:pt x="269183" y="589782"/>
                  </a:cubicBezTo>
                  <a:cubicBezTo>
                    <a:pt x="268205" y="589134"/>
                    <a:pt x="262794" y="587515"/>
                    <a:pt x="262687" y="584162"/>
                  </a:cubicBezTo>
                  <a:cubicBezTo>
                    <a:pt x="262579" y="580809"/>
                    <a:pt x="257600" y="582536"/>
                    <a:pt x="257708" y="577456"/>
                  </a:cubicBezTo>
                  <a:lnTo>
                    <a:pt x="257708" y="576917"/>
                  </a:lnTo>
                  <a:cubicBezTo>
                    <a:pt x="257816" y="571183"/>
                    <a:pt x="248615" y="577025"/>
                    <a:pt x="247967" y="579945"/>
                  </a:cubicBezTo>
                  <a:cubicBezTo>
                    <a:pt x="247320" y="582536"/>
                    <a:pt x="243853" y="579183"/>
                    <a:pt x="244392" y="579514"/>
                  </a:cubicBezTo>
                  <a:cubicBezTo>
                    <a:pt x="240716" y="575945"/>
                    <a:pt x="247320" y="571291"/>
                    <a:pt x="242341" y="571722"/>
                  </a:cubicBezTo>
                  <a:cubicBezTo>
                    <a:pt x="239414" y="571506"/>
                    <a:pt x="232162" y="574319"/>
                    <a:pt x="232708" y="568808"/>
                  </a:cubicBezTo>
                  <a:cubicBezTo>
                    <a:pt x="232708" y="565131"/>
                    <a:pt x="235198" y="558749"/>
                    <a:pt x="230975" y="555828"/>
                  </a:cubicBezTo>
                  <a:lnTo>
                    <a:pt x="228593" y="554209"/>
                  </a:lnTo>
                  <a:cubicBezTo>
                    <a:pt x="221990" y="549662"/>
                    <a:pt x="233680" y="534200"/>
                    <a:pt x="227616" y="528688"/>
                  </a:cubicBezTo>
                  <a:cubicBezTo>
                    <a:pt x="227184" y="528034"/>
                    <a:pt x="224803" y="526091"/>
                    <a:pt x="225457" y="522522"/>
                  </a:cubicBezTo>
                  <a:cubicBezTo>
                    <a:pt x="227400" y="515169"/>
                    <a:pt x="226644" y="504679"/>
                    <a:pt x="231191" y="508032"/>
                  </a:cubicBezTo>
                  <a:cubicBezTo>
                    <a:pt x="232270" y="508571"/>
                    <a:pt x="236709" y="513658"/>
                    <a:pt x="238982" y="509327"/>
                  </a:cubicBezTo>
                  <a:cubicBezTo>
                    <a:pt x="239090" y="508679"/>
                    <a:pt x="240931" y="505758"/>
                    <a:pt x="238874" y="502736"/>
                  </a:cubicBezTo>
                  <a:cubicBezTo>
                    <a:pt x="237471" y="500031"/>
                    <a:pt x="232601" y="496246"/>
                    <a:pt x="234436" y="491160"/>
                  </a:cubicBezTo>
                  <a:lnTo>
                    <a:pt x="237471" y="482835"/>
                  </a:lnTo>
                  <a:cubicBezTo>
                    <a:pt x="239198" y="478079"/>
                    <a:pt x="246126" y="473862"/>
                    <a:pt x="245586" y="474402"/>
                  </a:cubicBezTo>
                  <a:cubicBezTo>
                    <a:pt x="250888" y="470510"/>
                    <a:pt x="237903" y="473862"/>
                    <a:pt x="239198" y="467373"/>
                  </a:cubicBezTo>
                  <a:lnTo>
                    <a:pt x="240068" y="462940"/>
                  </a:lnTo>
                  <a:cubicBezTo>
                    <a:pt x="240824" y="458940"/>
                    <a:pt x="245154" y="461207"/>
                    <a:pt x="244615" y="461099"/>
                  </a:cubicBezTo>
                  <a:cubicBezTo>
                    <a:pt x="247967" y="462617"/>
                    <a:pt x="246990" y="457638"/>
                    <a:pt x="246881" y="458286"/>
                  </a:cubicBezTo>
                  <a:cubicBezTo>
                    <a:pt x="246450" y="456343"/>
                    <a:pt x="247643" y="454177"/>
                    <a:pt x="249377" y="453530"/>
                  </a:cubicBezTo>
                  <a:lnTo>
                    <a:pt x="256845" y="450933"/>
                  </a:lnTo>
                  <a:cubicBezTo>
                    <a:pt x="261823" y="449205"/>
                    <a:pt x="254571" y="445205"/>
                    <a:pt x="259550" y="443687"/>
                  </a:cubicBezTo>
                  <a:cubicBezTo>
                    <a:pt x="260197" y="443471"/>
                    <a:pt x="264636" y="442716"/>
                    <a:pt x="267557" y="439255"/>
                  </a:cubicBezTo>
                  <a:cubicBezTo>
                    <a:pt x="275133" y="430498"/>
                    <a:pt x="276866" y="429089"/>
                    <a:pt x="277190" y="424764"/>
                  </a:cubicBezTo>
                  <a:cubicBezTo>
                    <a:pt x="277730" y="422389"/>
                    <a:pt x="276758" y="415468"/>
                    <a:pt x="281413" y="414490"/>
                  </a:cubicBezTo>
                  <a:cubicBezTo>
                    <a:pt x="286823" y="413410"/>
                    <a:pt x="304121" y="411791"/>
                    <a:pt x="304819" y="399351"/>
                  </a:cubicBezTo>
                  <a:lnTo>
                    <a:pt x="304819" y="398272"/>
                  </a:lnTo>
                  <a:cubicBezTo>
                    <a:pt x="305009" y="396215"/>
                    <a:pt x="306407" y="394811"/>
                    <a:pt x="308058" y="395135"/>
                  </a:cubicBezTo>
                  <a:cubicBezTo>
                    <a:pt x="311423" y="395675"/>
                    <a:pt x="312693" y="390379"/>
                    <a:pt x="312248" y="391027"/>
                  </a:cubicBezTo>
                  <a:cubicBezTo>
                    <a:pt x="314344" y="383457"/>
                    <a:pt x="319932" y="404654"/>
                    <a:pt x="324377" y="392760"/>
                  </a:cubicBezTo>
                  <a:cubicBezTo>
                    <a:pt x="325012" y="391566"/>
                    <a:pt x="325774" y="385731"/>
                    <a:pt x="330473" y="385299"/>
                  </a:cubicBezTo>
                  <a:cubicBezTo>
                    <a:pt x="334982" y="384321"/>
                    <a:pt x="342030" y="386162"/>
                    <a:pt x="343236" y="380644"/>
                  </a:cubicBezTo>
                  <a:lnTo>
                    <a:pt x="343236" y="380429"/>
                  </a:lnTo>
                  <a:cubicBezTo>
                    <a:pt x="344189" y="376752"/>
                    <a:pt x="347999" y="378917"/>
                    <a:pt x="347301" y="378809"/>
                  </a:cubicBezTo>
                  <a:cubicBezTo>
                    <a:pt x="350476" y="380752"/>
                    <a:pt x="351301" y="375780"/>
                    <a:pt x="350920" y="376428"/>
                  </a:cubicBezTo>
                  <a:cubicBezTo>
                    <a:pt x="351555" y="372212"/>
                    <a:pt x="356952" y="373723"/>
                    <a:pt x="356317" y="373831"/>
                  </a:cubicBezTo>
                  <a:cubicBezTo>
                    <a:pt x="363112" y="375240"/>
                    <a:pt x="364953" y="352965"/>
                    <a:pt x="372129" y="346151"/>
                  </a:cubicBezTo>
                  <a:cubicBezTo>
                    <a:pt x="389972" y="329279"/>
                    <a:pt x="393655" y="327336"/>
                    <a:pt x="389655" y="324955"/>
                  </a:cubicBezTo>
                  <a:cubicBezTo>
                    <a:pt x="385401" y="322466"/>
                    <a:pt x="380638" y="320523"/>
                    <a:pt x="379177" y="315982"/>
                  </a:cubicBezTo>
                  <a:lnTo>
                    <a:pt x="376637" y="308299"/>
                  </a:lnTo>
                  <a:cubicBezTo>
                    <a:pt x="373843" y="299866"/>
                    <a:pt x="392766" y="290462"/>
                    <a:pt x="393084" y="280511"/>
                  </a:cubicBezTo>
                  <a:cubicBezTo>
                    <a:pt x="393528" y="276835"/>
                    <a:pt x="392004" y="266668"/>
                    <a:pt x="395814" y="270453"/>
                  </a:cubicBezTo>
                  <a:cubicBezTo>
                    <a:pt x="398227" y="272402"/>
                    <a:pt x="403942" y="280403"/>
                    <a:pt x="403371" y="274777"/>
                  </a:cubicBezTo>
                  <a:lnTo>
                    <a:pt x="402990" y="270345"/>
                  </a:lnTo>
                  <a:cubicBezTo>
                    <a:pt x="402546" y="266344"/>
                    <a:pt x="404895" y="261912"/>
                    <a:pt x="404704" y="262560"/>
                  </a:cubicBezTo>
                  <a:cubicBezTo>
                    <a:pt x="408133" y="255746"/>
                    <a:pt x="419309" y="269265"/>
                    <a:pt x="419436" y="261372"/>
                  </a:cubicBezTo>
                  <a:cubicBezTo>
                    <a:pt x="419436" y="255746"/>
                    <a:pt x="420579" y="239636"/>
                    <a:pt x="420516" y="240284"/>
                  </a:cubicBezTo>
                  <a:cubicBezTo>
                    <a:pt x="420833" y="235204"/>
                    <a:pt x="428199" y="240176"/>
                    <a:pt x="427501" y="239960"/>
                  </a:cubicBezTo>
                  <a:cubicBezTo>
                    <a:pt x="430549" y="241471"/>
                    <a:pt x="432835" y="237687"/>
                    <a:pt x="432200" y="238227"/>
                  </a:cubicBezTo>
                  <a:cubicBezTo>
                    <a:pt x="433026" y="236391"/>
                    <a:pt x="435121" y="235960"/>
                    <a:pt x="436645" y="237039"/>
                  </a:cubicBezTo>
                  <a:lnTo>
                    <a:pt x="445408" y="243637"/>
                  </a:lnTo>
                  <a:cubicBezTo>
                    <a:pt x="448329" y="245796"/>
                    <a:pt x="452520" y="245796"/>
                    <a:pt x="452012" y="245688"/>
                  </a:cubicBezTo>
                  <a:cubicBezTo>
                    <a:pt x="455441" y="245688"/>
                    <a:pt x="454997" y="241148"/>
                    <a:pt x="454933" y="241795"/>
                  </a:cubicBezTo>
                  <a:cubicBezTo>
                    <a:pt x="454235" y="236823"/>
                    <a:pt x="462299" y="238227"/>
                    <a:pt x="461727" y="238335"/>
                  </a:cubicBezTo>
                  <a:cubicBezTo>
                    <a:pt x="465855" y="238443"/>
                    <a:pt x="469221" y="243421"/>
                    <a:pt x="468649" y="242881"/>
                  </a:cubicBezTo>
                  <a:cubicBezTo>
                    <a:pt x="474936" y="250882"/>
                    <a:pt x="477412" y="238881"/>
                    <a:pt x="482810" y="239636"/>
                  </a:cubicBezTo>
                  <a:lnTo>
                    <a:pt x="487953" y="240392"/>
                  </a:lnTo>
                  <a:lnTo>
                    <a:pt x="471379" y="219951"/>
                  </a:lnTo>
                  <a:lnTo>
                    <a:pt x="468014" y="203410"/>
                  </a:lnTo>
                  <a:lnTo>
                    <a:pt x="468522" y="204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C8A6287-5872-AB1E-17DF-46AA41B16E36}"/>
                </a:ext>
              </a:extLst>
            </p:cNvPr>
            <p:cNvSpPr/>
            <p:nvPr/>
          </p:nvSpPr>
          <p:spPr>
            <a:xfrm>
              <a:off x="4508197" y="3995023"/>
              <a:ext cx="8085" cy="7506"/>
            </a:xfrm>
            <a:custGeom>
              <a:avLst/>
              <a:gdLst>
                <a:gd name="csX0" fmla="*/ 232 w 9324"/>
                <a:gd name="csY0" fmla="*/ 3590 h 8656"/>
                <a:gd name="csX1" fmla="*/ 3482 w 9324"/>
                <a:gd name="csY1" fmla="*/ 8568 h 8656"/>
                <a:gd name="csX2" fmla="*/ 8353 w 9324"/>
                <a:gd name="csY2" fmla="*/ 6403 h 8656"/>
                <a:gd name="csX3" fmla="*/ 8353 w 9324"/>
                <a:gd name="csY3" fmla="*/ 1863 h 8656"/>
                <a:gd name="csX4" fmla="*/ 123 w 9324"/>
                <a:gd name="csY4" fmla="*/ 3590 h 8656"/>
                <a:gd name="csX5" fmla="*/ 232 w 9324"/>
                <a:gd name="csY5" fmla="*/ 3590 h 8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24" h="8656">
                  <a:moveTo>
                    <a:pt x="232" y="3590"/>
                  </a:moveTo>
                  <a:cubicBezTo>
                    <a:pt x="447" y="4244"/>
                    <a:pt x="993" y="7813"/>
                    <a:pt x="3482" y="8568"/>
                  </a:cubicBezTo>
                  <a:cubicBezTo>
                    <a:pt x="5864" y="9216"/>
                    <a:pt x="9001" y="6079"/>
                    <a:pt x="8353" y="6403"/>
                  </a:cubicBezTo>
                  <a:cubicBezTo>
                    <a:pt x="9648" y="5108"/>
                    <a:pt x="9648" y="3050"/>
                    <a:pt x="8353" y="1863"/>
                  </a:cubicBezTo>
                  <a:cubicBezTo>
                    <a:pt x="5318" y="-950"/>
                    <a:pt x="-956" y="-734"/>
                    <a:pt x="123" y="3590"/>
                  </a:cubicBezTo>
                  <a:lnTo>
                    <a:pt x="232" y="35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7B159F2F-1567-56B9-7A77-53C57C816724}"/>
                </a:ext>
              </a:extLst>
            </p:cNvPr>
            <p:cNvSpPr/>
            <p:nvPr/>
          </p:nvSpPr>
          <p:spPr>
            <a:xfrm>
              <a:off x="4523076" y="3982918"/>
              <a:ext cx="24883" cy="19972"/>
            </a:xfrm>
            <a:custGeom>
              <a:avLst/>
              <a:gdLst>
                <a:gd name="csX0" fmla="*/ 17062 w 28697"/>
                <a:gd name="csY0" fmla="*/ 3175 h 23033"/>
                <a:gd name="csX1" fmla="*/ 502 w 28697"/>
                <a:gd name="csY1" fmla="*/ 12039 h 23033"/>
                <a:gd name="csX2" fmla="*/ 10458 w 28697"/>
                <a:gd name="csY2" fmla="*/ 22962 h 23033"/>
                <a:gd name="csX3" fmla="*/ 15653 w 28697"/>
                <a:gd name="csY3" fmla="*/ 19285 h 23033"/>
                <a:gd name="csX4" fmla="*/ 23552 w 28697"/>
                <a:gd name="csY4" fmla="*/ 6851 h 23033"/>
                <a:gd name="csX5" fmla="*/ 28638 w 28697"/>
                <a:gd name="csY5" fmla="*/ 1441 h 23033"/>
                <a:gd name="csX6" fmla="*/ 17062 w 28697"/>
                <a:gd name="csY6" fmla="*/ 3283 h 23033"/>
                <a:gd name="csX7" fmla="*/ 17062 w 28697"/>
                <a:gd name="csY7" fmla="*/ 3175 h 2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97" h="23033">
                  <a:moveTo>
                    <a:pt x="17062" y="3175"/>
                  </a:moveTo>
                  <a:cubicBezTo>
                    <a:pt x="12516" y="9550"/>
                    <a:pt x="-2966" y="5982"/>
                    <a:pt x="502" y="12039"/>
                  </a:cubicBezTo>
                  <a:cubicBezTo>
                    <a:pt x="3854" y="16688"/>
                    <a:pt x="5264" y="23825"/>
                    <a:pt x="10458" y="22962"/>
                  </a:cubicBezTo>
                  <a:cubicBezTo>
                    <a:pt x="11106" y="22638"/>
                    <a:pt x="14135" y="22314"/>
                    <a:pt x="15653" y="19285"/>
                  </a:cubicBezTo>
                  <a:cubicBezTo>
                    <a:pt x="18466" y="13551"/>
                    <a:pt x="19768" y="9226"/>
                    <a:pt x="23552" y="6851"/>
                  </a:cubicBezTo>
                  <a:cubicBezTo>
                    <a:pt x="24314" y="6198"/>
                    <a:pt x="29293" y="3823"/>
                    <a:pt x="28638" y="1441"/>
                  </a:cubicBezTo>
                  <a:cubicBezTo>
                    <a:pt x="28098" y="-717"/>
                    <a:pt x="19875" y="-717"/>
                    <a:pt x="17062" y="3283"/>
                  </a:cubicBezTo>
                  <a:lnTo>
                    <a:pt x="17062" y="3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940844A2-4F77-6F4D-41FA-24F6998B1358}"/>
                </a:ext>
              </a:extLst>
            </p:cNvPr>
            <p:cNvSpPr/>
            <p:nvPr/>
          </p:nvSpPr>
          <p:spPr>
            <a:xfrm>
              <a:off x="4622191" y="3957998"/>
              <a:ext cx="13996" cy="15651"/>
            </a:xfrm>
            <a:custGeom>
              <a:avLst/>
              <a:gdLst>
                <a:gd name="csX0" fmla="*/ 7633 w 16141"/>
                <a:gd name="csY0" fmla="*/ 6393 h 18050"/>
                <a:gd name="csX1" fmla="*/ 489 w 16141"/>
                <a:gd name="csY1" fmla="*/ 11797 h 18050"/>
                <a:gd name="csX2" fmla="*/ 2109 w 16141"/>
                <a:gd name="csY2" fmla="*/ 17963 h 18050"/>
                <a:gd name="csX3" fmla="*/ 15749 w 16141"/>
                <a:gd name="csY3" fmla="*/ 9308 h 18050"/>
                <a:gd name="csX4" fmla="*/ 14339 w 16141"/>
                <a:gd name="csY4" fmla="*/ 335 h 18050"/>
                <a:gd name="csX5" fmla="*/ 7633 w 16141"/>
                <a:gd name="csY5" fmla="*/ 6285 h 18050"/>
                <a:gd name="csX6" fmla="*/ 7633 w 16141"/>
                <a:gd name="csY6" fmla="*/ 6393 h 18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41" h="18050">
                  <a:moveTo>
                    <a:pt x="7633" y="6393"/>
                  </a:moveTo>
                  <a:cubicBezTo>
                    <a:pt x="6655" y="6933"/>
                    <a:pt x="1353" y="7365"/>
                    <a:pt x="489" y="11797"/>
                  </a:cubicBezTo>
                  <a:cubicBezTo>
                    <a:pt x="489" y="12337"/>
                    <a:pt x="-1352" y="17208"/>
                    <a:pt x="2109" y="17963"/>
                  </a:cubicBezTo>
                  <a:cubicBezTo>
                    <a:pt x="5684" y="18719"/>
                    <a:pt x="15317" y="14502"/>
                    <a:pt x="15749" y="9308"/>
                  </a:cubicBezTo>
                  <a:cubicBezTo>
                    <a:pt x="15749" y="7797"/>
                    <a:pt x="17266" y="2063"/>
                    <a:pt x="14339" y="335"/>
                  </a:cubicBezTo>
                  <a:cubicBezTo>
                    <a:pt x="11310" y="-1506"/>
                    <a:pt x="12288" y="4768"/>
                    <a:pt x="7633" y="6285"/>
                  </a:cubicBezTo>
                  <a:lnTo>
                    <a:pt x="7633" y="63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C2B776A1-FFF4-1EB5-869F-9229B178C532}"/>
                </a:ext>
              </a:extLst>
            </p:cNvPr>
            <p:cNvSpPr/>
            <p:nvPr/>
          </p:nvSpPr>
          <p:spPr>
            <a:xfrm>
              <a:off x="4601683" y="3978206"/>
              <a:ext cx="21540" cy="22957"/>
            </a:xfrm>
            <a:custGeom>
              <a:avLst/>
              <a:gdLst>
                <a:gd name="csX0" fmla="*/ 6392 w 24841"/>
                <a:gd name="csY0" fmla="*/ 20610 h 26475"/>
                <a:gd name="csX1" fmla="*/ 1306 w 24841"/>
                <a:gd name="csY1" fmla="*/ 25798 h 26475"/>
                <a:gd name="csX2" fmla="*/ 1630 w 24841"/>
                <a:gd name="csY2" fmla="*/ 25798 h 26475"/>
                <a:gd name="csX3" fmla="*/ 7796 w 24841"/>
                <a:gd name="csY3" fmla="*/ 26014 h 26475"/>
                <a:gd name="csX4" fmla="*/ 21867 w 24841"/>
                <a:gd name="csY4" fmla="*/ 16717 h 26475"/>
                <a:gd name="csX5" fmla="*/ 22305 w 24841"/>
                <a:gd name="csY5" fmla="*/ 61 h 26475"/>
                <a:gd name="csX6" fmla="*/ 17428 w 24841"/>
                <a:gd name="csY6" fmla="*/ 2335 h 26475"/>
                <a:gd name="csX7" fmla="*/ 6392 w 24841"/>
                <a:gd name="csY7" fmla="*/ 20610 h 2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41" h="26475">
                  <a:moveTo>
                    <a:pt x="6392" y="20610"/>
                  </a:moveTo>
                  <a:cubicBezTo>
                    <a:pt x="4659" y="21689"/>
                    <a:pt x="-3025" y="23746"/>
                    <a:pt x="1306" y="25798"/>
                  </a:cubicBezTo>
                  <a:lnTo>
                    <a:pt x="1630" y="25798"/>
                  </a:lnTo>
                  <a:cubicBezTo>
                    <a:pt x="3363" y="26661"/>
                    <a:pt x="6068" y="26661"/>
                    <a:pt x="7796" y="26014"/>
                  </a:cubicBezTo>
                  <a:cubicBezTo>
                    <a:pt x="17759" y="21473"/>
                    <a:pt x="20896" y="20826"/>
                    <a:pt x="21867" y="16717"/>
                  </a:cubicBezTo>
                  <a:cubicBezTo>
                    <a:pt x="22953" y="8710"/>
                    <a:pt x="27715" y="1249"/>
                    <a:pt x="22305" y="61"/>
                  </a:cubicBezTo>
                  <a:cubicBezTo>
                    <a:pt x="21759" y="61"/>
                    <a:pt x="18838" y="-587"/>
                    <a:pt x="17428" y="2335"/>
                  </a:cubicBezTo>
                  <a:cubicBezTo>
                    <a:pt x="17428" y="2335"/>
                    <a:pt x="10831" y="18552"/>
                    <a:pt x="6392" y="206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63832497-65F2-FF38-D5C6-A277601F46DE}"/>
                </a:ext>
              </a:extLst>
            </p:cNvPr>
            <p:cNvSpPr/>
            <p:nvPr/>
          </p:nvSpPr>
          <p:spPr>
            <a:xfrm>
              <a:off x="4558177" y="3997090"/>
              <a:ext cx="13773" cy="14148"/>
            </a:xfrm>
            <a:custGeom>
              <a:avLst/>
              <a:gdLst>
                <a:gd name="csX0" fmla="*/ 3956 w 15884"/>
                <a:gd name="csY0" fmla="*/ 2508 h 16317"/>
                <a:gd name="csX1" fmla="*/ 711 w 15884"/>
                <a:gd name="csY1" fmla="*/ 7696 h 16317"/>
                <a:gd name="csX2" fmla="*/ 9373 w 15884"/>
                <a:gd name="csY2" fmla="*/ 16027 h 16317"/>
                <a:gd name="csX3" fmla="*/ 15863 w 15884"/>
                <a:gd name="csY3" fmla="*/ 9861 h 16317"/>
                <a:gd name="csX4" fmla="*/ 11646 w 15884"/>
                <a:gd name="csY4" fmla="*/ 667 h 16317"/>
                <a:gd name="csX5" fmla="*/ 3956 w 15884"/>
                <a:gd name="csY5" fmla="*/ 2508 h 1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84" h="16317">
                  <a:moveTo>
                    <a:pt x="3956" y="2508"/>
                  </a:moveTo>
                  <a:cubicBezTo>
                    <a:pt x="2877" y="4667"/>
                    <a:pt x="2445" y="6077"/>
                    <a:pt x="711" y="7696"/>
                  </a:cubicBezTo>
                  <a:cubicBezTo>
                    <a:pt x="-2318" y="10509"/>
                    <a:pt x="5042" y="17862"/>
                    <a:pt x="9373" y="16027"/>
                  </a:cubicBezTo>
                  <a:cubicBezTo>
                    <a:pt x="10344" y="15373"/>
                    <a:pt x="16294" y="14401"/>
                    <a:pt x="15863" y="9861"/>
                  </a:cubicBezTo>
                  <a:cubicBezTo>
                    <a:pt x="15323" y="7804"/>
                    <a:pt x="16409" y="1644"/>
                    <a:pt x="11646" y="667"/>
                  </a:cubicBezTo>
                  <a:cubicBezTo>
                    <a:pt x="10668" y="667"/>
                    <a:pt x="5474" y="-1709"/>
                    <a:pt x="3956" y="25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4C1DAE9E-F7E1-FFAD-D9A5-971EB27A5CD0}"/>
                </a:ext>
              </a:extLst>
            </p:cNvPr>
            <p:cNvSpPr/>
            <p:nvPr/>
          </p:nvSpPr>
          <p:spPr>
            <a:xfrm>
              <a:off x="4484802" y="3973760"/>
              <a:ext cx="10030" cy="13216"/>
            </a:xfrm>
            <a:custGeom>
              <a:avLst/>
              <a:gdLst>
                <a:gd name="csX0" fmla="*/ 7729 w 11567"/>
                <a:gd name="csY0" fmla="*/ 14707 h 15242"/>
                <a:gd name="csX1" fmla="*/ 9139 w 11567"/>
                <a:gd name="csY1" fmla="*/ 13189 h 15242"/>
                <a:gd name="csX2" fmla="*/ 11406 w 11567"/>
                <a:gd name="csY2" fmla="*/ 3245 h 15242"/>
                <a:gd name="csX3" fmla="*/ 8053 w 11567"/>
                <a:gd name="csY3" fmla="*/ 0 h 15242"/>
                <a:gd name="csX4" fmla="*/ 262 w 11567"/>
                <a:gd name="csY4" fmla="*/ 3461 h 15242"/>
                <a:gd name="csX5" fmla="*/ 7729 w 11567"/>
                <a:gd name="csY5" fmla="*/ 14599 h 15242"/>
                <a:gd name="csX6" fmla="*/ 7729 w 11567"/>
                <a:gd name="csY6" fmla="*/ 14707 h 15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7" h="15242">
                  <a:moveTo>
                    <a:pt x="7729" y="14707"/>
                  </a:moveTo>
                  <a:lnTo>
                    <a:pt x="9139" y="13189"/>
                  </a:lnTo>
                  <a:cubicBezTo>
                    <a:pt x="12276" y="9836"/>
                    <a:pt x="11521" y="2705"/>
                    <a:pt x="11406" y="3245"/>
                  </a:cubicBezTo>
                  <a:cubicBezTo>
                    <a:pt x="11406" y="1403"/>
                    <a:pt x="9895" y="0"/>
                    <a:pt x="8053" y="0"/>
                  </a:cubicBezTo>
                  <a:cubicBezTo>
                    <a:pt x="5888" y="432"/>
                    <a:pt x="-1472" y="-1086"/>
                    <a:pt x="262" y="3461"/>
                  </a:cubicBezTo>
                  <a:cubicBezTo>
                    <a:pt x="262" y="3461"/>
                    <a:pt x="4154" y="18492"/>
                    <a:pt x="7729" y="14599"/>
                  </a:cubicBezTo>
                  <a:lnTo>
                    <a:pt x="7729" y="14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6F75A9DE-A88E-DC7E-7321-463881BC6A50}"/>
                </a:ext>
              </a:extLst>
            </p:cNvPr>
            <p:cNvSpPr/>
            <p:nvPr/>
          </p:nvSpPr>
          <p:spPr>
            <a:xfrm>
              <a:off x="4477677" y="4008611"/>
              <a:ext cx="12851" cy="7450"/>
            </a:xfrm>
            <a:custGeom>
              <a:avLst/>
              <a:gdLst>
                <a:gd name="csX0" fmla="*/ 11508 w 14821"/>
                <a:gd name="csY0" fmla="*/ 7065 h 8592"/>
                <a:gd name="csX1" fmla="*/ 12810 w 14821"/>
                <a:gd name="csY1" fmla="*/ 36 h 8592"/>
                <a:gd name="csX2" fmla="*/ 1012 w 14821"/>
                <a:gd name="csY2" fmla="*/ 3605 h 8592"/>
                <a:gd name="csX3" fmla="*/ 11400 w 14821"/>
                <a:gd name="csY3" fmla="*/ 7065 h 8592"/>
                <a:gd name="csX4" fmla="*/ 11508 w 14821"/>
                <a:gd name="csY4" fmla="*/ 7065 h 8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821" h="8592">
                  <a:moveTo>
                    <a:pt x="11508" y="7065"/>
                  </a:moveTo>
                  <a:cubicBezTo>
                    <a:pt x="12270" y="5224"/>
                    <a:pt x="17680" y="-504"/>
                    <a:pt x="12810" y="36"/>
                  </a:cubicBezTo>
                  <a:cubicBezTo>
                    <a:pt x="4257" y="1007"/>
                    <a:pt x="-2671" y="899"/>
                    <a:pt x="1012" y="3605"/>
                  </a:cubicBezTo>
                  <a:cubicBezTo>
                    <a:pt x="4149" y="5332"/>
                    <a:pt x="8803" y="11390"/>
                    <a:pt x="11400" y="7065"/>
                  </a:cubicBezTo>
                  <a:lnTo>
                    <a:pt x="11508" y="70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B1AFC38D-040F-BEF3-97DD-1C00E013B36B}"/>
                </a:ext>
              </a:extLst>
            </p:cNvPr>
            <p:cNvSpPr/>
            <p:nvPr/>
          </p:nvSpPr>
          <p:spPr>
            <a:xfrm>
              <a:off x="5195694" y="3566859"/>
              <a:ext cx="17351" cy="9796"/>
            </a:xfrm>
            <a:custGeom>
              <a:avLst/>
              <a:gdLst>
                <a:gd name="csX0" fmla="*/ 7437 w 20010"/>
                <a:gd name="csY0" fmla="*/ 58 h 11297"/>
                <a:gd name="csX1" fmla="*/ 77 w 20010"/>
                <a:gd name="csY1" fmla="*/ 4707 h 11297"/>
                <a:gd name="csX2" fmla="*/ 3976 w 20010"/>
                <a:gd name="csY2" fmla="*/ 8491 h 11297"/>
                <a:gd name="csX3" fmla="*/ 19674 w 20010"/>
                <a:gd name="csY3" fmla="*/ 8923 h 11297"/>
                <a:gd name="csX4" fmla="*/ 14473 w 20010"/>
                <a:gd name="csY4" fmla="*/ 1678 h 11297"/>
                <a:gd name="csX5" fmla="*/ 7437 w 20010"/>
                <a:gd name="csY5" fmla="*/ 166 h 11297"/>
                <a:gd name="csX6" fmla="*/ 7437 w 20010"/>
                <a:gd name="csY6" fmla="*/ 58 h 1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010" h="11297">
                  <a:moveTo>
                    <a:pt x="7437" y="58"/>
                  </a:moveTo>
                  <a:cubicBezTo>
                    <a:pt x="5818" y="706"/>
                    <a:pt x="-786" y="274"/>
                    <a:pt x="77" y="4707"/>
                  </a:cubicBezTo>
                  <a:cubicBezTo>
                    <a:pt x="408" y="6434"/>
                    <a:pt x="2135" y="8167"/>
                    <a:pt x="3976" y="8491"/>
                  </a:cubicBezTo>
                  <a:cubicBezTo>
                    <a:pt x="16530" y="11088"/>
                    <a:pt x="21401" y="13032"/>
                    <a:pt x="19674" y="8923"/>
                  </a:cubicBezTo>
                  <a:cubicBezTo>
                    <a:pt x="19343" y="8383"/>
                    <a:pt x="18264" y="3951"/>
                    <a:pt x="14473" y="1678"/>
                  </a:cubicBezTo>
                  <a:cubicBezTo>
                    <a:pt x="13933" y="1462"/>
                    <a:pt x="11228" y="-589"/>
                    <a:pt x="7437" y="166"/>
                  </a:cubicBezTo>
                  <a:lnTo>
                    <a:pt x="7437" y="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739F789D-6037-E90A-0EE1-6AF4DD514CA8}"/>
                </a:ext>
              </a:extLst>
            </p:cNvPr>
            <p:cNvSpPr/>
            <p:nvPr/>
          </p:nvSpPr>
          <p:spPr>
            <a:xfrm>
              <a:off x="5149984" y="3572050"/>
              <a:ext cx="35592" cy="25467"/>
            </a:xfrm>
            <a:custGeom>
              <a:avLst/>
              <a:gdLst>
                <a:gd name="csX0" fmla="*/ 27470 w 41047"/>
                <a:gd name="csY0" fmla="*/ 231 h 29370"/>
                <a:gd name="csX1" fmla="*/ 12319 w 41047"/>
                <a:gd name="csY1" fmla="*/ 5426 h 29370"/>
                <a:gd name="csX2" fmla="*/ 1060 w 41047"/>
                <a:gd name="csY2" fmla="*/ 18615 h 29370"/>
                <a:gd name="csX3" fmla="*/ 6477 w 41047"/>
                <a:gd name="csY3" fmla="*/ 19269 h 29370"/>
                <a:gd name="csX4" fmla="*/ 13621 w 41047"/>
                <a:gd name="csY4" fmla="*/ 18837 h 29370"/>
                <a:gd name="csX5" fmla="*/ 17729 w 41047"/>
                <a:gd name="csY5" fmla="*/ 25428 h 29370"/>
                <a:gd name="csX6" fmla="*/ 29527 w 41047"/>
                <a:gd name="csY6" fmla="*/ 27701 h 29370"/>
                <a:gd name="csX7" fmla="*/ 39160 w 41047"/>
                <a:gd name="csY7" fmla="*/ 8563 h 29370"/>
                <a:gd name="csX8" fmla="*/ 29203 w 41047"/>
                <a:gd name="csY8" fmla="*/ 4238 h 29370"/>
                <a:gd name="csX9" fmla="*/ 27584 w 41047"/>
                <a:gd name="csY9" fmla="*/ 123 h 29370"/>
                <a:gd name="csX10" fmla="*/ 27470 w 41047"/>
                <a:gd name="csY10" fmla="*/ 231 h 29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047" h="29370">
                  <a:moveTo>
                    <a:pt x="27470" y="231"/>
                  </a:moveTo>
                  <a:cubicBezTo>
                    <a:pt x="20980" y="1857"/>
                    <a:pt x="15786" y="2613"/>
                    <a:pt x="12319" y="5426"/>
                  </a:cubicBezTo>
                  <a:cubicBezTo>
                    <a:pt x="2146" y="13535"/>
                    <a:pt x="-2185" y="15592"/>
                    <a:pt x="1060" y="18615"/>
                  </a:cubicBezTo>
                  <a:cubicBezTo>
                    <a:pt x="1714" y="18831"/>
                    <a:pt x="3772" y="20888"/>
                    <a:pt x="6477" y="19269"/>
                  </a:cubicBezTo>
                  <a:cubicBezTo>
                    <a:pt x="7556" y="18945"/>
                    <a:pt x="12643" y="14290"/>
                    <a:pt x="13621" y="18837"/>
                  </a:cubicBezTo>
                  <a:cubicBezTo>
                    <a:pt x="13945" y="19592"/>
                    <a:pt x="13836" y="23485"/>
                    <a:pt x="17729" y="25428"/>
                  </a:cubicBezTo>
                  <a:cubicBezTo>
                    <a:pt x="21304" y="26730"/>
                    <a:pt x="26606" y="32026"/>
                    <a:pt x="29527" y="27701"/>
                  </a:cubicBezTo>
                  <a:cubicBezTo>
                    <a:pt x="40138" y="12239"/>
                    <a:pt x="43599" y="8994"/>
                    <a:pt x="39160" y="8563"/>
                  </a:cubicBezTo>
                  <a:cubicBezTo>
                    <a:pt x="35699" y="7693"/>
                    <a:pt x="27584" y="9102"/>
                    <a:pt x="29203" y="4238"/>
                  </a:cubicBezTo>
                  <a:cubicBezTo>
                    <a:pt x="29203" y="4238"/>
                    <a:pt x="31693" y="-848"/>
                    <a:pt x="27584" y="123"/>
                  </a:cubicBezTo>
                  <a:lnTo>
                    <a:pt x="27470" y="2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AEB9A8AD-4E1F-4532-BD80-379F3EE0202F}"/>
                </a:ext>
              </a:extLst>
            </p:cNvPr>
            <p:cNvSpPr/>
            <p:nvPr/>
          </p:nvSpPr>
          <p:spPr>
            <a:xfrm>
              <a:off x="5111538" y="3603581"/>
              <a:ext cx="13596" cy="9520"/>
            </a:xfrm>
            <a:custGeom>
              <a:avLst/>
              <a:gdLst>
                <a:gd name="csX0" fmla="*/ 7838 w 15680"/>
                <a:gd name="csY0" fmla="*/ 634 h 10979"/>
                <a:gd name="csX1" fmla="*/ 587 w 15680"/>
                <a:gd name="csY1" fmla="*/ 6476 h 10979"/>
                <a:gd name="csX2" fmla="*/ 9680 w 15680"/>
                <a:gd name="csY2" fmla="*/ 9505 h 10979"/>
                <a:gd name="csX3" fmla="*/ 15528 w 15680"/>
                <a:gd name="csY3" fmla="*/ 1288 h 10979"/>
                <a:gd name="csX4" fmla="*/ 11413 w 15680"/>
                <a:gd name="csY4" fmla="*/ 94 h 10979"/>
                <a:gd name="csX5" fmla="*/ 7946 w 15680"/>
                <a:gd name="csY5" fmla="*/ 634 h 10979"/>
                <a:gd name="csX6" fmla="*/ 7838 w 15680"/>
                <a:gd name="csY6" fmla="*/ 634 h 10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680" h="10979">
                  <a:moveTo>
                    <a:pt x="7838" y="634"/>
                  </a:moveTo>
                  <a:cubicBezTo>
                    <a:pt x="3406" y="1288"/>
                    <a:pt x="47" y="7124"/>
                    <a:pt x="587" y="6476"/>
                  </a:cubicBezTo>
                  <a:cubicBezTo>
                    <a:pt x="-2334" y="10368"/>
                    <a:pt x="6435" y="12642"/>
                    <a:pt x="9680" y="9505"/>
                  </a:cubicBezTo>
                  <a:cubicBezTo>
                    <a:pt x="13471" y="5720"/>
                    <a:pt x="16392" y="3339"/>
                    <a:pt x="15528" y="1288"/>
                  </a:cubicBezTo>
                  <a:cubicBezTo>
                    <a:pt x="15090" y="310"/>
                    <a:pt x="13255" y="-230"/>
                    <a:pt x="11413" y="94"/>
                  </a:cubicBezTo>
                  <a:lnTo>
                    <a:pt x="7946" y="634"/>
                  </a:lnTo>
                  <a:lnTo>
                    <a:pt x="7838" y="6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49A3B5C-5910-9FEB-D151-5B1A85C0D3BD}"/>
                </a:ext>
              </a:extLst>
            </p:cNvPr>
            <p:cNvSpPr/>
            <p:nvPr/>
          </p:nvSpPr>
          <p:spPr>
            <a:xfrm>
              <a:off x="4770265" y="3424419"/>
              <a:ext cx="409887" cy="293883"/>
            </a:xfrm>
            <a:custGeom>
              <a:avLst/>
              <a:gdLst>
                <a:gd name="csX0" fmla="*/ 471020 w 472709"/>
                <a:gd name="csY0" fmla="*/ 63542 h 338926"/>
                <a:gd name="csX1" fmla="*/ 465171 w 472709"/>
                <a:gd name="csY1" fmla="*/ 55757 h 338926"/>
                <a:gd name="csX2" fmla="*/ 445690 w 472709"/>
                <a:gd name="csY2" fmla="*/ 65816 h 338926"/>
                <a:gd name="csX3" fmla="*/ 425776 w 472709"/>
                <a:gd name="csY3" fmla="*/ 63110 h 338926"/>
                <a:gd name="csX4" fmla="*/ 404021 w 472709"/>
                <a:gd name="csY4" fmla="*/ 66031 h 338926"/>
                <a:gd name="csX5" fmla="*/ 400554 w 472709"/>
                <a:gd name="csY5" fmla="*/ 48944 h 338926"/>
                <a:gd name="csX6" fmla="*/ 378259 w 472709"/>
                <a:gd name="csY6" fmla="*/ 43000 h 338926"/>
                <a:gd name="csX7" fmla="*/ 370468 w 472709"/>
                <a:gd name="csY7" fmla="*/ 50353 h 338926"/>
                <a:gd name="csX8" fmla="*/ 346007 w 472709"/>
                <a:gd name="csY8" fmla="*/ 41159 h 338926"/>
                <a:gd name="csX9" fmla="*/ 328577 w 472709"/>
                <a:gd name="csY9" fmla="*/ 46131 h 338926"/>
                <a:gd name="csX10" fmla="*/ 315375 w 472709"/>
                <a:gd name="csY10" fmla="*/ 32186 h 338926"/>
                <a:gd name="csX11" fmla="*/ 298598 w 472709"/>
                <a:gd name="csY11" fmla="*/ 34021 h 338926"/>
                <a:gd name="csX12" fmla="*/ 282577 w 472709"/>
                <a:gd name="csY12" fmla="*/ 17911 h 338926"/>
                <a:gd name="csX13" fmla="*/ 241664 w 472709"/>
                <a:gd name="csY13" fmla="*/ 14126 h 338926"/>
                <a:gd name="csX14" fmla="*/ 235714 w 472709"/>
                <a:gd name="csY14" fmla="*/ 17156 h 338926"/>
                <a:gd name="csX15" fmla="*/ 213737 w 472709"/>
                <a:gd name="csY15" fmla="*/ 11637 h 338926"/>
                <a:gd name="csX16" fmla="*/ 177154 w 472709"/>
                <a:gd name="csY16" fmla="*/ 16501 h 338926"/>
                <a:gd name="csX17" fmla="*/ 132781 w 472709"/>
                <a:gd name="csY17" fmla="*/ 7205 h 338926"/>
                <a:gd name="csX18" fmla="*/ 130939 w 472709"/>
                <a:gd name="csY18" fmla="*/ 5687 h 338926"/>
                <a:gd name="csX19" fmla="*/ 121090 w 472709"/>
                <a:gd name="csY19" fmla="*/ 8932 h 338926"/>
                <a:gd name="csX20" fmla="*/ 74659 w 472709"/>
                <a:gd name="csY20" fmla="*/ 6449 h 338926"/>
                <a:gd name="csX21" fmla="*/ 65458 w 472709"/>
                <a:gd name="csY21" fmla="*/ 2449 h 338926"/>
                <a:gd name="csX22" fmla="*/ 57883 w 472709"/>
                <a:gd name="csY22" fmla="*/ 1255 h 338926"/>
                <a:gd name="csX23" fmla="*/ 48897 w 472709"/>
                <a:gd name="csY23" fmla="*/ 607 h 338926"/>
                <a:gd name="csX24" fmla="*/ 36127 w 472709"/>
                <a:gd name="csY24" fmla="*/ 10126 h 338926"/>
                <a:gd name="csX25" fmla="*/ 39804 w 472709"/>
                <a:gd name="csY25" fmla="*/ 12393 h 338926"/>
                <a:gd name="csX26" fmla="*/ 42401 w 472709"/>
                <a:gd name="csY26" fmla="*/ 17263 h 338926"/>
                <a:gd name="csX27" fmla="*/ 37963 w 472709"/>
                <a:gd name="csY27" fmla="*/ 18451 h 338926"/>
                <a:gd name="csX28" fmla="*/ 26926 w 472709"/>
                <a:gd name="csY28" fmla="*/ 20286 h 338926"/>
                <a:gd name="csX29" fmla="*/ 19567 w 472709"/>
                <a:gd name="csY29" fmla="*/ 20070 h 338926"/>
                <a:gd name="csX30" fmla="*/ 11883 w 472709"/>
                <a:gd name="csY30" fmla="*/ 22559 h 338926"/>
                <a:gd name="csX31" fmla="*/ 6790 w 472709"/>
                <a:gd name="csY31" fmla="*/ 26128 h 338926"/>
                <a:gd name="csX32" fmla="*/ 193 w 472709"/>
                <a:gd name="csY32" fmla="*/ 37266 h 338926"/>
                <a:gd name="csX33" fmla="*/ 3222 w 472709"/>
                <a:gd name="csY33" fmla="*/ 38777 h 338926"/>
                <a:gd name="csX34" fmla="*/ 6035 w 472709"/>
                <a:gd name="csY34" fmla="*/ 42022 h 338926"/>
                <a:gd name="csX35" fmla="*/ 9172 w 472709"/>
                <a:gd name="csY35" fmla="*/ 44943 h 338926"/>
                <a:gd name="csX36" fmla="*/ 9610 w 472709"/>
                <a:gd name="csY36" fmla="*/ 49807 h 338926"/>
                <a:gd name="csX37" fmla="*/ 13071 w 472709"/>
                <a:gd name="csY37" fmla="*/ 53700 h 338926"/>
                <a:gd name="csX38" fmla="*/ 19675 w 472709"/>
                <a:gd name="csY38" fmla="*/ 50353 h 338926"/>
                <a:gd name="csX39" fmla="*/ 18805 w 472709"/>
                <a:gd name="csY39" fmla="*/ 67111 h 338926"/>
                <a:gd name="csX40" fmla="*/ 19567 w 472709"/>
                <a:gd name="csY40" fmla="*/ 67111 h 338926"/>
                <a:gd name="csX41" fmla="*/ 15452 w 472709"/>
                <a:gd name="csY41" fmla="*/ 78465 h 338926"/>
                <a:gd name="csX42" fmla="*/ 17186 w 472709"/>
                <a:gd name="csY42" fmla="*/ 87012 h 338926"/>
                <a:gd name="csX43" fmla="*/ 43055 w 472709"/>
                <a:gd name="csY43" fmla="*/ 74788 h 338926"/>
                <a:gd name="csX44" fmla="*/ 48250 w 472709"/>
                <a:gd name="csY44" fmla="*/ 91012 h 338926"/>
                <a:gd name="csX45" fmla="*/ 100961 w 472709"/>
                <a:gd name="csY45" fmla="*/ 82141 h 338926"/>
                <a:gd name="csX46" fmla="*/ 116544 w 472709"/>
                <a:gd name="csY46" fmla="*/ 102042 h 338926"/>
                <a:gd name="csX47" fmla="*/ 91328 w 472709"/>
                <a:gd name="csY47" fmla="*/ 126369 h 338926"/>
                <a:gd name="csX48" fmla="*/ 87645 w 472709"/>
                <a:gd name="csY48" fmla="*/ 183144 h 338926"/>
                <a:gd name="csX49" fmla="*/ 67624 w 472709"/>
                <a:gd name="csY49" fmla="*/ 186065 h 338926"/>
                <a:gd name="csX50" fmla="*/ 85480 w 472709"/>
                <a:gd name="csY50" fmla="*/ 212558 h 338926"/>
                <a:gd name="csX51" fmla="*/ 73574 w 472709"/>
                <a:gd name="csY51" fmla="*/ 236129 h 338926"/>
                <a:gd name="csX52" fmla="*/ 88401 w 472709"/>
                <a:gd name="csY52" fmla="*/ 249432 h 338926"/>
                <a:gd name="csX53" fmla="*/ 83968 w 472709"/>
                <a:gd name="csY53" fmla="*/ 259059 h 338926"/>
                <a:gd name="csX54" fmla="*/ 69789 w 472709"/>
                <a:gd name="csY54" fmla="*/ 268247 h 338926"/>
                <a:gd name="csX55" fmla="*/ 70652 w 472709"/>
                <a:gd name="csY55" fmla="*/ 290307 h 338926"/>
                <a:gd name="csX56" fmla="*/ 87429 w 472709"/>
                <a:gd name="csY56" fmla="*/ 286846 h 338926"/>
                <a:gd name="csX57" fmla="*/ 89702 w 472709"/>
                <a:gd name="csY57" fmla="*/ 287818 h 338926"/>
                <a:gd name="csX58" fmla="*/ 106695 w 472709"/>
                <a:gd name="csY58" fmla="*/ 301985 h 338926"/>
                <a:gd name="csX59" fmla="*/ 111350 w 472709"/>
                <a:gd name="csY59" fmla="*/ 312043 h 338926"/>
                <a:gd name="csX60" fmla="*/ 115680 w 472709"/>
                <a:gd name="csY60" fmla="*/ 315396 h 338926"/>
                <a:gd name="csX61" fmla="*/ 115026 w 472709"/>
                <a:gd name="csY61" fmla="*/ 318101 h 338926"/>
                <a:gd name="csX62" fmla="*/ 114487 w 472709"/>
                <a:gd name="csY62" fmla="*/ 320692 h 338926"/>
                <a:gd name="csX63" fmla="*/ 126177 w 472709"/>
                <a:gd name="csY63" fmla="*/ 332700 h 338926"/>
                <a:gd name="csX64" fmla="*/ 136788 w 472709"/>
                <a:gd name="csY64" fmla="*/ 337888 h 338926"/>
                <a:gd name="csX65" fmla="*/ 144903 w 472709"/>
                <a:gd name="csY65" fmla="*/ 335182 h 338926"/>
                <a:gd name="csX66" fmla="*/ 151183 w 472709"/>
                <a:gd name="csY66" fmla="*/ 331182 h 338926"/>
                <a:gd name="csX67" fmla="*/ 159946 w 472709"/>
                <a:gd name="csY67" fmla="*/ 320908 h 338926"/>
                <a:gd name="csX68" fmla="*/ 176831 w 472709"/>
                <a:gd name="csY68" fmla="*/ 315828 h 338926"/>
                <a:gd name="csX69" fmla="*/ 186032 w 472709"/>
                <a:gd name="csY69" fmla="*/ 309662 h 338926"/>
                <a:gd name="csX70" fmla="*/ 217960 w 472709"/>
                <a:gd name="csY70" fmla="*/ 309770 h 338926"/>
                <a:gd name="csX71" fmla="*/ 235060 w 472709"/>
                <a:gd name="csY71" fmla="*/ 308259 h 338926"/>
                <a:gd name="csX72" fmla="*/ 242966 w 472709"/>
                <a:gd name="csY72" fmla="*/ 310316 h 338926"/>
                <a:gd name="csX73" fmla="*/ 250757 w 472709"/>
                <a:gd name="csY73" fmla="*/ 307611 h 338926"/>
                <a:gd name="csX74" fmla="*/ 265045 w 472709"/>
                <a:gd name="csY74" fmla="*/ 307827 h 338926"/>
                <a:gd name="csX75" fmla="*/ 269591 w 472709"/>
                <a:gd name="csY75" fmla="*/ 307611 h 338926"/>
                <a:gd name="csX76" fmla="*/ 278247 w 472709"/>
                <a:gd name="csY76" fmla="*/ 297229 h 338926"/>
                <a:gd name="csX77" fmla="*/ 281606 w 472709"/>
                <a:gd name="csY77" fmla="*/ 289120 h 338926"/>
                <a:gd name="csX78" fmla="*/ 294915 w 472709"/>
                <a:gd name="csY78" fmla="*/ 276140 h 338926"/>
                <a:gd name="csX79" fmla="*/ 320785 w 472709"/>
                <a:gd name="csY79" fmla="*/ 270089 h 338926"/>
                <a:gd name="csX80" fmla="*/ 319490 w 472709"/>
                <a:gd name="csY80" fmla="*/ 261973 h 338926"/>
                <a:gd name="csX81" fmla="*/ 336590 w 472709"/>
                <a:gd name="csY81" fmla="*/ 234402 h 338926"/>
                <a:gd name="csX82" fmla="*/ 354447 w 472709"/>
                <a:gd name="csY82" fmla="*/ 223480 h 338926"/>
                <a:gd name="csX83" fmla="*/ 353367 w 472709"/>
                <a:gd name="csY83" fmla="*/ 217422 h 338926"/>
                <a:gd name="csX84" fmla="*/ 340591 w 472709"/>
                <a:gd name="csY84" fmla="*/ 206716 h 338926"/>
                <a:gd name="csX85" fmla="*/ 338533 w 472709"/>
                <a:gd name="csY85" fmla="*/ 186605 h 338926"/>
                <a:gd name="csX86" fmla="*/ 368087 w 472709"/>
                <a:gd name="csY86" fmla="*/ 145292 h 338926"/>
                <a:gd name="csX87" fmla="*/ 378475 w 472709"/>
                <a:gd name="csY87" fmla="*/ 139025 h 338926"/>
                <a:gd name="csX88" fmla="*/ 378367 w 472709"/>
                <a:gd name="csY88" fmla="*/ 134262 h 338926"/>
                <a:gd name="csX89" fmla="*/ 378367 w 472709"/>
                <a:gd name="csY89" fmla="*/ 129398 h 338926"/>
                <a:gd name="csX90" fmla="*/ 384317 w 472709"/>
                <a:gd name="csY90" fmla="*/ 123454 h 338926"/>
                <a:gd name="csX91" fmla="*/ 429885 w 472709"/>
                <a:gd name="csY91" fmla="*/ 108748 h 338926"/>
                <a:gd name="csX92" fmla="*/ 441467 w 472709"/>
                <a:gd name="csY92" fmla="*/ 98366 h 338926"/>
                <a:gd name="csX93" fmla="*/ 469070 w 472709"/>
                <a:gd name="csY93" fmla="*/ 82249 h 338926"/>
                <a:gd name="csX94" fmla="*/ 467121 w 472709"/>
                <a:gd name="csY94" fmla="*/ 75982 h 338926"/>
                <a:gd name="csX95" fmla="*/ 468423 w 472709"/>
                <a:gd name="csY95" fmla="*/ 69168 h 338926"/>
                <a:gd name="csX96" fmla="*/ 468531 w 472709"/>
                <a:gd name="csY96" fmla="*/ 69168 h 338926"/>
                <a:gd name="csX97" fmla="*/ 471236 w 472709"/>
                <a:gd name="csY97" fmla="*/ 63434 h 338926"/>
                <a:gd name="csX98" fmla="*/ 471020 w 472709"/>
                <a:gd name="csY98" fmla="*/ 63542 h 338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472709" h="338926">
                  <a:moveTo>
                    <a:pt x="471020" y="63542"/>
                  </a:moveTo>
                  <a:cubicBezTo>
                    <a:pt x="468201" y="59973"/>
                    <a:pt x="466365" y="57707"/>
                    <a:pt x="465171" y="55757"/>
                  </a:cubicBezTo>
                  <a:lnTo>
                    <a:pt x="445690" y="65816"/>
                  </a:lnTo>
                  <a:lnTo>
                    <a:pt x="425776" y="63110"/>
                  </a:lnTo>
                  <a:lnTo>
                    <a:pt x="404021" y="66031"/>
                  </a:lnTo>
                  <a:lnTo>
                    <a:pt x="400554" y="48944"/>
                  </a:lnTo>
                  <a:lnTo>
                    <a:pt x="378259" y="43000"/>
                  </a:lnTo>
                  <a:lnTo>
                    <a:pt x="370468" y="50353"/>
                  </a:lnTo>
                  <a:lnTo>
                    <a:pt x="346007" y="41159"/>
                  </a:lnTo>
                  <a:lnTo>
                    <a:pt x="328577" y="46131"/>
                  </a:lnTo>
                  <a:lnTo>
                    <a:pt x="315375" y="32186"/>
                  </a:lnTo>
                  <a:lnTo>
                    <a:pt x="298598" y="34021"/>
                  </a:lnTo>
                  <a:lnTo>
                    <a:pt x="282577" y="17911"/>
                  </a:lnTo>
                  <a:cubicBezTo>
                    <a:pt x="249564" y="26560"/>
                    <a:pt x="255088" y="12933"/>
                    <a:pt x="241664" y="14126"/>
                  </a:cubicBezTo>
                  <a:cubicBezTo>
                    <a:pt x="241125" y="14342"/>
                    <a:pt x="237334" y="14126"/>
                    <a:pt x="235714" y="17156"/>
                  </a:cubicBezTo>
                  <a:cubicBezTo>
                    <a:pt x="232463" y="23207"/>
                    <a:pt x="218068" y="10990"/>
                    <a:pt x="213737" y="11637"/>
                  </a:cubicBezTo>
                  <a:cubicBezTo>
                    <a:pt x="183003" y="16825"/>
                    <a:pt x="181593" y="17587"/>
                    <a:pt x="177154" y="16501"/>
                  </a:cubicBezTo>
                  <a:cubicBezTo>
                    <a:pt x="129422" y="5255"/>
                    <a:pt x="137759" y="11421"/>
                    <a:pt x="132781" y="7205"/>
                  </a:cubicBezTo>
                  <a:lnTo>
                    <a:pt x="130939" y="5687"/>
                  </a:lnTo>
                  <a:cubicBezTo>
                    <a:pt x="127263" y="2557"/>
                    <a:pt x="126069" y="8932"/>
                    <a:pt x="121090" y="8932"/>
                  </a:cubicBezTo>
                  <a:cubicBezTo>
                    <a:pt x="78228" y="8500"/>
                    <a:pt x="78336" y="9148"/>
                    <a:pt x="74659" y="6449"/>
                  </a:cubicBezTo>
                  <a:cubicBezTo>
                    <a:pt x="72494" y="5148"/>
                    <a:pt x="68055" y="68"/>
                    <a:pt x="65458" y="2449"/>
                  </a:cubicBezTo>
                  <a:cubicBezTo>
                    <a:pt x="62645" y="5040"/>
                    <a:pt x="61559" y="-1990"/>
                    <a:pt x="57883" y="1255"/>
                  </a:cubicBezTo>
                  <a:cubicBezTo>
                    <a:pt x="54415" y="4284"/>
                    <a:pt x="53228" y="-1882"/>
                    <a:pt x="48897" y="607"/>
                  </a:cubicBezTo>
                  <a:cubicBezTo>
                    <a:pt x="38833" y="6126"/>
                    <a:pt x="35912" y="7205"/>
                    <a:pt x="36127" y="10126"/>
                  </a:cubicBezTo>
                  <a:cubicBezTo>
                    <a:pt x="36236" y="12501"/>
                    <a:pt x="40452" y="12501"/>
                    <a:pt x="39804" y="12393"/>
                  </a:cubicBezTo>
                  <a:cubicBezTo>
                    <a:pt x="43811" y="12285"/>
                    <a:pt x="42509" y="17911"/>
                    <a:pt x="42401" y="17263"/>
                  </a:cubicBezTo>
                  <a:cubicBezTo>
                    <a:pt x="41862" y="21048"/>
                    <a:pt x="37315" y="18343"/>
                    <a:pt x="37963" y="18451"/>
                  </a:cubicBezTo>
                  <a:cubicBezTo>
                    <a:pt x="33746" y="16177"/>
                    <a:pt x="26387" y="20394"/>
                    <a:pt x="26926" y="20286"/>
                  </a:cubicBezTo>
                  <a:cubicBezTo>
                    <a:pt x="23459" y="21696"/>
                    <a:pt x="18913" y="19962"/>
                    <a:pt x="19567" y="20070"/>
                  </a:cubicBezTo>
                  <a:cubicBezTo>
                    <a:pt x="15128" y="18451"/>
                    <a:pt x="10150" y="20502"/>
                    <a:pt x="11883" y="22559"/>
                  </a:cubicBezTo>
                  <a:cubicBezTo>
                    <a:pt x="13718" y="24833"/>
                    <a:pt x="6251" y="26344"/>
                    <a:pt x="6790" y="26128"/>
                  </a:cubicBezTo>
                  <a:cubicBezTo>
                    <a:pt x="1812" y="27531"/>
                    <a:pt x="-131" y="37914"/>
                    <a:pt x="193" y="37266"/>
                  </a:cubicBezTo>
                  <a:cubicBezTo>
                    <a:pt x="-1001" y="40835"/>
                    <a:pt x="3762" y="38777"/>
                    <a:pt x="3222" y="38777"/>
                  </a:cubicBezTo>
                  <a:cubicBezTo>
                    <a:pt x="6790" y="37374"/>
                    <a:pt x="6251" y="42670"/>
                    <a:pt x="6035" y="42022"/>
                  </a:cubicBezTo>
                  <a:cubicBezTo>
                    <a:pt x="5819" y="45267"/>
                    <a:pt x="9718" y="45051"/>
                    <a:pt x="9172" y="44943"/>
                  </a:cubicBezTo>
                  <a:cubicBezTo>
                    <a:pt x="13502" y="44295"/>
                    <a:pt x="9502" y="50353"/>
                    <a:pt x="9610" y="49807"/>
                  </a:cubicBezTo>
                  <a:cubicBezTo>
                    <a:pt x="7552" y="53706"/>
                    <a:pt x="10042" y="56945"/>
                    <a:pt x="13071" y="53700"/>
                  </a:cubicBezTo>
                  <a:cubicBezTo>
                    <a:pt x="13718" y="53160"/>
                    <a:pt x="16970" y="48188"/>
                    <a:pt x="19675" y="50353"/>
                  </a:cubicBezTo>
                  <a:cubicBezTo>
                    <a:pt x="23783" y="53592"/>
                    <a:pt x="8848" y="66247"/>
                    <a:pt x="18805" y="67111"/>
                  </a:cubicBezTo>
                  <a:lnTo>
                    <a:pt x="19567" y="67111"/>
                  </a:lnTo>
                  <a:cubicBezTo>
                    <a:pt x="25949" y="67759"/>
                    <a:pt x="14150" y="72197"/>
                    <a:pt x="15452" y="78465"/>
                  </a:cubicBezTo>
                  <a:cubicBezTo>
                    <a:pt x="16100" y="81602"/>
                    <a:pt x="16646" y="84415"/>
                    <a:pt x="17186" y="87012"/>
                  </a:cubicBezTo>
                  <a:lnTo>
                    <a:pt x="43055" y="74788"/>
                  </a:lnTo>
                  <a:lnTo>
                    <a:pt x="48250" y="91012"/>
                  </a:lnTo>
                  <a:lnTo>
                    <a:pt x="100961" y="82141"/>
                  </a:lnTo>
                  <a:lnTo>
                    <a:pt x="116544" y="102042"/>
                  </a:lnTo>
                  <a:lnTo>
                    <a:pt x="91328" y="126369"/>
                  </a:lnTo>
                  <a:lnTo>
                    <a:pt x="87645" y="183144"/>
                  </a:lnTo>
                  <a:lnTo>
                    <a:pt x="67624" y="186065"/>
                  </a:lnTo>
                  <a:lnTo>
                    <a:pt x="85480" y="212558"/>
                  </a:lnTo>
                  <a:lnTo>
                    <a:pt x="73574" y="236129"/>
                  </a:lnTo>
                  <a:lnTo>
                    <a:pt x="88401" y="249432"/>
                  </a:lnTo>
                  <a:lnTo>
                    <a:pt x="83968" y="259059"/>
                  </a:lnTo>
                  <a:lnTo>
                    <a:pt x="69789" y="268247"/>
                  </a:lnTo>
                  <a:lnTo>
                    <a:pt x="70652" y="290307"/>
                  </a:lnTo>
                  <a:cubicBezTo>
                    <a:pt x="82990" y="289443"/>
                    <a:pt x="85912" y="289659"/>
                    <a:pt x="87429" y="286846"/>
                  </a:cubicBezTo>
                  <a:cubicBezTo>
                    <a:pt x="88731" y="284363"/>
                    <a:pt x="90026" y="288472"/>
                    <a:pt x="89702" y="287818"/>
                  </a:cubicBezTo>
                  <a:cubicBezTo>
                    <a:pt x="91760" y="294955"/>
                    <a:pt x="104853" y="294739"/>
                    <a:pt x="106695" y="301985"/>
                  </a:cubicBezTo>
                  <a:cubicBezTo>
                    <a:pt x="108105" y="307395"/>
                    <a:pt x="108860" y="313015"/>
                    <a:pt x="111350" y="312043"/>
                  </a:cubicBezTo>
                  <a:cubicBezTo>
                    <a:pt x="113515" y="311179"/>
                    <a:pt x="116220" y="315936"/>
                    <a:pt x="115680" y="315396"/>
                  </a:cubicBezTo>
                  <a:cubicBezTo>
                    <a:pt x="116652" y="316907"/>
                    <a:pt x="116328" y="318209"/>
                    <a:pt x="115026" y="318101"/>
                  </a:cubicBezTo>
                  <a:cubicBezTo>
                    <a:pt x="113623" y="318101"/>
                    <a:pt x="113407" y="319288"/>
                    <a:pt x="114487" y="320692"/>
                  </a:cubicBezTo>
                  <a:cubicBezTo>
                    <a:pt x="119465" y="327613"/>
                    <a:pt x="121846" y="332376"/>
                    <a:pt x="126177" y="332700"/>
                  </a:cubicBezTo>
                  <a:cubicBezTo>
                    <a:pt x="130831" y="333131"/>
                    <a:pt x="137327" y="338319"/>
                    <a:pt x="136788" y="337888"/>
                  </a:cubicBezTo>
                  <a:cubicBezTo>
                    <a:pt x="140249" y="340269"/>
                    <a:pt x="144687" y="338212"/>
                    <a:pt x="144903" y="335182"/>
                  </a:cubicBezTo>
                  <a:cubicBezTo>
                    <a:pt x="145119" y="332046"/>
                    <a:pt x="148802" y="335290"/>
                    <a:pt x="151183" y="331182"/>
                  </a:cubicBezTo>
                  <a:cubicBezTo>
                    <a:pt x="153450" y="327829"/>
                    <a:pt x="154860" y="321886"/>
                    <a:pt x="159946" y="320908"/>
                  </a:cubicBezTo>
                  <a:cubicBezTo>
                    <a:pt x="167738" y="319396"/>
                    <a:pt x="173586" y="319073"/>
                    <a:pt x="176831" y="315828"/>
                  </a:cubicBezTo>
                  <a:cubicBezTo>
                    <a:pt x="178780" y="314209"/>
                    <a:pt x="181269" y="309770"/>
                    <a:pt x="186032" y="309662"/>
                  </a:cubicBezTo>
                  <a:cubicBezTo>
                    <a:pt x="211902" y="308474"/>
                    <a:pt x="213959" y="307827"/>
                    <a:pt x="217960" y="309770"/>
                  </a:cubicBezTo>
                  <a:cubicBezTo>
                    <a:pt x="222614" y="312043"/>
                    <a:pt x="235714" y="308151"/>
                    <a:pt x="235060" y="308259"/>
                  </a:cubicBezTo>
                  <a:cubicBezTo>
                    <a:pt x="239067" y="307395"/>
                    <a:pt x="243506" y="310532"/>
                    <a:pt x="242966" y="310316"/>
                  </a:cubicBezTo>
                  <a:cubicBezTo>
                    <a:pt x="246751" y="312583"/>
                    <a:pt x="251405" y="307287"/>
                    <a:pt x="250757" y="307611"/>
                  </a:cubicBezTo>
                  <a:cubicBezTo>
                    <a:pt x="258441" y="300689"/>
                    <a:pt x="266448" y="308690"/>
                    <a:pt x="265045" y="307827"/>
                  </a:cubicBezTo>
                  <a:cubicBezTo>
                    <a:pt x="266340" y="309122"/>
                    <a:pt x="268398" y="309014"/>
                    <a:pt x="269591" y="307611"/>
                  </a:cubicBezTo>
                  <a:lnTo>
                    <a:pt x="278247" y="297229"/>
                  </a:lnTo>
                  <a:cubicBezTo>
                    <a:pt x="280958" y="294092"/>
                    <a:pt x="281822" y="288472"/>
                    <a:pt x="281606" y="289120"/>
                  </a:cubicBezTo>
                  <a:cubicBezTo>
                    <a:pt x="282685" y="283925"/>
                    <a:pt x="295455" y="275600"/>
                    <a:pt x="294915" y="276140"/>
                  </a:cubicBezTo>
                  <a:cubicBezTo>
                    <a:pt x="301412" y="271168"/>
                    <a:pt x="324360" y="276356"/>
                    <a:pt x="320785" y="270089"/>
                  </a:cubicBezTo>
                  <a:cubicBezTo>
                    <a:pt x="320569" y="269435"/>
                    <a:pt x="317540" y="265758"/>
                    <a:pt x="319490" y="261973"/>
                  </a:cubicBezTo>
                  <a:cubicBezTo>
                    <a:pt x="332476" y="237647"/>
                    <a:pt x="332584" y="236237"/>
                    <a:pt x="336590" y="234402"/>
                  </a:cubicBezTo>
                  <a:cubicBezTo>
                    <a:pt x="350008" y="228128"/>
                    <a:pt x="352929" y="227480"/>
                    <a:pt x="354447" y="223480"/>
                  </a:cubicBezTo>
                  <a:cubicBezTo>
                    <a:pt x="354447" y="222940"/>
                    <a:pt x="356720" y="219587"/>
                    <a:pt x="353367" y="217422"/>
                  </a:cubicBezTo>
                  <a:cubicBezTo>
                    <a:pt x="344166" y="211694"/>
                    <a:pt x="341461" y="210608"/>
                    <a:pt x="340591" y="206716"/>
                  </a:cubicBezTo>
                  <a:cubicBezTo>
                    <a:pt x="337346" y="192765"/>
                    <a:pt x="335936" y="190174"/>
                    <a:pt x="338533" y="186605"/>
                  </a:cubicBezTo>
                  <a:lnTo>
                    <a:pt x="368087" y="145292"/>
                  </a:lnTo>
                  <a:cubicBezTo>
                    <a:pt x="371007" y="141292"/>
                    <a:pt x="379015" y="138809"/>
                    <a:pt x="378475" y="139025"/>
                  </a:cubicBezTo>
                  <a:cubicBezTo>
                    <a:pt x="382158" y="137507"/>
                    <a:pt x="378043" y="133722"/>
                    <a:pt x="378367" y="134262"/>
                  </a:cubicBezTo>
                  <a:cubicBezTo>
                    <a:pt x="377065" y="132967"/>
                    <a:pt x="377065" y="130808"/>
                    <a:pt x="378367" y="129398"/>
                  </a:cubicBezTo>
                  <a:lnTo>
                    <a:pt x="384317" y="123454"/>
                  </a:lnTo>
                  <a:cubicBezTo>
                    <a:pt x="391029" y="116749"/>
                    <a:pt x="423611" y="115231"/>
                    <a:pt x="429885" y="108748"/>
                  </a:cubicBezTo>
                  <a:cubicBezTo>
                    <a:pt x="434647" y="103769"/>
                    <a:pt x="437466" y="100201"/>
                    <a:pt x="441467" y="98366"/>
                  </a:cubicBezTo>
                  <a:cubicBezTo>
                    <a:pt x="466041" y="86796"/>
                    <a:pt x="468531" y="86688"/>
                    <a:pt x="469070" y="82249"/>
                  </a:cubicBezTo>
                  <a:cubicBezTo>
                    <a:pt x="469070" y="81710"/>
                    <a:pt x="469934" y="78465"/>
                    <a:pt x="467121" y="75982"/>
                  </a:cubicBezTo>
                  <a:cubicBezTo>
                    <a:pt x="463876" y="73061"/>
                    <a:pt x="464092" y="68082"/>
                    <a:pt x="468423" y="69168"/>
                  </a:cubicBezTo>
                  <a:lnTo>
                    <a:pt x="468531" y="69168"/>
                  </a:lnTo>
                  <a:cubicBezTo>
                    <a:pt x="472855" y="70248"/>
                    <a:pt x="473941" y="66895"/>
                    <a:pt x="471236" y="63434"/>
                  </a:cubicBezTo>
                  <a:lnTo>
                    <a:pt x="471020" y="63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384A8A96-78E6-C1AA-4B5C-96924DA0E32B}"/>
                </a:ext>
              </a:extLst>
            </p:cNvPr>
            <p:cNvSpPr/>
            <p:nvPr/>
          </p:nvSpPr>
          <p:spPr>
            <a:xfrm>
              <a:off x="5507357" y="3296109"/>
              <a:ext cx="105392" cy="62543"/>
            </a:xfrm>
            <a:custGeom>
              <a:avLst/>
              <a:gdLst>
                <a:gd name="csX0" fmla="*/ 41345 w 121545"/>
                <a:gd name="csY0" fmla="*/ 69532 h 72129"/>
                <a:gd name="csX1" fmla="*/ 47295 w 121545"/>
                <a:gd name="csY1" fmla="*/ 62179 h 72129"/>
                <a:gd name="csX2" fmla="*/ 75546 w 121545"/>
                <a:gd name="csY2" fmla="*/ 72130 h 72129"/>
                <a:gd name="csX3" fmla="*/ 72949 w 121545"/>
                <a:gd name="csY3" fmla="*/ 58826 h 72129"/>
                <a:gd name="csX4" fmla="*/ 88532 w 121545"/>
                <a:gd name="csY4" fmla="*/ 53638 h 72129"/>
                <a:gd name="csX5" fmla="*/ 84963 w 121545"/>
                <a:gd name="csY5" fmla="*/ 42824 h 72129"/>
                <a:gd name="csX6" fmla="*/ 121545 w 121545"/>
                <a:gd name="csY6" fmla="*/ 25413 h 72129"/>
                <a:gd name="csX7" fmla="*/ 107905 w 121545"/>
                <a:gd name="csY7" fmla="*/ 0 h 72129"/>
                <a:gd name="csX8" fmla="*/ 91675 w 121545"/>
                <a:gd name="csY8" fmla="*/ 3893 h 72129"/>
                <a:gd name="csX9" fmla="*/ 90805 w 121545"/>
                <a:gd name="csY9" fmla="*/ 16440 h 72129"/>
                <a:gd name="csX10" fmla="*/ 58014 w 121545"/>
                <a:gd name="csY10" fmla="*/ 17843 h 72129"/>
                <a:gd name="csX11" fmla="*/ 45351 w 121545"/>
                <a:gd name="csY11" fmla="*/ 29743 h 72129"/>
                <a:gd name="csX12" fmla="*/ 12662 w 121545"/>
                <a:gd name="csY12" fmla="*/ 22930 h 72129"/>
                <a:gd name="csX13" fmla="*/ 0 w 121545"/>
                <a:gd name="csY13" fmla="*/ 38068 h 72129"/>
                <a:gd name="csX14" fmla="*/ 11360 w 121545"/>
                <a:gd name="csY14" fmla="*/ 43472 h 72129"/>
                <a:gd name="csX15" fmla="*/ 6921 w 121545"/>
                <a:gd name="csY15" fmla="*/ 57855 h 72129"/>
                <a:gd name="csX16" fmla="*/ 9525 w 121545"/>
                <a:gd name="csY16" fmla="*/ 57423 h 72129"/>
                <a:gd name="csX17" fmla="*/ 6490 w 121545"/>
                <a:gd name="csY17" fmla="*/ 69532 h 72129"/>
                <a:gd name="csX18" fmla="*/ 41129 w 121545"/>
                <a:gd name="csY18" fmla="*/ 69424 h 72129"/>
                <a:gd name="csX19" fmla="*/ 41345 w 121545"/>
                <a:gd name="csY19" fmla="*/ 69532 h 7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21545" h="72129">
                  <a:moveTo>
                    <a:pt x="41345" y="69532"/>
                  </a:moveTo>
                  <a:lnTo>
                    <a:pt x="47295" y="62179"/>
                  </a:lnTo>
                  <a:lnTo>
                    <a:pt x="75546" y="72130"/>
                  </a:lnTo>
                  <a:lnTo>
                    <a:pt x="72949" y="58826"/>
                  </a:lnTo>
                  <a:lnTo>
                    <a:pt x="88532" y="53638"/>
                  </a:lnTo>
                  <a:lnTo>
                    <a:pt x="84963" y="42824"/>
                  </a:lnTo>
                  <a:lnTo>
                    <a:pt x="121545" y="25413"/>
                  </a:lnTo>
                  <a:lnTo>
                    <a:pt x="107905" y="0"/>
                  </a:lnTo>
                  <a:lnTo>
                    <a:pt x="91675" y="3893"/>
                  </a:lnTo>
                  <a:lnTo>
                    <a:pt x="90805" y="16440"/>
                  </a:lnTo>
                  <a:lnTo>
                    <a:pt x="58014" y="17843"/>
                  </a:lnTo>
                  <a:lnTo>
                    <a:pt x="45351" y="29743"/>
                  </a:lnTo>
                  <a:lnTo>
                    <a:pt x="12662" y="22930"/>
                  </a:lnTo>
                  <a:lnTo>
                    <a:pt x="0" y="38068"/>
                  </a:lnTo>
                  <a:lnTo>
                    <a:pt x="11360" y="43472"/>
                  </a:lnTo>
                  <a:lnTo>
                    <a:pt x="6921" y="57855"/>
                  </a:lnTo>
                  <a:cubicBezTo>
                    <a:pt x="6921" y="57855"/>
                    <a:pt x="7900" y="57099"/>
                    <a:pt x="9525" y="57423"/>
                  </a:cubicBezTo>
                  <a:cubicBezTo>
                    <a:pt x="21323" y="62611"/>
                    <a:pt x="9633" y="64560"/>
                    <a:pt x="6490" y="69532"/>
                  </a:cubicBezTo>
                  <a:lnTo>
                    <a:pt x="41129" y="69424"/>
                  </a:lnTo>
                  <a:lnTo>
                    <a:pt x="41345" y="695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5B3A4BB-9528-BC13-944D-2E87CF35552A}"/>
                </a:ext>
              </a:extLst>
            </p:cNvPr>
            <p:cNvSpPr/>
            <p:nvPr/>
          </p:nvSpPr>
          <p:spPr>
            <a:xfrm>
              <a:off x="5619792" y="3177215"/>
              <a:ext cx="186590" cy="84579"/>
            </a:xfrm>
            <a:custGeom>
              <a:avLst/>
              <a:gdLst>
                <a:gd name="csX0" fmla="*/ 191884 w 215188"/>
                <a:gd name="csY0" fmla="*/ 12979 h 97542"/>
                <a:gd name="csX1" fmla="*/ 165405 w 215188"/>
                <a:gd name="csY1" fmla="*/ 8001 h 97542"/>
                <a:gd name="csX2" fmla="*/ 135306 w 215188"/>
                <a:gd name="csY2" fmla="*/ 11678 h 97542"/>
                <a:gd name="csX3" fmla="*/ 128131 w 215188"/>
                <a:gd name="csY3" fmla="*/ 21088 h 97542"/>
                <a:gd name="csX4" fmla="*/ 113081 w 215188"/>
                <a:gd name="csY4" fmla="*/ 20003 h 97542"/>
                <a:gd name="csX5" fmla="*/ 113652 w 215188"/>
                <a:gd name="csY5" fmla="*/ 7569 h 97542"/>
                <a:gd name="csX6" fmla="*/ 98412 w 215188"/>
                <a:gd name="csY6" fmla="*/ 0 h 97542"/>
                <a:gd name="csX7" fmla="*/ 87681 w 215188"/>
                <a:gd name="csY7" fmla="*/ 13627 h 97542"/>
                <a:gd name="csX8" fmla="*/ 74244 w 215188"/>
                <a:gd name="csY8" fmla="*/ 3353 h 97542"/>
                <a:gd name="csX9" fmla="*/ 49460 w 215188"/>
                <a:gd name="csY9" fmla="*/ 15786 h 97542"/>
                <a:gd name="csX10" fmla="*/ 40043 w 215188"/>
                <a:gd name="csY10" fmla="*/ 34709 h 97542"/>
                <a:gd name="csX11" fmla="*/ 11360 w 215188"/>
                <a:gd name="csY11" fmla="*/ 37954 h 97542"/>
                <a:gd name="csX12" fmla="*/ 0 w 215188"/>
                <a:gd name="csY12" fmla="*/ 64453 h 97542"/>
                <a:gd name="csX13" fmla="*/ 11799 w 215188"/>
                <a:gd name="csY13" fmla="*/ 82290 h 97542"/>
                <a:gd name="csX14" fmla="*/ 38748 w 215188"/>
                <a:gd name="csY14" fmla="*/ 97542 h 97542"/>
                <a:gd name="csX15" fmla="*/ 69704 w 215188"/>
                <a:gd name="csY15" fmla="*/ 95809 h 97542"/>
                <a:gd name="csX16" fmla="*/ 76410 w 215188"/>
                <a:gd name="csY16" fmla="*/ 81210 h 97542"/>
                <a:gd name="csX17" fmla="*/ 96444 w 215188"/>
                <a:gd name="csY17" fmla="*/ 79591 h 97542"/>
                <a:gd name="csX18" fmla="*/ 104254 w 215188"/>
                <a:gd name="csY18" fmla="*/ 70180 h 97542"/>
                <a:gd name="csX19" fmla="*/ 125781 w 215188"/>
                <a:gd name="csY19" fmla="*/ 74397 h 97542"/>
                <a:gd name="csX20" fmla="*/ 137592 w 215188"/>
                <a:gd name="csY20" fmla="*/ 55582 h 97542"/>
                <a:gd name="csX21" fmla="*/ 172517 w 215188"/>
                <a:gd name="csY21" fmla="*/ 52121 h 97542"/>
                <a:gd name="csX22" fmla="*/ 184328 w 215188"/>
                <a:gd name="csY22" fmla="*/ 67151 h 97542"/>
                <a:gd name="csX23" fmla="*/ 199250 w 215188"/>
                <a:gd name="csY23" fmla="*/ 61639 h 97542"/>
                <a:gd name="csX24" fmla="*/ 215189 w 215188"/>
                <a:gd name="csY24" fmla="*/ 27140 h 97542"/>
                <a:gd name="csX25" fmla="*/ 197091 w 215188"/>
                <a:gd name="csY25" fmla="*/ 21088 h 97542"/>
                <a:gd name="csX26" fmla="*/ 191884 w 215188"/>
                <a:gd name="csY26" fmla="*/ 12979 h 97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15188" h="97542">
                  <a:moveTo>
                    <a:pt x="191884" y="12979"/>
                  </a:moveTo>
                  <a:lnTo>
                    <a:pt x="165405" y="8001"/>
                  </a:lnTo>
                  <a:lnTo>
                    <a:pt x="135306" y="11678"/>
                  </a:lnTo>
                  <a:lnTo>
                    <a:pt x="128131" y="21088"/>
                  </a:lnTo>
                  <a:lnTo>
                    <a:pt x="113081" y="20003"/>
                  </a:lnTo>
                  <a:lnTo>
                    <a:pt x="113652" y="7569"/>
                  </a:lnTo>
                  <a:lnTo>
                    <a:pt x="98412" y="0"/>
                  </a:lnTo>
                  <a:lnTo>
                    <a:pt x="87681" y="13627"/>
                  </a:lnTo>
                  <a:lnTo>
                    <a:pt x="74244" y="3353"/>
                  </a:lnTo>
                  <a:lnTo>
                    <a:pt x="49460" y="15786"/>
                  </a:lnTo>
                  <a:lnTo>
                    <a:pt x="40043" y="34709"/>
                  </a:lnTo>
                  <a:lnTo>
                    <a:pt x="11360" y="37954"/>
                  </a:lnTo>
                  <a:lnTo>
                    <a:pt x="0" y="64453"/>
                  </a:lnTo>
                  <a:lnTo>
                    <a:pt x="11799" y="82290"/>
                  </a:lnTo>
                  <a:lnTo>
                    <a:pt x="38748" y="97542"/>
                  </a:lnTo>
                  <a:lnTo>
                    <a:pt x="69704" y="95809"/>
                  </a:lnTo>
                  <a:lnTo>
                    <a:pt x="76410" y="81210"/>
                  </a:lnTo>
                  <a:lnTo>
                    <a:pt x="96444" y="79591"/>
                  </a:lnTo>
                  <a:lnTo>
                    <a:pt x="104254" y="70180"/>
                  </a:lnTo>
                  <a:lnTo>
                    <a:pt x="125781" y="74397"/>
                  </a:lnTo>
                  <a:lnTo>
                    <a:pt x="137592" y="55582"/>
                  </a:lnTo>
                  <a:lnTo>
                    <a:pt x="172517" y="52121"/>
                  </a:lnTo>
                  <a:lnTo>
                    <a:pt x="184328" y="67151"/>
                  </a:lnTo>
                  <a:lnTo>
                    <a:pt x="199250" y="61639"/>
                  </a:lnTo>
                  <a:lnTo>
                    <a:pt x="215189" y="27140"/>
                  </a:lnTo>
                  <a:lnTo>
                    <a:pt x="197091" y="21088"/>
                  </a:lnTo>
                  <a:lnTo>
                    <a:pt x="191884" y="12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135F9741-F8C2-6C2B-5E99-02D2407490E7}"/>
                </a:ext>
              </a:extLst>
            </p:cNvPr>
            <p:cNvSpPr/>
            <p:nvPr/>
          </p:nvSpPr>
          <p:spPr>
            <a:xfrm>
              <a:off x="5685952" y="3329492"/>
              <a:ext cx="134855" cy="161372"/>
            </a:xfrm>
            <a:custGeom>
              <a:avLst/>
              <a:gdLst>
                <a:gd name="csX0" fmla="*/ 130759 w 155524"/>
                <a:gd name="csY0" fmla="*/ 114084 h 186105"/>
                <a:gd name="csX1" fmla="*/ 147079 w 155524"/>
                <a:gd name="csY1" fmla="*/ 92456 h 186105"/>
                <a:gd name="csX2" fmla="*/ 137109 w 155524"/>
                <a:gd name="csY2" fmla="*/ 84995 h 186105"/>
                <a:gd name="csX3" fmla="*/ 145555 w 155524"/>
                <a:gd name="csY3" fmla="*/ 75698 h 186105"/>
                <a:gd name="csX4" fmla="*/ 126632 w 155524"/>
                <a:gd name="csY4" fmla="*/ 63690 h 186105"/>
                <a:gd name="csX5" fmla="*/ 115265 w 155524"/>
                <a:gd name="csY5" fmla="*/ 73533 h 186105"/>
                <a:gd name="csX6" fmla="*/ 96533 w 155524"/>
                <a:gd name="csY6" fmla="*/ 66828 h 186105"/>
                <a:gd name="csX7" fmla="*/ 97104 w 155524"/>
                <a:gd name="csY7" fmla="*/ 47257 h 186105"/>
                <a:gd name="csX8" fmla="*/ 72720 w 155524"/>
                <a:gd name="csY8" fmla="*/ 34925 h 186105"/>
                <a:gd name="csX9" fmla="*/ 51765 w 155524"/>
                <a:gd name="csY9" fmla="*/ 0 h 186105"/>
                <a:gd name="csX10" fmla="*/ 26175 w 155524"/>
                <a:gd name="csY10" fmla="*/ 1511 h 186105"/>
                <a:gd name="csX11" fmla="*/ 0 w 155524"/>
                <a:gd name="csY11" fmla="*/ 14275 h 186105"/>
                <a:gd name="csX12" fmla="*/ 5087 w 155524"/>
                <a:gd name="csY12" fmla="*/ 30169 h 186105"/>
                <a:gd name="csX13" fmla="*/ 17983 w 155524"/>
                <a:gd name="csY13" fmla="*/ 34385 h 186105"/>
                <a:gd name="csX14" fmla="*/ 19507 w 155524"/>
                <a:gd name="csY14" fmla="*/ 46717 h 186105"/>
                <a:gd name="csX15" fmla="*/ 8122 w 155524"/>
                <a:gd name="csY15" fmla="*/ 48444 h 186105"/>
                <a:gd name="csX16" fmla="*/ 2165 w 155524"/>
                <a:gd name="csY16" fmla="*/ 62503 h 186105"/>
                <a:gd name="csX17" fmla="*/ 18301 w 155524"/>
                <a:gd name="csY17" fmla="*/ 66180 h 186105"/>
                <a:gd name="csX18" fmla="*/ 10281 w 155524"/>
                <a:gd name="csY18" fmla="*/ 85427 h 186105"/>
                <a:gd name="csX19" fmla="*/ 25540 w 155524"/>
                <a:gd name="csY19" fmla="*/ 99593 h 186105"/>
                <a:gd name="csX20" fmla="*/ 25349 w 155524"/>
                <a:gd name="csY20" fmla="*/ 119056 h 186105"/>
                <a:gd name="csX21" fmla="*/ 18492 w 155524"/>
                <a:gd name="csY21" fmla="*/ 126956 h 186105"/>
                <a:gd name="csX22" fmla="*/ 55067 w 155524"/>
                <a:gd name="csY22" fmla="*/ 150851 h 186105"/>
                <a:gd name="csX23" fmla="*/ 74498 w 155524"/>
                <a:gd name="csY23" fmla="*/ 140252 h 186105"/>
                <a:gd name="csX24" fmla="*/ 108153 w 155524"/>
                <a:gd name="csY24" fmla="*/ 163830 h 186105"/>
                <a:gd name="csX25" fmla="*/ 99009 w 155524"/>
                <a:gd name="csY25" fmla="*/ 186106 h 186105"/>
                <a:gd name="csX26" fmla="*/ 132283 w 155524"/>
                <a:gd name="csY26" fmla="*/ 177883 h 186105"/>
                <a:gd name="csX27" fmla="*/ 136157 w 155524"/>
                <a:gd name="csY27" fmla="*/ 154851 h 186105"/>
                <a:gd name="csX28" fmla="*/ 155524 w 155524"/>
                <a:gd name="csY28" fmla="*/ 140576 h 186105"/>
                <a:gd name="csX29" fmla="*/ 130759 w 155524"/>
                <a:gd name="csY29" fmla="*/ 114084 h 186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55524" h="186105">
                  <a:moveTo>
                    <a:pt x="130759" y="114084"/>
                  </a:moveTo>
                  <a:lnTo>
                    <a:pt x="147079" y="92456"/>
                  </a:lnTo>
                  <a:lnTo>
                    <a:pt x="137109" y="84995"/>
                  </a:lnTo>
                  <a:lnTo>
                    <a:pt x="145555" y="75698"/>
                  </a:lnTo>
                  <a:lnTo>
                    <a:pt x="126632" y="63690"/>
                  </a:lnTo>
                  <a:lnTo>
                    <a:pt x="115265" y="73533"/>
                  </a:lnTo>
                  <a:lnTo>
                    <a:pt x="96533" y="66828"/>
                  </a:lnTo>
                  <a:lnTo>
                    <a:pt x="97104" y="47257"/>
                  </a:lnTo>
                  <a:lnTo>
                    <a:pt x="72720" y="34925"/>
                  </a:lnTo>
                  <a:lnTo>
                    <a:pt x="51765" y="0"/>
                  </a:lnTo>
                  <a:lnTo>
                    <a:pt x="26175" y="1511"/>
                  </a:lnTo>
                  <a:lnTo>
                    <a:pt x="0" y="14275"/>
                  </a:lnTo>
                  <a:lnTo>
                    <a:pt x="5087" y="30169"/>
                  </a:lnTo>
                  <a:lnTo>
                    <a:pt x="17983" y="34385"/>
                  </a:lnTo>
                  <a:lnTo>
                    <a:pt x="19507" y="46717"/>
                  </a:lnTo>
                  <a:lnTo>
                    <a:pt x="8122" y="48444"/>
                  </a:lnTo>
                  <a:lnTo>
                    <a:pt x="2165" y="62503"/>
                  </a:lnTo>
                  <a:lnTo>
                    <a:pt x="18301" y="66180"/>
                  </a:lnTo>
                  <a:lnTo>
                    <a:pt x="10281" y="85427"/>
                  </a:lnTo>
                  <a:lnTo>
                    <a:pt x="25540" y="99593"/>
                  </a:lnTo>
                  <a:lnTo>
                    <a:pt x="25349" y="119056"/>
                  </a:lnTo>
                  <a:lnTo>
                    <a:pt x="18492" y="126956"/>
                  </a:lnTo>
                  <a:lnTo>
                    <a:pt x="55067" y="150851"/>
                  </a:lnTo>
                  <a:lnTo>
                    <a:pt x="74498" y="140252"/>
                  </a:lnTo>
                  <a:lnTo>
                    <a:pt x="108153" y="163830"/>
                  </a:lnTo>
                  <a:lnTo>
                    <a:pt x="99009" y="186106"/>
                  </a:lnTo>
                  <a:lnTo>
                    <a:pt x="132283" y="177883"/>
                  </a:lnTo>
                  <a:lnTo>
                    <a:pt x="136157" y="154851"/>
                  </a:lnTo>
                  <a:lnTo>
                    <a:pt x="155524" y="140576"/>
                  </a:lnTo>
                  <a:lnTo>
                    <a:pt x="130759" y="1140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1F3D8E59-02A3-C130-A0A0-2061E47DBF35}"/>
                </a:ext>
              </a:extLst>
            </p:cNvPr>
            <p:cNvSpPr/>
            <p:nvPr/>
          </p:nvSpPr>
          <p:spPr>
            <a:xfrm>
              <a:off x="6228092" y="2372753"/>
              <a:ext cx="13667" cy="11146"/>
            </a:xfrm>
            <a:custGeom>
              <a:avLst/>
              <a:gdLst>
                <a:gd name="csX0" fmla="*/ 11876 w 15762"/>
                <a:gd name="csY0" fmla="*/ 12377 h 12854"/>
                <a:gd name="csX1" fmla="*/ 14225 w 15762"/>
                <a:gd name="csY1" fmla="*/ 11189 h 12854"/>
                <a:gd name="csX2" fmla="*/ 14987 w 15762"/>
                <a:gd name="csY2" fmla="*/ 6865 h 12854"/>
                <a:gd name="csX3" fmla="*/ 5589 w 15762"/>
                <a:gd name="csY3" fmla="*/ 159 h 12854"/>
                <a:gd name="csX4" fmla="*/ 827 w 15762"/>
                <a:gd name="csY4" fmla="*/ 4700 h 12854"/>
                <a:gd name="csX5" fmla="*/ 11939 w 15762"/>
                <a:gd name="csY5" fmla="*/ 12377 h 12854"/>
                <a:gd name="csX6" fmla="*/ 11876 w 15762"/>
                <a:gd name="csY6" fmla="*/ 12377 h 1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62" h="12854">
                  <a:moveTo>
                    <a:pt x="11876" y="12377"/>
                  </a:moveTo>
                  <a:lnTo>
                    <a:pt x="14225" y="11189"/>
                  </a:lnTo>
                  <a:cubicBezTo>
                    <a:pt x="15940" y="10319"/>
                    <a:pt x="16258" y="8376"/>
                    <a:pt x="14987" y="6865"/>
                  </a:cubicBezTo>
                  <a:cubicBezTo>
                    <a:pt x="12955" y="4808"/>
                    <a:pt x="10352" y="-1034"/>
                    <a:pt x="5589" y="159"/>
                  </a:cubicBezTo>
                  <a:cubicBezTo>
                    <a:pt x="4574" y="591"/>
                    <a:pt x="-2348" y="1131"/>
                    <a:pt x="827" y="4700"/>
                  </a:cubicBezTo>
                  <a:cubicBezTo>
                    <a:pt x="4065" y="7621"/>
                    <a:pt x="7177" y="14758"/>
                    <a:pt x="11939" y="12377"/>
                  </a:cubicBezTo>
                  <a:lnTo>
                    <a:pt x="11876" y="12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E1408607-9A9D-1A96-4705-85E445529214}"/>
                </a:ext>
              </a:extLst>
            </p:cNvPr>
            <p:cNvSpPr/>
            <p:nvPr/>
          </p:nvSpPr>
          <p:spPr>
            <a:xfrm>
              <a:off x="6452712" y="2279708"/>
              <a:ext cx="8100" cy="6052"/>
            </a:xfrm>
            <a:custGeom>
              <a:avLst/>
              <a:gdLst>
                <a:gd name="csX0" fmla="*/ 9305 w 9342"/>
                <a:gd name="csY0" fmla="*/ 4303 h 6980"/>
                <a:gd name="csX1" fmla="*/ 2955 w 9342"/>
                <a:gd name="csY1" fmla="*/ 80 h 6980"/>
                <a:gd name="csX2" fmla="*/ 3717 w 9342"/>
                <a:gd name="csY2" fmla="*/ 6030 h 6980"/>
                <a:gd name="csX3" fmla="*/ 9305 w 9342"/>
                <a:gd name="csY3" fmla="*/ 4303 h 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42" h="6980">
                  <a:moveTo>
                    <a:pt x="9305" y="4303"/>
                  </a:moveTo>
                  <a:cubicBezTo>
                    <a:pt x="8798" y="-244"/>
                    <a:pt x="2384" y="-136"/>
                    <a:pt x="2955" y="80"/>
                  </a:cubicBezTo>
                  <a:cubicBezTo>
                    <a:pt x="-1489" y="-351"/>
                    <a:pt x="-664" y="4735"/>
                    <a:pt x="3717" y="6030"/>
                  </a:cubicBezTo>
                  <a:cubicBezTo>
                    <a:pt x="3717" y="6030"/>
                    <a:pt x="9877" y="9059"/>
                    <a:pt x="9305" y="43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C3B234B5-BC43-A539-B274-900FA88EE041}"/>
                </a:ext>
              </a:extLst>
            </p:cNvPr>
            <p:cNvSpPr/>
            <p:nvPr/>
          </p:nvSpPr>
          <p:spPr>
            <a:xfrm>
              <a:off x="6112520" y="2063992"/>
              <a:ext cx="36215" cy="24660"/>
            </a:xfrm>
            <a:custGeom>
              <a:avLst/>
              <a:gdLst>
                <a:gd name="csX0" fmla="*/ 13209 w 41766"/>
                <a:gd name="csY0" fmla="*/ 23611 h 28439"/>
                <a:gd name="csX1" fmla="*/ 22734 w 41766"/>
                <a:gd name="csY1" fmla="*/ 26208 h 28439"/>
                <a:gd name="csX2" fmla="*/ 33211 w 41766"/>
                <a:gd name="csY2" fmla="*/ 28259 h 28439"/>
                <a:gd name="csX3" fmla="*/ 37656 w 41766"/>
                <a:gd name="csY3" fmla="*/ 14093 h 28439"/>
                <a:gd name="csX4" fmla="*/ 20130 w 41766"/>
                <a:gd name="csY4" fmla="*/ 10524 h 28439"/>
                <a:gd name="csX5" fmla="*/ 19876 w 41766"/>
                <a:gd name="csY5" fmla="*/ 10092 h 28439"/>
                <a:gd name="csX6" fmla="*/ 1842 w 41766"/>
                <a:gd name="csY6" fmla="*/ 34 h 28439"/>
                <a:gd name="csX7" fmla="*/ 635 w 41766"/>
                <a:gd name="csY7" fmla="*/ 3171 h 28439"/>
                <a:gd name="csX8" fmla="*/ 7557 w 41766"/>
                <a:gd name="csY8" fmla="*/ 12581 h 28439"/>
                <a:gd name="csX9" fmla="*/ 13209 w 41766"/>
                <a:gd name="csY9" fmla="*/ 23503 h 28439"/>
                <a:gd name="csX10" fmla="*/ 13209 w 41766"/>
                <a:gd name="csY10" fmla="*/ 23611 h 28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766" h="28439">
                  <a:moveTo>
                    <a:pt x="13209" y="23611"/>
                  </a:moveTo>
                  <a:cubicBezTo>
                    <a:pt x="14606" y="23827"/>
                    <a:pt x="19876" y="23179"/>
                    <a:pt x="22734" y="26208"/>
                  </a:cubicBezTo>
                  <a:cubicBezTo>
                    <a:pt x="25655" y="29339"/>
                    <a:pt x="33846" y="28259"/>
                    <a:pt x="33211" y="28259"/>
                  </a:cubicBezTo>
                  <a:cubicBezTo>
                    <a:pt x="41847" y="28044"/>
                    <a:pt x="45022" y="14308"/>
                    <a:pt x="37656" y="14093"/>
                  </a:cubicBezTo>
                  <a:cubicBezTo>
                    <a:pt x="25718" y="13985"/>
                    <a:pt x="22416" y="14740"/>
                    <a:pt x="20130" y="10524"/>
                  </a:cubicBezTo>
                  <a:lnTo>
                    <a:pt x="19876" y="10092"/>
                  </a:lnTo>
                  <a:cubicBezTo>
                    <a:pt x="14479" y="364"/>
                    <a:pt x="0" y="-182"/>
                    <a:pt x="1842" y="34"/>
                  </a:cubicBezTo>
                  <a:cubicBezTo>
                    <a:pt x="0" y="34"/>
                    <a:pt x="-571" y="1551"/>
                    <a:pt x="635" y="3171"/>
                  </a:cubicBezTo>
                  <a:lnTo>
                    <a:pt x="7557" y="12581"/>
                  </a:lnTo>
                  <a:cubicBezTo>
                    <a:pt x="11049" y="17229"/>
                    <a:pt x="8446" y="23287"/>
                    <a:pt x="13209" y="23503"/>
                  </a:cubicBezTo>
                  <a:lnTo>
                    <a:pt x="13209" y="236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43B17D67-9571-9232-4CB1-657366DE607D}"/>
                </a:ext>
              </a:extLst>
            </p:cNvPr>
            <p:cNvSpPr/>
            <p:nvPr/>
          </p:nvSpPr>
          <p:spPr>
            <a:xfrm>
              <a:off x="5713516" y="2906795"/>
              <a:ext cx="102061" cy="47445"/>
            </a:xfrm>
            <a:custGeom>
              <a:avLst/>
              <a:gdLst>
                <a:gd name="csX0" fmla="*/ 56554 w 117704"/>
                <a:gd name="csY0" fmla="*/ 8217 h 54717"/>
                <a:gd name="csX1" fmla="*/ 54458 w 117704"/>
                <a:gd name="csY1" fmla="*/ 20434 h 54717"/>
                <a:gd name="csX2" fmla="*/ 34583 w 117704"/>
                <a:gd name="csY2" fmla="*/ 16542 h 54717"/>
                <a:gd name="csX3" fmla="*/ 38139 w 117704"/>
                <a:gd name="csY3" fmla="*/ 11678 h 54717"/>
                <a:gd name="csX4" fmla="*/ 36488 w 117704"/>
                <a:gd name="csY4" fmla="*/ 8757 h 54717"/>
                <a:gd name="csX5" fmla="*/ 24042 w 117704"/>
                <a:gd name="csY5" fmla="*/ 17628 h 54717"/>
                <a:gd name="csX6" fmla="*/ 8992 w 117704"/>
                <a:gd name="csY6" fmla="*/ 21196 h 54717"/>
                <a:gd name="csX7" fmla="*/ 7278 w 117704"/>
                <a:gd name="csY7" fmla="*/ 31902 h 54717"/>
                <a:gd name="csX8" fmla="*/ 1309 w 117704"/>
                <a:gd name="csY8" fmla="*/ 42716 h 54717"/>
                <a:gd name="csX9" fmla="*/ 10961 w 117704"/>
                <a:gd name="csY9" fmla="*/ 34709 h 54717"/>
                <a:gd name="csX10" fmla="*/ 22200 w 117704"/>
                <a:gd name="csY10" fmla="*/ 34493 h 54717"/>
                <a:gd name="csX11" fmla="*/ 22772 w 117704"/>
                <a:gd name="csY11" fmla="*/ 37414 h 54717"/>
                <a:gd name="csX12" fmla="*/ 17374 w 117704"/>
                <a:gd name="csY12" fmla="*/ 41415 h 54717"/>
                <a:gd name="csX13" fmla="*/ 7405 w 117704"/>
                <a:gd name="csY13" fmla="*/ 44875 h 54717"/>
                <a:gd name="csX14" fmla="*/ 4484 w 117704"/>
                <a:gd name="csY14" fmla="*/ 47257 h 54717"/>
                <a:gd name="csX15" fmla="*/ 109259 w 117704"/>
                <a:gd name="csY15" fmla="*/ 54718 h 54717"/>
                <a:gd name="csX16" fmla="*/ 117704 w 117704"/>
                <a:gd name="csY16" fmla="*/ 16865 h 54717"/>
                <a:gd name="csX17" fmla="*/ 60300 w 117704"/>
                <a:gd name="csY17" fmla="*/ 0 h 54717"/>
                <a:gd name="csX18" fmla="*/ 56427 w 117704"/>
                <a:gd name="csY18" fmla="*/ 8217 h 54717"/>
                <a:gd name="csX19" fmla="*/ 56554 w 117704"/>
                <a:gd name="csY19" fmla="*/ 8217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704" h="54717">
                  <a:moveTo>
                    <a:pt x="56554" y="8217"/>
                  </a:moveTo>
                  <a:cubicBezTo>
                    <a:pt x="56554" y="12649"/>
                    <a:pt x="59665" y="20764"/>
                    <a:pt x="54458" y="20434"/>
                  </a:cubicBezTo>
                  <a:cubicBezTo>
                    <a:pt x="37250" y="19571"/>
                    <a:pt x="31725" y="20434"/>
                    <a:pt x="34583" y="16542"/>
                  </a:cubicBezTo>
                  <a:lnTo>
                    <a:pt x="38139" y="11678"/>
                  </a:lnTo>
                  <a:cubicBezTo>
                    <a:pt x="40298" y="8649"/>
                    <a:pt x="35980" y="8433"/>
                    <a:pt x="36488" y="8757"/>
                  </a:cubicBezTo>
                  <a:cubicBezTo>
                    <a:pt x="29884" y="8757"/>
                    <a:pt x="30582" y="17736"/>
                    <a:pt x="24042" y="17628"/>
                  </a:cubicBezTo>
                  <a:cubicBezTo>
                    <a:pt x="17057" y="18383"/>
                    <a:pt x="8802" y="15246"/>
                    <a:pt x="8992" y="21196"/>
                  </a:cubicBezTo>
                  <a:cubicBezTo>
                    <a:pt x="8992" y="22492"/>
                    <a:pt x="10008" y="27787"/>
                    <a:pt x="7278" y="31902"/>
                  </a:cubicBezTo>
                  <a:cubicBezTo>
                    <a:pt x="2388" y="39256"/>
                    <a:pt x="-2374" y="45847"/>
                    <a:pt x="1309" y="42716"/>
                  </a:cubicBezTo>
                  <a:lnTo>
                    <a:pt x="10961" y="34709"/>
                  </a:lnTo>
                  <a:cubicBezTo>
                    <a:pt x="14771" y="31572"/>
                    <a:pt x="22899" y="34709"/>
                    <a:pt x="22200" y="34493"/>
                  </a:cubicBezTo>
                  <a:cubicBezTo>
                    <a:pt x="24042" y="34925"/>
                    <a:pt x="24296" y="36227"/>
                    <a:pt x="22772" y="37414"/>
                  </a:cubicBezTo>
                  <a:lnTo>
                    <a:pt x="17374" y="41415"/>
                  </a:lnTo>
                  <a:cubicBezTo>
                    <a:pt x="13120" y="44552"/>
                    <a:pt x="11532" y="41523"/>
                    <a:pt x="7405" y="44875"/>
                  </a:cubicBezTo>
                  <a:cubicBezTo>
                    <a:pt x="6325" y="45739"/>
                    <a:pt x="5436" y="46501"/>
                    <a:pt x="4484" y="47257"/>
                  </a:cubicBezTo>
                  <a:lnTo>
                    <a:pt x="109259" y="54718"/>
                  </a:lnTo>
                  <a:lnTo>
                    <a:pt x="117704" y="16865"/>
                  </a:lnTo>
                  <a:lnTo>
                    <a:pt x="60300" y="0"/>
                  </a:lnTo>
                  <a:cubicBezTo>
                    <a:pt x="58776" y="2921"/>
                    <a:pt x="55982" y="4324"/>
                    <a:pt x="56427" y="8217"/>
                  </a:cubicBezTo>
                  <a:lnTo>
                    <a:pt x="56554" y="82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F82EBB11-DD18-1C1E-E82D-1DDD33BF7879}"/>
                </a:ext>
              </a:extLst>
            </p:cNvPr>
            <p:cNvSpPr/>
            <p:nvPr/>
          </p:nvSpPr>
          <p:spPr>
            <a:xfrm>
              <a:off x="6642010" y="2094218"/>
              <a:ext cx="66425" cy="55293"/>
            </a:xfrm>
            <a:custGeom>
              <a:avLst/>
              <a:gdLst>
                <a:gd name="csX0" fmla="*/ 76555 w 76606"/>
                <a:gd name="csY0" fmla="*/ 28979 h 63768"/>
                <a:gd name="csX1" fmla="*/ 71475 w 76606"/>
                <a:gd name="csY1" fmla="*/ 18596 h 63768"/>
                <a:gd name="csX2" fmla="*/ 22008 w 76606"/>
                <a:gd name="csY2" fmla="*/ 3242 h 63768"/>
                <a:gd name="csX3" fmla="*/ 2577 w 76606"/>
                <a:gd name="csY3" fmla="*/ 24870 h 63768"/>
                <a:gd name="csX4" fmla="*/ 2196 w 76606"/>
                <a:gd name="csY4" fmla="*/ 51362 h 63768"/>
                <a:gd name="csX5" fmla="*/ 20929 w 76606"/>
                <a:gd name="csY5" fmla="*/ 63364 h 63768"/>
                <a:gd name="csX6" fmla="*/ 56298 w 76606"/>
                <a:gd name="csY6" fmla="*/ 47794 h 63768"/>
                <a:gd name="csX7" fmla="*/ 69633 w 76606"/>
                <a:gd name="csY7" fmla="*/ 32331 h 63768"/>
                <a:gd name="csX8" fmla="*/ 71792 w 76606"/>
                <a:gd name="csY8" fmla="*/ 36980 h 63768"/>
                <a:gd name="csX9" fmla="*/ 76428 w 76606"/>
                <a:gd name="csY9" fmla="*/ 29087 h 63768"/>
                <a:gd name="csX10" fmla="*/ 76555 w 76606"/>
                <a:gd name="csY10" fmla="*/ 28979 h 63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606" h="63768">
                  <a:moveTo>
                    <a:pt x="76555" y="28979"/>
                  </a:moveTo>
                  <a:cubicBezTo>
                    <a:pt x="75539" y="26381"/>
                    <a:pt x="75856" y="21194"/>
                    <a:pt x="71475" y="18596"/>
                  </a:cubicBezTo>
                  <a:cubicBezTo>
                    <a:pt x="64108" y="15351"/>
                    <a:pt x="34644" y="-8544"/>
                    <a:pt x="22008" y="3242"/>
                  </a:cubicBezTo>
                  <a:cubicBezTo>
                    <a:pt x="5752" y="18272"/>
                    <a:pt x="3276" y="19568"/>
                    <a:pt x="2577" y="24870"/>
                  </a:cubicBezTo>
                  <a:cubicBezTo>
                    <a:pt x="37" y="44225"/>
                    <a:pt x="-1487" y="48225"/>
                    <a:pt x="2196" y="51362"/>
                  </a:cubicBezTo>
                  <a:cubicBezTo>
                    <a:pt x="14959" y="62392"/>
                    <a:pt x="16801" y="64881"/>
                    <a:pt x="20929" y="63364"/>
                  </a:cubicBezTo>
                  <a:cubicBezTo>
                    <a:pt x="52170" y="51578"/>
                    <a:pt x="53377" y="51686"/>
                    <a:pt x="56298" y="47794"/>
                  </a:cubicBezTo>
                  <a:cubicBezTo>
                    <a:pt x="61950" y="40224"/>
                    <a:pt x="66331" y="33303"/>
                    <a:pt x="69633" y="32331"/>
                  </a:cubicBezTo>
                  <a:cubicBezTo>
                    <a:pt x="72109" y="31576"/>
                    <a:pt x="71982" y="37627"/>
                    <a:pt x="71792" y="36980"/>
                  </a:cubicBezTo>
                  <a:cubicBezTo>
                    <a:pt x="71792" y="42714"/>
                    <a:pt x="77697" y="34382"/>
                    <a:pt x="76428" y="29087"/>
                  </a:cubicBezTo>
                  <a:lnTo>
                    <a:pt x="76555" y="28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F85032B4-9472-1CE4-B43E-9534D21A327C}"/>
                </a:ext>
              </a:extLst>
            </p:cNvPr>
            <p:cNvSpPr/>
            <p:nvPr/>
          </p:nvSpPr>
          <p:spPr>
            <a:xfrm>
              <a:off x="6546904" y="1202064"/>
              <a:ext cx="70204" cy="30207"/>
            </a:xfrm>
            <a:custGeom>
              <a:avLst/>
              <a:gdLst>
                <a:gd name="csX0" fmla="*/ 27551 w 80964"/>
                <a:gd name="csY0" fmla="*/ 30349 h 34837"/>
                <a:gd name="csX1" fmla="*/ 34345 w 80964"/>
                <a:gd name="csY1" fmla="*/ 34782 h 34837"/>
                <a:gd name="csX2" fmla="*/ 40886 w 80964"/>
                <a:gd name="csY2" fmla="*/ 30457 h 34837"/>
                <a:gd name="csX3" fmla="*/ 46284 w 80964"/>
                <a:gd name="csY3" fmla="*/ 27321 h 34837"/>
                <a:gd name="csX4" fmla="*/ 55491 w 80964"/>
                <a:gd name="csY4" fmla="*/ 27538 h 34837"/>
                <a:gd name="csX5" fmla="*/ 60635 w 80964"/>
                <a:gd name="csY5" fmla="*/ 19860 h 34837"/>
                <a:gd name="csX6" fmla="*/ 68254 w 80964"/>
                <a:gd name="csY6" fmla="*/ 16399 h 34837"/>
                <a:gd name="csX7" fmla="*/ 68000 w 80964"/>
                <a:gd name="csY7" fmla="*/ 16075 h 34837"/>
                <a:gd name="csX8" fmla="*/ 79176 w 80964"/>
                <a:gd name="csY8" fmla="*/ 1477 h 34837"/>
                <a:gd name="csX9" fmla="*/ 61079 w 80964"/>
                <a:gd name="csY9" fmla="*/ 1152 h 34837"/>
                <a:gd name="csX10" fmla="*/ 1135 w 80964"/>
                <a:gd name="csY10" fmla="*/ 24509 h 34837"/>
                <a:gd name="csX11" fmla="*/ 12692 w 80964"/>
                <a:gd name="csY11" fmla="*/ 30024 h 34837"/>
                <a:gd name="csX12" fmla="*/ 27424 w 80964"/>
                <a:gd name="csY12" fmla="*/ 30349 h 34837"/>
                <a:gd name="csX13" fmla="*/ 27551 w 80964"/>
                <a:gd name="csY13" fmla="*/ 30349 h 3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0964" h="34837">
                  <a:moveTo>
                    <a:pt x="27551" y="30349"/>
                  </a:moveTo>
                  <a:cubicBezTo>
                    <a:pt x="29138" y="34782"/>
                    <a:pt x="34980" y="34999"/>
                    <a:pt x="34345" y="34782"/>
                  </a:cubicBezTo>
                  <a:cubicBezTo>
                    <a:pt x="38346" y="35431"/>
                    <a:pt x="41394" y="29916"/>
                    <a:pt x="40886" y="30457"/>
                  </a:cubicBezTo>
                  <a:cubicBezTo>
                    <a:pt x="41965" y="28727"/>
                    <a:pt x="44442" y="27321"/>
                    <a:pt x="46284" y="27321"/>
                  </a:cubicBezTo>
                  <a:lnTo>
                    <a:pt x="55491" y="27538"/>
                  </a:lnTo>
                  <a:cubicBezTo>
                    <a:pt x="60444" y="27646"/>
                    <a:pt x="55681" y="20184"/>
                    <a:pt x="60635" y="19860"/>
                  </a:cubicBezTo>
                  <a:cubicBezTo>
                    <a:pt x="63175" y="19319"/>
                    <a:pt x="71938" y="20508"/>
                    <a:pt x="68254" y="16399"/>
                  </a:cubicBezTo>
                  <a:lnTo>
                    <a:pt x="68000" y="16075"/>
                  </a:lnTo>
                  <a:cubicBezTo>
                    <a:pt x="62413" y="9803"/>
                    <a:pt x="87749" y="2557"/>
                    <a:pt x="79176" y="1477"/>
                  </a:cubicBezTo>
                  <a:cubicBezTo>
                    <a:pt x="71493" y="503"/>
                    <a:pt x="65397" y="-1119"/>
                    <a:pt x="61079" y="1152"/>
                  </a:cubicBezTo>
                  <a:cubicBezTo>
                    <a:pt x="22153" y="21049"/>
                    <a:pt x="-6104" y="18994"/>
                    <a:pt x="1135" y="24509"/>
                  </a:cubicBezTo>
                  <a:cubicBezTo>
                    <a:pt x="3865" y="26240"/>
                    <a:pt x="7866" y="31214"/>
                    <a:pt x="12692" y="30024"/>
                  </a:cubicBezTo>
                  <a:cubicBezTo>
                    <a:pt x="12692" y="30024"/>
                    <a:pt x="25392" y="24726"/>
                    <a:pt x="27424" y="30349"/>
                  </a:cubicBezTo>
                  <a:lnTo>
                    <a:pt x="27551" y="3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1D79AFA9-1570-DDEF-CE3B-2D16F1917CEE}"/>
                </a:ext>
              </a:extLst>
            </p:cNvPr>
            <p:cNvSpPr/>
            <p:nvPr/>
          </p:nvSpPr>
          <p:spPr>
            <a:xfrm>
              <a:off x="6777206" y="1246548"/>
              <a:ext cx="33818" cy="15135"/>
            </a:xfrm>
            <a:custGeom>
              <a:avLst/>
              <a:gdLst>
                <a:gd name="csX0" fmla="*/ 38938 w 39001"/>
                <a:gd name="csY0" fmla="*/ 14298 h 17455"/>
                <a:gd name="csX1" fmla="*/ 21603 w 39001"/>
                <a:gd name="csY1" fmla="*/ 2728 h 17455"/>
                <a:gd name="csX2" fmla="*/ 17476 w 39001"/>
                <a:gd name="csY2" fmla="*/ 241 h 17455"/>
                <a:gd name="csX3" fmla="*/ 1156 w 39001"/>
                <a:gd name="csY3" fmla="*/ 10730 h 17455"/>
                <a:gd name="csX4" fmla="*/ 12205 w 39001"/>
                <a:gd name="csY4" fmla="*/ 17327 h 17455"/>
                <a:gd name="csX5" fmla="*/ 39002 w 39001"/>
                <a:gd name="csY5" fmla="*/ 14298 h 17455"/>
                <a:gd name="csX6" fmla="*/ 38938 w 39001"/>
                <a:gd name="csY6" fmla="*/ 14298 h 17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001" h="17455">
                  <a:moveTo>
                    <a:pt x="38938" y="14298"/>
                  </a:moveTo>
                  <a:cubicBezTo>
                    <a:pt x="38938" y="7270"/>
                    <a:pt x="23762" y="11163"/>
                    <a:pt x="21603" y="2728"/>
                  </a:cubicBezTo>
                  <a:cubicBezTo>
                    <a:pt x="21031" y="565"/>
                    <a:pt x="19190" y="-516"/>
                    <a:pt x="17476" y="241"/>
                  </a:cubicBezTo>
                  <a:cubicBezTo>
                    <a:pt x="2998" y="6405"/>
                    <a:pt x="-2654" y="7594"/>
                    <a:pt x="1156" y="10730"/>
                  </a:cubicBezTo>
                  <a:cubicBezTo>
                    <a:pt x="5029" y="14083"/>
                    <a:pt x="7951" y="17327"/>
                    <a:pt x="12205" y="17327"/>
                  </a:cubicBezTo>
                  <a:cubicBezTo>
                    <a:pt x="34811" y="17327"/>
                    <a:pt x="39002" y="18408"/>
                    <a:pt x="39002" y="14298"/>
                  </a:cubicBezTo>
                  <a:lnTo>
                    <a:pt x="38938" y="14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97078F0F-DE21-77F7-B6D6-7FE9721D95DF}"/>
                </a:ext>
              </a:extLst>
            </p:cNvPr>
            <p:cNvSpPr/>
            <p:nvPr/>
          </p:nvSpPr>
          <p:spPr>
            <a:xfrm>
              <a:off x="6697478" y="1274501"/>
              <a:ext cx="45232" cy="11095"/>
            </a:xfrm>
            <a:custGeom>
              <a:avLst/>
              <a:gdLst>
                <a:gd name="csX0" fmla="*/ 51828 w 52165"/>
                <a:gd name="csY0" fmla="*/ 9311 h 12795"/>
                <a:gd name="csX1" fmla="*/ 41350 w 52165"/>
                <a:gd name="csY1" fmla="*/ 12 h 12795"/>
                <a:gd name="csX2" fmla="*/ 1282 w 52165"/>
                <a:gd name="csY2" fmla="*/ 4337 h 12795"/>
                <a:gd name="csX3" fmla="*/ 21411 w 52165"/>
                <a:gd name="csY3" fmla="*/ 12772 h 12795"/>
                <a:gd name="csX4" fmla="*/ 51955 w 52165"/>
                <a:gd name="csY4" fmla="*/ 9203 h 12795"/>
                <a:gd name="csX5" fmla="*/ 51828 w 52165"/>
                <a:gd name="csY5" fmla="*/ 9311 h 12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165" h="12795">
                  <a:moveTo>
                    <a:pt x="51828" y="9311"/>
                  </a:moveTo>
                  <a:cubicBezTo>
                    <a:pt x="49034" y="6176"/>
                    <a:pt x="46430" y="-313"/>
                    <a:pt x="41350" y="12"/>
                  </a:cubicBezTo>
                  <a:cubicBezTo>
                    <a:pt x="2806" y="2499"/>
                    <a:pt x="-3227" y="2067"/>
                    <a:pt x="1282" y="4337"/>
                  </a:cubicBezTo>
                  <a:cubicBezTo>
                    <a:pt x="11569" y="9528"/>
                    <a:pt x="16585" y="12880"/>
                    <a:pt x="21411" y="12772"/>
                  </a:cubicBezTo>
                  <a:cubicBezTo>
                    <a:pt x="21411" y="12772"/>
                    <a:pt x="55130" y="13312"/>
                    <a:pt x="51955" y="9203"/>
                  </a:cubicBezTo>
                  <a:lnTo>
                    <a:pt x="51828" y="93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306CC883-93CF-E655-8195-27EC219C25F1}"/>
                </a:ext>
              </a:extLst>
            </p:cNvPr>
            <p:cNvSpPr/>
            <p:nvPr/>
          </p:nvSpPr>
          <p:spPr>
            <a:xfrm>
              <a:off x="6621821" y="1193770"/>
              <a:ext cx="115188" cy="75499"/>
            </a:xfrm>
            <a:custGeom>
              <a:avLst/>
              <a:gdLst>
                <a:gd name="csX0" fmla="*/ 905 w 132843"/>
                <a:gd name="csY0" fmla="*/ 69435 h 87071"/>
                <a:gd name="csX1" fmla="*/ 7826 w 132843"/>
                <a:gd name="csY1" fmla="*/ 85764 h 87071"/>
                <a:gd name="csX2" fmla="*/ 15510 w 132843"/>
                <a:gd name="csY2" fmla="*/ 84466 h 87071"/>
                <a:gd name="csX3" fmla="*/ 29480 w 132843"/>
                <a:gd name="csY3" fmla="*/ 80898 h 87071"/>
                <a:gd name="csX4" fmla="*/ 27003 w 132843"/>
                <a:gd name="csY4" fmla="*/ 71706 h 87071"/>
                <a:gd name="csX5" fmla="*/ 23320 w 132843"/>
                <a:gd name="csY5" fmla="*/ 71922 h 87071"/>
                <a:gd name="csX6" fmla="*/ 23066 w 132843"/>
                <a:gd name="csY6" fmla="*/ 65866 h 87071"/>
                <a:gd name="csX7" fmla="*/ 31765 w 132843"/>
                <a:gd name="csY7" fmla="*/ 58297 h 87071"/>
                <a:gd name="csX8" fmla="*/ 44847 w 132843"/>
                <a:gd name="csY8" fmla="*/ 55809 h 87071"/>
                <a:gd name="csX9" fmla="*/ 70183 w 132843"/>
                <a:gd name="csY9" fmla="*/ 50511 h 87071"/>
                <a:gd name="csX10" fmla="*/ 80534 w 132843"/>
                <a:gd name="csY10" fmla="*/ 39697 h 87071"/>
                <a:gd name="csX11" fmla="*/ 114950 w 132843"/>
                <a:gd name="csY11" fmla="*/ 34074 h 87071"/>
                <a:gd name="csX12" fmla="*/ 123396 w 132843"/>
                <a:gd name="csY12" fmla="*/ 31695 h 87071"/>
                <a:gd name="csX13" fmla="*/ 131842 w 132843"/>
                <a:gd name="csY13" fmla="*/ 26829 h 87071"/>
                <a:gd name="csX14" fmla="*/ 131651 w 132843"/>
                <a:gd name="csY14" fmla="*/ 22071 h 87071"/>
                <a:gd name="csX15" fmla="*/ 124413 w 132843"/>
                <a:gd name="csY15" fmla="*/ 16556 h 87071"/>
                <a:gd name="csX16" fmla="*/ 114760 w 132843"/>
                <a:gd name="csY16" fmla="*/ 21206 h 87071"/>
                <a:gd name="csX17" fmla="*/ 109426 w 132843"/>
                <a:gd name="csY17" fmla="*/ 19583 h 87071"/>
                <a:gd name="csX18" fmla="*/ 105363 w 132843"/>
                <a:gd name="csY18" fmla="*/ 17853 h 87071"/>
                <a:gd name="csX19" fmla="*/ 88344 w 132843"/>
                <a:gd name="csY19" fmla="*/ 23693 h 87071"/>
                <a:gd name="csX20" fmla="*/ 83772 w 132843"/>
                <a:gd name="csY20" fmla="*/ 20557 h 87071"/>
                <a:gd name="csX21" fmla="*/ 106759 w 132843"/>
                <a:gd name="csY21" fmla="*/ 7039 h 87071"/>
                <a:gd name="csX22" fmla="*/ 104918 w 132843"/>
                <a:gd name="csY22" fmla="*/ 984 h 87071"/>
                <a:gd name="csX23" fmla="*/ 94631 w 132843"/>
                <a:gd name="csY23" fmla="*/ 3904 h 87071"/>
                <a:gd name="csX24" fmla="*/ 83391 w 132843"/>
                <a:gd name="csY24" fmla="*/ 5201 h 87071"/>
                <a:gd name="csX25" fmla="*/ 74946 w 132843"/>
                <a:gd name="csY25" fmla="*/ 7256 h 87071"/>
                <a:gd name="csX26" fmla="*/ 70374 w 132843"/>
                <a:gd name="csY26" fmla="*/ 5309 h 87071"/>
                <a:gd name="csX27" fmla="*/ 61801 w 132843"/>
                <a:gd name="csY27" fmla="*/ 7688 h 87071"/>
                <a:gd name="csX28" fmla="*/ 59769 w 132843"/>
                <a:gd name="csY28" fmla="*/ 14717 h 87071"/>
                <a:gd name="csX29" fmla="*/ 63897 w 132843"/>
                <a:gd name="csY29" fmla="*/ 18394 h 87071"/>
                <a:gd name="csX30" fmla="*/ 71009 w 132843"/>
                <a:gd name="csY30" fmla="*/ 17961 h 87071"/>
                <a:gd name="csX31" fmla="*/ 71136 w 132843"/>
                <a:gd name="csY31" fmla="*/ 24882 h 87071"/>
                <a:gd name="csX32" fmla="*/ 53927 w 132843"/>
                <a:gd name="csY32" fmla="*/ 38183 h 87071"/>
                <a:gd name="csX33" fmla="*/ 48720 w 132843"/>
                <a:gd name="csY33" fmla="*/ 38183 h 87071"/>
                <a:gd name="csX34" fmla="*/ 43196 w 132843"/>
                <a:gd name="csY34" fmla="*/ 41319 h 87071"/>
                <a:gd name="csX35" fmla="*/ 34242 w 132843"/>
                <a:gd name="csY35" fmla="*/ 42293 h 87071"/>
                <a:gd name="csX36" fmla="*/ 28401 w 132843"/>
                <a:gd name="csY36" fmla="*/ 45428 h 87071"/>
                <a:gd name="csX37" fmla="*/ 9668 w 132843"/>
                <a:gd name="csY37" fmla="*/ 50511 h 87071"/>
                <a:gd name="csX38" fmla="*/ 12906 w 132843"/>
                <a:gd name="csY38" fmla="*/ 54188 h 87071"/>
                <a:gd name="csX39" fmla="*/ 10113 w 132843"/>
                <a:gd name="csY39" fmla="*/ 61649 h 87071"/>
                <a:gd name="csX40" fmla="*/ 15 w 132843"/>
                <a:gd name="csY40" fmla="*/ 64785 h 87071"/>
                <a:gd name="csX41" fmla="*/ 777 w 132843"/>
                <a:gd name="csY41" fmla="*/ 69111 h 87071"/>
                <a:gd name="csX42" fmla="*/ 905 w 132843"/>
                <a:gd name="csY42" fmla="*/ 69435 h 8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843" h="87071">
                  <a:moveTo>
                    <a:pt x="905" y="69435"/>
                  </a:moveTo>
                  <a:cubicBezTo>
                    <a:pt x="25797" y="69435"/>
                    <a:pt x="-747" y="82628"/>
                    <a:pt x="7826" y="85764"/>
                  </a:cubicBezTo>
                  <a:cubicBezTo>
                    <a:pt x="8906" y="85764"/>
                    <a:pt x="13795" y="89440"/>
                    <a:pt x="15510" y="84466"/>
                  </a:cubicBezTo>
                  <a:cubicBezTo>
                    <a:pt x="18113" y="76572"/>
                    <a:pt x="28718" y="89332"/>
                    <a:pt x="29480" y="80898"/>
                  </a:cubicBezTo>
                  <a:cubicBezTo>
                    <a:pt x="29480" y="79167"/>
                    <a:pt x="31638" y="71489"/>
                    <a:pt x="27003" y="71706"/>
                  </a:cubicBezTo>
                  <a:lnTo>
                    <a:pt x="23320" y="71922"/>
                  </a:lnTo>
                  <a:cubicBezTo>
                    <a:pt x="18876" y="72138"/>
                    <a:pt x="18938" y="66623"/>
                    <a:pt x="23066" y="65866"/>
                  </a:cubicBezTo>
                  <a:cubicBezTo>
                    <a:pt x="27701" y="65002"/>
                    <a:pt x="26749" y="58081"/>
                    <a:pt x="31765" y="58297"/>
                  </a:cubicBezTo>
                  <a:cubicBezTo>
                    <a:pt x="35639" y="57972"/>
                    <a:pt x="41290" y="60244"/>
                    <a:pt x="44847" y="55809"/>
                  </a:cubicBezTo>
                  <a:cubicBezTo>
                    <a:pt x="54689" y="47916"/>
                    <a:pt x="65167" y="57972"/>
                    <a:pt x="70183" y="50511"/>
                  </a:cubicBezTo>
                  <a:cubicBezTo>
                    <a:pt x="73168" y="46726"/>
                    <a:pt x="75453" y="40130"/>
                    <a:pt x="80534" y="39697"/>
                  </a:cubicBezTo>
                  <a:cubicBezTo>
                    <a:pt x="110760" y="37210"/>
                    <a:pt x="112474" y="37967"/>
                    <a:pt x="114950" y="34074"/>
                  </a:cubicBezTo>
                  <a:cubicBezTo>
                    <a:pt x="117427" y="30181"/>
                    <a:pt x="123968" y="31695"/>
                    <a:pt x="123396" y="31695"/>
                  </a:cubicBezTo>
                  <a:cubicBezTo>
                    <a:pt x="127841" y="32128"/>
                    <a:pt x="132476" y="26396"/>
                    <a:pt x="131842" y="26829"/>
                  </a:cubicBezTo>
                  <a:cubicBezTo>
                    <a:pt x="133238" y="25423"/>
                    <a:pt x="133176" y="23260"/>
                    <a:pt x="131651" y="22071"/>
                  </a:cubicBezTo>
                  <a:lnTo>
                    <a:pt x="124413" y="16556"/>
                  </a:lnTo>
                  <a:cubicBezTo>
                    <a:pt x="120412" y="13528"/>
                    <a:pt x="119840" y="19800"/>
                    <a:pt x="114760" y="21206"/>
                  </a:cubicBezTo>
                  <a:cubicBezTo>
                    <a:pt x="114126" y="21206"/>
                    <a:pt x="110506" y="22827"/>
                    <a:pt x="109426" y="19583"/>
                  </a:cubicBezTo>
                  <a:cubicBezTo>
                    <a:pt x="108918" y="18069"/>
                    <a:pt x="107076" y="17205"/>
                    <a:pt x="105363" y="17853"/>
                  </a:cubicBezTo>
                  <a:lnTo>
                    <a:pt x="88344" y="23693"/>
                  </a:lnTo>
                  <a:cubicBezTo>
                    <a:pt x="84978" y="24882"/>
                    <a:pt x="83264" y="19800"/>
                    <a:pt x="83772" y="20557"/>
                  </a:cubicBezTo>
                  <a:cubicBezTo>
                    <a:pt x="81105" y="11797"/>
                    <a:pt x="103203" y="15366"/>
                    <a:pt x="106759" y="7039"/>
                  </a:cubicBezTo>
                  <a:cubicBezTo>
                    <a:pt x="108283" y="3579"/>
                    <a:pt x="104473" y="335"/>
                    <a:pt x="104918" y="984"/>
                  </a:cubicBezTo>
                  <a:cubicBezTo>
                    <a:pt x="100981" y="-2477"/>
                    <a:pt x="99584" y="4336"/>
                    <a:pt x="94631" y="3904"/>
                  </a:cubicBezTo>
                  <a:cubicBezTo>
                    <a:pt x="90630" y="3579"/>
                    <a:pt x="86947" y="2930"/>
                    <a:pt x="83391" y="5201"/>
                  </a:cubicBezTo>
                  <a:cubicBezTo>
                    <a:pt x="81613" y="5958"/>
                    <a:pt x="76660" y="11257"/>
                    <a:pt x="74946" y="7256"/>
                  </a:cubicBezTo>
                  <a:cubicBezTo>
                    <a:pt x="74247" y="5742"/>
                    <a:pt x="72215" y="4877"/>
                    <a:pt x="70374" y="5309"/>
                  </a:cubicBezTo>
                  <a:lnTo>
                    <a:pt x="61801" y="7688"/>
                  </a:lnTo>
                  <a:cubicBezTo>
                    <a:pt x="57800" y="8770"/>
                    <a:pt x="59769" y="15474"/>
                    <a:pt x="59769" y="14717"/>
                  </a:cubicBezTo>
                  <a:cubicBezTo>
                    <a:pt x="60213" y="16880"/>
                    <a:pt x="62055" y="18610"/>
                    <a:pt x="63897" y="18394"/>
                  </a:cubicBezTo>
                  <a:lnTo>
                    <a:pt x="71009" y="17961"/>
                  </a:lnTo>
                  <a:cubicBezTo>
                    <a:pt x="75453" y="17637"/>
                    <a:pt x="75453" y="23693"/>
                    <a:pt x="71136" y="24882"/>
                  </a:cubicBezTo>
                  <a:cubicBezTo>
                    <a:pt x="57927" y="30614"/>
                    <a:pt x="60213" y="38292"/>
                    <a:pt x="53927" y="38183"/>
                  </a:cubicBezTo>
                  <a:lnTo>
                    <a:pt x="48720" y="38183"/>
                  </a:lnTo>
                  <a:cubicBezTo>
                    <a:pt x="45355" y="37967"/>
                    <a:pt x="42688" y="41860"/>
                    <a:pt x="43196" y="41319"/>
                  </a:cubicBezTo>
                  <a:cubicBezTo>
                    <a:pt x="40401" y="45645"/>
                    <a:pt x="33607" y="42293"/>
                    <a:pt x="34242" y="42293"/>
                  </a:cubicBezTo>
                  <a:cubicBezTo>
                    <a:pt x="30559" y="41103"/>
                    <a:pt x="27701" y="45969"/>
                    <a:pt x="28401" y="45428"/>
                  </a:cubicBezTo>
                  <a:cubicBezTo>
                    <a:pt x="24082" y="52349"/>
                    <a:pt x="4143" y="44239"/>
                    <a:pt x="9668" y="50511"/>
                  </a:cubicBezTo>
                  <a:lnTo>
                    <a:pt x="12906" y="54188"/>
                  </a:lnTo>
                  <a:cubicBezTo>
                    <a:pt x="16145" y="57756"/>
                    <a:pt x="14430" y="62081"/>
                    <a:pt x="10113" y="61649"/>
                  </a:cubicBezTo>
                  <a:cubicBezTo>
                    <a:pt x="7255" y="61973"/>
                    <a:pt x="460" y="58838"/>
                    <a:pt x="15" y="64785"/>
                  </a:cubicBezTo>
                  <a:cubicBezTo>
                    <a:pt x="15" y="64785"/>
                    <a:pt x="-174" y="69111"/>
                    <a:pt x="777" y="69111"/>
                  </a:cubicBezTo>
                  <a:lnTo>
                    <a:pt x="905" y="694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2BC5891D-20F0-E0DB-6823-AD94D5DE677B}"/>
                </a:ext>
              </a:extLst>
            </p:cNvPr>
            <p:cNvSpPr/>
            <p:nvPr/>
          </p:nvSpPr>
          <p:spPr>
            <a:xfrm>
              <a:off x="6599627" y="1252216"/>
              <a:ext cx="14977" cy="8317"/>
            </a:xfrm>
            <a:custGeom>
              <a:avLst/>
              <a:gdLst>
                <a:gd name="csX0" fmla="*/ 16404 w 17273"/>
                <a:gd name="csY0" fmla="*/ 3004 h 9592"/>
                <a:gd name="csX1" fmla="*/ 15451 w 17273"/>
                <a:gd name="csY1" fmla="*/ 1707 h 9592"/>
                <a:gd name="csX2" fmla="*/ 10498 w 17273"/>
                <a:gd name="csY2" fmla="*/ 409 h 9592"/>
                <a:gd name="csX3" fmla="*/ 2053 w 17273"/>
                <a:gd name="csY3" fmla="*/ 409 h 9592"/>
                <a:gd name="csX4" fmla="*/ 6688 w 17273"/>
                <a:gd name="csY4" fmla="*/ 9493 h 9592"/>
                <a:gd name="csX5" fmla="*/ 16404 w 17273"/>
                <a:gd name="csY5" fmla="*/ 3004 h 9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273" h="9592">
                  <a:moveTo>
                    <a:pt x="16404" y="3004"/>
                  </a:moveTo>
                  <a:lnTo>
                    <a:pt x="15451" y="1707"/>
                  </a:lnTo>
                  <a:cubicBezTo>
                    <a:pt x="14118" y="85"/>
                    <a:pt x="11959" y="-456"/>
                    <a:pt x="10498" y="409"/>
                  </a:cubicBezTo>
                  <a:cubicBezTo>
                    <a:pt x="7133" y="2464"/>
                    <a:pt x="1355" y="193"/>
                    <a:pt x="2053" y="409"/>
                  </a:cubicBezTo>
                  <a:cubicBezTo>
                    <a:pt x="-2964" y="-1105"/>
                    <a:pt x="2244" y="10791"/>
                    <a:pt x="6688" y="9493"/>
                  </a:cubicBezTo>
                  <a:cubicBezTo>
                    <a:pt x="10498" y="7871"/>
                    <a:pt x="20214" y="7655"/>
                    <a:pt x="16404" y="3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3DD8610-A73A-2860-58E1-E92CCA8D25BB}"/>
                </a:ext>
              </a:extLst>
            </p:cNvPr>
            <p:cNvSpPr/>
            <p:nvPr/>
          </p:nvSpPr>
          <p:spPr>
            <a:xfrm>
              <a:off x="6677510" y="1268948"/>
              <a:ext cx="8892" cy="6354"/>
            </a:xfrm>
            <a:custGeom>
              <a:avLst/>
              <a:gdLst>
                <a:gd name="csX0" fmla="*/ 752 w 10255"/>
                <a:gd name="csY0" fmla="*/ 4037 h 7328"/>
                <a:gd name="csX1" fmla="*/ 1577 w 10255"/>
                <a:gd name="csY1" fmla="*/ 5226 h 7328"/>
                <a:gd name="csX2" fmla="*/ 8182 w 10255"/>
                <a:gd name="csY2" fmla="*/ 6740 h 7328"/>
                <a:gd name="csX3" fmla="*/ 5070 w 10255"/>
                <a:gd name="csY3" fmla="*/ 36 h 7328"/>
                <a:gd name="csX4" fmla="*/ 752 w 10255"/>
                <a:gd name="csY4" fmla="*/ 3928 h 7328"/>
                <a:gd name="csX5" fmla="*/ 752 w 10255"/>
                <a:gd name="csY5" fmla="*/ 4037 h 7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7328">
                  <a:moveTo>
                    <a:pt x="752" y="4037"/>
                  </a:moveTo>
                  <a:lnTo>
                    <a:pt x="1577" y="5226"/>
                  </a:lnTo>
                  <a:cubicBezTo>
                    <a:pt x="4118" y="8795"/>
                    <a:pt x="8753" y="6740"/>
                    <a:pt x="8182" y="6740"/>
                  </a:cubicBezTo>
                  <a:cubicBezTo>
                    <a:pt x="12437" y="5226"/>
                    <a:pt x="9515" y="-505"/>
                    <a:pt x="5070" y="36"/>
                  </a:cubicBezTo>
                  <a:cubicBezTo>
                    <a:pt x="4308" y="360"/>
                    <a:pt x="-2169" y="-181"/>
                    <a:pt x="752" y="3928"/>
                  </a:cubicBezTo>
                  <a:lnTo>
                    <a:pt x="752" y="4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F97B4772-4899-5BA7-84AF-878A205163D6}"/>
                </a:ext>
              </a:extLst>
            </p:cNvPr>
            <p:cNvSpPr/>
            <p:nvPr/>
          </p:nvSpPr>
          <p:spPr>
            <a:xfrm>
              <a:off x="6686807" y="1259487"/>
              <a:ext cx="9238" cy="7261"/>
            </a:xfrm>
            <a:custGeom>
              <a:avLst/>
              <a:gdLst>
                <a:gd name="csX0" fmla="*/ 7366 w 10654"/>
                <a:gd name="csY0" fmla="*/ 783 h 8374"/>
                <a:gd name="csX1" fmla="*/ 0 w 10654"/>
                <a:gd name="csY1" fmla="*/ 2189 h 8374"/>
                <a:gd name="csX2" fmla="*/ 7683 w 10654"/>
                <a:gd name="csY2" fmla="*/ 8136 h 8374"/>
                <a:gd name="csX3" fmla="*/ 7239 w 10654"/>
                <a:gd name="csY3" fmla="*/ 783 h 8374"/>
                <a:gd name="csX4" fmla="*/ 7366 w 10654"/>
                <a:gd name="csY4" fmla="*/ 783 h 8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4" h="8374">
                  <a:moveTo>
                    <a:pt x="7366" y="783"/>
                  </a:moveTo>
                  <a:cubicBezTo>
                    <a:pt x="6159" y="783"/>
                    <a:pt x="0" y="-1705"/>
                    <a:pt x="0" y="2189"/>
                  </a:cubicBezTo>
                  <a:cubicBezTo>
                    <a:pt x="0" y="6081"/>
                    <a:pt x="8318" y="8568"/>
                    <a:pt x="7683" y="8136"/>
                  </a:cubicBezTo>
                  <a:cubicBezTo>
                    <a:pt x="11747" y="9866"/>
                    <a:pt x="11684" y="1648"/>
                    <a:pt x="7239" y="783"/>
                  </a:cubicBezTo>
                  <a:lnTo>
                    <a:pt x="7366" y="7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1BD8BF57-00EB-FC41-4572-4ECAD7CAB84B}"/>
                </a:ext>
              </a:extLst>
            </p:cNvPr>
            <p:cNvSpPr/>
            <p:nvPr/>
          </p:nvSpPr>
          <p:spPr>
            <a:xfrm>
              <a:off x="6592520" y="1243172"/>
              <a:ext cx="6149" cy="6528"/>
            </a:xfrm>
            <a:custGeom>
              <a:avLst/>
              <a:gdLst>
                <a:gd name="csX0" fmla="*/ 1993 w 7092"/>
                <a:gd name="csY0" fmla="*/ 7378 h 7529"/>
                <a:gd name="csX1" fmla="*/ 4724 w 7092"/>
                <a:gd name="csY1" fmla="*/ 133 h 7529"/>
                <a:gd name="csX2" fmla="*/ 2121 w 7092"/>
                <a:gd name="csY2" fmla="*/ 7378 h 7529"/>
                <a:gd name="csX3" fmla="*/ 1993 w 7092"/>
                <a:gd name="csY3" fmla="*/ 7378 h 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92" h="7529">
                  <a:moveTo>
                    <a:pt x="1993" y="7378"/>
                  </a:moveTo>
                  <a:cubicBezTo>
                    <a:pt x="5677" y="8676"/>
                    <a:pt x="9805" y="1215"/>
                    <a:pt x="4724" y="133"/>
                  </a:cubicBezTo>
                  <a:cubicBezTo>
                    <a:pt x="-293" y="-1056"/>
                    <a:pt x="-1562" y="6081"/>
                    <a:pt x="2121" y="7378"/>
                  </a:cubicBezTo>
                  <a:lnTo>
                    <a:pt x="1993" y="7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707D7C12-0FEB-8E46-844E-16D38A0CCA90}"/>
                </a:ext>
              </a:extLst>
            </p:cNvPr>
            <p:cNvSpPr/>
            <p:nvPr/>
          </p:nvSpPr>
          <p:spPr>
            <a:xfrm>
              <a:off x="6959342" y="1106666"/>
              <a:ext cx="30366" cy="11863"/>
            </a:xfrm>
            <a:custGeom>
              <a:avLst/>
              <a:gdLst>
                <a:gd name="csX0" fmla="*/ 23577 w 35020"/>
                <a:gd name="csY0" fmla="*/ 10711 h 13681"/>
                <a:gd name="csX1" fmla="*/ 34816 w 35020"/>
                <a:gd name="csY1" fmla="*/ 8981 h 13681"/>
                <a:gd name="csX2" fmla="*/ 29990 w 35020"/>
                <a:gd name="csY2" fmla="*/ 2601 h 13681"/>
                <a:gd name="csX3" fmla="*/ 14052 w 35020"/>
                <a:gd name="csY3" fmla="*/ 546 h 13681"/>
                <a:gd name="csX4" fmla="*/ 1161 w 35020"/>
                <a:gd name="csY4" fmla="*/ 7899 h 13681"/>
                <a:gd name="csX5" fmla="*/ 12782 w 35020"/>
                <a:gd name="csY5" fmla="*/ 13306 h 13681"/>
                <a:gd name="csX6" fmla="*/ 23704 w 35020"/>
                <a:gd name="csY6" fmla="*/ 10711 h 13681"/>
                <a:gd name="csX7" fmla="*/ 23577 w 35020"/>
                <a:gd name="csY7" fmla="*/ 10711 h 1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020" h="13681">
                  <a:moveTo>
                    <a:pt x="23577" y="10711"/>
                  </a:moveTo>
                  <a:cubicBezTo>
                    <a:pt x="27704" y="10819"/>
                    <a:pt x="36467" y="15145"/>
                    <a:pt x="34816" y="8981"/>
                  </a:cubicBezTo>
                  <a:cubicBezTo>
                    <a:pt x="34499" y="8224"/>
                    <a:pt x="34054" y="3682"/>
                    <a:pt x="29990" y="2601"/>
                  </a:cubicBezTo>
                  <a:cubicBezTo>
                    <a:pt x="23386" y="978"/>
                    <a:pt x="18370" y="-968"/>
                    <a:pt x="14052" y="546"/>
                  </a:cubicBezTo>
                  <a:cubicBezTo>
                    <a:pt x="3003" y="4223"/>
                    <a:pt x="-2585" y="4979"/>
                    <a:pt x="1161" y="7899"/>
                  </a:cubicBezTo>
                  <a:cubicBezTo>
                    <a:pt x="4210" y="9737"/>
                    <a:pt x="8020" y="15145"/>
                    <a:pt x="12782" y="13306"/>
                  </a:cubicBezTo>
                  <a:cubicBezTo>
                    <a:pt x="12782" y="13306"/>
                    <a:pt x="19703" y="10062"/>
                    <a:pt x="23704" y="10711"/>
                  </a:cubicBezTo>
                  <a:lnTo>
                    <a:pt x="23577" y="10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595B2020-A0FC-E11C-6235-554AE43B9645}"/>
                </a:ext>
              </a:extLst>
            </p:cNvPr>
            <p:cNvSpPr/>
            <p:nvPr/>
          </p:nvSpPr>
          <p:spPr>
            <a:xfrm>
              <a:off x="7105007" y="1119411"/>
              <a:ext cx="25942" cy="10632"/>
            </a:xfrm>
            <a:custGeom>
              <a:avLst/>
              <a:gdLst>
                <a:gd name="csX0" fmla="*/ 29321 w 29918"/>
                <a:gd name="csY0" fmla="*/ 6826 h 12262"/>
                <a:gd name="csX1" fmla="*/ 11542 w 29918"/>
                <a:gd name="csY1" fmla="*/ 122 h 12262"/>
                <a:gd name="csX2" fmla="*/ 1191 w 29918"/>
                <a:gd name="csY2" fmla="*/ 4447 h 12262"/>
                <a:gd name="csX3" fmla="*/ 18463 w 29918"/>
                <a:gd name="csY3" fmla="*/ 12017 h 12262"/>
                <a:gd name="csX4" fmla="*/ 29194 w 29918"/>
                <a:gd name="csY4" fmla="*/ 6826 h 12262"/>
                <a:gd name="csX5" fmla="*/ 29321 w 29918"/>
                <a:gd name="csY5" fmla="*/ 6826 h 1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18" h="12262">
                  <a:moveTo>
                    <a:pt x="29321" y="6826"/>
                  </a:moveTo>
                  <a:cubicBezTo>
                    <a:pt x="22082" y="3150"/>
                    <a:pt x="16431" y="-743"/>
                    <a:pt x="11542" y="122"/>
                  </a:cubicBezTo>
                  <a:cubicBezTo>
                    <a:pt x="4430" y="1419"/>
                    <a:pt x="-2936" y="1960"/>
                    <a:pt x="1191" y="4447"/>
                  </a:cubicBezTo>
                  <a:cubicBezTo>
                    <a:pt x="11351" y="10611"/>
                    <a:pt x="14145" y="13098"/>
                    <a:pt x="18463" y="12017"/>
                  </a:cubicBezTo>
                  <a:cubicBezTo>
                    <a:pt x="18463" y="12017"/>
                    <a:pt x="33322" y="8989"/>
                    <a:pt x="29194" y="6826"/>
                  </a:cubicBezTo>
                  <a:lnTo>
                    <a:pt x="29321" y="6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6C4AF3B1-2B4F-FFF7-421A-6CE289BD0BF0}"/>
                </a:ext>
              </a:extLst>
            </p:cNvPr>
            <p:cNvSpPr/>
            <p:nvPr/>
          </p:nvSpPr>
          <p:spPr>
            <a:xfrm>
              <a:off x="7030019" y="1177838"/>
              <a:ext cx="30815" cy="15870"/>
            </a:xfrm>
            <a:custGeom>
              <a:avLst/>
              <a:gdLst>
                <a:gd name="csX0" fmla="*/ 35032 w 35538"/>
                <a:gd name="csY0" fmla="*/ 6706 h 18302"/>
                <a:gd name="csX1" fmla="*/ 28238 w 35538"/>
                <a:gd name="csY1" fmla="*/ 1 h 18302"/>
                <a:gd name="csX2" fmla="*/ 3664 w 35538"/>
                <a:gd name="csY2" fmla="*/ 3786 h 18302"/>
                <a:gd name="csX3" fmla="*/ 1695 w 35538"/>
                <a:gd name="csY3" fmla="*/ 11680 h 18302"/>
                <a:gd name="csX4" fmla="*/ 27666 w 35538"/>
                <a:gd name="csY4" fmla="*/ 16979 h 18302"/>
                <a:gd name="csX5" fmla="*/ 34969 w 35538"/>
                <a:gd name="csY5" fmla="*/ 6706 h 18302"/>
                <a:gd name="csX6" fmla="*/ 35032 w 35538"/>
                <a:gd name="csY6" fmla="*/ 6706 h 18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538" h="18302">
                  <a:moveTo>
                    <a:pt x="35032" y="6706"/>
                  </a:moveTo>
                  <a:cubicBezTo>
                    <a:pt x="34397" y="5841"/>
                    <a:pt x="32683" y="-106"/>
                    <a:pt x="28238" y="1"/>
                  </a:cubicBezTo>
                  <a:cubicBezTo>
                    <a:pt x="8552" y="758"/>
                    <a:pt x="6584" y="1"/>
                    <a:pt x="3664" y="3786"/>
                  </a:cubicBezTo>
                  <a:cubicBezTo>
                    <a:pt x="3028" y="4976"/>
                    <a:pt x="-2814" y="10167"/>
                    <a:pt x="1695" y="11680"/>
                  </a:cubicBezTo>
                  <a:cubicBezTo>
                    <a:pt x="21825" y="18169"/>
                    <a:pt x="23920" y="19791"/>
                    <a:pt x="27666" y="16979"/>
                  </a:cubicBezTo>
                  <a:cubicBezTo>
                    <a:pt x="30206" y="14492"/>
                    <a:pt x="37636" y="12005"/>
                    <a:pt x="34969" y="6706"/>
                  </a:cubicBezTo>
                  <a:lnTo>
                    <a:pt x="35032" y="6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EB898BCE-27D4-B208-8AFA-D07C1DD69A08}"/>
                </a:ext>
              </a:extLst>
            </p:cNvPr>
            <p:cNvSpPr/>
            <p:nvPr/>
          </p:nvSpPr>
          <p:spPr>
            <a:xfrm>
              <a:off x="6882586" y="1205719"/>
              <a:ext cx="52391" cy="16377"/>
            </a:xfrm>
            <a:custGeom>
              <a:avLst/>
              <a:gdLst>
                <a:gd name="csX0" fmla="*/ 39262 w 60421"/>
                <a:gd name="csY0" fmla="*/ 2235 h 18887"/>
                <a:gd name="csX1" fmla="*/ 24784 w 60421"/>
                <a:gd name="csY1" fmla="*/ 1369 h 18887"/>
                <a:gd name="csX2" fmla="*/ 23006 w 60421"/>
                <a:gd name="csY2" fmla="*/ 5911 h 18887"/>
                <a:gd name="csX3" fmla="*/ 6560 w 60421"/>
                <a:gd name="csY3" fmla="*/ 6452 h 18887"/>
                <a:gd name="csX4" fmla="*/ 1670 w 60421"/>
                <a:gd name="csY4" fmla="*/ 15643 h 18887"/>
                <a:gd name="csX5" fmla="*/ 16339 w 60421"/>
                <a:gd name="csY5" fmla="*/ 18672 h 18887"/>
                <a:gd name="csX6" fmla="*/ 41866 w 60421"/>
                <a:gd name="csY6" fmla="*/ 15860 h 18887"/>
                <a:gd name="csX7" fmla="*/ 47263 w 60421"/>
                <a:gd name="csY7" fmla="*/ 10885 h 18887"/>
                <a:gd name="csX8" fmla="*/ 52217 w 60421"/>
                <a:gd name="csY8" fmla="*/ 7642 h 18887"/>
                <a:gd name="csX9" fmla="*/ 59265 w 60421"/>
                <a:gd name="csY9" fmla="*/ 6668 h 18887"/>
                <a:gd name="csX10" fmla="*/ 39135 w 60421"/>
                <a:gd name="csY10" fmla="*/ 2127 h 18887"/>
                <a:gd name="csX11" fmla="*/ 39262 w 60421"/>
                <a:gd name="csY11" fmla="*/ 2235 h 18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421" h="18887">
                  <a:moveTo>
                    <a:pt x="39262" y="2235"/>
                  </a:moveTo>
                  <a:lnTo>
                    <a:pt x="24784" y="1369"/>
                  </a:lnTo>
                  <a:cubicBezTo>
                    <a:pt x="20974" y="1153"/>
                    <a:pt x="23006" y="6668"/>
                    <a:pt x="23006" y="5911"/>
                  </a:cubicBezTo>
                  <a:cubicBezTo>
                    <a:pt x="25927" y="14129"/>
                    <a:pt x="11957" y="829"/>
                    <a:pt x="6560" y="6452"/>
                  </a:cubicBezTo>
                  <a:cubicBezTo>
                    <a:pt x="4528" y="9156"/>
                    <a:pt x="-3409" y="14563"/>
                    <a:pt x="1670" y="15643"/>
                  </a:cubicBezTo>
                  <a:lnTo>
                    <a:pt x="16339" y="18672"/>
                  </a:lnTo>
                  <a:cubicBezTo>
                    <a:pt x="21609" y="19861"/>
                    <a:pt x="42501" y="15752"/>
                    <a:pt x="41866" y="15860"/>
                  </a:cubicBezTo>
                  <a:cubicBezTo>
                    <a:pt x="45549" y="15319"/>
                    <a:pt x="47835" y="10128"/>
                    <a:pt x="47263" y="10885"/>
                  </a:cubicBezTo>
                  <a:cubicBezTo>
                    <a:pt x="48152" y="8939"/>
                    <a:pt x="50375" y="7533"/>
                    <a:pt x="52217" y="7642"/>
                  </a:cubicBezTo>
                  <a:cubicBezTo>
                    <a:pt x="55392" y="7966"/>
                    <a:pt x="63393" y="9371"/>
                    <a:pt x="59265" y="6668"/>
                  </a:cubicBezTo>
                  <a:cubicBezTo>
                    <a:pt x="40977" y="-5443"/>
                    <a:pt x="48597" y="2775"/>
                    <a:pt x="39135" y="2127"/>
                  </a:cubicBezTo>
                  <a:lnTo>
                    <a:pt x="39262" y="2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4068C83A-58B1-82CB-BB5E-56077E218D50}"/>
                </a:ext>
              </a:extLst>
            </p:cNvPr>
            <p:cNvSpPr/>
            <p:nvPr/>
          </p:nvSpPr>
          <p:spPr>
            <a:xfrm>
              <a:off x="6875634" y="1186065"/>
              <a:ext cx="28703" cy="13013"/>
            </a:xfrm>
            <a:custGeom>
              <a:avLst/>
              <a:gdLst>
                <a:gd name="csX0" fmla="*/ 32675 w 33102"/>
                <a:gd name="csY0" fmla="*/ 12898 h 15007"/>
                <a:gd name="csX1" fmla="*/ 24230 w 33102"/>
                <a:gd name="csY1" fmla="*/ 5977 h 15007"/>
                <a:gd name="csX2" fmla="*/ 6133 w 33102"/>
                <a:gd name="csY2" fmla="*/ 354 h 15007"/>
                <a:gd name="csX3" fmla="*/ 1307 w 33102"/>
                <a:gd name="csY3" fmla="*/ 4571 h 15007"/>
                <a:gd name="csX4" fmla="*/ 20864 w 33102"/>
                <a:gd name="csY4" fmla="*/ 13979 h 15007"/>
                <a:gd name="csX5" fmla="*/ 32675 w 33102"/>
                <a:gd name="csY5" fmla="*/ 12898 h 15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102" h="15007">
                  <a:moveTo>
                    <a:pt x="32675" y="12898"/>
                  </a:moveTo>
                  <a:cubicBezTo>
                    <a:pt x="31724" y="11816"/>
                    <a:pt x="28802" y="6626"/>
                    <a:pt x="24230" y="5977"/>
                  </a:cubicBezTo>
                  <a:cubicBezTo>
                    <a:pt x="12101" y="4355"/>
                    <a:pt x="12101" y="-1484"/>
                    <a:pt x="6133" y="354"/>
                  </a:cubicBezTo>
                  <a:cubicBezTo>
                    <a:pt x="4862" y="1002"/>
                    <a:pt x="-3075" y="2192"/>
                    <a:pt x="1307" y="4571"/>
                  </a:cubicBezTo>
                  <a:cubicBezTo>
                    <a:pt x="13499" y="11384"/>
                    <a:pt x="16420" y="13438"/>
                    <a:pt x="20864" y="13979"/>
                  </a:cubicBezTo>
                  <a:cubicBezTo>
                    <a:pt x="20864" y="13979"/>
                    <a:pt x="35787" y="16899"/>
                    <a:pt x="32675" y="12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55DF9C5B-2B59-DE89-40F9-937D61EB0A28}"/>
                </a:ext>
              </a:extLst>
            </p:cNvPr>
            <p:cNvSpPr/>
            <p:nvPr/>
          </p:nvSpPr>
          <p:spPr>
            <a:xfrm>
              <a:off x="6893897" y="1154749"/>
              <a:ext cx="31843" cy="13760"/>
            </a:xfrm>
            <a:custGeom>
              <a:avLst/>
              <a:gdLst>
                <a:gd name="csX0" fmla="*/ 35934 w 36724"/>
                <a:gd name="csY0" fmla="*/ 3920 h 15869"/>
                <a:gd name="csX1" fmla="*/ 21583 w 36724"/>
                <a:gd name="csY1" fmla="*/ 2622 h 15869"/>
                <a:gd name="csX2" fmla="*/ 16122 w 36724"/>
                <a:gd name="csY2" fmla="*/ 3703 h 15869"/>
                <a:gd name="csX3" fmla="*/ 5772 w 36724"/>
                <a:gd name="csY3" fmla="*/ 891 h 15869"/>
                <a:gd name="csX4" fmla="*/ 1453 w 36724"/>
                <a:gd name="csY4" fmla="*/ 7596 h 15869"/>
                <a:gd name="csX5" fmla="*/ 22218 w 36724"/>
                <a:gd name="csY5" fmla="*/ 14950 h 15869"/>
                <a:gd name="csX6" fmla="*/ 36061 w 36724"/>
                <a:gd name="csY6" fmla="*/ 3920 h 15869"/>
                <a:gd name="csX7" fmla="*/ 35934 w 36724"/>
                <a:gd name="csY7" fmla="*/ 3920 h 15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724" h="15869">
                  <a:moveTo>
                    <a:pt x="35934" y="3920"/>
                  </a:moveTo>
                  <a:cubicBezTo>
                    <a:pt x="30981" y="2838"/>
                    <a:pt x="25266" y="-1920"/>
                    <a:pt x="21583" y="2622"/>
                  </a:cubicBezTo>
                  <a:cubicBezTo>
                    <a:pt x="21012" y="2946"/>
                    <a:pt x="18979" y="5433"/>
                    <a:pt x="16122" y="3703"/>
                  </a:cubicBezTo>
                  <a:cubicBezTo>
                    <a:pt x="14090" y="2730"/>
                    <a:pt x="9962" y="-1920"/>
                    <a:pt x="5772" y="891"/>
                  </a:cubicBezTo>
                  <a:cubicBezTo>
                    <a:pt x="4438" y="2081"/>
                    <a:pt x="-3119" y="5325"/>
                    <a:pt x="1453" y="7596"/>
                  </a:cubicBezTo>
                  <a:cubicBezTo>
                    <a:pt x="16122" y="15166"/>
                    <a:pt x="18090" y="17328"/>
                    <a:pt x="22218" y="14950"/>
                  </a:cubicBezTo>
                  <a:cubicBezTo>
                    <a:pt x="22218" y="14950"/>
                    <a:pt x="40379" y="5541"/>
                    <a:pt x="36061" y="3920"/>
                  </a:cubicBezTo>
                  <a:lnTo>
                    <a:pt x="35934" y="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2E3DCA4F-331C-A2A9-ECF7-7077F4E046E1}"/>
                </a:ext>
              </a:extLst>
            </p:cNvPr>
            <p:cNvSpPr/>
            <p:nvPr/>
          </p:nvSpPr>
          <p:spPr>
            <a:xfrm>
              <a:off x="6914037" y="1188012"/>
              <a:ext cx="38499" cy="15586"/>
            </a:xfrm>
            <a:custGeom>
              <a:avLst/>
              <a:gdLst>
                <a:gd name="csX0" fmla="*/ 33408 w 44400"/>
                <a:gd name="csY0" fmla="*/ 17248 h 17975"/>
                <a:gd name="csX1" fmla="*/ 42806 w 44400"/>
                <a:gd name="csY1" fmla="*/ 6975 h 17975"/>
                <a:gd name="csX2" fmla="*/ 28010 w 44400"/>
                <a:gd name="csY2" fmla="*/ 6002 h 17975"/>
                <a:gd name="csX3" fmla="*/ 27756 w 44400"/>
                <a:gd name="csY3" fmla="*/ 6218 h 17975"/>
                <a:gd name="csX4" fmla="*/ 832 w 44400"/>
                <a:gd name="csY4" fmla="*/ 1893 h 17975"/>
                <a:gd name="csX5" fmla="*/ 12072 w 44400"/>
                <a:gd name="csY5" fmla="*/ 13031 h 17975"/>
                <a:gd name="csX6" fmla="*/ 33281 w 44400"/>
                <a:gd name="csY6" fmla="*/ 17357 h 17975"/>
                <a:gd name="csX7" fmla="*/ 33408 w 44400"/>
                <a:gd name="csY7" fmla="*/ 17248 h 17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400" h="17975">
                  <a:moveTo>
                    <a:pt x="33408" y="17248"/>
                  </a:moveTo>
                  <a:cubicBezTo>
                    <a:pt x="41853" y="11085"/>
                    <a:pt x="47251" y="8057"/>
                    <a:pt x="42806" y="6975"/>
                  </a:cubicBezTo>
                  <a:cubicBezTo>
                    <a:pt x="34297" y="4704"/>
                    <a:pt x="31439" y="3407"/>
                    <a:pt x="28010" y="6002"/>
                  </a:cubicBezTo>
                  <a:lnTo>
                    <a:pt x="27756" y="6218"/>
                  </a:lnTo>
                  <a:cubicBezTo>
                    <a:pt x="21597" y="10868"/>
                    <a:pt x="-5010" y="-5352"/>
                    <a:pt x="832" y="1893"/>
                  </a:cubicBezTo>
                  <a:cubicBezTo>
                    <a:pt x="5150" y="7300"/>
                    <a:pt x="7881" y="11517"/>
                    <a:pt x="12072" y="13031"/>
                  </a:cubicBezTo>
                  <a:cubicBezTo>
                    <a:pt x="12072" y="13031"/>
                    <a:pt x="29597" y="20060"/>
                    <a:pt x="33281" y="17357"/>
                  </a:cubicBezTo>
                  <a:lnTo>
                    <a:pt x="33408" y="172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1E6592F5-8829-0A18-2823-8400DDB43135}"/>
                </a:ext>
              </a:extLst>
            </p:cNvPr>
            <p:cNvSpPr/>
            <p:nvPr/>
          </p:nvSpPr>
          <p:spPr>
            <a:xfrm>
              <a:off x="6947745" y="1182427"/>
              <a:ext cx="17801" cy="10800"/>
            </a:xfrm>
            <a:custGeom>
              <a:avLst/>
              <a:gdLst>
                <a:gd name="csX0" fmla="*/ 19236 w 20529"/>
                <a:gd name="csY0" fmla="*/ 7252 h 12455"/>
                <a:gd name="csX1" fmla="*/ 4948 w 20529"/>
                <a:gd name="csY1" fmla="*/ 115 h 12455"/>
                <a:gd name="csX2" fmla="*/ 1138 w 20529"/>
                <a:gd name="csY2" fmla="*/ 3575 h 12455"/>
                <a:gd name="csX3" fmla="*/ 15743 w 20529"/>
                <a:gd name="csY3" fmla="*/ 12010 h 12455"/>
                <a:gd name="csX4" fmla="*/ 19299 w 20529"/>
                <a:gd name="csY4" fmla="*/ 7361 h 12455"/>
                <a:gd name="csX5" fmla="*/ 19236 w 20529"/>
                <a:gd name="csY5" fmla="*/ 7252 h 1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529" h="12455">
                  <a:moveTo>
                    <a:pt x="19236" y="7252"/>
                  </a:moveTo>
                  <a:cubicBezTo>
                    <a:pt x="10981" y="1521"/>
                    <a:pt x="8948" y="-534"/>
                    <a:pt x="4948" y="115"/>
                  </a:cubicBezTo>
                  <a:cubicBezTo>
                    <a:pt x="4249" y="332"/>
                    <a:pt x="-2672" y="332"/>
                    <a:pt x="1138" y="3575"/>
                  </a:cubicBezTo>
                  <a:cubicBezTo>
                    <a:pt x="9711" y="10821"/>
                    <a:pt x="11615" y="13632"/>
                    <a:pt x="15743" y="12010"/>
                  </a:cubicBezTo>
                  <a:cubicBezTo>
                    <a:pt x="16314" y="11578"/>
                    <a:pt x="23299" y="10064"/>
                    <a:pt x="19299" y="7361"/>
                  </a:cubicBezTo>
                  <a:lnTo>
                    <a:pt x="19236" y="7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BB6EA981-42D7-6952-DD12-81E958338231}"/>
                </a:ext>
              </a:extLst>
            </p:cNvPr>
            <p:cNvSpPr/>
            <p:nvPr/>
          </p:nvSpPr>
          <p:spPr>
            <a:xfrm>
              <a:off x="6954308" y="1199568"/>
              <a:ext cx="23033" cy="10692"/>
            </a:xfrm>
            <a:custGeom>
              <a:avLst/>
              <a:gdLst>
                <a:gd name="csX0" fmla="*/ 20175 w 26563"/>
                <a:gd name="csY0" fmla="*/ 2407 h 12331"/>
                <a:gd name="csX1" fmla="*/ 5379 w 26563"/>
                <a:gd name="csY1" fmla="*/ 1433 h 12331"/>
                <a:gd name="csX2" fmla="*/ 1569 w 26563"/>
                <a:gd name="csY2" fmla="*/ 7597 h 12331"/>
                <a:gd name="csX3" fmla="*/ 26144 w 26563"/>
                <a:gd name="csY3" fmla="*/ 9544 h 12331"/>
                <a:gd name="csX4" fmla="*/ 20302 w 26563"/>
                <a:gd name="csY4" fmla="*/ 2407 h 12331"/>
                <a:gd name="csX5" fmla="*/ 20175 w 26563"/>
                <a:gd name="csY5" fmla="*/ 2407 h 1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63" h="12331">
                  <a:moveTo>
                    <a:pt x="20175" y="2407"/>
                  </a:moveTo>
                  <a:cubicBezTo>
                    <a:pt x="11667" y="136"/>
                    <a:pt x="8809" y="-1162"/>
                    <a:pt x="5379" y="1433"/>
                  </a:cubicBezTo>
                  <a:cubicBezTo>
                    <a:pt x="4300" y="2515"/>
                    <a:pt x="-3193" y="6516"/>
                    <a:pt x="1569" y="7597"/>
                  </a:cubicBezTo>
                  <a:cubicBezTo>
                    <a:pt x="23667" y="12355"/>
                    <a:pt x="28113" y="14410"/>
                    <a:pt x="26144" y="9544"/>
                  </a:cubicBezTo>
                  <a:cubicBezTo>
                    <a:pt x="26144" y="9544"/>
                    <a:pt x="24429" y="3596"/>
                    <a:pt x="20302" y="2407"/>
                  </a:cubicBezTo>
                  <a:lnTo>
                    <a:pt x="20175" y="2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38930A5D-3429-A426-2F0F-B63090984CA9}"/>
                </a:ext>
              </a:extLst>
            </p:cNvPr>
            <p:cNvSpPr/>
            <p:nvPr/>
          </p:nvSpPr>
          <p:spPr>
            <a:xfrm>
              <a:off x="6920840" y="1247473"/>
              <a:ext cx="9382" cy="19162"/>
            </a:xfrm>
            <a:custGeom>
              <a:avLst/>
              <a:gdLst>
                <a:gd name="csX0" fmla="*/ 4988 w 10820"/>
                <a:gd name="csY0" fmla="*/ 22100 h 22099"/>
                <a:gd name="csX1" fmla="*/ 10195 w 10820"/>
                <a:gd name="csY1" fmla="*/ 18099 h 22099"/>
                <a:gd name="csX2" fmla="*/ 7718 w 10820"/>
                <a:gd name="csY2" fmla="*/ 40 h 22099"/>
                <a:gd name="csX3" fmla="*/ 35 w 10820"/>
                <a:gd name="csY3" fmla="*/ 5338 h 22099"/>
                <a:gd name="csX4" fmla="*/ 4988 w 10820"/>
                <a:gd name="csY4" fmla="*/ 22100 h 2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20" h="22099">
                  <a:moveTo>
                    <a:pt x="4988" y="22100"/>
                  </a:moveTo>
                  <a:cubicBezTo>
                    <a:pt x="5559" y="21884"/>
                    <a:pt x="9941" y="23073"/>
                    <a:pt x="10195" y="18099"/>
                  </a:cubicBezTo>
                  <a:cubicBezTo>
                    <a:pt x="9877" y="9448"/>
                    <a:pt x="12988" y="-717"/>
                    <a:pt x="7718" y="40"/>
                  </a:cubicBezTo>
                  <a:cubicBezTo>
                    <a:pt x="6067" y="689"/>
                    <a:pt x="-536" y="-393"/>
                    <a:pt x="35" y="5338"/>
                  </a:cubicBezTo>
                  <a:cubicBezTo>
                    <a:pt x="35" y="5338"/>
                    <a:pt x="-283" y="22100"/>
                    <a:pt x="4988" y="22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1D781529-24AE-73EF-3D88-10D45EEC7405}"/>
                </a:ext>
              </a:extLst>
            </p:cNvPr>
            <p:cNvSpPr/>
            <p:nvPr/>
          </p:nvSpPr>
          <p:spPr>
            <a:xfrm>
              <a:off x="6894288" y="1249105"/>
              <a:ext cx="20061" cy="18509"/>
            </a:xfrm>
            <a:custGeom>
              <a:avLst/>
              <a:gdLst>
                <a:gd name="csX0" fmla="*/ 21449 w 23136"/>
                <a:gd name="csY0" fmla="*/ 17405 h 21346"/>
                <a:gd name="csX1" fmla="*/ 20814 w 23136"/>
                <a:gd name="csY1" fmla="*/ 1617 h 21346"/>
                <a:gd name="csX2" fmla="*/ 13957 w 23136"/>
                <a:gd name="csY2" fmla="*/ 211 h 21346"/>
                <a:gd name="csX3" fmla="*/ 4368 w 23136"/>
                <a:gd name="csY3" fmla="*/ 6916 h 21346"/>
                <a:gd name="csX4" fmla="*/ 2526 w 23136"/>
                <a:gd name="csY4" fmla="*/ 15242 h 21346"/>
                <a:gd name="csX5" fmla="*/ 1828 w 23136"/>
                <a:gd name="csY5" fmla="*/ 20325 h 21346"/>
                <a:gd name="csX6" fmla="*/ 21449 w 23136"/>
                <a:gd name="csY6" fmla="*/ 17405 h 2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136" h="21346">
                  <a:moveTo>
                    <a:pt x="21449" y="17405"/>
                  </a:moveTo>
                  <a:cubicBezTo>
                    <a:pt x="21767" y="12215"/>
                    <a:pt x="25450" y="4537"/>
                    <a:pt x="20814" y="1617"/>
                  </a:cubicBezTo>
                  <a:cubicBezTo>
                    <a:pt x="20243" y="1401"/>
                    <a:pt x="17512" y="-654"/>
                    <a:pt x="13957" y="211"/>
                  </a:cubicBezTo>
                  <a:cubicBezTo>
                    <a:pt x="10845" y="1617"/>
                    <a:pt x="3670" y="860"/>
                    <a:pt x="4368" y="6916"/>
                  </a:cubicBezTo>
                  <a:cubicBezTo>
                    <a:pt x="4368" y="7673"/>
                    <a:pt x="5448" y="11890"/>
                    <a:pt x="2526" y="15242"/>
                  </a:cubicBezTo>
                  <a:cubicBezTo>
                    <a:pt x="2146" y="15891"/>
                    <a:pt x="-2490" y="20000"/>
                    <a:pt x="1828" y="20325"/>
                  </a:cubicBezTo>
                  <a:cubicBezTo>
                    <a:pt x="1828" y="20325"/>
                    <a:pt x="20370" y="24002"/>
                    <a:pt x="21449" y="174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D50FBF65-168C-9545-ABBF-A1925F178F9A}"/>
                </a:ext>
              </a:extLst>
            </p:cNvPr>
            <p:cNvSpPr/>
            <p:nvPr/>
          </p:nvSpPr>
          <p:spPr>
            <a:xfrm>
              <a:off x="6936659" y="1238686"/>
              <a:ext cx="35947" cy="24744"/>
            </a:xfrm>
            <a:custGeom>
              <a:avLst/>
              <a:gdLst>
                <a:gd name="csX0" fmla="*/ 19130 w 41456"/>
                <a:gd name="csY0" fmla="*/ 8 h 28536"/>
                <a:gd name="csX1" fmla="*/ 1159 w 41456"/>
                <a:gd name="csY1" fmla="*/ 6388 h 28536"/>
                <a:gd name="csX2" fmla="*/ 1349 w 41456"/>
                <a:gd name="csY2" fmla="*/ 17526 h 28536"/>
                <a:gd name="csX3" fmla="*/ 10874 w 41456"/>
                <a:gd name="csY3" fmla="*/ 27150 h 28536"/>
                <a:gd name="csX4" fmla="*/ 18241 w 41456"/>
                <a:gd name="csY4" fmla="*/ 25853 h 28536"/>
                <a:gd name="csX5" fmla="*/ 18685 w 41456"/>
                <a:gd name="csY5" fmla="*/ 19040 h 28536"/>
                <a:gd name="csX6" fmla="*/ 40084 w 41456"/>
                <a:gd name="csY6" fmla="*/ 7145 h 28536"/>
                <a:gd name="csX7" fmla="*/ 19130 w 41456"/>
                <a:gd name="csY7" fmla="*/ 116 h 28536"/>
                <a:gd name="csX8" fmla="*/ 19130 w 41456"/>
                <a:gd name="csY8" fmla="*/ 8 h 28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456" h="28536">
                  <a:moveTo>
                    <a:pt x="19130" y="8"/>
                  </a:moveTo>
                  <a:cubicBezTo>
                    <a:pt x="6239" y="1846"/>
                    <a:pt x="2429" y="1306"/>
                    <a:pt x="1159" y="6388"/>
                  </a:cubicBezTo>
                  <a:cubicBezTo>
                    <a:pt x="1159" y="7685"/>
                    <a:pt x="-1571" y="13308"/>
                    <a:pt x="1349" y="17526"/>
                  </a:cubicBezTo>
                  <a:cubicBezTo>
                    <a:pt x="4906" y="22609"/>
                    <a:pt x="6874" y="26177"/>
                    <a:pt x="10874" y="27150"/>
                  </a:cubicBezTo>
                  <a:cubicBezTo>
                    <a:pt x="12970" y="27258"/>
                    <a:pt x="20717" y="30935"/>
                    <a:pt x="18241" y="25853"/>
                  </a:cubicBezTo>
                  <a:cubicBezTo>
                    <a:pt x="18114" y="25096"/>
                    <a:pt x="14684" y="20770"/>
                    <a:pt x="18685" y="19040"/>
                  </a:cubicBezTo>
                  <a:cubicBezTo>
                    <a:pt x="38624" y="10497"/>
                    <a:pt x="44466" y="8983"/>
                    <a:pt x="40084" y="7145"/>
                  </a:cubicBezTo>
                  <a:cubicBezTo>
                    <a:pt x="28845" y="2387"/>
                    <a:pt x="23956" y="-641"/>
                    <a:pt x="19130" y="116"/>
                  </a:cubicBezTo>
                  <a:lnTo>
                    <a:pt x="19130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F9A2835-BDCA-B2F3-81F9-FBA2302E08F1}"/>
                </a:ext>
              </a:extLst>
            </p:cNvPr>
            <p:cNvSpPr/>
            <p:nvPr/>
          </p:nvSpPr>
          <p:spPr>
            <a:xfrm>
              <a:off x="7111575" y="1172928"/>
              <a:ext cx="72515" cy="42079"/>
            </a:xfrm>
            <a:custGeom>
              <a:avLst/>
              <a:gdLst>
                <a:gd name="csX0" fmla="*/ 984 w 83629"/>
                <a:gd name="csY0" fmla="*/ 35834 h 48528"/>
                <a:gd name="csX1" fmla="*/ 19145 w 83629"/>
                <a:gd name="csY1" fmla="*/ 48379 h 48528"/>
                <a:gd name="csX2" fmla="*/ 78771 w 83629"/>
                <a:gd name="csY2" fmla="*/ 31942 h 48528"/>
                <a:gd name="csX3" fmla="*/ 82327 w 83629"/>
                <a:gd name="csY3" fmla="*/ 12693 h 48528"/>
                <a:gd name="csX4" fmla="*/ 69120 w 83629"/>
                <a:gd name="csY4" fmla="*/ 365 h 48528"/>
                <a:gd name="csX5" fmla="*/ 54324 w 83629"/>
                <a:gd name="csY5" fmla="*/ 3934 h 48528"/>
                <a:gd name="csX6" fmla="*/ 52927 w 83629"/>
                <a:gd name="csY6" fmla="*/ 15288 h 48528"/>
                <a:gd name="csX7" fmla="*/ 38068 w 83629"/>
                <a:gd name="csY7" fmla="*/ 17775 h 48528"/>
                <a:gd name="csX8" fmla="*/ 32671 w 83629"/>
                <a:gd name="csY8" fmla="*/ 24155 h 48528"/>
                <a:gd name="csX9" fmla="*/ 7651 w 83629"/>
                <a:gd name="csY9" fmla="*/ 25561 h 48528"/>
                <a:gd name="csX10" fmla="*/ 984 w 83629"/>
                <a:gd name="csY10" fmla="*/ 35943 h 48528"/>
                <a:gd name="csX11" fmla="*/ 984 w 83629"/>
                <a:gd name="csY11" fmla="*/ 35834 h 48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3629" h="48528">
                  <a:moveTo>
                    <a:pt x="984" y="35834"/>
                  </a:moveTo>
                  <a:cubicBezTo>
                    <a:pt x="13049" y="46540"/>
                    <a:pt x="14891" y="49243"/>
                    <a:pt x="19145" y="48379"/>
                  </a:cubicBezTo>
                  <a:cubicBezTo>
                    <a:pt x="79089" y="35294"/>
                    <a:pt x="77057" y="36808"/>
                    <a:pt x="78771" y="31942"/>
                  </a:cubicBezTo>
                  <a:cubicBezTo>
                    <a:pt x="80931" y="23939"/>
                    <a:pt x="86010" y="17451"/>
                    <a:pt x="82327" y="12693"/>
                  </a:cubicBezTo>
                  <a:cubicBezTo>
                    <a:pt x="74771" y="3285"/>
                    <a:pt x="73247" y="474"/>
                    <a:pt x="69120" y="365"/>
                  </a:cubicBezTo>
                  <a:cubicBezTo>
                    <a:pt x="61563" y="1014"/>
                    <a:pt x="53245" y="-2446"/>
                    <a:pt x="54324" y="3934"/>
                  </a:cubicBezTo>
                  <a:cubicBezTo>
                    <a:pt x="54451" y="7286"/>
                    <a:pt x="58007" y="15720"/>
                    <a:pt x="52927" y="15288"/>
                  </a:cubicBezTo>
                  <a:cubicBezTo>
                    <a:pt x="46831" y="15505"/>
                    <a:pt x="39846" y="11828"/>
                    <a:pt x="38068" y="17775"/>
                  </a:cubicBezTo>
                  <a:cubicBezTo>
                    <a:pt x="37623" y="18532"/>
                    <a:pt x="36988" y="24264"/>
                    <a:pt x="32671" y="24155"/>
                  </a:cubicBezTo>
                  <a:cubicBezTo>
                    <a:pt x="12859" y="23290"/>
                    <a:pt x="11144" y="22533"/>
                    <a:pt x="7651" y="25561"/>
                  </a:cubicBezTo>
                  <a:cubicBezTo>
                    <a:pt x="7651" y="25561"/>
                    <a:pt x="-3270" y="32157"/>
                    <a:pt x="984" y="35943"/>
                  </a:cubicBezTo>
                  <a:lnTo>
                    <a:pt x="984" y="35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2E08014D-79D6-DAFB-8827-BC9DB9C3C180}"/>
                </a:ext>
              </a:extLst>
            </p:cNvPr>
            <p:cNvSpPr/>
            <p:nvPr/>
          </p:nvSpPr>
          <p:spPr>
            <a:xfrm>
              <a:off x="7005590" y="1200678"/>
              <a:ext cx="77385" cy="39836"/>
            </a:xfrm>
            <a:custGeom>
              <a:avLst/>
              <a:gdLst>
                <a:gd name="csX0" fmla="*/ 31264 w 89246"/>
                <a:gd name="csY0" fmla="*/ 36056 h 45942"/>
                <a:gd name="csX1" fmla="*/ 58442 w 89246"/>
                <a:gd name="csY1" fmla="*/ 45572 h 45942"/>
                <a:gd name="csX2" fmla="*/ 65046 w 89246"/>
                <a:gd name="csY2" fmla="*/ 39840 h 45942"/>
                <a:gd name="csX3" fmla="*/ 66570 w 89246"/>
                <a:gd name="csY3" fmla="*/ 34974 h 45942"/>
                <a:gd name="csX4" fmla="*/ 83144 w 89246"/>
                <a:gd name="csY4" fmla="*/ 26647 h 45942"/>
                <a:gd name="csX5" fmla="*/ 88097 w 89246"/>
                <a:gd name="csY5" fmla="*/ 9238 h 45942"/>
                <a:gd name="csX6" fmla="*/ 77619 w 89246"/>
                <a:gd name="csY6" fmla="*/ 154 h 45942"/>
                <a:gd name="csX7" fmla="*/ 29423 w 89246"/>
                <a:gd name="csY7" fmla="*/ 10210 h 45942"/>
                <a:gd name="csX8" fmla="*/ 8341 w 89246"/>
                <a:gd name="csY8" fmla="*/ 8048 h 45942"/>
                <a:gd name="csX9" fmla="*/ 974 w 89246"/>
                <a:gd name="csY9" fmla="*/ 28378 h 45942"/>
                <a:gd name="csX10" fmla="*/ 14183 w 89246"/>
                <a:gd name="csY10" fmla="*/ 42435 h 45942"/>
                <a:gd name="csX11" fmla="*/ 31200 w 89246"/>
                <a:gd name="csY11" fmla="*/ 36164 h 45942"/>
                <a:gd name="csX12" fmla="*/ 31264 w 89246"/>
                <a:gd name="csY12" fmla="*/ 36056 h 4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9246" h="45942">
                  <a:moveTo>
                    <a:pt x="31264" y="36056"/>
                  </a:moveTo>
                  <a:cubicBezTo>
                    <a:pt x="39329" y="33136"/>
                    <a:pt x="50695" y="48491"/>
                    <a:pt x="58442" y="45572"/>
                  </a:cubicBezTo>
                  <a:cubicBezTo>
                    <a:pt x="59141" y="45247"/>
                    <a:pt x="63459" y="44598"/>
                    <a:pt x="65046" y="39840"/>
                  </a:cubicBezTo>
                  <a:lnTo>
                    <a:pt x="66570" y="34974"/>
                  </a:lnTo>
                  <a:cubicBezTo>
                    <a:pt x="69174" y="27080"/>
                    <a:pt x="79270" y="34109"/>
                    <a:pt x="83144" y="26647"/>
                  </a:cubicBezTo>
                  <a:cubicBezTo>
                    <a:pt x="85875" y="19835"/>
                    <a:pt x="91716" y="13996"/>
                    <a:pt x="88097" y="9238"/>
                  </a:cubicBezTo>
                  <a:cubicBezTo>
                    <a:pt x="85175" y="6101"/>
                    <a:pt x="82572" y="-1144"/>
                    <a:pt x="77619" y="154"/>
                  </a:cubicBezTo>
                  <a:cubicBezTo>
                    <a:pt x="33677" y="11076"/>
                    <a:pt x="33868" y="11508"/>
                    <a:pt x="29423" y="10210"/>
                  </a:cubicBezTo>
                  <a:cubicBezTo>
                    <a:pt x="13992" y="5777"/>
                    <a:pt x="10817" y="3614"/>
                    <a:pt x="8341" y="8048"/>
                  </a:cubicBezTo>
                  <a:cubicBezTo>
                    <a:pt x="1229" y="21025"/>
                    <a:pt x="-1692" y="24269"/>
                    <a:pt x="974" y="28378"/>
                  </a:cubicBezTo>
                  <a:cubicBezTo>
                    <a:pt x="8912" y="40273"/>
                    <a:pt x="10182" y="43841"/>
                    <a:pt x="14183" y="42435"/>
                  </a:cubicBezTo>
                  <a:lnTo>
                    <a:pt x="31200" y="36164"/>
                  </a:lnTo>
                  <a:lnTo>
                    <a:pt x="31264" y="36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A57A6030-5A52-3839-8086-FFC514134B84}"/>
                </a:ext>
              </a:extLst>
            </p:cNvPr>
            <p:cNvSpPr/>
            <p:nvPr/>
          </p:nvSpPr>
          <p:spPr>
            <a:xfrm>
              <a:off x="6987525" y="1269574"/>
              <a:ext cx="30642" cy="15718"/>
            </a:xfrm>
            <a:custGeom>
              <a:avLst/>
              <a:gdLst>
                <a:gd name="csX0" fmla="*/ 22889 w 35338"/>
                <a:gd name="csY0" fmla="*/ 17697 h 18127"/>
                <a:gd name="csX1" fmla="*/ 33747 w 35338"/>
                <a:gd name="csY1" fmla="*/ 6884 h 18127"/>
                <a:gd name="csX2" fmla="*/ 10125 w 35338"/>
                <a:gd name="csY2" fmla="*/ 3315 h 18127"/>
                <a:gd name="csX3" fmla="*/ 4473 w 35338"/>
                <a:gd name="csY3" fmla="*/ 1152 h 18127"/>
                <a:gd name="csX4" fmla="*/ 1489 w 35338"/>
                <a:gd name="csY4" fmla="*/ 9479 h 18127"/>
                <a:gd name="csX5" fmla="*/ 22889 w 35338"/>
                <a:gd name="csY5" fmla="*/ 17697 h 18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338" h="18127">
                  <a:moveTo>
                    <a:pt x="22889" y="17697"/>
                  </a:moveTo>
                  <a:cubicBezTo>
                    <a:pt x="31906" y="10885"/>
                    <a:pt x="38509" y="6884"/>
                    <a:pt x="33747" y="6884"/>
                  </a:cubicBezTo>
                  <a:cubicBezTo>
                    <a:pt x="16221" y="6559"/>
                    <a:pt x="12856" y="7533"/>
                    <a:pt x="10125" y="3315"/>
                  </a:cubicBezTo>
                  <a:cubicBezTo>
                    <a:pt x="9490" y="2775"/>
                    <a:pt x="7521" y="-2200"/>
                    <a:pt x="4473" y="1152"/>
                  </a:cubicBezTo>
                  <a:cubicBezTo>
                    <a:pt x="3521" y="2775"/>
                    <a:pt x="-2829" y="7100"/>
                    <a:pt x="1489" y="9479"/>
                  </a:cubicBezTo>
                  <a:cubicBezTo>
                    <a:pt x="1489" y="9479"/>
                    <a:pt x="19206" y="20401"/>
                    <a:pt x="22889" y="17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516A00F0-416B-73DC-75C0-A70B8D87443C}"/>
                </a:ext>
              </a:extLst>
            </p:cNvPr>
            <p:cNvSpPr/>
            <p:nvPr/>
          </p:nvSpPr>
          <p:spPr>
            <a:xfrm>
              <a:off x="6931128" y="1166165"/>
              <a:ext cx="12011" cy="9518"/>
            </a:xfrm>
            <a:custGeom>
              <a:avLst/>
              <a:gdLst>
                <a:gd name="csX0" fmla="*/ 13823 w 13852"/>
                <a:gd name="csY0" fmla="*/ 3947 h 10977"/>
                <a:gd name="csX1" fmla="*/ 10141 w 13852"/>
                <a:gd name="csY1" fmla="*/ 54 h 10977"/>
                <a:gd name="csX2" fmla="*/ 616 w 13852"/>
                <a:gd name="csY2" fmla="*/ 5028 h 10977"/>
                <a:gd name="csX3" fmla="*/ 8045 w 13852"/>
                <a:gd name="csY3" fmla="*/ 10652 h 10977"/>
                <a:gd name="csX4" fmla="*/ 13823 w 13852"/>
                <a:gd name="csY4" fmla="*/ 3947 h 109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52" h="10977">
                  <a:moveTo>
                    <a:pt x="13823" y="3947"/>
                  </a:moveTo>
                  <a:cubicBezTo>
                    <a:pt x="13506" y="3190"/>
                    <a:pt x="13443" y="-487"/>
                    <a:pt x="10141" y="54"/>
                  </a:cubicBezTo>
                  <a:cubicBezTo>
                    <a:pt x="6649" y="1136"/>
                    <a:pt x="-2432" y="54"/>
                    <a:pt x="616" y="5028"/>
                  </a:cubicBezTo>
                  <a:cubicBezTo>
                    <a:pt x="1568" y="6002"/>
                    <a:pt x="3727" y="12490"/>
                    <a:pt x="8045" y="10652"/>
                  </a:cubicBezTo>
                  <a:cubicBezTo>
                    <a:pt x="8045" y="10652"/>
                    <a:pt x="14332" y="9354"/>
                    <a:pt x="13823" y="394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CA46F5BE-1A94-7794-5282-373F18534995}"/>
                </a:ext>
              </a:extLst>
            </p:cNvPr>
            <p:cNvSpPr/>
            <p:nvPr/>
          </p:nvSpPr>
          <p:spPr>
            <a:xfrm>
              <a:off x="6874513" y="1199048"/>
              <a:ext cx="11139" cy="8296"/>
            </a:xfrm>
            <a:custGeom>
              <a:avLst/>
              <a:gdLst>
                <a:gd name="csX0" fmla="*/ 11679 w 12846"/>
                <a:gd name="csY0" fmla="*/ 4413 h 9568"/>
                <a:gd name="csX1" fmla="*/ 59 w 12846"/>
                <a:gd name="csY1" fmla="*/ 2683 h 9568"/>
                <a:gd name="csX2" fmla="*/ 4314 w 12846"/>
                <a:gd name="csY2" fmla="*/ 9388 h 9568"/>
                <a:gd name="csX3" fmla="*/ 11743 w 12846"/>
                <a:gd name="csY3" fmla="*/ 4413 h 9568"/>
                <a:gd name="csX4" fmla="*/ 11679 w 12846"/>
                <a:gd name="csY4" fmla="*/ 4413 h 9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46" h="9568">
                  <a:moveTo>
                    <a:pt x="11679" y="4413"/>
                  </a:moveTo>
                  <a:cubicBezTo>
                    <a:pt x="7235" y="2899"/>
                    <a:pt x="-766" y="-3589"/>
                    <a:pt x="59" y="2683"/>
                  </a:cubicBezTo>
                  <a:cubicBezTo>
                    <a:pt x="377" y="3548"/>
                    <a:pt x="-4" y="10793"/>
                    <a:pt x="4314" y="9388"/>
                  </a:cubicBezTo>
                  <a:cubicBezTo>
                    <a:pt x="4314" y="9388"/>
                    <a:pt x="16506" y="6684"/>
                    <a:pt x="11743" y="4413"/>
                  </a:cubicBezTo>
                  <a:lnTo>
                    <a:pt x="11679" y="44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BB4B4D4C-DFFE-E638-94C7-91CAE85F3DE1}"/>
                </a:ext>
              </a:extLst>
            </p:cNvPr>
            <p:cNvSpPr/>
            <p:nvPr/>
          </p:nvSpPr>
          <p:spPr>
            <a:xfrm>
              <a:off x="6853586" y="1200941"/>
              <a:ext cx="9525" cy="9154"/>
            </a:xfrm>
            <a:custGeom>
              <a:avLst/>
              <a:gdLst>
                <a:gd name="csX0" fmla="*/ 7747 w 10985"/>
                <a:gd name="csY0" fmla="*/ 2014 h 10557"/>
                <a:gd name="csX1" fmla="*/ 0 w 10985"/>
                <a:gd name="csY1" fmla="*/ 2879 h 10557"/>
                <a:gd name="csX2" fmla="*/ 3238 w 10985"/>
                <a:gd name="csY2" fmla="*/ 8718 h 10557"/>
                <a:gd name="csX3" fmla="*/ 10985 w 10985"/>
                <a:gd name="csY3" fmla="*/ 7637 h 10557"/>
                <a:gd name="csX4" fmla="*/ 7747 w 10985"/>
                <a:gd name="csY4" fmla="*/ 2014 h 1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5" h="10557">
                  <a:moveTo>
                    <a:pt x="7747" y="2014"/>
                  </a:moveTo>
                  <a:cubicBezTo>
                    <a:pt x="6223" y="1689"/>
                    <a:pt x="0" y="-2853"/>
                    <a:pt x="0" y="2879"/>
                  </a:cubicBezTo>
                  <a:cubicBezTo>
                    <a:pt x="190" y="3636"/>
                    <a:pt x="0" y="7420"/>
                    <a:pt x="3238" y="8718"/>
                  </a:cubicBezTo>
                  <a:cubicBezTo>
                    <a:pt x="4763" y="8935"/>
                    <a:pt x="10985" y="13368"/>
                    <a:pt x="10985" y="7637"/>
                  </a:cubicBezTo>
                  <a:cubicBezTo>
                    <a:pt x="10985" y="7637"/>
                    <a:pt x="10985" y="3311"/>
                    <a:pt x="7747" y="20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E0FBA3DE-D04D-37AB-E360-11E64580FD52}"/>
                </a:ext>
              </a:extLst>
            </p:cNvPr>
            <p:cNvSpPr/>
            <p:nvPr/>
          </p:nvSpPr>
          <p:spPr>
            <a:xfrm>
              <a:off x="6975430" y="2030140"/>
              <a:ext cx="64243" cy="51380"/>
            </a:xfrm>
            <a:custGeom>
              <a:avLst/>
              <a:gdLst>
                <a:gd name="csX0" fmla="*/ 60141 w 74089"/>
                <a:gd name="csY0" fmla="*/ 58542 h 59255"/>
                <a:gd name="csX1" fmla="*/ 73667 w 74089"/>
                <a:gd name="csY1" fmla="*/ 48268 h 59255"/>
                <a:gd name="csX2" fmla="*/ 71507 w 74089"/>
                <a:gd name="csY2" fmla="*/ 37130 h 59255"/>
                <a:gd name="csX3" fmla="*/ 17596 w 74089"/>
                <a:gd name="csY3" fmla="*/ 471 h 59255"/>
                <a:gd name="csX4" fmla="*/ 7817 w 74089"/>
                <a:gd name="csY4" fmla="*/ 7609 h 59255"/>
                <a:gd name="csX5" fmla="*/ 5594 w 74089"/>
                <a:gd name="csY5" fmla="*/ 18315 h 59255"/>
                <a:gd name="csX6" fmla="*/ 705 w 74089"/>
                <a:gd name="csY6" fmla="*/ 21014 h 59255"/>
                <a:gd name="csX7" fmla="*/ 14675 w 74089"/>
                <a:gd name="csY7" fmla="*/ 37454 h 59255"/>
                <a:gd name="csX8" fmla="*/ 43123 w 74089"/>
                <a:gd name="csY8" fmla="*/ 51513 h 59255"/>
                <a:gd name="csX9" fmla="*/ 43441 w 74089"/>
                <a:gd name="csY9" fmla="*/ 57240 h 59255"/>
                <a:gd name="csX10" fmla="*/ 60141 w 74089"/>
                <a:gd name="csY10" fmla="*/ 58650 h 59255"/>
                <a:gd name="csX11" fmla="*/ 60141 w 74089"/>
                <a:gd name="csY11" fmla="*/ 58542 h 59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089" h="59255">
                  <a:moveTo>
                    <a:pt x="60141" y="58542"/>
                  </a:moveTo>
                  <a:cubicBezTo>
                    <a:pt x="65983" y="54973"/>
                    <a:pt x="73095" y="54650"/>
                    <a:pt x="73667" y="48268"/>
                  </a:cubicBezTo>
                  <a:cubicBezTo>
                    <a:pt x="73667" y="46318"/>
                    <a:pt x="75508" y="40051"/>
                    <a:pt x="71507" y="37130"/>
                  </a:cubicBezTo>
                  <a:cubicBezTo>
                    <a:pt x="19438" y="-1694"/>
                    <a:pt x="21914" y="-938"/>
                    <a:pt x="17596" y="471"/>
                  </a:cubicBezTo>
                  <a:cubicBezTo>
                    <a:pt x="14357" y="2091"/>
                    <a:pt x="7309" y="1659"/>
                    <a:pt x="7817" y="7609"/>
                  </a:cubicBezTo>
                  <a:cubicBezTo>
                    <a:pt x="7754" y="10314"/>
                    <a:pt x="10357" y="18531"/>
                    <a:pt x="5594" y="18315"/>
                  </a:cubicBezTo>
                  <a:cubicBezTo>
                    <a:pt x="4832" y="18423"/>
                    <a:pt x="-2216" y="16797"/>
                    <a:pt x="705" y="21014"/>
                  </a:cubicBezTo>
                  <a:cubicBezTo>
                    <a:pt x="6674" y="29669"/>
                    <a:pt x="9976" y="35835"/>
                    <a:pt x="14675" y="37454"/>
                  </a:cubicBezTo>
                  <a:cubicBezTo>
                    <a:pt x="42488" y="47296"/>
                    <a:pt x="45854" y="46972"/>
                    <a:pt x="43123" y="51513"/>
                  </a:cubicBezTo>
                  <a:cubicBezTo>
                    <a:pt x="42932" y="52268"/>
                    <a:pt x="39313" y="56377"/>
                    <a:pt x="43441" y="57240"/>
                  </a:cubicBezTo>
                  <a:cubicBezTo>
                    <a:pt x="43441" y="57240"/>
                    <a:pt x="55887" y="60593"/>
                    <a:pt x="60141" y="58650"/>
                  </a:cubicBezTo>
                  <a:lnTo>
                    <a:pt x="60141" y="58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817D11DD-9962-FA43-94E2-E8C570BFF6F6}"/>
                </a:ext>
              </a:extLst>
            </p:cNvPr>
            <p:cNvSpPr/>
            <p:nvPr/>
          </p:nvSpPr>
          <p:spPr>
            <a:xfrm>
              <a:off x="6746468" y="1538505"/>
              <a:ext cx="571338" cy="488129"/>
            </a:xfrm>
            <a:custGeom>
              <a:avLst/>
              <a:gdLst>
                <a:gd name="csX0" fmla="*/ 25746 w 658905"/>
                <a:gd name="csY0" fmla="*/ 483543 h 562943"/>
                <a:gd name="csX1" fmla="*/ 43208 w 658905"/>
                <a:gd name="csY1" fmla="*/ 474348 h 562943"/>
                <a:gd name="csX2" fmla="*/ 51082 w 658905"/>
                <a:gd name="csY2" fmla="*/ 483867 h 562943"/>
                <a:gd name="csX3" fmla="*/ 71783 w 658905"/>
                <a:gd name="csY3" fmla="*/ 485163 h 562943"/>
                <a:gd name="csX4" fmla="*/ 80673 w 658905"/>
                <a:gd name="csY4" fmla="*/ 503546 h 562943"/>
                <a:gd name="csX5" fmla="*/ 98199 w 658905"/>
                <a:gd name="csY5" fmla="*/ 511337 h 562943"/>
                <a:gd name="csX6" fmla="*/ 94834 w 658905"/>
                <a:gd name="csY6" fmla="*/ 519122 h 562943"/>
                <a:gd name="csX7" fmla="*/ 78895 w 658905"/>
                <a:gd name="csY7" fmla="*/ 523878 h 562943"/>
                <a:gd name="csX8" fmla="*/ 80546 w 658905"/>
                <a:gd name="csY8" fmla="*/ 536204 h 562943"/>
                <a:gd name="csX9" fmla="*/ 136362 w 658905"/>
                <a:gd name="csY9" fmla="*/ 555781 h 562943"/>
                <a:gd name="csX10" fmla="*/ 147983 w 658905"/>
                <a:gd name="csY10" fmla="*/ 543989 h 562943"/>
                <a:gd name="csX11" fmla="*/ 192116 w 658905"/>
                <a:gd name="csY11" fmla="*/ 558156 h 562943"/>
                <a:gd name="csX12" fmla="*/ 197513 w 658905"/>
                <a:gd name="csY12" fmla="*/ 552428 h 562943"/>
                <a:gd name="csX13" fmla="*/ 215801 w 658905"/>
                <a:gd name="csY13" fmla="*/ 562702 h 562943"/>
                <a:gd name="csX14" fmla="*/ 220500 w 658905"/>
                <a:gd name="csY14" fmla="*/ 560321 h 562943"/>
                <a:gd name="csX15" fmla="*/ 224818 w 658905"/>
                <a:gd name="csY15" fmla="*/ 539341 h 562943"/>
                <a:gd name="csX16" fmla="*/ 197196 w 658905"/>
                <a:gd name="csY16" fmla="*/ 524742 h 562943"/>
                <a:gd name="csX17" fmla="*/ 168430 w 658905"/>
                <a:gd name="csY17" fmla="*/ 492624 h 562943"/>
                <a:gd name="csX18" fmla="*/ 148618 w 658905"/>
                <a:gd name="csY18" fmla="*/ 451209 h 562943"/>
                <a:gd name="csX19" fmla="*/ 144935 w 658905"/>
                <a:gd name="csY19" fmla="*/ 443640 h 562943"/>
                <a:gd name="csX20" fmla="*/ 151984 w 658905"/>
                <a:gd name="csY20" fmla="*/ 422228 h 562943"/>
                <a:gd name="csX21" fmla="*/ 149126 w 658905"/>
                <a:gd name="csY21" fmla="*/ 408385 h 562943"/>
                <a:gd name="csX22" fmla="*/ 162588 w 658905"/>
                <a:gd name="csY22" fmla="*/ 383734 h 562943"/>
                <a:gd name="csX23" fmla="*/ 153571 w 658905"/>
                <a:gd name="csY23" fmla="*/ 373892 h 562943"/>
                <a:gd name="csX24" fmla="*/ 159223 w 658905"/>
                <a:gd name="csY24" fmla="*/ 368157 h 562943"/>
                <a:gd name="csX25" fmla="*/ 177511 w 658905"/>
                <a:gd name="csY25" fmla="*/ 366754 h 562943"/>
                <a:gd name="csX26" fmla="*/ 185194 w 658905"/>
                <a:gd name="csY26" fmla="*/ 340154 h 562943"/>
                <a:gd name="csX27" fmla="*/ 177066 w 658905"/>
                <a:gd name="csY27" fmla="*/ 328368 h 562943"/>
                <a:gd name="csX28" fmla="*/ 198593 w 658905"/>
                <a:gd name="csY28" fmla="*/ 327714 h 562943"/>
                <a:gd name="csX29" fmla="*/ 218405 w 658905"/>
                <a:gd name="csY29" fmla="*/ 303819 h 562943"/>
                <a:gd name="csX30" fmla="*/ 228501 w 658905"/>
                <a:gd name="csY30" fmla="*/ 294732 h 562943"/>
                <a:gd name="csX31" fmla="*/ 224374 w 658905"/>
                <a:gd name="csY31" fmla="*/ 280896 h 562943"/>
                <a:gd name="csX32" fmla="*/ 236820 w 658905"/>
                <a:gd name="csY32" fmla="*/ 282515 h 562943"/>
                <a:gd name="csX33" fmla="*/ 234343 w 658905"/>
                <a:gd name="csY33" fmla="*/ 268780 h 562943"/>
                <a:gd name="csX34" fmla="*/ 225580 w 658905"/>
                <a:gd name="csY34" fmla="*/ 254835 h 562943"/>
                <a:gd name="csX35" fmla="*/ 234470 w 658905"/>
                <a:gd name="csY35" fmla="*/ 252238 h 562943"/>
                <a:gd name="csX36" fmla="*/ 251996 w 658905"/>
                <a:gd name="csY36" fmla="*/ 262297 h 562943"/>
                <a:gd name="csX37" fmla="*/ 268633 w 658905"/>
                <a:gd name="csY37" fmla="*/ 239583 h 562943"/>
                <a:gd name="csX38" fmla="*/ 266030 w 658905"/>
                <a:gd name="csY38" fmla="*/ 227149 h 562943"/>
                <a:gd name="csX39" fmla="*/ 261711 w 658905"/>
                <a:gd name="csY39" fmla="*/ 217199 h 562943"/>
                <a:gd name="csX40" fmla="*/ 284762 w 658905"/>
                <a:gd name="csY40" fmla="*/ 221961 h 562943"/>
                <a:gd name="csX41" fmla="*/ 292763 w 658905"/>
                <a:gd name="csY41" fmla="*/ 205953 h 562943"/>
                <a:gd name="csX42" fmla="*/ 312131 w 658905"/>
                <a:gd name="csY42" fmla="*/ 211579 h 562943"/>
                <a:gd name="csX43" fmla="*/ 320576 w 658905"/>
                <a:gd name="csY43" fmla="*/ 200873 h 562943"/>
                <a:gd name="csX44" fmla="*/ 334673 w 658905"/>
                <a:gd name="csY44" fmla="*/ 197520 h 562943"/>
                <a:gd name="csX45" fmla="*/ 339880 w 658905"/>
                <a:gd name="csY45" fmla="*/ 181512 h 562943"/>
                <a:gd name="csX46" fmla="*/ 328069 w 658905"/>
                <a:gd name="csY46" fmla="*/ 176216 h 562943"/>
                <a:gd name="csX47" fmla="*/ 341785 w 658905"/>
                <a:gd name="csY47" fmla="*/ 168647 h 562943"/>
                <a:gd name="csX48" fmla="*/ 351437 w 658905"/>
                <a:gd name="csY48" fmla="*/ 169294 h 562943"/>
                <a:gd name="csX49" fmla="*/ 356199 w 658905"/>
                <a:gd name="csY49" fmla="*/ 162157 h 562943"/>
                <a:gd name="csX50" fmla="*/ 376138 w 658905"/>
                <a:gd name="csY50" fmla="*/ 157185 h 562943"/>
                <a:gd name="csX51" fmla="*/ 434368 w 658905"/>
                <a:gd name="csY51" fmla="*/ 124851 h 562943"/>
                <a:gd name="csX52" fmla="*/ 652808 w 658905"/>
                <a:gd name="csY52" fmla="*/ 42991 h 562943"/>
                <a:gd name="csX53" fmla="*/ 657189 w 658905"/>
                <a:gd name="csY53" fmla="*/ 18984 h 562943"/>
                <a:gd name="csX54" fmla="*/ 632107 w 658905"/>
                <a:gd name="csY54" fmla="*/ 60 h 562943"/>
                <a:gd name="csX55" fmla="*/ 587594 w 658905"/>
                <a:gd name="csY55" fmla="*/ 1682 h 562943"/>
                <a:gd name="csX56" fmla="*/ 543144 w 658905"/>
                <a:gd name="csY56" fmla="*/ 24824 h 562943"/>
                <a:gd name="csX57" fmla="*/ 542699 w 658905"/>
                <a:gd name="csY57" fmla="*/ 43748 h 562943"/>
                <a:gd name="csX58" fmla="*/ 520855 w 658905"/>
                <a:gd name="csY58" fmla="*/ 39963 h 562943"/>
                <a:gd name="csX59" fmla="*/ 486121 w 658905"/>
                <a:gd name="csY59" fmla="*/ 54453 h 562943"/>
                <a:gd name="csX60" fmla="*/ 412842 w 658905"/>
                <a:gd name="csY60" fmla="*/ 66888 h 562943"/>
                <a:gd name="csX61" fmla="*/ 409984 w 658905"/>
                <a:gd name="csY61" fmla="*/ 57049 h 562943"/>
                <a:gd name="csX62" fmla="*/ 358612 w 658905"/>
                <a:gd name="csY62" fmla="*/ 65701 h 562943"/>
                <a:gd name="csX63" fmla="*/ 358803 w 658905"/>
                <a:gd name="csY63" fmla="*/ 80731 h 562943"/>
                <a:gd name="csX64" fmla="*/ 342992 w 658905"/>
                <a:gd name="csY64" fmla="*/ 85163 h 562943"/>
                <a:gd name="csX65" fmla="*/ 340388 w 658905"/>
                <a:gd name="csY65" fmla="*/ 73162 h 562943"/>
                <a:gd name="csX66" fmla="*/ 320957 w 658905"/>
                <a:gd name="csY66" fmla="*/ 76407 h 562943"/>
                <a:gd name="csX67" fmla="*/ 325021 w 658905"/>
                <a:gd name="csY67" fmla="*/ 89596 h 562943"/>
                <a:gd name="csX68" fmla="*/ 286159 w 658905"/>
                <a:gd name="csY68" fmla="*/ 96733 h 562943"/>
                <a:gd name="csX69" fmla="*/ 273713 w 658905"/>
                <a:gd name="csY69" fmla="*/ 107007 h 562943"/>
                <a:gd name="csX70" fmla="*/ 252186 w 658905"/>
                <a:gd name="csY70" fmla="*/ 117929 h 562943"/>
                <a:gd name="csX71" fmla="*/ 253837 w 658905"/>
                <a:gd name="csY71" fmla="*/ 123879 h 562943"/>
                <a:gd name="csX72" fmla="*/ 233263 w 658905"/>
                <a:gd name="csY72" fmla="*/ 132852 h 562943"/>
                <a:gd name="csX73" fmla="*/ 241392 w 658905"/>
                <a:gd name="csY73" fmla="*/ 146479 h 562943"/>
                <a:gd name="csX74" fmla="*/ 228501 w 658905"/>
                <a:gd name="csY74" fmla="*/ 148206 h 562943"/>
                <a:gd name="csX75" fmla="*/ 209769 w 658905"/>
                <a:gd name="csY75" fmla="*/ 142478 h 562943"/>
                <a:gd name="csX76" fmla="*/ 200879 w 658905"/>
                <a:gd name="csY76" fmla="*/ 146263 h 562943"/>
                <a:gd name="csX77" fmla="*/ 201133 w 658905"/>
                <a:gd name="csY77" fmla="*/ 151775 h 562943"/>
                <a:gd name="csX78" fmla="*/ 201323 w 658905"/>
                <a:gd name="csY78" fmla="*/ 157401 h 562943"/>
                <a:gd name="csX79" fmla="*/ 190147 w 658905"/>
                <a:gd name="csY79" fmla="*/ 165726 h 562943"/>
                <a:gd name="csX80" fmla="*/ 172621 w 658905"/>
                <a:gd name="csY80" fmla="*/ 159236 h 562943"/>
                <a:gd name="csX81" fmla="*/ 168112 w 658905"/>
                <a:gd name="csY81" fmla="*/ 163351 h 562943"/>
                <a:gd name="csX82" fmla="*/ 167541 w 658905"/>
                <a:gd name="csY82" fmla="*/ 172108 h 562943"/>
                <a:gd name="csX83" fmla="*/ 172240 w 658905"/>
                <a:gd name="csY83" fmla="*/ 175784 h 562943"/>
                <a:gd name="csX84" fmla="*/ 182845 w 658905"/>
                <a:gd name="csY84" fmla="*/ 175460 h 562943"/>
                <a:gd name="csX85" fmla="*/ 190528 w 658905"/>
                <a:gd name="csY85" fmla="*/ 181188 h 562943"/>
                <a:gd name="csX86" fmla="*/ 189449 w 658905"/>
                <a:gd name="csY86" fmla="*/ 184973 h 562943"/>
                <a:gd name="csX87" fmla="*/ 173700 w 658905"/>
                <a:gd name="csY87" fmla="*/ 188325 h 562943"/>
                <a:gd name="csX88" fmla="*/ 167795 w 658905"/>
                <a:gd name="csY88" fmla="*/ 192002 h 562943"/>
                <a:gd name="csX89" fmla="*/ 168748 w 658905"/>
                <a:gd name="csY89" fmla="*/ 195031 h 562943"/>
                <a:gd name="csX90" fmla="*/ 183543 w 658905"/>
                <a:gd name="csY90" fmla="*/ 195895 h 562943"/>
                <a:gd name="csX91" fmla="*/ 185766 w 658905"/>
                <a:gd name="csY91" fmla="*/ 200333 h 562943"/>
                <a:gd name="csX92" fmla="*/ 181321 w 658905"/>
                <a:gd name="csY92" fmla="*/ 204442 h 562943"/>
                <a:gd name="csX93" fmla="*/ 164175 w 658905"/>
                <a:gd name="csY93" fmla="*/ 205737 h 562943"/>
                <a:gd name="csX94" fmla="*/ 158016 w 658905"/>
                <a:gd name="csY94" fmla="*/ 210385 h 562943"/>
                <a:gd name="csX95" fmla="*/ 173066 w 658905"/>
                <a:gd name="csY95" fmla="*/ 222285 h 562943"/>
                <a:gd name="csX96" fmla="*/ 147285 w 658905"/>
                <a:gd name="csY96" fmla="*/ 230934 h 562943"/>
                <a:gd name="csX97" fmla="*/ 144173 w 658905"/>
                <a:gd name="csY97" fmla="*/ 245317 h 562943"/>
                <a:gd name="csX98" fmla="*/ 160111 w 658905"/>
                <a:gd name="csY98" fmla="*/ 257750 h 562943"/>
                <a:gd name="csX99" fmla="*/ 144491 w 658905"/>
                <a:gd name="csY99" fmla="*/ 257642 h 562943"/>
                <a:gd name="csX100" fmla="*/ 129886 w 658905"/>
                <a:gd name="csY100" fmla="*/ 252562 h 562943"/>
                <a:gd name="csX101" fmla="*/ 120361 w 658905"/>
                <a:gd name="csY101" fmla="*/ 265751 h 562943"/>
                <a:gd name="csX102" fmla="*/ 121758 w 658905"/>
                <a:gd name="csY102" fmla="*/ 266621 h 562943"/>
                <a:gd name="csX103" fmla="*/ 105438 w 658905"/>
                <a:gd name="csY103" fmla="*/ 273219 h 562943"/>
                <a:gd name="csX104" fmla="*/ 98834 w 658905"/>
                <a:gd name="csY104" fmla="*/ 279702 h 562943"/>
                <a:gd name="csX105" fmla="*/ 85817 w 658905"/>
                <a:gd name="csY105" fmla="*/ 286515 h 562943"/>
                <a:gd name="csX106" fmla="*/ 95342 w 658905"/>
                <a:gd name="csY106" fmla="*/ 295386 h 562943"/>
                <a:gd name="csX107" fmla="*/ 122011 w 658905"/>
                <a:gd name="csY107" fmla="*/ 288573 h 562943"/>
                <a:gd name="csX108" fmla="*/ 129441 w 658905"/>
                <a:gd name="csY108" fmla="*/ 294840 h 562943"/>
                <a:gd name="csX109" fmla="*/ 102073 w 658905"/>
                <a:gd name="csY109" fmla="*/ 319389 h 562943"/>
                <a:gd name="csX110" fmla="*/ 102517 w 658905"/>
                <a:gd name="csY110" fmla="*/ 329448 h 562943"/>
                <a:gd name="csX111" fmla="*/ 68545 w 658905"/>
                <a:gd name="csY111" fmla="*/ 336261 h 562943"/>
                <a:gd name="csX112" fmla="*/ 64861 w 658905"/>
                <a:gd name="csY112" fmla="*/ 352587 h 562943"/>
                <a:gd name="csX113" fmla="*/ 74768 w 658905"/>
                <a:gd name="csY113" fmla="*/ 363509 h 562943"/>
                <a:gd name="csX114" fmla="*/ 49177 w 658905"/>
                <a:gd name="csY114" fmla="*/ 362322 h 562943"/>
                <a:gd name="csX115" fmla="*/ 39081 w 658905"/>
                <a:gd name="csY115" fmla="*/ 370323 h 562943"/>
                <a:gd name="csX116" fmla="*/ 37430 w 658905"/>
                <a:gd name="csY116" fmla="*/ 375187 h 562943"/>
                <a:gd name="csX117" fmla="*/ 51717 w 658905"/>
                <a:gd name="csY117" fmla="*/ 396815 h 562943"/>
                <a:gd name="csX118" fmla="*/ 30635 w 658905"/>
                <a:gd name="csY118" fmla="*/ 435315 h 562943"/>
                <a:gd name="csX119" fmla="*/ 9871 w 658905"/>
                <a:gd name="csY119" fmla="*/ 432826 h 562943"/>
                <a:gd name="csX120" fmla="*/ 92 w 658905"/>
                <a:gd name="csY120" fmla="*/ 448396 h 562943"/>
                <a:gd name="csX121" fmla="*/ 7394 w 658905"/>
                <a:gd name="csY121" fmla="*/ 481162 h 562943"/>
                <a:gd name="csX122" fmla="*/ 25555 w 658905"/>
                <a:gd name="csY122" fmla="*/ 483327 h 562943"/>
                <a:gd name="csX123" fmla="*/ 25746 w 658905"/>
                <a:gd name="csY123" fmla="*/ 483543 h 56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658905" h="562943">
                  <a:moveTo>
                    <a:pt x="25746" y="483543"/>
                  </a:moveTo>
                  <a:cubicBezTo>
                    <a:pt x="38001" y="473701"/>
                    <a:pt x="40287" y="470672"/>
                    <a:pt x="43208" y="474348"/>
                  </a:cubicBezTo>
                  <a:lnTo>
                    <a:pt x="51082" y="483867"/>
                  </a:lnTo>
                  <a:cubicBezTo>
                    <a:pt x="56607" y="490573"/>
                    <a:pt x="69180" y="476730"/>
                    <a:pt x="71783" y="485163"/>
                  </a:cubicBezTo>
                  <a:cubicBezTo>
                    <a:pt x="75974" y="498466"/>
                    <a:pt x="76419" y="502682"/>
                    <a:pt x="80673" y="503546"/>
                  </a:cubicBezTo>
                  <a:cubicBezTo>
                    <a:pt x="93754" y="506359"/>
                    <a:pt x="98199" y="505927"/>
                    <a:pt x="98199" y="511337"/>
                  </a:cubicBezTo>
                  <a:cubicBezTo>
                    <a:pt x="97945" y="512417"/>
                    <a:pt x="99342" y="518906"/>
                    <a:pt x="94834" y="519122"/>
                  </a:cubicBezTo>
                  <a:cubicBezTo>
                    <a:pt x="87595" y="520310"/>
                    <a:pt x="79911" y="517389"/>
                    <a:pt x="78895" y="523878"/>
                  </a:cubicBezTo>
                  <a:cubicBezTo>
                    <a:pt x="78895" y="527015"/>
                    <a:pt x="75784" y="534585"/>
                    <a:pt x="80546" y="536204"/>
                  </a:cubicBezTo>
                  <a:lnTo>
                    <a:pt x="136362" y="555781"/>
                  </a:lnTo>
                  <a:cubicBezTo>
                    <a:pt x="143284" y="558264"/>
                    <a:pt x="141252" y="541182"/>
                    <a:pt x="147983" y="543989"/>
                  </a:cubicBezTo>
                  <a:cubicBezTo>
                    <a:pt x="188306" y="560753"/>
                    <a:pt x="189322" y="562594"/>
                    <a:pt x="192116" y="558156"/>
                  </a:cubicBezTo>
                  <a:cubicBezTo>
                    <a:pt x="192116" y="558156"/>
                    <a:pt x="197513" y="549723"/>
                    <a:pt x="197513" y="552428"/>
                  </a:cubicBezTo>
                  <a:cubicBezTo>
                    <a:pt x="197513" y="555133"/>
                    <a:pt x="215801" y="562702"/>
                    <a:pt x="215801" y="562702"/>
                  </a:cubicBezTo>
                  <a:cubicBezTo>
                    <a:pt x="217579" y="563458"/>
                    <a:pt x="219612" y="562372"/>
                    <a:pt x="220500" y="560321"/>
                  </a:cubicBezTo>
                  <a:cubicBezTo>
                    <a:pt x="226088" y="545723"/>
                    <a:pt x="229009" y="541290"/>
                    <a:pt x="224818" y="539341"/>
                  </a:cubicBezTo>
                  <a:cubicBezTo>
                    <a:pt x="202593" y="528851"/>
                    <a:pt x="200434" y="528311"/>
                    <a:pt x="197196" y="524742"/>
                  </a:cubicBezTo>
                  <a:cubicBezTo>
                    <a:pt x="171859" y="498034"/>
                    <a:pt x="170589" y="497602"/>
                    <a:pt x="168430" y="492624"/>
                  </a:cubicBezTo>
                  <a:cubicBezTo>
                    <a:pt x="152428" y="455533"/>
                    <a:pt x="152174" y="454022"/>
                    <a:pt x="148618" y="451209"/>
                  </a:cubicBezTo>
                  <a:cubicBezTo>
                    <a:pt x="147983" y="450345"/>
                    <a:pt x="142649" y="448396"/>
                    <a:pt x="144935" y="443640"/>
                  </a:cubicBezTo>
                  <a:cubicBezTo>
                    <a:pt x="151412" y="430229"/>
                    <a:pt x="154143" y="426876"/>
                    <a:pt x="151984" y="422228"/>
                  </a:cubicBezTo>
                  <a:cubicBezTo>
                    <a:pt x="150650" y="418335"/>
                    <a:pt x="145824" y="412931"/>
                    <a:pt x="149126" y="408385"/>
                  </a:cubicBezTo>
                  <a:cubicBezTo>
                    <a:pt x="163096" y="388922"/>
                    <a:pt x="166461" y="386217"/>
                    <a:pt x="162588" y="383734"/>
                  </a:cubicBezTo>
                  <a:cubicBezTo>
                    <a:pt x="159223" y="381029"/>
                    <a:pt x="151412" y="379518"/>
                    <a:pt x="153571" y="373892"/>
                  </a:cubicBezTo>
                  <a:cubicBezTo>
                    <a:pt x="154016" y="373136"/>
                    <a:pt x="155032" y="367618"/>
                    <a:pt x="159223" y="368157"/>
                  </a:cubicBezTo>
                  <a:cubicBezTo>
                    <a:pt x="172558" y="369891"/>
                    <a:pt x="175542" y="371402"/>
                    <a:pt x="177511" y="366754"/>
                  </a:cubicBezTo>
                  <a:cubicBezTo>
                    <a:pt x="186083" y="346967"/>
                    <a:pt x="188750" y="343615"/>
                    <a:pt x="185194" y="340154"/>
                  </a:cubicBezTo>
                  <a:cubicBezTo>
                    <a:pt x="177637" y="332477"/>
                    <a:pt x="172558" y="328476"/>
                    <a:pt x="177066" y="328368"/>
                  </a:cubicBezTo>
                  <a:lnTo>
                    <a:pt x="198593" y="327714"/>
                  </a:lnTo>
                  <a:cubicBezTo>
                    <a:pt x="206276" y="327498"/>
                    <a:pt x="210213" y="307820"/>
                    <a:pt x="218405" y="303819"/>
                  </a:cubicBezTo>
                  <a:cubicBezTo>
                    <a:pt x="222659" y="301114"/>
                    <a:pt x="231105" y="300143"/>
                    <a:pt x="228501" y="294732"/>
                  </a:cubicBezTo>
                  <a:cubicBezTo>
                    <a:pt x="224183" y="285652"/>
                    <a:pt x="220183" y="278946"/>
                    <a:pt x="224374" y="280896"/>
                  </a:cubicBezTo>
                  <a:cubicBezTo>
                    <a:pt x="229454" y="282515"/>
                    <a:pt x="236820" y="288897"/>
                    <a:pt x="236820" y="282515"/>
                  </a:cubicBezTo>
                  <a:cubicBezTo>
                    <a:pt x="236502" y="279486"/>
                    <a:pt x="238026" y="272565"/>
                    <a:pt x="234343" y="268780"/>
                  </a:cubicBezTo>
                  <a:cubicBezTo>
                    <a:pt x="229708" y="263052"/>
                    <a:pt x="221008" y="258512"/>
                    <a:pt x="225580" y="254835"/>
                  </a:cubicBezTo>
                  <a:cubicBezTo>
                    <a:pt x="226850" y="254181"/>
                    <a:pt x="230660" y="249101"/>
                    <a:pt x="234470" y="252238"/>
                  </a:cubicBezTo>
                  <a:cubicBezTo>
                    <a:pt x="246154" y="262189"/>
                    <a:pt x="248758" y="265973"/>
                    <a:pt x="251996" y="262297"/>
                  </a:cubicBezTo>
                  <a:cubicBezTo>
                    <a:pt x="267426" y="245209"/>
                    <a:pt x="268887" y="244561"/>
                    <a:pt x="268633" y="239583"/>
                  </a:cubicBezTo>
                  <a:cubicBezTo>
                    <a:pt x="268316" y="237424"/>
                    <a:pt x="268950" y="231474"/>
                    <a:pt x="266030" y="227149"/>
                  </a:cubicBezTo>
                  <a:cubicBezTo>
                    <a:pt x="262664" y="222285"/>
                    <a:pt x="257267" y="215580"/>
                    <a:pt x="261711" y="217199"/>
                  </a:cubicBezTo>
                  <a:cubicBezTo>
                    <a:pt x="281079" y="224768"/>
                    <a:pt x="283492" y="226825"/>
                    <a:pt x="284762" y="221961"/>
                  </a:cubicBezTo>
                  <a:cubicBezTo>
                    <a:pt x="287683" y="214062"/>
                    <a:pt x="287810" y="203356"/>
                    <a:pt x="292763" y="205953"/>
                  </a:cubicBezTo>
                  <a:cubicBezTo>
                    <a:pt x="306670" y="213090"/>
                    <a:pt x="309908" y="216227"/>
                    <a:pt x="312131" y="211579"/>
                  </a:cubicBezTo>
                  <a:cubicBezTo>
                    <a:pt x="314353" y="208118"/>
                    <a:pt x="315496" y="200873"/>
                    <a:pt x="320576" y="200873"/>
                  </a:cubicBezTo>
                  <a:cubicBezTo>
                    <a:pt x="325466" y="200333"/>
                    <a:pt x="331752" y="202708"/>
                    <a:pt x="334673" y="197520"/>
                  </a:cubicBezTo>
                  <a:cubicBezTo>
                    <a:pt x="338038" y="190167"/>
                    <a:pt x="345277" y="182598"/>
                    <a:pt x="339880" y="181512"/>
                  </a:cubicBezTo>
                  <a:cubicBezTo>
                    <a:pt x="330546" y="179677"/>
                    <a:pt x="324513" y="179353"/>
                    <a:pt x="328069" y="176216"/>
                  </a:cubicBezTo>
                  <a:cubicBezTo>
                    <a:pt x="332959" y="172863"/>
                    <a:pt x="336959" y="166050"/>
                    <a:pt x="341785" y="168647"/>
                  </a:cubicBezTo>
                  <a:cubicBezTo>
                    <a:pt x="344325" y="169402"/>
                    <a:pt x="350167" y="175136"/>
                    <a:pt x="351437" y="169294"/>
                  </a:cubicBezTo>
                  <a:cubicBezTo>
                    <a:pt x="351755" y="168647"/>
                    <a:pt x="351882" y="162697"/>
                    <a:pt x="356199" y="162157"/>
                  </a:cubicBezTo>
                  <a:cubicBezTo>
                    <a:pt x="369281" y="160430"/>
                    <a:pt x="372900" y="160754"/>
                    <a:pt x="376138" y="157185"/>
                  </a:cubicBezTo>
                  <a:cubicBezTo>
                    <a:pt x="398872" y="132636"/>
                    <a:pt x="387823" y="138586"/>
                    <a:pt x="434368" y="124851"/>
                  </a:cubicBezTo>
                  <a:cubicBezTo>
                    <a:pt x="565432" y="85487"/>
                    <a:pt x="645315" y="65377"/>
                    <a:pt x="652808" y="42991"/>
                  </a:cubicBezTo>
                  <a:cubicBezTo>
                    <a:pt x="658396" y="26013"/>
                    <a:pt x="660809" y="22228"/>
                    <a:pt x="657189" y="18984"/>
                  </a:cubicBezTo>
                  <a:cubicBezTo>
                    <a:pt x="637187" y="1466"/>
                    <a:pt x="636425" y="60"/>
                    <a:pt x="632107" y="60"/>
                  </a:cubicBezTo>
                  <a:cubicBezTo>
                    <a:pt x="591848" y="60"/>
                    <a:pt x="591848" y="-480"/>
                    <a:pt x="587594" y="1682"/>
                  </a:cubicBezTo>
                  <a:lnTo>
                    <a:pt x="543144" y="24824"/>
                  </a:lnTo>
                  <a:cubicBezTo>
                    <a:pt x="536412" y="28392"/>
                    <a:pt x="550192" y="45802"/>
                    <a:pt x="542699" y="43748"/>
                  </a:cubicBezTo>
                  <a:cubicBezTo>
                    <a:pt x="528538" y="39855"/>
                    <a:pt x="525173" y="38124"/>
                    <a:pt x="520855" y="39963"/>
                  </a:cubicBezTo>
                  <a:cubicBezTo>
                    <a:pt x="491709" y="52723"/>
                    <a:pt x="490629" y="53480"/>
                    <a:pt x="486121" y="54453"/>
                  </a:cubicBezTo>
                  <a:cubicBezTo>
                    <a:pt x="413794" y="70673"/>
                    <a:pt x="412524" y="72730"/>
                    <a:pt x="412842" y="66888"/>
                  </a:cubicBezTo>
                  <a:cubicBezTo>
                    <a:pt x="412587" y="64729"/>
                    <a:pt x="414874" y="56616"/>
                    <a:pt x="409984" y="57049"/>
                  </a:cubicBezTo>
                  <a:cubicBezTo>
                    <a:pt x="360454" y="61700"/>
                    <a:pt x="357216" y="60074"/>
                    <a:pt x="358612" y="65701"/>
                  </a:cubicBezTo>
                  <a:cubicBezTo>
                    <a:pt x="359248" y="70565"/>
                    <a:pt x="363566" y="78134"/>
                    <a:pt x="358803" y="80731"/>
                  </a:cubicBezTo>
                  <a:cubicBezTo>
                    <a:pt x="346992" y="87005"/>
                    <a:pt x="342674" y="90574"/>
                    <a:pt x="342992" y="85163"/>
                  </a:cubicBezTo>
                  <a:cubicBezTo>
                    <a:pt x="342801" y="81595"/>
                    <a:pt x="345405" y="73162"/>
                    <a:pt x="340388" y="73162"/>
                  </a:cubicBezTo>
                  <a:cubicBezTo>
                    <a:pt x="323878" y="73162"/>
                    <a:pt x="318354" y="71974"/>
                    <a:pt x="320957" y="76407"/>
                  </a:cubicBezTo>
                  <a:cubicBezTo>
                    <a:pt x="323116" y="81163"/>
                    <a:pt x="330355" y="88948"/>
                    <a:pt x="325021" y="89596"/>
                  </a:cubicBezTo>
                  <a:cubicBezTo>
                    <a:pt x="291811" y="94142"/>
                    <a:pt x="290096" y="93596"/>
                    <a:pt x="286159" y="96733"/>
                  </a:cubicBezTo>
                  <a:lnTo>
                    <a:pt x="273713" y="107007"/>
                  </a:lnTo>
                  <a:cubicBezTo>
                    <a:pt x="265522" y="113713"/>
                    <a:pt x="246916" y="112418"/>
                    <a:pt x="252186" y="117929"/>
                  </a:cubicBezTo>
                  <a:cubicBezTo>
                    <a:pt x="252631" y="118685"/>
                    <a:pt x="258156" y="122685"/>
                    <a:pt x="253837" y="123879"/>
                  </a:cubicBezTo>
                  <a:cubicBezTo>
                    <a:pt x="234661" y="129067"/>
                    <a:pt x="230025" y="129175"/>
                    <a:pt x="233263" y="132852"/>
                  </a:cubicBezTo>
                  <a:cubicBezTo>
                    <a:pt x="241074" y="141507"/>
                    <a:pt x="245836" y="145291"/>
                    <a:pt x="241392" y="146479"/>
                  </a:cubicBezTo>
                  <a:cubicBezTo>
                    <a:pt x="236820" y="147774"/>
                    <a:pt x="232629" y="149400"/>
                    <a:pt x="228501" y="148206"/>
                  </a:cubicBezTo>
                  <a:lnTo>
                    <a:pt x="209769" y="142478"/>
                  </a:lnTo>
                  <a:cubicBezTo>
                    <a:pt x="205450" y="141177"/>
                    <a:pt x="200244" y="146587"/>
                    <a:pt x="200879" y="146263"/>
                  </a:cubicBezTo>
                  <a:cubicBezTo>
                    <a:pt x="197958" y="148752"/>
                    <a:pt x="201323" y="152537"/>
                    <a:pt x="201133" y="151775"/>
                  </a:cubicBezTo>
                  <a:cubicBezTo>
                    <a:pt x="202530" y="153292"/>
                    <a:pt x="202593" y="155775"/>
                    <a:pt x="201323" y="157401"/>
                  </a:cubicBezTo>
                  <a:cubicBezTo>
                    <a:pt x="198085" y="160646"/>
                    <a:pt x="194910" y="168539"/>
                    <a:pt x="190147" y="165726"/>
                  </a:cubicBezTo>
                  <a:cubicBezTo>
                    <a:pt x="178590" y="158804"/>
                    <a:pt x="175986" y="156213"/>
                    <a:pt x="172621" y="159236"/>
                  </a:cubicBezTo>
                  <a:lnTo>
                    <a:pt x="168112" y="163351"/>
                  </a:lnTo>
                  <a:cubicBezTo>
                    <a:pt x="164747" y="166373"/>
                    <a:pt x="167668" y="172863"/>
                    <a:pt x="167541" y="172108"/>
                  </a:cubicBezTo>
                  <a:cubicBezTo>
                    <a:pt x="168176" y="174159"/>
                    <a:pt x="170399" y="175784"/>
                    <a:pt x="172240" y="175784"/>
                  </a:cubicBezTo>
                  <a:lnTo>
                    <a:pt x="182845" y="175460"/>
                  </a:lnTo>
                  <a:cubicBezTo>
                    <a:pt x="187162" y="175244"/>
                    <a:pt x="191037" y="181842"/>
                    <a:pt x="190528" y="181188"/>
                  </a:cubicBezTo>
                  <a:cubicBezTo>
                    <a:pt x="191671" y="182814"/>
                    <a:pt x="191163" y="184541"/>
                    <a:pt x="189449" y="184973"/>
                  </a:cubicBezTo>
                  <a:lnTo>
                    <a:pt x="173700" y="188325"/>
                  </a:lnTo>
                  <a:cubicBezTo>
                    <a:pt x="170399" y="189087"/>
                    <a:pt x="167097" y="192542"/>
                    <a:pt x="167795" y="192002"/>
                  </a:cubicBezTo>
                  <a:cubicBezTo>
                    <a:pt x="166461" y="193520"/>
                    <a:pt x="166779" y="194923"/>
                    <a:pt x="168748" y="195031"/>
                  </a:cubicBezTo>
                  <a:lnTo>
                    <a:pt x="183543" y="195895"/>
                  </a:lnTo>
                  <a:cubicBezTo>
                    <a:pt x="187036" y="196111"/>
                    <a:pt x="185829" y="200981"/>
                    <a:pt x="185766" y="200333"/>
                  </a:cubicBezTo>
                  <a:cubicBezTo>
                    <a:pt x="185194" y="202492"/>
                    <a:pt x="183162" y="204334"/>
                    <a:pt x="181321" y="204442"/>
                  </a:cubicBezTo>
                  <a:lnTo>
                    <a:pt x="164175" y="205737"/>
                  </a:lnTo>
                  <a:cubicBezTo>
                    <a:pt x="160302" y="206061"/>
                    <a:pt x="157508" y="211039"/>
                    <a:pt x="158016" y="210385"/>
                  </a:cubicBezTo>
                  <a:cubicBezTo>
                    <a:pt x="153381" y="217739"/>
                    <a:pt x="173066" y="213630"/>
                    <a:pt x="173066" y="222285"/>
                  </a:cubicBezTo>
                  <a:cubicBezTo>
                    <a:pt x="173066" y="231474"/>
                    <a:pt x="151412" y="222285"/>
                    <a:pt x="147285" y="230934"/>
                  </a:cubicBezTo>
                  <a:cubicBezTo>
                    <a:pt x="145570" y="235906"/>
                    <a:pt x="139537" y="242504"/>
                    <a:pt x="144173" y="245317"/>
                  </a:cubicBezTo>
                  <a:cubicBezTo>
                    <a:pt x="158461" y="254181"/>
                    <a:pt x="164874" y="257102"/>
                    <a:pt x="160111" y="257750"/>
                  </a:cubicBezTo>
                  <a:cubicBezTo>
                    <a:pt x="153698" y="258620"/>
                    <a:pt x="148491" y="260131"/>
                    <a:pt x="144491" y="257642"/>
                  </a:cubicBezTo>
                  <a:cubicBezTo>
                    <a:pt x="138966" y="254943"/>
                    <a:pt x="134140" y="248777"/>
                    <a:pt x="129886" y="252562"/>
                  </a:cubicBezTo>
                  <a:cubicBezTo>
                    <a:pt x="124679" y="258182"/>
                    <a:pt x="115408" y="262836"/>
                    <a:pt x="120361" y="265751"/>
                  </a:cubicBezTo>
                  <a:lnTo>
                    <a:pt x="121758" y="266621"/>
                  </a:lnTo>
                  <a:cubicBezTo>
                    <a:pt x="128044" y="270405"/>
                    <a:pt x="111026" y="267700"/>
                    <a:pt x="105438" y="273219"/>
                  </a:cubicBezTo>
                  <a:lnTo>
                    <a:pt x="98834" y="279702"/>
                  </a:lnTo>
                  <a:cubicBezTo>
                    <a:pt x="93436" y="285004"/>
                    <a:pt x="81054" y="281975"/>
                    <a:pt x="85817" y="286515"/>
                  </a:cubicBezTo>
                  <a:lnTo>
                    <a:pt x="95342" y="295386"/>
                  </a:lnTo>
                  <a:cubicBezTo>
                    <a:pt x="101755" y="301222"/>
                    <a:pt x="113884" y="284896"/>
                    <a:pt x="122011" y="288573"/>
                  </a:cubicBezTo>
                  <a:cubicBezTo>
                    <a:pt x="124933" y="290408"/>
                    <a:pt x="134204" y="292573"/>
                    <a:pt x="129441" y="294840"/>
                  </a:cubicBezTo>
                  <a:cubicBezTo>
                    <a:pt x="125758" y="297114"/>
                    <a:pt x="96866" y="305978"/>
                    <a:pt x="102073" y="319389"/>
                  </a:cubicBezTo>
                  <a:cubicBezTo>
                    <a:pt x="102644" y="321879"/>
                    <a:pt x="107407" y="328908"/>
                    <a:pt x="102517" y="329448"/>
                  </a:cubicBezTo>
                  <a:cubicBezTo>
                    <a:pt x="74450" y="332261"/>
                    <a:pt x="70767" y="331283"/>
                    <a:pt x="68545" y="336261"/>
                  </a:cubicBezTo>
                  <a:cubicBezTo>
                    <a:pt x="66386" y="342637"/>
                    <a:pt x="60289" y="349342"/>
                    <a:pt x="64861" y="352587"/>
                  </a:cubicBezTo>
                  <a:cubicBezTo>
                    <a:pt x="68163" y="355508"/>
                    <a:pt x="74450" y="357343"/>
                    <a:pt x="74768" y="363509"/>
                  </a:cubicBezTo>
                  <a:cubicBezTo>
                    <a:pt x="75212" y="372596"/>
                    <a:pt x="57686" y="358213"/>
                    <a:pt x="49177" y="362322"/>
                  </a:cubicBezTo>
                  <a:cubicBezTo>
                    <a:pt x="46447" y="364049"/>
                    <a:pt x="40922" y="364811"/>
                    <a:pt x="39081" y="370323"/>
                  </a:cubicBezTo>
                  <a:lnTo>
                    <a:pt x="37430" y="375187"/>
                  </a:lnTo>
                  <a:cubicBezTo>
                    <a:pt x="34445" y="384274"/>
                    <a:pt x="55527" y="388382"/>
                    <a:pt x="51717" y="396815"/>
                  </a:cubicBezTo>
                  <a:cubicBezTo>
                    <a:pt x="34953" y="434121"/>
                    <a:pt x="35080" y="436610"/>
                    <a:pt x="30635" y="435315"/>
                  </a:cubicBezTo>
                  <a:cubicBezTo>
                    <a:pt x="15395" y="430883"/>
                    <a:pt x="12855" y="429257"/>
                    <a:pt x="9871" y="432826"/>
                  </a:cubicBezTo>
                  <a:cubicBezTo>
                    <a:pt x="2060" y="441582"/>
                    <a:pt x="-543" y="443424"/>
                    <a:pt x="92" y="448396"/>
                  </a:cubicBezTo>
                  <a:cubicBezTo>
                    <a:pt x="3584" y="476298"/>
                    <a:pt x="2949" y="479867"/>
                    <a:pt x="7394" y="481162"/>
                  </a:cubicBezTo>
                  <a:cubicBezTo>
                    <a:pt x="7394" y="481162"/>
                    <a:pt x="21872" y="486248"/>
                    <a:pt x="25555" y="483327"/>
                  </a:cubicBezTo>
                  <a:lnTo>
                    <a:pt x="25746" y="4835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161FBA86-7D49-15C4-E821-5D455CF77E02}"/>
                </a:ext>
              </a:extLst>
            </p:cNvPr>
            <p:cNvSpPr/>
            <p:nvPr/>
          </p:nvSpPr>
          <p:spPr>
            <a:xfrm>
              <a:off x="6773225" y="1967052"/>
              <a:ext cx="29965" cy="25557"/>
            </a:xfrm>
            <a:custGeom>
              <a:avLst/>
              <a:gdLst>
                <a:gd name="csX0" fmla="*/ 222 w 34558"/>
                <a:gd name="csY0" fmla="*/ 6510 h 29474"/>
                <a:gd name="csX1" fmla="*/ 16541 w 34558"/>
                <a:gd name="csY1" fmla="*/ 14619 h 29474"/>
                <a:gd name="csX2" fmla="*/ 30638 w 34558"/>
                <a:gd name="csY2" fmla="*/ 27592 h 29474"/>
                <a:gd name="csX3" fmla="*/ 33115 w 34558"/>
                <a:gd name="csY3" fmla="*/ 9971 h 29474"/>
                <a:gd name="csX4" fmla="*/ 21241 w 34558"/>
                <a:gd name="csY4" fmla="*/ 20 h 29474"/>
                <a:gd name="csX5" fmla="*/ 95 w 34558"/>
                <a:gd name="csY5" fmla="*/ 5964 h 29474"/>
                <a:gd name="csX6" fmla="*/ 95 w 34558"/>
                <a:gd name="csY6" fmla="*/ 6510 h 29474"/>
                <a:gd name="csX7" fmla="*/ 222 w 34558"/>
                <a:gd name="csY7" fmla="*/ 6510 h 29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58" h="29474">
                  <a:moveTo>
                    <a:pt x="222" y="6510"/>
                  </a:moveTo>
                  <a:cubicBezTo>
                    <a:pt x="1429" y="14511"/>
                    <a:pt x="11334" y="7805"/>
                    <a:pt x="16541" y="14619"/>
                  </a:cubicBezTo>
                  <a:cubicBezTo>
                    <a:pt x="26384" y="27484"/>
                    <a:pt x="28987" y="32570"/>
                    <a:pt x="30638" y="27592"/>
                  </a:cubicBezTo>
                  <a:cubicBezTo>
                    <a:pt x="32162" y="21001"/>
                    <a:pt x="36925" y="14511"/>
                    <a:pt x="33115" y="9971"/>
                  </a:cubicBezTo>
                  <a:cubicBezTo>
                    <a:pt x="29304" y="6186"/>
                    <a:pt x="26384" y="-412"/>
                    <a:pt x="21241" y="20"/>
                  </a:cubicBezTo>
                  <a:cubicBezTo>
                    <a:pt x="2889" y="1639"/>
                    <a:pt x="-667" y="776"/>
                    <a:pt x="95" y="5964"/>
                  </a:cubicBezTo>
                  <a:lnTo>
                    <a:pt x="95" y="6510"/>
                  </a:lnTo>
                  <a:lnTo>
                    <a:pt x="222" y="65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8D0A64D6-6E5B-BF58-0F09-E7E38F6429B7}"/>
                </a:ext>
              </a:extLst>
            </p:cNvPr>
            <p:cNvSpPr/>
            <p:nvPr/>
          </p:nvSpPr>
          <p:spPr>
            <a:xfrm>
              <a:off x="5962920" y="2071322"/>
              <a:ext cx="1261720" cy="1454518"/>
            </a:xfrm>
            <a:custGeom>
              <a:avLst/>
              <a:gdLst>
                <a:gd name="csX0" fmla="*/ 1455102 w 1455101"/>
                <a:gd name="csY0" fmla="*/ 174334 h 1677448"/>
                <a:gd name="csX1" fmla="*/ 1445260 w 1455101"/>
                <a:gd name="csY1" fmla="*/ 157036 h 1677448"/>
                <a:gd name="csX2" fmla="*/ 1423924 w 1455101"/>
                <a:gd name="csY2" fmla="*/ 157036 h 1677448"/>
                <a:gd name="csX3" fmla="*/ 1418527 w 1455101"/>
                <a:gd name="csY3" fmla="*/ 133243 h 1677448"/>
                <a:gd name="csX4" fmla="*/ 1432369 w 1455101"/>
                <a:gd name="csY4" fmla="*/ 108801 h 1677448"/>
                <a:gd name="csX5" fmla="*/ 1421447 w 1455101"/>
                <a:gd name="csY5" fmla="*/ 90310 h 1677448"/>
                <a:gd name="csX6" fmla="*/ 1392745 w 1455101"/>
                <a:gd name="csY6" fmla="*/ 85554 h 1677448"/>
                <a:gd name="csX7" fmla="*/ 1400873 w 1455101"/>
                <a:gd name="csY7" fmla="*/ 54846 h 1677448"/>
                <a:gd name="csX8" fmla="*/ 1400873 w 1455101"/>
                <a:gd name="csY8" fmla="*/ 54630 h 1677448"/>
                <a:gd name="csX9" fmla="*/ 1400683 w 1455101"/>
                <a:gd name="csY9" fmla="*/ 52356 h 1677448"/>
                <a:gd name="csX10" fmla="*/ 1399286 w 1455101"/>
                <a:gd name="csY10" fmla="*/ 37002 h 1677448"/>
                <a:gd name="csX11" fmla="*/ 1350645 w 1455101"/>
                <a:gd name="csY11" fmla="*/ 14079 h 1677448"/>
                <a:gd name="csX12" fmla="*/ 1276414 w 1455101"/>
                <a:gd name="csY12" fmla="*/ 3912 h 1677448"/>
                <a:gd name="csX13" fmla="*/ 1267460 w 1455101"/>
                <a:gd name="csY13" fmla="*/ 20 h 1677448"/>
                <a:gd name="csX14" fmla="*/ 1252410 w 1455101"/>
                <a:gd name="csY14" fmla="*/ 5100 h 1677448"/>
                <a:gd name="csX15" fmla="*/ 1248791 w 1455101"/>
                <a:gd name="csY15" fmla="*/ 12993 h 1677448"/>
                <a:gd name="csX16" fmla="*/ 1235964 w 1455101"/>
                <a:gd name="csY16" fmla="*/ 17209 h 1677448"/>
                <a:gd name="csX17" fmla="*/ 1234186 w 1455101"/>
                <a:gd name="csY17" fmla="*/ 26080 h 1677448"/>
                <a:gd name="csX18" fmla="*/ 1244473 w 1455101"/>
                <a:gd name="csY18" fmla="*/ 41974 h 1677448"/>
                <a:gd name="csX19" fmla="*/ 1246759 w 1455101"/>
                <a:gd name="csY19" fmla="*/ 49651 h 1677448"/>
                <a:gd name="csX20" fmla="*/ 1254569 w 1455101"/>
                <a:gd name="csY20" fmla="*/ 55925 h 1677448"/>
                <a:gd name="csX21" fmla="*/ 1257935 w 1455101"/>
                <a:gd name="csY21" fmla="*/ 57544 h 1677448"/>
                <a:gd name="csX22" fmla="*/ 1259077 w 1455101"/>
                <a:gd name="csY22" fmla="*/ 75712 h 1677448"/>
                <a:gd name="csX23" fmla="*/ 1237996 w 1455101"/>
                <a:gd name="csY23" fmla="*/ 90964 h 1677448"/>
                <a:gd name="csX24" fmla="*/ 1217613 w 1455101"/>
                <a:gd name="csY24" fmla="*/ 93231 h 1677448"/>
                <a:gd name="csX25" fmla="*/ 1217613 w 1455101"/>
                <a:gd name="csY25" fmla="*/ 93447 h 1677448"/>
                <a:gd name="csX26" fmla="*/ 1222057 w 1455101"/>
                <a:gd name="csY26" fmla="*/ 107614 h 1677448"/>
                <a:gd name="csX27" fmla="*/ 1218628 w 1455101"/>
                <a:gd name="csY27" fmla="*/ 113672 h 1677448"/>
                <a:gd name="csX28" fmla="*/ 1205864 w 1455101"/>
                <a:gd name="csY28" fmla="*/ 117672 h 1677448"/>
                <a:gd name="csX29" fmla="*/ 1190498 w 1455101"/>
                <a:gd name="csY29" fmla="*/ 108478 h 1677448"/>
                <a:gd name="csX30" fmla="*/ 1195324 w 1455101"/>
                <a:gd name="csY30" fmla="*/ 90748 h 1677448"/>
                <a:gd name="csX31" fmla="*/ 1204214 w 1455101"/>
                <a:gd name="csY31" fmla="*/ 87720 h 1677448"/>
                <a:gd name="csX32" fmla="*/ 1193609 w 1455101"/>
                <a:gd name="csY32" fmla="*/ 72143 h 1677448"/>
                <a:gd name="csX33" fmla="*/ 1197864 w 1455101"/>
                <a:gd name="csY33" fmla="*/ 69984 h 1677448"/>
                <a:gd name="csX34" fmla="*/ 1193164 w 1455101"/>
                <a:gd name="csY34" fmla="*/ 64142 h 1677448"/>
                <a:gd name="csX35" fmla="*/ 1134618 w 1455101"/>
                <a:gd name="csY35" fmla="*/ 84151 h 1677448"/>
                <a:gd name="csX36" fmla="*/ 1123505 w 1455101"/>
                <a:gd name="csY36" fmla="*/ 87504 h 1677448"/>
                <a:gd name="csX37" fmla="*/ 1130617 w 1455101"/>
                <a:gd name="csY37" fmla="*/ 90094 h 1677448"/>
                <a:gd name="csX38" fmla="*/ 1130617 w 1455101"/>
                <a:gd name="csY38" fmla="*/ 96368 h 1677448"/>
                <a:gd name="csX39" fmla="*/ 1121283 w 1455101"/>
                <a:gd name="csY39" fmla="*/ 103182 h 1677448"/>
                <a:gd name="csX40" fmla="*/ 1115060 w 1455101"/>
                <a:gd name="csY40" fmla="*/ 103182 h 1677448"/>
                <a:gd name="csX41" fmla="*/ 1101407 w 1455101"/>
                <a:gd name="csY41" fmla="*/ 96908 h 1677448"/>
                <a:gd name="csX42" fmla="*/ 1093152 w 1455101"/>
                <a:gd name="csY42" fmla="*/ 97994 h 1677448"/>
                <a:gd name="csX43" fmla="*/ 1071435 w 1455101"/>
                <a:gd name="csY43" fmla="*/ 95936 h 1677448"/>
                <a:gd name="csX44" fmla="*/ 1064704 w 1455101"/>
                <a:gd name="csY44" fmla="*/ 100261 h 1677448"/>
                <a:gd name="csX45" fmla="*/ 1056830 w 1455101"/>
                <a:gd name="csY45" fmla="*/ 101124 h 1677448"/>
                <a:gd name="csX46" fmla="*/ 1036447 w 1455101"/>
                <a:gd name="csY46" fmla="*/ 116485 h 1677448"/>
                <a:gd name="csX47" fmla="*/ 1030414 w 1455101"/>
                <a:gd name="csY47" fmla="*/ 133351 h 1677448"/>
                <a:gd name="csX48" fmla="*/ 1022794 w 1455101"/>
                <a:gd name="csY48" fmla="*/ 130430 h 1677448"/>
                <a:gd name="csX49" fmla="*/ 1015111 w 1455101"/>
                <a:gd name="csY49" fmla="*/ 120378 h 1677448"/>
                <a:gd name="csX50" fmla="*/ 999871 w 1455101"/>
                <a:gd name="csY50" fmla="*/ 129026 h 1677448"/>
                <a:gd name="csX51" fmla="*/ 970534 w 1455101"/>
                <a:gd name="csY51" fmla="*/ 129566 h 1677448"/>
                <a:gd name="csX52" fmla="*/ 969010 w 1455101"/>
                <a:gd name="csY52" fmla="*/ 126105 h 1677448"/>
                <a:gd name="csX53" fmla="*/ 977900 w 1455101"/>
                <a:gd name="csY53" fmla="*/ 116263 h 1677448"/>
                <a:gd name="csX54" fmla="*/ 995552 w 1455101"/>
                <a:gd name="csY54" fmla="*/ 113564 h 1677448"/>
                <a:gd name="csX55" fmla="*/ 989584 w 1455101"/>
                <a:gd name="csY55" fmla="*/ 93447 h 1677448"/>
                <a:gd name="csX56" fmla="*/ 1001268 w 1455101"/>
                <a:gd name="csY56" fmla="*/ 75172 h 1677448"/>
                <a:gd name="csX57" fmla="*/ 1023493 w 1455101"/>
                <a:gd name="csY57" fmla="*/ 69552 h 1677448"/>
                <a:gd name="csX58" fmla="*/ 1016190 w 1455101"/>
                <a:gd name="csY58" fmla="*/ 65336 h 1677448"/>
                <a:gd name="csX59" fmla="*/ 989076 w 1455101"/>
                <a:gd name="csY59" fmla="*/ 69660 h 1677448"/>
                <a:gd name="csX60" fmla="*/ 916559 w 1455101"/>
                <a:gd name="csY60" fmla="*/ 105347 h 1677448"/>
                <a:gd name="csX61" fmla="*/ 884491 w 1455101"/>
                <a:gd name="csY61" fmla="*/ 109887 h 1677448"/>
                <a:gd name="csX62" fmla="*/ 852233 w 1455101"/>
                <a:gd name="csY62" fmla="*/ 138329 h 1677448"/>
                <a:gd name="csX63" fmla="*/ 811847 w 1455101"/>
                <a:gd name="csY63" fmla="*/ 157684 h 1677448"/>
                <a:gd name="csX64" fmla="*/ 802450 w 1455101"/>
                <a:gd name="csY64" fmla="*/ 161684 h 1677448"/>
                <a:gd name="csX65" fmla="*/ 797687 w 1455101"/>
                <a:gd name="csY65" fmla="*/ 171311 h 1677448"/>
                <a:gd name="csX66" fmla="*/ 769874 w 1455101"/>
                <a:gd name="csY66" fmla="*/ 180607 h 1677448"/>
                <a:gd name="csX67" fmla="*/ 769239 w 1455101"/>
                <a:gd name="csY67" fmla="*/ 191313 h 1677448"/>
                <a:gd name="csX68" fmla="*/ 766001 w 1455101"/>
                <a:gd name="csY68" fmla="*/ 199207 h 1677448"/>
                <a:gd name="csX69" fmla="*/ 764159 w 1455101"/>
                <a:gd name="csY69" fmla="*/ 212618 h 1677448"/>
                <a:gd name="csX70" fmla="*/ 763905 w 1455101"/>
                <a:gd name="csY70" fmla="*/ 223216 h 1677448"/>
                <a:gd name="csX71" fmla="*/ 760476 w 1455101"/>
                <a:gd name="csY71" fmla="*/ 229921 h 1677448"/>
                <a:gd name="csX72" fmla="*/ 754189 w 1455101"/>
                <a:gd name="csY72" fmla="*/ 231864 h 1677448"/>
                <a:gd name="csX73" fmla="*/ 726122 w 1455101"/>
                <a:gd name="csY73" fmla="*/ 236621 h 1677448"/>
                <a:gd name="csX74" fmla="*/ 715201 w 1455101"/>
                <a:gd name="csY74" fmla="*/ 234030 h 1677448"/>
                <a:gd name="csX75" fmla="*/ 707517 w 1455101"/>
                <a:gd name="csY75" fmla="*/ 236621 h 1677448"/>
                <a:gd name="csX76" fmla="*/ 696468 w 1455101"/>
                <a:gd name="csY76" fmla="*/ 235757 h 1677448"/>
                <a:gd name="csX77" fmla="*/ 679704 w 1455101"/>
                <a:gd name="csY77" fmla="*/ 209913 h 1677448"/>
                <a:gd name="csX78" fmla="*/ 658622 w 1455101"/>
                <a:gd name="csY78" fmla="*/ 195746 h 1677448"/>
                <a:gd name="csX79" fmla="*/ 661415 w 1455101"/>
                <a:gd name="csY79" fmla="*/ 184824 h 1677448"/>
                <a:gd name="csX80" fmla="*/ 673417 w 1455101"/>
                <a:gd name="csY80" fmla="*/ 174441 h 1677448"/>
                <a:gd name="csX81" fmla="*/ 695833 w 1455101"/>
                <a:gd name="csY81" fmla="*/ 163735 h 1677448"/>
                <a:gd name="csX82" fmla="*/ 707327 w 1455101"/>
                <a:gd name="csY82" fmla="*/ 158871 h 1677448"/>
                <a:gd name="csX83" fmla="*/ 724217 w 1455101"/>
                <a:gd name="csY83" fmla="*/ 155303 h 1677448"/>
                <a:gd name="csX84" fmla="*/ 718248 w 1455101"/>
                <a:gd name="csY84" fmla="*/ 138761 h 1677448"/>
                <a:gd name="csX85" fmla="*/ 715772 w 1455101"/>
                <a:gd name="csY85" fmla="*/ 131731 h 1677448"/>
                <a:gd name="csX86" fmla="*/ 701675 w 1455101"/>
                <a:gd name="csY86" fmla="*/ 120486 h 1677448"/>
                <a:gd name="csX87" fmla="*/ 697039 w 1455101"/>
                <a:gd name="csY87" fmla="*/ 115615 h 1677448"/>
                <a:gd name="csX88" fmla="*/ 691705 w 1455101"/>
                <a:gd name="csY88" fmla="*/ 105995 h 1677448"/>
                <a:gd name="csX89" fmla="*/ 667067 w 1455101"/>
                <a:gd name="csY89" fmla="*/ 99073 h 1677448"/>
                <a:gd name="csX90" fmla="*/ 623506 w 1455101"/>
                <a:gd name="csY90" fmla="*/ 101340 h 1677448"/>
                <a:gd name="csX91" fmla="*/ 606679 w 1455101"/>
                <a:gd name="csY91" fmla="*/ 92152 h 1677448"/>
                <a:gd name="csX92" fmla="*/ 598297 w 1455101"/>
                <a:gd name="csY92" fmla="*/ 92152 h 1677448"/>
                <a:gd name="csX93" fmla="*/ 631571 w 1455101"/>
                <a:gd name="csY93" fmla="*/ 127515 h 1677448"/>
                <a:gd name="csX94" fmla="*/ 629031 w 1455101"/>
                <a:gd name="csY94" fmla="*/ 162872 h 1677448"/>
                <a:gd name="csX95" fmla="*/ 621157 w 1455101"/>
                <a:gd name="csY95" fmla="*/ 210668 h 1677448"/>
                <a:gd name="csX96" fmla="*/ 631571 w 1455101"/>
                <a:gd name="csY96" fmla="*/ 214561 h 1677448"/>
                <a:gd name="csX97" fmla="*/ 641286 w 1455101"/>
                <a:gd name="csY97" fmla="*/ 234462 h 1677448"/>
                <a:gd name="csX98" fmla="*/ 638683 w 1455101"/>
                <a:gd name="csY98" fmla="*/ 242031 h 1677448"/>
                <a:gd name="csX99" fmla="*/ 639763 w 1455101"/>
                <a:gd name="csY99" fmla="*/ 245168 h 1677448"/>
                <a:gd name="csX100" fmla="*/ 627888 w 1455101"/>
                <a:gd name="csY100" fmla="*/ 278905 h 1677448"/>
                <a:gd name="csX101" fmla="*/ 630238 w 1455101"/>
                <a:gd name="csY101" fmla="*/ 284525 h 1677448"/>
                <a:gd name="csX102" fmla="*/ 624713 w 1455101"/>
                <a:gd name="csY102" fmla="*/ 288094 h 1677448"/>
                <a:gd name="csX103" fmla="*/ 613918 w 1455101"/>
                <a:gd name="csY103" fmla="*/ 280309 h 1677448"/>
                <a:gd name="csX104" fmla="*/ 605027 w 1455101"/>
                <a:gd name="csY104" fmla="*/ 279553 h 1677448"/>
                <a:gd name="csX105" fmla="*/ 606234 w 1455101"/>
                <a:gd name="csY105" fmla="*/ 271768 h 1677448"/>
                <a:gd name="csX106" fmla="*/ 590740 w 1455101"/>
                <a:gd name="csY106" fmla="*/ 264631 h 1677448"/>
                <a:gd name="csX107" fmla="*/ 581406 w 1455101"/>
                <a:gd name="csY107" fmla="*/ 266688 h 1677448"/>
                <a:gd name="csX108" fmla="*/ 561403 w 1455101"/>
                <a:gd name="csY108" fmla="*/ 259443 h 1677448"/>
                <a:gd name="csX109" fmla="*/ 550926 w 1455101"/>
                <a:gd name="csY109" fmla="*/ 261925 h 1677448"/>
                <a:gd name="csX110" fmla="*/ 527621 w 1455101"/>
                <a:gd name="csY110" fmla="*/ 286151 h 1677448"/>
                <a:gd name="csX111" fmla="*/ 499046 w 1455101"/>
                <a:gd name="csY111" fmla="*/ 296641 h 1677448"/>
                <a:gd name="csX112" fmla="*/ 488252 w 1455101"/>
                <a:gd name="csY112" fmla="*/ 308319 h 1677448"/>
                <a:gd name="csX113" fmla="*/ 464883 w 1455101"/>
                <a:gd name="csY113" fmla="*/ 323349 h 1677448"/>
                <a:gd name="csX114" fmla="*/ 464629 w 1455101"/>
                <a:gd name="csY114" fmla="*/ 337732 h 1677448"/>
                <a:gd name="csX115" fmla="*/ 480314 w 1455101"/>
                <a:gd name="csY115" fmla="*/ 360008 h 1677448"/>
                <a:gd name="csX116" fmla="*/ 485775 w 1455101"/>
                <a:gd name="csY116" fmla="*/ 364332 h 1677448"/>
                <a:gd name="csX117" fmla="*/ 489076 w 1455101"/>
                <a:gd name="csY117" fmla="*/ 376772 h 1677448"/>
                <a:gd name="csX118" fmla="*/ 472630 w 1455101"/>
                <a:gd name="csY118" fmla="*/ 376340 h 1677448"/>
                <a:gd name="csX119" fmla="*/ 462280 w 1455101"/>
                <a:gd name="csY119" fmla="*/ 388233 h 1677448"/>
                <a:gd name="csX120" fmla="*/ 450786 w 1455101"/>
                <a:gd name="csY120" fmla="*/ 387255 h 1677448"/>
                <a:gd name="csX121" fmla="*/ 411797 w 1455101"/>
                <a:gd name="csY121" fmla="*/ 374714 h 1677448"/>
                <a:gd name="csX122" fmla="*/ 406971 w 1455101"/>
                <a:gd name="csY122" fmla="*/ 378499 h 1677448"/>
                <a:gd name="csX123" fmla="*/ 400812 w 1455101"/>
                <a:gd name="csY123" fmla="*/ 377419 h 1677448"/>
                <a:gd name="csX124" fmla="*/ 403606 w 1455101"/>
                <a:gd name="csY124" fmla="*/ 372663 h 1677448"/>
                <a:gd name="csX125" fmla="*/ 405638 w 1455101"/>
                <a:gd name="csY125" fmla="*/ 367253 h 1677448"/>
                <a:gd name="csX126" fmla="*/ 387985 w 1455101"/>
                <a:gd name="csY126" fmla="*/ 359900 h 1677448"/>
                <a:gd name="csX127" fmla="*/ 386270 w 1455101"/>
                <a:gd name="csY127" fmla="*/ 356439 h 1677448"/>
                <a:gd name="csX128" fmla="*/ 369189 w 1455101"/>
                <a:gd name="csY128" fmla="*/ 348762 h 1677448"/>
                <a:gd name="csX129" fmla="*/ 355219 w 1455101"/>
                <a:gd name="csY129" fmla="*/ 352654 h 1677448"/>
                <a:gd name="csX130" fmla="*/ 355219 w 1455101"/>
                <a:gd name="csY130" fmla="*/ 356115 h 1677448"/>
                <a:gd name="csX131" fmla="*/ 344932 w 1455101"/>
                <a:gd name="csY131" fmla="*/ 362821 h 1677448"/>
                <a:gd name="csX132" fmla="*/ 342202 w 1455101"/>
                <a:gd name="csY132" fmla="*/ 365087 h 1677448"/>
                <a:gd name="csX133" fmla="*/ 346583 w 1455101"/>
                <a:gd name="csY133" fmla="*/ 377635 h 1677448"/>
                <a:gd name="csX134" fmla="*/ 354013 w 1455101"/>
                <a:gd name="csY134" fmla="*/ 381960 h 1677448"/>
                <a:gd name="csX135" fmla="*/ 374269 w 1455101"/>
                <a:gd name="csY135" fmla="*/ 400775 h 1677448"/>
                <a:gd name="csX136" fmla="*/ 391160 w 1455101"/>
                <a:gd name="csY136" fmla="*/ 397638 h 1677448"/>
                <a:gd name="csX137" fmla="*/ 398526 w 1455101"/>
                <a:gd name="csY137" fmla="*/ 407804 h 1677448"/>
                <a:gd name="csX138" fmla="*/ 397319 w 1455101"/>
                <a:gd name="csY138" fmla="*/ 415157 h 1677448"/>
                <a:gd name="csX139" fmla="*/ 397954 w 1455101"/>
                <a:gd name="csY139" fmla="*/ 429864 h 1677448"/>
                <a:gd name="csX140" fmla="*/ 382905 w 1455101"/>
                <a:gd name="csY140" fmla="*/ 436785 h 1677448"/>
                <a:gd name="csX141" fmla="*/ 376555 w 1455101"/>
                <a:gd name="csY141" fmla="*/ 440030 h 1677448"/>
                <a:gd name="csX142" fmla="*/ 362712 w 1455101"/>
                <a:gd name="csY142" fmla="*/ 432569 h 1677448"/>
                <a:gd name="csX143" fmla="*/ 336614 w 1455101"/>
                <a:gd name="csY143" fmla="*/ 427375 h 1677448"/>
                <a:gd name="csX144" fmla="*/ 331851 w 1455101"/>
                <a:gd name="csY144" fmla="*/ 416891 h 1677448"/>
                <a:gd name="csX145" fmla="*/ 320357 w 1455101"/>
                <a:gd name="csY145" fmla="*/ 409099 h 1677448"/>
                <a:gd name="csX146" fmla="*/ 316166 w 1455101"/>
                <a:gd name="csY146" fmla="*/ 402724 h 1677448"/>
                <a:gd name="csX147" fmla="*/ 297307 w 1455101"/>
                <a:gd name="csY147" fmla="*/ 404235 h 1677448"/>
                <a:gd name="csX148" fmla="*/ 294577 w 1455101"/>
                <a:gd name="csY148" fmla="*/ 401314 h 1677448"/>
                <a:gd name="csX149" fmla="*/ 282067 w 1455101"/>
                <a:gd name="csY149" fmla="*/ 388557 h 1677448"/>
                <a:gd name="csX150" fmla="*/ 283210 w 1455101"/>
                <a:gd name="csY150" fmla="*/ 381312 h 1677448"/>
                <a:gd name="csX151" fmla="*/ 281305 w 1455101"/>
                <a:gd name="csY151" fmla="*/ 373635 h 1677448"/>
                <a:gd name="csX152" fmla="*/ 281813 w 1455101"/>
                <a:gd name="csY152" fmla="*/ 372549 h 1677448"/>
                <a:gd name="csX153" fmla="*/ 282067 w 1455101"/>
                <a:gd name="csY153" fmla="*/ 366173 h 1677448"/>
                <a:gd name="csX154" fmla="*/ 269049 w 1455101"/>
                <a:gd name="csY154" fmla="*/ 344006 h 1677448"/>
                <a:gd name="csX155" fmla="*/ 263525 w 1455101"/>
                <a:gd name="csY155" fmla="*/ 338379 h 1677448"/>
                <a:gd name="csX156" fmla="*/ 264922 w 1455101"/>
                <a:gd name="csY156" fmla="*/ 331782 h 1677448"/>
                <a:gd name="csX157" fmla="*/ 273939 w 1455101"/>
                <a:gd name="csY157" fmla="*/ 324752 h 1677448"/>
                <a:gd name="csX158" fmla="*/ 276415 w 1455101"/>
                <a:gd name="csY158" fmla="*/ 308534 h 1677448"/>
                <a:gd name="csX159" fmla="*/ 280733 w 1455101"/>
                <a:gd name="csY159" fmla="*/ 311455 h 1677448"/>
                <a:gd name="csX160" fmla="*/ 284099 w 1455101"/>
                <a:gd name="csY160" fmla="*/ 305613 h 1677448"/>
                <a:gd name="csX161" fmla="*/ 272224 w 1455101"/>
                <a:gd name="csY161" fmla="*/ 291123 h 1677448"/>
                <a:gd name="csX162" fmla="*/ 247205 w 1455101"/>
                <a:gd name="csY162" fmla="*/ 274797 h 1677448"/>
                <a:gd name="csX163" fmla="*/ 233045 w 1455101"/>
                <a:gd name="csY163" fmla="*/ 267120 h 1677448"/>
                <a:gd name="csX164" fmla="*/ 231965 w 1455101"/>
                <a:gd name="csY164" fmla="*/ 261386 h 1677448"/>
                <a:gd name="csX165" fmla="*/ 221742 w 1455101"/>
                <a:gd name="csY165" fmla="*/ 258681 h 1677448"/>
                <a:gd name="csX166" fmla="*/ 221869 w 1455101"/>
                <a:gd name="csY166" fmla="*/ 254572 h 1677448"/>
                <a:gd name="csX167" fmla="*/ 221424 w 1455101"/>
                <a:gd name="csY167" fmla="*/ 250464 h 1677448"/>
                <a:gd name="csX168" fmla="*/ 195770 w 1455101"/>
                <a:gd name="csY168" fmla="*/ 235649 h 1677448"/>
                <a:gd name="csX169" fmla="*/ 193484 w 1455101"/>
                <a:gd name="csY169" fmla="*/ 228836 h 1677448"/>
                <a:gd name="csX170" fmla="*/ 188722 w 1455101"/>
                <a:gd name="csY170" fmla="*/ 223324 h 1677448"/>
                <a:gd name="csX171" fmla="*/ 183896 w 1455101"/>
                <a:gd name="csY171" fmla="*/ 215539 h 1677448"/>
                <a:gd name="csX172" fmla="*/ 185927 w 1455101"/>
                <a:gd name="csY172" fmla="*/ 212186 h 1677448"/>
                <a:gd name="csX173" fmla="*/ 203136 w 1455101"/>
                <a:gd name="csY173" fmla="*/ 220079 h 1677448"/>
                <a:gd name="csX174" fmla="*/ 209296 w 1455101"/>
                <a:gd name="csY174" fmla="*/ 230785 h 1677448"/>
                <a:gd name="csX175" fmla="*/ 227584 w 1455101"/>
                <a:gd name="csY175" fmla="*/ 241383 h 1677448"/>
                <a:gd name="csX176" fmla="*/ 231965 w 1455101"/>
                <a:gd name="csY176" fmla="*/ 239002 h 1677448"/>
                <a:gd name="csX177" fmla="*/ 250761 w 1455101"/>
                <a:gd name="csY177" fmla="*/ 245708 h 1677448"/>
                <a:gd name="csX178" fmla="*/ 265176 w 1455101"/>
                <a:gd name="csY178" fmla="*/ 250787 h 1677448"/>
                <a:gd name="csX179" fmla="*/ 265176 w 1455101"/>
                <a:gd name="csY179" fmla="*/ 251111 h 1677448"/>
                <a:gd name="csX180" fmla="*/ 280226 w 1455101"/>
                <a:gd name="csY180" fmla="*/ 252305 h 1677448"/>
                <a:gd name="csX181" fmla="*/ 303402 w 1455101"/>
                <a:gd name="csY181" fmla="*/ 264307 h 1677448"/>
                <a:gd name="csX182" fmla="*/ 365061 w 1455101"/>
                <a:gd name="csY182" fmla="*/ 275337 h 1677448"/>
                <a:gd name="csX183" fmla="*/ 392557 w 1455101"/>
                <a:gd name="csY183" fmla="*/ 285395 h 1677448"/>
                <a:gd name="csX184" fmla="*/ 422973 w 1455101"/>
                <a:gd name="csY184" fmla="*/ 285827 h 1677448"/>
                <a:gd name="csX185" fmla="*/ 470153 w 1455101"/>
                <a:gd name="csY185" fmla="*/ 274797 h 1677448"/>
                <a:gd name="csX186" fmla="*/ 522033 w 1455101"/>
                <a:gd name="csY186" fmla="*/ 227648 h 1677448"/>
                <a:gd name="csX187" fmla="*/ 520953 w 1455101"/>
                <a:gd name="csY187" fmla="*/ 207862 h 1677448"/>
                <a:gd name="csX188" fmla="*/ 514667 w 1455101"/>
                <a:gd name="csY188" fmla="*/ 200286 h 1677448"/>
                <a:gd name="csX189" fmla="*/ 515493 w 1455101"/>
                <a:gd name="csY189" fmla="*/ 196717 h 1677448"/>
                <a:gd name="csX190" fmla="*/ 513334 w 1455101"/>
                <a:gd name="csY190" fmla="*/ 188716 h 1677448"/>
                <a:gd name="csX191" fmla="*/ 508698 w 1455101"/>
                <a:gd name="csY191" fmla="*/ 168822 h 1677448"/>
                <a:gd name="csX192" fmla="*/ 496126 w 1455101"/>
                <a:gd name="csY192" fmla="*/ 159843 h 1677448"/>
                <a:gd name="csX193" fmla="*/ 493458 w 1455101"/>
                <a:gd name="csY193" fmla="*/ 163088 h 1677448"/>
                <a:gd name="csX194" fmla="*/ 490538 w 1455101"/>
                <a:gd name="csY194" fmla="*/ 165469 h 1677448"/>
                <a:gd name="csX195" fmla="*/ 485077 w 1455101"/>
                <a:gd name="csY195" fmla="*/ 162548 h 1677448"/>
                <a:gd name="csX196" fmla="*/ 487616 w 1455101"/>
                <a:gd name="csY196" fmla="*/ 155950 h 1677448"/>
                <a:gd name="csX197" fmla="*/ 477520 w 1455101"/>
                <a:gd name="csY197" fmla="*/ 148489 h 1677448"/>
                <a:gd name="csX198" fmla="*/ 472630 w 1455101"/>
                <a:gd name="csY198" fmla="*/ 143301 h 1677448"/>
                <a:gd name="csX199" fmla="*/ 466027 w 1455101"/>
                <a:gd name="csY199" fmla="*/ 136380 h 1677448"/>
                <a:gd name="csX200" fmla="*/ 466027 w 1455101"/>
                <a:gd name="csY200" fmla="*/ 138107 h 1677448"/>
                <a:gd name="csX201" fmla="*/ 405447 w 1455101"/>
                <a:gd name="csY201" fmla="*/ 108694 h 1677448"/>
                <a:gd name="csX202" fmla="*/ 389064 w 1455101"/>
                <a:gd name="csY202" fmla="*/ 92800 h 1677448"/>
                <a:gd name="csX203" fmla="*/ 332803 w 1455101"/>
                <a:gd name="csY203" fmla="*/ 56897 h 1677448"/>
                <a:gd name="csX204" fmla="*/ 294513 w 1455101"/>
                <a:gd name="csY204" fmla="*/ 48356 h 1677448"/>
                <a:gd name="csX205" fmla="*/ 291655 w 1455101"/>
                <a:gd name="csY205" fmla="*/ 50521 h 1677448"/>
                <a:gd name="csX206" fmla="*/ 268097 w 1455101"/>
                <a:gd name="csY206" fmla="*/ 44463 h 1677448"/>
                <a:gd name="csX207" fmla="*/ 263651 w 1455101"/>
                <a:gd name="csY207" fmla="*/ 37434 h 1677448"/>
                <a:gd name="csX208" fmla="*/ 250253 w 1455101"/>
                <a:gd name="csY208" fmla="*/ 37650 h 1677448"/>
                <a:gd name="csX209" fmla="*/ 231584 w 1455101"/>
                <a:gd name="csY209" fmla="*/ 46191 h 1677448"/>
                <a:gd name="csX210" fmla="*/ 231203 w 1455101"/>
                <a:gd name="csY210" fmla="*/ 47492 h 1677448"/>
                <a:gd name="csX211" fmla="*/ 227838 w 1455101"/>
                <a:gd name="csY211" fmla="*/ 48356 h 1677448"/>
                <a:gd name="csX212" fmla="*/ 226314 w 1455101"/>
                <a:gd name="csY212" fmla="*/ 40679 h 1677448"/>
                <a:gd name="csX213" fmla="*/ 226758 w 1455101"/>
                <a:gd name="csY213" fmla="*/ 32894 h 1677448"/>
                <a:gd name="csX214" fmla="*/ 192341 w 1455101"/>
                <a:gd name="csY214" fmla="*/ 29001 h 1677448"/>
                <a:gd name="csX215" fmla="*/ 184086 w 1455101"/>
                <a:gd name="csY215" fmla="*/ 23051 h 1677448"/>
                <a:gd name="csX216" fmla="*/ 173799 w 1455101"/>
                <a:gd name="csY216" fmla="*/ 17209 h 1677448"/>
                <a:gd name="csX217" fmla="*/ 173482 w 1455101"/>
                <a:gd name="csY217" fmla="*/ 7265 h 1677448"/>
                <a:gd name="csX218" fmla="*/ 163322 w 1455101"/>
                <a:gd name="csY218" fmla="*/ 3588 h 1677448"/>
                <a:gd name="csX219" fmla="*/ 161925 w 1455101"/>
                <a:gd name="csY219" fmla="*/ 13101 h 1677448"/>
                <a:gd name="csX220" fmla="*/ 152400 w 1455101"/>
                <a:gd name="csY220" fmla="*/ 12021 h 1677448"/>
                <a:gd name="csX221" fmla="*/ 140398 w 1455101"/>
                <a:gd name="csY221" fmla="*/ 4344 h 1677448"/>
                <a:gd name="csX222" fmla="*/ 131190 w 1455101"/>
                <a:gd name="csY222" fmla="*/ 2718 h 1677448"/>
                <a:gd name="csX223" fmla="*/ 128460 w 1455101"/>
                <a:gd name="csY223" fmla="*/ 32462 h 1677448"/>
                <a:gd name="csX224" fmla="*/ 107061 w 1455101"/>
                <a:gd name="csY224" fmla="*/ 30728 h 1677448"/>
                <a:gd name="csX225" fmla="*/ 70993 w 1455101"/>
                <a:gd name="csY225" fmla="*/ 75280 h 1677448"/>
                <a:gd name="csX226" fmla="*/ 59055 w 1455101"/>
                <a:gd name="csY226" fmla="*/ 67927 h 1677448"/>
                <a:gd name="csX227" fmla="*/ 41973 w 1455101"/>
                <a:gd name="csY227" fmla="*/ 85446 h 1677448"/>
                <a:gd name="csX228" fmla="*/ 52260 w 1455101"/>
                <a:gd name="csY228" fmla="*/ 96476 h 1677448"/>
                <a:gd name="csX229" fmla="*/ 40005 w 1455101"/>
                <a:gd name="csY229" fmla="*/ 112700 h 1677448"/>
                <a:gd name="csX230" fmla="*/ 49974 w 1455101"/>
                <a:gd name="csY230" fmla="*/ 138215 h 1677448"/>
                <a:gd name="csX231" fmla="*/ 76073 w 1455101"/>
                <a:gd name="csY231" fmla="*/ 146438 h 1677448"/>
                <a:gd name="csX232" fmla="*/ 82359 w 1455101"/>
                <a:gd name="csY232" fmla="*/ 162440 h 1677448"/>
                <a:gd name="csX233" fmla="*/ 99251 w 1455101"/>
                <a:gd name="csY233" fmla="*/ 175095 h 1677448"/>
                <a:gd name="csX234" fmla="*/ 94234 w 1455101"/>
                <a:gd name="csY234" fmla="*/ 193587 h 1677448"/>
                <a:gd name="csX235" fmla="*/ 62674 w 1455101"/>
                <a:gd name="csY235" fmla="*/ 236189 h 1677448"/>
                <a:gd name="csX236" fmla="*/ 104775 w 1455101"/>
                <a:gd name="csY236" fmla="*/ 318809 h 1677448"/>
                <a:gd name="csX237" fmla="*/ 85153 w 1455101"/>
                <a:gd name="csY237" fmla="*/ 324213 h 1677448"/>
                <a:gd name="csX238" fmla="*/ 91249 w 1455101"/>
                <a:gd name="csY238" fmla="*/ 350597 h 1677448"/>
                <a:gd name="csX239" fmla="*/ 81407 w 1455101"/>
                <a:gd name="csY239" fmla="*/ 359036 h 1677448"/>
                <a:gd name="csX240" fmla="*/ 86233 w 1455101"/>
                <a:gd name="csY240" fmla="*/ 372009 h 1677448"/>
                <a:gd name="csX241" fmla="*/ 101726 w 1455101"/>
                <a:gd name="csY241" fmla="*/ 375794 h 1677448"/>
                <a:gd name="csX242" fmla="*/ 106616 w 1455101"/>
                <a:gd name="csY242" fmla="*/ 391586 h 1677448"/>
                <a:gd name="csX243" fmla="*/ 97155 w 1455101"/>
                <a:gd name="csY243" fmla="*/ 396990 h 1677448"/>
                <a:gd name="csX244" fmla="*/ 102615 w 1455101"/>
                <a:gd name="csY244" fmla="*/ 409430 h 1677448"/>
                <a:gd name="csX245" fmla="*/ 116014 w 1455101"/>
                <a:gd name="csY245" fmla="*/ 412668 h 1677448"/>
                <a:gd name="csX246" fmla="*/ 122936 w 1455101"/>
                <a:gd name="csY246" fmla="*/ 430512 h 1677448"/>
                <a:gd name="csX247" fmla="*/ 97727 w 1455101"/>
                <a:gd name="csY247" fmla="*/ 451060 h 1677448"/>
                <a:gd name="csX248" fmla="*/ 156527 w 1455101"/>
                <a:gd name="csY248" fmla="*/ 497885 h 1677448"/>
                <a:gd name="csX249" fmla="*/ 144145 w 1455101"/>
                <a:gd name="csY249" fmla="*/ 527838 h 1677448"/>
                <a:gd name="csX250" fmla="*/ 80327 w 1455101"/>
                <a:gd name="csY250" fmla="*/ 591852 h 1677448"/>
                <a:gd name="csX251" fmla="*/ 21527 w 1455101"/>
                <a:gd name="csY251" fmla="*/ 645059 h 1677448"/>
                <a:gd name="csX252" fmla="*/ 47498 w 1455101"/>
                <a:gd name="csY252" fmla="*/ 636518 h 1677448"/>
                <a:gd name="csX253" fmla="*/ 47498 w 1455101"/>
                <a:gd name="csY253" fmla="*/ 640951 h 1677448"/>
                <a:gd name="csX254" fmla="*/ 44894 w 1455101"/>
                <a:gd name="csY254" fmla="*/ 648736 h 1677448"/>
                <a:gd name="csX255" fmla="*/ 65341 w 1455101"/>
                <a:gd name="csY255" fmla="*/ 665716 h 1677448"/>
                <a:gd name="csX256" fmla="*/ 81152 w 1455101"/>
                <a:gd name="csY256" fmla="*/ 664306 h 1677448"/>
                <a:gd name="csX257" fmla="*/ 93916 w 1455101"/>
                <a:gd name="csY257" fmla="*/ 665823 h 1677448"/>
                <a:gd name="csX258" fmla="*/ 98678 w 1455101"/>
                <a:gd name="csY258" fmla="*/ 672955 h 1677448"/>
                <a:gd name="csX259" fmla="*/ 104013 w 1455101"/>
                <a:gd name="csY259" fmla="*/ 677717 h 1677448"/>
                <a:gd name="csX260" fmla="*/ 105601 w 1455101"/>
                <a:gd name="csY260" fmla="*/ 684315 h 1677448"/>
                <a:gd name="csX261" fmla="*/ 101282 w 1455101"/>
                <a:gd name="csY261" fmla="*/ 686906 h 1677448"/>
                <a:gd name="csX262" fmla="*/ 70865 w 1455101"/>
                <a:gd name="csY262" fmla="*/ 677285 h 1677448"/>
                <a:gd name="csX263" fmla="*/ 65595 w 1455101"/>
                <a:gd name="csY263" fmla="*/ 677501 h 1677448"/>
                <a:gd name="csX264" fmla="*/ 63500 w 1455101"/>
                <a:gd name="csY264" fmla="*/ 683445 h 1677448"/>
                <a:gd name="csX265" fmla="*/ 61023 w 1455101"/>
                <a:gd name="csY265" fmla="*/ 688315 h 1677448"/>
                <a:gd name="csX266" fmla="*/ 54737 w 1455101"/>
                <a:gd name="csY266" fmla="*/ 690690 h 1677448"/>
                <a:gd name="csX267" fmla="*/ 41021 w 1455101"/>
                <a:gd name="csY267" fmla="*/ 690150 h 1677448"/>
                <a:gd name="csX268" fmla="*/ 36258 w 1455101"/>
                <a:gd name="csY268" fmla="*/ 697504 h 1677448"/>
                <a:gd name="csX269" fmla="*/ 31242 w 1455101"/>
                <a:gd name="csY269" fmla="*/ 693827 h 1677448"/>
                <a:gd name="csX270" fmla="*/ 30861 w 1455101"/>
                <a:gd name="csY270" fmla="*/ 692424 h 1677448"/>
                <a:gd name="csX271" fmla="*/ 24638 w 1455101"/>
                <a:gd name="csY271" fmla="*/ 699129 h 1677448"/>
                <a:gd name="csX272" fmla="*/ 26098 w 1455101"/>
                <a:gd name="csY272" fmla="*/ 705943 h 1677448"/>
                <a:gd name="csX273" fmla="*/ 21717 w 1455101"/>
                <a:gd name="csY273" fmla="*/ 714052 h 1677448"/>
                <a:gd name="csX274" fmla="*/ 4445 w 1455101"/>
                <a:gd name="csY274" fmla="*/ 787369 h 1677448"/>
                <a:gd name="csX275" fmla="*/ 21082 w 1455101"/>
                <a:gd name="csY275" fmla="*/ 812020 h 1677448"/>
                <a:gd name="csX276" fmla="*/ 0 w 1455101"/>
                <a:gd name="csY276" fmla="*/ 835057 h 1677448"/>
                <a:gd name="csX277" fmla="*/ 17716 w 1455101"/>
                <a:gd name="csY277" fmla="*/ 845763 h 1677448"/>
                <a:gd name="csX278" fmla="*/ 10287 w 1455101"/>
                <a:gd name="csY278" fmla="*/ 870090 h 1677448"/>
                <a:gd name="csX279" fmla="*/ 30289 w 1455101"/>
                <a:gd name="csY279" fmla="*/ 895287 h 1677448"/>
                <a:gd name="csX280" fmla="*/ 28575 w 1455101"/>
                <a:gd name="csY280" fmla="*/ 912051 h 1677448"/>
                <a:gd name="csX281" fmla="*/ 51815 w 1455101"/>
                <a:gd name="csY281" fmla="*/ 924484 h 1677448"/>
                <a:gd name="csX282" fmla="*/ 73596 w 1455101"/>
                <a:gd name="csY282" fmla="*/ 920700 h 1677448"/>
                <a:gd name="csX283" fmla="*/ 76517 w 1455101"/>
                <a:gd name="csY283" fmla="*/ 937464 h 1677448"/>
                <a:gd name="csX284" fmla="*/ 108203 w 1455101"/>
                <a:gd name="csY284" fmla="*/ 929355 h 1677448"/>
                <a:gd name="csX285" fmla="*/ 133540 w 1455101"/>
                <a:gd name="csY285" fmla="*/ 946113 h 1677448"/>
                <a:gd name="csX286" fmla="*/ 127571 w 1455101"/>
                <a:gd name="csY286" fmla="*/ 961791 h 1677448"/>
                <a:gd name="csX287" fmla="*/ 136017 w 1455101"/>
                <a:gd name="csY287" fmla="*/ 972605 h 1677448"/>
                <a:gd name="csX288" fmla="*/ 129857 w 1455101"/>
                <a:gd name="csY288" fmla="*/ 986340 h 1677448"/>
                <a:gd name="csX289" fmla="*/ 141795 w 1455101"/>
                <a:gd name="csY289" fmla="*/ 996182 h 1677448"/>
                <a:gd name="csX290" fmla="*/ 138302 w 1455101"/>
                <a:gd name="csY290" fmla="*/ 1007428 h 1677448"/>
                <a:gd name="csX291" fmla="*/ 167005 w 1455101"/>
                <a:gd name="csY291" fmla="*/ 1031107 h 1677448"/>
                <a:gd name="csX292" fmla="*/ 163195 w 1455101"/>
                <a:gd name="csY292" fmla="*/ 1045706 h 1677448"/>
                <a:gd name="csX293" fmla="*/ 190055 w 1455101"/>
                <a:gd name="csY293" fmla="*/ 1050361 h 1677448"/>
                <a:gd name="csX294" fmla="*/ 199707 w 1455101"/>
                <a:gd name="csY294" fmla="*/ 1071658 h 1677448"/>
                <a:gd name="csX295" fmla="*/ 178815 w 1455101"/>
                <a:gd name="csY295" fmla="*/ 1085717 h 1677448"/>
                <a:gd name="csX296" fmla="*/ 154114 w 1455101"/>
                <a:gd name="csY296" fmla="*/ 1077500 h 1677448"/>
                <a:gd name="csX297" fmla="*/ 146114 w 1455101"/>
                <a:gd name="csY297" fmla="*/ 1088314 h 1677448"/>
                <a:gd name="csX298" fmla="*/ 156845 w 1455101"/>
                <a:gd name="csY298" fmla="*/ 1102049 h 1677448"/>
                <a:gd name="csX299" fmla="*/ 162433 w 1455101"/>
                <a:gd name="csY299" fmla="*/ 1139464 h 1677448"/>
                <a:gd name="csX300" fmla="*/ 182563 w 1455101"/>
                <a:gd name="csY300" fmla="*/ 1141299 h 1677448"/>
                <a:gd name="csX301" fmla="*/ 187451 w 1455101"/>
                <a:gd name="csY301" fmla="*/ 1127894 h 1677448"/>
                <a:gd name="csX302" fmla="*/ 209296 w 1455101"/>
                <a:gd name="csY302" fmla="*/ 1131571 h 1677448"/>
                <a:gd name="csX303" fmla="*/ 220472 w 1455101"/>
                <a:gd name="csY303" fmla="*/ 1123893 h 1677448"/>
                <a:gd name="csX304" fmla="*/ 241998 w 1455101"/>
                <a:gd name="csY304" fmla="*/ 1125944 h 1677448"/>
                <a:gd name="csX305" fmla="*/ 263525 w 1455101"/>
                <a:gd name="csY305" fmla="*/ 1158818 h 1677448"/>
                <a:gd name="csX306" fmla="*/ 250889 w 1455101"/>
                <a:gd name="csY306" fmla="*/ 1163689 h 1677448"/>
                <a:gd name="csX307" fmla="*/ 256413 w 1455101"/>
                <a:gd name="csY307" fmla="*/ 1187152 h 1677448"/>
                <a:gd name="csX308" fmla="*/ 289814 w 1455101"/>
                <a:gd name="csY308" fmla="*/ 1188771 h 1677448"/>
                <a:gd name="csX309" fmla="*/ 302514 w 1455101"/>
                <a:gd name="csY309" fmla="*/ 1212133 h 1677448"/>
                <a:gd name="csX310" fmla="*/ 298196 w 1455101"/>
                <a:gd name="csY310" fmla="*/ 1222293 h 1677448"/>
                <a:gd name="csX311" fmla="*/ 309752 w 1455101"/>
                <a:gd name="csY311" fmla="*/ 1236784 h 1677448"/>
                <a:gd name="csX312" fmla="*/ 323850 w 1455101"/>
                <a:gd name="csY312" fmla="*/ 1230085 h 1677448"/>
                <a:gd name="csX313" fmla="*/ 346456 w 1455101"/>
                <a:gd name="csY313" fmla="*/ 1242302 h 1677448"/>
                <a:gd name="csX314" fmla="*/ 354330 w 1455101"/>
                <a:gd name="csY314" fmla="*/ 1235272 h 1677448"/>
                <a:gd name="csX315" fmla="*/ 375221 w 1455101"/>
                <a:gd name="csY315" fmla="*/ 1229761 h 1677448"/>
                <a:gd name="csX316" fmla="*/ 397890 w 1455101"/>
                <a:gd name="csY316" fmla="*/ 1257548 h 1677448"/>
                <a:gd name="csX317" fmla="*/ 407924 w 1455101"/>
                <a:gd name="csY317" fmla="*/ 1249331 h 1677448"/>
                <a:gd name="csX318" fmla="*/ 431419 w 1455101"/>
                <a:gd name="csY318" fmla="*/ 1262412 h 1677448"/>
                <a:gd name="csX319" fmla="*/ 444309 w 1455101"/>
                <a:gd name="csY319" fmla="*/ 1261765 h 1677448"/>
                <a:gd name="csX320" fmla="*/ 464185 w 1455101"/>
                <a:gd name="csY320" fmla="*/ 1275824 h 1677448"/>
                <a:gd name="csX321" fmla="*/ 476758 w 1455101"/>
                <a:gd name="csY321" fmla="*/ 1275068 h 1677448"/>
                <a:gd name="csX322" fmla="*/ 478091 w 1455101"/>
                <a:gd name="csY322" fmla="*/ 1293667 h 1677448"/>
                <a:gd name="csX323" fmla="*/ 460946 w 1455101"/>
                <a:gd name="csY323" fmla="*/ 1303833 h 1677448"/>
                <a:gd name="csX324" fmla="*/ 463867 w 1455101"/>
                <a:gd name="csY324" fmla="*/ 1310101 h 1677448"/>
                <a:gd name="csX325" fmla="*/ 474154 w 1455101"/>
                <a:gd name="csY325" fmla="*/ 1314324 h 1677448"/>
                <a:gd name="csX326" fmla="*/ 459677 w 1455101"/>
                <a:gd name="csY326" fmla="*/ 1327621 h 1677448"/>
                <a:gd name="csX327" fmla="*/ 471551 w 1455101"/>
                <a:gd name="csY327" fmla="*/ 1345896 h 1677448"/>
                <a:gd name="csX328" fmla="*/ 462914 w 1455101"/>
                <a:gd name="csY328" fmla="*/ 1367308 h 1677448"/>
                <a:gd name="csX329" fmla="*/ 427863 w 1455101"/>
                <a:gd name="csY329" fmla="*/ 1366660 h 1677448"/>
                <a:gd name="csX330" fmla="*/ 423608 w 1455101"/>
                <a:gd name="csY330" fmla="*/ 1376827 h 1677448"/>
                <a:gd name="csX331" fmla="*/ 409130 w 1455101"/>
                <a:gd name="csY331" fmla="*/ 1379964 h 1677448"/>
                <a:gd name="csX332" fmla="*/ 404685 w 1455101"/>
                <a:gd name="csY332" fmla="*/ 1401477 h 1677448"/>
                <a:gd name="csX333" fmla="*/ 432943 w 1455101"/>
                <a:gd name="csY333" fmla="*/ 1396289 h 1677448"/>
                <a:gd name="csX334" fmla="*/ 446214 w 1455101"/>
                <a:gd name="csY334" fmla="*/ 1396937 h 1677448"/>
                <a:gd name="csX335" fmla="*/ 444309 w 1455101"/>
                <a:gd name="csY335" fmla="*/ 1406024 h 1677448"/>
                <a:gd name="csX336" fmla="*/ 441134 w 1455101"/>
                <a:gd name="csY336" fmla="*/ 1406024 h 1677448"/>
                <a:gd name="csX337" fmla="*/ 432689 w 1455101"/>
                <a:gd name="csY337" fmla="*/ 1410672 h 1677448"/>
                <a:gd name="csX338" fmla="*/ 419862 w 1455101"/>
                <a:gd name="csY338" fmla="*/ 1413269 h 1677448"/>
                <a:gd name="csX339" fmla="*/ 416496 w 1455101"/>
                <a:gd name="csY339" fmla="*/ 1420191 h 1677448"/>
                <a:gd name="csX340" fmla="*/ 418020 w 1455101"/>
                <a:gd name="csY340" fmla="*/ 1420731 h 1677448"/>
                <a:gd name="csX341" fmla="*/ 412876 w 1455101"/>
                <a:gd name="csY341" fmla="*/ 1429055 h 1677448"/>
                <a:gd name="csX342" fmla="*/ 390589 w 1455101"/>
                <a:gd name="csY342" fmla="*/ 1427322 h 1677448"/>
                <a:gd name="csX343" fmla="*/ 398843 w 1455101"/>
                <a:gd name="csY343" fmla="*/ 1438790 h 1677448"/>
                <a:gd name="csX344" fmla="*/ 403161 w 1455101"/>
                <a:gd name="csY344" fmla="*/ 1438898 h 1677448"/>
                <a:gd name="csX345" fmla="*/ 416814 w 1455101"/>
                <a:gd name="csY345" fmla="*/ 1448950 h 1677448"/>
                <a:gd name="csX346" fmla="*/ 418973 w 1455101"/>
                <a:gd name="csY346" fmla="*/ 1455656 h 1677448"/>
                <a:gd name="csX347" fmla="*/ 415607 w 1455101"/>
                <a:gd name="csY347" fmla="*/ 1457389 h 1677448"/>
                <a:gd name="csX348" fmla="*/ 408877 w 1455101"/>
                <a:gd name="csY348" fmla="*/ 1453712 h 1677448"/>
                <a:gd name="csX349" fmla="*/ 399605 w 1455101"/>
                <a:gd name="csY349" fmla="*/ 1454684 h 1677448"/>
                <a:gd name="csX350" fmla="*/ 393319 w 1455101"/>
                <a:gd name="csY350" fmla="*/ 1465606 h 1677448"/>
                <a:gd name="csX351" fmla="*/ 387667 w 1455101"/>
                <a:gd name="csY351" fmla="*/ 1470902 h 1677448"/>
                <a:gd name="csX352" fmla="*/ 378460 w 1455101"/>
                <a:gd name="csY352" fmla="*/ 1485609 h 1677448"/>
                <a:gd name="csX353" fmla="*/ 365951 w 1455101"/>
                <a:gd name="csY353" fmla="*/ 1486263 h 1677448"/>
                <a:gd name="csX354" fmla="*/ 357060 w 1455101"/>
                <a:gd name="csY354" fmla="*/ 1483018 h 1677448"/>
                <a:gd name="csX355" fmla="*/ 356298 w 1455101"/>
                <a:gd name="csY355" fmla="*/ 1488098 h 1677448"/>
                <a:gd name="csX356" fmla="*/ 356870 w 1455101"/>
                <a:gd name="csY356" fmla="*/ 1488314 h 1677448"/>
                <a:gd name="csX357" fmla="*/ 347663 w 1455101"/>
                <a:gd name="csY357" fmla="*/ 1496207 h 1677448"/>
                <a:gd name="csX358" fmla="*/ 362267 w 1455101"/>
                <a:gd name="csY358" fmla="*/ 1495775 h 1677448"/>
                <a:gd name="csX359" fmla="*/ 365823 w 1455101"/>
                <a:gd name="csY359" fmla="*/ 1498696 h 1677448"/>
                <a:gd name="csX360" fmla="*/ 373316 w 1455101"/>
                <a:gd name="csY360" fmla="*/ 1507561 h 1677448"/>
                <a:gd name="csX361" fmla="*/ 381064 w 1455101"/>
                <a:gd name="csY361" fmla="*/ 1517403 h 1677448"/>
                <a:gd name="csX362" fmla="*/ 390715 w 1455101"/>
                <a:gd name="csY362" fmla="*/ 1516324 h 1677448"/>
                <a:gd name="csX363" fmla="*/ 400685 w 1455101"/>
                <a:gd name="csY363" fmla="*/ 1524648 h 1677448"/>
                <a:gd name="csX364" fmla="*/ 410210 w 1455101"/>
                <a:gd name="csY364" fmla="*/ 1530382 h 1677448"/>
                <a:gd name="csX365" fmla="*/ 430657 w 1455101"/>
                <a:gd name="csY365" fmla="*/ 1537304 h 1677448"/>
                <a:gd name="csX366" fmla="*/ 467677 w 1455101"/>
                <a:gd name="csY366" fmla="*/ 1572553 h 1677448"/>
                <a:gd name="csX367" fmla="*/ 474599 w 1455101"/>
                <a:gd name="csY367" fmla="*/ 1576553 h 1677448"/>
                <a:gd name="csX368" fmla="*/ 483235 w 1455101"/>
                <a:gd name="csY368" fmla="*/ 1567041 h 1677448"/>
                <a:gd name="csX369" fmla="*/ 543433 w 1455101"/>
                <a:gd name="csY369" fmla="*/ 1586936 h 1677448"/>
                <a:gd name="csX370" fmla="*/ 578421 w 1455101"/>
                <a:gd name="csY370" fmla="*/ 1585424 h 1677448"/>
                <a:gd name="csX371" fmla="*/ 619951 w 1455101"/>
                <a:gd name="csY371" fmla="*/ 1614945 h 1677448"/>
                <a:gd name="csX372" fmla="*/ 652652 w 1455101"/>
                <a:gd name="csY372" fmla="*/ 1606830 h 1677448"/>
                <a:gd name="csX373" fmla="*/ 687641 w 1455101"/>
                <a:gd name="csY373" fmla="*/ 1618622 h 1677448"/>
                <a:gd name="csX374" fmla="*/ 686117 w 1455101"/>
                <a:gd name="csY374" fmla="*/ 1632567 h 1677448"/>
                <a:gd name="csX375" fmla="*/ 732218 w 1455101"/>
                <a:gd name="csY375" fmla="*/ 1651712 h 1677448"/>
                <a:gd name="csX376" fmla="*/ 769302 w 1455101"/>
                <a:gd name="csY376" fmla="*/ 1677448 h 1677448"/>
                <a:gd name="csX377" fmla="*/ 799084 w 1455101"/>
                <a:gd name="csY377" fmla="*/ 1651712 h 1677448"/>
                <a:gd name="csX378" fmla="*/ 796417 w 1455101"/>
                <a:gd name="csY378" fmla="*/ 1648359 h 1677448"/>
                <a:gd name="csX379" fmla="*/ 785749 w 1455101"/>
                <a:gd name="csY379" fmla="*/ 1642193 h 1677448"/>
                <a:gd name="csX380" fmla="*/ 766064 w 1455101"/>
                <a:gd name="csY380" fmla="*/ 1612672 h 1677448"/>
                <a:gd name="csX381" fmla="*/ 762826 w 1455101"/>
                <a:gd name="csY381" fmla="*/ 1603699 h 1677448"/>
                <a:gd name="csX382" fmla="*/ 753745 w 1455101"/>
                <a:gd name="csY382" fmla="*/ 1591260 h 1677448"/>
                <a:gd name="csX383" fmla="*/ 756031 w 1455101"/>
                <a:gd name="csY383" fmla="*/ 1582287 h 1677448"/>
                <a:gd name="csX384" fmla="*/ 754380 w 1455101"/>
                <a:gd name="csY384" fmla="*/ 1574826 h 1677448"/>
                <a:gd name="csX385" fmla="*/ 763905 w 1455101"/>
                <a:gd name="csY385" fmla="*/ 1549305 h 1677448"/>
                <a:gd name="csX386" fmla="*/ 756983 w 1455101"/>
                <a:gd name="csY386" fmla="*/ 1553738 h 1677448"/>
                <a:gd name="csX387" fmla="*/ 753173 w 1455101"/>
                <a:gd name="csY387" fmla="*/ 1553306 h 1677448"/>
                <a:gd name="csX388" fmla="*/ 747140 w 1455101"/>
                <a:gd name="csY388" fmla="*/ 1542276 h 1677448"/>
                <a:gd name="csX389" fmla="*/ 737933 w 1455101"/>
                <a:gd name="csY389" fmla="*/ 1536002 h 1677448"/>
                <a:gd name="csX390" fmla="*/ 732409 w 1455101"/>
                <a:gd name="csY390" fmla="*/ 1532757 h 1677448"/>
                <a:gd name="csX391" fmla="*/ 727646 w 1455101"/>
                <a:gd name="csY391" fmla="*/ 1531462 h 1677448"/>
                <a:gd name="csX392" fmla="*/ 726250 w 1455101"/>
                <a:gd name="csY392" fmla="*/ 1521080 h 1677448"/>
                <a:gd name="csX393" fmla="*/ 739775 w 1455101"/>
                <a:gd name="csY393" fmla="*/ 1511453 h 1677448"/>
                <a:gd name="csX394" fmla="*/ 739965 w 1455101"/>
                <a:gd name="csY394" fmla="*/ 1511453 h 1677448"/>
                <a:gd name="csX395" fmla="*/ 748220 w 1455101"/>
                <a:gd name="csY395" fmla="*/ 1495127 h 1677448"/>
                <a:gd name="csX396" fmla="*/ 756539 w 1455101"/>
                <a:gd name="csY396" fmla="*/ 1475772 h 1677448"/>
                <a:gd name="csX397" fmla="*/ 759777 w 1455101"/>
                <a:gd name="csY397" fmla="*/ 1472096 h 1677448"/>
                <a:gd name="csX398" fmla="*/ 765873 w 1455101"/>
                <a:gd name="csY398" fmla="*/ 1477068 h 1677448"/>
                <a:gd name="csX399" fmla="*/ 771080 w 1455101"/>
                <a:gd name="csY399" fmla="*/ 1478687 h 1677448"/>
                <a:gd name="csX400" fmla="*/ 774636 w 1455101"/>
                <a:gd name="csY400" fmla="*/ 1473499 h 1677448"/>
                <a:gd name="csX401" fmla="*/ 788797 w 1455101"/>
                <a:gd name="csY401" fmla="*/ 1471448 h 1677448"/>
                <a:gd name="csX402" fmla="*/ 792352 w 1455101"/>
                <a:gd name="csY402" fmla="*/ 1462469 h 1677448"/>
                <a:gd name="csX403" fmla="*/ 797242 w 1455101"/>
                <a:gd name="csY403" fmla="*/ 1467549 h 1677448"/>
                <a:gd name="csX404" fmla="*/ 799211 w 1455101"/>
                <a:gd name="csY404" fmla="*/ 1473931 h 1677448"/>
                <a:gd name="csX405" fmla="*/ 803846 w 1455101"/>
                <a:gd name="csY405" fmla="*/ 1471118 h 1677448"/>
                <a:gd name="csX406" fmla="*/ 806767 w 1455101"/>
                <a:gd name="csY406" fmla="*/ 1456735 h 1677448"/>
                <a:gd name="csX407" fmla="*/ 808482 w 1455101"/>
                <a:gd name="csY407" fmla="*/ 1450899 h 1677448"/>
                <a:gd name="csX408" fmla="*/ 808736 w 1455101"/>
                <a:gd name="csY408" fmla="*/ 1450684 h 1677448"/>
                <a:gd name="csX409" fmla="*/ 810577 w 1455101"/>
                <a:gd name="csY409" fmla="*/ 1449820 h 1677448"/>
                <a:gd name="csX410" fmla="*/ 789686 w 1455101"/>
                <a:gd name="csY410" fmla="*/ 1427322 h 1677448"/>
                <a:gd name="csX411" fmla="*/ 807529 w 1455101"/>
                <a:gd name="csY411" fmla="*/ 1414349 h 1677448"/>
                <a:gd name="csX412" fmla="*/ 774319 w 1455101"/>
                <a:gd name="csY412" fmla="*/ 1369042 h 1677448"/>
                <a:gd name="csX413" fmla="*/ 746061 w 1455101"/>
                <a:gd name="csY413" fmla="*/ 1369042 h 1677448"/>
                <a:gd name="csX414" fmla="*/ 716725 w 1455101"/>
                <a:gd name="csY414" fmla="*/ 1332275 h 1677448"/>
                <a:gd name="csX415" fmla="*/ 735202 w 1455101"/>
                <a:gd name="csY415" fmla="*/ 1299071 h 1677448"/>
                <a:gd name="csX416" fmla="*/ 727646 w 1455101"/>
                <a:gd name="csY416" fmla="*/ 1271823 h 1677448"/>
                <a:gd name="csX417" fmla="*/ 756983 w 1455101"/>
                <a:gd name="csY417" fmla="*/ 1228027 h 1677448"/>
                <a:gd name="csX418" fmla="*/ 785240 w 1455101"/>
                <a:gd name="csY418" fmla="*/ 1263606 h 1677448"/>
                <a:gd name="csX419" fmla="*/ 804799 w 1455101"/>
                <a:gd name="csY419" fmla="*/ 1252900 h 1677448"/>
                <a:gd name="csX420" fmla="*/ 800481 w 1455101"/>
                <a:gd name="csY420" fmla="*/ 1220890 h 1677448"/>
                <a:gd name="csX421" fmla="*/ 878650 w 1455101"/>
                <a:gd name="csY421" fmla="*/ 1160444 h 1677448"/>
                <a:gd name="csX422" fmla="*/ 938402 w 1455101"/>
                <a:gd name="csY422" fmla="*/ 1159250 h 1677448"/>
                <a:gd name="csX423" fmla="*/ 997267 w 1455101"/>
                <a:gd name="csY423" fmla="*/ 1194398 h 1677448"/>
                <a:gd name="csX424" fmla="*/ 998347 w 1455101"/>
                <a:gd name="csY424" fmla="*/ 1216889 h 1677448"/>
                <a:gd name="csX425" fmla="*/ 1023048 w 1455101"/>
                <a:gd name="csY425" fmla="*/ 1225646 h 1677448"/>
                <a:gd name="csX426" fmla="*/ 1028446 w 1455101"/>
                <a:gd name="csY426" fmla="*/ 1203154 h 1677448"/>
                <a:gd name="csX427" fmla="*/ 1063180 w 1455101"/>
                <a:gd name="csY427" fmla="*/ 1223271 h 1677448"/>
                <a:gd name="csX428" fmla="*/ 1090358 w 1455101"/>
                <a:gd name="csY428" fmla="*/ 1196017 h 1677448"/>
                <a:gd name="csX429" fmla="*/ 1164145 w 1455101"/>
                <a:gd name="csY429" fmla="*/ 1193642 h 1677448"/>
                <a:gd name="csX430" fmla="*/ 1203262 w 1455101"/>
                <a:gd name="csY430" fmla="*/ 1223271 h 1677448"/>
                <a:gd name="csX431" fmla="*/ 1273301 w 1455101"/>
                <a:gd name="csY431" fmla="*/ 1211047 h 1677448"/>
                <a:gd name="csX432" fmla="*/ 1284224 w 1455101"/>
                <a:gd name="csY432" fmla="*/ 1181850 h 1677448"/>
                <a:gd name="csX433" fmla="*/ 1220788 w 1455101"/>
                <a:gd name="csY433" fmla="*/ 1145083 h 1677448"/>
                <a:gd name="csX434" fmla="*/ 1232662 w 1455101"/>
                <a:gd name="csY434" fmla="*/ 1119131 h 1677448"/>
                <a:gd name="csX435" fmla="*/ 1201927 w 1455101"/>
                <a:gd name="csY435" fmla="*/ 1110482 h 1677448"/>
                <a:gd name="csX436" fmla="*/ 1189038 w 1455101"/>
                <a:gd name="csY436" fmla="*/ 1129945 h 1677448"/>
                <a:gd name="csX437" fmla="*/ 1172210 w 1455101"/>
                <a:gd name="csY437" fmla="*/ 1114807 h 1677448"/>
                <a:gd name="csX438" fmla="*/ 1180084 w 1455101"/>
                <a:gd name="csY438" fmla="*/ 1041274 h 1677448"/>
                <a:gd name="csX439" fmla="*/ 1210818 w 1455101"/>
                <a:gd name="csY439" fmla="*/ 1026135 h 1677448"/>
                <a:gd name="csX440" fmla="*/ 1216787 w 1455101"/>
                <a:gd name="csY440" fmla="*/ 980720 h 1677448"/>
                <a:gd name="csX441" fmla="*/ 1144460 w 1455101"/>
                <a:gd name="csY441" fmla="*/ 1010997 h 1677448"/>
                <a:gd name="csX442" fmla="*/ 1113727 w 1455101"/>
                <a:gd name="csY442" fmla="*/ 972065 h 1677448"/>
                <a:gd name="csX443" fmla="*/ 1145477 w 1455101"/>
                <a:gd name="csY443" fmla="*/ 950437 h 1677448"/>
                <a:gd name="csX444" fmla="*/ 1155319 w 1455101"/>
                <a:gd name="csY444" fmla="*/ 977475 h 1677448"/>
                <a:gd name="csX445" fmla="*/ 1206817 w 1455101"/>
                <a:gd name="csY445" fmla="*/ 939623 h 1677448"/>
                <a:gd name="csX446" fmla="*/ 1193292 w 1455101"/>
                <a:gd name="csY446" fmla="*/ 908051 h 1677448"/>
                <a:gd name="csX447" fmla="*/ 1128585 w 1455101"/>
                <a:gd name="csY447" fmla="*/ 905777 h 1677448"/>
                <a:gd name="csX448" fmla="*/ 1116202 w 1455101"/>
                <a:gd name="csY448" fmla="*/ 870522 h 1677448"/>
                <a:gd name="csX449" fmla="*/ 1151318 w 1455101"/>
                <a:gd name="csY449" fmla="*/ 857765 h 1677448"/>
                <a:gd name="csX450" fmla="*/ 1146429 w 1455101"/>
                <a:gd name="csY450" fmla="*/ 820243 h 1677448"/>
                <a:gd name="csX451" fmla="*/ 1168526 w 1455101"/>
                <a:gd name="csY451" fmla="*/ 826294 h 1677448"/>
                <a:gd name="csX452" fmla="*/ 1178877 w 1455101"/>
                <a:gd name="csY452" fmla="*/ 812020 h 1677448"/>
                <a:gd name="csX453" fmla="*/ 1169924 w 1455101"/>
                <a:gd name="csY453" fmla="*/ 794722 h 1677448"/>
                <a:gd name="csX454" fmla="*/ 1178115 w 1455101"/>
                <a:gd name="csY454" fmla="*/ 782714 h 1677448"/>
                <a:gd name="csX455" fmla="*/ 1193292 w 1455101"/>
                <a:gd name="csY455" fmla="*/ 782714 h 1677448"/>
                <a:gd name="csX456" fmla="*/ 1201483 w 1455101"/>
                <a:gd name="csY456" fmla="*/ 758711 h 1677448"/>
                <a:gd name="csX457" fmla="*/ 1187767 w 1455101"/>
                <a:gd name="csY457" fmla="*/ 747465 h 1677448"/>
                <a:gd name="csX458" fmla="*/ 1188402 w 1455101"/>
                <a:gd name="csY458" fmla="*/ 726485 h 1677448"/>
                <a:gd name="csX459" fmla="*/ 1160145 w 1455101"/>
                <a:gd name="csY459" fmla="*/ 701936 h 1677448"/>
                <a:gd name="csX460" fmla="*/ 1200214 w 1455101"/>
                <a:gd name="csY460" fmla="*/ 633057 h 1677448"/>
                <a:gd name="csX461" fmla="*/ 1191323 w 1455101"/>
                <a:gd name="csY461" fmla="*/ 583635 h 1677448"/>
                <a:gd name="csX462" fmla="*/ 1205547 w 1455101"/>
                <a:gd name="csY462" fmla="*/ 523622 h 1677448"/>
                <a:gd name="csX463" fmla="*/ 1189927 w 1455101"/>
                <a:gd name="csY463" fmla="*/ 484690 h 1677448"/>
                <a:gd name="csX464" fmla="*/ 1214818 w 1455101"/>
                <a:gd name="csY464" fmla="*/ 420675 h 1677448"/>
                <a:gd name="csX465" fmla="*/ 1200848 w 1455101"/>
                <a:gd name="csY465" fmla="*/ 388233 h 1677448"/>
                <a:gd name="csX466" fmla="*/ 1228217 w 1455101"/>
                <a:gd name="csY466" fmla="*/ 351575 h 1677448"/>
                <a:gd name="csX467" fmla="*/ 1247394 w 1455101"/>
                <a:gd name="csY467" fmla="*/ 365634 h 1677448"/>
                <a:gd name="csX468" fmla="*/ 1287780 w 1455101"/>
                <a:gd name="csY468" fmla="*/ 320320 h 1677448"/>
                <a:gd name="csX469" fmla="*/ 1326007 w 1455101"/>
                <a:gd name="csY469" fmla="*/ 304642 h 1677448"/>
                <a:gd name="csX470" fmla="*/ 1343089 w 1455101"/>
                <a:gd name="csY470" fmla="*/ 270580 h 1677448"/>
                <a:gd name="csX471" fmla="*/ 1409954 w 1455101"/>
                <a:gd name="csY471" fmla="*/ 238138 h 1677448"/>
                <a:gd name="csX472" fmla="*/ 1415161 w 1455101"/>
                <a:gd name="csY472" fmla="*/ 215431 h 1677448"/>
                <a:gd name="csX473" fmla="*/ 1447673 w 1455101"/>
                <a:gd name="csY473" fmla="*/ 190126 h 1677448"/>
                <a:gd name="csX474" fmla="*/ 1440688 w 1455101"/>
                <a:gd name="csY474" fmla="*/ 181147 h 1677448"/>
                <a:gd name="csX475" fmla="*/ 1454594 w 1455101"/>
                <a:gd name="csY475" fmla="*/ 173470 h 1677448"/>
                <a:gd name="csX476" fmla="*/ 1455102 w 1455101"/>
                <a:gd name="csY476" fmla="*/ 174334 h 1677448"/>
                <a:gd name="csX477" fmla="*/ 207899 w 1455101"/>
                <a:gd name="csY477" fmla="*/ 639433 h 1677448"/>
                <a:gd name="csX478" fmla="*/ 206057 w 1455101"/>
                <a:gd name="csY478" fmla="*/ 643656 h 1677448"/>
                <a:gd name="csX479" fmla="*/ 199327 w 1455101"/>
                <a:gd name="csY479" fmla="*/ 644951 h 1677448"/>
                <a:gd name="csX480" fmla="*/ 191643 w 1455101"/>
                <a:gd name="csY480" fmla="*/ 666795 h 1677448"/>
                <a:gd name="csX481" fmla="*/ 180657 w 1455101"/>
                <a:gd name="csY481" fmla="*/ 666471 h 1677448"/>
                <a:gd name="csX482" fmla="*/ 174434 w 1455101"/>
                <a:gd name="csY482" fmla="*/ 662471 h 1677448"/>
                <a:gd name="csX483" fmla="*/ 166560 w 1455101"/>
                <a:gd name="csY483" fmla="*/ 662147 h 1677448"/>
                <a:gd name="csX484" fmla="*/ 156083 w 1455101"/>
                <a:gd name="csY484" fmla="*/ 675660 h 1677448"/>
                <a:gd name="csX485" fmla="*/ 153670 w 1455101"/>
                <a:gd name="csY485" fmla="*/ 682257 h 1677448"/>
                <a:gd name="csX486" fmla="*/ 140144 w 1455101"/>
                <a:gd name="csY486" fmla="*/ 677501 h 1677448"/>
                <a:gd name="csX487" fmla="*/ 137795 w 1455101"/>
                <a:gd name="csY487" fmla="*/ 664414 h 1677448"/>
                <a:gd name="csX488" fmla="*/ 123571 w 1455101"/>
                <a:gd name="csY488" fmla="*/ 642030 h 1677448"/>
                <a:gd name="csX489" fmla="*/ 118618 w 1455101"/>
                <a:gd name="csY489" fmla="*/ 636410 h 1677448"/>
                <a:gd name="csX490" fmla="*/ 118618 w 1455101"/>
                <a:gd name="csY490" fmla="*/ 629489 h 1677448"/>
                <a:gd name="csX491" fmla="*/ 102298 w 1455101"/>
                <a:gd name="csY491" fmla="*/ 601911 h 1677448"/>
                <a:gd name="csX492" fmla="*/ 108331 w 1455101"/>
                <a:gd name="csY492" fmla="*/ 590557 h 1677448"/>
                <a:gd name="csX493" fmla="*/ 111061 w 1455101"/>
                <a:gd name="csY493" fmla="*/ 583096 h 1677448"/>
                <a:gd name="csX494" fmla="*/ 121729 w 1455101"/>
                <a:gd name="csY494" fmla="*/ 580607 h 1677448"/>
                <a:gd name="csX495" fmla="*/ 127190 w 1455101"/>
                <a:gd name="csY495" fmla="*/ 571526 h 1677448"/>
                <a:gd name="csX496" fmla="*/ 130428 w 1455101"/>
                <a:gd name="csY496" fmla="*/ 566878 h 1677448"/>
                <a:gd name="csX497" fmla="*/ 137858 w 1455101"/>
                <a:gd name="csY497" fmla="*/ 572821 h 1677448"/>
                <a:gd name="csX498" fmla="*/ 142748 w 1455101"/>
                <a:gd name="csY498" fmla="*/ 579527 h 1677448"/>
                <a:gd name="csX499" fmla="*/ 153035 w 1455101"/>
                <a:gd name="csY499" fmla="*/ 582124 h 1677448"/>
                <a:gd name="csX500" fmla="*/ 161989 w 1455101"/>
                <a:gd name="csY500" fmla="*/ 597910 h 1677448"/>
                <a:gd name="csX501" fmla="*/ 193167 w 1455101"/>
                <a:gd name="csY501" fmla="*/ 607861 h 1677448"/>
                <a:gd name="csX502" fmla="*/ 207772 w 1455101"/>
                <a:gd name="csY502" fmla="*/ 639433 h 1677448"/>
                <a:gd name="csX503" fmla="*/ 207899 w 1455101"/>
                <a:gd name="csY503" fmla="*/ 639433 h 1677448"/>
                <a:gd name="csX504" fmla="*/ 258127 w 1455101"/>
                <a:gd name="csY504" fmla="*/ 447060 h 1677448"/>
                <a:gd name="csX505" fmla="*/ 263017 w 1455101"/>
                <a:gd name="csY505" fmla="*/ 435274 h 1677448"/>
                <a:gd name="csX506" fmla="*/ 273812 w 1455101"/>
                <a:gd name="csY506" fmla="*/ 440030 h 1677448"/>
                <a:gd name="csX507" fmla="*/ 289306 w 1455101"/>
                <a:gd name="csY507" fmla="*/ 456356 h 1677448"/>
                <a:gd name="csX508" fmla="*/ 301434 w 1455101"/>
                <a:gd name="csY508" fmla="*/ 462306 h 1677448"/>
                <a:gd name="csX509" fmla="*/ 302704 w 1455101"/>
                <a:gd name="csY509" fmla="*/ 466630 h 1677448"/>
                <a:gd name="csX510" fmla="*/ 281749 w 1455101"/>
                <a:gd name="csY510" fmla="*/ 471933 h 1677448"/>
                <a:gd name="csX511" fmla="*/ 276542 w 1455101"/>
                <a:gd name="csY511" fmla="*/ 477984 h 1677448"/>
                <a:gd name="csX512" fmla="*/ 258127 w 1455101"/>
                <a:gd name="csY512" fmla="*/ 447060 h 1677448"/>
                <a:gd name="csX513" fmla="*/ 338201 w 1455101"/>
                <a:gd name="csY513" fmla="*/ 603314 h 1677448"/>
                <a:gd name="csX514" fmla="*/ 316166 w 1455101"/>
                <a:gd name="csY514" fmla="*/ 627863 h 1677448"/>
                <a:gd name="csX515" fmla="*/ 304102 w 1455101"/>
                <a:gd name="csY515" fmla="*/ 623431 h 1677448"/>
                <a:gd name="csX516" fmla="*/ 306070 w 1455101"/>
                <a:gd name="csY516" fmla="*/ 604616 h 1677448"/>
                <a:gd name="csX517" fmla="*/ 292862 w 1455101"/>
                <a:gd name="csY517" fmla="*/ 590125 h 1677448"/>
                <a:gd name="csX518" fmla="*/ 274065 w 1455101"/>
                <a:gd name="csY518" fmla="*/ 584391 h 1677448"/>
                <a:gd name="csX519" fmla="*/ 260286 w 1455101"/>
                <a:gd name="csY519" fmla="*/ 564820 h 1677448"/>
                <a:gd name="csX520" fmla="*/ 272605 w 1455101"/>
                <a:gd name="csY520" fmla="*/ 550546 h 1677448"/>
                <a:gd name="csX521" fmla="*/ 268922 w 1455101"/>
                <a:gd name="csY521" fmla="*/ 534760 h 1677448"/>
                <a:gd name="csX522" fmla="*/ 273176 w 1455101"/>
                <a:gd name="csY522" fmla="*/ 530219 h 1677448"/>
                <a:gd name="csX523" fmla="*/ 288671 w 1455101"/>
                <a:gd name="csY523" fmla="*/ 545466 h 1677448"/>
                <a:gd name="csX524" fmla="*/ 301307 w 1455101"/>
                <a:gd name="csY524" fmla="*/ 542653 h 1677448"/>
                <a:gd name="csX525" fmla="*/ 302704 w 1455101"/>
                <a:gd name="csY525" fmla="*/ 526651 h 1677448"/>
                <a:gd name="csX526" fmla="*/ 312927 w 1455101"/>
                <a:gd name="csY526" fmla="*/ 531299 h 1677448"/>
                <a:gd name="csX527" fmla="*/ 314389 w 1455101"/>
                <a:gd name="csY527" fmla="*/ 560064 h 1677448"/>
                <a:gd name="csX528" fmla="*/ 338138 w 1455101"/>
                <a:gd name="csY528" fmla="*/ 603098 h 1677448"/>
                <a:gd name="csX529" fmla="*/ 338201 w 1455101"/>
                <a:gd name="csY529" fmla="*/ 603314 h 1677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</a:cxnLst>
              <a:rect l="l" t="t" r="r" b="b"/>
              <a:pathLst>
                <a:path w="1455101" h="1677448">
                  <a:moveTo>
                    <a:pt x="1455102" y="174334"/>
                  </a:moveTo>
                  <a:lnTo>
                    <a:pt x="1445260" y="157036"/>
                  </a:lnTo>
                  <a:lnTo>
                    <a:pt x="1423924" y="157036"/>
                  </a:lnTo>
                  <a:lnTo>
                    <a:pt x="1418527" y="133243"/>
                  </a:lnTo>
                  <a:lnTo>
                    <a:pt x="1432369" y="108801"/>
                  </a:lnTo>
                  <a:lnTo>
                    <a:pt x="1421447" y="90310"/>
                  </a:lnTo>
                  <a:lnTo>
                    <a:pt x="1392745" y="85554"/>
                  </a:lnTo>
                  <a:lnTo>
                    <a:pt x="1400873" y="54846"/>
                  </a:lnTo>
                  <a:lnTo>
                    <a:pt x="1400873" y="54630"/>
                  </a:lnTo>
                  <a:cubicBezTo>
                    <a:pt x="1400873" y="54090"/>
                    <a:pt x="1400556" y="53328"/>
                    <a:pt x="1400683" y="52356"/>
                  </a:cubicBezTo>
                  <a:cubicBezTo>
                    <a:pt x="1400683" y="47384"/>
                    <a:pt x="1404112" y="39383"/>
                    <a:pt x="1399286" y="37002"/>
                  </a:cubicBezTo>
                  <a:cubicBezTo>
                    <a:pt x="1355851" y="15374"/>
                    <a:pt x="1355407" y="14618"/>
                    <a:pt x="1350645" y="14079"/>
                  </a:cubicBezTo>
                  <a:cubicBezTo>
                    <a:pt x="1279144" y="5963"/>
                    <a:pt x="1280541" y="6833"/>
                    <a:pt x="1276414" y="3912"/>
                  </a:cubicBezTo>
                  <a:cubicBezTo>
                    <a:pt x="1275652" y="3480"/>
                    <a:pt x="1271841" y="-304"/>
                    <a:pt x="1267460" y="20"/>
                  </a:cubicBezTo>
                  <a:cubicBezTo>
                    <a:pt x="1260601" y="1315"/>
                    <a:pt x="1252601" y="-1282"/>
                    <a:pt x="1252410" y="5100"/>
                  </a:cubicBezTo>
                  <a:cubicBezTo>
                    <a:pt x="1252156" y="6179"/>
                    <a:pt x="1253363" y="12561"/>
                    <a:pt x="1248791" y="12993"/>
                  </a:cubicBezTo>
                  <a:cubicBezTo>
                    <a:pt x="1244790" y="13863"/>
                    <a:pt x="1239202" y="12453"/>
                    <a:pt x="1235964" y="17209"/>
                  </a:cubicBezTo>
                  <a:cubicBezTo>
                    <a:pt x="1235710" y="17863"/>
                    <a:pt x="1231519" y="21972"/>
                    <a:pt x="1234186" y="26080"/>
                  </a:cubicBezTo>
                  <a:lnTo>
                    <a:pt x="1244473" y="41974"/>
                  </a:lnTo>
                  <a:cubicBezTo>
                    <a:pt x="1246632" y="45219"/>
                    <a:pt x="1246886" y="50299"/>
                    <a:pt x="1246759" y="49651"/>
                  </a:cubicBezTo>
                  <a:cubicBezTo>
                    <a:pt x="1246950" y="54630"/>
                    <a:pt x="1251331" y="58954"/>
                    <a:pt x="1254569" y="55925"/>
                  </a:cubicBezTo>
                  <a:cubicBezTo>
                    <a:pt x="1255839" y="54738"/>
                    <a:pt x="1257364" y="55385"/>
                    <a:pt x="1257935" y="57544"/>
                  </a:cubicBezTo>
                  <a:cubicBezTo>
                    <a:pt x="1259014" y="64574"/>
                    <a:pt x="1263396" y="71927"/>
                    <a:pt x="1259077" y="75712"/>
                  </a:cubicBezTo>
                  <a:cubicBezTo>
                    <a:pt x="1244473" y="88367"/>
                    <a:pt x="1242504" y="91288"/>
                    <a:pt x="1237996" y="90964"/>
                  </a:cubicBezTo>
                  <a:cubicBezTo>
                    <a:pt x="1222756" y="89986"/>
                    <a:pt x="1219898" y="88907"/>
                    <a:pt x="1217613" y="93231"/>
                  </a:cubicBezTo>
                  <a:lnTo>
                    <a:pt x="1217613" y="93447"/>
                  </a:lnTo>
                  <a:cubicBezTo>
                    <a:pt x="1214310" y="99613"/>
                    <a:pt x="1222756" y="99829"/>
                    <a:pt x="1222057" y="107614"/>
                  </a:cubicBezTo>
                  <a:cubicBezTo>
                    <a:pt x="1221867" y="108262"/>
                    <a:pt x="1221739" y="112046"/>
                    <a:pt x="1218628" y="113672"/>
                  </a:cubicBezTo>
                  <a:cubicBezTo>
                    <a:pt x="1212152" y="117133"/>
                    <a:pt x="1209612" y="118860"/>
                    <a:pt x="1205864" y="117672"/>
                  </a:cubicBezTo>
                  <a:cubicBezTo>
                    <a:pt x="1197927" y="114104"/>
                    <a:pt x="1189927" y="114967"/>
                    <a:pt x="1190498" y="108478"/>
                  </a:cubicBezTo>
                  <a:cubicBezTo>
                    <a:pt x="1191895" y="100261"/>
                    <a:pt x="1190053" y="90634"/>
                    <a:pt x="1195324" y="90748"/>
                  </a:cubicBezTo>
                  <a:cubicBezTo>
                    <a:pt x="1196657" y="90526"/>
                    <a:pt x="1202182" y="92368"/>
                    <a:pt x="1204214" y="87720"/>
                  </a:cubicBezTo>
                  <a:cubicBezTo>
                    <a:pt x="1207579" y="80258"/>
                    <a:pt x="1186497" y="75712"/>
                    <a:pt x="1193609" y="72143"/>
                  </a:cubicBezTo>
                  <a:lnTo>
                    <a:pt x="1197864" y="69984"/>
                  </a:lnTo>
                  <a:cubicBezTo>
                    <a:pt x="1201927" y="67927"/>
                    <a:pt x="1197610" y="63278"/>
                    <a:pt x="1193164" y="64142"/>
                  </a:cubicBezTo>
                  <a:cubicBezTo>
                    <a:pt x="1150556" y="73229"/>
                    <a:pt x="1147381" y="82309"/>
                    <a:pt x="1134618" y="84151"/>
                  </a:cubicBezTo>
                  <a:cubicBezTo>
                    <a:pt x="1128268" y="85122"/>
                    <a:pt x="1124776" y="85230"/>
                    <a:pt x="1123505" y="87504"/>
                  </a:cubicBezTo>
                  <a:cubicBezTo>
                    <a:pt x="1122045" y="90202"/>
                    <a:pt x="1131189" y="90202"/>
                    <a:pt x="1130617" y="90094"/>
                  </a:cubicBezTo>
                  <a:cubicBezTo>
                    <a:pt x="1134935" y="90418"/>
                    <a:pt x="1130426" y="97124"/>
                    <a:pt x="1130617" y="96368"/>
                  </a:cubicBezTo>
                  <a:cubicBezTo>
                    <a:pt x="1128014" y="101016"/>
                    <a:pt x="1120648" y="103506"/>
                    <a:pt x="1121283" y="103182"/>
                  </a:cubicBezTo>
                  <a:cubicBezTo>
                    <a:pt x="1119568" y="103937"/>
                    <a:pt x="1116775" y="103937"/>
                    <a:pt x="1115060" y="103182"/>
                  </a:cubicBezTo>
                  <a:lnTo>
                    <a:pt x="1101407" y="96908"/>
                  </a:lnTo>
                  <a:cubicBezTo>
                    <a:pt x="1097597" y="95181"/>
                    <a:pt x="1092517" y="98210"/>
                    <a:pt x="1093152" y="97994"/>
                  </a:cubicBezTo>
                  <a:cubicBezTo>
                    <a:pt x="1086104" y="101556"/>
                    <a:pt x="1077913" y="91720"/>
                    <a:pt x="1071435" y="95936"/>
                  </a:cubicBezTo>
                  <a:lnTo>
                    <a:pt x="1064704" y="100261"/>
                  </a:lnTo>
                  <a:cubicBezTo>
                    <a:pt x="1061212" y="102534"/>
                    <a:pt x="1056132" y="101124"/>
                    <a:pt x="1056830" y="101124"/>
                  </a:cubicBezTo>
                  <a:cubicBezTo>
                    <a:pt x="1050734" y="99829"/>
                    <a:pt x="1037336" y="111399"/>
                    <a:pt x="1036447" y="116485"/>
                  </a:cubicBezTo>
                  <a:cubicBezTo>
                    <a:pt x="1034605" y="123730"/>
                    <a:pt x="1035685" y="132811"/>
                    <a:pt x="1030414" y="133351"/>
                  </a:cubicBezTo>
                  <a:cubicBezTo>
                    <a:pt x="1029843" y="133351"/>
                    <a:pt x="1024889" y="134868"/>
                    <a:pt x="1022794" y="130430"/>
                  </a:cubicBezTo>
                  <a:cubicBezTo>
                    <a:pt x="1021397" y="128055"/>
                    <a:pt x="1020001" y="121349"/>
                    <a:pt x="1015111" y="120378"/>
                  </a:cubicBezTo>
                  <a:cubicBezTo>
                    <a:pt x="1009523" y="120378"/>
                    <a:pt x="1010348" y="116377"/>
                    <a:pt x="999871" y="129026"/>
                  </a:cubicBezTo>
                  <a:cubicBezTo>
                    <a:pt x="998791" y="130322"/>
                    <a:pt x="970534" y="129566"/>
                    <a:pt x="970534" y="129566"/>
                  </a:cubicBezTo>
                  <a:cubicBezTo>
                    <a:pt x="968692" y="129566"/>
                    <a:pt x="968057" y="127947"/>
                    <a:pt x="969010" y="126105"/>
                  </a:cubicBezTo>
                  <a:cubicBezTo>
                    <a:pt x="971169" y="123184"/>
                    <a:pt x="973010" y="116047"/>
                    <a:pt x="977900" y="116263"/>
                  </a:cubicBezTo>
                  <a:cubicBezTo>
                    <a:pt x="988314" y="115831"/>
                    <a:pt x="998347" y="119400"/>
                    <a:pt x="995552" y="113564"/>
                  </a:cubicBezTo>
                  <a:cubicBezTo>
                    <a:pt x="989775" y="101124"/>
                    <a:pt x="987425" y="97994"/>
                    <a:pt x="989584" y="93447"/>
                  </a:cubicBezTo>
                  <a:cubicBezTo>
                    <a:pt x="996188" y="79496"/>
                    <a:pt x="996950" y="75712"/>
                    <a:pt x="1001268" y="75172"/>
                  </a:cubicBezTo>
                  <a:cubicBezTo>
                    <a:pt x="1022159" y="72797"/>
                    <a:pt x="1026604" y="73445"/>
                    <a:pt x="1023493" y="69552"/>
                  </a:cubicBezTo>
                  <a:cubicBezTo>
                    <a:pt x="1022794" y="69120"/>
                    <a:pt x="1020445" y="64682"/>
                    <a:pt x="1016190" y="65336"/>
                  </a:cubicBezTo>
                  <a:lnTo>
                    <a:pt x="989076" y="69660"/>
                  </a:lnTo>
                  <a:cubicBezTo>
                    <a:pt x="979297" y="71171"/>
                    <a:pt x="925513" y="104693"/>
                    <a:pt x="916559" y="105347"/>
                  </a:cubicBezTo>
                  <a:cubicBezTo>
                    <a:pt x="890015" y="107290"/>
                    <a:pt x="888047" y="106750"/>
                    <a:pt x="884491" y="109887"/>
                  </a:cubicBezTo>
                  <a:lnTo>
                    <a:pt x="852233" y="138329"/>
                  </a:lnTo>
                  <a:cubicBezTo>
                    <a:pt x="847471" y="142545"/>
                    <a:pt x="816927" y="157684"/>
                    <a:pt x="811847" y="157684"/>
                  </a:cubicBezTo>
                  <a:cubicBezTo>
                    <a:pt x="809561" y="158116"/>
                    <a:pt x="803401" y="155950"/>
                    <a:pt x="802450" y="161684"/>
                  </a:cubicBezTo>
                  <a:cubicBezTo>
                    <a:pt x="802005" y="163196"/>
                    <a:pt x="802132" y="170549"/>
                    <a:pt x="797687" y="171311"/>
                  </a:cubicBezTo>
                  <a:cubicBezTo>
                    <a:pt x="772033" y="176175"/>
                    <a:pt x="768540" y="175311"/>
                    <a:pt x="769874" y="180607"/>
                  </a:cubicBezTo>
                  <a:cubicBezTo>
                    <a:pt x="769874" y="182119"/>
                    <a:pt x="772795" y="187745"/>
                    <a:pt x="769239" y="191313"/>
                  </a:cubicBezTo>
                  <a:cubicBezTo>
                    <a:pt x="768794" y="192069"/>
                    <a:pt x="764921" y="194234"/>
                    <a:pt x="766001" y="199207"/>
                  </a:cubicBezTo>
                  <a:cubicBezTo>
                    <a:pt x="767143" y="205372"/>
                    <a:pt x="762508" y="206776"/>
                    <a:pt x="764159" y="212618"/>
                  </a:cubicBezTo>
                  <a:cubicBezTo>
                    <a:pt x="764159" y="213265"/>
                    <a:pt x="765873" y="219431"/>
                    <a:pt x="763905" y="223216"/>
                  </a:cubicBezTo>
                  <a:lnTo>
                    <a:pt x="760476" y="229921"/>
                  </a:lnTo>
                  <a:cubicBezTo>
                    <a:pt x="758634" y="233706"/>
                    <a:pt x="753618" y="231864"/>
                    <a:pt x="754189" y="231864"/>
                  </a:cubicBezTo>
                  <a:cubicBezTo>
                    <a:pt x="748792" y="230353"/>
                    <a:pt x="725488" y="236837"/>
                    <a:pt x="726122" y="236621"/>
                  </a:cubicBezTo>
                  <a:cubicBezTo>
                    <a:pt x="721169" y="237814"/>
                    <a:pt x="719963" y="232404"/>
                    <a:pt x="715201" y="234030"/>
                  </a:cubicBezTo>
                  <a:lnTo>
                    <a:pt x="707517" y="236621"/>
                  </a:lnTo>
                  <a:cubicBezTo>
                    <a:pt x="703008" y="238246"/>
                    <a:pt x="695833" y="235541"/>
                    <a:pt x="696468" y="235757"/>
                  </a:cubicBezTo>
                  <a:cubicBezTo>
                    <a:pt x="688721" y="233814"/>
                    <a:pt x="687514" y="213697"/>
                    <a:pt x="679704" y="209913"/>
                  </a:cubicBezTo>
                  <a:cubicBezTo>
                    <a:pt x="661988" y="201372"/>
                    <a:pt x="658685" y="201048"/>
                    <a:pt x="658622" y="195746"/>
                  </a:cubicBezTo>
                  <a:cubicBezTo>
                    <a:pt x="658813" y="194019"/>
                    <a:pt x="657098" y="187097"/>
                    <a:pt x="661415" y="184824"/>
                  </a:cubicBezTo>
                  <a:cubicBezTo>
                    <a:pt x="666623" y="181363"/>
                    <a:pt x="674179" y="180715"/>
                    <a:pt x="673417" y="174441"/>
                  </a:cubicBezTo>
                  <a:cubicBezTo>
                    <a:pt x="674941" y="158116"/>
                    <a:pt x="686435" y="169361"/>
                    <a:pt x="695833" y="163735"/>
                  </a:cubicBezTo>
                  <a:cubicBezTo>
                    <a:pt x="699643" y="161468"/>
                    <a:pt x="703072" y="158871"/>
                    <a:pt x="707327" y="158871"/>
                  </a:cubicBezTo>
                  <a:cubicBezTo>
                    <a:pt x="721360" y="158871"/>
                    <a:pt x="726439" y="160059"/>
                    <a:pt x="724217" y="155303"/>
                  </a:cubicBezTo>
                  <a:cubicBezTo>
                    <a:pt x="720851" y="148489"/>
                    <a:pt x="717994" y="144165"/>
                    <a:pt x="718248" y="138761"/>
                  </a:cubicBezTo>
                  <a:cubicBezTo>
                    <a:pt x="718121" y="137999"/>
                    <a:pt x="718439" y="134322"/>
                    <a:pt x="715772" y="131731"/>
                  </a:cubicBezTo>
                  <a:cubicBezTo>
                    <a:pt x="709676" y="125889"/>
                    <a:pt x="706120" y="121673"/>
                    <a:pt x="701675" y="120486"/>
                  </a:cubicBezTo>
                  <a:cubicBezTo>
                    <a:pt x="701167" y="120162"/>
                    <a:pt x="697864" y="119616"/>
                    <a:pt x="697039" y="115615"/>
                  </a:cubicBezTo>
                  <a:cubicBezTo>
                    <a:pt x="696404" y="113996"/>
                    <a:pt x="696151" y="107398"/>
                    <a:pt x="691705" y="105995"/>
                  </a:cubicBezTo>
                  <a:cubicBezTo>
                    <a:pt x="676465" y="101016"/>
                    <a:pt x="671893" y="98965"/>
                    <a:pt x="667067" y="99073"/>
                  </a:cubicBezTo>
                  <a:cubicBezTo>
                    <a:pt x="620077" y="100369"/>
                    <a:pt x="628967" y="104261"/>
                    <a:pt x="623506" y="101340"/>
                  </a:cubicBezTo>
                  <a:lnTo>
                    <a:pt x="606679" y="92152"/>
                  </a:lnTo>
                  <a:cubicBezTo>
                    <a:pt x="602869" y="90094"/>
                    <a:pt x="597662" y="92152"/>
                    <a:pt x="598297" y="92152"/>
                  </a:cubicBezTo>
                  <a:cubicBezTo>
                    <a:pt x="588772" y="95181"/>
                    <a:pt x="632269" y="116377"/>
                    <a:pt x="631571" y="127515"/>
                  </a:cubicBezTo>
                  <a:lnTo>
                    <a:pt x="629031" y="162872"/>
                  </a:lnTo>
                  <a:cubicBezTo>
                    <a:pt x="628078" y="175743"/>
                    <a:pt x="604901" y="209157"/>
                    <a:pt x="621157" y="210668"/>
                  </a:cubicBezTo>
                  <a:cubicBezTo>
                    <a:pt x="623506" y="211208"/>
                    <a:pt x="628523" y="210128"/>
                    <a:pt x="631571" y="214561"/>
                  </a:cubicBezTo>
                  <a:cubicBezTo>
                    <a:pt x="640207" y="227000"/>
                    <a:pt x="642365" y="230137"/>
                    <a:pt x="641286" y="234462"/>
                  </a:cubicBezTo>
                  <a:cubicBezTo>
                    <a:pt x="641286" y="234462"/>
                    <a:pt x="639572" y="241707"/>
                    <a:pt x="638683" y="242031"/>
                  </a:cubicBezTo>
                  <a:cubicBezTo>
                    <a:pt x="637794" y="242355"/>
                    <a:pt x="639763" y="245168"/>
                    <a:pt x="639763" y="245168"/>
                  </a:cubicBezTo>
                  <a:cubicBezTo>
                    <a:pt x="645160" y="252629"/>
                    <a:pt x="624205" y="270034"/>
                    <a:pt x="627888" y="278905"/>
                  </a:cubicBezTo>
                  <a:lnTo>
                    <a:pt x="630238" y="284525"/>
                  </a:lnTo>
                  <a:cubicBezTo>
                    <a:pt x="632079" y="288964"/>
                    <a:pt x="627761" y="291555"/>
                    <a:pt x="624713" y="288094"/>
                  </a:cubicBezTo>
                  <a:cubicBezTo>
                    <a:pt x="621664" y="285395"/>
                    <a:pt x="618871" y="279337"/>
                    <a:pt x="613918" y="280309"/>
                  </a:cubicBezTo>
                  <a:cubicBezTo>
                    <a:pt x="610870" y="280525"/>
                    <a:pt x="601980" y="283985"/>
                    <a:pt x="605027" y="279553"/>
                  </a:cubicBezTo>
                  <a:cubicBezTo>
                    <a:pt x="605345" y="278689"/>
                    <a:pt x="609981" y="274257"/>
                    <a:pt x="606234" y="271768"/>
                  </a:cubicBezTo>
                  <a:cubicBezTo>
                    <a:pt x="598424" y="266688"/>
                    <a:pt x="595185" y="263659"/>
                    <a:pt x="590740" y="264631"/>
                  </a:cubicBezTo>
                  <a:lnTo>
                    <a:pt x="581406" y="266688"/>
                  </a:lnTo>
                  <a:cubicBezTo>
                    <a:pt x="574611" y="268199"/>
                    <a:pt x="569277" y="259658"/>
                    <a:pt x="561403" y="259443"/>
                  </a:cubicBezTo>
                  <a:cubicBezTo>
                    <a:pt x="559562" y="259658"/>
                    <a:pt x="554164" y="258141"/>
                    <a:pt x="550926" y="261925"/>
                  </a:cubicBezTo>
                  <a:cubicBezTo>
                    <a:pt x="532828" y="283014"/>
                    <a:pt x="531939" y="284963"/>
                    <a:pt x="527621" y="286151"/>
                  </a:cubicBezTo>
                  <a:cubicBezTo>
                    <a:pt x="506222" y="292317"/>
                    <a:pt x="501967" y="292748"/>
                    <a:pt x="499046" y="296641"/>
                  </a:cubicBezTo>
                  <a:cubicBezTo>
                    <a:pt x="494855" y="302153"/>
                    <a:pt x="492378" y="306261"/>
                    <a:pt x="488252" y="308319"/>
                  </a:cubicBezTo>
                  <a:cubicBezTo>
                    <a:pt x="467868" y="318593"/>
                    <a:pt x="465709" y="318701"/>
                    <a:pt x="464883" y="323349"/>
                  </a:cubicBezTo>
                  <a:cubicBezTo>
                    <a:pt x="464439" y="327673"/>
                    <a:pt x="461518" y="333407"/>
                    <a:pt x="464629" y="337732"/>
                  </a:cubicBezTo>
                  <a:lnTo>
                    <a:pt x="480314" y="360008"/>
                  </a:lnTo>
                  <a:cubicBezTo>
                    <a:pt x="482409" y="362928"/>
                    <a:pt x="486283" y="364656"/>
                    <a:pt x="485775" y="364332"/>
                  </a:cubicBezTo>
                  <a:cubicBezTo>
                    <a:pt x="490156" y="366173"/>
                    <a:pt x="493839" y="377851"/>
                    <a:pt x="489076" y="376772"/>
                  </a:cubicBezTo>
                  <a:cubicBezTo>
                    <a:pt x="482092" y="375794"/>
                    <a:pt x="475678" y="371361"/>
                    <a:pt x="472630" y="376340"/>
                  </a:cubicBezTo>
                  <a:cubicBezTo>
                    <a:pt x="467551" y="384557"/>
                    <a:pt x="466407" y="387801"/>
                    <a:pt x="462280" y="388233"/>
                  </a:cubicBezTo>
                  <a:cubicBezTo>
                    <a:pt x="458152" y="388665"/>
                    <a:pt x="454342" y="389421"/>
                    <a:pt x="450786" y="387255"/>
                  </a:cubicBezTo>
                  <a:cubicBezTo>
                    <a:pt x="449897" y="386824"/>
                    <a:pt x="422084" y="366713"/>
                    <a:pt x="411797" y="374714"/>
                  </a:cubicBezTo>
                  <a:lnTo>
                    <a:pt x="406971" y="378499"/>
                  </a:lnTo>
                  <a:cubicBezTo>
                    <a:pt x="403923" y="380880"/>
                    <a:pt x="400240" y="377095"/>
                    <a:pt x="400812" y="377419"/>
                  </a:cubicBezTo>
                  <a:cubicBezTo>
                    <a:pt x="397510" y="374282"/>
                    <a:pt x="404240" y="372225"/>
                    <a:pt x="403606" y="372663"/>
                  </a:cubicBezTo>
                  <a:cubicBezTo>
                    <a:pt x="407733" y="370930"/>
                    <a:pt x="410083" y="367253"/>
                    <a:pt x="405638" y="367253"/>
                  </a:cubicBezTo>
                  <a:cubicBezTo>
                    <a:pt x="399732" y="367253"/>
                    <a:pt x="385635" y="363792"/>
                    <a:pt x="387985" y="359900"/>
                  </a:cubicBezTo>
                  <a:cubicBezTo>
                    <a:pt x="388747" y="358820"/>
                    <a:pt x="387985" y="357194"/>
                    <a:pt x="386270" y="356439"/>
                  </a:cubicBezTo>
                  <a:lnTo>
                    <a:pt x="369189" y="348762"/>
                  </a:lnTo>
                  <a:cubicBezTo>
                    <a:pt x="365633" y="347142"/>
                    <a:pt x="355219" y="346812"/>
                    <a:pt x="355219" y="352654"/>
                  </a:cubicBezTo>
                  <a:lnTo>
                    <a:pt x="355219" y="356115"/>
                  </a:lnTo>
                  <a:cubicBezTo>
                    <a:pt x="355219" y="366497"/>
                    <a:pt x="343852" y="363036"/>
                    <a:pt x="344932" y="362821"/>
                  </a:cubicBezTo>
                  <a:cubicBezTo>
                    <a:pt x="343217" y="362065"/>
                    <a:pt x="342011" y="363144"/>
                    <a:pt x="342202" y="365087"/>
                  </a:cubicBezTo>
                  <a:cubicBezTo>
                    <a:pt x="343090" y="368986"/>
                    <a:pt x="341693" y="376009"/>
                    <a:pt x="346583" y="377635"/>
                  </a:cubicBezTo>
                  <a:cubicBezTo>
                    <a:pt x="347218" y="377959"/>
                    <a:pt x="351218" y="378607"/>
                    <a:pt x="354013" y="381960"/>
                  </a:cubicBezTo>
                  <a:cubicBezTo>
                    <a:pt x="368871" y="399371"/>
                    <a:pt x="370014" y="402292"/>
                    <a:pt x="374269" y="400775"/>
                  </a:cubicBezTo>
                  <a:cubicBezTo>
                    <a:pt x="384746" y="396774"/>
                    <a:pt x="387667" y="394939"/>
                    <a:pt x="391160" y="397638"/>
                  </a:cubicBezTo>
                  <a:cubicBezTo>
                    <a:pt x="394081" y="400559"/>
                    <a:pt x="401193" y="403048"/>
                    <a:pt x="398526" y="407804"/>
                  </a:cubicBezTo>
                  <a:cubicBezTo>
                    <a:pt x="398272" y="408452"/>
                    <a:pt x="396113" y="411265"/>
                    <a:pt x="397319" y="415157"/>
                  </a:cubicBezTo>
                  <a:cubicBezTo>
                    <a:pt x="398272" y="420999"/>
                    <a:pt x="403161" y="428353"/>
                    <a:pt x="397954" y="429864"/>
                  </a:cubicBezTo>
                  <a:cubicBezTo>
                    <a:pt x="389827" y="432245"/>
                    <a:pt x="385508" y="432785"/>
                    <a:pt x="382905" y="436785"/>
                  </a:cubicBezTo>
                  <a:cubicBezTo>
                    <a:pt x="382270" y="437325"/>
                    <a:pt x="380302" y="442519"/>
                    <a:pt x="376555" y="440030"/>
                  </a:cubicBezTo>
                  <a:cubicBezTo>
                    <a:pt x="370713" y="436246"/>
                    <a:pt x="367030" y="433433"/>
                    <a:pt x="362712" y="432569"/>
                  </a:cubicBezTo>
                  <a:lnTo>
                    <a:pt x="336614" y="427375"/>
                  </a:lnTo>
                  <a:cubicBezTo>
                    <a:pt x="331597" y="426403"/>
                    <a:pt x="331597" y="416129"/>
                    <a:pt x="331851" y="416891"/>
                  </a:cubicBezTo>
                  <a:cubicBezTo>
                    <a:pt x="330771" y="409646"/>
                    <a:pt x="321310" y="416129"/>
                    <a:pt x="320357" y="409099"/>
                  </a:cubicBezTo>
                  <a:cubicBezTo>
                    <a:pt x="320039" y="408236"/>
                    <a:pt x="320357" y="401638"/>
                    <a:pt x="316166" y="402724"/>
                  </a:cubicBezTo>
                  <a:cubicBezTo>
                    <a:pt x="303402" y="405969"/>
                    <a:pt x="300355" y="407588"/>
                    <a:pt x="297307" y="404235"/>
                  </a:cubicBezTo>
                  <a:lnTo>
                    <a:pt x="294577" y="401314"/>
                  </a:lnTo>
                  <a:cubicBezTo>
                    <a:pt x="288227" y="394285"/>
                    <a:pt x="278384" y="393529"/>
                    <a:pt x="282067" y="388557"/>
                  </a:cubicBezTo>
                  <a:cubicBezTo>
                    <a:pt x="282384" y="387909"/>
                    <a:pt x="286067" y="384880"/>
                    <a:pt x="283210" y="381312"/>
                  </a:cubicBezTo>
                  <a:cubicBezTo>
                    <a:pt x="282892" y="380664"/>
                    <a:pt x="279019" y="377635"/>
                    <a:pt x="281305" y="373635"/>
                  </a:cubicBezTo>
                  <a:lnTo>
                    <a:pt x="281813" y="372549"/>
                  </a:lnTo>
                  <a:cubicBezTo>
                    <a:pt x="282828" y="370822"/>
                    <a:pt x="282892" y="368009"/>
                    <a:pt x="282067" y="366173"/>
                  </a:cubicBezTo>
                  <a:cubicBezTo>
                    <a:pt x="273367" y="348006"/>
                    <a:pt x="272859" y="345841"/>
                    <a:pt x="269049" y="344006"/>
                  </a:cubicBezTo>
                  <a:cubicBezTo>
                    <a:pt x="268541" y="343574"/>
                    <a:pt x="264922" y="342596"/>
                    <a:pt x="263525" y="338379"/>
                  </a:cubicBezTo>
                  <a:cubicBezTo>
                    <a:pt x="263525" y="337732"/>
                    <a:pt x="260921" y="333191"/>
                    <a:pt x="264922" y="331782"/>
                  </a:cubicBezTo>
                  <a:cubicBezTo>
                    <a:pt x="267335" y="330486"/>
                    <a:pt x="274065" y="330378"/>
                    <a:pt x="273939" y="324752"/>
                  </a:cubicBezTo>
                  <a:cubicBezTo>
                    <a:pt x="273685" y="311779"/>
                    <a:pt x="272732" y="305937"/>
                    <a:pt x="276415" y="308534"/>
                  </a:cubicBezTo>
                  <a:lnTo>
                    <a:pt x="280733" y="311455"/>
                  </a:lnTo>
                  <a:cubicBezTo>
                    <a:pt x="284543" y="314053"/>
                    <a:pt x="286829" y="309506"/>
                    <a:pt x="284099" y="305613"/>
                  </a:cubicBezTo>
                  <a:cubicBezTo>
                    <a:pt x="278574" y="298044"/>
                    <a:pt x="275971" y="293828"/>
                    <a:pt x="272224" y="291123"/>
                  </a:cubicBezTo>
                  <a:cubicBezTo>
                    <a:pt x="255524" y="279229"/>
                    <a:pt x="251840" y="276092"/>
                    <a:pt x="247205" y="274797"/>
                  </a:cubicBezTo>
                  <a:cubicBezTo>
                    <a:pt x="240157" y="272092"/>
                    <a:pt x="230505" y="272524"/>
                    <a:pt x="233045" y="267120"/>
                  </a:cubicBezTo>
                  <a:cubicBezTo>
                    <a:pt x="233045" y="266472"/>
                    <a:pt x="235965" y="262465"/>
                    <a:pt x="231965" y="261386"/>
                  </a:cubicBezTo>
                  <a:lnTo>
                    <a:pt x="221742" y="258681"/>
                  </a:lnTo>
                  <a:cubicBezTo>
                    <a:pt x="217995" y="257709"/>
                    <a:pt x="222314" y="253924"/>
                    <a:pt x="221869" y="254572"/>
                  </a:cubicBezTo>
                  <a:cubicBezTo>
                    <a:pt x="223265" y="253277"/>
                    <a:pt x="223076" y="251327"/>
                    <a:pt x="221424" y="250464"/>
                  </a:cubicBezTo>
                  <a:lnTo>
                    <a:pt x="195770" y="235649"/>
                  </a:lnTo>
                  <a:cubicBezTo>
                    <a:pt x="192341" y="233706"/>
                    <a:pt x="193421" y="228188"/>
                    <a:pt x="193484" y="228836"/>
                  </a:cubicBezTo>
                  <a:cubicBezTo>
                    <a:pt x="194183" y="224295"/>
                    <a:pt x="188214" y="222892"/>
                    <a:pt x="188722" y="223324"/>
                  </a:cubicBezTo>
                  <a:cubicBezTo>
                    <a:pt x="185293" y="222022"/>
                    <a:pt x="183452" y="214777"/>
                    <a:pt x="183896" y="215539"/>
                  </a:cubicBezTo>
                  <a:cubicBezTo>
                    <a:pt x="183134" y="213481"/>
                    <a:pt x="183959" y="211970"/>
                    <a:pt x="185927" y="212186"/>
                  </a:cubicBezTo>
                  <a:cubicBezTo>
                    <a:pt x="198183" y="213697"/>
                    <a:pt x="201549" y="215755"/>
                    <a:pt x="203136" y="220079"/>
                  </a:cubicBezTo>
                  <a:cubicBezTo>
                    <a:pt x="204343" y="222568"/>
                    <a:pt x="205105" y="228296"/>
                    <a:pt x="209296" y="230785"/>
                  </a:cubicBezTo>
                  <a:lnTo>
                    <a:pt x="227584" y="241383"/>
                  </a:lnTo>
                  <a:cubicBezTo>
                    <a:pt x="230886" y="243218"/>
                    <a:pt x="232473" y="238354"/>
                    <a:pt x="231965" y="239002"/>
                  </a:cubicBezTo>
                  <a:cubicBezTo>
                    <a:pt x="234124" y="232404"/>
                    <a:pt x="241998" y="244520"/>
                    <a:pt x="250761" y="245708"/>
                  </a:cubicBezTo>
                  <a:cubicBezTo>
                    <a:pt x="256286" y="247003"/>
                    <a:pt x="263017" y="245492"/>
                    <a:pt x="265176" y="250787"/>
                  </a:cubicBezTo>
                  <a:lnTo>
                    <a:pt x="265176" y="251111"/>
                  </a:lnTo>
                  <a:cubicBezTo>
                    <a:pt x="267970" y="257385"/>
                    <a:pt x="273685" y="248844"/>
                    <a:pt x="280226" y="252305"/>
                  </a:cubicBezTo>
                  <a:lnTo>
                    <a:pt x="303402" y="264307"/>
                  </a:lnTo>
                  <a:cubicBezTo>
                    <a:pt x="311785" y="268631"/>
                    <a:pt x="355664" y="271336"/>
                    <a:pt x="365061" y="275337"/>
                  </a:cubicBezTo>
                  <a:cubicBezTo>
                    <a:pt x="383794" y="283122"/>
                    <a:pt x="387667" y="285395"/>
                    <a:pt x="392557" y="285395"/>
                  </a:cubicBezTo>
                  <a:lnTo>
                    <a:pt x="422973" y="285827"/>
                  </a:lnTo>
                  <a:cubicBezTo>
                    <a:pt x="428815" y="285827"/>
                    <a:pt x="470726" y="274689"/>
                    <a:pt x="470153" y="274797"/>
                  </a:cubicBezTo>
                  <a:cubicBezTo>
                    <a:pt x="479933" y="272308"/>
                    <a:pt x="520573" y="238570"/>
                    <a:pt x="522033" y="227648"/>
                  </a:cubicBezTo>
                  <a:cubicBezTo>
                    <a:pt x="522224" y="220619"/>
                    <a:pt x="525780" y="210344"/>
                    <a:pt x="520953" y="207862"/>
                  </a:cubicBezTo>
                  <a:cubicBezTo>
                    <a:pt x="519493" y="206668"/>
                    <a:pt x="513270" y="205696"/>
                    <a:pt x="514667" y="200286"/>
                  </a:cubicBezTo>
                  <a:lnTo>
                    <a:pt x="515493" y="196717"/>
                  </a:lnTo>
                  <a:cubicBezTo>
                    <a:pt x="516699" y="192285"/>
                    <a:pt x="513016" y="187961"/>
                    <a:pt x="513334" y="188716"/>
                  </a:cubicBezTo>
                  <a:cubicBezTo>
                    <a:pt x="508508" y="182233"/>
                    <a:pt x="514414" y="172930"/>
                    <a:pt x="508698" y="168822"/>
                  </a:cubicBezTo>
                  <a:lnTo>
                    <a:pt x="496126" y="159843"/>
                  </a:lnTo>
                  <a:cubicBezTo>
                    <a:pt x="492887" y="157468"/>
                    <a:pt x="493331" y="163843"/>
                    <a:pt x="493458" y="163088"/>
                  </a:cubicBezTo>
                  <a:cubicBezTo>
                    <a:pt x="493458" y="165253"/>
                    <a:pt x="492251" y="166333"/>
                    <a:pt x="490538" y="165469"/>
                  </a:cubicBezTo>
                  <a:lnTo>
                    <a:pt x="485077" y="162548"/>
                  </a:lnTo>
                  <a:cubicBezTo>
                    <a:pt x="480568" y="160059"/>
                    <a:pt x="488252" y="158331"/>
                    <a:pt x="487616" y="155950"/>
                  </a:cubicBezTo>
                  <a:cubicBezTo>
                    <a:pt x="487235" y="154655"/>
                    <a:pt x="477520" y="148489"/>
                    <a:pt x="477520" y="148489"/>
                  </a:cubicBezTo>
                  <a:cubicBezTo>
                    <a:pt x="475869" y="147409"/>
                    <a:pt x="473710" y="145136"/>
                    <a:pt x="472630" y="143301"/>
                  </a:cubicBezTo>
                  <a:cubicBezTo>
                    <a:pt x="470726" y="140488"/>
                    <a:pt x="466598" y="130214"/>
                    <a:pt x="466027" y="136380"/>
                  </a:cubicBezTo>
                  <a:lnTo>
                    <a:pt x="466027" y="138107"/>
                  </a:lnTo>
                  <a:cubicBezTo>
                    <a:pt x="464883" y="152489"/>
                    <a:pt x="406082" y="109348"/>
                    <a:pt x="405447" y="108694"/>
                  </a:cubicBezTo>
                  <a:cubicBezTo>
                    <a:pt x="395668" y="98534"/>
                    <a:pt x="393002" y="95397"/>
                    <a:pt x="389064" y="92800"/>
                  </a:cubicBezTo>
                  <a:cubicBezTo>
                    <a:pt x="336931" y="58306"/>
                    <a:pt x="337248" y="58198"/>
                    <a:pt x="332803" y="56897"/>
                  </a:cubicBezTo>
                  <a:cubicBezTo>
                    <a:pt x="298196" y="46622"/>
                    <a:pt x="293751" y="44031"/>
                    <a:pt x="294513" y="48356"/>
                  </a:cubicBezTo>
                  <a:cubicBezTo>
                    <a:pt x="294703" y="49975"/>
                    <a:pt x="293497" y="50953"/>
                    <a:pt x="291655" y="50521"/>
                  </a:cubicBezTo>
                  <a:lnTo>
                    <a:pt x="268097" y="44463"/>
                  </a:lnTo>
                  <a:cubicBezTo>
                    <a:pt x="263017" y="43168"/>
                    <a:pt x="268732" y="38729"/>
                    <a:pt x="263651" y="37434"/>
                  </a:cubicBezTo>
                  <a:cubicBezTo>
                    <a:pt x="257239" y="36570"/>
                    <a:pt x="248412" y="31592"/>
                    <a:pt x="250253" y="37650"/>
                  </a:cubicBezTo>
                  <a:cubicBezTo>
                    <a:pt x="252857" y="46191"/>
                    <a:pt x="234188" y="37434"/>
                    <a:pt x="231584" y="46191"/>
                  </a:cubicBezTo>
                  <a:lnTo>
                    <a:pt x="231203" y="47492"/>
                  </a:lnTo>
                  <a:cubicBezTo>
                    <a:pt x="230632" y="49543"/>
                    <a:pt x="229044" y="49975"/>
                    <a:pt x="227838" y="48356"/>
                  </a:cubicBezTo>
                  <a:cubicBezTo>
                    <a:pt x="227520" y="47708"/>
                    <a:pt x="224282" y="44895"/>
                    <a:pt x="226314" y="40679"/>
                  </a:cubicBezTo>
                  <a:cubicBezTo>
                    <a:pt x="226758" y="39269"/>
                    <a:pt x="231394" y="33002"/>
                    <a:pt x="226758" y="32894"/>
                  </a:cubicBezTo>
                  <a:cubicBezTo>
                    <a:pt x="197739" y="31808"/>
                    <a:pt x="195770" y="32678"/>
                    <a:pt x="192341" y="29001"/>
                  </a:cubicBezTo>
                  <a:cubicBezTo>
                    <a:pt x="191643" y="28461"/>
                    <a:pt x="188404" y="23915"/>
                    <a:pt x="184086" y="23051"/>
                  </a:cubicBezTo>
                  <a:cubicBezTo>
                    <a:pt x="180213" y="21756"/>
                    <a:pt x="171958" y="23051"/>
                    <a:pt x="173799" y="17209"/>
                  </a:cubicBezTo>
                  <a:cubicBezTo>
                    <a:pt x="173927" y="15914"/>
                    <a:pt x="177355" y="10186"/>
                    <a:pt x="173482" y="7265"/>
                  </a:cubicBezTo>
                  <a:cubicBezTo>
                    <a:pt x="170878" y="5855"/>
                    <a:pt x="166052" y="-304"/>
                    <a:pt x="163322" y="3588"/>
                  </a:cubicBezTo>
                  <a:cubicBezTo>
                    <a:pt x="160591" y="7481"/>
                    <a:pt x="166688" y="12237"/>
                    <a:pt x="161925" y="13101"/>
                  </a:cubicBezTo>
                  <a:cubicBezTo>
                    <a:pt x="160845" y="13101"/>
                    <a:pt x="156146" y="15050"/>
                    <a:pt x="152400" y="12021"/>
                  </a:cubicBezTo>
                  <a:cubicBezTo>
                    <a:pt x="148145" y="8668"/>
                    <a:pt x="144716" y="5100"/>
                    <a:pt x="140398" y="4344"/>
                  </a:cubicBezTo>
                  <a:cubicBezTo>
                    <a:pt x="137096" y="3804"/>
                    <a:pt x="134112" y="3264"/>
                    <a:pt x="131190" y="2718"/>
                  </a:cubicBezTo>
                  <a:lnTo>
                    <a:pt x="128460" y="32462"/>
                  </a:lnTo>
                  <a:lnTo>
                    <a:pt x="107061" y="30728"/>
                  </a:lnTo>
                  <a:lnTo>
                    <a:pt x="70993" y="75280"/>
                  </a:lnTo>
                  <a:lnTo>
                    <a:pt x="59055" y="67927"/>
                  </a:lnTo>
                  <a:lnTo>
                    <a:pt x="41973" y="85446"/>
                  </a:lnTo>
                  <a:lnTo>
                    <a:pt x="52260" y="96476"/>
                  </a:lnTo>
                  <a:lnTo>
                    <a:pt x="40005" y="112700"/>
                  </a:lnTo>
                  <a:lnTo>
                    <a:pt x="49974" y="138215"/>
                  </a:lnTo>
                  <a:lnTo>
                    <a:pt x="76073" y="146438"/>
                  </a:lnTo>
                  <a:lnTo>
                    <a:pt x="82359" y="162440"/>
                  </a:lnTo>
                  <a:lnTo>
                    <a:pt x="99251" y="175095"/>
                  </a:lnTo>
                  <a:lnTo>
                    <a:pt x="94234" y="193587"/>
                  </a:lnTo>
                  <a:lnTo>
                    <a:pt x="62674" y="236189"/>
                  </a:lnTo>
                  <a:lnTo>
                    <a:pt x="104775" y="318809"/>
                  </a:lnTo>
                  <a:lnTo>
                    <a:pt x="85153" y="324213"/>
                  </a:lnTo>
                  <a:lnTo>
                    <a:pt x="91249" y="350597"/>
                  </a:lnTo>
                  <a:lnTo>
                    <a:pt x="81407" y="359036"/>
                  </a:lnTo>
                  <a:lnTo>
                    <a:pt x="86233" y="372009"/>
                  </a:lnTo>
                  <a:lnTo>
                    <a:pt x="101726" y="375794"/>
                  </a:lnTo>
                  <a:lnTo>
                    <a:pt x="106616" y="391586"/>
                  </a:lnTo>
                  <a:lnTo>
                    <a:pt x="97155" y="396990"/>
                  </a:lnTo>
                  <a:lnTo>
                    <a:pt x="102615" y="409430"/>
                  </a:lnTo>
                  <a:lnTo>
                    <a:pt x="116014" y="412668"/>
                  </a:lnTo>
                  <a:lnTo>
                    <a:pt x="122936" y="430512"/>
                  </a:lnTo>
                  <a:lnTo>
                    <a:pt x="97727" y="451060"/>
                  </a:lnTo>
                  <a:lnTo>
                    <a:pt x="156527" y="497885"/>
                  </a:lnTo>
                  <a:lnTo>
                    <a:pt x="144145" y="527838"/>
                  </a:lnTo>
                  <a:lnTo>
                    <a:pt x="80327" y="591852"/>
                  </a:lnTo>
                  <a:lnTo>
                    <a:pt x="21527" y="645059"/>
                  </a:lnTo>
                  <a:cubicBezTo>
                    <a:pt x="31814" y="647440"/>
                    <a:pt x="47815" y="627863"/>
                    <a:pt x="47498" y="636518"/>
                  </a:cubicBezTo>
                  <a:lnTo>
                    <a:pt x="47498" y="640951"/>
                  </a:lnTo>
                  <a:cubicBezTo>
                    <a:pt x="47180" y="646462"/>
                    <a:pt x="41339" y="645167"/>
                    <a:pt x="44894" y="648736"/>
                  </a:cubicBezTo>
                  <a:cubicBezTo>
                    <a:pt x="59309" y="663010"/>
                    <a:pt x="60896" y="665716"/>
                    <a:pt x="65341" y="665716"/>
                  </a:cubicBezTo>
                  <a:cubicBezTo>
                    <a:pt x="71755" y="665493"/>
                    <a:pt x="78232" y="666903"/>
                    <a:pt x="81152" y="664306"/>
                  </a:cubicBezTo>
                  <a:cubicBezTo>
                    <a:pt x="84074" y="661817"/>
                    <a:pt x="94488" y="665931"/>
                    <a:pt x="93916" y="665823"/>
                  </a:cubicBezTo>
                  <a:cubicBezTo>
                    <a:pt x="98044" y="667011"/>
                    <a:pt x="98996" y="673609"/>
                    <a:pt x="98678" y="672955"/>
                  </a:cubicBezTo>
                  <a:cubicBezTo>
                    <a:pt x="99758" y="676961"/>
                    <a:pt x="104648" y="678041"/>
                    <a:pt x="104013" y="677717"/>
                  </a:cubicBezTo>
                  <a:cubicBezTo>
                    <a:pt x="108014" y="678797"/>
                    <a:pt x="105537" y="684962"/>
                    <a:pt x="105601" y="684315"/>
                  </a:cubicBezTo>
                  <a:cubicBezTo>
                    <a:pt x="105092" y="686258"/>
                    <a:pt x="103124" y="687445"/>
                    <a:pt x="101282" y="686906"/>
                  </a:cubicBezTo>
                  <a:cubicBezTo>
                    <a:pt x="78105" y="680530"/>
                    <a:pt x="74040" y="679876"/>
                    <a:pt x="70865" y="677285"/>
                  </a:cubicBezTo>
                  <a:cubicBezTo>
                    <a:pt x="68580" y="675336"/>
                    <a:pt x="64897" y="677717"/>
                    <a:pt x="65595" y="677501"/>
                  </a:cubicBezTo>
                  <a:cubicBezTo>
                    <a:pt x="62674" y="679444"/>
                    <a:pt x="63436" y="684099"/>
                    <a:pt x="63500" y="683445"/>
                  </a:cubicBezTo>
                  <a:cubicBezTo>
                    <a:pt x="63944" y="685394"/>
                    <a:pt x="62738" y="687553"/>
                    <a:pt x="61023" y="688315"/>
                  </a:cubicBezTo>
                  <a:lnTo>
                    <a:pt x="54737" y="690690"/>
                  </a:lnTo>
                  <a:cubicBezTo>
                    <a:pt x="48133" y="693179"/>
                    <a:pt x="42227" y="683553"/>
                    <a:pt x="41021" y="690150"/>
                  </a:cubicBezTo>
                  <a:cubicBezTo>
                    <a:pt x="40577" y="691230"/>
                    <a:pt x="40894" y="697720"/>
                    <a:pt x="36258" y="697504"/>
                  </a:cubicBezTo>
                  <a:cubicBezTo>
                    <a:pt x="35687" y="697288"/>
                    <a:pt x="32448" y="697504"/>
                    <a:pt x="31242" y="693827"/>
                  </a:cubicBezTo>
                  <a:lnTo>
                    <a:pt x="30861" y="692424"/>
                  </a:lnTo>
                  <a:cubicBezTo>
                    <a:pt x="29210" y="687553"/>
                    <a:pt x="21653" y="695129"/>
                    <a:pt x="24638" y="699129"/>
                  </a:cubicBezTo>
                  <a:cubicBezTo>
                    <a:pt x="25019" y="699777"/>
                    <a:pt x="27368" y="702152"/>
                    <a:pt x="26098" y="705943"/>
                  </a:cubicBezTo>
                  <a:cubicBezTo>
                    <a:pt x="25336" y="707454"/>
                    <a:pt x="24638" y="712426"/>
                    <a:pt x="21717" y="714052"/>
                  </a:cubicBezTo>
                  <a:lnTo>
                    <a:pt x="4445" y="787369"/>
                  </a:lnTo>
                  <a:lnTo>
                    <a:pt x="21082" y="812020"/>
                  </a:lnTo>
                  <a:lnTo>
                    <a:pt x="0" y="835057"/>
                  </a:lnTo>
                  <a:lnTo>
                    <a:pt x="17716" y="845763"/>
                  </a:lnTo>
                  <a:lnTo>
                    <a:pt x="10287" y="870090"/>
                  </a:lnTo>
                  <a:lnTo>
                    <a:pt x="30289" y="895287"/>
                  </a:lnTo>
                  <a:lnTo>
                    <a:pt x="28575" y="912051"/>
                  </a:lnTo>
                  <a:lnTo>
                    <a:pt x="51815" y="924484"/>
                  </a:lnTo>
                  <a:lnTo>
                    <a:pt x="73596" y="920700"/>
                  </a:lnTo>
                  <a:lnTo>
                    <a:pt x="76517" y="937464"/>
                  </a:lnTo>
                  <a:lnTo>
                    <a:pt x="108203" y="929355"/>
                  </a:lnTo>
                  <a:lnTo>
                    <a:pt x="133540" y="946113"/>
                  </a:lnTo>
                  <a:lnTo>
                    <a:pt x="127571" y="961791"/>
                  </a:lnTo>
                  <a:lnTo>
                    <a:pt x="136017" y="972605"/>
                  </a:lnTo>
                  <a:lnTo>
                    <a:pt x="129857" y="986340"/>
                  </a:lnTo>
                  <a:lnTo>
                    <a:pt x="141795" y="996182"/>
                  </a:lnTo>
                  <a:cubicBezTo>
                    <a:pt x="141795" y="996182"/>
                    <a:pt x="138302" y="1006457"/>
                    <a:pt x="138302" y="1007428"/>
                  </a:cubicBezTo>
                  <a:cubicBezTo>
                    <a:pt x="138302" y="1008400"/>
                    <a:pt x="167005" y="1031107"/>
                    <a:pt x="167005" y="1031107"/>
                  </a:cubicBezTo>
                  <a:lnTo>
                    <a:pt x="163195" y="1045706"/>
                  </a:lnTo>
                  <a:lnTo>
                    <a:pt x="190055" y="1050361"/>
                  </a:lnTo>
                  <a:lnTo>
                    <a:pt x="199707" y="1071658"/>
                  </a:lnTo>
                  <a:lnTo>
                    <a:pt x="178815" y="1085717"/>
                  </a:lnTo>
                  <a:lnTo>
                    <a:pt x="154114" y="1077500"/>
                  </a:lnTo>
                  <a:lnTo>
                    <a:pt x="146114" y="1088314"/>
                  </a:lnTo>
                  <a:lnTo>
                    <a:pt x="156845" y="1102049"/>
                  </a:lnTo>
                  <a:lnTo>
                    <a:pt x="162433" y="1139464"/>
                  </a:lnTo>
                  <a:lnTo>
                    <a:pt x="182563" y="1141299"/>
                  </a:lnTo>
                  <a:lnTo>
                    <a:pt x="187451" y="1127894"/>
                  </a:lnTo>
                  <a:lnTo>
                    <a:pt x="209296" y="1131571"/>
                  </a:lnTo>
                  <a:lnTo>
                    <a:pt x="220472" y="1123893"/>
                  </a:lnTo>
                  <a:lnTo>
                    <a:pt x="241998" y="1125944"/>
                  </a:lnTo>
                  <a:lnTo>
                    <a:pt x="263525" y="1158818"/>
                  </a:lnTo>
                  <a:lnTo>
                    <a:pt x="250889" y="1163689"/>
                  </a:lnTo>
                  <a:lnTo>
                    <a:pt x="256413" y="1187152"/>
                  </a:lnTo>
                  <a:lnTo>
                    <a:pt x="289814" y="1188771"/>
                  </a:lnTo>
                  <a:lnTo>
                    <a:pt x="302514" y="1212133"/>
                  </a:lnTo>
                  <a:lnTo>
                    <a:pt x="298196" y="1222293"/>
                  </a:lnTo>
                  <a:lnTo>
                    <a:pt x="309752" y="1236784"/>
                  </a:lnTo>
                  <a:lnTo>
                    <a:pt x="323850" y="1230085"/>
                  </a:lnTo>
                  <a:lnTo>
                    <a:pt x="346456" y="1242302"/>
                  </a:lnTo>
                  <a:lnTo>
                    <a:pt x="354330" y="1235272"/>
                  </a:lnTo>
                  <a:lnTo>
                    <a:pt x="375221" y="1229761"/>
                  </a:lnTo>
                  <a:lnTo>
                    <a:pt x="397890" y="1257548"/>
                  </a:lnTo>
                  <a:lnTo>
                    <a:pt x="407924" y="1249331"/>
                  </a:lnTo>
                  <a:lnTo>
                    <a:pt x="431419" y="1262412"/>
                  </a:lnTo>
                  <a:lnTo>
                    <a:pt x="444309" y="1261765"/>
                  </a:lnTo>
                  <a:lnTo>
                    <a:pt x="464185" y="1275824"/>
                  </a:lnTo>
                  <a:lnTo>
                    <a:pt x="476758" y="1275068"/>
                  </a:lnTo>
                  <a:lnTo>
                    <a:pt x="478091" y="1293667"/>
                  </a:lnTo>
                  <a:lnTo>
                    <a:pt x="460946" y="1303833"/>
                  </a:lnTo>
                  <a:lnTo>
                    <a:pt x="463867" y="1310101"/>
                  </a:lnTo>
                  <a:lnTo>
                    <a:pt x="474154" y="1314324"/>
                  </a:lnTo>
                  <a:lnTo>
                    <a:pt x="459677" y="1327621"/>
                  </a:lnTo>
                  <a:lnTo>
                    <a:pt x="471551" y="1345896"/>
                  </a:lnTo>
                  <a:lnTo>
                    <a:pt x="462914" y="1367308"/>
                  </a:lnTo>
                  <a:lnTo>
                    <a:pt x="427863" y="1366660"/>
                  </a:lnTo>
                  <a:lnTo>
                    <a:pt x="423608" y="1376827"/>
                  </a:lnTo>
                  <a:lnTo>
                    <a:pt x="409130" y="1379964"/>
                  </a:lnTo>
                  <a:lnTo>
                    <a:pt x="404685" y="1401477"/>
                  </a:lnTo>
                  <a:cubicBezTo>
                    <a:pt x="429451" y="1399642"/>
                    <a:pt x="431419" y="1399750"/>
                    <a:pt x="432943" y="1396289"/>
                  </a:cubicBezTo>
                  <a:cubicBezTo>
                    <a:pt x="434975" y="1391857"/>
                    <a:pt x="445515" y="1391857"/>
                    <a:pt x="446214" y="1396937"/>
                  </a:cubicBezTo>
                  <a:cubicBezTo>
                    <a:pt x="446214" y="1398887"/>
                    <a:pt x="449135" y="1406024"/>
                    <a:pt x="444309" y="1406024"/>
                  </a:cubicBezTo>
                  <a:lnTo>
                    <a:pt x="441134" y="1406024"/>
                  </a:lnTo>
                  <a:cubicBezTo>
                    <a:pt x="436689" y="1406024"/>
                    <a:pt x="432053" y="1411104"/>
                    <a:pt x="432689" y="1410672"/>
                  </a:cubicBezTo>
                  <a:cubicBezTo>
                    <a:pt x="428689" y="1414241"/>
                    <a:pt x="419290" y="1413269"/>
                    <a:pt x="419862" y="1413269"/>
                  </a:cubicBezTo>
                  <a:cubicBezTo>
                    <a:pt x="415417" y="1413269"/>
                    <a:pt x="412242" y="1418565"/>
                    <a:pt x="416496" y="1420191"/>
                  </a:cubicBezTo>
                  <a:lnTo>
                    <a:pt x="418020" y="1420731"/>
                  </a:lnTo>
                  <a:cubicBezTo>
                    <a:pt x="422401" y="1422458"/>
                    <a:pt x="417449" y="1430027"/>
                    <a:pt x="412876" y="1429055"/>
                  </a:cubicBezTo>
                  <a:cubicBezTo>
                    <a:pt x="393319" y="1424947"/>
                    <a:pt x="388429" y="1422890"/>
                    <a:pt x="390589" y="1427322"/>
                  </a:cubicBezTo>
                  <a:cubicBezTo>
                    <a:pt x="393509" y="1433272"/>
                    <a:pt x="396367" y="1441813"/>
                    <a:pt x="398843" y="1438790"/>
                  </a:cubicBezTo>
                  <a:cubicBezTo>
                    <a:pt x="399732" y="1437704"/>
                    <a:pt x="401638" y="1437704"/>
                    <a:pt x="403161" y="1438898"/>
                  </a:cubicBezTo>
                  <a:lnTo>
                    <a:pt x="416814" y="1448950"/>
                  </a:lnTo>
                  <a:cubicBezTo>
                    <a:pt x="420052" y="1451223"/>
                    <a:pt x="418973" y="1456303"/>
                    <a:pt x="418973" y="1455656"/>
                  </a:cubicBezTo>
                  <a:cubicBezTo>
                    <a:pt x="418782" y="1457497"/>
                    <a:pt x="417258" y="1458253"/>
                    <a:pt x="415607" y="1457389"/>
                  </a:cubicBezTo>
                  <a:lnTo>
                    <a:pt x="408877" y="1453712"/>
                  </a:lnTo>
                  <a:cubicBezTo>
                    <a:pt x="404876" y="1451547"/>
                    <a:pt x="399034" y="1454900"/>
                    <a:pt x="399605" y="1454684"/>
                  </a:cubicBezTo>
                  <a:cubicBezTo>
                    <a:pt x="394970" y="1456627"/>
                    <a:pt x="393128" y="1466146"/>
                    <a:pt x="393319" y="1465606"/>
                  </a:cubicBezTo>
                  <a:cubicBezTo>
                    <a:pt x="392049" y="1469391"/>
                    <a:pt x="387032" y="1471226"/>
                    <a:pt x="387667" y="1470902"/>
                  </a:cubicBezTo>
                  <a:cubicBezTo>
                    <a:pt x="381000" y="1473931"/>
                    <a:pt x="385318" y="1484313"/>
                    <a:pt x="378460" y="1485609"/>
                  </a:cubicBezTo>
                  <a:cubicBezTo>
                    <a:pt x="374142" y="1486478"/>
                    <a:pt x="369951" y="1487774"/>
                    <a:pt x="365951" y="1486263"/>
                  </a:cubicBezTo>
                  <a:lnTo>
                    <a:pt x="357060" y="1483018"/>
                  </a:lnTo>
                  <a:cubicBezTo>
                    <a:pt x="352806" y="1481500"/>
                    <a:pt x="352171" y="1486371"/>
                    <a:pt x="356298" y="1488098"/>
                  </a:cubicBezTo>
                  <a:lnTo>
                    <a:pt x="356870" y="1488314"/>
                  </a:lnTo>
                  <a:cubicBezTo>
                    <a:pt x="363538" y="1491127"/>
                    <a:pt x="346139" y="1490047"/>
                    <a:pt x="347663" y="1496207"/>
                  </a:cubicBezTo>
                  <a:cubicBezTo>
                    <a:pt x="349186" y="1501941"/>
                    <a:pt x="354774" y="1495019"/>
                    <a:pt x="362267" y="1495775"/>
                  </a:cubicBezTo>
                  <a:cubicBezTo>
                    <a:pt x="362902" y="1495991"/>
                    <a:pt x="369062" y="1495775"/>
                    <a:pt x="365823" y="1498696"/>
                  </a:cubicBezTo>
                  <a:cubicBezTo>
                    <a:pt x="361823" y="1502481"/>
                    <a:pt x="370586" y="1501941"/>
                    <a:pt x="373316" y="1507561"/>
                  </a:cubicBezTo>
                  <a:cubicBezTo>
                    <a:pt x="375221" y="1510697"/>
                    <a:pt x="376110" y="1516539"/>
                    <a:pt x="381064" y="1517403"/>
                  </a:cubicBezTo>
                  <a:cubicBezTo>
                    <a:pt x="383159" y="1517403"/>
                    <a:pt x="389191" y="1519892"/>
                    <a:pt x="390715" y="1516324"/>
                  </a:cubicBezTo>
                  <a:cubicBezTo>
                    <a:pt x="392557" y="1512107"/>
                    <a:pt x="394970" y="1521296"/>
                    <a:pt x="400685" y="1524648"/>
                  </a:cubicBezTo>
                  <a:lnTo>
                    <a:pt x="410210" y="1530382"/>
                  </a:lnTo>
                  <a:cubicBezTo>
                    <a:pt x="416814" y="1534275"/>
                    <a:pt x="425894" y="1532757"/>
                    <a:pt x="430657" y="1537304"/>
                  </a:cubicBezTo>
                  <a:lnTo>
                    <a:pt x="467677" y="1572553"/>
                  </a:lnTo>
                  <a:cubicBezTo>
                    <a:pt x="469836" y="1574610"/>
                    <a:pt x="472249" y="1575690"/>
                    <a:pt x="474599" y="1576553"/>
                  </a:cubicBezTo>
                  <a:lnTo>
                    <a:pt x="483235" y="1567041"/>
                  </a:lnTo>
                  <a:lnTo>
                    <a:pt x="543433" y="1586936"/>
                  </a:lnTo>
                  <a:lnTo>
                    <a:pt x="578421" y="1585424"/>
                  </a:lnTo>
                  <a:lnTo>
                    <a:pt x="619951" y="1614945"/>
                  </a:lnTo>
                  <a:lnTo>
                    <a:pt x="652652" y="1606830"/>
                  </a:lnTo>
                  <a:lnTo>
                    <a:pt x="687641" y="1618622"/>
                  </a:lnTo>
                  <a:lnTo>
                    <a:pt x="686117" y="1632567"/>
                  </a:lnTo>
                  <a:lnTo>
                    <a:pt x="732218" y="1651712"/>
                  </a:lnTo>
                  <a:lnTo>
                    <a:pt x="769302" y="1677448"/>
                  </a:lnTo>
                  <a:lnTo>
                    <a:pt x="799084" y="1651712"/>
                  </a:lnTo>
                  <a:lnTo>
                    <a:pt x="796417" y="1648359"/>
                  </a:lnTo>
                  <a:cubicBezTo>
                    <a:pt x="793114" y="1644467"/>
                    <a:pt x="788352" y="1646410"/>
                    <a:pt x="785749" y="1642193"/>
                  </a:cubicBezTo>
                  <a:cubicBezTo>
                    <a:pt x="769302" y="1615269"/>
                    <a:pt x="768921" y="1613644"/>
                    <a:pt x="766064" y="1612672"/>
                  </a:cubicBezTo>
                  <a:cubicBezTo>
                    <a:pt x="763143" y="1611593"/>
                    <a:pt x="762635" y="1603153"/>
                    <a:pt x="762826" y="1603699"/>
                  </a:cubicBezTo>
                  <a:cubicBezTo>
                    <a:pt x="761746" y="1596886"/>
                    <a:pt x="752094" y="1597426"/>
                    <a:pt x="753745" y="1591260"/>
                  </a:cubicBezTo>
                  <a:lnTo>
                    <a:pt x="756031" y="1582287"/>
                  </a:lnTo>
                  <a:cubicBezTo>
                    <a:pt x="757301" y="1577417"/>
                    <a:pt x="752094" y="1579258"/>
                    <a:pt x="754380" y="1574826"/>
                  </a:cubicBezTo>
                  <a:cubicBezTo>
                    <a:pt x="764794" y="1553846"/>
                    <a:pt x="768350" y="1549305"/>
                    <a:pt x="763905" y="1549305"/>
                  </a:cubicBezTo>
                  <a:cubicBezTo>
                    <a:pt x="759904" y="1549305"/>
                    <a:pt x="756348" y="1554277"/>
                    <a:pt x="756983" y="1553738"/>
                  </a:cubicBezTo>
                  <a:cubicBezTo>
                    <a:pt x="755776" y="1555141"/>
                    <a:pt x="754063" y="1555033"/>
                    <a:pt x="753173" y="1553306"/>
                  </a:cubicBezTo>
                  <a:lnTo>
                    <a:pt x="747140" y="1542276"/>
                  </a:lnTo>
                  <a:cubicBezTo>
                    <a:pt x="744664" y="1537736"/>
                    <a:pt x="740410" y="1540542"/>
                    <a:pt x="737933" y="1536002"/>
                  </a:cubicBezTo>
                  <a:cubicBezTo>
                    <a:pt x="737426" y="1535462"/>
                    <a:pt x="736346" y="1530814"/>
                    <a:pt x="732409" y="1532757"/>
                  </a:cubicBezTo>
                  <a:cubicBezTo>
                    <a:pt x="731774" y="1532757"/>
                    <a:pt x="729170" y="1534599"/>
                    <a:pt x="727646" y="1531462"/>
                  </a:cubicBezTo>
                  <a:cubicBezTo>
                    <a:pt x="727011" y="1529297"/>
                    <a:pt x="722884" y="1524433"/>
                    <a:pt x="726250" y="1521080"/>
                  </a:cubicBezTo>
                  <a:cubicBezTo>
                    <a:pt x="733806" y="1513294"/>
                    <a:pt x="735775" y="1510374"/>
                    <a:pt x="739775" y="1511453"/>
                  </a:cubicBezTo>
                  <a:lnTo>
                    <a:pt x="739965" y="1511453"/>
                  </a:lnTo>
                  <a:cubicBezTo>
                    <a:pt x="745871" y="1513079"/>
                    <a:pt x="743585" y="1503236"/>
                    <a:pt x="748220" y="1495127"/>
                  </a:cubicBezTo>
                  <a:cubicBezTo>
                    <a:pt x="755714" y="1482148"/>
                    <a:pt x="758063" y="1479557"/>
                    <a:pt x="756539" y="1475772"/>
                  </a:cubicBezTo>
                  <a:cubicBezTo>
                    <a:pt x="755269" y="1472420"/>
                    <a:pt x="760349" y="1471664"/>
                    <a:pt x="759777" y="1472096"/>
                  </a:cubicBezTo>
                  <a:cubicBezTo>
                    <a:pt x="764032" y="1471226"/>
                    <a:pt x="766318" y="1477608"/>
                    <a:pt x="765873" y="1477068"/>
                  </a:cubicBezTo>
                  <a:cubicBezTo>
                    <a:pt x="767461" y="1480313"/>
                    <a:pt x="771715" y="1478687"/>
                    <a:pt x="771080" y="1478687"/>
                  </a:cubicBezTo>
                  <a:cubicBezTo>
                    <a:pt x="774509" y="1477500"/>
                    <a:pt x="774826" y="1472959"/>
                    <a:pt x="774636" y="1473499"/>
                  </a:cubicBezTo>
                  <a:cubicBezTo>
                    <a:pt x="775398" y="1466254"/>
                    <a:pt x="786193" y="1478255"/>
                    <a:pt x="788797" y="1471448"/>
                  </a:cubicBezTo>
                  <a:lnTo>
                    <a:pt x="792352" y="1462469"/>
                  </a:lnTo>
                  <a:cubicBezTo>
                    <a:pt x="794004" y="1458361"/>
                    <a:pt x="798322" y="1463225"/>
                    <a:pt x="797242" y="1467549"/>
                  </a:cubicBezTo>
                  <a:cubicBezTo>
                    <a:pt x="797242" y="1468203"/>
                    <a:pt x="794765" y="1473499"/>
                    <a:pt x="799211" y="1473931"/>
                  </a:cubicBezTo>
                  <a:cubicBezTo>
                    <a:pt x="799719" y="1473823"/>
                    <a:pt x="802767" y="1474255"/>
                    <a:pt x="803846" y="1471118"/>
                  </a:cubicBezTo>
                  <a:cubicBezTo>
                    <a:pt x="805942" y="1465066"/>
                    <a:pt x="807720" y="1461066"/>
                    <a:pt x="806767" y="1456735"/>
                  </a:cubicBezTo>
                  <a:cubicBezTo>
                    <a:pt x="806767" y="1456087"/>
                    <a:pt x="806005" y="1453173"/>
                    <a:pt x="808482" y="1450899"/>
                  </a:cubicBezTo>
                  <a:lnTo>
                    <a:pt x="808736" y="1450684"/>
                  </a:lnTo>
                  <a:cubicBezTo>
                    <a:pt x="809371" y="1450144"/>
                    <a:pt x="810006" y="1449928"/>
                    <a:pt x="810577" y="1449820"/>
                  </a:cubicBezTo>
                  <a:lnTo>
                    <a:pt x="789686" y="1427322"/>
                  </a:lnTo>
                  <a:lnTo>
                    <a:pt x="807529" y="1414349"/>
                  </a:lnTo>
                  <a:lnTo>
                    <a:pt x="774319" y="1369042"/>
                  </a:lnTo>
                  <a:lnTo>
                    <a:pt x="746061" y="1369042"/>
                  </a:lnTo>
                  <a:lnTo>
                    <a:pt x="716725" y="1332275"/>
                  </a:lnTo>
                  <a:lnTo>
                    <a:pt x="735202" y="1299071"/>
                  </a:lnTo>
                  <a:lnTo>
                    <a:pt x="727646" y="1271823"/>
                  </a:lnTo>
                  <a:lnTo>
                    <a:pt x="756983" y="1228027"/>
                  </a:lnTo>
                  <a:lnTo>
                    <a:pt x="785240" y="1263606"/>
                  </a:lnTo>
                  <a:lnTo>
                    <a:pt x="804799" y="1252900"/>
                  </a:lnTo>
                  <a:lnTo>
                    <a:pt x="800481" y="1220890"/>
                  </a:lnTo>
                  <a:lnTo>
                    <a:pt x="878650" y="1160444"/>
                  </a:lnTo>
                  <a:lnTo>
                    <a:pt x="938402" y="1159250"/>
                  </a:lnTo>
                  <a:lnTo>
                    <a:pt x="997267" y="1194398"/>
                  </a:lnTo>
                  <a:lnTo>
                    <a:pt x="998347" y="1216889"/>
                  </a:lnTo>
                  <a:lnTo>
                    <a:pt x="1023048" y="1225646"/>
                  </a:lnTo>
                  <a:lnTo>
                    <a:pt x="1028446" y="1203154"/>
                  </a:lnTo>
                  <a:lnTo>
                    <a:pt x="1063180" y="1223271"/>
                  </a:lnTo>
                  <a:lnTo>
                    <a:pt x="1090358" y="1196017"/>
                  </a:lnTo>
                  <a:lnTo>
                    <a:pt x="1164145" y="1193642"/>
                  </a:lnTo>
                  <a:lnTo>
                    <a:pt x="1203262" y="1223271"/>
                  </a:lnTo>
                  <a:lnTo>
                    <a:pt x="1273301" y="1211047"/>
                  </a:lnTo>
                  <a:lnTo>
                    <a:pt x="1284224" y="1181850"/>
                  </a:lnTo>
                  <a:lnTo>
                    <a:pt x="1220788" y="1145083"/>
                  </a:lnTo>
                  <a:lnTo>
                    <a:pt x="1232662" y="1119131"/>
                  </a:lnTo>
                  <a:lnTo>
                    <a:pt x="1201927" y="1110482"/>
                  </a:lnTo>
                  <a:lnTo>
                    <a:pt x="1189038" y="1129945"/>
                  </a:lnTo>
                  <a:lnTo>
                    <a:pt x="1172210" y="1114807"/>
                  </a:lnTo>
                  <a:lnTo>
                    <a:pt x="1180084" y="1041274"/>
                  </a:lnTo>
                  <a:lnTo>
                    <a:pt x="1210818" y="1026135"/>
                  </a:lnTo>
                  <a:lnTo>
                    <a:pt x="1216787" y="980720"/>
                  </a:lnTo>
                  <a:lnTo>
                    <a:pt x="1144460" y="1010997"/>
                  </a:lnTo>
                  <a:lnTo>
                    <a:pt x="1113727" y="972065"/>
                  </a:lnTo>
                  <a:lnTo>
                    <a:pt x="1145477" y="950437"/>
                  </a:lnTo>
                  <a:lnTo>
                    <a:pt x="1155319" y="977475"/>
                  </a:lnTo>
                  <a:lnTo>
                    <a:pt x="1206817" y="939623"/>
                  </a:lnTo>
                  <a:lnTo>
                    <a:pt x="1193292" y="908051"/>
                  </a:lnTo>
                  <a:lnTo>
                    <a:pt x="1128585" y="905777"/>
                  </a:lnTo>
                  <a:lnTo>
                    <a:pt x="1116202" y="870522"/>
                  </a:lnTo>
                  <a:lnTo>
                    <a:pt x="1151318" y="857765"/>
                  </a:lnTo>
                  <a:lnTo>
                    <a:pt x="1146429" y="820243"/>
                  </a:lnTo>
                  <a:lnTo>
                    <a:pt x="1168526" y="826294"/>
                  </a:lnTo>
                  <a:lnTo>
                    <a:pt x="1178877" y="812020"/>
                  </a:lnTo>
                  <a:lnTo>
                    <a:pt x="1169924" y="794722"/>
                  </a:lnTo>
                  <a:lnTo>
                    <a:pt x="1178115" y="782714"/>
                  </a:lnTo>
                  <a:lnTo>
                    <a:pt x="1193292" y="782714"/>
                  </a:lnTo>
                  <a:lnTo>
                    <a:pt x="1201483" y="758711"/>
                  </a:lnTo>
                  <a:lnTo>
                    <a:pt x="1187767" y="747465"/>
                  </a:lnTo>
                  <a:lnTo>
                    <a:pt x="1188402" y="726485"/>
                  </a:lnTo>
                  <a:lnTo>
                    <a:pt x="1160145" y="701936"/>
                  </a:lnTo>
                  <a:lnTo>
                    <a:pt x="1200214" y="633057"/>
                  </a:lnTo>
                  <a:lnTo>
                    <a:pt x="1191323" y="583635"/>
                  </a:lnTo>
                  <a:lnTo>
                    <a:pt x="1205547" y="523622"/>
                  </a:lnTo>
                  <a:lnTo>
                    <a:pt x="1189927" y="484690"/>
                  </a:lnTo>
                  <a:lnTo>
                    <a:pt x="1214818" y="420675"/>
                  </a:lnTo>
                  <a:lnTo>
                    <a:pt x="1200848" y="388233"/>
                  </a:lnTo>
                  <a:lnTo>
                    <a:pt x="1228217" y="351575"/>
                  </a:lnTo>
                  <a:lnTo>
                    <a:pt x="1247394" y="365634"/>
                  </a:lnTo>
                  <a:lnTo>
                    <a:pt x="1287780" y="320320"/>
                  </a:lnTo>
                  <a:lnTo>
                    <a:pt x="1326007" y="304642"/>
                  </a:lnTo>
                  <a:lnTo>
                    <a:pt x="1343089" y="270580"/>
                  </a:lnTo>
                  <a:lnTo>
                    <a:pt x="1409954" y="238138"/>
                  </a:lnTo>
                  <a:lnTo>
                    <a:pt x="1415161" y="215431"/>
                  </a:lnTo>
                  <a:lnTo>
                    <a:pt x="1447673" y="190126"/>
                  </a:lnTo>
                  <a:lnTo>
                    <a:pt x="1440688" y="181147"/>
                  </a:lnTo>
                  <a:lnTo>
                    <a:pt x="1454594" y="173470"/>
                  </a:lnTo>
                  <a:lnTo>
                    <a:pt x="1455102" y="174334"/>
                  </a:lnTo>
                  <a:close/>
                  <a:moveTo>
                    <a:pt x="207899" y="639433"/>
                  </a:moveTo>
                  <a:lnTo>
                    <a:pt x="206057" y="643656"/>
                  </a:lnTo>
                  <a:cubicBezTo>
                    <a:pt x="204343" y="647764"/>
                    <a:pt x="198818" y="644951"/>
                    <a:pt x="199327" y="644951"/>
                  </a:cubicBezTo>
                  <a:cubicBezTo>
                    <a:pt x="191897" y="642138"/>
                    <a:pt x="199327" y="664630"/>
                    <a:pt x="191643" y="666795"/>
                  </a:cubicBezTo>
                  <a:cubicBezTo>
                    <a:pt x="189102" y="667119"/>
                    <a:pt x="183769" y="670688"/>
                    <a:pt x="180657" y="666471"/>
                  </a:cubicBezTo>
                  <a:cubicBezTo>
                    <a:pt x="179959" y="665931"/>
                    <a:pt x="178371" y="662579"/>
                    <a:pt x="174434" y="662471"/>
                  </a:cubicBezTo>
                  <a:lnTo>
                    <a:pt x="166560" y="662147"/>
                  </a:lnTo>
                  <a:cubicBezTo>
                    <a:pt x="161607" y="661925"/>
                    <a:pt x="155384" y="670688"/>
                    <a:pt x="156083" y="675660"/>
                  </a:cubicBezTo>
                  <a:cubicBezTo>
                    <a:pt x="156083" y="676307"/>
                    <a:pt x="158114" y="682689"/>
                    <a:pt x="153670" y="682257"/>
                  </a:cubicBezTo>
                  <a:cubicBezTo>
                    <a:pt x="148272" y="681178"/>
                    <a:pt x="140589" y="683337"/>
                    <a:pt x="140144" y="677501"/>
                  </a:cubicBezTo>
                  <a:cubicBezTo>
                    <a:pt x="139826" y="672847"/>
                    <a:pt x="139826" y="668414"/>
                    <a:pt x="137795" y="664414"/>
                  </a:cubicBezTo>
                  <a:cubicBezTo>
                    <a:pt x="128015" y="645491"/>
                    <a:pt x="127698" y="643649"/>
                    <a:pt x="123571" y="642030"/>
                  </a:cubicBezTo>
                  <a:cubicBezTo>
                    <a:pt x="123063" y="641598"/>
                    <a:pt x="118618" y="641059"/>
                    <a:pt x="118618" y="636410"/>
                  </a:cubicBezTo>
                  <a:lnTo>
                    <a:pt x="118618" y="629489"/>
                  </a:lnTo>
                  <a:cubicBezTo>
                    <a:pt x="118935" y="619430"/>
                    <a:pt x="96964" y="608293"/>
                    <a:pt x="102298" y="601911"/>
                  </a:cubicBezTo>
                  <a:cubicBezTo>
                    <a:pt x="103886" y="599529"/>
                    <a:pt x="108902" y="595961"/>
                    <a:pt x="108331" y="590557"/>
                  </a:cubicBezTo>
                  <a:cubicBezTo>
                    <a:pt x="108331" y="589693"/>
                    <a:pt x="106489" y="583096"/>
                    <a:pt x="111061" y="583096"/>
                  </a:cubicBezTo>
                  <a:cubicBezTo>
                    <a:pt x="113411" y="582772"/>
                    <a:pt x="118301" y="584067"/>
                    <a:pt x="121729" y="580607"/>
                  </a:cubicBezTo>
                  <a:cubicBezTo>
                    <a:pt x="122618" y="579527"/>
                    <a:pt x="127190" y="576606"/>
                    <a:pt x="127190" y="571526"/>
                  </a:cubicBezTo>
                  <a:cubicBezTo>
                    <a:pt x="127381" y="570878"/>
                    <a:pt x="126428" y="565468"/>
                    <a:pt x="130428" y="566878"/>
                  </a:cubicBezTo>
                  <a:cubicBezTo>
                    <a:pt x="131381" y="567418"/>
                    <a:pt x="136778" y="567957"/>
                    <a:pt x="137858" y="572821"/>
                  </a:cubicBezTo>
                  <a:cubicBezTo>
                    <a:pt x="138302" y="573793"/>
                    <a:pt x="138176" y="579851"/>
                    <a:pt x="142748" y="579527"/>
                  </a:cubicBezTo>
                  <a:cubicBezTo>
                    <a:pt x="145034" y="579743"/>
                    <a:pt x="151320" y="577362"/>
                    <a:pt x="153035" y="582124"/>
                  </a:cubicBezTo>
                  <a:cubicBezTo>
                    <a:pt x="157163" y="592938"/>
                    <a:pt x="157797" y="596831"/>
                    <a:pt x="161989" y="597910"/>
                  </a:cubicBezTo>
                  <a:cubicBezTo>
                    <a:pt x="188658" y="604076"/>
                    <a:pt x="190817" y="603644"/>
                    <a:pt x="193167" y="607861"/>
                  </a:cubicBezTo>
                  <a:cubicBezTo>
                    <a:pt x="207581" y="633273"/>
                    <a:pt x="209740" y="634893"/>
                    <a:pt x="207772" y="639433"/>
                  </a:cubicBezTo>
                  <a:lnTo>
                    <a:pt x="207899" y="639433"/>
                  </a:lnTo>
                  <a:close/>
                  <a:moveTo>
                    <a:pt x="258127" y="447060"/>
                  </a:moveTo>
                  <a:cubicBezTo>
                    <a:pt x="259207" y="442735"/>
                    <a:pt x="257937" y="434080"/>
                    <a:pt x="263017" y="435274"/>
                  </a:cubicBezTo>
                  <a:cubicBezTo>
                    <a:pt x="265493" y="436138"/>
                    <a:pt x="270573" y="435922"/>
                    <a:pt x="273812" y="440030"/>
                  </a:cubicBezTo>
                  <a:cubicBezTo>
                    <a:pt x="283019" y="451708"/>
                    <a:pt x="284734" y="455385"/>
                    <a:pt x="289306" y="456356"/>
                  </a:cubicBezTo>
                  <a:cubicBezTo>
                    <a:pt x="293179" y="457766"/>
                    <a:pt x="299783" y="457010"/>
                    <a:pt x="301434" y="462306"/>
                  </a:cubicBezTo>
                  <a:lnTo>
                    <a:pt x="302704" y="466630"/>
                  </a:lnTo>
                  <a:cubicBezTo>
                    <a:pt x="305181" y="474847"/>
                    <a:pt x="284670" y="463817"/>
                    <a:pt x="281749" y="471933"/>
                  </a:cubicBezTo>
                  <a:cubicBezTo>
                    <a:pt x="280733" y="473768"/>
                    <a:pt x="279336" y="482201"/>
                    <a:pt x="276542" y="477984"/>
                  </a:cubicBezTo>
                  <a:cubicBezTo>
                    <a:pt x="259334" y="452895"/>
                    <a:pt x="257619" y="451924"/>
                    <a:pt x="258127" y="447060"/>
                  </a:cubicBezTo>
                  <a:close/>
                  <a:moveTo>
                    <a:pt x="338201" y="603314"/>
                  </a:moveTo>
                  <a:cubicBezTo>
                    <a:pt x="338201" y="603314"/>
                    <a:pt x="320801" y="628079"/>
                    <a:pt x="316166" y="627863"/>
                  </a:cubicBezTo>
                  <a:cubicBezTo>
                    <a:pt x="311150" y="626892"/>
                    <a:pt x="302704" y="628943"/>
                    <a:pt x="304102" y="623431"/>
                  </a:cubicBezTo>
                  <a:cubicBezTo>
                    <a:pt x="307022" y="612185"/>
                    <a:pt x="308801" y="608400"/>
                    <a:pt x="306070" y="604616"/>
                  </a:cubicBezTo>
                  <a:cubicBezTo>
                    <a:pt x="299021" y="594773"/>
                    <a:pt x="297307" y="590989"/>
                    <a:pt x="292862" y="590125"/>
                  </a:cubicBezTo>
                  <a:cubicBezTo>
                    <a:pt x="283654" y="588392"/>
                    <a:pt x="277368" y="588068"/>
                    <a:pt x="274065" y="584391"/>
                  </a:cubicBezTo>
                  <a:cubicBezTo>
                    <a:pt x="260540" y="570008"/>
                    <a:pt x="256730" y="567741"/>
                    <a:pt x="260286" y="564820"/>
                  </a:cubicBezTo>
                  <a:cubicBezTo>
                    <a:pt x="270764" y="556496"/>
                    <a:pt x="274256" y="554870"/>
                    <a:pt x="272605" y="550546"/>
                  </a:cubicBezTo>
                  <a:cubicBezTo>
                    <a:pt x="270128" y="544164"/>
                    <a:pt x="267652" y="539408"/>
                    <a:pt x="268922" y="534760"/>
                  </a:cubicBezTo>
                  <a:cubicBezTo>
                    <a:pt x="269367" y="534004"/>
                    <a:pt x="270128" y="526543"/>
                    <a:pt x="273176" y="530219"/>
                  </a:cubicBezTo>
                  <a:cubicBezTo>
                    <a:pt x="283019" y="542437"/>
                    <a:pt x="284416" y="545250"/>
                    <a:pt x="288671" y="545466"/>
                  </a:cubicBezTo>
                  <a:cubicBezTo>
                    <a:pt x="293751" y="545142"/>
                    <a:pt x="301878" y="548380"/>
                    <a:pt x="301307" y="542653"/>
                  </a:cubicBezTo>
                  <a:cubicBezTo>
                    <a:pt x="300227" y="530543"/>
                    <a:pt x="298640" y="524701"/>
                    <a:pt x="302704" y="526651"/>
                  </a:cubicBezTo>
                  <a:lnTo>
                    <a:pt x="312927" y="531299"/>
                  </a:lnTo>
                  <a:cubicBezTo>
                    <a:pt x="319595" y="534436"/>
                    <a:pt x="309626" y="552603"/>
                    <a:pt x="314389" y="560064"/>
                  </a:cubicBezTo>
                  <a:cubicBezTo>
                    <a:pt x="338518" y="597586"/>
                    <a:pt x="341122" y="599098"/>
                    <a:pt x="338138" y="603098"/>
                  </a:cubicBezTo>
                  <a:lnTo>
                    <a:pt x="338201" y="6033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5D5EE150-C805-D1A6-4031-1D169544B8D9}"/>
                </a:ext>
              </a:extLst>
            </p:cNvPr>
            <p:cNvSpPr/>
            <p:nvPr/>
          </p:nvSpPr>
          <p:spPr>
            <a:xfrm>
              <a:off x="5996371" y="2638920"/>
              <a:ext cx="7397" cy="8893"/>
            </a:xfrm>
            <a:custGeom>
              <a:avLst/>
              <a:gdLst>
                <a:gd name="csX0" fmla="*/ 6126 w 8531"/>
                <a:gd name="csY0" fmla="*/ 2684 h 10256"/>
                <a:gd name="csX1" fmla="*/ 30 w 8531"/>
                <a:gd name="csY1" fmla="*/ 2144 h 10256"/>
                <a:gd name="csX2" fmla="*/ 30 w 8531"/>
                <a:gd name="csY2" fmla="*/ 3116 h 10256"/>
                <a:gd name="csX3" fmla="*/ 5047 w 8531"/>
                <a:gd name="csY3" fmla="*/ 9822 h 10256"/>
                <a:gd name="csX4" fmla="*/ 6253 w 8531"/>
                <a:gd name="csY4" fmla="*/ 2792 h 10256"/>
                <a:gd name="csX5" fmla="*/ 6126 w 8531"/>
                <a:gd name="csY5" fmla="*/ 2684 h 1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31" h="10256">
                  <a:moveTo>
                    <a:pt x="6126" y="2684"/>
                  </a:moveTo>
                  <a:cubicBezTo>
                    <a:pt x="5237" y="2360"/>
                    <a:pt x="475" y="-2828"/>
                    <a:pt x="30" y="2144"/>
                  </a:cubicBezTo>
                  <a:lnTo>
                    <a:pt x="30" y="3116"/>
                  </a:lnTo>
                  <a:cubicBezTo>
                    <a:pt x="-477" y="7771"/>
                    <a:pt x="5555" y="10361"/>
                    <a:pt x="5047" y="9822"/>
                  </a:cubicBezTo>
                  <a:cubicBezTo>
                    <a:pt x="9048" y="11987"/>
                    <a:pt x="9810" y="5497"/>
                    <a:pt x="6253" y="2792"/>
                  </a:cubicBezTo>
                  <a:lnTo>
                    <a:pt x="6126" y="2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FB8EFB9C-3960-D327-B332-5CF13ABE44F6}"/>
                </a:ext>
              </a:extLst>
            </p:cNvPr>
            <p:cNvSpPr/>
            <p:nvPr/>
          </p:nvSpPr>
          <p:spPr>
            <a:xfrm>
              <a:off x="5730618" y="3233290"/>
              <a:ext cx="308120" cy="198968"/>
            </a:xfrm>
            <a:custGeom>
              <a:avLst/>
              <a:gdLst>
                <a:gd name="csX0" fmla="*/ 105537 w 355345"/>
                <a:gd name="csY0" fmla="*/ 221570 h 229463"/>
                <a:gd name="csX1" fmla="*/ 203581 w 355345"/>
                <a:gd name="csY1" fmla="*/ 229464 h 229463"/>
                <a:gd name="csX2" fmla="*/ 221869 w 355345"/>
                <a:gd name="csY2" fmla="*/ 212274 h 229463"/>
                <a:gd name="csX3" fmla="*/ 263017 w 355345"/>
                <a:gd name="csY3" fmla="*/ 205892 h 229463"/>
                <a:gd name="csX4" fmla="*/ 287274 w 355345"/>
                <a:gd name="csY4" fmla="*/ 219189 h 229463"/>
                <a:gd name="csX5" fmla="*/ 314516 w 355345"/>
                <a:gd name="csY5" fmla="*/ 221139 h 229463"/>
                <a:gd name="csX6" fmla="*/ 314643 w 355345"/>
                <a:gd name="csY6" fmla="*/ 221139 h 229463"/>
                <a:gd name="csX7" fmla="*/ 316040 w 355345"/>
                <a:gd name="csY7" fmla="*/ 198107 h 229463"/>
                <a:gd name="csX8" fmla="*/ 324612 w 355345"/>
                <a:gd name="csY8" fmla="*/ 179616 h 229463"/>
                <a:gd name="csX9" fmla="*/ 324041 w 355345"/>
                <a:gd name="csY9" fmla="*/ 169018 h 229463"/>
                <a:gd name="csX10" fmla="*/ 328422 w 355345"/>
                <a:gd name="csY10" fmla="*/ 163931 h 229463"/>
                <a:gd name="csX11" fmla="*/ 336106 w 355345"/>
                <a:gd name="csY11" fmla="*/ 173774 h 229463"/>
                <a:gd name="csX12" fmla="*/ 352743 w 355345"/>
                <a:gd name="csY12" fmla="*/ 166637 h 229463"/>
                <a:gd name="csX13" fmla="*/ 355346 w 355345"/>
                <a:gd name="csY13" fmla="*/ 156039 h 229463"/>
                <a:gd name="csX14" fmla="*/ 355219 w 355345"/>
                <a:gd name="csY14" fmla="*/ 156039 h 229463"/>
                <a:gd name="csX15" fmla="*/ 331026 w 355345"/>
                <a:gd name="csY15" fmla="*/ 145548 h 229463"/>
                <a:gd name="csX16" fmla="*/ 316040 w 355345"/>
                <a:gd name="csY16" fmla="*/ 156578 h 229463"/>
                <a:gd name="csX17" fmla="*/ 293560 w 355345"/>
                <a:gd name="csY17" fmla="*/ 142526 h 229463"/>
                <a:gd name="csX18" fmla="*/ 299720 w 355345"/>
                <a:gd name="csY18" fmla="*/ 94615 h 229463"/>
                <a:gd name="csX19" fmla="*/ 241491 w 355345"/>
                <a:gd name="csY19" fmla="*/ 0 h 229463"/>
                <a:gd name="csX20" fmla="*/ 224727 w 355345"/>
                <a:gd name="csY20" fmla="*/ 20542 h 229463"/>
                <a:gd name="csX21" fmla="*/ 192977 w 355345"/>
                <a:gd name="csY21" fmla="*/ 23787 h 229463"/>
                <a:gd name="csX22" fmla="*/ 178626 w 355345"/>
                <a:gd name="csY22" fmla="*/ 36220 h 229463"/>
                <a:gd name="csX23" fmla="*/ 161798 w 355345"/>
                <a:gd name="csY23" fmla="*/ 22708 h 229463"/>
                <a:gd name="csX24" fmla="*/ 98743 w 355345"/>
                <a:gd name="csY24" fmla="*/ 21514 h 229463"/>
                <a:gd name="csX25" fmla="*/ 88964 w 355345"/>
                <a:gd name="csY25" fmla="*/ 33522 h 229463"/>
                <a:gd name="csX26" fmla="*/ 74613 w 355345"/>
                <a:gd name="csY26" fmla="*/ 32436 h 229463"/>
                <a:gd name="csX27" fmla="*/ 32449 w 355345"/>
                <a:gd name="csY27" fmla="*/ 109214 h 229463"/>
                <a:gd name="csX28" fmla="*/ 0 w 355345"/>
                <a:gd name="csY28" fmla="*/ 111163 h 229463"/>
                <a:gd name="csX29" fmla="*/ 21018 w 355345"/>
                <a:gd name="csY29" fmla="*/ 146088 h 229463"/>
                <a:gd name="csX30" fmla="*/ 45276 w 355345"/>
                <a:gd name="csY30" fmla="*/ 158420 h 229463"/>
                <a:gd name="csX31" fmla="*/ 44704 w 355345"/>
                <a:gd name="csY31" fmla="*/ 178098 h 229463"/>
                <a:gd name="csX32" fmla="*/ 63436 w 355345"/>
                <a:gd name="csY32" fmla="*/ 184804 h 229463"/>
                <a:gd name="csX33" fmla="*/ 74803 w 355345"/>
                <a:gd name="csY33" fmla="*/ 174961 h 229463"/>
                <a:gd name="csX34" fmla="*/ 93726 w 355345"/>
                <a:gd name="csY34" fmla="*/ 186969 h 229463"/>
                <a:gd name="csX35" fmla="*/ 85280 w 355345"/>
                <a:gd name="csY35" fmla="*/ 196266 h 229463"/>
                <a:gd name="csX36" fmla="*/ 95250 w 355345"/>
                <a:gd name="csY36" fmla="*/ 203619 h 229463"/>
                <a:gd name="csX37" fmla="*/ 111570 w 355345"/>
                <a:gd name="csY37" fmla="*/ 207512 h 229463"/>
                <a:gd name="csX38" fmla="*/ 105220 w 355345"/>
                <a:gd name="csY38" fmla="*/ 221786 h 229463"/>
                <a:gd name="csX39" fmla="*/ 105537 w 355345"/>
                <a:gd name="csY39" fmla="*/ 221570 h 229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55345" h="229463">
                  <a:moveTo>
                    <a:pt x="105537" y="221570"/>
                  </a:moveTo>
                  <a:lnTo>
                    <a:pt x="203581" y="229464"/>
                  </a:lnTo>
                  <a:lnTo>
                    <a:pt x="221869" y="212274"/>
                  </a:lnTo>
                  <a:lnTo>
                    <a:pt x="263017" y="205892"/>
                  </a:lnTo>
                  <a:lnTo>
                    <a:pt x="287274" y="219189"/>
                  </a:lnTo>
                  <a:lnTo>
                    <a:pt x="314516" y="221139"/>
                  </a:lnTo>
                  <a:lnTo>
                    <a:pt x="314643" y="221139"/>
                  </a:lnTo>
                  <a:lnTo>
                    <a:pt x="316040" y="198107"/>
                  </a:lnTo>
                  <a:cubicBezTo>
                    <a:pt x="316484" y="190754"/>
                    <a:pt x="324930" y="186537"/>
                    <a:pt x="324612" y="179616"/>
                  </a:cubicBezTo>
                  <a:lnTo>
                    <a:pt x="324041" y="169018"/>
                  </a:lnTo>
                  <a:cubicBezTo>
                    <a:pt x="323850" y="165125"/>
                    <a:pt x="329057" y="163500"/>
                    <a:pt x="328422" y="163931"/>
                  </a:cubicBezTo>
                  <a:cubicBezTo>
                    <a:pt x="334899" y="161449"/>
                    <a:pt x="329374" y="175393"/>
                    <a:pt x="336106" y="173774"/>
                  </a:cubicBezTo>
                  <a:cubicBezTo>
                    <a:pt x="348297" y="170745"/>
                    <a:pt x="351790" y="170745"/>
                    <a:pt x="352743" y="166637"/>
                  </a:cubicBezTo>
                  <a:lnTo>
                    <a:pt x="355346" y="156039"/>
                  </a:lnTo>
                  <a:lnTo>
                    <a:pt x="355219" y="156039"/>
                  </a:lnTo>
                  <a:lnTo>
                    <a:pt x="331026" y="145548"/>
                  </a:lnTo>
                  <a:lnTo>
                    <a:pt x="316040" y="156578"/>
                  </a:lnTo>
                  <a:lnTo>
                    <a:pt x="293560" y="142526"/>
                  </a:lnTo>
                  <a:lnTo>
                    <a:pt x="299720" y="94615"/>
                  </a:lnTo>
                  <a:lnTo>
                    <a:pt x="241491" y="0"/>
                  </a:lnTo>
                  <a:lnTo>
                    <a:pt x="224727" y="20542"/>
                  </a:lnTo>
                  <a:lnTo>
                    <a:pt x="192977" y="23787"/>
                  </a:lnTo>
                  <a:lnTo>
                    <a:pt x="178626" y="36220"/>
                  </a:lnTo>
                  <a:lnTo>
                    <a:pt x="161798" y="22708"/>
                  </a:lnTo>
                  <a:lnTo>
                    <a:pt x="98743" y="21514"/>
                  </a:lnTo>
                  <a:lnTo>
                    <a:pt x="88964" y="33522"/>
                  </a:lnTo>
                  <a:lnTo>
                    <a:pt x="74613" y="32436"/>
                  </a:lnTo>
                  <a:lnTo>
                    <a:pt x="32449" y="109214"/>
                  </a:lnTo>
                  <a:lnTo>
                    <a:pt x="0" y="111163"/>
                  </a:lnTo>
                  <a:lnTo>
                    <a:pt x="21018" y="146088"/>
                  </a:lnTo>
                  <a:lnTo>
                    <a:pt x="45276" y="158420"/>
                  </a:lnTo>
                  <a:lnTo>
                    <a:pt x="44704" y="178098"/>
                  </a:lnTo>
                  <a:lnTo>
                    <a:pt x="63436" y="184804"/>
                  </a:lnTo>
                  <a:lnTo>
                    <a:pt x="74803" y="174961"/>
                  </a:lnTo>
                  <a:lnTo>
                    <a:pt x="93726" y="186969"/>
                  </a:lnTo>
                  <a:lnTo>
                    <a:pt x="85280" y="196266"/>
                  </a:lnTo>
                  <a:lnTo>
                    <a:pt x="95250" y="203619"/>
                  </a:lnTo>
                  <a:lnTo>
                    <a:pt x="111570" y="207512"/>
                  </a:lnTo>
                  <a:lnTo>
                    <a:pt x="105220" y="221786"/>
                  </a:lnTo>
                  <a:lnTo>
                    <a:pt x="105537" y="22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8AD85F92-0FF8-01A5-D678-5D3D43632AD8}"/>
                </a:ext>
              </a:extLst>
            </p:cNvPr>
            <p:cNvSpPr/>
            <p:nvPr/>
          </p:nvSpPr>
          <p:spPr>
            <a:xfrm>
              <a:off x="4511300" y="3830046"/>
              <a:ext cx="16842" cy="8939"/>
            </a:xfrm>
            <a:custGeom>
              <a:avLst/>
              <a:gdLst>
                <a:gd name="csX0" fmla="*/ 18738 w 19423"/>
                <a:gd name="csY0" fmla="*/ 8078 h 10309"/>
                <a:gd name="csX1" fmla="*/ 18738 w 19423"/>
                <a:gd name="csY1" fmla="*/ 7862 h 10309"/>
                <a:gd name="csX2" fmla="*/ 17976 w 19423"/>
                <a:gd name="csY2" fmla="*/ 2883 h 10309"/>
                <a:gd name="csX3" fmla="*/ 5961 w 19423"/>
                <a:gd name="csY3" fmla="*/ 832 h 10309"/>
                <a:gd name="csX4" fmla="*/ 875 w 19423"/>
                <a:gd name="csY4" fmla="*/ 4287 h 10309"/>
                <a:gd name="csX5" fmla="*/ 8451 w 19423"/>
                <a:gd name="csY5" fmla="*/ 9481 h 10309"/>
                <a:gd name="csX6" fmla="*/ 18738 w 19423"/>
                <a:gd name="csY6" fmla="*/ 8078 h 10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423" h="10309">
                  <a:moveTo>
                    <a:pt x="18738" y="8078"/>
                  </a:moveTo>
                  <a:lnTo>
                    <a:pt x="18738" y="7862"/>
                  </a:lnTo>
                  <a:cubicBezTo>
                    <a:pt x="20789" y="5049"/>
                    <a:pt x="17544" y="2344"/>
                    <a:pt x="17976" y="2883"/>
                  </a:cubicBezTo>
                  <a:cubicBezTo>
                    <a:pt x="13645" y="-470"/>
                    <a:pt x="9537" y="3531"/>
                    <a:pt x="5961" y="832"/>
                  </a:cubicBezTo>
                  <a:cubicBezTo>
                    <a:pt x="3040" y="-1333"/>
                    <a:pt x="-2046" y="1048"/>
                    <a:pt x="875" y="4287"/>
                  </a:cubicBezTo>
                  <a:cubicBezTo>
                    <a:pt x="1523" y="4833"/>
                    <a:pt x="4126" y="8725"/>
                    <a:pt x="8451" y="9481"/>
                  </a:cubicBezTo>
                  <a:cubicBezTo>
                    <a:pt x="8451" y="9481"/>
                    <a:pt x="16026" y="12078"/>
                    <a:pt x="18738" y="80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E423E9EC-9920-D4DB-11E6-FB173F4CBAAE}"/>
                </a:ext>
              </a:extLst>
            </p:cNvPr>
            <p:cNvSpPr/>
            <p:nvPr/>
          </p:nvSpPr>
          <p:spPr>
            <a:xfrm>
              <a:off x="4537379" y="3819747"/>
              <a:ext cx="8077" cy="6516"/>
            </a:xfrm>
            <a:custGeom>
              <a:avLst/>
              <a:gdLst>
                <a:gd name="csX0" fmla="*/ 4352 w 9315"/>
                <a:gd name="csY0" fmla="*/ 270 h 7515"/>
                <a:gd name="csX1" fmla="*/ 4352 w 9315"/>
                <a:gd name="csY1" fmla="*/ 7515 h 7515"/>
                <a:gd name="csX2" fmla="*/ 5438 w 9315"/>
                <a:gd name="csY2" fmla="*/ 7515 h 7515"/>
                <a:gd name="csX3" fmla="*/ 4352 w 9315"/>
                <a:gd name="csY3" fmla="*/ 270 h 7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15" h="7515">
                  <a:moveTo>
                    <a:pt x="4352" y="270"/>
                  </a:moveTo>
                  <a:cubicBezTo>
                    <a:pt x="-842" y="2435"/>
                    <a:pt x="-2029" y="7515"/>
                    <a:pt x="4352" y="7515"/>
                  </a:cubicBezTo>
                  <a:lnTo>
                    <a:pt x="5438" y="7515"/>
                  </a:lnTo>
                  <a:cubicBezTo>
                    <a:pt x="12036" y="7515"/>
                    <a:pt x="9223" y="-1673"/>
                    <a:pt x="4352" y="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097890EB-1EFF-0099-9D3B-BA649ED861D6}"/>
                </a:ext>
              </a:extLst>
            </p:cNvPr>
            <p:cNvSpPr/>
            <p:nvPr/>
          </p:nvSpPr>
          <p:spPr>
            <a:xfrm>
              <a:off x="4229097" y="3645853"/>
              <a:ext cx="24149" cy="9196"/>
            </a:xfrm>
            <a:custGeom>
              <a:avLst/>
              <a:gdLst>
                <a:gd name="csX0" fmla="*/ 27493 w 27850"/>
                <a:gd name="csY0" fmla="*/ 5522 h 10606"/>
                <a:gd name="csX1" fmla="*/ 7580 w 27850"/>
                <a:gd name="csY1" fmla="*/ 1737 h 10606"/>
                <a:gd name="csX2" fmla="*/ 7142 w 27850"/>
                <a:gd name="csY2" fmla="*/ 1306 h 10606"/>
                <a:gd name="csX3" fmla="*/ 1516 w 27850"/>
                <a:gd name="csY3" fmla="*/ 442 h 10606"/>
                <a:gd name="csX4" fmla="*/ 8120 w 27850"/>
                <a:gd name="csY4" fmla="*/ 10602 h 10606"/>
                <a:gd name="csX5" fmla="*/ 27710 w 27850"/>
                <a:gd name="csY5" fmla="*/ 6386 h 10606"/>
                <a:gd name="csX6" fmla="*/ 27493 w 27850"/>
                <a:gd name="csY6" fmla="*/ 5522 h 10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50" h="10606">
                  <a:moveTo>
                    <a:pt x="27493" y="5522"/>
                  </a:moveTo>
                  <a:cubicBezTo>
                    <a:pt x="25760" y="-1184"/>
                    <a:pt x="12990" y="7141"/>
                    <a:pt x="7580" y="1737"/>
                  </a:cubicBezTo>
                  <a:lnTo>
                    <a:pt x="7142" y="1306"/>
                  </a:lnTo>
                  <a:cubicBezTo>
                    <a:pt x="4761" y="-1076"/>
                    <a:pt x="868" y="550"/>
                    <a:pt x="1516" y="442"/>
                  </a:cubicBezTo>
                  <a:cubicBezTo>
                    <a:pt x="-3031" y="2601"/>
                    <a:pt x="3681" y="10818"/>
                    <a:pt x="8120" y="10602"/>
                  </a:cubicBezTo>
                  <a:cubicBezTo>
                    <a:pt x="23811" y="9846"/>
                    <a:pt x="28789" y="10818"/>
                    <a:pt x="27710" y="6386"/>
                  </a:cubicBezTo>
                  <a:lnTo>
                    <a:pt x="27493" y="55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7DF0EC0A-1B01-5777-3C8C-17BE14446F45}"/>
                </a:ext>
              </a:extLst>
            </p:cNvPr>
            <p:cNvSpPr/>
            <p:nvPr/>
          </p:nvSpPr>
          <p:spPr>
            <a:xfrm>
              <a:off x="4142953" y="3623397"/>
              <a:ext cx="16002" cy="7718"/>
            </a:xfrm>
            <a:custGeom>
              <a:avLst/>
              <a:gdLst>
                <a:gd name="csX0" fmla="*/ 311 w 18455"/>
                <a:gd name="csY0" fmla="*/ 2654 h 8901"/>
                <a:gd name="csX1" fmla="*/ 95 w 18455"/>
                <a:gd name="csY1" fmla="*/ 3517 h 8901"/>
                <a:gd name="csX2" fmla="*/ 2584 w 18455"/>
                <a:gd name="csY2" fmla="*/ 7194 h 8901"/>
                <a:gd name="csX3" fmla="*/ 18383 w 18455"/>
                <a:gd name="csY3" fmla="*/ 6006 h 8901"/>
                <a:gd name="csX4" fmla="*/ 14490 w 18455"/>
                <a:gd name="csY4" fmla="*/ 2006 h 8901"/>
                <a:gd name="csX5" fmla="*/ 203 w 18455"/>
                <a:gd name="csY5" fmla="*/ 2546 h 8901"/>
                <a:gd name="csX6" fmla="*/ 311 w 18455"/>
                <a:gd name="csY6" fmla="*/ 2654 h 8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55" h="8901">
                  <a:moveTo>
                    <a:pt x="311" y="2654"/>
                  </a:moveTo>
                  <a:lnTo>
                    <a:pt x="95" y="3517"/>
                  </a:lnTo>
                  <a:cubicBezTo>
                    <a:pt x="-337" y="5359"/>
                    <a:pt x="742" y="6978"/>
                    <a:pt x="2584" y="7194"/>
                  </a:cubicBezTo>
                  <a:cubicBezTo>
                    <a:pt x="10267" y="7518"/>
                    <a:pt x="19361" y="11525"/>
                    <a:pt x="18383" y="6006"/>
                  </a:cubicBezTo>
                  <a:cubicBezTo>
                    <a:pt x="18059" y="5467"/>
                    <a:pt x="17627" y="2654"/>
                    <a:pt x="14490" y="2006"/>
                  </a:cubicBezTo>
                  <a:cubicBezTo>
                    <a:pt x="8642" y="1466"/>
                    <a:pt x="1498" y="-2534"/>
                    <a:pt x="203" y="2546"/>
                  </a:cubicBezTo>
                  <a:lnTo>
                    <a:pt x="311" y="2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5ED52187-BA21-DDF7-35FF-BF4589A90F38}"/>
                </a:ext>
              </a:extLst>
            </p:cNvPr>
            <p:cNvSpPr/>
            <p:nvPr/>
          </p:nvSpPr>
          <p:spPr>
            <a:xfrm>
              <a:off x="4180155" y="3612641"/>
              <a:ext cx="11473" cy="8119"/>
            </a:xfrm>
            <a:custGeom>
              <a:avLst/>
              <a:gdLst>
                <a:gd name="csX0" fmla="*/ 160 w 13231"/>
                <a:gd name="csY0" fmla="*/ 3596 h 9363"/>
                <a:gd name="csX1" fmla="*/ 1024 w 13231"/>
                <a:gd name="csY1" fmla="*/ 6086 h 9363"/>
                <a:gd name="csX2" fmla="*/ 13147 w 13231"/>
                <a:gd name="csY2" fmla="*/ 5654 h 9363"/>
                <a:gd name="csX3" fmla="*/ 8384 w 13231"/>
                <a:gd name="csY3" fmla="*/ 136 h 9363"/>
                <a:gd name="csX4" fmla="*/ 160 w 13231"/>
                <a:gd name="csY4" fmla="*/ 3596 h 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31" h="9363">
                  <a:moveTo>
                    <a:pt x="160" y="3596"/>
                  </a:moveTo>
                  <a:lnTo>
                    <a:pt x="1024" y="6086"/>
                  </a:lnTo>
                  <a:cubicBezTo>
                    <a:pt x="2542" y="10734"/>
                    <a:pt x="14340" y="10302"/>
                    <a:pt x="13147" y="5654"/>
                  </a:cubicBezTo>
                  <a:cubicBezTo>
                    <a:pt x="12823" y="5108"/>
                    <a:pt x="12715" y="28"/>
                    <a:pt x="8384" y="136"/>
                  </a:cubicBezTo>
                  <a:cubicBezTo>
                    <a:pt x="8384" y="136"/>
                    <a:pt x="-1357" y="-1052"/>
                    <a:pt x="160" y="3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E175E4D3-7543-8D78-20DA-54C7CC265872}"/>
                </a:ext>
              </a:extLst>
            </p:cNvPr>
            <p:cNvSpPr/>
            <p:nvPr/>
          </p:nvSpPr>
          <p:spPr>
            <a:xfrm>
              <a:off x="4152556" y="3614719"/>
              <a:ext cx="13565" cy="8375"/>
            </a:xfrm>
            <a:custGeom>
              <a:avLst/>
              <a:gdLst>
                <a:gd name="csX0" fmla="*/ 1249 w 15644"/>
                <a:gd name="csY0" fmla="*/ 3474 h 9659"/>
                <a:gd name="csX1" fmla="*/ 15207 w 15644"/>
                <a:gd name="csY1" fmla="*/ 7906 h 9659"/>
                <a:gd name="csX2" fmla="*/ 7523 w 15644"/>
                <a:gd name="csY2" fmla="*/ 121 h 9659"/>
                <a:gd name="csX3" fmla="*/ 1249 w 15644"/>
                <a:gd name="csY3" fmla="*/ 3474 h 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644" h="9659">
                  <a:moveTo>
                    <a:pt x="1249" y="3474"/>
                  </a:moveTo>
                  <a:cubicBezTo>
                    <a:pt x="11314" y="8230"/>
                    <a:pt x="17372" y="12015"/>
                    <a:pt x="15207" y="7906"/>
                  </a:cubicBezTo>
                  <a:cubicBezTo>
                    <a:pt x="13480" y="5525"/>
                    <a:pt x="12502" y="-965"/>
                    <a:pt x="7523" y="121"/>
                  </a:cubicBezTo>
                  <a:cubicBezTo>
                    <a:pt x="5466" y="769"/>
                    <a:pt x="-3189" y="1309"/>
                    <a:pt x="1249" y="347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CA30AD96-1125-7E3C-46E6-7518E16EADFF}"/>
                </a:ext>
              </a:extLst>
            </p:cNvPr>
            <p:cNvSpPr/>
            <p:nvPr/>
          </p:nvSpPr>
          <p:spPr>
            <a:xfrm>
              <a:off x="4131084" y="3616583"/>
              <a:ext cx="7977" cy="8109"/>
            </a:xfrm>
            <a:custGeom>
              <a:avLst/>
              <a:gdLst>
                <a:gd name="csX0" fmla="*/ 1121 w 9200"/>
                <a:gd name="csY0" fmla="*/ 7051 h 9352"/>
                <a:gd name="csX1" fmla="*/ 8804 w 9200"/>
                <a:gd name="csY1" fmla="*/ 7591 h 9352"/>
                <a:gd name="csX2" fmla="*/ 7617 w 9200"/>
                <a:gd name="csY2" fmla="*/ 1108 h 9352"/>
                <a:gd name="csX3" fmla="*/ 1229 w 9200"/>
                <a:gd name="csY3" fmla="*/ 6944 h 9352"/>
                <a:gd name="csX4" fmla="*/ 1121 w 9200"/>
                <a:gd name="csY4" fmla="*/ 7051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00" h="9352">
                  <a:moveTo>
                    <a:pt x="1121" y="7051"/>
                  </a:moveTo>
                  <a:cubicBezTo>
                    <a:pt x="2200" y="7375"/>
                    <a:pt x="6963" y="11700"/>
                    <a:pt x="8804" y="7591"/>
                  </a:cubicBezTo>
                  <a:cubicBezTo>
                    <a:pt x="10214" y="4346"/>
                    <a:pt x="7395" y="454"/>
                    <a:pt x="7617" y="1108"/>
                  </a:cubicBezTo>
                  <a:cubicBezTo>
                    <a:pt x="4797" y="-2791"/>
                    <a:pt x="-2994" y="4677"/>
                    <a:pt x="1229" y="6944"/>
                  </a:cubicBezTo>
                  <a:lnTo>
                    <a:pt x="1121" y="7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37D41B96-908E-2226-4DCD-7CFD07C8FC49}"/>
                </a:ext>
              </a:extLst>
            </p:cNvPr>
            <p:cNvSpPr/>
            <p:nvPr/>
          </p:nvSpPr>
          <p:spPr>
            <a:xfrm>
              <a:off x="4250271" y="3679978"/>
              <a:ext cx="8212" cy="5488"/>
            </a:xfrm>
            <a:custGeom>
              <a:avLst/>
              <a:gdLst>
                <a:gd name="csX0" fmla="*/ 1879 w 9471"/>
                <a:gd name="csY0" fmla="*/ 4990 h 6329"/>
                <a:gd name="csX1" fmla="*/ 9131 w 9471"/>
                <a:gd name="csY1" fmla="*/ 3688 h 6329"/>
                <a:gd name="csX2" fmla="*/ 3721 w 9471"/>
                <a:gd name="csY2" fmla="*/ 659 h 6329"/>
                <a:gd name="csX3" fmla="*/ 1879 w 9471"/>
                <a:gd name="csY3" fmla="*/ 4990 h 6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71" h="6329">
                  <a:moveTo>
                    <a:pt x="1879" y="4990"/>
                  </a:moveTo>
                  <a:cubicBezTo>
                    <a:pt x="3289" y="5098"/>
                    <a:pt x="11188" y="8667"/>
                    <a:pt x="9131" y="3688"/>
                  </a:cubicBezTo>
                  <a:cubicBezTo>
                    <a:pt x="8591" y="3040"/>
                    <a:pt x="7722" y="-1716"/>
                    <a:pt x="3721" y="659"/>
                  </a:cubicBezTo>
                  <a:cubicBezTo>
                    <a:pt x="3067" y="1313"/>
                    <a:pt x="-2991" y="3688"/>
                    <a:pt x="1879" y="4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A333AC19-0A0D-4251-48E0-B35440CDF972}"/>
                </a:ext>
              </a:extLst>
            </p:cNvPr>
            <p:cNvSpPr/>
            <p:nvPr/>
          </p:nvSpPr>
          <p:spPr>
            <a:xfrm>
              <a:off x="4057655" y="3590433"/>
              <a:ext cx="8156" cy="5483"/>
            </a:xfrm>
            <a:custGeom>
              <a:avLst/>
              <a:gdLst>
                <a:gd name="csX0" fmla="*/ 1812 w 9406"/>
                <a:gd name="csY0" fmla="*/ 4984 h 6323"/>
                <a:gd name="csX1" fmla="*/ 9063 w 9406"/>
                <a:gd name="csY1" fmla="*/ 3688 h 6323"/>
                <a:gd name="csX2" fmla="*/ 3761 w 9406"/>
                <a:gd name="csY2" fmla="*/ 659 h 6323"/>
                <a:gd name="csX3" fmla="*/ 1812 w 9406"/>
                <a:gd name="csY3" fmla="*/ 4984 h 6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06" h="6323">
                  <a:moveTo>
                    <a:pt x="1812" y="4984"/>
                  </a:moveTo>
                  <a:cubicBezTo>
                    <a:pt x="3323" y="5092"/>
                    <a:pt x="11121" y="8660"/>
                    <a:pt x="9063" y="3688"/>
                  </a:cubicBezTo>
                  <a:cubicBezTo>
                    <a:pt x="8524" y="3040"/>
                    <a:pt x="7654" y="-1716"/>
                    <a:pt x="3761" y="659"/>
                  </a:cubicBezTo>
                  <a:cubicBezTo>
                    <a:pt x="3107" y="1307"/>
                    <a:pt x="-2951" y="3796"/>
                    <a:pt x="1812" y="49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56917655-A667-E312-2380-D7967CA59AA8}"/>
                </a:ext>
              </a:extLst>
            </p:cNvPr>
            <p:cNvSpPr/>
            <p:nvPr/>
          </p:nvSpPr>
          <p:spPr>
            <a:xfrm>
              <a:off x="4160738" y="3603937"/>
              <a:ext cx="8211" cy="5458"/>
            </a:xfrm>
            <a:custGeom>
              <a:avLst/>
              <a:gdLst>
                <a:gd name="csX0" fmla="*/ 1878 w 9469"/>
                <a:gd name="csY0" fmla="*/ 4987 h 6294"/>
                <a:gd name="csX1" fmla="*/ 9130 w 9469"/>
                <a:gd name="csY1" fmla="*/ 3685 h 6294"/>
                <a:gd name="csX2" fmla="*/ 3720 w 9469"/>
                <a:gd name="csY2" fmla="*/ 662 h 6294"/>
                <a:gd name="csX3" fmla="*/ 1878 w 9469"/>
                <a:gd name="csY3" fmla="*/ 4987 h 6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69" h="6294">
                  <a:moveTo>
                    <a:pt x="1878" y="4987"/>
                  </a:moveTo>
                  <a:cubicBezTo>
                    <a:pt x="3288" y="4987"/>
                    <a:pt x="11187" y="8663"/>
                    <a:pt x="9130" y="3685"/>
                  </a:cubicBezTo>
                  <a:cubicBezTo>
                    <a:pt x="8590" y="3037"/>
                    <a:pt x="7727" y="-1719"/>
                    <a:pt x="3720" y="662"/>
                  </a:cubicBezTo>
                  <a:cubicBezTo>
                    <a:pt x="3072" y="1310"/>
                    <a:pt x="-2992" y="3793"/>
                    <a:pt x="1878" y="49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CDF6E083-8170-6E8A-D669-A601102D7186}"/>
                </a:ext>
              </a:extLst>
            </p:cNvPr>
            <p:cNvSpPr/>
            <p:nvPr/>
          </p:nvSpPr>
          <p:spPr>
            <a:xfrm>
              <a:off x="4764646" y="3489268"/>
              <a:ext cx="106680" cy="192732"/>
            </a:xfrm>
            <a:custGeom>
              <a:avLst/>
              <a:gdLst>
                <a:gd name="csX0" fmla="*/ 90449 w 123030"/>
                <a:gd name="csY0" fmla="*/ 184271 h 222272"/>
                <a:gd name="csX1" fmla="*/ 94888 w 123030"/>
                <a:gd name="csY1" fmla="*/ 174644 h 222272"/>
                <a:gd name="csX2" fmla="*/ 80060 w 123030"/>
                <a:gd name="csY2" fmla="*/ 161341 h 222272"/>
                <a:gd name="csX3" fmla="*/ 91966 w 123030"/>
                <a:gd name="csY3" fmla="*/ 137770 h 222272"/>
                <a:gd name="csX4" fmla="*/ 74104 w 123030"/>
                <a:gd name="csY4" fmla="*/ 111277 h 222272"/>
                <a:gd name="csX5" fmla="*/ 94132 w 123030"/>
                <a:gd name="csY5" fmla="*/ 108356 h 222272"/>
                <a:gd name="csX6" fmla="*/ 97808 w 123030"/>
                <a:gd name="csY6" fmla="*/ 51581 h 222272"/>
                <a:gd name="csX7" fmla="*/ 123031 w 123030"/>
                <a:gd name="csY7" fmla="*/ 27254 h 222272"/>
                <a:gd name="csX8" fmla="*/ 107441 w 123030"/>
                <a:gd name="csY8" fmla="*/ 7353 h 222272"/>
                <a:gd name="csX9" fmla="*/ 54730 w 123030"/>
                <a:gd name="csY9" fmla="*/ 16224 h 222272"/>
                <a:gd name="csX10" fmla="*/ 49536 w 123030"/>
                <a:gd name="csY10" fmla="*/ 0 h 222272"/>
                <a:gd name="csX11" fmla="*/ 23666 w 123030"/>
                <a:gd name="csY11" fmla="*/ 12224 h 222272"/>
                <a:gd name="csX12" fmla="*/ 29298 w 123030"/>
                <a:gd name="csY12" fmla="*/ 47149 h 222272"/>
                <a:gd name="csX13" fmla="*/ 21831 w 123030"/>
                <a:gd name="csY13" fmla="*/ 88887 h 222272"/>
                <a:gd name="csX14" fmla="*/ 9054 w 123030"/>
                <a:gd name="csY14" fmla="*/ 116357 h 222272"/>
                <a:gd name="csX15" fmla="*/ 2997 w 123030"/>
                <a:gd name="csY15" fmla="*/ 124466 h 222272"/>
                <a:gd name="csX16" fmla="*/ 2781 w 123030"/>
                <a:gd name="csY16" fmla="*/ 149339 h 222272"/>
                <a:gd name="csX17" fmla="*/ 8623 w 123030"/>
                <a:gd name="csY17" fmla="*/ 152908 h 222272"/>
                <a:gd name="csX18" fmla="*/ 10464 w 123030"/>
                <a:gd name="csY18" fmla="*/ 162097 h 222272"/>
                <a:gd name="csX19" fmla="*/ 24536 w 123030"/>
                <a:gd name="csY19" fmla="*/ 162858 h 222272"/>
                <a:gd name="csX20" fmla="*/ 23342 w 123030"/>
                <a:gd name="csY20" fmla="*/ 203194 h 222272"/>
                <a:gd name="csX21" fmla="*/ 22586 w 123030"/>
                <a:gd name="csY21" fmla="*/ 221469 h 222272"/>
                <a:gd name="csX22" fmla="*/ 36112 w 123030"/>
                <a:gd name="csY22" fmla="*/ 218656 h 222272"/>
                <a:gd name="csX23" fmla="*/ 62737 w 123030"/>
                <a:gd name="csY23" fmla="*/ 221037 h 222272"/>
                <a:gd name="csX24" fmla="*/ 74428 w 123030"/>
                <a:gd name="csY24" fmla="*/ 215519 h 222272"/>
                <a:gd name="csX25" fmla="*/ 77139 w 123030"/>
                <a:gd name="csY25" fmla="*/ 215411 h 222272"/>
                <a:gd name="csX26" fmla="*/ 76269 w 123030"/>
                <a:gd name="csY26" fmla="*/ 193351 h 222272"/>
                <a:gd name="csX27" fmla="*/ 90449 w 123030"/>
                <a:gd name="csY27" fmla="*/ 184156 h 222272"/>
                <a:gd name="csX28" fmla="*/ 90449 w 123030"/>
                <a:gd name="csY28" fmla="*/ 184271 h 222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23030" h="222272">
                  <a:moveTo>
                    <a:pt x="90449" y="184271"/>
                  </a:moveTo>
                  <a:lnTo>
                    <a:pt x="94888" y="174644"/>
                  </a:lnTo>
                  <a:lnTo>
                    <a:pt x="80060" y="161341"/>
                  </a:lnTo>
                  <a:lnTo>
                    <a:pt x="91966" y="137770"/>
                  </a:lnTo>
                  <a:lnTo>
                    <a:pt x="74104" y="111277"/>
                  </a:lnTo>
                  <a:lnTo>
                    <a:pt x="94132" y="108356"/>
                  </a:lnTo>
                  <a:lnTo>
                    <a:pt x="97808" y="51581"/>
                  </a:lnTo>
                  <a:lnTo>
                    <a:pt x="123031" y="27254"/>
                  </a:lnTo>
                  <a:lnTo>
                    <a:pt x="107441" y="7353"/>
                  </a:lnTo>
                  <a:lnTo>
                    <a:pt x="54730" y="16224"/>
                  </a:lnTo>
                  <a:lnTo>
                    <a:pt x="49536" y="0"/>
                  </a:lnTo>
                  <a:lnTo>
                    <a:pt x="23666" y="12224"/>
                  </a:lnTo>
                  <a:cubicBezTo>
                    <a:pt x="29730" y="42824"/>
                    <a:pt x="29946" y="43040"/>
                    <a:pt x="29298" y="47149"/>
                  </a:cubicBezTo>
                  <a:cubicBezTo>
                    <a:pt x="23450" y="84023"/>
                    <a:pt x="23558" y="84887"/>
                    <a:pt x="21831" y="88887"/>
                  </a:cubicBezTo>
                  <a:cubicBezTo>
                    <a:pt x="13277" y="109760"/>
                    <a:pt x="12629" y="113328"/>
                    <a:pt x="9054" y="116357"/>
                  </a:cubicBezTo>
                  <a:cubicBezTo>
                    <a:pt x="8083" y="117329"/>
                    <a:pt x="3536" y="119926"/>
                    <a:pt x="2997" y="124466"/>
                  </a:cubicBezTo>
                  <a:cubicBezTo>
                    <a:pt x="-39" y="145555"/>
                    <a:pt x="-1766" y="149123"/>
                    <a:pt x="2781" y="149339"/>
                  </a:cubicBezTo>
                  <a:cubicBezTo>
                    <a:pt x="3320" y="149555"/>
                    <a:pt x="8191" y="148692"/>
                    <a:pt x="8623" y="152908"/>
                  </a:cubicBezTo>
                  <a:cubicBezTo>
                    <a:pt x="8623" y="152908"/>
                    <a:pt x="9702" y="163182"/>
                    <a:pt x="10464" y="162097"/>
                  </a:cubicBezTo>
                  <a:cubicBezTo>
                    <a:pt x="10896" y="161449"/>
                    <a:pt x="24536" y="157016"/>
                    <a:pt x="24536" y="162858"/>
                  </a:cubicBezTo>
                  <a:cubicBezTo>
                    <a:pt x="24536" y="197676"/>
                    <a:pt x="24967" y="198869"/>
                    <a:pt x="23342" y="203194"/>
                  </a:cubicBezTo>
                  <a:cubicBezTo>
                    <a:pt x="22154" y="207734"/>
                    <a:pt x="12191" y="224930"/>
                    <a:pt x="22586" y="221469"/>
                  </a:cubicBezTo>
                  <a:cubicBezTo>
                    <a:pt x="27673" y="219843"/>
                    <a:pt x="31788" y="217900"/>
                    <a:pt x="36112" y="218656"/>
                  </a:cubicBezTo>
                  <a:cubicBezTo>
                    <a:pt x="56464" y="222225"/>
                    <a:pt x="58953" y="223412"/>
                    <a:pt x="62737" y="221037"/>
                  </a:cubicBezTo>
                  <a:cubicBezTo>
                    <a:pt x="66636" y="218656"/>
                    <a:pt x="70103" y="215843"/>
                    <a:pt x="74428" y="215519"/>
                  </a:cubicBezTo>
                  <a:cubicBezTo>
                    <a:pt x="75406" y="215519"/>
                    <a:pt x="76269" y="215519"/>
                    <a:pt x="77139" y="215411"/>
                  </a:cubicBezTo>
                  <a:lnTo>
                    <a:pt x="76269" y="193351"/>
                  </a:lnTo>
                  <a:lnTo>
                    <a:pt x="90449" y="184156"/>
                  </a:lnTo>
                  <a:lnTo>
                    <a:pt x="90449" y="1842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76B262EC-B6DF-D234-6461-83D62225031E}"/>
                </a:ext>
              </a:extLst>
            </p:cNvPr>
            <p:cNvSpPr/>
            <p:nvPr/>
          </p:nvSpPr>
          <p:spPr>
            <a:xfrm>
              <a:off x="5528022" y="2928164"/>
              <a:ext cx="330446" cy="275305"/>
            </a:xfrm>
            <a:custGeom>
              <a:avLst/>
              <a:gdLst>
                <a:gd name="csX0" fmla="*/ 358425 w 381093"/>
                <a:gd name="csY0" fmla="*/ 184709 h 317500"/>
                <a:gd name="csX1" fmla="*/ 360965 w 381093"/>
                <a:gd name="csY1" fmla="*/ 153346 h 317500"/>
                <a:gd name="csX2" fmla="*/ 342677 w 381093"/>
                <a:gd name="csY2" fmla="*/ 144158 h 317500"/>
                <a:gd name="csX3" fmla="*/ 351122 w 381093"/>
                <a:gd name="csY3" fmla="*/ 127934 h 317500"/>
                <a:gd name="csX4" fmla="*/ 370871 w 381093"/>
                <a:gd name="csY4" fmla="*/ 118745 h 317500"/>
                <a:gd name="csX5" fmla="*/ 370871 w 381093"/>
                <a:gd name="csY5" fmla="*/ 93332 h 317500"/>
                <a:gd name="csX6" fmla="*/ 354551 w 381093"/>
                <a:gd name="csY6" fmla="*/ 39262 h 317500"/>
                <a:gd name="csX7" fmla="*/ 336708 w 381093"/>
                <a:gd name="csY7" fmla="*/ 24124 h 317500"/>
                <a:gd name="csX8" fmla="*/ 323246 w 381093"/>
                <a:gd name="csY8" fmla="*/ 30074 h 317500"/>
                <a:gd name="csX9" fmla="*/ 218534 w 381093"/>
                <a:gd name="csY9" fmla="*/ 22612 h 317500"/>
                <a:gd name="csX10" fmla="*/ 199992 w 381093"/>
                <a:gd name="csY10" fmla="*/ 34398 h 317500"/>
                <a:gd name="csX11" fmla="*/ 205199 w 381093"/>
                <a:gd name="csY11" fmla="*/ 25965 h 317500"/>
                <a:gd name="csX12" fmla="*/ 170446 w 381093"/>
                <a:gd name="csY12" fmla="*/ 19907 h 317500"/>
                <a:gd name="csX13" fmla="*/ 169043 w 381093"/>
                <a:gd name="csY13" fmla="*/ 9309 h 317500"/>
                <a:gd name="csX14" fmla="*/ 179863 w 381093"/>
                <a:gd name="csY14" fmla="*/ 12338 h 317500"/>
                <a:gd name="csX15" fmla="*/ 160057 w 381093"/>
                <a:gd name="csY15" fmla="*/ 13 h 317500"/>
                <a:gd name="csX16" fmla="*/ 124986 w 381093"/>
                <a:gd name="csY16" fmla="*/ 5201 h 317500"/>
                <a:gd name="csX17" fmla="*/ 110375 w 381093"/>
                <a:gd name="csY17" fmla="*/ 13526 h 317500"/>
                <a:gd name="csX18" fmla="*/ 93706 w 381093"/>
                <a:gd name="csY18" fmla="*/ 18936 h 317500"/>
                <a:gd name="csX19" fmla="*/ 82022 w 381093"/>
                <a:gd name="csY19" fmla="*/ 32449 h 317500"/>
                <a:gd name="csX20" fmla="*/ 70224 w 381093"/>
                <a:gd name="csY20" fmla="*/ 34938 h 317500"/>
                <a:gd name="csX21" fmla="*/ 13721 w 381093"/>
                <a:gd name="csY21" fmla="*/ 50940 h 317500"/>
                <a:gd name="csX22" fmla="*/ 3980 w 381093"/>
                <a:gd name="csY22" fmla="*/ 47809 h 317500"/>
                <a:gd name="csX23" fmla="*/ 81 w 381093"/>
                <a:gd name="csY23" fmla="*/ 50832 h 317500"/>
                <a:gd name="csX24" fmla="*/ 14915 w 381093"/>
                <a:gd name="csY24" fmla="*/ 57537 h 317500"/>
                <a:gd name="csX25" fmla="*/ 25519 w 381093"/>
                <a:gd name="csY25" fmla="*/ 56350 h 317500"/>
                <a:gd name="csX26" fmla="*/ 16103 w 381093"/>
                <a:gd name="csY26" fmla="*/ 66301 h 317500"/>
                <a:gd name="csX27" fmla="*/ 9715 w 381093"/>
                <a:gd name="csY27" fmla="*/ 64567 h 317500"/>
                <a:gd name="csX28" fmla="*/ 15347 w 381093"/>
                <a:gd name="csY28" fmla="*/ 88037 h 317500"/>
                <a:gd name="csX29" fmla="*/ 7441 w 381093"/>
                <a:gd name="csY29" fmla="*/ 111608 h 317500"/>
                <a:gd name="csX30" fmla="*/ 24548 w 381093"/>
                <a:gd name="csY30" fmla="*/ 128588 h 317500"/>
                <a:gd name="csX31" fmla="*/ 23786 w 381093"/>
                <a:gd name="csY31" fmla="*/ 171514 h 317500"/>
                <a:gd name="csX32" fmla="*/ 36454 w 381093"/>
                <a:gd name="csY32" fmla="*/ 190983 h 317500"/>
                <a:gd name="csX33" fmla="*/ 36454 w 381093"/>
                <a:gd name="csY33" fmla="*/ 207201 h 317500"/>
                <a:gd name="csX34" fmla="*/ 59289 w 381093"/>
                <a:gd name="csY34" fmla="*/ 209042 h 317500"/>
                <a:gd name="csX35" fmla="*/ 64159 w 381093"/>
                <a:gd name="csY35" fmla="*/ 224181 h 317500"/>
                <a:gd name="csX36" fmla="*/ 90353 w 381093"/>
                <a:gd name="csY36" fmla="*/ 231534 h 317500"/>
                <a:gd name="csX37" fmla="*/ 82454 w 381093"/>
                <a:gd name="csY37" fmla="*/ 243427 h 317500"/>
                <a:gd name="csX38" fmla="*/ 99770 w 381093"/>
                <a:gd name="csY38" fmla="*/ 261271 h 317500"/>
                <a:gd name="csX39" fmla="*/ 111244 w 381093"/>
                <a:gd name="csY39" fmla="*/ 253702 h 317500"/>
                <a:gd name="csX40" fmla="*/ 110705 w 381093"/>
                <a:gd name="csY40" fmla="*/ 242348 h 317500"/>
                <a:gd name="csX41" fmla="*/ 141871 w 381093"/>
                <a:gd name="csY41" fmla="*/ 250457 h 317500"/>
                <a:gd name="csX42" fmla="*/ 135921 w 381093"/>
                <a:gd name="csY42" fmla="*/ 263430 h 317500"/>
                <a:gd name="csX43" fmla="*/ 169150 w 381093"/>
                <a:gd name="csY43" fmla="*/ 269380 h 317500"/>
                <a:gd name="csX44" fmla="*/ 180079 w 381093"/>
                <a:gd name="csY44" fmla="*/ 290468 h 317500"/>
                <a:gd name="csX45" fmla="*/ 193515 w 381093"/>
                <a:gd name="csY45" fmla="*/ 300634 h 317500"/>
                <a:gd name="csX46" fmla="*/ 204247 w 381093"/>
                <a:gd name="csY46" fmla="*/ 287007 h 317500"/>
                <a:gd name="csX47" fmla="*/ 219614 w 381093"/>
                <a:gd name="csY47" fmla="*/ 294577 h 317500"/>
                <a:gd name="csX48" fmla="*/ 219042 w 381093"/>
                <a:gd name="csY48" fmla="*/ 307118 h 317500"/>
                <a:gd name="csX49" fmla="*/ 234219 w 381093"/>
                <a:gd name="csY49" fmla="*/ 308204 h 317500"/>
                <a:gd name="csX50" fmla="*/ 241331 w 381093"/>
                <a:gd name="csY50" fmla="*/ 298685 h 317500"/>
                <a:gd name="csX51" fmla="*/ 271430 w 381093"/>
                <a:gd name="csY51" fmla="*/ 295008 h 317500"/>
                <a:gd name="csX52" fmla="*/ 297973 w 381093"/>
                <a:gd name="csY52" fmla="*/ 299980 h 317500"/>
                <a:gd name="csX53" fmla="*/ 303116 w 381093"/>
                <a:gd name="csY53" fmla="*/ 308204 h 317500"/>
                <a:gd name="csX54" fmla="*/ 321341 w 381093"/>
                <a:gd name="csY54" fmla="*/ 314255 h 317500"/>
                <a:gd name="csX55" fmla="*/ 335057 w 381093"/>
                <a:gd name="csY55" fmla="*/ 317500 h 317500"/>
                <a:gd name="csX56" fmla="*/ 325786 w 381093"/>
                <a:gd name="csY56" fmla="*/ 289497 h 317500"/>
                <a:gd name="csX57" fmla="*/ 362869 w 381093"/>
                <a:gd name="csY57" fmla="*/ 244075 h 317500"/>
                <a:gd name="csX58" fmla="*/ 374807 w 381093"/>
                <a:gd name="csY58" fmla="*/ 246133 h 317500"/>
                <a:gd name="csX59" fmla="*/ 381094 w 381093"/>
                <a:gd name="csY59" fmla="*/ 234779 h 317500"/>
                <a:gd name="csX60" fmla="*/ 358679 w 381093"/>
                <a:gd name="csY60" fmla="*/ 184493 h 317500"/>
                <a:gd name="csX61" fmla="*/ 358425 w 381093"/>
                <a:gd name="csY61" fmla="*/ 184709 h 3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381093" h="317500">
                  <a:moveTo>
                    <a:pt x="358425" y="184709"/>
                  </a:moveTo>
                  <a:lnTo>
                    <a:pt x="360965" y="153346"/>
                  </a:lnTo>
                  <a:lnTo>
                    <a:pt x="342677" y="144158"/>
                  </a:lnTo>
                  <a:lnTo>
                    <a:pt x="351122" y="127934"/>
                  </a:lnTo>
                  <a:lnTo>
                    <a:pt x="370871" y="118745"/>
                  </a:lnTo>
                  <a:lnTo>
                    <a:pt x="370871" y="93332"/>
                  </a:lnTo>
                  <a:lnTo>
                    <a:pt x="354551" y="39262"/>
                  </a:lnTo>
                  <a:lnTo>
                    <a:pt x="336708" y="24124"/>
                  </a:lnTo>
                  <a:lnTo>
                    <a:pt x="323246" y="30074"/>
                  </a:lnTo>
                  <a:lnTo>
                    <a:pt x="218534" y="22612"/>
                  </a:lnTo>
                  <a:cubicBezTo>
                    <a:pt x="204945" y="33750"/>
                    <a:pt x="202723" y="36233"/>
                    <a:pt x="199992" y="34398"/>
                  </a:cubicBezTo>
                  <a:cubicBezTo>
                    <a:pt x="196627" y="32125"/>
                    <a:pt x="205834" y="25311"/>
                    <a:pt x="205199" y="25965"/>
                  </a:cubicBezTo>
                  <a:cubicBezTo>
                    <a:pt x="211994" y="19584"/>
                    <a:pt x="176942" y="38399"/>
                    <a:pt x="170446" y="19907"/>
                  </a:cubicBezTo>
                  <a:cubicBezTo>
                    <a:pt x="169474" y="16015"/>
                    <a:pt x="164388" y="6604"/>
                    <a:pt x="169043" y="9309"/>
                  </a:cubicBezTo>
                  <a:cubicBezTo>
                    <a:pt x="173373" y="11259"/>
                    <a:pt x="180625" y="17850"/>
                    <a:pt x="179863" y="12338"/>
                  </a:cubicBezTo>
                  <a:cubicBezTo>
                    <a:pt x="178999" y="5740"/>
                    <a:pt x="163740" y="-317"/>
                    <a:pt x="160057" y="13"/>
                  </a:cubicBezTo>
                  <a:cubicBezTo>
                    <a:pt x="130834" y="3143"/>
                    <a:pt x="128993" y="2927"/>
                    <a:pt x="124986" y="5201"/>
                  </a:cubicBezTo>
                  <a:lnTo>
                    <a:pt x="110375" y="13526"/>
                  </a:lnTo>
                  <a:cubicBezTo>
                    <a:pt x="103993" y="17202"/>
                    <a:pt x="97929" y="14173"/>
                    <a:pt x="93706" y="18936"/>
                  </a:cubicBezTo>
                  <a:lnTo>
                    <a:pt x="82022" y="32449"/>
                  </a:lnTo>
                  <a:cubicBezTo>
                    <a:pt x="78663" y="36341"/>
                    <a:pt x="69569" y="34938"/>
                    <a:pt x="70224" y="34938"/>
                  </a:cubicBezTo>
                  <a:cubicBezTo>
                    <a:pt x="64807" y="34830"/>
                    <a:pt x="16750" y="49968"/>
                    <a:pt x="13721" y="50940"/>
                  </a:cubicBezTo>
                  <a:cubicBezTo>
                    <a:pt x="9282" y="52350"/>
                    <a:pt x="3333" y="47485"/>
                    <a:pt x="3980" y="47809"/>
                  </a:cubicBezTo>
                  <a:cubicBezTo>
                    <a:pt x="628" y="45644"/>
                    <a:pt x="-243" y="51486"/>
                    <a:pt x="81" y="50832"/>
                  </a:cubicBezTo>
                  <a:cubicBezTo>
                    <a:pt x="-1106" y="56782"/>
                    <a:pt x="11016" y="58839"/>
                    <a:pt x="14915" y="57537"/>
                  </a:cubicBezTo>
                  <a:cubicBezTo>
                    <a:pt x="22275" y="54947"/>
                    <a:pt x="27901" y="52134"/>
                    <a:pt x="25519" y="56350"/>
                  </a:cubicBezTo>
                  <a:cubicBezTo>
                    <a:pt x="22815" y="60027"/>
                    <a:pt x="21081" y="67704"/>
                    <a:pt x="16103" y="66301"/>
                  </a:cubicBezTo>
                  <a:cubicBezTo>
                    <a:pt x="13613" y="65646"/>
                    <a:pt x="11664" y="65107"/>
                    <a:pt x="9715" y="64567"/>
                  </a:cubicBezTo>
                  <a:lnTo>
                    <a:pt x="15347" y="88037"/>
                  </a:lnTo>
                  <a:lnTo>
                    <a:pt x="7441" y="111608"/>
                  </a:lnTo>
                  <a:lnTo>
                    <a:pt x="24548" y="128588"/>
                  </a:lnTo>
                  <a:lnTo>
                    <a:pt x="23786" y="171514"/>
                  </a:lnTo>
                  <a:lnTo>
                    <a:pt x="36454" y="190983"/>
                  </a:lnTo>
                  <a:lnTo>
                    <a:pt x="36454" y="207201"/>
                  </a:lnTo>
                  <a:lnTo>
                    <a:pt x="59289" y="209042"/>
                  </a:lnTo>
                  <a:lnTo>
                    <a:pt x="64159" y="224181"/>
                  </a:lnTo>
                  <a:lnTo>
                    <a:pt x="90353" y="231534"/>
                  </a:lnTo>
                  <a:lnTo>
                    <a:pt x="82454" y="243427"/>
                  </a:lnTo>
                  <a:lnTo>
                    <a:pt x="99770" y="261271"/>
                  </a:lnTo>
                  <a:lnTo>
                    <a:pt x="111244" y="253702"/>
                  </a:lnTo>
                  <a:lnTo>
                    <a:pt x="110705" y="242348"/>
                  </a:lnTo>
                  <a:lnTo>
                    <a:pt x="141871" y="250457"/>
                  </a:lnTo>
                  <a:lnTo>
                    <a:pt x="135921" y="263430"/>
                  </a:lnTo>
                  <a:lnTo>
                    <a:pt x="169150" y="269380"/>
                  </a:lnTo>
                  <a:lnTo>
                    <a:pt x="180079" y="290468"/>
                  </a:lnTo>
                  <a:lnTo>
                    <a:pt x="193515" y="300634"/>
                  </a:lnTo>
                  <a:lnTo>
                    <a:pt x="204247" y="287007"/>
                  </a:lnTo>
                  <a:lnTo>
                    <a:pt x="219614" y="294577"/>
                  </a:lnTo>
                  <a:lnTo>
                    <a:pt x="219042" y="307118"/>
                  </a:lnTo>
                  <a:lnTo>
                    <a:pt x="234219" y="308204"/>
                  </a:lnTo>
                  <a:lnTo>
                    <a:pt x="241331" y="298685"/>
                  </a:lnTo>
                  <a:lnTo>
                    <a:pt x="271430" y="295008"/>
                  </a:lnTo>
                  <a:lnTo>
                    <a:pt x="297973" y="299980"/>
                  </a:lnTo>
                  <a:lnTo>
                    <a:pt x="303116" y="308204"/>
                  </a:lnTo>
                  <a:lnTo>
                    <a:pt x="321341" y="314255"/>
                  </a:lnTo>
                  <a:lnTo>
                    <a:pt x="335057" y="317500"/>
                  </a:lnTo>
                  <a:lnTo>
                    <a:pt x="325786" y="289497"/>
                  </a:lnTo>
                  <a:lnTo>
                    <a:pt x="362869" y="244075"/>
                  </a:lnTo>
                  <a:lnTo>
                    <a:pt x="374807" y="246133"/>
                  </a:lnTo>
                  <a:lnTo>
                    <a:pt x="381094" y="234779"/>
                  </a:lnTo>
                  <a:lnTo>
                    <a:pt x="358679" y="184493"/>
                  </a:lnTo>
                  <a:lnTo>
                    <a:pt x="358425" y="1847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8D434FB4-20A4-2303-FCB0-0B0642C1CB4E}"/>
                </a:ext>
              </a:extLst>
            </p:cNvPr>
            <p:cNvSpPr/>
            <p:nvPr/>
          </p:nvSpPr>
          <p:spPr>
            <a:xfrm>
              <a:off x="5423406" y="2707702"/>
              <a:ext cx="4029" cy="4621"/>
            </a:xfrm>
            <a:custGeom>
              <a:avLst/>
              <a:gdLst>
                <a:gd name="csX0" fmla="*/ 265 w 4647"/>
                <a:gd name="csY0" fmla="*/ 3491 h 5329"/>
                <a:gd name="csX1" fmla="*/ 3840 w 4647"/>
                <a:gd name="csY1" fmla="*/ 3815 h 5329"/>
                <a:gd name="csX2" fmla="*/ 2761 w 4647"/>
                <a:gd name="csY2" fmla="*/ 138 h 5329"/>
                <a:gd name="csX3" fmla="*/ 50 w 4647"/>
                <a:gd name="csY3" fmla="*/ 2735 h 5329"/>
                <a:gd name="csX4" fmla="*/ 50 w 4647"/>
                <a:gd name="csY4" fmla="*/ 3599 h 5329"/>
                <a:gd name="csX5" fmla="*/ 265 w 4647"/>
                <a:gd name="csY5" fmla="*/ 3491 h 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47" h="5329">
                  <a:moveTo>
                    <a:pt x="265" y="3491"/>
                  </a:moveTo>
                  <a:cubicBezTo>
                    <a:pt x="920" y="7599"/>
                    <a:pt x="4488" y="3491"/>
                    <a:pt x="3840" y="3815"/>
                  </a:cubicBezTo>
                  <a:cubicBezTo>
                    <a:pt x="6330" y="1110"/>
                    <a:pt x="2215" y="-402"/>
                    <a:pt x="2761" y="138"/>
                  </a:cubicBezTo>
                  <a:cubicBezTo>
                    <a:pt x="1027" y="-402"/>
                    <a:pt x="-274" y="678"/>
                    <a:pt x="50" y="2735"/>
                  </a:cubicBezTo>
                  <a:lnTo>
                    <a:pt x="50" y="3599"/>
                  </a:lnTo>
                  <a:lnTo>
                    <a:pt x="265" y="34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CF3BBB8F-1164-EB8C-B44A-D268E43F9BFE}"/>
                </a:ext>
              </a:extLst>
            </p:cNvPr>
            <p:cNvSpPr/>
            <p:nvPr/>
          </p:nvSpPr>
          <p:spPr>
            <a:xfrm>
              <a:off x="5254081" y="2704820"/>
              <a:ext cx="6186" cy="5689"/>
            </a:xfrm>
            <a:custGeom>
              <a:avLst/>
              <a:gdLst>
                <a:gd name="csX0" fmla="*/ 4504 w 7134"/>
                <a:gd name="csY0" fmla="*/ 0 h 6561"/>
                <a:gd name="csX1" fmla="*/ 2338 w 7134"/>
                <a:gd name="csY1" fmla="*/ 6274 h 6561"/>
                <a:gd name="csX2" fmla="*/ 2669 w 7134"/>
                <a:gd name="csY2" fmla="*/ 6274 h 6561"/>
                <a:gd name="csX3" fmla="*/ 6993 w 7134"/>
                <a:gd name="csY3" fmla="*/ 3461 h 6561"/>
                <a:gd name="csX4" fmla="*/ 4612 w 7134"/>
                <a:gd name="csY4" fmla="*/ 0 h 6561"/>
                <a:gd name="csX5" fmla="*/ 4504 w 7134"/>
                <a:gd name="csY5" fmla="*/ 0 h 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34" h="6561">
                  <a:moveTo>
                    <a:pt x="4504" y="0"/>
                  </a:moveTo>
                  <a:cubicBezTo>
                    <a:pt x="71" y="0"/>
                    <a:pt x="-1878" y="4648"/>
                    <a:pt x="2338" y="6274"/>
                  </a:cubicBezTo>
                  <a:lnTo>
                    <a:pt x="2669" y="6274"/>
                  </a:lnTo>
                  <a:cubicBezTo>
                    <a:pt x="6129" y="7785"/>
                    <a:pt x="7539" y="2813"/>
                    <a:pt x="6993" y="3461"/>
                  </a:cubicBezTo>
                  <a:cubicBezTo>
                    <a:pt x="7539" y="1518"/>
                    <a:pt x="6453" y="0"/>
                    <a:pt x="4612" y="0"/>
                  </a:cubicBezTo>
                  <a:lnTo>
                    <a:pt x="4504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5255C8A0-8242-7915-29C2-1A8D0018A719}"/>
                </a:ext>
              </a:extLst>
            </p:cNvPr>
            <p:cNvSpPr/>
            <p:nvPr/>
          </p:nvSpPr>
          <p:spPr>
            <a:xfrm>
              <a:off x="5238019" y="2652298"/>
              <a:ext cx="6056" cy="7052"/>
            </a:xfrm>
            <a:custGeom>
              <a:avLst/>
              <a:gdLst>
                <a:gd name="csX0" fmla="*/ 2250 w 6984"/>
                <a:gd name="csY0" fmla="*/ 2178 h 8133"/>
                <a:gd name="csX1" fmla="*/ 1812 w 6984"/>
                <a:gd name="csY1" fmla="*/ 8128 h 8133"/>
                <a:gd name="csX2" fmla="*/ 2250 w 6984"/>
                <a:gd name="csY2" fmla="*/ 2178 h 8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84" h="8133">
                  <a:moveTo>
                    <a:pt x="2250" y="2178"/>
                  </a:moveTo>
                  <a:cubicBezTo>
                    <a:pt x="2028" y="2825"/>
                    <a:pt x="-2404" y="8344"/>
                    <a:pt x="1812" y="8128"/>
                  </a:cubicBezTo>
                  <a:cubicBezTo>
                    <a:pt x="10473" y="7696"/>
                    <a:pt x="6575" y="-4960"/>
                    <a:pt x="2250" y="21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BEC05410-84A0-BE0C-46E2-2124785DAA19}"/>
                </a:ext>
              </a:extLst>
            </p:cNvPr>
            <p:cNvSpPr/>
            <p:nvPr/>
          </p:nvSpPr>
          <p:spPr>
            <a:xfrm>
              <a:off x="5225360" y="2565623"/>
              <a:ext cx="6556" cy="11144"/>
            </a:xfrm>
            <a:custGeom>
              <a:avLst/>
              <a:gdLst>
                <a:gd name="csX0" fmla="*/ 720 w 7561"/>
                <a:gd name="csY0" fmla="*/ 2005 h 12852"/>
                <a:gd name="csX1" fmla="*/ 2237 w 7561"/>
                <a:gd name="csY1" fmla="*/ 12063 h 12852"/>
                <a:gd name="csX2" fmla="*/ 6460 w 7561"/>
                <a:gd name="csY2" fmla="*/ 3300 h 12852"/>
                <a:gd name="csX3" fmla="*/ 720 w 7561"/>
                <a:gd name="csY3" fmla="*/ 1897 h 12852"/>
                <a:gd name="csX4" fmla="*/ 720 w 7561"/>
                <a:gd name="csY4" fmla="*/ 2005 h 12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" h="12852">
                  <a:moveTo>
                    <a:pt x="720" y="2005"/>
                  </a:moveTo>
                  <a:cubicBezTo>
                    <a:pt x="720" y="5573"/>
                    <a:pt x="-1661" y="15740"/>
                    <a:pt x="2237" y="12063"/>
                  </a:cubicBezTo>
                  <a:cubicBezTo>
                    <a:pt x="3533" y="10330"/>
                    <a:pt x="10137" y="6761"/>
                    <a:pt x="6460" y="3300"/>
                  </a:cubicBezTo>
                  <a:cubicBezTo>
                    <a:pt x="6460" y="3300"/>
                    <a:pt x="1152" y="-3075"/>
                    <a:pt x="720" y="1897"/>
                  </a:cubicBezTo>
                  <a:lnTo>
                    <a:pt x="720" y="2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341AEAA2-4F76-B105-F84F-4BBBC0493748}"/>
                </a:ext>
              </a:extLst>
            </p:cNvPr>
            <p:cNvSpPr/>
            <p:nvPr/>
          </p:nvSpPr>
          <p:spPr>
            <a:xfrm>
              <a:off x="5248462" y="2524071"/>
              <a:ext cx="8123" cy="6948"/>
            </a:xfrm>
            <a:custGeom>
              <a:avLst/>
              <a:gdLst>
                <a:gd name="csX0" fmla="*/ 8932 w 9368"/>
                <a:gd name="csY0" fmla="*/ 3639 h 8013"/>
                <a:gd name="csX1" fmla="*/ 8284 w 9368"/>
                <a:gd name="csY1" fmla="*/ 2560 h 8013"/>
                <a:gd name="csX2" fmla="*/ 2550 w 9368"/>
                <a:gd name="csY2" fmla="*/ 178 h 8013"/>
                <a:gd name="csX3" fmla="*/ 277 w 9368"/>
                <a:gd name="csY3" fmla="*/ 5049 h 8013"/>
                <a:gd name="csX4" fmla="*/ 4493 w 9368"/>
                <a:gd name="csY4" fmla="*/ 7964 h 8013"/>
                <a:gd name="csX5" fmla="*/ 8824 w 9368"/>
                <a:gd name="csY5" fmla="*/ 3639 h 8013"/>
                <a:gd name="csX6" fmla="*/ 8932 w 9368"/>
                <a:gd name="csY6" fmla="*/ 3639 h 8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68" h="8013">
                  <a:moveTo>
                    <a:pt x="8932" y="3639"/>
                  </a:moveTo>
                  <a:lnTo>
                    <a:pt x="8284" y="2560"/>
                  </a:lnTo>
                  <a:cubicBezTo>
                    <a:pt x="6443" y="-793"/>
                    <a:pt x="2004" y="70"/>
                    <a:pt x="2550" y="178"/>
                  </a:cubicBezTo>
                  <a:cubicBezTo>
                    <a:pt x="-1025" y="826"/>
                    <a:pt x="169" y="5697"/>
                    <a:pt x="277" y="5049"/>
                  </a:cubicBezTo>
                  <a:cubicBezTo>
                    <a:pt x="817" y="6992"/>
                    <a:pt x="2658" y="8287"/>
                    <a:pt x="4493" y="7964"/>
                  </a:cubicBezTo>
                  <a:cubicBezTo>
                    <a:pt x="5039" y="7748"/>
                    <a:pt x="11205" y="7748"/>
                    <a:pt x="8824" y="3639"/>
                  </a:cubicBezTo>
                  <a:lnTo>
                    <a:pt x="8932" y="3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F9653329-5423-DEA2-8FFE-EA0BE7CE5420}"/>
                </a:ext>
              </a:extLst>
            </p:cNvPr>
            <p:cNvSpPr/>
            <p:nvPr/>
          </p:nvSpPr>
          <p:spPr>
            <a:xfrm>
              <a:off x="5272217" y="2506828"/>
              <a:ext cx="10202" cy="10064"/>
            </a:xfrm>
            <a:custGeom>
              <a:avLst/>
              <a:gdLst>
                <a:gd name="csX0" fmla="*/ 2314 w 11766"/>
                <a:gd name="csY0" fmla="*/ 2329 h 11606"/>
                <a:gd name="csX1" fmla="*/ 1882 w 11766"/>
                <a:gd name="csY1" fmla="*/ 10984 h 11606"/>
                <a:gd name="csX2" fmla="*/ 10328 w 11766"/>
                <a:gd name="csY2" fmla="*/ 1574 h 11606"/>
                <a:gd name="csX3" fmla="*/ 2422 w 11766"/>
                <a:gd name="csY3" fmla="*/ 2329 h 11606"/>
                <a:gd name="csX4" fmla="*/ 2314 w 11766"/>
                <a:gd name="csY4" fmla="*/ 2329 h 11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66" h="11606">
                  <a:moveTo>
                    <a:pt x="2314" y="2329"/>
                  </a:moveTo>
                  <a:cubicBezTo>
                    <a:pt x="1774" y="5142"/>
                    <a:pt x="-2334" y="14013"/>
                    <a:pt x="1882" y="10984"/>
                  </a:cubicBezTo>
                  <a:cubicBezTo>
                    <a:pt x="6105" y="7416"/>
                    <a:pt x="15306" y="3523"/>
                    <a:pt x="10328" y="1574"/>
                  </a:cubicBezTo>
                  <a:cubicBezTo>
                    <a:pt x="10328" y="1574"/>
                    <a:pt x="3832" y="-2427"/>
                    <a:pt x="2422" y="2329"/>
                  </a:cubicBezTo>
                  <a:lnTo>
                    <a:pt x="2314" y="23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411CE4EE-3800-E60C-00DC-39056A85DD86}"/>
                </a:ext>
              </a:extLst>
            </p:cNvPr>
            <p:cNvSpPr/>
            <p:nvPr/>
          </p:nvSpPr>
          <p:spPr>
            <a:xfrm>
              <a:off x="5314535" y="2487436"/>
              <a:ext cx="13131" cy="8785"/>
            </a:xfrm>
            <a:custGeom>
              <a:avLst/>
              <a:gdLst>
                <a:gd name="csX0" fmla="*/ 14991 w 15144"/>
                <a:gd name="csY0" fmla="*/ 2309 h 10132"/>
                <a:gd name="csX1" fmla="*/ 10984 w 15144"/>
                <a:gd name="csY1" fmla="*/ 258 h 10132"/>
                <a:gd name="csX2" fmla="*/ 811 w 15144"/>
                <a:gd name="csY2" fmla="*/ 8151 h 10132"/>
                <a:gd name="csX3" fmla="*/ 6329 w 15144"/>
                <a:gd name="csY3" fmla="*/ 9770 h 10132"/>
                <a:gd name="csX4" fmla="*/ 14991 w 15144"/>
                <a:gd name="csY4" fmla="*/ 2309 h 10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144" h="10132">
                  <a:moveTo>
                    <a:pt x="14991" y="2309"/>
                  </a:moveTo>
                  <a:cubicBezTo>
                    <a:pt x="14559" y="474"/>
                    <a:pt x="12717" y="-498"/>
                    <a:pt x="10984" y="258"/>
                  </a:cubicBezTo>
                  <a:cubicBezTo>
                    <a:pt x="6329" y="2855"/>
                    <a:pt x="-2757" y="3826"/>
                    <a:pt x="811" y="8151"/>
                  </a:cubicBezTo>
                  <a:cubicBezTo>
                    <a:pt x="1351" y="8475"/>
                    <a:pt x="3300" y="11072"/>
                    <a:pt x="6329" y="9770"/>
                  </a:cubicBezTo>
                  <a:cubicBezTo>
                    <a:pt x="9035" y="8043"/>
                    <a:pt x="16286" y="7395"/>
                    <a:pt x="14991" y="2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96357F6B-6FDD-C3C8-15A7-A260EFFE115E}"/>
                </a:ext>
              </a:extLst>
            </p:cNvPr>
            <p:cNvSpPr/>
            <p:nvPr/>
          </p:nvSpPr>
          <p:spPr>
            <a:xfrm>
              <a:off x="5326024" y="2469567"/>
              <a:ext cx="11274" cy="9224"/>
            </a:xfrm>
            <a:custGeom>
              <a:avLst/>
              <a:gdLst>
                <a:gd name="csX0" fmla="*/ 11482 w 13002"/>
                <a:gd name="csY0" fmla="*/ 9189 h 10638"/>
                <a:gd name="csX1" fmla="*/ 7 w 13002"/>
                <a:gd name="csY1" fmla="*/ 5836 h 10638"/>
                <a:gd name="csX2" fmla="*/ 2497 w 13002"/>
                <a:gd name="csY2" fmla="*/ 8535 h 10638"/>
                <a:gd name="csX3" fmla="*/ 11482 w 13002"/>
                <a:gd name="csY3" fmla="*/ 9189 h 10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002" h="10638">
                  <a:moveTo>
                    <a:pt x="11482" y="9189"/>
                  </a:moveTo>
                  <a:cubicBezTo>
                    <a:pt x="18194" y="-4870"/>
                    <a:pt x="547" y="-114"/>
                    <a:pt x="7" y="5836"/>
                  </a:cubicBezTo>
                  <a:cubicBezTo>
                    <a:pt x="-101" y="7455"/>
                    <a:pt x="985" y="8751"/>
                    <a:pt x="2497" y="8535"/>
                  </a:cubicBezTo>
                  <a:cubicBezTo>
                    <a:pt x="6827" y="8103"/>
                    <a:pt x="8237" y="12973"/>
                    <a:pt x="11482" y="91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DC886358-BF29-2A03-2529-27C9E54DB427}"/>
                </a:ext>
              </a:extLst>
            </p:cNvPr>
            <p:cNvSpPr/>
            <p:nvPr/>
          </p:nvSpPr>
          <p:spPr>
            <a:xfrm>
              <a:off x="5344291" y="2458270"/>
              <a:ext cx="25565" cy="11832"/>
            </a:xfrm>
            <a:custGeom>
              <a:avLst/>
              <a:gdLst>
                <a:gd name="csX0" fmla="*/ 4055 w 29483"/>
                <a:gd name="csY0" fmla="*/ 6748 h 13646"/>
                <a:gd name="csX1" fmla="*/ 2537 w 29483"/>
                <a:gd name="csY1" fmla="*/ 13238 h 13646"/>
                <a:gd name="csX2" fmla="*/ 9789 w 29483"/>
                <a:gd name="csY2" fmla="*/ 11942 h 13646"/>
                <a:gd name="csX3" fmla="*/ 28515 w 29483"/>
                <a:gd name="csY3" fmla="*/ 6640 h 13646"/>
                <a:gd name="csX4" fmla="*/ 28191 w 29483"/>
                <a:gd name="csY4" fmla="*/ 49 h 13646"/>
                <a:gd name="csX5" fmla="*/ 20832 w 29483"/>
                <a:gd name="csY5" fmla="*/ 3618 h 13646"/>
                <a:gd name="csX6" fmla="*/ 13250 w 29483"/>
                <a:gd name="csY6" fmla="*/ 3287 h 13646"/>
                <a:gd name="csX7" fmla="*/ 4163 w 29483"/>
                <a:gd name="csY7" fmla="*/ 6856 h 13646"/>
                <a:gd name="csX8" fmla="*/ 4055 w 29483"/>
                <a:gd name="csY8" fmla="*/ 6748 h 13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9483" h="13646">
                  <a:moveTo>
                    <a:pt x="4055" y="6748"/>
                  </a:moveTo>
                  <a:cubicBezTo>
                    <a:pt x="48" y="6208"/>
                    <a:pt x="-1901" y="12374"/>
                    <a:pt x="2537" y="13238"/>
                  </a:cubicBezTo>
                  <a:cubicBezTo>
                    <a:pt x="3077" y="13238"/>
                    <a:pt x="6868" y="14755"/>
                    <a:pt x="9789" y="11942"/>
                  </a:cubicBezTo>
                  <a:cubicBezTo>
                    <a:pt x="15631" y="6532"/>
                    <a:pt x="26350" y="13778"/>
                    <a:pt x="28515" y="6640"/>
                  </a:cubicBezTo>
                  <a:cubicBezTo>
                    <a:pt x="28515" y="5992"/>
                    <a:pt x="30896" y="589"/>
                    <a:pt x="28191" y="49"/>
                  </a:cubicBezTo>
                  <a:cubicBezTo>
                    <a:pt x="25156" y="-497"/>
                    <a:pt x="25594" y="3725"/>
                    <a:pt x="20832" y="3618"/>
                  </a:cubicBezTo>
                  <a:lnTo>
                    <a:pt x="13250" y="3287"/>
                  </a:lnTo>
                  <a:cubicBezTo>
                    <a:pt x="8595" y="3071"/>
                    <a:pt x="8271" y="7402"/>
                    <a:pt x="4163" y="6856"/>
                  </a:cubicBezTo>
                  <a:lnTo>
                    <a:pt x="4055" y="67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5B4E0C4C-A9C9-8FBE-4C4B-789723609169}"/>
                </a:ext>
              </a:extLst>
            </p:cNvPr>
            <p:cNvSpPr/>
            <p:nvPr/>
          </p:nvSpPr>
          <p:spPr>
            <a:xfrm>
              <a:off x="5342867" y="2447926"/>
              <a:ext cx="17146" cy="9389"/>
            </a:xfrm>
            <a:custGeom>
              <a:avLst/>
              <a:gdLst>
                <a:gd name="csX0" fmla="*/ 19769 w 19774"/>
                <a:gd name="csY0" fmla="*/ 3756 h 10828"/>
                <a:gd name="csX1" fmla="*/ 11977 w 19774"/>
                <a:gd name="csY1" fmla="*/ 1812 h 10828"/>
                <a:gd name="csX2" fmla="*/ 5157 w 19774"/>
                <a:gd name="csY2" fmla="*/ 5381 h 10828"/>
                <a:gd name="csX3" fmla="*/ 2128 w 19774"/>
                <a:gd name="csY3" fmla="*/ 10785 h 10828"/>
                <a:gd name="csX4" fmla="*/ 14035 w 19774"/>
                <a:gd name="csY4" fmla="*/ 8842 h 10828"/>
                <a:gd name="csX5" fmla="*/ 19769 w 19774"/>
                <a:gd name="csY5" fmla="*/ 3540 h 10828"/>
                <a:gd name="csX6" fmla="*/ 19769 w 19774"/>
                <a:gd name="csY6" fmla="*/ 3756 h 10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74" h="10828">
                  <a:moveTo>
                    <a:pt x="19769" y="3756"/>
                  </a:moveTo>
                  <a:cubicBezTo>
                    <a:pt x="19985" y="-677"/>
                    <a:pt x="14250" y="-1001"/>
                    <a:pt x="11977" y="1812"/>
                  </a:cubicBezTo>
                  <a:cubicBezTo>
                    <a:pt x="9920" y="4403"/>
                    <a:pt x="4617" y="5705"/>
                    <a:pt x="5157" y="5381"/>
                  </a:cubicBezTo>
                  <a:cubicBezTo>
                    <a:pt x="719" y="6676"/>
                    <a:pt x="-2202" y="11325"/>
                    <a:pt x="2128" y="10785"/>
                  </a:cubicBezTo>
                  <a:cubicBezTo>
                    <a:pt x="6345" y="10353"/>
                    <a:pt x="10028" y="10137"/>
                    <a:pt x="14035" y="8842"/>
                  </a:cubicBezTo>
                  <a:cubicBezTo>
                    <a:pt x="14574" y="8518"/>
                    <a:pt x="19445" y="7972"/>
                    <a:pt x="19769" y="3540"/>
                  </a:cubicBezTo>
                  <a:lnTo>
                    <a:pt x="19769" y="3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52C70160-433D-F4DA-D4A6-0995FE93EC4A}"/>
                </a:ext>
              </a:extLst>
            </p:cNvPr>
            <p:cNvSpPr/>
            <p:nvPr/>
          </p:nvSpPr>
          <p:spPr>
            <a:xfrm>
              <a:off x="5445951" y="2373049"/>
              <a:ext cx="8228" cy="6498"/>
            </a:xfrm>
            <a:custGeom>
              <a:avLst/>
              <a:gdLst>
                <a:gd name="csX0" fmla="*/ 2187 w 9489"/>
                <a:gd name="csY0" fmla="*/ 7495 h 7494"/>
                <a:gd name="csX1" fmla="*/ 8575 w 9489"/>
                <a:gd name="csY1" fmla="*/ 4142 h 7494"/>
                <a:gd name="csX2" fmla="*/ 7387 w 9489"/>
                <a:gd name="csY2" fmla="*/ 33 h 7494"/>
                <a:gd name="csX3" fmla="*/ 4898 w 9489"/>
                <a:gd name="csY3" fmla="*/ 357 h 7494"/>
                <a:gd name="csX4" fmla="*/ 2301 w 9489"/>
                <a:gd name="csY4" fmla="*/ 7387 h 7494"/>
                <a:gd name="csX5" fmla="*/ 2187 w 9489"/>
                <a:gd name="csY5" fmla="*/ 7495 h 7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9" h="7494">
                  <a:moveTo>
                    <a:pt x="2187" y="7495"/>
                  </a:moveTo>
                  <a:cubicBezTo>
                    <a:pt x="2733" y="7279"/>
                    <a:pt x="6625" y="8142"/>
                    <a:pt x="8575" y="4142"/>
                  </a:cubicBezTo>
                  <a:cubicBezTo>
                    <a:pt x="8575" y="3494"/>
                    <a:pt x="11280" y="-398"/>
                    <a:pt x="7387" y="33"/>
                  </a:cubicBezTo>
                  <a:lnTo>
                    <a:pt x="4898" y="357"/>
                  </a:lnTo>
                  <a:cubicBezTo>
                    <a:pt x="459" y="897"/>
                    <a:pt x="-2138" y="7495"/>
                    <a:pt x="2301" y="7387"/>
                  </a:cubicBezTo>
                  <a:lnTo>
                    <a:pt x="2187" y="74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F87DF9C6-9B10-FCC1-C026-00413CBB05DB}"/>
                </a:ext>
              </a:extLst>
            </p:cNvPr>
            <p:cNvSpPr/>
            <p:nvPr/>
          </p:nvSpPr>
          <p:spPr>
            <a:xfrm>
              <a:off x="5455472" y="2341042"/>
              <a:ext cx="10792" cy="7787"/>
            </a:xfrm>
            <a:custGeom>
              <a:avLst/>
              <a:gdLst>
                <a:gd name="csX0" fmla="*/ 10911 w 12446"/>
                <a:gd name="csY0" fmla="*/ 612 h 8980"/>
                <a:gd name="csX1" fmla="*/ 1926 w 12446"/>
                <a:gd name="csY1" fmla="*/ 2555 h 8980"/>
                <a:gd name="csX2" fmla="*/ 1926 w 12446"/>
                <a:gd name="csY2" fmla="*/ 8505 h 8980"/>
                <a:gd name="csX3" fmla="*/ 8746 w 12446"/>
                <a:gd name="csY3" fmla="*/ 7102 h 8980"/>
                <a:gd name="csX4" fmla="*/ 10803 w 12446"/>
                <a:gd name="csY4" fmla="*/ 720 h 8980"/>
                <a:gd name="csX5" fmla="*/ 10911 w 12446"/>
                <a:gd name="csY5" fmla="*/ 612 h 8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46" h="8980">
                  <a:moveTo>
                    <a:pt x="10911" y="612"/>
                  </a:moveTo>
                  <a:cubicBezTo>
                    <a:pt x="9609" y="612"/>
                    <a:pt x="4523" y="-1661"/>
                    <a:pt x="1926" y="2555"/>
                  </a:cubicBezTo>
                  <a:cubicBezTo>
                    <a:pt x="1710" y="3203"/>
                    <a:pt x="-2297" y="7426"/>
                    <a:pt x="1926" y="8505"/>
                  </a:cubicBezTo>
                  <a:cubicBezTo>
                    <a:pt x="2465" y="8505"/>
                    <a:pt x="5933" y="10232"/>
                    <a:pt x="8746" y="7102"/>
                  </a:cubicBezTo>
                  <a:cubicBezTo>
                    <a:pt x="8746" y="7102"/>
                    <a:pt x="15458" y="1368"/>
                    <a:pt x="10803" y="720"/>
                  </a:cubicBezTo>
                  <a:lnTo>
                    <a:pt x="10911" y="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CD200482-06EE-80EE-3247-1592E49A2FEE}"/>
                </a:ext>
              </a:extLst>
            </p:cNvPr>
            <p:cNvSpPr/>
            <p:nvPr/>
          </p:nvSpPr>
          <p:spPr>
            <a:xfrm>
              <a:off x="5473406" y="2311445"/>
              <a:ext cx="9725" cy="12275"/>
            </a:xfrm>
            <a:custGeom>
              <a:avLst/>
              <a:gdLst>
                <a:gd name="csX0" fmla="*/ 2027 w 11215"/>
                <a:gd name="csY0" fmla="*/ 13656 h 14156"/>
                <a:gd name="csX1" fmla="*/ 11012 w 11215"/>
                <a:gd name="csY1" fmla="*/ 5008 h 14156"/>
                <a:gd name="csX2" fmla="*/ 8846 w 11215"/>
                <a:gd name="csY2" fmla="*/ 791 h 14156"/>
                <a:gd name="csX3" fmla="*/ 407 w 11215"/>
                <a:gd name="csY3" fmla="*/ 11059 h 14156"/>
                <a:gd name="csX4" fmla="*/ 2027 w 11215"/>
                <a:gd name="csY4" fmla="*/ 13656 h 14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15" h="14156">
                  <a:moveTo>
                    <a:pt x="2027" y="13656"/>
                  </a:moveTo>
                  <a:cubicBezTo>
                    <a:pt x="4731" y="11599"/>
                    <a:pt x="10580" y="10412"/>
                    <a:pt x="11012" y="5008"/>
                  </a:cubicBezTo>
                  <a:cubicBezTo>
                    <a:pt x="11012" y="4360"/>
                    <a:pt x="12199" y="-2238"/>
                    <a:pt x="8846" y="791"/>
                  </a:cubicBezTo>
                  <a:cubicBezTo>
                    <a:pt x="5386" y="4030"/>
                    <a:pt x="1811" y="6627"/>
                    <a:pt x="407" y="11059"/>
                  </a:cubicBezTo>
                  <a:cubicBezTo>
                    <a:pt x="407" y="11713"/>
                    <a:pt x="-1219" y="15498"/>
                    <a:pt x="2027" y="13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0EA1FD2E-0CBF-09A2-E211-A53F3E264E8C}"/>
                </a:ext>
              </a:extLst>
            </p:cNvPr>
            <p:cNvSpPr/>
            <p:nvPr/>
          </p:nvSpPr>
          <p:spPr>
            <a:xfrm>
              <a:off x="5486581" y="2293926"/>
              <a:ext cx="5461" cy="8184"/>
            </a:xfrm>
            <a:custGeom>
              <a:avLst/>
              <a:gdLst>
                <a:gd name="csX0" fmla="*/ 3608 w 6298"/>
                <a:gd name="csY0" fmla="*/ 9312 h 9438"/>
                <a:gd name="csX1" fmla="*/ 6098 w 6298"/>
                <a:gd name="csY1" fmla="*/ 2828 h 9438"/>
                <a:gd name="csX2" fmla="*/ 33 w 6298"/>
                <a:gd name="csY2" fmla="*/ 4663 h 9438"/>
                <a:gd name="csX3" fmla="*/ 3608 w 6298"/>
                <a:gd name="csY3" fmla="*/ 9312 h 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8" h="9438">
                  <a:moveTo>
                    <a:pt x="3608" y="9312"/>
                  </a:moveTo>
                  <a:cubicBezTo>
                    <a:pt x="7177" y="8340"/>
                    <a:pt x="6206" y="2174"/>
                    <a:pt x="6098" y="2828"/>
                  </a:cubicBezTo>
                  <a:cubicBezTo>
                    <a:pt x="5666" y="-2042"/>
                    <a:pt x="-506" y="-93"/>
                    <a:pt x="33" y="4663"/>
                  </a:cubicBezTo>
                  <a:cubicBezTo>
                    <a:pt x="256" y="5311"/>
                    <a:pt x="33" y="10290"/>
                    <a:pt x="3608" y="93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F1DC2F57-723E-541B-AB26-E2946976D3B2}"/>
                </a:ext>
              </a:extLst>
            </p:cNvPr>
            <p:cNvSpPr/>
            <p:nvPr/>
          </p:nvSpPr>
          <p:spPr>
            <a:xfrm>
              <a:off x="5534913" y="2232867"/>
              <a:ext cx="6285" cy="7433"/>
            </a:xfrm>
            <a:custGeom>
              <a:avLst/>
              <a:gdLst>
                <a:gd name="csX0" fmla="*/ 4371 w 7248"/>
                <a:gd name="csY0" fmla="*/ 144 h 8572"/>
                <a:gd name="csX1" fmla="*/ 148 w 7248"/>
                <a:gd name="csY1" fmla="*/ 5008 h 8572"/>
                <a:gd name="csX2" fmla="*/ 3609 w 7248"/>
                <a:gd name="csY2" fmla="*/ 8361 h 8572"/>
                <a:gd name="csX3" fmla="*/ 4371 w 7248"/>
                <a:gd name="csY3" fmla="*/ 36 h 8572"/>
                <a:gd name="csX4" fmla="*/ 4371 w 7248"/>
                <a:gd name="csY4" fmla="*/ 144 h 8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8" h="8572">
                  <a:moveTo>
                    <a:pt x="4371" y="144"/>
                  </a:moveTo>
                  <a:cubicBezTo>
                    <a:pt x="1120" y="684"/>
                    <a:pt x="-283" y="5764"/>
                    <a:pt x="148" y="5008"/>
                  </a:cubicBezTo>
                  <a:cubicBezTo>
                    <a:pt x="-932" y="9440"/>
                    <a:pt x="4263" y="8577"/>
                    <a:pt x="3609" y="8361"/>
                  </a:cubicBezTo>
                  <a:cubicBezTo>
                    <a:pt x="8156" y="7821"/>
                    <a:pt x="8479" y="-618"/>
                    <a:pt x="4371" y="36"/>
                  </a:cubicBezTo>
                  <a:lnTo>
                    <a:pt x="437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D160CE38-2266-3793-A35C-C2BCFEB0A001}"/>
                </a:ext>
              </a:extLst>
            </p:cNvPr>
            <p:cNvSpPr/>
            <p:nvPr/>
          </p:nvSpPr>
          <p:spPr>
            <a:xfrm>
              <a:off x="5848417" y="1988665"/>
              <a:ext cx="9093" cy="10099"/>
            </a:xfrm>
            <a:custGeom>
              <a:avLst/>
              <a:gdLst>
                <a:gd name="csX0" fmla="*/ 8736 w 10487"/>
                <a:gd name="csY0" fmla="*/ 9803 h 11647"/>
                <a:gd name="csX1" fmla="*/ 8736 w 10487"/>
                <a:gd name="csY1" fmla="*/ 2234 h 11647"/>
                <a:gd name="csX2" fmla="*/ 1751 w 10487"/>
                <a:gd name="csY2" fmla="*/ 1910 h 11647"/>
                <a:gd name="csX3" fmla="*/ 1751 w 10487"/>
                <a:gd name="csY3" fmla="*/ 9479 h 11647"/>
                <a:gd name="csX4" fmla="*/ 8863 w 10487"/>
                <a:gd name="csY4" fmla="*/ 9803 h 11647"/>
                <a:gd name="csX5" fmla="*/ 8736 w 10487"/>
                <a:gd name="csY5" fmla="*/ 9803 h 11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87" h="11647">
                  <a:moveTo>
                    <a:pt x="8736" y="9803"/>
                  </a:moveTo>
                  <a:cubicBezTo>
                    <a:pt x="8990" y="9155"/>
                    <a:pt x="12546" y="4831"/>
                    <a:pt x="8736" y="2234"/>
                  </a:cubicBezTo>
                  <a:cubicBezTo>
                    <a:pt x="7911" y="1910"/>
                    <a:pt x="3974" y="-2414"/>
                    <a:pt x="1751" y="1910"/>
                  </a:cubicBezTo>
                  <a:cubicBezTo>
                    <a:pt x="1497" y="2666"/>
                    <a:pt x="-2059" y="6889"/>
                    <a:pt x="1751" y="9479"/>
                  </a:cubicBezTo>
                  <a:cubicBezTo>
                    <a:pt x="1751" y="9479"/>
                    <a:pt x="6514" y="14134"/>
                    <a:pt x="8863" y="9803"/>
                  </a:cubicBezTo>
                  <a:lnTo>
                    <a:pt x="8736" y="98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2BB13C41-158D-A812-C576-E6A0477840C1}"/>
                </a:ext>
              </a:extLst>
            </p:cNvPr>
            <p:cNvSpPr/>
            <p:nvPr/>
          </p:nvSpPr>
          <p:spPr>
            <a:xfrm>
              <a:off x="5818895" y="2018398"/>
              <a:ext cx="20145" cy="19831"/>
            </a:xfrm>
            <a:custGeom>
              <a:avLst/>
              <a:gdLst>
                <a:gd name="csX0" fmla="*/ 9889 w 23232"/>
                <a:gd name="csY0" fmla="*/ 22123 h 22870"/>
                <a:gd name="csX1" fmla="*/ 22780 w 23232"/>
                <a:gd name="csY1" fmla="*/ 6877 h 22870"/>
                <a:gd name="csX2" fmla="*/ 17382 w 23232"/>
                <a:gd name="csY2" fmla="*/ 1358 h 22870"/>
                <a:gd name="csX3" fmla="*/ 9381 w 23232"/>
                <a:gd name="csY3" fmla="*/ 10337 h 22870"/>
                <a:gd name="csX4" fmla="*/ 1380 w 23232"/>
                <a:gd name="csY4" fmla="*/ 13043 h 22870"/>
                <a:gd name="csX5" fmla="*/ 2777 w 23232"/>
                <a:gd name="csY5" fmla="*/ 16281 h 22870"/>
                <a:gd name="csX6" fmla="*/ 9826 w 23232"/>
                <a:gd name="csY6" fmla="*/ 22123 h 22870"/>
                <a:gd name="csX7" fmla="*/ 9889 w 23232"/>
                <a:gd name="csY7" fmla="*/ 22123 h 22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232" h="22870">
                  <a:moveTo>
                    <a:pt x="9889" y="22123"/>
                  </a:moveTo>
                  <a:cubicBezTo>
                    <a:pt x="20939" y="13150"/>
                    <a:pt x="24621" y="11633"/>
                    <a:pt x="22780" y="6877"/>
                  </a:cubicBezTo>
                  <a:cubicBezTo>
                    <a:pt x="21891" y="5359"/>
                    <a:pt x="20176" y="-3290"/>
                    <a:pt x="17382" y="1358"/>
                  </a:cubicBezTo>
                  <a:cubicBezTo>
                    <a:pt x="16049" y="3092"/>
                    <a:pt x="14017" y="8820"/>
                    <a:pt x="9381" y="10337"/>
                  </a:cubicBezTo>
                  <a:lnTo>
                    <a:pt x="1380" y="13043"/>
                  </a:lnTo>
                  <a:cubicBezTo>
                    <a:pt x="-2620" y="14446"/>
                    <a:pt x="3412" y="16719"/>
                    <a:pt x="2777" y="16281"/>
                  </a:cubicBezTo>
                  <a:cubicBezTo>
                    <a:pt x="4492" y="17043"/>
                    <a:pt x="5889" y="25368"/>
                    <a:pt x="9826" y="22123"/>
                  </a:cubicBezTo>
                  <a:lnTo>
                    <a:pt x="9889" y="22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AA7388C9-E9ED-AF5C-C94B-51290237B4F9}"/>
                </a:ext>
              </a:extLst>
            </p:cNvPr>
            <p:cNvSpPr/>
            <p:nvPr/>
          </p:nvSpPr>
          <p:spPr>
            <a:xfrm>
              <a:off x="5788736" y="2002121"/>
              <a:ext cx="46421" cy="23223"/>
            </a:xfrm>
            <a:custGeom>
              <a:avLst/>
              <a:gdLst>
                <a:gd name="csX0" fmla="*/ 40036 w 53536"/>
                <a:gd name="csY0" fmla="*/ 19698 h 26782"/>
                <a:gd name="csX1" fmla="*/ 52609 w 53536"/>
                <a:gd name="csY1" fmla="*/ 7372 h 26782"/>
                <a:gd name="csX2" fmla="*/ 52037 w 53536"/>
                <a:gd name="csY2" fmla="*/ 3588 h 26782"/>
                <a:gd name="csX3" fmla="*/ 43909 w 53536"/>
                <a:gd name="csY3" fmla="*/ 343 h 26782"/>
                <a:gd name="csX4" fmla="*/ 40036 w 53536"/>
                <a:gd name="csY4" fmla="*/ 8344 h 26782"/>
                <a:gd name="csX5" fmla="*/ 34702 w 53536"/>
                <a:gd name="csY5" fmla="*/ 8668 h 26782"/>
                <a:gd name="csX6" fmla="*/ 24415 w 53536"/>
                <a:gd name="csY6" fmla="*/ 15481 h 26782"/>
                <a:gd name="csX7" fmla="*/ 24097 w 53536"/>
                <a:gd name="csY7" fmla="*/ 15481 h 26782"/>
                <a:gd name="csX8" fmla="*/ 17811 w 53536"/>
                <a:gd name="csY8" fmla="*/ 13107 h 26782"/>
                <a:gd name="csX9" fmla="*/ 11905 w 53536"/>
                <a:gd name="csY9" fmla="*/ 11265 h 26782"/>
                <a:gd name="csX10" fmla="*/ 7905 w 53536"/>
                <a:gd name="csY10" fmla="*/ 22943 h 26782"/>
                <a:gd name="csX11" fmla="*/ 9175 w 53536"/>
                <a:gd name="csY11" fmla="*/ 26727 h 26782"/>
                <a:gd name="csX12" fmla="*/ 40036 w 53536"/>
                <a:gd name="csY12" fmla="*/ 19590 h 26782"/>
                <a:gd name="csX13" fmla="*/ 40036 w 53536"/>
                <a:gd name="csY13" fmla="*/ 19698 h 26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536" h="26782">
                  <a:moveTo>
                    <a:pt x="40036" y="19698"/>
                  </a:moveTo>
                  <a:lnTo>
                    <a:pt x="52609" y="7372"/>
                  </a:lnTo>
                  <a:cubicBezTo>
                    <a:pt x="54070" y="5969"/>
                    <a:pt x="53752" y="4236"/>
                    <a:pt x="52037" y="3588"/>
                  </a:cubicBezTo>
                  <a:lnTo>
                    <a:pt x="43909" y="343"/>
                  </a:lnTo>
                  <a:cubicBezTo>
                    <a:pt x="39401" y="-1492"/>
                    <a:pt x="43909" y="4451"/>
                    <a:pt x="40036" y="8344"/>
                  </a:cubicBezTo>
                  <a:cubicBezTo>
                    <a:pt x="39401" y="8560"/>
                    <a:pt x="37242" y="10941"/>
                    <a:pt x="34702" y="8668"/>
                  </a:cubicBezTo>
                  <a:cubicBezTo>
                    <a:pt x="21494" y="1854"/>
                    <a:pt x="30066" y="14834"/>
                    <a:pt x="24415" y="15481"/>
                  </a:cubicBezTo>
                  <a:lnTo>
                    <a:pt x="24097" y="15481"/>
                  </a:lnTo>
                  <a:cubicBezTo>
                    <a:pt x="20668" y="15913"/>
                    <a:pt x="17176" y="12776"/>
                    <a:pt x="17811" y="13107"/>
                  </a:cubicBezTo>
                  <a:cubicBezTo>
                    <a:pt x="16414" y="11697"/>
                    <a:pt x="13747" y="10941"/>
                    <a:pt x="11905" y="11265"/>
                  </a:cubicBezTo>
                  <a:cubicBezTo>
                    <a:pt x="-14765" y="17215"/>
                    <a:pt x="12350" y="13862"/>
                    <a:pt x="7905" y="22943"/>
                  </a:cubicBezTo>
                  <a:cubicBezTo>
                    <a:pt x="7905" y="23698"/>
                    <a:pt x="5619" y="27267"/>
                    <a:pt x="9175" y="26727"/>
                  </a:cubicBezTo>
                  <a:cubicBezTo>
                    <a:pt x="34638" y="22619"/>
                    <a:pt x="36543" y="23051"/>
                    <a:pt x="40036" y="19590"/>
                  </a:cubicBezTo>
                  <a:lnTo>
                    <a:pt x="40036" y="196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F8B29BD0-0DA2-BB7D-E038-A6379EFA11D5}"/>
                </a:ext>
              </a:extLst>
            </p:cNvPr>
            <p:cNvSpPr/>
            <p:nvPr/>
          </p:nvSpPr>
          <p:spPr>
            <a:xfrm>
              <a:off x="5799676" y="2033225"/>
              <a:ext cx="17904" cy="8473"/>
            </a:xfrm>
            <a:custGeom>
              <a:avLst/>
              <a:gdLst>
                <a:gd name="csX0" fmla="*/ 19735 w 20648"/>
                <a:gd name="csY0" fmla="*/ 6973 h 9772"/>
                <a:gd name="csX1" fmla="*/ 9003 w 20648"/>
                <a:gd name="csY1" fmla="*/ 159 h 9772"/>
                <a:gd name="csX2" fmla="*/ 1193 w 20648"/>
                <a:gd name="csY2" fmla="*/ 4807 h 9772"/>
                <a:gd name="csX3" fmla="*/ 12051 w 20648"/>
                <a:gd name="csY3" fmla="*/ 9564 h 9772"/>
                <a:gd name="csX4" fmla="*/ 19862 w 20648"/>
                <a:gd name="csY4" fmla="*/ 6973 h 9772"/>
                <a:gd name="csX5" fmla="*/ 19735 w 20648"/>
                <a:gd name="csY5" fmla="*/ 6973 h 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648" h="9772">
                  <a:moveTo>
                    <a:pt x="19735" y="6973"/>
                  </a:moveTo>
                  <a:cubicBezTo>
                    <a:pt x="17004" y="4807"/>
                    <a:pt x="13893" y="-1035"/>
                    <a:pt x="9003" y="159"/>
                  </a:cubicBezTo>
                  <a:cubicBezTo>
                    <a:pt x="6209" y="1239"/>
                    <a:pt x="-3316" y="1886"/>
                    <a:pt x="1193" y="4807"/>
                  </a:cubicBezTo>
                  <a:cubicBezTo>
                    <a:pt x="4876" y="7189"/>
                    <a:pt x="7924" y="9564"/>
                    <a:pt x="12051" y="9564"/>
                  </a:cubicBezTo>
                  <a:cubicBezTo>
                    <a:pt x="12051" y="9564"/>
                    <a:pt x="23735" y="10865"/>
                    <a:pt x="19862" y="6973"/>
                  </a:cubicBezTo>
                  <a:lnTo>
                    <a:pt x="19735" y="6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A528AB97-AFB4-6772-AD22-44DAEF51F924}"/>
                </a:ext>
              </a:extLst>
            </p:cNvPr>
            <p:cNvSpPr/>
            <p:nvPr/>
          </p:nvSpPr>
          <p:spPr>
            <a:xfrm>
              <a:off x="5620809" y="2090836"/>
              <a:ext cx="35243" cy="33878"/>
            </a:xfrm>
            <a:custGeom>
              <a:avLst/>
              <a:gdLst>
                <a:gd name="csX0" fmla="*/ 1525 w 40645"/>
                <a:gd name="csY0" fmla="*/ 37420 h 39070"/>
                <a:gd name="csX1" fmla="*/ 11921 w 40645"/>
                <a:gd name="csY1" fmla="*/ 37204 h 39070"/>
                <a:gd name="csX2" fmla="*/ 25014 w 40645"/>
                <a:gd name="csY2" fmla="*/ 26498 h 39070"/>
                <a:gd name="csX3" fmla="*/ 38000 w 40645"/>
                <a:gd name="csY3" fmla="*/ 23577 h 39070"/>
                <a:gd name="csX4" fmla="*/ 38978 w 40645"/>
                <a:gd name="csY4" fmla="*/ 2387 h 39070"/>
                <a:gd name="csX5" fmla="*/ 33237 w 40645"/>
                <a:gd name="csY5" fmla="*/ 1194 h 39070"/>
                <a:gd name="csX6" fmla="*/ 26748 w 40645"/>
                <a:gd name="csY6" fmla="*/ 2819 h 39070"/>
                <a:gd name="csX7" fmla="*/ 14626 w 40645"/>
                <a:gd name="csY7" fmla="*/ 12763 h 39070"/>
                <a:gd name="csX8" fmla="*/ 6396 w 40645"/>
                <a:gd name="csY8" fmla="*/ 11576 h 39070"/>
                <a:gd name="csX9" fmla="*/ 3259 w 40645"/>
                <a:gd name="csY9" fmla="*/ 18389 h 39070"/>
                <a:gd name="csX10" fmla="*/ 8885 w 40645"/>
                <a:gd name="csY10" fmla="*/ 24879 h 39070"/>
                <a:gd name="csX11" fmla="*/ 5533 w 40645"/>
                <a:gd name="csY11" fmla="*/ 30715 h 39070"/>
                <a:gd name="csX12" fmla="*/ 1525 w 40645"/>
                <a:gd name="csY12" fmla="*/ 37528 h 39070"/>
                <a:gd name="csX13" fmla="*/ 1525 w 40645"/>
                <a:gd name="csY13" fmla="*/ 37420 h 3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645" h="39070">
                  <a:moveTo>
                    <a:pt x="1525" y="37420"/>
                  </a:moveTo>
                  <a:cubicBezTo>
                    <a:pt x="3475" y="37744"/>
                    <a:pt x="8453" y="41097"/>
                    <a:pt x="11921" y="37204"/>
                  </a:cubicBezTo>
                  <a:cubicBezTo>
                    <a:pt x="16683" y="31801"/>
                    <a:pt x="20252" y="26067"/>
                    <a:pt x="25014" y="26498"/>
                  </a:cubicBezTo>
                  <a:cubicBezTo>
                    <a:pt x="29777" y="26175"/>
                    <a:pt x="36812" y="29743"/>
                    <a:pt x="38000" y="23577"/>
                  </a:cubicBezTo>
                  <a:cubicBezTo>
                    <a:pt x="40604" y="9633"/>
                    <a:pt x="41899" y="5956"/>
                    <a:pt x="38978" y="2387"/>
                  </a:cubicBezTo>
                  <a:cubicBezTo>
                    <a:pt x="38438" y="2057"/>
                    <a:pt x="36165" y="-1943"/>
                    <a:pt x="33237" y="1194"/>
                  </a:cubicBezTo>
                  <a:cubicBezTo>
                    <a:pt x="32698" y="1517"/>
                    <a:pt x="30100" y="5842"/>
                    <a:pt x="26748" y="2819"/>
                  </a:cubicBezTo>
                  <a:cubicBezTo>
                    <a:pt x="9215" y="-7239"/>
                    <a:pt x="21985" y="13849"/>
                    <a:pt x="14626" y="12763"/>
                  </a:cubicBezTo>
                  <a:lnTo>
                    <a:pt x="6396" y="11576"/>
                  </a:lnTo>
                  <a:cubicBezTo>
                    <a:pt x="1964" y="10928"/>
                    <a:pt x="-964" y="16440"/>
                    <a:pt x="3259" y="18389"/>
                  </a:cubicBezTo>
                  <a:cubicBezTo>
                    <a:pt x="4123" y="19037"/>
                    <a:pt x="9647" y="20117"/>
                    <a:pt x="8885" y="24879"/>
                  </a:cubicBezTo>
                  <a:cubicBezTo>
                    <a:pt x="8561" y="26822"/>
                    <a:pt x="7050" y="29419"/>
                    <a:pt x="5533" y="30715"/>
                  </a:cubicBezTo>
                  <a:cubicBezTo>
                    <a:pt x="4231" y="32124"/>
                    <a:pt x="-3129" y="36017"/>
                    <a:pt x="1525" y="37528"/>
                  </a:cubicBezTo>
                  <a:lnTo>
                    <a:pt x="1525" y="374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42592793-CBF7-0FB3-9650-61E268646459}"/>
                </a:ext>
              </a:extLst>
            </p:cNvPr>
            <p:cNvSpPr/>
            <p:nvPr/>
          </p:nvSpPr>
          <p:spPr>
            <a:xfrm>
              <a:off x="5685581" y="2056943"/>
              <a:ext cx="32970" cy="15689"/>
            </a:xfrm>
            <a:custGeom>
              <a:avLst/>
              <a:gdLst>
                <a:gd name="csX0" fmla="*/ 36573 w 38023"/>
                <a:gd name="csY0" fmla="*/ 9141 h 18094"/>
                <a:gd name="csX1" fmla="*/ 37525 w 38023"/>
                <a:gd name="csY1" fmla="*/ 7300 h 18094"/>
                <a:gd name="csX2" fmla="*/ 36128 w 38023"/>
                <a:gd name="csY2" fmla="*/ 3083 h 18094"/>
                <a:gd name="csX3" fmla="*/ 22730 w 38023"/>
                <a:gd name="csY3" fmla="*/ 3407 h 18094"/>
                <a:gd name="csX4" fmla="*/ 22158 w 38023"/>
                <a:gd name="csY4" fmla="*/ 4379 h 18094"/>
                <a:gd name="csX5" fmla="*/ 9953 w 38023"/>
                <a:gd name="csY5" fmla="*/ 594 h 18094"/>
                <a:gd name="csX6" fmla="*/ 1076 w 38023"/>
                <a:gd name="csY6" fmla="*/ 9789 h 18094"/>
                <a:gd name="csX7" fmla="*/ 15046 w 38023"/>
                <a:gd name="csY7" fmla="*/ 17898 h 18094"/>
                <a:gd name="csX8" fmla="*/ 36700 w 38023"/>
                <a:gd name="csY8" fmla="*/ 9141 h 18094"/>
                <a:gd name="csX9" fmla="*/ 36573 w 38023"/>
                <a:gd name="csY9" fmla="*/ 9141 h 18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023" h="18094">
                  <a:moveTo>
                    <a:pt x="36573" y="9141"/>
                  </a:moveTo>
                  <a:lnTo>
                    <a:pt x="37525" y="7300"/>
                  </a:lnTo>
                  <a:cubicBezTo>
                    <a:pt x="38541" y="5465"/>
                    <a:pt x="37970" y="3515"/>
                    <a:pt x="36128" y="3083"/>
                  </a:cubicBezTo>
                  <a:cubicBezTo>
                    <a:pt x="31683" y="2544"/>
                    <a:pt x="25651" y="-1781"/>
                    <a:pt x="22730" y="3407"/>
                  </a:cubicBezTo>
                  <a:lnTo>
                    <a:pt x="22158" y="4379"/>
                  </a:lnTo>
                  <a:cubicBezTo>
                    <a:pt x="18602" y="10976"/>
                    <a:pt x="15935" y="-2975"/>
                    <a:pt x="9953" y="594"/>
                  </a:cubicBezTo>
                  <a:cubicBezTo>
                    <a:pt x="6163" y="3407"/>
                    <a:pt x="-3147" y="6112"/>
                    <a:pt x="1076" y="9789"/>
                  </a:cubicBezTo>
                  <a:cubicBezTo>
                    <a:pt x="7896" y="15517"/>
                    <a:pt x="10709" y="18977"/>
                    <a:pt x="15046" y="17898"/>
                  </a:cubicBezTo>
                  <a:cubicBezTo>
                    <a:pt x="15046" y="17898"/>
                    <a:pt x="34223" y="13466"/>
                    <a:pt x="36700" y="9141"/>
                  </a:cubicBezTo>
                  <a:lnTo>
                    <a:pt x="36573" y="9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39BD86A9-7819-E78D-0B06-25E81183A2F4}"/>
                </a:ext>
              </a:extLst>
            </p:cNvPr>
            <p:cNvSpPr/>
            <p:nvPr/>
          </p:nvSpPr>
          <p:spPr>
            <a:xfrm>
              <a:off x="5710296" y="2040218"/>
              <a:ext cx="16028" cy="14025"/>
            </a:xfrm>
            <a:custGeom>
              <a:avLst/>
              <a:gdLst>
                <a:gd name="csX0" fmla="*/ 2037 w 18485"/>
                <a:gd name="csY0" fmla="*/ 95 h 16175"/>
                <a:gd name="csX1" fmla="*/ 1783 w 18485"/>
                <a:gd name="csY1" fmla="*/ 95 h 16175"/>
                <a:gd name="csX2" fmla="*/ 577 w 18485"/>
                <a:gd name="csY2" fmla="*/ 4420 h 16175"/>
                <a:gd name="csX3" fmla="*/ 11753 w 18485"/>
                <a:gd name="csY3" fmla="*/ 15989 h 16175"/>
                <a:gd name="csX4" fmla="*/ 17468 w 18485"/>
                <a:gd name="csY4" fmla="*/ 11125 h 16175"/>
                <a:gd name="csX5" fmla="*/ 2037 w 18485"/>
                <a:gd name="csY5" fmla="*/ 95 h 16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85" h="16175">
                  <a:moveTo>
                    <a:pt x="2037" y="95"/>
                  </a:moveTo>
                  <a:lnTo>
                    <a:pt x="1783" y="95"/>
                  </a:lnTo>
                  <a:cubicBezTo>
                    <a:pt x="69" y="743"/>
                    <a:pt x="-566" y="2585"/>
                    <a:pt x="577" y="4420"/>
                  </a:cubicBezTo>
                  <a:cubicBezTo>
                    <a:pt x="4514" y="9392"/>
                    <a:pt x="6673" y="17507"/>
                    <a:pt x="11753" y="15989"/>
                  </a:cubicBezTo>
                  <a:cubicBezTo>
                    <a:pt x="13277" y="15234"/>
                    <a:pt x="21278" y="14802"/>
                    <a:pt x="17468" y="11125"/>
                  </a:cubicBezTo>
                  <a:cubicBezTo>
                    <a:pt x="17468" y="11125"/>
                    <a:pt x="6101" y="-1200"/>
                    <a:pt x="2037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BCF37D79-6D51-BF66-2270-A24CB487E46E}"/>
                </a:ext>
              </a:extLst>
            </p:cNvPr>
            <p:cNvSpPr/>
            <p:nvPr/>
          </p:nvSpPr>
          <p:spPr>
            <a:xfrm>
              <a:off x="5680959" y="2071397"/>
              <a:ext cx="8928" cy="9865"/>
            </a:xfrm>
            <a:custGeom>
              <a:avLst/>
              <a:gdLst>
                <a:gd name="csX0" fmla="*/ 5220 w 10296"/>
                <a:gd name="csY0" fmla="*/ 11070 h 11377"/>
                <a:gd name="csX1" fmla="*/ 9118 w 10296"/>
                <a:gd name="csY1" fmla="*/ 5552 h 11377"/>
                <a:gd name="csX2" fmla="*/ 133 w 10296"/>
                <a:gd name="csY2" fmla="*/ 2307 h 11377"/>
                <a:gd name="csX3" fmla="*/ 5220 w 10296"/>
                <a:gd name="csY3" fmla="*/ 11070 h 11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96" h="11377">
                  <a:moveTo>
                    <a:pt x="5220" y="11070"/>
                  </a:moveTo>
                  <a:cubicBezTo>
                    <a:pt x="6083" y="10416"/>
                    <a:pt x="13011" y="8365"/>
                    <a:pt x="9118" y="5552"/>
                  </a:cubicBezTo>
                  <a:cubicBezTo>
                    <a:pt x="6083" y="3825"/>
                    <a:pt x="-1061" y="-3744"/>
                    <a:pt x="133" y="2307"/>
                  </a:cubicBezTo>
                  <a:cubicBezTo>
                    <a:pt x="133" y="2307"/>
                    <a:pt x="781" y="13337"/>
                    <a:pt x="5220" y="110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42589367-2F63-816C-C6F8-C01AD7AB008E}"/>
                </a:ext>
              </a:extLst>
            </p:cNvPr>
            <p:cNvSpPr/>
            <p:nvPr/>
          </p:nvSpPr>
          <p:spPr>
            <a:xfrm>
              <a:off x="5658605" y="2072320"/>
              <a:ext cx="18442" cy="17075"/>
            </a:xfrm>
            <a:custGeom>
              <a:avLst/>
              <a:gdLst>
                <a:gd name="csX0" fmla="*/ 1770 w 21269"/>
                <a:gd name="csY0" fmla="*/ 16712 h 19692"/>
                <a:gd name="csX1" fmla="*/ 10108 w 21269"/>
                <a:gd name="csY1" fmla="*/ 19519 h 19692"/>
                <a:gd name="csX2" fmla="*/ 21150 w 21269"/>
                <a:gd name="csY2" fmla="*/ 12820 h 19692"/>
                <a:gd name="csX3" fmla="*/ 15086 w 21269"/>
                <a:gd name="csY3" fmla="*/ 56 h 19692"/>
                <a:gd name="csX4" fmla="*/ 14546 w 21269"/>
                <a:gd name="csY4" fmla="*/ 56 h 19692"/>
                <a:gd name="csX5" fmla="*/ 11841 w 21269"/>
                <a:gd name="csY5" fmla="*/ 6438 h 19692"/>
                <a:gd name="csX6" fmla="*/ 5237 w 21269"/>
                <a:gd name="csY6" fmla="*/ 9683 h 19692"/>
                <a:gd name="csX7" fmla="*/ 1770 w 21269"/>
                <a:gd name="csY7" fmla="*/ 16712 h 19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269" h="19692">
                  <a:moveTo>
                    <a:pt x="1770" y="16712"/>
                  </a:moveTo>
                  <a:cubicBezTo>
                    <a:pt x="2532" y="17036"/>
                    <a:pt x="5777" y="20497"/>
                    <a:pt x="10108" y="19519"/>
                  </a:cubicBezTo>
                  <a:cubicBezTo>
                    <a:pt x="14331" y="17900"/>
                    <a:pt x="22338" y="18871"/>
                    <a:pt x="21150" y="12820"/>
                  </a:cubicBezTo>
                  <a:cubicBezTo>
                    <a:pt x="19741" y="8489"/>
                    <a:pt x="20280" y="-807"/>
                    <a:pt x="15086" y="56"/>
                  </a:cubicBezTo>
                  <a:lnTo>
                    <a:pt x="14546" y="56"/>
                  </a:lnTo>
                  <a:cubicBezTo>
                    <a:pt x="10648" y="812"/>
                    <a:pt x="11733" y="7194"/>
                    <a:pt x="11841" y="6438"/>
                  </a:cubicBezTo>
                  <a:cubicBezTo>
                    <a:pt x="12381" y="11842"/>
                    <a:pt x="4590" y="9791"/>
                    <a:pt x="5237" y="9683"/>
                  </a:cubicBezTo>
                  <a:cubicBezTo>
                    <a:pt x="798" y="9143"/>
                    <a:pt x="-2015" y="14007"/>
                    <a:pt x="1770" y="167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456B457F-95C9-7E17-9112-EA3F48C41F64}"/>
                </a:ext>
              </a:extLst>
            </p:cNvPr>
            <p:cNvSpPr/>
            <p:nvPr/>
          </p:nvSpPr>
          <p:spPr>
            <a:xfrm>
              <a:off x="5693007" y="2040514"/>
              <a:ext cx="8458" cy="10335"/>
            </a:xfrm>
            <a:custGeom>
              <a:avLst/>
              <a:gdLst>
                <a:gd name="csX0" fmla="*/ 8959 w 9754"/>
                <a:gd name="csY0" fmla="*/ 9704 h 11919"/>
                <a:gd name="csX1" fmla="*/ 8324 w 9754"/>
                <a:gd name="csY1" fmla="*/ 2567 h 11919"/>
                <a:gd name="csX2" fmla="*/ 2481 w 9754"/>
                <a:gd name="csY2" fmla="*/ 1805 h 11919"/>
                <a:gd name="csX3" fmla="*/ 1713 w 9754"/>
                <a:gd name="csY3" fmla="*/ 10244 h 11919"/>
                <a:gd name="csX4" fmla="*/ 8831 w 9754"/>
                <a:gd name="csY4" fmla="*/ 9704 h 11919"/>
                <a:gd name="csX5" fmla="*/ 8959 w 9754"/>
                <a:gd name="csY5" fmla="*/ 9704 h 11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54" h="11919">
                  <a:moveTo>
                    <a:pt x="8959" y="9704"/>
                  </a:moveTo>
                  <a:cubicBezTo>
                    <a:pt x="8959" y="8942"/>
                    <a:pt x="11118" y="5589"/>
                    <a:pt x="8324" y="2567"/>
                  </a:cubicBezTo>
                  <a:cubicBezTo>
                    <a:pt x="7688" y="2243"/>
                    <a:pt x="4831" y="-2519"/>
                    <a:pt x="2481" y="1805"/>
                  </a:cubicBezTo>
                  <a:cubicBezTo>
                    <a:pt x="2145" y="2891"/>
                    <a:pt x="-2402" y="7971"/>
                    <a:pt x="1713" y="10244"/>
                  </a:cubicBezTo>
                  <a:cubicBezTo>
                    <a:pt x="1713" y="10244"/>
                    <a:pt x="6926" y="14352"/>
                    <a:pt x="8831" y="9704"/>
                  </a:cubicBezTo>
                  <a:lnTo>
                    <a:pt x="8959" y="97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A4E8BD0A-28A2-4E10-1358-F304CE149645}"/>
                </a:ext>
              </a:extLst>
            </p:cNvPr>
            <p:cNvSpPr/>
            <p:nvPr/>
          </p:nvSpPr>
          <p:spPr>
            <a:xfrm>
              <a:off x="5602846" y="2127180"/>
              <a:ext cx="11219" cy="7337"/>
            </a:xfrm>
            <a:custGeom>
              <a:avLst/>
              <a:gdLst>
                <a:gd name="csX0" fmla="*/ 1896 w 12939"/>
                <a:gd name="csY0" fmla="*/ 4809 h 8461"/>
                <a:gd name="csX1" fmla="*/ 7415 w 12939"/>
                <a:gd name="csY1" fmla="*/ 8270 h 8461"/>
                <a:gd name="csX2" fmla="*/ 12932 w 12939"/>
                <a:gd name="csY2" fmla="*/ 4701 h 8461"/>
                <a:gd name="csX3" fmla="*/ 9364 w 12939"/>
                <a:gd name="csY3" fmla="*/ 262 h 8461"/>
                <a:gd name="csX4" fmla="*/ 703 w 12939"/>
                <a:gd name="csY4" fmla="*/ 3075 h 8461"/>
                <a:gd name="csX5" fmla="*/ 1896 w 12939"/>
                <a:gd name="csY5" fmla="*/ 4809 h 8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39" h="8461">
                  <a:moveTo>
                    <a:pt x="1896" y="4809"/>
                  </a:moveTo>
                  <a:cubicBezTo>
                    <a:pt x="3084" y="6536"/>
                    <a:pt x="5573" y="8054"/>
                    <a:pt x="7415" y="8270"/>
                  </a:cubicBezTo>
                  <a:cubicBezTo>
                    <a:pt x="7954" y="8162"/>
                    <a:pt x="13148" y="9889"/>
                    <a:pt x="12932" y="4701"/>
                  </a:cubicBezTo>
                  <a:cubicBezTo>
                    <a:pt x="12609" y="3939"/>
                    <a:pt x="12717" y="370"/>
                    <a:pt x="9364" y="262"/>
                  </a:cubicBezTo>
                  <a:cubicBezTo>
                    <a:pt x="6335" y="586"/>
                    <a:pt x="-2542" y="-1681"/>
                    <a:pt x="703" y="3075"/>
                  </a:cubicBezTo>
                  <a:lnTo>
                    <a:pt x="1896" y="4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EFA56660-4B29-B5C5-0023-C9F196EE0D50}"/>
                </a:ext>
              </a:extLst>
            </p:cNvPr>
            <p:cNvSpPr/>
            <p:nvPr/>
          </p:nvSpPr>
          <p:spPr>
            <a:xfrm>
              <a:off x="5490438" y="2186247"/>
              <a:ext cx="16684" cy="22063"/>
            </a:xfrm>
            <a:custGeom>
              <a:avLst/>
              <a:gdLst>
                <a:gd name="csX0" fmla="*/ 16699 w 19241"/>
                <a:gd name="csY0" fmla="*/ 486 h 25445"/>
                <a:gd name="csX1" fmla="*/ 4900 w 19241"/>
                <a:gd name="csY1" fmla="*/ 11084 h 25445"/>
                <a:gd name="csX2" fmla="*/ 1649 w 19241"/>
                <a:gd name="csY2" fmla="*/ 24711 h 25445"/>
                <a:gd name="csX3" fmla="*/ 18756 w 19241"/>
                <a:gd name="csY3" fmla="*/ 6544 h 25445"/>
                <a:gd name="csX4" fmla="*/ 16807 w 19241"/>
                <a:gd name="csY4" fmla="*/ 486 h 25445"/>
                <a:gd name="csX5" fmla="*/ 16699 w 19241"/>
                <a:gd name="csY5" fmla="*/ 486 h 25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41" h="25445">
                  <a:moveTo>
                    <a:pt x="16699" y="486"/>
                  </a:moveTo>
                  <a:cubicBezTo>
                    <a:pt x="9447" y="5242"/>
                    <a:pt x="6520" y="6652"/>
                    <a:pt x="4900" y="11084"/>
                  </a:cubicBezTo>
                  <a:cubicBezTo>
                    <a:pt x="1541" y="19949"/>
                    <a:pt x="-2243" y="27950"/>
                    <a:pt x="1649" y="24711"/>
                  </a:cubicBezTo>
                  <a:cubicBezTo>
                    <a:pt x="15181" y="13135"/>
                    <a:pt x="18102" y="11732"/>
                    <a:pt x="18756" y="6544"/>
                  </a:cubicBezTo>
                  <a:cubicBezTo>
                    <a:pt x="18756" y="6544"/>
                    <a:pt x="20699" y="-2111"/>
                    <a:pt x="16807" y="486"/>
                  </a:cubicBezTo>
                  <a:lnTo>
                    <a:pt x="16699" y="4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CE95746E-28A1-4D58-C09C-8F5AC0883654}"/>
                </a:ext>
              </a:extLst>
            </p:cNvPr>
            <p:cNvSpPr/>
            <p:nvPr/>
          </p:nvSpPr>
          <p:spPr>
            <a:xfrm>
              <a:off x="5576514" y="2107190"/>
              <a:ext cx="21195" cy="23904"/>
            </a:xfrm>
            <a:custGeom>
              <a:avLst/>
              <a:gdLst>
                <a:gd name="csX0" fmla="*/ 114 w 24444"/>
                <a:gd name="csY0" fmla="*/ 20179 h 27568"/>
                <a:gd name="csX1" fmla="*/ 2711 w 24444"/>
                <a:gd name="csY1" fmla="*/ 26992 h 27568"/>
                <a:gd name="csX2" fmla="*/ 23602 w 24444"/>
                <a:gd name="csY2" fmla="*/ 8609 h 27568"/>
                <a:gd name="csX3" fmla="*/ 21761 w 24444"/>
                <a:gd name="csY3" fmla="*/ 68 h 27568"/>
                <a:gd name="csX4" fmla="*/ 14293 w 24444"/>
                <a:gd name="csY4" fmla="*/ 4069 h 27568"/>
                <a:gd name="csX5" fmla="*/ 10395 w 24444"/>
                <a:gd name="csY5" fmla="*/ 11638 h 27568"/>
                <a:gd name="csX6" fmla="*/ 114 w 24444"/>
                <a:gd name="csY6" fmla="*/ 20071 h 27568"/>
                <a:gd name="csX7" fmla="*/ 114 w 24444"/>
                <a:gd name="csY7" fmla="*/ 20179 h 27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44" h="27568">
                  <a:moveTo>
                    <a:pt x="114" y="20179"/>
                  </a:moveTo>
                  <a:cubicBezTo>
                    <a:pt x="330" y="21480"/>
                    <a:pt x="-1181" y="29805"/>
                    <a:pt x="2711" y="26992"/>
                  </a:cubicBezTo>
                  <a:cubicBezTo>
                    <a:pt x="19703" y="14883"/>
                    <a:pt x="22631" y="13911"/>
                    <a:pt x="23602" y="8609"/>
                  </a:cubicBezTo>
                  <a:cubicBezTo>
                    <a:pt x="23602" y="7313"/>
                    <a:pt x="26415" y="68"/>
                    <a:pt x="21761" y="68"/>
                  </a:cubicBezTo>
                  <a:cubicBezTo>
                    <a:pt x="20682" y="284"/>
                    <a:pt x="14833" y="-1335"/>
                    <a:pt x="14293" y="4069"/>
                  </a:cubicBezTo>
                  <a:cubicBezTo>
                    <a:pt x="14077" y="4932"/>
                    <a:pt x="14509" y="10019"/>
                    <a:pt x="10395" y="11638"/>
                  </a:cubicBezTo>
                  <a:cubicBezTo>
                    <a:pt x="10395" y="11638"/>
                    <a:pt x="222" y="14019"/>
                    <a:pt x="114" y="20071"/>
                  </a:cubicBezTo>
                  <a:lnTo>
                    <a:pt x="114" y="201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1E877004-BA27-83FE-B270-8744A2AE5178}"/>
                </a:ext>
              </a:extLst>
            </p:cNvPr>
            <p:cNvSpPr/>
            <p:nvPr/>
          </p:nvSpPr>
          <p:spPr>
            <a:xfrm>
              <a:off x="5544519" y="2127251"/>
              <a:ext cx="26216" cy="31283"/>
            </a:xfrm>
            <a:custGeom>
              <a:avLst/>
              <a:gdLst>
                <a:gd name="csX0" fmla="*/ 16990 w 30234"/>
                <a:gd name="csY0" fmla="*/ 34356 h 36078"/>
                <a:gd name="csX1" fmla="*/ 29112 w 30234"/>
                <a:gd name="csY1" fmla="*/ 17808 h 36078"/>
                <a:gd name="csX2" fmla="*/ 27709 w 30234"/>
                <a:gd name="csY2" fmla="*/ 11972 h 36078"/>
                <a:gd name="csX3" fmla="*/ 26299 w 30234"/>
                <a:gd name="csY3" fmla="*/ 2022 h 36078"/>
                <a:gd name="csX4" fmla="*/ 20781 w 30234"/>
                <a:gd name="csY4" fmla="*/ 1158 h 36078"/>
                <a:gd name="csX5" fmla="*/ 18940 w 30234"/>
                <a:gd name="csY5" fmla="*/ 8188 h 36078"/>
                <a:gd name="csX6" fmla="*/ 10608 w 30234"/>
                <a:gd name="csY6" fmla="*/ 16944 h 36078"/>
                <a:gd name="csX7" fmla="*/ 436 w 30234"/>
                <a:gd name="csY7" fmla="*/ 18672 h 36078"/>
                <a:gd name="csX8" fmla="*/ 106 w 30234"/>
                <a:gd name="csY8" fmla="*/ 20297 h 36078"/>
                <a:gd name="csX9" fmla="*/ 11688 w 30234"/>
                <a:gd name="csY9" fmla="*/ 29162 h 36078"/>
                <a:gd name="csX10" fmla="*/ 6818 w 30234"/>
                <a:gd name="csY10" fmla="*/ 35112 h 36078"/>
                <a:gd name="csX11" fmla="*/ 17098 w 30234"/>
                <a:gd name="csY11" fmla="*/ 34248 h 36078"/>
                <a:gd name="csX12" fmla="*/ 16990 w 30234"/>
                <a:gd name="csY12" fmla="*/ 34356 h 3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234" h="36078">
                  <a:moveTo>
                    <a:pt x="16990" y="34356"/>
                  </a:moveTo>
                  <a:cubicBezTo>
                    <a:pt x="28249" y="23866"/>
                    <a:pt x="32471" y="21377"/>
                    <a:pt x="29112" y="17808"/>
                  </a:cubicBezTo>
                  <a:cubicBezTo>
                    <a:pt x="28681" y="17160"/>
                    <a:pt x="25868" y="14671"/>
                    <a:pt x="27709" y="11972"/>
                  </a:cubicBezTo>
                  <a:cubicBezTo>
                    <a:pt x="29982" y="8620"/>
                    <a:pt x="26083" y="1374"/>
                    <a:pt x="26299" y="2022"/>
                  </a:cubicBezTo>
                  <a:cubicBezTo>
                    <a:pt x="24458" y="-2087"/>
                    <a:pt x="20133" y="1374"/>
                    <a:pt x="20781" y="1158"/>
                  </a:cubicBezTo>
                  <a:cubicBezTo>
                    <a:pt x="17536" y="3425"/>
                    <a:pt x="18940" y="8835"/>
                    <a:pt x="18940" y="8188"/>
                  </a:cubicBezTo>
                  <a:cubicBezTo>
                    <a:pt x="20133" y="13376"/>
                    <a:pt x="14939" y="18024"/>
                    <a:pt x="10608" y="16944"/>
                  </a:cubicBezTo>
                  <a:cubicBezTo>
                    <a:pt x="8119" y="16836"/>
                    <a:pt x="1731" y="12728"/>
                    <a:pt x="436" y="18672"/>
                  </a:cubicBezTo>
                  <a:lnTo>
                    <a:pt x="106" y="20297"/>
                  </a:lnTo>
                  <a:cubicBezTo>
                    <a:pt x="-1621" y="28406"/>
                    <a:pt x="18508" y="24729"/>
                    <a:pt x="11688" y="29162"/>
                  </a:cubicBezTo>
                  <a:cubicBezTo>
                    <a:pt x="9955" y="30571"/>
                    <a:pt x="2055" y="34032"/>
                    <a:pt x="6818" y="35112"/>
                  </a:cubicBezTo>
                  <a:cubicBezTo>
                    <a:pt x="8551" y="35220"/>
                    <a:pt x="13314" y="37709"/>
                    <a:pt x="17098" y="34248"/>
                  </a:cubicBezTo>
                  <a:lnTo>
                    <a:pt x="16990" y="34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EFD41F9A-CA09-B866-504B-764074D1F628}"/>
                </a:ext>
              </a:extLst>
            </p:cNvPr>
            <p:cNvSpPr/>
            <p:nvPr/>
          </p:nvSpPr>
          <p:spPr>
            <a:xfrm>
              <a:off x="5225302" y="1979263"/>
              <a:ext cx="857105" cy="789163"/>
            </a:xfrm>
            <a:custGeom>
              <a:avLst/>
              <a:gdLst>
                <a:gd name="csX0" fmla="*/ 269646 w 988471"/>
                <a:gd name="csY0" fmla="*/ 837955 h 910116"/>
                <a:gd name="csX1" fmla="*/ 264452 w 988471"/>
                <a:gd name="csY1" fmla="*/ 801836 h 910116"/>
                <a:gd name="csX2" fmla="*/ 288912 w 988471"/>
                <a:gd name="csY2" fmla="*/ 790050 h 910116"/>
                <a:gd name="csX3" fmla="*/ 297141 w 988471"/>
                <a:gd name="csY3" fmla="*/ 761717 h 910116"/>
                <a:gd name="csX4" fmla="*/ 281552 w 988471"/>
                <a:gd name="csY4" fmla="*/ 726030 h 910116"/>
                <a:gd name="csX5" fmla="*/ 297141 w 988471"/>
                <a:gd name="csY5" fmla="*/ 723648 h 910116"/>
                <a:gd name="csX6" fmla="*/ 304609 w 988471"/>
                <a:gd name="csY6" fmla="*/ 703322 h 910116"/>
                <a:gd name="csX7" fmla="*/ 277114 w 988471"/>
                <a:gd name="csY7" fmla="*/ 683097 h 910116"/>
                <a:gd name="csX8" fmla="*/ 285235 w 988471"/>
                <a:gd name="csY8" fmla="*/ 653144 h 910116"/>
                <a:gd name="csX9" fmla="*/ 281552 w 988471"/>
                <a:gd name="csY9" fmla="*/ 602103 h 910116"/>
                <a:gd name="csX10" fmla="*/ 271164 w 988471"/>
                <a:gd name="csY10" fmla="*/ 586749 h 910116"/>
                <a:gd name="csX11" fmla="*/ 306882 w 988471"/>
                <a:gd name="csY11" fmla="*/ 532463 h 910116"/>
                <a:gd name="csX12" fmla="*/ 352234 w 988471"/>
                <a:gd name="csY12" fmla="*/ 535707 h 910116"/>
                <a:gd name="csX13" fmla="*/ 353745 w 988471"/>
                <a:gd name="csY13" fmla="*/ 506510 h 910116"/>
                <a:gd name="csX14" fmla="*/ 335889 w 988471"/>
                <a:gd name="csY14" fmla="*/ 497538 h 910116"/>
                <a:gd name="csX15" fmla="*/ 367925 w 988471"/>
                <a:gd name="csY15" fmla="*/ 450497 h 910116"/>
                <a:gd name="csX16" fmla="*/ 368680 w 988471"/>
                <a:gd name="csY16" fmla="*/ 398592 h 910116"/>
                <a:gd name="csX17" fmla="*/ 404399 w 988471"/>
                <a:gd name="csY17" fmla="*/ 387238 h 910116"/>
                <a:gd name="csX18" fmla="*/ 438384 w 988471"/>
                <a:gd name="csY18" fmla="*/ 334247 h 910116"/>
                <a:gd name="csX19" fmla="*/ 431463 w 988471"/>
                <a:gd name="csY19" fmla="*/ 303107 h 910116"/>
                <a:gd name="csX20" fmla="*/ 471074 w 988471"/>
                <a:gd name="csY20" fmla="*/ 254333 h 910116"/>
                <a:gd name="csX21" fmla="*/ 492829 w 988471"/>
                <a:gd name="csY21" fmla="*/ 263851 h 910116"/>
                <a:gd name="csX22" fmla="*/ 504736 w 988471"/>
                <a:gd name="csY22" fmla="*/ 247195 h 910116"/>
                <a:gd name="csX23" fmla="*/ 500729 w 988471"/>
                <a:gd name="csY23" fmla="*/ 222214 h 910116"/>
                <a:gd name="csX24" fmla="*/ 518591 w 988471"/>
                <a:gd name="csY24" fmla="*/ 211515 h 910116"/>
                <a:gd name="csX25" fmla="*/ 573049 w 988471"/>
                <a:gd name="csY25" fmla="*/ 238870 h 910116"/>
                <a:gd name="csX26" fmla="*/ 581939 w 988471"/>
                <a:gd name="csY26" fmla="*/ 178202 h 910116"/>
                <a:gd name="csX27" fmla="*/ 630516 w 988471"/>
                <a:gd name="csY27" fmla="*/ 154415 h 910116"/>
                <a:gd name="csX28" fmla="*/ 664171 w 988471"/>
                <a:gd name="csY28" fmla="*/ 194859 h 910116"/>
                <a:gd name="csX29" fmla="*/ 705700 w 988471"/>
                <a:gd name="csY29" fmla="*/ 204377 h 910116"/>
                <a:gd name="csX30" fmla="*/ 724560 w 988471"/>
                <a:gd name="csY30" fmla="*/ 186534 h 910116"/>
                <a:gd name="csX31" fmla="*/ 761263 w 988471"/>
                <a:gd name="csY31" fmla="*/ 210321 h 910116"/>
                <a:gd name="csX32" fmla="*/ 790917 w 988471"/>
                <a:gd name="csY32" fmla="*/ 179396 h 910116"/>
                <a:gd name="csX33" fmla="*/ 808761 w 988471"/>
                <a:gd name="csY33" fmla="*/ 106835 h 910116"/>
                <a:gd name="csX34" fmla="*/ 842416 w 988471"/>
                <a:gd name="csY34" fmla="*/ 111591 h 910116"/>
                <a:gd name="csX35" fmla="*/ 867245 w 988471"/>
                <a:gd name="csY35" fmla="*/ 94941 h 910116"/>
                <a:gd name="csX36" fmla="*/ 917790 w 988471"/>
                <a:gd name="csY36" fmla="*/ 137759 h 910116"/>
                <a:gd name="csX37" fmla="*/ 898931 w 988471"/>
                <a:gd name="csY37" fmla="*/ 167503 h 910116"/>
                <a:gd name="csX38" fmla="*/ 921982 w 988471"/>
                <a:gd name="csY38" fmla="*/ 181771 h 910116"/>
                <a:gd name="csX39" fmla="*/ 958049 w 988471"/>
                <a:gd name="csY39" fmla="*/ 137220 h 910116"/>
                <a:gd name="csX40" fmla="*/ 979449 w 988471"/>
                <a:gd name="csY40" fmla="*/ 138953 h 910116"/>
                <a:gd name="csX41" fmla="*/ 982179 w 988471"/>
                <a:gd name="csY41" fmla="*/ 109216 h 910116"/>
                <a:gd name="csX42" fmla="*/ 934872 w 988471"/>
                <a:gd name="csY42" fmla="*/ 97640 h 910116"/>
                <a:gd name="csX43" fmla="*/ 896772 w 988471"/>
                <a:gd name="csY43" fmla="*/ 81098 h 910116"/>
                <a:gd name="csX44" fmla="*/ 900963 w 988471"/>
                <a:gd name="csY44" fmla="*/ 77853 h 910116"/>
                <a:gd name="csX45" fmla="*/ 963447 w 988471"/>
                <a:gd name="csY45" fmla="*/ 78933 h 910116"/>
                <a:gd name="csX46" fmla="*/ 988212 w 988471"/>
                <a:gd name="csY46" fmla="*/ 65852 h 910116"/>
                <a:gd name="csX47" fmla="*/ 987006 w 988471"/>
                <a:gd name="csY47" fmla="*/ 62607 h 910116"/>
                <a:gd name="csX48" fmla="*/ 980528 w 988471"/>
                <a:gd name="csY48" fmla="*/ 59470 h 910116"/>
                <a:gd name="csX49" fmla="*/ 965415 w 988471"/>
                <a:gd name="csY49" fmla="*/ 51685 h 910116"/>
                <a:gd name="csX50" fmla="*/ 958049 w 988471"/>
                <a:gd name="csY50" fmla="*/ 54390 h 910116"/>
                <a:gd name="csX51" fmla="*/ 953922 w 988471"/>
                <a:gd name="csY51" fmla="*/ 48980 h 910116"/>
                <a:gd name="csX52" fmla="*/ 958431 w 988471"/>
                <a:gd name="csY52" fmla="*/ 42814 h 910116"/>
                <a:gd name="csX53" fmla="*/ 949286 w 988471"/>
                <a:gd name="csY53" fmla="*/ 39468 h 910116"/>
                <a:gd name="csX54" fmla="*/ 941984 w 988471"/>
                <a:gd name="csY54" fmla="*/ 40439 h 910116"/>
                <a:gd name="csX55" fmla="*/ 936460 w 988471"/>
                <a:gd name="csY55" fmla="*/ 35569 h 910116"/>
                <a:gd name="csX56" fmla="*/ 922934 w 988471"/>
                <a:gd name="csY56" fmla="*/ 36870 h 910116"/>
                <a:gd name="csX57" fmla="*/ 918934 w 988471"/>
                <a:gd name="csY57" fmla="*/ 27460 h 910116"/>
                <a:gd name="csX58" fmla="*/ 905662 w 988471"/>
                <a:gd name="csY58" fmla="*/ 26056 h 910116"/>
                <a:gd name="csX59" fmla="*/ 898613 w 988471"/>
                <a:gd name="csY59" fmla="*/ 32438 h 910116"/>
                <a:gd name="csX60" fmla="*/ 885406 w 988471"/>
                <a:gd name="csY60" fmla="*/ 54390 h 910116"/>
                <a:gd name="csX61" fmla="*/ 877087 w 988471"/>
                <a:gd name="csY61" fmla="*/ 51037 h 910116"/>
                <a:gd name="csX62" fmla="*/ 880770 w 988471"/>
                <a:gd name="csY62" fmla="*/ 48008 h 910116"/>
                <a:gd name="csX63" fmla="*/ 880643 w 988471"/>
                <a:gd name="csY63" fmla="*/ 37842 h 910116"/>
                <a:gd name="csX64" fmla="*/ 871118 w 988471"/>
                <a:gd name="csY64" fmla="*/ 32546 h 910116"/>
                <a:gd name="csX65" fmla="*/ 887120 w 988471"/>
                <a:gd name="csY65" fmla="*/ 27352 h 910116"/>
                <a:gd name="csX66" fmla="*/ 891057 w 988471"/>
                <a:gd name="csY66" fmla="*/ 16106 h 910116"/>
                <a:gd name="csX67" fmla="*/ 885406 w 988471"/>
                <a:gd name="csY67" fmla="*/ 15134 h 910116"/>
                <a:gd name="csX68" fmla="*/ 882992 w 988471"/>
                <a:gd name="csY68" fmla="*/ 10378 h 910116"/>
                <a:gd name="csX69" fmla="*/ 865784 w 988471"/>
                <a:gd name="csY69" fmla="*/ 7673 h 910116"/>
                <a:gd name="csX70" fmla="*/ 865784 w 988471"/>
                <a:gd name="csY70" fmla="*/ 7457 h 910116"/>
                <a:gd name="csX71" fmla="*/ 855624 w 988471"/>
                <a:gd name="csY71" fmla="*/ 8645 h 910116"/>
                <a:gd name="csX72" fmla="*/ 848575 w 988471"/>
                <a:gd name="csY72" fmla="*/ 11890 h 910116"/>
                <a:gd name="csX73" fmla="*/ 842416 w 988471"/>
                <a:gd name="csY73" fmla="*/ 17624 h 910116"/>
                <a:gd name="csX74" fmla="*/ 844194 w 988471"/>
                <a:gd name="csY74" fmla="*/ 21624 h 910116"/>
                <a:gd name="csX75" fmla="*/ 851497 w 988471"/>
                <a:gd name="csY75" fmla="*/ 22812 h 910116"/>
                <a:gd name="csX76" fmla="*/ 849655 w 988471"/>
                <a:gd name="csY76" fmla="*/ 31460 h 910116"/>
                <a:gd name="csX77" fmla="*/ 839939 w 988471"/>
                <a:gd name="csY77" fmla="*/ 36978 h 910116"/>
                <a:gd name="csX78" fmla="*/ 833335 w 988471"/>
                <a:gd name="csY78" fmla="*/ 53844 h 910116"/>
                <a:gd name="csX79" fmla="*/ 831811 w 988471"/>
                <a:gd name="csY79" fmla="*/ 54174 h 910116"/>
                <a:gd name="csX80" fmla="*/ 823366 w 988471"/>
                <a:gd name="csY80" fmla="*/ 63039 h 910116"/>
                <a:gd name="csX81" fmla="*/ 817778 w 988471"/>
                <a:gd name="csY81" fmla="*/ 61743 h 910116"/>
                <a:gd name="csX82" fmla="*/ 818731 w 988471"/>
                <a:gd name="csY82" fmla="*/ 43252 h 910116"/>
                <a:gd name="csX83" fmla="*/ 813333 w 988471"/>
                <a:gd name="csY83" fmla="*/ 41087 h 910116"/>
                <a:gd name="csX84" fmla="*/ 824382 w 988471"/>
                <a:gd name="csY84" fmla="*/ 30057 h 910116"/>
                <a:gd name="csX85" fmla="*/ 821842 w 988471"/>
                <a:gd name="csY85" fmla="*/ 18487 h 910116"/>
                <a:gd name="csX86" fmla="*/ 815365 w 988471"/>
                <a:gd name="csY86" fmla="*/ 20754 h 910116"/>
                <a:gd name="csX87" fmla="*/ 799363 w 988471"/>
                <a:gd name="csY87" fmla="*/ 41411 h 910116"/>
                <a:gd name="csX88" fmla="*/ 794600 w 988471"/>
                <a:gd name="csY88" fmla="*/ 50714 h 910116"/>
                <a:gd name="csX89" fmla="*/ 780186 w 988471"/>
                <a:gd name="csY89" fmla="*/ 67579 h 910116"/>
                <a:gd name="csX90" fmla="*/ 778916 w 988471"/>
                <a:gd name="csY90" fmla="*/ 73205 h 910116"/>
                <a:gd name="csX91" fmla="*/ 764184 w 988471"/>
                <a:gd name="csY91" fmla="*/ 83911 h 910116"/>
                <a:gd name="csX92" fmla="*/ 764819 w 988471"/>
                <a:gd name="csY92" fmla="*/ 72881 h 910116"/>
                <a:gd name="csX93" fmla="*/ 767423 w 988471"/>
                <a:gd name="csY93" fmla="*/ 70608 h 910116"/>
                <a:gd name="csX94" fmla="*/ 767423 w 988471"/>
                <a:gd name="csY94" fmla="*/ 56765 h 910116"/>
                <a:gd name="csX95" fmla="*/ 791045 w 988471"/>
                <a:gd name="csY95" fmla="*/ 26056 h 910116"/>
                <a:gd name="csX96" fmla="*/ 785393 w 988471"/>
                <a:gd name="csY96" fmla="*/ 21408 h 910116"/>
                <a:gd name="csX97" fmla="*/ 791045 w 988471"/>
                <a:gd name="csY97" fmla="*/ 16214 h 910116"/>
                <a:gd name="csX98" fmla="*/ 798474 w 988471"/>
                <a:gd name="csY98" fmla="*/ 5832 h 910116"/>
                <a:gd name="csX99" fmla="*/ 792949 w 988471"/>
                <a:gd name="csY99" fmla="*/ 3997 h 910116"/>
                <a:gd name="csX100" fmla="*/ 783742 w 988471"/>
                <a:gd name="csY100" fmla="*/ 428 h 910116"/>
                <a:gd name="csX101" fmla="*/ 775297 w 988471"/>
                <a:gd name="csY101" fmla="*/ 7889 h 910116"/>
                <a:gd name="csX102" fmla="*/ 776185 w 988471"/>
                <a:gd name="csY102" fmla="*/ 8753 h 910116"/>
                <a:gd name="csX103" fmla="*/ 777519 w 988471"/>
                <a:gd name="csY103" fmla="*/ 15134 h 910116"/>
                <a:gd name="csX104" fmla="*/ 771867 w 988471"/>
                <a:gd name="csY104" fmla="*/ 22380 h 910116"/>
                <a:gd name="csX105" fmla="*/ 763232 w 988471"/>
                <a:gd name="csY105" fmla="*/ 15350 h 910116"/>
                <a:gd name="csX106" fmla="*/ 757009 w 988471"/>
                <a:gd name="csY106" fmla="*/ 18919 h 910116"/>
                <a:gd name="csX107" fmla="*/ 754786 w 988471"/>
                <a:gd name="csY107" fmla="*/ 9616 h 910116"/>
                <a:gd name="csX108" fmla="*/ 750087 w 988471"/>
                <a:gd name="csY108" fmla="*/ 7241 h 910116"/>
                <a:gd name="csX109" fmla="*/ 745324 w 988471"/>
                <a:gd name="csY109" fmla="*/ 15998 h 910116"/>
                <a:gd name="csX110" fmla="*/ 747102 w 988471"/>
                <a:gd name="csY110" fmla="*/ 26920 h 910116"/>
                <a:gd name="csX111" fmla="*/ 738657 w 988471"/>
                <a:gd name="csY111" fmla="*/ 24107 h 910116"/>
                <a:gd name="csX112" fmla="*/ 734974 w 988471"/>
                <a:gd name="csY112" fmla="*/ 26164 h 910116"/>
                <a:gd name="csX113" fmla="*/ 741896 w 988471"/>
                <a:gd name="csY113" fmla="*/ 33950 h 910116"/>
                <a:gd name="csX114" fmla="*/ 744245 w 988471"/>
                <a:gd name="csY114" fmla="*/ 45087 h 910116"/>
                <a:gd name="csX115" fmla="*/ 734085 w 988471"/>
                <a:gd name="csY115" fmla="*/ 42814 h 910116"/>
                <a:gd name="csX116" fmla="*/ 727925 w 988471"/>
                <a:gd name="csY116" fmla="*/ 53088 h 910116"/>
                <a:gd name="csX117" fmla="*/ 721322 w 988471"/>
                <a:gd name="csY117" fmla="*/ 37518 h 910116"/>
                <a:gd name="csX118" fmla="*/ 712304 w 988471"/>
                <a:gd name="csY118" fmla="*/ 38598 h 910116"/>
                <a:gd name="csX119" fmla="*/ 714590 w 988471"/>
                <a:gd name="csY119" fmla="*/ 49196 h 910116"/>
                <a:gd name="csX120" fmla="*/ 716749 w 988471"/>
                <a:gd name="csY120" fmla="*/ 58499 h 910116"/>
                <a:gd name="csX121" fmla="*/ 697636 w 988471"/>
                <a:gd name="csY121" fmla="*/ 80990 h 910116"/>
                <a:gd name="csX122" fmla="*/ 700430 w 988471"/>
                <a:gd name="csY122" fmla="*/ 87804 h 910116"/>
                <a:gd name="csX123" fmla="*/ 706844 w 988471"/>
                <a:gd name="csY123" fmla="*/ 93639 h 910116"/>
                <a:gd name="csX124" fmla="*/ 703478 w 988471"/>
                <a:gd name="csY124" fmla="*/ 97100 h 910116"/>
                <a:gd name="csX125" fmla="*/ 687857 w 988471"/>
                <a:gd name="csY125" fmla="*/ 91588 h 910116"/>
                <a:gd name="csX126" fmla="*/ 684491 w 988471"/>
                <a:gd name="csY126" fmla="*/ 80019 h 910116"/>
                <a:gd name="csX127" fmla="*/ 666648 w 988471"/>
                <a:gd name="csY127" fmla="*/ 77745 h 910116"/>
                <a:gd name="csX128" fmla="*/ 638962 w 988471"/>
                <a:gd name="csY128" fmla="*/ 68443 h 910116"/>
                <a:gd name="csX129" fmla="*/ 636358 w 988471"/>
                <a:gd name="csY129" fmla="*/ 72449 h 910116"/>
                <a:gd name="csX130" fmla="*/ 626262 w 988471"/>
                <a:gd name="csY130" fmla="*/ 69313 h 910116"/>
                <a:gd name="csX131" fmla="*/ 624039 w 988471"/>
                <a:gd name="csY131" fmla="*/ 78825 h 910116"/>
                <a:gd name="csX132" fmla="*/ 645121 w 988471"/>
                <a:gd name="csY132" fmla="*/ 87588 h 910116"/>
                <a:gd name="csX133" fmla="*/ 651408 w 988471"/>
                <a:gd name="csY133" fmla="*/ 91588 h 910116"/>
                <a:gd name="csX134" fmla="*/ 648932 w 988471"/>
                <a:gd name="csY134" fmla="*/ 97316 h 910116"/>
                <a:gd name="csX135" fmla="*/ 645121 w 988471"/>
                <a:gd name="csY135" fmla="*/ 107159 h 910116"/>
                <a:gd name="csX136" fmla="*/ 636041 w 988471"/>
                <a:gd name="csY136" fmla="*/ 102079 h 910116"/>
                <a:gd name="csX137" fmla="*/ 632485 w 988471"/>
                <a:gd name="csY137" fmla="*/ 96345 h 910116"/>
                <a:gd name="csX138" fmla="*/ 620674 w 988471"/>
                <a:gd name="csY138" fmla="*/ 93208 h 910116"/>
                <a:gd name="csX139" fmla="*/ 619658 w 988471"/>
                <a:gd name="csY139" fmla="*/ 101755 h 910116"/>
                <a:gd name="csX140" fmla="*/ 614133 w 988471"/>
                <a:gd name="csY140" fmla="*/ 108238 h 910116"/>
                <a:gd name="csX141" fmla="*/ 610387 w 988471"/>
                <a:gd name="csY141" fmla="*/ 90725 h 910116"/>
                <a:gd name="csX142" fmla="*/ 598449 w 988471"/>
                <a:gd name="csY142" fmla="*/ 75688 h 910116"/>
                <a:gd name="csX143" fmla="*/ 591337 w 988471"/>
                <a:gd name="csY143" fmla="*/ 80558 h 910116"/>
                <a:gd name="csX144" fmla="*/ 592861 w 988471"/>
                <a:gd name="csY144" fmla="*/ 89207 h 910116"/>
                <a:gd name="csX145" fmla="*/ 599338 w 988471"/>
                <a:gd name="csY145" fmla="*/ 94941 h 910116"/>
                <a:gd name="csX146" fmla="*/ 584288 w 988471"/>
                <a:gd name="csY146" fmla="*/ 141982 h 910116"/>
                <a:gd name="csX147" fmla="*/ 582257 w 988471"/>
                <a:gd name="csY147" fmla="*/ 126945 h 910116"/>
                <a:gd name="csX148" fmla="*/ 586003 w 988471"/>
                <a:gd name="csY148" fmla="*/ 97640 h 910116"/>
                <a:gd name="csX149" fmla="*/ 563079 w 988471"/>
                <a:gd name="csY149" fmla="*/ 126406 h 910116"/>
                <a:gd name="csX150" fmla="*/ 561238 w 988471"/>
                <a:gd name="csY150" fmla="*/ 111051 h 910116"/>
                <a:gd name="csX151" fmla="*/ 538829 w 988471"/>
                <a:gd name="csY151" fmla="*/ 126837 h 910116"/>
                <a:gd name="csX152" fmla="*/ 542315 w 988471"/>
                <a:gd name="csY152" fmla="*/ 141982 h 910116"/>
                <a:gd name="csX153" fmla="*/ 537749 w 988471"/>
                <a:gd name="csY153" fmla="*/ 144357 h 910116"/>
                <a:gd name="csX154" fmla="*/ 528008 w 988471"/>
                <a:gd name="csY154" fmla="*/ 132463 h 910116"/>
                <a:gd name="csX155" fmla="*/ 521620 w 988471"/>
                <a:gd name="csY155" fmla="*/ 137543 h 910116"/>
                <a:gd name="csX156" fmla="*/ 525195 w 988471"/>
                <a:gd name="csY156" fmla="*/ 148573 h 910116"/>
                <a:gd name="csX157" fmla="*/ 517074 w 988471"/>
                <a:gd name="csY157" fmla="*/ 147386 h 910116"/>
                <a:gd name="csX158" fmla="*/ 513613 w 988471"/>
                <a:gd name="csY158" fmla="*/ 139817 h 910116"/>
                <a:gd name="csX159" fmla="*/ 503326 w 988471"/>
                <a:gd name="csY159" fmla="*/ 153984 h 910116"/>
                <a:gd name="csX160" fmla="*/ 503110 w 988471"/>
                <a:gd name="csY160" fmla="*/ 161013 h 910116"/>
                <a:gd name="csX161" fmla="*/ 479412 w 988471"/>
                <a:gd name="csY161" fmla="*/ 170309 h 910116"/>
                <a:gd name="csX162" fmla="*/ 478650 w 988471"/>
                <a:gd name="csY162" fmla="*/ 178964 h 910116"/>
                <a:gd name="csX163" fmla="*/ 472046 w 988471"/>
                <a:gd name="csY163" fmla="*/ 180152 h 910116"/>
                <a:gd name="csX164" fmla="*/ 466528 w 988471"/>
                <a:gd name="csY164" fmla="*/ 181555 h 910116"/>
                <a:gd name="csX165" fmla="*/ 451485 w 988471"/>
                <a:gd name="csY165" fmla="*/ 198211 h 910116"/>
                <a:gd name="csX166" fmla="*/ 446074 w 988471"/>
                <a:gd name="csY166" fmla="*/ 196370 h 910116"/>
                <a:gd name="csX167" fmla="*/ 443039 w 988471"/>
                <a:gd name="csY167" fmla="*/ 187505 h 910116"/>
                <a:gd name="csX168" fmla="*/ 432758 w 988471"/>
                <a:gd name="csY168" fmla="*/ 185994 h 910116"/>
                <a:gd name="csX169" fmla="*/ 422693 w 988471"/>
                <a:gd name="csY169" fmla="*/ 195506 h 910116"/>
                <a:gd name="csX170" fmla="*/ 418471 w 988471"/>
                <a:gd name="csY170" fmla="*/ 179720 h 910116"/>
                <a:gd name="csX171" fmla="*/ 409054 w 988471"/>
                <a:gd name="csY171" fmla="*/ 185340 h 910116"/>
                <a:gd name="csX172" fmla="*/ 403536 w 988471"/>
                <a:gd name="csY172" fmla="*/ 202536 h 910116"/>
                <a:gd name="csX173" fmla="*/ 397694 w 988471"/>
                <a:gd name="csY173" fmla="*/ 205457 h 910116"/>
                <a:gd name="csX174" fmla="*/ 391521 w 988471"/>
                <a:gd name="csY174" fmla="*/ 214645 h 910116"/>
                <a:gd name="csX175" fmla="*/ 369227 w 988471"/>
                <a:gd name="csY175" fmla="*/ 219300 h 910116"/>
                <a:gd name="csX176" fmla="*/ 359048 w 988471"/>
                <a:gd name="csY176" fmla="*/ 225243 h 910116"/>
                <a:gd name="csX177" fmla="*/ 350501 w 988471"/>
                <a:gd name="csY177" fmla="*/ 223408 h 910116"/>
                <a:gd name="csX178" fmla="*/ 333184 w 988471"/>
                <a:gd name="csY178" fmla="*/ 233467 h 910116"/>
                <a:gd name="csX179" fmla="*/ 334264 w 988471"/>
                <a:gd name="csY179" fmla="*/ 244389 h 910116"/>
                <a:gd name="csX180" fmla="*/ 340004 w 988471"/>
                <a:gd name="csY180" fmla="*/ 243411 h 910116"/>
                <a:gd name="csX181" fmla="*/ 356235 w 988471"/>
                <a:gd name="csY181" fmla="*/ 235410 h 910116"/>
                <a:gd name="csX182" fmla="*/ 362083 w 988471"/>
                <a:gd name="csY182" fmla="*/ 238115 h 910116"/>
                <a:gd name="csX183" fmla="*/ 381457 w 988471"/>
                <a:gd name="csY183" fmla="*/ 228380 h 910116"/>
                <a:gd name="csX184" fmla="*/ 383184 w 988471"/>
                <a:gd name="csY184" fmla="*/ 233898 h 910116"/>
                <a:gd name="csX185" fmla="*/ 402780 w 988471"/>
                <a:gd name="csY185" fmla="*/ 221567 h 910116"/>
                <a:gd name="csX186" fmla="*/ 412737 w 988471"/>
                <a:gd name="csY186" fmla="*/ 222214 h 910116"/>
                <a:gd name="csX187" fmla="*/ 419442 w 988471"/>
                <a:gd name="csY187" fmla="*/ 218538 h 910116"/>
                <a:gd name="csX188" fmla="*/ 423989 w 988471"/>
                <a:gd name="csY188" fmla="*/ 217890 h 910116"/>
                <a:gd name="csX189" fmla="*/ 428967 w 988471"/>
                <a:gd name="csY189" fmla="*/ 210968 h 910116"/>
                <a:gd name="csX190" fmla="*/ 431133 w 988471"/>
                <a:gd name="csY190" fmla="*/ 213997 h 910116"/>
                <a:gd name="csX191" fmla="*/ 434384 w 988471"/>
                <a:gd name="csY191" fmla="*/ 217134 h 910116"/>
                <a:gd name="csX192" fmla="*/ 454621 w 988471"/>
                <a:gd name="csY192" fmla="*/ 211184 h 910116"/>
                <a:gd name="csX193" fmla="*/ 463930 w 988471"/>
                <a:gd name="csY193" fmla="*/ 214753 h 910116"/>
                <a:gd name="csX194" fmla="*/ 474103 w 988471"/>
                <a:gd name="csY194" fmla="*/ 211400 h 910116"/>
                <a:gd name="csX195" fmla="*/ 480383 w 988471"/>
                <a:gd name="csY195" fmla="*/ 213997 h 910116"/>
                <a:gd name="csX196" fmla="*/ 469665 w 988471"/>
                <a:gd name="csY196" fmla="*/ 224164 h 910116"/>
                <a:gd name="csX197" fmla="*/ 446722 w 988471"/>
                <a:gd name="csY197" fmla="*/ 221351 h 910116"/>
                <a:gd name="csX198" fmla="*/ 432435 w 988471"/>
                <a:gd name="csY198" fmla="*/ 229028 h 910116"/>
                <a:gd name="csX199" fmla="*/ 437629 w 988471"/>
                <a:gd name="csY199" fmla="*/ 231949 h 910116"/>
                <a:gd name="csX200" fmla="*/ 440226 w 988471"/>
                <a:gd name="csY200" fmla="*/ 239842 h 910116"/>
                <a:gd name="csX201" fmla="*/ 435679 w 988471"/>
                <a:gd name="csY201" fmla="*/ 247735 h 910116"/>
                <a:gd name="csX202" fmla="*/ 430917 w 988471"/>
                <a:gd name="csY202" fmla="*/ 257254 h 910116"/>
                <a:gd name="csX203" fmla="*/ 427888 w 988471"/>
                <a:gd name="csY203" fmla="*/ 243519 h 910116"/>
                <a:gd name="csX204" fmla="*/ 428212 w 988471"/>
                <a:gd name="csY204" fmla="*/ 240820 h 910116"/>
                <a:gd name="csX205" fmla="*/ 424967 w 988471"/>
                <a:gd name="csY205" fmla="*/ 234870 h 910116"/>
                <a:gd name="csX206" fmla="*/ 418903 w 988471"/>
                <a:gd name="csY206" fmla="*/ 239086 h 910116"/>
                <a:gd name="csX207" fmla="*/ 406565 w 988471"/>
                <a:gd name="csY207" fmla="*/ 239086 h 910116"/>
                <a:gd name="csX208" fmla="*/ 402780 w 988471"/>
                <a:gd name="csY208" fmla="*/ 246979 h 910116"/>
                <a:gd name="csX209" fmla="*/ 408946 w 988471"/>
                <a:gd name="csY209" fmla="*/ 252389 h 910116"/>
                <a:gd name="csX210" fmla="*/ 404183 w 988471"/>
                <a:gd name="csY210" fmla="*/ 254656 h 910116"/>
                <a:gd name="csX211" fmla="*/ 391845 w 988471"/>
                <a:gd name="csY211" fmla="*/ 252929 h 910116"/>
                <a:gd name="csX212" fmla="*/ 385673 w 988471"/>
                <a:gd name="csY212" fmla="*/ 256822 h 910116"/>
                <a:gd name="csX213" fmla="*/ 381673 w 988471"/>
                <a:gd name="csY213" fmla="*/ 262442 h 910116"/>
                <a:gd name="csX214" fmla="*/ 381457 w 988471"/>
                <a:gd name="csY214" fmla="*/ 271852 h 910116"/>
                <a:gd name="csX215" fmla="*/ 380695 w 988471"/>
                <a:gd name="csY215" fmla="*/ 276608 h 910116"/>
                <a:gd name="csX216" fmla="*/ 392277 w 988471"/>
                <a:gd name="csY216" fmla="*/ 273148 h 910116"/>
                <a:gd name="csX217" fmla="*/ 406241 w 988471"/>
                <a:gd name="csY217" fmla="*/ 265686 h 910116"/>
                <a:gd name="csX218" fmla="*/ 410464 w 988471"/>
                <a:gd name="csY218" fmla="*/ 273364 h 910116"/>
                <a:gd name="csX219" fmla="*/ 405377 w 988471"/>
                <a:gd name="csY219" fmla="*/ 289372 h 910116"/>
                <a:gd name="csX220" fmla="*/ 405701 w 988471"/>
                <a:gd name="csY220" fmla="*/ 293588 h 910116"/>
                <a:gd name="csX221" fmla="*/ 403212 w 988471"/>
                <a:gd name="csY221" fmla="*/ 294020 h 910116"/>
                <a:gd name="csX222" fmla="*/ 397255 w 988471"/>
                <a:gd name="csY222" fmla="*/ 291639 h 910116"/>
                <a:gd name="csX223" fmla="*/ 379615 w 988471"/>
                <a:gd name="csY223" fmla="*/ 289048 h 910116"/>
                <a:gd name="csX224" fmla="*/ 367709 w 988471"/>
                <a:gd name="csY224" fmla="*/ 307863 h 910116"/>
                <a:gd name="csX225" fmla="*/ 369658 w 988471"/>
                <a:gd name="csY225" fmla="*/ 308511 h 910116"/>
                <a:gd name="csX226" fmla="*/ 377666 w 988471"/>
                <a:gd name="csY226" fmla="*/ 306130 h 910116"/>
                <a:gd name="csX227" fmla="*/ 395744 w 988471"/>
                <a:gd name="csY227" fmla="*/ 312403 h 910116"/>
                <a:gd name="csX228" fmla="*/ 394658 w 988471"/>
                <a:gd name="csY228" fmla="*/ 314677 h 910116"/>
                <a:gd name="csX229" fmla="*/ 384486 w 988471"/>
                <a:gd name="csY229" fmla="*/ 312511 h 910116"/>
                <a:gd name="csX230" fmla="*/ 377774 w 988471"/>
                <a:gd name="csY230" fmla="*/ 314569 h 910116"/>
                <a:gd name="csX231" fmla="*/ 360781 w 988471"/>
                <a:gd name="csY231" fmla="*/ 317052 h 910116"/>
                <a:gd name="csX232" fmla="*/ 354400 w 988471"/>
                <a:gd name="csY232" fmla="*/ 319973 h 910116"/>
                <a:gd name="csX233" fmla="*/ 353853 w 988471"/>
                <a:gd name="csY233" fmla="*/ 319649 h 910116"/>
                <a:gd name="csX234" fmla="*/ 341947 w 988471"/>
                <a:gd name="csY234" fmla="*/ 329275 h 910116"/>
                <a:gd name="csX235" fmla="*/ 333400 w 988471"/>
                <a:gd name="csY235" fmla="*/ 338356 h 910116"/>
                <a:gd name="csX236" fmla="*/ 335997 w 988471"/>
                <a:gd name="csY236" fmla="*/ 339873 h 910116"/>
                <a:gd name="csX237" fmla="*/ 334479 w 988471"/>
                <a:gd name="csY237" fmla="*/ 345817 h 910116"/>
                <a:gd name="csX238" fmla="*/ 322573 w 988471"/>
                <a:gd name="csY238" fmla="*/ 348306 h 910116"/>
                <a:gd name="csX239" fmla="*/ 316083 w 988471"/>
                <a:gd name="csY239" fmla="*/ 359660 h 910116"/>
                <a:gd name="csX240" fmla="*/ 315429 w 988471"/>
                <a:gd name="csY240" fmla="*/ 359660 h 910116"/>
                <a:gd name="csX241" fmla="*/ 313594 w 988471"/>
                <a:gd name="csY241" fmla="*/ 379555 h 910116"/>
                <a:gd name="csX242" fmla="*/ 305473 w 988471"/>
                <a:gd name="csY242" fmla="*/ 378583 h 910116"/>
                <a:gd name="csX243" fmla="*/ 305257 w 988471"/>
                <a:gd name="csY243" fmla="*/ 387238 h 910116"/>
                <a:gd name="csX244" fmla="*/ 294322 w 988471"/>
                <a:gd name="csY244" fmla="*/ 403888 h 910116"/>
                <a:gd name="csX245" fmla="*/ 295516 w 988471"/>
                <a:gd name="csY245" fmla="*/ 410485 h 910116"/>
                <a:gd name="csX246" fmla="*/ 289236 w 988471"/>
                <a:gd name="csY246" fmla="*/ 422055 h 910116"/>
                <a:gd name="csX247" fmla="*/ 282200 w 988471"/>
                <a:gd name="csY247" fmla="*/ 432114 h 910116"/>
                <a:gd name="csX248" fmla="*/ 276898 w 988471"/>
                <a:gd name="csY248" fmla="*/ 444763 h 910116"/>
                <a:gd name="csX249" fmla="*/ 283502 w 988471"/>
                <a:gd name="csY249" fmla="*/ 447252 h 910116"/>
                <a:gd name="csX250" fmla="*/ 290538 w 988471"/>
                <a:gd name="csY250" fmla="*/ 444655 h 910116"/>
                <a:gd name="csX251" fmla="*/ 286962 w 988471"/>
                <a:gd name="csY251" fmla="*/ 454713 h 910116"/>
                <a:gd name="csX252" fmla="*/ 275494 w 988471"/>
                <a:gd name="csY252" fmla="*/ 456332 h 910116"/>
                <a:gd name="csX253" fmla="*/ 269862 w 988471"/>
                <a:gd name="csY253" fmla="*/ 457526 h 910116"/>
                <a:gd name="csX254" fmla="*/ 259473 w 988471"/>
                <a:gd name="csY254" fmla="*/ 467039 h 910116"/>
                <a:gd name="csX255" fmla="*/ 250704 w 988471"/>
                <a:gd name="csY255" fmla="*/ 469312 h 910116"/>
                <a:gd name="csX256" fmla="*/ 242049 w 988471"/>
                <a:gd name="csY256" fmla="*/ 466283 h 910116"/>
                <a:gd name="csX257" fmla="*/ 224510 w 988471"/>
                <a:gd name="csY257" fmla="*/ 471039 h 910116"/>
                <a:gd name="csX258" fmla="*/ 225488 w 988471"/>
                <a:gd name="csY258" fmla="*/ 473852 h 910116"/>
                <a:gd name="csX259" fmla="*/ 236638 w 988471"/>
                <a:gd name="csY259" fmla="*/ 474392 h 910116"/>
                <a:gd name="csX260" fmla="*/ 244754 w 988471"/>
                <a:gd name="csY260" fmla="*/ 479586 h 910116"/>
                <a:gd name="csX261" fmla="*/ 252761 w 988471"/>
                <a:gd name="csY261" fmla="*/ 478176 h 910116"/>
                <a:gd name="csX262" fmla="*/ 263912 w 988471"/>
                <a:gd name="csY262" fmla="*/ 475262 h 910116"/>
                <a:gd name="csX263" fmla="*/ 266185 w 988471"/>
                <a:gd name="csY263" fmla="*/ 481205 h 910116"/>
                <a:gd name="csX264" fmla="*/ 257308 w 988471"/>
                <a:gd name="csY264" fmla="*/ 484990 h 910116"/>
                <a:gd name="csX265" fmla="*/ 235337 w 988471"/>
                <a:gd name="csY265" fmla="*/ 493645 h 910116"/>
                <a:gd name="csX266" fmla="*/ 229273 w 988471"/>
                <a:gd name="csY266" fmla="*/ 495048 h 910116"/>
                <a:gd name="csX267" fmla="*/ 225164 w 988471"/>
                <a:gd name="csY267" fmla="*/ 497753 h 910116"/>
                <a:gd name="csX268" fmla="*/ 216935 w 988471"/>
                <a:gd name="csY268" fmla="*/ 505431 h 910116"/>
                <a:gd name="csX269" fmla="*/ 216071 w 988471"/>
                <a:gd name="csY269" fmla="*/ 508352 h 910116"/>
                <a:gd name="csX270" fmla="*/ 208819 w 988471"/>
                <a:gd name="csY270" fmla="*/ 520137 h 910116"/>
                <a:gd name="csX271" fmla="*/ 198754 w 988471"/>
                <a:gd name="csY271" fmla="*/ 525649 h 910116"/>
                <a:gd name="csX272" fmla="*/ 197345 w 988471"/>
                <a:gd name="csY272" fmla="*/ 530304 h 910116"/>
                <a:gd name="csX273" fmla="*/ 198538 w 988471"/>
                <a:gd name="csY273" fmla="*/ 536571 h 910116"/>
                <a:gd name="csX274" fmla="*/ 187388 w 988471"/>
                <a:gd name="csY274" fmla="*/ 542305 h 910116"/>
                <a:gd name="csX275" fmla="*/ 186632 w 988471"/>
                <a:gd name="csY275" fmla="*/ 551062 h 910116"/>
                <a:gd name="csX276" fmla="*/ 197021 w 988471"/>
                <a:gd name="csY276" fmla="*/ 546845 h 910116"/>
                <a:gd name="csX277" fmla="*/ 197561 w 988471"/>
                <a:gd name="csY277" fmla="*/ 551278 h 910116"/>
                <a:gd name="csX278" fmla="*/ 198754 w 988471"/>
                <a:gd name="csY278" fmla="*/ 560041 h 910116"/>
                <a:gd name="csX279" fmla="*/ 204489 w 988471"/>
                <a:gd name="csY279" fmla="*/ 561012 h 910116"/>
                <a:gd name="csX280" fmla="*/ 219316 w 988471"/>
                <a:gd name="csY280" fmla="*/ 556472 h 910116"/>
                <a:gd name="csX281" fmla="*/ 244322 w 988471"/>
                <a:gd name="csY281" fmla="*/ 542629 h 910116"/>
                <a:gd name="csX282" fmla="*/ 240531 w 988471"/>
                <a:gd name="csY282" fmla="*/ 550738 h 910116"/>
                <a:gd name="csX283" fmla="*/ 227977 w 988471"/>
                <a:gd name="csY283" fmla="*/ 562416 h 910116"/>
                <a:gd name="csX284" fmla="*/ 228841 w 988471"/>
                <a:gd name="csY284" fmla="*/ 567718 h 910116"/>
                <a:gd name="csX285" fmla="*/ 208927 w 988471"/>
                <a:gd name="csY285" fmla="*/ 568150 h 910116"/>
                <a:gd name="csX286" fmla="*/ 200050 w 988471"/>
                <a:gd name="csY286" fmla="*/ 573014 h 910116"/>
                <a:gd name="csX287" fmla="*/ 184143 w 988471"/>
                <a:gd name="csY287" fmla="*/ 557767 h 910116"/>
                <a:gd name="csX288" fmla="*/ 171691 w 988471"/>
                <a:gd name="csY288" fmla="*/ 564041 h 910116"/>
                <a:gd name="csX289" fmla="*/ 171691 w 988471"/>
                <a:gd name="csY289" fmla="*/ 569769 h 910116"/>
                <a:gd name="csX290" fmla="*/ 171043 w 988471"/>
                <a:gd name="csY290" fmla="*/ 574747 h 910116"/>
                <a:gd name="csX291" fmla="*/ 163252 w 988471"/>
                <a:gd name="csY291" fmla="*/ 577230 h 910116"/>
                <a:gd name="csX292" fmla="*/ 159899 w 988471"/>
                <a:gd name="csY292" fmla="*/ 568366 h 910116"/>
                <a:gd name="csX293" fmla="*/ 146691 w 988471"/>
                <a:gd name="csY293" fmla="*/ 573769 h 910116"/>
                <a:gd name="csX294" fmla="*/ 145719 w 988471"/>
                <a:gd name="csY294" fmla="*/ 575611 h 910116"/>
                <a:gd name="csX295" fmla="*/ 132727 w 988471"/>
                <a:gd name="csY295" fmla="*/ 577992 h 910116"/>
                <a:gd name="csX296" fmla="*/ 133051 w 988471"/>
                <a:gd name="csY296" fmla="*/ 588044 h 910116"/>
                <a:gd name="csX297" fmla="*/ 143878 w 988471"/>
                <a:gd name="csY297" fmla="*/ 602643 h 910116"/>
                <a:gd name="csX298" fmla="*/ 134892 w 988471"/>
                <a:gd name="csY298" fmla="*/ 600592 h 910116"/>
                <a:gd name="csX299" fmla="*/ 123418 w 988471"/>
                <a:gd name="csY299" fmla="*/ 595290 h 910116"/>
                <a:gd name="csX300" fmla="*/ 103073 w 988471"/>
                <a:gd name="csY300" fmla="*/ 601240 h 910116"/>
                <a:gd name="csX301" fmla="*/ 93116 w 988471"/>
                <a:gd name="csY301" fmla="*/ 596807 h 910116"/>
                <a:gd name="csX302" fmla="*/ 85648 w 988471"/>
                <a:gd name="csY302" fmla="*/ 601563 h 910116"/>
                <a:gd name="csX303" fmla="*/ 81965 w 988471"/>
                <a:gd name="csY303" fmla="*/ 605132 h 910116"/>
                <a:gd name="csX304" fmla="*/ 76879 w 988471"/>
                <a:gd name="csY304" fmla="*/ 610650 h 910116"/>
                <a:gd name="csX305" fmla="*/ 98850 w 988471"/>
                <a:gd name="csY305" fmla="*/ 612917 h 910116"/>
                <a:gd name="csX306" fmla="*/ 100799 w 988471"/>
                <a:gd name="csY306" fmla="*/ 621134 h 910116"/>
                <a:gd name="csX307" fmla="*/ 90303 w 988471"/>
                <a:gd name="csY307" fmla="*/ 619299 h 910116"/>
                <a:gd name="csX308" fmla="*/ 57829 w 988471"/>
                <a:gd name="csY308" fmla="*/ 625135 h 910116"/>
                <a:gd name="csX309" fmla="*/ 66922 w 988471"/>
                <a:gd name="csY309" fmla="*/ 633250 h 910116"/>
                <a:gd name="csX310" fmla="*/ 56311 w 988471"/>
                <a:gd name="csY310" fmla="*/ 636711 h 910116"/>
                <a:gd name="csX311" fmla="*/ 50901 w 988471"/>
                <a:gd name="csY311" fmla="*/ 634437 h 910116"/>
                <a:gd name="csX312" fmla="*/ 42138 w 988471"/>
                <a:gd name="csY312" fmla="*/ 636495 h 910116"/>
                <a:gd name="csX313" fmla="*/ 33153 w 988471"/>
                <a:gd name="csY313" fmla="*/ 641898 h 910116"/>
                <a:gd name="csX314" fmla="*/ 33153 w 988471"/>
                <a:gd name="csY314" fmla="*/ 646439 h 910116"/>
                <a:gd name="csX315" fmla="*/ 28822 w 988471"/>
                <a:gd name="csY315" fmla="*/ 651633 h 910116"/>
                <a:gd name="csX316" fmla="*/ 23304 w 988471"/>
                <a:gd name="csY316" fmla="*/ 646655 h 910116"/>
                <a:gd name="csX317" fmla="*/ 17779 w 988471"/>
                <a:gd name="csY317" fmla="*/ 647741 h 910116"/>
                <a:gd name="csX318" fmla="*/ 19621 w 988471"/>
                <a:gd name="csY318" fmla="*/ 652497 h 910116"/>
                <a:gd name="csX319" fmla="*/ 20161 w 988471"/>
                <a:gd name="csY319" fmla="*/ 658878 h 910116"/>
                <a:gd name="csX320" fmla="*/ 12153 w 988471"/>
                <a:gd name="csY320" fmla="*/ 659634 h 910116"/>
                <a:gd name="csX321" fmla="*/ 8693 w 988471"/>
                <a:gd name="csY321" fmla="*/ 664606 h 910116"/>
                <a:gd name="csX322" fmla="*/ 12261 w 988471"/>
                <a:gd name="csY322" fmla="*/ 670988 h 910116"/>
                <a:gd name="csX323" fmla="*/ 22110 w 988471"/>
                <a:gd name="csY323" fmla="*/ 669800 h 910116"/>
                <a:gd name="csX324" fmla="*/ 21678 w 988471"/>
                <a:gd name="csY324" fmla="*/ 673261 h 910116"/>
                <a:gd name="csX325" fmla="*/ 15836 w 988471"/>
                <a:gd name="csY325" fmla="*/ 676392 h 910116"/>
                <a:gd name="csX326" fmla="*/ 13125 w 988471"/>
                <a:gd name="csY326" fmla="*/ 682234 h 910116"/>
                <a:gd name="csX327" fmla="*/ 17563 w 988471"/>
                <a:gd name="csY327" fmla="*/ 684183 h 910116"/>
                <a:gd name="csX328" fmla="*/ 22110 w 988471"/>
                <a:gd name="csY328" fmla="*/ 691321 h 910116"/>
                <a:gd name="csX329" fmla="*/ 17240 w 988471"/>
                <a:gd name="csY329" fmla="*/ 691321 h 910116"/>
                <a:gd name="csX330" fmla="*/ 9124 w 988471"/>
                <a:gd name="csY330" fmla="*/ 695537 h 910116"/>
                <a:gd name="csX331" fmla="*/ 18973 w 988471"/>
                <a:gd name="csY331" fmla="*/ 697156 h 910116"/>
                <a:gd name="csX332" fmla="*/ 15614 w 988471"/>
                <a:gd name="csY332" fmla="*/ 702782 h 910116"/>
                <a:gd name="csX333" fmla="*/ 2844 w 988471"/>
                <a:gd name="csY333" fmla="*/ 709050 h 910116"/>
                <a:gd name="csX334" fmla="*/ 247 w 988471"/>
                <a:gd name="csY334" fmla="*/ 717273 h 910116"/>
                <a:gd name="csX335" fmla="*/ 20923 w 988471"/>
                <a:gd name="csY335" fmla="*/ 710136 h 910116"/>
                <a:gd name="csX336" fmla="*/ 26117 w 988471"/>
                <a:gd name="csY336" fmla="*/ 711971 h 910116"/>
                <a:gd name="csX337" fmla="*/ 33477 w 988471"/>
                <a:gd name="csY337" fmla="*/ 710783 h 910116"/>
                <a:gd name="csX338" fmla="*/ 52527 w 988471"/>
                <a:gd name="csY338" fmla="*/ 708186 h 910116"/>
                <a:gd name="csX339" fmla="*/ 62807 w 988471"/>
                <a:gd name="csY339" fmla="*/ 711539 h 910116"/>
                <a:gd name="csX340" fmla="*/ 70929 w 988471"/>
                <a:gd name="csY340" fmla="*/ 710567 h 910116"/>
                <a:gd name="csX341" fmla="*/ 68326 w 988471"/>
                <a:gd name="csY341" fmla="*/ 717489 h 910116"/>
                <a:gd name="csX342" fmla="*/ 60210 w 988471"/>
                <a:gd name="csY342" fmla="*/ 716841 h 910116"/>
                <a:gd name="csX343" fmla="*/ 31635 w 988471"/>
                <a:gd name="csY343" fmla="*/ 719864 h 910116"/>
                <a:gd name="csX344" fmla="*/ 24168 w 988471"/>
                <a:gd name="csY344" fmla="*/ 721705 h 910116"/>
                <a:gd name="csX345" fmla="*/ 14211 w 988471"/>
                <a:gd name="csY345" fmla="*/ 719324 h 910116"/>
                <a:gd name="csX346" fmla="*/ 9124 w 988471"/>
                <a:gd name="csY346" fmla="*/ 727217 h 910116"/>
                <a:gd name="csX347" fmla="*/ 19297 w 988471"/>
                <a:gd name="csY347" fmla="*/ 734139 h 910116"/>
                <a:gd name="csX348" fmla="*/ 16160 w 988471"/>
                <a:gd name="csY348" fmla="*/ 736088 h 910116"/>
                <a:gd name="csX349" fmla="*/ 9340 w 988471"/>
                <a:gd name="csY349" fmla="*/ 733275 h 910116"/>
                <a:gd name="csX350" fmla="*/ 8909 w 988471"/>
                <a:gd name="csY350" fmla="*/ 740628 h 910116"/>
                <a:gd name="csX351" fmla="*/ 11613 w 988471"/>
                <a:gd name="csY351" fmla="*/ 742794 h 910116"/>
                <a:gd name="csX352" fmla="*/ 14103 w 988471"/>
                <a:gd name="csY352" fmla="*/ 752306 h 910116"/>
                <a:gd name="csX353" fmla="*/ 5010 w 988471"/>
                <a:gd name="csY353" fmla="*/ 745492 h 910116"/>
                <a:gd name="csX354" fmla="*/ 9880 w 988471"/>
                <a:gd name="csY354" fmla="*/ 770041 h 910116"/>
                <a:gd name="csX355" fmla="*/ 16376 w 988471"/>
                <a:gd name="csY355" fmla="*/ 768638 h 910116"/>
                <a:gd name="csX356" fmla="*/ 22542 w 988471"/>
                <a:gd name="csY356" fmla="*/ 765717 h 910116"/>
                <a:gd name="csX357" fmla="*/ 30232 w 988471"/>
                <a:gd name="csY357" fmla="*/ 769178 h 910116"/>
                <a:gd name="csX358" fmla="*/ 38131 w 988471"/>
                <a:gd name="csY358" fmla="*/ 763444 h 910116"/>
                <a:gd name="csX359" fmla="*/ 36829 w 988471"/>
                <a:gd name="csY359" fmla="*/ 775991 h 910116"/>
                <a:gd name="csX360" fmla="*/ 26981 w 988471"/>
                <a:gd name="csY360" fmla="*/ 781827 h 910116"/>
                <a:gd name="csX361" fmla="*/ 16052 w 988471"/>
                <a:gd name="csY361" fmla="*/ 794483 h 910116"/>
                <a:gd name="csX362" fmla="*/ 20707 w 988471"/>
                <a:gd name="csY362" fmla="*/ 804211 h 910116"/>
                <a:gd name="csX363" fmla="*/ 20707 w 988471"/>
                <a:gd name="csY363" fmla="*/ 803995 h 910116"/>
                <a:gd name="csX364" fmla="*/ 28606 w 988471"/>
                <a:gd name="csY364" fmla="*/ 798267 h 910116"/>
                <a:gd name="csX365" fmla="*/ 36290 w 988471"/>
                <a:gd name="csY365" fmla="*/ 788209 h 910116"/>
                <a:gd name="csX366" fmla="*/ 42570 w 988471"/>
                <a:gd name="csY366" fmla="*/ 783561 h 910116"/>
                <a:gd name="csX367" fmla="*/ 47009 w 988471"/>
                <a:gd name="csY367" fmla="*/ 778906 h 910116"/>
                <a:gd name="csX368" fmla="*/ 54368 w 988471"/>
                <a:gd name="csY368" fmla="*/ 770149 h 910116"/>
                <a:gd name="csX369" fmla="*/ 56965 w 988471"/>
                <a:gd name="csY369" fmla="*/ 768422 h 910116"/>
                <a:gd name="csX370" fmla="*/ 54260 w 988471"/>
                <a:gd name="csY370" fmla="*/ 779668 h 910116"/>
                <a:gd name="csX371" fmla="*/ 50361 w 988471"/>
                <a:gd name="csY371" fmla="*/ 784964 h 910116"/>
                <a:gd name="csX372" fmla="*/ 45275 w 988471"/>
                <a:gd name="csY372" fmla="*/ 789612 h 910116"/>
                <a:gd name="csX373" fmla="*/ 40621 w 988471"/>
                <a:gd name="csY373" fmla="*/ 794375 h 910116"/>
                <a:gd name="csX374" fmla="*/ 42354 w 988471"/>
                <a:gd name="csY374" fmla="*/ 803239 h 910116"/>
                <a:gd name="csX375" fmla="*/ 34448 w 988471"/>
                <a:gd name="csY375" fmla="*/ 804319 h 910116"/>
                <a:gd name="csX376" fmla="*/ 20491 w 988471"/>
                <a:gd name="csY376" fmla="*/ 817082 h 910116"/>
                <a:gd name="csX377" fmla="*/ 21894 w 988471"/>
                <a:gd name="csY377" fmla="*/ 836113 h 910116"/>
                <a:gd name="csX378" fmla="*/ 30772 w 988471"/>
                <a:gd name="csY378" fmla="*/ 833084 h 910116"/>
                <a:gd name="csX379" fmla="*/ 35534 w 988471"/>
                <a:gd name="csY379" fmla="*/ 828436 h 910116"/>
                <a:gd name="csX380" fmla="*/ 51879 w 988471"/>
                <a:gd name="csY380" fmla="*/ 824544 h 910116"/>
                <a:gd name="csX381" fmla="*/ 50685 w 988471"/>
                <a:gd name="csY381" fmla="*/ 827896 h 910116"/>
                <a:gd name="csX382" fmla="*/ 48088 w 988471"/>
                <a:gd name="csY382" fmla="*/ 833084 h 910116"/>
                <a:gd name="csX383" fmla="*/ 43110 w 988471"/>
                <a:gd name="csY383" fmla="*/ 848985 h 910116"/>
                <a:gd name="csX384" fmla="*/ 32397 w 988471"/>
                <a:gd name="csY384" fmla="*/ 850064 h 910116"/>
                <a:gd name="csX385" fmla="*/ 33477 w 988471"/>
                <a:gd name="csY385" fmla="*/ 865742 h 910116"/>
                <a:gd name="csX386" fmla="*/ 48412 w 988471"/>
                <a:gd name="csY386" fmla="*/ 882722 h 910116"/>
                <a:gd name="csX387" fmla="*/ 70167 w 988471"/>
                <a:gd name="csY387" fmla="*/ 895048 h 910116"/>
                <a:gd name="csX388" fmla="*/ 72116 w 988471"/>
                <a:gd name="csY388" fmla="*/ 900458 h 910116"/>
                <a:gd name="csX389" fmla="*/ 74498 w 988471"/>
                <a:gd name="csY389" fmla="*/ 904458 h 910116"/>
                <a:gd name="csX390" fmla="*/ 79692 w 988471"/>
                <a:gd name="csY390" fmla="*/ 905214 h 910116"/>
                <a:gd name="csX391" fmla="*/ 85972 w 988471"/>
                <a:gd name="csY391" fmla="*/ 908891 h 910116"/>
                <a:gd name="csX392" fmla="*/ 91382 w 988471"/>
                <a:gd name="csY392" fmla="*/ 908783 h 910116"/>
                <a:gd name="csX393" fmla="*/ 113785 w 988471"/>
                <a:gd name="csY393" fmla="*/ 907379 h 910116"/>
                <a:gd name="csX394" fmla="*/ 140849 w 988471"/>
                <a:gd name="csY394" fmla="*/ 895371 h 910116"/>
                <a:gd name="csX395" fmla="*/ 181654 w 988471"/>
                <a:gd name="csY395" fmla="*/ 854173 h 910116"/>
                <a:gd name="csX396" fmla="*/ 191935 w 988471"/>
                <a:gd name="csY396" fmla="*/ 843467 h 910116"/>
                <a:gd name="csX397" fmla="*/ 201567 w 988471"/>
                <a:gd name="csY397" fmla="*/ 846927 h 910116"/>
                <a:gd name="csX398" fmla="*/ 216719 w 988471"/>
                <a:gd name="csY398" fmla="*/ 838711 h 910116"/>
                <a:gd name="csX399" fmla="*/ 216719 w 988471"/>
                <a:gd name="csY399" fmla="*/ 825731 h 910116"/>
                <a:gd name="csX400" fmla="*/ 212064 w 988471"/>
                <a:gd name="csY400" fmla="*/ 810269 h 910116"/>
                <a:gd name="csX401" fmla="*/ 224510 w 988471"/>
                <a:gd name="csY401" fmla="*/ 812650 h 910116"/>
                <a:gd name="csX402" fmla="*/ 231330 w 988471"/>
                <a:gd name="csY402" fmla="*/ 834170 h 910116"/>
                <a:gd name="csX403" fmla="*/ 240423 w 988471"/>
                <a:gd name="csY403" fmla="*/ 836221 h 910116"/>
                <a:gd name="csX404" fmla="*/ 240423 w 988471"/>
                <a:gd name="csY404" fmla="*/ 842495 h 910116"/>
                <a:gd name="csX405" fmla="*/ 238150 w 988471"/>
                <a:gd name="csY405" fmla="*/ 846603 h 910116"/>
                <a:gd name="csX406" fmla="*/ 241287 w 988471"/>
                <a:gd name="csY406" fmla="*/ 856446 h 910116"/>
                <a:gd name="csX407" fmla="*/ 269862 w 988471"/>
                <a:gd name="csY407" fmla="*/ 837739 h 910116"/>
                <a:gd name="csX408" fmla="*/ 269646 w 988471"/>
                <a:gd name="csY408" fmla="*/ 837955 h 91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988471" h="910116">
                  <a:moveTo>
                    <a:pt x="269646" y="837955"/>
                  </a:moveTo>
                  <a:lnTo>
                    <a:pt x="264452" y="801836"/>
                  </a:lnTo>
                  <a:lnTo>
                    <a:pt x="288912" y="790050"/>
                  </a:lnTo>
                  <a:lnTo>
                    <a:pt x="297141" y="761717"/>
                  </a:lnTo>
                  <a:lnTo>
                    <a:pt x="281552" y="726030"/>
                  </a:lnTo>
                  <a:lnTo>
                    <a:pt x="297141" y="723648"/>
                  </a:lnTo>
                  <a:lnTo>
                    <a:pt x="304609" y="703322"/>
                  </a:lnTo>
                  <a:lnTo>
                    <a:pt x="277114" y="683097"/>
                  </a:lnTo>
                  <a:lnTo>
                    <a:pt x="285235" y="653144"/>
                  </a:lnTo>
                  <a:lnTo>
                    <a:pt x="281552" y="602103"/>
                  </a:lnTo>
                  <a:lnTo>
                    <a:pt x="271164" y="586749"/>
                  </a:lnTo>
                  <a:lnTo>
                    <a:pt x="306882" y="532463"/>
                  </a:lnTo>
                  <a:lnTo>
                    <a:pt x="352234" y="535707"/>
                  </a:lnTo>
                  <a:lnTo>
                    <a:pt x="353745" y="506510"/>
                  </a:lnTo>
                  <a:lnTo>
                    <a:pt x="335889" y="497538"/>
                  </a:lnTo>
                  <a:lnTo>
                    <a:pt x="367925" y="450497"/>
                  </a:lnTo>
                  <a:lnTo>
                    <a:pt x="368680" y="398592"/>
                  </a:lnTo>
                  <a:lnTo>
                    <a:pt x="404399" y="387238"/>
                  </a:lnTo>
                  <a:lnTo>
                    <a:pt x="438384" y="334247"/>
                  </a:lnTo>
                  <a:lnTo>
                    <a:pt x="431463" y="303107"/>
                  </a:lnTo>
                  <a:lnTo>
                    <a:pt x="471074" y="254333"/>
                  </a:lnTo>
                  <a:lnTo>
                    <a:pt x="492829" y="263851"/>
                  </a:lnTo>
                  <a:lnTo>
                    <a:pt x="504736" y="247195"/>
                  </a:lnTo>
                  <a:lnTo>
                    <a:pt x="500729" y="222214"/>
                  </a:lnTo>
                  <a:lnTo>
                    <a:pt x="518591" y="211515"/>
                  </a:lnTo>
                  <a:lnTo>
                    <a:pt x="573049" y="238870"/>
                  </a:lnTo>
                  <a:lnTo>
                    <a:pt x="581939" y="178202"/>
                  </a:lnTo>
                  <a:lnTo>
                    <a:pt x="630516" y="154415"/>
                  </a:lnTo>
                  <a:lnTo>
                    <a:pt x="664171" y="194859"/>
                  </a:lnTo>
                  <a:lnTo>
                    <a:pt x="705700" y="204377"/>
                  </a:lnTo>
                  <a:lnTo>
                    <a:pt x="724560" y="186534"/>
                  </a:lnTo>
                  <a:lnTo>
                    <a:pt x="761263" y="210321"/>
                  </a:lnTo>
                  <a:lnTo>
                    <a:pt x="790917" y="179396"/>
                  </a:lnTo>
                  <a:lnTo>
                    <a:pt x="808761" y="106835"/>
                  </a:lnTo>
                  <a:lnTo>
                    <a:pt x="842416" y="111591"/>
                  </a:lnTo>
                  <a:lnTo>
                    <a:pt x="867245" y="94941"/>
                  </a:lnTo>
                  <a:lnTo>
                    <a:pt x="917790" y="137759"/>
                  </a:lnTo>
                  <a:lnTo>
                    <a:pt x="898931" y="167503"/>
                  </a:lnTo>
                  <a:lnTo>
                    <a:pt x="921982" y="181771"/>
                  </a:lnTo>
                  <a:lnTo>
                    <a:pt x="958049" y="137220"/>
                  </a:lnTo>
                  <a:lnTo>
                    <a:pt x="979449" y="138953"/>
                  </a:lnTo>
                  <a:lnTo>
                    <a:pt x="982179" y="109216"/>
                  </a:lnTo>
                  <a:cubicBezTo>
                    <a:pt x="934554" y="100669"/>
                    <a:pt x="932586" y="101209"/>
                    <a:pt x="934872" y="97640"/>
                  </a:cubicBezTo>
                  <a:cubicBezTo>
                    <a:pt x="939952" y="89747"/>
                    <a:pt x="894613" y="90941"/>
                    <a:pt x="896772" y="81098"/>
                  </a:cubicBezTo>
                  <a:cubicBezTo>
                    <a:pt x="897216" y="79041"/>
                    <a:pt x="899122" y="77530"/>
                    <a:pt x="900963" y="77853"/>
                  </a:cubicBezTo>
                  <a:cubicBezTo>
                    <a:pt x="917790" y="80882"/>
                    <a:pt x="962113" y="91481"/>
                    <a:pt x="963447" y="78933"/>
                  </a:cubicBezTo>
                  <a:cubicBezTo>
                    <a:pt x="964399" y="69421"/>
                    <a:pt x="991387" y="75148"/>
                    <a:pt x="988212" y="65852"/>
                  </a:cubicBezTo>
                  <a:lnTo>
                    <a:pt x="987006" y="62607"/>
                  </a:lnTo>
                  <a:cubicBezTo>
                    <a:pt x="985545" y="58175"/>
                    <a:pt x="980021" y="59254"/>
                    <a:pt x="980528" y="59470"/>
                  </a:cubicBezTo>
                  <a:cubicBezTo>
                    <a:pt x="973607" y="60226"/>
                    <a:pt x="971765" y="49304"/>
                    <a:pt x="965415" y="51685"/>
                  </a:cubicBezTo>
                  <a:lnTo>
                    <a:pt x="958049" y="54390"/>
                  </a:lnTo>
                  <a:cubicBezTo>
                    <a:pt x="953668" y="56009"/>
                    <a:pt x="949922" y="51037"/>
                    <a:pt x="953922" y="48980"/>
                  </a:cubicBezTo>
                  <a:cubicBezTo>
                    <a:pt x="955001" y="48116"/>
                    <a:pt x="962367" y="46167"/>
                    <a:pt x="958431" y="42814"/>
                  </a:cubicBezTo>
                  <a:cubicBezTo>
                    <a:pt x="956525" y="41735"/>
                    <a:pt x="953287" y="36223"/>
                    <a:pt x="949286" y="39468"/>
                  </a:cubicBezTo>
                  <a:cubicBezTo>
                    <a:pt x="948271" y="39899"/>
                    <a:pt x="943825" y="45411"/>
                    <a:pt x="941984" y="40439"/>
                  </a:cubicBezTo>
                  <a:cubicBezTo>
                    <a:pt x="941603" y="39684"/>
                    <a:pt x="940587" y="33950"/>
                    <a:pt x="936460" y="35569"/>
                  </a:cubicBezTo>
                  <a:cubicBezTo>
                    <a:pt x="930617" y="37086"/>
                    <a:pt x="923633" y="43252"/>
                    <a:pt x="922934" y="36870"/>
                  </a:cubicBezTo>
                  <a:cubicBezTo>
                    <a:pt x="922553" y="35245"/>
                    <a:pt x="923315" y="29193"/>
                    <a:pt x="918934" y="27460"/>
                  </a:cubicBezTo>
                  <a:cubicBezTo>
                    <a:pt x="915187" y="26596"/>
                    <a:pt x="909726" y="22272"/>
                    <a:pt x="905662" y="26056"/>
                  </a:cubicBezTo>
                  <a:lnTo>
                    <a:pt x="898613" y="32438"/>
                  </a:lnTo>
                  <a:cubicBezTo>
                    <a:pt x="891374" y="39030"/>
                    <a:pt x="892327" y="55038"/>
                    <a:pt x="885406" y="54390"/>
                  </a:cubicBezTo>
                  <a:cubicBezTo>
                    <a:pt x="882358" y="53736"/>
                    <a:pt x="872833" y="54498"/>
                    <a:pt x="877087" y="51037"/>
                  </a:cubicBezTo>
                  <a:lnTo>
                    <a:pt x="880770" y="48008"/>
                  </a:lnTo>
                  <a:cubicBezTo>
                    <a:pt x="884453" y="45087"/>
                    <a:pt x="884961" y="38814"/>
                    <a:pt x="880643" y="37842"/>
                  </a:cubicBezTo>
                  <a:cubicBezTo>
                    <a:pt x="878674" y="37086"/>
                    <a:pt x="872960" y="37302"/>
                    <a:pt x="871118" y="32546"/>
                  </a:cubicBezTo>
                  <a:cubicBezTo>
                    <a:pt x="868324" y="25301"/>
                    <a:pt x="882675" y="34165"/>
                    <a:pt x="887120" y="27352"/>
                  </a:cubicBezTo>
                  <a:cubicBezTo>
                    <a:pt x="888961" y="23675"/>
                    <a:pt x="896137" y="16970"/>
                    <a:pt x="891057" y="16106"/>
                  </a:cubicBezTo>
                  <a:lnTo>
                    <a:pt x="885406" y="15134"/>
                  </a:lnTo>
                  <a:cubicBezTo>
                    <a:pt x="882040" y="14487"/>
                    <a:pt x="882929" y="9724"/>
                    <a:pt x="882992" y="10378"/>
                  </a:cubicBezTo>
                  <a:cubicBezTo>
                    <a:pt x="885088" y="1399"/>
                    <a:pt x="868959" y="15890"/>
                    <a:pt x="865784" y="7673"/>
                  </a:cubicBezTo>
                  <a:lnTo>
                    <a:pt x="865784" y="7457"/>
                  </a:lnTo>
                  <a:cubicBezTo>
                    <a:pt x="863625" y="2371"/>
                    <a:pt x="855179" y="3781"/>
                    <a:pt x="855624" y="8645"/>
                  </a:cubicBezTo>
                  <a:cubicBezTo>
                    <a:pt x="856196" y="13509"/>
                    <a:pt x="848067" y="11998"/>
                    <a:pt x="848575" y="11890"/>
                  </a:cubicBezTo>
                  <a:cubicBezTo>
                    <a:pt x="844511" y="11674"/>
                    <a:pt x="841908" y="18379"/>
                    <a:pt x="842416" y="17624"/>
                  </a:cubicBezTo>
                  <a:cubicBezTo>
                    <a:pt x="841590" y="19567"/>
                    <a:pt x="842225" y="21408"/>
                    <a:pt x="844194" y="21624"/>
                  </a:cubicBezTo>
                  <a:lnTo>
                    <a:pt x="851497" y="22812"/>
                  </a:lnTo>
                  <a:cubicBezTo>
                    <a:pt x="855941" y="23459"/>
                    <a:pt x="854036" y="30705"/>
                    <a:pt x="849655" y="31460"/>
                  </a:cubicBezTo>
                  <a:cubicBezTo>
                    <a:pt x="847496" y="32222"/>
                    <a:pt x="841019" y="31460"/>
                    <a:pt x="839939" y="36978"/>
                  </a:cubicBezTo>
                  <a:cubicBezTo>
                    <a:pt x="837908" y="44008"/>
                    <a:pt x="838542" y="52657"/>
                    <a:pt x="833335" y="53844"/>
                  </a:cubicBezTo>
                  <a:lnTo>
                    <a:pt x="831811" y="54174"/>
                  </a:lnTo>
                  <a:cubicBezTo>
                    <a:pt x="826859" y="55254"/>
                    <a:pt x="828256" y="61089"/>
                    <a:pt x="823366" y="63039"/>
                  </a:cubicBezTo>
                  <a:cubicBezTo>
                    <a:pt x="822540" y="63147"/>
                    <a:pt x="816572" y="66931"/>
                    <a:pt x="817778" y="61743"/>
                  </a:cubicBezTo>
                  <a:cubicBezTo>
                    <a:pt x="820762" y="48008"/>
                    <a:pt x="823175" y="42166"/>
                    <a:pt x="818731" y="43252"/>
                  </a:cubicBezTo>
                  <a:cubicBezTo>
                    <a:pt x="818159" y="43252"/>
                    <a:pt x="812317" y="45951"/>
                    <a:pt x="813333" y="41087"/>
                  </a:cubicBezTo>
                  <a:cubicBezTo>
                    <a:pt x="814857" y="33518"/>
                    <a:pt x="823684" y="37950"/>
                    <a:pt x="824382" y="30057"/>
                  </a:cubicBezTo>
                  <a:cubicBezTo>
                    <a:pt x="824255" y="27136"/>
                    <a:pt x="826859" y="19135"/>
                    <a:pt x="821842" y="18487"/>
                  </a:cubicBezTo>
                  <a:cubicBezTo>
                    <a:pt x="821334" y="18487"/>
                    <a:pt x="818096" y="17732"/>
                    <a:pt x="815365" y="20754"/>
                  </a:cubicBezTo>
                  <a:cubicBezTo>
                    <a:pt x="805205" y="32330"/>
                    <a:pt x="800950" y="36007"/>
                    <a:pt x="799363" y="41411"/>
                  </a:cubicBezTo>
                  <a:cubicBezTo>
                    <a:pt x="798919" y="42382"/>
                    <a:pt x="798157" y="47577"/>
                    <a:pt x="794600" y="50714"/>
                  </a:cubicBezTo>
                  <a:cubicBezTo>
                    <a:pt x="781900" y="62067"/>
                    <a:pt x="778598" y="63795"/>
                    <a:pt x="780186" y="67579"/>
                  </a:cubicBezTo>
                  <a:cubicBezTo>
                    <a:pt x="780821" y="69205"/>
                    <a:pt x="780186" y="71688"/>
                    <a:pt x="778916" y="73205"/>
                  </a:cubicBezTo>
                  <a:cubicBezTo>
                    <a:pt x="768502" y="84127"/>
                    <a:pt x="765390" y="89099"/>
                    <a:pt x="764184" y="83911"/>
                  </a:cubicBezTo>
                  <a:cubicBezTo>
                    <a:pt x="763930" y="82070"/>
                    <a:pt x="761009" y="76342"/>
                    <a:pt x="764819" y="72881"/>
                  </a:cubicBezTo>
                  <a:lnTo>
                    <a:pt x="767423" y="70608"/>
                  </a:lnTo>
                  <a:cubicBezTo>
                    <a:pt x="775106" y="63687"/>
                    <a:pt x="765898" y="54498"/>
                    <a:pt x="767423" y="56765"/>
                  </a:cubicBezTo>
                  <a:cubicBezTo>
                    <a:pt x="759612" y="50606"/>
                    <a:pt x="800887" y="27568"/>
                    <a:pt x="791045" y="26056"/>
                  </a:cubicBezTo>
                  <a:cubicBezTo>
                    <a:pt x="789965" y="25625"/>
                    <a:pt x="782980" y="26272"/>
                    <a:pt x="785393" y="21408"/>
                  </a:cubicBezTo>
                  <a:cubicBezTo>
                    <a:pt x="785901" y="20646"/>
                    <a:pt x="787108" y="16970"/>
                    <a:pt x="791045" y="16214"/>
                  </a:cubicBezTo>
                  <a:cubicBezTo>
                    <a:pt x="816445" y="11026"/>
                    <a:pt x="794727" y="13947"/>
                    <a:pt x="798474" y="5832"/>
                  </a:cubicBezTo>
                  <a:cubicBezTo>
                    <a:pt x="800570" y="1291"/>
                    <a:pt x="792441" y="3997"/>
                    <a:pt x="792949" y="3997"/>
                  </a:cubicBezTo>
                  <a:cubicBezTo>
                    <a:pt x="787870" y="5076"/>
                    <a:pt x="788504" y="-1738"/>
                    <a:pt x="783742" y="428"/>
                  </a:cubicBezTo>
                  <a:cubicBezTo>
                    <a:pt x="780503" y="2479"/>
                    <a:pt x="771423" y="3781"/>
                    <a:pt x="775297" y="7889"/>
                  </a:cubicBezTo>
                  <a:lnTo>
                    <a:pt x="776185" y="8753"/>
                  </a:lnTo>
                  <a:cubicBezTo>
                    <a:pt x="777583" y="10270"/>
                    <a:pt x="778154" y="13077"/>
                    <a:pt x="777519" y="15134"/>
                  </a:cubicBezTo>
                  <a:cubicBezTo>
                    <a:pt x="776312" y="17516"/>
                    <a:pt x="774915" y="27136"/>
                    <a:pt x="771867" y="22380"/>
                  </a:cubicBezTo>
                  <a:cubicBezTo>
                    <a:pt x="769582" y="19783"/>
                    <a:pt x="766470" y="10594"/>
                    <a:pt x="763232" y="15350"/>
                  </a:cubicBezTo>
                  <a:cubicBezTo>
                    <a:pt x="762533" y="15890"/>
                    <a:pt x="760628" y="20646"/>
                    <a:pt x="757009" y="18919"/>
                  </a:cubicBezTo>
                  <a:cubicBezTo>
                    <a:pt x="753325" y="17186"/>
                    <a:pt x="754659" y="8861"/>
                    <a:pt x="754786" y="9616"/>
                  </a:cubicBezTo>
                  <a:cubicBezTo>
                    <a:pt x="755103" y="4860"/>
                    <a:pt x="749452" y="7133"/>
                    <a:pt x="750087" y="7241"/>
                  </a:cubicBezTo>
                  <a:cubicBezTo>
                    <a:pt x="745896" y="8645"/>
                    <a:pt x="745134" y="16646"/>
                    <a:pt x="745324" y="15998"/>
                  </a:cubicBezTo>
                  <a:cubicBezTo>
                    <a:pt x="744372" y="21084"/>
                    <a:pt x="747166" y="27676"/>
                    <a:pt x="747102" y="26920"/>
                  </a:cubicBezTo>
                  <a:cubicBezTo>
                    <a:pt x="749135" y="32870"/>
                    <a:pt x="738085" y="23783"/>
                    <a:pt x="738657" y="24107"/>
                  </a:cubicBezTo>
                  <a:cubicBezTo>
                    <a:pt x="735736" y="22164"/>
                    <a:pt x="734402" y="26920"/>
                    <a:pt x="734974" y="26164"/>
                  </a:cubicBezTo>
                  <a:cubicBezTo>
                    <a:pt x="733895" y="31784"/>
                    <a:pt x="742531" y="34381"/>
                    <a:pt x="741896" y="33950"/>
                  </a:cubicBezTo>
                  <a:cubicBezTo>
                    <a:pt x="749135" y="37518"/>
                    <a:pt x="753262" y="51145"/>
                    <a:pt x="744245" y="45087"/>
                  </a:cubicBezTo>
                  <a:cubicBezTo>
                    <a:pt x="741324" y="43684"/>
                    <a:pt x="735926" y="37194"/>
                    <a:pt x="734085" y="42814"/>
                  </a:cubicBezTo>
                  <a:cubicBezTo>
                    <a:pt x="733006" y="45303"/>
                    <a:pt x="732116" y="52765"/>
                    <a:pt x="727925" y="53088"/>
                  </a:cubicBezTo>
                  <a:cubicBezTo>
                    <a:pt x="721829" y="53520"/>
                    <a:pt x="733133" y="41411"/>
                    <a:pt x="721322" y="37518"/>
                  </a:cubicBezTo>
                  <a:cubicBezTo>
                    <a:pt x="718845" y="37194"/>
                    <a:pt x="712304" y="32762"/>
                    <a:pt x="712304" y="38598"/>
                  </a:cubicBezTo>
                  <a:cubicBezTo>
                    <a:pt x="712432" y="39684"/>
                    <a:pt x="711670" y="45195"/>
                    <a:pt x="714590" y="49196"/>
                  </a:cubicBezTo>
                  <a:cubicBezTo>
                    <a:pt x="715162" y="50498"/>
                    <a:pt x="720433" y="55038"/>
                    <a:pt x="716749" y="58499"/>
                  </a:cubicBezTo>
                  <a:cubicBezTo>
                    <a:pt x="700557" y="74285"/>
                    <a:pt x="697953" y="75580"/>
                    <a:pt x="697636" y="80990"/>
                  </a:cubicBezTo>
                  <a:cubicBezTo>
                    <a:pt x="697699" y="81746"/>
                    <a:pt x="696429" y="86502"/>
                    <a:pt x="700430" y="87804"/>
                  </a:cubicBezTo>
                  <a:cubicBezTo>
                    <a:pt x="701192" y="88236"/>
                    <a:pt x="706844" y="88559"/>
                    <a:pt x="706844" y="93639"/>
                  </a:cubicBezTo>
                  <a:cubicBezTo>
                    <a:pt x="706844" y="95697"/>
                    <a:pt x="705320" y="97316"/>
                    <a:pt x="703478" y="97100"/>
                  </a:cubicBezTo>
                  <a:cubicBezTo>
                    <a:pt x="695985" y="95481"/>
                    <a:pt x="687857" y="98186"/>
                    <a:pt x="687857" y="91588"/>
                  </a:cubicBezTo>
                  <a:cubicBezTo>
                    <a:pt x="687413" y="88559"/>
                    <a:pt x="689381" y="80666"/>
                    <a:pt x="684491" y="80019"/>
                  </a:cubicBezTo>
                  <a:lnTo>
                    <a:pt x="666648" y="77745"/>
                  </a:lnTo>
                  <a:cubicBezTo>
                    <a:pt x="656170" y="76342"/>
                    <a:pt x="638645" y="60118"/>
                    <a:pt x="638962" y="68443"/>
                  </a:cubicBezTo>
                  <a:cubicBezTo>
                    <a:pt x="638835" y="69097"/>
                    <a:pt x="639788" y="75148"/>
                    <a:pt x="636358" y="72449"/>
                  </a:cubicBezTo>
                  <a:cubicBezTo>
                    <a:pt x="633755" y="71040"/>
                    <a:pt x="629437" y="64658"/>
                    <a:pt x="626262" y="69313"/>
                  </a:cubicBezTo>
                  <a:cubicBezTo>
                    <a:pt x="625436" y="71256"/>
                    <a:pt x="619595" y="76666"/>
                    <a:pt x="624039" y="78825"/>
                  </a:cubicBezTo>
                  <a:cubicBezTo>
                    <a:pt x="637756" y="85639"/>
                    <a:pt x="640676" y="87588"/>
                    <a:pt x="645121" y="87588"/>
                  </a:cubicBezTo>
                  <a:cubicBezTo>
                    <a:pt x="645757" y="87804"/>
                    <a:pt x="650963" y="86394"/>
                    <a:pt x="651408" y="91588"/>
                  </a:cubicBezTo>
                  <a:cubicBezTo>
                    <a:pt x="651408" y="92344"/>
                    <a:pt x="652488" y="97316"/>
                    <a:pt x="648932" y="97316"/>
                  </a:cubicBezTo>
                  <a:cubicBezTo>
                    <a:pt x="643280" y="97316"/>
                    <a:pt x="650963" y="110403"/>
                    <a:pt x="645121" y="107159"/>
                  </a:cubicBezTo>
                  <a:lnTo>
                    <a:pt x="636041" y="102079"/>
                  </a:lnTo>
                  <a:cubicBezTo>
                    <a:pt x="632993" y="100453"/>
                    <a:pt x="632104" y="95697"/>
                    <a:pt x="632485" y="96345"/>
                  </a:cubicBezTo>
                  <a:cubicBezTo>
                    <a:pt x="631723" y="90725"/>
                    <a:pt x="621309" y="87480"/>
                    <a:pt x="620674" y="93208"/>
                  </a:cubicBezTo>
                  <a:lnTo>
                    <a:pt x="619658" y="101755"/>
                  </a:lnTo>
                  <a:cubicBezTo>
                    <a:pt x="619150" y="106619"/>
                    <a:pt x="613498" y="108670"/>
                    <a:pt x="614133" y="108238"/>
                  </a:cubicBezTo>
                  <a:cubicBezTo>
                    <a:pt x="608291" y="111159"/>
                    <a:pt x="614133" y="98186"/>
                    <a:pt x="610387" y="90725"/>
                  </a:cubicBezTo>
                  <a:cubicBezTo>
                    <a:pt x="603529" y="77745"/>
                    <a:pt x="602259" y="73097"/>
                    <a:pt x="598449" y="75688"/>
                  </a:cubicBezTo>
                  <a:lnTo>
                    <a:pt x="591337" y="80558"/>
                  </a:lnTo>
                  <a:cubicBezTo>
                    <a:pt x="587400" y="83149"/>
                    <a:pt x="588479" y="88128"/>
                    <a:pt x="592861" y="89207"/>
                  </a:cubicBezTo>
                  <a:cubicBezTo>
                    <a:pt x="594258" y="89963"/>
                    <a:pt x="600735" y="89423"/>
                    <a:pt x="599338" y="94941"/>
                  </a:cubicBezTo>
                  <a:cubicBezTo>
                    <a:pt x="587971" y="137759"/>
                    <a:pt x="588479" y="139493"/>
                    <a:pt x="584288" y="141982"/>
                  </a:cubicBezTo>
                  <a:cubicBezTo>
                    <a:pt x="559079" y="157120"/>
                    <a:pt x="578320" y="143925"/>
                    <a:pt x="582257" y="126945"/>
                  </a:cubicBezTo>
                  <a:cubicBezTo>
                    <a:pt x="587336" y="104669"/>
                    <a:pt x="589241" y="100345"/>
                    <a:pt x="586003" y="97640"/>
                  </a:cubicBezTo>
                  <a:cubicBezTo>
                    <a:pt x="580415" y="92992"/>
                    <a:pt x="562317" y="137975"/>
                    <a:pt x="563079" y="126406"/>
                  </a:cubicBezTo>
                  <a:cubicBezTo>
                    <a:pt x="563079" y="119484"/>
                    <a:pt x="566127" y="108562"/>
                    <a:pt x="561238" y="111051"/>
                  </a:cubicBezTo>
                  <a:cubicBezTo>
                    <a:pt x="540562" y="121649"/>
                    <a:pt x="536663" y="121973"/>
                    <a:pt x="538829" y="126837"/>
                  </a:cubicBezTo>
                  <a:cubicBezTo>
                    <a:pt x="540346" y="131276"/>
                    <a:pt x="544791" y="136572"/>
                    <a:pt x="542315" y="141982"/>
                  </a:cubicBezTo>
                  <a:cubicBezTo>
                    <a:pt x="541744" y="142738"/>
                    <a:pt x="540023" y="148789"/>
                    <a:pt x="537749" y="144357"/>
                  </a:cubicBezTo>
                  <a:cubicBezTo>
                    <a:pt x="534828" y="139817"/>
                    <a:pt x="533203" y="131384"/>
                    <a:pt x="528008" y="132463"/>
                  </a:cubicBezTo>
                  <a:cubicBezTo>
                    <a:pt x="526275" y="133219"/>
                    <a:pt x="518483" y="133003"/>
                    <a:pt x="521620" y="137543"/>
                  </a:cubicBezTo>
                  <a:cubicBezTo>
                    <a:pt x="523354" y="140896"/>
                    <a:pt x="530066" y="146738"/>
                    <a:pt x="525195" y="148573"/>
                  </a:cubicBezTo>
                  <a:cubicBezTo>
                    <a:pt x="524109" y="148681"/>
                    <a:pt x="519347" y="152250"/>
                    <a:pt x="517074" y="147386"/>
                  </a:cubicBezTo>
                  <a:lnTo>
                    <a:pt x="513613" y="139817"/>
                  </a:lnTo>
                  <a:cubicBezTo>
                    <a:pt x="508196" y="127923"/>
                    <a:pt x="499973" y="147278"/>
                    <a:pt x="503326" y="153984"/>
                  </a:cubicBezTo>
                  <a:cubicBezTo>
                    <a:pt x="503542" y="154739"/>
                    <a:pt x="507441" y="160035"/>
                    <a:pt x="503110" y="161013"/>
                  </a:cubicBezTo>
                  <a:cubicBezTo>
                    <a:pt x="481679" y="165769"/>
                    <a:pt x="477786" y="165229"/>
                    <a:pt x="479412" y="170309"/>
                  </a:cubicBezTo>
                  <a:cubicBezTo>
                    <a:pt x="479412" y="171065"/>
                    <a:pt x="482225" y="176151"/>
                    <a:pt x="478650" y="178964"/>
                  </a:cubicBezTo>
                  <a:cubicBezTo>
                    <a:pt x="478002" y="179180"/>
                    <a:pt x="475513" y="181879"/>
                    <a:pt x="472046" y="180152"/>
                  </a:cubicBezTo>
                  <a:cubicBezTo>
                    <a:pt x="471398" y="180152"/>
                    <a:pt x="468801" y="178749"/>
                    <a:pt x="466528" y="181555"/>
                  </a:cubicBezTo>
                  <a:cubicBezTo>
                    <a:pt x="459708" y="190318"/>
                    <a:pt x="456031" y="196262"/>
                    <a:pt x="451485" y="198211"/>
                  </a:cubicBezTo>
                  <a:cubicBezTo>
                    <a:pt x="450945" y="198211"/>
                    <a:pt x="446074" y="201564"/>
                    <a:pt x="446074" y="196370"/>
                  </a:cubicBezTo>
                  <a:cubicBezTo>
                    <a:pt x="445966" y="195614"/>
                    <a:pt x="446938" y="189778"/>
                    <a:pt x="443039" y="187505"/>
                  </a:cubicBezTo>
                  <a:cubicBezTo>
                    <a:pt x="440766" y="186750"/>
                    <a:pt x="436003" y="181555"/>
                    <a:pt x="432758" y="185994"/>
                  </a:cubicBezTo>
                  <a:cubicBezTo>
                    <a:pt x="426262" y="194859"/>
                    <a:pt x="423017" y="200916"/>
                    <a:pt x="422693" y="195506"/>
                  </a:cubicBezTo>
                  <a:cubicBezTo>
                    <a:pt x="421722" y="188693"/>
                    <a:pt x="423773" y="178749"/>
                    <a:pt x="418471" y="179720"/>
                  </a:cubicBezTo>
                  <a:cubicBezTo>
                    <a:pt x="416305" y="180584"/>
                    <a:pt x="409924" y="179720"/>
                    <a:pt x="409054" y="185340"/>
                  </a:cubicBezTo>
                  <a:cubicBezTo>
                    <a:pt x="407542" y="192045"/>
                    <a:pt x="408406" y="200046"/>
                    <a:pt x="403536" y="202536"/>
                  </a:cubicBezTo>
                  <a:lnTo>
                    <a:pt x="397694" y="205457"/>
                  </a:lnTo>
                  <a:cubicBezTo>
                    <a:pt x="392931" y="207730"/>
                    <a:pt x="396500" y="214213"/>
                    <a:pt x="391521" y="214645"/>
                  </a:cubicBezTo>
                  <a:cubicBezTo>
                    <a:pt x="373989" y="216379"/>
                    <a:pt x="372364" y="215947"/>
                    <a:pt x="369227" y="219300"/>
                  </a:cubicBezTo>
                  <a:cubicBezTo>
                    <a:pt x="366738" y="221243"/>
                    <a:pt x="363486" y="227625"/>
                    <a:pt x="359048" y="225243"/>
                  </a:cubicBezTo>
                  <a:cubicBezTo>
                    <a:pt x="358292" y="224919"/>
                    <a:pt x="354723" y="222106"/>
                    <a:pt x="350501" y="223408"/>
                  </a:cubicBezTo>
                  <a:cubicBezTo>
                    <a:pt x="341623" y="227517"/>
                    <a:pt x="334371" y="226977"/>
                    <a:pt x="333184" y="233467"/>
                  </a:cubicBezTo>
                  <a:cubicBezTo>
                    <a:pt x="332968" y="236597"/>
                    <a:pt x="329393" y="245252"/>
                    <a:pt x="334264" y="244389"/>
                  </a:cubicBezTo>
                  <a:lnTo>
                    <a:pt x="340004" y="243411"/>
                  </a:lnTo>
                  <a:cubicBezTo>
                    <a:pt x="348227" y="242007"/>
                    <a:pt x="352450" y="229244"/>
                    <a:pt x="356235" y="235410"/>
                  </a:cubicBezTo>
                  <a:cubicBezTo>
                    <a:pt x="356774" y="235949"/>
                    <a:pt x="358508" y="240706"/>
                    <a:pt x="362083" y="238115"/>
                  </a:cubicBezTo>
                  <a:cubicBezTo>
                    <a:pt x="378314" y="226977"/>
                    <a:pt x="382104" y="222976"/>
                    <a:pt x="381457" y="228380"/>
                  </a:cubicBezTo>
                  <a:cubicBezTo>
                    <a:pt x="381457" y="229244"/>
                    <a:pt x="379507" y="237029"/>
                    <a:pt x="383184" y="233898"/>
                  </a:cubicBezTo>
                  <a:cubicBezTo>
                    <a:pt x="397255" y="222106"/>
                    <a:pt x="398881" y="219623"/>
                    <a:pt x="402780" y="221567"/>
                  </a:cubicBezTo>
                  <a:cubicBezTo>
                    <a:pt x="404723" y="222106"/>
                    <a:pt x="409593" y="226653"/>
                    <a:pt x="412737" y="222214"/>
                  </a:cubicBezTo>
                  <a:cubicBezTo>
                    <a:pt x="413492" y="221567"/>
                    <a:pt x="416198" y="215299"/>
                    <a:pt x="419442" y="218538"/>
                  </a:cubicBezTo>
                  <a:cubicBezTo>
                    <a:pt x="420744" y="219947"/>
                    <a:pt x="422910" y="219623"/>
                    <a:pt x="423989" y="217890"/>
                  </a:cubicBezTo>
                  <a:lnTo>
                    <a:pt x="428967" y="210968"/>
                  </a:lnTo>
                  <a:cubicBezTo>
                    <a:pt x="431679" y="207184"/>
                    <a:pt x="431241" y="214753"/>
                    <a:pt x="431133" y="213997"/>
                  </a:cubicBezTo>
                  <a:cubicBezTo>
                    <a:pt x="431133" y="216271"/>
                    <a:pt x="432542" y="217566"/>
                    <a:pt x="434384" y="217134"/>
                  </a:cubicBezTo>
                  <a:lnTo>
                    <a:pt x="454621" y="211184"/>
                  </a:lnTo>
                  <a:cubicBezTo>
                    <a:pt x="459060" y="209889"/>
                    <a:pt x="464470" y="215083"/>
                    <a:pt x="463930" y="214753"/>
                  </a:cubicBezTo>
                  <a:cubicBezTo>
                    <a:pt x="468045" y="217890"/>
                    <a:pt x="474757" y="211076"/>
                    <a:pt x="474103" y="211400"/>
                  </a:cubicBezTo>
                  <a:cubicBezTo>
                    <a:pt x="477894" y="208594"/>
                    <a:pt x="483412" y="210105"/>
                    <a:pt x="480383" y="213997"/>
                  </a:cubicBezTo>
                  <a:cubicBezTo>
                    <a:pt x="475621" y="220055"/>
                    <a:pt x="473779" y="223300"/>
                    <a:pt x="469665" y="224164"/>
                  </a:cubicBezTo>
                  <a:cubicBezTo>
                    <a:pt x="454405" y="227517"/>
                    <a:pt x="455161" y="218976"/>
                    <a:pt x="446722" y="221351"/>
                  </a:cubicBezTo>
                  <a:cubicBezTo>
                    <a:pt x="435464" y="224488"/>
                    <a:pt x="431349" y="224596"/>
                    <a:pt x="432435" y="229028"/>
                  </a:cubicBezTo>
                  <a:cubicBezTo>
                    <a:pt x="433406" y="232812"/>
                    <a:pt x="438168" y="232057"/>
                    <a:pt x="437629" y="231949"/>
                  </a:cubicBezTo>
                  <a:cubicBezTo>
                    <a:pt x="442067" y="231409"/>
                    <a:pt x="443801" y="236813"/>
                    <a:pt x="440226" y="239842"/>
                  </a:cubicBezTo>
                  <a:cubicBezTo>
                    <a:pt x="439470" y="240820"/>
                    <a:pt x="434276" y="243626"/>
                    <a:pt x="435679" y="247735"/>
                  </a:cubicBezTo>
                  <a:cubicBezTo>
                    <a:pt x="437089" y="251628"/>
                    <a:pt x="433082" y="262880"/>
                    <a:pt x="430917" y="257254"/>
                  </a:cubicBezTo>
                  <a:cubicBezTo>
                    <a:pt x="429190" y="252605"/>
                    <a:pt x="427240" y="248497"/>
                    <a:pt x="427888" y="243519"/>
                  </a:cubicBezTo>
                  <a:lnTo>
                    <a:pt x="428212" y="240820"/>
                  </a:lnTo>
                  <a:cubicBezTo>
                    <a:pt x="428752" y="236489"/>
                    <a:pt x="424319" y="234222"/>
                    <a:pt x="424967" y="234870"/>
                  </a:cubicBezTo>
                  <a:cubicBezTo>
                    <a:pt x="421068" y="232812"/>
                    <a:pt x="418255" y="239734"/>
                    <a:pt x="418903" y="239086"/>
                  </a:cubicBezTo>
                  <a:cubicBezTo>
                    <a:pt x="415658" y="245576"/>
                    <a:pt x="411651" y="234222"/>
                    <a:pt x="406565" y="239086"/>
                  </a:cubicBezTo>
                  <a:cubicBezTo>
                    <a:pt x="405269" y="240820"/>
                    <a:pt x="398126" y="245036"/>
                    <a:pt x="402780" y="246979"/>
                  </a:cubicBezTo>
                  <a:cubicBezTo>
                    <a:pt x="404939" y="248281"/>
                    <a:pt x="413601" y="250224"/>
                    <a:pt x="408946" y="252389"/>
                  </a:cubicBezTo>
                  <a:lnTo>
                    <a:pt x="404183" y="254656"/>
                  </a:lnTo>
                  <a:cubicBezTo>
                    <a:pt x="399745" y="256822"/>
                    <a:pt x="396824" y="252389"/>
                    <a:pt x="391845" y="252929"/>
                  </a:cubicBezTo>
                  <a:cubicBezTo>
                    <a:pt x="390766" y="253253"/>
                    <a:pt x="384162" y="252605"/>
                    <a:pt x="385673" y="256822"/>
                  </a:cubicBezTo>
                  <a:cubicBezTo>
                    <a:pt x="387083" y="260714"/>
                    <a:pt x="381133" y="262988"/>
                    <a:pt x="381673" y="262442"/>
                  </a:cubicBezTo>
                  <a:cubicBezTo>
                    <a:pt x="376910" y="264715"/>
                    <a:pt x="384917" y="267420"/>
                    <a:pt x="381457" y="271852"/>
                  </a:cubicBezTo>
                  <a:cubicBezTo>
                    <a:pt x="381025" y="272608"/>
                    <a:pt x="376263" y="277148"/>
                    <a:pt x="380695" y="276608"/>
                  </a:cubicBezTo>
                  <a:cubicBezTo>
                    <a:pt x="384917" y="276069"/>
                    <a:pt x="388816" y="276069"/>
                    <a:pt x="392277" y="273148"/>
                  </a:cubicBezTo>
                  <a:cubicBezTo>
                    <a:pt x="397579" y="269363"/>
                    <a:pt x="401910" y="262010"/>
                    <a:pt x="406241" y="265686"/>
                  </a:cubicBezTo>
                  <a:cubicBezTo>
                    <a:pt x="407758" y="267420"/>
                    <a:pt x="415010" y="271097"/>
                    <a:pt x="410464" y="273364"/>
                  </a:cubicBezTo>
                  <a:cubicBezTo>
                    <a:pt x="374637" y="291315"/>
                    <a:pt x="404291" y="277694"/>
                    <a:pt x="405377" y="289372"/>
                  </a:cubicBezTo>
                  <a:lnTo>
                    <a:pt x="405701" y="293588"/>
                  </a:lnTo>
                  <a:cubicBezTo>
                    <a:pt x="406025" y="298021"/>
                    <a:pt x="402558" y="293588"/>
                    <a:pt x="403212" y="294020"/>
                  </a:cubicBezTo>
                  <a:cubicBezTo>
                    <a:pt x="400830" y="291099"/>
                    <a:pt x="396608" y="291531"/>
                    <a:pt x="397255" y="291639"/>
                  </a:cubicBezTo>
                  <a:cubicBezTo>
                    <a:pt x="389356" y="292725"/>
                    <a:pt x="384054" y="283746"/>
                    <a:pt x="379615" y="289048"/>
                  </a:cubicBezTo>
                  <a:cubicBezTo>
                    <a:pt x="367817" y="302777"/>
                    <a:pt x="363270" y="306346"/>
                    <a:pt x="367709" y="307863"/>
                  </a:cubicBezTo>
                  <a:lnTo>
                    <a:pt x="369658" y="308511"/>
                  </a:lnTo>
                  <a:cubicBezTo>
                    <a:pt x="373659" y="309914"/>
                    <a:pt x="378314" y="305806"/>
                    <a:pt x="377666" y="306130"/>
                  </a:cubicBezTo>
                  <a:cubicBezTo>
                    <a:pt x="385349" y="300510"/>
                    <a:pt x="397579" y="314245"/>
                    <a:pt x="395744" y="312403"/>
                  </a:cubicBezTo>
                  <a:cubicBezTo>
                    <a:pt x="396932" y="314029"/>
                    <a:pt x="396500" y="315108"/>
                    <a:pt x="394658" y="314677"/>
                  </a:cubicBezTo>
                  <a:lnTo>
                    <a:pt x="384486" y="312511"/>
                  </a:lnTo>
                  <a:cubicBezTo>
                    <a:pt x="380911" y="311756"/>
                    <a:pt x="377234" y="314893"/>
                    <a:pt x="377774" y="314569"/>
                  </a:cubicBezTo>
                  <a:cubicBezTo>
                    <a:pt x="371716" y="319433"/>
                    <a:pt x="365220" y="310892"/>
                    <a:pt x="360781" y="317052"/>
                  </a:cubicBezTo>
                  <a:cubicBezTo>
                    <a:pt x="360241" y="317483"/>
                    <a:pt x="358184" y="322354"/>
                    <a:pt x="354400" y="319973"/>
                  </a:cubicBezTo>
                  <a:lnTo>
                    <a:pt x="353853" y="319649"/>
                  </a:lnTo>
                  <a:cubicBezTo>
                    <a:pt x="349415" y="316836"/>
                    <a:pt x="340760" y="325815"/>
                    <a:pt x="341947" y="329275"/>
                  </a:cubicBezTo>
                  <a:cubicBezTo>
                    <a:pt x="343789" y="334679"/>
                    <a:pt x="327120" y="334895"/>
                    <a:pt x="333400" y="338356"/>
                  </a:cubicBezTo>
                  <a:lnTo>
                    <a:pt x="335997" y="339873"/>
                  </a:lnTo>
                  <a:cubicBezTo>
                    <a:pt x="339890" y="342032"/>
                    <a:pt x="338810" y="346141"/>
                    <a:pt x="334479" y="345817"/>
                  </a:cubicBezTo>
                  <a:cubicBezTo>
                    <a:pt x="330803" y="346033"/>
                    <a:pt x="324091" y="343004"/>
                    <a:pt x="322573" y="348306"/>
                  </a:cubicBezTo>
                  <a:cubicBezTo>
                    <a:pt x="321170" y="351767"/>
                    <a:pt x="321170" y="359228"/>
                    <a:pt x="316083" y="359660"/>
                  </a:cubicBezTo>
                  <a:lnTo>
                    <a:pt x="315429" y="359660"/>
                  </a:lnTo>
                  <a:cubicBezTo>
                    <a:pt x="308826" y="360308"/>
                    <a:pt x="316947" y="373179"/>
                    <a:pt x="313594" y="379555"/>
                  </a:cubicBezTo>
                  <a:cubicBezTo>
                    <a:pt x="311645" y="383231"/>
                    <a:pt x="309264" y="377396"/>
                    <a:pt x="305473" y="378583"/>
                  </a:cubicBezTo>
                  <a:cubicBezTo>
                    <a:pt x="301904" y="379663"/>
                    <a:pt x="305473" y="387886"/>
                    <a:pt x="305257" y="387238"/>
                  </a:cubicBezTo>
                  <a:cubicBezTo>
                    <a:pt x="307746" y="395239"/>
                    <a:pt x="289128" y="398046"/>
                    <a:pt x="294322" y="403888"/>
                  </a:cubicBezTo>
                  <a:cubicBezTo>
                    <a:pt x="294652" y="404536"/>
                    <a:pt x="298653" y="407349"/>
                    <a:pt x="295516" y="410485"/>
                  </a:cubicBezTo>
                  <a:cubicBezTo>
                    <a:pt x="293027" y="413838"/>
                    <a:pt x="286207" y="417407"/>
                    <a:pt x="289236" y="422055"/>
                  </a:cubicBezTo>
                  <a:cubicBezTo>
                    <a:pt x="301904" y="442058"/>
                    <a:pt x="284911" y="425624"/>
                    <a:pt x="282200" y="432114"/>
                  </a:cubicBezTo>
                  <a:lnTo>
                    <a:pt x="276898" y="444763"/>
                  </a:lnTo>
                  <a:cubicBezTo>
                    <a:pt x="275056" y="449195"/>
                    <a:pt x="280035" y="450173"/>
                    <a:pt x="283502" y="447252"/>
                  </a:cubicBezTo>
                  <a:cubicBezTo>
                    <a:pt x="285343" y="446064"/>
                    <a:pt x="290753" y="439359"/>
                    <a:pt x="290538" y="444655"/>
                  </a:cubicBezTo>
                  <a:cubicBezTo>
                    <a:pt x="290214" y="446496"/>
                    <a:pt x="291509" y="452980"/>
                    <a:pt x="286962" y="454713"/>
                  </a:cubicBezTo>
                  <a:cubicBezTo>
                    <a:pt x="284581" y="455253"/>
                    <a:pt x="280041" y="458390"/>
                    <a:pt x="275494" y="456332"/>
                  </a:cubicBezTo>
                  <a:cubicBezTo>
                    <a:pt x="274948" y="456332"/>
                    <a:pt x="272135" y="454713"/>
                    <a:pt x="269862" y="457526"/>
                  </a:cubicBezTo>
                  <a:cubicBezTo>
                    <a:pt x="266401" y="461743"/>
                    <a:pt x="263804" y="465851"/>
                    <a:pt x="259473" y="467039"/>
                  </a:cubicBezTo>
                  <a:lnTo>
                    <a:pt x="250704" y="469312"/>
                  </a:lnTo>
                  <a:cubicBezTo>
                    <a:pt x="246379" y="470391"/>
                    <a:pt x="241509" y="465959"/>
                    <a:pt x="242049" y="466283"/>
                  </a:cubicBezTo>
                  <a:cubicBezTo>
                    <a:pt x="233172" y="459793"/>
                    <a:pt x="222891" y="472449"/>
                    <a:pt x="224510" y="471039"/>
                  </a:cubicBezTo>
                  <a:cubicBezTo>
                    <a:pt x="223215" y="472449"/>
                    <a:pt x="223647" y="473744"/>
                    <a:pt x="225488" y="473852"/>
                  </a:cubicBezTo>
                  <a:lnTo>
                    <a:pt x="236638" y="474392"/>
                  </a:lnTo>
                  <a:cubicBezTo>
                    <a:pt x="241071" y="474608"/>
                    <a:pt x="245294" y="480018"/>
                    <a:pt x="244754" y="479586"/>
                  </a:cubicBezTo>
                  <a:cubicBezTo>
                    <a:pt x="247999" y="482939"/>
                    <a:pt x="253301" y="477961"/>
                    <a:pt x="252761" y="478176"/>
                  </a:cubicBezTo>
                  <a:cubicBezTo>
                    <a:pt x="256768" y="475262"/>
                    <a:pt x="264452" y="475154"/>
                    <a:pt x="263912" y="475262"/>
                  </a:cubicBezTo>
                  <a:cubicBezTo>
                    <a:pt x="268351" y="474716"/>
                    <a:pt x="270624" y="480342"/>
                    <a:pt x="266185" y="481205"/>
                  </a:cubicBezTo>
                  <a:cubicBezTo>
                    <a:pt x="264776" y="481637"/>
                    <a:pt x="259473" y="481745"/>
                    <a:pt x="257308" y="484990"/>
                  </a:cubicBezTo>
                  <a:cubicBezTo>
                    <a:pt x="253409" y="491048"/>
                    <a:pt x="234581" y="486292"/>
                    <a:pt x="235337" y="493645"/>
                  </a:cubicBezTo>
                  <a:cubicBezTo>
                    <a:pt x="235877" y="498077"/>
                    <a:pt x="228733" y="494940"/>
                    <a:pt x="229273" y="495048"/>
                  </a:cubicBezTo>
                  <a:cubicBezTo>
                    <a:pt x="226028" y="494077"/>
                    <a:pt x="224625" y="498401"/>
                    <a:pt x="225164" y="497753"/>
                  </a:cubicBezTo>
                  <a:cubicBezTo>
                    <a:pt x="223863" y="503265"/>
                    <a:pt x="218344" y="499912"/>
                    <a:pt x="216935" y="505431"/>
                  </a:cubicBezTo>
                  <a:lnTo>
                    <a:pt x="216071" y="508352"/>
                  </a:lnTo>
                  <a:cubicBezTo>
                    <a:pt x="214661" y="513648"/>
                    <a:pt x="208388" y="520785"/>
                    <a:pt x="208819" y="520137"/>
                  </a:cubicBezTo>
                  <a:cubicBezTo>
                    <a:pt x="205682" y="524138"/>
                    <a:pt x="202647" y="522188"/>
                    <a:pt x="198754" y="525649"/>
                  </a:cubicBezTo>
                  <a:cubicBezTo>
                    <a:pt x="198215" y="526297"/>
                    <a:pt x="193452" y="529218"/>
                    <a:pt x="197345" y="530304"/>
                  </a:cubicBezTo>
                  <a:cubicBezTo>
                    <a:pt x="201352" y="531383"/>
                    <a:pt x="202863" y="535600"/>
                    <a:pt x="198538" y="536571"/>
                  </a:cubicBezTo>
                  <a:cubicBezTo>
                    <a:pt x="195395" y="537765"/>
                    <a:pt x="189338" y="537327"/>
                    <a:pt x="187388" y="542305"/>
                  </a:cubicBezTo>
                  <a:cubicBezTo>
                    <a:pt x="186740" y="545010"/>
                    <a:pt x="181978" y="553011"/>
                    <a:pt x="186632" y="551062"/>
                  </a:cubicBezTo>
                  <a:lnTo>
                    <a:pt x="197021" y="546845"/>
                  </a:lnTo>
                  <a:cubicBezTo>
                    <a:pt x="201028" y="545226"/>
                    <a:pt x="197453" y="551925"/>
                    <a:pt x="197561" y="551278"/>
                  </a:cubicBezTo>
                  <a:cubicBezTo>
                    <a:pt x="195719" y="555386"/>
                    <a:pt x="198970" y="560688"/>
                    <a:pt x="198754" y="560041"/>
                  </a:cubicBezTo>
                  <a:cubicBezTo>
                    <a:pt x="200596" y="563717"/>
                    <a:pt x="205136" y="560904"/>
                    <a:pt x="204489" y="561012"/>
                  </a:cubicBezTo>
                  <a:cubicBezTo>
                    <a:pt x="210115" y="557875"/>
                    <a:pt x="215207" y="560796"/>
                    <a:pt x="219316" y="556472"/>
                  </a:cubicBezTo>
                  <a:cubicBezTo>
                    <a:pt x="226460" y="549011"/>
                    <a:pt x="240100" y="542305"/>
                    <a:pt x="244322" y="542629"/>
                  </a:cubicBezTo>
                  <a:cubicBezTo>
                    <a:pt x="255251" y="544686"/>
                    <a:pt x="251466" y="544140"/>
                    <a:pt x="240531" y="550738"/>
                  </a:cubicBezTo>
                  <a:cubicBezTo>
                    <a:pt x="233711" y="555716"/>
                    <a:pt x="224294" y="557767"/>
                    <a:pt x="227977" y="562416"/>
                  </a:cubicBezTo>
                  <a:cubicBezTo>
                    <a:pt x="228301" y="563070"/>
                    <a:pt x="233172" y="567610"/>
                    <a:pt x="228841" y="567718"/>
                  </a:cubicBezTo>
                  <a:lnTo>
                    <a:pt x="208927" y="568150"/>
                  </a:lnTo>
                  <a:cubicBezTo>
                    <a:pt x="204165" y="568258"/>
                    <a:pt x="203517" y="573661"/>
                    <a:pt x="200050" y="573014"/>
                  </a:cubicBezTo>
                  <a:cubicBezTo>
                    <a:pt x="193560" y="571718"/>
                    <a:pt x="190525" y="554631"/>
                    <a:pt x="184143" y="557767"/>
                  </a:cubicBezTo>
                  <a:lnTo>
                    <a:pt x="171691" y="564041"/>
                  </a:lnTo>
                  <a:cubicBezTo>
                    <a:pt x="168014" y="565876"/>
                    <a:pt x="171913" y="570423"/>
                    <a:pt x="171691" y="569769"/>
                  </a:cubicBezTo>
                  <a:cubicBezTo>
                    <a:pt x="172885" y="571394"/>
                    <a:pt x="172561" y="573661"/>
                    <a:pt x="171043" y="574747"/>
                  </a:cubicBezTo>
                  <a:cubicBezTo>
                    <a:pt x="168878" y="576043"/>
                    <a:pt x="163252" y="582640"/>
                    <a:pt x="163252" y="577230"/>
                  </a:cubicBezTo>
                  <a:cubicBezTo>
                    <a:pt x="162928" y="575071"/>
                    <a:pt x="164661" y="567502"/>
                    <a:pt x="159899" y="568366"/>
                  </a:cubicBezTo>
                  <a:cubicBezTo>
                    <a:pt x="155676" y="569661"/>
                    <a:pt x="149396" y="568905"/>
                    <a:pt x="146691" y="573769"/>
                  </a:cubicBezTo>
                  <a:lnTo>
                    <a:pt x="145719" y="575611"/>
                  </a:lnTo>
                  <a:cubicBezTo>
                    <a:pt x="142684" y="581015"/>
                    <a:pt x="138684" y="574747"/>
                    <a:pt x="132727" y="577992"/>
                  </a:cubicBezTo>
                  <a:cubicBezTo>
                    <a:pt x="114001" y="588044"/>
                    <a:pt x="126777" y="581777"/>
                    <a:pt x="133051" y="588044"/>
                  </a:cubicBezTo>
                  <a:cubicBezTo>
                    <a:pt x="143446" y="598642"/>
                    <a:pt x="148425" y="602535"/>
                    <a:pt x="143878" y="602643"/>
                  </a:cubicBezTo>
                  <a:cubicBezTo>
                    <a:pt x="143014" y="602643"/>
                    <a:pt x="138468" y="603513"/>
                    <a:pt x="134892" y="600592"/>
                  </a:cubicBezTo>
                  <a:cubicBezTo>
                    <a:pt x="130454" y="597779"/>
                    <a:pt x="124612" y="589994"/>
                    <a:pt x="123418" y="595290"/>
                  </a:cubicBezTo>
                  <a:cubicBezTo>
                    <a:pt x="122123" y="601024"/>
                    <a:pt x="106972" y="604053"/>
                    <a:pt x="103073" y="601240"/>
                  </a:cubicBezTo>
                  <a:cubicBezTo>
                    <a:pt x="101447" y="600268"/>
                    <a:pt x="97771" y="596051"/>
                    <a:pt x="93116" y="596807"/>
                  </a:cubicBezTo>
                  <a:cubicBezTo>
                    <a:pt x="91274" y="597455"/>
                    <a:pt x="84131" y="596699"/>
                    <a:pt x="85648" y="601563"/>
                  </a:cubicBezTo>
                  <a:cubicBezTo>
                    <a:pt x="86944" y="605564"/>
                    <a:pt x="81318" y="605348"/>
                    <a:pt x="81965" y="605132"/>
                  </a:cubicBezTo>
                  <a:cubicBezTo>
                    <a:pt x="77958" y="605240"/>
                    <a:pt x="76555" y="611298"/>
                    <a:pt x="76879" y="610650"/>
                  </a:cubicBezTo>
                  <a:cubicBezTo>
                    <a:pt x="74282" y="618975"/>
                    <a:pt x="94735" y="605564"/>
                    <a:pt x="98850" y="612917"/>
                  </a:cubicBezTo>
                  <a:cubicBezTo>
                    <a:pt x="99936" y="615406"/>
                    <a:pt x="105670" y="622760"/>
                    <a:pt x="100799" y="621134"/>
                  </a:cubicBezTo>
                  <a:cubicBezTo>
                    <a:pt x="97771" y="620162"/>
                    <a:pt x="94303" y="618759"/>
                    <a:pt x="90303" y="619299"/>
                  </a:cubicBezTo>
                  <a:cubicBezTo>
                    <a:pt x="64973" y="622544"/>
                    <a:pt x="61728" y="622328"/>
                    <a:pt x="57829" y="625135"/>
                  </a:cubicBezTo>
                  <a:cubicBezTo>
                    <a:pt x="51879" y="629573"/>
                    <a:pt x="74390" y="630761"/>
                    <a:pt x="66922" y="633250"/>
                  </a:cubicBezTo>
                  <a:lnTo>
                    <a:pt x="56311" y="636711"/>
                  </a:lnTo>
                  <a:cubicBezTo>
                    <a:pt x="52959" y="637790"/>
                    <a:pt x="50253" y="634006"/>
                    <a:pt x="50901" y="634437"/>
                  </a:cubicBezTo>
                  <a:cubicBezTo>
                    <a:pt x="48304" y="630545"/>
                    <a:pt x="43434" y="631948"/>
                    <a:pt x="42138" y="636495"/>
                  </a:cubicBezTo>
                  <a:cubicBezTo>
                    <a:pt x="40728" y="641467"/>
                    <a:pt x="32505" y="642114"/>
                    <a:pt x="33153" y="641898"/>
                  </a:cubicBezTo>
                  <a:cubicBezTo>
                    <a:pt x="29362" y="642762"/>
                    <a:pt x="33261" y="647087"/>
                    <a:pt x="33153" y="646439"/>
                  </a:cubicBezTo>
                  <a:cubicBezTo>
                    <a:pt x="36182" y="650007"/>
                    <a:pt x="32175" y="654770"/>
                    <a:pt x="28822" y="651633"/>
                  </a:cubicBezTo>
                  <a:lnTo>
                    <a:pt x="23304" y="646655"/>
                  </a:lnTo>
                  <a:cubicBezTo>
                    <a:pt x="20383" y="644064"/>
                    <a:pt x="17240" y="648172"/>
                    <a:pt x="17779" y="647741"/>
                  </a:cubicBezTo>
                  <a:cubicBezTo>
                    <a:pt x="15182" y="650871"/>
                    <a:pt x="20269" y="653144"/>
                    <a:pt x="19621" y="652497"/>
                  </a:cubicBezTo>
                  <a:cubicBezTo>
                    <a:pt x="23736" y="654554"/>
                    <a:pt x="24491" y="659958"/>
                    <a:pt x="20161" y="658878"/>
                  </a:cubicBezTo>
                  <a:cubicBezTo>
                    <a:pt x="18218" y="658663"/>
                    <a:pt x="11290" y="655418"/>
                    <a:pt x="12153" y="659634"/>
                  </a:cubicBezTo>
                  <a:cubicBezTo>
                    <a:pt x="12801" y="662987"/>
                    <a:pt x="8038" y="665146"/>
                    <a:pt x="8693" y="664606"/>
                  </a:cubicBezTo>
                  <a:cubicBezTo>
                    <a:pt x="4578" y="666556"/>
                    <a:pt x="8038" y="672715"/>
                    <a:pt x="12261" y="670988"/>
                  </a:cubicBezTo>
                  <a:cubicBezTo>
                    <a:pt x="14319" y="670448"/>
                    <a:pt x="18434" y="667203"/>
                    <a:pt x="22110" y="669800"/>
                  </a:cubicBezTo>
                  <a:cubicBezTo>
                    <a:pt x="23520" y="670772"/>
                    <a:pt x="23304" y="672283"/>
                    <a:pt x="21678" y="673261"/>
                  </a:cubicBezTo>
                  <a:lnTo>
                    <a:pt x="15836" y="676392"/>
                  </a:lnTo>
                  <a:cubicBezTo>
                    <a:pt x="12693" y="678125"/>
                    <a:pt x="12909" y="682881"/>
                    <a:pt x="13125" y="682234"/>
                  </a:cubicBezTo>
                  <a:cubicBezTo>
                    <a:pt x="13347" y="686450"/>
                    <a:pt x="18218" y="684183"/>
                    <a:pt x="17563" y="684183"/>
                  </a:cubicBezTo>
                  <a:cubicBezTo>
                    <a:pt x="22002" y="682342"/>
                    <a:pt x="26765" y="691321"/>
                    <a:pt x="22110" y="691321"/>
                  </a:cubicBezTo>
                  <a:lnTo>
                    <a:pt x="17240" y="691321"/>
                  </a:lnTo>
                  <a:cubicBezTo>
                    <a:pt x="12909" y="691321"/>
                    <a:pt x="8477" y="695861"/>
                    <a:pt x="9124" y="695537"/>
                  </a:cubicBezTo>
                  <a:cubicBezTo>
                    <a:pt x="4686" y="699322"/>
                    <a:pt x="19621" y="697156"/>
                    <a:pt x="18973" y="697156"/>
                  </a:cubicBezTo>
                  <a:cubicBezTo>
                    <a:pt x="23304" y="696940"/>
                    <a:pt x="20053" y="701481"/>
                    <a:pt x="15614" y="702782"/>
                  </a:cubicBezTo>
                  <a:cubicBezTo>
                    <a:pt x="8363" y="705049"/>
                    <a:pt x="5118" y="705481"/>
                    <a:pt x="2844" y="709050"/>
                  </a:cubicBezTo>
                  <a:cubicBezTo>
                    <a:pt x="2521" y="709704"/>
                    <a:pt x="-940" y="713596"/>
                    <a:pt x="247" y="717273"/>
                  </a:cubicBezTo>
                  <a:cubicBezTo>
                    <a:pt x="2197" y="723648"/>
                    <a:pt x="13347" y="707538"/>
                    <a:pt x="20923" y="710136"/>
                  </a:cubicBezTo>
                  <a:lnTo>
                    <a:pt x="26117" y="711971"/>
                  </a:lnTo>
                  <a:cubicBezTo>
                    <a:pt x="29794" y="713273"/>
                    <a:pt x="34124" y="710675"/>
                    <a:pt x="33477" y="710783"/>
                  </a:cubicBezTo>
                  <a:cubicBezTo>
                    <a:pt x="38131" y="708186"/>
                    <a:pt x="53174" y="708078"/>
                    <a:pt x="52527" y="708186"/>
                  </a:cubicBezTo>
                  <a:cubicBezTo>
                    <a:pt x="57289" y="707862"/>
                    <a:pt x="63455" y="711863"/>
                    <a:pt x="62807" y="711539"/>
                  </a:cubicBezTo>
                  <a:cubicBezTo>
                    <a:pt x="66598" y="713488"/>
                    <a:pt x="71577" y="710459"/>
                    <a:pt x="70929" y="710567"/>
                  </a:cubicBezTo>
                  <a:cubicBezTo>
                    <a:pt x="75691" y="708186"/>
                    <a:pt x="67894" y="718137"/>
                    <a:pt x="68326" y="717489"/>
                  </a:cubicBezTo>
                  <a:cubicBezTo>
                    <a:pt x="65620" y="721381"/>
                    <a:pt x="59671" y="716619"/>
                    <a:pt x="60210" y="716841"/>
                  </a:cubicBezTo>
                  <a:cubicBezTo>
                    <a:pt x="54368" y="713273"/>
                    <a:pt x="34556" y="717597"/>
                    <a:pt x="31635" y="719864"/>
                  </a:cubicBezTo>
                  <a:cubicBezTo>
                    <a:pt x="30987" y="720188"/>
                    <a:pt x="27959" y="723864"/>
                    <a:pt x="24168" y="721705"/>
                  </a:cubicBezTo>
                  <a:cubicBezTo>
                    <a:pt x="22542" y="721058"/>
                    <a:pt x="18434" y="717381"/>
                    <a:pt x="14211" y="719324"/>
                  </a:cubicBezTo>
                  <a:cubicBezTo>
                    <a:pt x="13563" y="719756"/>
                    <a:pt x="355" y="723972"/>
                    <a:pt x="9124" y="727217"/>
                  </a:cubicBezTo>
                  <a:cubicBezTo>
                    <a:pt x="12369" y="728951"/>
                    <a:pt x="19297" y="729275"/>
                    <a:pt x="19297" y="734139"/>
                  </a:cubicBezTo>
                  <a:cubicBezTo>
                    <a:pt x="19297" y="735980"/>
                    <a:pt x="17894" y="736844"/>
                    <a:pt x="16160" y="736088"/>
                  </a:cubicBezTo>
                  <a:lnTo>
                    <a:pt x="9340" y="733275"/>
                  </a:lnTo>
                  <a:cubicBezTo>
                    <a:pt x="5118" y="731548"/>
                    <a:pt x="5334" y="737815"/>
                    <a:pt x="8909" y="740628"/>
                  </a:cubicBezTo>
                  <a:lnTo>
                    <a:pt x="11613" y="742794"/>
                  </a:lnTo>
                  <a:cubicBezTo>
                    <a:pt x="15290" y="745708"/>
                    <a:pt x="14211" y="752954"/>
                    <a:pt x="14103" y="752306"/>
                  </a:cubicBezTo>
                  <a:cubicBezTo>
                    <a:pt x="13995" y="759011"/>
                    <a:pt x="8147" y="745492"/>
                    <a:pt x="5010" y="745492"/>
                  </a:cubicBezTo>
                  <a:cubicBezTo>
                    <a:pt x="2628" y="745492"/>
                    <a:pt x="10096" y="770689"/>
                    <a:pt x="9880" y="770041"/>
                  </a:cubicBezTo>
                  <a:cubicBezTo>
                    <a:pt x="11074" y="774690"/>
                    <a:pt x="17132" y="772423"/>
                    <a:pt x="16376" y="768638"/>
                  </a:cubicBezTo>
                  <a:cubicBezTo>
                    <a:pt x="15506" y="764854"/>
                    <a:pt x="19513" y="762256"/>
                    <a:pt x="22542" y="765717"/>
                  </a:cubicBezTo>
                  <a:cubicBezTo>
                    <a:pt x="23844" y="766797"/>
                    <a:pt x="27197" y="773178"/>
                    <a:pt x="30232" y="769178"/>
                  </a:cubicBezTo>
                  <a:cubicBezTo>
                    <a:pt x="32829" y="766581"/>
                    <a:pt x="37153" y="757932"/>
                    <a:pt x="38131" y="763444"/>
                  </a:cubicBezTo>
                  <a:cubicBezTo>
                    <a:pt x="38347" y="767444"/>
                    <a:pt x="41808" y="774798"/>
                    <a:pt x="36829" y="775991"/>
                  </a:cubicBezTo>
                  <a:cubicBezTo>
                    <a:pt x="34016" y="777071"/>
                    <a:pt x="27197" y="776639"/>
                    <a:pt x="26981" y="781827"/>
                  </a:cubicBezTo>
                  <a:cubicBezTo>
                    <a:pt x="26657" y="789288"/>
                    <a:pt x="14319" y="787237"/>
                    <a:pt x="16052" y="794483"/>
                  </a:cubicBezTo>
                  <a:cubicBezTo>
                    <a:pt x="17456" y="798807"/>
                    <a:pt x="18218" y="809189"/>
                    <a:pt x="20707" y="804211"/>
                  </a:cubicBezTo>
                  <a:lnTo>
                    <a:pt x="20707" y="803995"/>
                  </a:lnTo>
                  <a:cubicBezTo>
                    <a:pt x="22980" y="799779"/>
                    <a:pt x="29146" y="797943"/>
                    <a:pt x="28606" y="798267"/>
                  </a:cubicBezTo>
                  <a:cubicBezTo>
                    <a:pt x="33153" y="796318"/>
                    <a:pt x="36722" y="787561"/>
                    <a:pt x="36290" y="788209"/>
                  </a:cubicBezTo>
                  <a:cubicBezTo>
                    <a:pt x="38239" y="784532"/>
                    <a:pt x="43218" y="783237"/>
                    <a:pt x="42570" y="783561"/>
                  </a:cubicBezTo>
                  <a:cubicBezTo>
                    <a:pt x="45815" y="782475"/>
                    <a:pt x="47440" y="778258"/>
                    <a:pt x="47009" y="778906"/>
                  </a:cubicBezTo>
                  <a:cubicBezTo>
                    <a:pt x="48736" y="773826"/>
                    <a:pt x="51987" y="775122"/>
                    <a:pt x="54368" y="770149"/>
                  </a:cubicBezTo>
                  <a:cubicBezTo>
                    <a:pt x="54800" y="769502"/>
                    <a:pt x="56857" y="763876"/>
                    <a:pt x="56965" y="768422"/>
                  </a:cubicBezTo>
                  <a:cubicBezTo>
                    <a:pt x="56641" y="771013"/>
                    <a:pt x="58261" y="777503"/>
                    <a:pt x="54260" y="779668"/>
                  </a:cubicBezTo>
                  <a:cubicBezTo>
                    <a:pt x="51441" y="781179"/>
                    <a:pt x="50037" y="785612"/>
                    <a:pt x="50361" y="784964"/>
                  </a:cubicBezTo>
                  <a:cubicBezTo>
                    <a:pt x="49167" y="788749"/>
                    <a:pt x="44735" y="789936"/>
                    <a:pt x="45275" y="789612"/>
                  </a:cubicBezTo>
                  <a:cubicBezTo>
                    <a:pt x="41808" y="790590"/>
                    <a:pt x="40081" y="795022"/>
                    <a:pt x="40621" y="794375"/>
                  </a:cubicBezTo>
                  <a:cubicBezTo>
                    <a:pt x="38887" y="799023"/>
                    <a:pt x="44735" y="799779"/>
                    <a:pt x="42354" y="803239"/>
                  </a:cubicBezTo>
                  <a:cubicBezTo>
                    <a:pt x="40081" y="806484"/>
                    <a:pt x="33800" y="804211"/>
                    <a:pt x="34448" y="804319"/>
                  </a:cubicBezTo>
                  <a:cubicBezTo>
                    <a:pt x="29254" y="803131"/>
                    <a:pt x="21031" y="812002"/>
                    <a:pt x="20491" y="817082"/>
                  </a:cubicBezTo>
                  <a:cubicBezTo>
                    <a:pt x="18973" y="831789"/>
                    <a:pt x="17563" y="835897"/>
                    <a:pt x="21894" y="836113"/>
                  </a:cubicBezTo>
                  <a:cubicBezTo>
                    <a:pt x="23304" y="835897"/>
                    <a:pt x="28714" y="837517"/>
                    <a:pt x="30772" y="833084"/>
                  </a:cubicBezTo>
                  <a:cubicBezTo>
                    <a:pt x="31635" y="832005"/>
                    <a:pt x="32397" y="829624"/>
                    <a:pt x="35534" y="828436"/>
                  </a:cubicBezTo>
                  <a:cubicBezTo>
                    <a:pt x="46678" y="824004"/>
                    <a:pt x="49498" y="822162"/>
                    <a:pt x="51879" y="824544"/>
                  </a:cubicBezTo>
                  <a:cubicBezTo>
                    <a:pt x="53714" y="826379"/>
                    <a:pt x="50037" y="828544"/>
                    <a:pt x="50685" y="827896"/>
                  </a:cubicBezTo>
                  <a:cubicBezTo>
                    <a:pt x="47656" y="829300"/>
                    <a:pt x="47980" y="833624"/>
                    <a:pt x="48088" y="833084"/>
                  </a:cubicBezTo>
                  <a:cubicBezTo>
                    <a:pt x="48628" y="837085"/>
                    <a:pt x="48088" y="850280"/>
                    <a:pt x="43110" y="848985"/>
                  </a:cubicBezTo>
                  <a:cubicBezTo>
                    <a:pt x="39865" y="848654"/>
                    <a:pt x="32937" y="844546"/>
                    <a:pt x="32397" y="850064"/>
                  </a:cubicBezTo>
                  <a:cubicBezTo>
                    <a:pt x="31527" y="858821"/>
                    <a:pt x="30772" y="862282"/>
                    <a:pt x="33477" y="865742"/>
                  </a:cubicBezTo>
                  <a:cubicBezTo>
                    <a:pt x="40728" y="875045"/>
                    <a:pt x="44081" y="880341"/>
                    <a:pt x="48412" y="882722"/>
                  </a:cubicBezTo>
                  <a:lnTo>
                    <a:pt x="70167" y="895048"/>
                  </a:lnTo>
                  <a:cubicBezTo>
                    <a:pt x="73202" y="896781"/>
                    <a:pt x="72224" y="901106"/>
                    <a:pt x="72116" y="900458"/>
                  </a:cubicBezTo>
                  <a:cubicBezTo>
                    <a:pt x="71577" y="902401"/>
                    <a:pt x="72656" y="904242"/>
                    <a:pt x="74498" y="904458"/>
                  </a:cubicBezTo>
                  <a:lnTo>
                    <a:pt x="79692" y="905214"/>
                  </a:lnTo>
                  <a:cubicBezTo>
                    <a:pt x="83375" y="905754"/>
                    <a:pt x="86512" y="909430"/>
                    <a:pt x="85972" y="908891"/>
                  </a:cubicBezTo>
                  <a:cubicBezTo>
                    <a:pt x="88461" y="911812"/>
                    <a:pt x="92030" y="908567"/>
                    <a:pt x="91382" y="908783"/>
                  </a:cubicBezTo>
                  <a:cubicBezTo>
                    <a:pt x="96576" y="904134"/>
                    <a:pt x="106101" y="910402"/>
                    <a:pt x="113785" y="907379"/>
                  </a:cubicBezTo>
                  <a:cubicBezTo>
                    <a:pt x="135001" y="899048"/>
                    <a:pt x="137490" y="898616"/>
                    <a:pt x="140849" y="895371"/>
                  </a:cubicBezTo>
                  <a:cubicBezTo>
                    <a:pt x="179488" y="857633"/>
                    <a:pt x="179273" y="858389"/>
                    <a:pt x="181654" y="854173"/>
                  </a:cubicBezTo>
                  <a:cubicBezTo>
                    <a:pt x="185331" y="849093"/>
                    <a:pt x="187496" y="840330"/>
                    <a:pt x="191935" y="843467"/>
                  </a:cubicBezTo>
                  <a:cubicBezTo>
                    <a:pt x="193560" y="844222"/>
                    <a:pt x="197129" y="848331"/>
                    <a:pt x="201567" y="846927"/>
                  </a:cubicBezTo>
                  <a:cubicBezTo>
                    <a:pt x="212388" y="843467"/>
                    <a:pt x="215963" y="843251"/>
                    <a:pt x="216719" y="838711"/>
                  </a:cubicBezTo>
                  <a:cubicBezTo>
                    <a:pt x="216935" y="835681"/>
                    <a:pt x="219100" y="830386"/>
                    <a:pt x="216719" y="825731"/>
                  </a:cubicBezTo>
                  <a:cubicBezTo>
                    <a:pt x="213690" y="818594"/>
                    <a:pt x="206546" y="810916"/>
                    <a:pt x="212064" y="810269"/>
                  </a:cubicBezTo>
                  <a:cubicBezTo>
                    <a:pt x="216395" y="810377"/>
                    <a:pt x="223647" y="807024"/>
                    <a:pt x="224510" y="812650"/>
                  </a:cubicBezTo>
                  <a:cubicBezTo>
                    <a:pt x="227329" y="829192"/>
                    <a:pt x="227006" y="833084"/>
                    <a:pt x="231330" y="834170"/>
                  </a:cubicBezTo>
                  <a:lnTo>
                    <a:pt x="240423" y="836221"/>
                  </a:lnTo>
                  <a:cubicBezTo>
                    <a:pt x="244754" y="837193"/>
                    <a:pt x="244754" y="841631"/>
                    <a:pt x="240423" y="842495"/>
                  </a:cubicBezTo>
                  <a:cubicBezTo>
                    <a:pt x="239883" y="842927"/>
                    <a:pt x="237178" y="843467"/>
                    <a:pt x="238150" y="846603"/>
                  </a:cubicBezTo>
                  <a:cubicBezTo>
                    <a:pt x="239452" y="850496"/>
                    <a:pt x="240423" y="853741"/>
                    <a:pt x="241287" y="856446"/>
                  </a:cubicBezTo>
                  <a:lnTo>
                    <a:pt x="269862" y="837739"/>
                  </a:lnTo>
                  <a:lnTo>
                    <a:pt x="269646" y="8379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423B8BB1-887B-2D20-C27F-17D2568F23E3}"/>
                </a:ext>
              </a:extLst>
            </p:cNvPr>
            <p:cNvSpPr/>
            <p:nvPr/>
          </p:nvSpPr>
          <p:spPr>
            <a:xfrm>
              <a:off x="5663363" y="1241301"/>
              <a:ext cx="291970" cy="109851"/>
            </a:xfrm>
            <a:custGeom>
              <a:avLst/>
              <a:gdLst>
                <a:gd name="csX0" fmla="*/ 29410 w 336720"/>
                <a:gd name="csY0" fmla="*/ 69769 h 126688"/>
                <a:gd name="csX1" fmla="*/ 121060 w 336720"/>
                <a:gd name="csY1" fmla="*/ 58847 h 126688"/>
                <a:gd name="csX2" fmla="*/ 130394 w 336720"/>
                <a:gd name="csY2" fmla="*/ 68255 h 126688"/>
                <a:gd name="csX3" fmla="*/ 96739 w 336720"/>
                <a:gd name="csY3" fmla="*/ 79176 h 126688"/>
                <a:gd name="csX4" fmla="*/ 96930 w 336720"/>
                <a:gd name="csY4" fmla="*/ 86746 h 126688"/>
                <a:gd name="csX5" fmla="*/ 61433 w 336720"/>
                <a:gd name="csY5" fmla="*/ 85124 h 126688"/>
                <a:gd name="csX6" fmla="*/ 70958 w 336720"/>
                <a:gd name="csY6" fmla="*/ 96046 h 126688"/>
                <a:gd name="csX7" fmla="*/ 96930 w 336720"/>
                <a:gd name="csY7" fmla="*/ 104265 h 126688"/>
                <a:gd name="csX8" fmla="*/ 105947 w 336720"/>
                <a:gd name="csY8" fmla="*/ 110212 h 126688"/>
                <a:gd name="csX9" fmla="*/ 171415 w 336720"/>
                <a:gd name="csY9" fmla="*/ 109131 h 126688"/>
                <a:gd name="csX10" fmla="*/ 174209 w 336720"/>
                <a:gd name="csY10" fmla="*/ 120702 h 126688"/>
                <a:gd name="csX11" fmla="*/ 223041 w 336720"/>
                <a:gd name="csY11" fmla="*/ 123837 h 126688"/>
                <a:gd name="csX12" fmla="*/ 232058 w 336720"/>
                <a:gd name="csY12" fmla="*/ 110104 h 126688"/>
                <a:gd name="csX13" fmla="*/ 249965 w 336720"/>
                <a:gd name="csY13" fmla="*/ 105129 h 126688"/>
                <a:gd name="csX14" fmla="*/ 270983 w 336720"/>
                <a:gd name="csY14" fmla="*/ 108158 h 126688"/>
                <a:gd name="csX15" fmla="*/ 286350 w 336720"/>
                <a:gd name="csY15" fmla="*/ 90639 h 126688"/>
                <a:gd name="csX16" fmla="*/ 286350 w 336720"/>
                <a:gd name="csY16" fmla="*/ 79176 h 126688"/>
                <a:gd name="csX17" fmla="*/ 310036 w 336720"/>
                <a:gd name="csY17" fmla="*/ 70201 h 126688"/>
                <a:gd name="csX18" fmla="*/ 324323 w 336720"/>
                <a:gd name="csY18" fmla="*/ 57116 h 126688"/>
                <a:gd name="csX19" fmla="*/ 336579 w 336720"/>
                <a:gd name="csY19" fmla="*/ 50304 h 126688"/>
                <a:gd name="csX20" fmla="*/ 331054 w 336720"/>
                <a:gd name="csY20" fmla="*/ 38841 h 126688"/>
                <a:gd name="csX21" fmla="*/ 306607 w 336720"/>
                <a:gd name="csY21" fmla="*/ 34624 h 126688"/>
                <a:gd name="csX22" fmla="*/ 295431 w 336720"/>
                <a:gd name="csY22" fmla="*/ 27379 h 126688"/>
                <a:gd name="csX23" fmla="*/ 267935 w 336720"/>
                <a:gd name="csY23" fmla="*/ 32461 h 126688"/>
                <a:gd name="csX24" fmla="*/ 216882 w 336720"/>
                <a:gd name="csY24" fmla="*/ 16673 h 126688"/>
                <a:gd name="csX25" fmla="*/ 180940 w 336720"/>
                <a:gd name="csY25" fmla="*/ 35165 h 126688"/>
                <a:gd name="csX26" fmla="*/ 167732 w 336720"/>
                <a:gd name="csY26" fmla="*/ 29974 h 126688"/>
                <a:gd name="csX27" fmla="*/ 173574 w 336720"/>
                <a:gd name="csY27" fmla="*/ 4021 h 126688"/>
                <a:gd name="csX28" fmla="*/ 158842 w 336720"/>
                <a:gd name="csY28" fmla="*/ 2940 h 126688"/>
                <a:gd name="csX29" fmla="*/ 154651 w 336720"/>
                <a:gd name="csY29" fmla="*/ 34192 h 126688"/>
                <a:gd name="csX30" fmla="*/ 141888 w 336720"/>
                <a:gd name="csY30" fmla="*/ 29434 h 126688"/>
                <a:gd name="csX31" fmla="*/ 130585 w 336720"/>
                <a:gd name="csY31" fmla="*/ 38409 h 126688"/>
                <a:gd name="csX32" fmla="*/ 115535 w 336720"/>
                <a:gd name="csY32" fmla="*/ 27595 h 126688"/>
                <a:gd name="csX33" fmla="*/ 118456 w 336720"/>
                <a:gd name="csY33" fmla="*/ 17538 h 126688"/>
                <a:gd name="csX34" fmla="*/ 80928 w 336720"/>
                <a:gd name="csY34" fmla="*/ 24676 h 126688"/>
                <a:gd name="csX35" fmla="*/ 80039 w 336720"/>
                <a:gd name="csY35" fmla="*/ 12348 h 126688"/>
                <a:gd name="csX36" fmla="*/ 60925 w 336720"/>
                <a:gd name="csY36" fmla="*/ 6400 h 126688"/>
                <a:gd name="csX37" fmla="*/ 43463 w 336720"/>
                <a:gd name="csY37" fmla="*/ 25540 h 126688"/>
                <a:gd name="csX38" fmla="*/ 29518 w 336720"/>
                <a:gd name="csY38" fmla="*/ 25108 h 126688"/>
                <a:gd name="csX39" fmla="*/ 27893 w 336720"/>
                <a:gd name="csY39" fmla="*/ 36355 h 126688"/>
                <a:gd name="csX40" fmla="*/ 1159 w 336720"/>
                <a:gd name="csY40" fmla="*/ 47600 h 126688"/>
                <a:gd name="csX41" fmla="*/ 29302 w 336720"/>
                <a:gd name="csY41" fmla="*/ 69661 h 126688"/>
                <a:gd name="csX42" fmla="*/ 29410 w 336720"/>
                <a:gd name="csY42" fmla="*/ 69769 h 1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336720" h="126688">
                  <a:moveTo>
                    <a:pt x="29410" y="69769"/>
                  </a:moveTo>
                  <a:cubicBezTo>
                    <a:pt x="120869" y="56576"/>
                    <a:pt x="116869" y="55927"/>
                    <a:pt x="121060" y="58847"/>
                  </a:cubicBezTo>
                  <a:cubicBezTo>
                    <a:pt x="128680" y="64037"/>
                    <a:pt x="134966" y="67282"/>
                    <a:pt x="130394" y="68255"/>
                  </a:cubicBezTo>
                  <a:cubicBezTo>
                    <a:pt x="97247" y="75176"/>
                    <a:pt x="94580" y="74310"/>
                    <a:pt x="96739" y="79176"/>
                  </a:cubicBezTo>
                  <a:cubicBezTo>
                    <a:pt x="97057" y="80474"/>
                    <a:pt x="101629" y="87395"/>
                    <a:pt x="96930" y="86746"/>
                  </a:cubicBezTo>
                  <a:cubicBezTo>
                    <a:pt x="63529" y="82421"/>
                    <a:pt x="58512" y="80366"/>
                    <a:pt x="61433" y="85124"/>
                  </a:cubicBezTo>
                  <a:cubicBezTo>
                    <a:pt x="63910" y="88477"/>
                    <a:pt x="66005" y="94856"/>
                    <a:pt x="70958" y="96046"/>
                  </a:cubicBezTo>
                  <a:cubicBezTo>
                    <a:pt x="90897" y="100696"/>
                    <a:pt x="93564" y="100588"/>
                    <a:pt x="96930" y="104265"/>
                  </a:cubicBezTo>
                  <a:cubicBezTo>
                    <a:pt x="98263" y="105454"/>
                    <a:pt x="101248" y="110537"/>
                    <a:pt x="105947" y="110212"/>
                  </a:cubicBezTo>
                  <a:cubicBezTo>
                    <a:pt x="171606" y="105129"/>
                    <a:pt x="171733" y="103508"/>
                    <a:pt x="171415" y="109131"/>
                  </a:cubicBezTo>
                  <a:cubicBezTo>
                    <a:pt x="171606" y="112158"/>
                    <a:pt x="169383" y="120053"/>
                    <a:pt x="174209" y="120702"/>
                  </a:cubicBezTo>
                  <a:cubicBezTo>
                    <a:pt x="220564" y="127298"/>
                    <a:pt x="220882" y="128595"/>
                    <a:pt x="223041" y="123837"/>
                  </a:cubicBezTo>
                  <a:cubicBezTo>
                    <a:pt x="225962" y="117457"/>
                    <a:pt x="227803" y="111726"/>
                    <a:pt x="232058" y="110104"/>
                  </a:cubicBezTo>
                  <a:cubicBezTo>
                    <a:pt x="240567" y="106643"/>
                    <a:pt x="245457" y="103832"/>
                    <a:pt x="249965" y="105129"/>
                  </a:cubicBezTo>
                  <a:cubicBezTo>
                    <a:pt x="265014" y="109455"/>
                    <a:pt x="267554" y="111078"/>
                    <a:pt x="270983" y="108158"/>
                  </a:cubicBezTo>
                  <a:cubicBezTo>
                    <a:pt x="284191" y="97127"/>
                    <a:pt x="288001" y="95613"/>
                    <a:pt x="286350" y="90639"/>
                  </a:cubicBezTo>
                  <a:cubicBezTo>
                    <a:pt x="285906" y="87720"/>
                    <a:pt x="281588" y="80582"/>
                    <a:pt x="286350" y="79176"/>
                  </a:cubicBezTo>
                  <a:cubicBezTo>
                    <a:pt x="301845" y="74635"/>
                    <a:pt x="306607" y="74202"/>
                    <a:pt x="310036" y="70201"/>
                  </a:cubicBezTo>
                  <a:cubicBezTo>
                    <a:pt x="316576" y="62848"/>
                    <a:pt x="319815" y="58090"/>
                    <a:pt x="324323" y="57116"/>
                  </a:cubicBezTo>
                  <a:cubicBezTo>
                    <a:pt x="329530" y="55170"/>
                    <a:pt x="337912" y="56576"/>
                    <a:pt x="336579" y="50304"/>
                  </a:cubicBezTo>
                  <a:cubicBezTo>
                    <a:pt x="335626" y="47168"/>
                    <a:pt x="336134" y="39166"/>
                    <a:pt x="331054" y="38841"/>
                  </a:cubicBezTo>
                  <a:cubicBezTo>
                    <a:pt x="312957" y="37544"/>
                    <a:pt x="310036" y="38193"/>
                    <a:pt x="306607" y="34624"/>
                  </a:cubicBezTo>
                  <a:cubicBezTo>
                    <a:pt x="303558" y="32137"/>
                    <a:pt x="300447" y="26081"/>
                    <a:pt x="295431" y="27379"/>
                  </a:cubicBezTo>
                  <a:cubicBezTo>
                    <a:pt x="274539" y="32786"/>
                    <a:pt x="272317" y="34083"/>
                    <a:pt x="267935" y="32461"/>
                  </a:cubicBezTo>
                  <a:cubicBezTo>
                    <a:pt x="219993" y="14943"/>
                    <a:pt x="221008" y="14294"/>
                    <a:pt x="216882" y="16673"/>
                  </a:cubicBezTo>
                  <a:cubicBezTo>
                    <a:pt x="186782" y="33975"/>
                    <a:pt x="185512" y="35597"/>
                    <a:pt x="180940" y="35165"/>
                  </a:cubicBezTo>
                  <a:cubicBezTo>
                    <a:pt x="174654" y="33759"/>
                    <a:pt x="165700" y="35921"/>
                    <a:pt x="167732" y="29974"/>
                  </a:cubicBezTo>
                  <a:cubicBezTo>
                    <a:pt x="175225" y="9536"/>
                    <a:pt x="177892" y="5535"/>
                    <a:pt x="173574" y="4021"/>
                  </a:cubicBezTo>
                  <a:cubicBezTo>
                    <a:pt x="166780" y="2507"/>
                    <a:pt x="159096" y="-3548"/>
                    <a:pt x="158842" y="2940"/>
                  </a:cubicBezTo>
                  <a:cubicBezTo>
                    <a:pt x="157699" y="32137"/>
                    <a:pt x="158652" y="37111"/>
                    <a:pt x="154651" y="34192"/>
                  </a:cubicBezTo>
                  <a:cubicBezTo>
                    <a:pt x="150333" y="31812"/>
                    <a:pt x="145444" y="24892"/>
                    <a:pt x="141888" y="29434"/>
                  </a:cubicBezTo>
                  <a:cubicBezTo>
                    <a:pt x="138522" y="32894"/>
                    <a:pt x="135474" y="40680"/>
                    <a:pt x="130585" y="38409"/>
                  </a:cubicBezTo>
                  <a:cubicBezTo>
                    <a:pt x="117948" y="32786"/>
                    <a:pt x="113059" y="32029"/>
                    <a:pt x="115535" y="27595"/>
                  </a:cubicBezTo>
                  <a:cubicBezTo>
                    <a:pt x="116996" y="24351"/>
                    <a:pt x="123600" y="16241"/>
                    <a:pt x="118456" y="17538"/>
                  </a:cubicBezTo>
                  <a:cubicBezTo>
                    <a:pt x="118456" y="17538"/>
                    <a:pt x="80928" y="27379"/>
                    <a:pt x="80928" y="24676"/>
                  </a:cubicBezTo>
                  <a:cubicBezTo>
                    <a:pt x="80928" y="19484"/>
                    <a:pt x="84420" y="14618"/>
                    <a:pt x="80039" y="12348"/>
                  </a:cubicBezTo>
                  <a:cubicBezTo>
                    <a:pt x="66196" y="4886"/>
                    <a:pt x="63592" y="2507"/>
                    <a:pt x="60925" y="6400"/>
                  </a:cubicBezTo>
                  <a:cubicBezTo>
                    <a:pt x="48860" y="23378"/>
                    <a:pt x="47717" y="26838"/>
                    <a:pt x="43463" y="25540"/>
                  </a:cubicBezTo>
                  <a:cubicBezTo>
                    <a:pt x="37113" y="24351"/>
                    <a:pt x="28540" y="18728"/>
                    <a:pt x="29518" y="25108"/>
                  </a:cubicBezTo>
                  <a:cubicBezTo>
                    <a:pt x="29518" y="27595"/>
                    <a:pt x="32547" y="34949"/>
                    <a:pt x="27893" y="36355"/>
                  </a:cubicBezTo>
                  <a:cubicBezTo>
                    <a:pt x="1591" y="44356"/>
                    <a:pt x="-2524" y="44356"/>
                    <a:pt x="1159" y="47600"/>
                  </a:cubicBezTo>
                  <a:cubicBezTo>
                    <a:pt x="1159" y="47600"/>
                    <a:pt x="24756" y="70309"/>
                    <a:pt x="29302" y="69661"/>
                  </a:cubicBezTo>
                  <a:lnTo>
                    <a:pt x="29410" y="697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85910B78-1DA2-ED07-B158-7F5956FE32B1}"/>
                </a:ext>
              </a:extLst>
            </p:cNvPr>
            <p:cNvSpPr/>
            <p:nvPr/>
          </p:nvSpPr>
          <p:spPr>
            <a:xfrm>
              <a:off x="5421703" y="1276944"/>
              <a:ext cx="349569" cy="295626"/>
            </a:xfrm>
            <a:custGeom>
              <a:avLst/>
              <a:gdLst>
                <a:gd name="csX0" fmla="*/ 23122 w 403147"/>
                <a:gd name="csY0" fmla="*/ 92249 h 340936"/>
                <a:gd name="csX1" fmla="*/ 32215 w 403147"/>
                <a:gd name="csY1" fmla="*/ 85220 h 340936"/>
                <a:gd name="csX2" fmla="*/ 32970 w 403147"/>
                <a:gd name="csY2" fmla="*/ 70513 h 340936"/>
                <a:gd name="csX3" fmla="*/ 50287 w 403147"/>
                <a:gd name="csY3" fmla="*/ 83057 h 340936"/>
                <a:gd name="csX4" fmla="*/ 44007 w 403147"/>
                <a:gd name="csY4" fmla="*/ 101657 h 340936"/>
                <a:gd name="csX5" fmla="*/ 63603 w 403147"/>
                <a:gd name="csY5" fmla="*/ 112254 h 340936"/>
                <a:gd name="csX6" fmla="*/ 61222 w 403147"/>
                <a:gd name="csY6" fmla="*/ 119608 h 340936"/>
                <a:gd name="csX7" fmla="*/ 38705 w 403147"/>
                <a:gd name="csY7" fmla="*/ 129015 h 340936"/>
                <a:gd name="csX8" fmla="*/ 38381 w 403147"/>
                <a:gd name="csY8" fmla="*/ 138531 h 340936"/>
                <a:gd name="csX9" fmla="*/ 65654 w 403147"/>
                <a:gd name="csY9" fmla="*/ 159186 h 340936"/>
                <a:gd name="csX10" fmla="*/ 64682 w 403147"/>
                <a:gd name="csY10" fmla="*/ 166106 h 340936"/>
                <a:gd name="csX11" fmla="*/ 89251 w 403147"/>
                <a:gd name="csY11" fmla="*/ 188167 h 340936"/>
                <a:gd name="csX12" fmla="*/ 115660 w 403147"/>
                <a:gd name="csY12" fmla="*/ 187626 h 340936"/>
                <a:gd name="csX13" fmla="*/ 122912 w 403147"/>
                <a:gd name="csY13" fmla="*/ 183192 h 340936"/>
                <a:gd name="csX14" fmla="*/ 131897 w 403147"/>
                <a:gd name="csY14" fmla="*/ 177677 h 340936"/>
                <a:gd name="csX15" fmla="*/ 134386 w 403147"/>
                <a:gd name="csY15" fmla="*/ 171081 h 340936"/>
                <a:gd name="csX16" fmla="*/ 144667 w 403147"/>
                <a:gd name="csY16" fmla="*/ 165890 h 340936"/>
                <a:gd name="csX17" fmla="*/ 138717 w 403147"/>
                <a:gd name="csY17" fmla="*/ 155725 h 340936"/>
                <a:gd name="csX18" fmla="*/ 149753 w 403147"/>
                <a:gd name="csY18" fmla="*/ 140478 h 340936"/>
                <a:gd name="csX19" fmla="*/ 161444 w 403147"/>
                <a:gd name="csY19" fmla="*/ 142749 h 340936"/>
                <a:gd name="csX20" fmla="*/ 174652 w 403147"/>
                <a:gd name="csY20" fmla="*/ 128799 h 340936"/>
                <a:gd name="csX21" fmla="*/ 178005 w 403147"/>
                <a:gd name="csY21" fmla="*/ 141883 h 340936"/>
                <a:gd name="csX22" fmla="*/ 172270 w 403147"/>
                <a:gd name="csY22" fmla="*/ 155833 h 340936"/>
                <a:gd name="csX23" fmla="*/ 181148 w 403147"/>
                <a:gd name="csY23" fmla="*/ 160808 h 340936"/>
                <a:gd name="csX24" fmla="*/ 210370 w 403147"/>
                <a:gd name="csY24" fmla="*/ 145561 h 340936"/>
                <a:gd name="csX25" fmla="*/ 214587 w 403147"/>
                <a:gd name="csY25" fmla="*/ 136585 h 340936"/>
                <a:gd name="csX26" fmla="*/ 228443 w 403147"/>
                <a:gd name="csY26" fmla="*/ 146209 h 340936"/>
                <a:gd name="csX27" fmla="*/ 219133 w 403147"/>
                <a:gd name="csY27" fmla="*/ 162970 h 340936"/>
                <a:gd name="csX28" fmla="*/ 235370 w 403147"/>
                <a:gd name="csY28" fmla="*/ 171513 h 340936"/>
                <a:gd name="csX29" fmla="*/ 225953 w 403147"/>
                <a:gd name="csY29" fmla="*/ 180489 h 340936"/>
                <a:gd name="csX30" fmla="*/ 185256 w 403147"/>
                <a:gd name="csY30" fmla="*/ 181246 h 340936"/>
                <a:gd name="csX31" fmla="*/ 181471 w 403147"/>
                <a:gd name="csY31" fmla="*/ 190221 h 340936"/>
                <a:gd name="csX32" fmla="*/ 163285 w 403147"/>
                <a:gd name="csY32" fmla="*/ 197142 h 340936"/>
                <a:gd name="csX33" fmla="*/ 158415 w 403147"/>
                <a:gd name="csY33" fmla="*/ 205036 h 340936"/>
                <a:gd name="csX34" fmla="*/ 112199 w 403147"/>
                <a:gd name="csY34" fmla="*/ 211848 h 340936"/>
                <a:gd name="csX35" fmla="*/ 123236 w 403147"/>
                <a:gd name="csY35" fmla="*/ 236396 h 340936"/>
                <a:gd name="csX36" fmla="*/ 192616 w 403147"/>
                <a:gd name="csY36" fmla="*/ 226231 h 340936"/>
                <a:gd name="csX37" fmla="*/ 226061 w 403147"/>
                <a:gd name="csY37" fmla="*/ 227961 h 340936"/>
                <a:gd name="csX38" fmla="*/ 221083 w 403147"/>
                <a:gd name="csY38" fmla="*/ 235747 h 340936"/>
                <a:gd name="csX39" fmla="*/ 153760 w 403147"/>
                <a:gd name="csY39" fmla="*/ 246885 h 340936"/>
                <a:gd name="csX40" fmla="*/ 154192 w 403147"/>
                <a:gd name="csY40" fmla="*/ 252725 h 340936"/>
                <a:gd name="csX41" fmla="*/ 119559 w 403147"/>
                <a:gd name="csY41" fmla="*/ 256401 h 340936"/>
                <a:gd name="csX42" fmla="*/ 142502 w 403147"/>
                <a:gd name="csY42" fmla="*/ 284842 h 340936"/>
                <a:gd name="csX43" fmla="*/ 157551 w 403147"/>
                <a:gd name="csY43" fmla="*/ 287437 h 340936"/>
                <a:gd name="csX44" fmla="*/ 170213 w 403147"/>
                <a:gd name="csY44" fmla="*/ 296412 h 340936"/>
                <a:gd name="csX45" fmla="*/ 198680 w 403147"/>
                <a:gd name="csY45" fmla="*/ 295439 h 340936"/>
                <a:gd name="csX46" fmla="*/ 208637 w 403147"/>
                <a:gd name="csY46" fmla="*/ 303441 h 340936"/>
                <a:gd name="csX47" fmla="*/ 183091 w 403147"/>
                <a:gd name="csY47" fmla="*/ 312416 h 340936"/>
                <a:gd name="csX48" fmla="*/ 226601 w 403147"/>
                <a:gd name="csY48" fmla="*/ 339559 h 340936"/>
                <a:gd name="csX49" fmla="*/ 238183 w 403147"/>
                <a:gd name="csY49" fmla="*/ 323231 h 340936"/>
                <a:gd name="csX50" fmla="*/ 231909 w 403147"/>
                <a:gd name="csY50" fmla="*/ 314795 h 340936"/>
                <a:gd name="csX51" fmla="*/ 247493 w 403147"/>
                <a:gd name="csY51" fmla="*/ 298250 h 340936"/>
                <a:gd name="csX52" fmla="*/ 260593 w 403147"/>
                <a:gd name="csY52" fmla="*/ 258456 h 340936"/>
                <a:gd name="csX53" fmla="*/ 283751 w 403147"/>
                <a:gd name="csY53" fmla="*/ 249480 h 340936"/>
                <a:gd name="csX54" fmla="*/ 289383 w 403147"/>
                <a:gd name="csY54" fmla="*/ 231962 h 340936"/>
                <a:gd name="csX55" fmla="*/ 284075 w 403147"/>
                <a:gd name="csY55" fmla="*/ 218878 h 340936"/>
                <a:gd name="csX56" fmla="*/ 291981 w 403147"/>
                <a:gd name="csY56" fmla="*/ 207739 h 340936"/>
                <a:gd name="csX57" fmla="*/ 307563 w 403147"/>
                <a:gd name="csY57" fmla="*/ 206658 h 340936"/>
                <a:gd name="csX58" fmla="*/ 311678 w 403147"/>
                <a:gd name="csY58" fmla="*/ 197574 h 340936"/>
                <a:gd name="csX59" fmla="*/ 308319 w 403147"/>
                <a:gd name="csY59" fmla="*/ 180056 h 340936"/>
                <a:gd name="csX60" fmla="*/ 313844 w 403147"/>
                <a:gd name="csY60" fmla="*/ 170540 h 340936"/>
                <a:gd name="csX61" fmla="*/ 315685 w 403147"/>
                <a:gd name="csY61" fmla="*/ 162322 h 340936"/>
                <a:gd name="csX62" fmla="*/ 333846 w 403147"/>
                <a:gd name="csY62" fmla="*/ 155725 h 340936"/>
                <a:gd name="csX63" fmla="*/ 340133 w 403147"/>
                <a:gd name="csY63" fmla="*/ 146750 h 340936"/>
                <a:gd name="csX64" fmla="*/ 378804 w 403147"/>
                <a:gd name="csY64" fmla="*/ 137125 h 340936"/>
                <a:gd name="csX65" fmla="*/ 397410 w 403147"/>
                <a:gd name="csY65" fmla="*/ 138964 h 340936"/>
                <a:gd name="csX66" fmla="*/ 401283 w 403147"/>
                <a:gd name="csY66" fmla="*/ 124366 h 340936"/>
                <a:gd name="csX67" fmla="*/ 365787 w 403147"/>
                <a:gd name="csY67" fmla="*/ 109010 h 340936"/>
                <a:gd name="csX68" fmla="*/ 376709 w 403147"/>
                <a:gd name="csY68" fmla="*/ 97331 h 340936"/>
                <a:gd name="csX69" fmla="*/ 355373 w 403147"/>
                <a:gd name="csY69" fmla="*/ 97872 h 340936"/>
                <a:gd name="csX70" fmla="*/ 348388 w 403147"/>
                <a:gd name="csY70" fmla="*/ 105441 h 340936"/>
                <a:gd name="csX71" fmla="*/ 335243 w 403147"/>
                <a:gd name="csY71" fmla="*/ 88680 h 340936"/>
                <a:gd name="csX72" fmla="*/ 322099 w 403147"/>
                <a:gd name="csY72" fmla="*/ 86517 h 340936"/>
                <a:gd name="csX73" fmla="*/ 308427 w 403147"/>
                <a:gd name="csY73" fmla="*/ 90735 h 340936"/>
                <a:gd name="csX74" fmla="*/ 300959 w 403147"/>
                <a:gd name="csY74" fmla="*/ 76785 h 340936"/>
                <a:gd name="csX75" fmla="*/ 304427 w 403147"/>
                <a:gd name="csY75" fmla="*/ 64782 h 340936"/>
                <a:gd name="csX76" fmla="*/ 295118 w 403147"/>
                <a:gd name="csY76" fmla="*/ 46939 h 340936"/>
                <a:gd name="csX77" fmla="*/ 276175 w 403147"/>
                <a:gd name="csY77" fmla="*/ 44885 h 340936"/>
                <a:gd name="csX78" fmla="*/ 269895 w 403147"/>
                <a:gd name="csY78" fmla="*/ 64565 h 340936"/>
                <a:gd name="csX79" fmla="*/ 260701 w 403147"/>
                <a:gd name="csY79" fmla="*/ 64565 h 340936"/>
                <a:gd name="csX80" fmla="*/ 262320 w 403147"/>
                <a:gd name="csY80" fmla="*/ 42289 h 340936"/>
                <a:gd name="csX81" fmla="*/ 268492 w 403147"/>
                <a:gd name="csY81" fmla="*/ 30502 h 340936"/>
                <a:gd name="csX82" fmla="*/ 267952 w 403147"/>
                <a:gd name="csY82" fmla="*/ 25419 h 340936"/>
                <a:gd name="csX83" fmla="*/ 236996 w 403147"/>
                <a:gd name="csY83" fmla="*/ 6387 h 340936"/>
                <a:gd name="csX84" fmla="*/ 223572 w 403147"/>
                <a:gd name="csY84" fmla="*/ 8442 h 340936"/>
                <a:gd name="csX85" fmla="*/ 214047 w 403147"/>
                <a:gd name="csY85" fmla="*/ 115 h 340936"/>
                <a:gd name="csX86" fmla="*/ 199544 w 403147"/>
                <a:gd name="csY86" fmla="*/ 4116 h 340936"/>
                <a:gd name="csX87" fmla="*/ 197270 w 403147"/>
                <a:gd name="csY87" fmla="*/ 14930 h 340936"/>
                <a:gd name="csX88" fmla="*/ 186450 w 403147"/>
                <a:gd name="csY88" fmla="*/ 20770 h 340936"/>
                <a:gd name="csX89" fmla="*/ 197486 w 403147"/>
                <a:gd name="csY89" fmla="*/ 77867 h 340936"/>
                <a:gd name="csX90" fmla="*/ 214587 w 403147"/>
                <a:gd name="csY90" fmla="*/ 116471 h 340936"/>
                <a:gd name="csX91" fmla="*/ 205824 w 403147"/>
                <a:gd name="csY91" fmla="*/ 113011 h 340936"/>
                <a:gd name="csX92" fmla="*/ 187961 w 403147"/>
                <a:gd name="csY92" fmla="*/ 88247 h 340936"/>
                <a:gd name="csX93" fmla="*/ 154846 w 403147"/>
                <a:gd name="csY93" fmla="*/ 25636 h 340936"/>
                <a:gd name="csX94" fmla="*/ 135904 w 403147"/>
                <a:gd name="csY94" fmla="*/ 25636 h 340936"/>
                <a:gd name="csX95" fmla="*/ 120207 w 403147"/>
                <a:gd name="csY95" fmla="*/ 45425 h 340936"/>
                <a:gd name="csX96" fmla="*/ 118149 w 403147"/>
                <a:gd name="csY96" fmla="*/ 66079 h 340936"/>
                <a:gd name="csX97" fmla="*/ 97264 w 403147"/>
                <a:gd name="csY97" fmla="*/ 53211 h 340936"/>
                <a:gd name="csX98" fmla="*/ 98559 w 403147"/>
                <a:gd name="csY98" fmla="*/ 43479 h 340936"/>
                <a:gd name="csX99" fmla="*/ 77344 w 403147"/>
                <a:gd name="csY99" fmla="*/ 40559 h 340936"/>
                <a:gd name="csX100" fmla="*/ 93905 w 403147"/>
                <a:gd name="csY100" fmla="*/ 29205 h 340936"/>
                <a:gd name="csX101" fmla="*/ 112955 w 403147"/>
                <a:gd name="csY101" fmla="*/ 28556 h 340936"/>
                <a:gd name="csX102" fmla="*/ 120423 w 403147"/>
                <a:gd name="csY102" fmla="*/ 12876 h 340936"/>
                <a:gd name="csX103" fmla="*/ 69445 w 403147"/>
                <a:gd name="csY103" fmla="*/ 21094 h 340936"/>
                <a:gd name="csX104" fmla="*/ 67171 w 403147"/>
                <a:gd name="csY104" fmla="*/ 18066 h 340936"/>
                <a:gd name="csX105" fmla="*/ 59056 w 403147"/>
                <a:gd name="csY105" fmla="*/ 17850 h 340936"/>
                <a:gd name="csX106" fmla="*/ 51913 w 403147"/>
                <a:gd name="csY106" fmla="*/ 33854 h 340936"/>
                <a:gd name="csX107" fmla="*/ 32970 w 403147"/>
                <a:gd name="csY107" fmla="*/ 18391 h 340936"/>
                <a:gd name="csX108" fmla="*/ 22252 w 403147"/>
                <a:gd name="csY108" fmla="*/ 27691 h 340936"/>
                <a:gd name="csX109" fmla="*/ 23122 w 403147"/>
                <a:gd name="csY109" fmla="*/ 38721 h 340936"/>
                <a:gd name="csX110" fmla="*/ 15762 w 403147"/>
                <a:gd name="csY110" fmla="*/ 38180 h 340936"/>
                <a:gd name="csX111" fmla="*/ 8079 w 403147"/>
                <a:gd name="csY111" fmla="*/ 26609 h 340936"/>
                <a:gd name="csX112" fmla="*/ 65 w 403147"/>
                <a:gd name="csY112" fmla="*/ 29854 h 340936"/>
                <a:gd name="csX113" fmla="*/ 7424 w 403147"/>
                <a:gd name="csY113" fmla="*/ 72567 h 340936"/>
                <a:gd name="csX114" fmla="*/ 23554 w 403147"/>
                <a:gd name="csY114" fmla="*/ 92573 h 340936"/>
                <a:gd name="csX115" fmla="*/ 23122 w 403147"/>
                <a:gd name="csY115" fmla="*/ 92249 h 340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403147" h="340936">
                  <a:moveTo>
                    <a:pt x="23122" y="92249"/>
                  </a:moveTo>
                  <a:cubicBezTo>
                    <a:pt x="25827" y="90843"/>
                    <a:pt x="33079" y="91167"/>
                    <a:pt x="32215" y="85220"/>
                  </a:cubicBezTo>
                  <a:cubicBezTo>
                    <a:pt x="31777" y="78839"/>
                    <a:pt x="27992" y="68134"/>
                    <a:pt x="32970" y="70513"/>
                  </a:cubicBezTo>
                  <a:cubicBezTo>
                    <a:pt x="48445" y="77974"/>
                    <a:pt x="52776" y="78623"/>
                    <a:pt x="50287" y="83057"/>
                  </a:cubicBezTo>
                  <a:cubicBezTo>
                    <a:pt x="46280" y="91924"/>
                    <a:pt x="38596" y="99710"/>
                    <a:pt x="44007" y="101657"/>
                  </a:cubicBezTo>
                  <a:cubicBezTo>
                    <a:pt x="59164" y="106955"/>
                    <a:pt x="62841" y="106955"/>
                    <a:pt x="63603" y="112254"/>
                  </a:cubicBezTo>
                  <a:cubicBezTo>
                    <a:pt x="63603" y="113227"/>
                    <a:pt x="65654" y="120256"/>
                    <a:pt x="61222" y="119608"/>
                  </a:cubicBezTo>
                  <a:cubicBezTo>
                    <a:pt x="-583" y="110956"/>
                    <a:pt x="43791" y="117445"/>
                    <a:pt x="38705" y="129015"/>
                  </a:cubicBezTo>
                  <a:cubicBezTo>
                    <a:pt x="38381" y="130421"/>
                    <a:pt x="34266" y="136045"/>
                    <a:pt x="38381" y="138531"/>
                  </a:cubicBezTo>
                  <a:cubicBezTo>
                    <a:pt x="65768" y="154860"/>
                    <a:pt x="68905" y="155293"/>
                    <a:pt x="65654" y="159186"/>
                  </a:cubicBezTo>
                  <a:cubicBezTo>
                    <a:pt x="65330" y="159943"/>
                    <a:pt x="61545" y="162863"/>
                    <a:pt x="64682" y="166106"/>
                  </a:cubicBezTo>
                  <a:cubicBezTo>
                    <a:pt x="84272" y="186220"/>
                    <a:pt x="85034" y="187842"/>
                    <a:pt x="89251" y="188167"/>
                  </a:cubicBezTo>
                  <a:cubicBezTo>
                    <a:pt x="109710" y="189896"/>
                    <a:pt x="112307" y="191086"/>
                    <a:pt x="115660" y="187626"/>
                  </a:cubicBezTo>
                  <a:cubicBezTo>
                    <a:pt x="116206" y="187193"/>
                    <a:pt x="118695" y="183841"/>
                    <a:pt x="122912" y="183192"/>
                  </a:cubicBezTo>
                  <a:cubicBezTo>
                    <a:pt x="125617" y="182219"/>
                    <a:pt x="132761" y="183517"/>
                    <a:pt x="131897" y="177677"/>
                  </a:cubicBezTo>
                  <a:cubicBezTo>
                    <a:pt x="131897" y="176920"/>
                    <a:pt x="130271" y="172054"/>
                    <a:pt x="134386" y="171081"/>
                  </a:cubicBezTo>
                  <a:cubicBezTo>
                    <a:pt x="138825" y="169567"/>
                    <a:pt x="148998" y="169567"/>
                    <a:pt x="144667" y="165890"/>
                  </a:cubicBezTo>
                  <a:cubicBezTo>
                    <a:pt x="142832" y="163727"/>
                    <a:pt x="136228" y="160916"/>
                    <a:pt x="138717" y="155725"/>
                  </a:cubicBezTo>
                  <a:cubicBezTo>
                    <a:pt x="143587" y="147290"/>
                    <a:pt x="144883" y="137666"/>
                    <a:pt x="149753" y="140478"/>
                  </a:cubicBezTo>
                  <a:cubicBezTo>
                    <a:pt x="153112" y="141775"/>
                    <a:pt x="158307" y="147507"/>
                    <a:pt x="161444" y="142749"/>
                  </a:cubicBezTo>
                  <a:cubicBezTo>
                    <a:pt x="169997" y="129664"/>
                    <a:pt x="172162" y="124257"/>
                    <a:pt x="174652" y="128799"/>
                  </a:cubicBezTo>
                  <a:cubicBezTo>
                    <a:pt x="176055" y="132259"/>
                    <a:pt x="181256" y="137342"/>
                    <a:pt x="178005" y="141883"/>
                  </a:cubicBezTo>
                  <a:cubicBezTo>
                    <a:pt x="175407" y="146534"/>
                    <a:pt x="168371" y="151616"/>
                    <a:pt x="172270" y="155833"/>
                  </a:cubicBezTo>
                  <a:cubicBezTo>
                    <a:pt x="173566" y="156807"/>
                    <a:pt x="176709" y="162538"/>
                    <a:pt x="181148" y="160808"/>
                  </a:cubicBezTo>
                  <a:cubicBezTo>
                    <a:pt x="207227" y="150643"/>
                    <a:pt x="209716" y="150967"/>
                    <a:pt x="210370" y="145561"/>
                  </a:cubicBezTo>
                  <a:cubicBezTo>
                    <a:pt x="210910" y="143398"/>
                    <a:pt x="210040" y="134747"/>
                    <a:pt x="214587" y="136585"/>
                  </a:cubicBezTo>
                  <a:cubicBezTo>
                    <a:pt x="226169" y="141451"/>
                    <a:pt x="231471" y="142316"/>
                    <a:pt x="228443" y="146209"/>
                  </a:cubicBezTo>
                  <a:cubicBezTo>
                    <a:pt x="219241" y="157780"/>
                    <a:pt x="214809" y="161673"/>
                    <a:pt x="219133" y="162970"/>
                  </a:cubicBezTo>
                  <a:cubicBezTo>
                    <a:pt x="232989" y="166972"/>
                    <a:pt x="238183" y="167188"/>
                    <a:pt x="235370" y="171513"/>
                  </a:cubicBezTo>
                  <a:cubicBezTo>
                    <a:pt x="233097" y="174217"/>
                    <a:pt x="230932" y="180921"/>
                    <a:pt x="225953" y="180489"/>
                  </a:cubicBezTo>
                  <a:cubicBezTo>
                    <a:pt x="187961" y="177353"/>
                    <a:pt x="185580" y="175623"/>
                    <a:pt x="185256" y="181246"/>
                  </a:cubicBezTo>
                  <a:cubicBezTo>
                    <a:pt x="184932" y="182760"/>
                    <a:pt x="185904" y="189464"/>
                    <a:pt x="181471" y="190221"/>
                  </a:cubicBezTo>
                  <a:cubicBezTo>
                    <a:pt x="167292" y="192600"/>
                    <a:pt x="164257" y="192168"/>
                    <a:pt x="163285" y="197142"/>
                  </a:cubicBezTo>
                  <a:cubicBezTo>
                    <a:pt x="162853" y="198332"/>
                    <a:pt x="162961" y="204712"/>
                    <a:pt x="158415" y="205036"/>
                  </a:cubicBezTo>
                  <a:cubicBezTo>
                    <a:pt x="112307" y="207956"/>
                    <a:pt x="110574" y="206658"/>
                    <a:pt x="112199" y="211848"/>
                  </a:cubicBezTo>
                  <a:cubicBezTo>
                    <a:pt x="118695" y="233152"/>
                    <a:pt x="118911" y="237477"/>
                    <a:pt x="123236" y="236396"/>
                  </a:cubicBezTo>
                  <a:cubicBezTo>
                    <a:pt x="212859" y="214444"/>
                    <a:pt x="166098" y="227961"/>
                    <a:pt x="192616" y="226231"/>
                  </a:cubicBezTo>
                  <a:cubicBezTo>
                    <a:pt x="224550" y="224176"/>
                    <a:pt x="227255" y="222662"/>
                    <a:pt x="226061" y="227961"/>
                  </a:cubicBezTo>
                  <a:cubicBezTo>
                    <a:pt x="225630" y="228934"/>
                    <a:pt x="225521" y="235206"/>
                    <a:pt x="221083" y="235747"/>
                  </a:cubicBezTo>
                  <a:cubicBezTo>
                    <a:pt x="151163" y="243641"/>
                    <a:pt x="150839" y="242452"/>
                    <a:pt x="153760" y="246885"/>
                  </a:cubicBezTo>
                  <a:cubicBezTo>
                    <a:pt x="154084" y="247534"/>
                    <a:pt x="158631" y="252617"/>
                    <a:pt x="154192" y="252725"/>
                  </a:cubicBezTo>
                  <a:cubicBezTo>
                    <a:pt x="122264" y="253157"/>
                    <a:pt x="116530" y="251968"/>
                    <a:pt x="119559" y="256401"/>
                  </a:cubicBezTo>
                  <a:cubicBezTo>
                    <a:pt x="137523" y="282354"/>
                    <a:pt x="138069" y="284842"/>
                    <a:pt x="142502" y="284842"/>
                  </a:cubicBezTo>
                  <a:cubicBezTo>
                    <a:pt x="147702" y="285274"/>
                    <a:pt x="153544" y="283436"/>
                    <a:pt x="157551" y="287437"/>
                  </a:cubicBezTo>
                  <a:cubicBezTo>
                    <a:pt x="164149" y="294033"/>
                    <a:pt x="166206" y="296845"/>
                    <a:pt x="170213" y="296412"/>
                  </a:cubicBezTo>
                  <a:cubicBezTo>
                    <a:pt x="190889" y="294249"/>
                    <a:pt x="194565" y="293168"/>
                    <a:pt x="198680" y="295439"/>
                  </a:cubicBezTo>
                  <a:cubicBezTo>
                    <a:pt x="207011" y="299981"/>
                    <a:pt x="213076" y="302468"/>
                    <a:pt x="208637" y="303441"/>
                  </a:cubicBezTo>
                  <a:cubicBezTo>
                    <a:pt x="184824" y="309280"/>
                    <a:pt x="179198" y="309605"/>
                    <a:pt x="183091" y="312416"/>
                  </a:cubicBezTo>
                  <a:cubicBezTo>
                    <a:pt x="223572" y="341938"/>
                    <a:pt x="223140" y="343020"/>
                    <a:pt x="226601" y="339559"/>
                  </a:cubicBezTo>
                  <a:cubicBezTo>
                    <a:pt x="237644" y="328637"/>
                    <a:pt x="242082" y="325826"/>
                    <a:pt x="238183" y="323231"/>
                  </a:cubicBezTo>
                  <a:cubicBezTo>
                    <a:pt x="235910" y="321176"/>
                    <a:pt x="227903" y="318364"/>
                    <a:pt x="231909" y="314795"/>
                  </a:cubicBezTo>
                  <a:cubicBezTo>
                    <a:pt x="242730" y="305279"/>
                    <a:pt x="245867" y="303225"/>
                    <a:pt x="247493" y="298250"/>
                  </a:cubicBezTo>
                  <a:lnTo>
                    <a:pt x="260593" y="258456"/>
                  </a:lnTo>
                  <a:cubicBezTo>
                    <a:pt x="263514" y="249697"/>
                    <a:pt x="279312" y="257699"/>
                    <a:pt x="283751" y="249480"/>
                  </a:cubicBezTo>
                  <a:cubicBezTo>
                    <a:pt x="286780" y="242452"/>
                    <a:pt x="292952" y="236829"/>
                    <a:pt x="289383" y="231962"/>
                  </a:cubicBezTo>
                  <a:cubicBezTo>
                    <a:pt x="287434" y="228394"/>
                    <a:pt x="281909" y="224393"/>
                    <a:pt x="284075" y="218878"/>
                  </a:cubicBezTo>
                  <a:cubicBezTo>
                    <a:pt x="286024" y="215201"/>
                    <a:pt x="286888" y="207199"/>
                    <a:pt x="291981" y="207739"/>
                  </a:cubicBezTo>
                  <a:cubicBezTo>
                    <a:pt x="300312" y="208713"/>
                    <a:pt x="304211" y="209902"/>
                    <a:pt x="307563" y="206658"/>
                  </a:cubicBezTo>
                  <a:cubicBezTo>
                    <a:pt x="308319" y="205468"/>
                    <a:pt x="313628" y="202441"/>
                    <a:pt x="311678" y="197574"/>
                  </a:cubicBezTo>
                  <a:cubicBezTo>
                    <a:pt x="309621" y="190545"/>
                    <a:pt x="304103" y="183841"/>
                    <a:pt x="308319" y="180056"/>
                  </a:cubicBezTo>
                  <a:cubicBezTo>
                    <a:pt x="309729" y="178326"/>
                    <a:pt x="314923" y="176055"/>
                    <a:pt x="313844" y="170540"/>
                  </a:cubicBezTo>
                  <a:cubicBezTo>
                    <a:pt x="313844" y="169567"/>
                    <a:pt x="311246" y="163078"/>
                    <a:pt x="315685" y="162322"/>
                  </a:cubicBezTo>
                  <a:cubicBezTo>
                    <a:pt x="328639" y="160051"/>
                    <a:pt x="332004" y="160375"/>
                    <a:pt x="333846" y="155725"/>
                  </a:cubicBezTo>
                  <a:cubicBezTo>
                    <a:pt x="334545" y="154428"/>
                    <a:pt x="335688" y="148156"/>
                    <a:pt x="340133" y="146750"/>
                  </a:cubicBezTo>
                  <a:cubicBezTo>
                    <a:pt x="374042" y="136585"/>
                    <a:pt x="374550" y="135828"/>
                    <a:pt x="378804" y="137125"/>
                  </a:cubicBezTo>
                  <a:cubicBezTo>
                    <a:pt x="392329" y="141343"/>
                    <a:pt x="395124" y="143289"/>
                    <a:pt x="397410" y="138964"/>
                  </a:cubicBezTo>
                  <a:cubicBezTo>
                    <a:pt x="399696" y="133233"/>
                    <a:pt x="406363" y="126095"/>
                    <a:pt x="401283" y="124366"/>
                  </a:cubicBezTo>
                  <a:cubicBezTo>
                    <a:pt x="367501" y="112795"/>
                    <a:pt x="361659" y="112146"/>
                    <a:pt x="365787" y="109010"/>
                  </a:cubicBezTo>
                  <a:cubicBezTo>
                    <a:pt x="376074" y="100899"/>
                    <a:pt x="381154" y="97979"/>
                    <a:pt x="376709" y="97331"/>
                  </a:cubicBezTo>
                  <a:cubicBezTo>
                    <a:pt x="361024" y="94952"/>
                    <a:pt x="357595" y="93113"/>
                    <a:pt x="355373" y="97872"/>
                  </a:cubicBezTo>
                  <a:cubicBezTo>
                    <a:pt x="353658" y="100575"/>
                    <a:pt x="351372" y="110199"/>
                    <a:pt x="348388" y="105441"/>
                  </a:cubicBezTo>
                  <a:cubicBezTo>
                    <a:pt x="342609" y="96358"/>
                    <a:pt x="339815" y="90410"/>
                    <a:pt x="335243" y="88680"/>
                  </a:cubicBezTo>
                  <a:cubicBezTo>
                    <a:pt x="331497" y="87599"/>
                    <a:pt x="326607" y="83706"/>
                    <a:pt x="322099" y="86517"/>
                  </a:cubicBezTo>
                  <a:cubicBezTo>
                    <a:pt x="317400" y="88680"/>
                    <a:pt x="312326" y="95060"/>
                    <a:pt x="308427" y="90735"/>
                  </a:cubicBezTo>
                  <a:cubicBezTo>
                    <a:pt x="304966" y="85869"/>
                    <a:pt x="297931" y="82084"/>
                    <a:pt x="300959" y="76785"/>
                  </a:cubicBezTo>
                  <a:cubicBezTo>
                    <a:pt x="301937" y="74514"/>
                    <a:pt x="306268" y="70080"/>
                    <a:pt x="304427" y="64782"/>
                  </a:cubicBezTo>
                  <a:cubicBezTo>
                    <a:pt x="300635" y="54509"/>
                    <a:pt x="299556" y="48345"/>
                    <a:pt x="295118" y="46939"/>
                  </a:cubicBezTo>
                  <a:cubicBezTo>
                    <a:pt x="280182" y="42073"/>
                    <a:pt x="277039" y="39802"/>
                    <a:pt x="276175" y="44885"/>
                  </a:cubicBezTo>
                  <a:cubicBezTo>
                    <a:pt x="273902" y="58618"/>
                    <a:pt x="274010" y="62835"/>
                    <a:pt x="269895" y="64565"/>
                  </a:cubicBezTo>
                  <a:cubicBezTo>
                    <a:pt x="267190" y="65214"/>
                    <a:pt x="260262" y="70513"/>
                    <a:pt x="260701" y="64565"/>
                  </a:cubicBezTo>
                  <a:lnTo>
                    <a:pt x="262320" y="42289"/>
                  </a:lnTo>
                  <a:cubicBezTo>
                    <a:pt x="262752" y="36450"/>
                    <a:pt x="268924" y="29854"/>
                    <a:pt x="268492" y="30502"/>
                  </a:cubicBezTo>
                  <a:cubicBezTo>
                    <a:pt x="269787" y="28880"/>
                    <a:pt x="269463" y="26609"/>
                    <a:pt x="267952" y="25419"/>
                  </a:cubicBezTo>
                  <a:cubicBezTo>
                    <a:pt x="242298" y="6496"/>
                    <a:pt x="241212" y="4441"/>
                    <a:pt x="236996" y="6387"/>
                  </a:cubicBezTo>
                  <a:cubicBezTo>
                    <a:pt x="232449" y="7793"/>
                    <a:pt x="227039" y="13092"/>
                    <a:pt x="223572" y="8442"/>
                  </a:cubicBezTo>
                  <a:cubicBezTo>
                    <a:pt x="221407" y="6171"/>
                    <a:pt x="218918" y="115"/>
                    <a:pt x="214047" y="115"/>
                  </a:cubicBezTo>
                  <a:cubicBezTo>
                    <a:pt x="207443" y="981"/>
                    <a:pt x="198788" y="-2371"/>
                    <a:pt x="199544" y="4116"/>
                  </a:cubicBezTo>
                  <a:cubicBezTo>
                    <a:pt x="199544" y="6496"/>
                    <a:pt x="202033" y="14173"/>
                    <a:pt x="197270" y="14930"/>
                  </a:cubicBezTo>
                  <a:cubicBezTo>
                    <a:pt x="193270" y="16228"/>
                    <a:pt x="185364" y="14606"/>
                    <a:pt x="186450" y="20770"/>
                  </a:cubicBezTo>
                  <a:cubicBezTo>
                    <a:pt x="195537" y="73757"/>
                    <a:pt x="195105" y="73433"/>
                    <a:pt x="197486" y="77867"/>
                  </a:cubicBezTo>
                  <a:cubicBezTo>
                    <a:pt x="215673" y="112254"/>
                    <a:pt x="219457" y="116688"/>
                    <a:pt x="214587" y="116471"/>
                  </a:cubicBezTo>
                  <a:cubicBezTo>
                    <a:pt x="213615" y="116255"/>
                    <a:pt x="208745" y="117120"/>
                    <a:pt x="205824" y="113011"/>
                  </a:cubicBezTo>
                  <a:lnTo>
                    <a:pt x="187961" y="88247"/>
                  </a:lnTo>
                  <a:cubicBezTo>
                    <a:pt x="184177" y="82949"/>
                    <a:pt x="154516" y="24879"/>
                    <a:pt x="154846" y="25636"/>
                  </a:cubicBezTo>
                  <a:cubicBezTo>
                    <a:pt x="151919" y="20013"/>
                    <a:pt x="139041" y="21743"/>
                    <a:pt x="135904" y="25636"/>
                  </a:cubicBezTo>
                  <a:lnTo>
                    <a:pt x="120207" y="45425"/>
                  </a:lnTo>
                  <a:cubicBezTo>
                    <a:pt x="115012" y="51913"/>
                    <a:pt x="125077" y="68891"/>
                    <a:pt x="118149" y="66079"/>
                  </a:cubicBezTo>
                  <a:cubicBezTo>
                    <a:pt x="99538" y="58293"/>
                    <a:pt x="94991" y="57969"/>
                    <a:pt x="97264" y="53211"/>
                  </a:cubicBezTo>
                  <a:cubicBezTo>
                    <a:pt x="98128" y="50724"/>
                    <a:pt x="103538" y="43587"/>
                    <a:pt x="98559" y="43479"/>
                  </a:cubicBezTo>
                  <a:cubicBezTo>
                    <a:pt x="79942" y="43046"/>
                    <a:pt x="73668" y="43911"/>
                    <a:pt x="77344" y="40559"/>
                  </a:cubicBezTo>
                  <a:cubicBezTo>
                    <a:pt x="86221" y="32449"/>
                    <a:pt x="89358" y="28556"/>
                    <a:pt x="93905" y="29205"/>
                  </a:cubicBezTo>
                  <a:cubicBezTo>
                    <a:pt x="108193" y="31367"/>
                    <a:pt x="110466" y="32340"/>
                    <a:pt x="112955" y="28556"/>
                  </a:cubicBezTo>
                  <a:cubicBezTo>
                    <a:pt x="120746" y="16552"/>
                    <a:pt x="124861" y="11902"/>
                    <a:pt x="120423" y="12876"/>
                  </a:cubicBezTo>
                  <a:cubicBezTo>
                    <a:pt x="71502" y="24014"/>
                    <a:pt x="72474" y="24987"/>
                    <a:pt x="69445" y="21094"/>
                  </a:cubicBezTo>
                  <a:lnTo>
                    <a:pt x="67171" y="18066"/>
                  </a:lnTo>
                  <a:cubicBezTo>
                    <a:pt x="64143" y="14281"/>
                    <a:pt x="58510" y="17958"/>
                    <a:pt x="59056" y="17850"/>
                  </a:cubicBezTo>
                  <a:cubicBezTo>
                    <a:pt x="52344" y="20986"/>
                    <a:pt x="57215" y="39478"/>
                    <a:pt x="51913" y="33854"/>
                  </a:cubicBezTo>
                  <a:cubicBezTo>
                    <a:pt x="38920" y="19904"/>
                    <a:pt x="37085" y="16444"/>
                    <a:pt x="32970" y="18391"/>
                  </a:cubicBezTo>
                  <a:cubicBezTo>
                    <a:pt x="28316" y="21310"/>
                    <a:pt x="19870" y="21959"/>
                    <a:pt x="22252" y="27691"/>
                  </a:cubicBezTo>
                  <a:cubicBezTo>
                    <a:pt x="22906" y="30177"/>
                    <a:pt x="27560" y="36450"/>
                    <a:pt x="23122" y="38721"/>
                  </a:cubicBezTo>
                  <a:cubicBezTo>
                    <a:pt x="22576" y="38829"/>
                    <a:pt x="18359" y="42181"/>
                    <a:pt x="15762" y="38180"/>
                  </a:cubicBezTo>
                  <a:lnTo>
                    <a:pt x="8079" y="26609"/>
                  </a:lnTo>
                  <a:cubicBezTo>
                    <a:pt x="5367" y="22500"/>
                    <a:pt x="-691" y="24554"/>
                    <a:pt x="65" y="29854"/>
                  </a:cubicBezTo>
                  <a:cubicBezTo>
                    <a:pt x="5151" y="67485"/>
                    <a:pt x="4827" y="68350"/>
                    <a:pt x="7424" y="72567"/>
                  </a:cubicBezTo>
                  <a:cubicBezTo>
                    <a:pt x="7424" y="72567"/>
                    <a:pt x="19223" y="93979"/>
                    <a:pt x="23554" y="92573"/>
                  </a:cubicBezTo>
                  <a:lnTo>
                    <a:pt x="23122" y="9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61AE2E62-9E61-0918-8B5E-7A482009C546}"/>
                </a:ext>
              </a:extLst>
            </p:cNvPr>
            <p:cNvSpPr/>
            <p:nvPr/>
          </p:nvSpPr>
          <p:spPr>
            <a:xfrm>
              <a:off x="5415522" y="1379927"/>
              <a:ext cx="51381" cy="61758"/>
            </a:xfrm>
            <a:custGeom>
              <a:avLst/>
              <a:gdLst>
                <a:gd name="csX0" fmla="*/ 39559 w 59256"/>
                <a:gd name="csY0" fmla="*/ 58153 h 71223"/>
                <a:gd name="csX1" fmla="*/ 50602 w 59256"/>
                <a:gd name="csY1" fmla="*/ 71129 h 71223"/>
                <a:gd name="csX2" fmla="*/ 58609 w 59256"/>
                <a:gd name="csY2" fmla="*/ 65938 h 71223"/>
                <a:gd name="csX3" fmla="*/ 43674 w 59256"/>
                <a:gd name="csY3" fmla="*/ 44635 h 71223"/>
                <a:gd name="csX4" fmla="*/ 27653 w 59256"/>
                <a:gd name="csY4" fmla="*/ 30037 h 71223"/>
                <a:gd name="csX5" fmla="*/ 9689 w 59256"/>
                <a:gd name="csY5" fmla="*/ 948 h 71223"/>
                <a:gd name="csX6" fmla="*/ 380 w 59256"/>
                <a:gd name="csY6" fmla="*/ 3219 h 71223"/>
                <a:gd name="csX7" fmla="*/ 22135 w 59256"/>
                <a:gd name="csY7" fmla="*/ 48961 h 71223"/>
                <a:gd name="csX8" fmla="*/ 39343 w 59256"/>
                <a:gd name="csY8" fmla="*/ 58153 h 71223"/>
                <a:gd name="csX9" fmla="*/ 39559 w 59256"/>
                <a:gd name="csY9" fmla="*/ 58153 h 71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9256" h="71223">
                  <a:moveTo>
                    <a:pt x="39559" y="58153"/>
                  </a:moveTo>
                  <a:cubicBezTo>
                    <a:pt x="43458" y="63775"/>
                    <a:pt x="45401" y="72211"/>
                    <a:pt x="50602" y="71129"/>
                  </a:cubicBezTo>
                  <a:cubicBezTo>
                    <a:pt x="53199" y="70156"/>
                    <a:pt x="61638" y="70696"/>
                    <a:pt x="58609" y="65938"/>
                  </a:cubicBezTo>
                  <a:cubicBezTo>
                    <a:pt x="50602" y="53394"/>
                    <a:pt x="47783" y="47772"/>
                    <a:pt x="43674" y="44635"/>
                  </a:cubicBezTo>
                  <a:cubicBezTo>
                    <a:pt x="35552" y="38255"/>
                    <a:pt x="30142" y="35011"/>
                    <a:pt x="27653" y="30037"/>
                  </a:cubicBezTo>
                  <a:cubicBezTo>
                    <a:pt x="14560" y="4408"/>
                    <a:pt x="14229" y="1488"/>
                    <a:pt x="9689" y="948"/>
                  </a:cubicBezTo>
                  <a:cubicBezTo>
                    <a:pt x="6654" y="948"/>
                    <a:pt x="-1893" y="-2296"/>
                    <a:pt x="380" y="3219"/>
                  </a:cubicBezTo>
                  <a:cubicBezTo>
                    <a:pt x="18452" y="46690"/>
                    <a:pt x="17912" y="47339"/>
                    <a:pt x="22135" y="48961"/>
                  </a:cubicBezTo>
                  <a:cubicBezTo>
                    <a:pt x="22135" y="48961"/>
                    <a:pt x="36854" y="53719"/>
                    <a:pt x="39343" y="58153"/>
                  </a:cubicBezTo>
                  <a:lnTo>
                    <a:pt x="39559" y="58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07D4CE19-A324-AF6B-FB84-280C66083305}"/>
                </a:ext>
              </a:extLst>
            </p:cNvPr>
            <p:cNvSpPr/>
            <p:nvPr/>
          </p:nvSpPr>
          <p:spPr>
            <a:xfrm>
              <a:off x="5733813" y="1407006"/>
              <a:ext cx="58698" cy="32648"/>
            </a:xfrm>
            <a:custGeom>
              <a:avLst/>
              <a:gdLst>
                <a:gd name="csX0" fmla="*/ 64705 w 67695"/>
                <a:gd name="csY0" fmla="*/ 7135 h 37652"/>
                <a:gd name="csX1" fmla="*/ 27684 w 67695"/>
                <a:gd name="csY1" fmla="*/ 862 h 37652"/>
                <a:gd name="csX2" fmla="*/ 1332 w 67695"/>
                <a:gd name="csY2" fmla="*/ 14488 h 37652"/>
                <a:gd name="csX3" fmla="*/ 15238 w 67695"/>
                <a:gd name="csY3" fmla="*/ 24977 h 37652"/>
                <a:gd name="csX4" fmla="*/ 20889 w 67695"/>
                <a:gd name="csY4" fmla="*/ 37629 h 37652"/>
                <a:gd name="csX5" fmla="*/ 67435 w 67695"/>
                <a:gd name="csY5" fmla="*/ 29411 h 37652"/>
                <a:gd name="csX6" fmla="*/ 64641 w 67695"/>
                <a:gd name="csY6" fmla="*/ 7135 h 37652"/>
                <a:gd name="csX7" fmla="*/ 64705 w 67695"/>
                <a:gd name="csY7" fmla="*/ 7135 h 37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7695" h="37652">
                  <a:moveTo>
                    <a:pt x="64705" y="7135"/>
                  </a:moveTo>
                  <a:cubicBezTo>
                    <a:pt x="21651" y="1511"/>
                    <a:pt x="33907" y="-1624"/>
                    <a:pt x="27684" y="862"/>
                  </a:cubicBezTo>
                  <a:cubicBezTo>
                    <a:pt x="2284" y="11244"/>
                    <a:pt x="-2923" y="12325"/>
                    <a:pt x="1332" y="14488"/>
                  </a:cubicBezTo>
                  <a:cubicBezTo>
                    <a:pt x="10730" y="19138"/>
                    <a:pt x="14413" y="19895"/>
                    <a:pt x="15238" y="24977"/>
                  </a:cubicBezTo>
                  <a:cubicBezTo>
                    <a:pt x="16571" y="29195"/>
                    <a:pt x="15683" y="38170"/>
                    <a:pt x="20889" y="37629"/>
                  </a:cubicBezTo>
                  <a:cubicBezTo>
                    <a:pt x="64324" y="33844"/>
                    <a:pt x="67308" y="35142"/>
                    <a:pt x="67435" y="29411"/>
                  </a:cubicBezTo>
                  <a:cubicBezTo>
                    <a:pt x="67435" y="29411"/>
                    <a:pt x="68959" y="7675"/>
                    <a:pt x="64641" y="7135"/>
                  </a:cubicBezTo>
                  <a:lnTo>
                    <a:pt x="64705" y="71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505D6626-A298-E8F4-DECA-378C893A35E6}"/>
                </a:ext>
              </a:extLst>
            </p:cNvPr>
            <p:cNvSpPr/>
            <p:nvPr/>
          </p:nvSpPr>
          <p:spPr>
            <a:xfrm>
              <a:off x="5751762" y="1442050"/>
              <a:ext cx="109564" cy="74867"/>
            </a:xfrm>
            <a:custGeom>
              <a:avLst/>
              <a:gdLst>
                <a:gd name="csX0" fmla="*/ 122809 w 126357"/>
                <a:gd name="csY0" fmla="*/ 39171 h 86342"/>
                <a:gd name="csX1" fmla="*/ 98996 w 126357"/>
                <a:gd name="csY1" fmla="*/ 35170 h 86342"/>
                <a:gd name="csX2" fmla="*/ 85724 w 126357"/>
                <a:gd name="csY2" fmla="*/ 17760 h 86342"/>
                <a:gd name="csX3" fmla="*/ 86486 w 126357"/>
                <a:gd name="csY3" fmla="*/ 2837 h 86342"/>
                <a:gd name="csX4" fmla="*/ 71119 w 126357"/>
                <a:gd name="csY4" fmla="*/ 891 h 86342"/>
                <a:gd name="csX5" fmla="*/ 48894 w 126357"/>
                <a:gd name="csY5" fmla="*/ 9001 h 86342"/>
                <a:gd name="csX6" fmla="*/ 33845 w 126357"/>
                <a:gd name="csY6" fmla="*/ 3054 h 86342"/>
                <a:gd name="csX7" fmla="*/ 4952 w 126357"/>
                <a:gd name="csY7" fmla="*/ 16571 h 86342"/>
                <a:gd name="csX8" fmla="*/ 22923 w 126357"/>
                <a:gd name="csY8" fmla="*/ 35279 h 86342"/>
                <a:gd name="csX9" fmla="*/ 1714 w 126357"/>
                <a:gd name="csY9" fmla="*/ 67179 h 86342"/>
                <a:gd name="csX10" fmla="*/ 65976 w 126357"/>
                <a:gd name="csY10" fmla="*/ 53986 h 86342"/>
                <a:gd name="csX11" fmla="*/ 73596 w 126357"/>
                <a:gd name="csY11" fmla="*/ 63718 h 86342"/>
                <a:gd name="csX12" fmla="*/ 67500 w 126357"/>
                <a:gd name="csY12" fmla="*/ 85670 h 86342"/>
                <a:gd name="csX13" fmla="*/ 108140 w 126357"/>
                <a:gd name="csY13" fmla="*/ 60583 h 86342"/>
                <a:gd name="csX14" fmla="*/ 125729 w 126357"/>
                <a:gd name="csY14" fmla="*/ 55068 h 86342"/>
                <a:gd name="csX15" fmla="*/ 122936 w 126357"/>
                <a:gd name="csY15" fmla="*/ 39280 h 86342"/>
                <a:gd name="csX16" fmla="*/ 122809 w 126357"/>
                <a:gd name="csY16" fmla="*/ 39171 h 863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26357" h="86342">
                  <a:moveTo>
                    <a:pt x="122809" y="39171"/>
                  </a:moveTo>
                  <a:cubicBezTo>
                    <a:pt x="105599" y="37874"/>
                    <a:pt x="102488" y="38414"/>
                    <a:pt x="98996" y="35170"/>
                  </a:cubicBezTo>
                  <a:cubicBezTo>
                    <a:pt x="87884" y="24681"/>
                    <a:pt x="84327" y="22843"/>
                    <a:pt x="85724" y="17760"/>
                  </a:cubicBezTo>
                  <a:cubicBezTo>
                    <a:pt x="86677" y="12353"/>
                    <a:pt x="91630" y="4243"/>
                    <a:pt x="86486" y="2837"/>
                  </a:cubicBezTo>
                  <a:cubicBezTo>
                    <a:pt x="77914" y="458"/>
                    <a:pt x="74866" y="-1056"/>
                    <a:pt x="71119" y="891"/>
                  </a:cubicBezTo>
                  <a:cubicBezTo>
                    <a:pt x="54228" y="9650"/>
                    <a:pt x="52704" y="11380"/>
                    <a:pt x="48894" y="9001"/>
                  </a:cubicBezTo>
                  <a:cubicBezTo>
                    <a:pt x="42100" y="4892"/>
                    <a:pt x="38099" y="1540"/>
                    <a:pt x="33845" y="3054"/>
                  </a:cubicBezTo>
                  <a:cubicBezTo>
                    <a:pt x="6159" y="12894"/>
                    <a:pt x="1079" y="13543"/>
                    <a:pt x="4952" y="16571"/>
                  </a:cubicBezTo>
                  <a:cubicBezTo>
                    <a:pt x="21970" y="29764"/>
                    <a:pt x="25971" y="31169"/>
                    <a:pt x="22923" y="35279"/>
                  </a:cubicBezTo>
                  <a:cubicBezTo>
                    <a:pt x="1523" y="64043"/>
                    <a:pt x="-3049" y="68260"/>
                    <a:pt x="1714" y="67179"/>
                  </a:cubicBezTo>
                  <a:cubicBezTo>
                    <a:pt x="61975" y="52256"/>
                    <a:pt x="61912" y="51067"/>
                    <a:pt x="65976" y="53986"/>
                  </a:cubicBezTo>
                  <a:cubicBezTo>
                    <a:pt x="68579" y="56474"/>
                    <a:pt x="75628" y="58095"/>
                    <a:pt x="73596" y="63718"/>
                  </a:cubicBezTo>
                  <a:cubicBezTo>
                    <a:pt x="66230" y="83292"/>
                    <a:pt x="63499" y="88374"/>
                    <a:pt x="67500" y="85670"/>
                  </a:cubicBezTo>
                  <a:cubicBezTo>
                    <a:pt x="102679" y="62313"/>
                    <a:pt x="103250" y="61015"/>
                    <a:pt x="108140" y="60583"/>
                  </a:cubicBezTo>
                  <a:cubicBezTo>
                    <a:pt x="122364" y="59285"/>
                    <a:pt x="125539" y="60258"/>
                    <a:pt x="125729" y="55068"/>
                  </a:cubicBezTo>
                  <a:cubicBezTo>
                    <a:pt x="125729" y="55068"/>
                    <a:pt x="128333" y="39604"/>
                    <a:pt x="122936" y="39280"/>
                  </a:cubicBezTo>
                  <a:lnTo>
                    <a:pt x="122809" y="39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778C900C-C35A-D885-8B06-07C812FCD411}"/>
                </a:ext>
              </a:extLst>
            </p:cNvPr>
            <p:cNvSpPr/>
            <p:nvPr/>
          </p:nvSpPr>
          <p:spPr>
            <a:xfrm>
              <a:off x="5930634" y="1382426"/>
              <a:ext cx="23178" cy="22446"/>
            </a:xfrm>
            <a:custGeom>
              <a:avLst/>
              <a:gdLst>
                <a:gd name="csX0" fmla="*/ 2246 w 26731"/>
                <a:gd name="csY0" fmla="*/ 18504 h 25886"/>
                <a:gd name="csX1" fmla="*/ 15898 w 26731"/>
                <a:gd name="csY1" fmla="*/ 25316 h 25886"/>
                <a:gd name="csX2" fmla="*/ 25550 w 26731"/>
                <a:gd name="csY2" fmla="*/ 16666 h 25886"/>
                <a:gd name="csX3" fmla="*/ 1166 w 26731"/>
                <a:gd name="csY3" fmla="*/ 2391 h 25886"/>
                <a:gd name="csX4" fmla="*/ 2246 w 26731"/>
                <a:gd name="csY4" fmla="*/ 18504 h 25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731" h="25886">
                  <a:moveTo>
                    <a:pt x="2246" y="18504"/>
                  </a:moveTo>
                  <a:cubicBezTo>
                    <a:pt x="6945" y="21532"/>
                    <a:pt x="11009" y="27803"/>
                    <a:pt x="15898" y="25316"/>
                  </a:cubicBezTo>
                  <a:cubicBezTo>
                    <a:pt x="20534" y="22288"/>
                    <a:pt x="30059" y="20126"/>
                    <a:pt x="25550" y="16666"/>
                  </a:cubicBezTo>
                  <a:cubicBezTo>
                    <a:pt x="4341" y="337"/>
                    <a:pt x="1801" y="-3016"/>
                    <a:pt x="1166" y="2391"/>
                  </a:cubicBezTo>
                  <a:cubicBezTo>
                    <a:pt x="1166" y="2391"/>
                    <a:pt x="-2073" y="14935"/>
                    <a:pt x="2246" y="185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06DB3E0E-571F-CC06-7873-45ECC96861E9}"/>
                </a:ext>
              </a:extLst>
            </p:cNvPr>
            <p:cNvSpPr/>
            <p:nvPr/>
          </p:nvSpPr>
          <p:spPr>
            <a:xfrm>
              <a:off x="5977481" y="1368937"/>
              <a:ext cx="59220" cy="18541"/>
            </a:xfrm>
            <a:custGeom>
              <a:avLst/>
              <a:gdLst>
                <a:gd name="csX0" fmla="*/ 36357 w 68297"/>
                <a:gd name="csY0" fmla="*/ 14703 h 21383"/>
                <a:gd name="csX1" fmla="*/ 51089 w 68297"/>
                <a:gd name="csY1" fmla="*/ 20110 h 21383"/>
                <a:gd name="csX2" fmla="*/ 66647 w 68297"/>
                <a:gd name="csY2" fmla="*/ 5079 h 21383"/>
                <a:gd name="csX3" fmla="*/ 30071 w 68297"/>
                <a:gd name="csY3" fmla="*/ 429 h 21383"/>
                <a:gd name="csX4" fmla="*/ 860 w 68297"/>
                <a:gd name="csY4" fmla="*/ 11135 h 21383"/>
                <a:gd name="csX5" fmla="*/ 11783 w 68297"/>
                <a:gd name="csY5" fmla="*/ 21083 h 21383"/>
                <a:gd name="csX6" fmla="*/ 36230 w 68297"/>
                <a:gd name="csY6" fmla="*/ 14703 h 21383"/>
                <a:gd name="csX7" fmla="*/ 36357 w 68297"/>
                <a:gd name="csY7" fmla="*/ 14703 h 21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8297" h="21383">
                  <a:moveTo>
                    <a:pt x="36357" y="14703"/>
                  </a:moveTo>
                  <a:cubicBezTo>
                    <a:pt x="41882" y="17515"/>
                    <a:pt x="46644" y="23571"/>
                    <a:pt x="51089" y="20110"/>
                  </a:cubicBezTo>
                  <a:cubicBezTo>
                    <a:pt x="66773" y="8107"/>
                    <a:pt x="71091" y="5836"/>
                    <a:pt x="66647" y="5079"/>
                  </a:cubicBezTo>
                  <a:cubicBezTo>
                    <a:pt x="36039" y="105"/>
                    <a:pt x="34579" y="-652"/>
                    <a:pt x="30071" y="429"/>
                  </a:cubicBezTo>
                  <a:cubicBezTo>
                    <a:pt x="1241" y="7458"/>
                    <a:pt x="-2061" y="6917"/>
                    <a:pt x="860" y="11135"/>
                  </a:cubicBezTo>
                  <a:cubicBezTo>
                    <a:pt x="4162" y="15028"/>
                    <a:pt x="6766" y="23030"/>
                    <a:pt x="11783" y="21083"/>
                  </a:cubicBezTo>
                  <a:cubicBezTo>
                    <a:pt x="30261" y="13947"/>
                    <a:pt x="32420" y="12324"/>
                    <a:pt x="36230" y="14703"/>
                  </a:cubicBezTo>
                  <a:lnTo>
                    <a:pt x="36357" y="14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A6503CD1-6E0F-E8F6-CA39-395E3EA82784}"/>
                </a:ext>
              </a:extLst>
            </p:cNvPr>
            <p:cNvSpPr/>
            <p:nvPr/>
          </p:nvSpPr>
          <p:spPr>
            <a:xfrm>
              <a:off x="5680249" y="1724876"/>
              <a:ext cx="22461" cy="20787"/>
            </a:xfrm>
            <a:custGeom>
              <a:avLst/>
              <a:gdLst>
                <a:gd name="csX0" fmla="*/ 14045 w 25903"/>
                <a:gd name="csY0" fmla="*/ 105 h 23973"/>
                <a:gd name="csX1" fmla="*/ 735 w 25903"/>
                <a:gd name="csY1" fmla="*/ 6157 h 23973"/>
                <a:gd name="csX2" fmla="*/ 16642 w 25903"/>
                <a:gd name="csY2" fmla="*/ 22597 h 23973"/>
                <a:gd name="csX3" fmla="*/ 24561 w 25903"/>
                <a:gd name="csY3" fmla="*/ 5509 h 23973"/>
                <a:gd name="csX4" fmla="*/ 14045 w 25903"/>
                <a:gd name="csY4" fmla="*/ 105 h 23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03" h="23973">
                  <a:moveTo>
                    <a:pt x="14045" y="105"/>
                  </a:moveTo>
                  <a:cubicBezTo>
                    <a:pt x="6793" y="2264"/>
                    <a:pt x="-2732" y="1185"/>
                    <a:pt x="735" y="6157"/>
                  </a:cubicBezTo>
                  <a:cubicBezTo>
                    <a:pt x="11664" y="21733"/>
                    <a:pt x="13613" y="26705"/>
                    <a:pt x="16642" y="22597"/>
                  </a:cubicBezTo>
                  <a:cubicBezTo>
                    <a:pt x="21386" y="14704"/>
                    <a:pt x="29006" y="9294"/>
                    <a:pt x="24561" y="5509"/>
                  </a:cubicBezTo>
                  <a:cubicBezTo>
                    <a:pt x="22401" y="3998"/>
                    <a:pt x="18909" y="-765"/>
                    <a:pt x="14045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F07DE76B-9A6D-F7E2-7640-B8AE5C37CA57}"/>
                </a:ext>
              </a:extLst>
            </p:cNvPr>
            <p:cNvSpPr/>
            <p:nvPr/>
          </p:nvSpPr>
          <p:spPr>
            <a:xfrm>
              <a:off x="4778691" y="1975870"/>
              <a:ext cx="34769" cy="27328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2E0DC7F7-F4D8-322E-44A6-A530A13503C2}"/>
                </a:ext>
              </a:extLst>
            </p:cNvPr>
            <p:cNvSpPr/>
            <p:nvPr/>
          </p:nvSpPr>
          <p:spPr>
            <a:xfrm>
              <a:off x="4778691" y="1975870"/>
              <a:ext cx="34769" cy="27328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54C897A0-14F6-E26F-B568-3393A767DF9C}"/>
                </a:ext>
              </a:extLst>
            </p:cNvPr>
            <p:cNvSpPr/>
            <p:nvPr/>
          </p:nvSpPr>
          <p:spPr>
            <a:xfrm>
              <a:off x="5230658" y="3000616"/>
              <a:ext cx="7698" cy="6131"/>
            </a:xfrm>
            <a:custGeom>
              <a:avLst/>
              <a:gdLst>
                <a:gd name="csX0" fmla="*/ 7171 w 8878"/>
                <a:gd name="csY0" fmla="*/ 41 h 7071"/>
                <a:gd name="csX1" fmla="*/ 1322 w 8878"/>
                <a:gd name="csY1" fmla="*/ 6315 h 7071"/>
                <a:gd name="csX2" fmla="*/ 6517 w 8878"/>
                <a:gd name="csY2" fmla="*/ 5775 h 7071"/>
                <a:gd name="csX3" fmla="*/ 7279 w 8878"/>
                <a:gd name="csY3" fmla="*/ 41 h 7071"/>
                <a:gd name="csX4" fmla="*/ 7171 w 8878"/>
                <a:gd name="csY4" fmla="*/ 41 h 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78" h="7071">
                  <a:moveTo>
                    <a:pt x="7171" y="41"/>
                  </a:moveTo>
                  <a:cubicBezTo>
                    <a:pt x="-405" y="-498"/>
                    <a:pt x="-1275" y="4372"/>
                    <a:pt x="1322" y="6315"/>
                  </a:cubicBezTo>
                  <a:cubicBezTo>
                    <a:pt x="1970" y="6423"/>
                    <a:pt x="4243" y="8265"/>
                    <a:pt x="6517" y="5775"/>
                  </a:cubicBezTo>
                  <a:cubicBezTo>
                    <a:pt x="6517" y="5775"/>
                    <a:pt x="11279" y="1775"/>
                    <a:pt x="7279" y="41"/>
                  </a:cubicBezTo>
                  <a:lnTo>
                    <a:pt x="7171" y="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F170CE7D-2809-9DD7-98CB-89E459845FB0}"/>
                </a:ext>
              </a:extLst>
            </p:cNvPr>
            <p:cNvSpPr/>
            <p:nvPr/>
          </p:nvSpPr>
          <p:spPr>
            <a:xfrm>
              <a:off x="5241999" y="2992854"/>
              <a:ext cx="13328" cy="7231"/>
            </a:xfrm>
            <a:custGeom>
              <a:avLst/>
              <a:gdLst>
                <a:gd name="csX0" fmla="*/ 13567 w 15371"/>
                <a:gd name="csY0" fmla="*/ 128 h 8339"/>
                <a:gd name="csX1" fmla="*/ 149 w 15371"/>
                <a:gd name="csY1" fmla="*/ 5970 h 8339"/>
                <a:gd name="csX2" fmla="*/ 2315 w 15371"/>
                <a:gd name="csY2" fmla="*/ 8237 h 8339"/>
                <a:gd name="csX3" fmla="*/ 9782 w 15371"/>
                <a:gd name="csY3" fmla="*/ 6294 h 8339"/>
                <a:gd name="csX4" fmla="*/ 13458 w 15371"/>
                <a:gd name="csY4" fmla="*/ 128 h 8339"/>
                <a:gd name="csX5" fmla="*/ 13567 w 15371"/>
                <a:gd name="csY5" fmla="*/ 128 h 8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71" h="8339">
                  <a:moveTo>
                    <a:pt x="13567" y="128"/>
                  </a:moveTo>
                  <a:cubicBezTo>
                    <a:pt x="4804" y="2186"/>
                    <a:pt x="1552" y="2294"/>
                    <a:pt x="149" y="5970"/>
                  </a:cubicBezTo>
                  <a:cubicBezTo>
                    <a:pt x="-391" y="7697"/>
                    <a:pt x="581" y="8669"/>
                    <a:pt x="2315" y="8237"/>
                  </a:cubicBezTo>
                  <a:lnTo>
                    <a:pt x="9782" y="6294"/>
                  </a:lnTo>
                  <a:cubicBezTo>
                    <a:pt x="14221" y="5100"/>
                    <a:pt x="17681" y="-951"/>
                    <a:pt x="13458" y="128"/>
                  </a:cubicBezTo>
                  <a:lnTo>
                    <a:pt x="13567" y="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40B86BE3-F4E3-6876-478B-21A5CEF9EBED}"/>
                </a:ext>
              </a:extLst>
            </p:cNvPr>
            <p:cNvSpPr/>
            <p:nvPr/>
          </p:nvSpPr>
          <p:spPr>
            <a:xfrm>
              <a:off x="5260914" y="2990580"/>
              <a:ext cx="13317" cy="5067"/>
            </a:xfrm>
            <a:custGeom>
              <a:avLst/>
              <a:gdLst>
                <a:gd name="csX0" fmla="*/ 3233 w 15358"/>
                <a:gd name="csY0" fmla="*/ 1348 h 5844"/>
                <a:gd name="csX1" fmla="*/ 1716 w 15358"/>
                <a:gd name="csY1" fmla="*/ 5780 h 5844"/>
                <a:gd name="csX2" fmla="*/ 14054 w 15358"/>
                <a:gd name="csY2" fmla="*/ 2427 h 5844"/>
                <a:gd name="csX3" fmla="*/ 3233 w 15358"/>
                <a:gd name="csY3" fmla="*/ 1348 h 5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358" h="5844">
                  <a:moveTo>
                    <a:pt x="3233" y="1348"/>
                  </a:moveTo>
                  <a:cubicBezTo>
                    <a:pt x="2802" y="1995"/>
                    <a:pt x="-2723" y="6428"/>
                    <a:pt x="1716" y="5780"/>
                  </a:cubicBezTo>
                  <a:cubicBezTo>
                    <a:pt x="10917" y="4586"/>
                    <a:pt x="18493" y="4262"/>
                    <a:pt x="14054" y="2427"/>
                  </a:cubicBezTo>
                  <a:cubicBezTo>
                    <a:pt x="14054" y="2427"/>
                    <a:pt x="6802" y="-2221"/>
                    <a:pt x="3233" y="13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0D6ABF7B-D434-B55E-B978-5DC8B7B6E7E8}"/>
                </a:ext>
              </a:extLst>
            </p:cNvPr>
            <p:cNvSpPr/>
            <p:nvPr/>
          </p:nvSpPr>
          <p:spPr>
            <a:xfrm>
              <a:off x="5286542" y="2985635"/>
              <a:ext cx="7256" cy="6486"/>
            </a:xfrm>
            <a:custGeom>
              <a:avLst/>
              <a:gdLst>
                <a:gd name="csX0" fmla="*/ 3655 w 8368"/>
                <a:gd name="csY0" fmla="*/ 992 h 7480"/>
                <a:gd name="csX1" fmla="*/ 1814 w 8368"/>
                <a:gd name="csY1" fmla="*/ 7266 h 7480"/>
                <a:gd name="csX2" fmla="*/ 8088 w 8368"/>
                <a:gd name="csY2" fmla="*/ 4237 h 7480"/>
                <a:gd name="csX3" fmla="*/ 3655 w 8368"/>
                <a:gd name="csY3" fmla="*/ 992 h 7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8" h="7480">
                  <a:moveTo>
                    <a:pt x="3655" y="992"/>
                  </a:moveTo>
                  <a:cubicBezTo>
                    <a:pt x="3109" y="1964"/>
                    <a:pt x="-2948" y="7050"/>
                    <a:pt x="1814" y="7266"/>
                  </a:cubicBezTo>
                  <a:cubicBezTo>
                    <a:pt x="3002" y="7050"/>
                    <a:pt x="9821" y="8993"/>
                    <a:pt x="8088" y="4237"/>
                  </a:cubicBezTo>
                  <a:cubicBezTo>
                    <a:pt x="8088" y="4237"/>
                    <a:pt x="6577" y="-2469"/>
                    <a:pt x="3655" y="9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BC9C6981-3FE7-3AAC-23B1-032CD5C39A78}"/>
                </a:ext>
              </a:extLst>
            </p:cNvPr>
            <p:cNvSpPr/>
            <p:nvPr/>
          </p:nvSpPr>
          <p:spPr>
            <a:xfrm>
              <a:off x="5179436" y="2996674"/>
              <a:ext cx="130830" cy="126252"/>
            </a:xfrm>
            <a:custGeom>
              <a:avLst/>
              <a:gdLst>
                <a:gd name="csX0" fmla="*/ 143847 w 150882"/>
                <a:gd name="csY0" fmla="*/ 42009 h 145602"/>
                <a:gd name="csX1" fmla="*/ 150883 w 150882"/>
                <a:gd name="csY1" fmla="*/ 13999 h 145602"/>
                <a:gd name="csX2" fmla="*/ 139732 w 150882"/>
                <a:gd name="csY2" fmla="*/ 5782 h 145602"/>
                <a:gd name="csX3" fmla="*/ 127934 w 150882"/>
                <a:gd name="csY3" fmla="*/ 48 h 145602"/>
                <a:gd name="csX4" fmla="*/ 89618 w 150882"/>
                <a:gd name="csY4" fmla="*/ 6862 h 145602"/>
                <a:gd name="csX5" fmla="*/ 79553 w 150882"/>
                <a:gd name="csY5" fmla="*/ 17892 h 145602"/>
                <a:gd name="csX6" fmla="*/ 82150 w 150882"/>
                <a:gd name="csY6" fmla="*/ 30871 h 145602"/>
                <a:gd name="csX7" fmla="*/ 88538 w 150882"/>
                <a:gd name="csY7" fmla="*/ 35411 h 145602"/>
                <a:gd name="csX8" fmla="*/ 84315 w 150882"/>
                <a:gd name="csY8" fmla="*/ 45685 h 145602"/>
                <a:gd name="csX9" fmla="*/ 66999 w 150882"/>
                <a:gd name="csY9" fmla="*/ 58119 h 145602"/>
                <a:gd name="csX10" fmla="*/ 66021 w 150882"/>
                <a:gd name="csY10" fmla="*/ 52823 h 145602"/>
                <a:gd name="csX11" fmla="*/ 68510 w 150882"/>
                <a:gd name="csY11" fmla="*/ 43628 h 145602"/>
                <a:gd name="csX12" fmla="*/ 69272 w 150882"/>
                <a:gd name="csY12" fmla="*/ 43628 h 145602"/>
                <a:gd name="csX13" fmla="*/ 73927 w 150882"/>
                <a:gd name="csY13" fmla="*/ 39736 h 145602"/>
                <a:gd name="csX14" fmla="*/ 69056 w 150882"/>
                <a:gd name="csY14" fmla="*/ 33570 h 145602"/>
                <a:gd name="csX15" fmla="*/ 62776 w 150882"/>
                <a:gd name="csY15" fmla="*/ 27194 h 145602"/>
                <a:gd name="csX16" fmla="*/ 60071 w 150882"/>
                <a:gd name="csY16" fmla="*/ 19517 h 145602"/>
                <a:gd name="csX17" fmla="*/ 52819 w 150882"/>
                <a:gd name="csY17" fmla="*/ 25353 h 145602"/>
                <a:gd name="csX18" fmla="*/ 43834 w 150882"/>
                <a:gd name="csY18" fmla="*/ 60932 h 145602"/>
                <a:gd name="csX19" fmla="*/ 30849 w 150882"/>
                <a:gd name="csY19" fmla="*/ 75638 h 145602"/>
                <a:gd name="csX20" fmla="*/ 30417 w 150882"/>
                <a:gd name="csY20" fmla="*/ 83316 h 145602"/>
                <a:gd name="csX21" fmla="*/ 26734 w 150882"/>
                <a:gd name="csY21" fmla="*/ 85043 h 145602"/>
                <a:gd name="csX22" fmla="*/ 18942 w 150882"/>
                <a:gd name="csY22" fmla="*/ 87856 h 145602"/>
                <a:gd name="csX23" fmla="*/ 19482 w 150882"/>
                <a:gd name="csY23" fmla="*/ 93698 h 145602"/>
                <a:gd name="csX24" fmla="*/ 15475 w 150882"/>
                <a:gd name="csY24" fmla="*/ 95641 h 145602"/>
                <a:gd name="csX25" fmla="*/ 8439 w 150882"/>
                <a:gd name="csY25" fmla="*/ 98778 h 145602"/>
                <a:gd name="csX26" fmla="*/ 10497 w 150882"/>
                <a:gd name="csY26" fmla="*/ 109808 h 145602"/>
                <a:gd name="csX27" fmla="*/ 2381 w 150882"/>
                <a:gd name="csY27" fmla="*/ 109808 h 145602"/>
                <a:gd name="csX28" fmla="*/ 0 w 150882"/>
                <a:gd name="csY28" fmla="*/ 110240 h 145602"/>
                <a:gd name="csX29" fmla="*/ 25546 w 150882"/>
                <a:gd name="csY29" fmla="*/ 121270 h 145602"/>
                <a:gd name="csX30" fmla="*/ 58662 w 150882"/>
                <a:gd name="csY30" fmla="*/ 107865 h 145602"/>
                <a:gd name="csX31" fmla="*/ 91351 w 150882"/>
                <a:gd name="csY31" fmla="*/ 123327 h 145602"/>
                <a:gd name="csX32" fmla="*/ 88754 w 150882"/>
                <a:gd name="csY32" fmla="*/ 143545 h 145602"/>
                <a:gd name="csX33" fmla="*/ 111913 w 150882"/>
                <a:gd name="csY33" fmla="*/ 145603 h 145602"/>
                <a:gd name="csX34" fmla="*/ 120034 w 150882"/>
                <a:gd name="csY34" fmla="*/ 109160 h 145602"/>
                <a:gd name="csX35" fmla="*/ 99905 w 150882"/>
                <a:gd name="csY35" fmla="*/ 91748 h 145602"/>
                <a:gd name="csX36" fmla="*/ 108776 w 150882"/>
                <a:gd name="csY36" fmla="*/ 77366 h 145602"/>
                <a:gd name="csX37" fmla="*/ 132049 w 150882"/>
                <a:gd name="csY37" fmla="*/ 79855 h 145602"/>
                <a:gd name="csX38" fmla="*/ 141574 w 150882"/>
                <a:gd name="csY38" fmla="*/ 60932 h 145602"/>
                <a:gd name="csX39" fmla="*/ 127826 w 150882"/>
                <a:gd name="csY39" fmla="*/ 42764 h 145602"/>
                <a:gd name="csX40" fmla="*/ 143847 w 150882"/>
                <a:gd name="csY40" fmla="*/ 42009 h 14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50882" h="145602">
                  <a:moveTo>
                    <a:pt x="143847" y="42009"/>
                  </a:moveTo>
                  <a:lnTo>
                    <a:pt x="150883" y="13999"/>
                  </a:lnTo>
                  <a:lnTo>
                    <a:pt x="139732" y="5782"/>
                  </a:lnTo>
                  <a:cubicBezTo>
                    <a:pt x="137566" y="7725"/>
                    <a:pt x="134322" y="-708"/>
                    <a:pt x="127934" y="48"/>
                  </a:cubicBezTo>
                  <a:cubicBezTo>
                    <a:pt x="100768" y="3617"/>
                    <a:pt x="93840" y="3725"/>
                    <a:pt x="89618" y="6862"/>
                  </a:cubicBezTo>
                  <a:cubicBezTo>
                    <a:pt x="85833" y="10322"/>
                    <a:pt x="79877" y="12157"/>
                    <a:pt x="79553" y="17892"/>
                  </a:cubicBezTo>
                  <a:cubicBezTo>
                    <a:pt x="79769" y="22216"/>
                    <a:pt x="76956" y="30217"/>
                    <a:pt x="82150" y="30871"/>
                  </a:cubicBezTo>
                  <a:cubicBezTo>
                    <a:pt x="83236" y="31303"/>
                    <a:pt x="89402" y="30547"/>
                    <a:pt x="88538" y="35411"/>
                  </a:cubicBezTo>
                  <a:cubicBezTo>
                    <a:pt x="88106" y="36815"/>
                    <a:pt x="87999" y="42549"/>
                    <a:pt x="84315" y="45685"/>
                  </a:cubicBezTo>
                  <a:cubicBezTo>
                    <a:pt x="72949" y="55414"/>
                    <a:pt x="70460" y="58335"/>
                    <a:pt x="66999" y="58119"/>
                  </a:cubicBezTo>
                  <a:cubicBezTo>
                    <a:pt x="63862" y="57903"/>
                    <a:pt x="66129" y="52169"/>
                    <a:pt x="66021" y="52823"/>
                  </a:cubicBezTo>
                  <a:cubicBezTo>
                    <a:pt x="67647" y="47521"/>
                    <a:pt x="63856" y="43628"/>
                    <a:pt x="68510" y="43628"/>
                  </a:cubicBezTo>
                  <a:lnTo>
                    <a:pt x="69272" y="43628"/>
                  </a:lnTo>
                  <a:cubicBezTo>
                    <a:pt x="72733" y="43628"/>
                    <a:pt x="74359" y="39088"/>
                    <a:pt x="73927" y="39736"/>
                  </a:cubicBezTo>
                  <a:cubicBezTo>
                    <a:pt x="75654" y="34655"/>
                    <a:pt x="69272" y="38764"/>
                    <a:pt x="69056" y="33570"/>
                  </a:cubicBezTo>
                  <a:cubicBezTo>
                    <a:pt x="68840" y="28922"/>
                    <a:pt x="66243" y="24273"/>
                    <a:pt x="62776" y="27194"/>
                  </a:cubicBezTo>
                  <a:cubicBezTo>
                    <a:pt x="53359" y="31087"/>
                    <a:pt x="60503" y="18107"/>
                    <a:pt x="60071" y="19517"/>
                  </a:cubicBezTo>
                  <a:cubicBezTo>
                    <a:pt x="63100" y="13675"/>
                    <a:pt x="55633" y="11510"/>
                    <a:pt x="52819" y="25353"/>
                  </a:cubicBezTo>
                  <a:cubicBezTo>
                    <a:pt x="47625" y="50766"/>
                    <a:pt x="47193" y="57039"/>
                    <a:pt x="43834" y="60932"/>
                  </a:cubicBezTo>
                  <a:lnTo>
                    <a:pt x="30849" y="75638"/>
                  </a:lnTo>
                  <a:cubicBezTo>
                    <a:pt x="28143" y="78775"/>
                    <a:pt x="30524" y="83963"/>
                    <a:pt x="30417" y="83316"/>
                  </a:cubicBezTo>
                  <a:cubicBezTo>
                    <a:pt x="32036" y="87532"/>
                    <a:pt x="26194" y="85043"/>
                    <a:pt x="26734" y="85043"/>
                  </a:cubicBezTo>
                  <a:cubicBezTo>
                    <a:pt x="22727" y="83747"/>
                    <a:pt x="18402" y="88288"/>
                    <a:pt x="18942" y="87856"/>
                  </a:cubicBezTo>
                  <a:cubicBezTo>
                    <a:pt x="15913" y="90453"/>
                    <a:pt x="19698" y="94346"/>
                    <a:pt x="19482" y="93698"/>
                  </a:cubicBezTo>
                  <a:cubicBezTo>
                    <a:pt x="22619" y="97267"/>
                    <a:pt x="14936" y="95749"/>
                    <a:pt x="15475" y="95641"/>
                  </a:cubicBezTo>
                  <a:cubicBezTo>
                    <a:pt x="11583" y="95209"/>
                    <a:pt x="7900" y="99210"/>
                    <a:pt x="8439" y="98778"/>
                  </a:cubicBezTo>
                  <a:cubicBezTo>
                    <a:pt x="3677" y="103318"/>
                    <a:pt x="17209" y="109808"/>
                    <a:pt x="10497" y="109808"/>
                  </a:cubicBezTo>
                  <a:lnTo>
                    <a:pt x="2381" y="109808"/>
                  </a:lnTo>
                  <a:cubicBezTo>
                    <a:pt x="1734" y="109808"/>
                    <a:pt x="864" y="110024"/>
                    <a:pt x="0" y="110240"/>
                  </a:cubicBezTo>
                  <a:lnTo>
                    <a:pt x="25546" y="121270"/>
                  </a:lnTo>
                  <a:lnTo>
                    <a:pt x="58662" y="107865"/>
                  </a:lnTo>
                  <a:lnTo>
                    <a:pt x="91351" y="123327"/>
                  </a:lnTo>
                  <a:lnTo>
                    <a:pt x="88754" y="143545"/>
                  </a:lnTo>
                  <a:lnTo>
                    <a:pt x="111913" y="145603"/>
                  </a:lnTo>
                  <a:lnTo>
                    <a:pt x="120034" y="109160"/>
                  </a:lnTo>
                  <a:lnTo>
                    <a:pt x="99905" y="91748"/>
                  </a:lnTo>
                  <a:lnTo>
                    <a:pt x="108776" y="77366"/>
                  </a:lnTo>
                  <a:lnTo>
                    <a:pt x="132049" y="79855"/>
                  </a:lnTo>
                  <a:lnTo>
                    <a:pt x="141574" y="60932"/>
                  </a:lnTo>
                  <a:lnTo>
                    <a:pt x="127826" y="42764"/>
                  </a:lnTo>
                  <a:lnTo>
                    <a:pt x="143847" y="42009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E9A5D996-2D51-2F03-ECC7-4ECA6B553F1B}"/>
                </a:ext>
              </a:extLst>
            </p:cNvPr>
            <p:cNvSpPr/>
            <p:nvPr/>
          </p:nvSpPr>
          <p:spPr>
            <a:xfrm>
              <a:off x="5673189" y="3432539"/>
              <a:ext cx="60622" cy="66200"/>
            </a:xfrm>
            <a:custGeom>
              <a:avLst/>
              <a:gdLst>
                <a:gd name="csX0" fmla="*/ 40894 w 69913"/>
                <a:gd name="csY0" fmla="*/ 44990 h 76346"/>
                <a:gd name="csX1" fmla="*/ 50102 w 69913"/>
                <a:gd name="csY1" fmla="*/ 53639 h 76346"/>
                <a:gd name="csX2" fmla="*/ 59309 w 69913"/>
                <a:gd name="csY2" fmla="*/ 47797 h 76346"/>
                <a:gd name="csX3" fmla="*/ 69914 w 69913"/>
                <a:gd name="csY3" fmla="*/ 32118 h 76346"/>
                <a:gd name="csX4" fmla="*/ 33338 w 69913"/>
                <a:gd name="csY4" fmla="*/ 8223 h 76346"/>
                <a:gd name="csX5" fmla="*/ 19590 w 69913"/>
                <a:gd name="csY5" fmla="*/ 0 h 76346"/>
                <a:gd name="csX6" fmla="*/ 1626 w 69913"/>
                <a:gd name="csY6" fmla="*/ 33414 h 76346"/>
                <a:gd name="csX7" fmla="*/ 0 w 69913"/>
                <a:gd name="csY7" fmla="*/ 50286 h 76346"/>
                <a:gd name="csX8" fmla="*/ 24244 w 69913"/>
                <a:gd name="csY8" fmla="*/ 68669 h 76346"/>
                <a:gd name="csX9" fmla="*/ 29845 w 69913"/>
                <a:gd name="csY9" fmla="*/ 75591 h 76346"/>
                <a:gd name="csX10" fmla="*/ 32067 w 69913"/>
                <a:gd name="csY10" fmla="*/ 76346 h 76346"/>
                <a:gd name="csX11" fmla="*/ 32067 w 69913"/>
                <a:gd name="csY11" fmla="*/ 76130 h 76346"/>
                <a:gd name="csX12" fmla="*/ 41021 w 69913"/>
                <a:gd name="csY12" fmla="*/ 45206 h 76346"/>
                <a:gd name="csX13" fmla="*/ 40894 w 69913"/>
                <a:gd name="csY13" fmla="*/ 44990 h 7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913" h="76346">
                  <a:moveTo>
                    <a:pt x="40894" y="44990"/>
                  </a:moveTo>
                  <a:lnTo>
                    <a:pt x="50102" y="53639"/>
                  </a:lnTo>
                  <a:lnTo>
                    <a:pt x="59309" y="47797"/>
                  </a:lnTo>
                  <a:lnTo>
                    <a:pt x="69914" y="32118"/>
                  </a:lnTo>
                  <a:lnTo>
                    <a:pt x="33338" y="8223"/>
                  </a:lnTo>
                  <a:lnTo>
                    <a:pt x="19590" y="0"/>
                  </a:lnTo>
                  <a:lnTo>
                    <a:pt x="1626" y="33414"/>
                  </a:lnTo>
                  <a:lnTo>
                    <a:pt x="0" y="50286"/>
                  </a:lnTo>
                  <a:cubicBezTo>
                    <a:pt x="25210" y="67266"/>
                    <a:pt x="22727" y="65100"/>
                    <a:pt x="24244" y="68669"/>
                  </a:cubicBezTo>
                  <a:cubicBezTo>
                    <a:pt x="24784" y="69425"/>
                    <a:pt x="25654" y="74079"/>
                    <a:pt x="29845" y="75591"/>
                  </a:cubicBezTo>
                  <a:cubicBezTo>
                    <a:pt x="30607" y="75914"/>
                    <a:pt x="31369" y="76130"/>
                    <a:pt x="32067" y="76346"/>
                  </a:cubicBezTo>
                  <a:lnTo>
                    <a:pt x="32067" y="76130"/>
                  </a:lnTo>
                  <a:lnTo>
                    <a:pt x="41021" y="45206"/>
                  </a:lnTo>
                  <a:lnTo>
                    <a:pt x="40894" y="449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BC402CDC-FC93-9C50-F9B2-51B2A00E4DBD}"/>
                </a:ext>
              </a:extLst>
            </p:cNvPr>
            <p:cNvSpPr/>
            <p:nvPr/>
          </p:nvSpPr>
          <p:spPr>
            <a:xfrm>
              <a:off x="5940400" y="3228131"/>
              <a:ext cx="123281" cy="140741"/>
            </a:xfrm>
            <a:custGeom>
              <a:avLst/>
              <a:gdLst>
                <a:gd name="csX0" fmla="*/ 51689 w 142176"/>
                <a:gd name="csY0" fmla="*/ 148254 h 162312"/>
                <a:gd name="csX1" fmla="*/ 74232 w 142176"/>
                <a:gd name="csY1" fmla="*/ 162312 h 162312"/>
                <a:gd name="csX2" fmla="*/ 89154 w 142176"/>
                <a:gd name="csY2" fmla="*/ 151282 h 162312"/>
                <a:gd name="csX3" fmla="*/ 113411 w 142176"/>
                <a:gd name="csY3" fmla="*/ 161557 h 162312"/>
                <a:gd name="csX4" fmla="*/ 113538 w 142176"/>
                <a:gd name="csY4" fmla="*/ 161557 h 162312"/>
                <a:gd name="csX5" fmla="*/ 115824 w 142176"/>
                <a:gd name="csY5" fmla="*/ 152584 h 162312"/>
                <a:gd name="csX6" fmla="*/ 112459 w 142176"/>
                <a:gd name="csY6" fmla="*/ 147606 h 162312"/>
                <a:gd name="csX7" fmla="*/ 109601 w 142176"/>
                <a:gd name="csY7" fmla="*/ 142958 h 162312"/>
                <a:gd name="csX8" fmla="*/ 112776 w 142176"/>
                <a:gd name="csY8" fmla="*/ 134093 h 162312"/>
                <a:gd name="csX9" fmla="*/ 119888 w 142176"/>
                <a:gd name="csY9" fmla="*/ 138309 h 162312"/>
                <a:gd name="csX10" fmla="*/ 122936 w 142176"/>
                <a:gd name="csY10" fmla="*/ 131172 h 162312"/>
                <a:gd name="csX11" fmla="*/ 127572 w 142176"/>
                <a:gd name="csY11" fmla="*/ 130740 h 162312"/>
                <a:gd name="csX12" fmla="*/ 132335 w 142176"/>
                <a:gd name="csY12" fmla="*/ 130086 h 162312"/>
                <a:gd name="csX13" fmla="*/ 142177 w 142176"/>
                <a:gd name="csY13" fmla="*/ 117329 h 162312"/>
                <a:gd name="csX14" fmla="*/ 142113 w 142176"/>
                <a:gd name="csY14" fmla="*/ 117329 h 162312"/>
                <a:gd name="csX15" fmla="*/ 122746 w 142176"/>
                <a:gd name="csY15" fmla="*/ 88132 h 162312"/>
                <a:gd name="csX16" fmla="*/ 108331 w 142176"/>
                <a:gd name="csY16" fmla="*/ 81642 h 162312"/>
                <a:gd name="csX17" fmla="*/ 110808 w 142176"/>
                <a:gd name="csY17" fmla="*/ 62719 h 162312"/>
                <a:gd name="csX18" fmla="*/ 91567 w 142176"/>
                <a:gd name="csY18" fmla="*/ 51905 h 162312"/>
                <a:gd name="csX19" fmla="*/ 92075 w 142176"/>
                <a:gd name="csY19" fmla="*/ 28658 h 162312"/>
                <a:gd name="csX20" fmla="*/ 35179 w 142176"/>
                <a:gd name="csY20" fmla="*/ 0 h 162312"/>
                <a:gd name="csX21" fmla="*/ 0 w 142176"/>
                <a:gd name="csY21" fmla="*/ 5404 h 162312"/>
                <a:gd name="csX22" fmla="*/ 58230 w 142176"/>
                <a:gd name="csY22" fmla="*/ 100025 h 162312"/>
                <a:gd name="csX23" fmla="*/ 52070 w 142176"/>
                <a:gd name="csY23" fmla="*/ 147930 h 162312"/>
                <a:gd name="csX24" fmla="*/ 51689 w 142176"/>
                <a:gd name="csY24" fmla="*/ 148254 h 162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42176" h="162312">
                  <a:moveTo>
                    <a:pt x="51689" y="148254"/>
                  </a:moveTo>
                  <a:lnTo>
                    <a:pt x="74232" y="162312"/>
                  </a:lnTo>
                  <a:lnTo>
                    <a:pt x="89154" y="151282"/>
                  </a:lnTo>
                  <a:lnTo>
                    <a:pt x="113411" y="161557"/>
                  </a:lnTo>
                  <a:lnTo>
                    <a:pt x="113538" y="161557"/>
                  </a:lnTo>
                  <a:lnTo>
                    <a:pt x="115824" y="152584"/>
                  </a:lnTo>
                  <a:cubicBezTo>
                    <a:pt x="116649" y="148908"/>
                    <a:pt x="111887" y="147174"/>
                    <a:pt x="112459" y="147606"/>
                  </a:cubicBezTo>
                  <a:cubicBezTo>
                    <a:pt x="110681" y="146958"/>
                    <a:pt x="109538" y="144799"/>
                    <a:pt x="109601" y="142958"/>
                  </a:cubicBezTo>
                  <a:cubicBezTo>
                    <a:pt x="110299" y="139605"/>
                    <a:pt x="109538" y="130086"/>
                    <a:pt x="112776" y="134093"/>
                  </a:cubicBezTo>
                  <a:cubicBezTo>
                    <a:pt x="114491" y="135604"/>
                    <a:pt x="117984" y="142850"/>
                    <a:pt x="119888" y="138309"/>
                  </a:cubicBezTo>
                  <a:lnTo>
                    <a:pt x="122936" y="131172"/>
                  </a:lnTo>
                  <a:cubicBezTo>
                    <a:pt x="124461" y="127711"/>
                    <a:pt x="128143" y="130848"/>
                    <a:pt x="127572" y="130740"/>
                  </a:cubicBezTo>
                  <a:cubicBezTo>
                    <a:pt x="129096" y="131820"/>
                    <a:pt x="131191" y="131604"/>
                    <a:pt x="132335" y="130086"/>
                  </a:cubicBezTo>
                  <a:lnTo>
                    <a:pt x="142177" y="117329"/>
                  </a:lnTo>
                  <a:lnTo>
                    <a:pt x="142113" y="117329"/>
                  </a:lnTo>
                  <a:lnTo>
                    <a:pt x="122746" y="88132"/>
                  </a:lnTo>
                  <a:lnTo>
                    <a:pt x="108331" y="81642"/>
                  </a:lnTo>
                  <a:lnTo>
                    <a:pt x="110808" y="62719"/>
                  </a:lnTo>
                  <a:lnTo>
                    <a:pt x="91567" y="51905"/>
                  </a:lnTo>
                  <a:lnTo>
                    <a:pt x="92075" y="28658"/>
                  </a:lnTo>
                  <a:lnTo>
                    <a:pt x="35179" y="0"/>
                  </a:lnTo>
                  <a:lnTo>
                    <a:pt x="0" y="5404"/>
                  </a:lnTo>
                  <a:lnTo>
                    <a:pt x="58230" y="100025"/>
                  </a:lnTo>
                  <a:lnTo>
                    <a:pt x="52070" y="147930"/>
                  </a:lnTo>
                  <a:lnTo>
                    <a:pt x="51689" y="1482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08837628-4206-4D0F-4F8B-8282FCF5EE37}"/>
                </a:ext>
              </a:extLst>
            </p:cNvPr>
            <p:cNvSpPr/>
            <p:nvPr/>
          </p:nvSpPr>
          <p:spPr>
            <a:xfrm>
              <a:off x="5538719" y="3720199"/>
              <a:ext cx="11232" cy="7780"/>
            </a:xfrm>
            <a:custGeom>
              <a:avLst/>
              <a:gdLst>
                <a:gd name="csX0" fmla="*/ 12644 w 12954"/>
                <a:gd name="csY0" fmla="*/ 5316 h 8972"/>
                <a:gd name="csX1" fmla="*/ 8751 w 12954"/>
                <a:gd name="csY1" fmla="*/ 1315 h 8972"/>
                <a:gd name="csX2" fmla="*/ 198 w 12954"/>
                <a:gd name="csY2" fmla="*/ 2509 h 8972"/>
                <a:gd name="csX3" fmla="*/ 5176 w 12954"/>
                <a:gd name="csY3" fmla="*/ 8129 h 8972"/>
                <a:gd name="csX4" fmla="*/ 12860 w 12954"/>
                <a:gd name="csY4" fmla="*/ 6294 h 8972"/>
                <a:gd name="csX5" fmla="*/ 12644 w 12954"/>
                <a:gd name="csY5" fmla="*/ 5316 h 8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4" h="8972">
                  <a:moveTo>
                    <a:pt x="12644" y="5316"/>
                  </a:moveTo>
                  <a:cubicBezTo>
                    <a:pt x="12320" y="3481"/>
                    <a:pt x="10478" y="1747"/>
                    <a:pt x="8751" y="1315"/>
                  </a:cubicBezTo>
                  <a:cubicBezTo>
                    <a:pt x="6262" y="1207"/>
                    <a:pt x="-1314" y="-2254"/>
                    <a:pt x="198" y="2509"/>
                  </a:cubicBezTo>
                  <a:cubicBezTo>
                    <a:pt x="522" y="3049"/>
                    <a:pt x="960" y="7481"/>
                    <a:pt x="5176" y="8129"/>
                  </a:cubicBezTo>
                  <a:cubicBezTo>
                    <a:pt x="7017" y="8129"/>
                    <a:pt x="13837" y="10942"/>
                    <a:pt x="12860" y="6294"/>
                  </a:cubicBezTo>
                  <a:lnTo>
                    <a:pt x="12644" y="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74F667D0-D04B-7E66-D8EB-D622A6E89B24}"/>
                </a:ext>
              </a:extLst>
            </p:cNvPr>
            <p:cNvSpPr/>
            <p:nvPr/>
          </p:nvSpPr>
          <p:spPr>
            <a:xfrm>
              <a:off x="5739373" y="3483735"/>
              <a:ext cx="81545" cy="56636"/>
            </a:xfrm>
            <a:custGeom>
              <a:avLst/>
              <a:gdLst>
                <a:gd name="csX0" fmla="*/ 17082 w 94043"/>
                <a:gd name="csY0" fmla="*/ 65316 h 65316"/>
                <a:gd name="csX1" fmla="*/ 41465 w 94043"/>
                <a:gd name="csY1" fmla="*/ 63373 h 65316"/>
                <a:gd name="csX2" fmla="*/ 54546 w 94043"/>
                <a:gd name="csY2" fmla="*/ 52667 h 65316"/>
                <a:gd name="csX3" fmla="*/ 79946 w 94043"/>
                <a:gd name="csY3" fmla="*/ 52235 h 65316"/>
                <a:gd name="csX4" fmla="*/ 84963 w 94043"/>
                <a:gd name="csY4" fmla="*/ 43148 h 65316"/>
                <a:gd name="csX5" fmla="*/ 94043 w 94043"/>
                <a:gd name="csY5" fmla="*/ 41421 h 65316"/>
                <a:gd name="csX6" fmla="*/ 93916 w 94043"/>
                <a:gd name="csY6" fmla="*/ 41313 h 65316"/>
                <a:gd name="csX7" fmla="*/ 92011 w 94043"/>
                <a:gd name="csY7" fmla="*/ 19685 h 65316"/>
                <a:gd name="csX8" fmla="*/ 70676 w 94043"/>
                <a:gd name="csY8" fmla="*/ 0 h 65316"/>
                <a:gd name="csX9" fmla="*/ 4127 w 94043"/>
                <a:gd name="csY9" fmla="*/ 16332 h 65316"/>
                <a:gd name="csX10" fmla="*/ 0 w 94043"/>
                <a:gd name="csY10" fmla="*/ 48127 h 65316"/>
                <a:gd name="csX11" fmla="*/ 17082 w 94043"/>
                <a:gd name="csY11" fmla="*/ 65316 h 65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4043" h="65316">
                  <a:moveTo>
                    <a:pt x="17082" y="65316"/>
                  </a:moveTo>
                  <a:lnTo>
                    <a:pt x="41465" y="63373"/>
                  </a:lnTo>
                  <a:lnTo>
                    <a:pt x="54546" y="52667"/>
                  </a:lnTo>
                  <a:lnTo>
                    <a:pt x="79946" y="52235"/>
                  </a:lnTo>
                  <a:lnTo>
                    <a:pt x="84963" y="43148"/>
                  </a:lnTo>
                  <a:lnTo>
                    <a:pt x="94043" y="41421"/>
                  </a:lnTo>
                  <a:lnTo>
                    <a:pt x="93916" y="41313"/>
                  </a:lnTo>
                  <a:lnTo>
                    <a:pt x="92011" y="19685"/>
                  </a:lnTo>
                  <a:lnTo>
                    <a:pt x="70676" y="0"/>
                  </a:lnTo>
                  <a:lnTo>
                    <a:pt x="4127" y="16332"/>
                  </a:lnTo>
                  <a:lnTo>
                    <a:pt x="0" y="48127"/>
                  </a:lnTo>
                  <a:lnTo>
                    <a:pt x="17082" y="6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C77C8D18-47EE-D53D-1DD2-D211A3860543}"/>
                </a:ext>
              </a:extLst>
            </p:cNvPr>
            <p:cNvSpPr/>
            <p:nvPr/>
          </p:nvSpPr>
          <p:spPr>
            <a:xfrm>
              <a:off x="5258553" y="3149647"/>
              <a:ext cx="29188" cy="34506"/>
            </a:xfrm>
            <a:custGeom>
              <a:avLst/>
              <a:gdLst>
                <a:gd name="csX0" fmla="*/ 0 w 33661"/>
                <a:gd name="csY0" fmla="*/ 16872 h 39795"/>
                <a:gd name="csX1" fmla="*/ 4763 w 33661"/>
                <a:gd name="csY1" fmla="*/ 34608 h 39795"/>
                <a:gd name="csX2" fmla="*/ 4655 w 33661"/>
                <a:gd name="csY2" fmla="*/ 34716 h 39795"/>
                <a:gd name="csX3" fmla="*/ 23273 w 33661"/>
                <a:gd name="csY3" fmla="*/ 39795 h 39795"/>
                <a:gd name="csX4" fmla="*/ 33662 w 33661"/>
                <a:gd name="csY4" fmla="*/ 22492 h 39795"/>
                <a:gd name="csX5" fmla="*/ 15805 w 33661"/>
                <a:gd name="csY5" fmla="*/ 5086 h 39795"/>
                <a:gd name="csX6" fmla="*/ 10827 w 33661"/>
                <a:gd name="csY6" fmla="*/ 0 h 39795"/>
                <a:gd name="csX7" fmla="*/ 0 w 33661"/>
                <a:gd name="csY7" fmla="*/ 16872 h 3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661" h="39795">
                  <a:moveTo>
                    <a:pt x="0" y="16872"/>
                  </a:moveTo>
                  <a:lnTo>
                    <a:pt x="4763" y="34608"/>
                  </a:lnTo>
                  <a:lnTo>
                    <a:pt x="4655" y="34716"/>
                  </a:lnTo>
                  <a:lnTo>
                    <a:pt x="23273" y="39795"/>
                  </a:lnTo>
                  <a:lnTo>
                    <a:pt x="33662" y="22492"/>
                  </a:lnTo>
                  <a:lnTo>
                    <a:pt x="15805" y="5086"/>
                  </a:lnTo>
                  <a:lnTo>
                    <a:pt x="10827" y="0"/>
                  </a:lnTo>
                  <a:lnTo>
                    <a:pt x="0" y="168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00FB7F79-2454-D9CA-B5A2-6C50916AB5E5}"/>
                </a:ext>
              </a:extLst>
            </p:cNvPr>
            <p:cNvSpPr/>
            <p:nvPr/>
          </p:nvSpPr>
          <p:spPr>
            <a:xfrm>
              <a:off x="5749948" y="2847908"/>
              <a:ext cx="195629" cy="128743"/>
            </a:xfrm>
            <a:custGeom>
              <a:avLst/>
              <a:gdLst>
                <a:gd name="csX0" fmla="*/ 162493 w 225612"/>
                <a:gd name="csY0" fmla="*/ 14599 h 148475"/>
                <a:gd name="csX1" fmla="*/ 152079 w 225612"/>
                <a:gd name="csY1" fmla="*/ 0 h 148475"/>
                <a:gd name="csX2" fmla="*/ 132839 w 225612"/>
                <a:gd name="csY2" fmla="*/ 10490 h 148475"/>
                <a:gd name="csX3" fmla="*/ 45907 w 225612"/>
                <a:gd name="csY3" fmla="*/ 2381 h 148475"/>
                <a:gd name="csX4" fmla="*/ 9966 w 225612"/>
                <a:gd name="csY4" fmla="*/ 20549 h 148475"/>
                <a:gd name="csX5" fmla="*/ 9648 w 225612"/>
                <a:gd name="csY5" fmla="*/ 20764 h 148475"/>
                <a:gd name="csX6" fmla="*/ 9839 w 225612"/>
                <a:gd name="csY6" fmla="*/ 24225 h 148475"/>
                <a:gd name="csX7" fmla="*/ 6410 w 225612"/>
                <a:gd name="csY7" fmla="*/ 60128 h 148475"/>
                <a:gd name="csX8" fmla="*/ 1203 w 225612"/>
                <a:gd name="csY8" fmla="*/ 72130 h 148475"/>
                <a:gd name="csX9" fmla="*/ 13014 w 225612"/>
                <a:gd name="csY9" fmla="*/ 56128 h 148475"/>
                <a:gd name="csX10" fmla="*/ 15300 w 225612"/>
                <a:gd name="csY10" fmla="*/ 51149 h 148475"/>
                <a:gd name="csX11" fmla="*/ 17014 w 225612"/>
                <a:gd name="csY11" fmla="*/ 54826 h 148475"/>
                <a:gd name="csX12" fmla="*/ 18665 w 225612"/>
                <a:gd name="csY12" fmla="*/ 68021 h 148475"/>
                <a:gd name="csX13" fmla="*/ 76006 w 225612"/>
                <a:gd name="csY13" fmla="*/ 84887 h 148475"/>
                <a:gd name="csX14" fmla="*/ 67560 w 225612"/>
                <a:gd name="csY14" fmla="*/ 122739 h 148475"/>
                <a:gd name="csX15" fmla="*/ 80959 w 225612"/>
                <a:gd name="csY15" fmla="*/ 116789 h 148475"/>
                <a:gd name="csX16" fmla="*/ 98866 w 225612"/>
                <a:gd name="csY16" fmla="*/ 131928 h 148475"/>
                <a:gd name="csX17" fmla="*/ 102740 w 225612"/>
                <a:gd name="csY17" fmla="*/ 144907 h 148475"/>
                <a:gd name="csX18" fmla="*/ 132394 w 225612"/>
                <a:gd name="csY18" fmla="*/ 148476 h 148475"/>
                <a:gd name="csX19" fmla="*/ 157730 w 225612"/>
                <a:gd name="csY19" fmla="*/ 133553 h 148475"/>
                <a:gd name="csX20" fmla="*/ 166049 w 225612"/>
                <a:gd name="csY20" fmla="*/ 141986 h 148475"/>
                <a:gd name="csX21" fmla="*/ 186305 w 225612"/>
                <a:gd name="csY21" fmla="*/ 133337 h 148475"/>
                <a:gd name="csX22" fmla="*/ 180527 w 225612"/>
                <a:gd name="csY22" fmla="*/ 116142 h 148475"/>
                <a:gd name="csX23" fmla="*/ 186941 w 225612"/>
                <a:gd name="csY23" fmla="*/ 93650 h 148475"/>
                <a:gd name="csX24" fmla="*/ 219643 w 225612"/>
                <a:gd name="csY24" fmla="*/ 86189 h 148475"/>
                <a:gd name="csX25" fmla="*/ 225612 w 225612"/>
                <a:gd name="csY25" fmla="*/ 68561 h 148475"/>
                <a:gd name="csX26" fmla="*/ 212150 w 225612"/>
                <a:gd name="csY26" fmla="*/ 61208 h 148475"/>
                <a:gd name="csX27" fmla="*/ 216595 w 225612"/>
                <a:gd name="csY27" fmla="*/ 43040 h 148475"/>
                <a:gd name="csX28" fmla="*/ 186179 w 225612"/>
                <a:gd name="csY28" fmla="*/ 18707 h 148475"/>
                <a:gd name="csX29" fmla="*/ 162366 w 225612"/>
                <a:gd name="csY29" fmla="*/ 14599 h 148475"/>
                <a:gd name="csX30" fmla="*/ 162493 w 225612"/>
                <a:gd name="csY30" fmla="*/ 14599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25612" h="148475">
                  <a:moveTo>
                    <a:pt x="162493" y="14599"/>
                  </a:moveTo>
                  <a:lnTo>
                    <a:pt x="152079" y="0"/>
                  </a:lnTo>
                  <a:lnTo>
                    <a:pt x="132839" y="10490"/>
                  </a:lnTo>
                  <a:lnTo>
                    <a:pt x="45907" y="2381"/>
                  </a:lnTo>
                  <a:lnTo>
                    <a:pt x="9966" y="20549"/>
                  </a:lnTo>
                  <a:lnTo>
                    <a:pt x="9648" y="20764"/>
                  </a:lnTo>
                  <a:cubicBezTo>
                    <a:pt x="9839" y="21952"/>
                    <a:pt x="9839" y="23038"/>
                    <a:pt x="9839" y="24225"/>
                  </a:cubicBezTo>
                  <a:cubicBezTo>
                    <a:pt x="8442" y="52667"/>
                    <a:pt x="9140" y="55804"/>
                    <a:pt x="6410" y="60128"/>
                  </a:cubicBezTo>
                  <a:cubicBezTo>
                    <a:pt x="3171" y="65208"/>
                    <a:pt x="-2480" y="72130"/>
                    <a:pt x="1203" y="72130"/>
                  </a:cubicBezTo>
                  <a:cubicBezTo>
                    <a:pt x="5457" y="72130"/>
                    <a:pt x="12569" y="60668"/>
                    <a:pt x="13014" y="56128"/>
                  </a:cubicBezTo>
                  <a:cubicBezTo>
                    <a:pt x="13204" y="55042"/>
                    <a:pt x="13141" y="46609"/>
                    <a:pt x="15300" y="51149"/>
                  </a:cubicBezTo>
                  <a:lnTo>
                    <a:pt x="17014" y="54826"/>
                  </a:lnTo>
                  <a:cubicBezTo>
                    <a:pt x="20253" y="61963"/>
                    <a:pt x="19935" y="65532"/>
                    <a:pt x="18665" y="68021"/>
                  </a:cubicBezTo>
                  <a:lnTo>
                    <a:pt x="76006" y="84887"/>
                  </a:lnTo>
                  <a:lnTo>
                    <a:pt x="67560" y="122739"/>
                  </a:lnTo>
                  <a:lnTo>
                    <a:pt x="80959" y="116789"/>
                  </a:lnTo>
                  <a:lnTo>
                    <a:pt x="98866" y="131928"/>
                  </a:lnTo>
                  <a:lnTo>
                    <a:pt x="102740" y="144907"/>
                  </a:lnTo>
                  <a:lnTo>
                    <a:pt x="132394" y="148476"/>
                  </a:lnTo>
                  <a:lnTo>
                    <a:pt x="157730" y="133553"/>
                  </a:lnTo>
                  <a:lnTo>
                    <a:pt x="166049" y="141986"/>
                  </a:lnTo>
                  <a:lnTo>
                    <a:pt x="186305" y="133337"/>
                  </a:lnTo>
                  <a:lnTo>
                    <a:pt x="180527" y="116142"/>
                  </a:lnTo>
                  <a:lnTo>
                    <a:pt x="186941" y="93650"/>
                  </a:lnTo>
                  <a:lnTo>
                    <a:pt x="219643" y="86189"/>
                  </a:lnTo>
                  <a:lnTo>
                    <a:pt x="225612" y="68561"/>
                  </a:lnTo>
                  <a:lnTo>
                    <a:pt x="212150" y="61208"/>
                  </a:lnTo>
                  <a:lnTo>
                    <a:pt x="216595" y="43040"/>
                  </a:lnTo>
                  <a:lnTo>
                    <a:pt x="186179" y="18707"/>
                  </a:lnTo>
                  <a:lnTo>
                    <a:pt x="162366" y="14599"/>
                  </a:lnTo>
                  <a:lnTo>
                    <a:pt x="162493" y="14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C8F93ED0-E86F-936A-2CB8-F19BCE9EA2A1}"/>
                </a:ext>
              </a:extLst>
            </p:cNvPr>
            <p:cNvSpPr/>
            <p:nvPr/>
          </p:nvSpPr>
          <p:spPr>
            <a:xfrm>
              <a:off x="5755297" y="2764925"/>
              <a:ext cx="234052" cy="120115"/>
            </a:xfrm>
            <a:custGeom>
              <a:avLst/>
              <a:gdLst>
                <a:gd name="csX0" fmla="*/ 269925 w 269924"/>
                <a:gd name="csY0" fmla="*/ 95701 h 138525"/>
                <a:gd name="csX1" fmla="*/ 249922 w 269924"/>
                <a:gd name="csY1" fmla="*/ 70504 h 138525"/>
                <a:gd name="csX2" fmla="*/ 257416 w 269924"/>
                <a:gd name="csY2" fmla="*/ 46177 h 138525"/>
                <a:gd name="csX3" fmla="*/ 221030 w 269924"/>
                <a:gd name="csY3" fmla="*/ 24333 h 138525"/>
                <a:gd name="csX4" fmla="*/ 205472 w 269924"/>
                <a:gd name="csY4" fmla="*/ 32442 h 138525"/>
                <a:gd name="csX5" fmla="*/ 159308 w 269924"/>
                <a:gd name="csY5" fmla="*/ 0 h 138525"/>
                <a:gd name="csX6" fmla="*/ 126733 w 269924"/>
                <a:gd name="csY6" fmla="*/ 11678 h 138525"/>
                <a:gd name="csX7" fmla="*/ 126351 w 269924"/>
                <a:gd name="csY7" fmla="*/ 15570 h 138525"/>
                <a:gd name="csX8" fmla="*/ 125589 w 269924"/>
                <a:gd name="csY8" fmla="*/ 50502 h 138525"/>
                <a:gd name="csX9" fmla="*/ 104444 w 269924"/>
                <a:gd name="csY9" fmla="*/ 63805 h 138525"/>
                <a:gd name="csX10" fmla="*/ 94729 w 269924"/>
                <a:gd name="csY10" fmla="*/ 61208 h 138525"/>
                <a:gd name="csX11" fmla="*/ 88124 w 269924"/>
                <a:gd name="csY11" fmla="*/ 57855 h 138525"/>
                <a:gd name="csX12" fmla="*/ 77075 w 269924"/>
                <a:gd name="csY12" fmla="*/ 39688 h 138525"/>
                <a:gd name="csX13" fmla="*/ 62661 w 269924"/>
                <a:gd name="csY13" fmla="*/ 28118 h 138525"/>
                <a:gd name="csX14" fmla="*/ 60057 w 269924"/>
                <a:gd name="csY14" fmla="*/ 20117 h 138525"/>
                <a:gd name="csX15" fmla="*/ 57137 w 269924"/>
                <a:gd name="csY15" fmla="*/ 17951 h 138525"/>
                <a:gd name="csX16" fmla="*/ 45897 w 269924"/>
                <a:gd name="csY16" fmla="*/ 23578 h 138525"/>
                <a:gd name="csX17" fmla="*/ 26720 w 269924"/>
                <a:gd name="csY17" fmla="*/ 29197 h 138525"/>
                <a:gd name="csX18" fmla="*/ 16116 w 269924"/>
                <a:gd name="csY18" fmla="*/ 49314 h 138525"/>
                <a:gd name="csX19" fmla="*/ 13004 w 269924"/>
                <a:gd name="csY19" fmla="*/ 63367 h 138525"/>
                <a:gd name="csX20" fmla="*/ 3162 w 269924"/>
                <a:gd name="csY20" fmla="*/ 74073 h 138525"/>
                <a:gd name="csX21" fmla="*/ 685 w 269924"/>
                <a:gd name="csY21" fmla="*/ 106623 h 138525"/>
                <a:gd name="csX22" fmla="*/ 3288 w 269924"/>
                <a:gd name="csY22" fmla="*/ 116249 h 138525"/>
                <a:gd name="csX23" fmla="*/ 3606 w 269924"/>
                <a:gd name="csY23" fmla="*/ 116034 h 138525"/>
                <a:gd name="csX24" fmla="*/ 39547 w 269924"/>
                <a:gd name="csY24" fmla="*/ 97866 h 138525"/>
                <a:gd name="csX25" fmla="*/ 126415 w 269924"/>
                <a:gd name="csY25" fmla="*/ 105975 h 138525"/>
                <a:gd name="csX26" fmla="*/ 145719 w 269924"/>
                <a:gd name="csY26" fmla="*/ 95485 h 138525"/>
                <a:gd name="csX27" fmla="*/ 156070 w 269924"/>
                <a:gd name="csY27" fmla="*/ 110084 h 138525"/>
                <a:gd name="csX28" fmla="*/ 179882 w 269924"/>
                <a:gd name="csY28" fmla="*/ 114192 h 138525"/>
                <a:gd name="csX29" fmla="*/ 210298 w 269924"/>
                <a:gd name="csY29" fmla="*/ 138525 h 138525"/>
                <a:gd name="csX30" fmla="*/ 268020 w 269924"/>
                <a:gd name="csY30" fmla="*/ 112357 h 138525"/>
                <a:gd name="csX31" fmla="*/ 269734 w 269924"/>
                <a:gd name="csY31" fmla="*/ 95593 h 138525"/>
                <a:gd name="csX32" fmla="*/ 269925 w 269924"/>
                <a:gd name="csY32" fmla="*/ 95701 h 138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9924" h="138525">
                  <a:moveTo>
                    <a:pt x="269925" y="95701"/>
                  </a:moveTo>
                  <a:lnTo>
                    <a:pt x="249922" y="70504"/>
                  </a:lnTo>
                  <a:lnTo>
                    <a:pt x="257416" y="46177"/>
                  </a:lnTo>
                  <a:lnTo>
                    <a:pt x="221030" y="24333"/>
                  </a:lnTo>
                  <a:lnTo>
                    <a:pt x="205472" y="32442"/>
                  </a:lnTo>
                  <a:lnTo>
                    <a:pt x="159308" y="0"/>
                  </a:lnTo>
                  <a:lnTo>
                    <a:pt x="126733" y="11678"/>
                  </a:lnTo>
                  <a:cubicBezTo>
                    <a:pt x="126415" y="12872"/>
                    <a:pt x="126351" y="14167"/>
                    <a:pt x="126351" y="15570"/>
                  </a:cubicBezTo>
                  <a:cubicBezTo>
                    <a:pt x="128384" y="47041"/>
                    <a:pt x="129019" y="47904"/>
                    <a:pt x="125589" y="50502"/>
                  </a:cubicBezTo>
                  <a:cubicBezTo>
                    <a:pt x="111366" y="61100"/>
                    <a:pt x="109016" y="63805"/>
                    <a:pt x="104444" y="63805"/>
                  </a:cubicBezTo>
                  <a:cubicBezTo>
                    <a:pt x="102095" y="63475"/>
                    <a:pt x="96443" y="64992"/>
                    <a:pt x="94729" y="61208"/>
                  </a:cubicBezTo>
                  <a:cubicBezTo>
                    <a:pt x="93205" y="58071"/>
                    <a:pt x="87553" y="57639"/>
                    <a:pt x="88124" y="57855"/>
                  </a:cubicBezTo>
                  <a:cubicBezTo>
                    <a:pt x="81394" y="56775"/>
                    <a:pt x="83552" y="44876"/>
                    <a:pt x="77075" y="39688"/>
                  </a:cubicBezTo>
                  <a:lnTo>
                    <a:pt x="62661" y="28118"/>
                  </a:lnTo>
                  <a:cubicBezTo>
                    <a:pt x="59423" y="25521"/>
                    <a:pt x="59994" y="19463"/>
                    <a:pt x="60057" y="20117"/>
                  </a:cubicBezTo>
                  <a:cubicBezTo>
                    <a:pt x="60057" y="18059"/>
                    <a:pt x="58787" y="17088"/>
                    <a:pt x="57137" y="17951"/>
                  </a:cubicBezTo>
                  <a:lnTo>
                    <a:pt x="45897" y="23578"/>
                  </a:lnTo>
                  <a:cubicBezTo>
                    <a:pt x="38213" y="27470"/>
                    <a:pt x="30403" y="23578"/>
                    <a:pt x="26720" y="29197"/>
                  </a:cubicBezTo>
                  <a:cubicBezTo>
                    <a:pt x="20370" y="39256"/>
                    <a:pt x="16369" y="44012"/>
                    <a:pt x="16116" y="49314"/>
                  </a:cubicBezTo>
                  <a:cubicBezTo>
                    <a:pt x="15607" y="53639"/>
                    <a:pt x="17195" y="60236"/>
                    <a:pt x="13004" y="63367"/>
                  </a:cubicBezTo>
                  <a:cubicBezTo>
                    <a:pt x="9638" y="66504"/>
                    <a:pt x="3924" y="68453"/>
                    <a:pt x="3162" y="74073"/>
                  </a:cubicBezTo>
                  <a:cubicBezTo>
                    <a:pt x="-13" y="99701"/>
                    <a:pt x="-712" y="101975"/>
                    <a:pt x="685" y="106623"/>
                  </a:cubicBezTo>
                  <a:cubicBezTo>
                    <a:pt x="1637" y="109868"/>
                    <a:pt x="2844" y="113005"/>
                    <a:pt x="3288" y="116249"/>
                  </a:cubicBezTo>
                  <a:lnTo>
                    <a:pt x="3606" y="116034"/>
                  </a:lnTo>
                  <a:lnTo>
                    <a:pt x="39547" y="97866"/>
                  </a:lnTo>
                  <a:lnTo>
                    <a:pt x="126415" y="105975"/>
                  </a:lnTo>
                  <a:lnTo>
                    <a:pt x="145719" y="95485"/>
                  </a:lnTo>
                  <a:lnTo>
                    <a:pt x="156070" y="110084"/>
                  </a:lnTo>
                  <a:lnTo>
                    <a:pt x="179882" y="114192"/>
                  </a:lnTo>
                  <a:lnTo>
                    <a:pt x="210298" y="138525"/>
                  </a:lnTo>
                  <a:lnTo>
                    <a:pt x="268020" y="112357"/>
                  </a:lnTo>
                  <a:lnTo>
                    <a:pt x="269734" y="95593"/>
                  </a:lnTo>
                  <a:lnTo>
                    <a:pt x="269925" y="957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FC01683E-367E-A542-4EC3-FFE0FE9042D2}"/>
                </a:ext>
              </a:extLst>
            </p:cNvPr>
            <p:cNvSpPr/>
            <p:nvPr/>
          </p:nvSpPr>
          <p:spPr>
            <a:xfrm>
              <a:off x="5724616" y="3451106"/>
              <a:ext cx="55116" cy="46791"/>
            </a:xfrm>
            <a:custGeom>
              <a:avLst/>
              <a:gdLst>
                <a:gd name="csX0" fmla="*/ 29908 w 63563"/>
                <a:gd name="csY0" fmla="*/ 0 h 53962"/>
                <a:gd name="csX1" fmla="*/ 10477 w 63563"/>
                <a:gd name="csY1" fmla="*/ 10598 h 53962"/>
                <a:gd name="csX2" fmla="*/ 0 w 63563"/>
                <a:gd name="csY2" fmla="*/ 26384 h 53962"/>
                <a:gd name="csX3" fmla="*/ 21082 w 63563"/>
                <a:gd name="csY3" fmla="*/ 53962 h 53962"/>
                <a:gd name="csX4" fmla="*/ 54420 w 63563"/>
                <a:gd name="csY4" fmla="*/ 45853 h 53962"/>
                <a:gd name="csX5" fmla="*/ 63564 w 63563"/>
                <a:gd name="csY5" fmla="*/ 23578 h 53962"/>
                <a:gd name="csX6" fmla="*/ 29908 w 63563"/>
                <a:gd name="csY6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3563" h="53962">
                  <a:moveTo>
                    <a:pt x="29908" y="0"/>
                  </a:moveTo>
                  <a:lnTo>
                    <a:pt x="10477" y="10598"/>
                  </a:lnTo>
                  <a:lnTo>
                    <a:pt x="0" y="26384"/>
                  </a:lnTo>
                  <a:lnTo>
                    <a:pt x="21082" y="53962"/>
                  </a:lnTo>
                  <a:lnTo>
                    <a:pt x="54420" y="45853"/>
                  </a:lnTo>
                  <a:lnTo>
                    <a:pt x="63564" y="23578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00CF05AF-4B42-CBD1-130C-7BAC9BB8B90E}"/>
                </a:ext>
              </a:extLst>
            </p:cNvPr>
            <p:cNvSpPr/>
            <p:nvPr/>
          </p:nvSpPr>
          <p:spPr>
            <a:xfrm>
              <a:off x="5337338" y="3521995"/>
              <a:ext cx="53895" cy="89828"/>
            </a:xfrm>
            <a:custGeom>
              <a:avLst/>
              <a:gdLst>
                <a:gd name="csX0" fmla="*/ 55584 w 62155"/>
                <a:gd name="csY0" fmla="*/ 17083 h 103596"/>
                <a:gd name="csX1" fmla="*/ 55260 w 62155"/>
                <a:gd name="csY1" fmla="*/ 10809 h 103596"/>
                <a:gd name="csX2" fmla="*/ 50498 w 62155"/>
                <a:gd name="csY2" fmla="*/ 5514 h 103596"/>
                <a:gd name="csX3" fmla="*/ 43138 w 62155"/>
                <a:gd name="csY3" fmla="*/ 649 h 103596"/>
                <a:gd name="csX4" fmla="*/ 41944 w 62155"/>
                <a:gd name="csY4" fmla="*/ 218 h 103596"/>
                <a:gd name="csX5" fmla="*/ 37944 w 62155"/>
                <a:gd name="csY5" fmla="*/ 2161 h 103596"/>
                <a:gd name="csX6" fmla="*/ 30038 w 62155"/>
                <a:gd name="csY6" fmla="*/ 8758 h 103596"/>
                <a:gd name="csX7" fmla="*/ 6016 w 62155"/>
                <a:gd name="csY7" fmla="*/ 14162 h 103596"/>
                <a:gd name="csX8" fmla="*/ 4714 w 62155"/>
                <a:gd name="csY8" fmla="*/ 8974 h 103596"/>
                <a:gd name="csX9" fmla="*/ 1469 w 62155"/>
                <a:gd name="csY9" fmla="*/ 14708 h 103596"/>
                <a:gd name="csX10" fmla="*/ 2765 w 62155"/>
                <a:gd name="csY10" fmla="*/ 29739 h 103596"/>
                <a:gd name="csX11" fmla="*/ 10232 w 62155"/>
                <a:gd name="csY11" fmla="*/ 38819 h 103596"/>
                <a:gd name="csX12" fmla="*/ 11102 w 62155"/>
                <a:gd name="csY12" fmla="*/ 56771 h 103596"/>
                <a:gd name="csX13" fmla="*/ 15319 w 62155"/>
                <a:gd name="csY13" fmla="*/ 64124 h 103596"/>
                <a:gd name="csX14" fmla="*/ 13268 w 62155"/>
                <a:gd name="csY14" fmla="*/ 68232 h 103596"/>
                <a:gd name="csX15" fmla="*/ 10994 w 62155"/>
                <a:gd name="csY15" fmla="*/ 69966 h 103596"/>
                <a:gd name="csX16" fmla="*/ 11534 w 62155"/>
                <a:gd name="csY16" fmla="*/ 91486 h 103596"/>
                <a:gd name="csX17" fmla="*/ 22139 w 62155"/>
                <a:gd name="csY17" fmla="*/ 103380 h 103596"/>
                <a:gd name="csX18" fmla="*/ 33073 w 62155"/>
                <a:gd name="csY18" fmla="*/ 96458 h 103596"/>
                <a:gd name="csX19" fmla="*/ 35994 w 62155"/>
                <a:gd name="csY19" fmla="*/ 89969 h 103596"/>
                <a:gd name="csX20" fmla="*/ 44764 w 62155"/>
                <a:gd name="csY20" fmla="*/ 90400 h 103596"/>
                <a:gd name="csX21" fmla="*/ 54828 w 62155"/>
                <a:gd name="csY21" fmla="*/ 87479 h 103596"/>
                <a:gd name="csX22" fmla="*/ 57210 w 62155"/>
                <a:gd name="csY22" fmla="*/ 49094 h 103596"/>
                <a:gd name="csX23" fmla="*/ 56448 w 62155"/>
                <a:gd name="csY23" fmla="*/ 48122 h 103596"/>
                <a:gd name="csX24" fmla="*/ 61864 w 62155"/>
                <a:gd name="csY24" fmla="*/ 31142 h 103596"/>
                <a:gd name="csX25" fmla="*/ 55584 w 62155"/>
                <a:gd name="csY25" fmla="*/ 17191 h 103596"/>
                <a:gd name="csX26" fmla="*/ 55584 w 62155"/>
                <a:gd name="csY26" fmla="*/ 17083 h 103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155" h="103596">
                  <a:moveTo>
                    <a:pt x="55584" y="17083"/>
                  </a:moveTo>
                  <a:cubicBezTo>
                    <a:pt x="51577" y="14493"/>
                    <a:pt x="58835" y="11787"/>
                    <a:pt x="55260" y="10809"/>
                  </a:cubicBezTo>
                  <a:cubicBezTo>
                    <a:pt x="52015" y="9946"/>
                    <a:pt x="54828" y="4110"/>
                    <a:pt x="50498" y="5514"/>
                  </a:cubicBezTo>
                  <a:cubicBezTo>
                    <a:pt x="46275" y="6917"/>
                    <a:pt x="47901" y="2485"/>
                    <a:pt x="43138" y="649"/>
                  </a:cubicBezTo>
                  <a:lnTo>
                    <a:pt x="41944" y="218"/>
                  </a:lnTo>
                  <a:cubicBezTo>
                    <a:pt x="40217" y="-436"/>
                    <a:pt x="38376" y="433"/>
                    <a:pt x="37944" y="2161"/>
                  </a:cubicBezTo>
                  <a:cubicBezTo>
                    <a:pt x="36642" y="6701"/>
                    <a:pt x="32965" y="4758"/>
                    <a:pt x="30038" y="8758"/>
                  </a:cubicBezTo>
                  <a:cubicBezTo>
                    <a:pt x="19973" y="22709"/>
                    <a:pt x="5146" y="19465"/>
                    <a:pt x="6016" y="14162"/>
                  </a:cubicBezTo>
                  <a:cubicBezTo>
                    <a:pt x="6016" y="13191"/>
                    <a:pt x="8289" y="5945"/>
                    <a:pt x="4714" y="8974"/>
                  </a:cubicBezTo>
                  <a:cubicBezTo>
                    <a:pt x="4283" y="9622"/>
                    <a:pt x="1901" y="11356"/>
                    <a:pt x="1469" y="14708"/>
                  </a:cubicBezTo>
                  <a:cubicBezTo>
                    <a:pt x="1247" y="21084"/>
                    <a:pt x="-2429" y="28653"/>
                    <a:pt x="2765" y="29739"/>
                  </a:cubicBezTo>
                  <a:cubicBezTo>
                    <a:pt x="7635" y="30710"/>
                    <a:pt x="10664" y="39359"/>
                    <a:pt x="10232" y="38819"/>
                  </a:cubicBezTo>
                  <a:cubicBezTo>
                    <a:pt x="14455" y="47144"/>
                    <a:pt x="10772" y="58282"/>
                    <a:pt x="11102" y="56771"/>
                  </a:cubicBezTo>
                  <a:cubicBezTo>
                    <a:pt x="9800" y="61635"/>
                    <a:pt x="15211" y="59044"/>
                    <a:pt x="15319" y="64124"/>
                  </a:cubicBezTo>
                  <a:cubicBezTo>
                    <a:pt x="15319" y="64772"/>
                    <a:pt x="15973" y="70182"/>
                    <a:pt x="13268" y="68232"/>
                  </a:cubicBezTo>
                  <a:cubicBezTo>
                    <a:pt x="12074" y="67369"/>
                    <a:pt x="11102" y="68232"/>
                    <a:pt x="10994" y="69966"/>
                  </a:cubicBezTo>
                  <a:cubicBezTo>
                    <a:pt x="10232" y="81752"/>
                    <a:pt x="9153" y="87263"/>
                    <a:pt x="11534" y="91486"/>
                  </a:cubicBezTo>
                  <a:cubicBezTo>
                    <a:pt x="15643" y="97214"/>
                    <a:pt x="17052" y="104999"/>
                    <a:pt x="22139" y="103380"/>
                  </a:cubicBezTo>
                  <a:cubicBezTo>
                    <a:pt x="25930" y="101646"/>
                    <a:pt x="33397" y="101646"/>
                    <a:pt x="33073" y="96458"/>
                  </a:cubicBezTo>
                  <a:cubicBezTo>
                    <a:pt x="33073" y="95919"/>
                    <a:pt x="31772" y="90832"/>
                    <a:pt x="35994" y="89969"/>
                  </a:cubicBezTo>
                  <a:cubicBezTo>
                    <a:pt x="36642" y="89969"/>
                    <a:pt x="41081" y="88457"/>
                    <a:pt x="44764" y="90400"/>
                  </a:cubicBezTo>
                  <a:cubicBezTo>
                    <a:pt x="46275" y="90940"/>
                    <a:pt x="53635" y="97106"/>
                    <a:pt x="54828" y="87479"/>
                  </a:cubicBezTo>
                  <a:cubicBezTo>
                    <a:pt x="58937" y="53742"/>
                    <a:pt x="59915" y="52770"/>
                    <a:pt x="57210" y="49094"/>
                  </a:cubicBezTo>
                  <a:lnTo>
                    <a:pt x="56448" y="48122"/>
                  </a:lnTo>
                  <a:cubicBezTo>
                    <a:pt x="52231" y="42496"/>
                    <a:pt x="64137" y="38279"/>
                    <a:pt x="61864" y="31142"/>
                  </a:cubicBezTo>
                  <a:cubicBezTo>
                    <a:pt x="61864" y="31142"/>
                    <a:pt x="59159" y="19572"/>
                    <a:pt x="55584" y="17191"/>
                  </a:cubicBezTo>
                  <a:lnTo>
                    <a:pt x="55584" y="170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7A41CFD5-B87B-0EBC-59AE-482172D915E9}"/>
                </a:ext>
              </a:extLst>
            </p:cNvPr>
            <p:cNvSpPr/>
            <p:nvPr/>
          </p:nvSpPr>
          <p:spPr>
            <a:xfrm>
              <a:off x="5342125" y="3606865"/>
              <a:ext cx="5286" cy="6318"/>
            </a:xfrm>
            <a:custGeom>
              <a:avLst/>
              <a:gdLst>
                <a:gd name="csX0" fmla="*/ 171 w 6096"/>
                <a:gd name="csY0" fmla="*/ 3552 h 7286"/>
                <a:gd name="csX1" fmla="*/ 387 w 6096"/>
                <a:gd name="csY1" fmla="*/ 5070 h 7286"/>
                <a:gd name="csX2" fmla="*/ 3740 w 6096"/>
                <a:gd name="csY2" fmla="*/ 7013 h 7286"/>
                <a:gd name="csX3" fmla="*/ 5905 w 6096"/>
                <a:gd name="csY3" fmla="*/ 1285 h 7286"/>
                <a:gd name="csX4" fmla="*/ 63 w 6096"/>
                <a:gd name="csY4" fmla="*/ 3444 h 7286"/>
                <a:gd name="csX5" fmla="*/ 171 w 6096"/>
                <a:gd name="csY5" fmla="*/ 3552 h 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96" h="7286">
                  <a:moveTo>
                    <a:pt x="171" y="3552"/>
                  </a:moveTo>
                  <a:lnTo>
                    <a:pt x="387" y="5070"/>
                  </a:lnTo>
                  <a:cubicBezTo>
                    <a:pt x="711" y="6905"/>
                    <a:pt x="2228" y="7769"/>
                    <a:pt x="3740" y="7013"/>
                  </a:cubicBezTo>
                  <a:cubicBezTo>
                    <a:pt x="6883" y="5502"/>
                    <a:pt x="6013" y="746"/>
                    <a:pt x="5905" y="1285"/>
                  </a:cubicBezTo>
                  <a:cubicBezTo>
                    <a:pt x="5581" y="-556"/>
                    <a:pt x="-692" y="-880"/>
                    <a:pt x="63" y="3444"/>
                  </a:cubicBezTo>
                  <a:lnTo>
                    <a:pt x="171" y="35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989949F8-94E7-1AEF-25DC-DB519E09AEAE}"/>
                </a:ext>
              </a:extLst>
            </p:cNvPr>
            <p:cNvSpPr/>
            <p:nvPr/>
          </p:nvSpPr>
          <p:spPr>
            <a:xfrm>
              <a:off x="5478473" y="3634982"/>
              <a:ext cx="99896" cy="60739"/>
            </a:xfrm>
            <a:custGeom>
              <a:avLst/>
              <a:gdLst>
                <a:gd name="csX0" fmla="*/ 114489 w 115207"/>
                <a:gd name="csY0" fmla="*/ 0 h 70048"/>
                <a:gd name="csX1" fmla="*/ 101821 w 115207"/>
                <a:gd name="csY1" fmla="*/ 4001 h 70048"/>
                <a:gd name="csX2" fmla="*/ 95547 w 115207"/>
                <a:gd name="csY2" fmla="*/ 6058 h 70048"/>
                <a:gd name="csX3" fmla="*/ 83425 w 115207"/>
                <a:gd name="csY3" fmla="*/ 5842 h 70048"/>
                <a:gd name="csX4" fmla="*/ 53764 w 115207"/>
                <a:gd name="csY4" fmla="*/ 10706 h 70048"/>
                <a:gd name="csX5" fmla="*/ 43375 w 115207"/>
                <a:gd name="csY5" fmla="*/ 9951 h 70048"/>
                <a:gd name="csX6" fmla="*/ 37425 w 115207"/>
                <a:gd name="csY6" fmla="*/ 6814 h 70048"/>
                <a:gd name="csX7" fmla="*/ 28548 w 115207"/>
                <a:gd name="csY7" fmla="*/ 2597 h 70048"/>
                <a:gd name="csX8" fmla="*/ 22052 w 115207"/>
                <a:gd name="csY8" fmla="*/ 6490 h 70048"/>
                <a:gd name="csX9" fmla="*/ 17505 w 115207"/>
                <a:gd name="csY9" fmla="*/ 9843 h 70048"/>
                <a:gd name="csX10" fmla="*/ 12527 w 115207"/>
                <a:gd name="csY10" fmla="*/ 6814 h 70048"/>
                <a:gd name="csX11" fmla="*/ 729 w 115207"/>
                <a:gd name="csY11" fmla="*/ 14275 h 70048"/>
                <a:gd name="csX12" fmla="*/ 2462 w 115207"/>
                <a:gd name="csY12" fmla="*/ 27146 h 70048"/>
                <a:gd name="csX13" fmla="*/ 10146 w 115207"/>
                <a:gd name="csY13" fmla="*/ 30277 h 70048"/>
                <a:gd name="csX14" fmla="*/ 18591 w 115207"/>
                <a:gd name="csY14" fmla="*/ 32442 h 70048"/>
                <a:gd name="csX15" fmla="*/ 29088 w 115207"/>
                <a:gd name="csY15" fmla="*/ 36119 h 70048"/>
                <a:gd name="csX16" fmla="*/ 55929 w 115207"/>
                <a:gd name="csY16" fmla="*/ 51689 h 70048"/>
                <a:gd name="csX17" fmla="*/ 68705 w 115207"/>
                <a:gd name="csY17" fmla="*/ 54934 h 70048"/>
                <a:gd name="csX18" fmla="*/ 79418 w 115207"/>
                <a:gd name="csY18" fmla="*/ 65856 h 70048"/>
                <a:gd name="csX19" fmla="*/ 97712 w 115207"/>
                <a:gd name="csY19" fmla="*/ 69641 h 70048"/>
                <a:gd name="csX20" fmla="*/ 99770 w 115207"/>
                <a:gd name="csY20" fmla="*/ 64453 h 70048"/>
                <a:gd name="csX21" fmla="*/ 104310 w 115207"/>
                <a:gd name="csY21" fmla="*/ 57099 h 70048"/>
                <a:gd name="csX22" fmla="*/ 103986 w 115207"/>
                <a:gd name="csY22" fmla="*/ 49962 h 70048"/>
                <a:gd name="csX23" fmla="*/ 101928 w 115207"/>
                <a:gd name="csY23" fmla="*/ 42393 h 70048"/>
                <a:gd name="csX24" fmla="*/ 101497 w 115207"/>
                <a:gd name="csY24" fmla="*/ 42177 h 70048"/>
                <a:gd name="csX25" fmla="*/ 100525 w 115207"/>
                <a:gd name="csY25" fmla="*/ 28550 h 70048"/>
                <a:gd name="csX26" fmla="*/ 114489 w 115207"/>
                <a:gd name="csY26" fmla="*/ 216 h 70048"/>
                <a:gd name="csX27" fmla="*/ 114489 w 115207"/>
                <a:gd name="csY27" fmla="*/ 0 h 7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5207" h="70048">
                  <a:moveTo>
                    <a:pt x="114489" y="0"/>
                  </a:moveTo>
                  <a:cubicBezTo>
                    <a:pt x="109618" y="864"/>
                    <a:pt x="105072" y="972"/>
                    <a:pt x="101821" y="4001"/>
                  </a:cubicBezTo>
                  <a:cubicBezTo>
                    <a:pt x="101281" y="4324"/>
                    <a:pt x="99115" y="6814"/>
                    <a:pt x="95547" y="6058"/>
                  </a:cubicBezTo>
                  <a:cubicBezTo>
                    <a:pt x="92626" y="5734"/>
                    <a:pt x="87648" y="3245"/>
                    <a:pt x="83425" y="5842"/>
                  </a:cubicBezTo>
                  <a:cubicBezTo>
                    <a:pt x="68159" y="15138"/>
                    <a:pt x="68051" y="7569"/>
                    <a:pt x="53764" y="10706"/>
                  </a:cubicBezTo>
                  <a:cubicBezTo>
                    <a:pt x="51713" y="10814"/>
                    <a:pt x="46512" y="13519"/>
                    <a:pt x="43375" y="9951"/>
                  </a:cubicBezTo>
                  <a:cubicBezTo>
                    <a:pt x="42836" y="9519"/>
                    <a:pt x="40778" y="6166"/>
                    <a:pt x="37425" y="6814"/>
                  </a:cubicBezTo>
                  <a:cubicBezTo>
                    <a:pt x="33311" y="7461"/>
                    <a:pt x="33418" y="1734"/>
                    <a:pt x="28548" y="2597"/>
                  </a:cubicBezTo>
                  <a:cubicBezTo>
                    <a:pt x="28008" y="2813"/>
                    <a:pt x="23786" y="2597"/>
                    <a:pt x="22052" y="6490"/>
                  </a:cubicBezTo>
                  <a:cubicBezTo>
                    <a:pt x="21512" y="7138"/>
                    <a:pt x="20433" y="9627"/>
                    <a:pt x="17505" y="9843"/>
                  </a:cubicBezTo>
                  <a:cubicBezTo>
                    <a:pt x="14261" y="10058"/>
                    <a:pt x="11879" y="6274"/>
                    <a:pt x="12527" y="6814"/>
                  </a:cubicBezTo>
                  <a:cubicBezTo>
                    <a:pt x="9930" y="2165"/>
                    <a:pt x="1167" y="10166"/>
                    <a:pt x="729" y="14275"/>
                  </a:cubicBezTo>
                  <a:cubicBezTo>
                    <a:pt x="729" y="18060"/>
                    <a:pt x="-1761" y="24225"/>
                    <a:pt x="2462" y="27146"/>
                  </a:cubicBezTo>
                  <a:cubicBezTo>
                    <a:pt x="3110" y="27470"/>
                    <a:pt x="5815" y="30169"/>
                    <a:pt x="10146" y="30277"/>
                  </a:cubicBezTo>
                  <a:cubicBezTo>
                    <a:pt x="11339" y="30385"/>
                    <a:pt x="16534" y="29737"/>
                    <a:pt x="18591" y="32442"/>
                  </a:cubicBezTo>
                  <a:cubicBezTo>
                    <a:pt x="20757" y="35471"/>
                    <a:pt x="24865" y="33306"/>
                    <a:pt x="29088" y="36119"/>
                  </a:cubicBezTo>
                  <a:cubicBezTo>
                    <a:pt x="48462" y="48882"/>
                    <a:pt x="51275" y="51473"/>
                    <a:pt x="55929" y="51689"/>
                  </a:cubicBezTo>
                  <a:cubicBezTo>
                    <a:pt x="59828" y="52337"/>
                    <a:pt x="65778" y="50825"/>
                    <a:pt x="68705" y="54934"/>
                  </a:cubicBezTo>
                  <a:cubicBezTo>
                    <a:pt x="74008" y="62503"/>
                    <a:pt x="75303" y="65316"/>
                    <a:pt x="79418" y="65856"/>
                  </a:cubicBezTo>
                  <a:cubicBezTo>
                    <a:pt x="87971" y="66935"/>
                    <a:pt x="94245" y="67158"/>
                    <a:pt x="97712" y="69641"/>
                  </a:cubicBezTo>
                  <a:cubicBezTo>
                    <a:pt x="100957" y="71914"/>
                    <a:pt x="99877" y="63913"/>
                    <a:pt x="99770" y="64453"/>
                  </a:cubicBezTo>
                  <a:cubicBezTo>
                    <a:pt x="99547" y="60128"/>
                    <a:pt x="104856" y="56560"/>
                    <a:pt x="104310" y="57099"/>
                  </a:cubicBezTo>
                  <a:cubicBezTo>
                    <a:pt x="107561" y="54394"/>
                    <a:pt x="103770" y="49314"/>
                    <a:pt x="103986" y="49962"/>
                  </a:cubicBezTo>
                  <a:cubicBezTo>
                    <a:pt x="101497" y="45638"/>
                    <a:pt x="106151" y="44876"/>
                    <a:pt x="101928" y="42393"/>
                  </a:cubicBezTo>
                  <a:lnTo>
                    <a:pt x="101497" y="42177"/>
                  </a:lnTo>
                  <a:cubicBezTo>
                    <a:pt x="97388" y="39688"/>
                    <a:pt x="98468" y="32118"/>
                    <a:pt x="100525" y="28550"/>
                  </a:cubicBezTo>
                  <a:cubicBezTo>
                    <a:pt x="100525" y="28550"/>
                    <a:pt x="119036" y="-540"/>
                    <a:pt x="114489" y="216"/>
                  </a:cubicBezTo>
                  <a:lnTo>
                    <a:pt x="11448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C0162A5B-AA19-187E-C03D-E6EE6E49350E}"/>
                </a:ext>
              </a:extLst>
            </p:cNvPr>
            <p:cNvSpPr/>
            <p:nvPr/>
          </p:nvSpPr>
          <p:spPr>
            <a:xfrm>
              <a:off x="5401310" y="3460417"/>
              <a:ext cx="11376" cy="6356"/>
            </a:xfrm>
            <a:custGeom>
              <a:avLst/>
              <a:gdLst>
                <a:gd name="csX0" fmla="*/ 2698 w 13119"/>
                <a:gd name="csY0" fmla="*/ 1269 h 7330"/>
                <a:gd name="csX1" fmla="*/ 101 w 13119"/>
                <a:gd name="csY1" fmla="*/ 4184 h 7330"/>
                <a:gd name="csX2" fmla="*/ 10382 w 13119"/>
                <a:gd name="csY2" fmla="*/ 6997 h 7330"/>
                <a:gd name="csX3" fmla="*/ 13087 w 13119"/>
                <a:gd name="csY3" fmla="*/ 2241 h 7330"/>
                <a:gd name="csX4" fmla="*/ 10166 w 13119"/>
                <a:gd name="csY4" fmla="*/ 291 h 7330"/>
                <a:gd name="csX5" fmla="*/ 3670 w 13119"/>
                <a:gd name="csY5" fmla="*/ 1269 h 7330"/>
                <a:gd name="csX6" fmla="*/ 2698 w 13119"/>
                <a:gd name="csY6" fmla="*/ 1269 h 7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9" h="7330">
                  <a:moveTo>
                    <a:pt x="2698" y="1269"/>
                  </a:moveTo>
                  <a:cubicBezTo>
                    <a:pt x="-553" y="939"/>
                    <a:pt x="-7" y="4724"/>
                    <a:pt x="101" y="4184"/>
                  </a:cubicBezTo>
                  <a:cubicBezTo>
                    <a:pt x="1289" y="9594"/>
                    <a:pt x="6375" y="4184"/>
                    <a:pt x="10382" y="6997"/>
                  </a:cubicBezTo>
                  <a:cubicBezTo>
                    <a:pt x="13195" y="8946"/>
                    <a:pt x="13195" y="1701"/>
                    <a:pt x="13087" y="2241"/>
                  </a:cubicBezTo>
                  <a:cubicBezTo>
                    <a:pt x="13411" y="-1112"/>
                    <a:pt x="9518" y="291"/>
                    <a:pt x="10166" y="291"/>
                  </a:cubicBezTo>
                  <a:cubicBezTo>
                    <a:pt x="8432" y="1047"/>
                    <a:pt x="5511" y="1485"/>
                    <a:pt x="3670" y="1269"/>
                  </a:cubicBezTo>
                  <a:lnTo>
                    <a:pt x="2698" y="1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63531B9D-680F-1405-D20F-C0C1435AA7E0}"/>
                </a:ext>
              </a:extLst>
            </p:cNvPr>
            <p:cNvSpPr/>
            <p:nvPr/>
          </p:nvSpPr>
          <p:spPr>
            <a:xfrm>
              <a:off x="5459294" y="3687218"/>
              <a:ext cx="7918" cy="5748"/>
            </a:xfrm>
            <a:custGeom>
              <a:avLst/>
              <a:gdLst>
                <a:gd name="csX0" fmla="*/ 3589 w 9131"/>
                <a:gd name="csY0" fmla="*/ 6262 h 6629"/>
                <a:gd name="csX1" fmla="*/ 7805 w 9131"/>
                <a:gd name="csY1" fmla="*/ 2261 h 6629"/>
                <a:gd name="csX2" fmla="*/ 14 w 9131"/>
                <a:gd name="csY2" fmla="*/ 2261 h 6629"/>
                <a:gd name="csX3" fmla="*/ 3589 w 9131"/>
                <a:gd name="csY3" fmla="*/ 6370 h 6629"/>
                <a:gd name="csX4" fmla="*/ 3589 w 9131"/>
                <a:gd name="csY4" fmla="*/ 6262 h 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31" h="6629">
                  <a:moveTo>
                    <a:pt x="3589" y="6262"/>
                  </a:moveTo>
                  <a:cubicBezTo>
                    <a:pt x="4560" y="5722"/>
                    <a:pt x="12136" y="4102"/>
                    <a:pt x="7805" y="2261"/>
                  </a:cubicBezTo>
                  <a:cubicBezTo>
                    <a:pt x="5970" y="1829"/>
                    <a:pt x="-310" y="-2603"/>
                    <a:pt x="14" y="2261"/>
                  </a:cubicBezTo>
                  <a:cubicBezTo>
                    <a:pt x="14" y="2261"/>
                    <a:pt x="-418" y="7887"/>
                    <a:pt x="3589" y="6370"/>
                  </a:cubicBezTo>
                  <a:lnTo>
                    <a:pt x="3589" y="62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E902603F-4BD8-8182-F04A-07E10C4F0802}"/>
                </a:ext>
              </a:extLst>
            </p:cNvPr>
            <p:cNvSpPr/>
            <p:nvPr/>
          </p:nvSpPr>
          <p:spPr>
            <a:xfrm>
              <a:off x="5290092" y="3291236"/>
              <a:ext cx="383966" cy="356320"/>
            </a:xfrm>
            <a:custGeom>
              <a:avLst/>
              <a:gdLst>
                <a:gd name="csX0" fmla="*/ 437166 w 442816"/>
                <a:gd name="csY0" fmla="*/ 305594 h 410932"/>
                <a:gd name="csX1" fmla="*/ 419411 w 442816"/>
                <a:gd name="csY1" fmla="*/ 290239 h 410932"/>
                <a:gd name="csX2" fmla="*/ 380771 w 442816"/>
                <a:gd name="csY2" fmla="*/ 270561 h 410932"/>
                <a:gd name="csX3" fmla="*/ 347757 w 442816"/>
                <a:gd name="csY3" fmla="*/ 256070 h 410932"/>
                <a:gd name="csX4" fmla="*/ 348628 w 442816"/>
                <a:gd name="csY4" fmla="*/ 249149 h 410932"/>
                <a:gd name="csX5" fmla="*/ 355879 w 442816"/>
                <a:gd name="csY5" fmla="*/ 241148 h 410932"/>
                <a:gd name="csX6" fmla="*/ 349707 w 442816"/>
                <a:gd name="csY6" fmla="*/ 236607 h 410932"/>
                <a:gd name="csX7" fmla="*/ 342779 w 442816"/>
                <a:gd name="csY7" fmla="*/ 238334 h 410932"/>
                <a:gd name="csX8" fmla="*/ 337261 w 442816"/>
                <a:gd name="csY8" fmla="*/ 238334 h 410932"/>
                <a:gd name="csX9" fmla="*/ 312369 w 442816"/>
                <a:gd name="csY9" fmla="*/ 234226 h 410932"/>
                <a:gd name="csX10" fmla="*/ 278269 w 442816"/>
                <a:gd name="csY10" fmla="*/ 207296 h 410932"/>
                <a:gd name="csX11" fmla="*/ 250241 w 442816"/>
                <a:gd name="csY11" fmla="*/ 158528 h 410932"/>
                <a:gd name="csX12" fmla="*/ 221234 w 442816"/>
                <a:gd name="csY12" fmla="*/ 140145 h 410932"/>
                <a:gd name="csX13" fmla="*/ 211493 w 442816"/>
                <a:gd name="csY13" fmla="*/ 126517 h 410932"/>
                <a:gd name="csX14" fmla="*/ 212356 w 442816"/>
                <a:gd name="csY14" fmla="*/ 106407 h 410932"/>
                <a:gd name="csX15" fmla="*/ 213544 w 442816"/>
                <a:gd name="csY15" fmla="*/ 106731 h 410932"/>
                <a:gd name="csX16" fmla="*/ 216364 w 442816"/>
                <a:gd name="csY16" fmla="*/ 96241 h 410932"/>
                <a:gd name="csX17" fmla="*/ 212465 w 442816"/>
                <a:gd name="csY17" fmla="*/ 89211 h 410932"/>
                <a:gd name="csX18" fmla="*/ 211169 w 442816"/>
                <a:gd name="csY18" fmla="*/ 84779 h 410932"/>
                <a:gd name="csX19" fmla="*/ 210947 w 442816"/>
                <a:gd name="csY19" fmla="*/ 84779 h 410932"/>
                <a:gd name="csX20" fmla="*/ 208242 w 442816"/>
                <a:gd name="csY20" fmla="*/ 79699 h 410932"/>
                <a:gd name="csX21" fmla="*/ 215817 w 442816"/>
                <a:gd name="csY21" fmla="*/ 72238 h 410932"/>
                <a:gd name="csX22" fmla="*/ 217767 w 442816"/>
                <a:gd name="csY22" fmla="*/ 76670 h 410932"/>
                <a:gd name="csX23" fmla="*/ 219177 w 442816"/>
                <a:gd name="csY23" fmla="*/ 78181 h 410932"/>
                <a:gd name="csX24" fmla="*/ 238550 w 442816"/>
                <a:gd name="csY24" fmla="*/ 70288 h 410932"/>
                <a:gd name="csX25" fmla="*/ 243421 w 442816"/>
                <a:gd name="csY25" fmla="*/ 64992 h 410932"/>
                <a:gd name="csX26" fmla="*/ 250888 w 442816"/>
                <a:gd name="csY26" fmla="*/ 67151 h 410932"/>
                <a:gd name="csX27" fmla="*/ 254464 w 442816"/>
                <a:gd name="csY27" fmla="*/ 67583 h 410932"/>
                <a:gd name="csX28" fmla="*/ 257600 w 442816"/>
                <a:gd name="csY28" fmla="*/ 63583 h 410932"/>
                <a:gd name="csX29" fmla="*/ 262039 w 442816"/>
                <a:gd name="csY29" fmla="*/ 49200 h 410932"/>
                <a:gd name="csX30" fmla="*/ 250672 w 442816"/>
                <a:gd name="csY30" fmla="*/ 43796 h 410932"/>
                <a:gd name="csX31" fmla="*/ 263334 w 442816"/>
                <a:gd name="csY31" fmla="*/ 28658 h 410932"/>
                <a:gd name="csX32" fmla="*/ 213328 w 442816"/>
                <a:gd name="csY32" fmla="*/ 18383 h 410932"/>
                <a:gd name="csX33" fmla="*/ 205429 w 442816"/>
                <a:gd name="csY33" fmla="*/ 0 h 410932"/>
                <a:gd name="csX34" fmla="*/ 169278 w 442816"/>
                <a:gd name="csY34" fmla="*/ 3785 h 410932"/>
                <a:gd name="csX35" fmla="*/ 162350 w 442816"/>
                <a:gd name="csY35" fmla="*/ 19787 h 410932"/>
                <a:gd name="csX36" fmla="*/ 152070 w 442816"/>
                <a:gd name="csY36" fmla="*/ 14923 h 410932"/>
                <a:gd name="csX37" fmla="*/ 128689 w 442816"/>
                <a:gd name="csY37" fmla="*/ 46285 h 410932"/>
                <a:gd name="csX38" fmla="*/ 97733 w 442816"/>
                <a:gd name="csY38" fmla="*/ 30817 h 410932"/>
                <a:gd name="csX39" fmla="*/ 90919 w 442816"/>
                <a:gd name="csY39" fmla="*/ 59906 h 410932"/>
                <a:gd name="csX40" fmla="*/ 79445 w 442816"/>
                <a:gd name="csY40" fmla="*/ 62935 h 410932"/>
                <a:gd name="csX41" fmla="*/ 63208 w 442816"/>
                <a:gd name="csY41" fmla="*/ 32874 h 410932"/>
                <a:gd name="csX42" fmla="*/ 53251 w 442816"/>
                <a:gd name="csY42" fmla="*/ 41523 h 410932"/>
                <a:gd name="csX43" fmla="*/ 44050 w 442816"/>
                <a:gd name="csY43" fmla="*/ 57423 h 410932"/>
                <a:gd name="csX44" fmla="*/ 12338 w 442816"/>
                <a:gd name="csY44" fmla="*/ 56769 h 410932"/>
                <a:gd name="csX45" fmla="*/ 5518 w 442816"/>
                <a:gd name="csY45" fmla="*/ 66072 h 410932"/>
                <a:gd name="csX46" fmla="*/ 15259 w 442816"/>
                <a:gd name="csY46" fmla="*/ 85858 h 410932"/>
                <a:gd name="csX47" fmla="*/ 0 w 442816"/>
                <a:gd name="csY47" fmla="*/ 95161 h 410932"/>
                <a:gd name="csX48" fmla="*/ 11906 w 442816"/>
                <a:gd name="csY48" fmla="*/ 112027 h 410932"/>
                <a:gd name="csX49" fmla="*/ 8547 w 442816"/>
                <a:gd name="csY49" fmla="*/ 130194 h 410932"/>
                <a:gd name="csX50" fmla="*/ 34849 w 442816"/>
                <a:gd name="csY50" fmla="*/ 135604 h 410932"/>
                <a:gd name="csX51" fmla="*/ 27489 w 442816"/>
                <a:gd name="csY51" fmla="*/ 154743 h 410932"/>
                <a:gd name="csX52" fmla="*/ 56604 w 442816"/>
                <a:gd name="csY52" fmla="*/ 142958 h 410932"/>
                <a:gd name="csX53" fmla="*/ 58769 w 442816"/>
                <a:gd name="csY53" fmla="*/ 138633 h 410932"/>
                <a:gd name="csX54" fmla="*/ 68942 w 442816"/>
                <a:gd name="csY54" fmla="*/ 131388 h 410932"/>
                <a:gd name="csX55" fmla="*/ 79553 w 442816"/>
                <a:gd name="csY55" fmla="*/ 124466 h 410932"/>
                <a:gd name="csX56" fmla="*/ 99034 w 442816"/>
                <a:gd name="csY56" fmla="*/ 131064 h 410932"/>
                <a:gd name="csX57" fmla="*/ 118624 w 442816"/>
                <a:gd name="csY57" fmla="*/ 140684 h 410932"/>
                <a:gd name="csX58" fmla="*/ 132156 w 442816"/>
                <a:gd name="csY58" fmla="*/ 148146 h 410932"/>
                <a:gd name="csX59" fmla="*/ 133991 w 442816"/>
                <a:gd name="csY59" fmla="*/ 158204 h 410932"/>
                <a:gd name="csX60" fmla="*/ 143516 w 442816"/>
                <a:gd name="csY60" fmla="*/ 177127 h 410932"/>
                <a:gd name="csX61" fmla="*/ 143516 w 442816"/>
                <a:gd name="csY61" fmla="*/ 187293 h 410932"/>
                <a:gd name="csX62" fmla="*/ 150012 w 442816"/>
                <a:gd name="csY62" fmla="*/ 191294 h 410932"/>
                <a:gd name="csX63" fmla="*/ 155422 w 442816"/>
                <a:gd name="csY63" fmla="*/ 198755 h 410932"/>
                <a:gd name="csX64" fmla="*/ 168091 w 442816"/>
                <a:gd name="csY64" fmla="*/ 212166 h 410932"/>
                <a:gd name="csX65" fmla="*/ 175882 w 442816"/>
                <a:gd name="csY65" fmla="*/ 215951 h 410932"/>
                <a:gd name="csX66" fmla="*/ 194170 w 442816"/>
                <a:gd name="csY66" fmla="*/ 231305 h 410932"/>
                <a:gd name="csX67" fmla="*/ 220256 w 442816"/>
                <a:gd name="csY67" fmla="*/ 255962 h 410932"/>
                <a:gd name="csX68" fmla="*/ 232594 w 442816"/>
                <a:gd name="csY68" fmla="*/ 260826 h 410932"/>
                <a:gd name="csX69" fmla="*/ 238227 w 442816"/>
                <a:gd name="csY69" fmla="*/ 265259 h 410932"/>
                <a:gd name="csX70" fmla="*/ 243421 w 442816"/>
                <a:gd name="csY70" fmla="*/ 267748 h 410932"/>
                <a:gd name="csX71" fmla="*/ 251104 w 442816"/>
                <a:gd name="csY71" fmla="*/ 267100 h 410932"/>
                <a:gd name="csX72" fmla="*/ 261277 w 442816"/>
                <a:gd name="csY72" fmla="*/ 268719 h 410932"/>
                <a:gd name="csX73" fmla="*/ 266147 w 442816"/>
                <a:gd name="csY73" fmla="*/ 270237 h 410932"/>
                <a:gd name="csX74" fmla="*/ 280111 w 442816"/>
                <a:gd name="csY74" fmla="*/ 286455 h 410932"/>
                <a:gd name="csX75" fmla="*/ 289420 w 442816"/>
                <a:gd name="csY75" fmla="*/ 287534 h 410932"/>
                <a:gd name="csX76" fmla="*/ 289420 w 442816"/>
                <a:gd name="csY76" fmla="*/ 292837 h 410932"/>
                <a:gd name="csX77" fmla="*/ 306089 w 442816"/>
                <a:gd name="csY77" fmla="*/ 295542 h 410932"/>
                <a:gd name="csX78" fmla="*/ 310743 w 442816"/>
                <a:gd name="csY78" fmla="*/ 307327 h 410932"/>
                <a:gd name="csX79" fmla="*/ 312801 w 442816"/>
                <a:gd name="csY79" fmla="*/ 312947 h 410932"/>
                <a:gd name="csX80" fmla="*/ 330225 w 442816"/>
                <a:gd name="csY80" fmla="*/ 320840 h 410932"/>
                <a:gd name="csX81" fmla="*/ 337369 w 442816"/>
                <a:gd name="csY81" fmla="*/ 322358 h 410932"/>
                <a:gd name="csX82" fmla="*/ 351333 w 442816"/>
                <a:gd name="csY82" fmla="*/ 351987 h 410932"/>
                <a:gd name="csX83" fmla="*/ 355447 w 442816"/>
                <a:gd name="csY83" fmla="*/ 367773 h 410932"/>
                <a:gd name="csX84" fmla="*/ 357067 w 442816"/>
                <a:gd name="csY84" fmla="*/ 373939 h 410932"/>
                <a:gd name="csX85" fmla="*/ 346354 w 442816"/>
                <a:gd name="csY85" fmla="*/ 379889 h 410932"/>
                <a:gd name="csX86" fmla="*/ 345376 w 442816"/>
                <a:gd name="csY86" fmla="*/ 389077 h 410932"/>
                <a:gd name="csX87" fmla="*/ 337801 w 442816"/>
                <a:gd name="csY87" fmla="*/ 403136 h 410932"/>
                <a:gd name="csX88" fmla="*/ 342779 w 442816"/>
                <a:gd name="csY88" fmla="*/ 410921 h 410932"/>
                <a:gd name="csX89" fmla="*/ 355340 w 442816"/>
                <a:gd name="csY89" fmla="*/ 407137 h 410932"/>
                <a:gd name="csX90" fmla="*/ 360318 w 442816"/>
                <a:gd name="csY90" fmla="*/ 398272 h 410932"/>
                <a:gd name="csX91" fmla="*/ 368325 w 442816"/>
                <a:gd name="csY91" fmla="*/ 392322 h 410932"/>
                <a:gd name="csX92" fmla="*/ 374059 w 442816"/>
                <a:gd name="csY92" fmla="*/ 373507 h 410932"/>
                <a:gd name="csX93" fmla="*/ 378282 w 442816"/>
                <a:gd name="csY93" fmla="*/ 370478 h 410932"/>
                <a:gd name="csX94" fmla="*/ 388994 w 442816"/>
                <a:gd name="csY94" fmla="*/ 368535 h 410932"/>
                <a:gd name="csX95" fmla="*/ 392354 w 442816"/>
                <a:gd name="csY95" fmla="*/ 365182 h 410932"/>
                <a:gd name="csX96" fmla="*/ 389109 w 442816"/>
                <a:gd name="csY96" fmla="*/ 346037 h 410932"/>
                <a:gd name="csX97" fmla="*/ 375685 w 442816"/>
                <a:gd name="csY97" fmla="*/ 339769 h 410932"/>
                <a:gd name="csX98" fmla="*/ 370167 w 442816"/>
                <a:gd name="csY98" fmla="*/ 333280 h 410932"/>
                <a:gd name="csX99" fmla="*/ 371786 w 442816"/>
                <a:gd name="csY99" fmla="*/ 325711 h 410932"/>
                <a:gd name="csX100" fmla="*/ 373951 w 442816"/>
                <a:gd name="csY100" fmla="*/ 318141 h 410932"/>
                <a:gd name="csX101" fmla="*/ 389433 w 442816"/>
                <a:gd name="csY101" fmla="*/ 299758 h 410932"/>
                <a:gd name="csX102" fmla="*/ 394087 w 442816"/>
                <a:gd name="csY102" fmla="*/ 299758 h 410932"/>
                <a:gd name="csX103" fmla="*/ 399605 w 442816"/>
                <a:gd name="csY103" fmla="*/ 306464 h 410932"/>
                <a:gd name="csX104" fmla="*/ 425475 w 442816"/>
                <a:gd name="csY104" fmla="*/ 319329 h 410932"/>
                <a:gd name="csX105" fmla="*/ 428936 w 442816"/>
                <a:gd name="csY105" fmla="*/ 326466 h 410932"/>
                <a:gd name="csX106" fmla="*/ 440518 w 442816"/>
                <a:gd name="csY106" fmla="*/ 327222 h 410932"/>
                <a:gd name="csX107" fmla="*/ 437597 w 442816"/>
                <a:gd name="csY107" fmla="*/ 305702 h 410932"/>
                <a:gd name="csX108" fmla="*/ 437166 w 442816"/>
                <a:gd name="csY108" fmla="*/ 305594 h 410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442816" h="410932">
                  <a:moveTo>
                    <a:pt x="437166" y="305594"/>
                  </a:moveTo>
                  <a:cubicBezTo>
                    <a:pt x="420821" y="293916"/>
                    <a:pt x="425475" y="292297"/>
                    <a:pt x="419411" y="290239"/>
                  </a:cubicBezTo>
                  <a:cubicBezTo>
                    <a:pt x="394843" y="281699"/>
                    <a:pt x="390836" y="274130"/>
                    <a:pt x="380771" y="270561"/>
                  </a:cubicBezTo>
                  <a:cubicBezTo>
                    <a:pt x="351009" y="259963"/>
                    <a:pt x="349383" y="260286"/>
                    <a:pt x="347757" y="256070"/>
                  </a:cubicBezTo>
                  <a:cubicBezTo>
                    <a:pt x="347757" y="255530"/>
                    <a:pt x="344837" y="251206"/>
                    <a:pt x="348628" y="249149"/>
                  </a:cubicBezTo>
                  <a:cubicBezTo>
                    <a:pt x="351117" y="247199"/>
                    <a:pt x="358477" y="245256"/>
                    <a:pt x="355879" y="241148"/>
                  </a:cubicBezTo>
                  <a:cubicBezTo>
                    <a:pt x="355333" y="240608"/>
                    <a:pt x="353930" y="236493"/>
                    <a:pt x="349707" y="236607"/>
                  </a:cubicBezTo>
                  <a:cubicBezTo>
                    <a:pt x="348952" y="236607"/>
                    <a:pt x="343103" y="236169"/>
                    <a:pt x="342779" y="238334"/>
                  </a:cubicBezTo>
                  <a:cubicBezTo>
                    <a:pt x="342455" y="240500"/>
                    <a:pt x="337801" y="240284"/>
                    <a:pt x="337261" y="238334"/>
                  </a:cubicBezTo>
                  <a:cubicBezTo>
                    <a:pt x="336290" y="234874"/>
                    <a:pt x="318643" y="238766"/>
                    <a:pt x="312369" y="234226"/>
                  </a:cubicBezTo>
                  <a:cubicBezTo>
                    <a:pt x="281629" y="212058"/>
                    <a:pt x="279895" y="211626"/>
                    <a:pt x="278269" y="207296"/>
                  </a:cubicBezTo>
                  <a:cubicBezTo>
                    <a:pt x="253809" y="142526"/>
                    <a:pt x="264096" y="168910"/>
                    <a:pt x="250241" y="158528"/>
                  </a:cubicBezTo>
                  <a:cubicBezTo>
                    <a:pt x="221558" y="136900"/>
                    <a:pt x="226428" y="145986"/>
                    <a:pt x="221234" y="140145"/>
                  </a:cubicBezTo>
                  <a:cubicBezTo>
                    <a:pt x="215817" y="134201"/>
                    <a:pt x="211925" y="130956"/>
                    <a:pt x="211493" y="126517"/>
                  </a:cubicBezTo>
                  <a:cubicBezTo>
                    <a:pt x="209652" y="110084"/>
                    <a:pt x="208026" y="105220"/>
                    <a:pt x="212356" y="106407"/>
                  </a:cubicBezTo>
                  <a:lnTo>
                    <a:pt x="213544" y="106731"/>
                  </a:lnTo>
                  <a:cubicBezTo>
                    <a:pt x="218306" y="108134"/>
                    <a:pt x="219824" y="99054"/>
                    <a:pt x="216364" y="96241"/>
                  </a:cubicBezTo>
                  <a:cubicBezTo>
                    <a:pt x="215817" y="95593"/>
                    <a:pt x="211277" y="93428"/>
                    <a:pt x="212465" y="89211"/>
                  </a:cubicBezTo>
                  <a:cubicBezTo>
                    <a:pt x="212465" y="88563"/>
                    <a:pt x="215062" y="82614"/>
                    <a:pt x="211169" y="84779"/>
                  </a:cubicBezTo>
                  <a:lnTo>
                    <a:pt x="210947" y="84779"/>
                  </a:lnTo>
                  <a:cubicBezTo>
                    <a:pt x="207054" y="87052"/>
                    <a:pt x="205105" y="82722"/>
                    <a:pt x="208242" y="79699"/>
                  </a:cubicBezTo>
                  <a:lnTo>
                    <a:pt x="215817" y="72238"/>
                  </a:lnTo>
                  <a:cubicBezTo>
                    <a:pt x="218961" y="69101"/>
                    <a:pt x="219932" y="72885"/>
                    <a:pt x="217767" y="76670"/>
                  </a:cubicBezTo>
                  <a:cubicBezTo>
                    <a:pt x="216795" y="78181"/>
                    <a:pt x="217443" y="78937"/>
                    <a:pt x="219177" y="78181"/>
                  </a:cubicBezTo>
                  <a:lnTo>
                    <a:pt x="238550" y="70288"/>
                  </a:lnTo>
                  <a:cubicBezTo>
                    <a:pt x="243205" y="68345"/>
                    <a:pt x="238550" y="64668"/>
                    <a:pt x="243421" y="64992"/>
                  </a:cubicBezTo>
                  <a:cubicBezTo>
                    <a:pt x="244608" y="65208"/>
                    <a:pt x="250780" y="64884"/>
                    <a:pt x="250888" y="67151"/>
                  </a:cubicBezTo>
                  <a:cubicBezTo>
                    <a:pt x="250888" y="68885"/>
                    <a:pt x="255111" y="67475"/>
                    <a:pt x="254464" y="67583"/>
                  </a:cubicBezTo>
                  <a:cubicBezTo>
                    <a:pt x="257492" y="66504"/>
                    <a:pt x="257061" y="64560"/>
                    <a:pt x="257600" y="63583"/>
                  </a:cubicBezTo>
                  <a:lnTo>
                    <a:pt x="262039" y="49200"/>
                  </a:lnTo>
                  <a:lnTo>
                    <a:pt x="250672" y="43796"/>
                  </a:lnTo>
                  <a:lnTo>
                    <a:pt x="263334" y="28658"/>
                  </a:lnTo>
                  <a:lnTo>
                    <a:pt x="213328" y="18383"/>
                  </a:lnTo>
                  <a:lnTo>
                    <a:pt x="205429" y="0"/>
                  </a:lnTo>
                  <a:lnTo>
                    <a:pt x="169278" y="3785"/>
                  </a:lnTo>
                  <a:lnTo>
                    <a:pt x="162350" y="19787"/>
                  </a:lnTo>
                  <a:lnTo>
                    <a:pt x="152070" y="14923"/>
                  </a:lnTo>
                  <a:lnTo>
                    <a:pt x="128689" y="46285"/>
                  </a:lnTo>
                  <a:lnTo>
                    <a:pt x="97733" y="30817"/>
                  </a:lnTo>
                  <a:lnTo>
                    <a:pt x="90919" y="59906"/>
                  </a:lnTo>
                  <a:lnTo>
                    <a:pt x="79445" y="62935"/>
                  </a:lnTo>
                  <a:lnTo>
                    <a:pt x="63208" y="32874"/>
                  </a:lnTo>
                  <a:lnTo>
                    <a:pt x="53251" y="41523"/>
                  </a:lnTo>
                  <a:lnTo>
                    <a:pt x="44050" y="57423"/>
                  </a:lnTo>
                  <a:lnTo>
                    <a:pt x="12338" y="56769"/>
                  </a:lnTo>
                  <a:lnTo>
                    <a:pt x="5518" y="66072"/>
                  </a:lnTo>
                  <a:lnTo>
                    <a:pt x="15259" y="85858"/>
                  </a:lnTo>
                  <a:lnTo>
                    <a:pt x="0" y="95161"/>
                  </a:lnTo>
                  <a:lnTo>
                    <a:pt x="11906" y="112027"/>
                  </a:lnTo>
                  <a:lnTo>
                    <a:pt x="8547" y="130194"/>
                  </a:lnTo>
                  <a:lnTo>
                    <a:pt x="34849" y="135604"/>
                  </a:lnTo>
                  <a:lnTo>
                    <a:pt x="27489" y="154743"/>
                  </a:lnTo>
                  <a:cubicBezTo>
                    <a:pt x="37122" y="150095"/>
                    <a:pt x="53575" y="149016"/>
                    <a:pt x="56604" y="142958"/>
                  </a:cubicBezTo>
                  <a:lnTo>
                    <a:pt x="58769" y="138633"/>
                  </a:lnTo>
                  <a:cubicBezTo>
                    <a:pt x="60934" y="134309"/>
                    <a:pt x="65481" y="135064"/>
                    <a:pt x="68942" y="131388"/>
                  </a:cubicBezTo>
                  <a:cubicBezTo>
                    <a:pt x="71869" y="128899"/>
                    <a:pt x="74682" y="123063"/>
                    <a:pt x="79553" y="124466"/>
                  </a:cubicBezTo>
                  <a:cubicBezTo>
                    <a:pt x="89078" y="127279"/>
                    <a:pt x="94920" y="128575"/>
                    <a:pt x="99034" y="131064"/>
                  </a:cubicBezTo>
                  <a:cubicBezTo>
                    <a:pt x="113322" y="139821"/>
                    <a:pt x="118084" y="143821"/>
                    <a:pt x="118624" y="140684"/>
                  </a:cubicBezTo>
                  <a:cubicBezTo>
                    <a:pt x="119272" y="137116"/>
                    <a:pt x="131394" y="143605"/>
                    <a:pt x="132156" y="148146"/>
                  </a:cubicBezTo>
                  <a:lnTo>
                    <a:pt x="133991" y="158204"/>
                  </a:lnTo>
                  <a:cubicBezTo>
                    <a:pt x="134969" y="163398"/>
                    <a:pt x="143954" y="177775"/>
                    <a:pt x="143516" y="177127"/>
                  </a:cubicBezTo>
                  <a:cubicBezTo>
                    <a:pt x="145790" y="181128"/>
                    <a:pt x="143408" y="187941"/>
                    <a:pt x="143516" y="187293"/>
                  </a:cubicBezTo>
                  <a:cubicBezTo>
                    <a:pt x="142437" y="191726"/>
                    <a:pt x="150660" y="191510"/>
                    <a:pt x="150012" y="191294"/>
                  </a:cubicBezTo>
                  <a:cubicBezTo>
                    <a:pt x="154775" y="191833"/>
                    <a:pt x="151530" y="195618"/>
                    <a:pt x="155422" y="198755"/>
                  </a:cubicBezTo>
                  <a:cubicBezTo>
                    <a:pt x="165271" y="206756"/>
                    <a:pt x="167875" y="207950"/>
                    <a:pt x="168091" y="212166"/>
                  </a:cubicBezTo>
                  <a:cubicBezTo>
                    <a:pt x="168307" y="216599"/>
                    <a:pt x="171120" y="214001"/>
                    <a:pt x="175882" y="215951"/>
                  </a:cubicBezTo>
                  <a:cubicBezTo>
                    <a:pt x="196336" y="224384"/>
                    <a:pt x="184537" y="222117"/>
                    <a:pt x="194170" y="231305"/>
                  </a:cubicBezTo>
                  <a:lnTo>
                    <a:pt x="220256" y="255962"/>
                  </a:lnTo>
                  <a:cubicBezTo>
                    <a:pt x="223939" y="259423"/>
                    <a:pt x="233140" y="261042"/>
                    <a:pt x="232594" y="260826"/>
                  </a:cubicBezTo>
                  <a:cubicBezTo>
                    <a:pt x="236169" y="261798"/>
                    <a:pt x="238766" y="265913"/>
                    <a:pt x="238227" y="265259"/>
                  </a:cubicBezTo>
                  <a:cubicBezTo>
                    <a:pt x="239198" y="266776"/>
                    <a:pt x="241579" y="267964"/>
                    <a:pt x="243421" y="267748"/>
                  </a:cubicBezTo>
                  <a:lnTo>
                    <a:pt x="251104" y="267100"/>
                  </a:lnTo>
                  <a:cubicBezTo>
                    <a:pt x="256083" y="266668"/>
                    <a:pt x="256845" y="270561"/>
                    <a:pt x="261277" y="268719"/>
                  </a:cubicBezTo>
                  <a:cubicBezTo>
                    <a:pt x="261823" y="268719"/>
                    <a:pt x="264528" y="267532"/>
                    <a:pt x="266147" y="270237"/>
                  </a:cubicBezTo>
                  <a:cubicBezTo>
                    <a:pt x="275025" y="284182"/>
                    <a:pt x="275888" y="286887"/>
                    <a:pt x="280111" y="286455"/>
                  </a:cubicBezTo>
                  <a:cubicBezTo>
                    <a:pt x="281413" y="286455"/>
                    <a:pt x="286391" y="285160"/>
                    <a:pt x="289420" y="287534"/>
                  </a:cubicBezTo>
                  <a:cubicBezTo>
                    <a:pt x="291909" y="289484"/>
                    <a:pt x="289312" y="293376"/>
                    <a:pt x="289420" y="292837"/>
                  </a:cubicBezTo>
                  <a:cubicBezTo>
                    <a:pt x="285413" y="299218"/>
                    <a:pt x="302298" y="289700"/>
                    <a:pt x="306089" y="295542"/>
                  </a:cubicBezTo>
                  <a:cubicBezTo>
                    <a:pt x="307606" y="298456"/>
                    <a:pt x="311823" y="302349"/>
                    <a:pt x="310743" y="307327"/>
                  </a:cubicBezTo>
                  <a:cubicBezTo>
                    <a:pt x="310743" y="307867"/>
                    <a:pt x="309772" y="311004"/>
                    <a:pt x="312801" y="312947"/>
                  </a:cubicBezTo>
                  <a:cubicBezTo>
                    <a:pt x="324059" y="319977"/>
                    <a:pt x="326218" y="322034"/>
                    <a:pt x="330225" y="320840"/>
                  </a:cubicBezTo>
                  <a:cubicBezTo>
                    <a:pt x="331197" y="320840"/>
                    <a:pt x="335851" y="318357"/>
                    <a:pt x="337369" y="322358"/>
                  </a:cubicBezTo>
                  <a:cubicBezTo>
                    <a:pt x="349707" y="355340"/>
                    <a:pt x="350139" y="344310"/>
                    <a:pt x="351333" y="351987"/>
                  </a:cubicBezTo>
                  <a:cubicBezTo>
                    <a:pt x="352304" y="358369"/>
                    <a:pt x="352412" y="364096"/>
                    <a:pt x="355447" y="367773"/>
                  </a:cubicBezTo>
                  <a:cubicBezTo>
                    <a:pt x="355771" y="368427"/>
                    <a:pt x="358153" y="370694"/>
                    <a:pt x="357067" y="373939"/>
                  </a:cubicBezTo>
                  <a:cubicBezTo>
                    <a:pt x="355555" y="378263"/>
                    <a:pt x="345815" y="380105"/>
                    <a:pt x="346354" y="379889"/>
                  </a:cubicBezTo>
                  <a:cubicBezTo>
                    <a:pt x="341700" y="381400"/>
                    <a:pt x="347542" y="384645"/>
                    <a:pt x="345376" y="389077"/>
                  </a:cubicBezTo>
                  <a:cubicBezTo>
                    <a:pt x="340398" y="399460"/>
                    <a:pt x="336937" y="398596"/>
                    <a:pt x="337801" y="403136"/>
                  </a:cubicBezTo>
                  <a:cubicBezTo>
                    <a:pt x="338448" y="404755"/>
                    <a:pt x="338017" y="411245"/>
                    <a:pt x="342779" y="410921"/>
                  </a:cubicBezTo>
                  <a:cubicBezTo>
                    <a:pt x="346678" y="410274"/>
                    <a:pt x="352844" y="411569"/>
                    <a:pt x="355340" y="407137"/>
                  </a:cubicBezTo>
                  <a:lnTo>
                    <a:pt x="360318" y="398272"/>
                  </a:lnTo>
                  <a:cubicBezTo>
                    <a:pt x="362477" y="394379"/>
                    <a:pt x="368865" y="391998"/>
                    <a:pt x="368325" y="392322"/>
                  </a:cubicBezTo>
                  <a:cubicBezTo>
                    <a:pt x="374821" y="389293"/>
                    <a:pt x="368002" y="377831"/>
                    <a:pt x="374059" y="373507"/>
                  </a:cubicBezTo>
                  <a:lnTo>
                    <a:pt x="378282" y="370478"/>
                  </a:lnTo>
                  <a:cubicBezTo>
                    <a:pt x="382181" y="367773"/>
                    <a:pt x="389649" y="368535"/>
                    <a:pt x="388994" y="368535"/>
                  </a:cubicBezTo>
                  <a:cubicBezTo>
                    <a:pt x="390836" y="368535"/>
                    <a:pt x="392354" y="367017"/>
                    <a:pt x="392354" y="365182"/>
                  </a:cubicBezTo>
                  <a:cubicBezTo>
                    <a:pt x="392138" y="350799"/>
                    <a:pt x="393001" y="347770"/>
                    <a:pt x="389109" y="346037"/>
                  </a:cubicBezTo>
                  <a:lnTo>
                    <a:pt x="375685" y="339769"/>
                  </a:lnTo>
                  <a:cubicBezTo>
                    <a:pt x="371894" y="338036"/>
                    <a:pt x="369729" y="332632"/>
                    <a:pt x="370167" y="333280"/>
                  </a:cubicBezTo>
                  <a:cubicBezTo>
                    <a:pt x="368325" y="329603"/>
                    <a:pt x="372002" y="325063"/>
                    <a:pt x="371786" y="325711"/>
                  </a:cubicBezTo>
                  <a:cubicBezTo>
                    <a:pt x="373951" y="322466"/>
                    <a:pt x="374059" y="317602"/>
                    <a:pt x="373951" y="318141"/>
                  </a:cubicBezTo>
                  <a:cubicBezTo>
                    <a:pt x="374275" y="312731"/>
                    <a:pt x="384232" y="299866"/>
                    <a:pt x="389433" y="299758"/>
                  </a:cubicBezTo>
                  <a:lnTo>
                    <a:pt x="394087" y="299758"/>
                  </a:lnTo>
                  <a:cubicBezTo>
                    <a:pt x="399066" y="299542"/>
                    <a:pt x="394519" y="305702"/>
                    <a:pt x="399605" y="306464"/>
                  </a:cubicBezTo>
                  <a:cubicBezTo>
                    <a:pt x="411404" y="308191"/>
                    <a:pt x="424821" y="307543"/>
                    <a:pt x="425475" y="319329"/>
                  </a:cubicBezTo>
                  <a:cubicBezTo>
                    <a:pt x="425691" y="320192"/>
                    <a:pt x="424821" y="324955"/>
                    <a:pt x="428936" y="326466"/>
                  </a:cubicBezTo>
                  <a:cubicBezTo>
                    <a:pt x="432835" y="327330"/>
                    <a:pt x="439217" y="332200"/>
                    <a:pt x="440518" y="327222"/>
                  </a:cubicBezTo>
                  <a:cubicBezTo>
                    <a:pt x="441706" y="323005"/>
                    <a:pt x="446360" y="311868"/>
                    <a:pt x="437597" y="305702"/>
                  </a:cubicBezTo>
                  <a:lnTo>
                    <a:pt x="437166" y="3055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B98CD6AE-012B-BD32-9130-55EFC274DD46}"/>
                </a:ext>
              </a:extLst>
            </p:cNvPr>
            <p:cNvSpPr/>
            <p:nvPr/>
          </p:nvSpPr>
          <p:spPr>
            <a:xfrm>
              <a:off x="4731814" y="2946549"/>
              <a:ext cx="148613" cy="142613"/>
            </a:xfrm>
            <a:custGeom>
              <a:avLst/>
              <a:gdLst>
                <a:gd name="csX0" fmla="*/ 14883 w 171391"/>
                <a:gd name="csY0" fmla="*/ 10814 h 164471"/>
                <a:gd name="csX1" fmla="*/ 16401 w 171391"/>
                <a:gd name="csY1" fmla="*/ 17628 h 164471"/>
                <a:gd name="csX2" fmla="*/ 18566 w 171391"/>
                <a:gd name="csY2" fmla="*/ 27146 h 164471"/>
                <a:gd name="csX3" fmla="*/ 12609 w 171391"/>
                <a:gd name="csY3" fmla="*/ 31255 h 164471"/>
                <a:gd name="csX4" fmla="*/ 24192 w 171391"/>
                <a:gd name="csY4" fmla="*/ 34176 h 164471"/>
                <a:gd name="csX5" fmla="*/ 34689 w 171391"/>
                <a:gd name="csY5" fmla="*/ 35903 h 164471"/>
                <a:gd name="csX6" fmla="*/ 35342 w 171391"/>
                <a:gd name="csY6" fmla="*/ 37312 h 164471"/>
                <a:gd name="csX7" fmla="*/ 19214 w 171391"/>
                <a:gd name="csY7" fmla="*/ 46177 h 164471"/>
                <a:gd name="csX8" fmla="*/ 15968 w 171391"/>
                <a:gd name="csY8" fmla="*/ 56020 h 164471"/>
                <a:gd name="csX9" fmla="*/ 36206 w 171391"/>
                <a:gd name="csY9" fmla="*/ 66288 h 164471"/>
                <a:gd name="csX10" fmla="*/ 53739 w 171391"/>
                <a:gd name="csY10" fmla="*/ 64345 h 164471"/>
                <a:gd name="csX11" fmla="*/ 58177 w 171391"/>
                <a:gd name="csY11" fmla="*/ 68561 h 164471"/>
                <a:gd name="csX12" fmla="*/ 40537 w 171391"/>
                <a:gd name="csY12" fmla="*/ 78835 h 164471"/>
                <a:gd name="csX13" fmla="*/ 37940 w 171391"/>
                <a:gd name="csY13" fmla="*/ 86512 h 164471"/>
                <a:gd name="csX14" fmla="*/ 24192 w 171391"/>
                <a:gd name="csY14" fmla="*/ 101759 h 164471"/>
                <a:gd name="csX15" fmla="*/ 31983 w 171391"/>
                <a:gd name="csY15" fmla="*/ 105651 h 164471"/>
                <a:gd name="csX16" fmla="*/ 27545 w 171391"/>
                <a:gd name="csY16" fmla="*/ 110954 h 164471"/>
                <a:gd name="csX17" fmla="*/ 21919 w 171391"/>
                <a:gd name="csY17" fmla="*/ 119170 h 164471"/>
                <a:gd name="csX18" fmla="*/ 3408 w 171391"/>
                <a:gd name="csY18" fmla="*/ 119818 h 164471"/>
                <a:gd name="csX19" fmla="*/ 1897 w 171391"/>
                <a:gd name="csY19" fmla="*/ 126632 h 164471"/>
                <a:gd name="csX20" fmla="*/ 18674 w 171391"/>
                <a:gd name="csY20" fmla="*/ 128905 h 164471"/>
                <a:gd name="csX21" fmla="*/ 8171 w 171391"/>
                <a:gd name="csY21" fmla="*/ 141338 h 164471"/>
                <a:gd name="csX22" fmla="*/ 17156 w 171391"/>
                <a:gd name="csY22" fmla="*/ 142526 h 164471"/>
                <a:gd name="csX23" fmla="*/ 26465 w 171391"/>
                <a:gd name="csY23" fmla="*/ 140043 h 164471"/>
                <a:gd name="csX24" fmla="*/ 28199 w 171391"/>
                <a:gd name="csY24" fmla="*/ 145123 h 164471"/>
                <a:gd name="csX25" fmla="*/ 11206 w 171391"/>
                <a:gd name="csY25" fmla="*/ 155721 h 164471"/>
                <a:gd name="csX26" fmla="*/ 32961 w 171391"/>
                <a:gd name="csY26" fmla="*/ 153340 h 164471"/>
                <a:gd name="csX27" fmla="*/ 24300 w 171391"/>
                <a:gd name="csY27" fmla="*/ 161125 h 164471"/>
                <a:gd name="csX28" fmla="*/ 67918 w 171391"/>
                <a:gd name="csY28" fmla="*/ 154749 h 164471"/>
                <a:gd name="csX29" fmla="*/ 85349 w 171391"/>
                <a:gd name="csY29" fmla="*/ 141446 h 164471"/>
                <a:gd name="csX30" fmla="*/ 106126 w 171391"/>
                <a:gd name="csY30" fmla="*/ 134849 h 164471"/>
                <a:gd name="csX31" fmla="*/ 107320 w 171391"/>
                <a:gd name="csY31" fmla="*/ 129013 h 164471"/>
                <a:gd name="csX32" fmla="*/ 109263 w 171391"/>
                <a:gd name="csY32" fmla="*/ 125114 h 164471"/>
                <a:gd name="csX33" fmla="*/ 140327 w 171391"/>
                <a:gd name="csY33" fmla="*/ 121983 h 164471"/>
                <a:gd name="csX34" fmla="*/ 155700 w 171391"/>
                <a:gd name="csY34" fmla="*/ 124358 h 164471"/>
                <a:gd name="csX35" fmla="*/ 154615 w 171391"/>
                <a:gd name="csY35" fmla="*/ 117653 h 164471"/>
                <a:gd name="csX36" fmla="*/ 166629 w 171391"/>
                <a:gd name="csY36" fmla="*/ 85649 h 164471"/>
                <a:gd name="csX37" fmla="*/ 161866 w 171391"/>
                <a:gd name="csY37" fmla="*/ 70072 h 164471"/>
                <a:gd name="csX38" fmla="*/ 161650 w 171391"/>
                <a:gd name="csY38" fmla="*/ 70072 h 164471"/>
                <a:gd name="csX39" fmla="*/ 163708 w 171391"/>
                <a:gd name="csY39" fmla="*/ 53962 h 164471"/>
                <a:gd name="csX40" fmla="*/ 155484 w 171391"/>
                <a:gd name="csY40" fmla="*/ 41853 h 164471"/>
                <a:gd name="csX41" fmla="*/ 153967 w 171391"/>
                <a:gd name="csY41" fmla="*/ 36119 h 164471"/>
                <a:gd name="csX42" fmla="*/ 167822 w 171391"/>
                <a:gd name="csY42" fmla="*/ 30175 h 164471"/>
                <a:gd name="csX43" fmla="*/ 169988 w 171391"/>
                <a:gd name="csY43" fmla="*/ 23038 h 164471"/>
                <a:gd name="csX44" fmla="*/ 171391 w 171391"/>
                <a:gd name="csY44" fmla="*/ 19793 h 164471"/>
                <a:gd name="csX45" fmla="*/ 147579 w 171391"/>
                <a:gd name="csY45" fmla="*/ 18383 h 164471"/>
                <a:gd name="csX46" fmla="*/ 136974 w 171391"/>
                <a:gd name="csY46" fmla="*/ 3029 h 164471"/>
                <a:gd name="csX47" fmla="*/ 123766 w 171391"/>
                <a:gd name="csY47" fmla="*/ 7461 h 164471"/>
                <a:gd name="csX48" fmla="*/ 119118 w 171391"/>
                <a:gd name="csY48" fmla="*/ 18275 h 164471"/>
                <a:gd name="csX49" fmla="*/ 99306 w 171391"/>
                <a:gd name="csY49" fmla="*/ 15684 h 164471"/>
                <a:gd name="csX50" fmla="*/ 81666 w 171391"/>
                <a:gd name="csY50" fmla="*/ 0 h 164471"/>
                <a:gd name="csX51" fmla="*/ 61860 w 171391"/>
                <a:gd name="csY51" fmla="*/ 10814 h 164471"/>
                <a:gd name="csX52" fmla="*/ 14667 w 171391"/>
                <a:gd name="csY52" fmla="*/ 10814 h 164471"/>
                <a:gd name="csX53" fmla="*/ 14883 w 171391"/>
                <a:gd name="csY53" fmla="*/ 10814 h 16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71391" h="164471">
                  <a:moveTo>
                    <a:pt x="14883" y="10814"/>
                  </a:moveTo>
                  <a:cubicBezTo>
                    <a:pt x="14883" y="11462"/>
                    <a:pt x="12718" y="15576"/>
                    <a:pt x="16401" y="17628"/>
                  </a:cubicBezTo>
                  <a:cubicBezTo>
                    <a:pt x="16940" y="18275"/>
                    <a:pt x="31120" y="23362"/>
                    <a:pt x="18566" y="27146"/>
                  </a:cubicBezTo>
                  <a:cubicBezTo>
                    <a:pt x="16508" y="28010"/>
                    <a:pt x="7955" y="29305"/>
                    <a:pt x="12609" y="31255"/>
                  </a:cubicBezTo>
                  <a:cubicBezTo>
                    <a:pt x="16617" y="32874"/>
                    <a:pt x="20077" y="34931"/>
                    <a:pt x="24192" y="34176"/>
                  </a:cubicBezTo>
                  <a:cubicBezTo>
                    <a:pt x="26465" y="34176"/>
                    <a:pt x="32637" y="31255"/>
                    <a:pt x="34689" y="35903"/>
                  </a:cubicBezTo>
                  <a:lnTo>
                    <a:pt x="35342" y="37312"/>
                  </a:lnTo>
                  <a:cubicBezTo>
                    <a:pt x="38264" y="44120"/>
                    <a:pt x="24516" y="39471"/>
                    <a:pt x="19214" y="46177"/>
                  </a:cubicBezTo>
                  <a:cubicBezTo>
                    <a:pt x="17912" y="48558"/>
                    <a:pt x="11638" y="53315"/>
                    <a:pt x="15968" y="56020"/>
                  </a:cubicBezTo>
                  <a:cubicBezTo>
                    <a:pt x="29170" y="64345"/>
                    <a:pt x="31768" y="66726"/>
                    <a:pt x="36206" y="66288"/>
                  </a:cubicBezTo>
                  <a:lnTo>
                    <a:pt x="53739" y="64345"/>
                  </a:lnTo>
                  <a:cubicBezTo>
                    <a:pt x="57421" y="63913"/>
                    <a:pt x="58609" y="69209"/>
                    <a:pt x="58177" y="68561"/>
                  </a:cubicBezTo>
                  <a:cubicBezTo>
                    <a:pt x="60019" y="76238"/>
                    <a:pt x="43242" y="70834"/>
                    <a:pt x="40537" y="78835"/>
                  </a:cubicBezTo>
                  <a:lnTo>
                    <a:pt x="37940" y="86512"/>
                  </a:lnTo>
                  <a:cubicBezTo>
                    <a:pt x="35451" y="93866"/>
                    <a:pt x="17156" y="100895"/>
                    <a:pt x="24192" y="101759"/>
                  </a:cubicBezTo>
                  <a:cubicBezTo>
                    <a:pt x="26573" y="102406"/>
                    <a:pt x="35342" y="101651"/>
                    <a:pt x="31983" y="105651"/>
                  </a:cubicBezTo>
                  <a:lnTo>
                    <a:pt x="27545" y="110954"/>
                  </a:lnTo>
                  <a:cubicBezTo>
                    <a:pt x="23976" y="115170"/>
                    <a:pt x="26573" y="119818"/>
                    <a:pt x="21919" y="119170"/>
                  </a:cubicBezTo>
                  <a:cubicBezTo>
                    <a:pt x="9149" y="117437"/>
                    <a:pt x="6006" y="116141"/>
                    <a:pt x="3408" y="119818"/>
                  </a:cubicBezTo>
                  <a:cubicBezTo>
                    <a:pt x="2761" y="121006"/>
                    <a:pt x="-2865" y="126632"/>
                    <a:pt x="1897" y="126632"/>
                  </a:cubicBezTo>
                  <a:cubicBezTo>
                    <a:pt x="12070" y="127171"/>
                    <a:pt x="23112" y="125120"/>
                    <a:pt x="18674" y="128905"/>
                  </a:cubicBezTo>
                  <a:cubicBezTo>
                    <a:pt x="9365" y="136690"/>
                    <a:pt x="3954" y="139827"/>
                    <a:pt x="8171" y="141338"/>
                  </a:cubicBezTo>
                  <a:cubicBezTo>
                    <a:pt x="8825" y="141446"/>
                    <a:pt x="13041" y="143612"/>
                    <a:pt x="17156" y="142526"/>
                  </a:cubicBezTo>
                  <a:lnTo>
                    <a:pt x="26465" y="140043"/>
                  </a:lnTo>
                  <a:cubicBezTo>
                    <a:pt x="30796" y="138849"/>
                    <a:pt x="32199" y="142958"/>
                    <a:pt x="28199" y="145123"/>
                  </a:cubicBezTo>
                  <a:cubicBezTo>
                    <a:pt x="12825" y="153663"/>
                    <a:pt x="6552" y="156693"/>
                    <a:pt x="11206" y="155721"/>
                  </a:cubicBezTo>
                  <a:cubicBezTo>
                    <a:pt x="30472" y="151936"/>
                    <a:pt x="36638" y="150095"/>
                    <a:pt x="32961" y="153340"/>
                  </a:cubicBezTo>
                  <a:lnTo>
                    <a:pt x="24300" y="161125"/>
                  </a:lnTo>
                  <a:cubicBezTo>
                    <a:pt x="15315" y="169240"/>
                    <a:pt x="60882" y="160801"/>
                    <a:pt x="67918" y="154749"/>
                  </a:cubicBezTo>
                  <a:cubicBezTo>
                    <a:pt x="76580" y="147180"/>
                    <a:pt x="80802" y="142849"/>
                    <a:pt x="85349" y="141446"/>
                  </a:cubicBezTo>
                  <a:lnTo>
                    <a:pt x="106126" y="134849"/>
                  </a:lnTo>
                  <a:cubicBezTo>
                    <a:pt x="109917" y="133661"/>
                    <a:pt x="107212" y="128359"/>
                    <a:pt x="107320" y="129013"/>
                  </a:cubicBezTo>
                  <a:cubicBezTo>
                    <a:pt x="106558" y="127171"/>
                    <a:pt x="107320" y="125444"/>
                    <a:pt x="109263" y="125114"/>
                  </a:cubicBezTo>
                  <a:cubicBezTo>
                    <a:pt x="130478" y="121876"/>
                    <a:pt x="135672" y="120250"/>
                    <a:pt x="140327" y="121983"/>
                  </a:cubicBezTo>
                  <a:cubicBezTo>
                    <a:pt x="146499" y="123603"/>
                    <a:pt x="152125" y="128143"/>
                    <a:pt x="155700" y="124358"/>
                  </a:cubicBezTo>
                  <a:cubicBezTo>
                    <a:pt x="158297" y="121437"/>
                    <a:pt x="154399" y="117113"/>
                    <a:pt x="154615" y="117653"/>
                  </a:cubicBezTo>
                  <a:cubicBezTo>
                    <a:pt x="149205" y="110738"/>
                    <a:pt x="168255" y="96031"/>
                    <a:pt x="166629" y="85649"/>
                  </a:cubicBezTo>
                  <a:cubicBezTo>
                    <a:pt x="165441" y="77864"/>
                    <a:pt x="165441" y="72885"/>
                    <a:pt x="161866" y="70072"/>
                  </a:cubicBezTo>
                  <a:lnTo>
                    <a:pt x="161650" y="70072"/>
                  </a:lnTo>
                  <a:cubicBezTo>
                    <a:pt x="156348" y="65640"/>
                    <a:pt x="166953" y="60668"/>
                    <a:pt x="163708" y="53962"/>
                  </a:cubicBezTo>
                  <a:cubicBezTo>
                    <a:pt x="160247" y="46933"/>
                    <a:pt x="159053" y="43580"/>
                    <a:pt x="155484" y="41853"/>
                  </a:cubicBezTo>
                  <a:cubicBezTo>
                    <a:pt x="152233" y="40335"/>
                    <a:pt x="154075" y="35471"/>
                    <a:pt x="153967" y="36119"/>
                  </a:cubicBezTo>
                  <a:cubicBezTo>
                    <a:pt x="156348" y="29305"/>
                    <a:pt x="164140" y="36443"/>
                    <a:pt x="167822" y="30175"/>
                  </a:cubicBezTo>
                  <a:lnTo>
                    <a:pt x="169988" y="23038"/>
                  </a:lnTo>
                  <a:cubicBezTo>
                    <a:pt x="170528" y="22060"/>
                    <a:pt x="170959" y="20872"/>
                    <a:pt x="171391" y="19793"/>
                  </a:cubicBezTo>
                  <a:lnTo>
                    <a:pt x="147579" y="18383"/>
                  </a:lnTo>
                  <a:lnTo>
                    <a:pt x="136974" y="3029"/>
                  </a:lnTo>
                  <a:lnTo>
                    <a:pt x="123766" y="7461"/>
                  </a:lnTo>
                  <a:lnTo>
                    <a:pt x="119118" y="18275"/>
                  </a:lnTo>
                  <a:lnTo>
                    <a:pt x="99306" y="15684"/>
                  </a:lnTo>
                  <a:lnTo>
                    <a:pt x="81666" y="0"/>
                  </a:lnTo>
                  <a:cubicBezTo>
                    <a:pt x="76687" y="5194"/>
                    <a:pt x="65969" y="11138"/>
                    <a:pt x="61860" y="10814"/>
                  </a:cubicBezTo>
                  <a:cubicBezTo>
                    <a:pt x="18128" y="7461"/>
                    <a:pt x="16077" y="5950"/>
                    <a:pt x="14667" y="10814"/>
                  </a:cubicBezTo>
                  <a:lnTo>
                    <a:pt x="14883" y="108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E7EE17B2-4BF8-975A-BABE-BE7BD18EBE67}"/>
                </a:ext>
              </a:extLst>
            </p:cNvPr>
            <p:cNvSpPr/>
            <p:nvPr/>
          </p:nvSpPr>
          <p:spPr>
            <a:xfrm>
              <a:off x="4278540" y="2292452"/>
              <a:ext cx="358290" cy="183521"/>
            </a:xfrm>
            <a:custGeom>
              <a:avLst/>
              <a:gdLst>
                <a:gd name="csX0" fmla="*/ 402545 w 413204"/>
                <a:gd name="csY0" fmla="*/ 85091 h 211649"/>
                <a:gd name="csX1" fmla="*/ 407632 w 413204"/>
                <a:gd name="csY1" fmla="*/ 71140 h 211649"/>
                <a:gd name="csX2" fmla="*/ 380682 w 413204"/>
                <a:gd name="csY2" fmla="*/ 54268 h 211649"/>
                <a:gd name="csX3" fmla="*/ 363150 w 413204"/>
                <a:gd name="csY3" fmla="*/ 52757 h 211649"/>
                <a:gd name="csX4" fmla="*/ 369640 w 413204"/>
                <a:gd name="csY4" fmla="*/ 38698 h 211649"/>
                <a:gd name="csX5" fmla="*/ 352647 w 413204"/>
                <a:gd name="csY5" fmla="*/ 30913 h 211649"/>
                <a:gd name="csX6" fmla="*/ 372459 w 413204"/>
                <a:gd name="csY6" fmla="*/ 15666 h 211649"/>
                <a:gd name="csX7" fmla="*/ 365963 w 413204"/>
                <a:gd name="csY7" fmla="*/ 10148 h 211649"/>
                <a:gd name="csX8" fmla="*/ 341179 w 413204"/>
                <a:gd name="csY8" fmla="*/ 21718 h 211649"/>
                <a:gd name="csX9" fmla="*/ 328942 w 413204"/>
                <a:gd name="csY9" fmla="*/ 24099 h 211649"/>
                <a:gd name="csX10" fmla="*/ 326129 w 413204"/>
                <a:gd name="csY10" fmla="*/ 11774 h 211649"/>
                <a:gd name="csX11" fmla="*/ 300590 w 413204"/>
                <a:gd name="csY11" fmla="*/ 198 h 211649"/>
                <a:gd name="csX12" fmla="*/ 300590 w 413204"/>
                <a:gd name="csY12" fmla="*/ 20746 h 211649"/>
                <a:gd name="csX13" fmla="*/ 288683 w 413204"/>
                <a:gd name="csY13" fmla="*/ 29503 h 211649"/>
                <a:gd name="csX14" fmla="*/ 277965 w 413204"/>
                <a:gd name="csY14" fmla="*/ 25503 h 211649"/>
                <a:gd name="csX15" fmla="*/ 267900 w 413204"/>
                <a:gd name="csY15" fmla="*/ 36533 h 211649"/>
                <a:gd name="csX16" fmla="*/ 259892 w 413204"/>
                <a:gd name="csY16" fmla="*/ 40209 h 211649"/>
                <a:gd name="csX17" fmla="*/ 247662 w 413204"/>
                <a:gd name="csY17" fmla="*/ 30157 h 211649"/>
                <a:gd name="csX18" fmla="*/ 230124 w 413204"/>
                <a:gd name="csY18" fmla="*/ 28855 h 211649"/>
                <a:gd name="csX19" fmla="*/ 240195 w 413204"/>
                <a:gd name="csY19" fmla="*/ 45835 h 211649"/>
                <a:gd name="csX20" fmla="*/ 239757 w 413204"/>
                <a:gd name="csY20" fmla="*/ 56541 h 211649"/>
                <a:gd name="csX21" fmla="*/ 224066 w 413204"/>
                <a:gd name="csY21" fmla="*/ 45511 h 211649"/>
                <a:gd name="csX22" fmla="*/ 214433 w 413204"/>
                <a:gd name="csY22" fmla="*/ 30697 h 211649"/>
                <a:gd name="csX23" fmla="*/ 191376 w 413204"/>
                <a:gd name="csY23" fmla="*/ 33942 h 211649"/>
                <a:gd name="csX24" fmla="*/ 193326 w 413204"/>
                <a:gd name="csY24" fmla="*/ 50915 h 211649"/>
                <a:gd name="csX25" fmla="*/ 183261 w 413204"/>
                <a:gd name="csY25" fmla="*/ 56865 h 211649"/>
                <a:gd name="csX26" fmla="*/ 164103 w 413204"/>
                <a:gd name="csY26" fmla="*/ 33834 h 211649"/>
                <a:gd name="csX27" fmla="*/ 152844 w 413204"/>
                <a:gd name="csY27" fmla="*/ 30913 h 211649"/>
                <a:gd name="csX28" fmla="*/ 158693 w 413204"/>
                <a:gd name="csY28" fmla="*/ 57513 h 211649"/>
                <a:gd name="csX29" fmla="*/ 152088 w 413204"/>
                <a:gd name="csY29" fmla="*/ 67571 h 211649"/>
                <a:gd name="csX30" fmla="*/ 140290 w 413204"/>
                <a:gd name="csY30" fmla="*/ 63031 h 211649"/>
                <a:gd name="csX31" fmla="*/ 125895 w 413204"/>
                <a:gd name="csY31" fmla="*/ 82062 h 211649"/>
                <a:gd name="csX32" fmla="*/ 116586 w 413204"/>
                <a:gd name="csY32" fmla="*/ 66708 h 211649"/>
                <a:gd name="csX33" fmla="*/ 116586 w 413204"/>
                <a:gd name="csY33" fmla="*/ 41079 h 211649"/>
                <a:gd name="csX34" fmla="*/ 75781 w 413204"/>
                <a:gd name="csY34" fmla="*/ 7767 h 211649"/>
                <a:gd name="csX35" fmla="*/ 47968 w 413204"/>
                <a:gd name="csY35" fmla="*/ 12961 h 211649"/>
                <a:gd name="csX36" fmla="*/ 65068 w 413204"/>
                <a:gd name="csY36" fmla="*/ 18365 h 211649"/>
                <a:gd name="csX37" fmla="*/ 62147 w 413204"/>
                <a:gd name="csY37" fmla="*/ 23775 h 211649"/>
                <a:gd name="csX38" fmla="*/ 71342 w 413204"/>
                <a:gd name="csY38" fmla="*/ 31992 h 211649"/>
                <a:gd name="csX39" fmla="*/ 77298 w 413204"/>
                <a:gd name="csY39" fmla="*/ 44426 h 211649"/>
                <a:gd name="csX40" fmla="*/ 47098 w 413204"/>
                <a:gd name="csY40" fmla="*/ 28963 h 211649"/>
                <a:gd name="csX41" fmla="*/ 34652 w 413204"/>
                <a:gd name="csY41" fmla="*/ 30049 h 211649"/>
                <a:gd name="csX42" fmla="*/ 32162 w 413204"/>
                <a:gd name="csY42" fmla="*/ 37072 h 211649"/>
                <a:gd name="csX43" fmla="*/ 25882 w 413204"/>
                <a:gd name="csY43" fmla="*/ 43670 h 211649"/>
                <a:gd name="csX44" fmla="*/ 32918 w 413204"/>
                <a:gd name="csY44" fmla="*/ 50160 h 211649"/>
                <a:gd name="csX45" fmla="*/ 38335 w 413204"/>
                <a:gd name="csY45" fmla="*/ 57729 h 211649"/>
                <a:gd name="csX46" fmla="*/ 18091 w 413204"/>
                <a:gd name="csY46" fmla="*/ 55024 h 211649"/>
                <a:gd name="csX47" fmla="*/ 16903 w 413204"/>
                <a:gd name="csY47" fmla="*/ 64974 h 211649"/>
                <a:gd name="csX48" fmla="*/ 4997 w 413204"/>
                <a:gd name="csY48" fmla="*/ 64974 h 211649"/>
                <a:gd name="csX49" fmla="*/ 127 w 413204"/>
                <a:gd name="csY49" fmla="*/ 72004 h 211649"/>
                <a:gd name="csX50" fmla="*/ 18307 w 413204"/>
                <a:gd name="csY50" fmla="*/ 79033 h 211649"/>
                <a:gd name="csX51" fmla="*/ 51968 w 413204"/>
                <a:gd name="csY51" fmla="*/ 65622 h 211649"/>
                <a:gd name="csX52" fmla="*/ 98622 w 413204"/>
                <a:gd name="csY52" fmla="*/ 74061 h 211649"/>
                <a:gd name="csX53" fmla="*/ 79463 w 413204"/>
                <a:gd name="csY53" fmla="*/ 87358 h 211649"/>
                <a:gd name="csX54" fmla="*/ 97644 w 413204"/>
                <a:gd name="csY54" fmla="*/ 101093 h 211649"/>
                <a:gd name="csX55" fmla="*/ 74917 w 413204"/>
                <a:gd name="csY55" fmla="*/ 101741 h 211649"/>
                <a:gd name="csX56" fmla="*/ 16687 w 413204"/>
                <a:gd name="csY56" fmla="*/ 111583 h 211649"/>
                <a:gd name="csX57" fmla="*/ 25127 w 413204"/>
                <a:gd name="csY57" fmla="*/ 125750 h 211649"/>
                <a:gd name="csX58" fmla="*/ 40824 w 413204"/>
                <a:gd name="csY58" fmla="*/ 120448 h 211649"/>
                <a:gd name="csX59" fmla="*/ 77514 w 413204"/>
                <a:gd name="csY59" fmla="*/ 122397 h 211649"/>
                <a:gd name="csX60" fmla="*/ 83902 w 413204"/>
                <a:gd name="csY60" fmla="*/ 138615 h 211649"/>
                <a:gd name="csX61" fmla="*/ 99053 w 413204"/>
                <a:gd name="csY61" fmla="*/ 155271 h 211649"/>
                <a:gd name="csX62" fmla="*/ 80975 w 413204"/>
                <a:gd name="csY62" fmla="*/ 168244 h 211649"/>
                <a:gd name="csX63" fmla="*/ 64306 w 413204"/>
                <a:gd name="csY63" fmla="*/ 159703 h 211649"/>
                <a:gd name="csX64" fmla="*/ 61493 w 413204"/>
                <a:gd name="csY64" fmla="*/ 184792 h 211649"/>
                <a:gd name="csX65" fmla="*/ 115398 w 413204"/>
                <a:gd name="csY65" fmla="*/ 181547 h 211649"/>
                <a:gd name="csX66" fmla="*/ 154362 w 413204"/>
                <a:gd name="csY66" fmla="*/ 202096 h 211649"/>
                <a:gd name="csX67" fmla="*/ 202311 w 413204"/>
                <a:gd name="csY67" fmla="*/ 211393 h 211649"/>
                <a:gd name="csX68" fmla="*/ 239433 w 413204"/>
                <a:gd name="csY68" fmla="*/ 204579 h 211649"/>
                <a:gd name="csX69" fmla="*/ 242792 w 413204"/>
                <a:gd name="csY69" fmla="*/ 195390 h 211649"/>
                <a:gd name="csX70" fmla="*/ 267900 w 413204"/>
                <a:gd name="csY70" fmla="*/ 180144 h 211649"/>
                <a:gd name="csX71" fmla="*/ 286302 w 413204"/>
                <a:gd name="csY71" fmla="*/ 182735 h 211649"/>
                <a:gd name="csX72" fmla="*/ 326891 w 413204"/>
                <a:gd name="csY72" fmla="*/ 157214 h 211649"/>
                <a:gd name="csX73" fmla="*/ 349402 w 413204"/>
                <a:gd name="csY73" fmla="*/ 156567 h 211649"/>
                <a:gd name="csX74" fmla="*/ 368560 w 413204"/>
                <a:gd name="csY74" fmla="*/ 145105 h 211649"/>
                <a:gd name="csX75" fmla="*/ 371373 w 413204"/>
                <a:gd name="csY75" fmla="*/ 130506 h 211649"/>
                <a:gd name="csX76" fmla="*/ 385877 w 413204"/>
                <a:gd name="csY76" fmla="*/ 126182 h 211649"/>
                <a:gd name="csX77" fmla="*/ 412286 w 413204"/>
                <a:gd name="csY77" fmla="*/ 98712 h 211649"/>
                <a:gd name="csX78" fmla="*/ 402329 w 413204"/>
                <a:gd name="csY78" fmla="*/ 85307 h 211649"/>
                <a:gd name="csX79" fmla="*/ 402545 w 413204"/>
                <a:gd name="csY79" fmla="*/ 85091 h 21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413204" h="211649">
                  <a:moveTo>
                    <a:pt x="402545" y="85091"/>
                  </a:moveTo>
                  <a:cubicBezTo>
                    <a:pt x="398430" y="81522"/>
                    <a:pt x="404927" y="76328"/>
                    <a:pt x="407632" y="71140"/>
                  </a:cubicBezTo>
                  <a:cubicBezTo>
                    <a:pt x="410337" y="67140"/>
                    <a:pt x="407200" y="67032"/>
                    <a:pt x="380682" y="54268"/>
                  </a:cubicBezTo>
                  <a:cubicBezTo>
                    <a:pt x="375812" y="51893"/>
                    <a:pt x="370294" y="53081"/>
                    <a:pt x="363150" y="52757"/>
                  </a:cubicBezTo>
                  <a:cubicBezTo>
                    <a:pt x="358603" y="52757"/>
                    <a:pt x="362604" y="48648"/>
                    <a:pt x="369640" y="38698"/>
                  </a:cubicBezTo>
                  <a:cubicBezTo>
                    <a:pt x="372351" y="34805"/>
                    <a:pt x="367474" y="34697"/>
                    <a:pt x="352647" y="30913"/>
                  </a:cubicBezTo>
                  <a:cubicBezTo>
                    <a:pt x="348101" y="29719"/>
                    <a:pt x="353733" y="27344"/>
                    <a:pt x="372459" y="15666"/>
                  </a:cubicBezTo>
                  <a:cubicBezTo>
                    <a:pt x="376783" y="12961"/>
                    <a:pt x="368236" y="11444"/>
                    <a:pt x="365963" y="10148"/>
                  </a:cubicBezTo>
                  <a:cubicBezTo>
                    <a:pt x="361740" y="8529"/>
                    <a:pt x="359683" y="10688"/>
                    <a:pt x="341179" y="21718"/>
                  </a:cubicBezTo>
                  <a:cubicBezTo>
                    <a:pt x="337496" y="23883"/>
                    <a:pt x="333597" y="23775"/>
                    <a:pt x="328942" y="24099"/>
                  </a:cubicBezTo>
                  <a:cubicBezTo>
                    <a:pt x="323748" y="24423"/>
                    <a:pt x="326453" y="16206"/>
                    <a:pt x="326129" y="11774"/>
                  </a:cubicBezTo>
                  <a:cubicBezTo>
                    <a:pt x="326345" y="7011"/>
                    <a:pt x="323748" y="7227"/>
                    <a:pt x="300590" y="198"/>
                  </a:cubicBezTo>
                  <a:cubicBezTo>
                    <a:pt x="296259" y="-1098"/>
                    <a:pt x="297992" y="3767"/>
                    <a:pt x="300590" y="20746"/>
                  </a:cubicBezTo>
                  <a:cubicBezTo>
                    <a:pt x="301453" y="26480"/>
                    <a:pt x="293770" y="26696"/>
                    <a:pt x="288683" y="29503"/>
                  </a:cubicBezTo>
                  <a:cubicBezTo>
                    <a:pt x="284137" y="31345"/>
                    <a:pt x="280238" y="26696"/>
                    <a:pt x="277965" y="25503"/>
                  </a:cubicBezTo>
                  <a:cubicBezTo>
                    <a:pt x="273526" y="22366"/>
                    <a:pt x="271691" y="31237"/>
                    <a:pt x="267900" y="36533"/>
                  </a:cubicBezTo>
                  <a:cubicBezTo>
                    <a:pt x="265627" y="40749"/>
                    <a:pt x="260756" y="39993"/>
                    <a:pt x="259892" y="40209"/>
                  </a:cubicBezTo>
                  <a:cubicBezTo>
                    <a:pt x="255562" y="40533"/>
                    <a:pt x="253397" y="36856"/>
                    <a:pt x="247662" y="30157"/>
                  </a:cubicBezTo>
                  <a:cubicBezTo>
                    <a:pt x="244843" y="26912"/>
                    <a:pt x="242462" y="27668"/>
                    <a:pt x="230124" y="28855"/>
                  </a:cubicBezTo>
                  <a:cubicBezTo>
                    <a:pt x="225577" y="29179"/>
                    <a:pt x="230124" y="33180"/>
                    <a:pt x="240195" y="45835"/>
                  </a:cubicBezTo>
                  <a:cubicBezTo>
                    <a:pt x="243332" y="49728"/>
                    <a:pt x="240195" y="54808"/>
                    <a:pt x="239757" y="56541"/>
                  </a:cubicBezTo>
                  <a:cubicBezTo>
                    <a:pt x="238245" y="61190"/>
                    <a:pt x="235432" y="56865"/>
                    <a:pt x="224066" y="45511"/>
                  </a:cubicBezTo>
                  <a:cubicBezTo>
                    <a:pt x="220707" y="42159"/>
                    <a:pt x="218440" y="37510"/>
                    <a:pt x="214433" y="30697"/>
                  </a:cubicBezTo>
                  <a:cubicBezTo>
                    <a:pt x="212051" y="26588"/>
                    <a:pt x="208915" y="28747"/>
                    <a:pt x="191376" y="33942"/>
                  </a:cubicBezTo>
                  <a:cubicBezTo>
                    <a:pt x="186074" y="35561"/>
                    <a:pt x="191484" y="43130"/>
                    <a:pt x="193326" y="50915"/>
                  </a:cubicBezTo>
                  <a:cubicBezTo>
                    <a:pt x="195059" y="56218"/>
                    <a:pt x="186938" y="55456"/>
                    <a:pt x="183261" y="56865"/>
                  </a:cubicBezTo>
                  <a:cubicBezTo>
                    <a:pt x="178822" y="57837"/>
                    <a:pt x="178066" y="54808"/>
                    <a:pt x="164103" y="33834"/>
                  </a:cubicBezTo>
                  <a:cubicBezTo>
                    <a:pt x="161182" y="29503"/>
                    <a:pt x="155333" y="31237"/>
                    <a:pt x="152844" y="30913"/>
                  </a:cubicBezTo>
                  <a:cubicBezTo>
                    <a:pt x="148298" y="30913"/>
                    <a:pt x="150679" y="34590"/>
                    <a:pt x="158693" y="57513"/>
                  </a:cubicBezTo>
                  <a:cubicBezTo>
                    <a:pt x="160420" y="62593"/>
                    <a:pt x="154254" y="65082"/>
                    <a:pt x="152088" y="67571"/>
                  </a:cubicBezTo>
                  <a:cubicBezTo>
                    <a:pt x="148082" y="71032"/>
                    <a:pt x="143859" y="64974"/>
                    <a:pt x="140290" y="63031"/>
                  </a:cubicBezTo>
                  <a:cubicBezTo>
                    <a:pt x="136715" y="60326"/>
                    <a:pt x="135851" y="63787"/>
                    <a:pt x="125895" y="82062"/>
                  </a:cubicBezTo>
                  <a:cubicBezTo>
                    <a:pt x="123622" y="86278"/>
                    <a:pt x="122326" y="80760"/>
                    <a:pt x="116586" y="66708"/>
                  </a:cubicBezTo>
                  <a:cubicBezTo>
                    <a:pt x="114636" y="61837"/>
                    <a:pt x="115614" y="56325"/>
                    <a:pt x="116586" y="41079"/>
                  </a:cubicBezTo>
                  <a:cubicBezTo>
                    <a:pt x="116910" y="36209"/>
                    <a:pt x="117017" y="37510"/>
                    <a:pt x="75781" y="7767"/>
                  </a:cubicBezTo>
                  <a:cubicBezTo>
                    <a:pt x="72104" y="5068"/>
                    <a:pt x="69831" y="6580"/>
                    <a:pt x="47968" y="12961"/>
                  </a:cubicBezTo>
                  <a:cubicBezTo>
                    <a:pt x="43421" y="14257"/>
                    <a:pt x="50349" y="15120"/>
                    <a:pt x="65068" y="18365"/>
                  </a:cubicBezTo>
                  <a:cubicBezTo>
                    <a:pt x="69615" y="19451"/>
                    <a:pt x="62903" y="22912"/>
                    <a:pt x="62147" y="23775"/>
                  </a:cubicBezTo>
                  <a:cubicBezTo>
                    <a:pt x="57816" y="27020"/>
                    <a:pt x="67234" y="29287"/>
                    <a:pt x="71342" y="31992"/>
                  </a:cubicBezTo>
                  <a:cubicBezTo>
                    <a:pt x="75888" y="34374"/>
                    <a:pt x="75888" y="40641"/>
                    <a:pt x="77298" y="44426"/>
                  </a:cubicBezTo>
                  <a:cubicBezTo>
                    <a:pt x="78701" y="49512"/>
                    <a:pt x="74377" y="45511"/>
                    <a:pt x="47098" y="28963"/>
                  </a:cubicBezTo>
                  <a:cubicBezTo>
                    <a:pt x="42767" y="26265"/>
                    <a:pt x="37681" y="29395"/>
                    <a:pt x="34652" y="30049"/>
                  </a:cubicBezTo>
                  <a:cubicBezTo>
                    <a:pt x="30537" y="31237"/>
                    <a:pt x="32271" y="36425"/>
                    <a:pt x="32162" y="37072"/>
                  </a:cubicBezTo>
                  <a:cubicBezTo>
                    <a:pt x="32810" y="42159"/>
                    <a:pt x="26968" y="42914"/>
                    <a:pt x="25882" y="43670"/>
                  </a:cubicBezTo>
                  <a:cubicBezTo>
                    <a:pt x="21120" y="45727"/>
                    <a:pt x="29997" y="48217"/>
                    <a:pt x="32918" y="50160"/>
                  </a:cubicBezTo>
                  <a:cubicBezTo>
                    <a:pt x="36925" y="52217"/>
                    <a:pt x="38004" y="57081"/>
                    <a:pt x="38335" y="57729"/>
                  </a:cubicBezTo>
                  <a:cubicBezTo>
                    <a:pt x="40170" y="62269"/>
                    <a:pt x="35515" y="59894"/>
                    <a:pt x="18091" y="55024"/>
                  </a:cubicBezTo>
                  <a:cubicBezTo>
                    <a:pt x="13221" y="53620"/>
                    <a:pt x="16796" y="61945"/>
                    <a:pt x="16903" y="64974"/>
                  </a:cubicBezTo>
                  <a:cubicBezTo>
                    <a:pt x="17983" y="70600"/>
                    <a:pt x="9544" y="65730"/>
                    <a:pt x="4997" y="64974"/>
                  </a:cubicBezTo>
                  <a:cubicBezTo>
                    <a:pt x="559" y="63679"/>
                    <a:pt x="666" y="70708"/>
                    <a:pt x="127" y="72004"/>
                  </a:cubicBezTo>
                  <a:cubicBezTo>
                    <a:pt x="-851" y="76760"/>
                    <a:pt x="3696" y="76436"/>
                    <a:pt x="18307" y="79033"/>
                  </a:cubicBezTo>
                  <a:cubicBezTo>
                    <a:pt x="22961" y="79897"/>
                    <a:pt x="25882" y="77738"/>
                    <a:pt x="51968" y="65622"/>
                  </a:cubicBezTo>
                  <a:cubicBezTo>
                    <a:pt x="56191" y="63679"/>
                    <a:pt x="56083" y="64434"/>
                    <a:pt x="98622" y="74061"/>
                  </a:cubicBezTo>
                  <a:cubicBezTo>
                    <a:pt x="103276" y="75141"/>
                    <a:pt x="97320" y="77408"/>
                    <a:pt x="79463" y="87358"/>
                  </a:cubicBezTo>
                  <a:cubicBezTo>
                    <a:pt x="75349" y="89631"/>
                    <a:pt x="80003" y="91035"/>
                    <a:pt x="97644" y="101093"/>
                  </a:cubicBezTo>
                  <a:cubicBezTo>
                    <a:pt x="101650" y="103366"/>
                    <a:pt x="96024" y="102604"/>
                    <a:pt x="74917" y="101741"/>
                  </a:cubicBezTo>
                  <a:cubicBezTo>
                    <a:pt x="70155" y="101525"/>
                    <a:pt x="70802" y="101741"/>
                    <a:pt x="16687" y="111583"/>
                  </a:cubicBezTo>
                  <a:cubicBezTo>
                    <a:pt x="12141" y="112447"/>
                    <a:pt x="17119" y="116447"/>
                    <a:pt x="25127" y="125750"/>
                  </a:cubicBezTo>
                  <a:cubicBezTo>
                    <a:pt x="28918" y="130074"/>
                    <a:pt x="34220" y="123585"/>
                    <a:pt x="40824" y="120448"/>
                  </a:cubicBezTo>
                  <a:cubicBezTo>
                    <a:pt x="44824" y="118073"/>
                    <a:pt x="46450" y="118936"/>
                    <a:pt x="77514" y="122397"/>
                  </a:cubicBezTo>
                  <a:cubicBezTo>
                    <a:pt x="82924" y="123045"/>
                    <a:pt x="81845" y="131262"/>
                    <a:pt x="83902" y="138615"/>
                  </a:cubicBezTo>
                  <a:cubicBezTo>
                    <a:pt x="84874" y="143378"/>
                    <a:pt x="88335" y="145645"/>
                    <a:pt x="99053" y="155271"/>
                  </a:cubicBezTo>
                  <a:cubicBezTo>
                    <a:pt x="102514" y="158408"/>
                    <a:pt x="97967" y="159488"/>
                    <a:pt x="80975" y="168244"/>
                  </a:cubicBezTo>
                  <a:cubicBezTo>
                    <a:pt x="77082" y="170194"/>
                    <a:pt x="74809" y="167597"/>
                    <a:pt x="64306" y="159703"/>
                  </a:cubicBezTo>
                  <a:cubicBezTo>
                    <a:pt x="60522" y="156890"/>
                    <a:pt x="61493" y="161869"/>
                    <a:pt x="61493" y="184792"/>
                  </a:cubicBezTo>
                  <a:cubicBezTo>
                    <a:pt x="61493" y="189872"/>
                    <a:pt x="61061" y="188469"/>
                    <a:pt x="115398" y="181547"/>
                  </a:cubicBezTo>
                  <a:cubicBezTo>
                    <a:pt x="120053" y="181008"/>
                    <a:pt x="120809" y="182411"/>
                    <a:pt x="154362" y="202096"/>
                  </a:cubicBezTo>
                  <a:cubicBezTo>
                    <a:pt x="158585" y="204579"/>
                    <a:pt x="159124" y="204039"/>
                    <a:pt x="202311" y="211393"/>
                  </a:cubicBezTo>
                  <a:cubicBezTo>
                    <a:pt x="206641" y="212148"/>
                    <a:pt x="207505" y="211608"/>
                    <a:pt x="239433" y="204579"/>
                  </a:cubicBezTo>
                  <a:cubicBezTo>
                    <a:pt x="244088" y="203607"/>
                    <a:pt x="242468" y="197118"/>
                    <a:pt x="242792" y="195390"/>
                  </a:cubicBezTo>
                  <a:cubicBezTo>
                    <a:pt x="242792" y="190412"/>
                    <a:pt x="245713" y="190412"/>
                    <a:pt x="267900" y="180144"/>
                  </a:cubicBezTo>
                  <a:cubicBezTo>
                    <a:pt x="272015" y="178195"/>
                    <a:pt x="275583" y="179922"/>
                    <a:pt x="286302" y="182735"/>
                  </a:cubicBezTo>
                  <a:cubicBezTo>
                    <a:pt x="290633" y="183821"/>
                    <a:pt x="290195" y="183167"/>
                    <a:pt x="326891" y="157214"/>
                  </a:cubicBezTo>
                  <a:cubicBezTo>
                    <a:pt x="330568" y="154624"/>
                    <a:pt x="333819" y="155487"/>
                    <a:pt x="349402" y="156567"/>
                  </a:cubicBezTo>
                  <a:cubicBezTo>
                    <a:pt x="353733" y="156890"/>
                    <a:pt x="355790" y="154624"/>
                    <a:pt x="368560" y="145105"/>
                  </a:cubicBezTo>
                  <a:cubicBezTo>
                    <a:pt x="372891" y="141860"/>
                    <a:pt x="370941" y="135262"/>
                    <a:pt x="371373" y="130506"/>
                  </a:cubicBezTo>
                  <a:cubicBezTo>
                    <a:pt x="371373" y="124664"/>
                    <a:pt x="379273" y="127261"/>
                    <a:pt x="385877" y="126182"/>
                  </a:cubicBezTo>
                  <a:cubicBezTo>
                    <a:pt x="390423" y="125966"/>
                    <a:pt x="412286" y="98712"/>
                    <a:pt x="412286" y="98712"/>
                  </a:cubicBezTo>
                  <a:cubicBezTo>
                    <a:pt x="415969" y="94279"/>
                    <a:pt x="407740" y="91035"/>
                    <a:pt x="402329" y="85307"/>
                  </a:cubicBezTo>
                  <a:lnTo>
                    <a:pt x="402545" y="85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533878C6-10F7-A932-CE1D-22BD75DD80F1}"/>
                </a:ext>
              </a:extLst>
            </p:cNvPr>
            <p:cNvSpPr/>
            <p:nvPr/>
          </p:nvSpPr>
          <p:spPr>
            <a:xfrm>
              <a:off x="5600928" y="3222410"/>
              <a:ext cx="215475" cy="124994"/>
            </a:xfrm>
            <a:custGeom>
              <a:avLst/>
              <a:gdLst>
                <a:gd name="csX0" fmla="*/ 194272 w 248500"/>
                <a:gd name="csY0" fmla="*/ 0 h 144151"/>
                <a:gd name="csX1" fmla="*/ 159347 w 248500"/>
                <a:gd name="csY1" fmla="*/ 3461 h 144151"/>
                <a:gd name="csX2" fmla="*/ 147536 w 248500"/>
                <a:gd name="csY2" fmla="*/ 22276 h 144151"/>
                <a:gd name="csX3" fmla="*/ 126009 w 248500"/>
                <a:gd name="csY3" fmla="*/ 18059 h 144151"/>
                <a:gd name="csX4" fmla="*/ 118199 w 248500"/>
                <a:gd name="csY4" fmla="*/ 27470 h 144151"/>
                <a:gd name="csX5" fmla="*/ 98171 w 248500"/>
                <a:gd name="csY5" fmla="*/ 29089 h 144151"/>
                <a:gd name="csX6" fmla="*/ 91459 w 248500"/>
                <a:gd name="csY6" fmla="*/ 43688 h 144151"/>
                <a:gd name="csX7" fmla="*/ 60503 w 248500"/>
                <a:gd name="csY7" fmla="*/ 45422 h 144151"/>
                <a:gd name="csX8" fmla="*/ 33553 w 248500"/>
                <a:gd name="csY8" fmla="*/ 30169 h 144151"/>
                <a:gd name="csX9" fmla="*/ 29654 w 248500"/>
                <a:gd name="csY9" fmla="*/ 48012 h 144151"/>
                <a:gd name="csX10" fmla="*/ 10820 w 248500"/>
                <a:gd name="csY10" fmla="*/ 42932 h 144151"/>
                <a:gd name="csX11" fmla="*/ 5302 w 248500"/>
                <a:gd name="csY11" fmla="*/ 54286 h 144151"/>
                <a:gd name="csX12" fmla="*/ 14288 w 248500"/>
                <a:gd name="csY12" fmla="*/ 67589 h 144151"/>
                <a:gd name="csX13" fmla="*/ 9849 w 248500"/>
                <a:gd name="csY13" fmla="*/ 82836 h 144151"/>
                <a:gd name="csX14" fmla="*/ 0 w 248500"/>
                <a:gd name="csY14" fmla="*/ 84995 h 144151"/>
                <a:gd name="csX15" fmla="*/ 13633 w 248500"/>
                <a:gd name="csY15" fmla="*/ 110407 h 144151"/>
                <a:gd name="csX16" fmla="*/ 37770 w 248500"/>
                <a:gd name="csY16" fmla="*/ 132798 h 144151"/>
                <a:gd name="csX17" fmla="*/ 52711 w 248500"/>
                <a:gd name="csY17" fmla="*/ 136036 h 144151"/>
                <a:gd name="csX18" fmla="*/ 58661 w 248500"/>
                <a:gd name="csY18" fmla="*/ 143066 h 144151"/>
                <a:gd name="csX19" fmla="*/ 81286 w 248500"/>
                <a:gd name="csY19" fmla="*/ 144151 h 144151"/>
                <a:gd name="csX20" fmla="*/ 87560 w 248500"/>
                <a:gd name="csY20" fmla="*/ 136474 h 144151"/>
                <a:gd name="csX21" fmla="*/ 98063 w 248500"/>
                <a:gd name="csY21" fmla="*/ 137770 h 144151"/>
                <a:gd name="csX22" fmla="*/ 124231 w 248500"/>
                <a:gd name="csY22" fmla="*/ 125006 h 144151"/>
                <a:gd name="csX23" fmla="*/ 182270 w 248500"/>
                <a:gd name="csY23" fmla="*/ 121545 h 144151"/>
                <a:gd name="csX24" fmla="*/ 224371 w 248500"/>
                <a:gd name="csY24" fmla="*/ 44768 h 144151"/>
                <a:gd name="csX25" fmla="*/ 238785 w 248500"/>
                <a:gd name="csY25" fmla="*/ 45853 h 144151"/>
                <a:gd name="csX26" fmla="*/ 248501 w 248500"/>
                <a:gd name="csY26" fmla="*/ 33852 h 144151"/>
                <a:gd name="csX27" fmla="*/ 221005 w 248500"/>
                <a:gd name="csY27" fmla="*/ 9519 h 144151"/>
                <a:gd name="csX28" fmla="*/ 206083 w 248500"/>
                <a:gd name="csY28" fmla="*/ 15030 h 144151"/>
                <a:gd name="csX29" fmla="*/ 194272 w 248500"/>
                <a:gd name="csY29" fmla="*/ 0 h 144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8500" h="144151">
                  <a:moveTo>
                    <a:pt x="194272" y="0"/>
                  </a:moveTo>
                  <a:lnTo>
                    <a:pt x="159347" y="3461"/>
                  </a:lnTo>
                  <a:lnTo>
                    <a:pt x="147536" y="22276"/>
                  </a:lnTo>
                  <a:lnTo>
                    <a:pt x="126009" y="18059"/>
                  </a:lnTo>
                  <a:lnTo>
                    <a:pt x="118199" y="27470"/>
                  </a:lnTo>
                  <a:lnTo>
                    <a:pt x="98171" y="29089"/>
                  </a:lnTo>
                  <a:lnTo>
                    <a:pt x="91459" y="43688"/>
                  </a:lnTo>
                  <a:lnTo>
                    <a:pt x="60503" y="45422"/>
                  </a:lnTo>
                  <a:lnTo>
                    <a:pt x="33553" y="30169"/>
                  </a:lnTo>
                  <a:lnTo>
                    <a:pt x="29654" y="48012"/>
                  </a:lnTo>
                  <a:lnTo>
                    <a:pt x="10820" y="42932"/>
                  </a:lnTo>
                  <a:lnTo>
                    <a:pt x="5302" y="54286"/>
                  </a:lnTo>
                  <a:lnTo>
                    <a:pt x="14288" y="67589"/>
                  </a:lnTo>
                  <a:lnTo>
                    <a:pt x="9849" y="82836"/>
                  </a:lnTo>
                  <a:lnTo>
                    <a:pt x="0" y="84995"/>
                  </a:lnTo>
                  <a:lnTo>
                    <a:pt x="13633" y="110407"/>
                  </a:lnTo>
                  <a:lnTo>
                    <a:pt x="37770" y="132798"/>
                  </a:lnTo>
                  <a:lnTo>
                    <a:pt x="52711" y="136036"/>
                  </a:lnTo>
                  <a:lnTo>
                    <a:pt x="58661" y="143066"/>
                  </a:lnTo>
                  <a:lnTo>
                    <a:pt x="81286" y="144151"/>
                  </a:lnTo>
                  <a:lnTo>
                    <a:pt x="87560" y="136474"/>
                  </a:lnTo>
                  <a:lnTo>
                    <a:pt x="98063" y="137770"/>
                  </a:lnTo>
                  <a:lnTo>
                    <a:pt x="124231" y="125006"/>
                  </a:lnTo>
                  <a:lnTo>
                    <a:pt x="182270" y="121545"/>
                  </a:lnTo>
                  <a:lnTo>
                    <a:pt x="224371" y="44768"/>
                  </a:lnTo>
                  <a:lnTo>
                    <a:pt x="238785" y="45853"/>
                  </a:lnTo>
                  <a:lnTo>
                    <a:pt x="248501" y="33852"/>
                  </a:lnTo>
                  <a:lnTo>
                    <a:pt x="221005" y="9519"/>
                  </a:lnTo>
                  <a:lnTo>
                    <a:pt x="206083" y="15030"/>
                  </a:lnTo>
                  <a:lnTo>
                    <a:pt x="19427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8EB81CA6-FA4F-AB2B-95F6-91B900948D85}"/>
                </a:ext>
              </a:extLst>
            </p:cNvPr>
            <p:cNvSpPr/>
            <p:nvPr/>
          </p:nvSpPr>
          <p:spPr>
            <a:xfrm>
              <a:off x="5818028" y="3706770"/>
              <a:ext cx="5314" cy="7102"/>
            </a:xfrm>
            <a:custGeom>
              <a:avLst/>
              <a:gdLst>
                <a:gd name="csX0" fmla="*/ 2571 w 6128"/>
                <a:gd name="csY0" fmla="*/ 8045 h 8190"/>
                <a:gd name="csX1" fmla="*/ 3967 w 6128"/>
                <a:gd name="csY1" fmla="*/ 1232 h 8190"/>
                <a:gd name="csX2" fmla="*/ 158 w 6128"/>
                <a:gd name="csY2" fmla="*/ 1880 h 8190"/>
                <a:gd name="csX3" fmla="*/ 2571 w 6128"/>
                <a:gd name="csY3" fmla="*/ 8045 h 8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28" h="8190">
                  <a:moveTo>
                    <a:pt x="2571" y="8045"/>
                  </a:moveTo>
                  <a:cubicBezTo>
                    <a:pt x="6254" y="9125"/>
                    <a:pt x="7650" y="3937"/>
                    <a:pt x="3967" y="1232"/>
                  </a:cubicBezTo>
                  <a:cubicBezTo>
                    <a:pt x="3460" y="1016"/>
                    <a:pt x="538" y="-1797"/>
                    <a:pt x="158" y="1880"/>
                  </a:cubicBezTo>
                  <a:cubicBezTo>
                    <a:pt x="158" y="2527"/>
                    <a:pt x="-922" y="6966"/>
                    <a:pt x="2571" y="8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23E40DDE-1D98-E062-08CE-7995739E25DA}"/>
                </a:ext>
              </a:extLst>
            </p:cNvPr>
            <p:cNvSpPr/>
            <p:nvPr/>
          </p:nvSpPr>
          <p:spPr>
            <a:xfrm>
              <a:off x="5743391" y="3648697"/>
              <a:ext cx="11496" cy="10653"/>
            </a:xfrm>
            <a:custGeom>
              <a:avLst/>
              <a:gdLst>
                <a:gd name="csX0" fmla="*/ 763 w 13258"/>
                <a:gd name="csY0" fmla="*/ 3976 h 12286"/>
                <a:gd name="csX1" fmla="*/ 8955 w 13258"/>
                <a:gd name="csY1" fmla="*/ 11329 h 12286"/>
                <a:gd name="csX2" fmla="*/ 12003 w 13258"/>
                <a:gd name="csY2" fmla="*/ 5271 h 12286"/>
                <a:gd name="csX3" fmla="*/ 6923 w 13258"/>
                <a:gd name="csY3" fmla="*/ 1270 h 12286"/>
                <a:gd name="csX4" fmla="*/ 763 w 13258"/>
                <a:gd name="csY4" fmla="*/ 3976 h 12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8" h="12286">
                  <a:moveTo>
                    <a:pt x="763" y="3976"/>
                  </a:moveTo>
                  <a:cubicBezTo>
                    <a:pt x="5843" y="10135"/>
                    <a:pt x="8637" y="14244"/>
                    <a:pt x="8955" y="11329"/>
                  </a:cubicBezTo>
                  <a:cubicBezTo>
                    <a:pt x="9399" y="7652"/>
                    <a:pt x="15940" y="8192"/>
                    <a:pt x="12003" y="5271"/>
                  </a:cubicBezTo>
                  <a:lnTo>
                    <a:pt x="6923" y="1270"/>
                  </a:lnTo>
                  <a:cubicBezTo>
                    <a:pt x="3494" y="-1435"/>
                    <a:pt x="-2031" y="515"/>
                    <a:pt x="763" y="39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E7D9E4FC-B761-C3A8-69FA-43A34EFE0B24}"/>
                </a:ext>
              </a:extLst>
            </p:cNvPr>
            <p:cNvSpPr/>
            <p:nvPr/>
          </p:nvSpPr>
          <p:spPr>
            <a:xfrm>
              <a:off x="5834502" y="3653990"/>
              <a:ext cx="4916" cy="3330"/>
            </a:xfrm>
            <a:custGeom>
              <a:avLst/>
              <a:gdLst>
                <a:gd name="csX0" fmla="*/ 145 w 5669"/>
                <a:gd name="csY0" fmla="*/ 1980 h 3840"/>
                <a:gd name="csX1" fmla="*/ 5669 w 5669"/>
                <a:gd name="csY1" fmla="*/ 1110 h 3840"/>
                <a:gd name="csX2" fmla="*/ 145 w 5669"/>
                <a:gd name="csY2" fmla="*/ 1980 h 3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69" h="3840">
                  <a:moveTo>
                    <a:pt x="145" y="1980"/>
                  </a:moveTo>
                  <a:cubicBezTo>
                    <a:pt x="1414" y="4787"/>
                    <a:pt x="5542" y="4355"/>
                    <a:pt x="5669" y="1110"/>
                  </a:cubicBezTo>
                  <a:cubicBezTo>
                    <a:pt x="5669" y="-293"/>
                    <a:pt x="-1061" y="-725"/>
                    <a:pt x="145" y="1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34C54987-ACA6-E279-D7DE-C1430692EF09}"/>
                </a:ext>
              </a:extLst>
            </p:cNvPr>
            <p:cNvSpPr/>
            <p:nvPr/>
          </p:nvSpPr>
          <p:spPr>
            <a:xfrm>
              <a:off x="5820129" y="3606822"/>
              <a:ext cx="52463" cy="38962"/>
            </a:xfrm>
            <a:custGeom>
              <a:avLst/>
              <a:gdLst>
                <a:gd name="csX0" fmla="*/ 10626 w 60504"/>
                <a:gd name="csY0" fmla="*/ 8905 h 44934"/>
                <a:gd name="csX1" fmla="*/ 24913 w 60504"/>
                <a:gd name="csY1" fmla="*/ 21770 h 44934"/>
                <a:gd name="csX2" fmla="*/ 41169 w 60504"/>
                <a:gd name="csY2" fmla="*/ 28907 h 44934"/>
                <a:gd name="csX3" fmla="*/ 44662 w 60504"/>
                <a:gd name="csY3" fmla="*/ 35721 h 44934"/>
                <a:gd name="csX4" fmla="*/ 49741 w 60504"/>
                <a:gd name="csY4" fmla="*/ 42642 h 44934"/>
                <a:gd name="csX5" fmla="*/ 57298 w 60504"/>
                <a:gd name="csY5" fmla="*/ 44369 h 44934"/>
                <a:gd name="csX6" fmla="*/ 57425 w 60504"/>
                <a:gd name="csY6" fmla="*/ 36368 h 44934"/>
                <a:gd name="csX7" fmla="*/ 49741 w 60504"/>
                <a:gd name="csY7" fmla="*/ 32908 h 44934"/>
                <a:gd name="csX8" fmla="*/ 40534 w 60504"/>
                <a:gd name="csY8" fmla="*/ 14524 h 44934"/>
                <a:gd name="csX9" fmla="*/ 33358 w 60504"/>
                <a:gd name="csY9" fmla="*/ 13877 h 44934"/>
                <a:gd name="csX10" fmla="*/ 25040 w 60504"/>
                <a:gd name="csY10" fmla="*/ 9660 h 44934"/>
                <a:gd name="csX11" fmla="*/ 8149 w 60504"/>
                <a:gd name="csY11" fmla="*/ 573 h 44934"/>
                <a:gd name="csX12" fmla="*/ 10626 w 60504"/>
                <a:gd name="csY12" fmla="*/ 8905 h 44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504" h="44934">
                  <a:moveTo>
                    <a:pt x="10626" y="8905"/>
                  </a:moveTo>
                  <a:cubicBezTo>
                    <a:pt x="18309" y="14848"/>
                    <a:pt x="23833" y="18309"/>
                    <a:pt x="24913" y="21770"/>
                  </a:cubicBezTo>
                  <a:cubicBezTo>
                    <a:pt x="26691" y="27072"/>
                    <a:pt x="38057" y="22748"/>
                    <a:pt x="41169" y="28907"/>
                  </a:cubicBezTo>
                  <a:lnTo>
                    <a:pt x="44662" y="35721"/>
                  </a:lnTo>
                  <a:cubicBezTo>
                    <a:pt x="46566" y="39505"/>
                    <a:pt x="50123" y="43182"/>
                    <a:pt x="49741" y="42642"/>
                  </a:cubicBezTo>
                  <a:cubicBezTo>
                    <a:pt x="53107" y="46427"/>
                    <a:pt x="53488" y="41131"/>
                    <a:pt x="57298" y="44369"/>
                  </a:cubicBezTo>
                  <a:cubicBezTo>
                    <a:pt x="60854" y="47506"/>
                    <a:pt x="62188" y="36584"/>
                    <a:pt x="57425" y="36368"/>
                  </a:cubicBezTo>
                  <a:cubicBezTo>
                    <a:pt x="56536" y="36152"/>
                    <a:pt x="51139" y="37124"/>
                    <a:pt x="49741" y="32908"/>
                  </a:cubicBezTo>
                  <a:cubicBezTo>
                    <a:pt x="45042" y="18525"/>
                    <a:pt x="44852" y="14956"/>
                    <a:pt x="40534" y="14524"/>
                  </a:cubicBezTo>
                  <a:lnTo>
                    <a:pt x="33358" y="13877"/>
                  </a:lnTo>
                  <a:cubicBezTo>
                    <a:pt x="28278" y="13445"/>
                    <a:pt x="29803" y="8581"/>
                    <a:pt x="25040" y="9660"/>
                  </a:cubicBezTo>
                  <a:cubicBezTo>
                    <a:pt x="17547" y="11279"/>
                    <a:pt x="14563" y="-2989"/>
                    <a:pt x="8149" y="573"/>
                  </a:cubicBezTo>
                  <a:cubicBezTo>
                    <a:pt x="-8170" y="9768"/>
                    <a:pt x="3958" y="3710"/>
                    <a:pt x="10626" y="8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2CEF629E-20B2-7050-886D-DABA93F971EF}"/>
                </a:ext>
              </a:extLst>
            </p:cNvPr>
            <p:cNvSpPr/>
            <p:nvPr/>
          </p:nvSpPr>
          <p:spPr>
            <a:xfrm>
              <a:off x="5870351" y="3541020"/>
              <a:ext cx="8612" cy="7314"/>
            </a:xfrm>
            <a:custGeom>
              <a:avLst/>
              <a:gdLst>
                <a:gd name="csX0" fmla="*/ 648 w 9932"/>
                <a:gd name="csY0" fmla="*/ 2280 h 8435"/>
                <a:gd name="csX1" fmla="*/ 3506 w 9932"/>
                <a:gd name="csY1" fmla="*/ 7474 h 8435"/>
                <a:gd name="csX2" fmla="*/ 7506 w 9932"/>
                <a:gd name="csY2" fmla="*/ 7474 h 8435"/>
                <a:gd name="csX3" fmla="*/ 5982 w 9932"/>
                <a:gd name="csY3" fmla="*/ 13 h 8435"/>
                <a:gd name="csX4" fmla="*/ 648 w 9932"/>
                <a:gd name="csY4" fmla="*/ 2280 h 8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32" h="8435">
                  <a:moveTo>
                    <a:pt x="648" y="2280"/>
                  </a:moveTo>
                  <a:cubicBezTo>
                    <a:pt x="-1702" y="6172"/>
                    <a:pt x="3061" y="4229"/>
                    <a:pt x="3506" y="7474"/>
                  </a:cubicBezTo>
                  <a:cubicBezTo>
                    <a:pt x="3823" y="9741"/>
                    <a:pt x="8141" y="7258"/>
                    <a:pt x="7506" y="7474"/>
                  </a:cubicBezTo>
                  <a:cubicBezTo>
                    <a:pt x="11380" y="5309"/>
                    <a:pt x="10427" y="337"/>
                    <a:pt x="5982" y="13"/>
                  </a:cubicBezTo>
                  <a:cubicBezTo>
                    <a:pt x="5982" y="13"/>
                    <a:pt x="2299" y="-311"/>
                    <a:pt x="648" y="22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E98C4CF1-6D95-185E-541F-3D2440097C84}"/>
                </a:ext>
              </a:extLst>
            </p:cNvPr>
            <p:cNvSpPr/>
            <p:nvPr/>
          </p:nvSpPr>
          <p:spPr>
            <a:xfrm>
              <a:off x="5900561" y="3550086"/>
              <a:ext cx="7772" cy="4916"/>
            </a:xfrm>
            <a:custGeom>
              <a:avLst/>
              <a:gdLst>
                <a:gd name="csX0" fmla="*/ 2830 w 8963"/>
                <a:gd name="csY0" fmla="*/ 5128 h 5669"/>
                <a:gd name="csX1" fmla="*/ 3592 w 8963"/>
                <a:gd name="csY1" fmla="*/ 5452 h 5669"/>
                <a:gd name="csX2" fmla="*/ 6956 w 8963"/>
                <a:gd name="csY2" fmla="*/ 480 h 5669"/>
                <a:gd name="csX3" fmla="*/ 3719 w 8963"/>
                <a:gd name="csY3" fmla="*/ 48 h 5669"/>
                <a:gd name="csX4" fmla="*/ 2766 w 8963"/>
                <a:gd name="csY4" fmla="*/ 5128 h 5669"/>
                <a:gd name="csX5" fmla="*/ 2830 w 8963"/>
                <a:gd name="csY5" fmla="*/ 5128 h 5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63" h="5669">
                  <a:moveTo>
                    <a:pt x="2830" y="5128"/>
                  </a:moveTo>
                  <a:lnTo>
                    <a:pt x="3592" y="5452"/>
                  </a:lnTo>
                  <a:cubicBezTo>
                    <a:pt x="7909" y="6856"/>
                    <a:pt x="11275" y="1020"/>
                    <a:pt x="6956" y="480"/>
                  </a:cubicBezTo>
                  <a:lnTo>
                    <a:pt x="3719" y="48"/>
                  </a:lnTo>
                  <a:cubicBezTo>
                    <a:pt x="-727" y="-498"/>
                    <a:pt x="-1362" y="3725"/>
                    <a:pt x="2766" y="5128"/>
                  </a:cubicBezTo>
                  <a:lnTo>
                    <a:pt x="2830" y="5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137AD48D-5991-553D-A9DC-055BD63CE509}"/>
                </a:ext>
              </a:extLst>
            </p:cNvPr>
            <p:cNvSpPr/>
            <p:nvPr/>
          </p:nvSpPr>
          <p:spPr>
            <a:xfrm>
              <a:off x="5868307" y="3608206"/>
              <a:ext cx="7792" cy="8298"/>
            </a:xfrm>
            <a:custGeom>
              <a:avLst/>
              <a:gdLst>
                <a:gd name="csX0" fmla="*/ 1101 w 8986"/>
                <a:gd name="csY0" fmla="*/ 6007 h 9570"/>
                <a:gd name="csX1" fmla="*/ 6816 w 8986"/>
                <a:gd name="csY1" fmla="*/ 8928 h 9570"/>
                <a:gd name="csX2" fmla="*/ 8213 w 8986"/>
                <a:gd name="csY2" fmla="*/ 5467 h 9570"/>
                <a:gd name="csX3" fmla="*/ 2498 w 8986"/>
                <a:gd name="csY3" fmla="*/ 63 h 9570"/>
                <a:gd name="csX4" fmla="*/ 1164 w 8986"/>
                <a:gd name="csY4" fmla="*/ 6007 h 9570"/>
                <a:gd name="csX5" fmla="*/ 1101 w 8986"/>
                <a:gd name="csY5" fmla="*/ 6007 h 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570">
                  <a:moveTo>
                    <a:pt x="1101" y="6007"/>
                  </a:moveTo>
                  <a:cubicBezTo>
                    <a:pt x="4339" y="7956"/>
                    <a:pt x="2371" y="10877"/>
                    <a:pt x="6816" y="8928"/>
                  </a:cubicBezTo>
                  <a:cubicBezTo>
                    <a:pt x="7387" y="8388"/>
                    <a:pt x="10372" y="7416"/>
                    <a:pt x="8213" y="5467"/>
                  </a:cubicBezTo>
                  <a:cubicBezTo>
                    <a:pt x="4784" y="2546"/>
                    <a:pt x="7070" y="-477"/>
                    <a:pt x="2498" y="63"/>
                  </a:cubicBezTo>
                  <a:cubicBezTo>
                    <a:pt x="783" y="279"/>
                    <a:pt x="-1376" y="4495"/>
                    <a:pt x="1164" y="6007"/>
                  </a:cubicBezTo>
                  <a:lnTo>
                    <a:pt x="1101" y="6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00DDAD6E-7595-41B2-3BC6-90F8B4DED9DC}"/>
                </a:ext>
              </a:extLst>
            </p:cNvPr>
            <p:cNvSpPr/>
            <p:nvPr/>
          </p:nvSpPr>
          <p:spPr>
            <a:xfrm>
              <a:off x="5908444" y="3560774"/>
              <a:ext cx="9468" cy="5298"/>
            </a:xfrm>
            <a:custGeom>
              <a:avLst/>
              <a:gdLst>
                <a:gd name="csX0" fmla="*/ 340 w 10919"/>
                <a:gd name="csY0" fmla="*/ 3399 h 6110"/>
                <a:gd name="csX1" fmla="*/ 8024 w 10919"/>
                <a:gd name="csY1" fmla="*/ 5774 h 6110"/>
                <a:gd name="csX2" fmla="*/ 7072 w 10919"/>
                <a:gd name="csY2" fmla="*/ 46 h 6110"/>
                <a:gd name="csX3" fmla="*/ 340 w 10919"/>
                <a:gd name="csY3" fmla="*/ 3399 h 6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9" h="6110">
                  <a:moveTo>
                    <a:pt x="340" y="3399"/>
                  </a:moveTo>
                  <a:cubicBezTo>
                    <a:pt x="-2009" y="7292"/>
                    <a:pt x="8596" y="5882"/>
                    <a:pt x="8024" y="5774"/>
                  </a:cubicBezTo>
                  <a:cubicBezTo>
                    <a:pt x="12469" y="5774"/>
                    <a:pt x="11516" y="-601"/>
                    <a:pt x="7072" y="46"/>
                  </a:cubicBezTo>
                  <a:cubicBezTo>
                    <a:pt x="7072" y="46"/>
                    <a:pt x="2309" y="46"/>
                    <a:pt x="340" y="3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A73D0980-0ACC-7023-69EF-11FDE5625E1B}"/>
                </a:ext>
              </a:extLst>
            </p:cNvPr>
            <p:cNvSpPr/>
            <p:nvPr/>
          </p:nvSpPr>
          <p:spPr>
            <a:xfrm>
              <a:off x="5913673" y="3623472"/>
              <a:ext cx="8980" cy="15031"/>
            </a:xfrm>
            <a:custGeom>
              <a:avLst/>
              <a:gdLst>
                <a:gd name="csX0" fmla="*/ 2375 w 10356"/>
                <a:gd name="csY0" fmla="*/ 15871 h 17335"/>
                <a:gd name="csX1" fmla="*/ 7011 w 10356"/>
                <a:gd name="csY1" fmla="*/ 193 h 17335"/>
                <a:gd name="csX2" fmla="*/ 534 w 10356"/>
                <a:gd name="csY2" fmla="*/ 2676 h 17335"/>
                <a:gd name="csX3" fmla="*/ 1995 w 10356"/>
                <a:gd name="csY3" fmla="*/ 10461 h 17335"/>
                <a:gd name="csX4" fmla="*/ 1995 w 10356"/>
                <a:gd name="csY4" fmla="*/ 15331 h 17335"/>
                <a:gd name="csX5" fmla="*/ 2439 w 10356"/>
                <a:gd name="csY5" fmla="*/ 15871 h 17335"/>
                <a:gd name="csX6" fmla="*/ 2375 w 10356"/>
                <a:gd name="csY6" fmla="*/ 15871 h 1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56" h="17335">
                  <a:moveTo>
                    <a:pt x="2375" y="15871"/>
                  </a:moveTo>
                  <a:cubicBezTo>
                    <a:pt x="7963" y="23224"/>
                    <a:pt x="14441" y="517"/>
                    <a:pt x="7011" y="193"/>
                  </a:cubicBezTo>
                  <a:cubicBezTo>
                    <a:pt x="5614" y="409"/>
                    <a:pt x="-2069" y="-1325"/>
                    <a:pt x="534" y="2676"/>
                  </a:cubicBezTo>
                  <a:cubicBezTo>
                    <a:pt x="851" y="3546"/>
                    <a:pt x="4852" y="7546"/>
                    <a:pt x="1995" y="10461"/>
                  </a:cubicBezTo>
                  <a:cubicBezTo>
                    <a:pt x="851" y="11655"/>
                    <a:pt x="851" y="13922"/>
                    <a:pt x="1995" y="15331"/>
                  </a:cubicBezTo>
                  <a:lnTo>
                    <a:pt x="2439" y="15871"/>
                  </a:lnTo>
                  <a:lnTo>
                    <a:pt x="2375" y="15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D76B04F-33B9-1AE2-DCEB-FA9A27654F73}"/>
                </a:ext>
              </a:extLst>
            </p:cNvPr>
            <p:cNvSpPr/>
            <p:nvPr/>
          </p:nvSpPr>
          <p:spPr>
            <a:xfrm>
              <a:off x="5838797" y="3731920"/>
              <a:ext cx="89006" cy="25449"/>
            </a:xfrm>
            <a:custGeom>
              <a:avLst/>
              <a:gdLst>
                <a:gd name="csX0" fmla="*/ 90315 w 102648"/>
                <a:gd name="csY0" fmla="*/ 17210 h 29349"/>
                <a:gd name="csX1" fmla="*/ 86759 w 102648"/>
                <a:gd name="csY1" fmla="*/ 19267 h 29349"/>
                <a:gd name="csX2" fmla="*/ 82505 w 102648"/>
                <a:gd name="csY2" fmla="*/ 14619 h 29349"/>
                <a:gd name="csX3" fmla="*/ 80599 w 102648"/>
                <a:gd name="csY3" fmla="*/ 12238 h 29349"/>
                <a:gd name="csX4" fmla="*/ 73234 w 102648"/>
                <a:gd name="csY4" fmla="*/ 13749 h 29349"/>
                <a:gd name="csX5" fmla="*/ 65106 w 102648"/>
                <a:gd name="csY5" fmla="*/ 10942 h 29349"/>
                <a:gd name="csX6" fmla="*/ 54692 w 102648"/>
                <a:gd name="csY6" fmla="*/ 9749 h 29349"/>
                <a:gd name="csX7" fmla="*/ 26053 w 102648"/>
                <a:gd name="csY7" fmla="*/ 7806 h 29349"/>
                <a:gd name="csX8" fmla="*/ 24085 w 102648"/>
                <a:gd name="csY8" fmla="*/ 3481 h 29349"/>
                <a:gd name="csX9" fmla="*/ 19068 w 102648"/>
                <a:gd name="csY9" fmla="*/ 3151 h 29349"/>
                <a:gd name="csX10" fmla="*/ 8718 w 102648"/>
                <a:gd name="csY10" fmla="*/ 1316 h 29349"/>
                <a:gd name="csX11" fmla="*/ 2749 w 102648"/>
                <a:gd name="csY11" fmla="*/ 2827 h 29349"/>
                <a:gd name="csX12" fmla="*/ 18 w 102648"/>
                <a:gd name="csY12" fmla="*/ 5532 h 29349"/>
                <a:gd name="csX13" fmla="*/ 4399 w 102648"/>
                <a:gd name="csY13" fmla="*/ 15914 h 29349"/>
                <a:gd name="csX14" fmla="*/ 41039 w 102648"/>
                <a:gd name="csY14" fmla="*/ 21649 h 29349"/>
                <a:gd name="csX15" fmla="*/ 44532 w 102648"/>
                <a:gd name="csY15" fmla="*/ 26405 h 29349"/>
                <a:gd name="csX16" fmla="*/ 48087 w 102648"/>
                <a:gd name="csY16" fmla="*/ 29326 h 29349"/>
                <a:gd name="csX17" fmla="*/ 76155 w 102648"/>
                <a:gd name="csY17" fmla="*/ 25757 h 29349"/>
                <a:gd name="csX18" fmla="*/ 102189 w 102648"/>
                <a:gd name="csY18" fmla="*/ 21972 h 29349"/>
                <a:gd name="csX19" fmla="*/ 102634 w 102648"/>
                <a:gd name="csY19" fmla="*/ 16778 h 29349"/>
                <a:gd name="csX20" fmla="*/ 100031 w 102648"/>
                <a:gd name="csY20" fmla="*/ 15375 h 29349"/>
                <a:gd name="csX21" fmla="*/ 90315 w 102648"/>
                <a:gd name="csY21" fmla="*/ 17102 h 29349"/>
                <a:gd name="csX22" fmla="*/ 90315 w 102648"/>
                <a:gd name="csY22" fmla="*/ 17210 h 29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2648" h="29349">
                  <a:moveTo>
                    <a:pt x="90315" y="17210"/>
                  </a:moveTo>
                  <a:lnTo>
                    <a:pt x="86759" y="19267"/>
                  </a:lnTo>
                  <a:cubicBezTo>
                    <a:pt x="78758" y="23700"/>
                    <a:pt x="82949" y="12562"/>
                    <a:pt x="82505" y="14619"/>
                  </a:cubicBezTo>
                  <a:cubicBezTo>
                    <a:pt x="83267" y="12993"/>
                    <a:pt x="82441" y="11914"/>
                    <a:pt x="80599" y="12238"/>
                  </a:cubicBezTo>
                  <a:lnTo>
                    <a:pt x="73234" y="13749"/>
                  </a:lnTo>
                  <a:cubicBezTo>
                    <a:pt x="68217" y="14835"/>
                    <a:pt x="70186" y="10619"/>
                    <a:pt x="65106" y="10942"/>
                  </a:cubicBezTo>
                  <a:cubicBezTo>
                    <a:pt x="62693" y="10942"/>
                    <a:pt x="56343" y="12454"/>
                    <a:pt x="54692" y="9749"/>
                  </a:cubicBezTo>
                  <a:cubicBezTo>
                    <a:pt x="51707" y="4669"/>
                    <a:pt x="29164" y="14835"/>
                    <a:pt x="26053" y="7806"/>
                  </a:cubicBezTo>
                  <a:lnTo>
                    <a:pt x="24085" y="3481"/>
                  </a:lnTo>
                  <a:cubicBezTo>
                    <a:pt x="22561" y="-87"/>
                    <a:pt x="18560" y="3481"/>
                    <a:pt x="19068" y="3151"/>
                  </a:cubicBezTo>
                  <a:cubicBezTo>
                    <a:pt x="15639" y="5748"/>
                    <a:pt x="10559" y="4992"/>
                    <a:pt x="8718" y="1316"/>
                  </a:cubicBezTo>
                  <a:cubicBezTo>
                    <a:pt x="6622" y="-2685"/>
                    <a:pt x="7321" y="3805"/>
                    <a:pt x="2749" y="2827"/>
                  </a:cubicBezTo>
                  <a:cubicBezTo>
                    <a:pt x="1162" y="2503"/>
                    <a:pt x="-172" y="3697"/>
                    <a:pt x="18" y="5532"/>
                  </a:cubicBezTo>
                  <a:cubicBezTo>
                    <a:pt x="780" y="8777"/>
                    <a:pt x="-617" y="15375"/>
                    <a:pt x="4399" y="15914"/>
                  </a:cubicBezTo>
                  <a:cubicBezTo>
                    <a:pt x="32721" y="18836"/>
                    <a:pt x="41737" y="21757"/>
                    <a:pt x="41039" y="21649"/>
                  </a:cubicBezTo>
                  <a:cubicBezTo>
                    <a:pt x="44659" y="22404"/>
                    <a:pt x="44722" y="26944"/>
                    <a:pt x="44532" y="26405"/>
                  </a:cubicBezTo>
                  <a:cubicBezTo>
                    <a:pt x="44532" y="28240"/>
                    <a:pt x="46246" y="29542"/>
                    <a:pt x="48087" y="29326"/>
                  </a:cubicBezTo>
                  <a:lnTo>
                    <a:pt x="76155" y="25757"/>
                  </a:lnTo>
                  <a:cubicBezTo>
                    <a:pt x="91839" y="23700"/>
                    <a:pt x="101809" y="28132"/>
                    <a:pt x="102189" y="21972"/>
                  </a:cubicBezTo>
                  <a:lnTo>
                    <a:pt x="102634" y="16778"/>
                  </a:lnTo>
                  <a:cubicBezTo>
                    <a:pt x="102888" y="13425"/>
                    <a:pt x="99523" y="15483"/>
                    <a:pt x="100031" y="15375"/>
                  </a:cubicBezTo>
                  <a:cubicBezTo>
                    <a:pt x="98570" y="16454"/>
                    <a:pt x="94760" y="14511"/>
                    <a:pt x="90315" y="17102"/>
                  </a:cubicBezTo>
                  <a:lnTo>
                    <a:pt x="90315" y="172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69B32B95-18B1-FF58-D480-40C657F08D7D}"/>
                </a:ext>
              </a:extLst>
            </p:cNvPr>
            <p:cNvSpPr/>
            <p:nvPr/>
          </p:nvSpPr>
          <p:spPr>
            <a:xfrm>
              <a:off x="5937366" y="3651899"/>
              <a:ext cx="13764" cy="6178"/>
            </a:xfrm>
            <a:custGeom>
              <a:avLst/>
              <a:gdLst>
                <a:gd name="csX0" fmla="*/ 14422 w 15874"/>
                <a:gd name="csY0" fmla="*/ 1687 h 7125"/>
                <a:gd name="csX1" fmla="*/ 1404 w 15874"/>
                <a:gd name="csY1" fmla="*/ 1687 h 7125"/>
                <a:gd name="csX2" fmla="*/ 769 w 15874"/>
                <a:gd name="csY2" fmla="*/ 2334 h 7125"/>
                <a:gd name="csX3" fmla="*/ 11311 w 15874"/>
                <a:gd name="csY3" fmla="*/ 6335 h 7125"/>
                <a:gd name="csX4" fmla="*/ 14422 w 15874"/>
                <a:gd name="csY4" fmla="*/ 1794 h 7125"/>
                <a:gd name="csX5" fmla="*/ 14422 w 15874"/>
                <a:gd name="csY5" fmla="*/ 1687 h 7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74" h="7125">
                  <a:moveTo>
                    <a:pt x="14422" y="1687"/>
                  </a:moveTo>
                  <a:cubicBezTo>
                    <a:pt x="10548" y="1255"/>
                    <a:pt x="5023" y="-1882"/>
                    <a:pt x="1404" y="1687"/>
                  </a:cubicBezTo>
                  <a:lnTo>
                    <a:pt x="769" y="2334"/>
                  </a:lnTo>
                  <a:cubicBezTo>
                    <a:pt x="-2914" y="5903"/>
                    <a:pt x="7627" y="8500"/>
                    <a:pt x="11311" y="6335"/>
                  </a:cubicBezTo>
                  <a:cubicBezTo>
                    <a:pt x="11311" y="6335"/>
                    <a:pt x="18994" y="2766"/>
                    <a:pt x="14422" y="1794"/>
                  </a:cubicBezTo>
                  <a:lnTo>
                    <a:pt x="14422" y="16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5DAA4621-7B06-F6F2-C731-076FE945F238}"/>
                </a:ext>
              </a:extLst>
            </p:cNvPr>
            <p:cNvSpPr/>
            <p:nvPr/>
          </p:nvSpPr>
          <p:spPr>
            <a:xfrm>
              <a:off x="5916652" y="3656282"/>
              <a:ext cx="13821" cy="7367"/>
            </a:xfrm>
            <a:custGeom>
              <a:avLst/>
              <a:gdLst>
                <a:gd name="csX0" fmla="*/ 14054 w 15939"/>
                <a:gd name="csY0" fmla="*/ 308 h 8496"/>
                <a:gd name="csX1" fmla="*/ 6371 w 15939"/>
                <a:gd name="csY1" fmla="*/ 1279 h 8496"/>
                <a:gd name="csX2" fmla="*/ 719 w 15939"/>
                <a:gd name="csY2" fmla="*/ 4092 h 8496"/>
                <a:gd name="csX3" fmla="*/ 1163 w 15939"/>
                <a:gd name="csY3" fmla="*/ 7985 h 8496"/>
                <a:gd name="csX4" fmla="*/ 8784 w 15939"/>
                <a:gd name="csY4" fmla="*/ 7553 h 8496"/>
                <a:gd name="csX5" fmla="*/ 14181 w 15939"/>
                <a:gd name="csY5" fmla="*/ 200 h 8496"/>
                <a:gd name="csX6" fmla="*/ 14054 w 15939"/>
                <a:gd name="csY6" fmla="*/ 308 h 8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939" h="8496">
                  <a:moveTo>
                    <a:pt x="14054" y="308"/>
                  </a:moveTo>
                  <a:cubicBezTo>
                    <a:pt x="8339" y="1495"/>
                    <a:pt x="5736" y="1387"/>
                    <a:pt x="6371" y="1279"/>
                  </a:cubicBezTo>
                  <a:cubicBezTo>
                    <a:pt x="2814" y="1064"/>
                    <a:pt x="84" y="4632"/>
                    <a:pt x="719" y="4092"/>
                  </a:cubicBezTo>
                  <a:cubicBezTo>
                    <a:pt x="-361" y="5604"/>
                    <a:pt x="-234" y="7337"/>
                    <a:pt x="1163" y="7985"/>
                  </a:cubicBezTo>
                  <a:cubicBezTo>
                    <a:pt x="4085" y="9388"/>
                    <a:pt x="9291" y="7445"/>
                    <a:pt x="8784" y="7553"/>
                  </a:cubicBezTo>
                  <a:cubicBezTo>
                    <a:pt x="12975" y="6258"/>
                    <a:pt x="18943" y="-1318"/>
                    <a:pt x="14181" y="200"/>
                  </a:cubicBezTo>
                  <a:lnTo>
                    <a:pt x="14054" y="3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0CB439CA-143D-9593-6257-4CF83822ECB9}"/>
                </a:ext>
              </a:extLst>
            </p:cNvPr>
            <p:cNvSpPr/>
            <p:nvPr/>
          </p:nvSpPr>
          <p:spPr>
            <a:xfrm>
              <a:off x="5931950" y="3660373"/>
              <a:ext cx="5784" cy="6528"/>
            </a:xfrm>
            <a:custGeom>
              <a:avLst/>
              <a:gdLst>
                <a:gd name="csX0" fmla="*/ 2379 w 6670"/>
                <a:gd name="csY0" fmla="*/ 7268 h 7528"/>
                <a:gd name="csX1" fmla="*/ 6570 w 6670"/>
                <a:gd name="csY1" fmla="*/ 3699 h 7528"/>
                <a:gd name="csX2" fmla="*/ 4220 w 6670"/>
                <a:gd name="csY2" fmla="*/ 22 h 7528"/>
                <a:gd name="csX3" fmla="*/ 2379 w 6670"/>
                <a:gd name="csY3" fmla="*/ 7160 h 7528"/>
                <a:gd name="csX4" fmla="*/ 2379 w 6670"/>
                <a:gd name="csY4" fmla="*/ 7268 h 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70" h="7528">
                  <a:moveTo>
                    <a:pt x="2379" y="7268"/>
                  </a:moveTo>
                  <a:cubicBezTo>
                    <a:pt x="6062" y="8785"/>
                    <a:pt x="6888" y="3159"/>
                    <a:pt x="6570" y="3699"/>
                  </a:cubicBezTo>
                  <a:cubicBezTo>
                    <a:pt x="7015" y="1864"/>
                    <a:pt x="5935" y="238"/>
                    <a:pt x="4220" y="22"/>
                  </a:cubicBezTo>
                  <a:cubicBezTo>
                    <a:pt x="94" y="-410"/>
                    <a:pt x="-1875" y="5540"/>
                    <a:pt x="2379" y="7160"/>
                  </a:cubicBezTo>
                  <a:lnTo>
                    <a:pt x="2379" y="72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722F4427-3D9E-32EE-7123-F201F11C5AB8}"/>
                </a:ext>
              </a:extLst>
            </p:cNvPr>
            <p:cNvSpPr/>
            <p:nvPr/>
          </p:nvSpPr>
          <p:spPr>
            <a:xfrm>
              <a:off x="5913326" y="3594747"/>
              <a:ext cx="23274" cy="12440"/>
            </a:xfrm>
            <a:custGeom>
              <a:avLst/>
              <a:gdLst>
                <a:gd name="csX0" fmla="*/ 10078 w 26841"/>
                <a:gd name="csY0" fmla="*/ 877 h 14347"/>
                <a:gd name="csX1" fmla="*/ 1251 w 26841"/>
                <a:gd name="csY1" fmla="*/ 7691 h 14347"/>
                <a:gd name="csX2" fmla="*/ 2395 w 26841"/>
                <a:gd name="csY2" fmla="*/ 8446 h 14347"/>
                <a:gd name="csX3" fmla="*/ 10205 w 26841"/>
                <a:gd name="csY3" fmla="*/ 7583 h 14347"/>
                <a:gd name="csX4" fmla="*/ 14840 w 26841"/>
                <a:gd name="csY4" fmla="*/ 10605 h 14347"/>
                <a:gd name="csX5" fmla="*/ 13888 w 26841"/>
                <a:gd name="csY5" fmla="*/ 13742 h 14347"/>
                <a:gd name="csX6" fmla="*/ 26334 w 26841"/>
                <a:gd name="csY6" fmla="*/ 11691 h 14347"/>
                <a:gd name="csX7" fmla="*/ 10205 w 26841"/>
                <a:gd name="csY7" fmla="*/ 877 h 14347"/>
                <a:gd name="csX8" fmla="*/ 10078 w 26841"/>
                <a:gd name="csY8" fmla="*/ 877 h 14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41" h="14347">
                  <a:moveTo>
                    <a:pt x="10078" y="877"/>
                  </a:moveTo>
                  <a:cubicBezTo>
                    <a:pt x="6332" y="2928"/>
                    <a:pt x="-3448" y="4878"/>
                    <a:pt x="1251" y="7691"/>
                  </a:cubicBezTo>
                  <a:lnTo>
                    <a:pt x="2395" y="8446"/>
                  </a:lnTo>
                  <a:cubicBezTo>
                    <a:pt x="6014" y="10605"/>
                    <a:pt x="10840" y="7367"/>
                    <a:pt x="10205" y="7583"/>
                  </a:cubicBezTo>
                  <a:cubicBezTo>
                    <a:pt x="14206" y="5525"/>
                    <a:pt x="18523" y="8123"/>
                    <a:pt x="14840" y="10605"/>
                  </a:cubicBezTo>
                  <a:cubicBezTo>
                    <a:pt x="14333" y="11151"/>
                    <a:pt x="9697" y="13526"/>
                    <a:pt x="13888" y="13742"/>
                  </a:cubicBezTo>
                  <a:cubicBezTo>
                    <a:pt x="19730" y="13526"/>
                    <a:pt x="29128" y="16232"/>
                    <a:pt x="26334" y="11691"/>
                  </a:cubicBezTo>
                  <a:cubicBezTo>
                    <a:pt x="24365" y="10174"/>
                    <a:pt x="20492" y="-3555"/>
                    <a:pt x="10205" y="877"/>
                  </a:cubicBezTo>
                  <a:lnTo>
                    <a:pt x="10078" y="8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A1395DD4-46C3-34DF-0A8C-2BE06B98B1F7}"/>
                </a:ext>
              </a:extLst>
            </p:cNvPr>
            <p:cNvSpPr/>
            <p:nvPr/>
          </p:nvSpPr>
          <p:spPr>
            <a:xfrm>
              <a:off x="5887773" y="3568537"/>
              <a:ext cx="12558" cy="8834"/>
            </a:xfrm>
            <a:custGeom>
              <a:avLst/>
              <a:gdLst>
                <a:gd name="csX0" fmla="*/ 5892 w 14483"/>
                <a:gd name="csY0" fmla="*/ 1261 h 10188"/>
                <a:gd name="csX1" fmla="*/ 813 w 14483"/>
                <a:gd name="csY1" fmla="*/ 2232 h 10188"/>
                <a:gd name="csX2" fmla="*/ 5448 w 14483"/>
                <a:gd name="csY2" fmla="*/ 9154 h 10188"/>
                <a:gd name="csX3" fmla="*/ 12814 w 14483"/>
                <a:gd name="csY3" fmla="*/ 6988 h 10188"/>
                <a:gd name="csX4" fmla="*/ 5892 w 14483"/>
                <a:gd name="csY4" fmla="*/ 1261 h 10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83" h="10188">
                  <a:moveTo>
                    <a:pt x="5892" y="1261"/>
                  </a:moveTo>
                  <a:cubicBezTo>
                    <a:pt x="3099" y="-689"/>
                    <a:pt x="304" y="2556"/>
                    <a:pt x="813" y="2232"/>
                  </a:cubicBezTo>
                  <a:cubicBezTo>
                    <a:pt x="-2235" y="5801"/>
                    <a:pt x="4179" y="12830"/>
                    <a:pt x="5448" y="9154"/>
                  </a:cubicBezTo>
                  <a:cubicBezTo>
                    <a:pt x="6909" y="5153"/>
                    <a:pt x="10909" y="11529"/>
                    <a:pt x="12814" y="6988"/>
                  </a:cubicBezTo>
                  <a:cubicBezTo>
                    <a:pt x="17386" y="-7179"/>
                    <a:pt x="11735" y="5261"/>
                    <a:pt x="5892" y="12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1507734A-735C-D149-2431-B8D86F06D8D7}"/>
                </a:ext>
              </a:extLst>
            </p:cNvPr>
            <p:cNvSpPr/>
            <p:nvPr/>
          </p:nvSpPr>
          <p:spPr>
            <a:xfrm>
              <a:off x="5974636" y="3703946"/>
              <a:ext cx="16255" cy="18401"/>
            </a:xfrm>
            <a:custGeom>
              <a:avLst/>
              <a:gdLst>
                <a:gd name="csX0" fmla="*/ 15 w 18746"/>
                <a:gd name="csY0" fmla="*/ 15195 h 21221"/>
                <a:gd name="csX1" fmla="*/ 3253 w 18746"/>
                <a:gd name="csY1" fmla="*/ 20599 h 21221"/>
                <a:gd name="csX2" fmla="*/ 13984 w 18746"/>
                <a:gd name="csY2" fmla="*/ 10979 h 21221"/>
                <a:gd name="csX3" fmla="*/ 16778 w 18746"/>
                <a:gd name="csY3" fmla="*/ 165 h 21221"/>
                <a:gd name="csX4" fmla="*/ 4650 w 18746"/>
                <a:gd name="csY4" fmla="*/ 5569 h 21221"/>
                <a:gd name="csX5" fmla="*/ 15 w 18746"/>
                <a:gd name="csY5" fmla="*/ 15303 h 21221"/>
                <a:gd name="csX6" fmla="*/ 15 w 18746"/>
                <a:gd name="csY6" fmla="*/ 15195 h 2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746" h="21221">
                  <a:moveTo>
                    <a:pt x="15" y="15195"/>
                  </a:moveTo>
                  <a:cubicBezTo>
                    <a:pt x="332" y="16383"/>
                    <a:pt x="-557" y="23304"/>
                    <a:pt x="3253" y="20599"/>
                  </a:cubicBezTo>
                  <a:cubicBezTo>
                    <a:pt x="8206" y="16922"/>
                    <a:pt x="11889" y="14871"/>
                    <a:pt x="13984" y="10979"/>
                  </a:cubicBezTo>
                  <a:cubicBezTo>
                    <a:pt x="15699" y="6654"/>
                    <a:pt x="21858" y="-1238"/>
                    <a:pt x="16778" y="165"/>
                  </a:cubicBezTo>
                  <a:cubicBezTo>
                    <a:pt x="11571" y="1568"/>
                    <a:pt x="7253" y="2216"/>
                    <a:pt x="4650" y="5569"/>
                  </a:cubicBezTo>
                  <a:cubicBezTo>
                    <a:pt x="4650" y="5569"/>
                    <a:pt x="-303" y="10547"/>
                    <a:pt x="15" y="15303"/>
                  </a:cubicBezTo>
                  <a:lnTo>
                    <a:pt x="15" y="151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E365003A-700E-0FF3-02D5-D4FA4D82C89A}"/>
                </a:ext>
              </a:extLst>
            </p:cNvPr>
            <p:cNvSpPr/>
            <p:nvPr/>
          </p:nvSpPr>
          <p:spPr>
            <a:xfrm>
              <a:off x="5947604" y="3687137"/>
              <a:ext cx="13325" cy="7725"/>
            </a:xfrm>
            <a:custGeom>
              <a:avLst/>
              <a:gdLst>
                <a:gd name="csX0" fmla="*/ 14299 w 15367"/>
                <a:gd name="csY0" fmla="*/ 2030 h 8909"/>
                <a:gd name="csX1" fmla="*/ 4202 w 15367"/>
                <a:gd name="csY1" fmla="*/ 2030 h 8909"/>
                <a:gd name="csX2" fmla="*/ 646 w 15367"/>
                <a:gd name="csY2" fmla="*/ 8303 h 8909"/>
                <a:gd name="csX3" fmla="*/ 7567 w 15367"/>
                <a:gd name="csY3" fmla="*/ 6354 h 8909"/>
                <a:gd name="csX4" fmla="*/ 14299 w 15367"/>
                <a:gd name="csY4" fmla="*/ 2138 h 8909"/>
                <a:gd name="csX5" fmla="*/ 14299 w 15367"/>
                <a:gd name="csY5" fmla="*/ 2030 h 8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67" h="8909">
                  <a:moveTo>
                    <a:pt x="14299" y="2030"/>
                  </a:moveTo>
                  <a:cubicBezTo>
                    <a:pt x="18871" y="-568"/>
                    <a:pt x="7504" y="-783"/>
                    <a:pt x="4202" y="2030"/>
                  </a:cubicBezTo>
                  <a:cubicBezTo>
                    <a:pt x="3567" y="2785"/>
                    <a:pt x="-1831" y="5922"/>
                    <a:pt x="646" y="8303"/>
                  </a:cubicBezTo>
                  <a:cubicBezTo>
                    <a:pt x="3059" y="10463"/>
                    <a:pt x="8139" y="6138"/>
                    <a:pt x="7567" y="6354"/>
                  </a:cubicBezTo>
                  <a:cubicBezTo>
                    <a:pt x="10806" y="4087"/>
                    <a:pt x="14934" y="1814"/>
                    <a:pt x="14299" y="2138"/>
                  </a:cubicBezTo>
                  <a:lnTo>
                    <a:pt x="14299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602B62B3-253E-9471-D9C2-B8E3B832EE7F}"/>
                </a:ext>
              </a:extLst>
            </p:cNvPr>
            <p:cNvSpPr/>
            <p:nvPr/>
          </p:nvSpPr>
          <p:spPr>
            <a:xfrm>
              <a:off x="5947560" y="3680412"/>
              <a:ext cx="4519" cy="4594"/>
            </a:xfrm>
            <a:custGeom>
              <a:avLst/>
              <a:gdLst>
                <a:gd name="csX0" fmla="*/ 950 w 5212"/>
                <a:gd name="csY0" fmla="*/ 5029 h 5298"/>
                <a:gd name="csX1" fmla="*/ 3616 w 5212"/>
                <a:gd name="csY1" fmla="*/ 51 h 5298"/>
                <a:gd name="csX2" fmla="*/ 950 w 5212"/>
                <a:gd name="csY2" fmla="*/ 5029 h 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2" h="5298">
                  <a:moveTo>
                    <a:pt x="950" y="5029"/>
                  </a:moveTo>
                  <a:cubicBezTo>
                    <a:pt x="3553" y="6541"/>
                    <a:pt x="7427" y="1245"/>
                    <a:pt x="3616" y="51"/>
                  </a:cubicBezTo>
                  <a:cubicBezTo>
                    <a:pt x="2092" y="-489"/>
                    <a:pt x="-1781" y="3404"/>
                    <a:pt x="950" y="50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AC8CCB58-1ECA-EEB4-69A9-E76315BF0790}"/>
                </a:ext>
              </a:extLst>
            </p:cNvPr>
            <p:cNvSpPr/>
            <p:nvPr/>
          </p:nvSpPr>
          <p:spPr>
            <a:xfrm>
              <a:off x="5942490" y="3673388"/>
              <a:ext cx="4127" cy="4878"/>
            </a:xfrm>
            <a:custGeom>
              <a:avLst/>
              <a:gdLst>
                <a:gd name="csX0" fmla="*/ 511 w 4759"/>
                <a:gd name="csY0" fmla="*/ 805 h 5626"/>
                <a:gd name="csX1" fmla="*/ 4512 w 4759"/>
                <a:gd name="csY1" fmla="*/ 4373 h 5626"/>
                <a:gd name="csX2" fmla="*/ 511 w 4759"/>
                <a:gd name="csY2" fmla="*/ 805 h 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59" h="5626">
                  <a:moveTo>
                    <a:pt x="511" y="805"/>
                  </a:moveTo>
                  <a:cubicBezTo>
                    <a:pt x="-1203" y="3612"/>
                    <a:pt x="1717" y="7720"/>
                    <a:pt x="4512" y="4373"/>
                  </a:cubicBezTo>
                  <a:cubicBezTo>
                    <a:pt x="5718" y="2964"/>
                    <a:pt x="2226" y="-1900"/>
                    <a:pt x="511" y="8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71950468-F3E9-FCD8-C592-11B4725F3D0F}"/>
                </a:ext>
              </a:extLst>
            </p:cNvPr>
            <p:cNvSpPr/>
            <p:nvPr/>
          </p:nvSpPr>
          <p:spPr>
            <a:xfrm>
              <a:off x="5876189" y="3645606"/>
              <a:ext cx="7833" cy="9699"/>
            </a:xfrm>
            <a:custGeom>
              <a:avLst/>
              <a:gdLst>
                <a:gd name="csX0" fmla="*/ 329 w 9034"/>
                <a:gd name="csY0" fmla="*/ 1267 h 11185"/>
                <a:gd name="csX1" fmla="*/ 5853 w 9034"/>
                <a:gd name="csY1" fmla="*/ 10456 h 11185"/>
                <a:gd name="csX2" fmla="*/ 8965 w 9034"/>
                <a:gd name="csY2" fmla="*/ 7649 h 11185"/>
                <a:gd name="csX3" fmla="*/ 7124 w 9034"/>
                <a:gd name="csY3" fmla="*/ 3972 h 11185"/>
                <a:gd name="csX4" fmla="*/ 329 w 9034"/>
                <a:gd name="csY4" fmla="*/ 1267 h 11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34" h="11185">
                  <a:moveTo>
                    <a:pt x="329" y="1267"/>
                  </a:moveTo>
                  <a:cubicBezTo>
                    <a:pt x="-1703" y="5484"/>
                    <a:pt x="6362" y="11110"/>
                    <a:pt x="5853" y="10456"/>
                  </a:cubicBezTo>
                  <a:cubicBezTo>
                    <a:pt x="8901" y="13269"/>
                    <a:pt x="9219" y="6995"/>
                    <a:pt x="8965" y="7649"/>
                  </a:cubicBezTo>
                  <a:cubicBezTo>
                    <a:pt x="9219" y="5808"/>
                    <a:pt x="8330" y="4188"/>
                    <a:pt x="7124" y="3972"/>
                  </a:cubicBezTo>
                  <a:cubicBezTo>
                    <a:pt x="3695" y="3318"/>
                    <a:pt x="2171" y="-2517"/>
                    <a:pt x="329" y="12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1046A113-EB37-C46D-547D-15BA7F65138F}"/>
                </a:ext>
              </a:extLst>
            </p:cNvPr>
            <p:cNvSpPr/>
            <p:nvPr/>
          </p:nvSpPr>
          <p:spPr>
            <a:xfrm>
              <a:off x="5887528" y="3657344"/>
              <a:ext cx="6119" cy="6023"/>
            </a:xfrm>
            <a:custGeom>
              <a:avLst/>
              <a:gdLst>
                <a:gd name="csX0" fmla="*/ 6874 w 7057"/>
                <a:gd name="csY0" fmla="*/ 3191 h 6946"/>
                <a:gd name="csX1" fmla="*/ 460 w 7057"/>
                <a:gd name="csY1" fmla="*/ 2975 h 6946"/>
                <a:gd name="csX2" fmla="*/ 5984 w 7057"/>
                <a:gd name="csY2" fmla="*/ 5465 h 6946"/>
                <a:gd name="csX3" fmla="*/ 6874 w 7057"/>
                <a:gd name="csY3" fmla="*/ 3299 h 6946"/>
                <a:gd name="csX4" fmla="*/ 6874 w 7057"/>
                <a:gd name="csY4" fmla="*/ 3191 h 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7" h="6946">
                  <a:moveTo>
                    <a:pt x="6874" y="3191"/>
                  </a:moveTo>
                  <a:cubicBezTo>
                    <a:pt x="8587" y="-1349"/>
                    <a:pt x="-2334" y="-701"/>
                    <a:pt x="460" y="2975"/>
                  </a:cubicBezTo>
                  <a:cubicBezTo>
                    <a:pt x="1222" y="3623"/>
                    <a:pt x="4333" y="9681"/>
                    <a:pt x="5984" y="5465"/>
                  </a:cubicBezTo>
                  <a:lnTo>
                    <a:pt x="6874" y="3299"/>
                  </a:lnTo>
                  <a:lnTo>
                    <a:pt x="6874" y="3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0C40FAB1-13A2-2A90-4BFE-6DCE82317433}"/>
                </a:ext>
              </a:extLst>
            </p:cNvPr>
            <p:cNvSpPr/>
            <p:nvPr/>
          </p:nvSpPr>
          <p:spPr>
            <a:xfrm>
              <a:off x="5898332" y="3675813"/>
              <a:ext cx="6777" cy="8260"/>
            </a:xfrm>
            <a:custGeom>
              <a:avLst/>
              <a:gdLst>
                <a:gd name="csX0" fmla="*/ 1399 w 7816"/>
                <a:gd name="csY0" fmla="*/ 1793 h 9526"/>
                <a:gd name="csX1" fmla="*/ 1081 w 7816"/>
                <a:gd name="csY1" fmla="*/ 2117 h 9526"/>
                <a:gd name="csX2" fmla="*/ 7686 w 7816"/>
                <a:gd name="csY2" fmla="*/ 3520 h 9526"/>
                <a:gd name="csX3" fmla="*/ 1399 w 7816"/>
                <a:gd name="csY3" fmla="*/ 1793 h 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16" h="9526">
                  <a:moveTo>
                    <a:pt x="1399" y="1793"/>
                  </a:moveTo>
                  <a:lnTo>
                    <a:pt x="1081" y="2117"/>
                  </a:lnTo>
                  <a:cubicBezTo>
                    <a:pt x="-2792" y="6009"/>
                    <a:pt x="4764" y="15846"/>
                    <a:pt x="7686" y="3520"/>
                  </a:cubicBezTo>
                  <a:cubicBezTo>
                    <a:pt x="8575" y="60"/>
                    <a:pt x="4764" y="-1452"/>
                    <a:pt x="1399" y="17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815E4A1A-AD43-4E8C-5494-DA2594D0D4F5}"/>
                </a:ext>
              </a:extLst>
            </p:cNvPr>
            <p:cNvSpPr/>
            <p:nvPr/>
          </p:nvSpPr>
          <p:spPr>
            <a:xfrm>
              <a:off x="5861470" y="3655836"/>
              <a:ext cx="4938" cy="6529"/>
            </a:xfrm>
            <a:custGeom>
              <a:avLst/>
              <a:gdLst>
                <a:gd name="csX0" fmla="*/ 1492 w 5695"/>
                <a:gd name="csY0" fmla="*/ 931 h 7530"/>
                <a:gd name="csX1" fmla="*/ 3461 w 5695"/>
                <a:gd name="csY1" fmla="*/ 6665 h 7530"/>
                <a:gd name="csX2" fmla="*/ 4287 w 5695"/>
                <a:gd name="csY2" fmla="*/ 5903 h 7530"/>
                <a:gd name="csX3" fmla="*/ 1492 w 5695"/>
                <a:gd name="csY3" fmla="*/ 931 h 7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695" h="7530">
                  <a:moveTo>
                    <a:pt x="1492" y="931"/>
                  </a:moveTo>
                  <a:cubicBezTo>
                    <a:pt x="-1301" y="4067"/>
                    <a:pt x="96" y="9687"/>
                    <a:pt x="3461" y="6665"/>
                  </a:cubicBezTo>
                  <a:lnTo>
                    <a:pt x="4287" y="5903"/>
                  </a:lnTo>
                  <a:cubicBezTo>
                    <a:pt x="7652" y="2988"/>
                    <a:pt x="4287" y="-2098"/>
                    <a:pt x="1492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A4F04341-AA50-A630-7A07-A41A08468EC9}"/>
                </a:ext>
              </a:extLst>
            </p:cNvPr>
            <p:cNvSpPr/>
            <p:nvPr/>
          </p:nvSpPr>
          <p:spPr>
            <a:xfrm>
              <a:off x="5881067" y="3662924"/>
              <a:ext cx="4030" cy="5866"/>
            </a:xfrm>
            <a:custGeom>
              <a:avLst/>
              <a:gdLst>
                <a:gd name="csX0" fmla="*/ 38 w 4648"/>
                <a:gd name="csY0" fmla="*/ 2598 h 6765"/>
                <a:gd name="csX1" fmla="*/ 38 w 4648"/>
                <a:gd name="csY1" fmla="*/ 2814 h 6765"/>
                <a:gd name="csX2" fmla="*/ 4547 w 4648"/>
                <a:gd name="csY2" fmla="*/ 4110 h 6765"/>
                <a:gd name="csX3" fmla="*/ 38 w 4648"/>
                <a:gd name="csY3" fmla="*/ 2598 h 6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48" h="6765">
                  <a:moveTo>
                    <a:pt x="38" y="2598"/>
                  </a:moveTo>
                  <a:lnTo>
                    <a:pt x="38" y="2814"/>
                  </a:lnTo>
                  <a:cubicBezTo>
                    <a:pt x="-534" y="7247"/>
                    <a:pt x="5499" y="8326"/>
                    <a:pt x="4547" y="4110"/>
                  </a:cubicBezTo>
                  <a:cubicBezTo>
                    <a:pt x="3594" y="-107"/>
                    <a:pt x="419" y="-1834"/>
                    <a:pt x="38" y="2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EE31D24B-6637-6FFA-6559-3277302BDB24}"/>
                </a:ext>
              </a:extLst>
            </p:cNvPr>
            <p:cNvSpPr/>
            <p:nvPr/>
          </p:nvSpPr>
          <p:spPr>
            <a:xfrm>
              <a:off x="5866218" y="3674160"/>
              <a:ext cx="4351" cy="4349"/>
            </a:xfrm>
            <a:custGeom>
              <a:avLst/>
              <a:gdLst>
                <a:gd name="csX0" fmla="*/ 2495 w 5018"/>
                <a:gd name="csY0" fmla="*/ 4887 h 5015"/>
                <a:gd name="csX1" fmla="*/ 4654 w 5018"/>
                <a:gd name="csY1" fmla="*/ 1642 h 5015"/>
                <a:gd name="csX2" fmla="*/ 780 w 5018"/>
                <a:gd name="csY2" fmla="*/ 1426 h 5015"/>
                <a:gd name="csX3" fmla="*/ 2495 w 5018"/>
                <a:gd name="csY3" fmla="*/ 4887 h 5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8" h="5015">
                  <a:moveTo>
                    <a:pt x="2495" y="4887"/>
                  </a:moveTo>
                  <a:cubicBezTo>
                    <a:pt x="6178" y="5859"/>
                    <a:pt x="4781" y="994"/>
                    <a:pt x="4654" y="1642"/>
                  </a:cubicBezTo>
                  <a:cubicBezTo>
                    <a:pt x="3701" y="-2034"/>
                    <a:pt x="146" y="1642"/>
                    <a:pt x="780" y="1426"/>
                  </a:cubicBezTo>
                  <a:cubicBezTo>
                    <a:pt x="-1886" y="4131"/>
                    <a:pt x="3193" y="5319"/>
                    <a:pt x="2495" y="4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7714D31A-F8FD-ACDF-4747-ACF838C3E045}"/>
                </a:ext>
              </a:extLst>
            </p:cNvPr>
            <p:cNvSpPr/>
            <p:nvPr/>
          </p:nvSpPr>
          <p:spPr>
            <a:xfrm>
              <a:off x="5886976" y="3678440"/>
              <a:ext cx="6448" cy="5471"/>
            </a:xfrm>
            <a:custGeom>
              <a:avLst/>
              <a:gdLst>
                <a:gd name="csX0" fmla="*/ 6367 w 7436"/>
                <a:gd name="csY0" fmla="*/ 599 h 6310"/>
                <a:gd name="csX1" fmla="*/ 779 w 7436"/>
                <a:gd name="csY1" fmla="*/ 2440 h 6310"/>
                <a:gd name="csX2" fmla="*/ 1605 w 7436"/>
                <a:gd name="csY2" fmla="*/ 6009 h 6310"/>
                <a:gd name="csX3" fmla="*/ 6367 w 7436"/>
                <a:gd name="csY3" fmla="*/ 599 h 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36" h="6310">
                  <a:moveTo>
                    <a:pt x="6367" y="599"/>
                  </a:moveTo>
                  <a:cubicBezTo>
                    <a:pt x="3827" y="-1567"/>
                    <a:pt x="144" y="2872"/>
                    <a:pt x="779" y="2440"/>
                  </a:cubicBezTo>
                  <a:cubicBezTo>
                    <a:pt x="-554" y="3844"/>
                    <a:pt x="-110" y="5355"/>
                    <a:pt x="1605" y="6009"/>
                  </a:cubicBezTo>
                  <a:cubicBezTo>
                    <a:pt x="5732" y="7520"/>
                    <a:pt x="9288" y="2980"/>
                    <a:pt x="6367" y="5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CC8DF6A6-D7B4-EEE5-BFF8-D4E04487ACF6}"/>
                </a:ext>
              </a:extLst>
            </p:cNvPr>
            <p:cNvSpPr/>
            <p:nvPr/>
          </p:nvSpPr>
          <p:spPr>
            <a:xfrm>
              <a:off x="5864491" y="3690502"/>
              <a:ext cx="7278" cy="5276"/>
            </a:xfrm>
            <a:custGeom>
              <a:avLst/>
              <a:gdLst>
                <a:gd name="csX0" fmla="*/ 6772 w 8393"/>
                <a:gd name="csY0" fmla="*/ 99 h 6085"/>
                <a:gd name="csX1" fmla="*/ 105 w 8393"/>
                <a:gd name="csY1" fmla="*/ 3452 h 6085"/>
                <a:gd name="csX2" fmla="*/ 3660 w 8393"/>
                <a:gd name="csY2" fmla="*/ 5934 h 6085"/>
                <a:gd name="csX3" fmla="*/ 6772 w 8393"/>
                <a:gd name="csY3" fmla="*/ 99 h 6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93" h="6085">
                  <a:moveTo>
                    <a:pt x="6772" y="99"/>
                  </a:moveTo>
                  <a:cubicBezTo>
                    <a:pt x="2771" y="1286"/>
                    <a:pt x="1057" y="-333"/>
                    <a:pt x="105" y="3452"/>
                  </a:cubicBezTo>
                  <a:cubicBezTo>
                    <a:pt x="-784" y="6582"/>
                    <a:pt x="4295" y="6150"/>
                    <a:pt x="3660" y="5934"/>
                  </a:cubicBezTo>
                  <a:cubicBezTo>
                    <a:pt x="8105" y="5719"/>
                    <a:pt x="10010" y="-879"/>
                    <a:pt x="6772" y="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42CEE313-750D-DA1A-C46E-17A24D4327BA}"/>
                </a:ext>
              </a:extLst>
            </p:cNvPr>
            <p:cNvSpPr/>
            <p:nvPr/>
          </p:nvSpPr>
          <p:spPr>
            <a:xfrm>
              <a:off x="5953274" y="3723088"/>
              <a:ext cx="6195" cy="15311"/>
            </a:xfrm>
            <a:custGeom>
              <a:avLst/>
              <a:gdLst>
                <a:gd name="csX0" fmla="*/ 393 w 7145"/>
                <a:gd name="csY0" fmla="*/ 14100 h 17658"/>
                <a:gd name="csX1" fmla="*/ 4330 w 7145"/>
                <a:gd name="csY1" fmla="*/ 16805 h 17658"/>
                <a:gd name="csX2" fmla="*/ 5601 w 7145"/>
                <a:gd name="csY2" fmla="*/ 6746 h 17658"/>
                <a:gd name="csX3" fmla="*/ 6680 w 7145"/>
                <a:gd name="csY3" fmla="*/ 3286 h 17658"/>
                <a:gd name="csX4" fmla="*/ 393 w 7145"/>
                <a:gd name="csY4" fmla="*/ 14100 h 1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5" h="17658">
                  <a:moveTo>
                    <a:pt x="393" y="14100"/>
                  </a:moveTo>
                  <a:cubicBezTo>
                    <a:pt x="838" y="14640"/>
                    <a:pt x="1473" y="19612"/>
                    <a:pt x="4330" y="16805"/>
                  </a:cubicBezTo>
                  <a:cubicBezTo>
                    <a:pt x="7442" y="13668"/>
                    <a:pt x="3950" y="11611"/>
                    <a:pt x="5601" y="6746"/>
                  </a:cubicBezTo>
                  <a:lnTo>
                    <a:pt x="6680" y="3286"/>
                  </a:lnTo>
                  <a:cubicBezTo>
                    <a:pt x="9601" y="-5801"/>
                    <a:pt x="-2273" y="5991"/>
                    <a:pt x="393" y="14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EC0994EF-C112-B9E7-D936-CF2F2D0D07C6}"/>
                </a:ext>
              </a:extLst>
            </p:cNvPr>
            <p:cNvSpPr/>
            <p:nvPr/>
          </p:nvSpPr>
          <p:spPr>
            <a:xfrm>
              <a:off x="5959703" y="3701376"/>
              <a:ext cx="6494" cy="4450"/>
            </a:xfrm>
            <a:custGeom>
              <a:avLst/>
              <a:gdLst>
                <a:gd name="csX0" fmla="*/ 2377 w 7489"/>
                <a:gd name="csY0" fmla="*/ 4532 h 5132"/>
                <a:gd name="csX1" fmla="*/ 6504 w 7489"/>
                <a:gd name="csY1" fmla="*/ 2805 h 5132"/>
                <a:gd name="csX2" fmla="*/ 5298 w 7489"/>
                <a:gd name="csY2" fmla="*/ 1395 h 5132"/>
                <a:gd name="csX3" fmla="*/ 2377 w 7489"/>
                <a:gd name="csY3" fmla="*/ 4532 h 5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89" h="5132">
                  <a:moveTo>
                    <a:pt x="2377" y="4532"/>
                  </a:moveTo>
                  <a:cubicBezTo>
                    <a:pt x="3139" y="4532"/>
                    <a:pt x="9997" y="6698"/>
                    <a:pt x="6504" y="2805"/>
                  </a:cubicBezTo>
                  <a:lnTo>
                    <a:pt x="5298" y="1395"/>
                  </a:lnTo>
                  <a:cubicBezTo>
                    <a:pt x="1742" y="-2713"/>
                    <a:pt x="-2894" y="3453"/>
                    <a:pt x="2377" y="4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A13CC26A-425D-880F-0DD4-4319BD5F1EC3}"/>
                </a:ext>
              </a:extLst>
            </p:cNvPr>
            <p:cNvSpPr/>
            <p:nvPr/>
          </p:nvSpPr>
          <p:spPr>
            <a:xfrm>
              <a:off x="5974098" y="3696155"/>
              <a:ext cx="3871" cy="4637"/>
            </a:xfrm>
            <a:custGeom>
              <a:avLst/>
              <a:gdLst>
                <a:gd name="csX0" fmla="*/ 3873 w 4464"/>
                <a:gd name="csY0" fmla="*/ 1688 h 5348"/>
                <a:gd name="csX1" fmla="*/ 444 w 4464"/>
                <a:gd name="csY1" fmla="*/ 1256 h 5348"/>
                <a:gd name="csX2" fmla="*/ 4063 w 4464"/>
                <a:gd name="csY2" fmla="*/ 2336 h 5348"/>
                <a:gd name="csX3" fmla="*/ 3873 w 4464"/>
                <a:gd name="csY3" fmla="*/ 1688 h 5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4" h="5348">
                  <a:moveTo>
                    <a:pt x="3873" y="1688"/>
                  </a:moveTo>
                  <a:cubicBezTo>
                    <a:pt x="2984" y="-369"/>
                    <a:pt x="1397" y="-585"/>
                    <a:pt x="444" y="1256"/>
                  </a:cubicBezTo>
                  <a:cubicBezTo>
                    <a:pt x="-1969" y="5689"/>
                    <a:pt x="6349" y="7200"/>
                    <a:pt x="4063" y="2336"/>
                  </a:cubicBezTo>
                  <a:lnTo>
                    <a:pt x="3873" y="16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510580A9-1C5D-5E45-83C5-F10D5B2ACC5B}"/>
                </a:ext>
              </a:extLst>
            </p:cNvPr>
            <p:cNvSpPr/>
            <p:nvPr/>
          </p:nvSpPr>
          <p:spPr>
            <a:xfrm>
              <a:off x="5883316" y="3585304"/>
              <a:ext cx="5271" cy="5523"/>
            </a:xfrm>
            <a:custGeom>
              <a:avLst/>
              <a:gdLst>
                <a:gd name="csX0" fmla="*/ 1318 w 6079"/>
                <a:gd name="csY0" fmla="*/ 6142 h 6370"/>
                <a:gd name="csX1" fmla="*/ 4429 w 6079"/>
                <a:gd name="csY1" fmla="*/ 91 h 6370"/>
                <a:gd name="csX2" fmla="*/ 1318 w 6079"/>
                <a:gd name="csY2" fmla="*/ 6142 h 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79" h="6370">
                  <a:moveTo>
                    <a:pt x="1318" y="6142"/>
                  </a:moveTo>
                  <a:cubicBezTo>
                    <a:pt x="5128" y="7552"/>
                    <a:pt x="8049" y="2034"/>
                    <a:pt x="4429" y="91"/>
                  </a:cubicBezTo>
                  <a:cubicBezTo>
                    <a:pt x="3032" y="-779"/>
                    <a:pt x="-2493" y="4847"/>
                    <a:pt x="1318" y="61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800A5D8A-67BE-1EA5-4CAC-28809231E389}"/>
                </a:ext>
              </a:extLst>
            </p:cNvPr>
            <p:cNvSpPr/>
            <p:nvPr/>
          </p:nvSpPr>
          <p:spPr>
            <a:xfrm>
              <a:off x="5839269" y="3599895"/>
              <a:ext cx="6267" cy="4578"/>
            </a:xfrm>
            <a:custGeom>
              <a:avLst/>
              <a:gdLst>
                <a:gd name="csX0" fmla="*/ 5380 w 7228"/>
                <a:gd name="csY0" fmla="*/ 344 h 5280"/>
                <a:gd name="csX1" fmla="*/ 490 w 7228"/>
                <a:gd name="csY1" fmla="*/ 2510 h 5280"/>
                <a:gd name="csX2" fmla="*/ 1315 w 7228"/>
                <a:gd name="csY2" fmla="*/ 3913 h 5280"/>
                <a:gd name="csX3" fmla="*/ 5380 w 7228"/>
                <a:gd name="csY3" fmla="*/ 4345 h 5280"/>
                <a:gd name="csX4" fmla="*/ 5380 w 7228"/>
                <a:gd name="csY4" fmla="*/ 344 h 5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28" h="5280">
                  <a:moveTo>
                    <a:pt x="5380" y="344"/>
                  </a:moveTo>
                  <a:cubicBezTo>
                    <a:pt x="4617" y="344"/>
                    <a:pt x="-1796" y="-1275"/>
                    <a:pt x="490" y="2510"/>
                  </a:cubicBezTo>
                  <a:lnTo>
                    <a:pt x="1315" y="3913"/>
                  </a:lnTo>
                  <a:cubicBezTo>
                    <a:pt x="2331" y="5539"/>
                    <a:pt x="4046" y="5754"/>
                    <a:pt x="5380" y="4345"/>
                  </a:cubicBezTo>
                  <a:cubicBezTo>
                    <a:pt x="5569" y="3697"/>
                    <a:pt x="9443" y="668"/>
                    <a:pt x="5380" y="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F3304EBB-B8BB-A73E-2AEC-08A9F9F0AB36}"/>
                </a:ext>
              </a:extLst>
            </p:cNvPr>
            <p:cNvSpPr/>
            <p:nvPr/>
          </p:nvSpPr>
          <p:spPr>
            <a:xfrm>
              <a:off x="5850894" y="3595082"/>
              <a:ext cx="6044" cy="4838"/>
            </a:xfrm>
            <a:custGeom>
              <a:avLst/>
              <a:gdLst>
                <a:gd name="csX0" fmla="*/ 1878 w 6970"/>
                <a:gd name="csY0" fmla="*/ 5572 h 5580"/>
                <a:gd name="csX1" fmla="*/ 6640 w 6970"/>
                <a:gd name="csY1" fmla="*/ 2219 h 5580"/>
                <a:gd name="csX2" fmla="*/ 6323 w 6970"/>
                <a:gd name="csY2" fmla="*/ 1464 h 5580"/>
                <a:gd name="csX3" fmla="*/ 2767 w 6970"/>
                <a:gd name="csY3" fmla="*/ 924 h 5580"/>
                <a:gd name="csX4" fmla="*/ 1814 w 6970"/>
                <a:gd name="csY4" fmla="*/ 5572 h 5580"/>
                <a:gd name="csX5" fmla="*/ 1878 w 6970"/>
                <a:gd name="csY5" fmla="*/ 5572 h 5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70" h="5580">
                  <a:moveTo>
                    <a:pt x="1878" y="5572"/>
                  </a:moveTo>
                  <a:cubicBezTo>
                    <a:pt x="2449" y="5356"/>
                    <a:pt x="8419" y="6112"/>
                    <a:pt x="6640" y="2219"/>
                  </a:cubicBezTo>
                  <a:lnTo>
                    <a:pt x="6323" y="1464"/>
                  </a:lnTo>
                  <a:cubicBezTo>
                    <a:pt x="5688" y="-264"/>
                    <a:pt x="3973" y="-486"/>
                    <a:pt x="2767" y="924"/>
                  </a:cubicBezTo>
                  <a:cubicBezTo>
                    <a:pt x="2449" y="1571"/>
                    <a:pt x="-2630" y="5788"/>
                    <a:pt x="1814" y="5572"/>
                  </a:cubicBezTo>
                  <a:lnTo>
                    <a:pt x="1878" y="5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8EB05154-5BD3-7AF0-438E-1905D07C3B82}"/>
                </a:ext>
              </a:extLst>
            </p:cNvPr>
            <p:cNvSpPr/>
            <p:nvPr/>
          </p:nvSpPr>
          <p:spPr>
            <a:xfrm>
              <a:off x="5711305" y="3577367"/>
              <a:ext cx="14451" cy="15788"/>
            </a:xfrm>
            <a:custGeom>
              <a:avLst/>
              <a:gdLst>
                <a:gd name="csX0" fmla="*/ 9191 w 16666"/>
                <a:gd name="csY0" fmla="*/ 7618 h 18208"/>
                <a:gd name="csX1" fmla="*/ 8874 w 16666"/>
                <a:gd name="csY1" fmla="*/ 6970 h 18208"/>
                <a:gd name="csX2" fmla="*/ 9509 w 16666"/>
                <a:gd name="csY2" fmla="*/ 3186 h 18208"/>
                <a:gd name="csX3" fmla="*/ 5064 w 16666"/>
                <a:gd name="csY3" fmla="*/ 265 h 18208"/>
                <a:gd name="csX4" fmla="*/ 619 w 16666"/>
                <a:gd name="csY4" fmla="*/ 4589 h 18208"/>
                <a:gd name="csX5" fmla="*/ 11160 w 16666"/>
                <a:gd name="csY5" fmla="*/ 16381 h 18208"/>
                <a:gd name="csX6" fmla="*/ 16557 w 16666"/>
                <a:gd name="csY6" fmla="*/ 16705 h 18208"/>
                <a:gd name="csX7" fmla="*/ 9191 w 16666"/>
                <a:gd name="csY7" fmla="*/ 7510 h 18208"/>
                <a:gd name="csX8" fmla="*/ 9191 w 16666"/>
                <a:gd name="csY8" fmla="*/ 7618 h 18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666" h="18208">
                  <a:moveTo>
                    <a:pt x="9191" y="7618"/>
                  </a:moveTo>
                  <a:lnTo>
                    <a:pt x="8874" y="6970"/>
                  </a:lnTo>
                  <a:cubicBezTo>
                    <a:pt x="8112" y="5351"/>
                    <a:pt x="8303" y="3618"/>
                    <a:pt x="9509" y="3186"/>
                  </a:cubicBezTo>
                  <a:cubicBezTo>
                    <a:pt x="11985" y="2214"/>
                    <a:pt x="9699" y="-923"/>
                    <a:pt x="5064" y="265"/>
                  </a:cubicBezTo>
                  <a:cubicBezTo>
                    <a:pt x="4429" y="588"/>
                    <a:pt x="-1985" y="1020"/>
                    <a:pt x="619" y="4589"/>
                  </a:cubicBezTo>
                  <a:cubicBezTo>
                    <a:pt x="3984" y="9244"/>
                    <a:pt x="6905" y="14324"/>
                    <a:pt x="11160" y="16381"/>
                  </a:cubicBezTo>
                  <a:cubicBezTo>
                    <a:pt x="11922" y="16597"/>
                    <a:pt x="17510" y="20166"/>
                    <a:pt x="16557" y="16705"/>
                  </a:cubicBezTo>
                  <a:cubicBezTo>
                    <a:pt x="16113" y="15295"/>
                    <a:pt x="11350" y="11942"/>
                    <a:pt x="9191" y="7510"/>
                  </a:cubicBezTo>
                  <a:lnTo>
                    <a:pt x="9191" y="7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DB920A47-3A84-EAA9-8070-6478A86F47E7}"/>
                </a:ext>
              </a:extLst>
            </p:cNvPr>
            <p:cNvSpPr/>
            <p:nvPr/>
          </p:nvSpPr>
          <p:spPr>
            <a:xfrm>
              <a:off x="5734807" y="3628771"/>
              <a:ext cx="14213" cy="14367"/>
            </a:xfrm>
            <a:custGeom>
              <a:avLst/>
              <a:gdLst>
                <a:gd name="csX0" fmla="*/ 15553 w 16391"/>
                <a:gd name="csY0" fmla="*/ 15596 h 16569"/>
                <a:gd name="csX1" fmla="*/ 15108 w 16391"/>
                <a:gd name="csY1" fmla="*/ 11488 h 16569"/>
                <a:gd name="csX2" fmla="*/ 12695 w 16391"/>
                <a:gd name="csY2" fmla="*/ 9652 h 16569"/>
                <a:gd name="csX3" fmla="*/ 7869 w 16391"/>
                <a:gd name="csY3" fmla="*/ 1867 h 16569"/>
                <a:gd name="csX4" fmla="*/ 250 w 16391"/>
                <a:gd name="csY4" fmla="*/ 8027 h 16569"/>
                <a:gd name="csX5" fmla="*/ 4504 w 16391"/>
                <a:gd name="csY5" fmla="*/ 11812 h 16569"/>
                <a:gd name="csX6" fmla="*/ 7615 w 16391"/>
                <a:gd name="csY6" fmla="*/ 14301 h 16569"/>
                <a:gd name="csX7" fmla="*/ 15553 w 16391"/>
                <a:gd name="csY7" fmla="*/ 15596 h 1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6391" h="16569">
                  <a:moveTo>
                    <a:pt x="15553" y="15596"/>
                  </a:moveTo>
                  <a:cubicBezTo>
                    <a:pt x="16823" y="14409"/>
                    <a:pt x="16632" y="12574"/>
                    <a:pt x="15108" y="11488"/>
                  </a:cubicBezTo>
                  <a:lnTo>
                    <a:pt x="12695" y="9652"/>
                  </a:lnTo>
                  <a:cubicBezTo>
                    <a:pt x="9267" y="7055"/>
                    <a:pt x="7552" y="1220"/>
                    <a:pt x="7869" y="1867"/>
                  </a:cubicBezTo>
                  <a:cubicBezTo>
                    <a:pt x="5012" y="-5486"/>
                    <a:pt x="-1275" y="11488"/>
                    <a:pt x="250" y="8027"/>
                  </a:cubicBezTo>
                  <a:cubicBezTo>
                    <a:pt x="-1148" y="12681"/>
                    <a:pt x="3742" y="7487"/>
                    <a:pt x="4504" y="11812"/>
                  </a:cubicBezTo>
                  <a:cubicBezTo>
                    <a:pt x="4694" y="13437"/>
                    <a:pt x="6092" y="14517"/>
                    <a:pt x="7615" y="14301"/>
                  </a:cubicBezTo>
                  <a:cubicBezTo>
                    <a:pt x="11743" y="13545"/>
                    <a:pt x="12187" y="18625"/>
                    <a:pt x="15553" y="15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FA118013-704A-D1D1-D514-BD08587CE5DA}"/>
                </a:ext>
              </a:extLst>
            </p:cNvPr>
            <p:cNvSpPr/>
            <p:nvPr/>
          </p:nvSpPr>
          <p:spPr>
            <a:xfrm>
              <a:off x="5745431" y="3627064"/>
              <a:ext cx="5458" cy="6688"/>
            </a:xfrm>
            <a:custGeom>
              <a:avLst/>
              <a:gdLst>
                <a:gd name="csX0" fmla="*/ 443 w 6295"/>
                <a:gd name="csY0" fmla="*/ 2101 h 7713"/>
                <a:gd name="csX1" fmla="*/ 5523 w 6295"/>
                <a:gd name="csY1" fmla="*/ 6318 h 7713"/>
                <a:gd name="csX2" fmla="*/ 3935 w 6295"/>
                <a:gd name="csY2" fmla="*/ 590 h 7713"/>
                <a:gd name="csX3" fmla="*/ 443 w 6295"/>
                <a:gd name="csY3" fmla="*/ 2101 h 7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5" h="7713">
                  <a:moveTo>
                    <a:pt x="443" y="2101"/>
                  </a:moveTo>
                  <a:cubicBezTo>
                    <a:pt x="1332" y="3295"/>
                    <a:pt x="4062" y="10756"/>
                    <a:pt x="5523" y="6318"/>
                  </a:cubicBezTo>
                  <a:cubicBezTo>
                    <a:pt x="5523" y="5778"/>
                    <a:pt x="8063" y="1670"/>
                    <a:pt x="3935" y="590"/>
                  </a:cubicBezTo>
                  <a:cubicBezTo>
                    <a:pt x="3364" y="590"/>
                    <a:pt x="-1462" y="-1467"/>
                    <a:pt x="443" y="21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B1B2076C-EDAC-83F2-5C02-7143AB0C5D8D}"/>
                </a:ext>
              </a:extLst>
            </p:cNvPr>
            <p:cNvSpPr/>
            <p:nvPr/>
          </p:nvSpPr>
          <p:spPr>
            <a:xfrm>
              <a:off x="5726723" y="3598407"/>
              <a:ext cx="5019" cy="4383"/>
            </a:xfrm>
            <a:custGeom>
              <a:avLst/>
              <a:gdLst>
                <a:gd name="csX0" fmla="*/ 47 w 5788"/>
                <a:gd name="csY0" fmla="*/ 1954 h 5055"/>
                <a:gd name="csX1" fmla="*/ 5698 w 5788"/>
                <a:gd name="csY1" fmla="*/ 2386 h 5055"/>
                <a:gd name="csX2" fmla="*/ 47 w 5788"/>
                <a:gd name="csY2" fmla="*/ 1954 h 5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88" h="5055">
                  <a:moveTo>
                    <a:pt x="47" y="1954"/>
                  </a:moveTo>
                  <a:cubicBezTo>
                    <a:pt x="619" y="5846"/>
                    <a:pt x="6588" y="6170"/>
                    <a:pt x="5698" y="2386"/>
                  </a:cubicBezTo>
                  <a:cubicBezTo>
                    <a:pt x="5381" y="766"/>
                    <a:pt x="-588" y="-1831"/>
                    <a:pt x="47" y="1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E5E8E89E-603D-117D-54AE-F0C656E2E5CF}"/>
                </a:ext>
              </a:extLst>
            </p:cNvPr>
            <p:cNvSpPr/>
            <p:nvPr/>
          </p:nvSpPr>
          <p:spPr>
            <a:xfrm>
              <a:off x="5864209" y="3665805"/>
              <a:ext cx="5250" cy="5103"/>
            </a:xfrm>
            <a:custGeom>
              <a:avLst/>
              <a:gdLst>
                <a:gd name="csX0" fmla="*/ 619 w 6055"/>
                <a:gd name="csY0" fmla="*/ 1866 h 5885"/>
                <a:gd name="csX1" fmla="*/ 2206 w 6055"/>
                <a:gd name="csY1" fmla="*/ 5435 h 5885"/>
                <a:gd name="csX2" fmla="*/ 4810 w 6055"/>
                <a:gd name="csY2" fmla="*/ 787 h 5885"/>
                <a:gd name="csX3" fmla="*/ 619 w 6055"/>
                <a:gd name="csY3" fmla="*/ 1866 h 5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055" h="5885">
                  <a:moveTo>
                    <a:pt x="619" y="1866"/>
                  </a:moveTo>
                  <a:cubicBezTo>
                    <a:pt x="619" y="2413"/>
                    <a:pt x="-1540" y="7385"/>
                    <a:pt x="2206" y="5435"/>
                  </a:cubicBezTo>
                  <a:cubicBezTo>
                    <a:pt x="2905" y="4896"/>
                    <a:pt x="8493" y="3168"/>
                    <a:pt x="4810" y="787"/>
                  </a:cubicBezTo>
                  <a:cubicBezTo>
                    <a:pt x="4302" y="679"/>
                    <a:pt x="1508" y="-1486"/>
                    <a:pt x="619" y="18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67D7D439-9744-8C3C-D5C2-03EEFE2074A6}"/>
                </a:ext>
              </a:extLst>
            </p:cNvPr>
            <p:cNvSpPr/>
            <p:nvPr/>
          </p:nvSpPr>
          <p:spPr>
            <a:xfrm>
              <a:off x="5893076" y="3689066"/>
              <a:ext cx="7376" cy="9006"/>
            </a:xfrm>
            <a:custGeom>
              <a:avLst/>
              <a:gdLst>
                <a:gd name="csX0" fmla="*/ 6636 w 8507"/>
                <a:gd name="csY0" fmla="*/ 1431 h 10386"/>
                <a:gd name="csX1" fmla="*/ 5301 w 8507"/>
                <a:gd name="csY1" fmla="*/ 561 h 10386"/>
                <a:gd name="csX2" fmla="*/ 984 w 8507"/>
                <a:gd name="csY2" fmla="*/ 1647 h 10386"/>
                <a:gd name="csX3" fmla="*/ 1555 w 8507"/>
                <a:gd name="csY3" fmla="*/ 7699 h 10386"/>
                <a:gd name="csX4" fmla="*/ 7588 w 8507"/>
                <a:gd name="csY4" fmla="*/ 8677 h 10386"/>
                <a:gd name="csX5" fmla="*/ 6636 w 8507"/>
                <a:gd name="csY5" fmla="*/ 1431 h 10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7" h="10386">
                  <a:moveTo>
                    <a:pt x="6636" y="1431"/>
                  </a:moveTo>
                  <a:lnTo>
                    <a:pt x="5301" y="561"/>
                  </a:lnTo>
                  <a:cubicBezTo>
                    <a:pt x="3778" y="-518"/>
                    <a:pt x="1873" y="22"/>
                    <a:pt x="984" y="1647"/>
                  </a:cubicBezTo>
                  <a:cubicBezTo>
                    <a:pt x="857" y="2187"/>
                    <a:pt x="-1493" y="5216"/>
                    <a:pt x="1555" y="7699"/>
                  </a:cubicBezTo>
                  <a:cubicBezTo>
                    <a:pt x="2317" y="8023"/>
                    <a:pt x="6191" y="12893"/>
                    <a:pt x="7588" y="8677"/>
                  </a:cubicBezTo>
                  <a:cubicBezTo>
                    <a:pt x="7588" y="8677"/>
                    <a:pt x="10191" y="3806"/>
                    <a:pt x="6636" y="14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A8358A16-B6FC-B4D8-86D1-7711AC71918C}"/>
                </a:ext>
              </a:extLst>
            </p:cNvPr>
            <p:cNvSpPr/>
            <p:nvPr/>
          </p:nvSpPr>
          <p:spPr>
            <a:xfrm>
              <a:off x="5874455" y="3680680"/>
              <a:ext cx="4410" cy="6034"/>
            </a:xfrm>
            <a:custGeom>
              <a:avLst/>
              <a:gdLst>
                <a:gd name="csX0" fmla="*/ 3979 w 5086"/>
                <a:gd name="csY0" fmla="*/ 6016 h 6959"/>
                <a:gd name="csX1" fmla="*/ 932 w 5086"/>
                <a:gd name="csY1" fmla="*/ 612 h 6959"/>
                <a:gd name="csX2" fmla="*/ 3852 w 5086"/>
                <a:gd name="csY2" fmla="*/ 6016 h 6959"/>
                <a:gd name="csX3" fmla="*/ 3979 w 5086"/>
                <a:gd name="csY3" fmla="*/ 6016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86" h="6959">
                  <a:moveTo>
                    <a:pt x="3979" y="6016"/>
                  </a:moveTo>
                  <a:cubicBezTo>
                    <a:pt x="6964" y="2447"/>
                    <a:pt x="3217" y="-1553"/>
                    <a:pt x="932" y="612"/>
                  </a:cubicBezTo>
                  <a:cubicBezTo>
                    <a:pt x="-1354" y="2879"/>
                    <a:pt x="932" y="9369"/>
                    <a:pt x="3852" y="6016"/>
                  </a:cubicBezTo>
                  <a:lnTo>
                    <a:pt x="3979" y="6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061774A6-BF99-89FD-1115-1029731CBDAA}"/>
                </a:ext>
              </a:extLst>
            </p:cNvPr>
            <p:cNvSpPr/>
            <p:nvPr/>
          </p:nvSpPr>
          <p:spPr>
            <a:xfrm>
              <a:off x="5896161" y="3702809"/>
              <a:ext cx="7399" cy="8756"/>
            </a:xfrm>
            <a:custGeom>
              <a:avLst/>
              <a:gdLst>
                <a:gd name="csX0" fmla="*/ 6632 w 8533"/>
                <a:gd name="csY0" fmla="*/ 935 h 10098"/>
                <a:gd name="csX1" fmla="*/ 537 w 8533"/>
                <a:gd name="csY1" fmla="*/ 1799 h 10098"/>
                <a:gd name="csX2" fmla="*/ 1235 w 8533"/>
                <a:gd name="csY2" fmla="*/ 7095 h 10098"/>
                <a:gd name="csX3" fmla="*/ 7077 w 8533"/>
                <a:gd name="csY3" fmla="*/ 8505 h 10098"/>
                <a:gd name="csX4" fmla="*/ 6632 w 8533"/>
                <a:gd name="csY4" fmla="*/ 935 h 10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33" h="10098">
                  <a:moveTo>
                    <a:pt x="6632" y="935"/>
                  </a:moveTo>
                  <a:cubicBezTo>
                    <a:pt x="5998" y="935"/>
                    <a:pt x="2632" y="-1662"/>
                    <a:pt x="537" y="1799"/>
                  </a:cubicBezTo>
                  <a:cubicBezTo>
                    <a:pt x="537" y="2447"/>
                    <a:pt x="-1051" y="4828"/>
                    <a:pt x="1235" y="7095"/>
                  </a:cubicBezTo>
                  <a:cubicBezTo>
                    <a:pt x="1870" y="7533"/>
                    <a:pt x="5299" y="12613"/>
                    <a:pt x="7077" y="8505"/>
                  </a:cubicBezTo>
                  <a:cubicBezTo>
                    <a:pt x="7077" y="8505"/>
                    <a:pt x="10633" y="2878"/>
                    <a:pt x="6632" y="9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BDB16E4E-65A0-4FA4-9E34-76B85BBE8C62}"/>
                </a:ext>
              </a:extLst>
            </p:cNvPr>
            <p:cNvSpPr/>
            <p:nvPr/>
          </p:nvSpPr>
          <p:spPr>
            <a:xfrm>
              <a:off x="5910854" y="3684700"/>
              <a:ext cx="9212" cy="7545"/>
            </a:xfrm>
            <a:custGeom>
              <a:avLst/>
              <a:gdLst>
                <a:gd name="csX0" fmla="*/ 3087 w 10624"/>
                <a:gd name="csY0" fmla="*/ 8194 h 8701"/>
                <a:gd name="csX1" fmla="*/ 10136 w 10624"/>
                <a:gd name="csY1" fmla="*/ 1056 h 8701"/>
                <a:gd name="csX2" fmla="*/ 2642 w 10624"/>
                <a:gd name="csY2" fmla="*/ 2568 h 8701"/>
                <a:gd name="csX3" fmla="*/ 3087 w 10624"/>
                <a:gd name="csY3" fmla="*/ 8194 h 8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624" h="8701">
                  <a:moveTo>
                    <a:pt x="3087" y="8194"/>
                  </a:moveTo>
                  <a:cubicBezTo>
                    <a:pt x="5373" y="6574"/>
                    <a:pt x="12548" y="4517"/>
                    <a:pt x="10136" y="1056"/>
                  </a:cubicBezTo>
                  <a:cubicBezTo>
                    <a:pt x="7976" y="-2081"/>
                    <a:pt x="2008" y="2790"/>
                    <a:pt x="2642" y="2568"/>
                  </a:cubicBezTo>
                  <a:cubicBezTo>
                    <a:pt x="-1104" y="5057"/>
                    <a:pt x="-787" y="10359"/>
                    <a:pt x="3087" y="8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24C9B1B0-B35B-78EA-C19B-1BB0C961593D}"/>
                </a:ext>
              </a:extLst>
            </p:cNvPr>
            <p:cNvSpPr/>
            <p:nvPr/>
          </p:nvSpPr>
          <p:spPr>
            <a:xfrm>
              <a:off x="5927195" y="3695505"/>
              <a:ext cx="6698" cy="5661"/>
            </a:xfrm>
            <a:custGeom>
              <a:avLst/>
              <a:gdLst>
                <a:gd name="csX0" fmla="*/ 2529 w 7725"/>
                <a:gd name="csY0" fmla="*/ 705 h 6529"/>
                <a:gd name="csX1" fmla="*/ 3418 w 7725"/>
                <a:gd name="csY1" fmla="*/ 5899 h 6529"/>
                <a:gd name="csX2" fmla="*/ 5895 w 7725"/>
                <a:gd name="csY2" fmla="*/ 4166 h 6529"/>
                <a:gd name="csX3" fmla="*/ 3291 w 7725"/>
                <a:gd name="csY3" fmla="*/ 489 h 6529"/>
                <a:gd name="csX4" fmla="*/ 2656 w 7725"/>
                <a:gd name="csY4" fmla="*/ 705 h 6529"/>
                <a:gd name="csX5" fmla="*/ 2529 w 7725"/>
                <a:gd name="csY5" fmla="*/ 705 h 6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25" h="6529">
                  <a:moveTo>
                    <a:pt x="2529" y="705"/>
                  </a:moveTo>
                  <a:cubicBezTo>
                    <a:pt x="-1661" y="2331"/>
                    <a:pt x="-137" y="8497"/>
                    <a:pt x="3418" y="5899"/>
                  </a:cubicBezTo>
                  <a:lnTo>
                    <a:pt x="5895" y="4166"/>
                  </a:lnTo>
                  <a:cubicBezTo>
                    <a:pt x="9451" y="1575"/>
                    <a:pt x="7419" y="-1130"/>
                    <a:pt x="3291" y="489"/>
                  </a:cubicBezTo>
                  <a:lnTo>
                    <a:pt x="2656" y="705"/>
                  </a:lnTo>
                  <a:lnTo>
                    <a:pt x="2529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F08999B6-70C3-94F6-4B75-C57F025422EA}"/>
                </a:ext>
              </a:extLst>
            </p:cNvPr>
            <p:cNvSpPr/>
            <p:nvPr/>
          </p:nvSpPr>
          <p:spPr>
            <a:xfrm>
              <a:off x="5901345" y="3620638"/>
              <a:ext cx="5420" cy="5461"/>
            </a:xfrm>
            <a:custGeom>
              <a:avLst/>
              <a:gdLst>
                <a:gd name="csX0" fmla="*/ 3703 w 6251"/>
                <a:gd name="csY0" fmla="*/ 0 h 6298"/>
                <a:gd name="csX1" fmla="*/ 2369 w 6251"/>
                <a:gd name="csY1" fmla="*/ 6267 h 6298"/>
                <a:gd name="csX2" fmla="*/ 3131 w 6251"/>
                <a:gd name="csY2" fmla="*/ 6267 h 6298"/>
                <a:gd name="csX3" fmla="*/ 3703 w 6251"/>
                <a:gd name="csY3" fmla="*/ 0 h 6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51" h="6298">
                  <a:moveTo>
                    <a:pt x="3703" y="0"/>
                  </a:moveTo>
                  <a:cubicBezTo>
                    <a:pt x="528" y="0"/>
                    <a:pt x="-2075" y="5835"/>
                    <a:pt x="2369" y="6267"/>
                  </a:cubicBezTo>
                  <a:lnTo>
                    <a:pt x="3131" y="6267"/>
                  </a:lnTo>
                  <a:cubicBezTo>
                    <a:pt x="7577" y="6814"/>
                    <a:pt x="6815" y="0"/>
                    <a:pt x="37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FAA660C2-64C3-FD91-A634-AF075C158ABB}"/>
                </a:ext>
              </a:extLst>
            </p:cNvPr>
            <p:cNvSpPr/>
            <p:nvPr/>
          </p:nvSpPr>
          <p:spPr>
            <a:xfrm>
              <a:off x="5729572" y="3505863"/>
              <a:ext cx="211543" cy="197382"/>
            </a:xfrm>
            <a:custGeom>
              <a:avLst/>
              <a:gdLst>
                <a:gd name="csX0" fmla="*/ 232410 w 243966"/>
                <a:gd name="csY0" fmla="*/ 31363 h 227634"/>
                <a:gd name="csX1" fmla="*/ 232092 w 243966"/>
                <a:gd name="csY1" fmla="*/ 22930 h 227634"/>
                <a:gd name="csX2" fmla="*/ 243967 w 243966"/>
                <a:gd name="csY2" fmla="*/ 18929 h 227634"/>
                <a:gd name="csX3" fmla="*/ 241808 w 243966"/>
                <a:gd name="csY3" fmla="*/ 3791 h 227634"/>
                <a:gd name="csX4" fmla="*/ 230568 w 243966"/>
                <a:gd name="csY4" fmla="*/ 1518 h 227634"/>
                <a:gd name="csX5" fmla="*/ 218250 w 243966"/>
                <a:gd name="csY5" fmla="*/ 0 h 227634"/>
                <a:gd name="csX6" fmla="*/ 221678 w 243966"/>
                <a:gd name="csY6" fmla="*/ 17196 h 227634"/>
                <a:gd name="csX7" fmla="*/ 187389 w 243966"/>
                <a:gd name="csY7" fmla="*/ 19145 h 227634"/>
                <a:gd name="csX8" fmla="*/ 155321 w 243966"/>
                <a:gd name="csY8" fmla="*/ 6921 h 227634"/>
                <a:gd name="csX9" fmla="*/ 96330 w 243966"/>
                <a:gd name="csY9" fmla="*/ 17628 h 227634"/>
                <a:gd name="csX10" fmla="*/ 91377 w 243966"/>
                <a:gd name="csY10" fmla="*/ 26822 h 227634"/>
                <a:gd name="csX11" fmla="*/ 65977 w 243966"/>
                <a:gd name="csY11" fmla="*/ 27254 h 227634"/>
                <a:gd name="csX12" fmla="*/ 52832 w 243966"/>
                <a:gd name="csY12" fmla="*/ 37960 h 227634"/>
                <a:gd name="csX13" fmla="*/ 28575 w 243966"/>
                <a:gd name="csY13" fmla="*/ 39903 h 227634"/>
                <a:gd name="csX14" fmla="*/ 32512 w 243966"/>
                <a:gd name="csY14" fmla="*/ 51371 h 227634"/>
                <a:gd name="csX15" fmla="*/ 22860 w 243966"/>
                <a:gd name="csY15" fmla="*/ 55912 h 227634"/>
                <a:gd name="csX16" fmla="*/ 17907 w 243966"/>
                <a:gd name="csY16" fmla="*/ 72777 h 227634"/>
                <a:gd name="csX17" fmla="*/ 5524 w 243966"/>
                <a:gd name="csY17" fmla="*/ 76238 h 227634"/>
                <a:gd name="csX18" fmla="*/ 8255 w 243966"/>
                <a:gd name="csY18" fmla="*/ 84677 h 227634"/>
                <a:gd name="csX19" fmla="*/ 0 w 243966"/>
                <a:gd name="csY19" fmla="*/ 91268 h 227634"/>
                <a:gd name="csX20" fmla="*/ 1207 w 243966"/>
                <a:gd name="csY20" fmla="*/ 99276 h 227634"/>
                <a:gd name="csX21" fmla="*/ 8128 w 243966"/>
                <a:gd name="csY21" fmla="*/ 105759 h 227634"/>
                <a:gd name="csX22" fmla="*/ 18415 w 243966"/>
                <a:gd name="csY22" fmla="*/ 115925 h 227634"/>
                <a:gd name="csX23" fmla="*/ 26988 w 243966"/>
                <a:gd name="csY23" fmla="*/ 115170 h 227634"/>
                <a:gd name="csX24" fmla="*/ 34798 w 243966"/>
                <a:gd name="csY24" fmla="*/ 120358 h 227634"/>
                <a:gd name="csX25" fmla="*/ 23114 w 243966"/>
                <a:gd name="csY25" fmla="*/ 122307 h 227634"/>
                <a:gd name="csX26" fmla="*/ 19622 w 243966"/>
                <a:gd name="csY26" fmla="*/ 124581 h 227634"/>
                <a:gd name="csX27" fmla="*/ 14097 w 243966"/>
                <a:gd name="csY27" fmla="*/ 133445 h 227634"/>
                <a:gd name="csX28" fmla="*/ 18098 w 243966"/>
                <a:gd name="csY28" fmla="*/ 134849 h 227634"/>
                <a:gd name="csX29" fmla="*/ 23940 w 243966"/>
                <a:gd name="csY29" fmla="*/ 128041 h 227634"/>
                <a:gd name="csX30" fmla="*/ 28702 w 243966"/>
                <a:gd name="csY30" fmla="*/ 130200 h 227634"/>
                <a:gd name="csX31" fmla="*/ 33909 w 243966"/>
                <a:gd name="csY31" fmla="*/ 137338 h 227634"/>
                <a:gd name="csX32" fmla="*/ 34989 w 243966"/>
                <a:gd name="csY32" fmla="*/ 144151 h 227634"/>
                <a:gd name="csX33" fmla="*/ 40704 w 243966"/>
                <a:gd name="csY33" fmla="*/ 144151 h 227634"/>
                <a:gd name="csX34" fmla="*/ 52007 w 243966"/>
                <a:gd name="csY34" fmla="*/ 145663 h 227634"/>
                <a:gd name="csX35" fmla="*/ 69723 w 243966"/>
                <a:gd name="csY35" fmla="*/ 142856 h 227634"/>
                <a:gd name="csX36" fmla="*/ 83185 w 243966"/>
                <a:gd name="csY36" fmla="*/ 143827 h 227634"/>
                <a:gd name="csX37" fmla="*/ 87567 w 243966"/>
                <a:gd name="csY37" fmla="*/ 144907 h 227634"/>
                <a:gd name="csX38" fmla="*/ 96266 w 243966"/>
                <a:gd name="csY38" fmla="*/ 146094 h 227634"/>
                <a:gd name="csX39" fmla="*/ 105664 w 243966"/>
                <a:gd name="csY39" fmla="*/ 151721 h 227634"/>
                <a:gd name="csX40" fmla="*/ 111824 w 243966"/>
                <a:gd name="csY40" fmla="*/ 155289 h 227634"/>
                <a:gd name="csX41" fmla="*/ 102108 w 243966"/>
                <a:gd name="csY41" fmla="*/ 160585 h 227634"/>
                <a:gd name="csX42" fmla="*/ 99060 w 243966"/>
                <a:gd name="csY42" fmla="*/ 161671 h 227634"/>
                <a:gd name="csX43" fmla="*/ 89345 w 243966"/>
                <a:gd name="csY43" fmla="*/ 156153 h 227634"/>
                <a:gd name="csX44" fmla="*/ 79121 w 243966"/>
                <a:gd name="csY44" fmla="*/ 153994 h 227634"/>
                <a:gd name="csX45" fmla="*/ 60833 w 243966"/>
                <a:gd name="csY45" fmla="*/ 149339 h 227634"/>
                <a:gd name="csX46" fmla="*/ 57722 w 243966"/>
                <a:gd name="csY46" fmla="*/ 152800 h 227634"/>
                <a:gd name="csX47" fmla="*/ 44514 w 243966"/>
                <a:gd name="csY47" fmla="*/ 155505 h 227634"/>
                <a:gd name="csX48" fmla="*/ 40068 w 243966"/>
                <a:gd name="csY48" fmla="*/ 162534 h 227634"/>
                <a:gd name="csX49" fmla="*/ 38037 w 243966"/>
                <a:gd name="csY49" fmla="*/ 167615 h 227634"/>
                <a:gd name="csX50" fmla="*/ 42990 w 243966"/>
                <a:gd name="csY50" fmla="*/ 173349 h 227634"/>
                <a:gd name="csX51" fmla="*/ 52070 w 243966"/>
                <a:gd name="csY51" fmla="*/ 181134 h 227634"/>
                <a:gd name="csX52" fmla="*/ 56007 w 243966"/>
                <a:gd name="csY52" fmla="*/ 189567 h 227634"/>
                <a:gd name="csX53" fmla="*/ 53086 w 243966"/>
                <a:gd name="csY53" fmla="*/ 198222 h 227634"/>
                <a:gd name="csX54" fmla="*/ 52832 w 243966"/>
                <a:gd name="csY54" fmla="*/ 204057 h 227634"/>
                <a:gd name="csX55" fmla="*/ 55245 w 243966"/>
                <a:gd name="csY55" fmla="*/ 208381 h 227634"/>
                <a:gd name="csX56" fmla="*/ 63246 w 243966"/>
                <a:gd name="csY56" fmla="*/ 214763 h 227634"/>
                <a:gd name="csX57" fmla="*/ 66040 w 243966"/>
                <a:gd name="csY57" fmla="*/ 212928 h 227634"/>
                <a:gd name="csX58" fmla="*/ 65849 w 243966"/>
                <a:gd name="csY58" fmla="*/ 207302 h 227634"/>
                <a:gd name="csX59" fmla="*/ 70930 w 243966"/>
                <a:gd name="csY59" fmla="*/ 203517 h 227634"/>
                <a:gd name="csX60" fmla="*/ 76454 w 243966"/>
                <a:gd name="csY60" fmla="*/ 209791 h 227634"/>
                <a:gd name="csX61" fmla="*/ 81343 w 243966"/>
                <a:gd name="csY61" fmla="*/ 222333 h 227634"/>
                <a:gd name="csX62" fmla="*/ 87948 w 243966"/>
                <a:gd name="csY62" fmla="*/ 225469 h 227634"/>
                <a:gd name="csX63" fmla="*/ 93345 w 243966"/>
                <a:gd name="csY63" fmla="*/ 212496 h 227634"/>
                <a:gd name="csX64" fmla="*/ 93790 w 243966"/>
                <a:gd name="csY64" fmla="*/ 212496 h 227634"/>
                <a:gd name="csX65" fmla="*/ 110744 w 243966"/>
                <a:gd name="csY65" fmla="*/ 227635 h 227634"/>
                <a:gd name="csX66" fmla="*/ 112141 w 243966"/>
                <a:gd name="csY66" fmla="*/ 227635 h 227634"/>
                <a:gd name="csX67" fmla="*/ 109474 w 243966"/>
                <a:gd name="csY67" fmla="*/ 214763 h 227634"/>
                <a:gd name="csX68" fmla="*/ 109474 w 243966"/>
                <a:gd name="csY68" fmla="*/ 209575 h 227634"/>
                <a:gd name="csX69" fmla="*/ 97854 w 243966"/>
                <a:gd name="csY69" fmla="*/ 190214 h 227634"/>
                <a:gd name="csX70" fmla="*/ 96774 w 243966"/>
                <a:gd name="csY70" fmla="*/ 181134 h 227634"/>
                <a:gd name="csX71" fmla="*/ 100140 w 243966"/>
                <a:gd name="csY71" fmla="*/ 179184 h 227634"/>
                <a:gd name="csX72" fmla="*/ 105855 w 243966"/>
                <a:gd name="csY72" fmla="*/ 181781 h 227634"/>
                <a:gd name="csX73" fmla="*/ 110109 w 243966"/>
                <a:gd name="csY73" fmla="*/ 189243 h 227634"/>
                <a:gd name="csX74" fmla="*/ 115507 w 243966"/>
                <a:gd name="csY74" fmla="*/ 188487 h 227634"/>
                <a:gd name="csX75" fmla="*/ 122111 w 243966"/>
                <a:gd name="csY75" fmla="*/ 178752 h 227634"/>
                <a:gd name="csX76" fmla="*/ 115507 w 243966"/>
                <a:gd name="csY76" fmla="*/ 179076 h 227634"/>
                <a:gd name="csX77" fmla="*/ 111506 w 243966"/>
                <a:gd name="csY77" fmla="*/ 173349 h 227634"/>
                <a:gd name="csX78" fmla="*/ 109157 w 243966"/>
                <a:gd name="csY78" fmla="*/ 169024 h 227634"/>
                <a:gd name="csX79" fmla="*/ 109982 w 243966"/>
                <a:gd name="csY79" fmla="*/ 163506 h 227634"/>
                <a:gd name="csX80" fmla="*/ 121984 w 243966"/>
                <a:gd name="csY80" fmla="*/ 163398 h 227634"/>
                <a:gd name="csX81" fmla="*/ 125666 w 243966"/>
                <a:gd name="csY81" fmla="*/ 161995 h 227634"/>
                <a:gd name="csX82" fmla="*/ 129667 w 243966"/>
                <a:gd name="csY82" fmla="*/ 161671 h 227634"/>
                <a:gd name="csX83" fmla="*/ 140970 w 243966"/>
                <a:gd name="csY83" fmla="*/ 174320 h 227634"/>
                <a:gd name="csX84" fmla="*/ 144971 w 243966"/>
                <a:gd name="csY84" fmla="*/ 173564 h 227634"/>
                <a:gd name="csX85" fmla="*/ 143256 w 243966"/>
                <a:gd name="csY85" fmla="*/ 160909 h 227634"/>
                <a:gd name="csX86" fmla="*/ 144082 w 243966"/>
                <a:gd name="csY86" fmla="*/ 151181 h 227634"/>
                <a:gd name="csX87" fmla="*/ 132842 w 243966"/>
                <a:gd name="csY87" fmla="*/ 147396 h 227634"/>
                <a:gd name="csX88" fmla="*/ 127762 w 243966"/>
                <a:gd name="csY88" fmla="*/ 143504 h 227634"/>
                <a:gd name="csX89" fmla="*/ 118110 w 243966"/>
                <a:gd name="csY89" fmla="*/ 137230 h 227634"/>
                <a:gd name="csX90" fmla="*/ 112713 w 243966"/>
                <a:gd name="csY90" fmla="*/ 133553 h 227634"/>
                <a:gd name="csX91" fmla="*/ 112141 w 243966"/>
                <a:gd name="csY91" fmla="*/ 133553 h 227634"/>
                <a:gd name="csX92" fmla="*/ 103823 w 243966"/>
                <a:gd name="csY92" fmla="*/ 127819 h 227634"/>
                <a:gd name="csX93" fmla="*/ 93028 w 243966"/>
                <a:gd name="csY93" fmla="*/ 126092 h 227634"/>
                <a:gd name="csX94" fmla="*/ 91948 w 243966"/>
                <a:gd name="csY94" fmla="*/ 121228 h 227634"/>
                <a:gd name="csX95" fmla="*/ 100711 w 243966"/>
                <a:gd name="csY95" fmla="*/ 119278 h 227634"/>
                <a:gd name="csX96" fmla="*/ 103505 w 243966"/>
                <a:gd name="csY96" fmla="*/ 113659 h 227634"/>
                <a:gd name="csX97" fmla="*/ 100457 w 243966"/>
                <a:gd name="csY97" fmla="*/ 104680 h 227634"/>
                <a:gd name="csX98" fmla="*/ 106743 w 243966"/>
                <a:gd name="csY98" fmla="*/ 103924 h 227634"/>
                <a:gd name="csX99" fmla="*/ 110617 w 243966"/>
                <a:gd name="csY99" fmla="*/ 110198 h 227634"/>
                <a:gd name="csX100" fmla="*/ 112078 w 243966"/>
                <a:gd name="csY100" fmla="*/ 112033 h 227634"/>
                <a:gd name="csX101" fmla="*/ 117792 w 243966"/>
                <a:gd name="csY101" fmla="*/ 106413 h 227634"/>
                <a:gd name="csX102" fmla="*/ 100774 w 243966"/>
                <a:gd name="csY102" fmla="*/ 87484 h 227634"/>
                <a:gd name="csX103" fmla="*/ 100393 w 243966"/>
                <a:gd name="csY103" fmla="*/ 85001 h 227634"/>
                <a:gd name="csX104" fmla="*/ 90170 w 243966"/>
                <a:gd name="csY104" fmla="*/ 68777 h 227634"/>
                <a:gd name="csX105" fmla="*/ 92774 w 243966"/>
                <a:gd name="csY105" fmla="*/ 51695 h 227634"/>
                <a:gd name="csX106" fmla="*/ 103378 w 243966"/>
                <a:gd name="csY106" fmla="*/ 48666 h 227634"/>
                <a:gd name="csX107" fmla="*/ 102235 w 243966"/>
                <a:gd name="csY107" fmla="*/ 56343 h 227634"/>
                <a:gd name="csX108" fmla="*/ 108839 w 243966"/>
                <a:gd name="csY108" fmla="*/ 61532 h 227634"/>
                <a:gd name="csX109" fmla="*/ 115062 w 243966"/>
                <a:gd name="csY109" fmla="*/ 66834 h 227634"/>
                <a:gd name="csX110" fmla="*/ 120269 w 243966"/>
                <a:gd name="csY110" fmla="*/ 76346 h 227634"/>
                <a:gd name="csX111" fmla="*/ 128270 w 243966"/>
                <a:gd name="csY111" fmla="*/ 75698 h 227634"/>
                <a:gd name="csX112" fmla="*/ 121793 w 243966"/>
                <a:gd name="csY112" fmla="*/ 67265 h 227634"/>
                <a:gd name="csX113" fmla="*/ 121602 w 243966"/>
                <a:gd name="csY113" fmla="*/ 66618 h 227634"/>
                <a:gd name="csX114" fmla="*/ 124270 w 243966"/>
                <a:gd name="csY114" fmla="*/ 64021 h 227634"/>
                <a:gd name="csX115" fmla="*/ 137795 w 243966"/>
                <a:gd name="csY115" fmla="*/ 75159 h 227634"/>
                <a:gd name="csX116" fmla="*/ 142812 w 243966"/>
                <a:gd name="csY116" fmla="*/ 73755 h 227634"/>
                <a:gd name="csX117" fmla="*/ 139764 w 243966"/>
                <a:gd name="csY117" fmla="*/ 66834 h 227634"/>
                <a:gd name="csX118" fmla="*/ 131953 w 243966"/>
                <a:gd name="csY118" fmla="*/ 60344 h 227634"/>
                <a:gd name="csX119" fmla="*/ 148527 w 243966"/>
                <a:gd name="csY119" fmla="*/ 64560 h 227634"/>
                <a:gd name="csX120" fmla="*/ 152019 w 243966"/>
                <a:gd name="csY120" fmla="*/ 69424 h 227634"/>
                <a:gd name="csX121" fmla="*/ 156527 w 243966"/>
                <a:gd name="csY121" fmla="*/ 68777 h 227634"/>
                <a:gd name="csX122" fmla="*/ 152654 w 243966"/>
                <a:gd name="csY122" fmla="*/ 59912 h 227634"/>
                <a:gd name="csX123" fmla="*/ 141034 w 243966"/>
                <a:gd name="csY123" fmla="*/ 55588 h 227634"/>
                <a:gd name="csX124" fmla="*/ 136525 w 243966"/>
                <a:gd name="csY124" fmla="*/ 49206 h 227634"/>
                <a:gd name="csX125" fmla="*/ 132715 w 243966"/>
                <a:gd name="csY125" fmla="*/ 41637 h 227634"/>
                <a:gd name="csX126" fmla="*/ 138557 w 243966"/>
                <a:gd name="csY126" fmla="*/ 40557 h 227634"/>
                <a:gd name="csX127" fmla="*/ 148400 w 243966"/>
                <a:gd name="csY127" fmla="*/ 41313 h 227634"/>
                <a:gd name="csX128" fmla="*/ 161100 w 243966"/>
                <a:gd name="csY128" fmla="*/ 32658 h 227634"/>
                <a:gd name="csX129" fmla="*/ 161417 w 243966"/>
                <a:gd name="csY129" fmla="*/ 32658 h 227634"/>
                <a:gd name="csX130" fmla="*/ 165545 w 243966"/>
                <a:gd name="csY130" fmla="*/ 34284 h 227634"/>
                <a:gd name="csX131" fmla="*/ 170498 w 243966"/>
                <a:gd name="csY131" fmla="*/ 36881 h 227634"/>
                <a:gd name="csX132" fmla="*/ 182499 w 243966"/>
                <a:gd name="csY132" fmla="*/ 29635 h 227634"/>
                <a:gd name="csX133" fmla="*/ 188913 w 243966"/>
                <a:gd name="csY133" fmla="*/ 33960 h 227634"/>
                <a:gd name="csX134" fmla="*/ 219456 w 243966"/>
                <a:gd name="csY134" fmla="*/ 41313 h 227634"/>
                <a:gd name="csX135" fmla="*/ 220916 w 243966"/>
                <a:gd name="csY135" fmla="*/ 44342 h 227634"/>
                <a:gd name="csX136" fmla="*/ 232410 w 243966"/>
                <a:gd name="csY136" fmla="*/ 32010 h 227634"/>
                <a:gd name="csX137" fmla="*/ 232410 w 243966"/>
                <a:gd name="csY137" fmla="*/ 31363 h 227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43966" h="227634">
                  <a:moveTo>
                    <a:pt x="232410" y="31363"/>
                  </a:moveTo>
                  <a:lnTo>
                    <a:pt x="232092" y="22930"/>
                  </a:lnTo>
                  <a:lnTo>
                    <a:pt x="243967" y="18929"/>
                  </a:lnTo>
                  <a:lnTo>
                    <a:pt x="241808" y="3791"/>
                  </a:lnTo>
                  <a:lnTo>
                    <a:pt x="230568" y="1518"/>
                  </a:lnTo>
                  <a:lnTo>
                    <a:pt x="218250" y="0"/>
                  </a:lnTo>
                  <a:lnTo>
                    <a:pt x="221678" y="17196"/>
                  </a:lnTo>
                  <a:lnTo>
                    <a:pt x="187389" y="19145"/>
                  </a:lnTo>
                  <a:lnTo>
                    <a:pt x="155321" y="6921"/>
                  </a:lnTo>
                  <a:lnTo>
                    <a:pt x="96330" y="17628"/>
                  </a:lnTo>
                  <a:lnTo>
                    <a:pt x="91377" y="26822"/>
                  </a:lnTo>
                  <a:lnTo>
                    <a:pt x="65977" y="27254"/>
                  </a:lnTo>
                  <a:lnTo>
                    <a:pt x="52832" y="37960"/>
                  </a:lnTo>
                  <a:lnTo>
                    <a:pt x="28575" y="39903"/>
                  </a:lnTo>
                  <a:lnTo>
                    <a:pt x="32512" y="51371"/>
                  </a:lnTo>
                  <a:lnTo>
                    <a:pt x="22860" y="55912"/>
                  </a:lnTo>
                  <a:lnTo>
                    <a:pt x="17907" y="72777"/>
                  </a:lnTo>
                  <a:lnTo>
                    <a:pt x="5524" y="76238"/>
                  </a:lnTo>
                  <a:lnTo>
                    <a:pt x="8255" y="84677"/>
                  </a:lnTo>
                  <a:lnTo>
                    <a:pt x="0" y="91268"/>
                  </a:lnTo>
                  <a:cubicBezTo>
                    <a:pt x="572" y="93542"/>
                    <a:pt x="-698" y="96247"/>
                    <a:pt x="1207" y="99276"/>
                  </a:cubicBezTo>
                  <a:cubicBezTo>
                    <a:pt x="2096" y="100355"/>
                    <a:pt x="4255" y="105435"/>
                    <a:pt x="8128" y="105759"/>
                  </a:cubicBezTo>
                  <a:cubicBezTo>
                    <a:pt x="12573" y="106191"/>
                    <a:pt x="18860" y="116465"/>
                    <a:pt x="18415" y="115925"/>
                  </a:cubicBezTo>
                  <a:cubicBezTo>
                    <a:pt x="21336" y="119818"/>
                    <a:pt x="22225" y="113767"/>
                    <a:pt x="26988" y="115170"/>
                  </a:cubicBezTo>
                  <a:cubicBezTo>
                    <a:pt x="28385" y="115818"/>
                    <a:pt x="34480" y="116357"/>
                    <a:pt x="34798" y="120358"/>
                  </a:cubicBezTo>
                  <a:cubicBezTo>
                    <a:pt x="35179" y="125444"/>
                    <a:pt x="28385" y="118847"/>
                    <a:pt x="23114" y="122307"/>
                  </a:cubicBezTo>
                  <a:lnTo>
                    <a:pt x="19622" y="124581"/>
                  </a:lnTo>
                  <a:cubicBezTo>
                    <a:pt x="15748" y="127063"/>
                    <a:pt x="13780" y="133985"/>
                    <a:pt x="14097" y="133445"/>
                  </a:cubicBezTo>
                  <a:cubicBezTo>
                    <a:pt x="12573" y="137338"/>
                    <a:pt x="18669" y="134849"/>
                    <a:pt x="18098" y="134849"/>
                  </a:cubicBezTo>
                  <a:cubicBezTo>
                    <a:pt x="22733" y="133337"/>
                    <a:pt x="19812" y="128905"/>
                    <a:pt x="23940" y="128041"/>
                  </a:cubicBezTo>
                  <a:cubicBezTo>
                    <a:pt x="25464" y="127711"/>
                    <a:pt x="27623" y="128689"/>
                    <a:pt x="28702" y="130200"/>
                  </a:cubicBezTo>
                  <a:lnTo>
                    <a:pt x="33909" y="137338"/>
                  </a:lnTo>
                  <a:cubicBezTo>
                    <a:pt x="36068" y="140367"/>
                    <a:pt x="34862" y="144799"/>
                    <a:pt x="34989" y="144151"/>
                  </a:cubicBezTo>
                  <a:cubicBezTo>
                    <a:pt x="34036" y="148692"/>
                    <a:pt x="41275" y="143935"/>
                    <a:pt x="40704" y="144151"/>
                  </a:cubicBezTo>
                  <a:cubicBezTo>
                    <a:pt x="45149" y="141878"/>
                    <a:pt x="46990" y="146964"/>
                    <a:pt x="52007" y="145663"/>
                  </a:cubicBezTo>
                  <a:cubicBezTo>
                    <a:pt x="60516" y="143396"/>
                    <a:pt x="65405" y="141554"/>
                    <a:pt x="69723" y="142856"/>
                  </a:cubicBezTo>
                  <a:cubicBezTo>
                    <a:pt x="74486" y="143720"/>
                    <a:pt x="80455" y="147612"/>
                    <a:pt x="83185" y="143827"/>
                  </a:cubicBezTo>
                  <a:cubicBezTo>
                    <a:pt x="85090" y="141014"/>
                    <a:pt x="88138" y="145231"/>
                    <a:pt x="87567" y="144907"/>
                  </a:cubicBezTo>
                  <a:cubicBezTo>
                    <a:pt x="90615" y="148907"/>
                    <a:pt x="92266" y="143072"/>
                    <a:pt x="96266" y="146094"/>
                  </a:cubicBezTo>
                  <a:cubicBezTo>
                    <a:pt x="99060" y="148152"/>
                    <a:pt x="101854" y="150533"/>
                    <a:pt x="105664" y="151721"/>
                  </a:cubicBezTo>
                  <a:cubicBezTo>
                    <a:pt x="107633" y="152476"/>
                    <a:pt x="116586" y="153994"/>
                    <a:pt x="111824" y="155289"/>
                  </a:cubicBezTo>
                  <a:cubicBezTo>
                    <a:pt x="108903" y="156477"/>
                    <a:pt x="102299" y="156585"/>
                    <a:pt x="102108" y="160585"/>
                  </a:cubicBezTo>
                  <a:cubicBezTo>
                    <a:pt x="102108" y="162103"/>
                    <a:pt x="100711" y="162534"/>
                    <a:pt x="99060" y="161671"/>
                  </a:cubicBezTo>
                  <a:lnTo>
                    <a:pt x="89345" y="156153"/>
                  </a:lnTo>
                  <a:cubicBezTo>
                    <a:pt x="85217" y="153772"/>
                    <a:pt x="78486" y="153994"/>
                    <a:pt x="79121" y="153994"/>
                  </a:cubicBezTo>
                  <a:cubicBezTo>
                    <a:pt x="70485" y="153340"/>
                    <a:pt x="65215" y="144691"/>
                    <a:pt x="60833" y="149339"/>
                  </a:cubicBezTo>
                  <a:lnTo>
                    <a:pt x="57722" y="152800"/>
                  </a:lnTo>
                  <a:cubicBezTo>
                    <a:pt x="53277" y="157562"/>
                    <a:pt x="46482" y="149555"/>
                    <a:pt x="44514" y="155505"/>
                  </a:cubicBezTo>
                  <a:cubicBezTo>
                    <a:pt x="44069" y="156369"/>
                    <a:pt x="43624" y="160153"/>
                    <a:pt x="40068" y="162534"/>
                  </a:cubicBezTo>
                  <a:cubicBezTo>
                    <a:pt x="39561" y="163182"/>
                    <a:pt x="34354" y="165348"/>
                    <a:pt x="38037" y="167615"/>
                  </a:cubicBezTo>
                  <a:cubicBezTo>
                    <a:pt x="38545" y="168154"/>
                    <a:pt x="42799" y="169780"/>
                    <a:pt x="42990" y="173349"/>
                  </a:cubicBezTo>
                  <a:cubicBezTo>
                    <a:pt x="43117" y="177673"/>
                    <a:pt x="52642" y="181565"/>
                    <a:pt x="52070" y="181134"/>
                  </a:cubicBezTo>
                  <a:cubicBezTo>
                    <a:pt x="56007" y="183299"/>
                    <a:pt x="56198" y="190106"/>
                    <a:pt x="56007" y="189567"/>
                  </a:cubicBezTo>
                  <a:cubicBezTo>
                    <a:pt x="56642" y="193891"/>
                    <a:pt x="52832" y="198761"/>
                    <a:pt x="53086" y="198222"/>
                  </a:cubicBezTo>
                  <a:cubicBezTo>
                    <a:pt x="52070" y="199733"/>
                    <a:pt x="52007" y="202438"/>
                    <a:pt x="52832" y="204057"/>
                  </a:cubicBezTo>
                  <a:lnTo>
                    <a:pt x="55245" y="208381"/>
                  </a:lnTo>
                  <a:cubicBezTo>
                    <a:pt x="57404" y="212496"/>
                    <a:pt x="63754" y="215087"/>
                    <a:pt x="63246" y="214763"/>
                  </a:cubicBezTo>
                  <a:cubicBezTo>
                    <a:pt x="64834" y="215627"/>
                    <a:pt x="66167" y="214763"/>
                    <a:pt x="66040" y="212928"/>
                  </a:cubicBezTo>
                  <a:lnTo>
                    <a:pt x="65849" y="207302"/>
                  </a:lnTo>
                  <a:cubicBezTo>
                    <a:pt x="65723" y="203302"/>
                    <a:pt x="71565" y="203302"/>
                    <a:pt x="70930" y="203517"/>
                  </a:cubicBezTo>
                  <a:cubicBezTo>
                    <a:pt x="76137" y="203086"/>
                    <a:pt x="72580" y="208712"/>
                    <a:pt x="76454" y="209791"/>
                  </a:cubicBezTo>
                  <a:cubicBezTo>
                    <a:pt x="80264" y="210763"/>
                    <a:pt x="81407" y="222980"/>
                    <a:pt x="81343" y="222333"/>
                  </a:cubicBezTo>
                  <a:cubicBezTo>
                    <a:pt x="82169" y="226657"/>
                    <a:pt x="87249" y="229902"/>
                    <a:pt x="87948" y="225469"/>
                  </a:cubicBezTo>
                  <a:cubicBezTo>
                    <a:pt x="89345" y="220389"/>
                    <a:pt x="87948" y="212604"/>
                    <a:pt x="93345" y="212496"/>
                  </a:cubicBezTo>
                  <a:lnTo>
                    <a:pt x="93790" y="212496"/>
                  </a:lnTo>
                  <a:cubicBezTo>
                    <a:pt x="101664" y="212274"/>
                    <a:pt x="102934" y="227635"/>
                    <a:pt x="110744" y="227635"/>
                  </a:cubicBezTo>
                  <a:lnTo>
                    <a:pt x="112141" y="227635"/>
                  </a:lnTo>
                  <a:cubicBezTo>
                    <a:pt x="119190" y="227635"/>
                    <a:pt x="105791" y="219627"/>
                    <a:pt x="109474" y="214763"/>
                  </a:cubicBezTo>
                  <a:cubicBezTo>
                    <a:pt x="110427" y="213468"/>
                    <a:pt x="110427" y="211195"/>
                    <a:pt x="109474" y="209575"/>
                  </a:cubicBezTo>
                  <a:lnTo>
                    <a:pt x="97854" y="190214"/>
                  </a:lnTo>
                  <a:cubicBezTo>
                    <a:pt x="95631" y="186538"/>
                    <a:pt x="96774" y="180486"/>
                    <a:pt x="96774" y="181134"/>
                  </a:cubicBezTo>
                  <a:cubicBezTo>
                    <a:pt x="96901" y="179292"/>
                    <a:pt x="98552" y="178429"/>
                    <a:pt x="100140" y="179184"/>
                  </a:cubicBezTo>
                  <a:lnTo>
                    <a:pt x="105855" y="181781"/>
                  </a:lnTo>
                  <a:cubicBezTo>
                    <a:pt x="109918" y="183623"/>
                    <a:pt x="110299" y="189782"/>
                    <a:pt x="110109" y="189243"/>
                  </a:cubicBezTo>
                  <a:cubicBezTo>
                    <a:pt x="110871" y="193459"/>
                    <a:pt x="116141" y="188271"/>
                    <a:pt x="115507" y="188487"/>
                  </a:cubicBezTo>
                  <a:cubicBezTo>
                    <a:pt x="119634" y="185026"/>
                    <a:pt x="130810" y="187084"/>
                    <a:pt x="122111" y="178752"/>
                  </a:cubicBezTo>
                  <a:cubicBezTo>
                    <a:pt x="118554" y="175400"/>
                    <a:pt x="119952" y="181673"/>
                    <a:pt x="115507" y="179076"/>
                  </a:cubicBezTo>
                  <a:cubicBezTo>
                    <a:pt x="114999" y="178537"/>
                    <a:pt x="111062" y="177457"/>
                    <a:pt x="111506" y="173349"/>
                  </a:cubicBezTo>
                  <a:cubicBezTo>
                    <a:pt x="111379" y="172701"/>
                    <a:pt x="111824" y="169672"/>
                    <a:pt x="109157" y="169024"/>
                  </a:cubicBezTo>
                  <a:cubicBezTo>
                    <a:pt x="105664" y="168154"/>
                    <a:pt x="105474" y="164370"/>
                    <a:pt x="109982" y="163506"/>
                  </a:cubicBezTo>
                  <a:cubicBezTo>
                    <a:pt x="113602" y="163074"/>
                    <a:pt x="119443" y="160585"/>
                    <a:pt x="121984" y="163398"/>
                  </a:cubicBezTo>
                  <a:cubicBezTo>
                    <a:pt x="123825" y="165348"/>
                    <a:pt x="126365" y="161563"/>
                    <a:pt x="125666" y="161995"/>
                  </a:cubicBezTo>
                  <a:cubicBezTo>
                    <a:pt x="126683" y="160477"/>
                    <a:pt x="128397" y="160261"/>
                    <a:pt x="129667" y="161671"/>
                  </a:cubicBezTo>
                  <a:lnTo>
                    <a:pt x="140970" y="174320"/>
                  </a:lnTo>
                  <a:cubicBezTo>
                    <a:pt x="143320" y="176917"/>
                    <a:pt x="145605" y="173025"/>
                    <a:pt x="144971" y="173564"/>
                  </a:cubicBezTo>
                  <a:cubicBezTo>
                    <a:pt x="147320" y="169024"/>
                    <a:pt x="143003" y="160261"/>
                    <a:pt x="143256" y="160909"/>
                  </a:cubicBezTo>
                  <a:cubicBezTo>
                    <a:pt x="141732" y="156369"/>
                    <a:pt x="146558" y="154749"/>
                    <a:pt x="144082" y="151181"/>
                  </a:cubicBezTo>
                  <a:cubicBezTo>
                    <a:pt x="141478" y="147504"/>
                    <a:pt x="132271" y="147288"/>
                    <a:pt x="132842" y="147396"/>
                  </a:cubicBezTo>
                  <a:cubicBezTo>
                    <a:pt x="129286" y="146964"/>
                    <a:pt x="127317" y="142964"/>
                    <a:pt x="127762" y="143504"/>
                  </a:cubicBezTo>
                  <a:cubicBezTo>
                    <a:pt x="125603" y="139065"/>
                    <a:pt x="120587" y="141554"/>
                    <a:pt x="118110" y="137230"/>
                  </a:cubicBezTo>
                  <a:cubicBezTo>
                    <a:pt x="117603" y="136690"/>
                    <a:pt x="116396" y="133769"/>
                    <a:pt x="112713" y="133553"/>
                  </a:cubicBezTo>
                  <a:lnTo>
                    <a:pt x="112141" y="133553"/>
                  </a:lnTo>
                  <a:cubicBezTo>
                    <a:pt x="107061" y="133229"/>
                    <a:pt x="108839" y="128689"/>
                    <a:pt x="103823" y="127819"/>
                  </a:cubicBezTo>
                  <a:lnTo>
                    <a:pt x="93028" y="126092"/>
                  </a:lnTo>
                  <a:cubicBezTo>
                    <a:pt x="88646" y="125444"/>
                    <a:pt x="87503" y="121336"/>
                    <a:pt x="91948" y="121228"/>
                  </a:cubicBezTo>
                  <a:cubicBezTo>
                    <a:pt x="92583" y="121228"/>
                    <a:pt x="97092" y="121444"/>
                    <a:pt x="100711" y="119278"/>
                  </a:cubicBezTo>
                  <a:cubicBezTo>
                    <a:pt x="101219" y="118631"/>
                    <a:pt x="106236" y="117005"/>
                    <a:pt x="103505" y="113659"/>
                  </a:cubicBezTo>
                  <a:cubicBezTo>
                    <a:pt x="102299" y="111601"/>
                    <a:pt x="96584" y="107817"/>
                    <a:pt x="100457" y="104680"/>
                  </a:cubicBezTo>
                  <a:cubicBezTo>
                    <a:pt x="101092" y="104464"/>
                    <a:pt x="103505" y="101867"/>
                    <a:pt x="106743" y="103924"/>
                  </a:cubicBezTo>
                  <a:cubicBezTo>
                    <a:pt x="107505" y="104572"/>
                    <a:pt x="112903" y="106191"/>
                    <a:pt x="110617" y="110198"/>
                  </a:cubicBezTo>
                  <a:cubicBezTo>
                    <a:pt x="110617" y="110846"/>
                    <a:pt x="109220" y="113112"/>
                    <a:pt x="112078" y="112033"/>
                  </a:cubicBezTo>
                  <a:cubicBezTo>
                    <a:pt x="113348" y="111169"/>
                    <a:pt x="120587" y="110198"/>
                    <a:pt x="117792" y="106413"/>
                  </a:cubicBezTo>
                  <a:cubicBezTo>
                    <a:pt x="104712" y="88678"/>
                    <a:pt x="101854" y="93758"/>
                    <a:pt x="100774" y="87484"/>
                  </a:cubicBezTo>
                  <a:lnTo>
                    <a:pt x="100393" y="85001"/>
                  </a:lnTo>
                  <a:cubicBezTo>
                    <a:pt x="99060" y="77432"/>
                    <a:pt x="88900" y="75482"/>
                    <a:pt x="90170" y="68777"/>
                  </a:cubicBezTo>
                  <a:cubicBezTo>
                    <a:pt x="92901" y="54718"/>
                    <a:pt x="88773" y="54178"/>
                    <a:pt x="92774" y="51695"/>
                  </a:cubicBezTo>
                  <a:cubicBezTo>
                    <a:pt x="95822" y="50286"/>
                    <a:pt x="101346" y="44450"/>
                    <a:pt x="103378" y="48666"/>
                  </a:cubicBezTo>
                  <a:cubicBezTo>
                    <a:pt x="105474" y="52775"/>
                    <a:pt x="98933" y="52667"/>
                    <a:pt x="102235" y="56343"/>
                  </a:cubicBezTo>
                  <a:cubicBezTo>
                    <a:pt x="102743" y="56883"/>
                    <a:pt x="104775" y="59912"/>
                    <a:pt x="108839" y="61532"/>
                  </a:cubicBezTo>
                  <a:cubicBezTo>
                    <a:pt x="109347" y="61855"/>
                    <a:pt x="114300" y="62725"/>
                    <a:pt x="115062" y="66834"/>
                  </a:cubicBezTo>
                  <a:cubicBezTo>
                    <a:pt x="115951" y="69101"/>
                    <a:pt x="115316" y="75698"/>
                    <a:pt x="120269" y="76346"/>
                  </a:cubicBezTo>
                  <a:cubicBezTo>
                    <a:pt x="122873" y="76454"/>
                    <a:pt x="132080" y="79051"/>
                    <a:pt x="128270" y="75698"/>
                  </a:cubicBezTo>
                  <a:cubicBezTo>
                    <a:pt x="127190" y="74511"/>
                    <a:pt x="122873" y="71806"/>
                    <a:pt x="121793" y="67265"/>
                  </a:cubicBezTo>
                  <a:lnTo>
                    <a:pt x="121602" y="66618"/>
                  </a:lnTo>
                  <a:cubicBezTo>
                    <a:pt x="120840" y="63373"/>
                    <a:pt x="124904" y="63805"/>
                    <a:pt x="124270" y="64021"/>
                  </a:cubicBezTo>
                  <a:cubicBezTo>
                    <a:pt x="130810" y="65100"/>
                    <a:pt x="131127" y="72561"/>
                    <a:pt x="137795" y="75159"/>
                  </a:cubicBezTo>
                  <a:cubicBezTo>
                    <a:pt x="138366" y="75159"/>
                    <a:pt x="142875" y="77972"/>
                    <a:pt x="142812" y="73755"/>
                  </a:cubicBezTo>
                  <a:cubicBezTo>
                    <a:pt x="142685" y="72993"/>
                    <a:pt x="143447" y="68885"/>
                    <a:pt x="139764" y="66834"/>
                  </a:cubicBezTo>
                  <a:cubicBezTo>
                    <a:pt x="137732" y="65424"/>
                    <a:pt x="131890" y="63373"/>
                    <a:pt x="131953" y="60344"/>
                  </a:cubicBezTo>
                  <a:cubicBezTo>
                    <a:pt x="132080" y="56775"/>
                    <a:pt x="145923" y="60992"/>
                    <a:pt x="148527" y="64560"/>
                  </a:cubicBezTo>
                  <a:lnTo>
                    <a:pt x="152019" y="69424"/>
                  </a:lnTo>
                  <a:cubicBezTo>
                    <a:pt x="154178" y="72454"/>
                    <a:pt x="157163" y="68345"/>
                    <a:pt x="156527" y="68777"/>
                  </a:cubicBezTo>
                  <a:cubicBezTo>
                    <a:pt x="159449" y="64884"/>
                    <a:pt x="152337" y="59373"/>
                    <a:pt x="152654" y="59912"/>
                  </a:cubicBezTo>
                  <a:cubicBezTo>
                    <a:pt x="149162" y="56343"/>
                    <a:pt x="140399" y="55480"/>
                    <a:pt x="141034" y="55588"/>
                  </a:cubicBezTo>
                  <a:cubicBezTo>
                    <a:pt x="136271" y="54610"/>
                    <a:pt x="140399" y="52451"/>
                    <a:pt x="136525" y="49206"/>
                  </a:cubicBezTo>
                  <a:cubicBezTo>
                    <a:pt x="135446" y="47911"/>
                    <a:pt x="129032" y="44774"/>
                    <a:pt x="132715" y="41637"/>
                  </a:cubicBezTo>
                  <a:cubicBezTo>
                    <a:pt x="133350" y="41421"/>
                    <a:pt x="135446" y="39256"/>
                    <a:pt x="138557" y="40557"/>
                  </a:cubicBezTo>
                  <a:cubicBezTo>
                    <a:pt x="140652" y="40989"/>
                    <a:pt x="144843" y="44450"/>
                    <a:pt x="148400" y="41313"/>
                  </a:cubicBezTo>
                  <a:cubicBezTo>
                    <a:pt x="153099" y="37313"/>
                    <a:pt x="156654" y="33636"/>
                    <a:pt x="161100" y="32658"/>
                  </a:cubicBezTo>
                  <a:lnTo>
                    <a:pt x="161417" y="32658"/>
                  </a:lnTo>
                  <a:cubicBezTo>
                    <a:pt x="163259" y="32226"/>
                    <a:pt x="165100" y="32988"/>
                    <a:pt x="165545" y="34284"/>
                  </a:cubicBezTo>
                  <a:cubicBezTo>
                    <a:pt x="166497" y="36773"/>
                    <a:pt x="171069" y="37097"/>
                    <a:pt x="170498" y="36881"/>
                  </a:cubicBezTo>
                  <a:cubicBezTo>
                    <a:pt x="175832" y="37205"/>
                    <a:pt x="183198" y="29089"/>
                    <a:pt x="182499" y="29635"/>
                  </a:cubicBezTo>
                  <a:cubicBezTo>
                    <a:pt x="186182" y="26499"/>
                    <a:pt x="184023" y="32658"/>
                    <a:pt x="188913" y="33960"/>
                  </a:cubicBezTo>
                  <a:cubicBezTo>
                    <a:pt x="212153" y="40011"/>
                    <a:pt x="216726" y="35687"/>
                    <a:pt x="219456" y="41313"/>
                  </a:cubicBezTo>
                  <a:cubicBezTo>
                    <a:pt x="219837" y="41853"/>
                    <a:pt x="220282" y="43148"/>
                    <a:pt x="220916" y="44342"/>
                  </a:cubicBezTo>
                  <a:lnTo>
                    <a:pt x="232410" y="32010"/>
                  </a:lnTo>
                  <a:lnTo>
                    <a:pt x="232410" y="31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44705049-D272-1D0E-B053-E8CF3C434828}"/>
                </a:ext>
              </a:extLst>
            </p:cNvPr>
            <p:cNvSpPr/>
            <p:nvPr/>
          </p:nvSpPr>
          <p:spPr>
            <a:xfrm>
              <a:off x="5298547" y="2981057"/>
              <a:ext cx="8310" cy="6347"/>
            </a:xfrm>
            <a:custGeom>
              <a:avLst/>
              <a:gdLst>
                <a:gd name="csX0" fmla="*/ 308 w 9584"/>
                <a:gd name="csY0" fmla="*/ 2919 h 7320"/>
                <a:gd name="csX1" fmla="*/ 2473 w 9584"/>
                <a:gd name="csY1" fmla="*/ 6812 h 7320"/>
                <a:gd name="csX2" fmla="*/ 8105 w 9584"/>
                <a:gd name="csY2" fmla="*/ 976 h 7320"/>
                <a:gd name="csX3" fmla="*/ 308 w 9584"/>
                <a:gd name="csY3" fmla="*/ 2811 h 7320"/>
                <a:gd name="csX4" fmla="*/ 308 w 9584"/>
                <a:gd name="csY4" fmla="*/ 2919 h 7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84" h="7320">
                  <a:moveTo>
                    <a:pt x="308" y="2919"/>
                  </a:moveTo>
                  <a:cubicBezTo>
                    <a:pt x="308" y="3567"/>
                    <a:pt x="-1204" y="8977"/>
                    <a:pt x="2473" y="6812"/>
                  </a:cubicBezTo>
                  <a:cubicBezTo>
                    <a:pt x="4423" y="5409"/>
                    <a:pt x="12976" y="2164"/>
                    <a:pt x="8105" y="976"/>
                  </a:cubicBezTo>
                  <a:cubicBezTo>
                    <a:pt x="8105" y="976"/>
                    <a:pt x="962" y="-2161"/>
                    <a:pt x="308" y="2811"/>
                  </a:cubicBezTo>
                  <a:lnTo>
                    <a:pt x="308" y="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DA5597FB-F415-3B20-10A0-881979EF9230}"/>
                </a:ext>
              </a:extLst>
            </p:cNvPr>
            <p:cNvSpPr/>
            <p:nvPr/>
          </p:nvSpPr>
          <p:spPr>
            <a:xfrm>
              <a:off x="5352178" y="2941203"/>
              <a:ext cx="3898" cy="5125"/>
            </a:xfrm>
            <a:custGeom>
              <a:avLst/>
              <a:gdLst>
                <a:gd name="csX0" fmla="*/ 2865 w 4496"/>
                <a:gd name="csY0" fmla="*/ 5733 h 5910"/>
                <a:gd name="csX1" fmla="*/ 807 w 4496"/>
                <a:gd name="csY1" fmla="*/ 222 h 5910"/>
                <a:gd name="csX2" fmla="*/ 2865 w 4496"/>
                <a:gd name="csY2" fmla="*/ 5733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96" h="5910">
                  <a:moveTo>
                    <a:pt x="2865" y="5733"/>
                  </a:moveTo>
                  <a:cubicBezTo>
                    <a:pt x="6218" y="4546"/>
                    <a:pt x="3836" y="-1188"/>
                    <a:pt x="807" y="222"/>
                  </a:cubicBezTo>
                  <a:cubicBezTo>
                    <a:pt x="-494" y="761"/>
                    <a:pt x="-494" y="7035"/>
                    <a:pt x="2865" y="57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B8777AF2-9D6E-DF26-3CB7-05783ABCFCC8}"/>
                </a:ext>
              </a:extLst>
            </p:cNvPr>
            <p:cNvSpPr/>
            <p:nvPr/>
          </p:nvSpPr>
          <p:spPr>
            <a:xfrm>
              <a:off x="5345969" y="2931065"/>
              <a:ext cx="5593" cy="5339"/>
            </a:xfrm>
            <a:custGeom>
              <a:avLst/>
              <a:gdLst>
                <a:gd name="csX0" fmla="*/ 2336 w 6450"/>
                <a:gd name="csY0" fmla="*/ 5315 h 6157"/>
                <a:gd name="csX1" fmla="*/ 3091 w 6450"/>
                <a:gd name="csY1" fmla="*/ 5747 h 6157"/>
                <a:gd name="csX2" fmla="*/ 3847 w 6450"/>
                <a:gd name="csY2" fmla="*/ 235 h 6157"/>
                <a:gd name="csX3" fmla="*/ 2336 w 6450"/>
                <a:gd name="csY3" fmla="*/ 5423 h 6157"/>
                <a:gd name="csX4" fmla="*/ 2336 w 6450"/>
                <a:gd name="csY4" fmla="*/ 5315 h 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450" h="6157">
                  <a:moveTo>
                    <a:pt x="2336" y="5315"/>
                  </a:moveTo>
                  <a:lnTo>
                    <a:pt x="3091" y="5747"/>
                  </a:lnTo>
                  <a:cubicBezTo>
                    <a:pt x="7206" y="7804"/>
                    <a:pt x="7638" y="1531"/>
                    <a:pt x="3847" y="235"/>
                  </a:cubicBezTo>
                  <a:cubicBezTo>
                    <a:pt x="62" y="-1066"/>
                    <a:pt x="-1779" y="3366"/>
                    <a:pt x="2336" y="5423"/>
                  </a:cubicBezTo>
                  <a:lnTo>
                    <a:pt x="2336" y="5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BABED8C0-560B-A536-5FB5-68BE0ABCF02B}"/>
                </a:ext>
              </a:extLst>
            </p:cNvPr>
            <p:cNvSpPr/>
            <p:nvPr/>
          </p:nvSpPr>
          <p:spPr>
            <a:xfrm>
              <a:off x="5340054" y="2919438"/>
              <a:ext cx="5725" cy="9145"/>
            </a:xfrm>
            <a:custGeom>
              <a:avLst/>
              <a:gdLst>
                <a:gd name="csX0" fmla="*/ 4724 w 6603"/>
                <a:gd name="csY0" fmla="*/ 8990 h 10547"/>
                <a:gd name="csX1" fmla="*/ 4286 w 6603"/>
                <a:gd name="csY1" fmla="*/ 125 h 10547"/>
                <a:gd name="csX2" fmla="*/ 393 w 6603"/>
                <a:gd name="csY2" fmla="*/ 4774 h 10547"/>
                <a:gd name="csX3" fmla="*/ 4724 w 6603"/>
                <a:gd name="csY3" fmla="*/ 8990 h 10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03" h="10547">
                  <a:moveTo>
                    <a:pt x="4724" y="8990"/>
                  </a:moveTo>
                  <a:cubicBezTo>
                    <a:pt x="5048" y="6507"/>
                    <a:pt x="9048" y="-1062"/>
                    <a:pt x="4286" y="125"/>
                  </a:cubicBezTo>
                  <a:cubicBezTo>
                    <a:pt x="3746" y="449"/>
                    <a:pt x="-1448" y="557"/>
                    <a:pt x="393" y="4774"/>
                  </a:cubicBezTo>
                  <a:cubicBezTo>
                    <a:pt x="1041" y="5853"/>
                    <a:pt x="3314" y="13860"/>
                    <a:pt x="4724" y="8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E85CA6E0-DF88-4C6C-FE9A-42B03E5A56D8}"/>
                </a:ext>
              </a:extLst>
            </p:cNvPr>
            <p:cNvSpPr/>
            <p:nvPr/>
          </p:nvSpPr>
          <p:spPr>
            <a:xfrm>
              <a:off x="5499962" y="2936387"/>
              <a:ext cx="19873" cy="21056"/>
            </a:xfrm>
            <a:custGeom>
              <a:avLst/>
              <a:gdLst>
                <a:gd name="csX0" fmla="*/ 5169 w 22919"/>
                <a:gd name="csY0" fmla="*/ 3826 h 24283"/>
                <a:gd name="csX1" fmla="*/ 2356 w 22919"/>
                <a:gd name="csY1" fmla="*/ 6747 h 24283"/>
                <a:gd name="csX2" fmla="*/ 2896 w 22919"/>
                <a:gd name="csY2" fmla="*/ 12151 h 24283"/>
                <a:gd name="csX3" fmla="*/ 3004 w 22919"/>
                <a:gd name="csY3" fmla="*/ 14532 h 24283"/>
                <a:gd name="csX4" fmla="*/ 3004 w 22919"/>
                <a:gd name="csY4" fmla="*/ 18533 h 24283"/>
                <a:gd name="csX5" fmla="*/ 11342 w 22919"/>
                <a:gd name="csY5" fmla="*/ 22641 h 24283"/>
                <a:gd name="csX6" fmla="*/ 20111 w 22919"/>
                <a:gd name="csY6" fmla="*/ 21993 h 24283"/>
                <a:gd name="csX7" fmla="*/ 22708 w 22919"/>
                <a:gd name="csY7" fmla="*/ 21130 h 24283"/>
                <a:gd name="csX8" fmla="*/ 20219 w 22919"/>
                <a:gd name="csY8" fmla="*/ 15942 h 24283"/>
                <a:gd name="csX9" fmla="*/ 20543 w 22919"/>
                <a:gd name="csY9" fmla="*/ 7719 h 24283"/>
                <a:gd name="csX10" fmla="*/ 13939 w 22919"/>
                <a:gd name="csY10" fmla="*/ 9128 h 24283"/>
                <a:gd name="csX11" fmla="*/ 9824 w 22919"/>
                <a:gd name="csY11" fmla="*/ 5128 h 24283"/>
                <a:gd name="csX12" fmla="*/ 10256 w 22919"/>
                <a:gd name="csY12" fmla="*/ 3286 h 24283"/>
                <a:gd name="csX13" fmla="*/ 5061 w 22919"/>
                <a:gd name="csY13" fmla="*/ 4042 h 24283"/>
                <a:gd name="csX14" fmla="*/ 5169 w 22919"/>
                <a:gd name="csY14" fmla="*/ 3826 h 2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919" h="24283">
                  <a:moveTo>
                    <a:pt x="5169" y="3826"/>
                  </a:moveTo>
                  <a:cubicBezTo>
                    <a:pt x="5169" y="5992"/>
                    <a:pt x="3982" y="7179"/>
                    <a:pt x="2356" y="6747"/>
                  </a:cubicBezTo>
                  <a:cubicBezTo>
                    <a:pt x="-1320" y="5560"/>
                    <a:pt x="-349" y="11071"/>
                    <a:pt x="2896" y="12151"/>
                  </a:cubicBezTo>
                  <a:cubicBezTo>
                    <a:pt x="4306" y="12589"/>
                    <a:pt x="4306" y="13669"/>
                    <a:pt x="3004" y="14532"/>
                  </a:cubicBezTo>
                  <a:cubicBezTo>
                    <a:pt x="1708" y="15396"/>
                    <a:pt x="1708" y="17129"/>
                    <a:pt x="3004" y="18533"/>
                  </a:cubicBezTo>
                  <a:cubicBezTo>
                    <a:pt x="5061" y="20158"/>
                    <a:pt x="9824" y="27512"/>
                    <a:pt x="11342" y="22641"/>
                  </a:cubicBezTo>
                  <a:cubicBezTo>
                    <a:pt x="12745" y="18317"/>
                    <a:pt x="18161" y="18857"/>
                    <a:pt x="20111" y="21993"/>
                  </a:cubicBezTo>
                  <a:cubicBezTo>
                    <a:pt x="20867" y="23295"/>
                    <a:pt x="22054" y="22965"/>
                    <a:pt x="22708" y="21130"/>
                  </a:cubicBezTo>
                  <a:cubicBezTo>
                    <a:pt x="23895" y="17561"/>
                    <a:pt x="19673" y="15288"/>
                    <a:pt x="20219" y="15942"/>
                  </a:cubicBezTo>
                  <a:cubicBezTo>
                    <a:pt x="15780" y="13561"/>
                    <a:pt x="20543" y="11287"/>
                    <a:pt x="20543" y="7719"/>
                  </a:cubicBezTo>
                  <a:cubicBezTo>
                    <a:pt x="20543" y="5128"/>
                    <a:pt x="15018" y="5452"/>
                    <a:pt x="13939" y="9128"/>
                  </a:cubicBezTo>
                  <a:cubicBezTo>
                    <a:pt x="12967" y="12697"/>
                    <a:pt x="8744" y="9992"/>
                    <a:pt x="9824" y="5128"/>
                  </a:cubicBezTo>
                  <a:lnTo>
                    <a:pt x="10256" y="3286"/>
                  </a:lnTo>
                  <a:cubicBezTo>
                    <a:pt x="11342" y="-1470"/>
                    <a:pt x="5061" y="-930"/>
                    <a:pt x="5061" y="4042"/>
                  </a:cubicBezTo>
                  <a:lnTo>
                    <a:pt x="5169" y="3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FB6B198C-DC86-6A22-07B2-F44122E92920}"/>
                </a:ext>
              </a:extLst>
            </p:cNvPr>
            <p:cNvSpPr/>
            <p:nvPr/>
          </p:nvSpPr>
          <p:spPr>
            <a:xfrm>
              <a:off x="5265783" y="2927894"/>
              <a:ext cx="293662" cy="349373"/>
            </a:xfrm>
            <a:custGeom>
              <a:avLst/>
              <a:gdLst>
                <a:gd name="csX0" fmla="*/ 91783 w 338671"/>
                <a:gd name="csY0" fmla="*/ 384861 h 402920"/>
                <a:gd name="csX1" fmla="*/ 98279 w 338671"/>
                <a:gd name="csY1" fmla="*/ 377723 h 402920"/>
                <a:gd name="csX2" fmla="*/ 143625 w 338671"/>
                <a:gd name="csY2" fmla="*/ 388645 h 402920"/>
                <a:gd name="csX3" fmla="*/ 158782 w 338671"/>
                <a:gd name="csY3" fmla="*/ 402920 h 402920"/>
                <a:gd name="csX4" fmla="*/ 168523 w 338671"/>
                <a:gd name="csY4" fmla="*/ 387344 h 402920"/>
                <a:gd name="csX5" fmla="*/ 185300 w 338671"/>
                <a:gd name="csY5" fmla="*/ 389185 h 402920"/>
                <a:gd name="csX6" fmla="*/ 190062 w 338671"/>
                <a:gd name="csY6" fmla="*/ 398050 h 402920"/>
                <a:gd name="csX7" fmla="*/ 233896 w 338671"/>
                <a:gd name="csY7" fmla="*/ 384969 h 402920"/>
                <a:gd name="csX8" fmla="*/ 263011 w 338671"/>
                <a:gd name="csY8" fmla="*/ 399021 h 402920"/>
                <a:gd name="csX9" fmla="*/ 268313 w 338671"/>
                <a:gd name="csY9" fmla="*/ 383451 h 402920"/>
                <a:gd name="csX10" fmla="*/ 255651 w 338671"/>
                <a:gd name="csY10" fmla="*/ 365823 h 402920"/>
                <a:gd name="csX11" fmla="*/ 291370 w 338671"/>
                <a:gd name="csY11" fmla="*/ 346684 h 402920"/>
                <a:gd name="csX12" fmla="*/ 294939 w 338671"/>
                <a:gd name="csY12" fmla="*/ 331006 h 402920"/>
                <a:gd name="csX13" fmla="*/ 241472 w 338671"/>
                <a:gd name="csY13" fmla="*/ 282346 h 402920"/>
                <a:gd name="csX14" fmla="*/ 246666 w 338671"/>
                <a:gd name="csY14" fmla="*/ 269367 h 402920"/>
                <a:gd name="csX15" fmla="*/ 232486 w 338671"/>
                <a:gd name="csY15" fmla="*/ 249149 h 402920"/>
                <a:gd name="csX16" fmla="*/ 300139 w 338671"/>
                <a:gd name="csY16" fmla="*/ 223412 h 402920"/>
                <a:gd name="csX17" fmla="*/ 309550 w 338671"/>
                <a:gd name="csY17" fmla="*/ 211296 h 402920"/>
                <a:gd name="csX18" fmla="*/ 319183 w 338671"/>
                <a:gd name="csY18" fmla="*/ 221786 h 402920"/>
                <a:gd name="csX19" fmla="*/ 338671 w 338671"/>
                <a:gd name="csY19" fmla="*/ 218218 h 402920"/>
                <a:gd name="csX20" fmla="*/ 338671 w 338671"/>
                <a:gd name="csY20" fmla="*/ 191510 h 402920"/>
                <a:gd name="csX21" fmla="*/ 326003 w 338671"/>
                <a:gd name="csY21" fmla="*/ 172047 h 402920"/>
                <a:gd name="csX22" fmla="*/ 326765 w 338671"/>
                <a:gd name="csY22" fmla="*/ 129114 h 402920"/>
                <a:gd name="csX23" fmla="*/ 309664 w 338671"/>
                <a:gd name="csY23" fmla="*/ 112135 h 402920"/>
                <a:gd name="csX24" fmla="*/ 317564 w 338671"/>
                <a:gd name="csY24" fmla="*/ 88563 h 402920"/>
                <a:gd name="csX25" fmla="*/ 311931 w 338671"/>
                <a:gd name="csY25" fmla="*/ 65202 h 402920"/>
                <a:gd name="csX26" fmla="*/ 297758 w 338671"/>
                <a:gd name="csY26" fmla="*/ 58064 h 402920"/>
                <a:gd name="csX27" fmla="*/ 296025 w 338671"/>
                <a:gd name="csY27" fmla="*/ 53524 h 402920"/>
                <a:gd name="csX28" fmla="*/ 297320 w 338671"/>
                <a:gd name="csY28" fmla="*/ 47358 h 402920"/>
                <a:gd name="csX29" fmla="*/ 296888 w 338671"/>
                <a:gd name="csY29" fmla="*/ 42494 h 402920"/>
                <a:gd name="csX30" fmla="*/ 279895 w 338671"/>
                <a:gd name="csY30" fmla="*/ 42062 h 402920"/>
                <a:gd name="csX31" fmla="*/ 270263 w 338671"/>
                <a:gd name="csY31" fmla="*/ 34061 h 402920"/>
                <a:gd name="csX32" fmla="*/ 265932 w 338671"/>
                <a:gd name="csY32" fmla="*/ 27464 h 402920"/>
                <a:gd name="csX33" fmla="*/ 261277 w 338671"/>
                <a:gd name="csY33" fmla="*/ 23787 h 402920"/>
                <a:gd name="csX34" fmla="*/ 248723 w 338671"/>
                <a:gd name="csY34" fmla="*/ 22923 h 402920"/>
                <a:gd name="csX35" fmla="*/ 228378 w 338671"/>
                <a:gd name="csY35" fmla="*/ 39141 h 402920"/>
                <a:gd name="csX36" fmla="*/ 213113 w 338671"/>
                <a:gd name="csY36" fmla="*/ 43250 h 402920"/>
                <a:gd name="csX37" fmla="*/ 213113 w 338671"/>
                <a:gd name="csY37" fmla="*/ 43466 h 402920"/>
                <a:gd name="csX38" fmla="*/ 206299 w 338671"/>
                <a:gd name="csY38" fmla="*/ 51257 h 402920"/>
                <a:gd name="csX39" fmla="*/ 206299 w 338671"/>
                <a:gd name="csY39" fmla="*/ 51797 h 402920"/>
                <a:gd name="csX40" fmla="*/ 190170 w 338671"/>
                <a:gd name="csY40" fmla="*/ 49955 h 402920"/>
                <a:gd name="csX41" fmla="*/ 189192 w 338671"/>
                <a:gd name="csY41" fmla="*/ 50495 h 402920"/>
                <a:gd name="csX42" fmla="*/ 181185 w 338671"/>
                <a:gd name="csY42" fmla="*/ 48012 h 402920"/>
                <a:gd name="csX43" fmla="*/ 181616 w 338671"/>
                <a:gd name="csY43" fmla="*/ 44228 h 402920"/>
                <a:gd name="csX44" fmla="*/ 190386 w 338671"/>
                <a:gd name="csY44" fmla="*/ 39789 h 402920"/>
                <a:gd name="csX45" fmla="*/ 195904 w 338671"/>
                <a:gd name="csY45" fmla="*/ 32868 h 402920"/>
                <a:gd name="csX46" fmla="*/ 201968 w 338671"/>
                <a:gd name="csY46" fmla="*/ 24219 h 402920"/>
                <a:gd name="csX47" fmla="*/ 192012 w 338671"/>
                <a:gd name="csY47" fmla="*/ 19463 h 402920"/>
                <a:gd name="csX48" fmla="*/ 191357 w 338671"/>
                <a:gd name="csY48" fmla="*/ 26492 h 402920"/>
                <a:gd name="csX49" fmla="*/ 183242 w 338671"/>
                <a:gd name="csY49" fmla="*/ 30061 h 402920"/>
                <a:gd name="csX50" fmla="*/ 177394 w 338671"/>
                <a:gd name="csY50" fmla="*/ 30385 h 402920"/>
                <a:gd name="csX51" fmla="*/ 164192 w 338671"/>
                <a:gd name="csY51" fmla="*/ 24974 h 402920"/>
                <a:gd name="csX52" fmla="*/ 158782 w 338671"/>
                <a:gd name="csY52" fmla="*/ 23247 h 402920"/>
                <a:gd name="csX53" fmla="*/ 153150 w 338671"/>
                <a:gd name="csY53" fmla="*/ 21514 h 402920"/>
                <a:gd name="csX54" fmla="*/ 151422 w 338671"/>
                <a:gd name="csY54" fmla="*/ 7677 h 402920"/>
                <a:gd name="csX55" fmla="*/ 151422 w 338671"/>
                <a:gd name="csY55" fmla="*/ 7461 h 402920"/>
                <a:gd name="csX56" fmla="*/ 135725 w 338671"/>
                <a:gd name="csY56" fmla="*/ 540 h 402920"/>
                <a:gd name="csX57" fmla="*/ 135617 w 338671"/>
                <a:gd name="csY57" fmla="*/ 540 h 402920"/>
                <a:gd name="csX58" fmla="*/ 101632 w 338671"/>
                <a:gd name="csY58" fmla="*/ 0 h 402920"/>
                <a:gd name="csX59" fmla="*/ 102819 w 338671"/>
                <a:gd name="csY59" fmla="*/ 3022 h 402920"/>
                <a:gd name="csX60" fmla="*/ 109639 w 338671"/>
                <a:gd name="csY60" fmla="*/ 17513 h 402920"/>
                <a:gd name="csX61" fmla="*/ 112344 w 338671"/>
                <a:gd name="csY61" fmla="*/ 20218 h 402920"/>
                <a:gd name="csX62" fmla="*/ 109100 w 338671"/>
                <a:gd name="csY62" fmla="*/ 25628 h 402920"/>
                <a:gd name="csX63" fmla="*/ 99575 w 338671"/>
                <a:gd name="csY63" fmla="*/ 29083 h 402920"/>
                <a:gd name="csX64" fmla="*/ 102172 w 338671"/>
                <a:gd name="csY64" fmla="*/ 32004 h 402920"/>
                <a:gd name="csX65" fmla="*/ 109855 w 338671"/>
                <a:gd name="csY65" fmla="*/ 31572 h 402920"/>
                <a:gd name="csX66" fmla="*/ 108668 w 338671"/>
                <a:gd name="csY66" fmla="*/ 38925 h 402920"/>
                <a:gd name="csX67" fmla="*/ 115596 w 338671"/>
                <a:gd name="csY67" fmla="*/ 44228 h 402920"/>
                <a:gd name="csX68" fmla="*/ 112128 w 338671"/>
                <a:gd name="csY68" fmla="*/ 47904 h 402920"/>
                <a:gd name="csX69" fmla="*/ 113538 w 338671"/>
                <a:gd name="csY69" fmla="*/ 57740 h 402920"/>
                <a:gd name="csX70" fmla="*/ 110071 w 338671"/>
                <a:gd name="csY70" fmla="*/ 58172 h 402920"/>
                <a:gd name="csX71" fmla="*/ 102279 w 338671"/>
                <a:gd name="csY71" fmla="*/ 55258 h 402920"/>
                <a:gd name="csX72" fmla="*/ 96653 w 338671"/>
                <a:gd name="csY72" fmla="*/ 61741 h 402920"/>
                <a:gd name="csX73" fmla="*/ 96762 w 338671"/>
                <a:gd name="csY73" fmla="*/ 69856 h 402920"/>
                <a:gd name="csX74" fmla="*/ 90050 w 338671"/>
                <a:gd name="csY74" fmla="*/ 69748 h 402920"/>
                <a:gd name="csX75" fmla="*/ 87884 w 338671"/>
                <a:gd name="csY75" fmla="*/ 74720 h 402920"/>
                <a:gd name="csX76" fmla="*/ 89078 w 338671"/>
                <a:gd name="csY76" fmla="*/ 78613 h 402920"/>
                <a:gd name="csX77" fmla="*/ 81610 w 338671"/>
                <a:gd name="csY77" fmla="*/ 79477 h 402920"/>
                <a:gd name="csX78" fmla="*/ 80093 w 338671"/>
                <a:gd name="csY78" fmla="*/ 75368 h 402920"/>
                <a:gd name="csX79" fmla="*/ 78359 w 338671"/>
                <a:gd name="csY79" fmla="*/ 68662 h 402920"/>
                <a:gd name="csX80" fmla="*/ 72625 w 338671"/>
                <a:gd name="csY80" fmla="*/ 66288 h 402920"/>
                <a:gd name="csX81" fmla="*/ 42101 w 338671"/>
                <a:gd name="csY81" fmla="*/ 76771 h 402920"/>
                <a:gd name="csX82" fmla="*/ 39827 w 338671"/>
                <a:gd name="csY82" fmla="*/ 85426 h 402920"/>
                <a:gd name="csX83" fmla="*/ 50978 w 338671"/>
                <a:gd name="csY83" fmla="*/ 93643 h 402920"/>
                <a:gd name="csX84" fmla="*/ 43942 w 338671"/>
                <a:gd name="csY84" fmla="*/ 121653 h 402920"/>
                <a:gd name="csX85" fmla="*/ 27921 w 338671"/>
                <a:gd name="csY85" fmla="*/ 122409 h 402920"/>
                <a:gd name="csX86" fmla="*/ 41669 w 338671"/>
                <a:gd name="csY86" fmla="*/ 140576 h 402920"/>
                <a:gd name="csX87" fmla="*/ 32144 w 338671"/>
                <a:gd name="csY87" fmla="*/ 159499 h 402920"/>
                <a:gd name="csX88" fmla="*/ 8871 w 338671"/>
                <a:gd name="csY88" fmla="*/ 157010 h 402920"/>
                <a:gd name="csX89" fmla="*/ 0 w 338671"/>
                <a:gd name="csY89" fmla="*/ 171393 h 402920"/>
                <a:gd name="csX90" fmla="*/ 20130 w 338671"/>
                <a:gd name="csY90" fmla="*/ 188804 h 402920"/>
                <a:gd name="csX91" fmla="*/ 12014 w 338671"/>
                <a:gd name="csY91" fmla="*/ 225247 h 402920"/>
                <a:gd name="csX92" fmla="*/ 23375 w 338671"/>
                <a:gd name="csY92" fmla="*/ 248387 h 402920"/>
                <a:gd name="csX93" fmla="*/ 7036 w 338671"/>
                <a:gd name="csY93" fmla="*/ 260934 h 402920"/>
                <a:gd name="csX94" fmla="*/ 25000 w 338671"/>
                <a:gd name="csY94" fmla="*/ 278346 h 402920"/>
                <a:gd name="csX95" fmla="*/ 14612 w 338671"/>
                <a:gd name="csY95" fmla="*/ 295643 h 402920"/>
                <a:gd name="csX96" fmla="*/ 31928 w 338671"/>
                <a:gd name="csY96" fmla="*/ 310998 h 402920"/>
                <a:gd name="csX97" fmla="*/ 85395 w 338671"/>
                <a:gd name="csY97" fmla="*/ 320732 h 402920"/>
                <a:gd name="csX98" fmla="*/ 61690 w 338671"/>
                <a:gd name="csY98" fmla="*/ 365284 h 402920"/>
                <a:gd name="csX99" fmla="*/ 60287 w 338671"/>
                <a:gd name="csY99" fmla="*/ 394157 h 402920"/>
                <a:gd name="csX100" fmla="*/ 94596 w 338671"/>
                <a:gd name="csY100" fmla="*/ 399021 h 402920"/>
                <a:gd name="csX101" fmla="*/ 91459 w 338671"/>
                <a:gd name="csY101" fmla="*/ 384969 h 402920"/>
                <a:gd name="csX102" fmla="*/ 91783 w 338671"/>
                <a:gd name="csY102" fmla="*/ 384861 h 402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38671" h="402920">
                  <a:moveTo>
                    <a:pt x="91783" y="384861"/>
                  </a:moveTo>
                  <a:lnTo>
                    <a:pt x="98279" y="377723"/>
                  </a:lnTo>
                  <a:lnTo>
                    <a:pt x="143625" y="388645"/>
                  </a:lnTo>
                  <a:lnTo>
                    <a:pt x="158782" y="402920"/>
                  </a:lnTo>
                  <a:lnTo>
                    <a:pt x="168523" y="387344"/>
                  </a:lnTo>
                  <a:lnTo>
                    <a:pt x="185300" y="389185"/>
                  </a:lnTo>
                  <a:lnTo>
                    <a:pt x="190062" y="398050"/>
                  </a:lnTo>
                  <a:lnTo>
                    <a:pt x="233896" y="384969"/>
                  </a:lnTo>
                  <a:lnTo>
                    <a:pt x="263011" y="399021"/>
                  </a:lnTo>
                  <a:lnTo>
                    <a:pt x="268313" y="383451"/>
                  </a:lnTo>
                  <a:lnTo>
                    <a:pt x="255651" y="365823"/>
                  </a:lnTo>
                  <a:lnTo>
                    <a:pt x="291370" y="346684"/>
                  </a:lnTo>
                  <a:lnTo>
                    <a:pt x="294939" y="331006"/>
                  </a:lnTo>
                  <a:lnTo>
                    <a:pt x="241472" y="282346"/>
                  </a:lnTo>
                  <a:lnTo>
                    <a:pt x="246666" y="269367"/>
                  </a:lnTo>
                  <a:lnTo>
                    <a:pt x="232486" y="249149"/>
                  </a:lnTo>
                  <a:lnTo>
                    <a:pt x="300139" y="223412"/>
                  </a:lnTo>
                  <a:lnTo>
                    <a:pt x="309550" y="211296"/>
                  </a:lnTo>
                  <a:lnTo>
                    <a:pt x="319183" y="221786"/>
                  </a:lnTo>
                  <a:lnTo>
                    <a:pt x="338671" y="218218"/>
                  </a:lnTo>
                  <a:lnTo>
                    <a:pt x="338671" y="191510"/>
                  </a:lnTo>
                  <a:lnTo>
                    <a:pt x="326003" y="172047"/>
                  </a:lnTo>
                  <a:lnTo>
                    <a:pt x="326765" y="129114"/>
                  </a:lnTo>
                  <a:lnTo>
                    <a:pt x="309664" y="112135"/>
                  </a:lnTo>
                  <a:lnTo>
                    <a:pt x="317564" y="88563"/>
                  </a:lnTo>
                  <a:lnTo>
                    <a:pt x="311931" y="65202"/>
                  </a:lnTo>
                  <a:cubicBezTo>
                    <a:pt x="301542" y="62395"/>
                    <a:pt x="299161" y="61741"/>
                    <a:pt x="297758" y="58064"/>
                  </a:cubicBezTo>
                  <a:lnTo>
                    <a:pt x="296025" y="53524"/>
                  </a:lnTo>
                  <a:cubicBezTo>
                    <a:pt x="294723" y="50063"/>
                    <a:pt x="297650" y="46711"/>
                    <a:pt x="297320" y="47358"/>
                  </a:cubicBezTo>
                  <a:cubicBezTo>
                    <a:pt x="299809" y="44767"/>
                    <a:pt x="296564" y="41846"/>
                    <a:pt x="296888" y="42494"/>
                  </a:cubicBezTo>
                  <a:cubicBezTo>
                    <a:pt x="291262" y="37954"/>
                    <a:pt x="285414" y="46711"/>
                    <a:pt x="279895" y="42062"/>
                  </a:cubicBezTo>
                  <a:lnTo>
                    <a:pt x="270263" y="34061"/>
                  </a:lnTo>
                  <a:cubicBezTo>
                    <a:pt x="267341" y="31572"/>
                    <a:pt x="265608" y="26816"/>
                    <a:pt x="265932" y="27464"/>
                  </a:cubicBezTo>
                  <a:cubicBezTo>
                    <a:pt x="265284" y="25628"/>
                    <a:pt x="263119" y="24003"/>
                    <a:pt x="261277" y="23787"/>
                  </a:cubicBezTo>
                  <a:lnTo>
                    <a:pt x="248723" y="22923"/>
                  </a:lnTo>
                  <a:cubicBezTo>
                    <a:pt x="241040" y="22384"/>
                    <a:pt x="236385" y="38602"/>
                    <a:pt x="228378" y="39141"/>
                  </a:cubicBezTo>
                  <a:cubicBezTo>
                    <a:pt x="222206" y="40113"/>
                    <a:pt x="215602" y="38062"/>
                    <a:pt x="213113" y="43250"/>
                  </a:cubicBezTo>
                  <a:lnTo>
                    <a:pt x="213113" y="43466"/>
                  </a:lnTo>
                  <a:cubicBezTo>
                    <a:pt x="210623" y="48336"/>
                    <a:pt x="205861" y="45955"/>
                    <a:pt x="206299" y="51257"/>
                  </a:cubicBezTo>
                  <a:lnTo>
                    <a:pt x="206299" y="51797"/>
                  </a:lnTo>
                  <a:cubicBezTo>
                    <a:pt x="206839" y="59474"/>
                    <a:pt x="196660" y="46171"/>
                    <a:pt x="190170" y="49955"/>
                  </a:cubicBezTo>
                  <a:lnTo>
                    <a:pt x="189192" y="50495"/>
                  </a:lnTo>
                  <a:cubicBezTo>
                    <a:pt x="185300" y="52768"/>
                    <a:pt x="180645" y="47688"/>
                    <a:pt x="181185" y="48012"/>
                  </a:cubicBezTo>
                  <a:cubicBezTo>
                    <a:pt x="179667" y="46711"/>
                    <a:pt x="179889" y="45091"/>
                    <a:pt x="181616" y="44228"/>
                  </a:cubicBezTo>
                  <a:lnTo>
                    <a:pt x="190386" y="39789"/>
                  </a:lnTo>
                  <a:cubicBezTo>
                    <a:pt x="194063" y="37954"/>
                    <a:pt x="196336" y="32220"/>
                    <a:pt x="195904" y="32868"/>
                  </a:cubicBezTo>
                  <a:cubicBezTo>
                    <a:pt x="198177" y="27895"/>
                    <a:pt x="203264" y="28435"/>
                    <a:pt x="201968" y="24219"/>
                  </a:cubicBezTo>
                  <a:cubicBezTo>
                    <a:pt x="199587" y="16110"/>
                    <a:pt x="191357" y="19355"/>
                    <a:pt x="192012" y="19463"/>
                  </a:cubicBezTo>
                  <a:cubicBezTo>
                    <a:pt x="187573" y="21730"/>
                    <a:pt x="193307" y="22708"/>
                    <a:pt x="191357" y="26492"/>
                  </a:cubicBezTo>
                  <a:cubicBezTo>
                    <a:pt x="189414" y="30061"/>
                    <a:pt x="187249" y="27032"/>
                    <a:pt x="183242" y="30061"/>
                  </a:cubicBezTo>
                  <a:cubicBezTo>
                    <a:pt x="182594" y="30277"/>
                    <a:pt x="180213" y="32220"/>
                    <a:pt x="177394" y="30385"/>
                  </a:cubicBezTo>
                  <a:cubicBezTo>
                    <a:pt x="173285" y="28219"/>
                    <a:pt x="169063" y="23355"/>
                    <a:pt x="164192" y="24974"/>
                  </a:cubicBezTo>
                  <a:cubicBezTo>
                    <a:pt x="163652" y="24974"/>
                    <a:pt x="160185" y="26816"/>
                    <a:pt x="158782" y="23247"/>
                  </a:cubicBezTo>
                  <a:cubicBezTo>
                    <a:pt x="157372" y="19679"/>
                    <a:pt x="152502" y="21514"/>
                    <a:pt x="153150" y="21514"/>
                  </a:cubicBezTo>
                  <a:cubicBezTo>
                    <a:pt x="146984" y="23463"/>
                    <a:pt x="155207" y="13621"/>
                    <a:pt x="151422" y="7677"/>
                  </a:cubicBezTo>
                  <a:lnTo>
                    <a:pt x="151422" y="7461"/>
                  </a:lnTo>
                  <a:cubicBezTo>
                    <a:pt x="147631" y="1619"/>
                    <a:pt x="136265" y="3454"/>
                    <a:pt x="135725" y="540"/>
                  </a:cubicBezTo>
                  <a:lnTo>
                    <a:pt x="135617" y="540"/>
                  </a:lnTo>
                  <a:lnTo>
                    <a:pt x="101632" y="0"/>
                  </a:lnTo>
                  <a:cubicBezTo>
                    <a:pt x="101848" y="971"/>
                    <a:pt x="102172" y="2051"/>
                    <a:pt x="102819" y="3022"/>
                  </a:cubicBezTo>
                  <a:cubicBezTo>
                    <a:pt x="108668" y="11678"/>
                    <a:pt x="110941" y="14052"/>
                    <a:pt x="109639" y="17513"/>
                  </a:cubicBezTo>
                  <a:cubicBezTo>
                    <a:pt x="108452" y="20542"/>
                    <a:pt x="112890" y="20434"/>
                    <a:pt x="112344" y="20218"/>
                  </a:cubicBezTo>
                  <a:cubicBezTo>
                    <a:pt x="116675" y="20110"/>
                    <a:pt x="113646" y="25406"/>
                    <a:pt x="109100" y="25628"/>
                  </a:cubicBezTo>
                  <a:cubicBezTo>
                    <a:pt x="106826" y="26060"/>
                    <a:pt x="100660" y="24651"/>
                    <a:pt x="99575" y="29083"/>
                  </a:cubicBezTo>
                  <a:cubicBezTo>
                    <a:pt x="99143" y="30817"/>
                    <a:pt x="100330" y="32112"/>
                    <a:pt x="102172" y="32004"/>
                  </a:cubicBezTo>
                  <a:lnTo>
                    <a:pt x="109855" y="31572"/>
                  </a:lnTo>
                  <a:cubicBezTo>
                    <a:pt x="114510" y="31356"/>
                    <a:pt x="108884" y="35249"/>
                    <a:pt x="108668" y="38925"/>
                  </a:cubicBezTo>
                  <a:cubicBezTo>
                    <a:pt x="108452" y="42710"/>
                    <a:pt x="114617" y="39141"/>
                    <a:pt x="115596" y="44228"/>
                  </a:cubicBezTo>
                  <a:cubicBezTo>
                    <a:pt x="116243" y="47904"/>
                    <a:pt x="111589" y="48228"/>
                    <a:pt x="112128" y="47904"/>
                  </a:cubicBezTo>
                  <a:cubicBezTo>
                    <a:pt x="105315" y="48444"/>
                    <a:pt x="120358" y="56877"/>
                    <a:pt x="113538" y="57740"/>
                  </a:cubicBezTo>
                  <a:lnTo>
                    <a:pt x="110071" y="58172"/>
                  </a:lnTo>
                  <a:cubicBezTo>
                    <a:pt x="105423" y="58826"/>
                    <a:pt x="105201" y="55042"/>
                    <a:pt x="102279" y="55258"/>
                  </a:cubicBezTo>
                  <a:cubicBezTo>
                    <a:pt x="99682" y="55366"/>
                    <a:pt x="96222" y="62395"/>
                    <a:pt x="96653" y="61741"/>
                  </a:cubicBezTo>
                  <a:cubicBezTo>
                    <a:pt x="94488" y="65418"/>
                    <a:pt x="96869" y="70504"/>
                    <a:pt x="96762" y="69856"/>
                  </a:cubicBezTo>
                  <a:cubicBezTo>
                    <a:pt x="98711" y="74828"/>
                    <a:pt x="89510" y="69640"/>
                    <a:pt x="90050" y="69748"/>
                  </a:cubicBezTo>
                  <a:cubicBezTo>
                    <a:pt x="85935" y="68015"/>
                    <a:pt x="84207" y="74181"/>
                    <a:pt x="87884" y="74720"/>
                  </a:cubicBezTo>
                  <a:cubicBezTo>
                    <a:pt x="90589" y="75152"/>
                    <a:pt x="89078" y="79261"/>
                    <a:pt x="89078" y="78613"/>
                  </a:cubicBezTo>
                  <a:cubicBezTo>
                    <a:pt x="87128" y="82937"/>
                    <a:pt x="80956" y="79369"/>
                    <a:pt x="81610" y="79477"/>
                  </a:cubicBezTo>
                  <a:cubicBezTo>
                    <a:pt x="79877" y="78721"/>
                    <a:pt x="79121" y="76886"/>
                    <a:pt x="80093" y="75368"/>
                  </a:cubicBezTo>
                  <a:cubicBezTo>
                    <a:pt x="82042" y="72015"/>
                    <a:pt x="78035" y="68015"/>
                    <a:pt x="78359" y="68662"/>
                  </a:cubicBezTo>
                  <a:cubicBezTo>
                    <a:pt x="77064" y="67259"/>
                    <a:pt x="74575" y="66072"/>
                    <a:pt x="72625" y="66288"/>
                  </a:cubicBezTo>
                  <a:cubicBezTo>
                    <a:pt x="62560" y="67043"/>
                    <a:pt x="43402" y="65964"/>
                    <a:pt x="42101" y="76771"/>
                  </a:cubicBezTo>
                  <a:cubicBezTo>
                    <a:pt x="41453" y="82290"/>
                    <a:pt x="40697" y="84671"/>
                    <a:pt x="39827" y="85426"/>
                  </a:cubicBezTo>
                  <a:lnTo>
                    <a:pt x="50978" y="93643"/>
                  </a:lnTo>
                  <a:lnTo>
                    <a:pt x="43942" y="121653"/>
                  </a:lnTo>
                  <a:lnTo>
                    <a:pt x="27921" y="122409"/>
                  </a:lnTo>
                  <a:lnTo>
                    <a:pt x="41669" y="140576"/>
                  </a:lnTo>
                  <a:lnTo>
                    <a:pt x="32144" y="159499"/>
                  </a:lnTo>
                  <a:lnTo>
                    <a:pt x="8871" y="157010"/>
                  </a:lnTo>
                  <a:lnTo>
                    <a:pt x="0" y="171393"/>
                  </a:lnTo>
                  <a:lnTo>
                    <a:pt x="20130" y="188804"/>
                  </a:lnTo>
                  <a:lnTo>
                    <a:pt x="12014" y="225247"/>
                  </a:lnTo>
                  <a:lnTo>
                    <a:pt x="23375" y="248387"/>
                  </a:lnTo>
                  <a:lnTo>
                    <a:pt x="7036" y="260934"/>
                  </a:lnTo>
                  <a:lnTo>
                    <a:pt x="25000" y="278346"/>
                  </a:lnTo>
                  <a:lnTo>
                    <a:pt x="14612" y="295643"/>
                  </a:lnTo>
                  <a:lnTo>
                    <a:pt x="31928" y="310998"/>
                  </a:lnTo>
                  <a:lnTo>
                    <a:pt x="85395" y="320732"/>
                  </a:lnTo>
                  <a:lnTo>
                    <a:pt x="61690" y="365284"/>
                  </a:lnTo>
                  <a:lnTo>
                    <a:pt x="60287" y="394157"/>
                  </a:lnTo>
                  <a:lnTo>
                    <a:pt x="94596" y="399021"/>
                  </a:lnTo>
                  <a:lnTo>
                    <a:pt x="91459" y="384969"/>
                  </a:lnTo>
                  <a:lnTo>
                    <a:pt x="91783" y="384861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92480CC9-2F22-0D73-68DA-9B95FDF87531}"/>
                </a:ext>
              </a:extLst>
            </p:cNvPr>
            <p:cNvSpPr/>
            <p:nvPr/>
          </p:nvSpPr>
          <p:spPr>
            <a:xfrm>
              <a:off x="5351307" y="3452983"/>
              <a:ext cx="32262" cy="63895"/>
            </a:xfrm>
            <a:custGeom>
              <a:avLst/>
              <a:gdLst>
                <a:gd name="csX0" fmla="*/ 3978 w 37207"/>
                <a:gd name="csY0" fmla="*/ 23031 h 73688"/>
                <a:gd name="csX1" fmla="*/ 1158 w 37207"/>
                <a:gd name="csY1" fmla="*/ 32118 h 73688"/>
                <a:gd name="csX2" fmla="*/ 1596 w 37207"/>
                <a:gd name="csY2" fmla="*/ 36659 h 73688"/>
                <a:gd name="csX3" fmla="*/ 2028 w 37207"/>
                <a:gd name="csY3" fmla="*/ 40443 h 73688"/>
                <a:gd name="csX4" fmla="*/ 3000 w 37207"/>
                <a:gd name="csY4" fmla="*/ 45631 h 73688"/>
                <a:gd name="csX5" fmla="*/ 5705 w 37207"/>
                <a:gd name="csY5" fmla="*/ 54394 h 73688"/>
                <a:gd name="csX6" fmla="*/ 6575 w 37207"/>
                <a:gd name="csY6" fmla="*/ 59690 h 73688"/>
                <a:gd name="csX7" fmla="*/ 7762 w 37207"/>
                <a:gd name="csY7" fmla="*/ 60122 h 73688"/>
                <a:gd name="csX8" fmla="*/ 10575 w 37207"/>
                <a:gd name="csY8" fmla="*/ 67583 h 73688"/>
                <a:gd name="csX9" fmla="*/ 26489 w 37207"/>
                <a:gd name="csY9" fmla="*/ 70936 h 73688"/>
                <a:gd name="csX10" fmla="*/ 33848 w 37207"/>
                <a:gd name="csY10" fmla="*/ 47364 h 73688"/>
                <a:gd name="csX11" fmla="*/ 36985 w 37207"/>
                <a:gd name="csY11" fmla="*/ 39579 h 73688"/>
                <a:gd name="csX12" fmla="*/ 35581 w 37207"/>
                <a:gd name="csY12" fmla="*/ 20326 h 73688"/>
                <a:gd name="csX13" fmla="*/ 34934 w 37207"/>
                <a:gd name="csY13" fmla="*/ 2921 h 73688"/>
                <a:gd name="csX14" fmla="*/ 31791 w 37207"/>
                <a:gd name="csY14" fmla="*/ 108 h 73688"/>
                <a:gd name="csX15" fmla="*/ 25733 w 37207"/>
                <a:gd name="csY15" fmla="*/ 15246 h 73688"/>
                <a:gd name="csX16" fmla="*/ 18373 w 37207"/>
                <a:gd name="csY16" fmla="*/ 15786 h 73688"/>
                <a:gd name="csX17" fmla="*/ 3978 w 37207"/>
                <a:gd name="csY17" fmla="*/ 22923 h 73688"/>
                <a:gd name="csX18" fmla="*/ 3978 w 37207"/>
                <a:gd name="csY18" fmla="*/ 23031 h 73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7207" h="73688">
                  <a:moveTo>
                    <a:pt x="3978" y="23031"/>
                  </a:moveTo>
                  <a:cubicBezTo>
                    <a:pt x="3000" y="24981"/>
                    <a:pt x="-2302" y="28765"/>
                    <a:pt x="1158" y="32118"/>
                  </a:cubicBezTo>
                  <a:cubicBezTo>
                    <a:pt x="1489" y="32766"/>
                    <a:pt x="4086" y="34817"/>
                    <a:pt x="1596" y="36659"/>
                  </a:cubicBezTo>
                  <a:cubicBezTo>
                    <a:pt x="-677" y="38386"/>
                    <a:pt x="2352" y="41091"/>
                    <a:pt x="2028" y="40443"/>
                  </a:cubicBezTo>
                  <a:cubicBezTo>
                    <a:pt x="4733" y="42494"/>
                    <a:pt x="2892" y="46171"/>
                    <a:pt x="3000" y="45631"/>
                  </a:cubicBezTo>
                  <a:cubicBezTo>
                    <a:pt x="511" y="50171"/>
                    <a:pt x="8194" y="49847"/>
                    <a:pt x="5705" y="54394"/>
                  </a:cubicBezTo>
                  <a:cubicBezTo>
                    <a:pt x="5705" y="54934"/>
                    <a:pt x="2784" y="58394"/>
                    <a:pt x="6575" y="59690"/>
                  </a:cubicBezTo>
                  <a:lnTo>
                    <a:pt x="7762" y="60122"/>
                  </a:lnTo>
                  <a:cubicBezTo>
                    <a:pt x="12525" y="61747"/>
                    <a:pt x="6359" y="64554"/>
                    <a:pt x="10575" y="67583"/>
                  </a:cubicBezTo>
                  <a:cubicBezTo>
                    <a:pt x="11553" y="68123"/>
                    <a:pt x="22482" y="78505"/>
                    <a:pt x="26489" y="70936"/>
                  </a:cubicBezTo>
                  <a:cubicBezTo>
                    <a:pt x="34280" y="56229"/>
                    <a:pt x="29409" y="53740"/>
                    <a:pt x="33848" y="47364"/>
                  </a:cubicBezTo>
                  <a:cubicBezTo>
                    <a:pt x="34280" y="46602"/>
                    <a:pt x="36985" y="43904"/>
                    <a:pt x="36985" y="39579"/>
                  </a:cubicBezTo>
                  <a:cubicBezTo>
                    <a:pt x="37201" y="26384"/>
                    <a:pt x="37747" y="23247"/>
                    <a:pt x="35581" y="20326"/>
                  </a:cubicBezTo>
                  <a:cubicBezTo>
                    <a:pt x="32768" y="16758"/>
                    <a:pt x="34934" y="2375"/>
                    <a:pt x="34934" y="2921"/>
                  </a:cubicBezTo>
                  <a:cubicBezTo>
                    <a:pt x="35150" y="-324"/>
                    <a:pt x="31143" y="-108"/>
                    <a:pt x="31791" y="108"/>
                  </a:cubicBezTo>
                  <a:cubicBezTo>
                    <a:pt x="24323" y="1079"/>
                    <a:pt x="32768" y="17843"/>
                    <a:pt x="25733" y="15246"/>
                  </a:cubicBezTo>
                  <a:cubicBezTo>
                    <a:pt x="25079" y="15246"/>
                    <a:pt x="21078" y="12649"/>
                    <a:pt x="18373" y="15786"/>
                  </a:cubicBezTo>
                  <a:cubicBezTo>
                    <a:pt x="10798" y="21628"/>
                    <a:pt x="7870" y="17951"/>
                    <a:pt x="3978" y="22923"/>
                  </a:cubicBezTo>
                  <a:lnTo>
                    <a:pt x="3978" y="23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0F639543-36AE-2D4D-C4CF-5661E7DC43B3}"/>
                </a:ext>
              </a:extLst>
            </p:cNvPr>
            <p:cNvSpPr/>
            <p:nvPr/>
          </p:nvSpPr>
          <p:spPr>
            <a:xfrm>
              <a:off x="5021829" y="3324649"/>
              <a:ext cx="9710" cy="5639"/>
            </a:xfrm>
            <a:custGeom>
              <a:avLst/>
              <a:gdLst>
                <a:gd name="csX0" fmla="*/ 2636 w 11198"/>
                <a:gd name="csY0" fmla="*/ 4938 h 6503"/>
                <a:gd name="csX1" fmla="*/ 11189 w 11198"/>
                <a:gd name="csY1" fmla="*/ 4938 h 6503"/>
                <a:gd name="csX2" fmla="*/ 3938 w 11198"/>
                <a:gd name="csY2" fmla="*/ 290 h 6503"/>
                <a:gd name="csX3" fmla="*/ 2636 w 11198"/>
                <a:gd name="csY3" fmla="*/ 4938 h 6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98" h="6503">
                  <a:moveTo>
                    <a:pt x="2636" y="4938"/>
                  </a:moveTo>
                  <a:cubicBezTo>
                    <a:pt x="4477" y="5262"/>
                    <a:pt x="10751" y="8291"/>
                    <a:pt x="11189" y="4938"/>
                  </a:cubicBezTo>
                  <a:cubicBezTo>
                    <a:pt x="11513" y="1694"/>
                    <a:pt x="3392" y="-40"/>
                    <a:pt x="3938" y="290"/>
                  </a:cubicBezTo>
                  <a:cubicBezTo>
                    <a:pt x="-285" y="-1227"/>
                    <a:pt x="-1695" y="3637"/>
                    <a:pt x="2636" y="49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E9A5A7D4-F9AC-E8A4-BD71-F2DDF205720D}"/>
                </a:ext>
              </a:extLst>
            </p:cNvPr>
            <p:cNvSpPr/>
            <p:nvPr/>
          </p:nvSpPr>
          <p:spPr>
            <a:xfrm>
              <a:off x="5025049" y="3334594"/>
              <a:ext cx="6879" cy="7675"/>
            </a:xfrm>
            <a:custGeom>
              <a:avLst/>
              <a:gdLst>
                <a:gd name="csX0" fmla="*/ 2275 w 7933"/>
                <a:gd name="csY0" fmla="*/ 6766 h 8851"/>
                <a:gd name="csX1" fmla="*/ 7685 w 7933"/>
                <a:gd name="csY1" fmla="*/ 6982 h 8851"/>
                <a:gd name="csX2" fmla="*/ 5628 w 7933"/>
                <a:gd name="csY2" fmla="*/ 1471 h 8851"/>
                <a:gd name="csX3" fmla="*/ 3462 w 7933"/>
                <a:gd name="csY3" fmla="*/ 391 h 8851"/>
                <a:gd name="csX4" fmla="*/ 2382 w 7933"/>
                <a:gd name="csY4" fmla="*/ 6874 h 8851"/>
                <a:gd name="csX5" fmla="*/ 2275 w 7933"/>
                <a:gd name="csY5" fmla="*/ 6766 h 8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33" h="8851">
                  <a:moveTo>
                    <a:pt x="2275" y="6766"/>
                  </a:moveTo>
                  <a:cubicBezTo>
                    <a:pt x="2815" y="6982"/>
                    <a:pt x="6713" y="11205"/>
                    <a:pt x="7685" y="6982"/>
                  </a:cubicBezTo>
                  <a:cubicBezTo>
                    <a:pt x="7685" y="6443"/>
                    <a:pt x="8987" y="3090"/>
                    <a:pt x="5628" y="1471"/>
                  </a:cubicBezTo>
                  <a:lnTo>
                    <a:pt x="3462" y="391"/>
                  </a:lnTo>
                  <a:cubicBezTo>
                    <a:pt x="-538" y="-1559"/>
                    <a:pt x="-1300" y="4284"/>
                    <a:pt x="2382" y="6874"/>
                  </a:cubicBezTo>
                  <a:lnTo>
                    <a:pt x="2275" y="6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05903A14-22AF-3DFE-5933-00D96CF83859}"/>
                </a:ext>
              </a:extLst>
            </p:cNvPr>
            <p:cNvSpPr/>
            <p:nvPr/>
          </p:nvSpPr>
          <p:spPr>
            <a:xfrm>
              <a:off x="4965828" y="3274662"/>
              <a:ext cx="7973" cy="6989"/>
            </a:xfrm>
            <a:custGeom>
              <a:avLst/>
              <a:gdLst>
                <a:gd name="csX0" fmla="*/ 5 w 9195"/>
                <a:gd name="csY0" fmla="*/ 2242 h 8060"/>
                <a:gd name="csX1" fmla="*/ 5 w 9195"/>
                <a:gd name="csY1" fmla="*/ 3436 h 8060"/>
                <a:gd name="csX2" fmla="*/ 6717 w 9195"/>
                <a:gd name="csY2" fmla="*/ 2458 h 8060"/>
                <a:gd name="csX3" fmla="*/ 5 w 9195"/>
                <a:gd name="csY3" fmla="*/ 2350 h 8060"/>
                <a:gd name="csX4" fmla="*/ 5 w 9195"/>
                <a:gd name="csY4" fmla="*/ 2242 h 8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95" h="8060">
                  <a:moveTo>
                    <a:pt x="5" y="2242"/>
                  </a:moveTo>
                  <a:lnTo>
                    <a:pt x="5" y="3436"/>
                  </a:lnTo>
                  <a:cubicBezTo>
                    <a:pt x="-319" y="11761"/>
                    <a:pt x="15048" y="7221"/>
                    <a:pt x="6717" y="2458"/>
                  </a:cubicBezTo>
                  <a:cubicBezTo>
                    <a:pt x="5523" y="2134"/>
                    <a:pt x="113" y="-2838"/>
                    <a:pt x="5" y="2350"/>
                  </a:cubicBezTo>
                  <a:lnTo>
                    <a:pt x="5" y="2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386B4C88-AD42-AFFC-0C5A-E4DEC7962A0C}"/>
                </a:ext>
              </a:extLst>
            </p:cNvPr>
            <p:cNvSpPr/>
            <p:nvPr/>
          </p:nvSpPr>
          <p:spPr>
            <a:xfrm>
              <a:off x="4917505" y="3106517"/>
              <a:ext cx="422702" cy="374970"/>
            </a:xfrm>
            <a:custGeom>
              <a:avLst/>
              <a:gdLst>
                <a:gd name="csX0" fmla="*/ 438023 w 487489"/>
                <a:gd name="csY0" fmla="*/ 343116 h 432441"/>
                <a:gd name="csX1" fmla="*/ 441376 w 487489"/>
                <a:gd name="csY1" fmla="*/ 324949 h 432441"/>
                <a:gd name="csX2" fmla="*/ 429470 w 487489"/>
                <a:gd name="csY2" fmla="*/ 308083 h 432441"/>
                <a:gd name="csX3" fmla="*/ 444735 w 487489"/>
                <a:gd name="csY3" fmla="*/ 298780 h 432441"/>
                <a:gd name="csX4" fmla="*/ 434994 w 487489"/>
                <a:gd name="csY4" fmla="*/ 278994 h 432441"/>
                <a:gd name="csX5" fmla="*/ 441814 w 487489"/>
                <a:gd name="csY5" fmla="*/ 269691 h 432441"/>
                <a:gd name="csX6" fmla="*/ 432937 w 487489"/>
                <a:gd name="csY6" fmla="*/ 245688 h 432441"/>
                <a:gd name="csX7" fmla="*/ 402412 w 487489"/>
                <a:gd name="csY7" fmla="*/ 263316 h 432441"/>
                <a:gd name="csX8" fmla="*/ 407499 w 487489"/>
                <a:gd name="csY8" fmla="*/ 239198 h 432441"/>
                <a:gd name="csX9" fmla="*/ 441700 w 487489"/>
                <a:gd name="csY9" fmla="*/ 194107 h 432441"/>
                <a:gd name="csX10" fmla="*/ 462375 w 487489"/>
                <a:gd name="csY10" fmla="*/ 187833 h 432441"/>
                <a:gd name="csX11" fmla="*/ 463785 w 487489"/>
                <a:gd name="csY11" fmla="*/ 158960 h 432441"/>
                <a:gd name="csX12" fmla="*/ 487490 w 487489"/>
                <a:gd name="csY12" fmla="*/ 114408 h 432441"/>
                <a:gd name="csX13" fmla="*/ 434016 w 487489"/>
                <a:gd name="csY13" fmla="*/ 104673 h 432441"/>
                <a:gd name="csX14" fmla="*/ 416700 w 487489"/>
                <a:gd name="csY14" fmla="*/ 89319 h 432441"/>
                <a:gd name="csX15" fmla="*/ 370053 w 487489"/>
                <a:gd name="csY15" fmla="*/ 76778 h 432441"/>
                <a:gd name="csX16" fmla="*/ 368319 w 487489"/>
                <a:gd name="csY16" fmla="*/ 53416 h 432441"/>
                <a:gd name="csX17" fmla="*/ 355334 w 487489"/>
                <a:gd name="csY17" fmla="*/ 50171 h 432441"/>
                <a:gd name="csX18" fmla="*/ 344183 w 487489"/>
                <a:gd name="csY18" fmla="*/ 63151 h 432441"/>
                <a:gd name="csX19" fmla="*/ 332277 w 487489"/>
                <a:gd name="csY19" fmla="*/ 41631 h 432441"/>
                <a:gd name="csX20" fmla="*/ 312579 w 487489"/>
                <a:gd name="csY20" fmla="*/ 39903 h 432441"/>
                <a:gd name="csX21" fmla="*/ 296990 w 487489"/>
                <a:gd name="csY21" fmla="*/ 18599 h 432441"/>
                <a:gd name="csX22" fmla="*/ 278809 w 487489"/>
                <a:gd name="csY22" fmla="*/ 21844 h 432441"/>
                <a:gd name="csX23" fmla="*/ 269500 w 487489"/>
                <a:gd name="csY23" fmla="*/ 0 h 432441"/>
                <a:gd name="csX24" fmla="*/ 266141 w 487489"/>
                <a:gd name="csY24" fmla="*/ 864 h 432441"/>
                <a:gd name="csX25" fmla="*/ 238436 w 487489"/>
                <a:gd name="csY25" fmla="*/ 12757 h 432441"/>
                <a:gd name="csX26" fmla="*/ 233566 w 487489"/>
                <a:gd name="csY26" fmla="*/ 45847 h 432441"/>
                <a:gd name="csX27" fmla="*/ 220142 w 487489"/>
                <a:gd name="csY27" fmla="*/ 58611 h 432441"/>
                <a:gd name="csX28" fmla="*/ 201092 w 487489"/>
                <a:gd name="csY28" fmla="*/ 61855 h 432441"/>
                <a:gd name="csX29" fmla="*/ 188970 w 487489"/>
                <a:gd name="csY29" fmla="*/ 67583 h 432441"/>
                <a:gd name="csX30" fmla="*/ 182042 w 487489"/>
                <a:gd name="csY30" fmla="*/ 76670 h 432441"/>
                <a:gd name="csX31" fmla="*/ 183452 w 487489"/>
                <a:gd name="csY31" fmla="*/ 83261 h 432441"/>
                <a:gd name="csX32" fmla="*/ 183020 w 487489"/>
                <a:gd name="csY32" fmla="*/ 87916 h 432441"/>
                <a:gd name="csX33" fmla="*/ 176740 w 487489"/>
                <a:gd name="csY33" fmla="*/ 92456 h 432441"/>
                <a:gd name="csX34" fmla="*/ 140373 w 487489"/>
                <a:gd name="csY34" fmla="*/ 88132 h 432441"/>
                <a:gd name="csX35" fmla="*/ 133553 w 487489"/>
                <a:gd name="csY35" fmla="*/ 86614 h 432441"/>
                <a:gd name="csX36" fmla="*/ 131280 w 487489"/>
                <a:gd name="csY36" fmla="*/ 75260 h 432441"/>
                <a:gd name="csX37" fmla="*/ 117208 w 487489"/>
                <a:gd name="csY37" fmla="*/ 73857 h 432441"/>
                <a:gd name="csX38" fmla="*/ 106820 w 487489"/>
                <a:gd name="csY38" fmla="*/ 73749 h 432441"/>
                <a:gd name="csX39" fmla="*/ 112338 w 487489"/>
                <a:gd name="csY39" fmla="*/ 89643 h 432441"/>
                <a:gd name="csX40" fmla="*/ 119374 w 487489"/>
                <a:gd name="csY40" fmla="*/ 101429 h 432441"/>
                <a:gd name="csX41" fmla="*/ 121431 w 487489"/>
                <a:gd name="csY41" fmla="*/ 122409 h 432441"/>
                <a:gd name="csX42" fmla="*/ 124028 w 487489"/>
                <a:gd name="csY42" fmla="*/ 129007 h 432441"/>
                <a:gd name="csX43" fmla="*/ 109309 w 487489"/>
                <a:gd name="csY43" fmla="*/ 127603 h 432441"/>
                <a:gd name="csX44" fmla="*/ 104223 w 487489"/>
                <a:gd name="csY44" fmla="*/ 124574 h 432441"/>
                <a:gd name="csX45" fmla="*/ 91129 w 487489"/>
                <a:gd name="csY45" fmla="*/ 125654 h 432441"/>
                <a:gd name="csX46" fmla="*/ 74568 w 487489"/>
                <a:gd name="csY46" fmla="*/ 132359 h 432441"/>
                <a:gd name="csX47" fmla="*/ 57683 w 487489"/>
                <a:gd name="csY47" fmla="*/ 116573 h 432441"/>
                <a:gd name="csX48" fmla="*/ 48051 w 487489"/>
                <a:gd name="csY48" fmla="*/ 117869 h 432441"/>
                <a:gd name="csX49" fmla="*/ 45454 w 487489"/>
                <a:gd name="csY49" fmla="*/ 122301 h 432441"/>
                <a:gd name="csX50" fmla="*/ 42748 w 487489"/>
                <a:gd name="csY50" fmla="*/ 125762 h 432441"/>
                <a:gd name="csX51" fmla="*/ 29217 w 487489"/>
                <a:gd name="csY51" fmla="*/ 125438 h 432441"/>
                <a:gd name="csX52" fmla="*/ 3346 w 487489"/>
                <a:gd name="csY52" fmla="*/ 131928 h 432441"/>
                <a:gd name="csX53" fmla="*/ 102 w 487489"/>
                <a:gd name="csY53" fmla="*/ 137871 h 432441"/>
                <a:gd name="csX54" fmla="*/ 13627 w 487489"/>
                <a:gd name="csY54" fmla="*/ 144469 h 432441"/>
                <a:gd name="csX55" fmla="*/ 10922 w 487489"/>
                <a:gd name="csY55" fmla="*/ 148901 h 432441"/>
                <a:gd name="csX56" fmla="*/ 15469 w 487489"/>
                <a:gd name="csY56" fmla="*/ 149663 h 432441"/>
                <a:gd name="csX57" fmla="*/ 16555 w 487489"/>
                <a:gd name="csY57" fmla="*/ 157125 h 432441"/>
                <a:gd name="csX58" fmla="*/ 4972 w 487489"/>
                <a:gd name="csY58" fmla="*/ 161125 h 432441"/>
                <a:gd name="csX59" fmla="*/ 27267 w 487489"/>
                <a:gd name="csY59" fmla="*/ 167500 h 432441"/>
                <a:gd name="csX60" fmla="*/ 33001 w 487489"/>
                <a:gd name="csY60" fmla="*/ 170098 h 432441"/>
                <a:gd name="csX61" fmla="*/ 37986 w 487489"/>
                <a:gd name="csY61" fmla="*/ 173666 h 432441"/>
                <a:gd name="csX62" fmla="*/ 51080 w 487489"/>
                <a:gd name="csY62" fmla="*/ 176695 h 432441"/>
                <a:gd name="csX63" fmla="*/ 73267 w 487489"/>
                <a:gd name="csY63" fmla="*/ 187077 h 432441"/>
                <a:gd name="csX64" fmla="*/ 86474 w 487489"/>
                <a:gd name="csY64" fmla="*/ 188373 h 432441"/>
                <a:gd name="csX65" fmla="*/ 84309 w 487489"/>
                <a:gd name="csY65" fmla="*/ 197891 h 432441"/>
                <a:gd name="csX66" fmla="*/ 93072 w 487489"/>
                <a:gd name="csY66" fmla="*/ 201892 h 432441"/>
                <a:gd name="csX67" fmla="*/ 99784 w 487489"/>
                <a:gd name="csY67" fmla="*/ 209461 h 432441"/>
                <a:gd name="csX68" fmla="*/ 102597 w 487489"/>
                <a:gd name="csY68" fmla="*/ 214541 h 432441"/>
                <a:gd name="csX69" fmla="*/ 95999 w 487489"/>
                <a:gd name="csY69" fmla="*/ 215735 h 432441"/>
                <a:gd name="csX70" fmla="*/ 94914 w 487489"/>
                <a:gd name="csY70" fmla="*/ 217570 h 432441"/>
                <a:gd name="csX71" fmla="*/ 115265 w 487489"/>
                <a:gd name="csY71" fmla="*/ 241472 h 432441"/>
                <a:gd name="csX72" fmla="*/ 133985 w 487489"/>
                <a:gd name="csY72" fmla="*/ 248501 h 432441"/>
                <a:gd name="csX73" fmla="*/ 136913 w 487489"/>
                <a:gd name="csY73" fmla="*/ 257689 h 432441"/>
                <a:gd name="csX74" fmla="*/ 138748 w 487489"/>
                <a:gd name="csY74" fmla="*/ 267964 h 432441"/>
                <a:gd name="csX75" fmla="*/ 136696 w 487489"/>
                <a:gd name="csY75" fmla="*/ 279425 h 432441"/>
                <a:gd name="csX76" fmla="*/ 144812 w 487489"/>
                <a:gd name="csY76" fmla="*/ 286563 h 432441"/>
                <a:gd name="csX77" fmla="*/ 139186 w 487489"/>
                <a:gd name="csY77" fmla="*/ 286347 h 432441"/>
                <a:gd name="csX78" fmla="*/ 135719 w 487489"/>
                <a:gd name="csY78" fmla="*/ 288728 h 432441"/>
                <a:gd name="csX79" fmla="*/ 134963 w 487489"/>
                <a:gd name="csY79" fmla="*/ 322898 h 432441"/>
                <a:gd name="csX80" fmla="*/ 137452 w 487489"/>
                <a:gd name="csY80" fmla="*/ 328194 h 432441"/>
                <a:gd name="csX81" fmla="*/ 132366 w 487489"/>
                <a:gd name="csY81" fmla="*/ 333712 h 432441"/>
                <a:gd name="csX82" fmla="*/ 115157 w 487489"/>
                <a:gd name="csY82" fmla="*/ 384105 h 432441"/>
                <a:gd name="csX83" fmla="*/ 113316 w 487489"/>
                <a:gd name="csY83" fmla="*/ 384537 h 432441"/>
                <a:gd name="csX84" fmla="*/ 129337 w 487489"/>
                <a:gd name="csY84" fmla="*/ 400647 h 432441"/>
                <a:gd name="csX85" fmla="*/ 146108 w 487489"/>
                <a:gd name="csY85" fmla="*/ 398812 h 432441"/>
                <a:gd name="csX86" fmla="*/ 159315 w 487489"/>
                <a:gd name="csY86" fmla="*/ 412756 h 432441"/>
                <a:gd name="csX87" fmla="*/ 176740 w 487489"/>
                <a:gd name="csY87" fmla="*/ 407784 h 432441"/>
                <a:gd name="csX88" fmla="*/ 201200 w 487489"/>
                <a:gd name="csY88" fmla="*/ 416979 h 432441"/>
                <a:gd name="csX89" fmla="*/ 208998 w 487489"/>
                <a:gd name="csY89" fmla="*/ 409626 h 432441"/>
                <a:gd name="csX90" fmla="*/ 231293 w 487489"/>
                <a:gd name="csY90" fmla="*/ 415569 h 432441"/>
                <a:gd name="csX91" fmla="*/ 253371 w 487489"/>
                <a:gd name="csY91" fmla="*/ 413950 h 432441"/>
                <a:gd name="csX92" fmla="*/ 256509 w 487489"/>
                <a:gd name="csY92" fmla="*/ 429736 h 432441"/>
                <a:gd name="csX93" fmla="*/ 276428 w 487489"/>
                <a:gd name="csY93" fmla="*/ 432441 h 432441"/>
                <a:gd name="csX94" fmla="*/ 295910 w 487489"/>
                <a:gd name="csY94" fmla="*/ 422383 h 432441"/>
                <a:gd name="csX95" fmla="*/ 294609 w 487489"/>
                <a:gd name="csY95" fmla="*/ 417735 h 432441"/>
                <a:gd name="csX96" fmla="*/ 292665 w 487489"/>
                <a:gd name="csY96" fmla="*/ 399567 h 432441"/>
                <a:gd name="csX97" fmla="*/ 292665 w 487489"/>
                <a:gd name="csY97" fmla="*/ 399352 h 432441"/>
                <a:gd name="csX98" fmla="*/ 300781 w 487489"/>
                <a:gd name="csY98" fmla="*/ 394265 h 432441"/>
                <a:gd name="csX99" fmla="*/ 336608 w 487489"/>
                <a:gd name="csY99" fmla="*/ 378371 h 432441"/>
                <a:gd name="csX100" fmla="*/ 359982 w 487489"/>
                <a:gd name="csY100" fmla="*/ 383343 h 432441"/>
                <a:gd name="csX101" fmla="*/ 364204 w 487489"/>
                <a:gd name="csY101" fmla="*/ 381508 h 432441"/>
                <a:gd name="csX102" fmla="*/ 372434 w 487489"/>
                <a:gd name="csY102" fmla="*/ 387344 h 432441"/>
                <a:gd name="csX103" fmla="*/ 380873 w 487489"/>
                <a:gd name="csY103" fmla="*/ 387566 h 432441"/>
                <a:gd name="csX104" fmla="*/ 385636 w 487489"/>
                <a:gd name="csY104" fmla="*/ 392430 h 432441"/>
                <a:gd name="csX105" fmla="*/ 409448 w 487489"/>
                <a:gd name="csY105" fmla="*/ 400323 h 432441"/>
                <a:gd name="csX106" fmla="*/ 415944 w 487489"/>
                <a:gd name="csY106" fmla="*/ 395675 h 432441"/>
                <a:gd name="csX107" fmla="*/ 428822 w 487489"/>
                <a:gd name="csY107" fmla="*/ 390157 h 432441"/>
                <a:gd name="csX108" fmla="*/ 431311 w 487489"/>
                <a:gd name="csY108" fmla="*/ 385077 h 432441"/>
                <a:gd name="csX109" fmla="*/ 455016 w 487489"/>
                <a:gd name="csY109" fmla="*/ 369183 h 432441"/>
                <a:gd name="csX110" fmla="*/ 457613 w 487489"/>
                <a:gd name="csY110" fmla="*/ 367665 h 432441"/>
                <a:gd name="csX111" fmla="*/ 464973 w 487489"/>
                <a:gd name="csY111" fmla="*/ 348526 h 432441"/>
                <a:gd name="csX112" fmla="*/ 438671 w 487489"/>
                <a:gd name="csY112" fmla="*/ 343116 h 432441"/>
                <a:gd name="csX113" fmla="*/ 438023 w 487489"/>
                <a:gd name="csY113" fmla="*/ 343116 h 432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487489" h="432441">
                  <a:moveTo>
                    <a:pt x="438023" y="343116"/>
                  </a:moveTo>
                  <a:lnTo>
                    <a:pt x="441376" y="324949"/>
                  </a:lnTo>
                  <a:lnTo>
                    <a:pt x="429470" y="308083"/>
                  </a:lnTo>
                  <a:lnTo>
                    <a:pt x="444735" y="298780"/>
                  </a:lnTo>
                  <a:lnTo>
                    <a:pt x="434994" y="278994"/>
                  </a:lnTo>
                  <a:lnTo>
                    <a:pt x="441814" y="269691"/>
                  </a:lnTo>
                  <a:lnTo>
                    <a:pt x="432937" y="245688"/>
                  </a:lnTo>
                  <a:lnTo>
                    <a:pt x="402412" y="263316"/>
                  </a:lnTo>
                  <a:lnTo>
                    <a:pt x="407499" y="239198"/>
                  </a:lnTo>
                  <a:lnTo>
                    <a:pt x="441700" y="194107"/>
                  </a:lnTo>
                  <a:lnTo>
                    <a:pt x="462375" y="187833"/>
                  </a:lnTo>
                  <a:lnTo>
                    <a:pt x="463785" y="158960"/>
                  </a:lnTo>
                  <a:lnTo>
                    <a:pt x="487490" y="114408"/>
                  </a:lnTo>
                  <a:lnTo>
                    <a:pt x="434016" y="104673"/>
                  </a:lnTo>
                  <a:lnTo>
                    <a:pt x="416700" y="89319"/>
                  </a:lnTo>
                  <a:lnTo>
                    <a:pt x="370053" y="76778"/>
                  </a:lnTo>
                  <a:lnTo>
                    <a:pt x="368319" y="53416"/>
                  </a:lnTo>
                  <a:lnTo>
                    <a:pt x="355334" y="50171"/>
                  </a:lnTo>
                  <a:lnTo>
                    <a:pt x="344183" y="63151"/>
                  </a:lnTo>
                  <a:lnTo>
                    <a:pt x="332277" y="41631"/>
                  </a:lnTo>
                  <a:lnTo>
                    <a:pt x="312579" y="39903"/>
                  </a:lnTo>
                  <a:lnTo>
                    <a:pt x="296990" y="18599"/>
                  </a:lnTo>
                  <a:lnTo>
                    <a:pt x="278809" y="21844"/>
                  </a:lnTo>
                  <a:lnTo>
                    <a:pt x="269500" y="0"/>
                  </a:lnTo>
                  <a:cubicBezTo>
                    <a:pt x="268307" y="432"/>
                    <a:pt x="267119" y="756"/>
                    <a:pt x="266141" y="864"/>
                  </a:cubicBezTo>
                  <a:cubicBezTo>
                    <a:pt x="256509" y="2159"/>
                    <a:pt x="239408" y="2159"/>
                    <a:pt x="238436" y="12757"/>
                  </a:cubicBezTo>
                  <a:cubicBezTo>
                    <a:pt x="236055" y="40335"/>
                    <a:pt x="236487" y="42278"/>
                    <a:pt x="233566" y="45847"/>
                  </a:cubicBezTo>
                  <a:cubicBezTo>
                    <a:pt x="227070" y="53740"/>
                    <a:pt x="224473" y="58071"/>
                    <a:pt x="220142" y="58611"/>
                  </a:cubicBezTo>
                  <a:cubicBezTo>
                    <a:pt x="208998" y="59798"/>
                    <a:pt x="205207" y="59906"/>
                    <a:pt x="201092" y="61855"/>
                  </a:cubicBezTo>
                  <a:lnTo>
                    <a:pt x="188970" y="67583"/>
                  </a:lnTo>
                  <a:cubicBezTo>
                    <a:pt x="184645" y="69641"/>
                    <a:pt x="181610" y="77318"/>
                    <a:pt x="182042" y="76670"/>
                  </a:cubicBezTo>
                  <a:cubicBezTo>
                    <a:pt x="180207" y="80239"/>
                    <a:pt x="183775" y="83915"/>
                    <a:pt x="183452" y="83261"/>
                  </a:cubicBezTo>
                  <a:cubicBezTo>
                    <a:pt x="184754" y="84671"/>
                    <a:pt x="184538" y="86722"/>
                    <a:pt x="183020" y="87916"/>
                  </a:cubicBezTo>
                  <a:lnTo>
                    <a:pt x="176740" y="92456"/>
                  </a:lnTo>
                  <a:cubicBezTo>
                    <a:pt x="170028" y="97320"/>
                    <a:pt x="149358" y="85103"/>
                    <a:pt x="140373" y="88132"/>
                  </a:cubicBezTo>
                  <a:cubicBezTo>
                    <a:pt x="139726" y="88132"/>
                    <a:pt x="135503" y="90837"/>
                    <a:pt x="133553" y="86614"/>
                  </a:cubicBezTo>
                  <a:cubicBezTo>
                    <a:pt x="132906" y="84455"/>
                    <a:pt x="129223" y="79915"/>
                    <a:pt x="131280" y="75260"/>
                  </a:cubicBezTo>
                  <a:cubicBezTo>
                    <a:pt x="133985" y="69101"/>
                    <a:pt x="124244" y="76238"/>
                    <a:pt x="117208" y="73857"/>
                  </a:cubicBezTo>
                  <a:cubicBezTo>
                    <a:pt x="113640" y="73209"/>
                    <a:pt x="105524" y="68231"/>
                    <a:pt x="106820" y="73749"/>
                  </a:cubicBezTo>
                  <a:cubicBezTo>
                    <a:pt x="108445" y="80455"/>
                    <a:pt x="109201" y="86074"/>
                    <a:pt x="112338" y="89643"/>
                  </a:cubicBezTo>
                  <a:cubicBezTo>
                    <a:pt x="114611" y="92780"/>
                    <a:pt x="119482" y="95917"/>
                    <a:pt x="119374" y="101429"/>
                  </a:cubicBezTo>
                  <a:cubicBezTo>
                    <a:pt x="119050" y="116243"/>
                    <a:pt x="118294" y="119272"/>
                    <a:pt x="121431" y="122409"/>
                  </a:cubicBezTo>
                  <a:cubicBezTo>
                    <a:pt x="122301" y="123597"/>
                    <a:pt x="128899" y="128359"/>
                    <a:pt x="124028" y="129007"/>
                  </a:cubicBezTo>
                  <a:cubicBezTo>
                    <a:pt x="118402" y="129115"/>
                    <a:pt x="112014" y="132467"/>
                    <a:pt x="109309" y="127603"/>
                  </a:cubicBezTo>
                  <a:cubicBezTo>
                    <a:pt x="108769" y="127057"/>
                    <a:pt x="107359" y="124251"/>
                    <a:pt x="104223" y="124574"/>
                  </a:cubicBezTo>
                  <a:lnTo>
                    <a:pt x="91129" y="125654"/>
                  </a:lnTo>
                  <a:cubicBezTo>
                    <a:pt x="83223" y="126302"/>
                    <a:pt x="78899" y="137547"/>
                    <a:pt x="74568" y="132359"/>
                  </a:cubicBezTo>
                  <a:cubicBezTo>
                    <a:pt x="62986" y="118624"/>
                    <a:pt x="61900" y="116027"/>
                    <a:pt x="57683" y="116573"/>
                  </a:cubicBezTo>
                  <a:lnTo>
                    <a:pt x="48051" y="117869"/>
                  </a:lnTo>
                  <a:cubicBezTo>
                    <a:pt x="44583" y="118301"/>
                    <a:pt x="45345" y="122949"/>
                    <a:pt x="45454" y="122301"/>
                  </a:cubicBezTo>
                  <a:cubicBezTo>
                    <a:pt x="45885" y="124251"/>
                    <a:pt x="44583" y="125870"/>
                    <a:pt x="42748" y="125762"/>
                  </a:cubicBezTo>
                  <a:lnTo>
                    <a:pt x="29217" y="125438"/>
                  </a:lnTo>
                  <a:cubicBezTo>
                    <a:pt x="23698" y="125330"/>
                    <a:pt x="2699" y="132143"/>
                    <a:pt x="3346" y="131928"/>
                  </a:cubicBezTo>
                  <a:cubicBezTo>
                    <a:pt x="-330" y="133007"/>
                    <a:pt x="-114" y="138525"/>
                    <a:pt x="102" y="137871"/>
                  </a:cubicBezTo>
                  <a:cubicBezTo>
                    <a:pt x="102" y="145332"/>
                    <a:pt x="20339" y="140252"/>
                    <a:pt x="13627" y="144469"/>
                  </a:cubicBezTo>
                  <a:cubicBezTo>
                    <a:pt x="12980" y="145009"/>
                    <a:pt x="6483" y="148038"/>
                    <a:pt x="10922" y="148901"/>
                  </a:cubicBezTo>
                  <a:lnTo>
                    <a:pt x="15469" y="149663"/>
                  </a:lnTo>
                  <a:cubicBezTo>
                    <a:pt x="19799" y="150419"/>
                    <a:pt x="20987" y="156578"/>
                    <a:pt x="16555" y="157125"/>
                  </a:cubicBezTo>
                  <a:cubicBezTo>
                    <a:pt x="7677" y="158204"/>
                    <a:pt x="1505" y="157988"/>
                    <a:pt x="4972" y="161125"/>
                  </a:cubicBezTo>
                  <a:cubicBezTo>
                    <a:pt x="26943" y="181128"/>
                    <a:pt x="15253" y="168154"/>
                    <a:pt x="27267" y="167500"/>
                  </a:cubicBezTo>
                  <a:cubicBezTo>
                    <a:pt x="27807" y="167608"/>
                    <a:pt x="31166" y="167068"/>
                    <a:pt x="33001" y="170098"/>
                  </a:cubicBezTo>
                  <a:cubicBezTo>
                    <a:pt x="33979" y="171723"/>
                    <a:pt x="36144" y="173234"/>
                    <a:pt x="37986" y="173666"/>
                  </a:cubicBezTo>
                  <a:lnTo>
                    <a:pt x="51080" y="176695"/>
                  </a:lnTo>
                  <a:cubicBezTo>
                    <a:pt x="59087" y="178530"/>
                    <a:pt x="66662" y="188049"/>
                    <a:pt x="73267" y="187077"/>
                  </a:cubicBezTo>
                  <a:cubicBezTo>
                    <a:pt x="77813" y="186969"/>
                    <a:pt x="84417" y="183401"/>
                    <a:pt x="86474" y="188373"/>
                  </a:cubicBezTo>
                  <a:cubicBezTo>
                    <a:pt x="88309" y="192805"/>
                    <a:pt x="82468" y="194323"/>
                    <a:pt x="84309" y="197891"/>
                  </a:cubicBezTo>
                  <a:cubicBezTo>
                    <a:pt x="86151" y="201568"/>
                    <a:pt x="93618" y="202108"/>
                    <a:pt x="93072" y="201892"/>
                  </a:cubicBezTo>
                  <a:cubicBezTo>
                    <a:pt x="97949" y="202864"/>
                    <a:pt x="95345" y="206972"/>
                    <a:pt x="99784" y="209461"/>
                  </a:cubicBezTo>
                  <a:cubicBezTo>
                    <a:pt x="100324" y="210001"/>
                    <a:pt x="104546" y="211296"/>
                    <a:pt x="102597" y="214541"/>
                  </a:cubicBezTo>
                  <a:cubicBezTo>
                    <a:pt x="100546" y="217678"/>
                    <a:pt x="95453" y="215735"/>
                    <a:pt x="95999" y="215735"/>
                  </a:cubicBezTo>
                  <a:cubicBezTo>
                    <a:pt x="94266" y="215189"/>
                    <a:pt x="93726" y="216059"/>
                    <a:pt x="94914" y="217570"/>
                  </a:cubicBezTo>
                  <a:cubicBezTo>
                    <a:pt x="108985" y="236169"/>
                    <a:pt x="110827" y="239846"/>
                    <a:pt x="115265" y="241472"/>
                  </a:cubicBezTo>
                  <a:lnTo>
                    <a:pt x="133985" y="248501"/>
                  </a:lnTo>
                  <a:cubicBezTo>
                    <a:pt x="138424" y="250120"/>
                    <a:pt x="134747" y="252933"/>
                    <a:pt x="136913" y="257689"/>
                  </a:cubicBezTo>
                  <a:cubicBezTo>
                    <a:pt x="137452" y="259423"/>
                    <a:pt x="140805" y="263747"/>
                    <a:pt x="138748" y="267964"/>
                  </a:cubicBezTo>
                  <a:cubicBezTo>
                    <a:pt x="137668" y="271317"/>
                    <a:pt x="132906" y="276073"/>
                    <a:pt x="136696" y="279425"/>
                  </a:cubicBezTo>
                  <a:lnTo>
                    <a:pt x="144812" y="286563"/>
                  </a:lnTo>
                  <a:cubicBezTo>
                    <a:pt x="148603" y="289916"/>
                    <a:pt x="138532" y="286239"/>
                    <a:pt x="139186" y="286347"/>
                  </a:cubicBezTo>
                  <a:cubicBezTo>
                    <a:pt x="137452" y="285807"/>
                    <a:pt x="135827" y="286887"/>
                    <a:pt x="135719" y="288728"/>
                  </a:cubicBezTo>
                  <a:cubicBezTo>
                    <a:pt x="133230" y="319113"/>
                    <a:pt x="131826" y="324085"/>
                    <a:pt x="134963" y="322898"/>
                  </a:cubicBezTo>
                  <a:cubicBezTo>
                    <a:pt x="137884" y="321818"/>
                    <a:pt x="141459" y="326250"/>
                    <a:pt x="137452" y="328194"/>
                  </a:cubicBezTo>
                  <a:cubicBezTo>
                    <a:pt x="136805" y="328625"/>
                    <a:pt x="133230" y="329603"/>
                    <a:pt x="132366" y="333712"/>
                  </a:cubicBezTo>
                  <a:cubicBezTo>
                    <a:pt x="129007" y="350146"/>
                    <a:pt x="125870" y="381184"/>
                    <a:pt x="115157" y="384105"/>
                  </a:cubicBezTo>
                  <a:cubicBezTo>
                    <a:pt x="114503" y="384321"/>
                    <a:pt x="113964" y="384429"/>
                    <a:pt x="113316" y="384537"/>
                  </a:cubicBezTo>
                  <a:lnTo>
                    <a:pt x="129337" y="400647"/>
                  </a:lnTo>
                  <a:lnTo>
                    <a:pt x="146108" y="398812"/>
                  </a:lnTo>
                  <a:lnTo>
                    <a:pt x="159315" y="412756"/>
                  </a:lnTo>
                  <a:lnTo>
                    <a:pt x="176740" y="407784"/>
                  </a:lnTo>
                  <a:lnTo>
                    <a:pt x="201200" y="416979"/>
                  </a:lnTo>
                  <a:lnTo>
                    <a:pt x="208998" y="409626"/>
                  </a:lnTo>
                  <a:lnTo>
                    <a:pt x="231293" y="415569"/>
                  </a:lnTo>
                  <a:lnTo>
                    <a:pt x="253371" y="413950"/>
                  </a:lnTo>
                  <a:lnTo>
                    <a:pt x="256509" y="429736"/>
                  </a:lnTo>
                  <a:lnTo>
                    <a:pt x="276428" y="432441"/>
                  </a:lnTo>
                  <a:lnTo>
                    <a:pt x="295910" y="422383"/>
                  </a:lnTo>
                  <a:cubicBezTo>
                    <a:pt x="295040" y="420872"/>
                    <a:pt x="294609" y="419462"/>
                    <a:pt x="294609" y="417735"/>
                  </a:cubicBezTo>
                  <a:cubicBezTo>
                    <a:pt x="294500" y="408432"/>
                    <a:pt x="295046" y="403460"/>
                    <a:pt x="292665" y="399567"/>
                  </a:cubicBezTo>
                  <a:lnTo>
                    <a:pt x="292665" y="399352"/>
                  </a:lnTo>
                  <a:cubicBezTo>
                    <a:pt x="290062" y="395459"/>
                    <a:pt x="296342" y="396539"/>
                    <a:pt x="300781" y="394265"/>
                  </a:cubicBezTo>
                  <a:cubicBezTo>
                    <a:pt x="331737" y="378263"/>
                    <a:pt x="332277" y="377076"/>
                    <a:pt x="336608" y="378371"/>
                  </a:cubicBezTo>
                  <a:cubicBezTo>
                    <a:pt x="356197" y="384537"/>
                    <a:pt x="359550" y="386480"/>
                    <a:pt x="359982" y="383343"/>
                  </a:cubicBezTo>
                  <a:cubicBezTo>
                    <a:pt x="360312" y="380860"/>
                    <a:pt x="364744" y="381508"/>
                    <a:pt x="364204" y="381508"/>
                  </a:cubicBezTo>
                  <a:cubicBezTo>
                    <a:pt x="368859" y="382156"/>
                    <a:pt x="368319" y="386696"/>
                    <a:pt x="372434" y="387344"/>
                  </a:cubicBezTo>
                  <a:cubicBezTo>
                    <a:pt x="377089" y="388106"/>
                    <a:pt x="379140" y="383127"/>
                    <a:pt x="380873" y="387566"/>
                  </a:cubicBezTo>
                  <a:cubicBezTo>
                    <a:pt x="381305" y="388106"/>
                    <a:pt x="381959" y="391458"/>
                    <a:pt x="385636" y="392430"/>
                  </a:cubicBezTo>
                  <a:cubicBezTo>
                    <a:pt x="410204" y="399028"/>
                    <a:pt x="409988" y="400647"/>
                    <a:pt x="409448" y="400323"/>
                  </a:cubicBezTo>
                  <a:cubicBezTo>
                    <a:pt x="413779" y="402704"/>
                    <a:pt x="411074" y="396539"/>
                    <a:pt x="415944" y="395675"/>
                  </a:cubicBezTo>
                  <a:cubicBezTo>
                    <a:pt x="421354" y="394049"/>
                    <a:pt x="429470" y="395135"/>
                    <a:pt x="428822" y="390157"/>
                  </a:cubicBezTo>
                  <a:cubicBezTo>
                    <a:pt x="428606" y="388430"/>
                    <a:pt x="429800" y="386156"/>
                    <a:pt x="431311" y="385077"/>
                  </a:cubicBezTo>
                  <a:lnTo>
                    <a:pt x="455016" y="369183"/>
                  </a:lnTo>
                  <a:cubicBezTo>
                    <a:pt x="455772" y="368637"/>
                    <a:pt x="456641" y="368205"/>
                    <a:pt x="457613" y="367665"/>
                  </a:cubicBezTo>
                  <a:lnTo>
                    <a:pt x="464973" y="348526"/>
                  </a:lnTo>
                  <a:lnTo>
                    <a:pt x="438671" y="343116"/>
                  </a:lnTo>
                  <a:lnTo>
                    <a:pt x="438023" y="343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52452330-FE5D-E12F-884C-2B590939B4B6}"/>
                </a:ext>
              </a:extLst>
            </p:cNvPr>
            <p:cNvSpPr/>
            <p:nvPr/>
          </p:nvSpPr>
          <p:spPr>
            <a:xfrm>
              <a:off x="5872742" y="2376444"/>
              <a:ext cx="9415" cy="9339"/>
            </a:xfrm>
            <a:custGeom>
              <a:avLst/>
              <a:gdLst>
                <a:gd name="csX0" fmla="*/ 176 w 10858"/>
                <a:gd name="csY0" fmla="*/ 3904 h 10770"/>
                <a:gd name="csX1" fmla="*/ 4304 w 10858"/>
                <a:gd name="csY1" fmla="*/ 10286 h 10770"/>
                <a:gd name="csX2" fmla="*/ 9828 w 10858"/>
                <a:gd name="csY2" fmla="*/ 8552 h 10770"/>
                <a:gd name="csX3" fmla="*/ 10019 w 10858"/>
                <a:gd name="csY3" fmla="*/ 1523 h 10770"/>
                <a:gd name="csX4" fmla="*/ 8114 w 10858"/>
                <a:gd name="csY4" fmla="*/ 12 h 10770"/>
                <a:gd name="csX5" fmla="*/ 176 w 10858"/>
                <a:gd name="csY5" fmla="*/ 3796 h 10770"/>
                <a:gd name="csX6" fmla="*/ 176 w 10858"/>
                <a:gd name="csY6" fmla="*/ 3904 h 10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8" h="10770">
                  <a:moveTo>
                    <a:pt x="176" y="3904"/>
                  </a:moveTo>
                  <a:cubicBezTo>
                    <a:pt x="-1094" y="8229"/>
                    <a:pt x="4939" y="10826"/>
                    <a:pt x="4304" y="10286"/>
                  </a:cubicBezTo>
                  <a:cubicBezTo>
                    <a:pt x="7542" y="12121"/>
                    <a:pt x="10463" y="8121"/>
                    <a:pt x="9828" y="8552"/>
                  </a:cubicBezTo>
                  <a:cubicBezTo>
                    <a:pt x="12876" y="4552"/>
                    <a:pt x="7987" y="4012"/>
                    <a:pt x="10019" y="1523"/>
                  </a:cubicBezTo>
                  <a:cubicBezTo>
                    <a:pt x="10781" y="552"/>
                    <a:pt x="10019" y="-96"/>
                    <a:pt x="8114" y="12"/>
                  </a:cubicBezTo>
                  <a:cubicBezTo>
                    <a:pt x="7035" y="228"/>
                    <a:pt x="1574" y="-744"/>
                    <a:pt x="176" y="3796"/>
                  </a:cubicBezTo>
                  <a:lnTo>
                    <a:pt x="176" y="39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B7D21F80-D91E-B897-2A25-BB3C4729BC31}"/>
                </a:ext>
              </a:extLst>
            </p:cNvPr>
            <p:cNvSpPr/>
            <p:nvPr/>
          </p:nvSpPr>
          <p:spPr>
            <a:xfrm>
              <a:off x="5758041" y="2491956"/>
              <a:ext cx="5966" cy="5595"/>
            </a:xfrm>
            <a:custGeom>
              <a:avLst/>
              <a:gdLst>
                <a:gd name="csX0" fmla="*/ 4568 w 6880"/>
                <a:gd name="csY0" fmla="*/ 5427 h 6453"/>
                <a:gd name="csX1" fmla="*/ 5076 w 6880"/>
                <a:gd name="csY1" fmla="*/ 341 h 6453"/>
                <a:gd name="csX2" fmla="*/ 314 w 6880"/>
                <a:gd name="csY2" fmla="*/ 2938 h 6453"/>
                <a:gd name="csX3" fmla="*/ 4632 w 6880"/>
                <a:gd name="csY3" fmla="*/ 5319 h 6453"/>
                <a:gd name="csX4" fmla="*/ 4568 w 6880"/>
                <a:gd name="csY4" fmla="*/ 5427 h 6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80" h="6453">
                  <a:moveTo>
                    <a:pt x="4568" y="5427"/>
                  </a:moveTo>
                  <a:cubicBezTo>
                    <a:pt x="4886" y="4773"/>
                    <a:pt x="9267" y="880"/>
                    <a:pt x="5076" y="341"/>
                  </a:cubicBezTo>
                  <a:cubicBezTo>
                    <a:pt x="4441" y="341"/>
                    <a:pt x="-1401" y="-1387"/>
                    <a:pt x="314" y="2938"/>
                  </a:cubicBezTo>
                  <a:cubicBezTo>
                    <a:pt x="885" y="3586"/>
                    <a:pt x="1838" y="8672"/>
                    <a:pt x="4632" y="5319"/>
                  </a:cubicBezTo>
                  <a:lnTo>
                    <a:pt x="4568" y="5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A8A3A886-0FE1-2EAE-8F7B-F74056425FBF}"/>
                </a:ext>
              </a:extLst>
            </p:cNvPr>
            <p:cNvSpPr/>
            <p:nvPr/>
          </p:nvSpPr>
          <p:spPr>
            <a:xfrm>
              <a:off x="5759189" y="2478107"/>
              <a:ext cx="9893" cy="8674"/>
            </a:xfrm>
            <a:custGeom>
              <a:avLst/>
              <a:gdLst>
                <a:gd name="csX0" fmla="*/ 706 w 11409"/>
                <a:gd name="csY0" fmla="*/ 959 h 10003"/>
                <a:gd name="csX1" fmla="*/ 706 w 11409"/>
                <a:gd name="csY1" fmla="*/ 7449 h 10003"/>
                <a:gd name="csX2" fmla="*/ 8833 w 11409"/>
                <a:gd name="csY2" fmla="*/ 9068 h 10003"/>
                <a:gd name="csX3" fmla="*/ 7944 w 11409"/>
                <a:gd name="csY3" fmla="*/ 3448 h 10003"/>
                <a:gd name="csX4" fmla="*/ 642 w 11409"/>
                <a:gd name="csY4" fmla="*/ 959 h 10003"/>
                <a:gd name="csX5" fmla="*/ 706 w 11409"/>
                <a:gd name="csY5" fmla="*/ 959 h 10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09" h="10003">
                  <a:moveTo>
                    <a:pt x="706" y="959"/>
                  </a:moveTo>
                  <a:cubicBezTo>
                    <a:pt x="-882" y="3448"/>
                    <a:pt x="706" y="8096"/>
                    <a:pt x="706" y="7449"/>
                  </a:cubicBezTo>
                  <a:cubicBezTo>
                    <a:pt x="2483" y="12097"/>
                    <a:pt x="9405" y="8960"/>
                    <a:pt x="8833" y="9068"/>
                  </a:cubicBezTo>
                  <a:cubicBezTo>
                    <a:pt x="13088" y="7880"/>
                    <a:pt x="11564" y="2578"/>
                    <a:pt x="7944" y="3448"/>
                  </a:cubicBezTo>
                  <a:cubicBezTo>
                    <a:pt x="6547" y="3772"/>
                    <a:pt x="2801" y="-2286"/>
                    <a:pt x="642" y="959"/>
                  </a:cubicBezTo>
                  <a:lnTo>
                    <a:pt x="706" y="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9B7F0876-E94A-32EA-8842-A01EE1D8FC9B}"/>
                </a:ext>
              </a:extLst>
            </p:cNvPr>
            <p:cNvSpPr/>
            <p:nvPr/>
          </p:nvSpPr>
          <p:spPr>
            <a:xfrm>
              <a:off x="5764976" y="2470481"/>
              <a:ext cx="5319" cy="5630"/>
            </a:xfrm>
            <a:custGeom>
              <a:avLst/>
              <a:gdLst>
                <a:gd name="csX0" fmla="*/ 3683 w 6134"/>
                <a:gd name="csY0" fmla="*/ 20 h 6493"/>
                <a:gd name="csX1" fmla="*/ 0 w 6134"/>
                <a:gd name="csY1" fmla="*/ 3481 h 6493"/>
                <a:gd name="csX2" fmla="*/ 3683 w 6134"/>
                <a:gd name="csY2" fmla="*/ 6401 h 6493"/>
                <a:gd name="csX3" fmla="*/ 3683 w 6134"/>
                <a:gd name="csY3" fmla="*/ 20 h 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34" h="6493">
                  <a:moveTo>
                    <a:pt x="3683" y="20"/>
                  </a:moveTo>
                  <a:cubicBezTo>
                    <a:pt x="3048" y="344"/>
                    <a:pt x="0" y="451"/>
                    <a:pt x="0" y="3481"/>
                  </a:cubicBezTo>
                  <a:cubicBezTo>
                    <a:pt x="0" y="6725"/>
                    <a:pt x="4318" y="6617"/>
                    <a:pt x="3683" y="6401"/>
                  </a:cubicBezTo>
                  <a:cubicBezTo>
                    <a:pt x="5525" y="6401"/>
                    <a:pt x="8128" y="-412"/>
                    <a:pt x="3683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E2BF3324-F6AE-6146-B19A-E0775BABECAC}"/>
                </a:ext>
              </a:extLst>
            </p:cNvPr>
            <p:cNvSpPr/>
            <p:nvPr/>
          </p:nvSpPr>
          <p:spPr>
            <a:xfrm>
              <a:off x="5780712" y="2647487"/>
              <a:ext cx="8502" cy="4733"/>
            </a:xfrm>
            <a:custGeom>
              <a:avLst/>
              <a:gdLst>
                <a:gd name="csX0" fmla="*/ 3062 w 9805"/>
                <a:gd name="csY0" fmla="*/ 5459 h 5458"/>
                <a:gd name="csX1" fmla="*/ 9539 w 9805"/>
                <a:gd name="csY1" fmla="*/ 3185 h 5458"/>
                <a:gd name="csX2" fmla="*/ 3633 w 9805"/>
                <a:gd name="csY2" fmla="*/ 49 h 5458"/>
                <a:gd name="csX3" fmla="*/ 3062 w 9805"/>
                <a:gd name="csY3" fmla="*/ 5351 h 5458"/>
                <a:gd name="csX4" fmla="*/ 3062 w 9805"/>
                <a:gd name="csY4" fmla="*/ 5459 h 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05" h="5458">
                  <a:moveTo>
                    <a:pt x="3062" y="5459"/>
                  </a:moveTo>
                  <a:cubicBezTo>
                    <a:pt x="3633" y="5351"/>
                    <a:pt x="7951" y="5890"/>
                    <a:pt x="9539" y="3185"/>
                  </a:cubicBezTo>
                  <a:cubicBezTo>
                    <a:pt x="11380" y="264"/>
                    <a:pt x="3062" y="-59"/>
                    <a:pt x="3633" y="49"/>
                  </a:cubicBezTo>
                  <a:cubicBezTo>
                    <a:pt x="-812" y="-599"/>
                    <a:pt x="-1383" y="5459"/>
                    <a:pt x="3062" y="5351"/>
                  </a:cubicBezTo>
                  <a:lnTo>
                    <a:pt x="3062" y="5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130C511F-FE54-EF82-9BD4-C1310E107ABF}"/>
                </a:ext>
              </a:extLst>
            </p:cNvPr>
            <p:cNvSpPr/>
            <p:nvPr/>
          </p:nvSpPr>
          <p:spPr>
            <a:xfrm>
              <a:off x="5770985" y="2648284"/>
              <a:ext cx="5999" cy="6330"/>
            </a:xfrm>
            <a:custGeom>
              <a:avLst/>
              <a:gdLst>
                <a:gd name="csX0" fmla="*/ 3992 w 6919"/>
                <a:gd name="csY0" fmla="*/ 7238 h 7300"/>
                <a:gd name="csX1" fmla="*/ 6722 w 6919"/>
                <a:gd name="csY1" fmla="*/ 2158 h 7300"/>
                <a:gd name="csX2" fmla="*/ 3547 w 6919"/>
                <a:gd name="csY2" fmla="*/ 7238 h 7300"/>
                <a:gd name="csX3" fmla="*/ 3928 w 6919"/>
                <a:gd name="csY3" fmla="*/ 7238 h 7300"/>
                <a:gd name="csX4" fmla="*/ 3992 w 6919"/>
                <a:gd name="csY4" fmla="*/ 7238 h 7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9" h="7300">
                  <a:moveTo>
                    <a:pt x="3992" y="7238"/>
                  </a:moveTo>
                  <a:cubicBezTo>
                    <a:pt x="7802" y="6806"/>
                    <a:pt x="6849" y="1510"/>
                    <a:pt x="6722" y="2158"/>
                  </a:cubicBezTo>
                  <a:cubicBezTo>
                    <a:pt x="5706" y="-5087"/>
                    <a:pt x="-5597" y="8324"/>
                    <a:pt x="3547" y="7238"/>
                  </a:cubicBezTo>
                  <a:lnTo>
                    <a:pt x="3928" y="7238"/>
                  </a:lnTo>
                  <a:lnTo>
                    <a:pt x="3992" y="72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AF9E2D06-2B38-6959-C358-662BC97BE814}"/>
                </a:ext>
              </a:extLst>
            </p:cNvPr>
            <p:cNvSpPr/>
            <p:nvPr/>
          </p:nvSpPr>
          <p:spPr>
            <a:xfrm>
              <a:off x="5765168" y="2641579"/>
              <a:ext cx="5519" cy="6772"/>
            </a:xfrm>
            <a:custGeom>
              <a:avLst/>
              <a:gdLst>
                <a:gd name="csX0" fmla="*/ 97 w 6365"/>
                <a:gd name="csY0" fmla="*/ 6538 h 7810"/>
                <a:gd name="csX1" fmla="*/ 3779 w 6365"/>
                <a:gd name="csY1" fmla="*/ 7186 h 7810"/>
                <a:gd name="csX2" fmla="*/ 3335 w 6365"/>
                <a:gd name="csY2" fmla="*/ 696 h 7810"/>
                <a:gd name="csX3" fmla="*/ 97 w 6365"/>
                <a:gd name="csY3" fmla="*/ 6430 h 7810"/>
                <a:gd name="csX4" fmla="*/ 97 w 6365"/>
                <a:gd name="csY4" fmla="*/ 6538 h 7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5" h="7810">
                  <a:moveTo>
                    <a:pt x="97" y="6538"/>
                  </a:moveTo>
                  <a:cubicBezTo>
                    <a:pt x="731" y="9027"/>
                    <a:pt x="4351" y="7078"/>
                    <a:pt x="3779" y="7186"/>
                  </a:cubicBezTo>
                  <a:cubicBezTo>
                    <a:pt x="7716" y="4811"/>
                    <a:pt x="6827" y="-2218"/>
                    <a:pt x="3335" y="696"/>
                  </a:cubicBezTo>
                  <a:cubicBezTo>
                    <a:pt x="3335" y="696"/>
                    <a:pt x="-665" y="3401"/>
                    <a:pt x="97" y="6430"/>
                  </a:cubicBezTo>
                  <a:lnTo>
                    <a:pt x="97" y="65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72C4FA99-BA13-9779-9CFA-F522EF28B251}"/>
                </a:ext>
              </a:extLst>
            </p:cNvPr>
            <p:cNvSpPr/>
            <p:nvPr/>
          </p:nvSpPr>
          <p:spPr>
            <a:xfrm>
              <a:off x="5708095" y="2636809"/>
              <a:ext cx="22527" cy="22453"/>
            </a:xfrm>
            <a:custGeom>
              <a:avLst/>
              <a:gdLst>
                <a:gd name="csX0" fmla="*/ 2163 w 25980"/>
                <a:gd name="csY0" fmla="*/ 7824 h 25894"/>
                <a:gd name="csX1" fmla="*/ 3814 w 25980"/>
                <a:gd name="csY1" fmla="*/ 15609 h 25894"/>
                <a:gd name="csX2" fmla="*/ 7560 w 25980"/>
                <a:gd name="csY2" fmla="*/ 17666 h 25894"/>
                <a:gd name="csX3" fmla="*/ 12704 w 25980"/>
                <a:gd name="csY3" fmla="*/ 19501 h 25894"/>
                <a:gd name="csX4" fmla="*/ 20768 w 25980"/>
                <a:gd name="csY4" fmla="*/ 25343 h 25894"/>
                <a:gd name="csX5" fmla="*/ 22546 w 25980"/>
                <a:gd name="csY5" fmla="*/ 25775 h 25894"/>
                <a:gd name="csX6" fmla="*/ 22292 w 25980"/>
                <a:gd name="csY6" fmla="*/ 19501 h 25894"/>
                <a:gd name="csX7" fmla="*/ 22546 w 25980"/>
                <a:gd name="csY7" fmla="*/ 13443 h 25894"/>
                <a:gd name="csX8" fmla="*/ 24705 w 25980"/>
                <a:gd name="csY8" fmla="*/ 4579 h 25894"/>
                <a:gd name="csX9" fmla="*/ 23308 w 25980"/>
                <a:gd name="csY9" fmla="*/ 2521 h 25894"/>
                <a:gd name="csX10" fmla="*/ 14736 w 25980"/>
                <a:gd name="csY10" fmla="*/ 1118 h 25894"/>
                <a:gd name="csX11" fmla="*/ 13402 w 25980"/>
                <a:gd name="csY11" fmla="*/ 578 h 25894"/>
                <a:gd name="csX12" fmla="*/ 9973 w 25980"/>
                <a:gd name="csY12" fmla="*/ 4579 h 25894"/>
                <a:gd name="csX13" fmla="*/ 1972 w 25980"/>
                <a:gd name="csY13" fmla="*/ 7716 h 25894"/>
                <a:gd name="csX14" fmla="*/ 2163 w 25980"/>
                <a:gd name="csY14" fmla="*/ 7824 h 2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980" h="25894">
                  <a:moveTo>
                    <a:pt x="2163" y="7824"/>
                  </a:moveTo>
                  <a:cubicBezTo>
                    <a:pt x="-1203" y="9335"/>
                    <a:pt x="-631" y="15825"/>
                    <a:pt x="3814" y="15609"/>
                  </a:cubicBezTo>
                  <a:cubicBezTo>
                    <a:pt x="4322" y="15717"/>
                    <a:pt x="7243" y="15609"/>
                    <a:pt x="7560" y="17666"/>
                  </a:cubicBezTo>
                  <a:cubicBezTo>
                    <a:pt x="7941" y="20257"/>
                    <a:pt x="13339" y="19609"/>
                    <a:pt x="12704" y="19501"/>
                  </a:cubicBezTo>
                  <a:cubicBezTo>
                    <a:pt x="17530" y="19177"/>
                    <a:pt x="15942" y="24149"/>
                    <a:pt x="20768" y="25343"/>
                  </a:cubicBezTo>
                  <a:lnTo>
                    <a:pt x="22546" y="25775"/>
                  </a:lnTo>
                  <a:cubicBezTo>
                    <a:pt x="26991" y="26855"/>
                    <a:pt x="24896" y="20257"/>
                    <a:pt x="22292" y="19501"/>
                  </a:cubicBezTo>
                  <a:cubicBezTo>
                    <a:pt x="19625" y="18746"/>
                    <a:pt x="19498" y="13659"/>
                    <a:pt x="22546" y="13443"/>
                  </a:cubicBezTo>
                  <a:cubicBezTo>
                    <a:pt x="25467" y="13335"/>
                    <a:pt x="27372" y="8579"/>
                    <a:pt x="24705" y="4579"/>
                  </a:cubicBezTo>
                  <a:lnTo>
                    <a:pt x="23308" y="2521"/>
                  </a:lnTo>
                  <a:cubicBezTo>
                    <a:pt x="20387" y="-1803"/>
                    <a:pt x="19689" y="3067"/>
                    <a:pt x="14736" y="1118"/>
                  </a:cubicBezTo>
                  <a:lnTo>
                    <a:pt x="13402" y="578"/>
                  </a:lnTo>
                  <a:cubicBezTo>
                    <a:pt x="9338" y="-1047"/>
                    <a:pt x="7179" y="902"/>
                    <a:pt x="9973" y="4579"/>
                  </a:cubicBezTo>
                  <a:cubicBezTo>
                    <a:pt x="14863" y="14529"/>
                    <a:pt x="5719" y="6090"/>
                    <a:pt x="1972" y="7716"/>
                  </a:cubicBezTo>
                  <a:lnTo>
                    <a:pt x="2163" y="78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1E07BA4B-0747-2169-195B-BE66FFA51933}"/>
                </a:ext>
              </a:extLst>
            </p:cNvPr>
            <p:cNvSpPr/>
            <p:nvPr/>
          </p:nvSpPr>
          <p:spPr>
            <a:xfrm>
              <a:off x="5734529" y="2640036"/>
              <a:ext cx="4416" cy="6686"/>
            </a:xfrm>
            <a:custGeom>
              <a:avLst/>
              <a:gdLst>
                <a:gd name="csX0" fmla="*/ 3173 w 5093"/>
                <a:gd name="csY0" fmla="*/ 532 h 7711"/>
                <a:gd name="csX1" fmla="*/ 1776 w 5093"/>
                <a:gd name="csY1" fmla="*/ 7238 h 7711"/>
                <a:gd name="csX2" fmla="*/ 3173 w 5093"/>
                <a:gd name="csY2" fmla="*/ 532 h 7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7711">
                  <a:moveTo>
                    <a:pt x="3173" y="532"/>
                  </a:moveTo>
                  <a:cubicBezTo>
                    <a:pt x="-573" y="-1957"/>
                    <a:pt x="-954" y="4965"/>
                    <a:pt x="1776" y="7238"/>
                  </a:cubicBezTo>
                  <a:cubicBezTo>
                    <a:pt x="4380" y="9505"/>
                    <a:pt x="6983" y="3022"/>
                    <a:pt x="3173" y="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1CDDAB6F-CD80-B3D7-F24B-B6DF0F19E79F}"/>
                </a:ext>
              </a:extLst>
            </p:cNvPr>
            <p:cNvSpPr/>
            <p:nvPr/>
          </p:nvSpPr>
          <p:spPr>
            <a:xfrm>
              <a:off x="5734969" y="2652287"/>
              <a:ext cx="7228" cy="9199"/>
            </a:xfrm>
            <a:custGeom>
              <a:avLst/>
              <a:gdLst>
                <a:gd name="csX0" fmla="*/ 2667 w 8336"/>
                <a:gd name="csY0" fmla="*/ 10407 h 10609"/>
                <a:gd name="csX1" fmla="*/ 6984 w 8336"/>
                <a:gd name="csY1" fmla="*/ 7169 h 10609"/>
                <a:gd name="csX2" fmla="*/ 6794 w 8336"/>
                <a:gd name="csY2" fmla="*/ 2190 h 10609"/>
                <a:gd name="csX3" fmla="*/ 1841 w 8336"/>
                <a:gd name="csY3" fmla="*/ 2946 h 10609"/>
                <a:gd name="csX4" fmla="*/ 1269 w 8336"/>
                <a:gd name="csY4" fmla="*/ 9652 h 10609"/>
                <a:gd name="csX5" fmla="*/ 2539 w 8336"/>
                <a:gd name="csY5" fmla="*/ 10521 h 10609"/>
                <a:gd name="csX6" fmla="*/ 2667 w 8336"/>
                <a:gd name="csY6" fmla="*/ 10407 h 1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36" h="10609">
                  <a:moveTo>
                    <a:pt x="2667" y="10407"/>
                  </a:moveTo>
                  <a:lnTo>
                    <a:pt x="6984" y="7169"/>
                  </a:lnTo>
                  <a:cubicBezTo>
                    <a:pt x="10223" y="5111"/>
                    <a:pt x="6603" y="1543"/>
                    <a:pt x="6794" y="2190"/>
                  </a:cubicBezTo>
                  <a:cubicBezTo>
                    <a:pt x="3682" y="-947"/>
                    <a:pt x="4381" y="-731"/>
                    <a:pt x="1841" y="2946"/>
                  </a:cubicBezTo>
                  <a:cubicBezTo>
                    <a:pt x="1587" y="3600"/>
                    <a:pt x="-1779" y="6622"/>
                    <a:pt x="1269" y="9652"/>
                  </a:cubicBezTo>
                  <a:cubicBezTo>
                    <a:pt x="1269" y="9652"/>
                    <a:pt x="2539" y="10953"/>
                    <a:pt x="2539" y="10521"/>
                  </a:cubicBezTo>
                  <a:lnTo>
                    <a:pt x="2667" y="10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CD9FF605-D81D-3F21-F7FF-4D508525824B}"/>
                </a:ext>
              </a:extLst>
            </p:cNvPr>
            <p:cNvSpPr/>
            <p:nvPr/>
          </p:nvSpPr>
          <p:spPr>
            <a:xfrm>
              <a:off x="5751463" y="2659336"/>
              <a:ext cx="4783" cy="5350"/>
            </a:xfrm>
            <a:custGeom>
              <a:avLst/>
              <a:gdLst>
                <a:gd name="csX0" fmla="*/ 3138 w 5516"/>
                <a:gd name="csY0" fmla="*/ 5954 h 6170"/>
                <a:gd name="csX1" fmla="*/ 1296 w 5516"/>
                <a:gd name="csY1" fmla="*/ 118 h 6170"/>
                <a:gd name="csX2" fmla="*/ 3138 w 5516"/>
                <a:gd name="csY2" fmla="*/ 5954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16" h="6170">
                  <a:moveTo>
                    <a:pt x="3138" y="5954"/>
                  </a:moveTo>
                  <a:cubicBezTo>
                    <a:pt x="7265" y="4443"/>
                    <a:pt x="5615" y="-853"/>
                    <a:pt x="1296" y="118"/>
                  </a:cubicBezTo>
                  <a:cubicBezTo>
                    <a:pt x="-418" y="550"/>
                    <a:pt x="-990" y="7471"/>
                    <a:pt x="3138" y="5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6CA9682A-61DC-F2DF-3557-C7A1ACF5E0C5}"/>
                </a:ext>
              </a:extLst>
            </p:cNvPr>
            <p:cNvSpPr/>
            <p:nvPr/>
          </p:nvSpPr>
          <p:spPr>
            <a:xfrm>
              <a:off x="5745279" y="2641685"/>
              <a:ext cx="5994" cy="6893"/>
            </a:xfrm>
            <a:custGeom>
              <a:avLst/>
              <a:gdLst>
                <a:gd name="csX0" fmla="*/ 109 w 6913"/>
                <a:gd name="csY0" fmla="*/ 7604 h 7949"/>
                <a:gd name="csX1" fmla="*/ 5698 w 6913"/>
                <a:gd name="csY1" fmla="*/ 5445 h 7949"/>
                <a:gd name="csX2" fmla="*/ 5380 w 6913"/>
                <a:gd name="csY2" fmla="*/ 797 h 7949"/>
                <a:gd name="csX3" fmla="*/ 109 w 6913"/>
                <a:gd name="csY3" fmla="*/ 7712 h 7949"/>
                <a:gd name="csX4" fmla="*/ 109 w 6913"/>
                <a:gd name="csY4" fmla="*/ 7604 h 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3" h="7949">
                  <a:moveTo>
                    <a:pt x="109" y="7604"/>
                  </a:moveTo>
                  <a:cubicBezTo>
                    <a:pt x="1062" y="9122"/>
                    <a:pt x="6269" y="5122"/>
                    <a:pt x="5698" y="5445"/>
                  </a:cubicBezTo>
                  <a:cubicBezTo>
                    <a:pt x="8746" y="3280"/>
                    <a:pt x="5063" y="143"/>
                    <a:pt x="5380" y="797"/>
                  </a:cubicBezTo>
                  <a:cubicBezTo>
                    <a:pt x="1189" y="-2772"/>
                    <a:pt x="-462" y="6741"/>
                    <a:pt x="109" y="7712"/>
                  </a:cubicBezTo>
                  <a:lnTo>
                    <a:pt x="109" y="76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B66ADA7E-72E5-3353-425E-BF03FC6880C3}"/>
                </a:ext>
              </a:extLst>
            </p:cNvPr>
            <p:cNvSpPr/>
            <p:nvPr/>
          </p:nvSpPr>
          <p:spPr>
            <a:xfrm>
              <a:off x="5752854" y="2636013"/>
              <a:ext cx="4358" cy="5610"/>
            </a:xfrm>
            <a:custGeom>
              <a:avLst/>
              <a:gdLst>
                <a:gd name="csX0" fmla="*/ 5026 w 5026"/>
                <a:gd name="csY0" fmla="*/ 4633 h 6470"/>
                <a:gd name="csX1" fmla="*/ 1978 w 5026"/>
                <a:gd name="csY1" fmla="*/ 308 h 6470"/>
                <a:gd name="csX2" fmla="*/ 1343 w 5026"/>
                <a:gd name="csY2" fmla="*/ 632 h 6470"/>
                <a:gd name="csX3" fmla="*/ 5026 w 5026"/>
                <a:gd name="csY3" fmla="*/ 4633 h 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26" h="6470">
                  <a:moveTo>
                    <a:pt x="5026" y="4633"/>
                  </a:moveTo>
                  <a:cubicBezTo>
                    <a:pt x="4772" y="3985"/>
                    <a:pt x="5852" y="-1317"/>
                    <a:pt x="1978" y="308"/>
                  </a:cubicBezTo>
                  <a:lnTo>
                    <a:pt x="1343" y="632"/>
                  </a:lnTo>
                  <a:cubicBezTo>
                    <a:pt x="-3102" y="2575"/>
                    <a:pt x="4899" y="9820"/>
                    <a:pt x="5026" y="46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EB384B84-A9C5-F58E-D88E-B3DE69C77048}"/>
                </a:ext>
              </a:extLst>
            </p:cNvPr>
            <p:cNvSpPr/>
            <p:nvPr/>
          </p:nvSpPr>
          <p:spPr>
            <a:xfrm>
              <a:off x="5760736" y="2635913"/>
              <a:ext cx="4615" cy="5336"/>
            </a:xfrm>
            <a:custGeom>
              <a:avLst/>
              <a:gdLst>
                <a:gd name="csX0" fmla="*/ 0 w 5322"/>
                <a:gd name="csY0" fmla="*/ 4100 h 6154"/>
                <a:gd name="csX1" fmla="*/ 4254 w 5322"/>
                <a:gd name="csY1" fmla="*/ 4424 h 6154"/>
                <a:gd name="csX2" fmla="*/ 4001 w 5322"/>
                <a:gd name="csY2" fmla="*/ 747 h 6154"/>
                <a:gd name="csX3" fmla="*/ 0 w 5322"/>
                <a:gd name="csY3" fmla="*/ 2366 h 6154"/>
                <a:gd name="csX4" fmla="*/ 0 w 5322"/>
                <a:gd name="csY4" fmla="*/ 4100 h 6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22" h="6154">
                  <a:moveTo>
                    <a:pt x="0" y="4100"/>
                  </a:moveTo>
                  <a:cubicBezTo>
                    <a:pt x="0" y="8640"/>
                    <a:pt x="4889" y="4208"/>
                    <a:pt x="4254" y="4424"/>
                  </a:cubicBezTo>
                  <a:cubicBezTo>
                    <a:pt x="5778" y="3230"/>
                    <a:pt x="5652" y="1611"/>
                    <a:pt x="4001" y="747"/>
                  </a:cubicBezTo>
                  <a:cubicBezTo>
                    <a:pt x="3365" y="747"/>
                    <a:pt x="127" y="-1742"/>
                    <a:pt x="0" y="2366"/>
                  </a:cubicBezTo>
                  <a:lnTo>
                    <a:pt x="0" y="41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7DBF8829-2F3D-91D4-CEAA-F4B1A0608302}"/>
                </a:ext>
              </a:extLst>
            </p:cNvPr>
            <p:cNvSpPr/>
            <p:nvPr/>
          </p:nvSpPr>
          <p:spPr>
            <a:xfrm>
              <a:off x="5824553" y="2730936"/>
              <a:ext cx="8642" cy="8643"/>
            </a:xfrm>
            <a:custGeom>
              <a:avLst/>
              <a:gdLst>
                <a:gd name="csX0" fmla="*/ 9968 w 9967"/>
                <a:gd name="csY0" fmla="*/ 7188 h 9968"/>
                <a:gd name="csX1" fmla="*/ 6412 w 9967"/>
                <a:gd name="csY1" fmla="*/ 813 h 9968"/>
                <a:gd name="csX2" fmla="*/ 1332 w 9967"/>
                <a:gd name="csY2" fmla="*/ 5785 h 9968"/>
                <a:gd name="csX3" fmla="*/ 9968 w 9967"/>
                <a:gd name="csY3" fmla="*/ 7734 h 9968"/>
                <a:gd name="csX4" fmla="*/ 9968 w 9967"/>
                <a:gd name="csY4" fmla="*/ 7188 h 9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67" h="9968">
                  <a:moveTo>
                    <a:pt x="9968" y="7188"/>
                  </a:moveTo>
                  <a:cubicBezTo>
                    <a:pt x="9968" y="3080"/>
                    <a:pt x="5840" y="165"/>
                    <a:pt x="6412" y="813"/>
                  </a:cubicBezTo>
                  <a:cubicBezTo>
                    <a:pt x="2728" y="-2000"/>
                    <a:pt x="-2478" y="3187"/>
                    <a:pt x="1332" y="5785"/>
                  </a:cubicBezTo>
                  <a:cubicBezTo>
                    <a:pt x="3808" y="6972"/>
                    <a:pt x="9777" y="13246"/>
                    <a:pt x="9968" y="7734"/>
                  </a:cubicBezTo>
                  <a:lnTo>
                    <a:pt x="9968" y="7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9D54376C-DFF6-4A92-2A09-B022BD1DE836}"/>
                </a:ext>
              </a:extLst>
            </p:cNvPr>
            <p:cNvSpPr/>
            <p:nvPr/>
          </p:nvSpPr>
          <p:spPr>
            <a:xfrm>
              <a:off x="5783480" y="2733663"/>
              <a:ext cx="44873" cy="38570"/>
            </a:xfrm>
            <a:custGeom>
              <a:avLst/>
              <a:gdLst>
                <a:gd name="csX0" fmla="*/ 1393 w 51750"/>
                <a:gd name="csY0" fmla="*/ 11727 h 44481"/>
                <a:gd name="csX1" fmla="*/ 1965 w 51750"/>
                <a:gd name="csY1" fmla="*/ 18642 h 44481"/>
                <a:gd name="csX2" fmla="*/ 1076 w 51750"/>
                <a:gd name="csY2" fmla="*/ 19512 h 44481"/>
                <a:gd name="csX3" fmla="*/ 8188 w 51750"/>
                <a:gd name="csY3" fmla="*/ 33025 h 44481"/>
                <a:gd name="csX4" fmla="*/ 6156 w 51750"/>
                <a:gd name="csY4" fmla="*/ 43407 h 44481"/>
                <a:gd name="csX5" fmla="*/ 7870 w 51750"/>
                <a:gd name="csY5" fmla="*/ 44163 h 44481"/>
                <a:gd name="csX6" fmla="*/ 20316 w 51750"/>
                <a:gd name="csY6" fmla="*/ 25456 h 44481"/>
                <a:gd name="csX7" fmla="*/ 34159 w 51750"/>
                <a:gd name="csY7" fmla="*/ 22103 h 44481"/>
                <a:gd name="csX8" fmla="*/ 48383 w 51750"/>
                <a:gd name="csY8" fmla="*/ 12267 h 44481"/>
                <a:gd name="csX9" fmla="*/ 50670 w 51750"/>
                <a:gd name="csY9" fmla="*/ 10210 h 44481"/>
                <a:gd name="csX10" fmla="*/ 41144 w 51750"/>
                <a:gd name="csY10" fmla="*/ 3288 h 44481"/>
                <a:gd name="csX11" fmla="*/ 33207 w 51750"/>
                <a:gd name="csY11" fmla="*/ 3936 h 44481"/>
                <a:gd name="csX12" fmla="*/ 28254 w 51750"/>
                <a:gd name="csY12" fmla="*/ 2209 h 44481"/>
                <a:gd name="csX13" fmla="*/ 19808 w 51750"/>
                <a:gd name="csY13" fmla="*/ 1021 h 44481"/>
                <a:gd name="csX14" fmla="*/ 14157 w 51750"/>
                <a:gd name="csY14" fmla="*/ 9670 h 44481"/>
                <a:gd name="csX15" fmla="*/ 13204 w 51750"/>
                <a:gd name="csY15" fmla="*/ 10102 h 44481"/>
                <a:gd name="csX16" fmla="*/ 7870 w 51750"/>
                <a:gd name="csY16" fmla="*/ 8806 h 44481"/>
                <a:gd name="csX17" fmla="*/ 1520 w 51750"/>
                <a:gd name="csY17" fmla="*/ 11727 h 44481"/>
                <a:gd name="csX18" fmla="*/ 1393 w 51750"/>
                <a:gd name="csY18" fmla="*/ 11727 h 44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1750" h="44481">
                  <a:moveTo>
                    <a:pt x="1393" y="11727"/>
                  </a:moveTo>
                  <a:cubicBezTo>
                    <a:pt x="1584" y="12375"/>
                    <a:pt x="4949" y="15512"/>
                    <a:pt x="1965" y="18642"/>
                  </a:cubicBezTo>
                  <a:lnTo>
                    <a:pt x="1076" y="19512"/>
                  </a:lnTo>
                  <a:cubicBezTo>
                    <a:pt x="-4258" y="25024"/>
                    <a:pt x="12188" y="26218"/>
                    <a:pt x="8188" y="33025"/>
                  </a:cubicBezTo>
                  <a:cubicBezTo>
                    <a:pt x="7108" y="35730"/>
                    <a:pt x="1584" y="41356"/>
                    <a:pt x="6156" y="43407"/>
                  </a:cubicBezTo>
                  <a:lnTo>
                    <a:pt x="7870" y="44163"/>
                  </a:lnTo>
                  <a:cubicBezTo>
                    <a:pt x="15046" y="47300"/>
                    <a:pt x="12442" y="26218"/>
                    <a:pt x="20316" y="25456"/>
                  </a:cubicBezTo>
                  <a:cubicBezTo>
                    <a:pt x="26412" y="24916"/>
                    <a:pt x="30730" y="25132"/>
                    <a:pt x="34159" y="22103"/>
                  </a:cubicBezTo>
                  <a:cubicBezTo>
                    <a:pt x="41017" y="15836"/>
                    <a:pt x="43938" y="12267"/>
                    <a:pt x="48383" y="12267"/>
                  </a:cubicBezTo>
                  <a:cubicBezTo>
                    <a:pt x="48891" y="12159"/>
                    <a:pt x="53907" y="12591"/>
                    <a:pt x="50670" y="10210"/>
                  </a:cubicBezTo>
                  <a:lnTo>
                    <a:pt x="41144" y="3288"/>
                  </a:lnTo>
                  <a:cubicBezTo>
                    <a:pt x="37652" y="697"/>
                    <a:pt x="32572" y="4158"/>
                    <a:pt x="33207" y="3936"/>
                  </a:cubicBezTo>
                  <a:cubicBezTo>
                    <a:pt x="30095" y="5561"/>
                    <a:pt x="27682" y="1669"/>
                    <a:pt x="28254" y="2209"/>
                  </a:cubicBezTo>
                  <a:cubicBezTo>
                    <a:pt x="25841" y="-2008"/>
                    <a:pt x="19173" y="1129"/>
                    <a:pt x="19808" y="1021"/>
                  </a:cubicBezTo>
                  <a:cubicBezTo>
                    <a:pt x="14792" y="2532"/>
                    <a:pt x="18919" y="7504"/>
                    <a:pt x="14157" y="9670"/>
                  </a:cubicBezTo>
                  <a:lnTo>
                    <a:pt x="13204" y="10102"/>
                  </a:lnTo>
                  <a:cubicBezTo>
                    <a:pt x="11426" y="10857"/>
                    <a:pt x="9077" y="10318"/>
                    <a:pt x="7870" y="8806"/>
                  </a:cubicBezTo>
                  <a:cubicBezTo>
                    <a:pt x="4949" y="5238"/>
                    <a:pt x="-1210" y="7835"/>
                    <a:pt x="1520" y="11727"/>
                  </a:cubicBezTo>
                  <a:lnTo>
                    <a:pt x="1393" y="117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CD03C943-DED1-0C1B-1D6C-8400FD7903B1}"/>
                </a:ext>
              </a:extLst>
            </p:cNvPr>
            <p:cNvSpPr/>
            <p:nvPr/>
          </p:nvSpPr>
          <p:spPr>
            <a:xfrm>
              <a:off x="5793035" y="2707848"/>
              <a:ext cx="28586" cy="19465"/>
            </a:xfrm>
            <a:custGeom>
              <a:avLst/>
              <a:gdLst>
                <a:gd name="csX0" fmla="*/ 12154 w 32967"/>
                <a:gd name="csY0" fmla="*/ 19324 h 22448"/>
                <a:gd name="csX1" fmla="*/ 22314 w 32967"/>
                <a:gd name="csY1" fmla="*/ 18784 h 22448"/>
                <a:gd name="csX2" fmla="*/ 32156 w 32967"/>
                <a:gd name="csY2" fmla="*/ 12409 h 22448"/>
                <a:gd name="csX3" fmla="*/ 29743 w 32967"/>
                <a:gd name="csY3" fmla="*/ 9164 h 22448"/>
                <a:gd name="csX4" fmla="*/ 19393 w 32967"/>
                <a:gd name="csY4" fmla="*/ 2350 h 22448"/>
                <a:gd name="csX5" fmla="*/ 18631 w 32967"/>
                <a:gd name="csY5" fmla="*/ 1379 h 22448"/>
                <a:gd name="csX6" fmla="*/ 7074 w 32967"/>
                <a:gd name="csY6" fmla="*/ 8624 h 22448"/>
                <a:gd name="csX7" fmla="*/ 1422 w 32967"/>
                <a:gd name="csY7" fmla="*/ 12085 h 22448"/>
                <a:gd name="csX8" fmla="*/ 12154 w 32967"/>
                <a:gd name="csY8" fmla="*/ 19108 h 22448"/>
                <a:gd name="csX9" fmla="*/ 12154 w 32967"/>
                <a:gd name="csY9" fmla="*/ 19324 h 2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2967" h="22448">
                  <a:moveTo>
                    <a:pt x="12154" y="19324"/>
                  </a:moveTo>
                  <a:cubicBezTo>
                    <a:pt x="13233" y="24086"/>
                    <a:pt x="20345" y="23000"/>
                    <a:pt x="22314" y="18784"/>
                  </a:cubicBezTo>
                  <a:cubicBezTo>
                    <a:pt x="24917" y="12948"/>
                    <a:pt x="36030" y="17596"/>
                    <a:pt x="32156" y="12409"/>
                  </a:cubicBezTo>
                  <a:lnTo>
                    <a:pt x="29743" y="9164"/>
                  </a:lnTo>
                  <a:cubicBezTo>
                    <a:pt x="26441" y="4725"/>
                    <a:pt x="22631" y="6782"/>
                    <a:pt x="19393" y="2350"/>
                  </a:cubicBezTo>
                  <a:lnTo>
                    <a:pt x="18631" y="1379"/>
                  </a:lnTo>
                  <a:cubicBezTo>
                    <a:pt x="14948" y="-3708"/>
                    <a:pt x="13741" y="6782"/>
                    <a:pt x="7074" y="8624"/>
                  </a:cubicBezTo>
                  <a:cubicBezTo>
                    <a:pt x="5232" y="9271"/>
                    <a:pt x="-3340" y="10459"/>
                    <a:pt x="1422" y="12085"/>
                  </a:cubicBezTo>
                  <a:cubicBezTo>
                    <a:pt x="4788" y="13704"/>
                    <a:pt x="10947" y="13812"/>
                    <a:pt x="12154" y="19108"/>
                  </a:cubicBezTo>
                  <a:lnTo>
                    <a:pt x="12154" y="193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D80B69E6-9688-5410-39FA-7220162461ED}"/>
                </a:ext>
              </a:extLst>
            </p:cNvPr>
            <p:cNvSpPr/>
            <p:nvPr/>
          </p:nvSpPr>
          <p:spPr>
            <a:xfrm>
              <a:off x="5826136" y="2677804"/>
              <a:ext cx="155725" cy="117877"/>
            </a:xfrm>
            <a:custGeom>
              <a:avLst/>
              <a:gdLst>
                <a:gd name="csX0" fmla="*/ 162258 w 179593"/>
                <a:gd name="csY0" fmla="*/ 88365 h 135944"/>
                <a:gd name="csX1" fmla="*/ 179593 w 179593"/>
                <a:gd name="csY1" fmla="*/ 15047 h 135944"/>
                <a:gd name="csX2" fmla="*/ 177562 w 179593"/>
                <a:gd name="csY2" fmla="*/ 15587 h 135944"/>
                <a:gd name="csX3" fmla="*/ 140668 w 179593"/>
                <a:gd name="csY3" fmla="*/ 12882 h 135944"/>
                <a:gd name="csX4" fmla="*/ 132984 w 179593"/>
                <a:gd name="csY4" fmla="*/ 7586 h 135944"/>
                <a:gd name="csX5" fmla="*/ 122316 w 179593"/>
                <a:gd name="csY5" fmla="*/ 7910 h 135944"/>
                <a:gd name="csX6" fmla="*/ 105552 w 179593"/>
                <a:gd name="csY6" fmla="*/ 3046 h 135944"/>
                <a:gd name="csX7" fmla="*/ 98123 w 179593"/>
                <a:gd name="csY7" fmla="*/ 3370 h 135944"/>
                <a:gd name="csX8" fmla="*/ 96599 w 179593"/>
                <a:gd name="csY8" fmla="*/ 1852 h 135944"/>
                <a:gd name="csX9" fmla="*/ 89741 w 179593"/>
                <a:gd name="csY9" fmla="*/ 341 h 135944"/>
                <a:gd name="csX10" fmla="*/ 87582 w 179593"/>
                <a:gd name="csY10" fmla="*/ 5853 h 135944"/>
                <a:gd name="csX11" fmla="*/ 85105 w 179593"/>
                <a:gd name="csY11" fmla="*/ 9421 h 135944"/>
                <a:gd name="csX12" fmla="*/ 73294 w 179593"/>
                <a:gd name="csY12" fmla="*/ 9205 h 135944"/>
                <a:gd name="csX13" fmla="*/ 63706 w 179593"/>
                <a:gd name="csY13" fmla="*/ 5313 h 135944"/>
                <a:gd name="csX14" fmla="*/ 61293 w 179593"/>
                <a:gd name="csY14" fmla="*/ 9098 h 135944"/>
                <a:gd name="csX15" fmla="*/ 58372 w 179593"/>
                <a:gd name="csY15" fmla="*/ 12342 h 135944"/>
                <a:gd name="csX16" fmla="*/ 47640 w 179593"/>
                <a:gd name="csY16" fmla="*/ 10831 h 135944"/>
                <a:gd name="csX17" fmla="*/ 41926 w 179593"/>
                <a:gd name="csY17" fmla="*/ 14939 h 135944"/>
                <a:gd name="csX18" fmla="*/ 34877 w 179593"/>
                <a:gd name="csY18" fmla="*/ 16451 h 135944"/>
                <a:gd name="csX19" fmla="*/ 32845 w 179593"/>
                <a:gd name="csY19" fmla="*/ 19480 h 135944"/>
                <a:gd name="csX20" fmla="*/ 13224 w 179593"/>
                <a:gd name="csY20" fmla="*/ 29214 h 135944"/>
                <a:gd name="csX21" fmla="*/ 8270 w 179593"/>
                <a:gd name="csY21" fmla="*/ 36675 h 135944"/>
                <a:gd name="csX22" fmla="*/ 2746 w 179593"/>
                <a:gd name="csY22" fmla="*/ 37539 h 135944"/>
                <a:gd name="csX23" fmla="*/ 4016 w 179593"/>
                <a:gd name="csY23" fmla="*/ 42835 h 135944"/>
                <a:gd name="csX24" fmla="*/ 11700 w 179593"/>
                <a:gd name="csY24" fmla="*/ 50080 h 135944"/>
                <a:gd name="csX25" fmla="*/ 23447 w 179593"/>
                <a:gd name="csY25" fmla="*/ 55491 h 135944"/>
                <a:gd name="csX26" fmla="*/ 16399 w 179593"/>
                <a:gd name="csY26" fmla="*/ 59599 h 135944"/>
                <a:gd name="csX27" fmla="*/ 14684 w 179593"/>
                <a:gd name="csY27" fmla="*/ 63815 h 135944"/>
                <a:gd name="csX28" fmla="*/ 25162 w 179593"/>
                <a:gd name="csY28" fmla="*/ 82091 h 135944"/>
                <a:gd name="csX29" fmla="*/ 41735 w 179593"/>
                <a:gd name="csY29" fmla="*/ 81011 h 135944"/>
                <a:gd name="csX30" fmla="*/ 45481 w 179593"/>
                <a:gd name="csY30" fmla="*/ 78414 h 135944"/>
                <a:gd name="csX31" fmla="*/ 51768 w 179593"/>
                <a:gd name="csY31" fmla="*/ 79608 h 135944"/>
                <a:gd name="csX32" fmla="*/ 52213 w 179593"/>
                <a:gd name="csY32" fmla="*/ 86961 h 135944"/>
                <a:gd name="csX33" fmla="*/ 48338 w 179593"/>
                <a:gd name="csY33" fmla="*/ 104474 h 135944"/>
                <a:gd name="csX34" fmla="*/ 45037 w 179593"/>
                <a:gd name="csY34" fmla="*/ 112044 h 135944"/>
                <a:gd name="csX35" fmla="*/ 77676 w 179593"/>
                <a:gd name="csY35" fmla="*/ 100366 h 135944"/>
                <a:gd name="csX36" fmla="*/ 123777 w 179593"/>
                <a:gd name="csY36" fmla="*/ 132808 h 135944"/>
                <a:gd name="csX37" fmla="*/ 139334 w 179593"/>
                <a:gd name="csY37" fmla="*/ 124699 h 135944"/>
                <a:gd name="csX38" fmla="*/ 157940 w 179593"/>
                <a:gd name="csY38" fmla="*/ 135945 h 135944"/>
                <a:gd name="csX39" fmla="*/ 179086 w 179593"/>
                <a:gd name="csY39" fmla="*/ 112914 h 135944"/>
                <a:gd name="csX40" fmla="*/ 162385 w 179593"/>
                <a:gd name="csY40" fmla="*/ 88257 h 135944"/>
                <a:gd name="csX41" fmla="*/ 162258 w 179593"/>
                <a:gd name="csY41" fmla="*/ 88365 h 1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79593" h="135944">
                  <a:moveTo>
                    <a:pt x="162258" y="88365"/>
                  </a:moveTo>
                  <a:lnTo>
                    <a:pt x="179593" y="15047"/>
                  </a:lnTo>
                  <a:cubicBezTo>
                    <a:pt x="179086" y="15371"/>
                    <a:pt x="178324" y="15587"/>
                    <a:pt x="177562" y="15587"/>
                  </a:cubicBezTo>
                  <a:cubicBezTo>
                    <a:pt x="150891" y="15047"/>
                    <a:pt x="144986" y="15803"/>
                    <a:pt x="140668" y="12882"/>
                  </a:cubicBezTo>
                  <a:lnTo>
                    <a:pt x="132984" y="7586"/>
                  </a:lnTo>
                  <a:cubicBezTo>
                    <a:pt x="128603" y="4665"/>
                    <a:pt x="127015" y="10183"/>
                    <a:pt x="122316" y="7910"/>
                  </a:cubicBezTo>
                  <a:cubicBezTo>
                    <a:pt x="112156" y="3046"/>
                    <a:pt x="109363" y="881"/>
                    <a:pt x="105552" y="3046"/>
                  </a:cubicBezTo>
                  <a:cubicBezTo>
                    <a:pt x="104917" y="3262"/>
                    <a:pt x="101234" y="6615"/>
                    <a:pt x="98123" y="3370"/>
                  </a:cubicBezTo>
                  <a:lnTo>
                    <a:pt x="96599" y="1852"/>
                  </a:lnTo>
                  <a:cubicBezTo>
                    <a:pt x="93868" y="-955"/>
                    <a:pt x="89106" y="233"/>
                    <a:pt x="89741" y="341"/>
                  </a:cubicBezTo>
                  <a:cubicBezTo>
                    <a:pt x="85994" y="1096"/>
                    <a:pt x="87582" y="6507"/>
                    <a:pt x="87582" y="5853"/>
                  </a:cubicBezTo>
                  <a:cubicBezTo>
                    <a:pt x="88026" y="7802"/>
                    <a:pt x="86947" y="9421"/>
                    <a:pt x="85105" y="9421"/>
                  </a:cubicBezTo>
                  <a:lnTo>
                    <a:pt x="73294" y="9205"/>
                  </a:lnTo>
                  <a:cubicBezTo>
                    <a:pt x="68532" y="9205"/>
                    <a:pt x="63134" y="4881"/>
                    <a:pt x="63706" y="5313"/>
                  </a:cubicBezTo>
                  <a:cubicBezTo>
                    <a:pt x="60087" y="3154"/>
                    <a:pt x="61166" y="9745"/>
                    <a:pt x="61293" y="9098"/>
                  </a:cubicBezTo>
                  <a:cubicBezTo>
                    <a:pt x="61547" y="11155"/>
                    <a:pt x="60214" y="12558"/>
                    <a:pt x="58372" y="12342"/>
                  </a:cubicBezTo>
                  <a:lnTo>
                    <a:pt x="47640" y="10831"/>
                  </a:lnTo>
                  <a:cubicBezTo>
                    <a:pt x="43767" y="10291"/>
                    <a:pt x="41417" y="15587"/>
                    <a:pt x="41926" y="14939"/>
                  </a:cubicBezTo>
                  <a:cubicBezTo>
                    <a:pt x="39957" y="18940"/>
                    <a:pt x="34242" y="16451"/>
                    <a:pt x="34877" y="16451"/>
                  </a:cubicBezTo>
                  <a:cubicBezTo>
                    <a:pt x="31448" y="15371"/>
                    <a:pt x="32845" y="20127"/>
                    <a:pt x="32845" y="19480"/>
                  </a:cubicBezTo>
                  <a:cubicBezTo>
                    <a:pt x="35194" y="27589"/>
                    <a:pt x="15192" y="20775"/>
                    <a:pt x="13224" y="29214"/>
                  </a:cubicBezTo>
                  <a:cubicBezTo>
                    <a:pt x="12842" y="30078"/>
                    <a:pt x="12715" y="36028"/>
                    <a:pt x="8270" y="36675"/>
                  </a:cubicBezTo>
                  <a:lnTo>
                    <a:pt x="2746" y="37539"/>
                  </a:lnTo>
                  <a:cubicBezTo>
                    <a:pt x="-1699" y="38187"/>
                    <a:pt x="-366" y="43273"/>
                    <a:pt x="4016" y="42835"/>
                  </a:cubicBezTo>
                  <a:cubicBezTo>
                    <a:pt x="26113" y="40244"/>
                    <a:pt x="9667" y="43273"/>
                    <a:pt x="11700" y="50080"/>
                  </a:cubicBezTo>
                  <a:cubicBezTo>
                    <a:pt x="13351" y="55491"/>
                    <a:pt x="22558" y="51274"/>
                    <a:pt x="23447" y="55491"/>
                  </a:cubicBezTo>
                  <a:cubicBezTo>
                    <a:pt x="23955" y="58304"/>
                    <a:pt x="15827" y="59815"/>
                    <a:pt x="16399" y="59599"/>
                  </a:cubicBezTo>
                  <a:cubicBezTo>
                    <a:pt x="14684" y="60139"/>
                    <a:pt x="13795" y="61980"/>
                    <a:pt x="14684" y="63815"/>
                  </a:cubicBezTo>
                  <a:cubicBezTo>
                    <a:pt x="19827" y="75493"/>
                    <a:pt x="21034" y="79932"/>
                    <a:pt x="25162" y="82091"/>
                  </a:cubicBezTo>
                  <a:cubicBezTo>
                    <a:pt x="26558" y="82415"/>
                    <a:pt x="39766" y="93121"/>
                    <a:pt x="41735" y="81011"/>
                  </a:cubicBezTo>
                  <a:cubicBezTo>
                    <a:pt x="42052" y="79278"/>
                    <a:pt x="43640" y="78090"/>
                    <a:pt x="45481" y="78414"/>
                  </a:cubicBezTo>
                  <a:lnTo>
                    <a:pt x="51768" y="79608"/>
                  </a:lnTo>
                  <a:cubicBezTo>
                    <a:pt x="56086" y="80364"/>
                    <a:pt x="55451" y="86307"/>
                    <a:pt x="52213" y="86961"/>
                  </a:cubicBezTo>
                  <a:cubicBezTo>
                    <a:pt x="47894" y="87933"/>
                    <a:pt x="51768" y="97553"/>
                    <a:pt x="48338" y="104474"/>
                  </a:cubicBezTo>
                  <a:cubicBezTo>
                    <a:pt x="47767" y="105884"/>
                    <a:pt x="45799" y="108691"/>
                    <a:pt x="45037" y="112044"/>
                  </a:cubicBezTo>
                  <a:lnTo>
                    <a:pt x="77676" y="100366"/>
                  </a:lnTo>
                  <a:lnTo>
                    <a:pt x="123777" y="132808"/>
                  </a:lnTo>
                  <a:lnTo>
                    <a:pt x="139334" y="124699"/>
                  </a:lnTo>
                  <a:lnTo>
                    <a:pt x="157940" y="135945"/>
                  </a:lnTo>
                  <a:lnTo>
                    <a:pt x="179086" y="112914"/>
                  </a:lnTo>
                  <a:lnTo>
                    <a:pt x="162385" y="88257"/>
                  </a:lnTo>
                  <a:lnTo>
                    <a:pt x="162258" y="883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60DDA0E5-DF01-B873-E459-44769A5B359B}"/>
                </a:ext>
              </a:extLst>
            </p:cNvPr>
            <p:cNvSpPr/>
            <p:nvPr/>
          </p:nvSpPr>
          <p:spPr>
            <a:xfrm>
              <a:off x="5345259" y="2908773"/>
              <a:ext cx="5357" cy="6935"/>
            </a:xfrm>
            <a:custGeom>
              <a:avLst/>
              <a:gdLst>
                <a:gd name="csX0" fmla="*/ 2069 w 6178"/>
                <a:gd name="csY0" fmla="*/ 7447 h 7998"/>
                <a:gd name="csX1" fmla="*/ 4234 w 6178"/>
                <a:gd name="csY1" fmla="*/ 856 h 7998"/>
                <a:gd name="csX2" fmla="*/ 3694 w 6178"/>
                <a:gd name="csY2" fmla="*/ 532 h 7998"/>
                <a:gd name="csX3" fmla="*/ 1961 w 6178"/>
                <a:gd name="csY3" fmla="*/ 7447 h 7998"/>
                <a:gd name="csX4" fmla="*/ 2069 w 6178"/>
                <a:gd name="csY4" fmla="*/ 7447 h 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78" h="7998">
                  <a:moveTo>
                    <a:pt x="2069" y="7447"/>
                  </a:moveTo>
                  <a:cubicBezTo>
                    <a:pt x="5320" y="9936"/>
                    <a:pt x="8241" y="3338"/>
                    <a:pt x="4234" y="856"/>
                  </a:cubicBezTo>
                  <a:lnTo>
                    <a:pt x="3694" y="532"/>
                  </a:lnTo>
                  <a:cubicBezTo>
                    <a:pt x="-204" y="-1957"/>
                    <a:pt x="-1392" y="4964"/>
                    <a:pt x="1961" y="7447"/>
                  </a:cubicBezTo>
                  <a:lnTo>
                    <a:pt x="2069" y="7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A19DB159-B177-6CC4-1DDA-6AD4134EDF0F}"/>
                </a:ext>
              </a:extLst>
            </p:cNvPr>
            <p:cNvSpPr/>
            <p:nvPr/>
          </p:nvSpPr>
          <p:spPr>
            <a:xfrm>
              <a:off x="5414908" y="2871442"/>
              <a:ext cx="5949" cy="9127"/>
            </a:xfrm>
            <a:custGeom>
              <a:avLst/>
              <a:gdLst>
                <a:gd name="csX0" fmla="*/ 4980 w 6861"/>
                <a:gd name="csY0" fmla="*/ 2163 h 10526"/>
                <a:gd name="csX1" fmla="*/ 2 w 6861"/>
                <a:gd name="csY1" fmla="*/ 2163 h 10526"/>
                <a:gd name="csX2" fmla="*/ 2815 w 6861"/>
                <a:gd name="csY2" fmla="*/ 10494 h 10526"/>
                <a:gd name="csX3" fmla="*/ 5088 w 6861"/>
                <a:gd name="csY3" fmla="*/ 2055 h 10526"/>
                <a:gd name="csX4" fmla="*/ 4980 w 6861"/>
                <a:gd name="csY4" fmla="*/ 2163 h 10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61" h="10526">
                  <a:moveTo>
                    <a:pt x="4980" y="2163"/>
                  </a:moveTo>
                  <a:cubicBezTo>
                    <a:pt x="4332" y="1947"/>
                    <a:pt x="-106" y="-2593"/>
                    <a:pt x="2" y="2163"/>
                  </a:cubicBezTo>
                  <a:cubicBezTo>
                    <a:pt x="218" y="3464"/>
                    <a:pt x="-754" y="9948"/>
                    <a:pt x="2815" y="10494"/>
                  </a:cubicBezTo>
                  <a:cubicBezTo>
                    <a:pt x="6282" y="11034"/>
                    <a:pt x="8663" y="4760"/>
                    <a:pt x="5088" y="2055"/>
                  </a:cubicBezTo>
                  <a:lnTo>
                    <a:pt x="4980" y="2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A3A740E5-8830-B505-E4BE-EBD8153AD299}"/>
                </a:ext>
              </a:extLst>
            </p:cNvPr>
            <p:cNvSpPr/>
            <p:nvPr/>
          </p:nvSpPr>
          <p:spPr>
            <a:xfrm>
              <a:off x="5391231" y="2888854"/>
              <a:ext cx="32551" cy="31697"/>
            </a:xfrm>
            <a:custGeom>
              <a:avLst/>
              <a:gdLst>
                <a:gd name="csX0" fmla="*/ 35423 w 37540"/>
                <a:gd name="csY0" fmla="*/ 12690 h 36555"/>
                <a:gd name="csX1" fmla="*/ 35208 w 37540"/>
                <a:gd name="csY1" fmla="*/ 8798 h 36555"/>
                <a:gd name="csX2" fmla="*/ 32826 w 37540"/>
                <a:gd name="csY2" fmla="*/ 1552 h 36555"/>
                <a:gd name="csX3" fmla="*/ 30121 w 37540"/>
                <a:gd name="csY3" fmla="*/ 4797 h 36555"/>
                <a:gd name="csX4" fmla="*/ 27194 w 37540"/>
                <a:gd name="csY4" fmla="*/ 9122 h 36555"/>
                <a:gd name="csX5" fmla="*/ 22870 w 37540"/>
                <a:gd name="csY5" fmla="*/ 898 h 36555"/>
                <a:gd name="csX6" fmla="*/ 5439 w 37540"/>
                <a:gd name="csY6" fmla="*/ 5445 h 36555"/>
                <a:gd name="csX7" fmla="*/ 892 w 37540"/>
                <a:gd name="csY7" fmla="*/ 11604 h 36555"/>
                <a:gd name="csX8" fmla="*/ 4144 w 37540"/>
                <a:gd name="csY8" fmla="*/ 18526 h 36555"/>
                <a:gd name="csX9" fmla="*/ 11287 w 37540"/>
                <a:gd name="csY9" fmla="*/ 24800 h 36555"/>
                <a:gd name="csX10" fmla="*/ 15072 w 37540"/>
                <a:gd name="csY10" fmla="*/ 31397 h 36555"/>
                <a:gd name="csX11" fmla="*/ 20704 w 37540"/>
                <a:gd name="csY11" fmla="*/ 32045 h 36555"/>
                <a:gd name="csX12" fmla="*/ 32503 w 37540"/>
                <a:gd name="csY12" fmla="*/ 32261 h 36555"/>
                <a:gd name="csX13" fmla="*/ 35423 w 37540"/>
                <a:gd name="csY13" fmla="*/ 12690 h 36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7540" h="36555">
                  <a:moveTo>
                    <a:pt x="35423" y="12690"/>
                  </a:moveTo>
                  <a:cubicBezTo>
                    <a:pt x="34446" y="11604"/>
                    <a:pt x="34338" y="9877"/>
                    <a:pt x="35208" y="8798"/>
                  </a:cubicBezTo>
                  <a:cubicBezTo>
                    <a:pt x="37157" y="6201"/>
                    <a:pt x="32503" y="898"/>
                    <a:pt x="32826" y="1552"/>
                  </a:cubicBezTo>
                  <a:cubicBezTo>
                    <a:pt x="30229" y="-2124"/>
                    <a:pt x="29906" y="5445"/>
                    <a:pt x="30121" y="4797"/>
                  </a:cubicBezTo>
                  <a:cubicBezTo>
                    <a:pt x="29906" y="6848"/>
                    <a:pt x="28604" y="8690"/>
                    <a:pt x="27194" y="9122"/>
                  </a:cubicBezTo>
                  <a:cubicBezTo>
                    <a:pt x="23517" y="10093"/>
                    <a:pt x="26438" y="3603"/>
                    <a:pt x="22870" y="898"/>
                  </a:cubicBezTo>
                  <a:cubicBezTo>
                    <a:pt x="18215" y="-2670"/>
                    <a:pt x="11179" y="5553"/>
                    <a:pt x="5439" y="5445"/>
                  </a:cubicBezTo>
                  <a:cubicBezTo>
                    <a:pt x="2194" y="5445"/>
                    <a:pt x="-1813" y="8360"/>
                    <a:pt x="892" y="11604"/>
                  </a:cubicBezTo>
                  <a:cubicBezTo>
                    <a:pt x="1331" y="12259"/>
                    <a:pt x="4035" y="14849"/>
                    <a:pt x="4144" y="18526"/>
                  </a:cubicBezTo>
                  <a:cubicBezTo>
                    <a:pt x="4359" y="22850"/>
                    <a:pt x="11935" y="25232"/>
                    <a:pt x="11287" y="24800"/>
                  </a:cubicBezTo>
                  <a:cubicBezTo>
                    <a:pt x="16050" y="26965"/>
                    <a:pt x="9985" y="30858"/>
                    <a:pt x="15072" y="31397"/>
                  </a:cubicBezTo>
                  <a:lnTo>
                    <a:pt x="20704" y="32045"/>
                  </a:lnTo>
                  <a:cubicBezTo>
                    <a:pt x="25683" y="32585"/>
                    <a:pt x="27086" y="41780"/>
                    <a:pt x="32503" y="32261"/>
                  </a:cubicBezTo>
                  <a:cubicBezTo>
                    <a:pt x="32934" y="31505"/>
                    <a:pt x="41373" y="19174"/>
                    <a:pt x="35423" y="126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4A92A9F8-F432-89F2-2682-D2876FE70BCD}"/>
                </a:ext>
              </a:extLst>
            </p:cNvPr>
            <p:cNvSpPr/>
            <p:nvPr/>
          </p:nvSpPr>
          <p:spPr>
            <a:xfrm>
              <a:off x="5550962" y="2906939"/>
              <a:ext cx="14188" cy="13749"/>
            </a:xfrm>
            <a:custGeom>
              <a:avLst/>
              <a:gdLst>
                <a:gd name="csX0" fmla="*/ 14215 w 16362"/>
                <a:gd name="csY0" fmla="*/ 5994 h 15856"/>
                <a:gd name="csX1" fmla="*/ 683 w 16362"/>
                <a:gd name="csY1" fmla="*/ 2209 h 15856"/>
                <a:gd name="csX2" fmla="*/ 2416 w 16362"/>
                <a:gd name="csY2" fmla="*/ 11080 h 15856"/>
                <a:gd name="csX3" fmla="*/ 15624 w 16362"/>
                <a:gd name="csY3" fmla="*/ 13569 h 15856"/>
                <a:gd name="csX4" fmla="*/ 14215 w 16362"/>
                <a:gd name="csY4" fmla="*/ 5994 h 1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362" h="15856">
                  <a:moveTo>
                    <a:pt x="14215" y="5994"/>
                  </a:moveTo>
                  <a:cubicBezTo>
                    <a:pt x="8265" y="3403"/>
                    <a:pt x="1661" y="-3519"/>
                    <a:pt x="683" y="2209"/>
                  </a:cubicBezTo>
                  <a:cubicBezTo>
                    <a:pt x="683" y="3403"/>
                    <a:pt x="-1692" y="9023"/>
                    <a:pt x="2416" y="11080"/>
                  </a:cubicBezTo>
                  <a:cubicBezTo>
                    <a:pt x="7611" y="12915"/>
                    <a:pt x="14107" y="19189"/>
                    <a:pt x="15624" y="13569"/>
                  </a:cubicBezTo>
                  <a:cubicBezTo>
                    <a:pt x="15624" y="13569"/>
                    <a:pt x="18006" y="8159"/>
                    <a:pt x="14215" y="5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0E5CA05E-B30A-FB7F-C5B2-7E52C7E7AFB7}"/>
                </a:ext>
              </a:extLst>
            </p:cNvPr>
            <p:cNvSpPr/>
            <p:nvPr/>
          </p:nvSpPr>
          <p:spPr>
            <a:xfrm>
              <a:off x="5420268" y="2912516"/>
              <a:ext cx="9426" cy="22055"/>
            </a:xfrm>
            <a:custGeom>
              <a:avLst/>
              <a:gdLst>
                <a:gd name="csX0" fmla="*/ 9409 w 10871"/>
                <a:gd name="csY0" fmla="*/ 0 h 25435"/>
                <a:gd name="csX1" fmla="*/ 2158 w 10871"/>
                <a:gd name="csY1" fmla="*/ 25413 h 25435"/>
                <a:gd name="csX2" fmla="*/ 5403 w 10871"/>
                <a:gd name="csY2" fmla="*/ 22384 h 25435"/>
                <a:gd name="csX3" fmla="*/ 9517 w 10871"/>
                <a:gd name="csY3" fmla="*/ 108 h 25435"/>
                <a:gd name="csX4" fmla="*/ 9409 w 10871"/>
                <a:gd name="csY4" fmla="*/ 0 h 25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1" h="25435">
                  <a:moveTo>
                    <a:pt x="9409" y="0"/>
                  </a:moveTo>
                  <a:cubicBezTo>
                    <a:pt x="3885" y="1511"/>
                    <a:pt x="-3798" y="24111"/>
                    <a:pt x="2158" y="25413"/>
                  </a:cubicBezTo>
                  <a:cubicBezTo>
                    <a:pt x="3345" y="25628"/>
                    <a:pt x="4863" y="24327"/>
                    <a:pt x="5403" y="22384"/>
                  </a:cubicBezTo>
                  <a:cubicBezTo>
                    <a:pt x="9949" y="5728"/>
                    <a:pt x="12654" y="-762"/>
                    <a:pt x="9517" y="108"/>
                  </a:cubicBezTo>
                  <a:lnTo>
                    <a:pt x="940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43CC80D1-28DD-A2FA-D8B5-4AAC2A07F6AE}"/>
                </a:ext>
              </a:extLst>
            </p:cNvPr>
            <p:cNvSpPr/>
            <p:nvPr/>
          </p:nvSpPr>
          <p:spPr>
            <a:xfrm>
              <a:off x="5408110" y="2923953"/>
              <a:ext cx="6818" cy="6359"/>
            </a:xfrm>
            <a:custGeom>
              <a:avLst/>
              <a:gdLst>
                <a:gd name="csX0" fmla="*/ 4596 w 7863"/>
                <a:gd name="csY0" fmla="*/ 7244 h 7334"/>
                <a:gd name="csX1" fmla="*/ 5352 w 7863"/>
                <a:gd name="csY1" fmla="*/ 1192 h 7334"/>
                <a:gd name="csX2" fmla="*/ 374 w 7863"/>
                <a:gd name="csY2" fmla="*/ 2380 h 7334"/>
                <a:gd name="csX3" fmla="*/ 4704 w 7863"/>
                <a:gd name="csY3" fmla="*/ 7244 h 7334"/>
                <a:gd name="csX4" fmla="*/ 4596 w 7863"/>
                <a:gd name="csY4" fmla="*/ 7244 h 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63" h="7334">
                  <a:moveTo>
                    <a:pt x="4596" y="7244"/>
                  </a:moveTo>
                  <a:cubicBezTo>
                    <a:pt x="7733" y="8107"/>
                    <a:pt x="9683" y="2595"/>
                    <a:pt x="5352" y="1192"/>
                  </a:cubicBezTo>
                  <a:cubicBezTo>
                    <a:pt x="4704" y="1192"/>
                    <a:pt x="-1576" y="-2161"/>
                    <a:pt x="374" y="2380"/>
                  </a:cubicBezTo>
                  <a:cubicBezTo>
                    <a:pt x="374" y="2380"/>
                    <a:pt x="1891" y="6488"/>
                    <a:pt x="4704" y="7244"/>
                  </a:cubicBezTo>
                  <a:lnTo>
                    <a:pt x="4596" y="72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8C9A0E9F-D97A-6C9A-2378-4A8E8B2C4C71}"/>
                </a:ext>
              </a:extLst>
            </p:cNvPr>
            <p:cNvSpPr/>
            <p:nvPr/>
          </p:nvSpPr>
          <p:spPr>
            <a:xfrm>
              <a:off x="5426362" y="2800328"/>
              <a:ext cx="10286" cy="7348"/>
            </a:xfrm>
            <a:custGeom>
              <a:avLst/>
              <a:gdLst>
                <a:gd name="csX0" fmla="*/ 108 w 11863"/>
                <a:gd name="csY0" fmla="*/ 5456 h 8474"/>
                <a:gd name="csX1" fmla="*/ 11468 w 11863"/>
                <a:gd name="csY1" fmla="*/ 916 h 8474"/>
                <a:gd name="csX2" fmla="*/ 7036 w 11863"/>
                <a:gd name="csY2" fmla="*/ 370 h 8474"/>
                <a:gd name="csX3" fmla="*/ 0 w 11863"/>
                <a:gd name="csY3" fmla="*/ 5456 h 8474"/>
                <a:gd name="csX4" fmla="*/ 108 w 11863"/>
                <a:gd name="csY4" fmla="*/ 5456 h 8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63" h="8474">
                  <a:moveTo>
                    <a:pt x="108" y="5456"/>
                  </a:moveTo>
                  <a:cubicBezTo>
                    <a:pt x="108" y="12810"/>
                    <a:pt x="14396" y="4916"/>
                    <a:pt x="11468" y="916"/>
                  </a:cubicBezTo>
                  <a:cubicBezTo>
                    <a:pt x="10821" y="-62"/>
                    <a:pt x="8763" y="-278"/>
                    <a:pt x="7036" y="370"/>
                  </a:cubicBezTo>
                  <a:cubicBezTo>
                    <a:pt x="5950" y="916"/>
                    <a:pt x="0" y="2319"/>
                    <a:pt x="0" y="5456"/>
                  </a:cubicBezTo>
                  <a:lnTo>
                    <a:pt x="108" y="54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FD1C446C-3195-FDB1-FBA8-D23F18CF795E}"/>
                </a:ext>
              </a:extLst>
            </p:cNvPr>
            <p:cNvSpPr/>
            <p:nvPr/>
          </p:nvSpPr>
          <p:spPr>
            <a:xfrm>
              <a:off x="5427554" y="2863880"/>
              <a:ext cx="56913" cy="55145"/>
            </a:xfrm>
            <a:custGeom>
              <a:avLst/>
              <a:gdLst>
                <a:gd name="csX0" fmla="*/ 9337 w 65636"/>
                <a:gd name="csY0" fmla="*/ 30031 h 63597"/>
                <a:gd name="csX1" fmla="*/ 8797 w 65636"/>
                <a:gd name="csY1" fmla="*/ 46896 h 63597"/>
                <a:gd name="csX2" fmla="*/ 16589 w 65636"/>
                <a:gd name="csY2" fmla="*/ 53818 h 63597"/>
                <a:gd name="csX3" fmla="*/ 27308 w 65636"/>
                <a:gd name="csY3" fmla="*/ 53386 h 63597"/>
                <a:gd name="csX4" fmla="*/ 33581 w 65636"/>
                <a:gd name="csY4" fmla="*/ 58790 h 63597"/>
                <a:gd name="csX5" fmla="*/ 41164 w 65636"/>
                <a:gd name="csY5" fmla="*/ 63444 h 63597"/>
                <a:gd name="csX6" fmla="*/ 46142 w 65636"/>
                <a:gd name="csY6" fmla="*/ 51113 h 63597"/>
                <a:gd name="csX7" fmla="*/ 51336 w 65636"/>
                <a:gd name="csY7" fmla="*/ 50573 h 63597"/>
                <a:gd name="csX8" fmla="*/ 54257 w 65636"/>
                <a:gd name="csY8" fmla="*/ 42896 h 63597"/>
                <a:gd name="csX9" fmla="*/ 49171 w 65636"/>
                <a:gd name="csY9" fmla="*/ 35327 h 63597"/>
                <a:gd name="csX10" fmla="*/ 51012 w 65636"/>
                <a:gd name="csY10" fmla="*/ 31758 h 63597"/>
                <a:gd name="csX11" fmla="*/ 60099 w 65636"/>
                <a:gd name="csY11" fmla="*/ 30031 h 63597"/>
                <a:gd name="csX12" fmla="*/ 65192 w 65636"/>
                <a:gd name="csY12" fmla="*/ 27757 h 63597"/>
                <a:gd name="csX13" fmla="*/ 61401 w 65636"/>
                <a:gd name="csY13" fmla="*/ 14562 h 63597"/>
                <a:gd name="csX14" fmla="*/ 61185 w 65636"/>
                <a:gd name="csY14" fmla="*/ 6021 h 63597"/>
                <a:gd name="csX15" fmla="*/ 47545 w 65636"/>
                <a:gd name="csY15" fmla="*/ 1049 h 63597"/>
                <a:gd name="csX16" fmla="*/ 39646 w 65636"/>
                <a:gd name="csY16" fmla="*/ 5805 h 63597"/>
                <a:gd name="csX17" fmla="*/ 38782 w 65636"/>
                <a:gd name="csY17" fmla="*/ 12511 h 63597"/>
                <a:gd name="csX18" fmla="*/ 38128 w 65636"/>
                <a:gd name="csY18" fmla="*/ 20944 h 63597"/>
                <a:gd name="csX19" fmla="*/ 31746 w 65636"/>
                <a:gd name="csY19" fmla="*/ 23757 h 63597"/>
                <a:gd name="csX20" fmla="*/ 29257 w 65636"/>
                <a:gd name="csY20" fmla="*/ 7425 h 63597"/>
                <a:gd name="csX21" fmla="*/ 21028 w 65636"/>
                <a:gd name="csY21" fmla="*/ 14994 h 63597"/>
                <a:gd name="csX22" fmla="*/ 13884 w 65636"/>
                <a:gd name="csY22" fmla="*/ 20728 h 63597"/>
                <a:gd name="csX23" fmla="*/ 9229 w 65636"/>
                <a:gd name="csY23" fmla="*/ 30247 h 63597"/>
                <a:gd name="csX24" fmla="*/ 9337 w 65636"/>
                <a:gd name="csY24" fmla="*/ 30031 h 63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5636" h="63597">
                  <a:moveTo>
                    <a:pt x="9337" y="30031"/>
                  </a:moveTo>
                  <a:cubicBezTo>
                    <a:pt x="14646" y="48846"/>
                    <a:pt x="5013" y="40838"/>
                    <a:pt x="8797" y="46896"/>
                  </a:cubicBezTo>
                  <a:cubicBezTo>
                    <a:pt x="9883" y="48192"/>
                    <a:pt x="11827" y="54034"/>
                    <a:pt x="16589" y="53818"/>
                  </a:cubicBezTo>
                  <a:lnTo>
                    <a:pt x="27308" y="53386"/>
                  </a:lnTo>
                  <a:cubicBezTo>
                    <a:pt x="31530" y="53170"/>
                    <a:pt x="34128" y="59444"/>
                    <a:pt x="33581" y="58790"/>
                  </a:cubicBezTo>
                  <a:cubicBezTo>
                    <a:pt x="35747" y="62905"/>
                    <a:pt x="41811" y="63660"/>
                    <a:pt x="41164" y="63444"/>
                  </a:cubicBezTo>
                  <a:cubicBezTo>
                    <a:pt x="48085" y="65172"/>
                    <a:pt x="39214" y="51760"/>
                    <a:pt x="46142" y="51113"/>
                  </a:cubicBezTo>
                  <a:lnTo>
                    <a:pt x="51336" y="50573"/>
                  </a:lnTo>
                  <a:cubicBezTo>
                    <a:pt x="55775" y="50141"/>
                    <a:pt x="58156" y="45385"/>
                    <a:pt x="54257" y="42896"/>
                  </a:cubicBezTo>
                  <a:cubicBezTo>
                    <a:pt x="53063" y="41708"/>
                    <a:pt x="46897" y="39867"/>
                    <a:pt x="49171" y="35327"/>
                  </a:cubicBezTo>
                  <a:lnTo>
                    <a:pt x="51012" y="31758"/>
                  </a:lnTo>
                  <a:cubicBezTo>
                    <a:pt x="52955" y="27865"/>
                    <a:pt x="58480" y="26024"/>
                    <a:pt x="60099" y="30031"/>
                  </a:cubicBezTo>
                  <a:cubicBezTo>
                    <a:pt x="61617" y="33815"/>
                    <a:pt x="67243" y="32190"/>
                    <a:pt x="65192" y="27757"/>
                  </a:cubicBezTo>
                  <a:cubicBezTo>
                    <a:pt x="61725" y="18023"/>
                    <a:pt x="63566" y="17591"/>
                    <a:pt x="61401" y="14562"/>
                  </a:cubicBezTo>
                  <a:cubicBezTo>
                    <a:pt x="59343" y="11641"/>
                    <a:pt x="61293" y="5374"/>
                    <a:pt x="61185" y="6021"/>
                  </a:cubicBezTo>
                  <a:cubicBezTo>
                    <a:pt x="62480" y="611"/>
                    <a:pt x="51660" y="-1440"/>
                    <a:pt x="47545" y="1049"/>
                  </a:cubicBezTo>
                  <a:lnTo>
                    <a:pt x="39646" y="5805"/>
                  </a:lnTo>
                  <a:cubicBezTo>
                    <a:pt x="36185" y="7856"/>
                    <a:pt x="38890" y="13159"/>
                    <a:pt x="38782" y="12511"/>
                  </a:cubicBezTo>
                  <a:cubicBezTo>
                    <a:pt x="40509" y="16512"/>
                    <a:pt x="38020" y="21592"/>
                    <a:pt x="38128" y="20944"/>
                  </a:cubicBezTo>
                  <a:cubicBezTo>
                    <a:pt x="36509" y="24944"/>
                    <a:pt x="31200" y="23865"/>
                    <a:pt x="31746" y="23757"/>
                  </a:cubicBezTo>
                  <a:cubicBezTo>
                    <a:pt x="24279" y="22893"/>
                    <a:pt x="36725" y="7856"/>
                    <a:pt x="29257" y="7425"/>
                  </a:cubicBezTo>
                  <a:cubicBezTo>
                    <a:pt x="3279" y="5805"/>
                    <a:pt x="25574" y="7971"/>
                    <a:pt x="21028" y="14994"/>
                  </a:cubicBezTo>
                  <a:cubicBezTo>
                    <a:pt x="20380" y="15648"/>
                    <a:pt x="18430" y="20728"/>
                    <a:pt x="13884" y="20728"/>
                  </a:cubicBezTo>
                  <a:cubicBezTo>
                    <a:pt x="-13497" y="20728"/>
                    <a:pt x="7826" y="25268"/>
                    <a:pt x="9229" y="30247"/>
                  </a:cubicBezTo>
                  <a:lnTo>
                    <a:pt x="9337" y="30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40D08381-3321-DC67-6F08-B547B1C55EC0}"/>
                </a:ext>
              </a:extLst>
            </p:cNvPr>
            <p:cNvSpPr/>
            <p:nvPr/>
          </p:nvSpPr>
          <p:spPr>
            <a:xfrm>
              <a:off x="5457618" y="2924982"/>
              <a:ext cx="9288" cy="17063"/>
            </a:xfrm>
            <a:custGeom>
              <a:avLst/>
              <a:gdLst>
                <a:gd name="csX0" fmla="*/ 105 w 10712"/>
                <a:gd name="csY0" fmla="*/ 2813 h 19678"/>
                <a:gd name="csX1" fmla="*/ 4975 w 10712"/>
                <a:gd name="csY1" fmla="*/ 18167 h 19678"/>
                <a:gd name="csX2" fmla="*/ 6271 w 10712"/>
                <a:gd name="csY2" fmla="*/ 870 h 19678"/>
                <a:gd name="csX3" fmla="*/ 105 w 10712"/>
                <a:gd name="csY3" fmla="*/ 2813 h 19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712" h="19678">
                  <a:moveTo>
                    <a:pt x="105" y="2813"/>
                  </a:moveTo>
                  <a:cubicBezTo>
                    <a:pt x="2594" y="15253"/>
                    <a:pt x="3566" y="23146"/>
                    <a:pt x="4975" y="18167"/>
                  </a:cubicBezTo>
                  <a:cubicBezTo>
                    <a:pt x="8004" y="7575"/>
                    <a:pt x="15472" y="3029"/>
                    <a:pt x="6271" y="870"/>
                  </a:cubicBezTo>
                  <a:cubicBezTo>
                    <a:pt x="5299" y="870"/>
                    <a:pt x="-873" y="-2051"/>
                    <a:pt x="105" y="28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46C6DF60-6BEB-9C5F-2A73-BE6DD0A953CD}"/>
                </a:ext>
              </a:extLst>
            </p:cNvPr>
            <p:cNvSpPr/>
            <p:nvPr/>
          </p:nvSpPr>
          <p:spPr>
            <a:xfrm>
              <a:off x="5432146" y="2922929"/>
              <a:ext cx="22254" cy="15666"/>
            </a:xfrm>
            <a:custGeom>
              <a:avLst/>
              <a:gdLst>
                <a:gd name="csX0" fmla="*/ 16812 w 25665"/>
                <a:gd name="csY0" fmla="*/ 17512 h 18067"/>
                <a:gd name="csX1" fmla="*/ 22978 w 25665"/>
                <a:gd name="csY1" fmla="*/ 16642 h 18067"/>
                <a:gd name="csX2" fmla="*/ 25575 w 25665"/>
                <a:gd name="csY2" fmla="*/ 13619 h 18067"/>
                <a:gd name="csX3" fmla="*/ 20705 w 25665"/>
                <a:gd name="csY3" fmla="*/ 4101 h 18067"/>
                <a:gd name="csX4" fmla="*/ 14971 w 25665"/>
                <a:gd name="csY4" fmla="*/ 4317 h 18067"/>
                <a:gd name="csX5" fmla="*/ 4906 w 25665"/>
                <a:gd name="csY5" fmla="*/ 424 h 18067"/>
                <a:gd name="csX6" fmla="*/ 3820 w 25665"/>
                <a:gd name="csY6" fmla="*/ 856 h 18067"/>
                <a:gd name="csX7" fmla="*/ 1655 w 25665"/>
                <a:gd name="csY7" fmla="*/ 4641 h 18067"/>
                <a:gd name="csX8" fmla="*/ 1655 w 25665"/>
                <a:gd name="csY8" fmla="*/ 12210 h 18067"/>
                <a:gd name="csX9" fmla="*/ 16812 w 25665"/>
                <a:gd name="csY9" fmla="*/ 17404 h 18067"/>
                <a:gd name="csX10" fmla="*/ 16812 w 25665"/>
                <a:gd name="csY10" fmla="*/ 17512 h 18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665" h="18067">
                  <a:moveTo>
                    <a:pt x="16812" y="17512"/>
                  </a:moveTo>
                  <a:cubicBezTo>
                    <a:pt x="19517" y="15994"/>
                    <a:pt x="23524" y="16642"/>
                    <a:pt x="22978" y="16642"/>
                  </a:cubicBezTo>
                  <a:cubicBezTo>
                    <a:pt x="24820" y="16972"/>
                    <a:pt x="26013" y="15563"/>
                    <a:pt x="25575" y="13619"/>
                  </a:cubicBezTo>
                  <a:cubicBezTo>
                    <a:pt x="24603" y="10267"/>
                    <a:pt x="24927" y="964"/>
                    <a:pt x="20705" y="4101"/>
                  </a:cubicBezTo>
                  <a:cubicBezTo>
                    <a:pt x="20057" y="4317"/>
                    <a:pt x="17676" y="6374"/>
                    <a:pt x="14971" y="4317"/>
                  </a:cubicBezTo>
                  <a:cubicBezTo>
                    <a:pt x="13021" y="3237"/>
                    <a:pt x="9452" y="-1411"/>
                    <a:pt x="4906" y="424"/>
                  </a:cubicBezTo>
                  <a:lnTo>
                    <a:pt x="3820" y="856"/>
                  </a:lnTo>
                  <a:cubicBezTo>
                    <a:pt x="2093" y="1504"/>
                    <a:pt x="1115" y="3237"/>
                    <a:pt x="1655" y="4641"/>
                  </a:cubicBezTo>
                  <a:cubicBezTo>
                    <a:pt x="3280" y="8533"/>
                    <a:pt x="-2777" y="9943"/>
                    <a:pt x="1655" y="12210"/>
                  </a:cubicBezTo>
                  <a:cubicBezTo>
                    <a:pt x="10856" y="17188"/>
                    <a:pt x="13345" y="19239"/>
                    <a:pt x="16812" y="17404"/>
                  </a:cubicBezTo>
                  <a:lnTo>
                    <a:pt x="16812" y="17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7E875390-1994-AD14-DFB7-9E1A8402BE5F}"/>
                </a:ext>
              </a:extLst>
            </p:cNvPr>
            <p:cNvSpPr/>
            <p:nvPr/>
          </p:nvSpPr>
          <p:spPr>
            <a:xfrm>
              <a:off x="5468548" y="2918133"/>
              <a:ext cx="12665" cy="8507"/>
            </a:xfrm>
            <a:custGeom>
              <a:avLst/>
              <a:gdLst>
                <a:gd name="csX0" fmla="*/ 7305 w 14606"/>
                <a:gd name="csY0" fmla="*/ 113 h 9811"/>
                <a:gd name="csX1" fmla="*/ 1240 w 14606"/>
                <a:gd name="csY1" fmla="*/ 4120 h 9811"/>
                <a:gd name="csX2" fmla="*/ 4053 w 14606"/>
                <a:gd name="csY2" fmla="*/ 8768 h 9811"/>
                <a:gd name="csX3" fmla="*/ 12175 w 14606"/>
                <a:gd name="csY3" fmla="*/ 6495 h 9811"/>
                <a:gd name="csX4" fmla="*/ 9902 w 14606"/>
                <a:gd name="csY4" fmla="*/ 5 h 9811"/>
                <a:gd name="csX5" fmla="*/ 7305 w 14606"/>
                <a:gd name="csY5" fmla="*/ 5 h 9811"/>
                <a:gd name="csX6" fmla="*/ 7305 w 14606"/>
                <a:gd name="csY6" fmla="*/ 113 h 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606" h="9811">
                  <a:moveTo>
                    <a:pt x="7305" y="113"/>
                  </a:moveTo>
                  <a:cubicBezTo>
                    <a:pt x="2326" y="335"/>
                    <a:pt x="5139" y="2062"/>
                    <a:pt x="1240" y="4120"/>
                  </a:cubicBezTo>
                  <a:cubicBezTo>
                    <a:pt x="-1788" y="5739"/>
                    <a:pt x="1349" y="12336"/>
                    <a:pt x="4053" y="8768"/>
                  </a:cubicBezTo>
                  <a:cubicBezTo>
                    <a:pt x="6543" y="5415"/>
                    <a:pt x="12715" y="6495"/>
                    <a:pt x="12175" y="6495"/>
                  </a:cubicBezTo>
                  <a:cubicBezTo>
                    <a:pt x="16614" y="6818"/>
                    <a:pt x="14449" y="-211"/>
                    <a:pt x="9902" y="5"/>
                  </a:cubicBezTo>
                  <a:lnTo>
                    <a:pt x="7305" y="5"/>
                  </a:lnTo>
                  <a:lnTo>
                    <a:pt x="7305" y="1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2227704E-B3B3-2851-5394-13B62EF88E6C}"/>
                </a:ext>
              </a:extLst>
            </p:cNvPr>
            <p:cNvSpPr/>
            <p:nvPr/>
          </p:nvSpPr>
          <p:spPr>
            <a:xfrm>
              <a:off x="5336321" y="2780044"/>
              <a:ext cx="91648" cy="148131"/>
            </a:xfrm>
            <a:custGeom>
              <a:avLst/>
              <a:gdLst>
                <a:gd name="csX0" fmla="*/ 54591 w 105695"/>
                <a:gd name="csY0" fmla="*/ 170835 h 170835"/>
                <a:gd name="csX1" fmla="*/ 54698 w 105695"/>
                <a:gd name="csY1" fmla="*/ 170835 h 170835"/>
                <a:gd name="csX2" fmla="*/ 55346 w 105695"/>
                <a:gd name="csY2" fmla="*/ 169210 h 170835"/>
                <a:gd name="csX3" fmla="*/ 72663 w 105695"/>
                <a:gd name="csY3" fmla="*/ 164993 h 170835"/>
                <a:gd name="csX4" fmla="*/ 63900 w 105695"/>
                <a:gd name="csY4" fmla="*/ 157316 h 170835"/>
                <a:gd name="csX5" fmla="*/ 51346 w 105695"/>
                <a:gd name="csY5" fmla="*/ 157316 h 170835"/>
                <a:gd name="csX6" fmla="*/ 51346 w 105695"/>
                <a:gd name="csY6" fmla="*/ 156452 h 170835"/>
                <a:gd name="csX7" fmla="*/ 59677 w 105695"/>
                <a:gd name="csY7" fmla="*/ 148560 h 170835"/>
                <a:gd name="csX8" fmla="*/ 58490 w 105695"/>
                <a:gd name="csY8" fmla="*/ 131472 h 170835"/>
                <a:gd name="csX9" fmla="*/ 61087 w 105695"/>
                <a:gd name="csY9" fmla="*/ 128227 h 170835"/>
                <a:gd name="csX10" fmla="*/ 62274 w 105695"/>
                <a:gd name="csY10" fmla="*/ 121197 h 170835"/>
                <a:gd name="csX11" fmla="*/ 72015 w 105695"/>
                <a:gd name="csY11" fmla="*/ 117737 h 170835"/>
                <a:gd name="csX12" fmla="*/ 68878 w 105695"/>
                <a:gd name="csY12" fmla="*/ 114276 h 170835"/>
                <a:gd name="csX13" fmla="*/ 69418 w 105695"/>
                <a:gd name="csY13" fmla="*/ 109951 h 170835"/>
                <a:gd name="csX14" fmla="*/ 75044 w 105695"/>
                <a:gd name="csY14" fmla="*/ 110275 h 170835"/>
                <a:gd name="csX15" fmla="*/ 80245 w 105695"/>
                <a:gd name="csY15" fmla="*/ 105087 h 170835"/>
                <a:gd name="csX16" fmla="*/ 79483 w 105695"/>
                <a:gd name="csY16" fmla="*/ 97188 h 170835"/>
                <a:gd name="csX17" fmla="*/ 84137 w 105695"/>
                <a:gd name="csY17" fmla="*/ 87892 h 170835"/>
                <a:gd name="csX18" fmla="*/ 86626 w 105695"/>
                <a:gd name="csY18" fmla="*/ 89403 h 170835"/>
                <a:gd name="csX19" fmla="*/ 92036 w 105695"/>
                <a:gd name="csY19" fmla="*/ 93842 h 170835"/>
                <a:gd name="csX20" fmla="*/ 96259 w 105695"/>
                <a:gd name="csY20" fmla="*/ 91568 h 170835"/>
                <a:gd name="csX21" fmla="*/ 100482 w 105695"/>
                <a:gd name="csY21" fmla="*/ 89949 h 170835"/>
                <a:gd name="csX22" fmla="*/ 104813 w 105695"/>
                <a:gd name="csY22" fmla="*/ 74264 h 170835"/>
                <a:gd name="csX23" fmla="*/ 99396 w 105695"/>
                <a:gd name="csY23" fmla="*/ 71674 h 170835"/>
                <a:gd name="csX24" fmla="*/ 90417 w 105695"/>
                <a:gd name="csY24" fmla="*/ 72861 h 170835"/>
                <a:gd name="csX25" fmla="*/ 84029 w 105695"/>
                <a:gd name="csY25" fmla="*/ 67559 h 170835"/>
                <a:gd name="csX26" fmla="*/ 80569 w 105695"/>
                <a:gd name="csY26" fmla="*/ 51665 h 170835"/>
                <a:gd name="csX27" fmla="*/ 91605 w 105695"/>
                <a:gd name="csY27" fmla="*/ 26036 h 170835"/>
                <a:gd name="csX28" fmla="*/ 91605 w 105695"/>
                <a:gd name="csY28" fmla="*/ 20848 h 170835"/>
                <a:gd name="csX29" fmla="*/ 89008 w 105695"/>
                <a:gd name="csY29" fmla="*/ 13495 h 170835"/>
                <a:gd name="csX30" fmla="*/ 89770 w 105695"/>
                <a:gd name="csY30" fmla="*/ 8193 h 170835"/>
                <a:gd name="csX31" fmla="*/ 94856 w 105695"/>
                <a:gd name="csY31" fmla="*/ 3653 h 170835"/>
                <a:gd name="csX32" fmla="*/ 89008 w 105695"/>
                <a:gd name="csY32" fmla="*/ 1379 h 170835"/>
                <a:gd name="csX33" fmla="*/ 65741 w 105695"/>
                <a:gd name="csY33" fmla="*/ 14143 h 170835"/>
                <a:gd name="csX34" fmla="*/ 30454 w 105695"/>
                <a:gd name="csY34" fmla="*/ 36634 h 170835"/>
                <a:gd name="csX35" fmla="*/ 20821 w 105695"/>
                <a:gd name="csY35" fmla="*/ 38254 h 170835"/>
                <a:gd name="csX36" fmla="*/ 15627 w 105695"/>
                <a:gd name="csY36" fmla="*/ 41175 h 170835"/>
                <a:gd name="csX37" fmla="*/ 685 w 105695"/>
                <a:gd name="csY37" fmla="*/ 70372 h 170835"/>
                <a:gd name="csX38" fmla="*/ 1663 w 105695"/>
                <a:gd name="csY38" fmla="*/ 121089 h 170835"/>
                <a:gd name="csX39" fmla="*/ 1663 w 105695"/>
                <a:gd name="csY39" fmla="*/ 132119 h 170835"/>
                <a:gd name="csX40" fmla="*/ 10433 w 105695"/>
                <a:gd name="csY40" fmla="*/ 140336 h 170835"/>
                <a:gd name="csX41" fmla="*/ 11188 w 105695"/>
                <a:gd name="csY41" fmla="*/ 135148 h 170835"/>
                <a:gd name="csX42" fmla="*/ 6858 w 105695"/>
                <a:gd name="csY42" fmla="*/ 127903 h 170835"/>
                <a:gd name="csX43" fmla="*/ 9887 w 105695"/>
                <a:gd name="csY43" fmla="*/ 127471 h 170835"/>
                <a:gd name="csX44" fmla="*/ 20390 w 105695"/>
                <a:gd name="csY44" fmla="*/ 139689 h 170835"/>
                <a:gd name="csX45" fmla="*/ 21361 w 105695"/>
                <a:gd name="csY45" fmla="*/ 154503 h 170835"/>
                <a:gd name="csX46" fmla="*/ 20390 w 105695"/>
                <a:gd name="csY46" fmla="*/ 170289 h 170835"/>
                <a:gd name="csX47" fmla="*/ 54375 w 105695"/>
                <a:gd name="csY47" fmla="*/ 170835 h 170835"/>
                <a:gd name="csX48" fmla="*/ 54591 w 105695"/>
                <a:gd name="csY48" fmla="*/ 170835 h 170835"/>
                <a:gd name="csX49" fmla="*/ 52749 w 105695"/>
                <a:gd name="csY49" fmla="*/ 39663 h 170835"/>
                <a:gd name="csX50" fmla="*/ 62058 w 105695"/>
                <a:gd name="csY50" fmla="*/ 40095 h 170835"/>
                <a:gd name="csX51" fmla="*/ 55346 w 105695"/>
                <a:gd name="csY51" fmla="*/ 47125 h 170835"/>
                <a:gd name="csX52" fmla="*/ 52857 w 105695"/>
                <a:gd name="csY52" fmla="*/ 39663 h 170835"/>
                <a:gd name="csX53" fmla="*/ 52749 w 105695"/>
                <a:gd name="csY53" fmla="*/ 39663 h 170835"/>
                <a:gd name="csX54" fmla="*/ 42684 w 105695"/>
                <a:gd name="csY54" fmla="*/ 68429 h 170835"/>
                <a:gd name="csX55" fmla="*/ 35648 w 105695"/>
                <a:gd name="csY55" fmla="*/ 66911 h 170835"/>
                <a:gd name="csX56" fmla="*/ 41383 w 105695"/>
                <a:gd name="csY56" fmla="*/ 60752 h 170835"/>
                <a:gd name="csX57" fmla="*/ 43116 w 105695"/>
                <a:gd name="csY57" fmla="*/ 61183 h 170835"/>
                <a:gd name="csX58" fmla="*/ 42684 w 105695"/>
                <a:gd name="csY58" fmla="*/ 68429 h 170835"/>
                <a:gd name="csX59" fmla="*/ 42145 w 105695"/>
                <a:gd name="csY59" fmla="*/ 47772 h 170835"/>
                <a:gd name="csX60" fmla="*/ 37058 w 105695"/>
                <a:gd name="csY60" fmla="*/ 55233 h 170835"/>
                <a:gd name="csX61" fmla="*/ 33267 w 105695"/>
                <a:gd name="csY61" fmla="*/ 55557 h 170835"/>
                <a:gd name="csX62" fmla="*/ 26232 w 105695"/>
                <a:gd name="csY62" fmla="*/ 48744 h 170835"/>
                <a:gd name="csX63" fmla="*/ 25692 w 105695"/>
                <a:gd name="csY63" fmla="*/ 48528 h 170835"/>
                <a:gd name="csX64" fmla="*/ 42253 w 105695"/>
                <a:gd name="csY64" fmla="*/ 47664 h 170835"/>
                <a:gd name="csX65" fmla="*/ 42145 w 105695"/>
                <a:gd name="csY65" fmla="*/ 47772 h 170835"/>
                <a:gd name="csX66" fmla="*/ 7613 w 105695"/>
                <a:gd name="csY66" fmla="*/ 110167 h 170835"/>
                <a:gd name="csX67" fmla="*/ 4153 w 105695"/>
                <a:gd name="csY67" fmla="*/ 102814 h 170835"/>
                <a:gd name="csX68" fmla="*/ 9239 w 105695"/>
                <a:gd name="csY68" fmla="*/ 101195 h 170835"/>
                <a:gd name="csX69" fmla="*/ 9887 w 105695"/>
                <a:gd name="csY69" fmla="*/ 103138 h 170835"/>
                <a:gd name="csX70" fmla="*/ 7613 w 105695"/>
                <a:gd name="csY70" fmla="*/ 110167 h 170835"/>
                <a:gd name="csX71" fmla="*/ 21469 w 105695"/>
                <a:gd name="csY71" fmla="*/ 75782 h 170835"/>
                <a:gd name="csX72" fmla="*/ 13570 w 105695"/>
                <a:gd name="csY72" fmla="*/ 70804 h 170835"/>
                <a:gd name="csX73" fmla="*/ 7829 w 105695"/>
                <a:gd name="csY73" fmla="*/ 68753 h 170835"/>
                <a:gd name="csX74" fmla="*/ 6426 w 105695"/>
                <a:gd name="csY74" fmla="*/ 64536 h 170835"/>
                <a:gd name="csX75" fmla="*/ 15195 w 105695"/>
                <a:gd name="csY75" fmla="*/ 65400 h 170835"/>
                <a:gd name="csX76" fmla="*/ 24066 w 105695"/>
                <a:gd name="csY76" fmla="*/ 61399 h 170835"/>
                <a:gd name="csX77" fmla="*/ 27095 w 105695"/>
                <a:gd name="csY77" fmla="*/ 64098 h 170835"/>
                <a:gd name="csX78" fmla="*/ 24498 w 105695"/>
                <a:gd name="csY78" fmla="*/ 71020 h 170835"/>
                <a:gd name="csX79" fmla="*/ 21469 w 105695"/>
                <a:gd name="csY79" fmla="*/ 75782 h 170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105695" h="170835">
                  <a:moveTo>
                    <a:pt x="54591" y="170835"/>
                  </a:moveTo>
                  <a:lnTo>
                    <a:pt x="54698" y="170835"/>
                  </a:lnTo>
                  <a:cubicBezTo>
                    <a:pt x="54698" y="170835"/>
                    <a:pt x="54698" y="169857"/>
                    <a:pt x="55346" y="169210"/>
                  </a:cubicBezTo>
                  <a:cubicBezTo>
                    <a:pt x="59677" y="163266"/>
                    <a:pt x="75590" y="172023"/>
                    <a:pt x="72663" y="164993"/>
                  </a:cubicBezTo>
                  <a:cubicBezTo>
                    <a:pt x="70720" y="160345"/>
                    <a:pt x="63252" y="156884"/>
                    <a:pt x="63900" y="157316"/>
                  </a:cubicBezTo>
                  <a:cubicBezTo>
                    <a:pt x="58159" y="153855"/>
                    <a:pt x="52533" y="163806"/>
                    <a:pt x="51346" y="157316"/>
                  </a:cubicBezTo>
                  <a:lnTo>
                    <a:pt x="51346" y="156452"/>
                  </a:lnTo>
                  <a:cubicBezTo>
                    <a:pt x="50152" y="150611"/>
                    <a:pt x="56756" y="152884"/>
                    <a:pt x="59677" y="148560"/>
                  </a:cubicBezTo>
                  <a:cubicBezTo>
                    <a:pt x="62922" y="143797"/>
                    <a:pt x="54051" y="136875"/>
                    <a:pt x="58490" y="131472"/>
                  </a:cubicBezTo>
                  <a:lnTo>
                    <a:pt x="61087" y="128227"/>
                  </a:lnTo>
                  <a:cubicBezTo>
                    <a:pt x="64440" y="124226"/>
                    <a:pt x="57296" y="121521"/>
                    <a:pt x="62274" y="121197"/>
                  </a:cubicBezTo>
                  <a:cubicBezTo>
                    <a:pt x="64547" y="120766"/>
                    <a:pt x="70612" y="121845"/>
                    <a:pt x="72015" y="117737"/>
                  </a:cubicBezTo>
                  <a:cubicBezTo>
                    <a:pt x="73101" y="114600"/>
                    <a:pt x="68338" y="113952"/>
                    <a:pt x="68878" y="114276"/>
                  </a:cubicBezTo>
                  <a:cubicBezTo>
                    <a:pt x="64440" y="113628"/>
                    <a:pt x="64871" y="109628"/>
                    <a:pt x="69418" y="109951"/>
                  </a:cubicBezTo>
                  <a:lnTo>
                    <a:pt x="75044" y="110275"/>
                  </a:lnTo>
                  <a:cubicBezTo>
                    <a:pt x="79159" y="110599"/>
                    <a:pt x="80676" y="104325"/>
                    <a:pt x="80245" y="105087"/>
                  </a:cubicBezTo>
                  <a:cubicBezTo>
                    <a:pt x="81540" y="101195"/>
                    <a:pt x="79375" y="96540"/>
                    <a:pt x="79483" y="97188"/>
                  </a:cubicBezTo>
                  <a:cubicBezTo>
                    <a:pt x="77425" y="92432"/>
                    <a:pt x="84569" y="87244"/>
                    <a:pt x="84137" y="87892"/>
                  </a:cubicBezTo>
                  <a:cubicBezTo>
                    <a:pt x="86734" y="85294"/>
                    <a:pt x="86842" y="90057"/>
                    <a:pt x="86626" y="89403"/>
                  </a:cubicBezTo>
                  <a:cubicBezTo>
                    <a:pt x="86626" y="94165"/>
                    <a:pt x="90201" y="98274"/>
                    <a:pt x="92036" y="93842"/>
                  </a:cubicBezTo>
                  <a:cubicBezTo>
                    <a:pt x="92583" y="93188"/>
                    <a:pt x="93554" y="89835"/>
                    <a:pt x="96259" y="91568"/>
                  </a:cubicBezTo>
                  <a:cubicBezTo>
                    <a:pt x="97669" y="92432"/>
                    <a:pt x="99619" y="91784"/>
                    <a:pt x="100482" y="89949"/>
                  </a:cubicBezTo>
                  <a:cubicBezTo>
                    <a:pt x="102647" y="84431"/>
                    <a:pt x="107734" y="79135"/>
                    <a:pt x="104813" y="74264"/>
                  </a:cubicBezTo>
                  <a:cubicBezTo>
                    <a:pt x="104273" y="73725"/>
                    <a:pt x="102863" y="70372"/>
                    <a:pt x="99396" y="71674"/>
                  </a:cubicBezTo>
                  <a:cubicBezTo>
                    <a:pt x="98748" y="71782"/>
                    <a:pt x="94532" y="74049"/>
                    <a:pt x="90417" y="72861"/>
                  </a:cubicBezTo>
                  <a:cubicBezTo>
                    <a:pt x="89770" y="72537"/>
                    <a:pt x="85007" y="72213"/>
                    <a:pt x="84029" y="67559"/>
                  </a:cubicBezTo>
                  <a:lnTo>
                    <a:pt x="80569" y="51665"/>
                  </a:lnTo>
                  <a:cubicBezTo>
                    <a:pt x="78835" y="43448"/>
                    <a:pt x="91821" y="35231"/>
                    <a:pt x="91605" y="26036"/>
                  </a:cubicBezTo>
                  <a:lnTo>
                    <a:pt x="91605" y="20848"/>
                  </a:lnTo>
                  <a:cubicBezTo>
                    <a:pt x="91281" y="16848"/>
                    <a:pt x="88684" y="12841"/>
                    <a:pt x="89008" y="13495"/>
                  </a:cubicBezTo>
                  <a:cubicBezTo>
                    <a:pt x="88036" y="11869"/>
                    <a:pt x="88252" y="9380"/>
                    <a:pt x="89770" y="8193"/>
                  </a:cubicBezTo>
                  <a:lnTo>
                    <a:pt x="94856" y="3653"/>
                  </a:lnTo>
                  <a:cubicBezTo>
                    <a:pt x="98317" y="623"/>
                    <a:pt x="92583" y="-1536"/>
                    <a:pt x="89008" y="1379"/>
                  </a:cubicBezTo>
                  <a:cubicBezTo>
                    <a:pt x="75152" y="12733"/>
                    <a:pt x="70173" y="7113"/>
                    <a:pt x="65741" y="14143"/>
                  </a:cubicBezTo>
                  <a:cubicBezTo>
                    <a:pt x="44094" y="49176"/>
                    <a:pt x="43224" y="28094"/>
                    <a:pt x="30454" y="36634"/>
                  </a:cubicBezTo>
                  <a:cubicBezTo>
                    <a:pt x="26771" y="39124"/>
                    <a:pt x="20282" y="38254"/>
                    <a:pt x="20821" y="38254"/>
                  </a:cubicBezTo>
                  <a:cubicBezTo>
                    <a:pt x="18980" y="38254"/>
                    <a:pt x="16707" y="39555"/>
                    <a:pt x="15627" y="41175"/>
                  </a:cubicBezTo>
                  <a:cubicBezTo>
                    <a:pt x="3505" y="62047"/>
                    <a:pt x="908" y="65292"/>
                    <a:pt x="685" y="70372"/>
                  </a:cubicBezTo>
                  <a:cubicBezTo>
                    <a:pt x="-1696" y="122385"/>
                    <a:pt x="4476" y="110815"/>
                    <a:pt x="1663" y="121089"/>
                  </a:cubicBezTo>
                  <a:cubicBezTo>
                    <a:pt x="1340" y="123147"/>
                    <a:pt x="-1912" y="128767"/>
                    <a:pt x="1663" y="132119"/>
                  </a:cubicBezTo>
                  <a:lnTo>
                    <a:pt x="10433" y="140336"/>
                  </a:lnTo>
                  <a:cubicBezTo>
                    <a:pt x="13785" y="143473"/>
                    <a:pt x="14541" y="138393"/>
                    <a:pt x="11188" y="135148"/>
                  </a:cubicBezTo>
                  <a:cubicBezTo>
                    <a:pt x="10649" y="134393"/>
                    <a:pt x="6426" y="131364"/>
                    <a:pt x="6858" y="127903"/>
                  </a:cubicBezTo>
                  <a:cubicBezTo>
                    <a:pt x="7073" y="126385"/>
                    <a:pt x="8483" y="126277"/>
                    <a:pt x="9887" y="127471"/>
                  </a:cubicBezTo>
                  <a:cubicBezTo>
                    <a:pt x="17246" y="133631"/>
                    <a:pt x="20066" y="135148"/>
                    <a:pt x="20390" y="139689"/>
                  </a:cubicBezTo>
                  <a:lnTo>
                    <a:pt x="21361" y="154503"/>
                  </a:lnTo>
                  <a:cubicBezTo>
                    <a:pt x="21793" y="161641"/>
                    <a:pt x="19628" y="166181"/>
                    <a:pt x="20390" y="170289"/>
                  </a:cubicBezTo>
                  <a:lnTo>
                    <a:pt x="54375" y="170835"/>
                  </a:lnTo>
                  <a:lnTo>
                    <a:pt x="54591" y="170835"/>
                  </a:lnTo>
                  <a:close/>
                  <a:moveTo>
                    <a:pt x="52749" y="39663"/>
                  </a:moveTo>
                  <a:cubicBezTo>
                    <a:pt x="52749" y="39663"/>
                    <a:pt x="64332" y="35123"/>
                    <a:pt x="62058" y="40095"/>
                  </a:cubicBezTo>
                  <a:cubicBezTo>
                    <a:pt x="60541" y="42476"/>
                    <a:pt x="58813" y="51125"/>
                    <a:pt x="55346" y="47125"/>
                  </a:cubicBezTo>
                  <a:cubicBezTo>
                    <a:pt x="54483" y="45823"/>
                    <a:pt x="48203" y="40851"/>
                    <a:pt x="52857" y="39663"/>
                  </a:cubicBezTo>
                  <a:lnTo>
                    <a:pt x="52749" y="39663"/>
                  </a:lnTo>
                  <a:close/>
                  <a:moveTo>
                    <a:pt x="42684" y="68429"/>
                  </a:moveTo>
                  <a:cubicBezTo>
                    <a:pt x="41059" y="68429"/>
                    <a:pt x="33915" y="71782"/>
                    <a:pt x="35648" y="66911"/>
                  </a:cubicBezTo>
                  <a:cubicBezTo>
                    <a:pt x="36188" y="65940"/>
                    <a:pt x="37058" y="59450"/>
                    <a:pt x="41383" y="60752"/>
                  </a:cubicBezTo>
                  <a:lnTo>
                    <a:pt x="43116" y="61183"/>
                  </a:lnTo>
                  <a:cubicBezTo>
                    <a:pt x="47447" y="62371"/>
                    <a:pt x="47015" y="67343"/>
                    <a:pt x="42684" y="68429"/>
                  </a:cubicBezTo>
                  <a:close/>
                  <a:moveTo>
                    <a:pt x="42145" y="47772"/>
                  </a:moveTo>
                  <a:cubicBezTo>
                    <a:pt x="41713" y="48744"/>
                    <a:pt x="41598" y="54802"/>
                    <a:pt x="37058" y="55233"/>
                  </a:cubicBezTo>
                  <a:lnTo>
                    <a:pt x="33267" y="55557"/>
                  </a:lnTo>
                  <a:cubicBezTo>
                    <a:pt x="28397" y="55989"/>
                    <a:pt x="30994" y="50477"/>
                    <a:pt x="26232" y="48744"/>
                  </a:cubicBezTo>
                  <a:lnTo>
                    <a:pt x="25692" y="48528"/>
                  </a:lnTo>
                  <a:cubicBezTo>
                    <a:pt x="18116" y="45931"/>
                    <a:pt x="44202" y="39555"/>
                    <a:pt x="42253" y="47664"/>
                  </a:cubicBezTo>
                  <a:lnTo>
                    <a:pt x="42145" y="47772"/>
                  </a:lnTo>
                  <a:close/>
                  <a:moveTo>
                    <a:pt x="7613" y="110167"/>
                  </a:moveTo>
                  <a:cubicBezTo>
                    <a:pt x="4692" y="108872"/>
                    <a:pt x="3937" y="102166"/>
                    <a:pt x="4153" y="102814"/>
                  </a:cubicBezTo>
                  <a:cubicBezTo>
                    <a:pt x="3289" y="98058"/>
                    <a:pt x="7721" y="96648"/>
                    <a:pt x="9239" y="101195"/>
                  </a:cubicBezTo>
                  <a:lnTo>
                    <a:pt x="9887" y="103138"/>
                  </a:lnTo>
                  <a:cubicBezTo>
                    <a:pt x="11081" y="106923"/>
                    <a:pt x="11081" y="111679"/>
                    <a:pt x="7613" y="110167"/>
                  </a:cubicBezTo>
                  <a:close/>
                  <a:moveTo>
                    <a:pt x="21469" y="75782"/>
                  </a:moveTo>
                  <a:cubicBezTo>
                    <a:pt x="16815" y="76214"/>
                    <a:pt x="18332" y="72537"/>
                    <a:pt x="13570" y="70804"/>
                  </a:cubicBezTo>
                  <a:lnTo>
                    <a:pt x="7829" y="68753"/>
                  </a:lnTo>
                  <a:cubicBezTo>
                    <a:pt x="4692" y="67559"/>
                    <a:pt x="6534" y="63882"/>
                    <a:pt x="6426" y="64536"/>
                  </a:cubicBezTo>
                  <a:cubicBezTo>
                    <a:pt x="9023" y="60206"/>
                    <a:pt x="15843" y="65616"/>
                    <a:pt x="15195" y="65400"/>
                  </a:cubicBezTo>
                  <a:cubicBezTo>
                    <a:pt x="19520" y="67883"/>
                    <a:pt x="19088" y="61399"/>
                    <a:pt x="24066" y="61399"/>
                  </a:cubicBezTo>
                  <a:cubicBezTo>
                    <a:pt x="24606" y="61615"/>
                    <a:pt x="29915" y="60752"/>
                    <a:pt x="27095" y="64098"/>
                  </a:cubicBezTo>
                  <a:cubicBezTo>
                    <a:pt x="26771" y="64752"/>
                    <a:pt x="24390" y="67019"/>
                    <a:pt x="24498" y="71020"/>
                  </a:cubicBezTo>
                  <a:cubicBezTo>
                    <a:pt x="24390" y="71674"/>
                    <a:pt x="24822" y="75458"/>
                    <a:pt x="21469" y="757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E63EC2F6-A101-AE6F-3C05-9FAC1C3216DC}"/>
                </a:ext>
              </a:extLst>
            </p:cNvPr>
            <p:cNvSpPr/>
            <p:nvPr/>
          </p:nvSpPr>
          <p:spPr>
            <a:xfrm>
              <a:off x="5467470" y="3108016"/>
              <a:ext cx="216697" cy="115710"/>
            </a:xfrm>
            <a:custGeom>
              <a:avLst/>
              <a:gdLst>
                <a:gd name="csX0" fmla="*/ 109207 w 249910"/>
                <a:gd name="csY0" fmla="*/ 109652 h 133445"/>
                <a:gd name="csX1" fmla="*/ 180537 w 249910"/>
                <a:gd name="csY1" fmla="*/ 131820 h 133445"/>
                <a:gd name="csX2" fmla="*/ 180861 w 249910"/>
                <a:gd name="csY2" fmla="*/ 132036 h 133445"/>
                <a:gd name="csX3" fmla="*/ 187027 w 249910"/>
                <a:gd name="csY3" fmla="*/ 117761 h 133445"/>
                <a:gd name="csX4" fmla="*/ 215710 w 249910"/>
                <a:gd name="csY4" fmla="*/ 114516 h 133445"/>
                <a:gd name="csX5" fmla="*/ 225127 w 249910"/>
                <a:gd name="csY5" fmla="*/ 95593 h 133445"/>
                <a:gd name="csX6" fmla="*/ 249911 w 249910"/>
                <a:gd name="csY6" fmla="*/ 83160 h 133445"/>
                <a:gd name="csX7" fmla="*/ 239090 w 249910"/>
                <a:gd name="csY7" fmla="*/ 62179 h 133445"/>
                <a:gd name="csX8" fmla="*/ 205861 w 249910"/>
                <a:gd name="csY8" fmla="*/ 56121 h 133445"/>
                <a:gd name="csX9" fmla="*/ 211817 w 249910"/>
                <a:gd name="csY9" fmla="*/ 43256 h 133445"/>
                <a:gd name="csX10" fmla="*/ 180537 w 249910"/>
                <a:gd name="csY10" fmla="*/ 35147 h 133445"/>
                <a:gd name="csX11" fmla="*/ 181077 w 249910"/>
                <a:gd name="csY11" fmla="*/ 46393 h 133445"/>
                <a:gd name="csX12" fmla="*/ 169710 w 249910"/>
                <a:gd name="csY12" fmla="*/ 54070 h 133445"/>
                <a:gd name="csX13" fmla="*/ 152394 w 249910"/>
                <a:gd name="csY13" fmla="*/ 36227 h 133445"/>
                <a:gd name="csX14" fmla="*/ 160293 w 249910"/>
                <a:gd name="csY14" fmla="*/ 24333 h 133445"/>
                <a:gd name="csX15" fmla="*/ 133991 w 249910"/>
                <a:gd name="csY15" fmla="*/ 16980 h 133445"/>
                <a:gd name="csX16" fmla="*/ 129121 w 249910"/>
                <a:gd name="csY16" fmla="*/ 1842 h 133445"/>
                <a:gd name="csX17" fmla="*/ 106287 w 249910"/>
                <a:gd name="csY17" fmla="*/ 0 h 133445"/>
                <a:gd name="csX18" fmla="*/ 106287 w 249910"/>
                <a:gd name="csY18" fmla="*/ 10490 h 133445"/>
                <a:gd name="csX19" fmla="*/ 86804 w 249910"/>
                <a:gd name="csY19" fmla="*/ 14059 h 133445"/>
                <a:gd name="csX20" fmla="*/ 77064 w 249910"/>
                <a:gd name="csY20" fmla="*/ 3569 h 133445"/>
                <a:gd name="csX21" fmla="*/ 67647 w 249910"/>
                <a:gd name="csY21" fmla="*/ 15678 h 133445"/>
                <a:gd name="csX22" fmla="*/ 0 w 249910"/>
                <a:gd name="csY22" fmla="*/ 41307 h 133445"/>
                <a:gd name="csX23" fmla="*/ 14173 w 249910"/>
                <a:gd name="csY23" fmla="*/ 61532 h 133445"/>
                <a:gd name="csX24" fmla="*/ 8871 w 249910"/>
                <a:gd name="csY24" fmla="*/ 74511 h 133445"/>
                <a:gd name="csX25" fmla="*/ 62446 w 249910"/>
                <a:gd name="csY25" fmla="*/ 123171 h 133445"/>
                <a:gd name="csX26" fmla="*/ 97409 w 249910"/>
                <a:gd name="csY26" fmla="*/ 133445 h 133445"/>
                <a:gd name="csX27" fmla="*/ 109207 w 249910"/>
                <a:gd name="csY27" fmla="*/ 109652 h 133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49910" h="133445">
                  <a:moveTo>
                    <a:pt x="109207" y="109652"/>
                  </a:moveTo>
                  <a:lnTo>
                    <a:pt x="180537" y="131820"/>
                  </a:lnTo>
                  <a:lnTo>
                    <a:pt x="180861" y="132036"/>
                  </a:lnTo>
                  <a:lnTo>
                    <a:pt x="187027" y="117761"/>
                  </a:lnTo>
                  <a:lnTo>
                    <a:pt x="215710" y="114516"/>
                  </a:lnTo>
                  <a:lnTo>
                    <a:pt x="225127" y="95593"/>
                  </a:lnTo>
                  <a:lnTo>
                    <a:pt x="249911" y="83160"/>
                  </a:lnTo>
                  <a:lnTo>
                    <a:pt x="239090" y="62179"/>
                  </a:lnTo>
                  <a:lnTo>
                    <a:pt x="205861" y="56121"/>
                  </a:lnTo>
                  <a:lnTo>
                    <a:pt x="211817" y="43256"/>
                  </a:lnTo>
                  <a:lnTo>
                    <a:pt x="180537" y="35147"/>
                  </a:lnTo>
                  <a:lnTo>
                    <a:pt x="181077" y="46393"/>
                  </a:lnTo>
                  <a:lnTo>
                    <a:pt x="169710" y="54070"/>
                  </a:lnTo>
                  <a:lnTo>
                    <a:pt x="152394" y="36227"/>
                  </a:lnTo>
                  <a:lnTo>
                    <a:pt x="160293" y="24333"/>
                  </a:lnTo>
                  <a:lnTo>
                    <a:pt x="133991" y="16980"/>
                  </a:lnTo>
                  <a:lnTo>
                    <a:pt x="129121" y="1842"/>
                  </a:lnTo>
                  <a:lnTo>
                    <a:pt x="106287" y="0"/>
                  </a:lnTo>
                  <a:lnTo>
                    <a:pt x="106287" y="10490"/>
                  </a:lnTo>
                  <a:lnTo>
                    <a:pt x="86804" y="14059"/>
                  </a:lnTo>
                  <a:lnTo>
                    <a:pt x="77064" y="3569"/>
                  </a:lnTo>
                  <a:lnTo>
                    <a:pt x="67647" y="15678"/>
                  </a:lnTo>
                  <a:lnTo>
                    <a:pt x="0" y="41307"/>
                  </a:lnTo>
                  <a:lnTo>
                    <a:pt x="14173" y="61532"/>
                  </a:lnTo>
                  <a:lnTo>
                    <a:pt x="8871" y="74511"/>
                  </a:lnTo>
                  <a:lnTo>
                    <a:pt x="62446" y="123171"/>
                  </a:lnTo>
                  <a:lnTo>
                    <a:pt x="97409" y="133445"/>
                  </a:lnTo>
                  <a:lnTo>
                    <a:pt x="109207" y="109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B6A84FE9-F63F-A200-BC4F-7A7DF01CDED6}"/>
                </a:ext>
              </a:extLst>
            </p:cNvPr>
            <p:cNvSpPr/>
            <p:nvPr/>
          </p:nvSpPr>
          <p:spPr>
            <a:xfrm>
              <a:off x="5538602" y="3373421"/>
              <a:ext cx="6547" cy="15590"/>
            </a:xfrm>
            <a:custGeom>
              <a:avLst/>
              <a:gdLst>
                <a:gd name="csX0" fmla="*/ 3355 w 7551"/>
                <a:gd name="csY0" fmla="*/ 2323 h 17979"/>
                <a:gd name="csX1" fmla="*/ 110 w 7551"/>
                <a:gd name="csY1" fmla="*/ 1784 h 17979"/>
                <a:gd name="csX2" fmla="*/ 5089 w 7551"/>
                <a:gd name="csY2" fmla="*/ 17138 h 17979"/>
                <a:gd name="csX3" fmla="*/ 7470 w 7551"/>
                <a:gd name="csY3" fmla="*/ 16166 h 17979"/>
                <a:gd name="csX4" fmla="*/ 3247 w 7551"/>
                <a:gd name="csY4" fmla="*/ 2323 h 17979"/>
                <a:gd name="csX5" fmla="*/ 3355 w 7551"/>
                <a:gd name="csY5" fmla="*/ 2323 h 1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551" h="17979">
                  <a:moveTo>
                    <a:pt x="3355" y="2323"/>
                  </a:moveTo>
                  <a:cubicBezTo>
                    <a:pt x="2707" y="1892"/>
                    <a:pt x="-645" y="-2325"/>
                    <a:pt x="110" y="1784"/>
                  </a:cubicBezTo>
                  <a:cubicBezTo>
                    <a:pt x="1736" y="10655"/>
                    <a:pt x="1736" y="14439"/>
                    <a:pt x="5089" y="17138"/>
                  </a:cubicBezTo>
                  <a:cubicBezTo>
                    <a:pt x="5736" y="17354"/>
                    <a:pt x="8009" y="19411"/>
                    <a:pt x="7470" y="16166"/>
                  </a:cubicBezTo>
                  <a:cubicBezTo>
                    <a:pt x="6498" y="10001"/>
                    <a:pt x="6390" y="5460"/>
                    <a:pt x="3247" y="2323"/>
                  </a:cubicBezTo>
                  <a:lnTo>
                    <a:pt x="3355" y="2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DC7D48DA-C843-CD15-0A9F-D1E2F9883D82}"/>
                </a:ext>
              </a:extLst>
            </p:cNvPr>
            <p:cNvSpPr/>
            <p:nvPr/>
          </p:nvSpPr>
          <p:spPr>
            <a:xfrm>
              <a:off x="5538486" y="3390728"/>
              <a:ext cx="7441" cy="8837"/>
            </a:xfrm>
            <a:custGeom>
              <a:avLst/>
              <a:gdLst>
                <a:gd name="csX0" fmla="*/ 8582 w 8581"/>
                <a:gd name="csY0" fmla="*/ 8754 h 10191"/>
                <a:gd name="csX1" fmla="*/ 2409 w 8581"/>
                <a:gd name="csY1" fmla="*/ 639 h 10191"/>
                <a:gd name="csX2" fmla="*/ 136 w 8581"/>
                <a:gd name="csY2" fmla="*/ 2372 h 10191"/>
                <a:gd name="csX3" fmla="*/ 8582 w 8581"/>
                <a:gd name="csY3" fmla="*/ 8754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81" h="10191">
                  <a:moveTo>
                    <a:pt x="8582" y="8754"/>
                  </a:moveTo>
                  <a:cubicBezTo>
                    <a:pt x="8582" y="4747"/>
                    <a:pt x="1870" y="99"/>
                    <a:pt x="2409" y="639"/>
                  </a:cubicBezTo>
                  <a:cubicBezTo>
                    <a:pt x="-404" y="-1629"/>
                    <a:pt x="-80" y="2912"/>
                    <a:pt x="136" y="2372"/>
                  </a:cubicBezTo>
                  <a:cubicBezTo>
                    <a:pt x="466" y="7020"/>
                    <a:pt x="8582" y="12970"/>
                    <a:pt x="8582" y="87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6F9F446B-61D5-D7D5-2D48-DD3CCD8C0508}"/>
                </a:ext>
              </a:extLst>
            </p:cNvPr>
            <p:cNvSpPr/>
            <p:nvPr/>
          </p:nvSpPr>
          <p:spPr>
            <a:xfrm>
              <a:off x="5548601" y="3381196"/>
              <a:ext cx="4998" cy="5582"/>
            </a:xfrm>
            <a:custGeom>
              <a:avLst/>
              <a:gdLst>
                <a:gd name="csX0" fmla="*/ 54 w 5764"/>
                <a:gd name="csY0" fmla="*/ 3847 h 6437"/>
                <a:gd name="csX1" fmla="*/ 4277 w 5764"/>
                <a:gd name="csY1" fmla="*/ 6012 h 6437"/>
                <a:gd name="csX2" fmla="*/ 492 w 5764"/>
                <a:gd name="csY2" fmla="*/ 1472 h 6437"/>
                <a:gd name="csX3" fmla="*/ 162 w 5764"/>
                <a:gd name="csY3" fmla="*/ 3847 h 6437"/>
                <a:gd name="csX4" fmla="*/ 54 w 5764"/>
                <a:gd name="csY4" fmla="*/ 3847 h 6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64" h="6437">
                  <a:moveTo>
                    <a:pt x="54" y="3847"/>
                  </a:moveTo>
                  <a:cubicBezTo>
                    <a:pt x="-594" y="7740"/>
                    <a:pt x="4816" y="6120"/>
                    <a:pt x="4277" y="6012"/>
                  </a:cubicBezTo>
                  <a:cubicBezTo>
                    <a:pt x="8931" y="4933"/>
                    <a:pt x="1248" y="-3290"/>
                    <a:pt x="492" y="1472"/>
                  </a:cubicBezTo>
                  <a:lnTo>
                    <a:pt x="162" y="3847"/>
                  </a:lnTo>
                  <a:lnTo>
                    <a:pt x="54" y="38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62C31709-4AAD-5CE5-57E7-DB9F428A8032}"/>
                </a:ext>
              </a:extLst>
            </p:cNvPr>
            <p:cNvSpPr/>
            <p:nvPr/>
          </p:nvSpPr>
          <p:spPr>
            <a:xfrm>
              <a:off x="5555185" y="3391328"/>
              <a:ext cx="11623" cy="10007"/>
            </a:xfrm>
            <a:custGeom>
              <a:avLst/>
              <a:gdLst>
                <a:gd name="csX0" fmla="*/ 12488 w 13404"/>
                <a:gd name="csY0" fmla="*/ 10005 h 11541"/>
                <a:gd name="csX1" fmla="*/ 150 w 13404"/>
                <a:gd name="csY1" fmla="*/ 1680 h 11541"/>
                <a:gd name="csX2" fmla="*/ 5129 w 13404"/>
                <a:gd name="csY2" fmla="*/ 10113 h 11541"/>
                <a:gd name="csX3" fmla="*/ 12488 w 13404"/>
                <a:gd name="csY3" fmla="*/ 10005 h 11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04" h="11541">
                  <a:moveTo>
                    <a:pt x="12488" y="10005"/>
                  </a:moveTo>
                  <a:cubicBezTo>
                    <a:pt x="3935" y="2436"/>
                    <a:pt x="-936" y="-2860"/>
                    <a:pt x="150" y="1680"/>
                  </a:cubicBezTo>
                  <a:cubicBezTo>
                    <a:pt x="798" y="3299"/>
                    <a:pt x="474" y="9249"/>
                    <a:pt x="5129" y="10113"/>
                  </a:cubicBezTo>
                  <a:cubicBezTo>
                    <a:pt x="8265" y="10761"/>
                    <a:pt x="16057" y="13034"/>
                    <a:pt x="12488" y="100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2FBA7379-5706-F7CF-F171-EB57A42423E6}"/>
                </a:ext>
              </a:extLst>
            </p:cNvPr>
            <p:cNvSpPr/>
            <p:nvPr/>
          </p:nvSpPr>
          <p:spPr>
            <a:xfrm>
              <a:off x="5555196" y="3403567"/>
              <a:ext cx="17306" cy="17161"/>
            </a:xfrm>
            <a:custGeom>
              <a:avLst/>
              <a:gdLst>
                <a:gd name="csX0" fmla="*/ 16584 w 19959"/>
                <a:gd name="csY0" fmla="*/ 19792 h 19791"/>
                <a:gd name="csX1" fmla="*/ 19073 w 19959"/>
                <a:gd name="csY1" fmla="*/ 17194 h 19791"/>
                <a:gd name="csX2" fmla="*/ 2302 w 19959"/>
                <a:gd name="csY2" fmla="*/ 761 h 19791"/>
                <a:gd name="csX3" fmla="*/ 137 w 19959"/>
                <a:gd name="csY3" fmla="*/ 3244 h 19791"/>
                <a:gd name="csX4" fmla="*/ 16584 w 19959"/>
                <a:gd name="csY4" fmla="*/ 19684 h 19791"/>
                <a:gd name="csX5" fmla="*/ 16584 w 19959"/>
                <a:gd name="csY5" fmla="*/ 19792 h 19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959" h="19791">
                  <a:moveTo>
                    <a:pt x="16584" y="19792"/>
                  </a:moveTo>
                  <a:cubicBezTo>
                    <a:pt x="17130" y="19576"/>
                    <a:pt x="21892" y="20007"/>
                    <a:pt x="19073" y="17194"/>
                  </a:cubicBezTo>
                  <a:lnTo>
                    <a:pt x="2302" y="761"/>
                  </a:lnTo>
                  <a:cubicBezTo>
                    <a:pt x="-625" y="-2052"/>
                    <a:pt x="29" y="3891"/>
                    <a:pt x="137" y="3244"/>
                  </a:cubicBezTo>
                  <a:cubicBezTo>
                    <a:pt x="353" y="8977"/>
                    <a:pt x="11713" y="20007"/>
                    <a:pt x="16584" y="19684"/>
                  </a:cubicBezTo>
                  <a:lnTo>
                    <a:pt x="16584" y="197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14695648-58E4-B6C7-711B-AA900D1B4E2E}"/>
                </a:ext>
              </a:extLst>
            </p:cNvPr>
            <p:cNvSpPr/>
            <p:nvPr/>
          </p:nvSpPr>
          <p:spPr>
            <a:xfrm>
              <a:off x="5615209" y="3456073"/>
              <a:ext cx="14892" cy="4230"/>
            </a:xfrm>
            <a:custGeom>
              <a:avLst/>
              <a:gdLst>
                <a:gd name="csX0" fmla="*/ 9717 w 17175"/>
                <a:gd name="csY0" fmla="*/ 6 h 4878"/>
                <a:gd name="csX1" fmla="*/ 90 w 17175"/>
                <a:gd name="csY1" fmla="*/ 2705 h 4878"/>
                <a:gd name="csX2" fmla="*/ 2796 w 17175"/>
                <a:gd name="csY2" fmla="*/ 4870 h 4878"/>
                <a:gd name="csX3" fmla="*/ 16105 w 17175"/>
                <a:gd name="csY3" fmla="*/ 1841 h 4878"/>
                <a:gd name="csX4" fmla="*/ 9717 w 17175"/>
                <a:gd name="csY4" fmla="*/ 6 h 4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175" h="4878">
                  <a:moveTo>
                    <a:pt x="9717" y="6"/>
                  </a:moveTo>
                  <a:cubicBezTo>
                    <a:pt x="7336" y="330"/>
                    <a:pt x="1170" y="-750"/>
                    <a:pt x="90" y="2705"/>
                  </a:cubicBezTo>
                  <a:cubicBezTo>
                    <a:pt x="-348" y="4006"/>
                    <a:pt x="846" y="4978"/>
                    <a:pt x="2796" y="4870"/>
                  </a:cubicBezTo>
                  <a:cubicBezTo>
                    <a:pt x="13184" y="4114"/>
                    <a:pt x="19896" y="4438"/>
                    <a:pt x="16105" y="1841"/>
                  </a:cubicBezTo>
                  <a:cubicBezTo>
                    <a:pt x="14810" y="1301"/>
                    <a:pt x="13076" y="-102"/>
                    <a:pt x="9717" y="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DB2F4B06-E4A4-AFFE-5A1D-731CFA4DFA49}"/>
                </a:ext>
              </a:extLst>
            </p:cNvPr>
            <p:cNvSpPr/>
            <p:nvPr/>
          </p:nvSpPr>
          <p:spPr>
            <a:xfrm>
              <a:off x="5606213" y="3446986"/>
              <a:ext cx="20264" cy="5013"/>
            </a:xfrm>
            <a:custGeom>
              <a:avLst/>
              <a:gdLst>
                <a:gd name="csX0" fmla="*/ 21934 w 23370"/>
                <a:gd name="csY0" fmla="*/ 2268 h 5781"/>
                <a:gd name="csX1" fmla="*/ 611 w 23370"/>
                <a:gd name="csY1" fmla="*/ 1290 h 5781"/>
                <a:gd name="csX2" fmla="*/ 15870 w 23370"/>
                <a:gd name="csY2" fmla="*/ 5506 h 5781"/>
                <a:gd name="csX3" fmla="*/ 21934 w 23370"/>
                <a:gd name="csY3" fmla="*/ 2268 h 5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370" h="5781">
                  <a:moveTo>
                    <a:pt x="21934" y="2268"/>
                  </a:moveTo>
                  <a:cubicBezTo>
                    <a:pt x="6129" y="-5"/>
                    <a:pt x="3424" y="-977"/>
                    <a:pt x="611" y="1290"/>
                  </a:cubicBezTo>
                  <a:cubicBezTo>
                    <a:pt x="-3180" y="4319"/>
                    <a:pt x="11755" y="6592"/>
                    <a:pt x="15870" y="5506"/>
                  </a:cubicBezTo>
                  <a:cubicBezTo>
                    <a:pt x="18683" y="4643"/>
                    <a:pt x="26588" y="2915"/>
                    <a:pt x="2193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86ADA6AA-4128-80DA-416B-DF0961CF628C}"/>
                </a:ext>
              </a:extLst>
            </p:cNvPr>
            <p:cNvSpPr/>
            <p:nvPr/>
          </p:nvSpPr>
          <p:spPr>
            <a:xfrm>
              <a:off x="5594791" y="3450625"/>
              <a:ext cx="7089" cy="4429"/>
            </a:xfrm>
            <a:custGeom>
              <a:avLst/>
              <a:gdLst>
                <a:gd name="csX0" fmla="*/ 3819 w 8176"/>
                <a:gd name="csY0" fmla="*/ 5101 h 5108"/>
                <a:gd name="csX1" fmla="*/ 5877 w 8176"/>
                <a:gd name="csY1" fmla="*/ 231 h 5108"/>
                <a:gd name="csX2" fmla="*/ 2632 w 8176"/>
                <a:gd name="csY2" fmla="*/ 15 h 5108"/>
                <a:gd name="csX3" fmla="*/ 3711 w 8176"/>
                <a:gd name="csY3" fmla="*/ 4987 h 5108"/>
                <a:gd name="csX4" fmla="*/ 3819 w 8176"/>
                <a:gd name="csY4" fmla="*/ 5101 h 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76" h="5108">
                  <a:moveTo>
                    <a:pt x="3819" y="5101"/>
                  </a:moveTo>
                  <a:cubicBezTo>
                    <a:pt x="7610" y="5317"/>
                    <a:pt x="10315" y="555"/>
                    <a:pt x="5877" y="231"/>
                  </a:cubicBezTo>
                  <a:lnTo>
                    <a:pt x="2632" y="15"/>
                  </a:lnTo>
                  <a:cubicBezTo>
                    <a:pt x="-1807" y="-309"/>
                    <a:pt x="-73" y="4771"/>
                    <a:pt x="3711" y="4987"/>
                  </a:cubicBezTo>
                  <a:lnTo>
                    <a:pt x="3819" y="51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1F08B622-B874-8704-3870-20BEC67564AF}"/>
                </a:ext>
              </a:extLst>
            </p:cNvPr>
            <p:cNvSpPr/>
            <p:nvPr/>
          </p:nvSpPr>
          <p:spPr>
            <a:xfrm>
              <a:off x="5619096" y="3464557"/>
              <a:ext cx="6622" cy="4417"/>
            </a:xfrm>
            <a:custGeom>
              <a:avLst/>
              <a:gdLst>
                <a:gd name="csX0" fmla="*/ 4796 w 7637"/>
                <a:gd name="csY0" fmla="*/ 5035 h 5094"/>
                <a:gd name="csX1" fmla="*/ 3933 w 7637"/>
                <a:gd name="csY1" fmla="*/ 57 h 5094"/>
                <a:gd name="csX2" fmla="*/ 2307 w 7637"/>
                <a:gd name="csY2" fmla="*/ 279 h 5094"/>
                <a:gd name="csX3" fmla="*/ 4688 w 7637"/>
                <a:gd name="csY3" fmla="*/ 5035 h 5094"/>
                <a:gd name="csX4" fmla="*/ 4796 w 7637"/>
                <a:gd name="csY4" fmla="*/ 5035 h 5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37" h="5094">
                  <a:moveTo>
                    <a:pt x="4796" y="5035"/>
                  </a:moveTo>
                  <a:cubicBezTo>
                    <a:pt x="9019" y="4496"/>
                    <a:pt x="8371" y="-591"/>
                    <a:pt x="3933" y="57"/>
                  </a:cubicBezTo>
                  <a:lnTo>
                    <a:pt x="2307" y="279"/>
                  </a:lnTo>
                  <a:cubicBezTo>
                    <a:pt x="-2125" y="819"/>
                    <a:pt x="472" y="5683"/>
                    <a:pt x="4688" y="5035"/>
                  </a:cubicBezTo>
                  <a:lnTo>
                    <a:pt x="4796" y="50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336E34DB-CD0C-C760-0800-135F21B361B4}"/>
                </a:ext>
              </a:extLst>
            </p:cNvPr>
            <p:cNvSpPr/>
            <p:nvPr/>
          </p:nvSpPr>
          <p:spPr>
            <a:xfrm>
              <a:off x="5636378" y="3466261"/>
              <a:ext cx="14313" cy="7077"/>
            </a:xfrm>
            <a:custGeom>
              <a:avLst/>
              <a:gdLst>
                <a:gd name="csX0" fmla="*/ 3922 w 16507"/>
                <a:gd name="csY0" fmla="*/ 6315 h 8162"/>
                <a:gd name="csX1" fmla="*/ 16368 w 16507"/>
                <a:gd name="csY1" fmla="*/ 6639 h 8162"/>
                <a:gd name="csX2" fmla="*/ 14095 w 16507"/>
                <a:gd name="csY2" fmla="*/ 3502 h 8162"/>
                <a:gd name="csX3" fmla="*/ 2627 w 16507"/>
                <a:gd name="csY3" fmla="*/ 149 h 8162"/>
                <a:gd name="csX4" fmla="*/ 3922 w 16507"/>
                <a:gd name="csY4" fmla="*/ 6207 h 8162"/>
                <a:gd name="csX5" fmla="*/ 3922 w 16507"/>
                <a:gd name="csY5" fmla="*/ 6315 h 8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07" h="8162">
                  <a:moveTo>
                    <a:pt x="3922" y="6315"/>
                  </a:moveTo>
                  <a:cubicBezTo>
                    <a:pt x="9878" y="7610"/>
                    <a:pt x="15181" y="9560"/>
                    <a:pt x="16368" y="6639"/>
                  </a:cubicBezTo>
                  <a:cubicBezTo>
                    <a:pt x="16908" y="5445"/>
                    <a:pt x="15828" y="4042"/>
                    <a:pt x="14095" y="3502"/>
                  </a:cubicBezTo>
                  <a:lnTo>
                    <a:pt x="2627" y="149"/>
                  </a:lnTo>
                  <a:cubicBezTo>
                    <a:pt x="-1596" y="-1038"/>
                    <a:pt x="-409" y="5229"/>
                    <a:pt x="3922" y="6207"/>
                  </a:cubicBezTo>
                  <a:lnTo>
                    <a:pt x="3922" y="6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7D4BB83A-7975-A07F-43E6-2BD72CA5B401}"/>
                </a:ext>
              </a:extLst>
            </p:cNvPr>
            <p:cNvSpPr/>
            <p:nvPr/>
          </p:nvSpPr>
          <p:spPr>
            <a:xfrm>
              <a:off x="5602640" y="3438505"/>
              <a:ext cx="18403" cy="5334"/>
            </a:xfrm>
            <a:custGeom>
              <a:avLst/>
              <a:gdLst>
                <a:gd name="csX0" fmla="*/ 20313 w 21224"/>
                <a:gd name="csY0" fmla="*/ 4149 h 6152"/>
                <a:gd name="csX1" fmla="*/ 12845 w 21224"/>
                <a:gd name="csY1" fmla="*/ 1012 h 6152"/>
                <a:gd name="csX2" fmla="*/ 1155 w 21224"/>
                <a:gd name="csY2" fmla="*/ 1235 h 6152"/>
                <a:gd name="csX3" fmla="*/ 13817 w 21224"/>
                <a:gd name="csY3" fmla="*/ 5991 h 6152"/>
                <a:gd name="csX4" fmla="*/ 20313 w 21224"/>
                <a:gd name="csY4" fmla="*/ 4149 h 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224" h="6152">
                  <a:moveTo>
                    <a:pt x="20313" y="4149"/>
                  </a:moveTo>
                  <a:cubicBezTo>
                    <a:pt x="19773" y="3825"/>
                    <a:pt x="17068" y="1342"/>
                    <a:pt x="12845" y="1012"/>
                  </a:cubicBezTo>
                  <a:cubicBezTo>
                    <a:pt x="4622" y="257"/>
                    <a:pt x="-2960" y="-931"/>
                    <a:pt x="1155" y="1235"/>
                  </a:cubicBezTo>
                  <a:cubicBezTo>
                    <a:pt x="5809" y="3609"/>
                    <a:pt x="9492" y="5991"/>
                    <a:pt x="13817" y="5991"/>
                  </a:cubicBezTo>
                  <a:cubicBezTo>
                    <a:pt x="13817" y="5991"/>
                    <a:pt x="24320" y="6962"/>
                    <a:pt x="20313" y="4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9C439E2D-AD7A-AE41-8681-1698FF87A090}"/>
                </a:ext>
              </a:extLst>
            </p:cNvPr>
            <p:cNvSpPr/>
            <p:nvPr/>
          </p:nvSpPr>
          <p:spPr>
            <a:xfrm>
              <a:off x="5512594" y="3318145"/>
              <a:ext cx="190329" cy="128649"/>
            </a:xfrm>
            <a:custGeom>
              <a:avLst/>
              <a:gdLst>
                <a:gd name="csX0" fmla="*/ 217913 w 219500"/>
                <a:gd name="csY0" fmla="*/ 47473 h 148367"/>
                <a:gd name="csX1" fmla="*/ 205016 w 219500"/>
                <a:gd name="csY1" fmla="*/ 43256 h 148367"/>
                <a:gd name="csX2" fmla="*/ 199822 w 219500"/>
                <a:gd name="csY2" fmla="*/ 27362 h 148367"/>
                <a:gd name="csX3" fmla="*/ 189433 w 219500"/>
                <a:gd name="csY3" fmla="*/ 25952 h 148367"/>
                <a:gd name="csX4" fmla="*/ 183153 w 219500"/>
                <a:gd name="csY4" fmla="*/ 33744 h 148367"/>
                <a:gd name="csX5" fmla="*/ 160534 w 219500"/>
                <a:gd name="csY5" fmla="*/ 32658 h 148367"/>
                <a:gd name="csX6" fmla="*/ 154578 w 219500"/>
                <a:gd name="csY6" fmla="*/ 25629 h 148367"/>
                <a:gd name="csX7" fmla="*/ 139751 w 219500"/>
                <a:gd name="csY7" fmla="*/ 22276 h 148367"/>
                <a:gd name="csX8" fmla="*/ 115615 w 219500"/>
                <a:gd name="csY8" fmla="*/ 0 h 148367"/>
                <a:gd name="csX9" fmla="*/ 79032 w 219500"/>
                <a:gd name="csY9" fmla="*/ 17412 h 148367"/>
                <a:gd name="csX10" fmla="*/ 82601 w 219500"/>
                <a:gd name="csY10" fmla="*/ 28226 h 148367"/>
                <a:gd name="csX11" fmla="*/ 67018 w 219500"/>
                <a:gd name="csY11" fmla="*/ 33414 h 148367"/>
                <a:gd name="csX12" fmla="*/ 69615 w 219500"/>
                <a:gd name="csY12" fmla="*/ 46717 h 148367"/>
                <a:gd name="csX13" fmla="*/ 41364 w 219500"/>
                <a:gd name="csY13" fmla="*/ 36767 h 148367"/>
                <a:gd name="csX14" fmla="*/ 35408 w 219500"/>
                <a:gd name="csY14" fmla="*/ 44120 h 148367"/>
                <a:gd name="csX15" fmla="*/ 775 w 219500"/>
                <a:gd name="csY15" fmla="*/ 44336 h 148367"/>
                <a:gd name="csX16" fmla="*/ 127 w 219500"/>
                <a:gd name="csY16" fmla="*/ 47581 h 148367"/>
                <a:gd name="csX17" fmla="*/ 5537 w 219500"/>
                <a:gd name="csY17" fmla="*/ 66072 h 148367"/>
                <a:gd name="csX18" fmla="*/ 17012 w 219500"/>
                <a:gd name="csY18" fmla="*/ 76022 h 148367"/>
                <a:gd name="csX19" fmla="*/ 31839 w 219500"/>
                <a:gd name="csY19" fmla="*/ 53639 h 148367"/>
                <a:gd name="csX20" fmla="*/ 37681 w 219500"/>
                <a:gd name="csY20" fmla="*/ 59157 h 148367"/>
                <a:gd name="csX21" fmla="*/ 37357 w 219500"/>
                <a:gd name="csY21" fmla="*/ 60344 h 148367"/>
                <a:gd name="csX22" fmla="*/ 45587 w 219500"/>
                <a:gd name="csY22" fmla="*/ 64992 h 148367"/>
                <a:gd name="csX23" fmla="*/ 48076 w 219500"/>
                <a:gd name="csY23" fmla="*/ 61639 h 148367"/>
                <a:gd name="csX24" fmla="*/ 51860 w 219500"/>
                <a:gd name="csY24" fmla="*/ 67589 h 148367"/>
                <a:gd name="csX25" fmla="*/ 55651 w 219500"/>
                <a:gd name="csY25" fmla="*/ 83376 h 148367"/>
                <a:gd name="csX26" fmla="*/ 71996 w 219500"/>
                <a:gd name="csY26" fmla="*/ 100248 h 148367"/>
                <a:gd name="csX27" fmla="*/ 64091 w 219500"/>
                <a:gd name="csY27" fmla="*/ 104032 h 148367"/>
                <a:gd name="csX28" fmla="*/ 83687 w 219500"/>
                <a:gd name="csY28" fmla="*/ 122631 h 148367"/>
                <a:gd name="csX29" fmla="*/ 90831 w 219500"/>
                <a:gd name="csY29" fmla="*/ 128797 h 148367"/>
                <a:gd name="csX30" fmla="*/ 95371 w 219500"/>
                <a:gd name="csY30" fmla="*/ 134093 h 148367"/>
                <a:gd name="csX31" fmla="*/ 110636 w 219500"/>
                <a:gd name="csY31" fmla="*/ 133014 h 148367"/>
                <a:gd name="csX32" fmla="*/ 130226 w 219500"/>
                <a:gd name="csY32" fmla="*/ 141230 h 148367"/>
                <a:gd name="csX33" fmla="*/ 139103 w 219500"/>
                <a:gd name="csY33" fmla="*/ 148368 h 148367"/>
                <a:gd name="csX34" fmla="*/ 145053 w 219500"/>
                <a:gd name="csY34" fmla="*/ 141338 h 148367"/>
                <a:gd name="csX35" fmla="*/ 140183 w 219500"/>
                <a:gd name="csY35" fmla="*/ 127711 h 148367"/>
                <a:gd name="csX36" fmla="*/ 130658 w 219500"/>
                <a:gd name="csY36" fmla="*/ 126632 h 148367"/>
                <a:gd name="csX37" fmla="*/ 100895 w 219500"/>
                <a:gd name="csY37" fmla="*/ 101003 h 148367"/>
                <a:gd name="csX38" fmla="*/ 96888 w 219500"/>
                <a:gd name="csY38" fmla="*/ 87592 h 148367"/>
                <a:gd name="csX39" fmla="*/ 83357 w 219500"/>
                <a:gd name="csY39" fmla="*/ 79051 h 148367"/>
                <a:gd name="csX40" fmla="*/ 85852 w 219500"/>
                <a:gd name="csY40" fmla="*/ 58826 h 148367"/>
                <a:gd name="csX41" fmla="*/ 105111 w 219500"/>
                <a:gd name="csY41" fmla="*/ 69533 h 148367"/>
                <a:gd name="csX42" fmla="*/ 111932 w 219500"/>
                <a:gd name="csY42" fmla="*/ 59042 h 148367"/>
                <a:gd name="csX43" fmla="*/ 130334 w 219500"/>
                <a:gd name="csY43" fmla="*/ 58179 h 148367"/>
                <a:gd name="csX44" fmla="*/ 163132 w 219500"/>
                <a:gd name="csY44" fmla="*/ 66942 h 148367"/>
                <a:gd name="csX45" fmla="*/ 169297 w 219500"/>
                <a:gd name="csY45" fmla="*/ 61424 h 148367"/>
                <a:gd name="csX46" fmla="*/ 192786 w 219500"/>
                <a:gd name="csY46" fmla="*/ 64884 h 148367"/>
                <a:gd name="csX47" fmla="*/ 202311 w 219500"/>
                <a:gd name="csY47" fmla="*/ 75374 h 148367"/>
                <a:gd name="csX48" fmla="*/ 208261 w 219500"/>
                <a:gd name="csY48" fmla="*/ 61316 h 148367"/>
                <a:gd name="csX49" fmla="*/ 219501 w 219500"/>
                <a:gd name="csY49" fmla="*/ 59588 h 148367"/>
                <a:gd name="csX50" fmla="*/ 217977 w 219500"/>
                <a:gd name="csY50" fmla="*/ 47257 h 148367"/>
                <a:gd name="csX51" fmla="*/ 217913 w 219500"/>
                <a:gd name="csY51" fmla="*/ 47473 h 148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19500" h="148367">
                  <a:moveTo>
                    <a:pt x="217913" y="47473"/>
                  </a:moveTo>
                  <a:lnTo>
                    <a:pt x="205016" y="43256"/>
                  </a:lnTo>
                  <a:lnTo>
                    <a:pt x="199822" y="27362"/>
                  </a:lnTo>
                  <a:lnTo>
                    <a:pt x="189433" y="25952"/>
                  </a:lnTo>
                  <a:lnTo>
                    <a:pt x="183153" y="33744"/>
                  </a:lnTo>
                  <a:lnTo>
                    <a:pt x="160534" y="32658"/>
                  </a:lnTo>
                  <a:lnTo>
                    <a:pt x="154578" y="25629"/>
                  </a:lnTo>
                  <a:lnTo>
                    <a:pt x="139751" y="22276"/>
                  </a:lnTo>
                  <a:lnTo>
                    <a:pt x="115615" y="0"/>
                  </a:lnTo>
                  <a:lnTo>
                    <a:pt x="79032" y="17412"/>
                  </a:lnTo>
                  <a:lnTo>
                    <a:pt x="82601" y="28226"/>
                  </a:lnTo>
                  <a:lnTo>
                    <a:pt x="67018" y="33414"/>
                  </a:lnTo>
                  <a:lnTo>
                    <a:pt x="69615" y="46717"/>
                  </a:lnTo>
                  <a:lnTo>
                    <a:pt x="41364" y="36767"/>
                  </a:lnTo>
                  <a:lnTo>
                    <a:pt x="35408" y="44120"/>
                  </a:lnTo>
                  <a:lnTo>
                    <a:pt x="775" y="44336"/>
                  </a:lnTo>
                  <a:cubicBezTo>
                    <a:pt x="127" y="45314"/>
                    <a:pt x="-197" y="46393"/>
                    <a:pt x="127" y="47581"/>
                  </a:cubicBezTo>
                  <a:cubicBezTo>
                    <a:pt x="2077" y="56560"/>
                    <a:pt x="2616" y="62395"/>
                    <a:pt x="5537" y="66072"/>
                  </a:cubicBezTo>
                  <a:cubicBezTo>
                    <a:pt x="12465" y="75159"/>
                    <a:pt x="15062" y="79915"/>
                    <a:pt x="17012" y="76022"/>
                  </a:cubicBezTo>
                  <a:cubicBezTo>
                    <a:pt x="27184" y="55588"/>
                    <a:pt x="27508" y="52127"/>
                    <a:pt x="31839" y="53639"/>
                  </a:cubicBezTo>
                  <a:cubicBezTo>
                    <a:pt x="32810" y="54178"/>
                    <a:pt x="38875" y="54826"/>
                    <a:pt x="37681" y="59157"/>
                  </a:cubicBezTo>
                  <a:lnTo>
                    <a:pt x="37357" y="60344"/>
                  </a:lnTo>
                  <a:cubicBezTo>
                    <a:pt x="36169" y="64992"/>
                    <a:pt x="45694" y="69748"/>
                    <a:pt x="45587" y="64992"/>
                  </a:cubicBezTo>
                  <a:cubicBezTo>
                    <a:pt x="45803" y="64453"/>
                    <a:pt x="44717" y="59157"/>
                    <a:pt x="48076" y="61639"/>
                  </a:cubicBezTo>
                  <a:cubicBezTo>
                    <a:pt x="48616" y="62179"/>
                    <a:pt x="51537" y="63805"/>
                    <a:pt x="51860" y="67589"/>
                  </a:cubicBezTo>
                  <a:cubicBezTo>
                    <a:pt x="52838" y="78511"/>
                    <a:pt x="52622" y="80778"/>
                    <a:pt x="55651" y="83376"/>
                  </a:cubicBezTo>
                  <a:cubicBezTo>
                    <a:pt x="72428" y="97326"/>
                    <a:pt x="76435" y="99600"/>
                    <a:pt x="71996" y="100248"/>
                  </a:cubicBezTo>
                  <a:cubicBezTo>
                    <a:pt x="69291" y="101003"/>
                    <a:pt x="60630" y="100356"/>
                    <a:pt x="64091" y="104032"/>
                  </a:cubicBezTo>
                  <a:cubicBezTo>
                    <a:pt x="75241" y="115710"/>
                    <a:pt x="79248" y="120682"/>
                    <a:pt x="83687" y="122631"/>
                  </a:cubicBezTo>
                  <a:cubicBezTo>
                    <a:pt x="84766" y="123279"/>
                    <a:pt x="89960" y="124358"/>
                    <a:pt x="90831" y="128797"/>
                  </a:cubicBezTo>
                  <a:cubicBezTo>
                    <a:pt x="91262" y="129661"/>
                    <a:pt x="91154" y="134849"/>
                    <a:pt x="95371" y="134093"/>
                  </a:cubicBezTo>
                  <a:cubicBezTo>
                    <a:pt x="101867" y="132906"/>
                    <a:pt x="106413" y="131496"/>
                    <a:pt x="110636" y="133014"/>
                  </a:cubicBezTo>
                  <a:cubicBezTo>
                    <a:pt x="121133" y="136798"/>
                    <a:pt x="126543" y="138201"/>
                    <a:pt x="130226" y="141230"/>
                  </a:cubicBezTo>
                  <a:cubicBezTo>
                    <a:pt x="135852" y="145771"/>
                    <a:pt x="135960" y="145879"/>
                    <a:pt x="139103" y="148368"/>
                  </a:cubicBezTo>
                  <a:lnTo>
                    <a:pt x="145053" y="141338"/>
                  </a:lnTo>
                  <a:lnTo>
                    <a:pt x="140183" y="127711"/>
                  </a:lnTo>
                  <a:lnTo>
                    <a:pt x="130658" y="126632"/>
                  </a:lnTo>
                  <a:lnTo>
                    <a:pt x="100895" y="101003"/>
                  </a:lnTo>
                  <a:lnTo>
                    <a:pt x="96888" y="87592"/>
                  </a:lnTo>
                  <a:lnTo>
                    <a:pt x="83357" y="79051"/>
                  </a:lnTo>
                  <a:lnTo>
                    <a:pt x="85852" y="58826"/>
                  </a:lnTo>
                  <a:lnTo>
                    <a:pt x="105111" y="69533"/>
                  </a:lnTo>
                  <a:lnTo>
                    <a:pt x="111932" y="59042"/>
                  </a:lnTo>
                  <a:lnTo>
                    <a:pt x="130334" y="58179"/>
                  </a:lnTo>
                  <a:lnTo>
                    <a:pt x="163132" y="66942"/>
                  </a:lnTo>
                  <a:lnTo>
                    <a:pt x="169297" y="61424"/>
                  </a:lnTo>
                  <a:lnTo>
                    <a:pt x="192786" y="64884"/>
                  </a:lnTo>
                  <a:lnTo>
                    <a:pt x="202311" y="75374"/>
                  </a:lnTo>
                  <a:lnTo>
                    <a:pt x="208261" y="61316"/>
                  </a:lnTo>
                  <a:lnTo>
                    <a:pt x="219501" y="59588"/>
                  </a:lnTo>
                  <a:lnTo>
                    <a:pt x="217977" y="47257"/>
                  </a:lnTo>
                  <a:lnTo>
                    <a:pt x="217913" y="47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A51E22A0-7422-DA69-7D08-4823D6FDC5C7}"/>
                </a:ext>
              </a:extLst>
            </p:cNvPr>
            <p:cNvSpPr/>
            <p:nvPr/>
          </p:nvSpPr>
          <p:spPr>
            <a:xfrm>
              <a:off x="5637146" y="3448667"/>
              <a:ext cx="37359" cy="27288"/>
            </a:xfrm>
            <a:custGeom>
              <a:avLst/>
              <a:gdLst>
                <a:gd name="csX0" fmla="*/ 20245 w 43085"/>
                <a:gd name="csY0" fmla="*/ 0 h 31470"/>
                <a:gd name="csX1" fmla="*/ 8446 w 43085"/>
                <a:gd name="csY1" fmla="*/ 8547 h 31470"/>
                <a:gd name="csX2" fmla="*/ 6827 w 43085"/>
                <a:gd name="csY2" fmla="*/ 9195 h 31470"/>
                <a:gd name="csX3" fmla="*/ 1086 w 43085"/>
                <a:gd name="csY3" fmla="*/ 10706 h 31470"/>
                <a:gd name="csX4" fmla="*/ 24899 w 43085"/>
                <a:gd name="csY4" fmla="*/ 19901 h 31470"/>
                <a:gd name="csX5" fmla="*/ 41460 w 43085"/>
                <a:gd name="csY5" fmla="*/ 31471 h 31470"/>
                <a:gd name="csX6" fmla="*/ 43085 w 43085"/>
                <a:gd name="csY6" fmla="*/ 14599 h 31470"/>
                <a:gd name="csX7" fmla="*/ 20245 w 43085"/>
                <a:gd name="csY7" fmla="*/ 0 h 31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3085" h="31470">
                  <a:moveTo>
                    <a:pt x="20245" y="0"/>
                  </a:moveTo>
                  <a:lnTo>
                    <a:pt x="8446" y="8547"/>
                  </a:lnTo>
                  <a:cubicBezTo>
                    <a:pt x="8446" y="8547"/>
                    <a:pt x="8014" y="9195"/>
                    <a:pt x="6827" y="9195"/>
                  </a:cubicBezTo>
                  <a:cubicBezTo>
                    <a:pt x="5309" y="9195"/>
                    <a:pt x="-2914" y="8223"/>
                    <a:pt x="1086" y="10706"/>
                  </a:cubicBezTo>
                  <a:cubicBezTo>
                    <a:pt x="13863" y="18599"/>
                    <a:pt x="17647" y="14929"/>
                    <a:pt x="24899" y="19901"/>
                  </a:cubicBezTo>
                  <a:cubicBezTo>
                    <a:pt x="31395" y="24225"/>
                    <a:pt x="36913" y="28334"/>
                    <a:pt x="41460" y="31471"/>
                  </a:cubicBezTo>
                  <a:lnTo>
                    <a:pt x="43085" y="14599"/>
                  </a:lnTo>
                  <a:lnTo>
                    <a:pt x="2024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533C0A57-A990-F725-1598-88D8002615D2}"/>
                </a:ext>
              </a:extLst>
            </p:cNvPr>
            <p:cNvSpPr/>
            <p:nvPr/>
          </p:nvSpPr>
          <p:spPr>
            <a:xfrm>
              <a:off x="6122515" y="3730235"/>
              <a:ext cx="75064" cy="39335"/>
            </a:xfrm>
            <a:custGeom>
              <a:avLst/>
              <a:gdLst>
                <a:gd name="csX0" fmla="*/ 55021 w 86569"/>
                <a:gd name="csY0" fmla="*/ 29321 h 45364"/>
                <a:gd name="csX1" fmla="*/ 66832 w 86569"/>
                <a:gd name="csY1" fmla="*/ 25860 h 45364"/>
                <a:gd name="csX2" fmla="*/ 64736 w 86569"/>
                <a:gd name="csY2" fmla="*/ 16017 h 45364"/>
                <a:gd name="csX3" fmla="*/ 86072 w 86569"/>
                <a:gd name="csY3" fmla="*/ 555 h 45364"/>
                <a:gd name="csX4" fmla="*/ 49052 w 86569"/>
                <a:gd name="csY4" fmla="*/ 12563 h 45364"/>
                <a:gd name="csX5" fmla="*/ 24287 w 86569"/>
                <a:gd name="csY5" fmla="*/ 15693 h 45364"/>
                <a:gd name="csX6" fmla="*/ 20286 w 86569"/>
                <a:gd name="csY6" fmla="*/ 21643 h 45364"/>
                <a:gd name="csX7" fmla="*/ 13809 w 86569"/>
                <a:gd name="csY7" fmla="*/ 20996 h 45364"/>
                <a:gd name="csX8" fmla="*/ 8031 w 86569"/>
                <a:gd name="csY8" fmla="*/ 23593 h 45364"/>
                <a:gd name="csX9" fmla="*/ 2126 w 86569"/>
                <a:gd name="csY9" fmla="*/ 24888 h 45364"/>
                <a:gd name="csX10" fmla="*/ 284 w 86569"/>
                <a:gd name="csY10" fmla="*/ 26831 h 45364"/>
                <a:gd name="csX11" fmla="*/ 9365 w 86569"/>
                <a:gd name="csY11" fmla="*/ 40351 h 45364"/>
                <a:gd name="csX12" fmla="*/ 17366 w 86569"/>
                <a:gd name="csY12" fmla="*/ 41322 h 45364"/>
                <a:gd name="csX13" fmla="*/ 24478 w 86569"/>
                <a:gd name="csY13" fmla="*/ 44567 h 45364"/>
                <a:gd name="csX14" fmla="*/ 33368 w 86569"/>
                <a:gd name="csY14" fmla="*/ 40351 h 45364"/>
                <a:gd name="csX15" fmla="*/ 50385 w 86569"/>
                <a:gd name="csY15" fmla="*/ 32350 h 45364"/>
                <a:gd name="csX16" fmla="*/ 55148 w 86569"/>
                <a:gd name="csY16" fmla="*/ 28997 h 45364"/>
                <a:gd name="csX17" fmla="*/ 55021 w 86569"/>
                <a:gd name="csY17" fmla="*/ 29321 h 4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6569" h="45364">
                  <a:moveTo>
                    <a:pt x="55021" y="29321"/>
                  </a:moveTo>
                  <a:cubicBezTo>
                    <a:pt x="60355" y="28565"/>
                    <a:pt x="69499" y="30400"/>
                    <a:pt x="66832" y="25860"/>
                  </a:cubicBezTo>
                  <a:cubicBezTo>
                    <a:pt x="65816" y="23479"/>
                    <a:pt x="60419" y="18722"/>
                    <a:pt x="64736" y="16017"/>
                  </a:cubicBezTo>
                  <a:cubicBezTo>
                    <a:pt x="84803" y="3584"/>
                    <a:pt x="88041" y="2397"/>
                    <a:pt x="86072" y="555"/>
                  </a:cubicBezTo>
                  <a:cubicBezTo>
                    <a:pt x="82199" y="-3122"/>
                    <a:pt x="58895" y="12671"/>
                    <a:pt x="49052" y="12563"/>
                  </a:cubicBezTo>
                  <a:cubicBezTo>
                    <a:pt x="27653" y="12449"/>
                    <a:pt x="24732" y="11369"/>
                    <a:pt x="24287" y="15693"/>
                  </a:cubicBezTo>
                  <a:cubicBezTo>
                    <a:pt x="23970" y="16671"/>
                    <a:pt x="24795" y="22075"/>
                    <a:pt x="20286" y="21643"/>
                  </a:cubicBezTo>
                  <a:lnTo>
                    <a:pt x="13809" y="20996"/>
                  </a:lnTo>
                  <a:cubicBezTo>
                    <a:pt x="10317" y="20672"/>
                    <a:pt x="7523" y="24025"/>
                    <a:pt x="8031" y="23593"/>
                  </a:cubicBezTo>
                  <a:cubicBezTo>
                    <a:pt x="5808" y="26400"/>
                    <a:pt x="1427" y="24888"/>
                    <a:pt x="2126" y="24888"/>
                  </a:cubicBezTo>
                  <a:cubicBezTo>
                    <a:pt x="347" y="24349"/>
                    <a:pt x="-478" y="25212"/>
                    <a:pt x="284" y="26831"/>
                  </a:cubicBezTo>
                  <a:cubicBezTo>
                    <a:pt x="4475" y="36458"/>
                    <a:pt x="5110" y="39919"/>
                    <a:pt x="9365" y="40351"/>
                  </a:cubicBezTo>
                  <a:lnTo>
                    <a:pt x="17366" y="41322"/>
                  </a:lnTo>
                  <a:cubicBezTo>
                    <a:pt x="21176" y="41754"/>
                    <a:pt x="25176" y="44891"/>
                    <a:pt x="24478" y="44567"/>
                  </a:cubicBezTo>
                  <a:cubicBezTo>
                    <a:pt x="28287" y="47380"/>
                    <a:pt x="28415" y="41976"/>
                    <a:pt x="33368" y="40351"/>
                  </a:cubicBezTo>
                  <a:cubicBezTo>
                    <a:pt x="45814" y="36458"/>
                    <a:pt x="48734" y="36242"/>
                    <a:pt x="50385" y="32350"/>
                  </a:cubicBezTo>
                  <a:cubicBezTo>
                    <a:pt x="50385" y="32350"/>
                    <a:pt x="51973" y="29213"/>
                    <a:pt x="55148" y="28997"/>
                  </a:cubicBezTo>
                  <a:lnTo>
                    <a:pt x="55021" y="293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063547D6-8C0F-1795-55BE-D7194B102CDC}"/>
                </a:ext>
              </a:extLst>
            </p:cNvPr>
            <p:cNvSpPr/>
            <p:nvPr/>
          </p:nvSpPr>
          <p:spPr>
            <a:xfrm>
              <a:off x="5799444" y="3409567"/>
              <a:ext cx="204111" cy="112897"/>
            </a:xfrm>
            <a:custGeom>
              <a:avLst/>
              <a:gdLst>
                <a:gd name="csX0" fmla="*/ 24638 w 235394"/>
                <a:gd name="csY0" fmla="*/ 48228 h 130200"/>
                <a:gd name="csX1" fmla="*/ 5398 w 235394"/>
                <a:gd name="csY1" fmla="*/ 62503 h 130200"/>
                <a:gd name="csX2" fmla="*/ 1397 w 235394"/>
                <a:gd name="csY2" fmla="*/ 85649 h 130200"/>
                <a:gd name="csX3" fmla="*/ 22733 w 235394"/>
                <a:gd name="csY3" fmla="*/ 105327 h 130200"/>
                <a:gd name="csX4" fmla="*/ 24638 w 235394"/>
                <a:gd name="csY4" fmla="*/ 126956 h 130200"/>
                <a:gd name="csX5" fmla="*/ 24765 w 235394"/>
                <a:gd name="csY5" fmla="*/ 126956 h 130200"/>
                <a:gd name="csX6" fmla="*/ 74676 w 235394"/>
                <a:gd name="csY6" fmla="*/ 117977 h 130200"/>
                <a:gd name="csX7" fmla="*/ 106680 w 235394"/>
                <a:gd name="csY7" fmla="*/ 130200 h 130200"/>
                <a:gd name="csX8" fmla="*/ 141033 w 235394"/>
                <a:gd name="csY8" fmla="*/ 128251 h 130200"/>
                <a:gd name="csX9" fmla="*/ 137541 w 235394"/>
                <a:gd name="csY9" fmla="*/ 111055 h 130200"/>
                <a:gd name="csX10" fmla="*/ 149860 w 235394"/>
                <a:gd name="csY10" fmla="*/ 112573 h 130200"/>
                <a:gd name="csX11" fmla="*/ 158306 w 235394"/>
                <a:gd name="csY11" fmla="*/ 100679 h 130200"/>
                <a:gd name="csX12" fmla="*/ 183452 w 235394"/>
                <a:gd name="csY12" fmla="*/ 94190 h 130200"/>
                <a:gd name="csX13" fmla="*/ 193802 w 235394"/>
                <a:gd name="csY13" fmla="*/ 102622 h 130200"/>
                <a:gd name="csX14" fmla="*/ 212027 w 235394"/>
                <a:gd name="csY14" fmla="*/ 104572 h 130200"/>
                <a:gd name="csX15" fmla="*/ 212217 w 235394"/>
                <a:gd name="csY15" fmla="*/ 104572 h 130200"/>
                <a:gd name="csX16" fmla="*/ 213551 w 235394"/>
                <a:gd name="csY16" fmla="*/ 102838 h 130200"/>
                <a:gd name="csX17" fmla="*/ 214249 w 235394"/>
                <a:gd name="csY17" fmla="*/ 98838 h 130200"/>
                <a:gd name="csX18" fmla="*/ 197485 w 235394"/>
                <a:gd name="csY18" fmla="*/ 78943 h 130200"/>
                <a:gd name="csX19" fmla="*/ 188849 w 235394"/>
                <a:gd name="csY19" fmla="*/ 76022 h 130200"/>
                <a:gd name="csX20" fmla="*/ 204216 w 235394"/>
                <a:gd name="csY20" fmla="*/ 65208 h 130200"/>
                <a:gd name="csX21" fmla="*/ 204660 w 235394"/>
                <a:gd name="csY21" fmla="*/ 65208 h 130200"/>
                <a:gd name="csX22" fmla="*/ 220663 w 235394"/>
                <a:gd name="csY22" fmla="*/ 34061 h 130200"/>
                <a:gd name="csX23" fmla="*/ 234950 w 235394"/>
                <a:gd name="csY23" fmla="*/ 24117 h 130200"/>
                <a:gd name="csX24" fmla="*/ 235395 w 235394"/>
                <a:gd name="csY24" fmla="*/ 17736 h 130200"/>
                <a:gd name="csX25" fmla="*/ 235268 w 235394"/>
                <a:gd name="csY25" fmla="*/ 17736 h 130200"/>
                <a:gd name="csX26" fmla="*/ 208026 w 235394"/>
                <a:gd name="csY26" fmla="*/ 15786 h 130200"/>
                <a:gd name="csX27" fmla="*/ 183769 w 235394"/>
                <a:gd name="csY27" fmla="*/ 2489 h 130200"/>
                <a:gd name="csX28" fmla="*/ 142621 w 235394"/>
                <a:gd name="csY28" fmla="*/ 8871 h 130200"/>
                <a:gd name="csX29" fmla="*/ 124334 w 235394"/>
                <a:gd name="csY29" fmla="*/ 26060 h 130200"/>
                <a:gd name="csX30" fmla="*/ 26289 w 235394"/>
                <a:gd name="csY30" fmla="*/ 18167 h 130200"/>
                <a:gd name="csX31" fmla="*/ 32639 w 235394"/>
                <a:gd name="csY31" fmla="*/ 3893 h 130200"/>
                <a:gd name="csX32" fmla="*/ 16320 w 235394"/>
                <a:gd name="csY32" fmla="*/ 0 h 130200"/>
                <a:gd name="csX33" fmla="*/ 0 w 235394"/>
                <a:gd name="csY33" fmla="*/ 21628 h 130200"/>
                <a:gd name="csX34" fmla="*/ 24765 w 235394"/>
                <a:gd name="csY34" fmla="*/ 48228 h 130200"/>
                <a:gd name="csX35" fmla="*/ 24638 w 235394"/>
                <a:gd name="csY35" fmla="*/ 48228 h 13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35394" h="130200">
                  <a:moveTo>
                    <a:pt x="24638" y="48228"/>
                  </a:moveTo>
                  <a:lnTo>
                    <a:pt x="5398" y="62503"/>
                  </a:lnTo>
                  <a:lnTo>
                    <a:pt x="1397" y="85649"/>
                  </a:lnTo>
                  <a:lnTo>
                    <a:pt x="22733" y="105327"/>
                  </a:lnTo>
                  <a:lnTo>
                    <a:pt x="24638" y="126956"/>
                  </a:lnTo>
                  <a:lnTo>
                    <a:pt x="24765" y="126956"/>
                  </a:lnTo>
                  <a:lnTo>
                    <a:pt x="74676" y="117977"/>
                  </a:lnTo>
                  <a:lnTo>
                    <a:pt x="106680" y="130200"/>
                  </a:lnTo>
                  <a:lnTo>
                    <a:pt x="141033" y="128251"/>
                  </a:lnTo>
                  <a:lnTo>
                    <a:pt x="137541" y="111055"/>
                  </a:lnTo>
                  <a:lnTo>
                    <a:pt x="149860" y="112573"/>
                  </a:lnTo>
                  <a:lnTo>
                    <a:pt x="158306" y="100679"/>
                  </a:lnTo>
                  <a:lnTo>
                    <a:pt x="183452" y="94190"/>
                  </a:lnTo>
                  <a:lnTo>
                    <a:pt x="193802" y="102622"/>
                  </a:lnTo>
                  <a:lnTo>
                    <a:pt x="212027" y="104572"/>
                  </a:lnTo>
                  <a:lnTo>
                    <a:pt x="212217" y="104572"/>
                  </a:lnTo>
                  <a:cubicBezTo>
                    <a:pt x="212217" y="103924"/>
                    <a:pt x="212661" y="103270"/>
                    <a:pt x="213551" y="102838"/>
                  </a:cubicBezTo>
                  <a:cubicBezTo>
                    <a:pt x="214947" y="102083"/>
                    <a:pt x="215265" y="100356"/>
                    <a:pt x="214249" y="98838"/>
                  </a:cubicBezTo>
                  <a:cubicBezTo>
                    <a:pt x="202692" y="81750"/>
                    <a:pt x="201930" y="79159"/>
                    <a:pt x="197485" y="78943"/>
                  </a:cubicBezTo>
                  <a:cubicBezTo>
                    <a:pt x="194246" y="78404"/>
                    <a:pt x="185166" y="79591"/>
                    <a:pt x="188849" y="76022"/>
                  </a:cubicBezTo>
                  <a:cubicBezTo>
                    <a:pt x="198183" y="67259"/>
                    <a:pt x="199961" y="64560"/>
                    <a:pt x="204216" y="65208"/>
                  </a:cubicBezTo>
                  <a:lnTo>
                    <a:pt x="204660" y="65208"/>
                  </a:lnTo>
                  <a:cubicBezTo>
                    <a:pt x="214058" y="66720"/>
                    <a:pt x="202565" y="34500"/>
                    <a:pt x="220663" y="34061"/>
                  </a:cubicBezTo>
                  <a:cubicBezTo>
                    <a:pt x="224536" y="33522"/>
                    <a:pt x="234188" y="36443"/>
                    <a:pt x="234950" y="24117"/>
                  </a:cubicBezTo>
                  <a:lnTo>
                    <a:pt x="235395" y="17736"/>
                  </a:lnTo>
                  <a:lnTo>
                    <a:pt x="235268" y="17736"/>
                  </a:lnTo>
                  <a:lnTo>
                    <a:pt x="208026" y="15786"/>
                  </a:lnTo>
                  <a:lnTo>
                    <a:pt x="183769" y="2489"/>
                  </a:lnTo>
                  <a:lnTo>
                    <a:pt x="142621" y="8871"/>
                  </a:lnTo>
                  <a:lnTo>
                    <a:pt x="124334" y="26060"/>
                  </a:lnTo>
                  <a:lnTo>
                    <a:pt x="26289" y="18167"/>
                  </a:lnTo>
                  <a:lnTo>
                    <a:pt x="32639" y="3893"/>
                  </a:lnTo>
                  <a:lnTo>
                    <a:pt x="16320" y="0"/>
                  </a:lnTo>
                  <a:lnTo>
                    <a:pt x="0" y="21628"/>
                  </a:lnTo>
                  <a:lnTo>
                    <a:pt x="24765" y="48228"/>
                  </a:lnTo>
                  <a:lnTo>
                    <a:pt x="24638" y="48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81CB2FC8-397C-A94A-43E6-EA430458468A}"/>
                </a:ext>
              </a:extLst>
            </p:cNvPr>
            <p:cNvSpPr/>
            <p:nvPr/>
          </p:nvSpPr>
          <p:spPr>
            <a:xfrm>
              <a:off x="5584690" y="3368684"/>
              <a:ext cx="123408" cy="92733"/>
            </a:xfrm>
            <a:custGeom>
              <a:avLst/>
              <a:gdLst>
                <a:gd name="csX0" fmla="*/ 121545 w 142322"/>
                <a:gd name="csY0" fmla="*/ 73533 h 106946"/>
                <a:gd name="csX1" fmla="*/ 135274 w 142322"/>
                <a:gd name="csY1" fmla="*/ 81756 h 106946"/>
                <a:gd name="csX2" fmla="*/ 142132 w 142322"/>
                <a:gd name="csY2" fmla="*/ 73857 h 106946"/>
                <a:gd name="csX3" fmla="*/ 142323 w 142322"/>
                <a:gd name="csY3" fmla="*/ 54286 h 106946"/>
                <a:gd name="csX4" fmla="*/ 127064 w 142322"/>
                <a:gd name="csY4" fmla="*/ 40119 h 106946"/>
                <a:gd name="csX5" fmla="*/ 135084 w 142322"/>
                <a:gd name="csY5" fmla="*/ 20872 h 106946"/>
                <a:gd name="csX6" fmla="*/ 118948 w 142322"/>
                <a:gd name="csY6" fmla="*/ 17196 h 106946"/>
                <a:gd name="csX7" fmla="*/ 109423 w 142322"/>
                <a:gd name="csY7" fmla="*/ 6706 h 106946"/>
                <a:gd name="csX8" fmla="*/ 85935 w 142322"/>
                <a:gd name="csY8" fmla="*/ 3245 h 106946"/>
                <a:gd name="csX9" fmla="*/ 79769 w 142322"/>
                <a:gd name="csY9" fmla="*/ 8763 h 106946"/>
                <a:gd name="csX10" fmla="*/ 46971 w 142322"/>
                <a:gd name="csY10" fmla="*/ 0 h 106946"/>
                <a:gd name="csX11" fmla="*/ 28569 w 142322"/>
                <a:gd name="csY11" fmla="*/ 870 h 106946"/>
                <a:gd name="csX12" fmla="*/ 21755 w 142322"/>
                <a:gd name="csY12" fmla="*/ 11354 h 106946"/>
                <a:gd name="csX13" fmla="*/ 2489 w 142322"/>
                <a:gd name="csY13" fmla="*/ 648 h 106946"/>
                <a:gd name="csX14" fmla="*/ 0 w 142322"/>
                <a:gd name="csY14" fmla="*/ 20872 h 106946"/>
                <a:gd name="csX15" fmla="*/ 13526 w 142322"/>
                <a:gd name="csY15" fmla="*/ 29413 h 106946"/>
                <a:gd name="csX16" fmla="*/ 17532 w 142322"/>
                <a:gd name="csY16" fmla="*/ 42824 h 106946"/>
                <a:gd name="csX17" fmla="*/ 47295 w 142322"/>
                <a:gd name="csY17" fmla="*/ 68453 h 106946"/>
                <a:gd name="csX18" fmla="*/ 56820 w 142322"/>
                <a:gd name="csY18" fmla="*/ 69532 h 106946"/>
                <a:gd name="csX19" fmla="*/ 61690 w 142322"/>
                <a:gd name="csY19" fmla="*/ 83160 h 106946"/>
                <a:gd name="csX20" fmla="*/ 55740 w 142322"/>
                <a:gd name="csY20" fmla="*/ 90189 h 106946"/>
                <a:gd name="csX21" fmla="*/ 68726 w 142322"/>
                <a:gd name="csY21" fmla="*/ 100895 h 106946"/>
                <a:gd name="csX22" fmla="*/ 80525 w 142322"/>
                <a:gd name="csY22" fmla="*/ 92348 h 106946"/>
                <a:gd name="csX23" fmla="*/ 103365 w 142322"/>
                <a:gd name="csY23" fmla="*/ 106947 h 106946"/>
                <a:gd name="csX24" fmla="*/ 121329 w 142322"/>
                <a:gd name="csY24" fmla="*/ 73533 h 106946"/>
                <a:gd name="csX25" fmla="*/ 121545 w 142322"/>
                <a:gd name="csY25" fmla="*/ 73533 h 10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2322" h="106946">
                  <a:moveTo>
                    <a:pt x="121545" y="73533"/>
                  </a:moveTo>
                  <a:lnTo>
                    <a:pt x="135274" y="81756"/>
                  </a:lnTo>
                  <a:lnTo>
                    <a:pt x="142132" y="73857"/>
                  </a:lnTo>
                  <a:lnTo>
                    <a:pt x="142323" y="54286"/>
                  </a:lnTo>
                  <a:lnTo>
                    <a:pt x="127064" y="40119"/>
                  </a:lnTo>
                  <a:lnTo>
                    <a:pt x="135084" y="20872"/>
                  </a:lnTo>
                  <a:lnTo>
                    <a:pt x="118948" y="17196"/>
                  </a:lnTo>
                  <a:lnTo>
                    <a:pt x="109423" y="6706"/>
                  </a:lnTo>
                  <a:lnTo>
                    <a:pt x="85935" y="3245"/>
                  </a:lnTo>
                  <a:lnTo>
                    <a:pt x="79769" y="8763"/>
                  </a:lnTo>
                  <a:lnTo>
                    <a:pt x="46971" y="0"/>
                  </a:lnTo>
                  <a:lnTo>
                    <a:pt x="28569" y="870"/>
                  </a:lnTo>
                  <a:lnTo>
                    <a:pt x="21755" y="11354"/>
                  </a:lnTo>
                  <a:lnTo>
                    <a:pt x="2489" y="648"/>
                  </a:lnTo>
                  <a:lnTo>
                    <a:pt x="0" y="20872"/>
                  </a:lnTo>
                  <a:lnTo>
                    <a:pt x="13526" y="29413"/>
                  </a:lnTo>
                  <a:lnTo>
                    <a:pt x="17532" y="42824"/>
                  </a:lnTo>
                  <a:lnTo>
                    <a:pt x="47295" y="68453"/>
                  </a:lnTo>
                  <a:lnTo>
                    <a:pt x="56820" y="69532"/>
                  </a:lnTo>
                  <a:lnTo>
                    <a:pt x="61690" y="83160"/>
                  </a:lnTo>
                  <a:lnTo>
                    <a:pt x="55740" y="90189"/>
                  </a:lnTo>
                  <a:cubicBezTo>
                    <a:pt x="59957" y="93542"/>
                    <a:pt x="68510" y="99924"/>
                    <a:pt x="68726" y="100895"/>
                  </a:cubicBezTo>
                  <a:lnTo>
                    <a:pt x="80525" y="92348"/>
                  </a:lnTo>
                  <a:lnTo>
                    <a:pt x="103365" y="106947"/>
                  </a:lnTo>
                  <a:lnTo>
                    <a:pt x="121329" y="73533"/>
                  </a:lnTo>
                  <a:lnTo>
                    <a:pt x="121545" y="735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930608C9-44F4-7E88-2FAB-7779B25B6279}"/>
                </a:ext>
              </a:extLst>
            </p:cNvPr>
            <p:cNvSpPr/>
            <p:nvPr/>
          </p:nvSpPr>
          <p:spPr>
            <a:xfrm>
              <a:off x="5151096" y="3090390"/>
              <a:ext cx="135422" cy="89452"/>
            </a:xfrm>
            <a:custGeom>
              <a:avLst/>
              <a:gdLst>
                <a:gd name="csX0" fmla="*/ 124142 w 156178"/>
                <a:gd name="csY0" fmla="*/ 15462 h 103162"/>
                <a:gd name="csX1" fmla="*/ 91459 w 156178"/>
                <a:gd name="csY1" fmla="*/ 0 h 103162"/>
                <a:gd name="csX2" fmla="*/ 58338 w 156178"/>
                <a:gd name="csY2" fmla="*/ 13405 h 103162"/>
                <a:gd name="csX3" fmla="*/ 32791 w 156178"/>
                <a:gd name="csY3" fmla="*/ 2375 h 103162"/>
                <a:gd name="csX4" fmla="*/ 0 w 156178"/>
                <a:gd name="csY4" fmla="*/ 18815 h 103162"/>
                <a:gd name="csX5" fmla="*/ 9303 w 156178"/>
                <a:gd name="csY5" fmla="*/ 40659 h 103162"/>
                <a:gd name="csX6" fmla="*/ 27489 w 156178"/>
                <a:gd name="csY6" fmla="*/ 37414 h 103162"/>
                <a:gd name="csX7" fmla="*/ 43072 w 156178"/>
                <a:gd name="csY7" fmla="*/ 58718 h 103162"/>
                <a:gd name="csX8" fmla="*/ 62776 w 156178"/>
                <a:gd name="csY8" fmla="*/ 60446 h 103162"/>
                <a:gd name="csX9" fmla="*/ 74682 w 156178"/>
                <a:gd name="csY9" fmla="*/ 81966 h 103162"/>
                <a:gd name="csX10" fmla="*/ 85827 w 156178"/>
                <a:gd name="csY10" fmla="*/ 68986 h 103162"/>
                <a:gd name="csX11" fmla="*/ 98819 w 156178"/>
                <a:gd name="csY11" fmla="*/ 72231 h 103162"/>
                <a:gd name="csX12" fmla="*/ 100546 w 156178"/>
                <a:gd name="csY12" fmla="*/ 95593 h 103162"/>
                <a:gd name="csX13" fmla="*/ 128581 w 156178"/>
                <a:gd name="csY13" fmla="*/ 103162 h 103162"/>
                <a:gd name="csX14" fmla="*/ 128797 w 156178"/>
                <a:gd name="csY14" fmla="*/ 102946 h 103162"/>
                <a:gd name="csX15" fmla="*/ 124035 w 156178"/>
                <a:gd name="csY15" fmla="*/ 85211 h 103162"/>
                <a:gd name="csX16" fmla="*/ 134861 w 156178"/>
                <a:gd name="csY16" fmla="*/ 68339 h 103162"/>
                <a:gd name="csX17" fmla="*/ 139840 w 156178"/>
                <a:gd name="csY17" fmla="*/ 73317 h 103162"/>
                <a:gd name="csX18" fmla="*/ 156178 w 156178"/>
                <a:gd name="csY18" fmla="*/ 60770 h 103162"/>
                <a:gd name="csX19" fmla="*/ 144818 w 156178"/>
                <a:gd name="csY19" fmla="*/ 37630 h 103162"/>
                <a:gd name="csX20" fmla="*/ 121653 w 156178"/>
                <a:gd name="csY20" fmla="*/ 35573 h 103162"/>
                <a:gd name="csX21" fmla="*/ 124251 w 156178"/>
                <a:gd name="csY21" fmla="*/ 15354 h 103162"/>
                <a:gd name="csX22" fmla="*/ 124142 w 156178"/>
                <a:gd name="csY22" fmla="*/ 15462 h 103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56178" h="103162">
                  <a:moveTo>
                    <a:pt x="124142" y="15462"/>
                  </a:moveTo>
                  <a:lnTo>
                    <a:pt x="91459" y="0"/>
                  </a:lnTo>
                  <a:lnTo>
                    <a:pt x="58338" y="13405"/>
                  </a:lnTo>
                  <a:lnTo>
                    <a:pt x="32791" y="2375"/>
                  </a:lnTo>
                  <a:cubicBezTo>
                    <a:pt x="24352" y="4324"/>
                    <a:pt x="9519" y="15462"/>
                    <a:pt x="0" y="18815"/>
                  </a:cubicBezTo>
                  <a:lnTo>
                    <a:pt x="9303" y="40659"/>
                  </a:lnTo>
                  <a:lnTo>
                    <a:pt x="27489" y="37414"/>
                  </a:lnTo>
                  <a:lnTo>
                    <a:pt x="43072" y="58718"/>
                  </a:lnTo>
                  <a:lnTo>
                    <a:pt x="62776" y="60446"/>
                  </a:lnTo>
                  <a:lnTo>
                    <a:pt x="74682" y="81966"/>
                  </a:lnTo>
                  <a:lnTo>
                    <a:pt x="85827" y="68986"/>
                  </a:lnTo>
                  <a:lnTo>
                    <a:pt x="98819" y="72231"/>
                  </a:lnTo>
                  <a:lnTo>
                    <a:pt x="100546" y="95593"/>
                  </a:lnTo>
                  <a:lnTo>
                    <a:pt x="128581" y="103162"/>
                  </a:lnTo>
                  <a:lnTo>
                    <a:pt x="128797" y="102946"/>
                  </a:lnTo>
                  <a:lnTo>
                    <a:pt x="124035" y="85211"/>
                  </a:lnTo>
                  <a:lnTo>
                    <a:pt x="134861" y="68339"/>
                  </a:lnTo>
                  <a:lnTo>
                    <a:pt x="139840" y="73317"/>
                  </a:lnTo>
                  <a:lnTo>
                    <a:pt x="156178" y="60770"/>
                  </a:lnTo>
                  <a:lnTo>
                    <a:pt x="144818" y="37630"/>
                  </a:lnTo>
                  <a:lnTo>
                    <a:pt x="121653" y="35573"/>
                  </a:lnTo>
                  <a:lnTo>
                    <a:pt x="124251" y="15354"/>
                  </a:lnTo>
                  <a:lnTo>
                    <a:pt x="124142" y="15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50989B82-5302-3046-3796-D1A99DEAA1E6}"/>
                </a:ext>
              </a:extLst>
            </p:cNvPr>
            <p:cNvSpPr/>
            <p:nvPr/>
          </p:nvSpPr>
          <p:spPr>
            <a:xfrm>
              <a:off x="5825433" y="2862350"/>
              <a:ext cx="310819" cy="239570"/>
            </a:xfrm>
            <a:custGeom>
              <a:avLst/>
              <a:gdLst>
                <a:gd name="csX0" fmla="*/ 35370 w 358457"/>
                <a:gd name="csY0" fmla="*/ 255746 h 276288"/>
                <a:gd name="csX1" fmla="*/ 48387 w 358457"/>
                <a:gd name="csY1" fmla="*/ 236823 h 276288"/>
                <a:gd name="csX2" fmla="*/ 145478 w 358457"/>
                <a:gd name="csY2" fmla="*/ 244716 h 276288"/>
                <a:gd name="csX3" fmla="*/ 166687 w 358457"/>
                <a:gd name="csY3" fmla="*/ 260934 h 276288"/>
                <a:gd name="csX4" fmla="*/ 221551 w 358457"/>
                <a:gd name="csY4" fmla="*/ 253581 h 276288"/>
                <a:gd name="csX5" fmla="*/ 228283 w 358457"/>
                <a:gd name="csY5" fmla="*/ 265690 h 276288"/>
                <a:gd name="csX6" fmla="*/ 254889 w 358457"/>
                <a:gd name="csY6" fmla="*/ 261582 h 276288"/>
                <a:gd name="csX7" fmla="*/ 264541 w 358457"/>
                <a:gd name="csY7" fmla="*/ 276289 h 276288"/>
                <a:gd name="csX8" fmla="*/ 283909 w 358457"/>
                <a:gd name="csY8" fmla="*/ 267640 h 276288"/>
                <a:gd name="csX9" fmla="*/ 278130 w 358457"/>
                <a:gd name="csY9" fmla="*/ 249257 h 276288"/>
                <a:gd name="csX10" fmla="*/ 294386 w 358457"/>
                <a:gd name="csY10" fmla="*/ 226765 h 276288"/>
                <a:gd name="csX11" fmla="*/ 321247 w 358457"/>
                <a:gd name="csY11" fmla="*/ 227413 h 276288"/>
                <a:gd name="csX12" fmla="*/ 315595 w 358457"/>
                <a:gd name="csY12" fmla="*/ 189998 h 276288"/>
                <a:gd name="csX13" fmla="*/ 304863 w 358457"/>
                <a:gd name="csY13" fmla="*/ 176263 h 276288"/>
                <a:gd name="csX14" fmla="*/ 312864 w 358457"/>
                <a:gd name="csY14" fmla="*/ 165449 h 276288"/>
                <a:gd name="csX15" fmla="*/ 337566 w 358457"/>
                <a:gd name="csY15" fmla="*/ 173666 h 276288"/>
                <a:gd name="csX16" fmla="*/ 358458 w 358457"/>
                <a:gd name="csY16" fmla="*/ 159607 h 276288"/>
                <a:gd name="csX17" fmla="*/ 348805 w 358457"/>
                <a:gd name="csY17" fmla="*/ 138309 h 276288"/>
                <a:gd name="csX18" fmla="*/ 322009 w 358457"/>
                <a:gd name="csY18" fmla="*/ 133655 h 276288"/>
                <a:gd name="csX19" fmla="*/ 325755 w 358457"/>
                <a:gd name="csY19" fmla="*/ 119056 h 276288"/>
                <a:gd name="csX20" fmla="*/ 297116 w 358457"/>
                <a:gd name="csY20" fmla="*/ 95377 h 276288"/>
                <a:gd name="csX21" fmla="*/ 300546 w 358457"/>
                <a:gd name="csY21" fmla="*/ 84131 h 276288"/>
                <a:gd name="csX22" fmla="*/ 288671 w 358457"/>
                <a:gd name="csY22" fmla="*/ 74289 h 276288"/>
                <a:gd name="csX23" fmla="*/ 294830 w 358457"/>
                <a:gd name="csY23" fmla="*/ 60554 h 276288"/>
                <a:gd name="csX24" fmla="*/ 286385 w 358457"/>
                <a:gd name="csY24" fmla="*/ 49740 h 276288"/>
                <a:gd name="csX25" fmla="*/ 292354 w 358457"/>
                <a:gd name="csY25" fmla="*/ 34061 h 276288"/>
                <a:gd name="csX26" fmla="*/ 267017 w 358457"/>
                <a:gd name="csY26" fmla="*/ 17304 h 276288"/>
                <a:gd name="csX27" fmla="*/ 235267 w 358457"/>
                <a:gd name="csY27" fmla="*/ 25413 h 276288"/>
                <a:gd name="csX28" fmla="*/ 232347 w 358457"/>
                <a:gd name="csY28" fmla="*/ 8649 h 276288"/>
                <a:gd name="csX29" fmla="*/ 210629 w 358457"/>
                <a:gd name="csY29" fmla="*/ 12433 h 276288"/>
                <a:gd name="csX30" fmla="*/ 187325 w 358457"/>
                <a:gd name="csY30" fmla="*/ 0 h 276288"/>
                <a:gd name="csX31" fmla="*/ 129667 w 358457"/>
                <a:gd name="csY31" fmla="*/ 26168 h 276288"/>
                <a:gd name="csX32" fmla="*/ 125222 w 358457"/>
                <a:gd name="csY32" fmla="*/ 44336 h 276288"/>
                <a:gd name="csX33" fmla="*/ 138621 w 358457"/>
                <a:gd name="csY33" fmla="*/ 51689 h 276288"/>
                <a:gd name="csX34" fmla="*/ 132651 w 358457"/>
                <a:gd name="csY34" fmla="*/ 69317 h 276288"/>
                <a:gd name="csX35" fmla="*/ 100012 w 358457"/>
                <a:gd name="csY35" fmla="*/ 76778 h 276288"/>
                <a:gd name="csX36" fmla="*/ 93599 w 358457"/>
                <a:gd name="csY36" fmla="*/ 99270 h 276288"/>
                <a:gd name="csX37" fmla="*/ 99314 w 358457"/>
                <a:gd name="csY37" fmla="*/ 116465 h 276288"/>
                <a:gd name="csX38" fmla="*/ 79121 w 358457"/>
                <a:gd name="csY38" fmla="*/ 125114 h 276288"/>
                <a:gd name="csX39" fmla="*/ 70739 w 358457"/>
                <a:gd name="csY39" fmla="*/ 116681 h 276288"/>
                <a:gd name="csX40" fmla="*/ 45466 w 358457"/>
                <a:gd name="csY40" fmla="*/ 131604 h 276288"/>
                <a:gd name="csX41" fmla="*/ 15811 w 358457"/>
                <a:gd name="csY41" fmla="*/ 128035 h 276288"/>
                <a:gd name="csX42" fmla="*/ 28258 w 358457"/>
                <a:gd name="csY42" fmla="*/ 169126 h 276288"/>
                <a:gd name="csX43" fmla="*/ 28258 w 358457"/>
                <a:gd name="csY43" fmla="*/ 194539 h 276288"/>
                <a:gd name="csX44" fmla="*/ 8446 w 358457"/>
                <a:gd name="csY44" fmla="*/ 203727 h 276288"/>
                <a:gd name="csX45" fmla="*/ 0 w 358457"/>
                <a:gd name="csY45" fmla="*/ 219951 h 276288"/>
                <a:gd name="csX46" fmla="*/ 18288 w 358457"/>
                <a:gd name="csY46" fmla="*/ 229140 h 276288"/>
                <a:gd name="csX47" fmla="*/ 16192 w 358457"/>
                <a:gd name="csY47" fmla="*/ 254229 h 276288"/>
                <a:gd name="csX48" fmla="*/ 16447 w 358457"/>
                <a:gd name="csY48" fmla="*/ 254013 h 276288"/>
                <a:gd name="csX49" fmla="*/ 35687 w 358457"/>
                <a:gd name="csY49" fmla="*/ 255638 h 276288"/>
                <a:gd name="csX50" fmla="*/ 35370 w 358457"/>
                <a:gd name="csY50" fmla="*/ 255746 h 27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58457" h="276288">
                  <a:moveTo>
                    <a:pt x="35370" y="255746"/>
                  </a:moveTo>
                  <a:lnTo>
                    <a:pt x="48387" y="236823"/>
                  </a:lnTo>
                  <a:lnTo>
                    <a:pt x="145478" y="244716"/>
                  </a:lnTo>
                  <a:lnTo>
                    <a:pt x="166687" y="260934"/>
                  </a:lnTo>
                  <a:lnTo>
                    <a:pt x="221551" y="253581"/>
                  </a:lnTo>
                  <a:lnTo>
                    <a:pt x="228283" y="265690"/>
                  </a:lnTo>
                  <a:lnTo>
                    <a:pt x="254889" y="261582"/>
                  </a:lnTo>
                  <a:lnTo>
                    <a:pt x="264541" y="276289"/>
                  </a:lnTo>
                  <a:lnTo>
                    <a:pt x="283909" y="267640"/>
                  </a:lnTo>
                  <a:lnTo>
                    <a:pt x="278130" y="249257"/>
                  </a:lnTo>
                  <a:lnTo>
                    <a:pt x="294386" y="226765"/>
                  </a:lnTo>
                  <a:lnTo>
                    <a:pt x="321247" y="227413"/>
                  </a:lnTo>
                  <a:lnTo>
                    <a:pt x="315595" y="189998"/>
                  </a:lnTo>
                  <a:lnTo>
                    <a:pt x="304863" y="176263"/>
                  </a:lnTo>
                  <a:lnTo>
                    <a:pt x="312864" y="165449"/>
                  </a:lnTo>
                  <a:lnTo>
                    <a:pt x="337566" y="173666"/>
                  </a:lnTo>
                  <a:lnTo>
                    <a:pt x="358458" y="159607"/>
                  </a:lnTo>
                  <a:lnTo>
                    <a:pt x="348805" y="138309"/>
                  </a:lnTo>
                  <a:lnTo>
                    <a:pt x="322009" y="133655"/>
                  </a:lnTo>
                  <a:lnTo>
                    <a:pt x="325755" y="119056"/>
                  </a:lnTo>
                  <a:cubicBezTo>
                    <a:pt x="325755" y="119056"/>
                    <a:pt x="297116" y="96241"/>
                    <a:pt x="297116" y="95377"/>
                  </a:cubicBezTo>
                  <a:cubicBezTo>
                    <a:pt x="297116" y="94513"/>
                    <a:pt x="300546" y="84131"/>
                    <a:pt x="300546" y="84131"/>
                  </a:cubicBezTo>
                  <a:lnTo>
                    <a:pt x="288671" y="74289"/>
                  </a:lnTo>
                  <a:lnTo>
                    <a:pt x="294830" y="60554"/>
                  </a:lnTo>
                  <a:lnTo>
                    <a:pt x="286385" y="49740"/>
                  </a:lnTo>
                  <a:lnTo>
                    <a:pt x="292354" y="34061"/>
                  </a:lnTo>
                  <a:lnTo>
                    <a:pt x="267017" y="17304"/>
                  </a:lnTo>
                  <a:lnTo>
                    <a:pt x="235267" y="25413"/>
                  </a:lnTo>
                  <a:lnTo>
                    <a:pt x="232347" y="8649"/>
                  </a:lnTo>
                  <a:lnTo>
                    <a:pt x="210629" y="12433"/>
                  </a:lnTo>
                  <a:lnTo>
                    <a:pt x="187325" y="0"/>
                  </a:lnTo>
                  <a:lnTo>
                    <a:pt x="129667" y="26168"/>
                  </a:lnTo>
                  <a:lnTo>
                    <a:pt x="125222" y="44336"/>
                  </a:lnTo>
                  <a:lnTo>
                    <a:pt x="138621" y="51689"/>
                  </a:lnTo>
                  <a:lnTo>
                    <a:pt x="132651" y="69317"/>
                  </a:lnTo>
                  <a:lnTo>
                    <a:pt x="100012" y="76778"/>
                  </a:lnTo>
                  <a:lnTo>
                    <a:pt x="93599" y="99270"/>
                  </a:lnTo>
                  <a:lnTo>
                    <a:pt x="99314" y="116465"/>
                  </a:lnTo>
                  <a:lnTo>
                    <a:pt x="79121" y="125114"/>
                  </a:lnTo>
                  <a:lnTo>
                    <a:pt x="70739" y="116681"/>
                  </a:lnTo>
                  <a:lnTo>
                    <a:pt x="45466" y="131604"/>
                  </a:lnTo>
                  <a:lnTo>
                    <a:pt x="15811" y="128035"/>
                  </a:lnTo>
                  <a:lnTo>
                    <a:pt x="28258" y="169126"/>
                  </a:lnTo>
                  <a:lnTo>
                    <a:pt x="28258" y="194539"/>
                  </a:lnTo>
                  <a:lnTo>
                    <a:pt x="8446" y="203727"/>
                  </a:lnTo>
                  <a:lnTo>
                    <a:pt x="0" y="219951"/>
                  </a:lnTo>
                  <a:lnTo>
                    <a:pt x="18288" y="229140"/>
                  </a:lnTo>
                  <a:lnTo>
                    <a:pt x="16192" y="254229"/>
                  </a:lnTo>
                  <a:lnTo>
                    <a:pt x="16447" y="254013"/>
                  </a:lnTo>
                  <a:lnTo>
                    <a:pt x="35687" y="255638"/>
                  </a:lnTo>
                  <a:lnTo>
                    <a:pt x="35370" y="2557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F6112D45-8803-C9C3-E0F4-1DBF1060A71D}"/>
                </a:ext>
              </a:extLst>
            </p:cNvPr>
            <p:cNvSpPr/>
            <p:nvPr/>
          </p:nvSpPr>
          <p:spPr>
            <a:xfrm>
              <a:off x="5117685" y="3465548"/>
              <a:ext cx="21870" cy="16127"/>
            </a:xfrm>
            <a:custGeom>
              <a:avLst/>
              <a:gdLst>
                <a:gd name="csX0" fmla="*/ 25222 w 25222"/>
                <a:gd name="csY0" fmla="*/ 15786 h 18599"/>
                <a:gd name="csX1" fmla="*/ 22079 w 25222"/>
                <a:gd name="csY1" fmla="*/ 0 h 18599"/>
                <a:gd name="csX2" fmla="*/ 0 w 25222"/>
                <a:gd name="csY2" fmla="*/ 1619 h 18599"/>
                <a:gd name="csX3" fmla="*/ 3467 w 25222"/>
                <a:gd name="csY3" fmla="*/ 18599 h 18599"/>
                <a:gd name="csX4" fmla="*/ 25222 w 25222"/>
                <a:gd name="csY4" fmla="*/ 15786 h 1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22" h="18599">
                  <a:moveTo>
                    <a:pt x="25222" y="15786"/>
                  </a:moveTo>
                  <a:lnTo>
                    <a:pt x="22079" y="0"/>
                  </a:lnTo>
                  <a:lnTo>
                    <a:pt x="0" y="1619"/>
                  </a:lnTo>
                  <a:lnTo>
                    <a:pt x="3467" y="18599"/>
                  </a:lnTo>
                  <a:lnTo>
                    <a:pt x="25222" y="15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32986825-5154-90A3-54C6-F73E2F9554C6}"/>
                </a:ext>
              </a:extLst>
            </p:cNvPr>
            <p:cNvSpPr/>
            <p:nvPr/>
          </p:nvSpPr>
          <p:spPr>
            <a:xfrm>
              <a:off x="5700995" y="3471456"/>
              <a:ext cx="56767" cy="113265"/>
            </a:xfrm>
            <a:custGeom>
              <a:avLst/>
              <a:gdLst>
                <a:gd name="csX0" fmla="*/ 44260 w 65468"/>
                <a:gd name="csY0" fmla="*/ 62287 h 130625"/>
                <a:gd name="csX1" fmla="*/ 48324 w 65468"/>
                <a:gd name="csY1" fmla="*/ 30493 h 130625"/>
                <a:gd name="csX2" fmla="*/ 27242 w 65468"/>
                <a:gd name="csY2" fmla="*/ 2807 h 130625"/>
                <a:gd name="csX3" fmla="*/ 18034 w 65468"/>
                <a:gd name="csY3" fmla="*/ 8649 h 130625"/>
                <a:gd name="csX4" fmla="*/ 8827 w 65468"/>
                <a:gd name="csY4" fmla="*/ 0 h 130625"/>
                <a:gd name="csX5" fmla="*/ 0 w 65468"/>
                <a:gd name="csY5" fmla="*/ 30924 h 130625"/>
                <a:gd name="csX6" fmla="*/ 0 w 65468"/>
                <a:gd name="csY6" fmla="*/ 31140 h 130625"/>
                <a:gd name="csX7" fmla="*/ 10668 w 65468"/>
                <a:gd name="csY7" fmla="*/ 38062 h 130625"/>
                <a:gd name="csX8" fmla="*/ 8509 w 65468"/>
                <a:gd name="csY8" fmla="*/ 46495 h 130625"/>
                <a:gd name="csX9" fmla="*/ 5588 w 65468"/>
                <a:gd name="csY9" fmla="*/ 56985 h 130625"/>
                <a:gd name="csX10" fmla="*/ 5461 w 65468"/>
                <a:gd name="csY10" fmla="*/ 65532 h 130625"/>
                <a:gd name="csX11" fmla="*/ 7430 w 65468"/>
                <a:gd name="csY11" fmla="*/ 73965 h 130625"/>
                <a:gd name="csX12" fmla="*/ 2540 w 65468"/>
                <a:gd name="csY12" fmla="*/ 76562 h 130625"/>
                <a:gd name="csX13" fmla="*/ 3429 w 65468"/>
                <a:gd name="csY13" fmla="*/ 88995 h 130625"/>
                <a:gd name="csX14" fmla="*/ 4001 w 65468"/>
                <a:gd name="csY14" fmla="*/ 89535 h 130625"/>
                <a:gd name="csX15" fmla="*/ 6350 w 65468"/>
                <a:gd name="csY15" fmla="*/ 95053 h 130625"/>
                <a:gd name="csX16" fmla="*/ 2540 w 65468"/>
                <a:gd name="csY16" fmla="*/ 95809 h 130625"/>
                <a:gd name="csX17" fmla="*/ 1080 w 65468"/>
                <a:gd name="csY17" fmla="*/ 97860 h 130625"/>
                <a:gd name="csX18" fmla="*/ 22797 w 65468"/>
                <a:gd name="csY18" fmla="*/ 115595 h 130625"/>
                <a:gd name="csX19" fmla="*/ 26480 w 65468"/>
                <a:gd name="csY19" fmla="*/ 122841 h 130625"/>
                <a:gd name="csX20" fmla="*/ 31115 w 65468"/>
                <a:gd name="csY20" fmla="*/ 128143 h 130625"/>
                <a:gd name="csX21" fmla="*/ 32957 w 65468"/>
                <a:gd name="csY21" fmla="*/ 130626 h 130625"/>
                <a:gd name="csX22" fmla="*/ 41212 w 65468"/>
                <a:gd name="csY22" fmla="*/ 124028 h 130625"/>
                <a:gd name="csX23" fmla="*/ 38481 w 65468"/>
                <a:gd name="csY23" fmla="*/ 115595 h 130625"/>
                <a:gd name="csX24" fmla="*/ 50864 w 65468"/>
                <a:gd name="csY24" fmla="*/ 112135 h 130625"/>
                <a:gd name="csX25" fmla="*/ 55817 w 65468"/>
                <a:gd name="csY25" fmla="*/ 95269 h 130625"/>
                <a:gd name="csX26" fmla="*/ 65468 w 65468"/>
                <a:gd name="csY26" fmla="*/ 90722 h 130625"/>
                <a:gd name="csX27" fmla="*/ 61532 w 65468"/>
                <a:gd name="csY27" fmla="*/ 79261 h 130625"/>
                <a:gd name="csX28" fmla="*/ 44323 w 65468"/>
                <a:gd name="csY28" fmla="*/ 62071 h 130625"/>
                <a:gd name="csX29" fmla="*/ 44260 w 65468"/>
                <a:gd name="csY29" fmla="*/ 62287 h 130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5468" h="130625">
                  <a:moveTo>
                    <a:pt x="44260" y="62287"/>
                  </a:moveTo>
                  <a:lnTo>
                    <a:pt x="48324" y="30493"/>
                  </a:lnTo>
                  <a:lnTo>
                    <a:pt x="27242" y="2807"/>
                  </a:lnTo>
                  <a:lnTo>
                    <a:pt x="18034" y="8649"/>
                  </a:lnTo>
                  <a:lnTo>
                    <a:pt x="8827" y="0"/>
                  </a:lnTo>
                  <a:lnTo>
                    <a:pt x="0" y="30924"/>
                  </a:lnTo>
                  <a:lnTo>
                    <a:pt x="0" y="31140"/>
                  </a:lnTo>
                  <a:cubicBezTo>
                    <a:pt x="7684" y="33737"/>
                    <a:pt x="13208" y="34925"/>
                    <a:pt x="10668" y="38062"/>
                  </a:cubicBezTo>
                  <a:cubicBezTo>
                    <a:pt x="8001" y="41522"/>
                    <a:pt x="10986" y="42386"/>
                    <a:pt x="8509" y="46495"/>
                  </a:cubicBezTo>
                  <a:cubicBezTo>
                    <a:pt x="7303" y="49308"/>
                    <a:pt x="2349" y="54064"/>
                    <a:pt x="5588" y="56985"/>
                  </a:cubicBezTo>
                  <a:cubicBezTo>
                    <a:pt x="8636" y="59582"/>
                    <a:pt x="5398" y="66072"/>
                    <a:pt x="5461" y="65532"/>
                  </a:cubicBezTo>
                  <a:cubicBezTo>
                    <a:pt x="3874" y="69964"/>
                    <a:pt x="9144" y="71368"/>
                    <a:pt x="7430" y="73965"/>
                  </a:cubicBezTo>
                  <a:cubicBezTo>
                    <a:pt x="5588" y="76670"/>
                    <a:pt x="3302" y="71799"/>
                    <a:pt x="2540" y="76562"/>
                  </a:cubicBezTo>
                  <a:cubicBezTo>
                    <a:pt x="2540" y="80016"/>
                    <a:pt x="-127" y="85426"/>
                    <a:pt x="3429" y="88995"/>
                  </a:cubicBezTo>
                  <a:lnTo>
                    <a:pt x="4001" y="89535"/>
                  </a:lnTo>
                  <a:cubicBezTo>
                    <a:pt x="5271" y="90830"/>
                    <a:pt x="6350" y="93320"/>
                    <a:pt x="6350" y="95053"/>
                  </a:cubicBezTo>
                  <a:cubicBezTo>
                    <a:pt x="6350" y="98514"/>
                    <a:pt x="1905" y="95593"/>
                    <a:pt x="2540" y="95809"/>
                  </a:cubicBezTo>
                  <a:cubicBezTo>
                    <a:pt x="-698" y="93859"/>
                    <a:pt x="1080" y="98507"/>
                    <a:pt x="1080" y="97860"/>
                  </a:cubicBezTo>
                  <a:cubicBezTo>
                    <a:pt x="3683" y="105429"/>
                    <a:pt x="19050" y="108026"/>
                    <a:pt x="22797" y="115595"/>
                  </a:cubicBezTo>
                  <a:lnTo>
                    <a:pt x="26480" y="122841"/>
                  </a:lnTo>
                  <a:cubicBezTo>
                    <a:pt x="28131" y="125978"/>
                    <a:pt x="31814" y="128683"/>
                    <a:pt x="31115" y="128143"/>
                  </a:cubicBezTo>
                  <a:cubicBezTo>
                    <a:pt x="32258" y="128899"/>
                    <a:pt x="32766" y="129762"/>
                    <a:pt x="32957" y="130626"/>
                  </a:cubicBezTo>
                  <a:lnTo>
                    <a:pt x="41212" y="124028"/>
                  </a:lnTo>
                  <a:lnTo>
                    <a:pt x="38481" y="115595"/>
                  </a:lnTo>
                  <a:lnTo>
                    <a:pt x="50864" y="112135"/>
                  </a:lnTo>
                  <a:lnTo>
                    <a:pt x="55817" y="95269"/>
                  </a:lnTo>
                  <a:lnTo>
                    <a:pt x="65468" y="90722"/>
                  </a:lnTo>
                  <a:lnTo>
                    <a:pt x="61532" y="79261"/>
                  </a:lnTo>
                  <a:lnTo>
                    <a:pt x="44323" y="62071"/>
                  </a:lnTo>
                  <a:lnTo>
                    <a:pt x="44260" y="622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1A7691A9-9397-71C8-4739-245492CA0439}"/>
                </a:ext>
              </a:extLst>
            </p:cNvPr>
            <p:cNvSpPr/>
            <p:nvPr/>
          </p:nvSpPr>
          <p:spPr>
            <a:xfrm>
              <a:off x="5383943" y="3203095"/>
              <a:ext cx="246078" cy="118898"/>
            </a:xfrm>
            <a:custGeom>
              <a:avLst/>
              <a:gdLst>
                <a:gd name="csX0" fmla="*/ 119488 w 283794"/>
                <a:gd name="csY0" fmla="*/ 48444 h 137121"/>
                <a:gd name="csX1" fmla="*/ 132048 w 283794"/>
                <a:gd name="csY1" fmla="*/ 66072 h 137121"/>
                <a:gd name="csX2" fmla="*/ 126848 w 283794"/>
                <a:gd name="csY2" fmla="*/ 81642 h 137121"/>
                <a:gd name="csX3" fmla="*/ 97625 w 283794"/>
                <a:gd name="csY3" fmla="*/ 67589 h 137121"/>
                <a:gd name="csX4" fmla="*/ 53791 w 283794"/>
                <a:gd name="csY4" fmla="*/ 80670 h 137121"/>
                <a:gd name="csX5" fmla="*/ 49028 w 283794"/>
                <a:gd name="csY5" fmla="*/ 71806 h 137121"/>
                <a:gd name="csX6" fmla="*/ 32360 w 283794"/>
                <a:gd name="csY6" fmla="*/ 69964 h 137121"/>
                <a:gd name="csX7" fmla="*/ 22511 w 283794"/>
                <a:gd name="csY7" fmla="*/ 85535 h 137121"/>
                <a:gd name="csX8" fmla="*/ 7467 w 283794"/>
                <a:gd name="csY8" fmla="*/ 71266 h 137121"/>
                <a:gd name="csX9" fmla="*/ 0 w 283794"/>
                <a:gd name="csY9" fmla="*/ 102190 h 137121"/>
                <a:gd name="csX10" fmla="*/ 19266 w 283794"/>
                <a:gd name="csY10" fmla="*/ 116573 h 137121"/>
                <a:gd name="csX11" fmla="*/ 29654 w 283794"/>
                <a:gd name="csY11" fmla="*/ 109544 h 137121"/>
                <a:gd name="csX12" fmla="*/ 54007 w 283794"/>
                <a:gd name="csY12" fmla="*/ 121437 h 137121"/>
                <a:gd name="csX13" fmla="*/ 60935 w 283794"/>
                <a:gd name="csY13" fmla="*/ 105435 h 137121"/>
                <a:gd name="csX14" fmla="*/ 97085 w 283794"/>
                <a:gd name="csY14" fmla="*/ 101651 h 137121"/>
                <a:gd name="csX15" fmla="*/ 104985 w 283794"/>
                <a:gd name="csY15" fmla="*/ 120034 h 137121"/>
                <a:gd name="csX16" fmla="*/ 155099 w 283794"/>
                <a:gd name="csY16" fmla="*/ 130308 h 137121"/>
                <a:gd name="csX17" fmla="*/ 187789 w 283794"/>
                <a:gd name="csY17" fmla="*/ 137122 h 137121"/>
                <a:gd name="csX18" fmla="*/ 200342 w 283794"/>
                <a:gd name="csY18" fmla="*/ 125114 h 137121"/>
                <a:gd name="csX19" fmla="*/ 233140 w 283794"/>
                <a:gd name="csY19" fmla="*/ 123711 h 137121"/>
                <a:gd name="csX20" fmla="*/ 234004 w 283794"/>
                <a:gd name="csY20" fmla="*/ 111163 h 137121"/>
                <a:gd name="csX21" fmla="*/ 260090 w 283794"/>
                <a:gd name="csY21" fmla="*/ 105112 h 137121"/>
                <a:gd name="csX22" fmla="*/ 264528 w 283794"/>
                <a:gd name="csY22" fmla="*/ 89865 h 137121"/>
                <a:gd name="csX23" fmla="*/ 255543 w 283794"/>
                <a:gd name="csY23" fmla="*/ 76562 h 137121"/>
                <a:gd name="csX24" fmla="*/ 261061 w 283794"/>
                <a:gd name="csY24" fmla="*/ 65208 h 137121"/>
                <a:gd name="csX25" fmla="*/ 279895 w 283794"/>
                <a:gd name="csY25" fmla="*/ 70288 h 137121"/>
                <a:gd name="csX26" fmla="*/ 283794 w 283794"/>
                <a:gd name="csY26" fmla="*/ 52445 h 137121"/>
                <a:gd name="csX27" fmla="*/ 271996 w 283794"/>
                <a:gd name="csY27" fmla="*/ 34608 h 137121"/>
                <a:gd name="csX28" fmla="*/ 277190 w 283794"/>
                <a:gd name="csY28" fmla="*/ 22384 h 137121"/>
                <a:gd name="csX29" fmla="*/ 276866 w 283794"/>
                <a:gd name="csY29" fmla="*/ 22168 h 137121"/>
                <a:gd name="csX30" fmla="*/ 205537 w 283794"/>
                <a:gd name="csY30" fmla="*/ 0 h 137121"/>
                <a:gd name="csX31" fmla="*/ 193739 w 283794"/>
                <a:gd name="csY31" fmla="*/ 23794 h 137121"/>
                <a:gd name="csX32" fmla="*/ 158782 w 283794"/>
                <a:gd name="csY32" fmla="*/ 13519 h 137121"/>
                <a:gd name="csX33" fmla="*/ 155207 w 283794"/>
                <a:gd name="csY33" fmla="*/ 29197 h 137121"/>
                <a:gd name="csX34" fmla="*/ 119488 w 283794"/>
                <a:gd name="csY34" fmla="*/ 48444 h 137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3794" h="137121">
                  <a:moveTo>
                    <a:pt x="119488" y="48444"/>
                  </a:moveTo>
                  <a:lnTo>
                    <a:pt x="132048" y="66072"/>
                  </a:lnTo>
                  <a:lnTo>
                    <a:pt x="126848" y="81642"/>
                  </a:lnTo>
                  <a:lnTo>
                    <a:pt x="97625" y="67589"/>
                  </a:lnTo>
                  <a:lnTo>
                    <a:pt x="53791" y="80670"/>
                  </a:lnTo>
                  <a:lnTo>
                    <a:pt x="49028" y="71806"/>
                  </a:lnTo>
                  <a:lnTo>
                    <a:pt x="32360" y="69964"/>
                  </a:lnTo>
                  <a:lnTo>
                    <a:pt x="22511" y="85535"/>
                  </a:lnTo>
                  <a:lnTo>
                    <a:pt x="7467" y="71266"/>
                  </a:lnTo>
                  <a:lnTo>
                    <a:pt x="0" y="102190"/>
                  </a:lnTo>
                  <a:lnTo>
                    <a:pt x="19266" y="116573"/>
                  </a:lnTo>
                  <a:lnTo>
                    <a:pt x="29654" y="109544"/>
                  </a:lnTo>
                  <a:lnTo>
                    <a:pt x="54007" y="121437"/>
                  </a:lnTo>
                  <a:lnTo>
                    <a:pt x="60935" y="105435"/>
                  </a:lnTo>
                  <a:lnTo>
                    <a:pt x="97085" y="101651"/>
                  </a:lnTo>
                  <a:lnTo>
                    <a:pt x="104985" y="120034"/>
                  </a:lnTo>
                  <a:lnTo>
                    <a:pt x="155099" y="130308"/>
                  </a:lnTo>
                  <a:lnTo>
                    <a:pt x="187789" y="137122"/>
                  </a:lnTo>
                  <a:lnTo>
                    <a:pt x="200342" y="125114"/>
                  </a:lnTo>
                  <a:lnTo>
                    <a:pt x="233140" y="123711"/>
                  </a:lnTo>
                  <a:lnTo>
                    <a:pt x="234004" y="111163"/>
                  </a:lnTo>
                  <a:lnTo>
                    <a:pt x="260090" y="105112"/>
                  </a:lnTo>
                  <a:lnTo>
                    <a:pt x="264528" y="89865"/>
                  </a:lnTo>
                  <a:lnTo>
                    <a:pt x="255543" y="76562"/>
                  </a:lnTo>
                  <a:lnTo>
                    <a:pt x="261061" y="65208"/>
                  </a:lnTo>
                  <a:lnTo>
                    <a:pt x="279895" y="70288"/>
                  </a:lnTo>
                  <a:lnTo>
                    <a:pt x="283794" y="52445"/>
                  </a:lnTo>
                  <a:lnTo>
                    <a:pt x="271996" y="34608"/>
                  </a:lnTo>
                  <a:lnTo>
                    <a:pt x="277190" y="22384"/>
                  </a:lnTo>
                  <a:lnTo>
                    <a:pt x="276866" y="22168"/>
                  </a:lnTo>
                  <a:lnTo>
                    <a:pt x="205537" y="0"/>
                  </a:lnTo>
                  <a:lnTo>
                    <a:pt x="193739" y="23794"/>
                  </a:lnTo>
                  <a:lnTo>
                    <a:pt x="158782" y="13519"/>
                  </a:lnTo>
                  <a:lnTo>
                    <a:pt x="155207" y="29197"/>
                  </a:lnTo>
                  <a:lnTo>
                    <a:pt x="119488" y="484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D1F921C7-D3BB-1C5B-19A3-5EBBA1798C88}"/>
                </a:ext>
              </a:extLst>
            </p:cNvPr>
            <p:cNvSpPr/>
            <p:nvPr/>
          </p:nvSpPr>
          <p:spPr>
            <a:xfrm>
              <a:off x="5742842" y="2061680"/>
              <a:ext cx="355584" cy="607117"/>
            </a:xfrm>
            <a:custGeom>
              <a:avLst/>
              <a:gdLst>
                <a:gd name="csX0" fmla="*/ 176721 w 410083"/>
                <a:gd name="csY0" fmla="*/ 340849 h 700168"/>
                <a:gd name="csX1" fmla="*/ 176530 w 410083"/>
                <a:gd name="csY1" fmla="*/ 341281 h 700168"/>
                <a:gd name="csX2" fmla="*/ 176086 w 410083"/>
                <a:gd name="csY2" fmla="*/ 354908 h 700168"/>
                <a:gd name="csX3" fmla="*/ 175895 w 410083"/>
                <a:gd name="csY3" fmla="*/ 355340 h 700168"/>
                <a:gd name="csX4" fmla="*/ 182880 w 410083"/>
                <a:gd name="csY4" fmla="*/ 370478 h 700168"/>
                <a:gd name="csX5" fmla="*/ 177736 w 410083"/>
                <a:gd name="csY5" fmla="*/ 371018 h 700168"/>
                <a:gd name="csX6" fmla="*/ 175324 w 410083"/>
                <a:gd name="csY6" fmla="*/ 375990 h 700168"/>
                <a:gd name="csX7" fmla="*/ 176276 w 410083"/>
                <a:gd name="csY7" fmla="*/ 380860 h 700168"/>
                <a:gd name="csX8" fmla="*/ 169926 w 410083"/>
                <a:gd name="csY8" fmla="*/ 378803 h 700168"/>
                <a:gd name="csX9" fmla="*/ 154114 w 410083"/>
                <a:gd name="csY9" fmla="*/ 379451 h 700168"/>
                <a:gd name="csX10" fmla="*/ 149542 w 410083"/>
                <a:gd name="csY10" fmla="*/ 384537 h 700168"/>
                <a:gd name="csX11" fmla="*/ 144399 w 410083"/>
                <a:gd name="csY11" fmla="*/ 391128 h 700168"/>
                <a:gd name="csX12" fmla="*/ 140335 w 410083"/>
                <a:gd name="csY12" fmla="*/ 398812 h 700168"/>
                <a:gd name="csX13" fmla="*/ 116014 w 410083"/>
                <a:gd name="csY13" fmla="*/ 426491 h 700168"/>
                <a:gd name="csX14" fmla="*/ 115252 w 410083"/>
                <a:gd name="csY14" fmla="*/ 429196 h 700168"/>
                <a:gd name="csX15" fmla="*/ 108458 w 410083"/>
                <a:gd name="csY15" fmla="*/ 431902 h 700168"/>
                <a:gd name="csX16" fmla="*/ 101410 w 410083"/>
                <a:gd name="csY16" fmla="*/ 442716 h 700168"/>
                <a:gd name="csX17" fmla="*/ 92964 w 410083"/>
                <a:gd name="csY17" fmla="*/ 445414 h 700168"/>
                <a:gd name="csX18" fmla="*/ 84709 w 410083"/>
                <a:gd name="csY18" fmla="*/ 442278 h 700168"/>
                <a:gd name="csX19" fmla="*/ 78105 w 410083"/>
                <a:gd name="csY19" fmla="*/ 447580 h 700168"/>
                <a:gd name="csX20" fmla="*/ 77724 w 410083"/>
                <a:gd name="csY20" fmla="*/ 457422 h 700168"/>
                <a:gd name="csX21" fmla="*/ 74041 w 410083"/>
                <a:gd name="csY21" fmla="*/ 459149 h 700168"/>
                <a:gd name="csX22" fmla="*/ 71120 w 410083"/>
                <a:gd name="csY22" fmla="*/ 468014 h 700168"/>
                <a:gd name="csX23" fmla="*/ 67627 w 410083"/>
                <a:gd name="csY23" fmla="*/ 466611 h 700168"/>
                <a:gd name="csX24" fmla="*/ 64071 w 410083"/>
                <a:gd name="csY24" fmla="*/ 466071 h 700168"/>
                <a:gd name="csX25" fmla="*/ 62992 w 410083"/>
                <a:gd name="csY25" fmla="*/ 473208 h 700168"/>
                <a:gd name="csX26" fmla="*/ 65913 w 410083"/>
                <a:gd name="csY26" fmla="*/ 476345 h 700168"/>
                <a:gd name="csX27" fmla="*/ 61913 w 410083"/>
                <a:gd name="csY27" fmla="*/ 481965 h 700168"/>
                <a:gd name="csX28" fmla="*/ 50292 w 410083"/>
                <a:gd name="csY28" fmla="*/ 479044 h 700168"/>
                <a:gd name="csX29" fmla="*/ 49784 w 410083"/>
                <a:gd name="csY29" fmla="*/ 480454 h 700168"/>
                <a:gd name="csX30" fmla="*/ 42101 w 410083"/>
                <a:gd name="csY30" fmla="*/ 484023 h 700168"/>
                <a:gd name="csX31" fmla="*/ 35623 w 410083"/>
                <a:gd name="csY31" fmla="*/ 486836 h 700168"/>
                <a:gd name="csX32" fmla="*/ 37021 w 410083"/>
                <a:gd name="csY32" fmla="*/ 498189 h 700168"/>
                <a:gd name="csX33" fmla="*/ 30924 w 410083"/>
                <a:gd name="csY33" fmla="*/ 501542 h 700168"/>
                <a:gd name="csX34" fmla="*/ 30416 w 410083"/>
                <a:gd name="csY34" fmla="*/ 503809 h 700168"/>
                <a:gd name="csX35" fmla="*/ 20955 w 410083"/>
                <a:gd name="csY35" fmla="*/ 512026 h 700168"/>
                <a:gd name="csX36" fmla="*/ 19495 w 410083"/>
                <a:gd name="csY36" fmla="*/ 518408 h 700168"/>
                <a:gd name="csX37" fmla="*/ 19240 w 410083"/>
                <a:gd name="csY37" fmla="*/ 518408 h 700168"/>
                <a:gd name="csX38" fmla="*/ 19685 w 410083"/>
                <a:gd name="csY38" fmla="*/ 522948 h 700168"/>
                <a:gd name="csX39" fmla="*/ 19685 w 410083"/>
                <a:gd name="csY39" fmla="*/ 527818 h 700168"/>
                <a:gd name="csX40" fmla="*/ 24574 w 410083"/>
                <a:gd name="csY40" fmla="*/ 540036 h 700168"/>
                <a:gd name="csX41" fmla="*/ 25527 w 410083"/>
                <a:gd name="csY41" fmla="*/ 539820 h 700168"/>
                <a:gd name="csX42" fmla="*/ 28321 w 410083"/>
                <a:gd name="csY42" fmla="*/ 553123 h 700168"/>
                <a:gd name="csX43" fmla="*/ 28130 w 410083"/>
                <a:gd name="csY43" fmla="*/ 553123 h 700168"/>
                <a:gd name="csX44" fmla="*/ 34861 w 410083"/>
                <a:gd name="csY44" fmla="*/ 587508 h 700168"/>
                <a:gd name="csX45" fmla="*/ 34861 w 410083"/>
                <a:gd name="csY45" fmla="*/ 592372 h 700168"/>
                <a:gd name="csX46" fmla="*/ 29401 w 410083"/>
                <a:gd name="csY46" fmla="*/ 613029 h 700168"/>
                <a:gd name="csX47" fmla="*/ 28130 w 410083"/>
                <a:gd name="csY47" fmla="*/ 621246 h 700168"/>
                <a:gd name="csX48" fmla="*/ 26416 w 410083"/>
                <a:gd name="csY48" fmla="*/ 625793 h 700168"/>
                <a:gd name="csX49" fmla="*/ 23558 w 410083"/>
                <a:gd name="csY49" fmla="*/ 632060 h 700168"/>
                <a:gd name="csX50" fmla="*/ 26733 w 410083"/>
                <a:gd name="csY50" fmla="*/ 642226 h 700168"/>
                <a:gd name="csX51" fmla="*/ 23876 w 410083"/>
                <a:gd name="csY51" fmla="*/ 646443 h 700168"/>
                <a:gd name="csX52" fmla="*/ 23368 w 410083"/>
                <a:gd name="csY52" fmla="*/ 653796 h 700168"/>
                <a:gd name="csX53" fmla="*/ 27813 w 410083"/>
                <a:gd name="csY53" fmla="*/ 656933 h 700168"/>
                <a:gd name="csX54" fmla="*/ 34417 w 410083"/>
                <a:gd name="csY54" fmla="*/ 656285 h 700168"/>
                <a:gd name="csX55" fmla="*/ 41465 w 410083"/>
                <a:gd name="csY55" fmla="*/ 649472 h 700168"/>
                <a:gd name="csX56" fmla="*/ 41529 w 410083"/>
                <a:gd name="csY56" fmla="*/ 649472 h 700168"/>
                <a:gd name="csX57" fmla="*/ 44259 w 410083"/>
                <a:gd name="csY57" fmla="*/ 663746 h 700168"/>
                <a:gd name="csX58" fmla="*/ 45657 w 410083"/>
                <a:gd name="csY58" fmla="*/ 666668 h 700168"/>
                <a:gd name="csX59" fmla="*/ 51054 w 410083"/>
                <a:gd name="csY59" fmla="*/ 664934 h 700168"/>
                <a:gd name="csX60" fmla="*/ 49657 w 410083"/>
                <a:gd name="csY60" fmla="*/ 656393 h 700168"/>
                <a:gd name="csX61" fmla="*/ 56896 w 410083"/>
                <a:gd name="csY61" fmla="*/ 660610 h 700168"/>
                <a:gd name="csX62" fmla="*/ 57658 w 410083"/>
                <a:gd name="csY62" fmla="*/ 667531 h 700168"/>
                <a:gd name="csX63" fmla="*/ 63436 w 410083"/>
                <a:gd name="csY63" fmla="*/ 676288 h 700168"/>
                <a:gd name="csX64" fmla="*/ 70993 w 410083"/>
                <a:gd name="csY64" fmla="*/ 665474 h 700168"/>
                <a:gd name="csX65" fmla="*/ 65659 w 410083"/>
                <a:gd name="csY65" fmla="*/ 692620 h 700168"/>
                <a:gd name="csX66" fmla="*/ 71183 w 410083"/>
                <a:gd name="csY66" fmla="*/ 689483 h 700168"/>
                <a:gd name="csX67" fmla="*/ 77152 w 410083"/>
                <a:gd name="csY67" fmla="*/ 690455 h 700168"/>
                <a:gd name="csX68" fmla="*/ 85789 w 410083"/>
                <a:gd name="csY68" fmla="*/ 688511 h 700168"/>
                <a:gd name="csX69" fmla="*/ 86042 w 410083"/>
                <a:gd name="csY69" fmla="*/ 688511 h 700168"/>
                <a:gd name="csX70" fmla="*/ 89154 w 410083"/>
                <a:gd name="csY70" fmla="*/ 688943 h 700168"/>
                <a:gd name="csX71" fmla="*/ 86804 w 410083"/>
                <a:gd name="csY71" fmla="*/ 693160 h 700168"/>
                <a:gd name="csX72" fmla="*/ 91758 w 410083"/>
                <a:gd name="csY72" fmla="*/ 700081 h 700168"/>
                <a:gd name="csX73" fmla="*/ 120460 w 410083"/>
                <a:gd name="csY73" fmla="*/ 692512 h 700168"/>
                <a:gd name="csX74" fmla="*/ 128143 w 410083"/>
                <a:gd name="csY74" fmla="*/ 686130 h 700168"/>
                <a:gd name="csX75" fmla="*/ 137668 w 410083"/>
                <a:gd name="csY75" fmla="*/ 683317 h 700168"/>
                <a:gd name="csX76" fmla="*/ 141097 w 410083"/>
                <a:gd name="csY76" fmla="*/ 687857 h 700168"/>
                <a:gd name="csX77" fmla="*/ 154749 w 410083"/>
                <a:gd name="csY77" fmla="*/ 679641 h 700168"/>
                <a:gd name="csX78" fmla="*/ 159004 w 410083"/>
                <a:gd name="csY78" fmla="*/ 677050 h 700168"/>
                <a:gd name="csX79" fmla="*/ 165925 w 410083"/>
                <a:gd name="csY79" fmla="*/ 678453 h 700168"/>
                <a:gd name="csX80" fmla="*/ 171323 w 410083"/>
                <a:gd name="csY80" fmla="*/ 674992 h 700168"/>
                <a:gd name="csX81" fmla="*/ 179451 w 410083"/>
                <a:gd name="csY81" fmla="*/ 672719 h 700168"/>
                <a:gd name="csX82" fmla="*/ 186373 w 410083"/>
                <a:gd name="csY82" fmla="*/ 675640 h 700168"/>
                <a:gd name="csX83" fmla="*/ 192341 w 410083"/>
                <a:gd name="csY83" fmla="*/ 669589 h 700168"/>
                <a:gd name="csX84" fmla="*/ 199136 w 410083"/>
                <a:gd name="csY84" fmla="*/ 674453 h 700168"/>
                <a:gd name="csX85" fmla="*/ 204343 w 410083"/>
                <a:gd name="csY85" fmla="*/ 667099 h 700168"/>
                <a:gd name="csX86" fmla="*/ 203708 w 410083"/>
                <a:gd name="csY86" fmla="*/ 661041 h 700168"/>
                <a:gd name="csX87" fmla="*/ 219710 w 410083"/>
                <a:gd name="csY87" fmla="*/ 662343 h 700168"/>
                <a:gd name="csX88" fmla="*/ 222313 w 410083"/>
                <a:gd name="csY88" fmla="*/ 659746 h 700168"/>
                <a:gd name="csX89" fmla="*/ 228600 w 410083"/>
                <a:gd name="csY89" fmla="*/ 661581 h 700168"/>
                <a:gd name="csX90" fmla="*/ 236664 w 410083"/>
                <a:gd name="csY90" fmla="*/ 661473 h 700168"/>
                <a:gd name="csX91" fmla="*/ 242634 w 410083"/>
                <a:gd name="csY91" fmla="*/ 660286 h 700168"/>
                <a:gd name="csX92" fmla="*/ 246316 w 410083"/>
                <a:gd name="csY92" fmla="*/ 654768 h 700168"/>
                <a:gd name="csX93" fmla="*/ 267017 w 410083"/>
                <a:gd name="csY93" fmla="*/ 654552 h 700168"/>
                <a:gd name="csX94" fmla="*/ 271844 w 410083"/>
                <a:gd name="csY94" fmla="*/ 654990 h 700168"/>
                <a:gd name="csX95" fmla="*/ 275146 w 410083"/>
                <a:gd name="csY95" fmla="*/ 656609 h 700168"/>
                <a:gd name="csX96" fmla="*/ 333883 w 410083"/>
                <a:gd name="csY96" fmla="*/ 603402 h 700168"/>
                <a:gd name="csX97" fmla="*/ 397764 w 410083"/>
                <a:gd name="csY97" fmla="*/ 539388 h 700168"/>
                <a:gd name="csX98" fmla="*/ 410083 w 410083"/>
                <a:gd name="csY98" fmla="*/ 509435 h 700168"/>
                <a:gd name="csX99" fmla="*/ 351346 w 410083"/>
                <a:gd name="csY99" fmla="*/ 462610 h 700168"/>
                <a:gd name="csX100" fmla="*/ 376555 w 410083"/>
                <a:gd name="csY100" fmla="*/ 442062 h 700168"/>
                <a:gd name="csX101" fmla="*/ 369634 w 410083"/>
                <a:gd name="csY101" fmla="*/ 424225 h 700168"/>
                <a:gd name="csX102" fmla="*/ 356172 w 410083"/>
                <a:gd name="csY102" fmla="*/ 420980 h 700168"/>
                <a:gd name="csX103" fmla="*/ 350774 w 410083"/>
                <a:gd name="csY103" fmla="*/ 408540 h 700168"/>
                <a:gd name="csX104" fmla="*/ 360172 w 410083"/>
                <a:gd name="csY104" fmla="*/ 403136 h 700168"/>
                <a:gd name="csX105" fmla="*/ 355346 w 410083"/>
                <a:gd name="csY105" fmla="*/ 387344 h 700168"/>
                <a:gd name="csX106" fmla="*/ 339852 w 410083"/>
                <a:gd name="csY106" fmla="*/ 383559 h 700168"/>
                <a:gd name="csX107" fmla="*/ 334962 w 410083"/>
                <a:gd name="csY107" fmla="*/ 370586 h 700168"/>
                <a:gd name="csX108" fmla="*/ 344805 w 410083"/>
                <a:gd name="csY108" fmla="*/ 362153 h 700168"/>
                <a:gd name="csX109" fmla="*/ 338773 w 410083"/>
                <a:gd name="csY109" fmla="*/ 335763 h 700168"/>
                <a:gd name="csX110" fmla="*/ 358330 w 410083"/>
                <a:gd name="csY110" fmla="*/ 330359 h 700168"/>
                <a:gd name="csX111" fmla="*/ 316230 w 410083"/>
                <a:gd name="csY111" fmla="*/ 247739 h 700168"/>
                <a:gd name="csX112" fmla="*/ 347853 w 410083"/>
                <a:gd name="csY112" fmla="*/ 205137 h 700168"/>
                <a:gd name="csX113" fmla="*/ 352806 w 410083"/>
                <a:gd name="csY113" fmla="*/ 186646 h 700168"/>
                <a:gd name="csX114" fmla="*/ 335978 w 410083"/>
                <a:gd name="csY114" fmla="*/ 173990 h 700168"/>
                <a:gd name="csX115" fmla="*/ 329692 w 410083"/>
                <a:gd name="csY115" fmla="*/ 157988 h 700168"/>
                <a:gd name="csX116" fmla="*/ 303594 w 410083"/>
                <a:gd name="csY116" fmla="*/ 149771 h 700168"/>
                <a:gd name="csX117" fmla="*/ 293624 w 410083"/>
                <a:gd name="csY117" fmla="*/ 124250 h 700168"/>
                <a:gd name="csX118" fmla="*/ 305879 w 410083"/>
                <a:gd name="csY118" fmla="*/ 108026 h 700168"/>
                <a:gd name="csX119" fmla="*/ 295592 w 410083"/>
                <a:gd name="csY119" fmla="*/ 96996 h 700168"/>
                <a:gd name="csX120" fmla="*/ 312674 w 410083"/>
                <a:gd name="csY120" fmla="*/ 79477 h 700168"/>
                <a:gd name="csX121" fmla="*/ 301498 w 410083"/>
                <a:gd name="csY121" fmla="*/ 72561 h 700168"/>
                <a:gd name="csX122" fmla="*/ 320358 w 410083"/>
                <a:gd name="csY122" fmla="*/ 42818 h 700168"/>
                <a:gd name="csX123" fmla="*/ 269811 w 410083"/>
                <a:gd name="csY123" fmla="*/ 0 h 700168"/>
                <a:gd name="csX124" fmla="*/ 245047 w 410083"/>
                <a:gd name="csY124" fmla="*/ 16650 h 700168"/>
                <a:gd name="csX125" fmla="*/ 211391 w 410083"/>
                <a:gd name="csY125" fmla="*/ 11894 h 700168"/>
                <a:gd name="csX126" fmla="*/ 193485 w 410083"/>
                <a:gd name="csY126" fmla="*/ 84455 h 700168"/>
                <a:gd name="csX127" fmla="*/ 163830 w 410083"/>
                <a:gd name="csY127" fmla="*/ 115379 h 700168"/>
                <a:gd name="csX128" fmla="*/ 127190 w 410083"/>
                <a:gd name="csY128" fmla="*/ 91592 h 700168"/>
                <a:gd name="csX129" fmla="*/ 108331 w 410083"/>
                <a:gd name="csY129" fmla="*/ 109436 h 700168"/>
                <a:gd name="csX130" fmla="*/ 66739 w 410083"/>
                <a:gd name="csY130" fmla="*/ 99917 h 700168"/>
                <a:gd name="csX131" fmla="*/ 33083 w 410083"/>
                <a:gd name="csY131" fmla="*/ 59474 h 700168"/>
                <a:gd name="csX132" fmla="*/ 0 w 410083"/>
                <a:gd name="csY132" fmla="*/ 75692 h 700168"/>
                <a:gd name="csX133" fmla="*/ 54737 w 410083"/>
                <a:gd name="csY133" fmla="*/ 129330 h 700168"/>
                <a:gd name="csX134" fmla="*/ 94043 w 410083"/>
                <a:gd name="csY134" fmla="*/ 141008 h 700168"/>
                <a:gd name="csX135" fmla="*/ 112649 w 410083"/>
                <a:gd name="csY135" fmla="*/ 168910 h 700168"/>
                <a:gd name="csX136" fmla="*/ 105537 w 410083"/>
                <a:gd name="csY136" fmla="*/ 196698 h 700168"/>
                <a:gd name="csX137" fmla="*/ 120650 w 410083"/>
                <a:gd name="csY137" fmla="*/ 200812 h 700168"/>
                <a:gd name="csX138" fmla="*/ 120205 w 410083"/>
                <a:gd name="csY138" fmla="*/ 218110 h 700168"/>
                <a:gd name="csX139" fmla="*/ 108839 w 410083"/>
                <a:gd name="csY139" fmla="*/ 228276 h 700168"/>
                <a:gd name="csX140" fmla="*/ 125349 w 410083"/>
                <a:gd name="csY140" fmla="*/ 254552 h 700168"/>
                <a:gd name="csX141" fmla="*/ 122428 w 410083"/>
                <a:gd name="csY141" fmla="*/ 272072 h 700168"/>
                <a:gd name="csX142" fmla="*/ 112204 w 410083"/>
                <a:gd name="csY142" fmla="*/ 280397 h 700168"/>
                <a:gd name="csX143" fmla="*/ 115570 w 410083"/>
                <a:gd name="csY143" fmla="*/ 296945 h 700168"/>
                <a:gd name="csX144" fmla="*/ 132143 w 410083"/>
                <a:gd name="csY144" fmla="*/ 317379 h 700168"/>
                <a:gd name="csX145" fmla="*/ 142748 w 410083"/>
                <a:gd name="csY145" fmla="*/ 318897 h 700168"/>
                <a:gd name="csX146" fmla="*/ 150559 w 410083"/>
                <a:gd name="csY146" fmla="*/ 324193 h 700168"/>
                <a:gd name="csX147" fmla="*/ 176403 w 410083"/>
                <a:gd name="csY147" fmla="*/ 341173 h 700168"/>
                <a:gd name="csX148" fmla="*/ 176721 w 410083"/>
                <a:gd name="csY148" fmla="*/ 340849 h 700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10083" h="700168">
                  <a:moveTo>
                    <a:pt x="176721" y="340849"/>
                  </a:moveTo>
                  <a:lnTo>
                    <a:pt x="176530" y="341281"/>
                  </a:lnTo>
                  <a:cubicBezTo>
                    <a:pt x="173355" y="346361"/>
                    <a:pt x="178689" y="349390"/>
                    <a:pt x="176086" y="354908"/>
                  </a:cubicBezTo>
                  <a:lnTo>
                    <a:pt x="175895" y="355340"/>
                  </a:lnTo>
                  <a:cubicBezTo>
                    <a:pt x="172720" y="362153"/>
                    <a:pt x="184975" y="364852"/>
                    <a:pt x="182880" y="370478"/>
                  </a:cubicBezTo>
                  <a:cubicBezTo>
                    <a:pt x="181927" y="373291"/>
                    <a:pt x="177165" y="370910"/>
                    <a:pt x="177736" y="371018"/>
                  </a:cubicBezTo>
                  <a:cubicBezTo>
                    <a:pt x="173609" y="369176"/>
                    <a:pt x="172085" y="372637"/>
                    <a:pt x="175324" y="375990"/>
                  </a:cubicBezTo>
                  <a:cubicBezTo>
                    <a:pt x="175641" y="376644"/>
                    <a:pt x="179641" y="379775"/>
                    <a:pt x="176276" y="380860"/>
                  </a:cubicBezTo>
                  <a:cubicBezTo>
                    <a:pt x="173164" y="381940"/>
                    <a:pt x="169291" y="378479"/>
                    <a:pt x="169926" y="378803"/>
                  </a:cubicBezTo>
                  <a:cubicBezTo>
                    <a:pt x="165672" y="375450"/>
                    <a:pt x="153543" y="379559"/>
                    <a:pt x="154114" y="379451"/>
                  </a:cubicBezTo>
                  <a:cubicBezTo>
                    <a:pt x="150559" y="380206"/>
                    <a:pt x="149225" y="385185"/>
                    <a:pt x="149542" y="384537"/>
                  </a:cubicBezTo>
                  <a:cubicBezTo>
                    <a:pt x="148399" y="388645"/>
                    <a:pt x="143827" y="391674"/>
                    <a:pt x="144399" y="391128"/>
                  </a:cubicBezTo>
                  <a:cubicBezTo>
                    <a:pt x="141034" y="393617"/>
                    <a:pt x="140145" y="399459"/>
                    <a:pt x="140335" y="398812"/>
                  </a:cubicBezTo>
                  <a:cubicBezTo>
                    <a:pt x="138430" y="407892"/>
                    <a:pt x="118745" y="417087"/>
                    <a:pt x="116014" y="426491"/>
                  </a:cubicBezTo>
                  <a:lnTo>
                    <a:pt x="115252" y="429196"/>
                  </a:lnTo>
                  <a:cubicBezTo>
                    <a:pt x="114046" y="433629"/>
                    <a:pt x="107886" y="431902"/>
                    <a:pt x="108458" y="431902"/>
                  </a:cubicBezTo>
                  <a:cubicBezTo>
                    <a:pt x="102235" y="431032"/>
                    <a:pt x="107569" y="440766"/>
                    <a:pt x="101410" y="442716"/>
                  </a:cubicBezTo>
                  <a:lnTo>
                    <a:pt x="92964" y="445414"/>
                  </a:lnTo>
                  <a:cubicBezTo>
                    <a:pt x="88709" y="446824"/>
                    <a:pt x="84074" y="441846"/>
                    <a:pt x="84709" y="442278"/>
                  </a:cubicBezTo>
                  <a:cubicBezTo>
                    <a:pt x="80835" y="438931"/>
                    <a:pt x="82867" y="447148"/>
                    <a:pt x="78105" y="447580"/>
                  </a:cubicBezTo>
                  <a:cubicBezTo>
                    <a:pt x="71946" y="448119"/>
                    <a:pt x="83566" y="454717"/>
                    <a:pt x="77724" y="457422"/>
                  </a:cubicBezTo>
                  <a:lnTo>
                    <a:pt x="74041" y="459149"/>
                  </a:lnTo>
                  <a:cubicBezTo>
                    <a:pt x="69469" y="461315"/>
                    <a:pt x="74041" y="464445"/>
                    <a:pt x="71120" y="468014"/>
                  </a:cubicBezTo>
                  <a:cubicBezTo>
                    <a:pt x="69152" y="470395"/>
                    <a:pt x="67120" y="465963"/>
                    <a:pt x="67627" y="466611"/>
                  </a:cubicBezTo>
                  <a:cubicBezTo>
                    <a:pt x="66865" y="464776"/>
                    <a:pt x="65278" y="464560"/>
                    <a:pt x="64071" y="466071"/>
                  </a:cubicBezTo>
                  <a:cubicBezTo>
                    <a:pt x="63817" y="466719"/>
                    <a:pt x="59944" y="469856"/>
                    <a:pt x="62992" y="473208"/>
                  </a:cubicBezTo>
                  <a:lnTo>
                    <a:pt x="65913" y="476345"/>
                  </a:lnTo>
                  <a:cubicBezTo>
                    <a:pt x="69024" y="479806"/>
                    <a:pt x="65786" y="484346"/>
                    <a:pt x="61913" y="481965"/>
                  </a:cubicBezTo>
                  <a:cubicBezTo>
                    <a:pt x="57976" y="480238"/>
                    <a:pt x="52388" y="473856"/>
                    <a:pt x="50292" y="479044"/>
                  </a:cubicBezTo>
                  <a:lnTo>
                    <a:pt x="49784" y="480454"/>
                  </a:lnTo>
                  <a:cubicBezTo>
                    <a:pt x="47942" y="485102"/>
                    <a:pt x="42608" y="479590"/>
                    <a:pt x="42101" y="484023"/>
                  </a:cubicBezTo>
                  <a:cubicBezTo>
                    <a:pt x="41529" y="488887"/>
                    <a:pt x="37338" y="482181"/>
                    <a:pt x="35623" y="486836"/>
                  </a:cubicBezTo>
                  <a:cubicBezTo>
                    <a:pt x="33528" y="492671"/>
                    <a:pt x="42926" y="498405"/>
                    <a:pt x="37021" y="498189"/>
                  </a:cubicBezTo>
                  <a:cubicBezTo>
                    <a:pt x="36449" y="498297"/>
                    <a:pt x="31940" y="497103"/>
                    <a:pt x="30924" y="501542"/>
                  </a:cubicBezTo>
                  <a:lnTo>
                    <a:pt x="30416" y="503809"/>
                  </a:lnTo>
                  <a:cubicBezTo>
                    <a:pt x="29020" y="510731"/>
                    <a:pt x="19114" y="505543"/>
                    <a:pt x="20955" y="512026"/>
                  </a:cubicBezTo>
                  <a:cubicBezTo>
                    <a:pt x="20955" y="512680"/>
                    <a:pt x="22479" y="516141"/>
                    <a:pt x="19495" y="518408"/>
                  </a:cubicBezTo>
                  <a:lnTo>
                    <a:pt x="19240" y="518408"/>
                  </a:lnTo>
                  <a:cubicBezTo>
                    <a:pt x="16320" y="520681"/>
                    <a:pt x="20002" y="523602"/>
                    <a:pt x="19685" y="522948"/>
                  </a:cubicBezTo>
                  <a:cubicBezTo>
                    <a:pt x="22606" y="525113"/>
                    <a:pt x="19495" y="528466"/>
                    <a:pt x="19685" y="527818"/>
                  </a:cubicBezTo>
                  <a:cubicBezTo>
                    <a:pt x="16192" y="531495"/>
                    <a:pt x="19876" y="540792"/>
                    <a:pt x="24574" y="540036"/>
                  </a:cubicBezTo>
                  <a:lnTo>
                    <a:pt x="25527" y="539820"/>
                  </a:lnTo>
                  <a:cubicBezTo>
                    <a:pt x="30480" y="538956"/>
                    <a:pt x="32448" y="550742"/>
                    <a:pt x="28321" y="553123"/>
                  </a:cubicBezTo>
                  <a:lnTo>
                    <a:pt x="28130" y="553123"/>
                  </a:lnTo>
                  <a:cubicBezTo>
                    <a:pt x="17843" y="559067"/>
                    <a:pt x="40005" y="582860"/>
                    <a:pt x="34861" y="587508"/>
                  </a:cubicBezTo>
                  <a:cubicBezTo>
                    <a:pt x="32893" y="589242"/>
                    <a:pt x="34861" y="593027"/>
                    <a:pt x="34861" y="592372"/>
                  </a:cubicBezTo>
                  <a:cubicBezTo>
                    <a:pt x="40767" y="602431"/>
                    <a:pt x="22415" y="610000"/>
                    <a:pt x="29401" y="613029"/>
                  </a:cubicBezTo>
                  <a:cubicBezTo>
                    <a:pt x="33401" y="614763"/>
                    <a:pt x="32321" y="620706"/>
                    <a:pt x="28130" y="621246"/>
                  </a:cubicBezTo>
                  <a:cubicBezTo>
                    <a:pt x="24892" y="621678"/>
                    <a:pt x="26416" y="626440"/>
                    <a:pt x="26416" y="625793"/>
                  </a:cubicBezTo>
                  <a:cubicBezTo>
                    <a:pt x="27686" y="629793"/>
                    <a:pt x="23114" y="632708"/>
                    <a:pt x="23558" y="632060"/>
                  </a:cubicBezTo>
                  <a:cubicBezTo>
                    <a:pt x="18161" y="635953"/>
                    <a:pt x="30480" y="636492"/>
                    <a:pt x="26733" y="642226"/>
                  </a:cubicBezTo>
                  <a:lnTo>
                    <a:pt x="23876" y="646443"/>
                  </a:lnTo>
                  <a:cubicBezTo>
                    <a:pt x="21527" y="650011"/>
                    <a:pt x="23368" y="654444"/>
                    <a:pt x="23368" y="653796"/>
                  </a:cubicBezTo>
                  <a:cubicBezTo>
                    <a:pt x="24003" y="655746"/>
                    <a:pt x="25971" y="657149"/>
                    <a:pt x="27813" y="656933"/>
                  </a:cubicBezTo>
                  <a:lnTo>
                    <a:pt x="34417" y="656285"/>
                  </a:lnTo>
                  <a:cubicBezTo>
                    <a:pt x="39370" y="655746"/>
                    <a:pt x="36703" y="651529"/>
                    <a:pt x="41465" y="649472"/>
                  </a:cubicBezTo>
                  <a:lnTo>
                    <a:pt x="41529" y="649472"/>
                  </a:lnTo>
                  <a:cubicBezTo>
                    <a:pt x="47308" y="646983"/>
                    <a:pt x="41084" y="656933"/>
                    <a:pt x="44259" y="663746"/>
                  </a:cubicBezTo>
                  <a:lnTo>
                    <a:pt x="45657" y="666668"/>
                  </a:lnTo>
                  <a:cubicBezTo>
                    <a:pt x="47689" y="670992"/>
                    <a:pt x="52832" y="669366"/>
                    <a:pt x="51054" y="664934"/>
                  </a:cubicBezTo>
                  <a:cubicBezTo>
                    <a:pt x="50864" y="664178"/>
                    <a:pt x="48387" y="659314"/>
                    <a:pt x="49657" y="656393"/>
                  </a:cubicBezTo>
                  <a:cubicBezTo>
                    <a:pt x="51054" y="653256"/>
                    <a:pt x="57467" y="661149"/>
                    <a:pt x="56896" y="660610"/>
                  </a:cubicBezTo>
                  <a:cubicBezTo>
                    <a:pt x="59627" y="663423"/>
                    <a:pt x="57595" y="668179"/>
                    <a:pt x="57658" y="667531"/>
                  </a:cubicBezTo>
                  <a:cubicBezTo>
                    <a:pt x="55816" y="672287"/>
                    <a:pt x="61214" y="680942"/>
                    <a:pt x="63436" y="676288"/>
                  </a:cubicBezTo>
                  <a:cubicBezTo>
                    <a:pt x="66675" y="669589"/>
                    <a:pt x="67945" y="665474"/>
                    <a:pt x="70993" y="665474"/>
                  </a:cubicBezTo>
                  <a:cubicBezTo>
                    <a:pt x="77026" y="665474"/>
                    <a:pt x="61913" y="688620"/>
                    <a:pt x="65659" y="692620"/>
                  </a:cubicBezTo>
                  <a:cubicBezTo>
                    <a:pt x="67437" y="694563"/>
                    <a:pt x="71755" y="688943"/>
                    <a:pt x="71183" y="689483"/>
                  </a:cubicBezTo>
                  <a:cubicBezTo>
                    <a:pt x="73596" y="686778"/>
                    <a:pt x="77788" y="690239"/>
                    <a:pt x="77152" y="690455"/>
                  </a:cubicBezTo>
                  <a:cubicBezTo>
                    <a:pt x="82233" y="689699"/>
                    <a:pt x="80835" y="688511"/>
                    <a:pt x="85789" y="688511"/>
                  </a:cubicBezTo>
                  <a:lnTo>
                    <a:pt x="86042" y="688511"/>
                  </a:lnTo>
                  <a:cubicBezTo>
                    <a:pt x="89726" y="688511"/>
                    <a:pt x="89281" y="689591"/>
                    <a:pt x="89154" y="688943"/>
                  </a:cubicBezTo>
                  <a:cubicBezTo>
                    <a:pt x="89090" y="690994"/>
                    <a:pt x="87947" y="691648"/>
                    <a:pt x="86804" y="693160"/>
                  </a:cubicBezTo>
                  <a:cubicBezTo>
                    <a:pt x="84074" y="696512"/>
                    <a:pt x="87313" y="700837"/>
                    <a:pt x="91758" y="700081"/>
                  </a:cubicBezTo>
                  <a:cubicBezTo>
                    <a:pt x="115887" y="696081"/>
                    <a:pt x="117538" y="695973"/>
                    <a:pt x="120460" y="692512"/>
                  </a:cubicBezTo>
                  <a:cubicBezTo>
                    <a:pt x="121095" y="691972"/>
                    <a:pt x="123825" y="687426"/>
                    <a:pt x="128143" y="686130"/>
                  </a:cubicBezTo>
                  <a:lnTo>
                    <a:pt x="137668" y="683317"/>
                  </a:lnTo>
                  <a:cubicBezTo>
                    <a:pt x="141541" y="682238"/>
                    <a:pt x="141351" y="688511"/>
                    <a:pt x="141097" y="687857"/>
                  </a:cubicBezTo>
                  <a:cubicBezTo>
                    <a:pt x="141224" y="694023"/>
                    <a:pt x="153543" y="683965"/>
                    <a:pt x="154749" y="679641"/>
                  </a:cubicBezTo>
                  <a:cubicBezTo>
                    <a:pt x="155194" y="677913"/>
                    <a:pt x="157162" y="676719"/>
                    <a:pt x="159004" y="677050"/>
                  </a:cubicBezTo>
                  <a:lnTo>
                    <a:pt x="165925" y="678453"/>
                  </a:lnTo>
                  <a:cubicBezTo>
                    <a:pt x="169609" y="679209"/>
                    <a:pt x="171831" y="674345"/>
                    <a:pt x="171323" y="674992"/>
                  </a:cubicBezTo>
                  <a:cubicBezTo>
                    <a:pt x="173482" y="670776"/>
                    <a:pt x="180086" y="672611"/>
                    <a:pt x="179451" y="672719"/>
                  </a:cubicBezTo>
                  <a:cubicBezTo>
                    <a:pt x="183134" y="673265"/>
                    <a:pt x="187008" y="675856"/>
                    <a:pt x="186373" y="675640"/>
                  </a:cubicBezTo>
                  <a:cubicBezTo>
                    <a:pt x="191579" y="679101"/>
                    <a:pt x="188849" y="663746"/>
                    <a:pt x="192341" y="669589"/>
                  </a:cubicBezTo>
                  <a:cubicBezTo>
                    <a:pt x="193103" y="670452"/>
                    <a:pt x="195136" y="676827"/>
                    <a:pt x="199136" y="674453"/>
                  </a:cubicBezTo>
                  <a:cubicBezTo>
                    <a:pt x="200406" y="673265"/>
                    <a:pt x="207137" y="671316"/>
                    <a:pt x="204343" y="667099"/>
                  </a:cubicBezTo>
                  <a:cubicBezTo>
                    <a:pt x="204089" y="666452"/>
                    <a:pt x="201168" y="663423"/>
                    <a:pt x="203708" y="661041"/>
                  </a:cubicBezTo>
                  <a:cubicBezTo>
                    <a:pt x="208216" y="656717"/>
                    <a:pt x="219710" y="674992"/>
                    <a:pt x="219710" y="662343"/>
                  </a:cubicBezTo>
                  <a:cubicBezTo>
                    <a:pt x="219900" y="661689"/>
                    <a:pt x="219392" y="657041"/>
                    <a:pt x="222313" y="659746"/>
                  </a:cubicBezTo>
                  <a:cubicBezTo>
                    <a:pt x="222822" y="660070"/>
                    <a:pt x="225108" y="662667"/>
                    <a:pt x="228600" y="661581"/>
                  </a:cubicBezTo>
                  <a:cubicBezTo>
                    <a:pt x="229235" y="661581"/>
                    <a:pt x="232664" y="659746"/>
                    <a:pt x="236664" y="661473"/>
                  </a:cubicBezTo>
                  <a:cubicBezTo>
                    <a:pt x="237236" y="661473"/>
                    <a:pt x="242443" y="665042"/>
                    <a:pt x="242634" y="660286"/>
                  </a:cubicBezTo>
                  <a:cubicBezTo>
                    <a:pt x="242887" y="659638"/>
                    <a:pt x="241999" y="654120"/>
                    <a:pt x="246316" y="654768"/>
                  </a:cubicBezTo>
                  <a:cubicBezTo>
                    <a:pt x="262128" y="657149"/>
                    <a:pt x="266001" y="658882"/>
                    <a:pt x="267017" y="654552"/>
                  </a:cubicBezTo>
                  <a:cubicBezTo>
                    <a:pt x="267843" y="650551"/>
                    <a:pt x="272415" y="655314"/>
                    <a:pt x="271844" y="654990"/>
                  </a:cubicBezTo>
                  <a:cubicBezTo>
                    <a:pt x="272860" y="655854"/>
                    <a:pt x="273939" y="656393"/>
                    <a:pt x="275146" y="656609"/>
                  </a:cubicBezTo>
                  <a:lnTo>
                    <a:pt x="333883" y="603402"/>
                  </a:lnTo>
                  <a:lnTo>
                    <a:pt x="397764" y="539388"/>
                  </a:lnTo>
                  <a:lnTo>
                    <a:pt x="410083" y="509435"/>
                  </a:lnTo>
                  <a:lnTo>
                    <a:pt x="351346" y="462610"/>
                  </a:lnTo>
                  <a:lnTo>
                    <a:pt x="376555" y="442062"/>
                  </a:lnTo>
                  <a:lnTo>
                    <a:pt x="369634" y="424225"/>
                  </a:lnTo>
                  <a:lnTo>
                    <a:pt x="356172" y="420980"/>
                  </a:lnTo>
                  <a:lnTo>
                    <a:pt x="350774" y="408540"/>
                  </a:lnTo>
                  <a:lnTo>
                    <a:pt x="360172" y="403136"/>
                  </a:lnTo>
                  <a:lnTo>
                    <a:pt x="355346" y="387344"/>
                  </a:lnTo>
                  <a:lnTo>
                    <a:pt x="339852" y="383559"/>
                  </a:lnTo>
                  <a:lnTo>
                    <a:pt x="334962" y="370586"/>
                  </a:lnTo>
                  <a:lnTo>
                    <a:pt x="344805" y="362153"/>
                  </a:lnTo>
                  <a:lnTo>
                    <a:pt x="338773" y="335763"/>
                  </a:lnTo>
                  <a:lnTo>
                    <a:pt x="358330" y="330359"/>
                  </a:lnTo>
                  <a:lnTo>
                    <a:pt x="316230" y="247739"/>
                  </a:lnTo>
                  <a:lnTo>
                    <a:pt x="347853" y="205137"/>
                  </a:lnTo>
                  <a:lnTo>
                    <a:pt x="352806" y="186646"/>
                  </a:lnTo>
                  <a:lnTo>
                    <a:pt x="335978" y="173990"/>
                  </a:lnTo>
                  <a:lnTo>
                    <a:pt x="329692" y="157988"/>
                  </a:lnTo>
                  <a:lnTo>
                    <a:pt x="303594" y="149771"/>
                  </a:lnTo>
                  <a:lnTo>
                    <a:pt x="293624" y="124250"/>
                  </a:lnTo>
                  <a:lnTo>
                    <a:pt x="305879" y="108026"/>
                  </a:lnTo>
                  <a:lnTo>
                    <a:pt x="295592" y="96996"/>
                  </a:lnTo>
                  <a:lnTo>
                    <a:pt x="312674" y="79477"/>
                  </a:lnTo>
                  <a:lnTo>
                    <a:pt x="301498" y="72561"/>
                  </a:lnTo>
                  <a:lnTo>
                    <a:pt x="320358" y="42818"/>
                  </a:lnTo>
                  <a:lnTo>
                    <a:pt x="269811" y="0"/>
                  </a:lnTo>
                  <a:lnTo>
                    <a:pt x="245047" y="16650"/>
                  </a:lnTo>
                  <a:lnTo>
                    <a:pt x="211391" y="11894"/>
                  </a:lnTo>
                  <a:lnTo>
                    <a:pt x="193485" y="84455"/>
                  </a:lnTo>
                  <a:lnTo>
                    <a:pt x="163830" y="115379"/>
                  </a:lnTo>
                  <a:lnTo>
                    <a:pt x="127190" y="91592"/>
                  </a:lnTo>
                  <a:lnTo>
                    <a:pt x="108331" y="109436"/>
                  </a:lnTo>
                  <a:lnTo>
                    <a:pt x="66739" y="99917"/>
                  </a:lnTo>
                  <a:lnTo>
                    <a:pt x="33083" y="59474"/>
                  </a:lnTo>
                  <a:lnTo>
                    <a:pt x="0" y="75692"/>
                  </a:lnTo>
                  <a:lnTo>
                    <a:pt x="54737" y="129330"/>
                  </a:lnTo>
                  <a:lnTo>
                    <a:pt x="94043" y="141008"/>
                  </a:lnTo>
                  <a:lnTo>
                    <a:pt x="112649" y="168910"/>
                  </a:lnTo>
                  <a:lnTo>
                    <a:pt x="105537" y="196698"/>
                  </a:lnTo>
                  <a:lnTo>
                    <a:pt x="120650" y="200812"/>
                  </a:lnTo>
                  <a:lnTo>
                    <a:pt x="120205" y="218110"/>
                  </a:lnTo>
                  <a:lnTo>
                    <a:pt x="108839" y="228276"/>
                  </a:lnTo>
                  <a:lnTo>
                    <a:pt x="125349" y="254552"/>
                  </a:lnTo>
                  <a:lnTo>
                    <a:pt x="122428" y="272072"/>
                  </a:lnTo>
                  <a:lnTo>
                    <a:pt x="112204" y="280397"/>
                  </a:lnTo>
                  <a:lnTo>
                    <a:pt x="115570" y="296945"/>
                  </a:lnTo>
                  <a:lnTo>
                    <a:pt x="132143" y="317379"/>
                  </a:lnTo>
                  <a:lnTo>
                    <a:pt x="142748" y="318897"/>
                  </a:lnTo>
                  <a:cubicBezTo>
                    <a:pt x="147066" y="319545"/>
                    <a:pt x="151193" y="324625"/>
                    <a:pt x="150559" y="324193"/>
                  </a:cubicBezTo>
                  <a:cubicBezTo>
                    <a:pt x="154876" y="333388"/>
                    <a:pt x="179768" y="330359"/>
                    <a:pt x="176403" y="341173"/>
                  </a:cubicBezTo>
                  <a:lnTo>
                    <a:pt x="176721" y="340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1C0B2F7F-6A9E-B28A-092D-3D8A453D0C06}"/>
                </a:ext>
              </a:extLst>
            </p:cNvPr>
            <p:cNvSpPr/>
            <p:nvPr/>
          </p:nvSpPr>
          <p:spPr>
            <a:xfrm>
              <a:off x="6766257" y="4538193"/>
              <a:ext cx="9434" cy="4517"/>
            </a:xfrm>
            <a:custGeom>
              <a:avLst/>
              <a:gdLst>
                <a:gd name="csX0" fmla="*/ 8067 w 10880"/>
                <a:gd name="csY0" fmla="*/ 696 h 5209"/>
                <a:gd name="csX1" fmla="*/ 3051 w 10880"/>
                <a:gd name="csY1" fmla="*/ 48 h 5209"/>
                <a:gd name="csX2" fmla="*/ 2 w 10880"/>
                <a:gd name="csY2" fmla="*/ 1235 h 5209"/>
                <a:gd name="csX3" fmla="*/ 3622 w 10880"/>
                <a:gd name="csY3" fmla="*/ 3832 h 5209"/>
                <a:gd name="csX4" fmla="*/ 7305 w 10880"/>
                <a:gd name="csY4" fmla="*/ 5020 h 5209"/>
                <a:gd name="csX5" fmla="*/ 10861 w 10880"/>
                <a:gd name="csY5" fmla="*/ 3509 h 5209"/>
                <a:gd name="csX6" fmla="*/ 7940 w 10880"/>
                <a:gd name="csY6" fmla="*/ 587 h 5209"/>
                <a:gd name="csX7" fmla="*/ 8067 w 10880"/>
                <a:gd name="csY7" fmla="*/ 696 h 5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880" h="5209">
                  <a:moveTo>
                    <a:pt x="8067" y="696"/>
                  </a:moveTo>
                  <a:lnTo>
                    <a:pt x="3051" y="48"/>
                  </a:lnTo>
                  <a:cubicBezTo>
                    <a:pt x="1209" y="-168"/>
                    <a:pt x="-61" y="372"/>
                    <a:pt x="2" y="1235"/>
                  </a:cubicBezTo>
                  <a:cubicBezTo>
                    <a:pt x="256" y="2099"/>
                    <a:pt x="1844" y="3293"/>
                    <a:pt x="3622" y="3832"/>
                  </a:cubicBezTo>
                  <a:lnTo>
                    <a:pt x="7305" y="5020"/>
                  </a:lnTo>
                  <a:cubicBezTo>
                    <a:pt x="9020" y="5560"/>
                    <a:pt x="10607" y="4912"/>
                    <a:pt x="10861" y="3509"/>
                  </a:cubicBezTo>
                  <a:cubicBezTo>
                    <a:pt x="11052" y="2099"/>
                    <a:pt x="9781" y="803"/>
                    <a:pt x="7940" y="587"/>
                  </a:cubicBezTo>
                  <a:lnTo>
                    <a:pt x="8067" y="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AF145FB8-9B5F-7896-2153-384ABAF7C235}"/>
                </a:ext>
              </a:extLst>
            </p:cNvPr>
            <p:cNvSpPr/>
            <p:nvPr/>
          </p:nvSpPr>
          <p:spPr>
            <a:xfrm>
              <a:off x="6461359" y="4478171"/>
              <a:ext cx="5119" cy="6887"/>
            </a:xfrm>
            <a:custGeom>
              <a:avLst/>
              <a:gdLst>
                <a:gd name="csX0" fmla="*/ 2191 w 5904"/>
                <a:gd name="csY0" fmla="*/ 600 h 7942"/>
                <a:gd name="csX1" fmla="*/ 985 w 5904"/>
                <a:gd name="csY1" fmla="*/ 1464 h 7942"/>
                <a:gd name="csX2" fmla="*/ 5874 w 5904"/>
                <a:gd name="csY2" fmla="*/ 6328 h 7942"/>
                <a:gd name="csX3" fmla="*/ 2064 w 5904"/>
                <a:gd name="csY3" fmla="*/ 600 h 7942"/>
                <a:gd name="csX4" fmla="*/ 2191 w 5904"/>
                <a:gd name="csY4" fmla="*/ 600 h 7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04" h="7942">
                  <a:moveTo>
                    <a:pt x="2191" y="600"/>
                  </a:moveTo>
                  <a:lnTo>
                    <a:pt x="985" y="1464"/>
                  </a:lnTo>
                  <a:cubicBezTo>
                    <a:pt x="-3016" y="4385"/>
                    <a:pt x="6509" y="10983"/>
                    <a:pt x="5874" y="6328"/>
                  </a:cubicBezTo>
                  <a:cubicBezTo>
                    <a:pt x="5430" y="5140"/>
                    <a:pt x="5874" y="-2105"/>
                    <a:pt x="2064" y="600"/>
                  </a:cubicBezTo>
                  <a:lnTo>
                    <a:pt x="2191" y="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2FD7C3CE-7ED6-8362-C109-238934D43FF3}"/>
                </a:ext>
              </a:extLst>
            </p:cNvPr>
            <p:cNvSpPr/>
            <p:nvPr/>
          </p:nvSpPr>
          <p:spPr>
            <a:xfrm>
              <a:off x="6450732" y="4425263"/>
              <a:ext cx="6587" cy="9597"/>
            </a:xfrm>
            <a:custGeom>
              <a:avLst/>
              <a:gdLst>
                <a:gd name="csX0" fmla="*/ 33 w 7596"/>
                <a:gd name="csY0" fmla="*/ 1821 h 11068"/>
                <a:gd name="csX1" fmla="*/ 3716 w 7596"/>
                <a:gd name="csY1" fmla="*/ 10685 h 11068"/>
                <a:gd name="csX2" fmla="*/ 6637 w 7596"/>
                <a:gd name="csY2" fmla="*/ 5173 h 11068"/>
                <a:gd name="csX3" fmla="*/ 33 w 7596"/>
                <a:gd name="csY3" fmla="*/ 1712 h 11068"/>
                <a:gd name="csX4" fmla="*/ 33 w 7596"/>
                <a:gd name="csY4" fmla="*/ 1821 h 11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96" h="11068">
                  <a:moveTo>
                    <a:pt x="33" y="1821"/>
                  </a:moveTo>
                  <a:cubicBezTo>
                    <a:pt x="33" y="1821"/>
                    <a:pt x="-602" y="13282"/>
                    <a:pt x="3716" y="10685"/>
                  </a:cubicBezTo>
                  <a:cubicBezTo>
                    <a:pt x="4350" y="10145"/>
                    <a:pt x="9748" y="8304"/>
                    <a:pt x="6637" y="5173"/>
                  </a:cubicBezTo>
                  <a:cubicBezTo>
                    <a:pt x="4795" y="3763"/>
                    <a:pt x="-412" y="-3158"/>
                    <a:pt x="33" y="1712"/>
                  </a:cubicBezTo>
                  <a:lnTo>
                    <a:pt x="33" y="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19C8FC5F-0CCE-A45D-F0C1-44213EBDC6B9}"/>
                </a:ext>
              </a:extLst>
            </p:cNvPr>
            <p:cNvSpPr/>
            <p:nvPr/>
          </p:nvSpPr>
          <p:spPr>
            <a:xfrm>
              <a:off x="6807735" y="4524264"/>
              <a:ext cx="36999" cy="13587"/>
            </a:xfrm>
            <a:custGeom>
              <a:avLst/>
              <a:gdLst>
                <a:gd name="csX0" fmla="*/ 41513 w 42670"/>
                <a:gd name="csY0" fmla="*/ 4974 h 15670"/>
                <a:gd name="csX1" fmla="*/ 25765 w 42670"/>
                <a:gd name="csY1" fmla="*/ 542 h 15670"/>
                <a:gd name="csX2" fmla="*/ 14462 w 42670"/>
                <a:gd name="csY2" fmla="*/ 2161 h 15670"/>
                <a:gd name="csX3" fmla="*/ 6080 w 42670"/>
                <a:gd name="csY3" fmla="*/ 973 h 15670"/>
                <a:gd name="csX4" fmla="*/ 1254 w 42670"/>
                <a:gd name="csY4" fmla="*/ 8219 h 15670"/>
                <a:gd name="csX5" fmla="*/ 17573 w 42670"/>
                <a:gd name="csY5" fmla="*/ 15356 h 15670"/>
                <a:gd name="csX6" fmla="*/ 41386 w 42670"/>
                <a:gd name="csY6" fmla="*/ 5082 h 15670"/>
                <a:gd name="csX7" fmla="*/ 41513 w 42670"/>
                <a:gd name="csY7" fmla="*/ 4974 h 15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70" h="15670">
                  <a:moveTo>
                    <a:pt x="41513" y="4974"/>
                  </a:moveTo>
                  <a:cubicBezTo>
                    <a:pt x="32178" y="757"/>
                    <a:pt x="29702" y="-976"/>
                    <a:pt x="25765" y="542"/>
                  </a:cubicBezTo>
                  <a:cubicBezTo>
                    <a:pt x="25765" y="542"/>
                    <a:pt x="18780" y="4434"/>
                    <a:pt x="14462" y="2161"/>
                  </a:cubicBezTo>
                  <a:cubicBezTo>
                    <a:pt x="13700" y="1945"/>
                    <a:pt x="9699" y="-1624"/>
                    <a:pt x="6080" y="973"/>
                  </a:cubicBezTo>
                  <a:cubicBezTo>
                    <a:pt x="4365" y="2700"/>
                    <a:pt x="-2874" y="5621"/>
                    <a:pt x="1254" y="8219"/>
                  </a:cubicBezTo>
                  <a:cubicBezTo>
                    <a:pt x="9445" y="13299"/>
                    <a:pt x="13128" y="16760"/>
                    <a:pt x="17573" y="15356"/>
                  </a:cubicBezTo>
                  <a:cubicBezTo>
                    <a:pt x="39989" y="8003"/>
                    <a:pt x="45577" y="7025"/>
                    <a:pt x="41386" y="5082"/>
                  </a:cubicBezTo>
                  <a:lnTo>
                    <a:pt x="41513" y="4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7380F402-3151-EC35-053A-CC7FE3B9CFBB}"/>
                </a:ext>
              </a:extLst>
            </p:cNvPr>
            <p:cNvSpPr/>
            <p:nvPr/>
          </p:nvSpPr>
          <p:spPr>
            <a:xfrm>
              <a:off x="6458844" y="4316009"/>
              <a:ext cx="338579" cy="210826"/>
            </a:xfrm>
            <a:custGeom>
              <a:avLst/>
              <a:gdLst>
                <a:gd name="csX0" fmla="*/ 238835 w 390472"/>
                <a:gd name="csY0" fmla="*/ 16974 h 243139"/>
                <a:gd name="csX1" fmla="*/ 200989 w 390472"/>
                <a:gd name="csY1" fmla="*/ 36874 h 243139"/>
                <a:gd name="csX2" fmla="*/ 178701 w 390472"/>
                <a:gd name="csY2" fmla="*/ 74721 h 243139"/>
                <a:gd name="csX3" fmla="*/ 163842 w 390472"/>
                <a:gd name="csY3" fmla="*/ 79699 h 243139"/>
                <a:gd name="csX4" fmla="*/ 150126 w 390472"/>
                <a:gd name="csY4" fmla="*/ 67151 h 243139"/>
                <a:gd name="csX5" fmla="*/ 90245 w 390472"/>
                <a:gd name="csY5" fmla="*/ 59366 h 243139"/>
                <a:gd name="csX6" fmla="*/ 46430 w 390472"/>
                <a:gd name="csY6" fmla="*/ 64230 h 243139"/>
                <a:gd name="csX7" fmla="*/ 37095 w 390472"/>
                <a:gd name="csY7" fmla="*/ 53416 h 243139"/>
                <a:gd name="csX8" fmla="*/ 20649 w 390472"/>
                <a:gd name="csY8" fmla="*/ 57525 h 243139"/>
                <a:gd name="csX9" fmla="*/ 20458 w 390472"/>
                <a:gd name="csY9" fmla="*/ 87376 h 243139"/>
                <a:gd name="csX10" fmla="*/ 6552 w 390472"/>
                <a:gd name="csY10" fmla="*/ 97968 h 243139"/>
                <a:gd name="csX11" fmla="*/ 6362 w 390472"/>
                <a:gd name="csY11" fmla="*/ 120250 h 243139"/>
                <a:gd name="csX12" fmla="*/ 4203 w 390472"/>
                <a:gd name="csY12" fmla="*/ 126625 h 243139"/>
                <a:gd name="csX13" fmla="*/ 4012 w 390472"/>
                <a:gd name="csY13" fmla="*/ 139389 h 243139"/>
                <a:gd name="csX14" fmla="*/ 2996 w 390472"/>
                <a:gd name="csY14" fmla="*/ 139065 h 243139"/>
                <a:gd name="csX15" fmla="*/ 3250 w 390472"/>
                <a:gd name="csY15" fmla="*/ 145117 h 243139"/>
                <a:gd name="csX16" fmla="*/ 9473 w 390472"/>
                <a:gd name="csY16" fmla="*/ 150959 h 243139"/>
                <a:gd name="csX17" fmla="*/ 25539 w 390472"/>
                <a:gd name="csY17" fmla="*/ 207296 h 243139"/>
                <a:gd name="csX18" fmla="*/ 24650 w 390472"/>
                <a:gd name="csY18" fmla="*/ 221679 h 243139"/>
                <a:gd name="csX19" fmla="*/ 31381 w 390472"/>
                <a:gd name="csY19" fmla="*/ 236817 h 243139"/>
                <a:gd name="csX20" fmla="*/ 31381 w 390472"/>
                <a:gd name="csY20" fmla="*/ 237471 h 243139"/>
                <a:gd name="csX21" fmla="*/ 40652 w 390472"/>
                <a:gd name="csY21" fmla="*/ 239414 h 243139"/>
                <a:gd name="csX22" fmla="*/ 53859 w 390472"/>
                <a:gd name="csY22" fmla="*/ 242551 h 243139"/>
                <a:gd name="csX23" fmla="*/ 68719 w 390472"/>
                <a:gd name="csY23" fmla="*/ 239090 h 243139"/>
                <a:gd name="csX24" fmla="*/ 75957 w 390472"/>
                <a:gd name="csY24" fmla="*/ 235629 h 243139"/>
                <a:gd name="csX25" fmla="*/ 84720 w 390472"/>
                <a:gd name="csY25" fmla="*/ 236385 h 243139"/>
                <a:gd name="csX26" fmla="*/ 89483 w 390472"/>
                <a:gd name="csY26" fmla="*/ 236061 h 243139"/>
                <a:gd name="csX27" fmla="*/ 92976 w 390472"/>
                <a:gd name="csY27" fmla="*/ 233572 h 243139"/>
                <a:gd name="csX28" fmla="*/ 98246 w 390472"/>
                <a:gd name="csY28" fmla="*/ 227521 h 243139"/>
                <a:gd name="csX29" fmla="*/ 105930 w 390472"/>
                <a:gd name="csY29" fmla="*/ 223844 h 243139"/>
                <a:gd name="csX30" fmla="*/ 116090 w 390472"/>
                <a:gd name="csY30" fmla="*/ 215297 h 243139"/>
                <a:gd name="csX31" fmla="*/ 152729 w 390472"/>
                <a:gd name="csY31" fmla="*/ 211620 h 243139"/>
                <a:gd name="csX32" fmla="*/ 161365 w 390472"/>
                <a:gd name="csY32" fmla="*/ 208597 h 243139"/>
                <a:gd name="csX33" fmla="*/ 182003 w 390472"/>
                <a:gd name="csY33" fmla="*/ 201676 h 243139"/>
                <a:gd name="csX34" fmla="*/ 196290 w 390472"/>
                <a:gd name="csY34" fmla="*/ 190322 h 243139"/>
                <a:gd name="csX35" fmla="*/ 214705 w 390472"/>
                <a:gd name="csY35" fmla="*/ 190538 h 243139"/>
                <a:gd name="csX36" fmla="*/ 230961 w 390472"/>
                <a:gd name="csY36" fmla="*/ 187185 h 243139"/>
                <a:gd name="csX37" fmla="*/ 244169 w 390472"/>
                <a:gd name="csY37" fmla="*/ 168694 h 243139"/>
                <a:gd name="csX38" fmla="*/ 273189 w 390472"/>
                <a:gd name="csY38" fmla="*/ 156909 h 243139"/>
                <a:gd name="csX39" fmla="*/ 285952 w 390472"/>
                <a:gd name="csY39" fmla="*/ 155391 h 243139"/>
                <a:gd name="csX40" fmla="*/ 297827 w 390472"/>
                <a:gd name="csY40" fmla="*/ 148577 h 243139"/>
                <a:gd name="csX41" fmla="*/ 338340 w 390472"/>
                <a:gd name="csY41" fmla="*/ 135712 h 243139"/>
                <a:gd name="csX42" fmla="*/ 358152 w 390472"/>
                <a:gd name="csY42" fmla="*/ 123057 h 243139"/>
                <a:gd name="csX43" fmla="*/ 358659 w 390472"/>
                <a:gd name="csY43" fmla="*/ 109220 h 243139"/>
                <a:gd name="csX44" fmla="*/ 371106 w 390472"/>
                <a:gd name="csY44" fmla="*/ 92456 h 243139"/>
                <a:gd name="csX45" fmla="*/ 390473 w 390472"/>
                <a:gd name="csY45" fmla="*/ 86830 h 243139"/>
                <a:gd name="csX46" fmla="*/ 344690 w 390472"/>
                <a:gd name="csY46" fmla="*/ 0 h 243139"/>
                <a:gd name="csX47" fmla="*/ 238771 w 390472"/>
                <a:gd name="csY47" fmla="*/ 16650 h 243139"/>
                <a:gd name="csX48" fmla="*/ 238835 w 390472"/>
                <a:gd name="csY48" fmla="*/ 16974 h 24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90472" h="243139">
                  <a:moveTo>
                    <a:pt x="238835" y="16974"/>
                  </a:moveTo>
                  <a:lnTo>
                    <a:pt x="200989" y="36874"/>
                  </a:lnTo>
                  <a:lnTo>
                    <a:pt x="178701" y="74721"/>
                  </a:lnTo>
                  <a:lnTo>
                    <a:pt x="163842" y="79699"/>
                  </a:lnTo>
                  <a:lnTo>
                    <a:pt x="150126" y="67151"/>
                  </a:lnTo>
                  <a:lnTo>
                    <a:pt x="90245" y="59366"/>
                  </a:lnTo>
                  <a:lnTo>
                    <a:pt x="46430" y="64230"/>
                  </a:lnTo>
                  <a:lnTo>
                    <a:pt x="37095" y="53416"/>
                  </a:lnTo>
                  <a:lnTo>
                    <a:pt x="20649" y="57525"/>
                  </a:lnTo>
                  <a:lnTo>
                    <a:pt x="20458" y="87376"/>
                  </a:lnTo>
                  <a:lnTo>
                    <a:pt x="6552" y="97968"/>
                  </a:lnTo>
                  <a:cubicBezTo>
                    <a:pt x="8520" y="115595"/>
                    <a:pt x="8965" y="117329"/>
                    <a:pt x="6362" y="120250"/>
                  </a:cubicBezTo>
                  <a:cubicBezTo>
                    <a:pt x="6044" y="120898"/>
                    <a:pt x="3441" y="122949"/>
                    <a:pt x="4203" y="126625"/>
                  </a:cubicBezTo>
                  <a:cubicBezTo>
                    <a:pt x="4838" y="132252"/>
                    <a:pt x="9156" y="140900"/>
                    <a:pt x="4012" y="139389"/>
                  </a:cubicBezTo>
                  <a:lnTo>
                    <a:pt x="2996" y="139065"/>
                  </a:lnTo>
                  <a:cubicBezTo>
                    <a:pt x="-1195" y="137763"/>
                    <a:pt x="-878" y="143173"/>
                    <a:pt x="3250" y="145117"/>
                  </a:cubicBezTo>
                  <a:cubicBezTo>
                    <a:pt x="4012" y="145656"/>
                    <a:pt x="8520" y="146742"/>
                    <a:pt x="9473" y="150959"/>
                  </a:cubicBezTo>
                  <a:cubicBezTo>
                    <a:pt x="20205" y="198000"/>
                    <a:pt x="27253" y="199403"/>
                    <a:pt x="25539" y="207296"/>
                  </a:cubicBezTo>
                  <a:cubicBezTo>
                    <a:pt x="24205" y="213138"/>
                    <a:pt x="22300" y="217894"/>
                    <a:pt x="24650" y="221679"/>
                  </a:cubicBezTo>
                  <a:cubicBezTo>
                    <a:pt x="30047" y="230441"/>
                    <a:pt x="31889" y="232709"/>
                    <a:pt x="31381" y="236817"/>
                  </a:cubicBezTo>
                  <a:lnTo>
                    <a:pt x="31381" y="237471"/>
                  </a:lnTo>
                  <a:cubicBezTo>
                    <a:pt x="30619" y="242335"/>
                    <a:pt x="35889" y="237255"/>
                    <a:pt x="40652" y="239414"/>
                  </a:cubicBezTo>
                  <a:cubicBezTo>
                    <a:pt x="44589" y="240709"/>
                    <a:pt x="49224" y="244608"/>
                    <a:pt x="53859" y="242551"/>
                  </a:cubicBezTo>
                  <a:cubicBezTo>
                    <a:pt x="63639" y="239738"/>
                    <a:pt x="65163" y="243091"/>
                    <a:pt x="68719" y="239090"/>
                  </a:cubicBezTo>
                  <a:cubicBezTo>
                    <a:pt x="69354" y="238658"/>
                    <a:pt x="71830" y="234442"/>
                    <a:pt x="75957" y="235629"/>
                  </a:cubicBezTo>
                  <a:cubicBezTo>
                    <a:pt x="77608" y="235953"/>
                    <a:pt x="83768" y="238766"/>
                    <a:pt x="84720" y="236385"/>
                  </a:cubicBezTo>
                  <a:cubicBezTo>
                    <a:pt x="85673" y="234226"/>
                    <a:pt x="89039" y="234226"/>
                    <a:pt x="89483" y="236061"/>
                  </a:cubicBezTo>
                  <a:cubicBezTo>
                    <a:pt x="89801" y="237795"/>
                    <a:pt x="91452" y="237795"/>
                    <a:pt x="92976" y="233572"/>
                  </a:cubicBezTo>
                  <a:cubicBezTo>
                    <a:pt x="93293" y="232925"/>
                    <a:pt x="94055" y="228384"/>
                    <a:pt x="98246" y="227521"/>
                  </a:cubicBezTo>
                  <a:cubicBezTo>
                    <a:pt x="99198" y="227197"/>
                    <a:pt x="103008" y="227197"/>
                    <a:pt x="105930" y="223844"/>
                  </a:cubicBezTo>
                  <a:cubicBezTo>
                    <a:pt x="109105" y="220167"/>
                    <a:pt x="111771" y="216059"/>
                    <a:pt x="116090" y="215297"/>
                  </a:cubicBezTo>
                  <a:cubicBezTo>
                    <a:pt x="144665" y="210541"/>
                    <a:pt x="153237" y="211620"/>
                    <a:pt x="152729" y="211620"/>
                  </a:cubicBezTo>
                  <a:cubicBezTo>
                    <a:pt x="157047" y="211620"/>
                    <a:pt x="161873" y="208274"/>
                    <a:pt x="161365" y="208597"/>
                  </a:cubicBezTo>
                  <a:cubicBezTo>
                    <a:pt x="168414" y="204597"/>
                    <a:pt x="176732" y="205892"/>
                    <a:pt x="182003" y="201676"/>
                  </a:cubicBezTo>
                  <a:lnTo>
                    <a:pt x="196290" y="190322"/>
                  </a:lnTo>
                  <a:cubicBezTo>
                    <a:pt x="203656" y="184480"/>
                    <a:pt x="210705" y="190754"/>
                    <a:pt x="214705" y="190538"/>
                  </a:cubicBezTo>
                  <a:cubicBezTo>
                    <a:pt x="225564" y="189998"/>
                    <a:pt x="228231" y="190214"/>
                    <a:pt x="230961" y="187185"/>
                  </a:cubicBezTo>
                  <a:cubicBezTo>
                    <a:pt x="244487" y="171939"/>
                    <a:pt x="238327" y="171399"/>
                    <a:pt x="244169" y="168694"/>
                  </a:cubicBezTo>
                  <a:cubicBezTo>
                    <a:pt x="263537" y="159715"/>
                    <a:pt x="268426" y="156801"/>
                    <a:pt x="273189" y="156909"/>
                  </a:cubicBezTo>
                  <a:cubicBezTo>
                    <a:pt x="276744" y="156801"/>
                    <a:pt x="281825" y="158204"/>
                    <a:pt x="285952" y="155391"/>
                  </a:cubicBezTo>
                  <a:cubicBezTo>
                    <a:pt x="290080" y="152470"/>
                    <a:pt x="293508" y="149663"/>
                    <a:pt x="297827" y="148577"/>
                  </a:cubicBezTo>
                  <a:cubicBezTo>
                    <a:pt x="335165" y="138957"/>
                    <a:pt x="336181" y="139713"/>
                    <a:pt x="338340" y="135712"/>
                  </a:cubicBezTo>
                  <a:cubicBezTo>
                    <a:pt x="346023" y="126625"/>
                    <a:pt x="358914" y="130194"/>
                    <a:pt x="358152" y="123057"/>
                  </a:cubicBezTo>
                  <a:cubicBezTo>
                    <a:pt x="357580" y="117221"/>
                    <a:pt x="356501" y="113005"/>
                    <a:pt x="358659" y="109220"/>
                  </a:cubicBezTo>
                  <a:cubicBezTo>
                    <a:pt x="366153" y="96457"/>
                    <a:pt x="366978" y="93751"/>
                    <a:pt x="371106" y="92456"/>
                  </a:cubicBezTo>
                  <a:cubicBezTo>
                    <a:pt x="378916" y="90183"/>
                    <a:pt x="385266" y="88348"/>
                    <a:pt x="390473" y="86830"/>
                  </a:cubicBezTo>
                  <a:lnTo>
                    <a:pt x="344690" y="0"/>
                  </a:lnTo>
                  <a:lnTo>
                    <a:pt x="238771" y="16650"/>
                  </a:lnTo>
                  <a:lnTo>
                    <a:pt x="238835" y="16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6C2BF07B-4703-1EF1-F403-28DE6BA3BDB3}"/>
                </a:ext>
              </a:extLst>
            </p:cNvPr>
            <p:cNvSpPr/>
            <p:nvPr/>
          </p:nvSpPr>
          <p:spPr>
            <a:xfrm>
              <a:off x="8391714" y="4162323"/>
              <a:ext cx="239165" cy="495184"/>
            </a:xfrm>
            <a:custGeom>
              <a:avLst/>
              <a:gdLst>
                <a:gd name="csX0" fmla="*/ 95694 w 275821"/>
                <a:gd name="csY0" fmla="*/ 510521 h 571079"/>
                <a:gd name="csX1" fmla="*/ 95758 w 275821"/>
                <a:gd name="csY1" fmla="*/ 510521 h 571079"/>
                <a:gd name="csX2" fmla="*/ 101155 w 275821"/>
                <a:gd name="csY2" fmla="*/ 510629 h 571079"/>
                <a:gd name="csX3" fmla="*/ 108141 w 275821"/>
                <a:gd name="csY3" fmla="*/ 520573 h 571079"/>
                <a:gd name="csX4" fmla="*/ 101727 w 275821"/>
                <a:gd name="csY4" fmla="*/ 529012 h 571079"/>
                <a:gd name="csX5" fmla="*/ 101917 w 275821"/>
                <a:gd name="csY5" fmla="*/ 562858 h 571079"/>
                <a:gd name="csX6" fmla="*/ 99758 w 275821"/>
                <a:gd name="csY6" fmla="*/ 568370 h 571079"/>
                <a:gd name="csX7" fmla="*/ 104839 w 275821"/>
                <a:gd name="csY7" fmla="*/ 571074 h 571079"/>
                <a:gd name="csX8" fmla="*/ 119888 w 275821"/>
                <a:gd name="csY8" fmla="*/ 560692 h 571079"/>
                <a:gd name="csX9" fmla="*/ 128905 w 275821"/>
                <a:gd name="csY9" fmla="*/ 549339 h 571079"/>
                <a:gd name="csX10" fmla="*/ 151003 w 275821"/>
                <a:gd name="csY10" fmla="*/ 538093 h 571079"/>
                <a:gd name="csX11" fmla="*/ 151003 w 275821"/>
                <a:gd name="csY11" fmla="*/ 530847 h 571079"/>
                <a:gd name="csX12" fmla="*/ 156590 w 275821"/>
                <a:gd name="csY12" fmla="*/ 533445 h 571079"/>
                <a:gd name="csX13" fmla="*/ 163513 w 275821"/>
                <a:gd name="csY13" fmla="*/ 532250 h 571079"/>
                <a:gd name="csX14" fmla="*/ 161480 w 275821"/>
                <a:gd name="csY14" fmla="*/ 523386 h 571079"/>
                <a:gd name="csX15" fmla="*/ 165608 w 275821"/>
                <a:gd name="csY15" fmla="*/ 523170 h 571079"/>
                <a:gd name="csX16" fmla="*/ 170688 w 275821"/>
                <a:gd name="csY16" fmla="*/ 519062 h 571079"/>
                <a:gd name="csX17" fmla="*/ 167005 w 275821"/>
                <a:gd name="csY17" fmla="*/ 510083 h 571079"/>
                <a:gd name="csX18" fmla="*/ 168211 w 275821"/>
                <a:gd name="csY18" fmla="*/ 508140 h 571079"/>
                <a:gd name="csX19" fmla="*/ 170116 w 275821"/>
                <a:gd name="csY19" fmla="*/ 508464 h 571079"/>
                <a:gd name="csX20" fmla="*/ 178053 w 275821"/>
                <a:gd name="csY20" fmla="*/ 495592 h 571079"/>
                <a:gd name="csX21" fmla="*/ 184341 w 275821"/>
                <a:gd name="csY21" fmla="*/ 501758 h 571079"/>
                <a:gd name="csX22" fmla="*/ 253174 w 275821"/>
                <a:gd name="csY22" fmla="*/ 470294 h 571079"/>
                <a:gd name="csX23" fmla="*/ 257048 w 275821"/>
                <a:gd name="csY23" fmla="*/ 463480 h 571079"/>
                <a:gd name="csX24" fmla="*/ 263017 w 275821"/>
                <a:gd name="csY24" fmla="*/ 456559 h 571079"/>
                <a:gd name="csX25" fmla="*/ 264287 w 275821"/>
                <a:gd name="csY25" fmla="*/ 433743 h 571079"/>
                <a:gd name="csX26" fmla="*/ 267526 w 275821"/>
                <a:gd name="csY26" fmla="*/ 425520 h 571079"/>
                <a:gd name="csX27" fmla="*/ 268605 w 275821"/>
                <a:gd name="csY27" fmla="*/ 419900 h 571079"/>
                <a:gd name="csX28" fmla="*/ 275653 w 275821"/>
                <a:gd name="csY28" fmla="*/ 416871 h 571079"/>
                <a:gd name="csX29" fmla="*/ 265938 w 275821"/>
                <a:gd name="csY29" fmla="*/ 372104 h 571079"/>
                <a:gd name="csX30" fmla="*/ 266891 w 275821"/>
                <a:gd name="csY30" fmla="*/ 366909 h 571079"/>
                <a:gd name="csX31" fmla="*/ 253365 w 275821"/>
                <a:gd name="csY31" fmla="*/ 322574 h 571079"/>
                <a:gd name="csX32" fmla="*/ 248476 w 275821"/>
                <a:gd name="csY32" fmla="*/ 312515 h 571079"/>
                <a:gd name="csX33" fmla="*/ 245999 w 275821"/>
                <a:gd name="csY33" fmla="*/ 311220 h 571079"/>
                <a:gd name="csX34" fmla="*/ 229743 w 275821"/>
                <a:gd name="csY34" fmla="*/ 288404 h 571079"/>
                <a:gd name="csX35" fmla="*/ 187578 w 275821"/>
                <a:gd name="csY35" fmla="*/ 251746 h 571079"/>
                <a:gd name="csX36" fmla="*/ 184086 w 275821"/>
                <a:gd name="csY36" fmla="*/ 244608 h 571079"/>
                <a:gd name="csX37" fmla="*/ 161798 w 275821"/>
                <a:gd name="csY37" fmla="*/ 220275 h 571079"/>
                <a:gd name="csX38" fmla="*/ 159956 w 275821"/>
                <a:gd name="csY38" fmla="*/ 209029 h 571079"/>
                <a:gd name="csX39" fmla="*/ 136906 w 275821"/>
                <a:gd name="csY39" fmla="*/ 187401 h 571079"/>
                <a:gd name="csX40" fmla="*/ 130492 w 275821"/>
                <a:gd name="csY40" fmla="*/ 169126 h 571079"/>
                <a:gd name="csX41" fmla="*/ 146114 w 275821"/>
                <a:gd name="csY41" fmla="*/ 133445 h 571079"/>
                <a:gd name="csX42" fmla="*/ 155321 w 275821"/>
                <a:gd name="csY42" fmla="*/ 130956 h 571079"/>
                <a:gd name="csX43" fmla="*/ 166878 w 275821"/>
                <a:gd name="csY43" fmla="*/ 115494 h 571079"/>
                <a:gd name="csX44" fmla="*/ 174244 w 275821"/>
                <a:gd name="csY44" fmla="*/ 101111 h 571079"/>
                <a:gd name="csX45" fmla="*/ 199327 w 275821"/>
                <a:gd name="csY45" fmla="*/ 95377 h 571079"/>
                <a:gd name="csX46" fmla="*/ 207772 w 275821"/>
                <a:gd name="csY46" fmla="*/ 80239 h 571079"/>
                <a:gd name="csX47" fmla="*/ 217233 w 275821"/>
                <a:gd name="csY47" fmla="*/ 77210 h 571079"/>
                <a:gd name="csX48" fmla="*/ 211772 w 275821"/>
                <a:gd name="csY48" fmla="*/ 66180 h 571079"/>
                <a:gd name="csX49" fmla="*/ 193421 w 275821"/>
                <a:gd name="csY49" fmla="*/ 68021 h 571079"/>
                <a:gd name="csX50" fmla="*/ 184214 w 275821"/>
                <a:gd name="csY50" fmla="*/ 57747 h 571079"/>
                <a:gd name="csX51" fmla="*/ 171196 w 275821"/>
                <a:gd name="csY51" fmla="*/ 56013 h 571079"/>
                <a:gd name="csX52" fmla="*/ 166751 w 275821"/>
                <a:gd name="csY52" fmla="*/ 37738 h 571079"/>
                <a:gd name="csX53" fmla="*/ 174878 w 275821"/>
                <a:gd name="csY53" fmla="*/ 37414 h 571079"/>
                <a:gd name="csX54" fmla="*/ 179895 w 275821"/>
                <a:gd name="csY54" fmla="*/ 18383 h 571079"/>
                <a:gd name="csX55" fmla="*/ 134620 w 275821"/>
                <a:gd name="csY55" fmla="*/ 11893 h 571079"/>
                <a:gd name="csX56" fmla="*/ 123698 w 275821"/>
                <a:gd name="csY56" fmla="*/ 0 h 571079"/>
                <a:gd name="csX57" fmla="*/ 107442 w 275821"/>
                <a:gd name="csY57" fmla="*/ 6490 h 571079"/>
                <a:gd name="csX58" fmla="*/ 104648 w 275821"/>
                <a:gd name="csY58" fmla="*/ 16764 h 571079"/>
                <a:gd name="csX59" fmla="*/ 84328 w 275821"/>
                <a:gd name="csY59" fmla="*/ 32766 h 571079"/>
                <a:gd name="csX60" fmla="*/ 75502 w 275821"/>
                <a:gd name="csY60" fmla="*/ 26708 h 571079"/>
                <a:gd name="csX61" fmla="*/ 68516 w 275821"/>
                <a:gd name="csY61" fmla="*/ 39795 h 571079"/>
                <a:gd name="csX62" fmla="*/ 47816 w 275821"/>
                <a:gd name="csY62" fmla="*/ 29197 h 571079"/>
                <a:gd name="csX63" fmla="*/ 35178 w 275821"/>
                <a:gd name="csY63" fmla="*/ 40659 h 571079"/>
                <a:gd name="csX64" fmla="*/ 12192 w 275821"/>
                <a:gd name="csY64" fmla="*/ 29953 h 571079"/>
                <a:gd name="csX65" fmla="*/ 0 w 275821"/>
                <a:gd name="csY65" fmla="*/ 44012 h 571079"/>
                <a:gd name="csX66" fmla="*/ 19558 w 275821"/>
                <a:gd name="csY66" fmla="*/ 69101 h 571079"/>
                <a:gd name="csX67" fmla="*/ 32003 w 275821"/>
                <a:gd name="csY67" fmla="*/ 64992 h 571079"/>
                <a:gd name="csX68" fmla="*/ 37084 w 275821"/>
                <a:gd name="csY68" fmla="*/ 80886 h 571079"/>
                <a:gd name="csX69" fmla="*/ 29654 w 275821"/>
                <a:gd name="csY69" fmla="*/ 93002 h 571079"/>
                <a:gd name="csX70" fmla="*/ 58293 w 275821"/>
                <a:gd name="csY70" fmla="*/ 111277 h 571079"/>
                <a:gd name="csX71" fmla="*/ 71438 w 275821"/>
                <a:gd name="csY71" fmla="*/ 98622 h 571079"/>
                <a:gd name="csX72" fmla="*/ 92328 w 275821"/>
                <a:gd name="csY72" fmla="*/ 108572 h 571079"/>
                <a:gd name="csX73" fmla="*/ 86042 w 275821"/>
                <a:gd name="csY73" fmla="*/ 118085 h 571079"/>
                <a:gd name="csX74" fmla="*/ 105219 w 275821"/>
                <a:gd name="csY74" fmla="*/ 131064 h 571079"/>
                <a:gd name="csX75" fmla="*/ 92710 w 275821"/>
                <a:gd name="csY75" fmla="*/ 151505 h 571079"/>
                <a:gd name="csX76" fmla="*/ 71310 w 275821"/>
                <a:gd name="csY76" fmla="*/ 148692 h 571079"/>
                <a:gd name="csX77" fmla="*/ 65595 w 275821"/>
                <a:gd name="csY77" fmla="*/ 164262 h 571079"/>
                <a:gd name="csX78" fmla="*/ 113411 w 275821"/>
                <a:gd name="csY78" fmla="*/ 188271 h 571079"/>
                <a:gd name="csX79" fmla="*/ 131381 w 275821"/>
                <a:gd name="csY79" fmla="*/ 220275 h 571079"/>
                <a:gd name="csX80" fmla="*/ 164719 w 275821"/>
                <a:gd name="csY80" fmla="*/ 253473 h 571079"/>
                <a:gd name="csX81" fmla="*/ 168846 w 275821"/>
                <a:gd name="csY81" fmla="*/ 271748 h 571079"/>
                <a:gd name="csX82" fmla="*/ 193611 w 275821"/>
                <a:gd name="csY82" fmla="*/ 285591 h 571079"/>
                <a:gd name="csX83" fmla="*/ 188404 w 275821"/>
                <a:gd name="csY83" fmla="*/ 297053 h 571079"/>
                <a:gd name="csX84" fmla="*/ 207390 w 275821"/>
                <a:gd name="csY84" fmla="*/ 316846 h 571079"/>
                <a:gd name="csX85" fmla="*/ 196088 w 275821"/>
                <a:gd name="csY85" fmla="*/ 360096 h 571079"/>
                <a:gd name="csX86" fmla="*/ 208470 w 275821"/>
                <a:gd name="csY86" fmla="*/ 382918 h 571079"/>
                <a:gd name="csX87" fmla="*/ 200089 w 275821"/>
                <a:gd name="csY87" fmla="*/ 399783 h 571079"/>
                <a:gd name="csX88" fmla="*/ 206184 w 275821"/>
                <a:gd name="csY88" fmla="*/ 425412 h 571079"/>
                <a:gd name="csX89" fmla="*/ 165481 w 275821"/>
                <a:gd name="csY89" fmla="*/ 436442 h 571079"/>
                <a:gd name="csX90" fmla="*/ 163449 w 275821"/>
                <a:gd name="csY90" fmla="*/ 450609 h 571079"/>
                <a:gd name="csX91" fmla="*/ 144145 w 275821"/>
                <a:gd name="csY91" fmla="*/ 446932 h 571079"/>
                <a:gd name="csX92" fmla="*/ 140144 w 275821"/>
                <a:gd name="csY92" fmla="*/ 463264 h 571079"/>
                <a:gd name="csX93" fmla="*/ 151003 w 275821"/>
                <a:gd name="csY93" fmla="*/ 472992 h 571079"/>
                <a:gd name="csX94" fmla="*/ 145669 w 275821"/>
                <a:gd name="csY94" fmla="*/ 490620 h 571079"/>
                <a:gd name="csX95" fmla="*/ 128460 w 275821"/>
                <a:gd name="csY95" fmla="*/ 480994 h 571079"/>
                <a:gd name="csX96" fmla="*/ 109982 w 275821"/>
                <a:gd name="csY96" fmla="*/ 482295 h 571079"/>
                <a:gd name="csX97" fmla="*/ 110680 w 275821"/>
                <a:gd name="csY97" fmla="*/ 492461 h 571079"/>
                <a:gd name="csX98" fmla="*/ 85407 w 275821"/>
                <a:gd name="csY98" fmla="*/ 501650 h 571079"/>
                <a:gd name="csX99" fmla="*/ 85407 w 275821"/>
                <a:gd name="csY99" fmla="*/ 501866 h 571079"/>
                <a:gd name="csX100" fmla="*/ 95758 w 275821"/>
                <a:gd name="csY100" fmla="*/ 509867 h 571079"/>
                <a:gd name="csX101" fmla="*/ 95694 w 275821"/>
                <a:gd name="csY101" fmla="*/ 510521 h 57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275821" h="571079">
                  <a:moveTo>
                    <a:pt x="95694" y="510521"/>
                  </a:moveTo>
                  <a:lnTo>
                    <a:pt x="95758" y="510521"/>
                  </a:lnTo>
                  <a:cubicBezTo>
                    <a:pt x="97282" y="509327"/>
                    <a:pt x="99758" y="509435"/>
                    <a:pt x="101155" y="510629"/>
                  </a:cubicBezTo>
                  <a:cubicBezTo>
                    <a:pt x="104457" y="513975"/>
                    <a:pt x="112140" y="517220"/>
                    <a:pt x="108141" y="520573"/>
                  </a:cubicBezTo>
                  <a:cubicBezTo>
                    <a:pt x="106934" y="521875"/>
                    <a:pt x="102044" y="524250"/>
                    <a:pt x="101727" y="529012"/>
                  </a:cubicBezTo>
                  <a:cubicBezTo>
                    <a:pt x="100838" y="554095"/>
                    <a:pt x="97599" y="561556"/>
                    <a:pt x="101917" y="562858"/>
                  </a:cubicBezTo>
                  <a:cubicBezTo>
                    <a:pt x="105092" y="563829"/>
                    <a:pt x="100203" y="567722"/>
                    <a:pt x="99758" y="568370"/>
                  </a:cubicBezTo>
                  <a:cubicBezTo>
                    <a:pt x="96647" y="571722"/>
                    <a:pt x="103886" y="570859"/>
                    <a:pt x="104839" y="571074"/>
                  </a:cubicBezTo>
                  <a:cubicBezTo>
                    <a:pt x="110363" y="571290"/>
                    <a:pt x="117983" y="564261"/>
                    <a:pt x="119888" y="560692"/>
                  </a:cubicBezTo>
                  <a:cubicBezTo>
                    <a:pt x="122491" y="556800"/>
                    <a:pt x="123889" y="551072"/>
                    <a:pt x="128905" y="549339"/>
                  </a:cubicBezTo>
                  <a:cubicBezTo>
                    <a:pt x="143319" y="543280"/>
                    <a:pt x="151828" y="543827"/>
                    <a:pt x="151003" y="538093"/>
                  </a:cubicBezTo>
                  <a:cubicBezTo>
                    <a:pt x="151003" y="537445"/>
                    <a:pt x="149987" y="532473"/>
                    <a:pt x="151003" y="530847"/>
                  </a:cubicBezTo>
                  <a:cubicBezTo>
                    <a:pt x="151955" y="529336"/>
                    <a:pt x="155956" y="533012"/>
                    <a:pt x="156590" y="533445"/>
                  </a:cubicBezTo>
                  <a:cubicBezTo>
                    <a:pt x="159956" y="536042"/>
                    <a:pt x="163004" y="532473"/>
                    <a:pt x="163513" y="532250"/>
                  </a:cubicBezTo>
                  <a:cubicBezTo>
                    <a:pt x="167322" y="529444"/>
                    <a:pt x="162116" y="524897"/>
                    <a:pt x="161480" y="523386"/>
                  </a:cubicBezTo>
                  <a:cubicBezTo>
                    <a:pt x="159003" y="519709"/>
                    <a:pt x="164909" y="522954"/>
                    <a:pt x="165608" y="523170"/>
                  </a:cubicBezTo>
                  <a:cubicBezTo>
                    <a:pt x="169608" y="524897"/>
                    <a:pt x="170243" y="519709"/>
                    <a:pt x="170688" y="519062"/>
                  </a:cubicBezTo>
                  <a:cubicBezTo>
                    <a:pt x="172403" y="514737"/>
                    <a:pt x="167767" y="511385"/>
                    <a:pt x="167005" y="510083"/>
                  </a:cubicBezTo>
                  <a:cubicBezTo>
                    <a:pt x="165798" y="508679"/>
                    <a:pt x="166370" y="507816"/>
                    <a:pt x="168211" y="508140"/>
                  </a:cubicBezTo>
                  <a:lnTo>
                    <a:pt x="170116" y="508464"/>
                  </a:lnTo>
                  <a:cubicBezTo>
                    <a:pt x="177482" y="509867"/>
                    <a:pt x="170878" y="493217"/>
                    <a:pt x="178053" y="495592"/>
                  </a:cubicBezTo>
                  <a:cubicBezTo>
                    <a:pt x="182372" y="497002"/>
                    <a:pt x="183642" y="501002"/>
                    <a:pt x="184341" y="501758"/>
                  </a:cubicBezTo>
                  <a:cubicBezTo>
                    <a:pt x="187642" y="507168"/>
                    <a:pt x="191326" y="500355"/>
                    <a:pt x="253174" y="470294"/>
                  </a:cubicBezTo>
                  <a:cubicBezTo>
                    <a:pt x="256921" y="468344"/>
                    <a:pt x="256857" y="464020"/>
                    <a:pt x="257048" y="463480"/>
                  </a:cubicBezTo>
                  <a:cubicBezTo>
                    <a:pt x="257810" y="459041"/>
                    <a:pt x="262255" y="457314"/>
                    <a:pt x="263017" y="456559"/>
                  </a:cubicBezTo>
                  <a:cubicBezTo>
                    <a:pt x="267779" y="453422"/>
                    <a:pt x="264414" y="446716"/>
                    <a:pt x="264287" y="433743"/>
                  </a:cubicBezTo>
                  <a:cubicBezTo>
                    <a:pt x="263969" y="428657"/>
                    <a:pt x="269367" y="430175"/>
                    <a:pt x="267526" y="425520"/>
                  </a:cubicBezTo>
                  <a:cubicBezTo>
                    <a:pt x="267526" y="424980"/>
                    <a:pt x="264160" y="419792"/>
                    <a:pt x="268605" y="419900"/>
                  </a:cubicBezTo>
                  <a:cubicBezTo>
                    <a:pt x="270002" y="419684"/>
                    <a:pt x="276987" y="421412"/>
                    <a:pt x="275653" y="416871"/>
                  </a:cubicBezTo>
                  <a:cubicBezTo>
                    <a:pt x="266764" y="381076"/>
                    <a:pt x="262128" y="375672"/>
                    <a:pt x="265938" y="372104"/>
                  </a:cubicBezTo>
                  <a:cubicBezTo>
                    <a:pt x="267081" y="371018"/>
                    <a:pt x="267526" y="368643"/>
                    <a:pt x="266891" y="366909"/>
                  </a:cubicBezTo>
                  <a:cubicBezTo>
                    <a:pt x="255206" y="331984"/>
                    <a:pt x="250889" y="327660"/>
                    <a:pt x="253365" y="322574"/>
                  </a:cubicBezTo>
                  <a:cubicBezTo>
                    <a:pt x="255206" y="318789"/>
                    <a:pt x="252285" y="314573"/>
                    <a:pt x="248476" y="312515"/>
                  </a:cubicBezTo>
                  <a:lnTo>
                    <a:pt x="245999" y="311220"/>
                  </a:lnTo>
                  <a:cubicBezTo>
                    <a:pt x="240792" y="308515"/>
                    <a:pt x="239522" y="303003"/>
                    <a:pt x="229743" y="288404"/>
                  </a:cubicBezTo>
                  <a:cubicBezTo>
                    <a:pt x="223583" y="278562"/>
                    <a:pt x="189166" y="259639"/>
                    <a:pt x="187578" y="251746"/>
                  </a:cubicBezTo>
                  <a:cubicBezTo>
                    <a:pt x="187325" y="251206"/>
                    <a:pt x="187134" y="247421"/>
                    <a:pt x="184086" y="244608"/>
                  </a:cubicBezTo>
                  <a:cubicBezTo>
                    <a:pt x="167767" y="228060"/>
                    <a:pt x="161480" y="226117"/>
                    <a:pt x="161798" y="220275"/>
                  </a:cubicBezTo>
                  <a:cubicBezTo>
                    <a:pt x="161671" y="217792"/>
                    <a:pt x="163513" y="212274"/>
                    <a:pt x="159956" y="209029"/>
                  </a:cubicBezTo>
                  <a:cubicBezTo>
                    <a:pt x="144399" y="195078"/>
                    <a:pt x="139509" y="192596"/>
                    <a:pt x="136906" y="187401"/>
                  </a:cubicBezTo>
                  <a:cubicBezTo>
                    <a:pt x="133350" y="178969"/>
                    <a:pt x="128651" y="174428"/>
                    <a:pt x="130492" y="169126"/>
                  </a:cubicBezTo>
                  <a:cubicBezTo>
                    <a:pt x="141224" y="141554"/>
                    <a:pt x="140017" y="133445"/>
                    <a:pt x="146114" y="133445"/>
                  </a:cubicBezTo>
                  <a:cubicBezTo>
                    <a:pt x="147383" y="133223"/>
                    <a:pt x="152273" y="134417"/>
                    <a:pt x="155321" y="130956"/>
                  </a:cubicBezTo>
                  <a:cubicBezTo>
                    <a:pt x="160845" y="124142"/>
                    <a:pt x="165353" y="120790"/>
                    <a:pt x="166878" y="115494"/>
                  </a:cubicBezTo>
                  <a:cubicBezTo>
                    <a:pt x="169354" y="109112"/>
                    <a:pt x="168910" y="101651"/>
                    <a:pt x="174244" y="101111"/>
                  </a:cubicBezTo>
                  <a:cubicBezTo>
                    <a:pt x="190182" y="98514"/>
                    <a:pt x="197294" y="100787"/>
                    <a:pt x="199327" y="95377"/>
                  </a:cubicBezTo>
                  <a:cubicBezTo>
                    <a:pt x="202374" y="88779"/>
                    <a:pt x="202692" y="81972"/>
                    <a:pt x="207772" y="80239"/>
                  </a:cubicBezTo>
                  <a:cubicBezTo>
                    <a:pt x="211265" y="79159"/>
                    <a:pt x="214313" y="78187"/>
                    <a:pt x="217233" y="77210"/>
                  </a:cubicBezTo>
                  <a:lnTo>
                    <a:pt x="211772" y="66180"/>
                  </a:lnTo>
                  <a:lnTo>
                    <a:pt x="193421" y="68021"/>
                  </a:lnTo>
                  <a:lnTo>
                    <a:pt x="184214" y="57747"/>
                  </a:lnTo>
                  <a:lnTo>
                    <a:pt x="171196" y="56013"/>
                  </a:lnTo>
                  <a:lnTo>
                    <a:pt x="166751" y="37738"/>
                  </a:lnTo>
                  <a:lnTo>
                    <a:pt x="174878" y="37414"/>
                  </a:lnTo>
                  <a:lnTo>
                    <a:pt x="179895" y="18383"/>
                  </a:lnTo>
                  <a:lnTo>
                    <a:pt x="134620" y="11893"/>
                  </a:lnTo>
                  <a:lnTo>
                    <a:pt x="123698" y="0"/>
                  </a:lnTo>
                  <a:lnTo>
                    <a:pt x="107442" y="6490"/>
                  </a:lnTo>
                  <a:lnTo>
                    <a:pt x="104648" y="16764"/>
                  </a:lnTo>
                  <a:lnTo>
                    <a:pt x="84328" y="32766"/>
                  </a:lnTo>
                  <a:lnTo>
                    <a:pt x="75502" y="26708"/>
                  </a:lnTo>
                  <a:lnTo>
                    <a:pt x="68516" y="39795"/>
                  </a:lnTo>
                  <a:lnTo>
                    <a:pt x="47816" y="29197"/>
                  </a:lnTo>
                  <a:lnTo>
                    <a:pt x="35178" y="40659"/>
                  </a:lnTo>
                  <a:lnTo>
                    <a:pt x="12192" y="29953"/>
                  </a:lnTo>
                  <a:lnTo>
                    <a:pt x="0" y="44012"/>
                  </a:lnTo>
                  <a:lnTo>
                    <a:pt x="19558" y="69101"/>
                  </a:lnTo>
                  <a:lnTo>
                    <a:pt x="32003" y="64992"/>
                  </a:lnTo>
                  <a:lnTo>
                    <a:pt x="37084" y="80886"/>
                  </a:lnTo>
                  <a:lnTo>
                    <a:pt x="29654" y="93002"/>
                  </a:lnTo>
                  <a:lnTo>
                    <a:pt x="58293" y="111277"/>
                  </a:lnTo>
                  <a:lnTo>
                    <a:pt x="71438" y="98622"/>
                  </a:lnTo>
                  <a:lnTo>
                    <a:pt x="92328" y="108572"/>
                  </a:lnTo>
                  <a:lnTo>
                    <a:pt x="86042" y="118085"/>
                  </a:lnTo>
                  <a:lnTo>
                    <a:pt x="105219" y="131064"/>
                  </a:lnTo>
                  <a:lnTo>
                    <a:pt x="92710" y="151505"/>
                  </a:lnTo>
                  <a:lnTo>
                    <a:pt x="71310" y="148692"/>
                  </a:lnTo>
                  <a:lnTo>
                    <a:pt x="65595" y="164262"/>
                  </a:lnTo>
                  <a:lnTo>
                    <a:pt x="113411" y="188271"/>
                  </a:lnTo>
                  <a:lnTo>
                    <a:pt x="131381" y="220275"/>
                  </a:lnTo>
                  <a:lnTo>
                    <a:pt x="164719" y="253473"/>
                  </a:lnTo>
                  <a:lnTo>
                    <a:pt x="168846" y="271748"/>
                  </a:lnTo>
                  <a:lnTo>
                    <a:pt x="193611" y="285591"/>
                  </a:lnTo>
                  <a:lnTo>
                    <a:pt x="188404" y="297053"/>
                  </a:lnTo>
                  <a:lnTo>
                    <a:pt x="207390" y="316846"/>
                  </a:lnTo>
                  <a:lnTo>
                    <a:pt x="196088" y="360096"/>
                  </a:lnTo>
                  <a:lnTo>
                    <a:pt x="208470" y="382918"/>
                  </a:lnTo>
                  <a:lnTo>
                    <a:pt x="200089" y="399783"/>
                  </a:lnTo>
                  <a:lnTo>
                    <a:pt x="206184" y="425412"/>
                  </a:lnTo>
                  <a:lnTo>
                    <a:pt x="165481" y="436442"/>
                  </a:lnTo>
                  <a:lnTo>
                    <a:pt x="163449" y="450609"/>
                  </a:lnTo>
                  <a:lnTo>
                    <a:pt x="144145" y="446932"/>
                  </a:lnTo>
                  <a:lnTo>
                    <a:pt x="140144" y="463264"/>
                  </a:lnTo>
                  <a:lnTo>
                    <a:pt x="151003" y="472992"/>
                  </a:lnTo>
                  <a:lnTo>
                    <a:pt x="145669" y="490620"/>
                  </a:lnTo>
                  <a:lnTo>
                    <a:pt x="128460" y="480994"/>
                  </a:lnTo>
                  <a:lnTo>
                    <a:pt x="109982" y="482295"/>
                  </a:lnTo>
                  <a:lnTo>
                    <a:pt x="110680" y="492461"/>
                  </a:lnTo>
                  <a:lnTo>
                    <a:pt x="85407" y="501650"/>
                  </a:lnTo>
                  <a:lnTo>
                    <a:pt x="85407" y="501866"/>
                  </a:lnTo>
                  <a:cubicBezTo>
                    <a:pt x="89471" y="507168"/>
                    <a:pt x="91884" y="512356"/>
                    <a:pt x="95758" y="509867"/>
                  </a:cubicBezTo>
                  <a:lnTo>
                    <a:pt x="95694" y="5105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6CD63C3E-09C1-4641-3E68-772AE6E243FA}"/>
                </a:ext>
              </a:extLst>
            </p:cNvPr>
            <p:cNvSpPr/>
            <p:nvPr/>
          </p:nvSpPr>
          <p:spPr>
            <a:xfrm>
              <a:off x="6893064" y="3355371"/>
              <a:ext cx="559474" cy="324242"/>
            </a:xfrm>
            <a:custGeom>
              <a:avLst/>
              <a:gdLst>
                <a:gd name="csX0" fmla="*/ 95821 w 645223"/>
                <a:gd name="csY0" fmla="*/ 432 h 373938"/>
                <a:gd name="csX1" fmla="*/ 0 w 645223"/>
                <a:gd name="csY1" fmla="*/ 26168 h 373938"/>
                <a:gd name="csX2" fmla="*/ 0 w 645223"/>
                <a:gd name="csY2" fmla="*/ 196272 h 373938"/>
                <a:gd name="csX3" fmla="*/ 42228 w 645223"/>
                <a:gd name="csY3" fmla="*/ 194539 h 373938"/>
                <a:gd name="csX4" fmla="*/ 39497 w 645223"/>
                <a:gd name="csY4" fmla="*/ 166859 h 373938"/>
                <a:gd name="csX5" fmla="*/ 73152 w 645223"/>
                <a:gd name="csY5" fmla="*/ 141878 h 373938"/>
                <a:gd name="csX6" fmla="*/ 86360 w 645223"/>
                <a:gd name="csY6" fmla="*/ 151066 h 373938"/>
                <a:gd name="csX7" fmla="*/ 94806 w 645223"/>
                <a:gd name="csY7" fmla="*/ 146526 h 373938"/>
                <a:gd name="csX8" fmla="*/ 99378 w 645223"/>
                <a:gd name="csY8" fmla="*/ 127711 h 373938"/>
                <a:gd name="csX9" fmla="*/ 126873 w 645223"/>
                <a:gd name="csY9" fmla="*/ 147282 h 373938"/>
                <a:gd name="csX10" fmla="*/ 152083 w 645223"/>
                <a:gd name="csY10" fmla="*/ 149987 h 373938"/>
                <a:gd name="csX11" fmla="*/ 152718 w 645223"/>
                <a:gd name="csY11" fmla="*/ 186430 h 373938"/>
                <a:gd name="csX12" fmla="*/ 170497 w 645223"/>
                <a:gd name="csY12" fmla="*/ 204705 h 373938"/>
                <a:gd name="csX13" fmla="*/ 199263 w 645223"/>
                <a:gd name="csY13" fmla="*/ 204705 h 373938"/>
                <a:gd name="csX14" fmla="*/ 199263 w 645223"/>
                <a:gd name="csY14" fmla="*/ 191618 h 373938"/>
                <a:gd name="csX15" fmla="*/ 222631 w 645223"/>
                <a:gd name="csY15" fmla="*/ 200381 h 373938"/>
                <a:gd name="csX16" fmla="*/ 227647 w 645223"/>
                <a:gd name="csY16" fmla="*/ 224384 h 373938"/>
                <a:gd name="csX17" fmla="*/ 241618 w 645223"/>
                <a:gd name="csY17" fmla="*/ 233686 h 373938"/>
                <a:gd name="csX18" fmla="*/ 246444 w 645223"/>
                <a:gd name="csY18" fmla="*/ 254121 h 373938"/>
                <a:gd name="csX19" fmla="*/ 299593 w 645223"/>
                <a:gd name="csY19" fmla="*/ 291541 h 373938"/>
                <a:gd name="csX20" fmla="*/ 315595 w 645223"/>
                <a:gd name="csY20" fmla="*/ 294348 h 373938"/>
                <a:gd name="csX21" fmla="*/ 360426 w 645223"/>
                <a:gd name="csY21" fmla="*/ 326682 h 373938"/>
                <a:gd name="csX22" fmla="*/ 372110 w 645223"/>
                <a:gd name="csY22" fmla="*/ 326034 h 373938"/>
                <a:gd name="csX23" fmla="*/ 398653 w 645223"/>
                <a:gd name="csY23" fmla="*/ 337496 h 373938"/>
                <a:gd name="csX24" fmla="*/ 395859 w 645223"/>
                <a:gd name="csY24" fmla="*/ 364534 h 373938"/>
                <a:gd name="csX25" fmla="*/ 413068 w 645223"/>
                <a:gd name="csY25" fmla="*/ 364534 h 373938"/>
                <a:gd name="csX26" fmla="*/ 423672 w 645223"/>
                <a:gd name="csY26" fmla="*/ 373939 h 373938"/>
                <a:gd name="csX27" fmla="*/ 439674 w 645223"/>
                <a:gd name="csY27" fmla="*/ 370910 h 373938"/>
                <a:gd name="csX28" fmla="*/ 463359 w 645223"/>
                <a:gd name="csY28" fmla="*/ 331445 h 373938"/>
                <a:gd name="csX29" fmla="*/ 454470 w 645223"/>
                <a:gd name="csY29" fmla="*/ 319437 h 373938"/>
                <a:gd name="csX30" fmla="*/ 456121 w 645223"/>
                <a:gd name="csY30" fmla="*/ 298247 h 373938"/>
                <a:gd name="csX31" fmla="*/ 440182 w 645223"/>
                <a:gd name="csY31" fmla="*/ 294348 h 373938"/>
                <a:gd name="csX32" fmla="*/ 425704 w 645223"/>
                <a:gd name="csY32" fmla="*/ 281591 h 373938"/>
                <a:gd name="csX33" fmla="*/ 434340 w 645223"/>
                <a:gd name="csY33" fmla="*/ 265913 h 373938"/>
                <a:gd name="csX34" fmla="*/ 468122 w 645223"/>
                <a:gd name="csY34" fmla="*/ 270453 h 373938"/>
                <a:gd name="csX35" fmla="*/ 478092 w 645223"/>
                <a:gd name="csY35" fmla="*/ 247637 h 373938"/>
                <a:gd name="csX36" fmla="*/ 496189 w 645223"/>
                <a:gd name="csY36" fmla="*/ 240284 h 373938"/>
                <a:gd name="csX37" fmla="*/ 494221 w 645223"/>
                <a:gd name="csY37" fmla="*/ 225685 h 373938"/>
                <a:gd name="csX38" fmla="*/ 503872 w 645223"/>
                <a:gd name="csY38" fmla="*/ 212814 h 373938"/>
                <a:gd name="csX39" fmla="*/ 514859 w 645223"/>
                <a:gd name="csY39" fmla="*/ 222117 h 373938"/>
                <a:gd name="csX40" fmla="*/ 539814 w 645223"/>
                <a:gd name="csY40" fmla="*/ 204273 h 373938"/>
                <a:gd name="csX41" fmla="*/ 554419 w 645223"/>
                <a:gd name="csY41" fmla="*/ 215411 h 373938"/>
                <a:gd name="csX42" fmla="*/ 537084 w 645223"/>
                <a:gd name="csY42" fmla="*/ 231305 h 373938"/>
                <a:gd name="csX43" fmla="*/ 555372 w 645223"/>
                <a:gd name="csY43" fmla="*/ 240176 h 373938"/>
                <a:gd name="csX44" fmla="*/ 571945 w 645223"/>
                <a:gd name="csY44" fmla="*/ 234982 h 373938"/>
                <a:gd name="csX45" fmla="*/ 600266 w 645223"/>
                <a:gd name="csY45" fmla="*/ 237255 h 373938"/>
                <a:gd name="csX46" fmla="*/ 614490 w 645223"/>
                <a:gd name="csY46" fmla="*/ 222656 h 373938"/>
                <a:gd name="csX47" fmla="*/ 629603 w 645223"/>
                <a:gd name="csY47" fmla="*/ 224060 h 373938"/>
                <a:gd name="csX48" fmla="*/ 645223 w 645223"/>
                <a:gd name="csY48" fmla="*/ 209893 h 373938"/>
                <a:gd name="csX49" fmla="*/ 603186 w 645223"/>
                <a:gd name="csY49" fmla="*/ 197459 h 373938"/>
                <a:gd name="csX50" fmla="*/ 602044 w 645223"/>
                <a:gd name="csY50" fmla="*/ 185890 h 373938"/>
                <a:gd name="csX51" fmla="*/ 586232 w 645223"/>
                <a:gd name="csY51" fmla="*/ 180372 h 373938"/>
                <a:gd name="csX52" fmla="*/ 576897 w 645223"/>
                <a:gd name="csY52" fmla="*/ 200165 h 373938"/>
                <a:gd name="csX53" fmla="*/ 553657 w 645223"/>
                <a:gd name="csY53" fmla="*/ 184702 h 373938"/>
                <a:gd name="csX54" fmla="*/ 540321 w 645223"/>
                <a:gd name="csY54" fmla="*/ 180480 h 373938"/>
                <a:gd name="csX55" fmla="*/ 573024 w 645223"/>
                <a:gd name="csY55" fmla="*/ 156801 h 373938"/>
                <a:gd name="csX56" fmla="*/ 563182 w 645223"/>
                <a:gd name="csY56" fmla="*/ 143066 h 373938"/>
                <a:gd name="csX57" fmla="*/ 538671 w 645223"/>
                <a:gd name="csY57" fmla="*/ 148152 h 373938"/>
                <a:gd name="csX58" fmla="*/ 488697 w 645223"/>
                <a:gd name="csY58" fmla="*/ 182537 h 373938"/>
                <a:gd name="csX59" fmla="*/ 488124 w 645223"/>
                <a:gd name="csY59" fmla="*/ 191726 h 373938"/>
                <a:gd name="csX60" fmla="*/ 471996 w 645223"/>
                <a:gd name="csY60" fmla="*/ 203733 h 373938"/>
                <a:gd name="csX61" fmla="*/ 466916 w 645223"/>
                <a:gd name="csY61" fmla="*/ 218548 h 373938"/>
                <a:gd name="csX62" fmla="*/ 446913 w 645223"/>
                <a:gd name="csY62" fmla="*/ 207734 h 373938"/>
                <a:gd name="csX63" fmla="*/ 450152 w 645223"/>
                <a:gd name="csY63" fmla="*/ 195294 h 373938"/>
                <a:gd name="csX64" fmla="*/ 440182 w 645223"/>
                <a:gd name="csY64" fmla="*/ 188049 h 373938"/>
                <a:gd name="csX65" fmla="*/ 401320 w 645223"/>
                <a:gd name="csY65" fmla="*/ 198539 h 373938"/>
                <a:gd name="csX66" fmla="*/ 393636 w 645223"/>
                <a:gd name="csY66" fmla="*/ 161772 h 373938"/>
                <a:gd name="csX67" fmla="*/ 374968 w 645223"/>
                <a:gd name="csY67" fmla="*/ 161557 h 373938"/>
                <a:gd name="csX68" fmla="*/ 378270 w 645223"/>
                <a:gd name="csY68" fmla="*/ 117437 h 373938"/>
                <a:gd name="csX69" fmla="*/ 366078 w 645223"/>
                <a:gd name="csY69" fmla="*/ 120466 h 373938"/>
                <a:gd name="csX70" fmla="*/ 334455 w 645223"/>
                <a:gd name="csY70" fmla="*/ 83268 h 373938"/>
                <a:gd name="csX71" fmla="*/ 316294 w 645223"/>
                <a:gd name="csY71" fmla="*/ 92348 h 373938"/>
                <a:gd name="csX72" fmla="*/ 267907 w 645223"/>
                <a:gd name="csY72" fmla="*/ 88132 h 373938"/>
                <a:gd name="csX73" fmla="*/ 225489 w 645223"/>
                <a:gd name="csY73" fmla="*/ 95377 h 373938"/>
                <a:gd name="csX74" fmla="*/ 188468 w 645223"/>
                <a:gd name="csY74" fmla="*/ 53854 h 373938"/>
                <a:gd name="csX75" fmla="*/ 168720 w 645223"/>
                <a:gd name="csY75" fmla="*/ 42393 h 373938"/>
                <a:gd name="csX76" fmla="*/ 159448 w 645223"/>
                <a:gd name="csY76" fmla="*/ 55258 h 373938"/>
                <a:gd name="csX77" fmla="*/ 154686 w 645223"/>
                <a:gd name="csY77" fmla="*/ 59798 h 373938"/>
                <a:gd name="csX78" fmla="*/ 149479 w 645223"/>
                <a:gd name="csY78" fmla="*/ 63259 h 373938"/>
                <a:gd name="csX79" fmla="*/ 143320 w 645223"/>
                <a:gd name="csY79" fmla="*/ 64560 h 373938"/>
                <a:gd name="csX80" fmla="*/ 123190 w 645223"/>
                <a:gd name="csY80" fmla="*/ 61639 h 373938"/>
                <a:gd name="csX81" fmla="*/ 119380 w 645223"/>
                <a:gd name="csY81" fmla="*/ 57855 h 373938"/>
                <a:gd name="csX82" fmla="*/ 118173 w 645223"/>
                <a:gd name="csY82" fmla="*/ 50502 h 373938"/>
                <a:gd name="csX83" fmla="*/ 120397 w 645223"/>
                <a:gd name="csY83" fmla="*/ 45091 h 373938"/>
                <a:gd name="csX84" fmla="*/ 120459 w 645223"/>
                <a:gd name="csY84" fmla="*/ 45091 h 373938"/>
                <a:gd name="csX85" fmla="*/ 122555 w 645223"/>
                <a:gd name="csY85" fmla="*/ 39688 h 373938"/>
                <a:gd name="csX86" fmla="*/ 121793 w 645223"/>
                <a:gd name="csY86" fmla="*/ 35903 h 373938"/>
                <a:gd name="csX87" fmla="*/ 122746 w 645223"/>
                <a:gd name="csY87" fmla="*/ 29629 h 373938"/>
                <a:gd name="csX88" fmla="*/ 128397 w 645223"/>
                <a:gd name="csY88" fmla="*/ 18923 h 373938"/>
                <a:gd name="csX89" fmla="*/ 95695 w 645223"/>
                <a:gd name="csY89" fmla="*/ 0 h 373938"/>
                <a:gd name="csX90" fmla="*/ 95821 w 645223"/>
                <a:gd name="csY90" fmla="*/ 432 h 37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645223" h="373938">
                  <a:moveTo>
                    <a:pt x="95821" y="432"/>
                  </a:moveTo>
                  <a:lnTo>
                    <a:pt x="0" y="26168"/>
                  </a:lnTo>
                  <a:lnTo>
                    <a:pt x="0" y="196272"/>
                  </a:lnTo>
                  <a:lnTo>
                    <a:pt x="42228" y="194539"/>
                  </a:lnTo>
                  <a:lnTo>
                    <a:pt x="39497" y="166859"/>
                  </a:lnTo>
                  <a:lnTo>
                    <a:pt x="73152" y="141878"/>
                  </a:lnTo>
                  <a:lnTo>
                    <a:pt x="86360" y="151066"/>
                  </a:lnTo>
                  <a:lnTo>
                    <a:pt x="94806" y="146526"/>
                  </a:lnTo>
                  <a:lnTo>
                    <a:pt x="99378" y="127711"/>
                  </a:lnTo>
                  <a:lnTo>
                    <a:pt x="126873" y="147282"/>
                  </a:lnTo>
                  <a:lnTo>
                    <a:pt x="152083" y="149987"/>
                  </a:lnTo>
                  <a:lnTo>
                    <a:pt x="152718" y="186430"/>
                  </a:lnTo>
                  <a:lnTo>
                    <a:pt x="170497" y="204705"/>
                  </a:lnTo>
                  <a:lnTo>
                    <a:pt x="199263" y="204705"/>
                  </a:lnTo>
                  <a:lnTo>
                    <a:pt x="199263" y="191618"/>
                  </a:lnTo>
                  <a:lnTo>
                    <a:pt x="222631" y="200381"/>
                  </a:lnTo>
                  <a:lnTo>
                    <a:pt x="227647" y="224384"/>
                  </a:lnTo>
                  <a:lnTo>
                    <a:pt x="241618" y="233686"/>
                  </a:lnTo>
                  <a:lnTo>
                    <a:pt x="246444" y="254121"/>
                  </a:lnTo>
                  <a:lnTo>
                    <a:pt x="299593" y="291541"/>
                  </a:lnTo>
                  <a:lnTo>
                    <a:pt x="315595" y="294348"/>
                  </a:lnTo>
                  <a:lnTo>
                    <a:pt x="360426" y="326682"/>
                  </a:lnTo>
                  <a:lnTo>
                    <a:pt x="372110" y="326034"/>
                  </a:lnTo>
                  <a:lnTo>
                    <a:pt x="398653" y="337496"/>
                  </a:lnTo>
                  <a:lnTo>
                    <a:pt x="395859" y="364534"/>
                  </a:lnTo>
                  <a:lnTo>
                    <a:pt x="413068" y="364534"/>
                  </a:lnTo>
                  <a:lnTo>
                    <a:pt x="423672" y="373939"/>
                  </a:lnTo>
                  <a:lnTo>
                    <a:pt x="439674" y="370910"/>
                  </a:lnTo>
                  <a:lnTo>
                    <a:pt x="463359" y="331445"/>
                  </a:lnTo>
                  <a:lnTo>
                    <a:pt x="454470" y="319437"/>
                  </a:lnTo>
                  <a:lnTo>
                    <a:pt x="456121" y="298247"/>
                  </a:lnTo>
                  <a:lnTo>
                    <a:pt x="440182" y="294348"/>
                  </a:lnTo>
                  <a:lnTo>
                    <a:pt x="425704" y="281591"/>
                  </a:lnTo>
                  <a:lnTo>
                    <a:pt x="434340" y="265913"/>
                  </a:lnTo>
                  <a:lnTo>
                    <a:pt x="468122" y="270453"/>
                  </a:lnTo>
                  <a:lnTo>
                    <a:pt x="478092" y="247637"/>
                  </a:lnTo>
                  <a:lnTo>
                    <a:pt x="496189" y="240284"/>
                  </a:lnTo>
                  <a:lnTo>
                    <a:pt x="494221" y="225685"/>
                  </a:lnTo>
                  <a:lnTo>
                    <a:pt x="503872" y="212814"/>
                  </a:lnTo>
                  <a:lnTo>
                    <a:pt x="514859" y="222117"/>
                  </a:lnTo>
                  <a:lnTo>
                    <a:pt x="539814" y="204273"/>
                  </a:lnTo>
                  <a:lnTo>
                    <a:pt x="554419" y="215411"/>
                  </a:lnTo>
                  <a:lnTo>
                    <a:pt x="537084" y="231305"/>
                  </a:lnTo>
                  <a:lnTo>
                    <a:pt x="555372" y="240176"/>
                  </a:lnTo>
                  <a:lnTo>
                    <a:pt x="571945" y="234982"/>
                  </a:lnTo>
                  <a:lnTo>
                    <a:pt x="600266" y="237255"/>
                  </a:lnTo>
                  <a:lnTo>
                    <a:pt x="614490" y="222656"/>
                  </a:lnTo>
                  <a:lnTo>
                    <a:pt x="629603" y="224060"/>
                  </a:lnTo>
                  <a:lnTo>
                    <a:pt x="645223" y="209893"/>
                  </a:lnTo>
                  <a:lnTo>
                    <a:pt x="603186" y="197459"/>
                  </a:lnTo>
                  <a:lnTo>
                    <a:pt x="602044" y="185890"/>
                  </a:lnTo>
                  <a:lnTo>
                    <a:pt x="586232" y="180372"/>
                  </a:lnTo>
                  <a:lnTo>
                    <a:pt x="576897" y="200165"/>
                  </a:lnTo>
                  <a:lnTo>
                    <a:pt x="553657" y="184702"/>
                  </a:lnTo>
                  <a:lnTo>
                    <a:pt x="540321" y="180480"/>
                  </a:lnTo>
                  <a:lnTo>
                    <a:pt x="573024" y="156801"/>
                  </a:lnTo>
                  <a:lnTo>
                    <a:pt x="563182" y="143066"/>
                  </a:lnTo>
                  <a:lnTo>
                    <a:pt x="538671" y="148152"/>
                  </a:lnTo>
                  <a:lnTo>
                    <a:pt x="488697" y="182537"/>
                  </a:lnTo>
                  <a:lnTo>
                    <a:pt x="488124" y="191726"/>
                  </a:lnTo>
                  <a:lnTo>
                    <a:pt x="471996" y="203733"/>
                  </a:lnTo>
                  <a:lnTo>
                    <a:pt x="466916" y="218548"/>
                  </a:lnTo>
                  <a:lnTo>
                    <a:pt x="446913" y="207734"/>
                  </a:lnTo>
                  <a:lnTo>
                    <a:pt x="450152" y="195294"/>
                  </a:lnTo>
                  <a:lnTo>
                    <a:pt x="440182" y="188049"/>
                  </a:lnTo>
                  <a:lnTo>
                    <a:pt x="401320" y="198539"/>
                  </a:lnTo>
                  <a:lnTo>
                    <a:pt x="393636" y="161772"/>
                  </a:lnTo>
                  <a:lnTo>
                    <a:pt x="374968" y="161557"/>
                  </a:lnTo>
                  <a:lnTo>
                    <a:pt x="378270" y="117437"/>
                  </a:lnTo>
                  <a:lnTo>
                    <a:pt x="366078" y="120466"/>
                  </a:lnTo>
                  <a:lnTo>
                    <a:pt x="334455" y="83268"/>
                  </a:lnTo>
                  <a:lnTo>
                    <a:pt x="316294" y="92348"/>
                  </a:lnTo>
                  <a:lnTo>
                    <a:pt x="267907" y="88132"/>
                  </a:lnTo>
                  <a:lnTo>
                    <a:pt x="225489" y="95377"/>
                  </a:lnTo>
                  <a:lnTo>
                    <a:pt x="188468" y="53854"/>
                  </a:lnTo>
                  <a:lnTo>
                    <a:pt x="168720" y="42393"/>
                  </a:lnTo>
                  <a:lnTo>
                    <a:pt x="159448" y="55258"/>
                  </a:lnTo>
                  <a:cubicBezTo>
                    <a:pt x="158369" y="56775"/>
                    <a:pt x="156210" y="58826"/>
                    <a:pt x="154686" y="59798"/>
                  </a:cubicBezTo>
                  <a:lnTo>
                    <a:pt x="149479" y="63259"/>
                  </a:lnTo>
                  <a:cubicBezTo>
                    <a:pt x="147955" y="64237"/>
                    <a:pt x="145161" y="64884"/>
                    <a:pt x="143320" y="64560"/>
                  </a:cubicBezTo>
                  <a:lnTo>
                    <a:pt x="123190" y="61639"/>
                  </a:lnTo>
                  <a:cubicBezTo>
                    <a:pt x="121348" y="61424"/>
                    <a:pt x="119634" y="59690"/>
                    <a:pt x="119380" y="57855"/>
                  </a:cubicBezTo>
                  <a:lnTo>
                    <a:pt x="118173" y="50502"/>
                  </a:lnTo>
                  <a:cubicBezTo>
                    <a:pt x="117856" y="48660"/>
                    <a:pt x="118872" y="46285"/>
                    <a:pt x="120397" y="45091"/>
                  </a:cubicBezTo>
                  <a:lnTo>
                    <a:pt x="120459" y="45091"/>
                  </a:lnTo>
                  <a:cubicBezTo>
                    <a:pt x="121857" y="43904"/>
                    <a:pt x="122872" y="41523"/>
                    <a:pt x="122555" y="39688"/>
                  </a:cubicBezTo>
                  <a:lnTo>
                    <a:pt x="121793" y="35903"/>
                  </a:lnTo>
                  <a:cubicBezTo>
                    <a:pt x="121476" y="34061"/>
                    <a:pt x="121793" y="31255"/>
                    <a:pt x="122746" y="29629"/>
                  </a:cubicBezTo>
                  <a:lnTo>
                    <a:pt x="128397" y="18923"/>
                  </a:lnTo>
                  <a:lnTo>
                    <a:pt x="95695" y="0"/>
                  </a:lnTo>
                  <a:lnTo>
                    <a:pt x="95821" y="4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0019D53A-0D94-19E0-177A-FC880373625E}"/>
                </a:ext>
              </a:extLst>
            </p:cNvPr>
            <p:cNvSpPr/>
            <p:nvPr/>
          </p:nvSpPr>
          <p:spPr>
            <a:xfrm>
              <a:off x="10680417" y="3016477"/>
              <a:ext cx="26457" cy="13420"/>
            </a:xfrm>
            <a:custGeom>
              <a:avLst/>
              <a:gdLst>
                <a:gd name="csX0" fmla="*/ 27640 w 30512"/>
                <a:gd name="csY0" fmla="*/ 3269 h 15477"/>
                <a:gd name="csX1" fmla="*/ 1795 w 30512"/>
                <a:gd name="csY1" fmla="*/ 132 h 15477"/>
                <a:gd name="csX2" fmla="*/ 10876 w 30512"/>
                <a:gd name="csY2" fmla="*/ 13759 h 15477"/>
                <a:gd name="csX3" fmla="*/ 28592 w 30512"/>
                <a:gd name="csY3" fmla="*/ 11708 h 15477"/>
                <a:gd name="csX4" fmla="*/ 27640 w 30512"/>
                <a:gd name="csY4" fmla="*/ 3269 h 15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512" h="15477">
                  <a:moveTo>
                    <a:pt x="27640" y="3269"/>
                  </a:moveTo>
                  <a:cubicBezTo>
                    <a:pt x="24591" y="-2135"/>
                    <a:pt x="17670" y="1002"/>
                    <a:pt x="1795" y="132"/>
                  </a:cubicBezTo>
                  <a:cubicBezTo>
                    <a:pt x="-2777" y="132"/>
                    <a:pt x="1795" y="3701"/>
                    <a:pt x="10876" y="13759"/>
                  </a:cubicBezTo>
                  <a:cubicBezTo>
                    <a:pt x="13923" y="17004"/>
                    <a:pt x="16908" y="15277"/>
                    <a:pt x="28592" y="11708"/>
                  </a:cubicBezTo>
                  <a:cubicBezTo>
                    <a:pt x="33164" y="10298"/>
                    <a:pt x="28211" y="4786"/>
                    <a:pt x="27640" y="32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420C932B-8AFB-ECE3-102A-52B02E35F366}"/>
                </a:ext>
              </a:extLst>
            </p:cNvPr>
            <p:cNvSpPr/>
            <p:nvPr/>
          </p:nvSpPr>
          <p:spPr>
            <a:xfrm>
              <a:off x="10704987" y="3038052"/>
              <a:ext cx="13881" cy="13295"/>
            </a:xfrm>
            <a:custGeom>
              <a:avLst/>
              <a:gdLst>
                <a:gd name="csX0" fmla="*/ 12385 w 16008"/>
                <a:gd name="csY0" fmla="*/ 448 h 15333"/>
                <a:gd name="csX1" fmla="*/ 1400 w 16008"/>
                <a:gd name="csY1" fmla="*/ 9859 h 15333"/>
                <a:gd name="csX2" fmla="*/ 16005 w 16008"/>
                <a:gd name="csY2" fmla="*/ 12888 h 15333"/>
                <a:gd name="csX3" fmla="*/ 12385 w 16008"/>
                <a:gd name="csY3" fmla="*/ 448 h 1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008" h="15333">
                  <a:moveTo>
                    <a:pt x="12385" y="448"/>
                  </a:moveTo>
                  <a:cubicBezTo>
                    <a:pt x="2670" y="5966"/>
                    <a:pt x="-2728" y="8018"/>
                    <a:pt x="1400" y="9859"/>
                  </a:cubicBezTo>
                  <a:cubicBezTo>
                    <a:pt x="8194" y="12132"/>
                    <a:pt x="16195" y="18940"/>
                    <a:pt x="16005" y="12888"/>
                  </a:cubicBezTo>
                  <a:cubicBezTo>
                    <a:pt x="15243" y="7910"/>
                    <a:pt x="17084" y="-2250"/>
                    <a:pt x="12385" y="4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2842F39F-3417-ACF4-19A8-8F113422F058}"/>
                </a:ext>
              </a:extLst>
            </p:cNvPr>
            <p:cNvSpPr/>
            <p:nvPr/>
          </p:nvSpPr>
          <p:spPr>
            <a:xfrm>
              <a:off x="6780041" y="4121023"/>
              <a:ext cx="8151" cy="9044"/>
            </a:xfrm>
            <a:custGeom>
              <a:avLst/>
              <a:gdLst>
                <a:gd name="csX0" fmla="*/ 3727 w 9400"/>
                <a:gd name="csY0" fmla="*/ 589 h 10430"/>
                <a:gd name="csX1" fmla="*/ 489 w 9400"/>
                <a:gd name="csY1" fmla="*/ 6323 h 10430"/>
                <a:gd name="csX2" fmla="*/ 5759 w 9400"/>
                <a:gd name="csY2" fmla="*/ 9784 h 10430"/>
                <a:gd name="csX3" fmla="*/ 8934 w 9400"/>
                <a:gd name="csY3" fmla="*/ 3402 h 10430"/>
                <a:gd name="csX4" fmla="*/ 3727 w 9400"/>
                <a:gd name="csY4" fmla="*/ 589 h 1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00" h="10430">
                  <a:moveTo>
                    <a:pt x="3727" y="589"/>
                  </a:moveTo>
                  <a:cubicBezTo>
                    <a:pt x="3093" y="1135"/>
                    <a:pt x="-1480" y="2431"/>
                    <a:pt x="489" y="6323"/>
                  </a:cubicBezTo>
                  <a:cubicBezTo>
                    <a:pt x="489" y="6323"/>
                    <a:pt x="2330" y="12381"/>
                    <a:pt x="5759" y="9784"/>
                  </a:cubicBezTo>
                  <a:cubicBezTo>
                    <a:pt x="6330" y="9244"/>
                    <a:pt x="10839" y="7295"/>
                    <a:pt x="8934" y="3402"/>
                  </a:cubicBezTo>
                  <a:cubicBezTo>
                    <a:pt x="8363" y="2862"/>
                    <a:pt x="7283" y="-1570"/>
                    <a:pt x="3727" y="5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3F97208B-807F-7877-C2CF-838F9EE04381}"/>
                </a:ext>
              </a:extLst>
            </p:cNvPr>
            <p:cNvSpPr/>
            <p:nvPr/>
          </p:nvSpPr>
          <p:spPr>
            <a:xfrm>
              <a:off x="6818088" y="4126262"/>
              <a:ext cx="10564" cy="8141"/>
            </a:xfrm>
            <a:custGeom>
              <a:avLst/>
              <a:gdLst>
                <a:gd name="csX0" fmla="*/ 9824 w 12183"/>
                <a:gd name="csY0" fmla="*/ 65 h 9389"/>
                <a:gd name="csX1" fmla="*/ 616 w 12183"/>
                <a:gd name="csY1" fmla="*/ 6231 h 9389"/>
                <a:gd name="csX2" fmla="*/ 1378 w 12183"/>
                <a:gd name="csY2" fmla="*/ 7202 h 9389"/>
                <a:gd name="csX3" fmla="*/ 9824 w 12183"/>
                <a:gd name="csY3" fmla="*/ 172 h 9389"/>
                <a:gd name="csX4" fmla="*/ 9824 w 12183"/>
                <a:gd name="csY4" fmla="*/ 65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83" h="9389">
                  <a:moveTo>
                    <a:pt x="9824" y="65"/>
                  </a:moveTo>
                  <a:cubicBezTo>
                    <a:pt x="6268" y="1684"/>
                    <a:pt x="-2368" y="2008"/>
                    <a:pt x="616" y="6231"/>
                  </a:cubicBezTo>
                  <a:lnTo>
                    <a:pt x="1378" y="7202"/>
                  </a:lnTo>
                  <a:cubicBezTo>
                    <a:pt x="7348" y="15311"/>
                    <a:pt x="16555" y="-1885"/>
                    <a:pt x="9824" y="172"/>
                  </a:cubicBezTo>
                  <a:lnTo>
                    <a:pt x="9824" y="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2E7FF9A2-9D24-068F-3594-88036DA1F42E}"/>
                </a:ext>
              </a:extLst>
            </p:cNvPr>
            <p:cNvSpPr/>
            <p:nvPr/>
          </p:nvSpPr>
          <p:spPr>
            <a:xfrm>
              <a:off x="6749576" y="4078124"/>
              <a:ext cx="158244" cy="112236"/>
            </a:xfrm>
            <a:custGeom>
              <a:avLst/>
              <a:gdLst>
                <a:gd name="csX0" fmla="*/ 169418 w 182498"/>
                <a:gd name="csY0" fmla="*/ 80023 h 129438"/>
                <a:gd name="csX1" fmla="*/ 167132 w 182498"/>
                <a:gd name="csY1" fmla="*/ 61633 h 129438"/>
                <a:gd name="csX2" fmla="*/ 157480 w 182498"/>
                <a:gd name="csY2" fmla="*/ 60554 h 129438"/>
                <a:gd name="csX3" fmla="*/ 157924 w 182498"/>
                <a:gd name="csY3" fmla="*/ 42710 h 129438"/>
                <a:gd name="csX4" fmla="*/ 182499 w 182498"/>
                <a:gd name="csY4" fmla="*/ 41091 h 129438"/>
                <a:gd name="csX5" fmla="*/ 181927 w 182498"/>
                <a:gd name="csY5" fmla="*/ 38494 h 129438"/>
                <a:gd name="csX6" fmla="*/ 180213 w 182498"/>
                <a:gd name="csY6" fmla="*/ 18599 h 129438"/>
                <a:gd name="csX7" fmla="*/ 164846 w 182498"/>
                <a:gd name="csY7" fmla="*/ 0 h 129438"/>
                <a:gd name="csX8" fmla="*/ 162433 w 182498"/>
                <a:gd name="csY8" fmla="*/ 2699 h 129438"/>
                <a:gd name="csX9" fmla="*/ 109982 w 182498"/>
                <a:gd name="csY9" fmla="*/ 52660 h 129438"/>
                <a:gd name="csX10" fmla="*/ 108014 w 182498"/>
                <a:gd name="csY10" fmla="*/ 59150 h 129438"/>
                <a:gd name="csX11" fmla="*/ 103886 w 182498"/>
                <a:gd name="csY11" fmla="*/ 58394 h 129438"/>
                <a:gd name="csX12" fmla="*/ 100140 w 182498"/>
                <a:gd name="csY12" fmla="*/ 58070 h 129438"/>
                <a:gd name="csX13" fmla="*/ 94043 w 182498"/>
                <a:gd name="csY13" fmla="*/ 65424 h 129438"/>
                <a:gd name="csX14" fmla="*/ 83439 w 182498"/>
                <a:gd name="csY14" fmla="*/ 69748 h 129438"/>
                <a:gd name="csX15" fmla="*/ 73787 w 182498"/>
                <a:gd name="csY15" fmla="*/ 67475 h 129438"/>
                <a:gd name="csX16" fmla="*/ 36385 w 182498"/>
                <a:gd name="csY16" fmla="*/ 66072 h 129438"/>
                <a:gd name="csX17" fmla="*/ 24764 w 182498"/>
                <a:gd name="csY17" fmla="*/ 73425 h 129438"/>
                <a:gd name="csX18" fmla="*/ 8572 w 182498"/>
                <a:gd name="csY18" fmla="*/ 68554 h 129438"/>
                <a:gd name="csX19" fmla="*/ 4952 w 182498"/>
                <a:gd name="csY19" fmla="*/ 60985 h 129438"/>
                <a:gd name="csX20" fmla="*/ 0 w 182498"/>
                <a:gd name="csY20" fmla="*/ 58826 h 129438"/>
                <a:gd name="csX21" fmla="*/ 0 w 182498"/>
                <a:gd name="csY21" fmla="*/ 76994 h 129438"/>
                <a:gd name="csX22" fmla="*/ 29845 w 182498"/>
                <a:gd name="csY22" fmla="*/ 116897 h 129438"/>
                <a:gd name="csX23" fmla="*/ 134747 w 182498"/>
                <a:gd name="csY23" fmla="*/ 129438 h 129438"/>
                <a:gd name="csX24" fmla="*/ 149289 w 182498"/>
                <a:gd name="csY24" fmla="*/ 83807 h 129438"/>
                <a:gd name="csX25" fmla="*/ 169481 w 182498"/>
                <a:gd name="csY25" fmla="*/ 79908 h 129438"/>
                <a:gd name="csX26" fmla="*/ 169418 w 182498"/>
                <a:gd name="csY26" fmla="*/ 80023 h 12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2498" h="129438">
                  <a:moveTo>
                    <a:pt x="169418" y="80023"/>
                  </a:moveTo>
                  <a:lnTo>
                    <a:pt x="167132" y="61633"/>
                  </a:lnTo>
                  <a:lnTo>
                    <a:pt x="157480" y="60554"/>
                  </a:lnTo>
                  <a:lnTo>
                    <a:pt x="157924" y="42710"/>
                  </a:lnTo>
                  <a:lnTo>
                    <a:pt x="182499" y="41091"/>
                  </a:lnTo>
                  <a:cubicBezTo>
                    <a:pt x="182181" y="40227"/>
                    <a:pt x="182054" y="39465"/>
                    <a:pt x="181927" y="38494"/>
                  </a:cubicBezTo>
                  <a:cubicBezTo>
                    <a:pt x="181165" y="30709"/>
                    <a:pt x="180530" y="23247"/>
                    <a:pt x="180213" y="18599"/>
                  </a:cubicBezTo>
                  <a:lnTo>
                    <a:pt x="164846" y="0"/>
                  </a:lnTo>
                  <a:cubicBezTo>
                    <a:pt x="164084" y="972"/>
                    <a:pt x="163322" y="1835"/>
                    <a:pt x="162433" y="2699"/>
                  </a:cubicBezTo>
                  <a:cubicBezTo>
                    <a:pt x="123189" y="38817"/>
                    <a:pt x="102362" y="49200"/>
                    <a:pt x="109982" y="52660"/>
                  </a:cubicBezTo>
                  <a:cubicBezTo>
                    <a:pt x="113982" y="54502"/>
                    <a:pt x="107696" y="59798"/>
                    <a:pt x="108014" y="59150"/>
                  </a:cubicBezTo>
                  <a:cubicBezTo>
                    <a:pt x="105664" y="61633"/>
                    <a:pt x="103251" y="57963"/>
                    <a:pt x="103886" y="58394"/>
                  </a:cubicBezTo>
                  <a:cubicBezTo>
                    <a:pt x="103060" y="56769"/>
                    <a:pt x="101282" y="56661"/>
                    <a:pt x="100140" y="58070"/>
                  </a:cubicBezTo>
                  <a:lnTo>
                    <a:pt x="94043" y="65424"/>
                  </a:lnTo>
                  <a:cubicBezTo>
                    <a:pt x="90995" y="69100"/>
                    <a:pt x="82931" y="69964"/>
                    <a:pt x="83439" y="69748"/>
                  </a:cubicBezTo>
                  <a:cubicBezTo>
                    <a:pt x="78994" y="70720"/>
                    <a:pt x="73278" y="67259"/>
                    <a:pt x="73787" y="67475"/>
                  </a:cubicBezTo>
                  <a:cubicBezTo>
                    <a:pt x="68707" y="64986"/>
                    <a:pt x="40259" y="62503"/>
                    <a:pt x="36385" y="66072"/>
                  </a:cubicBezTo>
                  <a:cubicBezTo>
                    <a:pt x="32893" y="68770"/>
                    <a:pt x="29972" y="73965"/>
                    <a:pt x="24764" y="73425"/>
                  </a:cubicBezTo>
                  <a:cubicBezTo>
                    <a:pt x="16637" y="71907"/>
                    <a:pt x="8953" y="73965"/>
                    <a:pt x="8572" y="68554"/>
                  </a:cubicBezTo>
                  <a:cubicBezTo>
                    <a:pt x="8318" y="67691"/>
                    <a:pt x="9080" y="62719"/>
                    <a:pt x="4952" y="60985"/>
                  </a:cubicBezTo>
                  <a:lnTo>
                    <a:pt x="0" y="58826"/>
                  </a:lnTo>
                  <a:lnTo>
                    <a:pt x="0" y="76994"/>
                  </a:lnTo>
                  <a:lnTo>
                    <a:pt x="29845" y="116897"/>
                  </a:lnTo>
                  <a:lnTo>
                    <a:pt x="134747" y="129438"/>
                  </a:lnTo>
                  <a:lnTo>
                    <a:pt x="149289" y="83807"/>
                  </a:lnTo>
                  <a:lnTo>
                    <a:pt x="169481" y="79908"/>
                  </a:lnTo>
                  <a:lnTo>
                    <a:pt x="169418" y="800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F4582C7B-BC45-A6AF-05EF-B0F31AB93452}"/>
                </a:ext>
              </a:extLst>
            </p:cNvPr>
            <p:cNvSpPr/>
            <p:nvPr/>
          </p:nvSpPr>
          <p:spPr>
            <a:xfrm>
              <a:off x="6779051" y="3466297"/>
              <a:ext cx="459686" cy="287489"/>
            </a:xfrm>
            <a:custGeom>
              <a:avLst/>
              <a:gdLst>
                <a:gd name="csX0" fmla="*/ 397236 w 530141"/>
                <a:gd name="csY0" fmla="*/ 318897 h 331552"/>
                <a:gd name="csX1" fmla="*/ 397427 w 530141"/>
                <a:gd name="csY1" fmla="*/ 301708 h 331552"/>
                <a:gd name="csX2" fmla="*/ 452735 w 530141"/>
                <a:gd name="csY2" fmla="*/ 280403 h 331552"/>
                <a:gd name="csX3" fmla="*/ 461943 w 530141"/>
                <a:gd name="csY3" fmla="*/ 246443 h 331552"/>
                <a:gd name="csX4" fmla="*/ 488994 w 530141"/>
                <a:gd name="csY4" fmla="*/ 242767 h 331552"/>
                <a:gd name="csX5" fmla="*/ 493756 w 530141"/>
                <a:gd name="csY5" fmla="*/ 228168 h 331552"/>
                <a:gd name="csX6" fmla="*/ 527347 w 530141"/>
                <a:gd name="csY6" fmla="*/ 236823 h 331552"/>
                <a:gd name="csX7" fmla="*/ 530142 w 530141"/>
                <a:gd name="csY7" fmla="*/ 209785 h 331552"/>
                <a:gd name="csX8" fmla="*/ 503598 w 530141"/>
                <a:gd name="csY8" fmla="*/ 198323 h 331552"/>
                <a:gd name="csX9" fmla="*/ 491915 w 530141"/>
                <a:gd name="csY9" fmla="*/ 198971 h 331552"/>
                <a:gd name="csX10" fmla="*/ 447148 w 530141"/>
                <a:gd name="csY10" fmla="*/ 166643 h 331552"/>
                <a:gd name="csX11" fmla="*/ 431082 w 530141"/>
                <a:gd name="csY11" fmla="*/ 163830 h 331552"/>
                <a:gd name="csX12" fmla="*/ 377932 w 530141"/>
                <a:gd name="csY12" fmla="*/ 126416 h 331552"/>
                <a:gd name="csX13" fmla="*/ 373106 w 530141"/>
                <a:gd name="csY13" fmla="*/ 105975 h 331552"/>
                <a:gd name="csX14" fmla="*/ 359136 w 530141"/>
                <a:gd name="csY14" fmla="*/ 96672 h 331552"/>
                <a:gd name="csX15" fmla="*/ 354120 w 530141"/>
                <a:gd name="csY15" fmla="*/ 72669 h 331552"/>
                <a:gd name="csX16" fmla="*/ 330752 w 530141"/>
                <a:gd name="csY16" fmla="*/ 63913 h 331552"/>
                <a:gd name="csX17" fmla="*/ 330752 w 530141"/>
                <a:gd name="csY17" fmla="*/ 76994 h 331552"/>
                <a:gd name="csX18" fmla="*/ 301986 w 530141"/>
                <a:gd name="csY18" fmla="*/ 76994 h 331552"/>
                <a:gd name="csX19" fmla="*/ 284206 w 530141"/>
                <a:gd name="csY19" fmla="*/ 58719 h 331552"/>
                <a:gd name="csX20" fmla="*/ 283572 w 530141"/>
                <a:gd name="csY20" fmla="*/ 22276 h 331552"/>
                <a:gd name="csX21" fmla="*/ 258361 w 530141"/>
                <a:gd name="csY21" fmla="*/ 19571 h 331552"/>
                <a:gd name="csX22" fmla="*/ 230866 w 530141"/>
                <a:gd name="csY22" fmla="*/ 0 h 331552"/>
                <a:gd name="csX23" fmla="*/ 226294 w 530141"/>
                <a:gd name="csY23" fmla="*/ 18815 h 331552"/>
                <a:gd name="csX24" fmla="*/ 217848 w 530141"/>
                <a:gd name="csY24" fmla="*/ 23355 h 331552"/>
                <a:gd name="csX25" fmla="*/ 204641 w 530141"/>
                <a:gd name="csY25" fmla="*/ 14167 h 331552"/>
                <a:gd name="csX26" fmla="*/ 170985 w 530141"/>
                <a:gd name="csY26" fmla="*/ 39148 h 331552"/>
                <a:gd name="csX27" fmla="*/ 173716 w 530141"/>
                <a:gd name="csY27" fmla="*/ 66827 h 331552"/>
                <a:gd name="csX28" fmla="*/ 109010 w 530141"/>
                <a:gd name="csY28" fmla="*/ 69424 h 331552"/>
                <a:gd name="csX29" fmla="*/ 96627 w 530141"/>
                <a:gd name="csY29" fmla="*/ 39903 h 331552"/>
                <a:gd name="csX30" fmla="*/ 66655 w 530141"/>
                <a:gd name="csY30" fmla="*/ 10922 h 331552"/>
                <a:gd name="csX31" fmla="*/ 29889 w 530141"/>
                <a:gd name="csY31" fmla="*/ 10922 h 331552"/>
                <a:gd name="csX32" fmla="*/ 997 w 530141"/>
                <a:gd name="csY32" fmla="*/ 34061 h 331552"/>
                <a:gd name="csX33" fmla="*/ 107 w 530141"/>
                <a:gd name="csY33" fmla="*/ 39580 h 331552"/>
                <a:gd name="csX34" fmla="*/ 2457 w 530141"/>
                <a:gd name="csY34" fmla="*/ 44875 h 331552"/>
                <a:gd name="csX35" fmla="*/ 4679 w 530141"/>
                <a:gd name="csY35" fmla="*/ 50286 h 331552"/>
                <a:gd name="csX36" fmla="*/ 12553 w 530141"/>
                <a:gd name="csY36" fmla="*/ 62719 h 331552"/>
                <a:gd name="csX37" fmla="*/ 16363 w 530141"/>
                <a:gd name="csY37" fmla="*/ 77857 h 331552"/>
                <a:gd name="csX38" fmla="*/ 12235 w 530141"/>
                <a:gd name="csY38" fmla="*/ 95377 h 331552"/>
                <a:gd name="csX39" fmla="*/ 13506 w 530141"/>
                <a:gd name="csY39" fmla="*/ 120682 h 331552"/>
                <a:gd name="csX40" fmla="*/ 24047 w 530141"/>
                <a:gd name="csY40" fmla="*/ 118847 h 331552"/>
                <a:gd name="csX41" fmla="*/ 33000 w 530141"/>
                <a:gd name="csY41" fmla="*/ 120034 h 331552"/>
                <a:gd name="csX42" fmla="*/ 37445 w 530141"/>
                <a:gd name="csY42" fmla="*/ 127495 h 331552"/>
                <a:gd name="csX43" fmla="*/ 38715 w 530141"/>
                <a:gd name="csY43" fmla="*/ 132791 h 331552"/>
                <a:gd name="csX44" fmla="*/ 34080 w 530141"/>
                <a:gd name="csY44" fmla="*/ 138633 h 331552"/>
                <a:gd name="csX45" fmla="*/ 28365 w 530141"/>
                <a:gd name="csY45" fmla="*/ 135820 h 331552"/>
                <a:gd name="csX46" fmla="*/ 25952 w 530141"/>
                <a:gd name="csY46" fmla="*/ 140468 h 331552"/>
                <a:gd name="csX47" fmla="*/ 26650 w 530141"/>
                <a:gd name="csY47" fmla="*/ 150851 h 331552"/>
                <a:gd name="csX48" fmla="*/ 28999 w 530141"/>
                <a:gd name="csY48" fmla="*/ 149555 h 331552"/>
                <a:gd name="csX49" fmla="*/ 41319 w 530141"/>
                <a:gd name="csY49" fmla="*/ 151067 h 331552"/>
                <a:gd name="csX50" fmla="*/ 46209 w 530141"/>
                <a:gd name="csY50" fmla="*/ 158096 h 331552"/>
                <a:gd name="csX51" fmla="*/ 54527 w 530141"/>
                <a:gd name="csY51" fmla="*/ 162966 h 331552"/>
                <a:gd name="csX52" fmla="*/ 56685 w 530141"/>
                <a:gd name="csY52" fmla="*/ 167183 h 331552"/>
                <a:gd name="csX53" fmla="*/ 52812 w 530141"/>
                <a:gd name="csY53" fmla="*/ 177889 h 331552"/>
                <a:gd name="csX54" fmla="*/ 52812 w 530141"/>
                <a:gd name="csY54" fmla="*/ 197891 h 331552"/>
                <a:gd name="csX55" fmla="*/ 51542 w 530141"/>
                <a:gd name="csY55" fmla="*/ 208274 h 331552"/>
                <a:gd name="csX56" fmla="*/ 56051 w 530141"/>
                <a:gd name="csY56" fmla="*/ 239636 h 331552"/>
                <a:gd name="csX57" fmla="*/ 87102 w 530141"/>
                <a:gd name="csY57" fmla="*/ 231521 h 331552"/>
                <a:gd name="csX58" fmla="*/ 103803 w 530141"/>
                <a:gd name="csY58" fmla="*/ 210001 h 331552"/>
                <a:gd name="csX59" fmla="*/ 141014 w 530141"/>
                <a:gd name="csY59" fmla="*/ 207410 h 331552"/>
                <a:gd name="csX60" fmla="*/ 148698 w 530141"/>
                <a:gd name="csY60" fmla="*/ 198755 h 331552"/>
                <a:gd name="csX61" fmla="*/ 181210 w 530141"/>
                <a:gd name="csY61" fmla="*/ 198755 h 331552"/>
                <a:gd name="csX62" fmla="*/ 185591 w 530141"/>
                <a:gd name="csY62" fmla="*/ 211734 h 331552"/>
                <a:gd name="csX63" fmla="*/ 256266 w 530141"/>
                <a:gd name="csY63" fmla="*/ 226981 h 331552"/>
                <a:gd name="csX64" fmla="*/ 265791 w 530141"/>
                <a:gd name="csY64" fmla="*/ 244716 h 331552"/>
                <a:gd name="csX65" fmla="*/ 284968 w 530141"/>
                <a:gd name="csY65" fmla="*/ 250228 h 331552"/>
                <a:gd name="csX66" fmla="*/ 295255 w 530141"/>
                <a:gd name="csY66" fmla="*/ 266452 h 331552"/>
                <a:gd name="csX67" fmla="*/ 323830 w 530141"/>
                <a:gd name="csY67" fmla="*/ 267640 h 331552"/>
                <a:gd name="csX68" fmla="*/ 327513 w 530141"/>
                <a:gd name="csY68" fmla="*/ 318465 h 331552"/>
                <a:gd name="csX69" fmla="*/ 379011 w 530141"/>
                <a:gd name="csY69" fmla="*/ 331552 h 331552"/>
                <a:gd name="csX70" fmla="*/ 397427 w 530141"/>
                <a:gd name="csY70" fmla="*/ 319005 h 331552"/>
                <a:gd name="csX71" fmla="*/ 397236 w 530141"/>
                <a:gd name="csY71" fmla="*/ 318897 h 331552"/>
                <a:gd name="csX72" fmla="*/ 90785 w 530141"/>
                <a:gd name="csY72" fmla="*/ 79699 h 331552"/>
                <a:gd name="csX73" fmla="*/ 85198 w 530141"/>
                <a:gd name="csY73" fmla="*/ 83915 h 331552"/>
                <a:gd name="csX74" fmla="*/ 77577 w 530141"/>
                <a:gd name="csY74" fmla="*/ 80131 h 331552"/>
                <a:gd name="csX75" fmla="*/ 73132 w 530141"/>
                <a:gd name="csY75" fmla="*/ 91376 h 331552"/>
                <a:gd name="csX76" fmla="*/ 52622 w 530141"/>
                <a:gd name="csY76" fmla="*/ 89103 h 331552"/>
                <a:gd name="csX77" fmla="*/ 51415 w 530141"/>
                <a:gd name="csY77" fmla="*/ 84347 h 331552"/>
                <a:gd name="csX78" fmla="*/ 46018 w 530141"/>
                <a:gd name="csY78" fmla="*/ 85319 h 331552"/>
                <a:gd name="csX79" fmla="*/ 37763 w 530141"/>
                <a:gd name="csY79" fmla="*/ 86081 h 331552"/>
                <a:gd name="csX80" fmla="*/ 29190 w 530141"/>
                <a:gd name="csY80" fmla="*/ 83160 h 331552"/>
                <a:gd name="csX81" fmla="*/ 21507 w 530141"/>
                <a:gd name="csY81" fmla="*/ 55366 h 331552"/>
                <a:gd name="csX82" fmla="*/ 23158 w 530141"/>
                <a:gd name="csY82" fmla="*/ 48984 h 331552"/>
                <a:gd name="csX83" fmla="*/ 19347 w 530141"/>
                <a:gd name="csY83" fmla="*/ 42824 h 331552"/>
                <a:gd name="csX84" fmla="*/ 40176 w 530141"/>
                <a:gd name="csY84" fmla="*/ 28226 h 331552"/>
                <a:gd name="csX85" fmla="*/ 52177 w 530141"/>
                <a:gd name="csY85" fmla="*/ 26060 h 331552"/>
                <a:gd name="csX86" fmla="*/ 60369 w 530141"/>
                <a:gd name="csY86" fmla="*/ 31578 h 331552"/>
                <a:gd name="csX87" fmla="*/ 62464 w 530141"/>
                <a:gd name="csY87" fmla="*/ 39688 h 331552"/>
                <a:gd name="csX88" fmla="*/ 65576 w 530141"/>
                <a:gd name="csY88" fmla="*/ 46717 h 331552"/>
                <a:gd name="csX89" fmla="*/ 68623 w 530141"/>
                <a:gd name="csY89" fmla="*/ 56013 h 331552"/>
                <a:gd name="csX90" fmla="*/ 91039 w 530141"/>
                <a:gd name="csY90" fmla="*/ 79915 h 331552"/>
                <a:gd name="csX91" fmla="*/ 90785 w 530141"/>
                <a:gd name="csY91" fmla="*/ 79699 h 331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30141" h="331552">
                  <a:moveTo>
                    <a:pt x="397236" y="318897"/>
                  </a:moveTo>
                  <a:lnTo>
                    <a:pt x="397427" y="301708"/>
                  </a:lnTo>
                  <a:lnTo>
                    <a:pt x="452735" y="280403"/>
                  </a:lnTo>
                  <a:lnTo>
                    <a:pt x="461943" y="246443"/>
                  </a:lnTo>
                  <a:lnTo>
                    <a:pt x="488994" y="242767"/>
                  </a:lnTo>
                  <a:lnTo>
                    <a:pt x="493756" y="228168"/>
                  </a:lnTo>
                  <a:lnTo>
                    <a:pt x="527347" y="236823"/>
                  </a:lnTo>
                  <a:lnTo>
                    <a:pt x="530142" y="209785"/>
                  </a:lnTo>
                  <a:lnTo>
                    <a:pt x="503598" y="198323"/>
                  </a:lnTo>
                  <a:lnTo>
                    <a:pt x="491915" y="198971"/>
                  </a:lnTo>
                  <a:lnTo>
                    <a:pt x="447148" y="166643"/>
                  </a:lnTo>
                  <a:lnTo>
                    <a:pt x="431082" y="163830"/>
                  </a:lnTo>
                  <a:lnTo>
                    <a:pt x="377932" y="126416"/>
                  </a:lnTo>
                  <a:lnTo>
                    <a:pt x="373106" y="105975"/>
                  </a:lnTo>
                  <a:lnTo>
                    <a:pt x="359136" y="96672"/>
                  </a:lnTo>
                  <a:lnTo>
                    <a:pt x="354120" y="72669"/>
                  </a:lnTo>
                  <a:lnTo>
                    <a:pt x="330752" y="63913"/>
                  </a:lnTo>
                  <a:lnTo>
                    <a:pt x="330752" y="76994"/>
                  </a:lnTo>
                  <a:lnTo>
                    <a:pt x="301986" y="76994"/>
                  </a:lnTo>
                  <a:lnTo>
                    <a:pt x="284206" y="58719"/>
                  </a:lnTo>
                  <a:lnTo>
                    <a:pt x="283572" y="22276"/>
                  </a:lnTo>
                  <a:lnTo>
                    <a:pt x="258361" y="19571"/>
                  </a:lnTo>
                  <a:lnTo>
                    <a:pt x="230866" y="0"/>
                  </a:lnTo>
                  <a:lnTo>
                    <a:pt x="226294" y="18815"/>
                  </a:lnTo>
                  <a:lnTo>
                    <a:pt x="217848" y="23355"/>
                  </a:lnTo>
                  <a:lnTo>
                    <a:pt x="204641" y="14167"/>
                  </a:lnTo>
                  <a:lnTo>
                    <a:pt x="170985" y="39148"/>
                  </a:lnTo>
                  <a:lnTo>
                    <a:pt x="173716" y="66827"/>
                  </a:lnTo>
                  <a:lnTo>
                    <a:pt x="109010" y="69424"/>
                  </a:lnTo>
                  <a:lnTo>
                    <a:pt x="96627" y="39903"/>
                  </a:lnTo>
                  <a:lnTo>
                    <a:pt x="66655" y="10922"/>
                  </a:lnTo>
                  <a:lnTo>
                    <a:pt x="29889" y="10922"/>
                  </a:lnTo>
                  <a:lnTo>
                    <a:pt x="997" y="34061"/>
                  </a:lnTo>
                  <a:cubicBezTo>
                    <a:pt x="742" y="37306"/>
                    <a:pt x="-20" y="40119"/>
                    <a:pt x="107" y="39580"/>
                  </a:cubicBezTo>
                  <a:cubicBezTo>
                    <a:pt x="-655" y="42932"/>
                    <a:pt x="2901" y="45529"/>
                    <a:pt x="2457" y="44875"/>
                  </a:cubicBezTo>
                  <a:cubicBezTo>
                    <a:pt x="5378" y="46717"/>
                    <a:pt x="4743" y="50933"/>
                    <a:pt x="4679" y="50286"/>
                  </a:cubicBezTo>
                  <a:cubicBezTo>
                    <a:pt x="3536" y="56229"/>
                    <a:pt x="10839" y="56121"/>
                    <a:pt x="12553" y="62719"/>
                  </a:cubicBezTo>
                  <a:lnTo>
                    <a:pt x="16363" y="77857"/>
                  </a:lnTo>
                  <a:cubicBezTo>
                    <a:pt x="18967" y="87808"/>
                    <a:pt x="11220" y="97003"/>
                    <a:pt x="12235" y="95377"/>
                  </a:cubicBezTo>
                  <a:cubicBezTo>
                    <a:pt x="8553" y="100355"/>
                    <a:pt x="10902" y="117221"/>
                    <a:pt x="13506" y="120682"/>
                  </a:cubicBezTo>
                  <a:cubicBezTo>
                    <a:pt x="31285" y="144253"/>
                    <a:pt x="15030" y="117761"/>
                    <a:pt x="24047" y="118847"/>
                  </a:cubicBezTo>
                  <a:lnTo>
                    <a:pt x="33000" y="120034"/>
                  </a:lnTo>
                  <a:cubicBezTo>
                    <a:pt x="37445" y="120574"/>
                    <a:pt x="39795" y="125114"/>
                    <a:pt x="37445" y="127495"/>
                  </a:cubicBezTo>
                  <a:cubicBezTo>
                    <a:pt x="35286" y="129661"/>
                    <a:pt x="39097" y="133337"/>
                    <a:pt x="38715" y="132791"/>
                  </a:cubicBezTo>
                  <a:cubicBezTo>
                    <a:pt x="43732" y="138201"/>
                    <a:pt x="32683" y="139065"/>
                    <a:pt x="34080" y="138633"/>
                  </a:cubicBezTo>
                  <a:cubicBezTo>
                    <a:pt x="29190" y="138525"/>
                    <a:pt x="30523" y="131604"/>
                    <a:pt x="28365" y="135820"/>
                  </a:cubicBezTo>
                  <a:lnTo>
                    <a:pt x="25952" y="140468"/>
                  </a:lnTo>
                  <a:cubicBezTo>
                    <a:pt x="23793" y="144691"/>
                    <a:pt x="26841" y="151390"/>
                    <a:pt x="26650" y="150851"/>
                  </a:cubicBezTo>
                  <a:cubicBezTo>
                    <a:pt x="27793" y="154635"/>
                    <a:pt x="29444" y="149016"/>
                    <a:pt x="28999" y="149555"/>
                  </a:cubicBezTo>
                  <a:cubicBezTo>
                    <a:pt x="30523" y="145015"/>
                    <a:pt x="38842" y="147498"/>
                    <a:pt x="41319" y="151067"/>
                  </a:cubicBezTo>
                  <a:lnTo>
                    <a:pt x="46209" y="158096"/>
                  </a:lnTo>
                  <a:cubicBezTo>
                    <a:pt x="48685" y="161772"/>
                    <a:pt x="55225" y="163290"/>
                    <a:pt x="54527" y="162966"/>
                  </a:cubicBezTo>
                  <a:cubicBezTo>
                    <a:pt x="56305" y="163506"/>
                    <a:pt x="57257" y="165449"/>
                    <a:pt x="56685" y="167183"/>
                  </a:cubicBezTo>
                  <a:lnTo>
                    <a:pt x="52812" y="177889"/>
                  </a:lnTo>
                  <a:cubicBezTo>
                    <a:pt x="50526" y="184264"/>
                    <a:pt x="54527" y="190970"/>
                    <a:pt x="52812" y="197891"/>
                  </a:cubicBezTo>
                  <a:cubicBezTo>
                    <a:pt x="52050" y="200920"/>
                    <a:pt x="50971" y="204489"/>
                    <a:pt x="51542" y="208274"/>
                  </a:cubicBezTo>
                  <a:cubicBezTo>
                    <a:pt x="54019" y="225793"/>
                    <a:pt x="55098" y="234442"/>
                    <a:pt x="56051" y="239636"/>
                  </a:cubicBezTo>
                  <a:lnTo>
                    <a:pt x="87102" y="231521"/>
                  </a:lnTo>
                  <a:lnTo>
                    <a:pt x="103803" y="210001"/>
                  </a:lnTo>
                  <a:lnTo>
                    <a:pt x="141014" y="207410"/>
                  </a:lnTo>
                  <a:lnTo>
                    <a:pt x="148698" y="198755"/>
                  </a:lnTo>
                  <a:lnTo>
                    <a:pt x="181210" y="198755"/>
                  </a:lnTo>
                  <a:lnTo>
                    <a:pt x="185591" y="211734"/>
                  </a:lnTo>
                  <a:lnTo>
                    <a:pt x="256266" y="226981"/>
                  </a:lnTo>
                  <a:lnTo>
                    <a:pt x="265791" y="244716"/>
                  </a:lnTo>
                  <a:lnTo>
                    <a:pt x="284968" y="250228"/>
                  </a:lnTo>
                  <a:lnTo>
                    <a:pt x="295255" y="266452"/>
                  </a:lnTo>
                  <a:lnTo>
                    <a:pt x="323830" y="267640"/>
                  </a:lnTo>
                  <a:lnTo>
                    <a:pt x="327513" y="318465"/>
                  </a:lnTo>
                  <a:lnTo>
                    <a:pt x="379011" y="331552"/>
                  </a:lnTo>
                  <a:lnTo>
                    <a:pt x="397427" y="319005"/>
                  </a:lnTo>
                  <a:lnTo>
                    <a:pt x="397236" y="318897"/>
                  </a:lnTo>
                  <a:close/>
                  <a:moveTo>
                    <a:pt x="90785" y="79699"/>
                  </a:moveTo>
                  <a:cubicBezTo>
                    <a:pt x="90785" y="79699"/>
                    <a:pt x="88880" y="83807"/>
                    <a:pt x="85198" y="83915"/>
                  </a:cubicBezTo>
                  <a:cubicBezTo>
                    <a:pt x="80625" y="84023"/>
                    <a:pt x="82149" y="80778"/>
                    <a:pt x="77577" y="80131"/>
                  </a:cubicBezTo>
                  <a:cubicBezTo>
                    <a:pt x="71291" y="79267"/>
                    <a:pt x="79863" y="90945"/>
                    <a:pt x="73132" y="91376"/>
                  </a:cubicBezTo>
                  <a:cubicBezTo>
                    <a:pt x="56685" y="92132"/>
                    <a:pt x="53574" y="93218"/>
                    <a:pt x="52622" y="89103"/>
                  </a:cubicBezTo>
                  <a:lnTo>
                    <a:pt x="51415" y="84347"/>
                  </a:lnTo>
                  <a:cubicBezTo>
                    <a:pt x="50335" y="80131"/>
                    <a:pt x="46970" y="80994"/>
                    <a:pt x="46018" y="85319"/>
                  </a:cubicBezTo>
                  <a:cubicBezTo>
                    <a:pt x="45002" y="89649"/>
                    <a:pt x="42970" y="85973"/>
                    <a:pt x="37763" y="86081"/>
                  </a:cubicBezTo>
                  <a:cubicBezTo>
                    <a:pt x="36556" y="85865"/>
                    <a:pt x="30714" y="87376"/>
                    <a:pt x="29190" y="83160"/>
                  </a:cubicBezTo>
                  <a:cubicBezTo>
                    <a:pt x="20998" y="60560"/>
                    <a:pt x="19602" y="58826"/>
                    <a:pt x="21507" y="55366"/>
                  </a:cubicBezTo>
                  <a:cubicBezTo>
                    <a:pt x="23158" y="52667"/>
                    <a:pt x="23285" y="48444"/>
                    <a:pt x="23158" y="48984"/>
                  </a:cubicBezTo>
                  <a:cubicBezTo>
                    <a:pt x="23285" y="44012"/>
                    <a:pt x="16681" y="47041"/>
                    <a:pt x="19347" y="42824"/>
                  </a:cubicBezTo>
                  <a:cubicBezTo>
                    <a:pt x="33635" y="20225"/>
                    <a:pt x="27031" y="32766"/>
                    <a:pt x="40176" y="28226"/>
                  </a:cubicBezTo>
                  <a:cubicBezTo>
                    <a:pt x="44494" y="26816"/>
                    <a:pt x="48049" y="24981"/>
                    <a:pt x="52177" y="26060"/>
                  </a:cubicBezTo>
                  <a:cubicBezTo>
                    <a:pt x="54019" y="26816"/>
                    <a:pt x="60496" y="26708"/>
                    <a:pt x="60369" y="31578"/>
                  </a:cubicBezTo>
                  <a:cubicBezTo>
                    <a:pt x="60369" y="32550"/>
                    <a:pt x="59607" y="36335"/>
                    <a:pt x="62464" y="39688"/>
                  </a:cubicBezTo>
                  <a:cubicBezTo>
                    <a:pt x="62782" y="40227"/>
                    <a:pt x="65576" y="42608"/>
                    <a:pt x="65576" y="46717"/>
                  </a:cubicBezTo>
                  <a:cubicBezTo>
                    <a:pt x="65830" y="48228"/>
                    <a:pt x="64497" y="53530"/>
                    <a:pt x="68623" y="56013"/>
                  </a:cubicBezTo>
                  <a:cubicBezTo>
                    <a:pt x="77831" y="61532"/>
                    <a:pt x="96881" y="70828"/>
                    <a:pt x="91039" y="79915"/>
                  </a:cubicBezTo>
                  <a:lnTo>
                    <a:pt x="90785" y="796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9083C2A1-2C7C-03BB-3FD0-2031F34BE2B3}"/>
                </a:ext>
              </a:extLst>
            </p:cNvPr>
            <p:cNvSpPr/>
            <p:nvPr/>
          </p:nvSpPr>
          <p:spPr>
            <a:xfrm>
              <a:off x="5974671" y="3549069"/>
              <a:ext cx="9540" cy="4834"/>
            </a:xfrm>
            <a:custGeom>
              <a:avLst/>
              <a:gdLst>
                <a:gd name="csX0" fmla="*/ 6323 w 11002"/>
                <a:gd name="csY0" fmla="*/ 4898 h 5575"/>
                <a:gd name="csX1" fmla="*/ 9371 w 11002"/>
                <a:gd name="csY1" fmla="*/ 459 h 5575"/>
                <a:gd name="csX2" fmla="*/ 481 w 11002"/>
                <a:gd name="csY2" fmla="*/ 2624 h 5575"/>
                <a:gd name="csX3" fmla="*/ 6323 w 11002"/>
                <a:gd name="csY3" fmla="*/ 4898 h 5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002" h="5575">
                  <a:moveTo>
                    <a:pt x="6323" y="4898"/>
                  </a:moveTo>
                  <a:cubicBezTo>
                    <a:pt x="7212" y="4136"/>
                    <a:pt x="14070" y="675"/>
                    <a:pt x="9371" y="459"/>
                  </a:cubicBezTo>
                  <a:cubicBezTo>
                    <a:pt x="9371" y="459"/>
                    <a:pt x="-2503" y="-1484"/>
                    <a:pt x="481" y="2624"/>
                  </a:cubicBezTo>
                  <a:cubicBezTo>
                    <a:pt x="1052" y="3056"/>
                    <a:pt x="2767" y="7165"/>
                    <a:pt x="6323" y="4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DBF5E8F1-2655-B797-409B-C0C37CBBC4FE}"/>
                </a:ext>
              </a:extLst>
            </p:cNvPr>
            <p:cNvSpPr/>
            <p:nvPr/>
          </p:nvSpPr>
          <p:spPr>
            <a:xfrm>
              <a:off x="5921752" y="3491905"/>
              <a:ext cx="607910" cy="233096"/>
            </a:xfrm>
            <a:custGeom>
              <a:avLst/>
              <a:gdLst>
                <a:gd name="csX0" fmla="*/ 381933 w 701083"/>
                <a:gd name="csY0" fmla="*/ 268606 h 268822"/>
                <a:gd name="csX1" fmla="*/ 397744 w 701083"/>
                <a:gd name="csY1" fmla="*/ 252922 h 268822"/>
                <a:gd name="csX2" fmla="*/ 397744 w 701083"/>
                <a:gd name="csY2" fmla="*/ 229675 h 268822"/>
                <a:gd name="csX3" fmla="*/ 423144 w 701083"/>
                <a:gd name="csY3" fmla="*/ 237999 h 268822"/>
                <a:gd name="csX4" fmla="*/ 450767 w 701083"/>
                <a:gd name="csY4" fmla="*/ 224480 h 268822"/>
                <a:gd name="csX5" fmla="*/ 468610 w 701083"/>
                <a:gd name="csY5" fmla="*/ 226430 h 268822"/>
                <a:gd name="csX6" fmla="*/ 478008 w 701083"/>
                <a:gd name="csY6" fmla="*/ 236056 h 268822"/>
                <a:gd name="csX7" fmla="*/ 514648 w 701083"/>
                <a:gd name="csY7" fmla="*/ 233135 h 268822"/>
                <a:gd name="csX8" fmla="*/ 547605 w 701083"/>
                <a:gd name="csY8" fmla="*/ 218429 h 268822"/>
                <a:gd name="csX9" fmla="*/ 586593 w 701083"/>
                <a:gd name="csY9" fmla="*/ 217565 h 268822"/>
                <a:gd name="csX10" fmla="*/ 594721 w 701083"/>
                <a:gd name="csY10" fmla="*/ 208694 h 268822"/>
                <a:gd name="csX11" fmla="*/ 605834 w 701083"/>
                <a:gd name="csY11" fmla="*/ 208694 h 268822"/>
                <a:gd name="csX12" fmla="*/ 609199 w 701083"/>
                <a:gd name="csY12" fmla="*/ 221673 h 268822"/>
                <a:gd name="csX13" fmla="*/ 626662 w 701083"/>
                <a:gd name="csY13" fmla="*/ 216803 h 268822"/>
                <a:gd name="csX14" fmla="*/ 629773 w 701083"/>
                <a:gd name="csY14" fmla="*/ 206859 h 268822"/>
                <a:gd name="csX15" fmla="*/ 677525 w 701083"/>
                <a:gd name="csY15" fmla="*/ 210859 h 268822"/>
                <a:gd name="csX16" fmla="*/ 679875 w 701083"/>
                <a:gd name="csY16" fmla="*/ 223832 h 268822"/>
                <a:gd name="csX17" fmla="*/ 701084 w 701083"/>
                <a:gd name="csY17" fmla="*/ 213672 h 268822"/>
                <a:gd name="csX18" fmla="*/ 692130 w 701083"/>
                <a:gd name="csY18" fmla="*/ 190419 h 268822"/>
                <a:gd name="csX19" fmla="*/ 678732 w 701083"/>
                <a:gd name="csY19" fmla="*/ 183281 h 268822"/>
                <a:gd name="csX20" fmla="*/ 685654 w 701083"/>
                <a:gd name="csY20" fmla="*/ 163279 h 268822"/>
                <a:gd name="csX21" fmla="*/ 671239 w 701083"/>
                <a:gd name="csY21" fmla="*/ 119591 h 268822"/>
                <a:gd name="csX22" fmla="*/ 700449 w 701083"/>
                <a:gd name="csY22" fmla="*/ 119051 h 268822"/>
                <a:gd name="csX23" fmla="*/ 700449 w 701083"/>
                <a:gd name="csY23" fmla="*/ 96775 h 268822"/>
                <a:gd name="csX24" fmla="*/ 684892 w 701083"/>
                <a:gd name="csY24" fmla="*/ 89530 h 268822"/>
                <a:gd name="csX25" fmla="*/ 659301 w 701083"/>
                <a:gd name="csY25" fmla="*/ 89314 h 268822"/>
                <a:gd name="csX26" fmla="*/ 653840 w 701083"/>
                <a:gd name="csY26" fmla="*/ 72658 h 268822"/>
                <a:gd name="csX27" fmla="*/ 660634 w 701083"/>
                <a:gd name="csY27" fmla="*/ 63362 h 268822"/>
                <a:gd name="csX28" fmla="*/ 658603 w 701083"/>
                <a:gd name="csY28" fmla="*/ 50598 h 268822"/>
                <a:gd name="csX29" fmla="*/ 628694 w 701083"/>
                <a:gd name="csY29" fmla="*/ 21293 h 268822"/>
                <a:gd name="csX30" fmla="*/ 618280 w 701083"/>
                <a:gd name="csY30" fmla="*/ 21293 h 268822"/>
                <a:gd name="csX31" fmla="*/ 612755 w 701083"/>
                <a:gd name="csY31" fmla="*/ 29726 h 268822"/>
                <a:gd name="csX32" fmla="*/ 576497 w 701083"/>
                <a:gd name="csY32" fmla="*/ 25401 h 268822"/>
                <a:gd name="csX33" fmla="*/ 566655 w 701083"/>
                <a:gd name="csY33" fmla="*/ 34380 h 268822"/>
                <a:gd name="csX34" fmla="*/ 542842 w 701083"/>
                <a:gd name="csY34" fmla="*/ 45626 h 268822"/>
                <a:gd name="csX35" fmla="*/ 521633 w 701083"/>
                <a:gd name="csY35" fmla="*/ 49411 h 268822"/>
                <a:gd name="csX36" fmla="*/ 498900 w 701083"/>
                <a:gd name="csY36" fmla="*/ 43029 h 268822"/>
                <a:gd name="csX37" fmla="*/ 491343 w 701083"/>
                <a:gd name="csY37" fmla="*/ 43569 h 268822"/>
                <a:gd name="csX38" fmla="*/ 473944 w 701083"/>
                <a:gd name="csY38" fmla="*/ 47569 h 268822"/>
                <a:gd name="csX39" fmla="*/ 467975 w 701083"/>
                <a:gd name="csY39" fmla="*/ 49411 h 268822"/>
                <a:gd name="csX40" fmla="*/ 446449 w 701083"/>
                <a:gd name="csY40" fmla="*/ 47137 h 268822"/>
                <a:gd name="csX41" fmla="*/ 438004 w 701083"/>
                <a:gd name="csY41" fmla="*/ 41841 h 268822"/>
                <a:gd name="csX42" fmla="*/ 432669 w 701083"/>
                <a:gd name="csY42" fmla="*/ 42813 h 268822"/>
                <a:gd name="csX43" fmla="*/ 427145 w 701083"/>
                <a:gd name="csY43" fmla="*/ 44324 h 268822"/>
                <a:gd name="csX44" fmla="*/ 415017 w 701083"/>
                <a:gd name="csY44" fmla="*/ 40756 h 268822"/>
                <a:gd name="csX45" fmla="*/ 409746 w 701083"/>
                <a:gd name="csY45" fmla="*/ 36107 h 268822"/>
                <a:gd name="csX46" fmla="*/ 400094 w 701083"/>
                <a:gd name="csY46" fmla="*/ 30596 h 268822"/>
                <a:gd name="csX47" fmla="*/ 387013 w 701083"/>
                <a:gd name="csY47" fmla="*/ 34704 h 268822"/>
                <a:gd name="csX48" fmla="*/ 379330 w 701083"/>
                <a:gd name="csY48" fmla="*/ 29618 h 268822"/>
                <a:gd name="csX49" fmla="*/ 376281 w 701083"/>
                <a:gd name="csY49" fmla="*/ 22588 h 268822"/>
                <a:gd name="csX50" fmla="*/ 371329 w 701083"/>
                <a:gd name="csY50" fmla="*/ 16537 h 268822"/>
                <a:gd name="csX51" fmla="*/ 349104 w 701083"/>
                <a:gd name="csY51" fmla="*/ 18588 h 268822"/>
                <a:gd name="csX52" fmla="*/ 339705 w 701083"/>
                <a:gd name="csY52" fmla="*/ 10479 h 268822"/>
                <a:gd name="csX53" fmla="*/ 336340 w 701083"/>
                <a:gd name="csY53" fmla="*/ 1182 h 268822"/>
                <a:gd name="csX54" fmla="*/ 335260 w 701083"/>
                <a:gd name="csY54" fmla="*/ 636 h 268822"/>
                <a:gd name="csX55" fmla="*/ 320338 w 701083"/>
                <a:gd name="csY55" fmla="*/ 5831 h 268822"/>
                <a:gd name="csX56" fmla="*/ 269030 w 701083"/>
                <a:gd name="csY56" fmla="*/ 3126 h 268822"/>
                <a:gd name="csX57" fmla="*/ 238804 w 701083"/>
                <a:gd name="csY57" fmla="*/ 12536 h 268822"/>
                <a:gd name="csX58" fmla="*/ 197910 w 701083"/>
                <a:gd name="csY58" fmla="*/ 36323 h 268822"/>
                <a:gd name="csX59" fmla="*/ 190988 w 701083"/>
                <a:gd name="csY59" fmla="*/ 42489 h 268822"/>
                <a:gd name="csX60" fmla="*/ 152761 w 701083"/>
                <a:gd name="csY60" fmla="*/ 39028 h 268822"/>
                <a:gd name="csX61" fmla="*/ 113518 w 701083"/>
                <a:gd name="csY61" fmla="*/ 40324 h 268822"/>
                <a:gd name="csX62" fmla="*/ 112756 w 701083"/>
                <a:gd name="csY62" fmla="*/ 48979 h 268822"/>
                <a:gd name="csX63" fmla="*/ 125837 w 701083"/>
                <a:gd name="csY63" fmla="*/ 54922 h 268822"/>
                <a:gd name="csX64" fmla="*/ 141014 w 701083"/>
                <a:gd name="csY64" fmla="*/ 58059 h 268822"/>
                <a:gd name="csX65" fmla="*/ 138092 w 701083"/>
                <a:gd name="csY65" fmla="*/ 60441 h 268822"/>
                <a:gd name="csX66" fmla="*/ 112630 w 701083"/>
                <a:gd name="csY66" fmla="*/ 61412 h 268822"/>
                <a:gd name="csX67" fmla="*/ 103676 w 701083"/>
                <a:gd name="csY67" fmla="*/ 65629 h 268822"/>
                <a:gd name="csX68" fmla="*/ 104311 w 701083"/>
                <a:gd name="csY68" fmla="*/ 68118 h 268822"/>
                <a:gd name="csX69" fmla="*/ 112185 w 701083"/>
                <a:gd name="csY69" fmla="*/ 69413 h 268822"/>
                <a:gd name="csX70" fmla="*/ 112947 w 701083"/>
                <a:gd name="csY70" fmla="*/ 72658 h 268822"/>
                <a:gd name="csX71" fmla="*/ 107295 w 701083"/>
                <a:gd name="csY71" fmla="*/ 75039 h 268822"/>
                <a:gd name="csX72" fmla="*/ 71481 w 701083"/>
                <a:gd name="csY72" fmla="*/ 74392 h 268822"/>
                <a:gd name="csX73" fmla="*/ 51352 w 701083"/>
                <a:gd name="csY73" fmla="*/ 76335 h 268822"/>
                <a:gd name="csX74" fmla="*/ 40112 w 701083"/>
                <a:gd name="csY74" fmla="*/ 71794 h 268822"/>
                <a:gd name="csX75" fmla="*/ 20872 w 701083"/>
                <a:gd name="csY75" fmla="*/ 77306 h 268822"/>
                <a:gd name="csX76" fmla="*/ 2584 w 701083"/>
                <a:gd name="csY76" fmla="*/ 96883 h 268822"/>
                <a:gd name="csX77" fmla="*/ 2330 w 701083"/>
                <a:gd name="csY77" fmla="*/ 102935 h 268822"/>
                <a:gd name="csX78" fmla="*/ 2330 w 701083"/>
                <a:gd name="csY78" fmla="*/ 113857 h 268822"/>
                <a:gd name="csX79" fmla="*/ 31349 w 701083"/>
                <a:gd name="csY79" fmla="*/ 109856 h 268822"/>
                <a:gd name="csX80" fmla="*/ 21190 w 701083"/>
                <a:gd name="csY80" fmla="*/ 121426 h 268822"/>
                <a:gd name="csX81" fmla="*/ 28555 w 701083"/>
                <a:gd name="csY81" fmla="*/ 131592 h 268822"/>
                <a:gd name="csX82" fmla="*/ 28111 w 701083"/>
                <a:gd name="csY82" fmla="*/ 132456 h 268822"/>
                <a:gd name="csX83" fmla="*/ 35858 w 701083"/>
                <a:gd name="csY83" fmla="*/ 138946 h 268822"/>
                <a:gd name="csX84" fmla="*/ 27793 w 701083"/>
                <a:gd name="csY84" fmla="*/ 143702 h 268822"/>
                <a:gd name="csX85" fmla="*/ 28301 w 701083"/>
                <a:gd name="csY85" fmla="*/ 151055 h 268822"/>
                <a:gd name="csX86" fmla="*/ 36303 w 701083"/>
                <a:gd name="csY86" fmla="*/ 156249 h 268822"/>
                <a:gd name="csX87" fmla="*/ 36239 w 701083"/>
                <a:gd name="csY87" fmla="*/ 158085 h 268822"/>
                <a:gd name="csX88" fmla="*/ 23792 w 701083"/>
                <a:gd name="csY88" fmla="*/ 160682 h 268822"/>
                <a:gd name="csX89" fmla="*/ 18904 w 701083"/>
                <a:gd name="csY89" fmla="*/ 152789 h 268822"/>
                <a:gd name="csX90" fmla="*/ 12109 w 701083"/>
                <a:gd name="csY90" fmla="*/ 149220 h 268822"/>
                <a:gd name="csX91" fmla="*/ 11410 w 701083"/>
                <a:gd name="csY91" fmla="*/ 149976 h 268822"/>
                <a:gd name="csX92" fmla="*/ 12172 w 701083"/>
                <a:gd name="csY92" fmla="*/ 156249 h 268822"/>
                <a:gd name="csX93" fmla="*/ 8172 w 701083"/>
                <a:gd name="csY93" fmla="*/ 166740 h 268822"/>
                <a:gd name="csX94" fmla="*/ 18776 w 701083"/>
                <a:gd name="csY94" fmla="*/ 169984 h 268822"/>
                <a:gd name="csX95" fmla="*/ 26714 w 701083"/>
                <a:gd name="csY95" fmla="*/ 169438 h 268822"/>
                <a:gd name="csX96" fmla="*/ 32937 w 701083"/>
                <a:gd name="csY96" fmla="*/ 175604 h 268822"/>
                <a:gd name="csX97" fmla="*/ 43668 w 701083"/>
                <a:gd name="csY97" fmla="*/ 180798 h 268822"/>
                <a:gd name="csX98" fmla="*/ 41509 w 701083"/>
                <a:gd name="csY98" fmla="*/ 188260 h 268822"/>
                <a:gd name="csX99" fmla="*/ 41382 w 701083"/>
                <a:gd name="csY99" fmla="*/ 193340 h 268822"/>
                <a:gd name="csX100" fmla="*/ 51288 w 701083"/>
                <a:gd name="csY100" fmla="*/ 197124 h 268822"/>
                <a:gd name="csX101" fmla="*/ 46717 w 701083"/>
                <a:gd name="csY101" fmla="*/ 198960 h 268822"/>
                <a:gd name="csX102" fmla="*/ 42589 w 701083"/>
                <a:gd name="csY102" fmla="*/ 202535 h 268822"/>
                <a:gd name="csX103" fmla="*/ 45193 w 701083"/>
                <a:gd name="csY103" fmla="*/ 205341 h 268822"/>
                <a:gd name="csX104" fmla="*/ 54400 w 701083"/>
                <a:gd name="csY104" fmla="*/ 208478 h 268822"/>
                <a:gd name="csX105" fmla="*/ 50844 w 701083"/>
                <a:gd name="csY105" fmla="*/ 214104 h 268822"/>
                <a:gd name="csX106" fmla="*/ 49637 w 701083"/>
                <a:gd name="csY106" fmla="*/ 213780 h 268822"/>
                <a:gd name="csX107" fmla="*/ 43668 w 701083"/>
                <a:gd name="csY107" fmla="*/ 217127 h 268822"/>
                <a:gd name="csX108" fmla="*/ 45319 w 701083"/>
                <a:gd name="csY108" fmla="*/ 220156 h 268822"/>
                <a:gd name="csX109" fmla="*/ 71799 w 701083"/>
                <a:gd name="csY109" fmla="*/ 217235 h 268822"/>
                <a:gd name="csX110" fmla="*/ 81578 w 701083"/>
                <a:gd name="csY110" fmla="*/ 218860 h 268822"/>
                <a:gd name="csX111" fmla="*/ 49828 w 701083"/>
                <a:gd name="csY111" fmla="*/ 234107 h 268822"/>
                <a:gd name="csX112" fmla="*/ 53130 w 701083"/>
                <a:gd name="csY112" fmla="*/ 235840 h 268822"/>
                <a:gd name="csX113" fmla="*/ 58845 w 701083"/>
                <a:gd name="csY113" fmla="*/ 232811 h 268822"/>
                <a:gd name="csX114" fmla="*/ 70402 w 701083"/>
                <a:gd name="csY114" fmla="*/ 230970 h 268822"/>
                <a:gd name="csX115" fmla="*/ 71608 w 701083"/>
                <a:gd name="csY115" fmla="*/ 235294 h 268822"/>
                <a:gd name="csX116" fmla="*/ 78212 w 701083"/>
                <a:gd name="csY116" fmla="*/ 234862 h 268822"/>
                <a:gd name="csX117" fmla="*/ 86848 w 701083"/>
                <a:gd name="csY117" fmla="*/ 227509 h 268822"/>
                <a:gd name="csX118" fmla="*/ 95738 w 701083"/>
                <a:gd name="csY118" fmla="*/ 229890 h 268822"/>
                <a:gd name="csX119" fmla="*/ 99294 w 701083"/>
                <a:gd name="csY119" fmla="*/ 233891 h 268822"/>
                <a:gd name="csX120" fmla="*/ 104057 w 701083"/>
                <a:gd name="csY120" fmla="*/ 233135 h 268822"/>
                <a:gd name="csX121" fmla="*/ 111550 w 701083"/>
                <a:gd name="csY121" fmla="*/ 232919 h 268822"/>
                <a:gd name="csX122" fmla="*/ 115867 w 701083"/>
                <a:gd name="csY122" fmla="*/ 246108 h 268822"/>
                <a:gd name="csX123" fmla="*/ 139363 w 701083"/>
                <a:gd name="csY123" fmla="*/ 254763 h 268822"/>
                <a:gd name="csX124" fmla="*/ 157206 w 701083"/>
                <a:gd name="csY124" fmla="*/ 249893 h 268822"/>
                <a:gd name="csX125" fmla="*/ 164890 w 701083"/>
                <a:gd name="csY125" fmla="*/ 249353 h 268822"/>
                <a:gd name="csX126" fmla="*/ 171304 w 701083"/>
                <a:gd name="csY126" fmla="*/ 225782 h 268822"/>
                <a:gd name="csX127" fmla="*/ 198164 w 701083"/>
                <a:gd name="csY127" fmla="*/ 228157 h 268822"/>
                <a:gd name="csX128" fmla="*/ 229660 w 701083"/>
                <a:gd name="csY128" fmla="*/ 245245 h 268822"/>
                <a:gd name="csX129" fmla="*/ 246487 w 701083"/>
                <a:gd name="csY129" fmla="*/ 258548 h 268822"/>
                <a:gd name="csX130" fmla="*/ 298240 w 701083"/>
                <a:gd name="csY130" fmla="*/ 248489 h 268822"/>
                <a:gd name="csX131" fmla="*/ 325990 w 701083"/>
                <a:gd name="csY131" fmla="*/ 228595 h 268822"/>
                <a:gd name="csX132" fmla="*/ 350945 w 701083"/>
                <a:gd name="csY132" fmla="*/ 237028 h 268822"/>
                <a:gd name="csX133" fmla="*/ 373360 w 701083"/>
                <a:gd name="csY133" fmla="*/ 225458 h 268822"/>
                <a:gd name="csX134" fmla="*/ 379965 w 701083"/>
                <a:gd name="csY134" fmla="*/ 232919 h 268822"/>
                <a:gd name="csX135" fmla="*/ 377361 w 701083"/>
                <a:gd name="csY135" fmla="*/ 238971 h 268822"/>
                <a:gd name="csX136" fmla="*/ 365931 w 701083"/>
                <a:gd name="csY136" fmla="*/ 252058 h 268822"/>
                <a:gd name="csX137" fmla="*/ 369805 w 701083"/>
                <a:gd name="csY137" fmla="*/ 263628 h 268822"/>
                <a:gd name="csX138" fmla="*/ 367518 w 701083"/>
                <a:gd name="csY138" fmla="*/ 268822 h 268822"/>
                <a:gd name="csX139" fmla="*/ 382567 w 701083"/>
                <a:gd name="csY139" fmla="*/ 268822 h 268822"/>
                <a:gd name="csX140" fmla="*/ 381933 w 701083"/>
                <a:gd name="csY140" fmla="*/ 268606 h 268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701083" h="268822">
                  <a:moveTo>
                    <a:pt x="381933" y="268606"/>
                  </a:moveTo>
                  <a:lnTo>
                    <a:pt x="397744" y="252922"/>
                  </a:lnTo>
                  <a:lnTo>
                    <a:pt x="397744" y="229675"/>
                  </a:lnTo>
                  <a:lnTo>
                    <a:pt x="423144" y="237999"/>
                  </a:lnTo>
                  <a:lnTo>
                    <a:pt x="450767" y="224480"/>
                  </a:lnTo>
                  <a:lnTo>
                    <a:pt x="468610" y="226430"/>
                  </a:lnTo>
                  <a:lnTo>
                    <a:pt x="478008" y="236056"/>
                  </a:lnTo>
                  <a:lnTo>
                    <a:pt x="514648" y="233135"/>
                  </a:lnTo>
                  <a:lnTo>
                    <a:pt x="547605" y="218429"/>
                  </a:lnTo>
                  <a:lnTo>
                    <a:pt x="586593" y="217565"/>
                  </a:lnTo>
                  <a:lnTo>
                    <a:pt x="594721" y="208694"/>
                  </a:lnTo>
                  <a:lnTo>
                    <a:pt x="605834" y="208694"/>
                  </a:lnTo>
                  <a:lnTo>
                    <a:pt x="609199" y="221673"/>
                  </a:lnTo>
                  <a:lnTo>
                    <a:pt x="626662" y="216803"/>
                  </a:lnTo>
                  <a:lnTo>
                    <a:pt x="629773" y="206859"/>
                  </a:lnTo>
                  <a:lnTo>
                    <a:pt x="677525" y="210859"/>
                  </a:lnTo>
                  <a:lnTo>
                    <a:pt x="679875" y="223832"/>
                  </a:lnTo>
                  <a:lnTo>
                    <a:pt x="701084" y="213672"/>
                  </a:lnTo>
                  <a:lnTo>
                    <a:pt x="692130" y="190419"/>
                  </a:lnTo>
                  <a:lnTo>
                    <a:pt x="678732" y="183281"/>
                  </a:lnTo>
                  <a:lnTo>
                    <a:pt x="685654" y="163279"/>
                  </a:lnTo>
                  <a:lnTo>
                    <a:pt x="671239" y="119591"/>
                  </a:lnTo>
                  <a:lnTo>
                    <a:pt x="700449" y="119051"/>
                  </a:lnTo>
                  <a:lnTo>
                    <a:pt x="700449" y="96775"/>
                  </a:lnTo>
                  <a:lnTo>
                    <a:pt x="684892" y="89530"/>
                  </a:lnTo>
                  <a:lnTo>
                    <a:pt x="659301" y="89314"/>
                  </a:lnTo>
                  <a:lnTo>
                    <a:pt x="653840" y="72658"/>
                  </a:lnTo>
                  <a:lnTo>
                    <a:pt x="660634" y="63362"/>
                  </a:lnTo>
                  <a:lnTo>
                    <a:pt x="658603" y="50598"/>
                  </a:lnTo>
                  <a:lnTo>
                    <a:pt x="628694" y="21293"/>
                  </a:lnTo>
                  <a:lnTo>
                    <a:pt x="618280" y="21293"/>
                  </a:lnTo>
                  <a:lnTo>
                    <a:pt x="612755" y="29726"/>
                  </a:lnTo>
                  <a:lnTo>
                    <a:pt x="576497" y="25401"/>
                  </a:lnTo>
                  <a:cubicBezTo>
                    <a:pt x="572878" y="29942"/>
                    <a:pt x="570274" y="33186"/>
                    <a:pt x="566655" y="34380"/>
                  </a:cubicBezTo>
                  <a:cubicBezTo>
                    <a:pt x="545572" y="41187"/>
                    <a:pt x="549763" y="43569"/>
                    <a:pt x="542842" y="45626"/>
                  </a:cubicBezTo>
                  <a:cubicBezTo>
                    <a:pt x="528681" y="49519"/>
                    <a:pt x="525760" y="51030"/>
                    <a:pt x="521633" y="49411"/>
                  </a:cubicBezTo>
                  <a:cubicBezTo>
                    <a:pt x="504996" y="42921"/>
                    <a:pt x="502900" y="41410"/>
                    <a:pt x="498900" y="43029"/>
                  </a:cubicBezTo>
                  <a:cubicBezTo>
                    <a:pt x="498265" y="43137"/>
                    <a:pt x="494137" y="45626"/>
                    <a:pt x="491343" y="43569"/>
                  </a:cubicBezTo>
                  <a:cubicBezTo>
                    <a:pt x="484740" y="38920"/>
                    <a:pt x="470769" y="49627"/>
                    <a:pt x="473944" y="47569"/>
                  </a:cubicBezTo>
                  <a:cubicBezTo>
                    <a:pt x="472484" y="48757"/>
                    <a:pt x="469817" y="49519"/>
                    <a:pt x="467975" y="49411"/>
                  </a:cubicBezTo>
                  <a:lnTo>
                    <a:pt x="446449" y="47137"/>
                  </a:lnTo>
                  <a:cubicBezTo>
                    <a:pt x="441877" y="46706"/>
                    <a:pt x="437432" y="41295"/>
                    <a:pt x="438004" y="41841"/>
                  </a:cubicBezTo>
                  <a:cubicBezTo>
                    <a:pt x="435273" y="39136"/>
                    <a:pt x="432034" y="43137"/>
                    <a:pt x="432669" y="42813"/>
                  </a:cubicBezTo>
                  <a:cubicBezTo>
                    <a:pt x="431399" y="44216"/>
                    <a:pt x="428986" y="44864"/>
                    <a:pt x="427145" y="44324"/>
                  </a:cubicBezTo>
                  <a:lnTo>
                    <a:pt x="415017" y="40756"/>
                  </a:lnTo>
                  <a:cubicBezTo>
                    <a:pt x="411460" y="39676"/>
                    <a:pt x="409174" y="35460"/>
                    <a:pt x="409746" y="36107"/>
                  </a:cubicBezTo>
                  <a:cubicBezTo>
                    <a:pt x="407460" y="31999"/>
                    <a:pt x="399586" y="30265"/>
                    <a:pt x="400094" y="30596"/>
                  </a:cubicBezTo>
                  <a:cubicBezTo>
                    <a:pt x="393807" y="28538"/>
                    <a:pt x="392283" y="38165"/>
                    <a:pt x="387013" y="34704"/>
                  </a:cubicBezTo>
                  <a:lnTo>
                    <a:pt x="379330" y="29618"/>
                  </a:lnTo>
                  <a:cubicBezTo>
                    <a:pt x="375964" y="27351"/>
                    <a:pt x="376155" y="22048"/>
                    <a:pt x="376281" y="22588"/>
                  </a:cubicBezTo>
                  <a:cubicBezTo>
                    <a:pt x="376091" y="18480"/>
                    <a:pt x="370693" y="15997"/>
                    <a:pt x="371329" y="16537"/>
                  </a:cubicBezTo>
                  <a:cubicBezTo>
                    <a:pt x="364407" y="12644"/>
                    <a:pt x="354882" y="23458"/>
                    <a:pt x="349104" y="18588"/>
                  </a:cubicBezTo>
                  <a:lnTo>
                    <a:pt x="339705" y="10479"/>
                  </a:lnTo>
                  <a:cubicBezTo>
                    <a:pt x="335832" y="7126"/>
                    <a:pt x="340912" y="3557"/>
                    <a:pt x="336340" y="1182"/>
                  </a:cubicBezTo>
                  <a:lnTo>
                    <a:pt x="335260" y="636"/>
                  </a:lnTo>
                  <a:cubicBezTo>
                    <a:pt x="329545" y="-2386"/>
                    <a:pt x="327450" y="6370"/>
                    <a:pt x="320338" y="5831"/>
                  </a:cubicBezTo>
                  <a:cubicBezTo>
                    <a:pt x="271951" y="1722"/>
                    <a:pt x="273030" y="1182"/>
                    <a:pt x="269030" y="3126"/>
                  </a:cubicBezTo>
                  <a:cubicBezTo>
                    <a:pt x="243567" y="15451"/>
                    <a:pt x="246932" y="8313"/>
                    <a:pt x="238804" y="12536"/>
                  </a:cubicBezTo>
                  <a:cubicBezTo>
                    <a:pt x="200196" y="32970"/>
                    <a:pt x="200069" y="32323"/>
                    <a:pt x="197910" y="36323"/>
                  </a:cubicBezTo>
                  <a:cubicBezTo>
                    <a:pt x="196957" y="37511"/>
                    <a:pt x="195624" y="43137"/>
                    <a:pt x="190988" y="42489"/>
                  </a:cubicBezTo>
                  <a:cubicBezTo>
                    <a:pt x="160762" y="38705"/>
                    <a:pt x="157460" y="37733"/>
                    <a:pt x="152761" y="39028"/>
                  </a:cubicBezTo>
                  <a:cubicBezTo>
                    <a:pt x="132124" y="44432"/>
                    <a:pt x="117202" y="33294"/>
                    <a:pt x="113518" y="40324"/>
                  </a:cubicBezTo>
                  <a:cubicBezTo>
                    <a:pt x="112947" y="41949"/>
                    <a:pt x="108756" y="46598"/>
                    <a:pt x="112756" y="48979"/>
                  </a:cubicBezTo>
                  <a:cubicBezTo>
                    <a:pt x="117963" y="52109"/>
                    <a:pt x="121393" y="54599"/>
                    <a:pt x="125837" y="54922"/>
                  </a:cubicBezTo>
                  <a:cubicBezTo>
                    <a:pt x="135490" y="55462"/>
                    <a:pt x="140569" y="55030"/>
                    <a:pt x="141014" y="58059"/>
                  </a:cubicBezTo>
                  <a:cubicBezTo>
                    <a:pt x="141205" y="59247"/>
                    <a:pt x="139934" y="60333"/>
                    <a:pt x="138092" y="60441"/>
                  </a:cubicBezTo>
                  <a:lnTo>
                    <a:pt x="112630" y="61412"/>
                  </a:lnTo>
                  <a:cubicBezTo>
                    <a:pt x="108057" y="61628"/>
                    <a:pt x="102978" y="66060"/>
                    <a:pt x="103676" y="65629"/>
                  </a:cubicBezTo>
                  <a:cubicBezTo>
                    <a:pt x="102152" y="66708"/>
                    <a:pt x="102469" y="67902"/>
                    <a:pt x="104311" y="68118"/>
                  </a:cubicBezTo>
                  <a:lnTo>
                    <a:pt x="112185" y="69413"/>
                  </a:lnTo>
                  <a:cubicBezTo>
                    <a:pt x="115678" y="69953"/>
                    <a:pt x="112756" y="73306"/>
                    <a:pt x="112947" y="72658"/>
                  </a:cubicBezTo>
                  <a:cubicBezTo>
                    <a:pt x="111677" y="73953"/>
                    <a:pt x="109137" y="75039"/>
                    <a:pt x="107295" y="75039"/>
                  </a:cubicBezTo>
                  <a:lnTo>
                    <a:pt x="71481" y="74392"/>
                  </a:lnTo>
                  <a:cubicBezTo>
                    <a:pt x="62655" y="74277"/>
                    <a:pt x="56686" y="79795"/>
                    <a:pt x="51352" y="76335"/>
                  </a:cubicBezTo>
                  <a:cubicBezTo>
                    <a:pt x="48875" y="75039"/>
                    <a:pt x="45002" y="70823"/>
                    <a:pt x="40112" y="71794"/>
                  </a:cubicBezTo>
                  <a:cubicBezTo>
                    <a:pt x="30397" y="73630"/>
                    <a:pt x="24428" y="74061"/>
                    <a:pt x="20872" y="77306"/>
                  </a:cubicBezTo>
                  <a:cubicBezTo>
                    <a:pt x="4044" y="92337"/>
                    <a:pt x="2774" y="92661"/>
                    <a:pt x="2584" y="96883"/>
                  </a:cubicBezTo>
                  <a:lnTo>
                    <a:pt x="2330" y="102935"/>
                  </a:lnTo>
                  <a:cubicBezTo>
                    <a:pt x="2012" y="109748"/>
                    <a:pt x="-2750" y="115050"/>
                    <a:pt x="2330" y="113857"/>
                  </a:cubicBezTo>
                  <a:cubicBezTo>
                    <a:pt x="28746" y="107259"/>
                    <a:pt x="31857" y="105424"/>
                    <a:pt x="31349" y="109856"/>
                  </a:cubicBezTo>
                  <a:cubicBezTo>
                    <a:pt x="30587" y="116994"/>
                    <a:pt x="15982" y="117102"/>
                    <a:pt x="21190" y="121426"/>
                  </a:cubicBezTo>
                  <a:cubicBezTo>
                    <a:pt x="23983" y="124347"/>
                    <a:pt x="30778" y="127052"/>
                    <a:pt x="28555" y="131592"/>
                  </a:cubicBezTo>
                  <a:lnTo>
                    <a:pt x="28111" y="132456"/>
                  </a:lnTo>
                  <a:cubicBezTo>
                    <a:pt x="25254" y="138190"/>
                    <a:pt x="37192" y="134621"/>
                    <a:pt x="35858" y="138946"/>
                  </a:cubicBezTo>
                  <a:cubicBezTo>
                    <a:pt x="35032" y="141759"/>
                    <a:pt x="27222" y="143918"/>
                    <a:pt x="27793" y="143702"/>
                  </a:cubicBezTo>
                  <a:cubicBezTo>
                    <a:pt x="23412" y="145327"/>
                    <a:pt x="28555" y="151709"/>
                    <a:pt x="28301" y="151055"/>
                  </a:cubicBezTo>
                  <a:cubicBezTo>
                    <a:pt x="30587" y="154840"/>
                    <a:pt x="36874" y="156465"/>
                    <a:pt x="36303" y="156249"/>
                  </a:cubicBezTo>
                  <a:cubicBezTo>
                    <a:pt x="38080" y="156897"/>
                    <a:pt x="38080" y="157653"/>
                    <a:pt x="36239" y="158085"/>
                  </a:cubicBezTo>
                  <a:lnTo>
                    <a:pt x="23792" y="160682"/>
                  </a:lnTo>
                  <a:cubicBezTo>
                    <a:pt x="19221" y="161545"/>
                    <a:pt x="22015" y="156897"/>
                    <a:pt x="18904" y="152789"/>
                  </a:cubicBezTo>
                  <a:cubicBezTo>
                    <a:pt x="17951" y="151925"/>
                    <a:pt x="15093" y="145651"/>
                    <a:pt x="12109" y="149220"/>
                  </a:cubicBezTo>
                  <a:lnTo>
                    <a:pt x="11410" y="149976"/>
                  </a:lnTo>
                  <a:cubicBezTo>
                    <a:pt x="8934" y="153005"/>
                    <a:pt x="12426" y="156897"/>
                    <a:pt x="12172" y="156249"/>
                  </a:cubicBezTo>
                  <a:cubicBezTo>
                    <a:pt x="16300" y="161437"/>
                    <a:pt x="2584" y="163387"/>
                    <a:pt x="8172" y="166740"/>
                  </a:cubicBezTo>
                  <a:cubicBezTo>
                    <a:pt x="11410" y="168251"/>
                    <a:pt x="17506" y="174093"/>
                    <a:pt x="18776" y="169984"/>
                  </a:cubicBezTo>
                  <a:cubicBezTo>
                    <a:pt x="19983" y="166416"/>
                    <a:pt x="24618" y="165546"/>
                    <a:pt x="26714" y="169438"/>
                  </a:cubicBezTo>
                  <a:cubicBezTo>
                    <a:pt x="27095" y="170092"/>
                    <a:pt x="28555" y="174849"/>
                    <a:pt x="32937" y="175604"/>
                  </a:cubicBezTo>
                  <a:cubicBezTo>
                    <a:pt x="36556" y="176684"/>
                    <a:pt x="43795" y="175820"/>
                    <a:pt x="43668" y="180798"/>
                  </a:cubicBezTo>
                  <a:cubicBezTo>
                    <a:pt x="43668" y="181338"/>
                    <a:pt x="43986" y="184907"/>
                    <a:pt x="41509" y="188260"/>
                  </a:cubicBezTo>
                  <a:cubicBezTo>
                    <a:pt x="41319" y="188799"/>
                    <a:pt x="37192" y="192476"/>
                    <a:pt x="41382" y="193340"/>
                  </a:cubicBezTo>
                  <a:cubicBezTo>
                    <a:pt x="46590" y="194527"/>
                    <a:pt x="50082" y="194851"/>
                    <a:pt x="51288" y="197124"/>
                  </a:cubicBezTo>
                  <a:cubicBezTo>
                    <a:pt x="52431" y="199398"/>
                    <a:pt x="46145" y="198960"/>
                    <a:pt x="46717" y="198960"/>
                  </a:cubicBezTo>
                  <a:cubicBezTo>
                    <a:pt x="43224" y="198960"/>
                    <a:pt x="42144" y="203182"/>
                    <a:pt x="42589" y="202535"/>
                  </a:cubicBezTo>
                  <a:cubicBezTo>
                    <a:pt x="42144" y="204370"/>
                    <a:pt x="43351" y="205557"/>
                    <a:pt x="45193" y="205341"/>
                  </a:cubicBezTo>
                  <a:cubicBezTo>
                    <a:pt x="49637" y="204801"/>
                    <a:pt x="54908" y="208802"/>
                    <a:pt x="54400" y="208478"/>
                  </a:cubicBezTo>
                  <a:cubicBezTo>
                    <a:pt x="58210" y="210859"/>
                    <a:pt x="55035" y="215400"/>
                    <a:pt x="50844" y="214104"/>
                  </a:cubicBezTo>
                  <a:lnTo>
                    <a:pt x="49637" y="213780"/>
                  </a:lnTo>
                  <a:cubicBezTo>
                    <a:pt x="45828" y="212695"/>
                    <a:pt x="43160" y="217673"/>
                    <a:pt x="43668" y="217127"/>
                  </a:cubicBezTo>
                  <a:cubicBezTo>
                    <a:pt x="42716" y="218645"/>
                    <a:pt x="43478" y="220048"/>
                    <a:pt x="45319" y="220156"/>
                  </a:cubicBezTo>
                  <a:cubicBezTo>
                    <a:pt x="70529" y="221673"/>
                    <a:pt x="63734" y="217235"/>
                    <a:pt x="71799" y="217235"/>
                  </a:cubicBezTo>
                  <a:cubicBezTo>
                    <a:pt x="76054" y="217457"/>
                    <a:pt x="86213" y="216371"/>
                    <a:pt x="81578" y="218860"/>
                  </a:cubicBezTo>
                  <a:cubicBezTo>
                    <a:pt x="59353" y="230754"/>
                    <a:pt x="49320" y="227509"/>
                    <a:pt x="49828" y="234107"/>
                  </a:cubicBezTo>
                  <a:cubicBezTo>
                    <a:pt x="49955" y="235948"/>
                    <a:pt x="51479" y="236704"/>
                    <a:pt x="53130" y="235840"/>
                  </a:cubicBezTo>
                  <a:lnTo>
                    <a:pt x="58845" y="232811"/>
                  </a:lnTo>
                  <a:cubicBezTo>
                    <a:pt x="63163" y="230538"/>
                    <a:pt x="70973" y="230970"/>
                    <a:pt x="70402" y="230970"/>
                  </a:cubicBezTo>
                  <a:cubicBezTo>
                    <a:pt x="74403" y="230970"/>
                    <a:pt x="71481" y="235840"/>
                    <a:pt x="71608" y="235294"/>
                  </a:cubicBezTo>
                  <a:cubicBezTo>
                    <a:pt x="69640" y="239079"/>
                    <a:pt x="75482" y="238539"/>
                    <a:pt x="78212" y="234862"/>
                  </a:cubicBezTo>
                  <a:cubicBezTo>
                    <a:pt x="79927" y="233027"/>
                    <a:pt x="82022" y="227617"/>
                    <a:pt x="86848" y="227509"/>
                  </a:cubicBezTo>
                  <a:cubicBezTo>
                    <a:pt x="87865" y="227617"/>
                    <a:pt x="92691" y="226645"/>
                    <a:pt x="95738" y="229890"/>
                  </a:cubicBezTo>
                  <a:lnTo>
                    <a:pt x="99294" y="233891"/>
                  </a:lnTo>
                  <a:cubicBezTo>
                    <a:pt x="101834" y="236596"/>
                    <a:pt x="104755" y="232811"/>
                    <a:pt x="104057" y="233135"/>
                  </a:cubicBezTo>
                  <a:cubicBezTo>
                    <a:pt x="106660" y="229782"/>
                    <a:pt x="112058" y="233135"/>
                    <a:pt x="111550" y="232919"/>
                  </a:cubicBezTo>
                  <a:cubicBezTo>
                    <a:pt x="117709" y="235732"/>
                    <a:pt x="109835" y="243302"/>
                    <a:pt x="115867" y="246108"/>
                  </a:cubicBezTo>
                  <a:cubicBezTo>
                    <a:pt x="133204" y="254547"/>
                    <a:pt x="135362" y="256383"/>
                    <a:pt x="139363" y="254763"/>
                  </a:cubicBezTo>
                  <a:cubicBezTo>
                    <a:pt x="149332" y="250655"/>
                    <a:pt x="153079" y="248274"/>
                    <a:pt x="157206" y="249893"/>
                  </a:cubicBezTo>
                  <a:cubicBezTo>
                    <a:pt x="158540" y="250115"/>
                    <a:pt x="164255" y="254008"/>
                    <a:pt x="164890" y="249353"/>
                  </a:cubicBezTo>
                  <a:cubicBezTo>
                    <a:pt x="167620" y="227941"/>
                    <a:pt x="167049" y="225566"/>
                    <a:pt x="171304" y="225782"/>
                  </a:cubicBezTo>
                  <a:cubicBezTo>
                    <a:pt x="191623" y="226537"/>
                    <a:pt x="194227" y="226106"/>
                    <a:pt x="198164" y="228157"/>
                  </a:cubicBezTo>
                  <a:cubicBezTo>
                    <a:pt x="220833" y="239625"/>
                    <a:pt x="226168" y="241676"/>
                    <a:pt x="229660" y="245245"/>
                  </a:cubicBezTo>
                  <a:cubicBezTo>
                    <a:pt x="240899" y="256814"/>
                    <a:pt x="242296" y="259196"/>
                    <a:pt x="246487" y="258548"/>
                  </a:cubicBezTo>
                  <a:cubicBezTo>
                    <a:pt x="295636" y="250763"/>
                    <a:pt x="294811" y="251519"/>
                    <a:pt x="298240" y="248489"/>
                  </a:cubicBezTo>
                  <a:cubicBezTo>
                    <a:pt x="321227" y="228595"/>
                    <a:pt x="321925" y="226645"/>
                    <a:pt x="325990" y="228595"/>
                  </a:cubicBezTo>
                  <a:cubicBezTo>
                    <a:pt x="344023" y="237028"/>
                    <a:pt x="347198" y="239625"/>
                    <a:pt x="350945" y="237028"/>
                  </a:cubicBezTo>
                  <a:cubicBezTo>
                    <a:pt x="367645" y="225566"/>
                    <a:pt x="369550" y="223077"/>
                    <a:pt x="373360" y="225458"/>
                  </a:cubicBezTo>
                  <a:cubicBezTo>
                    <a:pt x="374567" y="226430"/>
                    <a:pt x="379965" y="228157"/>
                    <a:pt x="379965" y="232919"/>
                  </a:cubicBezTo>
                  <a:cubicBezTo>
                    <a:pt x="379837" y="233459"/>
                    <a:pt x="380218" y="236704"/>
                    <a:pt x="377361" y="238971"/>
                  </a:cubicBezTo>
                  <a:cubicBezTo>
                    <a:pt x="371392" y="244489"/>
                    <a:pt x="363010" y="247302"/>
                    <a:pt x="365931" y="252058"/>
                  </a:cubicBezTo>
                  <a:cubicBezTo>
                    <a:pt x="367328" y="254979"/>
                    <a:pt x="371773" y="259088"/>
                    <a:pt x="369805" y="263628"/>
                  </a:cubicBezTo>
                  <a:cubicBezTo>
                    <a:pt x="368916" y="265685"/>
                    <a:pt x="368154" y="267305"/>
                    <a:pt x="367518" y="268822"/>
                  </a:cubicBezTo>
                  <a:lnTo>
                    <a:pt x="382567" y="268822"/>
                  </a:lnTo>
                  <a:lnTo>
                    <a:pt x="381933" y="2686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9D36A9EC-7889-023B-6404-0A63D27C4A4F}"/>
                </a:ext>
              </a:extLst>
            </p:cNvPr>
            <p:cNvSpPr/>
            <p:nvPr/>
          </p:nvSpPr>
          <p:spPr>
            <a:xfrm>
              <a:off x="8394262" y="4545278"/>
              <a:ext cx="7042" cy="5379"/>
            </a:xfrm>
            <a:custGeom>
              <a:avLst/>
              <a:gdLst>
                <a:gd name="csX0" fmla="*/ 5253 w 8121"/>
                <a:gd name="csY0" fmla="*/ 1065 h 6203"/>
                <a:gd name="csX1" fmla="*/ 3856 w 8121"/>
                <a:gd name="csY1" fmla="*/ 417 h 6203"/>
                <a:gd name="csX2" fmla="*/ 3221 w 8121"/>
                <a:gd name="csY2" fmla="*/ 6043 h 6203"/>
                <a:gd name="csX3" fmla="*/ 4110 w 8121"/>
                <a:gd name="csY3" fmla="*/ 6043 h 6203"/>
                <a:gd name="csX4" fmla="*/ 5253 w 8121"/>
                <a:gd name="csY4" fmla="*/ 1065 h 6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6203">
                  <a:moveTo>
                    <a:pt x="5253" y="1065"/>
                  </a:moveTo>
                  <a:lnTo>
                    <a:pt x="3856" y="417"/>
                  </a:lnTo>
                  <a:cubicBezTo>
                    <a:pt x="-461" y="-1748"/>
                    <a:pt x="-1795" y="5173"/>
                    <a:pt x="3221" y="6043"/>
                  </a:cubicBezTo>
                  <a:lnTo>
                    <a:pt x="4110" y="6043"/>
                  </a:lnTo>
                  <a:cubicBezTo>
                    <a:pt x="8873" y="7015"/>
                    <a:pt x="9571" y="3338"/>
                    <a:pt x="5253" y="10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F96013FD-660F-EA2A-4967-5B0FCAD24BC1}"/>
                </a:ext>
              </a:extLst>
            </p:cNvPr>
            <p:cNvSpPr/>
            <p:nvPr/>
          </p:nvSpPr>
          <p:spPr>
            <a:xfrm>
              <a:off x="8318868" y="4626291"/>
              <a:ext cx="5836" cy="4394"/>
            </a:xfrm>
            <a:custGeom>
              <a:avLst/>
              <a:gdLst>
                <a:gd name="csX0" fmla="*/ 0 w 6730"/>
                <a:gd name="csY0" fmla="*/ 2148 h 5067"/>
                <a:gd name="csX1" fmla="*/ 6731 w 6730"/>
                <a:gd name="csY1" fmla="*/ 2148 h 5067"/>
                <a:gd name="csX2" fmla="*/ 0 w 6730"/>
                <a:gd name="csY2" fmla="*/ 2148 h 5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0" h="5067">
                  <a:moveTo>
                    <a:pt x="0" y="2148"/>
                  </a:moveTo>
                  <a:cubicBezTo>
                    <a:pt x="0" y="6041"/>
                    <a:pt x="6731" y="6041"/>
                    <a:pt x="6731" y="2148"/>
                  </a:cubicBezTo>
                  <a:cubicBezTo>
                    <a:pt x="6731" y="529"/>
                    <a:pt x="0" y="-1744"/>
                    <a:pt x="0" y="21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E806ACE6-13D5-0A29-00E9-47442A87D45D}"/>
                </a:ext>
              </a:extLst>
            </p:cNvPr>
            <p:cNvSpPr/>
            <p:nvPr/>
          </p:nvSpPr>
          <p:spPr>
            <a:xfrm>
              <a:off x="8320343" y="4615379"/>
              <a:ext cx="5200" cy="5647"/>
            </a:xfrm>
            <a:custGeom>
              <a:avLst/>
              <a:gdLst>
                <a:gd name="csX0" fmla="*/ 4268 w 5997"/>
                <a:gd name="csY0" fmla="*/ 890 h 6513"/>
                <a:gd name="csX1" fmla="*/ 331 w 5997"/>
                <a:gd name="csY1" fmla="*/ 890 h 6513"/>
                <a:gd name="csX2" fmla="*/ 5538 w 5997"/>
                <a:gd name="csY2" fmla="*/ 5545 h 6513"/>
                <a:gd name="csX3" fmla="*/ 4586 w 5997"/>
                <a:gd name="csY3" fmla="*/ 1106 h 6513"/>
                <a:gd name="csX4" fmla="*/ 4268 w 5997"/>
                <a:gd name="csY4" fmla="*/ 783 h 6513"/>
                <a:gd name="csX5" fmla="*/ 4268 w 5997"/>
                <a:gd name="csY5" fmla="*/ 890 h 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997" h="6513">
                  <a:moveTo>
                    <a:pt x="4268" y="890"/>
                  </a:moveTo>
                  <a:cubicBezTo>
                    <a:pt x="2872" y="-297"/>
                    <a:pt x="1093" y="-297"/>
                    <a:pt x="331" y="890"/>
                  </a:cubicBezTo>
                  <a:cubicBezTo>
                    <a:pt x="-1256" y="3811"/>
                    <a:pt x="3252" y="8568"/>
                    <a:pt x="5538" y="5545"/>
                  </a:cubicBezTo>
                  <a:cubicBezTo>
                    <a:pt x="6427" y="4243"/>
                    <a:pt x="5983" y="2300"/>
                    <a:pt x="4586" y="1106"/>
                  </a:cubicBezTo>
                  <a:lnTo>
                    <a:pt x="4268" y="783"/>
                  </a:lnTo>
                  <a:lnTo>
                    <a:pt x="4268" y="8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2BD21335-083F-4291-F983-016332D670E6}"/>
                </a:ext>
              </a:extLst>
            </p:cNvPr>
            <p:cNvSpPr/>
            <p:nvPr/>
          </p:nvSpPr>
          <p:spPr>
            <a:xfrm>
              <a:off x="8401570" y="4554787"/>
              <a:ext cx="5309" cy="7025"/>
            </a:xfrm>
            <a:custGeom>
              <a:avLst/>
              <a:gdLst>
                <a:gd name="csX0" fmla="*/ 5587 w 6123"/>
                <a:gd name="csY0" fmla="*/ 2970 h 8102"/>
                <a:gd name="csX1" fmla="*/ 2666 w 6123"/>
                <a:gd name="csY1" fmla="*/ 50 h 8102"/>
                <a:gd name="csX2" fmla="*/ 63 w 6123"/>
                <a:gd name="csY2" fmla="*/ 4374 h 8102"/>
                <a:gd name="csX3" fmla="*/ 3238 w 6123"/>
                <a:gd name="csY3" fmla="*/ 8051 h 8102"/>
                <a:gd name="csX4" fmla="*/ 6032 w 6123"/>
                <a:gd name="csY4" fmla="*/ 4482 h 8102"/>
                <a:gd name="csX5" fmla="*/ 5714 w 6123"/>
                <a:gd name="csY5" fmla="*/ 2970 h 8102"/>
                <a:gd name="csX6" fmla="*/ 5587 w 6123"/>
                <a:gd name="csY6" fmla="*/ 2970 h 8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23" h="8102">
                  <a:moveTo>
                    <a:pt x="5587" y="2970"/>
                  </a:moveTo>
                  <a:cubicBezTo>
                    <a:pt x="5143" y="1021"/>
                    <a:pt x="3746" y="-274"/>
                    <a:pt x="2666" y="50"/>
                  </a:cubicBezTo>
                  <a:cubicBezTo>
                    <a:pt x="635" y="697"/>
                    <a:pt x="-254" y="5021"/>
                    <a:pt x="63" y="4374"/>
                  </a:cubicBezTo>
                  <a:cubicBezTo>
                    <a:pt x="-445" y="7943"/>
                    <a:pt x="3873" y="8267"/>
                    <a:pt x="3238" y="8051"/>
                  </a:cubicBezTo>
                  <a:cubicBezTo>
                    <a:pt x="5270" y="8051"/>
                    <a:pt x="6476" y="6425"/>
                    <a:pt x="6032" y="4482"/>
                  </a:cubicBezTo>
                  <a:lnTo>
                    <a:pt x="5714" y="2970"/>
                  </a:lnTo>
                  <a:lnTo>
                    <a:pt x="5587" y="29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646EA3EB-F0A3-770C-DE01-BCAD529B3F24}"/>
                </a:ext>
              </a:extLst>
            </p:cNvPr>
            <p:cNvSpPr/>
            <p:nvPr/>
          </p:nvSpPr>
          <p:spPr>
            <a:xfrm>
              <a:off x="8308627" y="4726328"/>
              <a:ext cx="7951" cy="8017"/>
            </a:xfrm>
            <a:custGeom>
              <a:avLst/>
              <a:gdLst>
                <a:gd name="csX0" fmla="*/ 0 w 9170"/>
                <a:gd name="csY0" fmla="*/ 5518 h 9246"/>
                <a:gd name="csX1" fmla="*/ 3366 w 9170"/>
                <a:gd name="csY1" fmla="*/ 9195 h 9246"/>
                <a:gd name="csX2" fmla="*/ 4573 w 9170"/>
                <a:gd name="csY2" fmla="*/ 9195 h 9246"/>
                <a:gd name="csX3" fmla="*/ 9081 w 9170"/>
                <a:gd name="csY3" fmla="*/ 3353 h 9246"/>
                <a:gd name="csX4" fmla="*/ 3366 w 9170"/>
                <a:gd name="csY4" fmla="*/ 0 h 9246"/>
                <a:gd name="csX5" fmla="*/ 0 w 9170"/>
                <a:gd name="csY5" fmla="*/ 5404 h 9246"/>
                <a:gd name="csX6" fmla="*/ 0 w 9170"/>
                <a:gd name="csY6" fmla="*/ 5518 h 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70" h="9246">
                  <a:moveTo>
                    <a:pt x="0" y="5518"/>
                  </a:moveTo>
                  <a:cubicBezTo>
                    <a:pt x="0" y="7353"/>
                    <a:pt x="1525" y="9080"/>
                    <a:pt x="3366" y="9195"/>
                  </a:cubicBezTo>
                  <a:lnTo>
                    <a:pt x="4573" y="9195"/>
                  </a:lnTo>
                  <a:cubicBezTo>
                    <a:pt x="9017" y="9842"/>
                    <a:pt x="8700" y="4216"/>
                    <a:pt x="9081" y="3353"/>
                  </a:cubicBezTo>
                  <a:cubicBezTo>
                    <a:pt x="9970" y="-972"/>
                    <a:pt x="4001" y="216"/>
                    <a:pt x="3366" y="0"/>
                  </a:cubicBezTo>
                  <a:cubicBezTo>
                    <a:pt x="-825" y="0"/>
                    <a:pt x="254" y="4756"/>
                    <a:pt x="0" y="5404"/>
                  </a:cubicBezTo>
                  <a:lnTo>
                    <a:pt x="0" y="55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F04C1ACC-394D-2918-6B72-AD654133CC49}"/>
                </a:ext>
              </a:extLst>
            </p:cNvPr>
            <p:cNvSpPr/>
            <p:nvPr/>
          </p:nvSpPr>
          <p:spPr>
            <a:xfrm>
              <a:off x="8238039" y="4269686"/>
              <a:ext cx="267431" cy="483831"/>
            </a:xfrm>
            <a:custGeom>
              <a:avLst/>
              <a:gdLst>
                <a:gd name="csX0" fmla="*/ 308039 w 308419"/>
                <a:gd name="csY0" fmla="*/ 178645 h 557986"/>
                <a:gd name="csX1" fmla="*/ 275717 w 308419"/>
                <a:gd name="csY1" fmla="*/ 145555 h 557986"/>
                <a:gd name="csX2" fmla="*/ 276543 w 308419"/>
                <a:gd name="csY2" fmla="*/ 112573 h 557986"/>
                <a:gd name="csX3" fmla="*/ 245808 w 308419"/>
                <a:gd name="csY3" fmla="*/ 77857 h 557986"/>
                <a:gd name="csX4" fmla="*/ 220282 w 308419"/>
                <a:gd name="csY4" fmla="*/ 74942 h 557986"/>
                <a:gd name="csX5" fmla="*/ 212090 w 308419"/>
                <a:gd name="csY5" fmla="*/ 90189 h 557986"/>
                <a:gd name="csX6" fmla="*/ 196024 w 308419"/>
                <a:gd name="csY6" fmla="*/ 97758 h 557986"/>
                <a:gd name="csX7" fmla="*/ 175832 w 308419"/>
                <a:gd name="csY7" fmla="*/ 82728 h 557986"/>
                <a:gd name="csX8" fmla="*/ 145732 w 308419"/>
                <a:gd name="csY8" fmla="*/ 109544 h 557986"/>
                <a:gd name="csX9" fmla="*/ 125285 w 308419"/>
                <a:gd name="csY9" fmla="*/ 106947 h 557986"/>
                <a:gd name="csX10" fmla="*/ 134557 w 308419"/>
                <a:gd name="csY10" fmla="*/ 85426 h 557986"/>
                <a:gd name="csX11" fmla="*/ 128715 w 308419"/>
                <a:gd name="csY11" fmla="*/ 72345 h 557986"/>
                <a:gd name="csX12" fmla="*/ 139192 w 308419"/>
                <a:gd name="csY12" fmla="*/ 54826 h 557986"/>
                <a:gd name="csX13" fmla="*/ 136716 w 308419"/>
                <a:gd name="csY13" fmla="*/ 28981 h 557986"/>
                <a:gd name="csX14" fmla="*/ 110554 w 308419"/>
                <a:gd name="csY14" fmla="*/ 30823 h 557986"/>
                <a:gd name="csX15" fmla="*/ 119634 w 308419"/>
                <a:gd name="csY15" fmla="*/ 7785 h 557986"/>
                <a:gd name="csX16" fmla="*/ 101219 w 308419"/>
                <a:gd name="csY16" fmla="*/ 0 h 557986"/>
                <a:gd name="csX17" fmla="*/ 66929 w 308419"/>
                <a:gd name="csY17" fmla="*/ 6274 h 557986"/>
                <a:gd name="csX18" fmla="*/ 61913 w 308419"/>
                <a:gd name="csY18" fmla="*/ 21952 h 557986"/>
                <a:gd name="csX19" fmla="*/ 21590 w 308419"/>
                <a:gd name="csY19" fmla="*/ 24549 h 557986"/>
                <a:gd name="csX20" fmla="*/ 16891 w 308419"/>
                <a:gd name="csY20" fmla="*/ 65208 h 557986"/>
                <a:gd name="csX21" fmla="*/ 0 w 308419"/>
                <a:gd name="csY21" fmla="*/ 72777 h 557986"/>
                <a:gd name="csX22" fmla="*/ 40259 w 308419"/>
                <a:gd name="csY22" fmla="*/ 128575 h 557986"/>
                <a:gd name="csX23" fmla="*/ 45403 w 308419"/>
                <a:gd name="csY23" fmla="*/ 145447 h 557986"/>
                <a:gd name="csX24" fmla="*/ 57912 w 308419"/>
                <a:gd name="csY24" fmla="*/ 143065 h 557986"/>
                <a:gd name="csX25" fmla="*/ 56832 w 308419"/>
                <a:gd name="csY25" fmla="*/ 164909 h 557986"/>
                <a:gd name="csX26" fmla="*/ 46355 w 308419"/>
                <a:gd name="csY26" fmla="*/ 167722 h 557986"/>
                <a:gd name="csX27" fmla="*/ 45021 w 308419"/>
                <a:gd name="csY27" fmla="*/ 190646 h 557986"/>
                <a:gd name="csX28" fmla="*/ 30417 w 308419"/>
                <a:gd name="csY28" fmla="*/ 197783 h 557986"/>
                <a:gd name="csX29" fmla="*/ 41466 w 308419"/>
                <a:gd name="csY29" fmla="*/ 227304 h 557986"/>
                <a:gd name="csX30" fmla="*/ 62802 w 308419"/>
                <a:gd name="csY30" fmla="*/ 246443 h 557986"/>
                <a:gd name="csX31" fmla="*/ 64071 w 308419"/>
                <a:gd name="csY31" fmla="*/ 285267 h 557986"/>
                <a:gd name="csX32" fmla="*/ 74613 w 308419"/>
                <a:gd name="csY32" fmla="*/ 295434 h 557986"/>
                <a:gd name="csX33" fmla="*/ 81852 w 308419"/>
                <a:gd name="csY33" fmla="*/ 320630 h 557986"/>
                <a:gd name="csX34" fmla="*/ 53594 w 308419"/>
                <a:gd name="csY34" fmla="*/ 370910 h 557986"/>
                <a:gd name="csX35" fmla="*/ 53594 w 308419"/>
                <a:gd name="csY35" fmla="*/ 386486 h 557986"/>
                <a:gd name="csX36" fmla="*/ 42482 w 308419"/>
                <a:gd name="csY36" fmla="*/ 397192 h 557986"/>
                <a:gd name="csX37" fmla="*/ 41593 w 308419"/>
                <a:gd name="csY37" fmla="*/ 403136 h 557986"/>
                <a:gd name="csX38" fmla="*/ 32068 w 308419"/>
                <a:gd name="csY38" fmla="*/ 433305 h 557986"/>
                <a:gd name="csX39" fmla="*/ 32258 w 308419"/>
                <a:gd name="csY39" fmla="*/ 473754 h 557986"/>
                <a:gd name="csX40" fmla="*/ 37782 w 308419"/>
                <a:gd name="csY40" fmla="*/ 473970 h 557986"/>
                <a:gd name="csX41" fmla="*/ 39624 w 308419"/>
                <a:gd name="csY41" fmla="*/ 459372 h 557986"/>
                <a:gd name="csX42" fmla="*/ 43434 w 308419"/>
                <a:gd name="csY42" fmla="*/ 455479 h 557986"/>
                <a:gd name="csX43" fmla="*/ 43752 w 308419"/>
                <a:gd name="csY43" fmla="*/ 455479 h 557986"/>
                <a:gd name="csX44" fmla="*/ 49276 w 308419"/>
                <a:gd name="csY44" fmla="*/ 464344 h 557986"/>
                <a:gd name="csX45" fmla="*/ 55118 w 308419"/>
                <a:gd name="csY45" fmla="*/ 468452 h 557986"/>
                <a:gd name="csX46" fmla="*/ 59436 w 308419"/>
                <a:gd name="csY46" fmla="*/ 483159 h 557986"/>
                <a:gd name="csX47" fmla="*/ 65215 w 308419"/>
                <a:gd name="csY47" fmla="*/ 486187 h 557986"/>
                <a:gd name="csX48" fmla="*/ 68770 w 308419"/>
                <a:gd name="csY48" fmla="*/ 481971 h 557986"/>
                <a:gd name="csX49" fmla="*/ 85725 w 308419"/>
                <a:gd name="csY49" fmla="*/ 501974 h 557986"/>
                <a:gd name="csX50" fmla="*/ 87694 w 308419"/>
                <a:gd name="csY50" fmla="*/ 511708 h 557986"/>
                <a:gd name="csX51" fmla="*/ 101346 w 308419"/>
                <a:gd name="csY51" fmla="*/ 531495 h 557986"/>
                <a:gd name="csX52" fmla="*/ 111316 w 308419"/>
                <a:gd name="csY52" fmla="*/ 520357 h 557986"/>
                <a:gd name="csX53" fmla="*/ 133794 w 308419"/>
                <a:gd name="csY53" fmla="*/ 533228 h 557986"/>
                <a:gd name="csX54" fmla="*/ 128905 w 308419"/>
                <a:gd name="csY54" fmla="*/ 549554 h 557986"/>
                <a:gd name="csX55" fmla="*/ 143002 w 308419"/>
                <a:gd name="csY55" fmla="*/ 557987 h 557986"/>
                <a:gd name="csX56" fmla="*/ 154178 w 308419"/>
                <a:gd name="csY56" fmla="*/ 546957 h 557986"/>
                <a:gd name="csX57" fmla="*/ 165862 w 308419"/>
                <a:gd name="csY57" fmla="*/ 554749 h 557986"/>
                <a:gd name="csX58" fmla="*/ 176657 w 308419"/>
                <a:gd name="csY58" fmla="*/ 533012 h 557986"/>
                <a:gd name="csX59" fmla="*/ 162496 w 308419"/>
                <a:gd name="csY59" fmla="*/ 524142 h 557986"/>
                <a:gd name="csX60" fmla="*/ 157163 w 308419"/>
                <a:gd name="csY60" fmla="*/ 514737 h 557986"/>
                <a:gd name="csX61" fmla="*/ 138811 w 308419"/>
                <a:gd name="csY61" fmla="*/ 512788 h 557986"/>
                <a:gd name="csX62" fmla="*/ 124714 w 308419"/>
                <a:gd name="csY62" fmla="*/ 505111 h 557986"/>
                <a:gd name="csX63" fmla="*/ 116459 w 308419"/>
                <a:gd name="csY63" fmla="*/ 492569 h 557986"/>
                <a:gd name="csX64" fmla="*/ 114109 w 308419"/>
                <a:gd name="csY64" fmla="*/ 497325 h 557986"/>
                <a:gd name="csX65" fmla="*/ 111189 w 308419"/>
                <a:gd name="csY65" fmla="*/ 498513 h 557986"/>
                <a:gd name="csX66" fmla="*/ 110998 w 308419"/>
                <a:gd name="csY66" fmla="*/ 498297 h 557986"/>
                <a:gd name="csX67" fmla="*/ 103188 w 308419"/>
                <a:gd name="csY67" fmla="*/ 483914 h 557986"/>
                <a:gd name="csX68" fmla="*/ 107632 w 308419"/>
                <a:gd name="csY68" fmla="*/ 481216 h 557986"/>
                <a:gd name="csX69" fmla="*/ 108712 w 308419"/>
                <a:gd name="csY69" fmla="*/ 483374 h 557986"/>
                <a:gd name="csX70" fmla="*/ 111696 w 308419"/>
                <a:gd name="csY70" fmla="*/ 484892 h 557986"/>
                <a:gd name="csX71" fmla="*/ 106617 w 308419"/>
                <a:gd name="csY71" fmla="*/ 457962 h 557986"/>
                <a:gd name="csX72" fmla="*/ 97854 w 308419"/>
                <a:gd name="csY72" fmla="*/ 449529 h 557986"/>
                <a:gd name="csX73" fmla="*/ 94424 w 308419"/>
                <a:gd name="csY73" fmla="*/ 427793 h 557986"/>
                <a:gd name="csX74" fmla="*/ 87820 w 308419"/>
                <a:gd name="csY74" fmla="*/ 420332 h 557986"/>
                <a:gd name="csX75" fmla="*/ 79819 w 308419"/>
                <a:gd name="csY75" fmla="*/ 422383 h 557986"/>
                <a:gd name="csX76" fmla="*/ 69279 w 308419"/>
                <a:gd name="csY76" fmla="*/ 422821 h 557986"/>
                <a:gd name="csX77" fmla="*/ 66802 w 308419"/>
                <a:gd name="csY77" fmla="*/ 418928 h 557986"/>
                <a:gd name="csX78" fmla="*/ 67246 w 308419"/>
                <a:gd name="csY78" fmla="*/ 417303 h 557986"/>
                <a:gd name="csX79" fmla="*/ 63881 w 308419"/>
                <a:gd name="csY79" fmla="*/ 393947 h 557986"/>
                <a:gd name="csX80" fmla="*/ 74613 w 308419"/>
                <a:gd name="csY80" fmla="*/ 368211 h 557986"/>
                <a:gd name="csX81" fmla="*/ 76327 w 308419"/>
                <a:gd name="csY81" fmla="*/ 358692 h 557986"/>
                <a:gd name="csX82" fmla="*/ 95568 w 308419"/>
                <a:gd name="csY82" fmla="*/ 321710 h 557986"/>
                <a:gd name="csX83" fmla="*/ 95059 w 308419"/>
                <a:gd name="csY83" fmla="*/ 301161 h 557986"/>
                <a:gd name="csX84" fmla="*/ 98298 w 308419"/>
                <a:gd name="csY84" fmla="*/ 282994 h 557986"/>
                <a:gd name="csX85" fmla="*/ 96330 w 308419"/>
                <a:gd name="csY85" fmla="*/ 275425 h 557986"/>
                <a:gd name="csX86" fmla="*/ 100267 w 308419"/>
                <a:gd name="csY86" fmla="*/ 266884 h 557986"/>
                <a:gd name="csX87" fmla="*/ 130746 w 308419"/>
                <a:gd name="csY87" fmla="*/ 264503 h 557986"/>
                <a:gd name="csX88" fmla="*/ 133604 w 308419"/>
                <a:gd name="csY88" fmla="*/ 267855 h 557986"/>
                <a:gd name="csX89" fmla="*/ 129921 w 308419"/>
                <a:gd name="csY89" fmla="*/ 291001 h 557986"/>
                <a:gd name="csX90" fmla="*/ 132715 w 308419"/>
                <a:gd name="csY90" fmla="*/ 294786 h 557986"/>
                <a:gd name="csX91" fmla="*/ 147892 w 308419"/>
                <a:gd name="csY91" fmla="*/ 296837 h 557986"/>
                <a:gd name="csX92" fmla="*/ 159004 w 308419"/>
                <a:gd name="csY92" fmla="*/ 293592 h 557986"/>
                <a:gd name="csX93" fmla="*/ 189230 w 308419"/>
                <a:gd name="csY93" fmla="*/ 315436 h 557986"/>
                <a:gd name="csX94" fmla="*/ 191833 w 308419"/>
                <a:gd name="csY94" fmla="*/ 314680 h 557986"/>
                <a:gd name="csX95" fmla="*/ 194501 w 308419"/>
                <a:gd name="csY95" fmla="*/ 311543 h 557986"/>
                <a:gd name="csX96" fmla="*/ 207708 w 308419"/>
                <a:gd name="csY96" fmla="*/ 332632 h 557986"/>
                <a:gd name="csX97" fmla="*/ 215329 w 308419"/>
                <a:gd name="csY97" fmla="*/ 321926 h 557986"/>
                <a:gd name="csX98" fmla="*/ 209804 w 308419"/>
                <a:gd name="csY98" fmla="*/ 299326 h 557986"/>
                <a:gd name="csX99" fmla="*/ 196342 w 308419"/>
                <a:gd name="csY99" fmla="*/ 289915 h 557986"/>
                <a:gd name="csX100" fmla="*/ 185865 w 308419"/>
                <a:gd name="csY100" fmla="*/ 259638 h 557986"/>
                <a:gd name="csX101" fmla="*/ 200723 w 308419"/>
                <a:gd name="csY101" fmla="*/ 255530 h 557986"/>
                <a:gd name="csX102" fmla="*/ 215646 w 308419"/>
                <a:gd name="csY102" fmla="*/ 229470 h 557986"/>
                <a:gd name="csX103" fmla="*/ 292036 w 308419"/>
                <a:gd name="csY103" fmla="*/ 230657 h 557986"/>
                <a:gd name="csX104" fmla="*/ 306007 w 308419"/>
                <a:gd name="csY104" fmla="*/ 219627 h 557986"/>
                <a:gd name="csX105" fmla="*/ 308419 w 308419"/>
                <a:gd name="csY105" fmla="*/ 178429 h 557986"/>
                <a:gd name="csX106" fmla="*/ 308039 w 308419"/>
                <a:gd name="csY106" fmla="*/ 178645 h 557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</a:cxnLst>
              <a:rect l="l" t="t" r="r" b="b"/>
              <a:pathLst>
                <a:path w="308419" h="557986">
                  <a:moveTo>
                    <a:pt x="308039" y="178645"/>
                  </a:moveTo>
                  <a:lnTo>
                    <a:pt x="275717" y="145555"/>
                  </a:lnTo>
                  <a:lnTo>
                    <a:pt x="276543" y="112573"/>
                  </a:lnTo>
                  <a:lnTo>
                    <a:pt x="245808" y="77857"/>
                  </a:lnTo>
                  <a:lnTo>
                    <a:pt x="220282" y="74942"/>
                  </a:lnTo>
                  <a:lnTo>
                    <a:pt x="212090" y="90189"/>
                  </a:lnTo>
                  <a:lnTo>
                    <a:pt x="196024" y="97758"/>
                  </a:lnTo>
                  <a:lnTo>
                    <a:pt x="175832" y="82728"/>
                  </a:lnTo>
                  <a:lnTo>
                    <a:pt x="145732" y="109544"/>
                  </a:lnTo>
                  <a:lnTo>
                    <a:pt x="125285" y="106947"/>
                  </a:lnTo>
                  <a:lnTo>
                    <a:pt x="134557" y="85426"/>
                  </a:lnTo>
                  <a:lnTo>
                    <a:pt x="128715" y="72345"/>
                  </a:lnTo>
                  <a:lnTo>
                    <a:pt x="139192" y="54826"/>
                  </a:lnTo>
                  <a:lnTo>
                    <a:pt x="136716" y="28981"/>
                  </a:lnTo>
                  <a:lnTo>
                    <a:pt x="110554" y="30823"/>
                  </a:lnTo>
                  <a:lnTo>
                    <a:pt x="119634" y="7785"/>
                  </a:lnTo>
                  <a:lnTo>
                    <a:pt x="101219" y="0"/>
                  </a:lnTo>
                  <a:lnTo>
                    <a:pt x="66929" y="6274"/>
                  </a:lnTo>
                  <a:lnTo>
                    <a:pt x="61913" y="21952"/>
                  </a:lnTo>
                  <a:lnTo>
                    <a:pt x="21590" y="24549"/>
                  </a:lnTo>
                  <a:lnTo>
                    <a:pt x="16891" y="65208"/>
                  </a:lnTo>
                  <a:lnTo>
                    <a:pt x="0" y="72777"/>
                  </a:lnTo>
                  <a:lnTo>
                    <a:pt x="40259" y="128575"/>
                  </a:lnTo>
                  <a:lnTo>
                    <a:pt x="45403" y="145447"/>
                  </a:lnTo>
                  <a:lnTo>
                    <a:pt x="57912" y="143065"/>
                  </a:lnTo>
                  <a:lnTo>
                    <a:pt x="56832" y="164909"/>
                  </a:lnTo>
                  <a:lnTo>
                    <a:pt x="46355" y="167722"/>
                  </a:lnTo>
                  <a:lnTo>
                    <a:pt x="45021" y="190646"/>
                  </a:lnTo>
                  <a:lnTo>
                    <a:pt x="30417" y="197783"/>
                  </a:lnTo>
                  <a:lnTo>
                    <a:pt x="41466" y="227304"/>
                  </a:lnTo>
                  <a:lnTo>
                    <a:pt x="62802" y="246443"/>
                  </a:lnTo>
                  <a:lnTo>
                    <a:pt x="64071" y="285267"/>
                  </a:lnTo>
                  <a:lnTo>
                    <a:pt x="74613" y="295434"/>
                  </a:lnTo>
                  <a:lnTo>
                    <a:pt x="81852" y="320630"/>
                  </a:lnTo>
                  <a:lnTo>
                    <a:pt x="53594" y="370910"/>
                  </a:lnTo>
                  <a:lnTo>
                    <a:pt x="53594" y="386486"/>
                  </a:lnTo>
                  <a:lnTo>
                    <a:pt x="42482" y="397192"/>
                  </a:lnTo>
                  <a:cubicBezTo>
                    <a:pt x="42482" y="399567"/>
                    <a:pt x="42228" y="401409"/>
                    <a:pt x="41593" y="403136"/>
                  </a:cubicBezTo>
                  <a:cubicBezTo>
                    <a:pt x="34861" y="422929"/>
                    <a:pt x="32068" y="427469"/>
                    <a:pt x="32068" y="433305"/>
                  </a:cubicBezTo>
                  <a:lnTo>
                    <a:pt x="32258" y="473754"/>
                  </a:lnTo>
                  <a:cubicBezTo>
                    <a:pt x="32258" y="477755"/>
                    <a:pt x="37782" y="475481"/>
                    <a:pt x="37782" y="473970"/>
                  </a:cubicBezTo>
                  <a:cubicBezTo>
                    <a:pt x="37782" y="472992"/>
                    <a:pt x="39624" y="459372"/>
                    <a:pt x="39624" y="459372"/>
                  </a:cubicBezTo>
                  <a:cubicBezTo>
                    <a:pt x="39878" y="457530"/>
                    <a:pt x="41593" y="455803"/>
                    <a:pt x="43434" y="455479"/>
                  </a:cubicBezTo>
                  <a:lnTo>
                    <a:pt x="43752" y="455479"/>
                  </a:lnTo>
                  <a:cubicBezTo>
                    <a:pt x="48641" y="454609"/>
                    <a:pt x="48196" y="461746"/>
                    <a:pt x="49276" y="464344"/>
                  </a:cubicBezTo>
                  <a:cubicBezTo>
                    <a:pt x="50229" y="468452"/>
                    <a:pt x="54546" y="468236"/>
                    <a:pt x="55118" y="468452"/>
                  </a:cubicBezTo>
                  <a:cubicBezTo>
                    <a:pt x="60325" y="469424"/>
                    <a:pt x="58357" y="476885"/>
                    <a:pt x="59436" y="483159"/>
                  </a:cubicBezTo>
                  <a:cubicBezTo>
                    <a:pt x="59754" y="487591"/>
                    <a:pt x="64453" y="490512"/>
                    <a:pt x="65215" y="486187"/>
                  </a:cubicBezTo>
                  <a:cubicBezTo>
                    <a:pt x="65532" y="485432"/>
                    <a:pt x="65532" y="478834"/>
                    <a:pt x="68770" y="481971"/>
                  </a:cubicBezTo>
                  <a:cubicBezTo>
                    <a:pt x="79883" y="493865"/>
                    <a:pt x="85725" y="496246"/>
                    <a:pt x="85725" y="501974"/>
                  </a:cubicBezTo>
                  <a:cubicBezTo>
                    <a:pt x="85852" y="503275"/>
                    <a:pt x="85090" y="507924"/>
                    <a:pt x="87694" y="511708"/>
                  </a:cubicBezTo>
                  <a:cubicBezTo>
                    <a:pt x="93663" y="520573"/>
                    <a:pt x="97981" y="526739"/>
                    <a:pt x="101346" y="531495"/>
                  </a:cubicBezTo>
                  <a:lnTo>
                    <a:pt x="111316" y="520357"/>
                  </a:lnTo>
                  <a:lnTo>
                    <a:pt x="133794" y="533228"/>
                  </a:lnTo>
                  <a:lnTo>
                    <a:pt x="128905" y="549554"/>
                  </a:lnTo>
                  <a:lnTo>
                    <a:pt x="143002" y="557987"/>
                  </a:lnTo>
                  <a:lnTo>
                    <a:pt x="154178" y="546957"/>
                  </a:lnTo>
                  <a:lnTo>
                    <a:pt x="165862" y="554749"/>
                  </a:lnTo>
                  <a:lnTo>
                    <a:pt x="176657" y="533012"/>
                  </a:lnTo>
                  <a:cubicBezTo>
                    <a:pt x="169291" y="529552"/>
                    <a:pt x="164846" y="528250"/>
                    <a:pt x="162496" y="524142"/>
                  </a:cubicBezTo>
                  <a:lnTo>
                    <a:pt x="157163" y="514737"/>
                  </a:lnTo>
                  <a:cubicBezTo>
                    <a:pt x="154495" y="509975"/>
                    <a:pt x="147638" y="513004"/>
                    <a:pt x="138811" y="512788"/>
                  </a:cubicBezTo>
                  <a:cubicBezTo>
                    <a:pt x="133668" y="513112"/>
                    <a:pt x="129921" y="508464"/>
                    <a:pt x="124714" y="505111"/>
                  </a:cubicBezTo>
                  <a:cubicBezTo>
                    <a:pt x="120523" y="502082"/>
                    <a:pt x="118999" y="496786"/>
                    <a:pt x="116459" y="492569"/>
                  </a:cubicBezTo>
                  <a:cubicBezTo>
                    <a:pt x="114300" y="488347"/>
                    <a:pt x="114300" y="496246"/>
                    <a:pt x="114109" y="497325"/>
                  </a:cubicBezTo>
                  <a:cubicBezTo>
                    <a:pt x="113919" y="499161"/>
                    <a:pt x="112585" y="499707"/>
                    <a:pt x="111189" y="498513"/>
                  </a:cubicBezTo>
                  <a:lnTo>
                    <a:pt x="110998" y="498297"/>
                  </a:lnTo>
                  <a:cubicBezTo>
                    <a:pt x="106934" y="494836"/>
                    <a:pt x="105791" y="489217"/>
                    <a:pt x="103188" y="483914"/>
                  </a:cubicBezTo>
                  <a:cubicBezTo>
                    <a:pt x="101473" y="479806"/>
                    <a:pt x="105664" y="477208"/>
                    <a:pt x="107632" y="481216"/>
                  </a:cubicBezTo>
                  <a:lnTo>
                    <a:pt x="108712" y="483374"/>
                  </a:lnTo>
                  <a:cubicBezTo>
                    <a:pt x="109474" y="485000"/>
                    <a:pt x="110871" y="485756"/>
                    <a:pt x="111696" y="484892"/>
                  </a:cubicBezTo>
                  <a:cubicBezTo>
                    <a:pt x="114554" y="482295"/>
                    <a:pt x="110744" y="475697"/>
                    <a:pt x="106617" y="457962"/>
                  </a:cubicBezTo>
                  <a:cubicBezTo>
                    <a:pt x="105346" y="453206"/>
                    <a:pt x="100330" y="451472"/>
                    <a:pt x="97854" y="449529"/>
                  </a:cubicBezTo>
                  <a:cubicBezTo>
                    <a:pt x="93091" y="446392"/>
                    <a:pt x="95568" y="439902"/>
                    <a:pt x="94424" y="427793"/>
                  </a:cubicBezTo>
                  <a:cubicBezTo>
                    <a:pt x="94297" y="423145"/>
                    <a:pt x="89091" y="421411"/>
                    <a:pt x="87820" y="420332"/>
                  </a:cubicBezTo>
                  <a:cubicBezTo>
                    <a:pt x="84138" y="417950"/>
                    <a:pt x="80645" y="422059"/>
                    <a:pt x="79819" y="422383"/>
                  </a:cubicBezTo>
                  <a:cubicBezTo>
                    <a:pt x="76009" y="425304"/>
                    <a:pt x="71374" y="423037"/>
                    <a:pt x="69279" y="422821"/>
                  </a:cubicBezTo>
                  <a:cubicBezTo>
                    <a:pt x="67437" y="422491"/>
                    <a:pt x="66357" y="420763"/>
                    <a:pt x="66802" y="418928"/>
                  </a:cubicBezTo>
                  <a:lnTo>
                    <a:pt x="67246" y="417303"/>
                  </a:lnTo>
                  <a:cubicBezTo>
                    <a:pt x="68770" y="411683"/>
                    <a:pt x="66484" y="413302"/>
                    <a:pt x="63881" y="393947"/>
                  </a:cubicBezTo>
                  <a:cubicBezTo>
                    <a:pt x="62929" y="388321"/>
                    <a:pt x="67882" y="380860"/>
                    <a:pt x="74613" y="368211"/>
                  </a:cubicBezTo>
                  <a:cubicBezTo>
                    <a:pt x="76898" y="364318"/>
                    <a:pt x="76200" y="359880"/>
                    <a:pt x="76327" y="358692"/>
                  </a:cubicBezTo>
                  <a:cubicBezTo>
                    <a:pt x="76327" y="352634"/>
                    <a:pt x="80010" y="352742"/>
                    <a:pt x="95568" y="321710"/>
                  </a:cubicBezTo>
                  <a:cubicBezTo>
                    <a:pt x="97981" y="317170"/>
                    <a:pt x="95568" y="305600"/>
                    <a:pt x="95059" y="301161"/>
                  </a:cubicBezTo>
                  <a:cubicBezTo>
                    <a:pt x="94107" y="295865"/>
                    <a:pt x="96583" y="290785"/>
                    <a:pt x="98298" y="282994"/>
                  </a:cubicBezTo>
                  <a:cubicBezTo>
                    <a:pt x="99378" y="278993"/>
                    <a:pt x="96583" y="276079"/>
                    <a:pt x="96330" y="275425"/>
                  </a:cubicBezTo>
                  <a:cubicBezTo>
                    <a:pt x="93790" y="271424"/>
                    <a:pt x="99251" y="268288"/>
                    <a:pt x="100267" y="266884"/>
                  </a:cubicBezTo>
                  <a:cubicBezTo>
                    <a:pt x="104457" y="262775"/>
                    <a:pt x="110299" y="265265"/>
                    <a:pt x="130746" y="264503"/>
                  </a:cubicBezTo>
                  <a:cubicBezTo>
                    <a:pt x="132588" y="264503"/>
                    <a:pt x="133921" y="266020"/>
                    <a:pt x="133604" y="267855"/>
                  </a:cubicBezTo>
                  <a:lnTo>
                    <a:pt x="129921" y="291001"/>
                  </a:lnTo>
                  <a:cubicBezTo>
                    <a:pt x="129604" y="292836"/>
                    <a:pt x="130873" y="294570"/>
                    <a:pt x="132715" y="294786"/>
                  </a:cubicBezTo>
                  <a:lnTo>
                    <a:pt x="147892" y="296837"/>
                  </a:lnTo>
                  <a:cubicBezTo>
                    <a:pt x="152654" y="297485"/>
                    <a:pt x="156782" y="294462"/>
                    <a:pt x="159004" y="293592"/>
                  </a:cubicBezTo>
                  <a:cubicBezTo>
                    <a:pt x="164465" y="291109"/>
                    <a:pt x="167259" y="298024"/>
                    <a:pt x="189230" y="315436"/>
                  </a:cubicBezTo>
                  <a:cubicBezTo>
                    <a:pt x="190627" y="316630"/>
                    <a:pt x="191833" y="316300"/>
                    <a:pt x="191833" y="314680"/>
                  </a:cubicBezTo>
                  <a:cubicBezTo>
                    <a:pt x="191833" y="313061"/>
                    <a:pt x="193040" y="311652"/>
                    <a:pt x="194501" y="311543"/>
                  </a:cubicBezTo>
                  <a:cubicBezTo>
                    <a:pt x="198945" y="311220"/>
                    <a:pt x="200152" y="318357"/>
                    <a:pt x="207708" y="332632"/>
                  </a:cubicBezTo>
                  <a:lnTo>
                    <a:pt x="215329" y="321926"/>
                  </a:lnTo>
                  <a:lnTo>
                    <a:pt x="209804" y="299326"/>
                  </a:lnTo>
                  <a:lnTo>
                    <a:pt x="196342" y="289915"/>
                  </a:lnTo>
                  <a:lnTo>
                    <a:pt x="185865" y="259638"/>
                  </a:lnTo>
                  <a:lnTo>
                    <a:pt x="200723" y="255530"/>
                  </a:lnTo>
                  <a:lnTo>
                    <a:pt x="215646" y="229470"/>
                  </a:lnTo>
                  <a:lnTo>
                    <a:pt x="292036" y="230657"/>
                  </a:lnTo>
                  <a:lnTo>
                    <a:pt x="306007" y="219627"/>
                  </a:lnTo>
                  <a:lnTo>
                    <a:pt x="308419" y="178429"/>
                  </a:lnTo>
                  <a:lnTo>
                    <a:pt x="308039" y="178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783408BF-375D-ACC7-37B8-68ED2CD63FFB}"/>
                </a:ext>
              </a:extLst>
            </p:cNvPr>
            <p:cNvSpPr/>
            <p:nvPr/>
          </p:nvSpPr>
          <p:spPr>
            <a:xfrm>
              <a:off x="9131347" y="5188905"/>
              <a:ext cx="76342" cy="35603"/>
            </a:xfrm>
            <a:custGeom>
              <a:avLst/>
              <a:gdLst>
                <a:gd name="csX0" fmla="*/ 86805 w 88043"/>
                <a:gd name="csY0" fmla="*/ 6669 h 41060"/>
                <a:gd name="csX1" fmla="*/ 86805 w 88043"/>
                <a:gd name="csY1" fmla="*/ 3100 h 41060"/>
                <a:gd name="csX2" fmla="*/ 78169 w 88043"/>
                <a:gd name="csY2" fmla="*/ 71 h 41060"/>
                <a:gd name="csX3" fmla="*/ 15494 w 88043"/>
                <a:gd name="csY3" fmla="*/ 9806 h 41060"/>
                <a:gd name="csX4" fmla="*/ 0 w 88043"/>
                <a:gd name="csY4" fmla="*/ 24296 h 41060"/>
                <a:gd name="csX5" fmla="*/ 7493 w 88043"/>
                <a:gd name="csY5" fmla="*/ 41060 h 41060"/>
                <a:gd name="csX6" fmla="*/ 61785 w 88043"/>
                <a:gd name="csY6" fmla="*/ 22023 h 41060"/>
                <a:gd name="csX7" fmla="*/ 86805 w 88043"/>
                <a:gd name="csY7" fmla="*/ 6669 h 4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043" h="41060">
                  <a:moveTo>
                    <a:pt x="86805" y="6669"/>
                  </a:moveTo>
                  <a:cubicBezTo>
                    <a:pt x="88456" y="5697"/>
                    <a:pt x="88456" y="4078"/>
                    <a:pt x="86805" y="3100"/>
                  </a:cubicBezTo>
                  <a:cubicBezTo>
                    <a:pt x="87313" y="3424"/>
                    <a:pt x="82486" y="-577"/>
                    <a:pt x="78169" y="71"/>
                  </a:cubicBezTo>
                  <a:lnTo>
                    <a:pt x="15494" y="9806"/>
                  </a:lnTo>
                  <a:cubicBezTo>
                    <a:pt x="10033" y="10669"/>
                    <a:pt x="4953" y="18569"/>
                    <a:pt x="0" y="24296"/>
                  </a:cubicBezTo>
                  <a:lnTo>
                    <a:pt x="7493" y="41060"/>
                  </a:lnTo>
                  <a:cubicBezTo>
                    <a:pt x="17653" y="35218"/>
                    <a:pt x="53975" y="26785"/>
                    <a:pt x="61785" y="22023"/>
                  </a:cubicBezTo>
                  <a:lnTo>
                    <a:pt x="86805" y="6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C5C87C4B-0765-8842-A9ED-3B84A760BBCF}"/>
                </a:ext>
              </a:extLst>
            </p:cNvPr>
            <p:cNvSpPr/>
            <p:nvPr/>
          </p:nvSpPr>
          <p:spPr>
            <a:xfrm>
              <a:off x="7262304" y="3532684"/>
              <a:ext cx="261264" cy="155277"/>
            </a:xfrm>
            <a:custGeom>
              <a:avLst/>
              <a:gdLst>
                <a:gd name="csX0" fmla="*/ 185165 w 301307"/>
                <a:gd name="csY0" fmla="*/ 83267 h 179076"/>
                <a:gd name="csX1" fmla="*/ 166877 w 301307"/>
                <a:gd name="csY1" fmla="*/ 78181 h 179076"/>
                <a:gd name="csX2" fmla="*/ 158686 w 301307"/>
                <a:gd name="csY2" fmla="*/ 66396 h 179076"/>
                <a:gd name="csX3" fmla="*/ 132270 w 301307"/>
                <a:gd name="csY3" fmla="*/ 82290 h 179076"/>
                <a:gd name="csX4" fmla="*/ 121983 w 301307"/>
                <a:gd name="csY4" fmla="*/ 73857 h 179076"/>
                <a:gd name="csX5" fmla="*/ 78359 w 301307"/>
                <a:gd name="csY5" fmla="*/ 75152 h 179076"/>
                <a:gd name="csX6" fmla="*/ 81280 w 301307"/>
                <a:gd name="csY6" fmla="*/ 58394 h 179076"/>
                <a:gd name="csX7" fmla="*/ 98996 w 301307"/>
                <a:gd name="csY7" fmla="*/ 48552 h 179076"/>
                <a:gd name="csX8" fmla="*/ 123507 w 301307"/>
                <a:gd name="csY8" fmla="*/ 53423 h 179076"/>
                <a:gd name="csX9" fmla="*/ 129540 w 301307"/>
                <a:gd name="csY9" fmla="*/ 35903 h 179076"/>
                <a:gd name="csX10" fmla="*/ 111252 w 301307"/>
                <a:gd name="csY10" fmla="*/ 27032 h 179076"/>
                <a:gd name="csX11" fmla="*/ 128588 w 301307"/>
                <a:gd name="csY11" fmla="*/ 11138 h 179076"/>
                <a:gd name="csX12" fmla="*/ 113982 w 301307"/>
                <a:gd name="csY12" fmla="*/ 0 h 179076"/>
                <a:gd name="csX13" fmla="*/ 89153 w 301307"/>
                <a:gd name="csY13" fmla="*/ 17843 h 179076"/>
                <a:gd name="csX14" fmla="*/ 78041 w 301307"/>
                <a:gd name="csY14" fmla="*/ 8541 h 179076"/>
                <a:gd name="csX15" fmla="*/ 68390 w 301307"/>
                <a:gd name="csY15" fmla="*/ 21412 h 179076"/>
                <a:gd name="csX16" fmla="*/ 70421 w 301307"/>
                <a:gd name="csY16" fmla="*/ 35903 h 179076"/>
                <a:gd name="csX17" fmla="*/ 52388 w 301307"/>
                <a:gd name="csY17" fmla="*/ 43364 h 179076"/>
                <a:gd name="csX18" fmla="*/ 42418 w 301307"/>
                <a:gd name="csY18" fmla="*/ 66180 h 179076"/>
                <a:gd name="csX19" fmla="*/ 8509 w 301307"/>
                <a:gd name="csY19" fmla="*/ 61639 h 179076"/>
                <a:gd name="csX20" fmla="*/ 0 w 301307"/>
                <a:gd name="csY20" fmla="*/ 77318 h 179076"/>
                <a:gd name="csX21" fmla="*/ 14351 w 301307"/>
                <a:gd name="csY21" fmla="*/ 89973 h 179076"/>
                <a:gd name="csX22" fmla="*/ 30290 w 301307"/>
                <a:gd name="csY22" fmla="*/ 93974 h 179076"/>
                <a:gd name="csX23" fmla="*/ 28639 w 301307"/>
                <a:gd name="csY23" fmla="*/ 115056 h 179076"/>
                <a:gd name="csX24" fmla="*/ 37528 w 301307"/>
                <a:gd name="csY24" fmla="*/ 127171 h 179076"/>
                <a:gd name="csX25" fmla="*/ 13843 w 301307"/>
                <a:gd name="csY25" fmla="*/ 166637 h 179076"/>
                <a:gd name="csX26" fmla="*/ 25717 w 301307"/>
                <a:gd name="csY26" fmla="*/ 179076 h 179076"/>
                <a:gd name="csX27" fmla="*/ 58420 w 301307"/>
                <a:gd name="csY27" fmla="*/ 162960 h 179076"/>
                <a:gd name="csX28" fmla="*/ 68707 w 301307"/>
                <a:gd name="csY28" fmla="*/ 173450 h 179076"/>
                <a:gd name="csX29" fmla="*/ 85725 w 301307"/>
                <a:gd name="csY29" fmla="*/ 167938 h 179076"/>
                <a:gd name="csX30" fmla="*/ 81597 w 301307"/>
                <a:gd name="csY30" fmla="*/ 153016 h 179076"/>
                <a:gd name="csX31" fmla="*/ 106997 w 301307"/>
                <a:gd name="csY31" fmla="*/ 152692 h 179076"/>
                <a:gd name="csX32" fmla="*/ 111442 w 301307"/>
                <a:gd name="csY32" fmla="*/ 143821 h 179076"/>
                <a:gd name="csX33" fmla="*/ 107124 w 301307"/>
                <a:gd name="csY33" fmla="*/ 135928 h 179076"/>
                <a:gd name="csX34" fmla="*/ 127190 w 301307"/>
                <a:gd name="csY34" fmla="*/ 117437 h 179076"/>
                <a:gd name="csX35" fmla="*/ 146240 w 301307"/>
                <a:gd name="csY35" fmla="*/ 124574 h 179076"/>
                <a:gd name="csX36" fmla="*/ 143510 w 301307"/>
                <a:gd name="csY36" fmla="*/ 136792 h 179076"/>
                <a:gd name="csX37" fmla="*/ 158305 w 301307"/>
                <a:gd name="csY37" fmla="*/ 139281 h 179076"/>
                <a:gd name="csX38" fmla="*/ 153353 w 301307"/>
                <a:gd name="csY38" fmla="*/ 164910 h 179076"/>
                <a:gd name="csX39" fmla="*/ 161925 w 301307"/>
                <a:gd name="csY39" fmla="*/ 174536 h 179076"/>
                <a:gd name="csX40" fmla="*/ 217424 w 301307"/>
                <a:gd name="csY40" fmla="*/ 145123 h 179076"/>
                <a:gd name="csX41" fmla="*/ 267526 w 301307"/>
                <a:gd name="csY41" fmla="*/ 140360 h 179076"/>
                <a:gd name="csX42" fmla="*/ 279653 w 301307"/>
                <a:gd name="csY42" fmla="*/ 159283 h 179076"/>
                <a:gd name="csX43" fmla="*/ 301307 w 301307"/>
                <a:gd name="csY43" fmla="*/ 153340 h 179076"/>
                <a:gd name="csX44" fmla="*/ 284861 w 301307"/>
                <a:gd name="csY44" fmla="*/ 109760 h 179076"/>
                <a:gd name="csX45" fmla="*/ 255015 w 301307"/>
                <a:gd name="csY45" fmla="*/ 103162 h 179076"/>
                <a:gd name="csX46" fmla="*/ 250571 w 301307"/>
                <a:gd name="csY46" fmla="*/ 111595 h 179076"/>
                <a:gd name="csX47" fmla="*/ 239204 w 301307"/>
                <a:gd name="csY47" fmla="*/ 106191 h 179076"/>
                <a:gd name="csX48" fmla="*/ 235839 w 301307"/>
                <a:gd name="csY48" fmla="*/ 70828 h 179076"/>
                <a:gd name="csX49" fmla="*/ 197612 w 301307"/>
                <a:gd name="csY49" fmla="*/ 76562 h 179076"/>
                <a:gd name="csX50" fmla="*/ 185165 w 301307"/>
                <a:gd name="csY50" fmla="*/ 83267 h 17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01307" h="179076">
                  <a:moveTo>
                    <a:pt x="185165" y="83267"/>
                  </a:moveTo>
                  <a:lnTo>
                    <a:pt x="166877" y="78181"/>
                  </a:lnTo>
                  <a:lnTo>
                    <a:pt x="158686" y="66396"/>
                  </a:lnTo>
                  <a:lnTo>
                    <a:pt x="132270" y="82290"/>
                  </a:lnTo>
                  <a:lnTo>
                    <a:pt x="121983" y="73857"/>
                  </a:lnTo>
                  <a:lnTo>
                    <a:pt x="78359" y="75152"/>
                  </a:lnTo>
                  <a:lnTo>
                    <a:pt x="81280" y="58394"/>
                  </a:lnTo>
                  <a:lnTo>
                    <a:pt x="98996" y="48552"/>
                  </a:lnTo>
                  <a:lnTo>
                    <a:pt x="123507" y="53423"/>
                  </a:lnTo>
                  <a:lnTo>
                    <a:pt x="129540" y="35903"/>
                  </a:lnTo>
                  <a:lnTo>
                    <a:pt x="111252" y="27032"/>
                  </a:lnTo>
                  <a:lnTo>
                    <a:pt x="128588" y="11138"/>
                  </a:lnTo>
                  <a:lnTo>
                    <a:pt x="113982" y="0"/>
                  </a:lnTo>
                  <a:lnTo>
                    <a:pt x="89153" y="17843"/>
                  </a:lnTo>
                  <a:lnTo>
                    <a:pt x="78041" y="8541"/>
                  </a:lnTo>
                  <a:lnTo>
                    <a:pt x="68390" y="21412"/>
                  </a:lnTo>
                  <a:lnTo>
                    <a:pt x="70421" y="35903"/>
                  </a:lnTo>
                  <a:lnTo>
                    <a:pt x="52388" y="43364"/>
                  </a:lnTo>
                  <a:lnTo>
                    <a:pt x="42418" y="66180"/>
                  </a:lnTo>
                  <a:lnTo>
                    <a:pt x="8509" y="61639"/>
                  </a:lnTo>
                  <a:lnTo>
                    <a:pt x="0" y="77318"/>
                  </a:lnTo>
                  <a:lnTo>
                    <a:pt x="14351" y="89973"/>
                  </a:lnTo>
                  <a:lnTo>
                    <a:pt x="30290" y="93974"/>
                  </a:lnTo>
                  <a:lnTo>
                    <a:pt x="28639" y="115056"/>
                  </a:lnTo>
                  <a:lnTo>
                    <a:pt x="37528" y="127171"/>
                  </a:lnTo>
                  <a:lnTo>
                    <a:pt x="13843" y="166637"/>
                  </a:lnTo>
                  <a:lnTo>
                    <a:pt x="25717" y="179076"/>
                  </a:lnTo>
                  <a:lnTo>
                    <a:pt x="58420" y="162960"/>
                  </a:lnTo>
                  <a:lnTo>
                    <a:pt x="68707" y="173450"/>
                  </a:lnTo>
                  <a:lnTo>
                    <a:pt x="85725" y="167938"/>
                  </a:lnTo>
                  <a:lnTo>
                    <a:pt x="81597" y="153016"/>
                  </a:lnTo>
                  <a:lnTo>
                    <a:pt x="106997" y="152692"/>
                  </a:lnTo>
                  <a:lnTo>
                    <a:pt x="111442" y="143821"/>
                  </a:lnTo>
                  <a:lnTo>
                    <a:pt x="107124" y="135928"/>
                  </a:lnTo>
                  <a:lnTo>
                    <a:pt x="127190" y="117437"/>
                  </a:lnTo>
                  <a:lnTo>
                    <a:pt x="146240" y="124574"/>
                  </a:lnTo>
                  <a:lnTo>
                    <a:pt x="143510" y="136792"/>
                  </a:lnTo>
                  <a:lnTo>
                    <a:pt x="158305" y="139281"/>
                  </a:lnTo>
                  <a:lnTo>
                    <a:pt x="153353" y="164910"/>
                  </a:lnTo>
                  <a:lnTo>
                    <a:pt x="161925" y="174536"/>
                  </a:lnTo>
                  <a:lnTo>
                    <a:pt x="217424" y="145123"/>
                  </a:lnTo>
                  <a:lnTo>
                    <a:pt x="267526" y="140360"/>
                  </a:lnTo>
                  <a:lnTo>
                    <a:pt x="279653" y="159283"/>
                  </a:lnTo>
                  <a:lnTo>
                    <a:pt x="301307" y="153340"/>
                  </a:lnTo>
                  <a:lnTo>
                    <a:pt x="284861" y="109760"/>
                  </a:lnTo>
                  <a:lnTo>
                    <a:pt x="255015" y="103162"/>
                  </a:lnTo>
                  <a:lnTo>
                    <a:pt x="250571" y="111595"/>
                  </a:lnTo>
                  <a:lnTo>
                    <a:pt x="239204" y="106191"/>
                  </a:lnTo>
                  <a:lnTo>
                    <a:pt x="235839" y="70828"/>
                  </a:lnTo>
                  <a:lnTo>
                    <a:pt x="197612" y="76562"/>
                  </a:lnTo>
                  <a:lnTo>
                    <a:pt x="185165" y="832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40C0479B-1DBC-0EF1-2C95-0EB30035A2BE}"/>
                </a:ext>
              </a:extLst>
            </p:cNvPr>
            <p:cNvSpPr/>
            <p:nvPr/>
          </p:nvSpPr>
          <p:spPr>
            <a:xfrm>
              <a:off x="8975645" y="4097796"/>
              <a:ext cx="59089" cy="114287"/>
            </a:xfrm>
            <a:custGeom>
              <a:avLst/>
              <a:gdLst>
                <a:gd name="csX0" fmla="*/ 57138 w 68145"/>
                <a:gd name="csY0" fmla="*/ 559 h 131803"/>
                <a:gd name="csX1" fmla="*/ 51932 w 68145"/>
                <a:gd name="csY1" fmla="*/ 1314 h 131803"/>
                <a:gd name="csX2" fmla="*/ 50979 w 68145"/>
                <a:gd name="csY2" fmla="*/ 2286 h 131803"/>
                <a:gd name="csX3" fmla="*/ 37898 w 68145"/>
                <a:gd name="csY3" fmla="*/ 7264 h 131803"/>
                <a:gd name="csX4" fmla="*/ 4751 w 68145"/>
                <a:gd name="csY4" fmla="*/ 55277 h 131803"/>
                <a:gd name="csX5" fmla="*/ 115 w 68145"/>
                <a:gd name="csY5" fmla="*/ 78739 h 131803"/>
                <a:gd name="csX6" fmla="*/ 5005 w 68145"/>
                <a:gd name="csY6" fmla="*/ 100908 h 131803"/>
                <a:gd name="csX7" fmla="*/ 19038 w 68145"/>
                <a:gd name="csY7" fmla="*/ 116268 h 131803"/>
                <a:gd name="csX8" fmla="*/ 20562 w 68145"/>
                <a:gd name="csY8" fmla="*/ 125889 h 131803"/>
                <a:gd name="csX9" fmla="*/ 26214 w 68145"/>
                <a:gd name="csY9" fmla="*/ 131515 h 131803"/>
                <a:gd name="csX10" fmla="*/ 29452 w 68145"/>
                <a:gd name="csY10" fmla="*/ 129565 h 131803"/>
                <a:gd name="csX11" fmla="*/ 29961 w 68145"/>
                <a:gd name="csY11" fmla="*/ 110426 h 131803"/>
                <a:gd name="csX12" fmla="*/ 44375 w 68145"/>
                <a:gd name="csY12" fmla="*/ 88690 h 131803"/>
                <a:gd name="csX13" fmla="*/ 54980 w 68145"/>
                <a:gd name="csY13" fmla="*/ 48031 h 131803"/>
                <a:gd name="csX14" fmla="*/ 64060 w 68145"/>
                <a:gd name="csY14" fmla="*/ 30403 h 131803"/>
                <a:gd name="csX15" fmla="*/ 63425 w 68145"/>
                <a:gd name="csY15" fmla="*/ 20345 h 131803"/>
                <a:gd name="csX16" fmla="*/ 67425 w 68145"/>
                <a:gd name="csY16" fmla="*/ 10617 h 131803"/>
                <a:gd name="csX17" fmla="*/ 57138 w 68145"/>
                <a:gd name="csY17" fmla="*/ 450 h 131803"/>
                <a:gd name="csX18" fmla="*/ 57138 w 68145"/>
                <a:gd name="csY18" fmla="*/ 559 h 131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8145" h="131803">
                  <a:moveTo>
                    <a:pt x="57138" y="559"/>
                  </a:moveTo>
                  <a:cubicBezTo>
                    <a:pt x="55551" y="-413"/>
                    <a:pt x="53138" y="-89"/>
                    <a:pt x="51932" y="1314"/>
                  </a:cubicBezTo>
                  <a:lnTo>
                    <a:pt x="50979" y="2286"/>
                  </a:lnTo>
                  <a:cubicBezTo>
                    <a:pt x="47931" y="5423"/>
                    <a:pt x="43613" y="5962"/>
                    <a:pt x="37898" y="7264"/>
                  </a:cubicBezTo>
                  <a:cubicBezTo>
                    <a:pt x="33200" y="8343"/>
                    <a:pt x="34533" y="8236"/>
                    <a:pt x="4751" y="55277"/>
                  </a:cubicBezTo>
                  <a:cubicBezTo>
                    <a:pt x="2401" y="59061"/>
                    <a:pt x="2465" y="62090"/>
                    <a:pt x="115" y="78739"/>
                  </a:cubicBezTo>
                  <a:cubicBezTo>
                    <a:pt x="-519" y="83502"/>
                    <a:pt x="1512" y="88474"/>
                    <a:pt x="5005" y="100908"/>
                  </a:cubicBezTo>
                  <a:cubicBezTo>
                    <a:pt x="7037" y="108153"/>
                    <a:pt x="17959" y="109239"/>
                    <a:pt x="19038" y="116268"/>
                  </a:cubicBezTo>
                  <a:lnTo>
                    <a:pt x="20562" y="125889"/>
                  </a:lnTo>
                  <a:cubicBezTo>
                    <a:pt x="21198" y="130105"/>
                    <a:pt x="25515" y="131083"/>
                    <a:pt x="26214" y="131515"/>
                  </a:cubicBezTo>
                  <a:cubicBezTo>
                    <a:pt x="27929" y="132270"/>
                    <a:pt x="29325" y="131515"/>
                    <a:pt x="29452" y="129565"/>
                  </a:cubicBezTo>
                  <a:lnTo>
                    <a:pt x="29961" y="110426"/>
                  </a:lnTo>
                  <a:cubicBezTo>
                    <a:pt x="30087" y="106102"/>
                    <a:pt x="31929" y="104692"/>
                    <a:pt x="44375" y="88690"/>
                  </a:cubicBezTo>
                  <a:cubicBezTo>
                    <a:pt x="47106" y="85229"/>
                    <a:pt x="46979" y="84150"/>
                    <a:pt x="54980" y="48031"/>
                  </a:cubicBezTo>
                  <a:cubicBezTo>
                    <a:pt x="56059" y="43383"/>
                    <a:pt x="59234" y="38728"/>
                    <a:pt x="64060" y="30403"/>
                  </a:cubicBezTo>
                  <a:cubicBezTo>
                    <a:pt x="66346" y="26403"/>
                    <a:pt x="63743" y="21863"/>
                    <a:pt x="63425" y="20345"/>
                  </a:cubicBezTo>
                  <a:cubicBezTo>
                    <a:pt x="62028" y="15805"/>
                    <a:pt x="66346" y="12452"/>
                    <a:pt x="67425" y="10617"/>
                  </a:cubicBezTo>
                  <a:cubicBezTo>
                    <a:pt x="70664" y="6400"/>
                    <a:pt x="62219" y="4343"/>
                    <a:pt x="57138" y="450"/>
                  </a:cubicBezTo>
                  <a:lnTo>
                    <a:pt x="57138" y="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2D8C775A-3803-F587-0C28-C30693EFA75C}"/>
                </a:ext>
              </a:extLst>
            </p:cNvPr>
            <p:cNvSpPr/>
            <p:nvPr/>
          </p:nvSpPr>
          <p:spPr>
            <a:xfrm>
              <a:off x="6233104" y="3672864"/>
              <a:ext cx="216885" cy="182378"/>
            </a:xfrm>
            <a:custGeom>
              <a:avLst/>
              <a:gdLst>
                <a:gd name="csX0" fmla="*/ 14288 w 250126"/>
                <a:gd name="csY0" fmla="*/ 192919 h 210331"/>
                <a:gd name="csX1" fmla="*/ 28893 w 250126"/>
                <a:gd name="csY1" fmla="*/ 208058 h 210331"/>
                <a:gd name="csX2" fmla="*/ 43180 w 250126"/>
                <a:gd name="csY2" fmla="*/ 210331 h 210331"/>
                <a:gd name="csX3" fmla="*/ 196977 w 250126"/>
                <a:gd name="csY3" fmla="*/ 124574 h 210331"/>
                <a:gd name="csX4" fmla="*/ 207899 w 250126"/>
                <a:gd name="csY4" fmla="*/ 105651 h 210331"/>
                <a:gd name="csX5" fmla="*/ 207899 w 250126"/>
                <a:gd name="csY5" fmla="*/ 85211 h 210331"/>
                <a:gd name="csX6" fmla="*/ 213043 w 250126"/>
                <a:gd name="csY6" fmla="*/ 71158 h 210331"/>
                <a:gd name="csX7" fmla="*/ 211201 w 250126"/>
                <a:gd name="csY7" fmla="*/ 37630 h 210331"/>
                <a:gd name="csX8" fmla="*/ 235395 w 250126"/>
                <a:gd name="csY8" fmla="*/ 30493 h 210331"/>
                <a:gd name="csX9" fmla="*/ 250127 w 250126"/>
                <a:gd name="csY9" fmla="*/ 12979 h 210331"/>
                <a:gd name="csX10" fmla="*/ 246761 w 250126"/>
                <a:gd name="csY10" fmla="*/ 0 h 210331"/>
                <a:gd name="csX11" fmla="*/ 235648 w 250126"/>
                <a:gd name="csY11" fmla="*/ 0 h 210331"/>
                <a:gd name="csX12" fmla="*/ 227520 w 250126"/>
                <a:gd name="csY12" fmla="*/ 8871 h 210331"/>
                <a:gd name="csX13" fmla="*/ 188532 w 250126"/>
                <a:gd name="csY13" fmla="*/ 9735 h 210331"/>
                <a:gd name="csX14" fmla="*/ 155511 w 250126"/>
                <a:gd name="csY14" fmla="*/ 24441 h 210331"/>
                <a:gd name="csX15" fmla="*/ 118935 w 250126"/>
                <a:gd name="csY15" fmla="*/ 27362 h 210331"/>
                <a:gd name="csX16" fmla="*/ 109538 w 250126"/>
                <a:gd name="csY16" fmla="*/ 17736 h 210331"/>
                <a:gd name="csX17" fmla="*/ 91694 w 250126"/>
                <a:gd name="csY17" fmla="*/ 15786 h 210331"/>
                <a:gd name="csX18" fmla="*/ 64071 w 250126"/>
                <a:gd name="csY18" fmla="*/ 29305 h 210331"/>
                <a:gd name="csX19" fmla="*/ 38671 w 250126"/>
                <a:gd name="csY19" fmla="*/ 20981 h 210331"/>
                <a:gd name="csX20" fmla="*/ 38671 w 250126"/>
                <a:gd name="csY20" fmla="*/ 44228 h 210331"/>
                <a:gd name="csX21" fmla="*/ 22860 w 250126"/>
                <a:gd name="csY21" fmla="*/ 59906 h 210331"/>
                <a:gd name="csX22" fmla="*/ 7810 w 250126"/>
                <a:gd name="csY22" fmla="*/ 59906 h 210331"/>
                <a:gd name="csX23" fmla="*/ 5397 w 250126"/>
                <a:gd name="csY23" fmla="*/ 72561 h 210331"/>
                <a:gd name="csX24" fmla="*/ 9525 w 250126"/>
                <a:gd name="csY24" fmla="*/ 82404 h 210331"/>
                <a:gd name="csX25" fmla="*/ 8572 w 250126"/>
                <a:gd name="csY25" fmla="*/ 103378 h 210331"/>
                <a:gd name="csX26" fmla="*/ 11176 w 250126"/>
                <a:gd name="csY26" fmla="*/ 114084 h 210331"/>
                <a:gd name="csX27" fmla="*/ 29528 w 250126"/>
                <a:gd name="csY27" fmla="*/ 114084 h 210331"/>
                <a:gd name="csX28" fmla="*/ 32830 w 250126"/>
                <a:gd name="csY28" fmla="*/ 132467 h 210331"/>
                <a:gd name="csX29" fmla="*/ 7938 w 250126"/>
                <a:gd name="csY29" fmla="*/ 154959 h 210331"/>
                <a:gd name="csX30" fmla="*/ 1524 w 250126"/>
                <a:gd name="csY30" fmla="*/ 173342 h 210331"/>
                <a:gd name="csX31" fmla="*/ 0 w 250126"/>
                <a:gd name="csY31" fmla="*/ 196164 h 210331"/>
                <a:gd name="csX32" fmla="*/ 13970 w 250126"/>
                <a:gd name="csY32" fmla="*/ 192919 h 210331"/>
                <a:gd name="csX33" fmla="*/ 14288 w 250126"/>
                <a:gd name="csY33" fmla="*/ 192919 h 210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50126" h="210331">
                  <a:moveTo>
                    <a:pt x="14288" y="192919"/>
                  </a:moveTo>
                  <a:lnTo>
                    <a:pt x="28893" y="208058"/>
                  </a:lnTo>
                  <a:lnTo>
                    <a:pt x="43180" y="210331"/>
                  </a:lnTo>
                  <a:lnTo>
                    <a:pt x="196977" y="124574"/>
                  </a:lnTo>
                  <a:lnTo>
                    <a:pt x="207899" y="105651"/>
                  </a:lnTo>
                  <a:lnTo>
                    <a:pt x="207899" y="85211"/>
                  </a:lnTo>
                  <a:lnTo>
                    <a:pt x="213043" y="71158"/>
                  </a:lnTo>
                  <a:lnTo>
                    <a:pt x="211201" y="37630"/>
                  </a:lnTo>
                  <a:lnTo>
                    <a:pt x="235395" y="30493"/>
                  </a:lnTo>
                  <a:lnTo>
                    <a:pt x="250127" y="12979"/>
                  </a:lnTo>
                  <a:lnTo>
                    <a:pt x="246761" y="0"/>
                  </a:lnTo>
                  <a:lnTo>
                    <a:pt x="235648" y="0"/>
                  </a:lnTo>
                  <a:lnTo>
                    <a:pt x="227520" y="8871"/>
                  </a:lnTo>
                  <a:lnTo>
                    <a:pt x="188532" y="9735"/>
                  </a:lnTo>
                  <a:lnTo>
                    <a:pt x="155511" y="24441"/>
                  </a:lnTo>
                  <a:lnTo>
                    <a:pt x="118935" y="27362"/>
                  </a:lnTo>
                  <a:lnTo>
                    <a:pt x="109538" y="17736"/>
                  </a:lnTo>
                  <a:lnTo>
                    <a:pt x="91694" y="15786"/>
                  </a:lnTo>
                  <a:lnTo>
                    <a:pt x="64071" y="29305"/>
                  </a:lnTo>
                  <a:lnTo>
                    <a:pt x="38671" y="20981"/>
                  </a:lnTo>
                  <a:lnTo>
                    <a:pt x="38671" y="44228"/>
                  </a:lnTo>
                  <a:lnTo>
                    <a:pt x="22860" y="59906"/>
                  </a:lnTo>
                  <a:lnTo>
                    <a:pt x="7810" y="59906"/>
                  </a:lnTo>
                  <a:cubicBezTo>
                    <a:pt x="4635" y="66828"/>
                    <a:pt x="3366" y="69533"/>
                    <a:pt x="5397" y="72561"/>
                  </a:cubicBezTo>
                  <a:cubicBezTo>
                    <a:pt x="6286" y="74289"/>
                    <a:pt x="10096" y="77857"/>
                    <a:pt x="9525" y="82404"/>
                  </a:cubicBezTo>
                  <a:cubicBezTo>
                    <a:pt x="8255" y="93110"/>
                    <a:pt x="6921" y="98838"/>
                    <a:pt x="8572" y="103378"/>
                  </a:cubicBezTo>
                  <a:cubicBezTo>
                    <a:pt x="9334" y="106623"/>
                    <a:pt x="12129" y="110731"/>
                    <a:pt x="11176" y="114084"/>
                  </a:cubicBezTo>
                  <a:lnTo>
                    <a:pt x="29528" y="114084"/>
                  </a:lnTo>
                  <a:lnTo>
                    <a:pt x="32830" y="132467"/>
                  </a:lnTo>
                  <a:lnTo>
                    <a:pt x="7938" y="154959"/>
                  </a:lnTo>
                  <a:lnTo>
                    <a:pt x="1524" y="173342"/>
                  </a:lnTo>
                  <a:lnTo>
                    <a:pt x="0" y="196164"/>
                  </a:lnTo>
                  <a:lnTo>
                    <a:pt x="13970" y="192919"/>
                  </a:lnTo>
                  <a:lnTo>
                    <a:pt x="14288" y="19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26DEC776-A43A-8325-4FCB-3724899397FA}"/>
                </a:ext>
              </a:extLst>
            </p:cNvPr>
            <p:cNvSpPr/>
            <p:nvPr/>
          </p:nvSpPr>
          <p:spPr>
            <a:xfrm>
              <a:off x="7662777" y="4617223"/>
              <a:ext cx="70385" cy="126060"/>
            </a:xfrm>
            <a:custGeom>
              <a:avLst/>
              <a:gdLst>
                <a:gd name="csX0" fmla="*/ 56497 w 81173"/>
                <a:gd name="csY0" fmla="*/ 50345 h 145381"/>
                <a:gd name="csX1" fmla="*/ 56243 w 81173"/>
                <a:gd name="csY1" fmla="*/ 50345 h 145381"/>
                <a:gd name="csX2" fmla="*/ 53894 w 81173"/>
                <a:gd name="csY2" fmla="*/ 47640 h 145381"/>
                <a:gd name="csX3" fmla="*/ 53576 w 81173"/>
                <a:gd name="csY3" fmla="*/ 40286 h 145381"/>
                <a:gd name="csX4" fmla="*/ 43479 w 81173"/>
                <a:gd name="csY4" fmla="*/ 24069 h 145381"/>
                <a:gd name="csX5" fmla="*/ 19349 w 81173"/>
                <a:gd name="csY5" fmla="*/ 1469 h 145381"/>
                <a:gd name="csX6" fmla="*/ 8427 w 81173"/>
                <a:gd name="csY6" fmla="*/ 1469 h 145381"/>
                <a:gd name="csX7" fmla="*/ 2776 w 81173"/>
                <a:gd name="csY7" fmla="*/ 7305 h 145381"/>
                <a:gd name="csX8" fmla="*/ 13508 w 81173"/>
                <a:gd name="csY8" fmla="*/ 7743 h 145381"/>
                <a:gd name="csX9" fmla="*/ 21509 w 81173"/>
                <a:gd name="csY9" fmla="*/ 10765 h 145381"/>
                <a:gd name="csX10" fmla="*/ 18143 w 81173"/>
                <a:gd name="csY10" fmla="*/ 15204 h 145381"/>
                <a:gd name="csX11" fmla="*/ 13508 w 81173"/>
                <a:gd name="csY11" fmla="*/ 26882 h 145381"/>
                <a:gd name="csX12" fmla="*/ 4935 w 81173"/>
                <a:gd name="csY12" fmla="*/ 27637 h 145381"/>
                <a:gd name="csX13" fmla="*/ 2459 w 81173"/>
                <a:gd name="csY13" fmla="*/ 31962 h 145381"/>
                <a:gd name="csX14" fmla="*/ 5951 w 81173"/>
                <a:gd name="csY14" fmla="*/ 34883 h 145381"/>
                <a:gd name="csX15" fmla="*/ 4617 w 81173"/>
                <a:gd name="csY15" fmla="*/ 58562 h 145381"/>
                <a:gd name="csX16" fmla="*/ 1824 w 81173"/>
                <a:gd name="csY16" fmla="*/ 60943 h 145381"/>
                <a:gd name="csX17" fmla="*/ 2903 w 81173"/>
                <a:gd name="csY17" fmla="*/ 97170 h 145381"/>
                <a:gd name="csX18" fmla="*/ 11475 w 81173"/>
                <a:gd name="csY18" fmla="*/ 132857 h 145381"/>
                <a:gd name="csX19" fmla="*/ 14714 w 81173"/>
                <a:gd name="csY19" fmla="*/ 138369 h 145381"/>
                <a:gd name="csX20" fmla="*/ 23350 w 81173"/>
                <a:gd name="csY20" fmla="*/ 144211 h 145381"/>
                <a:gd name="csX21" fmla="*/ 34716 w 81173"/>
                <a:gd name="csY21" fmla="*/ 144750 h 145381"/>
                <a:gd name="csX22" fmla="*/ 55163 w 81173"/>
                <a:gd name="csY22" fmla="*/ 136857 h 145381"/>
                <a:gd name="csX23" fmla="*/ 74785 w 81173"/>
                <a:gd name="csY23" fmla="*/ 123230 h 145381"/>
                <a:gd name="csX24" fmla="*/ 81072 w 81173"/>
                <a:gd name="csY24" fmla="*/ 93817 h 145381"/>
                <a:gd name="csX25" fmla="*/ 67610 w 81173"/>
                <a:gd name="csY25" fmla="*/ 70138 h 145381"/>
                <a:gd name="csX26" fmla="*/ 56243 w 81173"/>
                <a:gd name="csY26" fmla="*/ 50669 h 145381"/>
                <a:gd name="csX27" fmla="*/ 56497 w 81173"/>
                <a:gd name="csY27" fmla="*/ 50345 h 145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81173" h="145381">
                  <a:moveTo>
                    <a:pt x="56497" y="50345"/>
                  </a:moveTo>
                  <a:lnTo>
                    <a:pt x="56243" y="50345"/>
                  </a:lnTo>
                  <a:cubicBezTo>
                    <a:pt x="54401" y="50561"/>
                    <a:pt x="53322" y="49374"/>
                    <a:pt x="53894" y="47640"/>
                  </a:cubicBezTo>
                  <a:cubicBezTo>
                    <a:pt x="53894" y="48294"/>
                    <a:pt x="55608" y="43532"/>
                    <a:pt x="53576" y="40286"/>
                  </a:cubicBezTo>
                  <a:lnTo>
                    <a:pt x="43479" y="24069"/>
                  </a:lnTo>
                  <a:cubicBezTo>
                    <a:pt x="41130" y="20284"/>
                    <a:pt x="39479" y="19313"/>
                    <a:pt x="19349" y="1469"/>
                  </a:cubicBezTo>
                  <a:cubicBezTo>
                    <a:pt x="15666" y="-1668"/>
                    <a:pt x="10777" y="1145"/>
                    <a:pt x="8427" y="1469"/>
                  </a:cubicBezTo>
                  <a:cubicBezTo>
                    <a:pt x="4173" y="2548"/>
                    <a:pt x="3221" y="6765"/>
                    <a:pt x="2776" y="7305"/>
                  </a:cubicBezTo>
                  <a:cubicBezTo>
                    <a:pt x="617" y="12175"/>
                    <a:pt x="9824" y="8174"/>
                    <a:pt x="13508" y="7743"/>
                  </a:cubicBezTo>
                  <a:cubicBezTo>
                    <a:pt x="17699" y="6873"/>
                    <a:pt x="20747" y="10226"/>
                    <a:pt x="21509" y="10765"/>
                  </a:cubicBezTo>
                  <a:cubicBezTo>
                    <a:pt x="25064" y="13471"/>
                    <a:pt x="18905" y="14658"/>
                    <a:pt x="18143" y="15204"/>
                  </a:cubicBezTo>
                  <a:cubicBezTo>
                    <a:pt x="13508" y="17147"/>
                    <a:pt x="13508" y="26882"/>
                    <a:pt x="13508" y="26882"/>
                  </a:cubicBezTo>
                  <a:cubicBezTo>
                    <a:pt x="12746" y="31638"/>
                    <a:pt x="6776" y="27853"/>
                    <a:pt x="4935" y="27637"/>
                  </a:cubicBezTo>
                  <a:cubicBezTo>
                    <a:pt x="744" y="26342"/>
                    <a:pt x="-907" y="29149"/>
                    <a:pt x="2459" y="31962"/>
                  </a:cubicBezTo>
                  <a:lnTo>
                    <a:pt x="5951" y="34883"/>
                  </a:lnTo>
                  <a:cubicBezTo>
                    <a:pt x="9253" y="37696"/>
                    <a:pt x="7856" y="40617"/>
                    <a:pt x="4617" y="58562"/>
                  </a:cubicBezTo>
                  <a:cubicBezTo>
                    <a:pt x="4300" y="60403"/>
                    <a:pt x="3030" y="61483"/>
                    <a:pt x="1824" y="60943"/>
                  </a:cubicBezTo>
                  <a:cubicBezTo>
                    <a:pt x="-1415" y="59648"/>
                    <a:pt x="109" y="64296"/>
                    <a:pt x="2903" y="97170"/>
                  </a:cubicBezTo>
                  <a:cubicBezTo>
                    <a:pt x="3348" y="101278"/>
                    <a:pt x="3665" y="102250"/>
                    <a:pt x="11475" y="132857"/>
                  </a:cubicBezTo>
                  <a:cubicBezTo>
                    <a:pt x="11984" y="134584"/>
                    <a:pt x="13381" y="137181"/>
                    <a:pt x="14714" y="138369"/>
                  </a:cubicBezTo>
                  <a:cubicBezTo>
                    <a:pt x="14142" y="137937"/>
                    <a:pt x="18778" y="143239"/>
                    <a:pt x="23350" y="144211"/>
                  </a:cubicBezTo>
                  <a:cubicBezTo>
                    <a:pt x="22715" y="144103"/>
                    <a:pt x="30272" y="146478"/>
                    <a:pt x="34716" y="144750"/>
                  </a:cubicBezTo>
                  <a:lnTo>
                    <a:pt x="55163" y="136857"/>
                  </a:lnTo>
                  <a:cubicBezTo>
                    <a:pt x="59609" y="135124"/>
                    <a:pt x="63482" y="131771"/>
                    <a:pt x="74785" y="123230"/>
                  </a:cubicBezTo>
                  <a:cubicBezTo>
                    <a:pt x="78341" y="120525"/>
                    <a:pt x="77770" y="118474"/>
                    <a:pt x="81072" y="93817"/>
                  </a:cubicBezTo>
                  <a:cubicBezTo>
                    <a:pt x="81707" y="89385"/>
                    <a:pt x="79611" y="87759"/>
                    <a:pt x="67610" y="70138"/>
                  </a:cubicBezTo>
                  <a:cubicBezTo>
                    <a:pt x="61577" y="61159"/>
                    <a:pt x="62657" y="49805"/>
                    <a:pt x="56243" y="50669"/>
                  </a:cubicBezTo>
                  <a:lnTo>
                    <a:pt x="56497" y="503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255C0DA4-F1B5-E925-5CDE-B53BB77432F1}"/>
                </a:ext>
              </a:extLst>
            </p:cNvPr>
            <p:cNvSpPr/>
            <p:nvPr/>
          </p:nvSpPr>
          <p:spPr>
            <a:xfrm>
              <a:off x="9171657" y="3807360"/>
              <a:ext cx="25019" cy="10578"/>
            </a:xfrm>
            <a:custGeom>
              <a:avLst/>
              <a:gdLst>
                <a:gd name="csX0" fmla="*/ 10218 w 28854"/>
                <a:gd name="csY0" fmla="*/ 1690 h 12199"/>
                <a:gd name="csX1" fmla="*/ 2089 w 28854"/>
                <a:gd name="csY1" fmla="*/ 5907 h 12199"/>
                <a:gd name="csX2" fmla="*/ 3931 w 28854"/>
                <a:gd name="csY2" fmla="*/ 12180 h 12199"/>
                <a:gd name="csX3" fmla="*/ 21711 w 28854"/>
                <a:gd name="csY3" fmla="*/ 11101 h 12199"/>
                <a:gd name="csX4" fmla="*/ 26982 w 28854"/>
                <a:gd name="csY4" fmla="*/ 8180 h 12199"/>
                <a:gd name="csX5" fmla="*/ 28315 w 28854"/>
                <a:gd name="csY5" fmla="*/ 1906 h 12199"/>
                <a:gd name="csX6" fmla="*/ 10090 w 28854"/>
                <a:gd name="csY6" fmla="*/ 1690 h 12199"/>
                <a:gd name="csX7" fmla="*/ 10218 w 28854"/>
                <a:gd name="csY7" fmla="*/ 1690 h 12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854" h="12199">
                  <a:moveTo>
                    <a:pt x="10218" y="1690"/>
                  </a:moveTo>
                  <a:cubicBezTo>
                    <a:pt x="5899" y="2230"/>
                    <a:pt x="2089" y="5907"/>
                    <a:pt x="2089" y="5907"/>
                  </a:cubicBezTo>
                  <a:cubicBezTo>
                    <a:pt x="-1276" y="8612"/>
                    <a:pt x="-514" y="12504"/>
                    <a:pt x="3931" y="12180"/>
                  </a:cubicBezTo>
                  <a:lnTo>
                    <a:pt x="21711" y="11101"/>
                  </a:lnTo>
                  <a:cubicBezTo>
                    <a:pt x="23552" y="11101"/>
                    <a:pt x="25902" y="9583"/>
                    <a:pt x="26982" y="8180"/>
                  </a:cubicBezTo>
                  <a:cubicBezTo>
                    <a:pt x="26664" y="8720"/>
                    <a:pt x="30157" y="4719"/>
                    <a:pt x="28315" y="1906"/>
                  </a:cubicBezTo>
                  <a:cubicBezTo>
                    <a:pt x="26473" y="-1123"/>
                    <a:pt x="23108" y="-37"/>
                    <a:pt x="10090" y="1690"/>
                  </a:cubicBezTo>
                  <a:lnTo>
                    <a:pt x="10218" y="1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6A3A178D-223F-2FDF-E31C-541B20CF2F74}"/>
                </a:ext>
              </a:extLst>
            </p:cNvPr>
            <p:cNvSpPr/>
            <p:nvPr/>
          </p:nvSpPr>
          <p:spPr>
            <a:xfrm>
              <a:off x="9249288" y="3757169"/>
              <a:ext cx="7113" cy="7561"/>
            </a:xfrm>
            <a:custGeom>
              <a:avLst/>
              <a:gdLst>
                <a:gd name="csX0" fmla="*/ 3302 w 8203"/>
                <a:gd name="csY0" fmla="*/ 747 h 8720"/>
                <a:gd name="csX1" fmla="*/ 889 w 8203"/>
                <a:gd name="csY1" fmla="*/ 6474 h 8720"/>
                <a:gd name="csX2" fmla="*/ 1968 w 8203"/>
                <a:gd name="csY2" fmla="*/ 7668 h 8720"/>
                <a:gd name="csX3" fmla="*/ 6540 w 8203"/>
                <a:gd name="csY3" fmla="*/ 7668 h 8720"/>
                <a:gd name="csX4" fmla="*/ 6985 w 8203"/>
                <a:gd name="csY4" fmla="*/ 7237 h 8720"/>
                <a:gd name="csX5" fmla="*/ 3302 w 8203"/>
                <a:gd name="csY5" fmla="*/ 639 h 8720"/>
                <a:gd name="csX6" fmla="*/ 3302 w 8203"/>
                <a:gd name="csY6" fmla="*/ 747 h 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03" h="8720">
                  <a:moveTo>
                    <a:pt x="3302" y="747"/>
                  </a:moveTo>
                  <a:cubicBezTo>
                    <a:pt x="2730" y="1394"/>
                    <a:pt x="-1905" y="3344"/>
                    <a:pt x="889" y="6474"/>
                  </a:cubicBezTo>
                  <a:lnTo>
                    <a:pt x="1968" y="7668"/>
                  </a:lnTo>
                  <a:cubicBezTo>
                    <a:pt x="3302" y="9072"/>
                    <a:pt x="5206" y="9072"/>
                    <a:pt x="6540" y="7668"/>
                  </a:cubicBezTo>
                  <a:lnTo>
                    <a:pt x="6985" y="7237"/>
                  </a:lnTo>
                  <a:cubicBezTo>
                    <a:pt x="9969" y="3992"/>
                    <a:pt x="6985" y="-1958"/>
                    <a:pt x="3302" y="639"/>
                  </a:cubicBezTo>
                  <a:lnTo>
                    <a:pt x="3302" y="7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6B134D79-F14D-1E4A-0E22-9E3ECF815D66}"/>
                </a:ext>
              </a:extLst>
            </p:cNvPr>
            <p:cNvSpPr/>
            <p:nvPr/>
          </p:nvSpPr>
          <p:spPr>
            <a:xfrm>
              <a:off x="9219838" y="3765988"/>
              <a:ext cx="6808" cy="8141"/>
            </a:xfrm>
            <a:custGeom>
              <a:avLst/>
              <a:gdLst>
                <a:gd name="csX0" fmla="*/ 5072 w 7852"/>
                <a:gd name="csY0" fmla="*/ 743 h 9389"/>
                <a:gd name="csX1" fmla="*/ 3611 w 7852"/>
                <a:gd name="csY1" fmla="*/ 203 h 9389"/>
                <a:gd name="csX2" fmla="*/ 118 w 7852"/>
                <a:gd name="csY2" fmla="*/ 2362 h 9389"/>
                <a:gd name="csX3" fmla="*/ 2849 w 7852"/>
                <a:gd name="csY3" fmla="*/ 8744 h 9389"/>
                <a:gd name="csX4" fmla="*/ 3993 w 7852"/>
                <a:gd name="csY4" fmla="*/ 9176 h 9389"/>
                <a:gd name="csX5" fmla="*/ 7612 w 7852"/>
                <a:gd name="csY5" fmla="*/ 7125 h 9389"/>
                <a:gd name="csX6" fmla="*/ 5072 w 7852"/>
                <a:gd name="csY6" fmla="*/ 743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52" h="9389">
                  <a:moveTo>
                    <a:pt x="5072" y="743"/>
                  </a:moveTo>
                  <a:lnTo>
                    <a:pt x="3611" y="203"/>
                  </a:lnTo>
                  <a:cubicBezTo>
                    <a:pt x="1833" y="-451"/>
                    <a:pt x="309" y="527"/>
                    <a:pt x="118" y="2362"/>
                  </a:cubicBezTo>
                  <a:cubicBezTo>
                    <a:pt x="246" y="3010"/>
                    <a:pt x="-1088" y="7233"/>
                    <a:pt x="2849" y="8744"/>
                  </a:cubicBezTo>
                  <a:lnTo>
                    <a:pt x="3993" y="9176"/>
                  </a:lnTo>
                  <a:cubicBezTo>
                    <a:pt x="5770" y="9823"/>
                    <a:pt x="7358" y="8960"/>
                    <a:pt x="7612" y="7125"/>
                  </a:cubicBezTo>
                  <a:cubicBezTo>
                    <a:pt x="7612" y="6579"/>
                    <a:pt x="9009" y="2254"/>
                    <a:pt x="5072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4F285B00-1EDE-2806-CF08-225A2FE6D088}"/>
                </a:ext>
              </a:extLst>
            </p:cNvPr>
            <p:cNvSpPr/>
            <p:nvPr/>
          </p:nvSpPr>
          <p:spPr>
            <a:xfrm>
              <a:off x="9170156" y="3767018"/>
              <a:ext cx="10274" cy="11269"/>
            </a:xfrm>
            <a:custGeom>
              <a:avLst/>
              <a:gdLst>
                <a:gd name="csX0" fmla="*/ 9599 w 11849"/>
                <a:gd name="csY0" fmla="*/ 851 h 12996"/>
                <a:gd name="csX1" fmla="*/ 5344 w 11849"/>
                <a:gd name="csY1" fmla="*/ 1282 h 12996"/>
                <a:gd name="csX2" fmla="*/ 1788 w 11849"/>
                <a:gd name="csY2" fmla="*/ 12528 h 12996"/>
                <a:gd name="csX3" fmla="*/ 2550 w 11849"/>
                <a:gd name="csY3" fmla="*/ 12744 h 12996"/>
                <a:gd name="csX4" fmla="*/ 7757 w 11849"/>
                <a:gd name="csY4" fmla="*/ 11233 h 12996"/>
                <a:gd name="csX5" fmla="*/ 10741 w 11849"/>
                <a:gd name="csY5" fmla="*/ 1930 h 12996"/>
                <a:gd name="csX6" fmla="*/ 9599 w 11849"/>
                <a:gd name="csY6" fmla="*/ 743 h 12996"/>
                <a:gd name="csX7" fmla="*/ 9599 w 11849"/>
                <a:gd name="csY7" fmla="*/ 851 h 12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49" h="12996">
                  <a:moveTo>
                    <a:pt x="9599" y="851"/>
                  </a:moveTo>
                  <a:cubicBezTo>
                    <a:pt x="8265" y="-445"/>
                    <a:pt x="6297" y="-229"/>
                    <a:pt x="5344" y="1282"/>
                  </a:cubicBezTo>
                  <a:cubicBezTo>
                    <a:pt x="3375" y="5175"/>
                    <a:pt x="-3101" y="10801"/>
                    <a:pt x="1788" y="12528"/>
                  </a:cubicBezTo>
                  <a:lnTo>
                    <a:pt x="2550" y="12744"/>
                  </a:lnTo>
                  <a:cubicBezTo>
                    <a:pt x="4264" y="13398"/>
                    <a:pt x="6677" y="12744"/>
                    <a:pt x="7757" y="11233"/>
                  </a:cubicBezTo>
                  <a:cubicBezTo>
                    <a:pt x="8837" y="9283"/>
                    <a:pt x="14107" y="5391"/>
                    <a:pt x="10741" y="1930"/>
                  </a:cubicBezTo>
                  <a:lnTo>
                    <a:pt x="9599" y="743"/>
                  </a:lnTo>
                  <a:lnTo>
                    <a:pt x="9599" y="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7AEB4BA3-3C33-E840-8531-6D8B4A6A67B0}"/>
                </a:ext>
              </a:extLst>
            </p:cNvPr>
            <p:cNvSpPr/>
            <p:nvPr/>
          </p:nvSpPr>
          <p:spPr>
            <a:xfrm>
              <a:off x="9172919" y="3624481"/>
              <a:ext cx="109451" cy="155734"/>
            </a:xfrm>
            <a:custGeom>
              <a:avLst/>
              <a:gdLst>
                <a:gd name="csX0" fmla="*/ 34607 w 126226"/>
                <a:gd name="csY0" fmla="*/ 13843 h 179603"/>
                <a:gd name="csX1" fmla="*/ 20447 w 126226"/>
                <a:gd name="csY1" fmla="*/ 34169 h 179603"/>
                <a:gd name="csX2" fmla="*/ 0 w 126226"/>
                <a:gd name="csY2" fmla="*/ 34169 h 179603"/>
                <a:gd name="csX3" fmla="*/ 18923 w 126226"/>
                <a:gd name="csY3" fmla="*/ 46069 h 179603"/>
                <a:gd name="csX4" fmla="*/ 21018 w 126226"/>
                <a:gd name="csY4" fmla="*/ 57099 h 179603"/>
                <a:gd name="csX5" fmla="*/ 27622 w 126226"/>
                <a:gd name="csY5" fmla="*/ 72885 h 179603"/>
                <a:gd name="csX6" fmla="*/ 27051 w 126226"/>
                <a:gd name="csY6" fmla="*/ 73317 h 179603"/>
                <a:gd name="csX7" fmla="*/ 16256 w 126226"/>
                <a:gd name="csY7" fmla="*/ 67799 h 179603"/>
                <a:gd name="csX8" fmla="*/ 2730 w 126226"/>
                <a:gd name="csY8" fmla="*/ 73857 h 179603"/>
                <a:gd name="csX9" fmla="*/ 2159 w 126226"/>
                <a:gd name="csY9" fmla="*/ 86512 h 179603"/>
                <a:gd name="csX10" fmla="*/ 5652 w 126226"/>
                <a:gd name="csY10" fmla="*/ 81858 h 179603"/>
                <a:gd name="csX11" fmla="*/ 11493 w 126226"/>
                <a:gd name="csY11" fmla="*/ 84779 h 179603"/>
                <a:gd name="csX12" fmla="*/ 15557 w 126226"/>
                <a:gd name="csY12" fmla="*/ 105220 h 179603"/>
                <a:gd name="csX13" fmla="*/ 22098 w 126226"/>
                <a:gd name="csY13" fmla="*/ 117221 h 179603"/>
                <a:gd name="csX14" fmla="*/ 18605 w 126226"/>
                <a:gd name="csY14" fmla="*/ 120250 h 179603"/>
                <a:gd name="csX15" fmla="*/ 17081 w 126226"/>
                <a:gd name="csY15" fmla="*/ 120466 h 179603"/>
                <a:gd name="csX16" fmla="*/ 14415 w 126226"/>
                <a:gd name="csY16" fmla="*/ 127172 h 179603"/>
                <a:gd name="csX17" fmla="*/ 14732 w 126226"/>
                <a:gd name="csY17" fmla="*/ 127172 h 179603"/>
                <a:gd name="csX18" fmla="*/ 6032 w 126226"/>
                <a:gd name="csY18" fmla="*/ 144145 h 179603"/>
                <a:gd name="csX19" fmla="*/ 8001 w 126226"/>
                <a:gd name="csY19" fmla="*/ 158312 h 179603"/>
                <a:gd name="csX20" fmla="*/ 11684 w 126226"/>
                <a:gd name="csY20" fmla="*/ 158096 h 179603"/>
                <a:gd name="csX21" fmla="*/ 12446 w 126226"/>
                <a:gd name="csY21" fmla="*/ 157124 h 179603"/>
                <a:gd name="csX22" fmla="*/ 16637 w 126226"/>
                <a:gd name="csY22" fmla="*/ 157124 h 179603"/>
                <a:gd name="csX23" fmla="*/ 17526 w 126226"/>
                <a:gd name="csY23" fmla="*/ 158204 h 179603"/>
                <a:gd name="csX24" fmla="*/ 13398 w 126226"/>
                <a:gd name="csY24" fmla="*/ 176803 h 179603"/>
                <a:gd name="csX25" fmla="*/ 22289 w 126226"/>
                <a:gd name="csY25" fmla="*/ 179076 h 179603"/>
                <a:gd name="csX26" fmla="*/ 29845 w 126226"/>
                <a:gd name="csY26" fmla="*/ 169342 h 179603"/>
                <a:gd name="csX27" fmla="*/ 38735 w 126226"/>
                <a:gd name="csY27" fmla="*/ 166637 h 179603"/>
                <a:gd name="csX28" fmla="*/ 38989 w 126226"/>
                <a:gd name="csY28" fmla="*/ 168802 h 179603"/>
                <a:gd name="csX29" fmla="*/ 44577 w 126226"/>
                <a:gd name="csY29" fmla="*/ 170967 h 179603"/>
                <a:gd name="csX30" fmla="*/ 48704 w 126226"/>
                <a:gd name="csY30" fmla="*/ 161772 h 179603"/>
                <a:gd name="csX31" fmla="*/ 56515 w 126226"/>
                <a:gd name="csY31" fmla="*/ 156693 h 179603"/>
                <a:gd name="csX32" fmla="*/ 68326 w 126226"/>
                <a:gd name="csY32" fmla="*/ 161665 h 179603"/>
                <a:gd name="csX33" fmla="*/ 68643 w 126226"/>
                <a:gd name="csY33" fmla="*/ 161665 h 179603"/>
                <a:gd name="csX34" fmla="*/ 71755 w 126226"/>
                <a:gd name="csY34" fmla="*/ 158528 h 179603"/>
                <a:gd name="csX35" fmla="*/ 71755 w 126226"/>
                <a:gd name="csY35" fmla="*/ 157556 h 179603"/>
                <a:gd name="csX36" fmla="*/ 79756 w 126226"/>
                <a:gd name="csY36" fmla="*/ 154419 h 179603"/>
                <a:gd name="csX37" fmla="*/ 86995 w 126226"/>
                <a:gd name="csY37" fmla="*/ 148253 h 179603"/>
                <a:gd name="csX38" fmla="*/ 104457 w 126226"/>
                <a:gd name="csY38" fmla="*/ 147390 h 179603"/>
                <a:gd name="csX39" fmla="*/ 118618 w 126226"/>
                <a:gd name="csY39" fmla="*/ 133331 h 179603"/>
                <a:gd name="csX40" fmla="*/ 121539 w 126226"/>
                <a:gd name="csY40" fmla="*/ 127387 h 179603"/>
                <a:gd name="csX41" fmla="*/ 123952 w 126226"/>
                <a:gd name="csY41" fmla="*/ 108140 h 179603"/>
                <a:gd name="csX42" fmla="*/ 122936 w 126226"/>
                <a:gd name="csY42" fmla="*/ 108464 h 179603"/>
                <a:gd name="csX43" fmla="*/ 119952 w 126226"/>
                <a:gd name="csY43" fmla="*/ 106191 h 179603"/>
                <a:gd name="csX44" fmla="*/ 120459 w 126226"/>
                <a:gd name="csY44" fmla="*/ 63475 h 179603"/>
                <a:gd name="csX45" fmla="*/ 96520 w 126226"/>
                <a:gd name="csY45" fmla="*/ 25952 h 179603"/>
                <a:gd name="csX46" fmla="*/ 83439 w 126226"/>
                <a:gd name="csY46" fmla="*/ 0 h 179603"/>
                <a:gd name="csX47" fmla="*/ 77915 w 126226"/>
                <a:gd name="csY47" fmla="*/ 12649 h 179603"/>
                <a:gd name="csX48" fmla="*/ 34861 w 126226"/>
                <a:gd name="csY48" fmla="*/ 13951 h 179603"/>
                <a:gd name="csX49" fmla="*/ 34607 w 126226"/>
                <a:gd name="csY49" fmla="*/ 13843 h 179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126226" h="179603">
                  <a:moveTo>
                    <a:pt x="34607" y="13843"/>
                  </a:moveTo>
                  <a:lnTo>
                    <a:pt x="20447" y="34169"/>
                  </a:lnTo>
                  <a:lnTo>
                    <a:pt x="0" y="34169"/>
                  </a:lnTo>
                  <a:cubicBezTo>
                    <a:pt x="11557" y="40335"/>
                    <a:pt x="16701" y="41415"/>
                    <a:pt x="18923" y="46069"/>
                  </a:cubicBezTo>
                  <a:cubicBezTo>
                    <a:pt x="19939" y="49092"/>
                    <a:pt x="24574" y="54286"/>
                    <a:pt x="21018" y="57099"/>
                  </a:cubicBezTo>
                  <a:cubicBezTo>
                    <a:pt x="15494" y="61316"/>
                    <a:pt x="33210" y="68021"/>
                    <a:pt x="27622" y="72885"/>
                  </a:cubicBezTo>
                  <a:lnTo>
                    <a:pt x="27051" y="73317"/>
                  </a:lnTo>
                  <a:cubicBezTo>
                    <a:pt x="23240" y="76562"/>
                    <a:pt x="19494" y="70180"/>
                    <a:pt x="16256" y="67799"/>
                  </a:cubicBezTo>
                  <a:cubicBezTo>
                    <a:pt x="12319" y="64230"/>
                    <a:pt x="7874" y="70720"/>
                    <a:pt x="2730" y="73857"/>
                  </a:cubicBezTo>
                  <a:cubicBezTo>
                    <a:pt x="-1270" y="76886"/>
                    <a:pt x="1841" y="82620"/>
                    <a:pt x="2159" y="86512"/>
                  </a:cubicBezTo>
                  <a:cubicBezTo>
                    <a:pt x="3111" y="91161"/>
                    <a:pt x="4952" y="83268"/>
                    <a:pt x="5652" y="81858"/>
                  </a:cubicBezTo>
                  <a:cubicBezTo>
                    <a:pt x="7176" y="77749"/>
                    <a:pt x="10922" y="80346"/>
                    <a:pt x="11493" y="84779"/>
                  </a:cubicBezTo>
                  <a:cubicBezTo>
                    <a:pt x="13208" y="95269"/>
                    <a:pt x="12446" y="100781"/>
                    <a:pt x="15557" y="105220"/>
                  </a:cubicBezTo>
                  <a:cubicBezTo>
                    <a:pt x="17970" y="109004"/>
                    <a:pt x="22289" y="113328"/>
                    <a:pt x="22098" y="117221"/>
                  </a:cubicBezTo>
                  <a:cubicBezTo>
                    <a:pt x="22098" y="118624"/>
                    <a:pt x="20447" y="120034"/>
                    <a:pt x="18605" y="120250"/>
                  </a:cubicBezTo>
                  <a:lnTo>
                    <a:pt x="17081" y="120466"/>
                  </a:lnTo>
                  <a:cubicBezTo>
                    <a:pt x="12636" y="121006"/>
                    <a:pt x="10160" y="125762"/>
                    <a:pt x="14415" y="127172"/>
                  </a:cubicBezTo>
                  <a:lnTo>
                    <a:pt x="14732" y="127172"/>
                  </a:lnTo>
                  <a:cubicBezTo>
                    <a:pt x="21463" y="129438"/>
                    <a:pt x="5969" y="136576"/>
                    <a:pt x="6032" y="144145"/>
                  </a:cubicBezTo>
                  <a:cubicBezTo>
                    <a:pt x="6414" y="148692"/>
                    <a:pt x="5397" y="154635"/>
                    <a:pt x="8001" y="158312"/>
                  </a:cubicBezTo>
                  <a:cubicBezTo>
                    <a:pt x="8890" y="159614"/>
                    <a:pt x="10604" y="159506"/>
                    <a:pt x="11684" y="158096"/>
                  </a:cubicBezTo>
                  <a:lnTo>
                    <a:pt x="12446" y="157124"/>
                  </a:lnTo>
                  <a:cubicBezTo>
                    <a:pt x="13526" y="155607"/>
                    <a:pt x="15494" y="155607"/>
                    <a:pt x="16637" y="157124"/>
                  </a:cubicBezTo>
                  <a:lnTo>
                    <a:pt x="17526" y="158204"/>
                  </a:lnTo>
                  <a:cubicBezTo>
                    <a:pt x="21082" y="162420"/>
                    <a:pt x="16256" y="167830"/>
                    <a:pt x="13398" y="176803"/>
                  </a:cubicBezTo>
                  <a:cubicBezTo>
                    <a:pt x="11684" y="181451"/>
                    <a:pt x="19367" y="178860"/>
                    <a:pt x="22289" y="179076"/>
                  </a:cubicBezTo>
                  <a:cubicBezTo>
                    <a:pt x="27305" y="178645"/>
                    <a:pt x="27940" y="172479"/>
                    <a:pt x="29845" y="169342"/>
                  </a:cubicBezTo>
                  <a:cubicBezTo>
                    <a:pt x="31686" y="165233"/>
                    <a:pt x="38100" y="162097"/>
                    <a:pt x="38735" y="166637"/>
                  </a:cubicBezTo>
                  <a:lnTo>
                    <a:pt x="38989" y="168802"/>
                  </a:lnTo>
                  <a:cubicBezTo>
                    <a:pt x="39497" y="173018"/>
                    <a:pt x="44069" y="170967"/>
                    <a:pt x="44577" y="170967"/>
                  </a:cubicBezTo>
                  <a:cubicBezTo>
                    <a:pt x="49276" y="169989"/>
                    <a:pt x="48196" y="163722"/>
                    <a:pt x="48704" y="161772"/>
                  </a:cubicBezTo>
                  <a:cubicBezTo>
                    <a:pt x="49149" y="157124"/>
                    <a:pt x="55181" y="157232"/>
                    <a:pt x="56515" y="156693"/>
                  </a:cubicBezTo>
                  <a:cubicBezTo>
                    <a:pt x="61785" y="155391"/>
                    <a:pt x="62484" y="161341"/>
                    <a:pt x="68326" y="161665"/>
                  </a:cubicBezTo>
                  <a:lnTo>
                    <a:pt x="68643" y="161665"/>
                  </a:lnTo>
                  <a:cubicBezTo>
                    <a:pt x="70485" y="161665"/>
                    <a:pt x="71882" y="160369"/>
                    <a:pt x="71755" y="158528"/>
                  </a:cubicBezTo>
                  <a:lnTo>
                    <a:pt x="71755" y="157556"/>
                  </a:lnTo>
                  <a:cubicBezTo>
                    <a:pt x="71310" y="152800"/>
                    <a:pt x="78168" y="154743"/>
                    <a:pt x="79756" y="154419"/>
                  </a:cubicBezTo>
                  <a:cubicBezTo>
                    <a:pt x="84327" y="154527"/>
                    <a:pt x="86042" y="149339"/>
                    <a:pt x="86995" y="148253"/>
                  </a:cubicBezTo>
                  <a:cubicBezTo>
                    <a:pt x="89853" y="143605"/>
                    <a:pt x="96520" y="147066"/>
                    <a:pt x="104457" y="147390"/>
                  </a:cubicBezTo>
                  <a:cubicBezTo>
                    <a:pt x="110045" y="148037"/>
                    <a:pt x="112014" y="140900"/>
                    <a:pt x="118618" y="133331"/>
                  </a:cubicBezTo>
                  <a:cubicBezTo>
                    <a:pt x="119697" y="131820"/>
                    <a:pt x="121031" y="129223"/>
                    <a:pt x="121539" y="127387"/>
                  </a:cubicBezTo>
                  <a:cubicBezTo>
                    <a:pt x="124015" y="115056"/>
                    <a:pt x="129222" y="106299"/>
                    <a:pt x="123952" y="108140"/>
                  </a:cubicBezTo>
                  <a:lnTo>
                    <a:pt x="122936" y="108464"/>
                  </a:lnTo>
                  <a:cubicBezTo>
                    <a:pt x="121221" y="109004"/>
                    <a:pt x="119824" y="108026"/>
                    <a:pt x="119952" y="106191"/>
                  </a:cubicBezTo>
                  <a:cubicBezTo>
                    <a:pt x="121094" y="73101"/>
                    <a:pt x="123698" y="68453"/>
                    <a:pt x="120459" y="63475"/>
                  </a:cubicBezTo>
                  <a:cubicBezTo>
                    <a:pt x="101727" y="34385"/>
                    <a:pt x="99123" y="31363"/>
                    <a:pt x="96520" y="25952"/>
                  </a:cubicBezTo>
                  <a:cubicBezTo>
                    <a:pt x="89217" y="12001"/>
                    <a:pt x="85915" y="4540"/>
                    <a:pt x="83439" y="0"/>
                  </a:cubicBezTo>
                  <a:lnTo>
                    <a:pt x="77915" y="12649"/>
                  </a:lnTo>
                  <a:lnTo>
                    <a:pt x="34861" y="13951"/>
                  </a:lnTo>
                  <a:lnTo>
                    <a:pt x="34607" y="13843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E0DF0195-1117-9FBE-95D2-2AA4C059CD40}"/>
                </a:ext>
              </a:extLst>
            </p:cNvPr>
            <p:cNvSpPr/>
            <p:nvPr/>
          </p:nvSpPr>
          <p:spPr>
            <a:xfrm>
              <a:off x="6194919" y="4003316"/>
              <a:ext cx="5439" cy="5249"/>
            </a:xfrm>
            <a:custGeom>
              <a:avLst/>
              <a:gdLst>
                <a:gd name="csX0" fmla="*/ 350 w 6273"/>
                <a:gd name="csY0" fmla="*/ 1926 h 6054"/>
                <a:gd name="csX1" fmla="*/ 2572 w 6273"/>
                <a:gd name="csY1" fmla="*/ 5818 h 6054"/>
                <a:gd name="csX2" fmla="*/ 5176 w 6273"/>
                <a:gd name="csY2" fmla="*/ 1926 h 6054"/>
                <a:gd name="csX3" fmla="*/ 350 w 6273"/>
                <a:gd name="csY3" fmla="*/ 1926 h 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73" h="6054">
                  <a:moveTo>
                    <a:pt x="350" y="1926"/>
                  </a:moveTo>
                  <a:cubicBezTo>
                    <a:pt x="350" y="1926"/>
                    <a:pt x="-1301" y="7221"/>
                    <a:pt x="2572" y="5818"/>
                  </a:cubicBezTo>
                  <a:cubicBezTo>
                    <a:pt x="3144" y="5386"/>
                    <a:pt x="8541" y="4517"/>
                    <a:pt x="5176" y="1926"/>
                  </a:cubicBezTo>
                  <a:cubicBezTo>
                    <a:pt x="4541" y="1710"/>
                    <a:pt x="1048" y="-2297"/>
                    <a:pt x="350" y="19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0302EC74-7373-7775-03EE-C69CABDB6C97}"/>
                </a:ext>
              </a:extLst>
            </p:cNvPr>
            <p:cNvSpPr/>
            <p:nvPr/>
          </p:nvSpPr>
          <p:spPr>
            <a:xfrm>
              <a:off x="6268324" y="4088127"/>
              <a:ext cx="6810" cy="6295"/>
            </a:xfrm>
            <a:custGeom>
              <a:avLst/>
              <a:gdLst>
                <a:gd name="csX0" fmla="*/ 6372 w 7854"/>
                <a:gd name="csY0" fmla="*/ 1327 h 7260"/>
                <a:gd name="csX1" fmla="*/ 403 w 7854"/>
                <a:gd name="csY1" fmla="*/ 2737 h 7260"/>
                <a:gd name="csX2" fmla="*/ 6372 w 7854"/>
                <a:gd name="csY2" fmla="*/ 6953 h 7260"/>
                <a:gd name="csX3" fmla="*/ 6372 w 7854"/>
                <a:gd name="csY3" fmla="*/ 1435 h 7260"/>
                <a:gd name="csX4" fmla="*/ 6372 w 7854"/>
                <a:gd name="csY4" fmla="*/ 1327 h 7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4" h="7260">
                  <a:moveTo>
                    <a:pt x="6372" y="1327"/>
                  </a:moveTo>
                  <a:cubicBezTo>
                    <a:pt x="5420" y="-184"/>
                    <a:pt x="-1756" y="-1162"/>
                    <a:pt x="403" y="2737"/>
                  </a:cubicBezTo>
                  <a:cubicBezTo>
                    <a:pt x="975" y="3277"/>
                    <a:pt x="2562" y="8573"/>
                    <a:pt x="6372" y="6953"/>
                  </a:cubicBezTo>
                  <a:cubicBezTo>
                    <a:pt x="9802" y="5436"/>
                    <a:pt x="6182" y="788"/>
                    <a:pt x="6372" y="1435"/>
                  </a:cubicBezTo>
                  <a:lnTo>
                    <a:pt x="6372" y="13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FB03EDB8-C2D9-5C26-4E9C-9B100A3C863C}"/>
                </a:ext>
              </a:extLst>
            </p:cNvPr>
            <p:cNvSpPr/>
            <p:nvPr/>
          </p:nvSpPr>
          <p:spPr>
            <a:xfrm>
              <a:off x="6259869" y="4081561"/>
              <a:ext cx="5004" cy="4476"/>
            </a:xfrm>
            <a:custGeom>
              <a:avLst/>
              <a:gdLst>
                <a:gd name="csX0" fmla="*/ 3867 w 5771"/>
                <a:gd name="csY0" fmla="*/ 791 h 5162"/>
                <a:gd name="csX1" fmla="*/ 439 w 5771"/>
                <a:gd name="csY1" fmla="*/ 1547 h 5162"/>
                <a:gd name="csX2" fmla="*/ 185 w 5771"/>
                <a:gd name="csY2" fmla="*/ 2417 h 5162"/>
                <a:gd name="csX3" fmla="*/ 4122 w 5771"/>
                <a:gd name="csY3" fmla="*/ 4900 h 5162"/>
                <a:gd name="csX4" fmla="*/ 3867 w 5771"/>
                <a:gd name="csY4" fmla="*/ 900 h 5162"/>
                <a:gd name="csX5" fmla="*/ 3867 w 5771"/>
                <a:gd name="csY5" fmla="*/ 791 h 5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71" h="5162">
                  <a:moveTo>
                    <a:pt x="3867" y="791"/>
                  </a:moveTo>
                  <a:cubicBezTo>
                    <a:pt x="2598" y="-504"/>
                    <a:pt x="1074" y="-180"/>
                    <a:pt x="439" y="1547"/>
                  </a:cubicBezTo>
                  <a:lnTo>
                    <a:pt x="185" y="2417"/>
                  </a:lnTo>
                  <a:cubicBezTo>
                    <a:pt x="-1085" y="6202"/>
                    <a:pt x="4629" y="5008"/>
                    <a:pt x="4122" y="4900"/>
                  </a:cubicBezTo>
                  <a:cubicBezTo>
                    <a:pt x="8122" y="4360"/>
                    <a:pt x="3550" y="252"/>
                    <a:pt x="3867" y="900"/>
                  </a:cubicBezTo>
                  <a:lnTo>
                    <a:pt x="3867" y="7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BD2C743A-99C3-D33D-635A-3ACD35790F31}"/>
                </a:ext>
              </a:extLst>
            </p:cNvPr>
            <p:cNvSpPr/>
            <p:nvPr/>
          </p:nvSpPr>
          <p:spPr>
            <a:xfrm>
              <a:off x="6441988" y="4386137"/>
              <a:ext cx="6957" cy="8343"/>
            </a:xfrm>
            <a:custGeom>
              <a:avLst/>
              <a:gdLst>
                <a:gd name="csX0" fmla="*/ 5545 w 8023"/>
                <a:gd name="csY0" fmla="*/ 1413 h 9622"/>
                <a:gd name="csX1" fmla="*/ 274 w 8023"/>
                <a:gd name="csY1" fmla="*/ 2168 h 9622"/>
                <a:gd name="csX2" fmla="*/ 21 w 8023"/>
                <a:gd name="csY2" fmla="*/ 4010 h 9622"/>
                <a:gd name="csX3" fmla="*/ 4022 w 8023"/>
                <a:gd name="csY3" fmla="*/ 9306 h 9622"/>
                <a:gd name="csX4" fmla="*/ 7958 w 8023"/>
                <a:gd name="csY4" fmla="*/ 6277 h 9622"/>
                <a:gd name="csX5" fmla="*/ 5545 w 8023"/>
                <a:gd name="csY5" fmla="*/ 1413 h 9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3" h="9622">
                  <a:moveTo>
                    <a:pt x="5545" y="1413"/>
                  </a:moveTo>
                  <a:cubicBezTo>
                    <a:pt x="4910" y="1305"/>
                    <a:pt x="783" y="-2156"/>
                    <a:pt x="274" y="2168"/>
                  </a:cubicBezTo>
                  <a:lnTo>
                    <a:pt x="21" y="4010"/>
                  </a:lnTo>
                  <a:cubicBezTo>
                    <a:pt x="-360" y="7903"/>
                    <a:pt x="4593" y="9845"/>
                    <a:pt x="4022" y="9306"/>
                  </a:cubicBezTo>
                  <a:cubicBezTo>
                    <a:pt x="7514" y="10931"/>
                    <a:pt x="8276" y="5737"/>
                    <a:pt x="7958" y="6277"/>
                  </a:cubicBezTo>
                  <a:cubicBezTo>
                    <a:pt x="8276" y="4550"/>
                    <a:pt x="7197" y="2276"/>
                    <a:pt x="5545" y="14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1AC8752E-C9D8-F8C7-62C8-A0F2D7D1104E}"/>
                </a:ext>
              </a:extLst>
            </p:cNvPr>
            <p:cNvSpPr/>
            <p:nvPr/>
          </p:nvSpPr>
          <p:spPr>
            <a:xfrm>
              <a:off x="6433568" y="4371643"/>
              <a:ext cx="6677" cy="10366"/>
            </a:xfrm>
            <a:custGeom>
              <a:avLst/>
              <a:gdLst>
                <a:gd name="csX0" fmla="*/ 4650 w 7700"/>
                <a:gd name="csY0" fmla="*/ 717 h 11955"/>
                <a:gd name="csX1" fmla="*/ 1094 w 7700"/>
                <a:gd name="csY1" fmla="*/ 8178 h 11955"/>
                <a:gd name="csX2" fmla="*/ 7698 w 7700"/>
                <a:gd name="csY2" fmla="*/ 10128 h 11955"/>
                <a:gd name="csX3" fmla="*/ 4777 w 7700"/>
                <a:gd name="csY3" fmla="*/ 717 h 11955"/>
                <a:gd name="csX4" fmla="*/ 4650 w 7700"/>
                <a:gd name="csY4" fmla="*/ 717 h 1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0" h="11955">
                  <a:moveTo>
                    <a:pt x="4650" y="717"/>
                  </a:moveTo>
                  <a:cubicBezTo>
                    <a:pt x="4650" y="717"/>
                    <a:pt x="-2716" y="5264"/>
                    <a:pt x="1094" y="8178"/>
                  </a:cubicBezTo>
                  <a:cubicBezTo>
                    <a:pt x="2364" y="8940"/>
                    <a:pt x="7825" y="14884"/>
                    <a:pt x="7698" y="10128"/>
                  </a:cubicBezTo>
                  <a:cubicBezTo>
                    <a:pt x="7127" y="6667"/>
                    <a:pt x="8651" y="-2636"/>
                    <a:pt x="4777" y="717"/>
                  </a:cubicBezTo>
                  <a:lnTo>
                    <a:pt x="4650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AABE1088-BC8D-26D5-9516-8E4E93C2FE50}"/>
                </a:ext>
              </a:extLst>
            </p:cNvPr>
            <p:cNvSpPr/>
            <p:nvPr/>
          </p:nvSpPr>
          <p:spPr>
            <a:xfrm>
              <a:off x="6429227" y="4383669"/>
              <a:ext cx="7829" cy="8102"/>
            </a:xfrm>
            <a:custGeom>
              <a:avLst/>
              <a:gdLst>
                <a:gd name="csX0" fmla="*/ 68 w 9029"/>
                <a:gd name="csY0" fmla="*/ 1771 h 9344"/>
                <a:gd name="csX1" fmla="*/ 3815 w 9029"/>
                <a:gd name="csY1" fmla="*/ 9232 h 9344"/>
                <a:gd name="csX2" fmla="*/ 8069 w 9029"/>
                <a:gd name="csY2" fmla="*/ 5231 h 9344"/>
                <a:gd name="csX3" fmla="*/ 68 w 9029"/>
                <a:gd name="csY3" fmla="*/ 1771 h 9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29" h="9344">
                  <a:moveTo>
                    <a:pt x="68" y="1771"/>
                  </a:moveTo>
                  <a:cubicBezTo>
                    <a:pt x="68" y="1771"/>
                    <a:pt x="-821" y="10425"/>
                    <a:pt x="3815" y="9232"/>
                  </a:cubicBezTo>
                  <a:cubicBezTo>
                    <a:pt x="4704" y="8800"/>
                    <a:pt x="11499" y="8152"/>
                    <a:pt x="8069" y="5231"/>
                  </a:cubicBezTo>
                  <a:cubicBezTo>
                    <a:pt x="5656" y="3720"/>
                    <a:pt x="-312" y="-3202"/>
                    <a:pt x="68" y="17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093FE79A-E2F0-CCC6-38FC-CDB76FDF99C6}"/>
                </a:ext>
              </a:extLst>
            </p:cNvPr>
            <p:cNvSpPr/>
            <p:nvPr/>
          </p:nvSpPr>
          <p:spPr>
            <a:xfrm>
              <a:off x="6199048" y="3863022"/>
              <a:ext cx="683226" cy="537841"/>
            </a:xfrm>
            <a:custGeom>
              <a:avLst/>
              <a:gdLst>
                <a:gd name="csX0" fmla="*/ 634907 w 787942"/>
                <a:gd name="csY0" fmla="*/ 325171 h 620274"/>
                <a:gd name="csX1" fmla="*/ 634907 w 787942"/>
                <a:gd name="csY1" fmla="*/ 307004 h 620274"/>
                <a:gd name="csX2" fmla="*/ 625699 w 787942"/>
                <a:gd name="csY2" fmla="*/ 307543 h 620274"/>
                <a:gd name="csX3" fmla="*/ 623985 w 787942"/>
                <a:gd name="csY3" fmla="*/ 305594 h 620274"/>
                <a:gd name="csX4" fmla="*/ 626461 w 787942"/>
                <a:gd name="csY4" fmla="*/ 300622 h 620274"/>
                <a:gd name="csX5" fmla="*/ 606649 w 787942"/>
                <a:gd name="csY5" fmla="*/ 291211 h 620274"/>
                <a:gd name="csX6" fmla="*/ 604173 w 787942"/>
                <a:gd name="csY6" fmla="*/ 289700 h 620274"/>
                <a:gd name="csX7" fmla="*/ 593378 w 787942"/>
                <a:gd name="csY7" fmla="*/ 263855 h 620274"/>
                <a:gd name="csX8" fmla="*/ 576233 w 787942"/>
                <a:gd name="csY8" fmla="*/ 238443 h 620274"/>
                <a:gd name="csX9" fmla="*/ 579598 w 787942"/>
                <a:gd name="csY9" fmla="*/ 234334 h 620274"/>
                <a:gd name="csX10" fmla="*/ 580551 w 787942"/>
                <a:gd name="csY10" fmla="*/ 234874 h 620274"/>
                <a:gd name="csX11" fmla="*/ 584171 w 787942"/>
                <a:gd name="csY11" fmla="*/ 233039 h 620274"/>
                <a:gd name="csX12" fmla="*/ 582393 w 787942"/>
                <a:gd name="csY12" fmla="*/ 223196 h 620274"/>
                <a:gd name="csX13" fmla="*/ 577439 w 787942"/>
                <a:gd name="csY13" fmla="*/ 217570 h 620274"/>
                <a:gd name="csX14" fmla="*/ 574519 w 787942"/>
                <a:gd name="csY14" fmla="*/ 206432 h 620274"/>
                <a:gd name="csX15" fmla="*/ 562834 w 787942"/>
                <a:gd name="csY15" fmla="*/ 199295 h 620274"/>
                <a:gd name="csX16" fmla="*/ 556993 w 787942"/>
                <a:gd name="csY16" fmla="*/ 191834 h 620274"/>
                <a:gd name="csX17" fmla="*/ 551595 w 787942"/>
                <a:gd name="csY17" fmla="*/ 193675 h 620274"/>
                <a:gd name="csX18" fmla="*/ 548293 w 787942"/>
                <a:gd name="csY18" fmla="*/ 183077 h 620274"/>
                <a:gd name="csX19" fmla="*/ 545944 w 787942"/>
                <a:gd name="csY19" fmla="*/ 178429 h 620274"/>
                <a:gd name="csX20" fmla="*/ 532100 w 787942"/>
                <a:gd name="csY20" fmla="*/ 170314 h 620274"/>
                <a:gd name="csX21" fmla="*/ 520924 w 787942"/>
                <a:gd name="csY21" fmla="*/ 145663 h 620274"/>
                <a:gd name="csX22" fmla="*/ 486634 w 787942"/>
                <a:gd name="csY22" fmla="*/ 145663 h 620274"/>
                <a:gd name="csX23" fmla="*/ 478189 w 787942"/>
                <a:gd name="csY23" fmla="*/ 126632 h 620274"/>
                <a:gd name="csX24" fmla="*/ 379573 w 787942"/>
                <a:gd name="csY24" fmla="*/ 121438 h 620274"/>
                <a:gd name="csX25" fmla="*/ 278164 w 787942"/>
                <a:gd name="csY25" fmla="*/ 41631 h 620274"/>
                <a:gd name="csX26" fmla="*/ 221014 w 787942"/>
                <a:gd name="csY26" fmla="*/ 11678 h 620274"/>
                <a:gd name="csX27" fmla="*/ 173262 w 787942"/>
                <a:gd name="csY27" fmla="*/ 0 h 620274"/>
                <a:gd name="csX28" fmla="*/ 94585 w 787942"/>
                <a:gd name="csY28" fmla="*/ 28873 h 620274"/>
                <a:gd name="csX29" fmla="*/ 125573 w 787942"/>
                <a:gd name="csY29" fmla="*/ 66288 h 620274"/>
                <a:gd name="csX30" fmla="*/ 106905 w 787942"/>
                <a:gd name="csY30" fmla="*/ 86837 h 620274"/>
                <a:gd name="csX31" fmla="*/ 76107 w 787942"/>
                <a:gd name="csY31" fmla="*/ 92564 h 620274"/>
                <a:gd name="csX32" fmla="*/ 55279 w 787942"/>
                <a:gd name="csY32" fmla="*/ 119278 h 620274"/>
                <a:gd name="csX33" fmla="*/ 11273 w 787942"/>
                <a:gd name="csY33" fmla="*/ 115710 h 620274"/>
                <a:gd name="csX34" fmla="*/ 5177 w 787942"/>
                <a:gd name="csY34" fmla="*/ 144253 h 620274"/>
                <a:gd name="csX35" fmla="*/ 2193 w 787942"/>
                <a:gd name="csY35" fmla="*/ 158204 h 620274"/>
                <a:gd name="csX36" fmla="*/ 20100 w 787942"/>
                <a:gd name="csY36" fmla="*/ 159284 h 620274"/>
                <a:gd name="csX37" fmla="*/ 44167 w 787942"/>
                <a:gd name="csY37" fmla="*/ 194431 h 620274"/>
                <a:gd name="csX38" fmla="*/ 55088 w 787942"/>
                <a:gd name="csY38" fmla="*/ 207518 h 620274"/>
                <a:gd name="csX39" fmla="*/ 69376 w 787942"/>
                <a:gd name="csY39" fmla="*/ 233687 h 620274"/>
                <a:gd name="csX40" fmla="*/ 75853 w 787942"/>
                <a:gd name="csY40" fmla="*/ 237471 h 620274"/>
                <a:gd name="csX41" fmla="*/ 80171 w 787942"/>
                <a:gd name="csY41" fmla="*/ 248825 h 620274"/>
                <a:gd name="csX42" fmla="*/ 88426 w 787942"/>
                <a:gd name="csY42" fmla="*/ 256394 h 620274"/>
                <a:gd name="csX43" fmla="*/ 97062 w 787942"/>
                <a:gd name="csY43" fmla="*/ 270993 h 620274"/>
                <a:gd name="csX44" fmla="*/ 96300 w 787942"/>
                <a:gd name="csY44" fmla="*/ 286023 h 620274"/>
                <a:gd name="csX45" fmla="*/ 96109 w 787942"/>
                <a:gd name="csY45" fmla="*/ 289376 h 620274"/>
                <a:gd name="csX46" fmla="*/ 109190 w 787942"/>
                <a:gd name="csY46" fmla="*/ 307327 h 620274"/>
                <a:gd name="csX47" fmla="*/ 116557 w 787942"/>
                <a:gd name="csY47" fmla="*/ 308083 h 620274"/>
                <a:gd name="csX48" fmla="*/ 144497 w 787942"/>
                <a:gd name="csY48" fmla="*/ 327546 h 620274"/>
                <a:gd name="csX49" fmla="*/ 166912 w 787942"/>
                <a:gd name="csY49" fmla="*/ 377400 h 620274"/>
                <a:gd name="csX50" fmla="*/ 163356 w 787942"/>
                <a:gd name="csY50" fmla="*/ 404540 h 620274"/>
                <a:gd name="csX51" fmla="*/ 170659 w 787942"/>
                <a:gd name="csY51" fmla="*/ 418383 h 620274"/>
                <a:gd name="csX52" fmla="*/ 169071 w 787942"/>
                <a:gd name="csY52" fmla="*/ 426491 h 620274"/>
                <a:gd name="csX53" fmla="*/ 195550 w 787942"/>
                <a:gd name="csY53" fmla="*/ 463258 h 620274"/>
                <a:gd name="csX54" fmla="*/ 223046 w 787942"/>
                <a:gd name="csY54" fmla="*/ 479698 h 620274"/>
                <a:gd name="csX55" fmla="*/ 228253 w 787942"/>
                <a:gd name="csY55" fmla="*/ 485426 h 620274"/>
                <a:gd name="csX56" fmla="*/ 232508 w 787942"/>
                <a:gd name="csY56" fmla="*/ 490836 h 620274"/>
                <a:gd name="csX57" fmla="*/ 235936 w 787942"/>
                <a:gd name="csY57" fmla="*/ 495700 h 620274"/>
                <a:gd name="csX58" fmla="*/ 251875 w 787942"/>
                <a:gd name="csY58" fmla="*/ 532359 h 620274"/>
                <a:gd name="csX59" fmla="*/ 257399 w 787942"/>
                <a:gd name="csY59" fmla="*/ 537553 h 620274"/>
                <a:gd name="csX60" fmla="*/ 267369 w 787942"/>
                <a:gd name="csY60" fmla="*/ 559505 h 620274"/>
                <a:gd name="csX61" fmla="*/ 289403 w 787942"/>
                <a:gd name="csY61" fmla="*/ 578536 h 620274"/>
                <a:gd name="csX62" fmla="*/ 294293 w 787942"/>
                <a:gd name="csY62" fmla="*/ 590538 h 620274"/>
                <a:gd name="csX63" fmla="*/ 298484 w 787942"/>
                <a:gd name="csY63" fmla="*/ 596271 h 620274"/>
                <a:gd name="csX64" fmla="*/ 300707 w 787942"/>
                <a:gd name="csY64" fmla="*/ 602539 h 620274"/>
                <a:gd name="csX65" fmla="*/ 305533 w 787942"/>
                <a:gd name="csY65" fmla="*/ 610000 h 620274"/>
                <a:gd name="csX66" fmla="*/ 306612 w 787942"/>
                <a:gd name="csY66" fmla="*/ 620275 h 620274"/>
                <a:gd name="csX67" fmla="*/ 320455 w 787942"/>
                <a:gd name="csY67" fmla="*/ 609676 h 620274"/>
                <a:gd name="csX68" fmla="*/ 320709 w 787942"/>
                <a:gd name="csY68" fmla="*/ 579831 h 620274"/>
                <a:gd name="csX69" fmla="*/ 337156 w 787942"/>
                <a:gd name="csY69" fmla="*/ 575723 h 620274"/>
                <a:gd name="csX70" fmla="*/ 346490 w 787942"/>
                <a:gd name="csY70" fmla="*/ 586537 h 620274"/>
                <a:gd name="csX71" fmla="*/ 390305 w 787942"/>
                <a:gd name="csY71" fmla="*/ 581673 h 620274"/>
                <a:gd name="csX72" fmla="*/ 450122 w 787942"/>
                <a:gd name="csY72" fmla="*/ 589458 h 620274"/>
                <a:gd name="csX73" fmla="*/ 463901 w 787942"/>
                <a:gd name="csY73" fmla="*/ 601999 h 620274"/>
                <a:gd name="csX74" fmla="*/ 478697 w 787942"/>
                <a:gd name="csY74" fmla="*/ 597027 h 620274"/>
                <a:gd name="csX75" fmla="*/ 501049 w 787942"/>
                <a:gd name="csY75" fmla="*/ 559181 h 620274"/>
                <a:gd name="csX76" fmla="*/ 538895 w 787942"/>
                <a:gd name="csY76" fmla="*/ 539280 h 620274"/>
                <a:gd name="csX77" fmla="*/ 644876 w 787942"/>
                <a:gd name="csY77" fmla="*/ 522631 h 620274"/>
                <a:gd name="csX78" fmla="*/ 762923 w 787942"/>
                <a:gd name="csY78" fmla="*/ 482295 h 620274"/>
                <a:gd name="csX79" fmla="*/ 787942 w 787942"/>
                <a:gd name="csY79" fmla="*/ 405194 h 620274"/>
                <a:gd name="csX80" fmla="*/ 770098 w 787942"/>
                <a:gd name="csY80" fmla="*/ 377616 h 620274"/>
                <a:gd name="csX81" fmla="*/ 665197 w 787942"/>
                <a:gd name="csY81" fmla="*/ 365074 h 620274"/>
                <a:gd name="csX82" fmla="*/ 635351 w 787942"/>
                <a:gd name="csY82" fmla="*/ 325171 h 620274"/>
                <a:gd name="csX83" fmla="*/ 634907 w 787942"/>
                <a:gd name="csY83" fmla="*/ 325171 h 620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787942" h="620274">
                  <a:moveTo>
                    <a:pt x="634907" y="325171"/>
                  </a:moveTo>
                  <a:lnTo>
                    <a:pt x="634907" y="307004"/>
                  </a:lnTo>
                  <a:cubicBezTo>
                    <a:pt x="630907" y="305270"/>
                    <a:pt x="625192" y="307759"/>
                    <a:pt x="625699" y="307543"/>
                  </a:cubicBezTo>
                  <a:cubicBezTo>
                    <a:pt x="623985" y="308083"/>
                    <a:pt x="623223" y="307220"/>
                    <a:pt x="623985" y="305594"/>
                  </a:cubicBezTo>
                  <a:lnTo>
                    <a:pt x="626461" y="300622"/>
                  </a:lnTo>
                  <a:lnTo>
                    <a:pt x="606649" y="291211"/>
                  </a:lnTo>
                  <a:cubicBezTo>
                    <a:pt x="605824" y="291211"/>
                    <a:pt x="604935" y="290995"/>
                    <a:pt x="604173" y="289700"/>
                  </a:cubicBezTo>
                  <a:cubicBezTo>
                    <a:pt x="590330" y="264827"/>
                    <a:pt x="598839" y="270885"/>
                    <a:pt x="593378" y="263855"/>
                  </a:cubicBezTo>
                  <a:cubicBezTo>
                    <a:pt x="577630" y="243745"/>
                    <a:pt x="576043" y="242767"/>
                    <a:pt x="576233" y="238443"/>
                  </a:cubicBezTo>
                  <a:cubicBezTo>
                    <a:pt x="576487" y="237903"/>
                    <a:pt x="575598" y="232601"/>
                    <a:pt x="579598" y="234334"/>
                  </a:cubicBezTo>
                  <a:lnTo>
                    <a:pt x="580551" y="234874"/>
                  </a:lnTo>
                  <a:cubicBezTo>
                    <a:pt x="582202" y="235630"/>
                    <a:pt x="583853" y="234874"/>
                    <a:pt x="584171" y="233039"/>
                  </a:cubicBezTo>
                  <a:cubicBezTo>
                    <a:pt x="584171" y="230765"/>
                    <a:pt x="586837" y="225139"/>
                    <a:pt x="582393" y="223196"/>
                  </a:cubicBezTo>
                  <a:cubicBezTo>
                    <a:pt x="581884" y="222765"/>
                    <a:pt x="577249" y="221793"/>
                    <a:pt x="577439" y="217570"/>
                  </a:cubicBezTo>
                  <a:cubicBezTo>
                    <a:pt x="577122" y="214440"/>
                    <a:pt x="579154" y="208274"/>
                    <a:pt x="574519" y="206432"/>
                  </a:cubicBezTo>
                  <a:cubicBezTo>
                    <a:pt x="570962" y="204705"/>
                    <a:pt x="564549" y="204165"/>
                    <a:pt x="562834" y="199295"/>
                  </a:cubicBezTo>
                  <a:cubicBezTo>
                    <a:pt x="561437" y="196488"/>
                    <a:pt x="560231" y="187833"/>
                    <a:pt x="556993" y="191834"/>
                  </a:cubicBezTo>
                  <a:cubicBezTo>
                    <a:pt x="556358" y="192265"/>
                    <a:pt x="553627" y="197460"/>
                    <a:pt x="551595" y="193675"/>
                  </a:cubicBezTo>
                  <a:cubicBezTo>
                    <a:pt x="550579" y="191294"/>
                    <a:pt x="547213" y="187725"/>
                    <a:pt x="548293" y="183077"/>
                  </a:cubicBezTo>
                  <a:cubicBezTo>
                    <a:pt x="548293" y="182429"/>
                    <a:pt x="548992" y="179616"/>
                    <a:pt x="545944" y="178429"/>
                  </a:cubicBezTo>
                  <a:cubicBezTo>
                    <a:pt x="538260" y="175292"/>
                    <a:pt x="533942" y="174429"/>
                    <a:pt x="532100" y="170314"/>
                  </a:cubicBezTo>
                  <a:cubicBezTo>
                    <a:pt x="527656" y="160585"/>
                    <a:pt x="523972" y="152476"/>
                    <a:pt x="520924" y="145663"/>
                  </a:cubicBezTo>
                  <a:lnTo>
                    <a:pt x="486634" y="145663"/>
                  </a:lnTo>
                  <a:lnTo>
                    <a:pt x="478189" y="126632"/>
                  </a:lnTo>
                  <a:lnTo>
                    <a:pt x="379573" y="121438"/>
                  </a:lnTo>
                  <a:lnTo>
                    <a:pt x="278164" y="41631"/>
                  </a:lnTo>
                  <a:lnTo>
                    <a:pt x="221014" y="11678"/>
                  </a:lnTo>
                  <a:lnTo>
                    <a:pt x="173262" y="0"/>
                  </a:lnTo>
                  <a:lnTo>
                    <a:pt x="94585" y="28873"/>
                  </a:lnTo>
                  <a:lnTo>
                    <a:pt x="125573" y="66288"/>
                  </a:lnTo>
                  <a:lnTo>
                    <a:pt x="106905" y="86837"/>
                  </a:lnTo>
                  <a:lnTo>
                    <a:pt x="76107" y="92564"/>
                  </a:lnTo>
                  <a:lnTo>
                    <a:pt x="55279" y="119278"/>
                  </a:lnTo>
                  <a:lnTo>
                    <a:pt x="11273" y="115710"/>
                  </a:lnTo>
                  <a:cubicBezTo>
                    <a:pt x="6574" y="143173"/>
                    <a:pt x="6828" y="140684"/>
                    <a:pt x="5177" y="144253"/>
                  </a:cubicBezTo>
                  <a:cubicBezTo>
                    <a:pt x="733" y="154096"/>
                    <a:pt x="-2252" y="158636"/>
                    <a:pt x="2193" y="158204"/>
                  </a:cubicBezTo>
                  <a:cubicBezTo>
                    <a:pt x="14385" y="157017"/>
                    <a:pt x="17560" y="156045"/>
                    <a:pt x="20100" y="159284"/>
                  </a:cubicBezTo>
                  <a:cubicBezTo>
                    <a:pt x="43849" y="190538"/>
                    <a:pt x="44611" y="190754"/>
                    <a:pt x="44167" y="194431"/>
                  </a:cubicBezTo>
                  <a:cubicBezTo>
                    <a:pt x="43532" y="199727"/>
                    <a:pt x="51278" y="200597"/>
                    <a:pt x="55088" y="207518"/>
                  </a:cubicBezTo>
                  <a:lnTo>
                    <a:pt x="69376" y="233687"/>
                  </a:lnTo>
                  <a:cubicBezTo>
                    <a:pt x="71218" y="237147"/>
                    <a:pt x="76424" y="237687"/>
                    <a:pt x="75853" y="237471"/>
                  </a:cubicBezTo>
                  <a:cubicBezTo>
                    <a:pt x="81822" y="238551"/>
                    <a:pt x="75027" y="245148"/>
                    <a:pt x="80171" y="248825"/>
                  </a:cubicBezTo>
                  <a:cubicBezTo>
                    <a:pt x="83219" y="250984"/>
                    <a:pt x="86394" y="252933"/>
                    <a:pt x="88426" y="256394"/>
                  </a:cubicBezTo>
                  <a:lnTo>
                    <a:pt x="97062" y="270993"/>
                  </a:lnTo>
                  <a:cubicBezTo>
                    <a:pt x="99031" y="274346"/>
                    <a:pt x="99920" y="285052"/>
                    <a:pt x="96300" y="286023"/>
                  </a:cubicBezTo>
                  <a:cubicBezTo>
                    <a:pt x="95030" y="286347"/>
                    <a:pt x="95030" y="287865"/>
                    <a:pt x="96109" y="289376"/>
                  </a:cubicBezTo>
                  <a:lnTo>
                    <a:pt x="109190" y="307327"/>
                  </a:lnTo>
                  <a:cubicBezTo>
                    <a:pt x="112111" y="311328"/>
                    <a:pt x="112238" y="305486"/>
                    <a:pt x="116557" y="308083"/>
                  </a:cubicBezTo>
                  <a:cubicBezTo>
                    <a:pt x="136686" y="320631"/>
                    <a:pt x="142210" y="323114"/>
                    <a:pt x="144497" y="327546"/>
                  </a:cubicBezTo>
                  <a:cubicBezTo>
                    <a:pt x="166468" y="371882"/>
                    <a:pt x="167864" y="372859"/>
                    <a:pt x="166912" y="377400"/>
                  </a:cubicBezTo>
                  <a:cubicBezTo>
                    <a:pt x="162340" y="398920"/>
                    <a:pt x="161260" y="400755"/>
                    <a:pt x="163356" y="404540"/>
                  </a:cubicBezTo>
                  <a:lnTo>
                    <a:pt x="170659" y="418383"/>
                  </a:lnTo>
                  <a:cubicBezTo>
                    <a:pt x="173198" y="422923"/>
                    <a:pt x="166277" y="422167"/>
                    <a:pt x="169071" y="426491"/>
                  </a:cubicBezTo>
                  <a:cubicBezTo>
                    <a:pt x="191677" y="460451"/>
                    <a:pt x="191550" y="461207"/>
                    <a:pt x="195550" y="463258"/>
                  </a:cubicBezTo>
                  <a:cubicBezTo>
                    <a:pt x="218982" y="475374"/>
                    <a:pt x="221014" y="475698"/>
                    <a:pt x="223046" y="479698"/>
                  </a:cubicBezTo>
                  <a:cubicBezTo>
                    <a:pt x="223490" y="480346"/>
                    <a:pt x="224570" y="483591"/>
                    <a:pt x="228253" y="485426"/>
                  </a:cubicBezTo>
                  <a:cubicBezTo>
                    <a:pt x="228888" y="485972"/>
                    <a:pt x="232253" y="486944"/>
                    <a:pt x="232508" y="490836"/>
                  </a:cubicBezTo>
                  <a:cubicBezTo>
                    <a:pt x="232698" y="494189"/>
                    <a:pt x="236508" y="496240"/>
                    <a:pt x="235936" y="495700"/>
                  </a:cubicBezTo>
                  <a:cubicBezTo>
                    <a:pt x="244319" y="499593"/>
                    <a:pt x="243620" y="528574"/>
                    <a:pt x="251875" y="532359"/>
                  </a:cubicBezTo>
                  <a:cubicBezTo>
                    <a:pt x="252510" y="532791"/>
                    <a:pt x="256002" y="533660"/>
                    <a:pt x="257399" y="537553"/>
                  </a:cubicBezTo>
                  <a:cubicBezTo>
                    <a:pt x="263242" y="553771"/>
                    <a:pt x="263749" y="556908"/>
                    <a:pt x="267369" y="559505"/>
                  </a:cubicBezTo>
                  <a:cubicBezTo>
                    <a:pt x="286292" y="573234"/>
                    <a:pt x="288642" y="574104"/>
                    <a:pt x="289403" y="578536"/>
                  </a:cubicBezTo>
                  <a:cubicBezTo>
                    <a:pt x="290483" y="582213"/>
                    <a:pt x="289848" y="588163"/>
                    <a:pt x="294293" y="590538"/>
                  </a:cubicBezTo>
                  <a:cubicBezTo>
                    <a:pt x="294864" y="591077"/>
                    <a:pt x="298865" y="592055"/>
                    <a:pt x="298484" y="596271"/>
                  </a:cubicBezTo>
                  <a:cubicBezTo>
                    <a:pt x="298484" y="596811"/>
                    <a:pt x="297976" y="600056"/>
                    <a:pt x="300707" y="602539"/>
                  </a:cubicBezTo>
                  <a:cubicBezTo>
                    <a:pt x="301214" y="603193"/>
                    <a:pt x="305024" y="605568"/>
                    <a:pt x="305533" y="610000"/>
                  </a:cubicBezTo>
                  <a:cubicBezTo>
                    <a:pt x="305977" y="613899"/>
                    <a:pt x="306295" y="617360"/>
                    <a:pt x="306612" y="620275"/>
                  </a:cubicBezTo>
                  <a:lnTo>
                    <a:pt x="320455" y="609676"/>
                  </a:lnTo>
                  <a:lnTo>
                    <a:pt x="320709" y="579831"/>
                  </a:lnTo>
                  <a:lnTo>
                    <a:pt x="337156" y="575723"/>
                  </a:lnTo>
                  <a:lnTo>
                    <a:pt x="346490" y="586537"/>
                  </a:lnTo>
                  <a:lnTo>
                    <a:pt x="390305" y="581673"/>
                  </a:lnTo>
                  <a:lnTo>
                    <a:pt x="450122" y="589458"/>
                  </a:lnTo>
                  <a:lnTo>
                    <a:pt x="463901" y="601999"/>
                  </a:lnTo>
                  <a:lnTo>
                    <a:pt x="478697" y="597027"/>
                  </a:lnTo>
                  <a:lnTo>
                    <a:pt x="501049" y="559181"/>
                  </a:lnTo>
                  <a:lnTo>
                    <a:pt x="538895" y="539280"/>
                  </a:lnTo>
                  <a:lnTo>
                    <a:pt x="644876" y="522631"/>
                  </a:lnTo>
                  <a:lnTo>
                    <a:pt x="762923" y="482295"/>
                  </a:lnTo>
                  <a:lnTo>
                    <a:pt x="787942" y="405194"/>
                  </a:lnTo>
                  <a:lnTo>
                    <a:pt x="770098" y="377616"/>
                  </a:lnTo>
                  <a:lnTo>
                    <a:pt x="665197" y="365074"/>
                  </a:lnTo>
                  <a:lnTo>
                    <a:pt x="635351" y="325171"/>
                  </a:lnTo>
                  <a:lnTo>
                    <a:pt x="634907" y="325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32175056-A0E3-2D2F-A95B-C475FAE085D0}"/>
                </a:ext>
              </a:extLst>
            </p:cNvPr>
            <p:cNvSpPr/>
            <p:nvPr/>
          </p:nvSpPr>
          <p:spPr>
            <a:xfrm>
              <a:off x="7249303" y="2092039"/>
              <a:ext cx="13832" cy="14731"/>
            </a:xfrm>
            <a:custGeom>
              <a:avLst/>
              <a:gdLst>
                <a:gd name="csX0" fmla="*/ 1340 w 15952"/>
                <a:gd name="csY0" fmla="*/ 12245 h 16989"/>
                <a:gd name="csX1" fmla="*/ 12834 w 15952"/>
                <a:gd name="csY1" fmla="*/ 14620 h 16989"/>
                <a:gd name="csX2" fmla="*/ 13596 w 15952"/>
                <a:gd name="csY2" fmla="*/ 237 h 16989"/>
                <a:gd name="csX3" fmla="*/ 5532 w 15952"/>
                <a:gd name="csY3" fmla="*/ 2403 h 16989"/>
                <a:gd name="csX4" fmla="*/ 1468 w 15952"/>
                <a:gd name="csY4" fmla="*/ 12137 h 16989"/>
                <a:gd name="csX5" fmla="*/ 1340 w 15952"/>
                <a:gd name="csY5" fmla="*/ 12245 h 1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952" h="16989">
                  <a:moveTo>
                    <a:pt x="1340" y="12245"/>
                  </a:moveTo>
                  <a:cubicBezTo>
                    <a:pt x="5150" y="13865"/>
                    <a:pt x="11056" y="20462"/>
                    <a:pt x="12834" y="14620"/>
                  </a:cubicBezTo>
                  <a:cubicBezTo>
                    <a:pt x="13786" y="9324"/>
                    <a:pt x="18866" y="784"/>
                    <a:pt x="13596" y="237"/>
                  </a:cubicBezTo>
                  <a:cubicBezTo>
                    <a:pt x="13596" y="237"/>
                    <a:pt x="8707" y="-1058"/>
                    <a:pt x="5532" y="2403"/>
                  </a:cubicBezTo>
                  <a:cubicBezTo>
                    <a:pt x="3944" y="4784"/>
                    <a:pt x="-2978" y="9540"/>
                    <a:pt x="1468" y="12137"/>
                  </a:cubicBezTo>
                  <a:lnTo>
                    <a:pt x="1340" y="122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F2B0C198-4C73-3D57-7E6B-D02060CF0109}"/>
                </a:ext>
              </a:extLst>
            </p:cNvPr>
            <p:cNvSpPr/>
            <p:nvPr/>
          </p:nvSpPr>
          <p:spPr>
            <a:xfrm>
              <a:off x="10000252" y="3281371"/>
              <a:ext cx="22108" cy="22281"/>
            </a:xfrm>
            <a:custGeom>
              <a:avLst/>
              <a:gdLst>
                <a:gd name="csX0" fmla="*/ 24017 w 25496"/>
                <a:gd name="csY0" fmla="*/ 887 h 25696"/>
                <a:gd name="csX1" fmla="*/ 1602 w 25496"/>
                <a:gd name="csY1" fmla="*/ 25652 h 25696"/>
                <a:gd name="csX2" fmla="*/ 19254 w 25496"/>
                <a:gd name="csY2" fmla="*/ 20350 h 25696"/>
                <a:gd name="csX3" fmla="*/ 24017 w 25496"/>
                <a:gd name="csY3" fmla="*/ 887 h 25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496" h="25696">
                  <a:moveTo>
                    <a:pt x="24017" y="887"/>
                  </a:moveTo>
                  <a:cubicBezTo>
                    <a:pt x="2237" y="22083"/>
                    <a:pt x="-3161" y="26192"/>
                    <a:pt x="1602" y="25652"/>
                  </a:cubicBezTo>
                  <a:cubicBezTo>
                    <a:pt x="15254" y="24134"/>
                    <a:pt x="17794" y="24680"/>
                    <a:pt x="19254" y="20350"/>
                  </a:cubicBezTo>
                  <a:cubicBezTo>
                    <a:pt x="24525" y="4132"/>
                    <a:pt x="27446" y="-2574"/>
                    <a:pt x="24017" y="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FD721674-1F3D-8AD0-75F0-BBDD1719DF09}"/>
                </a:ext>
              </a:extLst>
            </p:cNvPr>
            <p:cNvSpPr/>
            <p:nvPr/>
          </p:nvSpPr>
          <p:spPr>
            <a:xfrm>
              <a:off x="9929236" y="3326686"/>
              <a:ext cx="35534" cy="25714"/>
            </a:xfrm>
            <a:custGeom>
              <a:avLst/>
              <a:gdLst>
                <a:gd name="csX0" fmla="*/ 40068 w 40980"/>
                <a:gd name="csY0" fmla="*/ 3128 h 29655"/>
                <a:gd name="csX1" fmla="*/ 33083 w 40980"/>
                <a:gd name="csY1" fmla="*/ 99 h 29655"/>
                <a:gd name="csX2" fmla="*/ 889 w 40980"/>
                <a:gd name="csY2" fmla="*/ 26591 h 29655"/>
                <a:gd name="csX3" fmla="*/ 7492 w 40980"/>
                <a:gd name="csY3" fmla="*/ 29620 h 29655"/>
                <a:gd name="csX4" fmla="*/ 40068 w 40980"/>
                <a:gd name="csY4" fmla="*/ 3236 h 29655"/>
                <a:gd name="csX5" fmla="*/ 40068 w 40980"/>
                <a:gd name="csY5" fmla="*/ 3128 h 2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0980" h="29655">
                  <a:moveTo>
                    <a:pt x="40068" y="3128"/>
                  </a:moveTo>
                  <a:cubicBezTo>
                    <a:pt x="43751" y="-225"/>
                    <a:pt x="35242" y="747"/>
                    <a:pt x="33083" y="99"/>
                  </a:cubicBezTo>
                  <a:cubicBezTo>
                    <a:pt x="28638" y="-441"/>
                    <a:pt x="28702" y="315"/>
                    <a:pt x="889" y="26591"/>
                  </a:cubicBezTo>
                  <a:cubicBezTo>
                    <a:pt x="-2667" y="29944"/>
                    <a:pt x="5461" y="29188"/>
                    <a:pt x="7492" y="29620"/>
                  </a:cubicBezTo>
                  <a:cubicBezTo>
                    <a:pt x="12191" y="29944"/>
                    <a:pt x="12382" y="28541"/>
                    <a:pt x="40068" y="3236"/>
                  </a:cubicBezTo>
                  <a:lnTo>
                    <a:pt x="40068" y="3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AE15F60A-C80F-38EF-83B4-3F12AF865AC3}"/>
                </a:ext>
              </a:extLst>
            </p:cNvPr>
            <p:cNvSpPr/>
            <p:nvPr/>
          </p:nvSpPr>
          <p:spPr>
            <a:xfrm>
              <a:off x="10041405" y="3255718"/>
              <a:ext cx="6315" cy="8907"/>
            </a:xfrm>
            <a:custGeom>
              <a:avLst/>
              <a:gdLst>
                <a:gd name="csX0" fmla="*/ 6402 w 7283"/>
                <a:gd name="csY0" fmla="*/ 2030 h 10272"/>
                <a:gd name="csX1" fmla="*/ 115 w 7283"/>
                <a:gd name="csY1" fmla="*/ 5599 h 10272"/>
                <a:gd name="csX2" fmla="*/ 4052 w 7283"/>
                <a:gd name="csY2" fmla="*/ 9491 h 10272"/>
                <a:gd name="csX3" fmla="*/ 6719 w 7283"/>
                <a:gd name="csY3" fmla="*/ 2576 h 10272"/>
                <a:gd name="csX4" fmla="*/ 6402 w 7283"/>
                <a:gd name="csY4" fmla="*/ 2030 h 1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83" h="10272">
                  <a:moveTo>
                    <a:pt x="6402" y="2030"/>
                  </a:moveTo>
                  <a:cubicBezTo>
                    <a:pt x="4369" y="-2295"/>
                    <a:pt x="-837" y="950"/>
                    <a:pt x="115" y="5599"/>
                  </a:cubicBezTo>
                  <a:cubicBezTo>
                    <a:pt x="432" y="6253"/>
                    <a:pt x="559" y="12412"/>
                    <a:pt x="4052" y="9491"/>
                  </a:cubicBezTo>
                  <a:cubicBezTo>
                    <a:pt x="4433" y="8844"/>
                    <a:pt x="8815" y="6684"/>
                    <a:pt x="6719" y="2576"/>
                  </a:cubicBezTo>
                  <a:lnTo>
                    <a:pt x="6402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C418EC1F-0749-E0B3-1008-C7549A1002F0}"/>
                </a:ext>
              </a:extLst>
            </p:cNvPr>
            <p:cNvSpPr/>
            <p:nvPr/>
          </p:nvSpPr>
          <p:spPr>
            <a:xfrm>
              <a:off x="9844949" y="3353741"/>
              <a:ext cx="66040" cy="43380"/>
            </a:xfrm>
            <a:custGeom>
              <a:avLst/>
              <a:gdLst>
                <a:gd name="csX0" fmla="*/ 11861 w 76162"/>
                <a:gd name="csY0" fmla="*/ 46108 h 50029"/>
                <a:gd name="csX1" fmla="*/ 30149 w 76162"/>
                <a:gd name="csY1" fmla="*/ 29242 h 50029"/>
                <a:gd name="csX2" fmla="*/ 36944 w 76162"/>
                <a:gd name="csY2" fmla="*/ 26537 h 50029"/>
                <a:gd name="csX3" fmla="*/ 72123 w 76162"/>
                <a:gd name="csY3" fmla="*/ 11723 h 50029"/>
                <a:gd name="csX4" fmla="*/ 76123 w 76162"/>
                <a:gd name="csY4" fmla="*/ 3290 h 50029"/>
                <a:gd name="csX5" fmla="*/ 67170 w 76162"/>
                <a:gd name="csY5" fmla="*/ 1772 h 50029"/>
                <a:gd name="csX6" fmla="*/ 55041 w 76162"/>
                <a:gd name="csY6" fmla="*/ 9126 h 50029"/>
                <a:gd name="csX7" fmla="*/ 42469 w 76162"/>
                <a:gd name="csY7" fmla="*/ 5557 h 50029"/>
                <a:gd name="csX8" fmla="*/ 37071 w 76162"/>
                <a:gd name="csY8" fmla="*/ 11507 h 50029"/>
                <a:gd name="csX9" fmla="*/ 18338 w 76162"/>
                <a:gd name="csY9" fmla="*/ 27833 h 50029"/>
                <a:gd name="csX10" fmla="*/ 685 w 76162"/>
                <a:gd name="csY10" fmla="*/ 48381 h 50029"/>
                <a:gd name="csX11" fmla="*/ 11925 w 76162"/>
                <a:gd name="csY11" fmla="*/ 46108 h 50029"/>
                <a:gd name="csX12" fmla="*/ 11861 w 76162"/>
                <a:gd name="csY12" fmla="*/ 46108 h 50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162" h="50029">
                  <a:moveTo>
                    <a:pt x="11861" y="46108"/>
                  </a:moveTo>
                  <a:cubicBezTo>
                    <a:pt x="16307" y="44489"/>
                    <a:pt x="19609" y="40164"/>
                    <a:pt x="30149" y="29242"/>
                  </a:cubicBezTo>
                  <a:cubicBezTo>
                    <a:pt x="32816" y="26429"/>
                    <a:pt x="36309" y="26753"/>
                    <a:pt x="36944" y="26537"/>
                  </a:cubicBezTo>
                  <a:cubicBezTo>
                    <a:pt x="41834" y="26321"/>
                    <a:pt x="46024" y="23724"/>
                    <a:pt x="72123" y="11723"/>
                  </a:cubicBezTo>
                  <a:cubicBezTo>
                    <a:pt x="76377" y="9773"/>
                    <a:pt x="75679" y="4477"/>
                    <a:pt x="76123" y="3290"/>
                  </a:cubicBezTo>
                  <a:cubicBezTo>
                    <a:pt x="76695" y="-1041"/>
                    <a:pt x="70917" y="-603"/>
                    <a:pt x="67170" y="1772"/>
                  </a:cubicBezTo>
                  <a:lnTo>
                    <a:pt x="55041" y="9126"/>
                  </a:lnTo>
                  <a:cubicBezTo>
                    <a:pt x="50597" y="11831"/>
                    <a:pt x="45961" y="6967"/>
                    <a:pt x="42469" y="5557"/>
                  </a:cubicBezTo>
                  <a:cubicBezTo>
                    <a:pt x="38341" y="3290"/>
                    <a:pt x="37833" y="10097"/>
                    <a:pt x="37071" y="11507"/>
                  </a:cubicBezTo>
                  <a:cubicBezTo>
                    <a:pt x="35674" y="16047"/>
                    <a:pt x="30975" y="18428"/>
                    <a:pt x="18338" y="27833"/>
                  </a:cubicBezTo>
                  <a:cubicBezTo>
                    <a:pt x="14465" y="30754"/>
                    <a:pt x="12052" y="34322"/>
                    <a:pt x="685" y="48381"/>
                  </a:cubicBezTo>
                  <a:cubicBezTo>
                    <a:pt x="-2236" y="52058"/>
                    <a:pt x="4686" y="48813"/>
                    <a:pt x="11925" y="46108"/>
                  </a:cubicBezTo>
                  <a:lnTo>
                    <a:pt x="11861" y="46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6151804F-9E34-66CF-1993-F15B3B854489}"/>
                </a:ext>
              </a:extLst>
            </p:cNvPr>
            <p:cNvSpPr/>
            <p:nvPr/>
          </p:nvSpPr>
          <p:spPr>
            <a:xfrm>
              <a:off x="9836060" y="3419425"/>
              <a:ext cx="11510" cy="9216"/>
            </a:xfrm>
            <a:custGeom>
              <a:avLst/>
              <a:gdLst>
                <a:gd name="csX0" fmla="*/ 205 w 13274"/>
                <a:gd name="csY0" fmla="*/ 7771 h 10628"/>
                <a:gd name="csX1" fmla="*/ 586 w 13274"/>
                <a:gd name="csY1" fmla="*/ 8749 h 10628"/>
                <a:gd name="csX2" fmla="*/ 11381 w 13274"/>
                <a:gd name="csY2" fmla="*/ 6260 h 10628"/>
                <a:gd name="csX3" fmla="*/ 13032 w 13274"/>
                <a:gd name="csY3" fmla="*/ 1720 h 10628"/>
                <a:gd name="csX4" fmla="*/ 2173 w 13274"/>
                <a:gd name="csY4" fmla="*/ 3123 h 10628"/>
                <a:gd name="csX5" fmla="*/ 205 w 13274"/>
                <a:gd name="csY5" fmla="*/ 7663 h 10628"/>
                <a:gd name="csX6" fmla="*/ 205 w 13274"/>
                <a:gd name="csY6" fmla="*/ 7771 h 1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274" h="10628">
                  <a:moveTo>
                    <a:pt x="205" y="7771"/>
                  </a:moveTo>
                  <a:lnTo>
                    <a:pt x="586" y="8749"/>
                  </a:lnTo>
                  <a:cubicBezTo>
                    <a:pt x="2300" y="13613"/>
                    <a:pt x="8016" y="7663"/>
                    <a:pt x="11381" y="6260"/>
                  </a:cubicBezTo>
                  <a:cubicBezTo>
                    <a:pt x="13032" y="5288"/>
                    <a:pt x="13667" y="3339"/>
                    <a:pt x="13032" y="1720"/>
                  </a:cubicBezTo>
                  <a:cubicBezTo>
                    <a:pt x="11063" y="-2497"/>
                    <a:pt x="5348" y="2259"/>
                    <a:pt x="2173" y="3123"/>
                  </a:cubicBezTo>
                  <a:cubicBezTo>
                    <a:pt x="459" y="3879"/>
                    <a:pt x="-430" y="5936"/>
                    <a:pt x="205" y="7663"/>
                  </a:cubicBezTo>
                  <a:lnTo>
                    <a:pt x="205" y="77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1AE4E972-A967-44AB-541A-FE1094988D4E}"/>
                </a:ext>
              </a:extLst>
            </p:cNvPr>
            <p:cNvSpPr/>
            <p:nvPr/>
          </p:nvSpPr>
          <p:spPr>
            <a:xfrm>
              <a:off x="9799205" y="3396368"/>
              <a:ext cx="34776" cy="31628"/>
            </a:xfrm>
            <a:custGeom>
              <a:avLst/>
              <a:gdLst>
                <a:gd name="csX0" fmla="*/ 22516 w 40106"/>
                <a:gd name="csY0" fmla="*/ 14252 h 36475"/>
                <a:gd name="csX1" fmla="*/ 38645 w 40106"/>
                <a:gd name="csY1" fmla="*/ 3114 h 36475"/>
                <a:gd name="csX2" fmla="*/ 21627 w 40106"/>
                <a:gd name="csY2" fmla="*/ 1819 h 36475"/>
                <a:gd name="csX3" fmla="*/ 418 w 40106"/>
                <a:gd name="csY3" fmla="*/ 31448 h 36475"/>
                <a:gd name="csX4" fmla="*/ 4736 w 40106"/>
                <a:gd name="csY4" fmla="*/ 35448 h 36475"/>
                <a:gd name="csX5" fmla="*/ 22516 w 40106"/>
                <a:gd name="csY5" fmla="*/ 14360 h 36475"/>
                <a:gd name="csX6" fmla="*/ 22516 w 40106"/>
                <a:gd name="csY6" fmla="*/ 14252 h 3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106" h="36475">
                  <a:moveTo>
                    <a:pt x="22516" y="14252"/>
                  </a:moveTo>
                  <a:cubicBezTo>
                    <a:pt x="37312" y="6359"/>
                    <a:pt x="43090" y="4193"/>
                    <a:pt x="38645" y="3114"/>
                  </a:cubicBezTo>
                  <a:cubicBezTo>
                    <a:pt x="27025" y="85"/>
                    <a:pt x="24421" y="-1426"/>
                    <a:pt x="21627" y="1819"/>
                  </a:cubicBezTo>
                  <a:cubicBezTo>
                    <a:pt x="608" y="26685"/>
                    <a:pt x="-1106" y="27225"/>
                    <a:pt x="418" y="31448"/>
                  </a:cubicBezTo>
                  <a:cubicBezTo>
                    <a:pt x="863" y="32203"/>
                    <a:pt x="2069" y="39017"/>
                    <a:pt x="4736" y="35448"/>
                  </a:cubicBezTo>
                  <a:cubicBezTo>
                    <a:pt x="17436" y="18684"/>
                    <a:pt x="18579" y="16417"/>
                    <a:pt x="22516" y="14360"/>
                  </a:cubicBezTo>
                  <a:lnTo>
                    <a:pt x="22516" y="14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5AEE59D0-9BD6-B0DE-9FFA-68502F134CB0}"/>
                </a:ext>
              </a:extLst>
            </p:cNvPr>
            <p:cNvSpPr/>
            <p:nvPr/>
          </p:nvSpPr>
          <p:spPr>
            <a:xfrm>
              <a:off x="7628099" y="1840929"/>
              <a:ext cx="30326" cy="26587"/>
            </a:xfrm>
            <a:custGeom>
              <a:avLst/>
              <a:gdLst>
                <a:gd name="csX0" fmla="*/ 23275 w 34974"/>
                <a:gd name="csY0" fmla="*/ 1005 h 30662"/>
                <a:gd name="csX1" fmla="*/ 18131 w 34974"/>
                <a:gd name="csY1" fmla="*/ 1113 h 30662"/>
                <a:gd name="csX2" fmla="*/ 923 w 34974"/>
                <a:gd name="csY2" fmla="*/ 18950 h 30662"/>
                <a:gd name="csX3" fmla="*/ 1558 w 34974"/>
                <a:gd name="csY3" fmla="*/ 22519 h 30662"/>
                <a:gd name="csX4" fmla="*/ 29879 w 34974"/>
                <a:gd name="csY4" fmla="*/ 30526 h 30662"/>
                <a:gd name="csX5" fmla="*/ 34895 w 34974"/>
                <a:gd name="csY5" fmla="*/ 16683 h 30662"/>
                <a:gd name="csX6" fmla="*/ 23211 w 34974"/>
                <a:gd name="csY6" fmla="*/ 891 h 30662"/>
                <a:gd name="csX7" fmla="*/ 23275 w 34974"/>
                <a:gd name="csY7" fmla="*/ 1005 h 30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974" h="30662">
                  <a:moveTo>
                    <a:pt x="23275" y="1005"/>
                  </a:moveTo>
                  <a:cubicBezTo>
                    <a:pt x="21878" y="-405"/>
                    <a:pt x="19529" y="-297"/>
                    <a:pt x="18131" y="1113"/>
                  </a:cubicBezTo>
                  <a:lnTo>
                    <a:pt x="923" y="18950"/>
                  </a:lnTo>
                  <a:cubicBezTo>
                    <a:pt x="-537" y="20468"/>
                    <a:pt x="-220" y="21979"/>
                    <a:pt x="1558" y="22519"/>
                  </a:cubicBezTo>
                  <a:lnTo>
                    <a:pt x="29879" y="30526"/>
                  </a:lnTo>
                  <a:cubicBezTo>
                    <a:pt x="34959" y="31929"/>
                    <a:pt x="33689" y="22195"/>
                    <a:pt x="34895" y="16683"/>
                  </a:cubicBezTo>
                  <a:cubicBezTo>
                    <a:pt x="35530" y="11597"/>
                    <a:pt x="32419" y="9869"/>
                    <a:pt x="23211" y="891"/>
                  </a:cubicBezTo>
                  <a:lnTo>
                    <a:pt x="23275" y="1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A1438948-07D2-B214-1121-2E97F9704CD9}"/>
                </a:ext>
              </a:extLst>
            </p:cNvPr>
            <p:cNvSpPr/>
            <p:nvPr/>
          </p:nvSpPr>
          <p:spPr>
            <a:xfrm>
              <a:off x="7571347" y="1875091"/>
              <a:ext cx="40692" cy="25653"/>
            </a:xfrm>
            <a:custGeom>
              <a:avLst/>
              <a:gdLst>
                <a:gd name="csX0" fmla="*/ 45228 w 46929"/>
                <a:gd name="csY0" fmla="*/ 6482 h 29585"/>
                <a:gd name="csX1" fmla="*/ 26940 w 46929"/>
                <a:gd name="csY1" fmla="*/ 316 h 29585"/>
                <a:gd name="csX2" fmla="*/ 841 w 46929"/>
                <a:gd name="csY2" fmla="*/ 26701 h 29585"/>
                <a:gd name="csX3" fmla="*/ 25860 w 46929"/>
                <a:gd name="csY3" fmla="*/ 29082 h 29585"/>
                <a:gd name="csX4" fmla="*/ 46117 w 46929"/>
                <a:gd name="csY4" fmla="*/ 10375 h 29585"/>
                <a:gd name="csX5" fmla="*/ 45355 w 46929"/>
                <a:gd name="csY5" fmla="*/ 6590 h 29585"/>
                <a:gd name="csX6" fmla="*/ 45228 w 46929"/>
                <a:gd name="csY6" fmla="*/ 6482 h 29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929" h="29585">
                  <a:moveTo>
                    <a:pt x="45228" y="6482"/>
                  </a:moveTo>
                  <a:lnTo>
                    <a:pt x="26940" y="316"/>
                  </a:lnTo>
                  <a:cubicBezTo>
                    <a:pt x="22621" y="-1195"/>
                    <a:pt x="21288" y="1942"/>
                    <a:pt x="841" y="26701"/>
                  </a:cubicBezTo>
                  <a:cubicBezTo>
                    <a:pt x="-2397" y="30701"/>
                    <a:pt x="3254" y="29514"/>
                    <a:pt x="25860" y="29082"/>
                  </a:cubicBezTo>
                  <a:cubicBezTo>
                    <a:pt x="30178" y="29082"/>
                    <a:pt x="31384" y="26485"/>
                    <a:pt x="46117" y="10375"/>
                  </a:cubicBezTo>
                  <a:cubicBezTo>
                    <a:pt x="47387" y="8857"/>
                    <a:pt x="47196" y="7130"/>
                    <a:pt x="45355" y="6590"/>
                  </a:cubicBezTo>
                  <a:lnTo>
                    <a:pt x="45228" y="64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499BAAF8-AA4B-AB6F-EE7D-4C3A36547947}"/>
                </a:ext>
              </a:extLst>
            </p:cNvPr>
            <p:cNvSpPr/>
            <p:nvPr/>
          </p:nvSpPr>
          <p:spPr>
            <a:xfrm>
              <a:off x="7544682" y="1829574"/>
              <a:ext cx="19961" cy="9881"/>
            </a:xfrm>
            <a:custGeom>
              <a:avLst/>
              <a:gdLst>
                <a:gd name="csX0" fmla="*/ 18956 w 23020"/>
                <a:gd name="csY0" fmla="*/ 2524 h 11396"/>
                <a:gd name="csX1" fmla="*/ 3335 w 23020"/>
                <a:gd name="csY1" fmla="*/ 41 h 11396"/>
                <a:gd name="csX2" fmla="*/ 33 w 23020"/>
                <a:gd name="csY2" fmla="*/ 3610 h 11396"/>
                <a:gd name="csX3" fmla="*/ 3335 w 23020"/>
                <a:gd name="csY3" fmla="*/ 11395 h 11396"/>
                <a:gd name="csX4" fmla="*/ 20353 w 23020"/>
                <a:gd name="csY4" fmla="*/ 10963 h 11396"/>
                <a:gd name="csX5" fmla="*/ 18829 w 23020"/>
                <a:gd name="csY5" fmla="*/ 2632 h 11396"/>
                <a:gd name="csX6" fmla="*/ 18956 w 23020"/>
                <a:gd name="csY6" fmla="*/ 2524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020" h="11396">
                  <a:moveTo>
                    <a:pt x="18956" y="2524"/>
                  </a:moveTo>
                  <a:lnTo>
                    <a:pt x="3335" y="41"/>
                  </a:lnTo>
                  <a:cubicBezTo>
                    <a:pt x="1494" y="-283"/>
                    <a:pt x="33" y="1337"/>
                    <a:pt x="33" y="3610"/>
                  </a:cubicBezTo>
                  <a:cubicBezTo>
                    <a:pt x="223" y="4474"/>
                    <a:pt x="-1046" y="11503"/>
                    <a:pt x="3335" y="11395"/>
                  </a:cubicBezTo>
                  <a:lnTo>
                    <a:pt x="20353" y="10963"/>
                  </a:lnTo>
                  <a:cubicBezTo>
                    <a:pt x="24798" y="10963"/>
                    <a:pt x="23274" y="3286"/>
                    <a:pt x="18829" y="2632"/>
                  </a:cubicBezTo>
                  <a:lnTo>
                    <a:pt x="18956" y="25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4AB3F219-F9EA-27B9-ADE4-9A4101350D54}"/>
                </a:ext>
              </a:extLst>
            </p:cNvPr>
            <p:cNvSpPr/>
            <p:nvPr/>
          </p:nvSpPr>
          <p:spPr>
            <a:xfrm>
              <a:off x="7879575" y="1692456"/>
              <a:ext cx="24416" cy="11177"/>
            </a:xfrm>
            <a:custGeom>
              <a:avLst/>
              <a:gdLst>
                <a:gd name="csX0" fmla="*/ 527 w 28158"/>
                <a:gd name="csY0" fmla="*/ 7324 h 12890"/>
                <a:gd name="csX1" fmla="*/ 1923 w 28158"/>
                <a:gd name="csY1" fmla="*/ 11001 h 12890"/>
                <a:gd name="csX2" fmla="*/ 16783 w 28158"/>
                <a:gd name="csY2" fmla="*/ 12836 h 12890"/>
                <a:gd name="csX3" fmla="*/ 27133 w 28158"/>
                <a:gd name="csY3" fmla="*/ 6454 h 12890"/>
                <a:gd name="csX4" fmla="*/ 8655 w 28158"/>
                <a:gd name="csY4" fmla="*/ 79 h 12890"/>
                <a:gd name="csX5" fmla="*/ 527 w 28158"/>
                <a:gd name="csY5" fmla="*/ 7324 h 12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158" h="12890">
                  <a:moveTo>
                    <a:pt x="527" y="7324"/>
                  </a:moveTo>
                  <a:cubicBezTo>
                    <a:pt x="-552" y="9159"/>
                    <a:pt x="82" y="10778"/>
                    <a:pt x="1923" y="11001"/>
                  </a:cubicBezTo>
                  <a:lnTo>
                    <a:pt x="16783" y="12836"/>
                  </a:lnTo>
                  <a:cubicBezTo>
                    <a:pt x="21609" y="13484"/>
                    <a:pt x="24848" y="8188"/>
                    <a:pt x="27133" y="6454"/>
                  </a:cubicBezTo>
                  <a:cubicBezTo>
                    <a:pt x="30689" y="2993"/>
                    <a:pt x="25101" y="3101"/>
                    <a:pt x="8655" y="79"/>
                  </a:cubicBezTo>
                  <a:cubicBezTo>
                    <a:pt x="3892" y="-791"/>
                    <a:pt x="1797" y="5806"/>
                    <a:pt x="527" y="73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913F5BAC-7F4D-B44F-FFCF-A6276C6C9487}"/>
                </a:ext>
              </a:extLst>
            </p:cNvPr>
            <p:cNvSpPr/>
            <p:nvPr/>
          </p:nvSpPr>
          <p:spPr>
            <a:xfrm>
              <a:off x="7854116" y="1726638"/>
              <a:ext cx="17381" cy="9673"/>
            </a:xfrm>
            <a:custGeom>
              <a:avLst/>
              <a:gdLst>
                <a:gd name="csX0" fmla="*/ 741 w 20045"/>
                <a:gd name="csY0" fmla="*/ 7802 h 11155"/>
                <a:gd name="csX1" fmla="*/ 9314 w 20045"/>
                <a:gd name="csY1" fmla="*/ 11154 h 11155"/>
                <a:gd name="csX2" fmla="*/ 19157 w 20045"/>
                <a:gd name="csY2" fmla="*/ 3801 h 11155"/>
                <a:gd name="csX3" fmla="*/ 10076 w 20045"/>
                <a:gd name="csY3" fmla="*/ 16 h 11155"/>
                <a:gd name="csX4" fmla="*/ 741 w 20045"/>
                <a:gd name="csY4" fmla="*/ 7802 h 11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45" h="11155">
                  <a:moveTo>
                    <a:pt x="741" y="7802"/>
                  </a:moveTo>
                  <a:cubicBezTo>
                    <a:pt x="-2624" y="12456"/>
                    <a:pt x="6393" y="10615"/>
                    <a:pt x="9314" y="11154"/>
                  </a:cubicBezTo>
                  <a:cubicBezTo>
                    <a:pt x="14203" y="11262"/>
                    <a:pt x="17124" y="5750"/>
                    <a:pt x="19157" y="3801"/>
                  </a:cubicBezTo>
                  <a:cubicBezTo>
                    <a:pt x="22966" y="-523"/>
                    <a:pt x="13505" y="772"/>
                    <a:pt x="10076" y="16"/>
                  </a:cubicBezTo>
                  <a:cubicBezTo>
                    <a:pt x="5186" y="-415"/>
                    <a:pt x="741" y="7802"/>
                    <a:pt x="741" y="78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80A38D23-5CC8-9E06-DAE7-CA06B308C7F7}"/>
                </a:ext>
              </a:extLst>
            </p:cNvPr>
            <p:cNvSpPr/>
            <p:nvPr/>
          </p:nvSpPr>
          <p:spPr>
            <a:xfrm>
              <a:off x="7833674" y="1725509"/>
              <a:ext cx="17796" cy="8996"/>
            </a:xfrm>
            <a:custGeom>
              <a:avLst/>
              <a:gdLst>
                <a:gd name="csX0" fmla="*/ 18792 w 20523"/>
                <a:gd name="csY0" fmla="*/ 131 h 10375"/>
                <a:gd name="csX1" fmla="*/ 440 w 20523"/>
                <a:gd name="csY1" fmla="*/ 2512 h 10375"/>
                <a:gd name="csX2" fmla="*/ 13966 w 20523"/>
                <a:gd name="csY2" fmla="*/ 9103 h 10375"/>
                <a:gd name="csX3" fmla="*/ 18792 w 20523"/>
                <a:gd name="csY3" fmla="*/ 239 h 10375"/>
                <a:gd name="csX4" fmla="*/ 18792 w 20523"/>
                <a:gd name="csY4" fmla="*/ 131 h 1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3" h="10375">
                  <a:moveTo>
                    <a:pt x="18792" y="131"/>
                  </a:moveTo>
                  <a:cubicBezTo>
                    <a:pt x="18792" y="131"/>
                    <a:pt x="-3369" y="-841"/>
                    <a:pt x="440" y="2512"/>
                  </a:cubicBezTo>
                  <a:cubicBezTo>
                    <a:pt x="5521" y="5973"/>
                    <a:pt x="9965" y="13326"/>
                    <a:pt x="13966" y="9103"/>
                  </a:cubicBezTo>
                  <a:cubicBezTo>
                    <a:pt x="15998" y="6405"/>
                    <a:pt x="23999" y="239"/>
                    <a:pt x="18792" y="239"/>
                  </a:cubicBezTo>
                  <a:lnTo>
                    <a:pt x="18792" y="1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84A02E84-527E-63DD-1E37-73F191825CD9}"/>
                </a:ext>
              </a:extLst>
            </p:cNvPr>
            <p:cNvSpPr/>
            <p:nvPr/>
          </p:nvSpPr>
          <p:spPr>
            <a:xfrm>
              <a:off x="7971598" y="1514786"/>
              <a:ext cx="17015" cy="11973"/>
            </a:xfrm>
            <a:custGeom>
              <a:avLst/>
              <a:gdLst>
                <a:gd name="csX0" fmla="*/ 16510 w 19623"/>
                <a:gd name="csY0" fmla="*/ 1246 h 13808"/>
                <a:gd name="csX1" fmla="*/ 0 w 19623"/>
                <a:gd name="csY1" fmla="*/ 3842 h 13808"/>
                <a:gd name="csX2" fmla="*/ 0 w 19623"/>
                <a:gd name="csY2" fmla="*/ 10005 h 13808"/>
                <a:gd name="csX3" fmla="*/ 3366 w 19623"/>
                <a:gd name="csY3" fmla="*/ 13790 h 13808"/>
                <a:gd name="csX4" fmla="*/ 19495 w 19623"/>
                <a:gd name="csY4" fmla="*/ 8707 h 13808"/>
                <a:gd name="csX5" fmla="*/ 16510 w 19623"/>
                <a:gd name="csY5" fmla="*/ 1138 h 13808"/>
                <a:gd name="csX6" fmla="*/ 16510 w 19623"/>
                <a:gd name="csY6" fmla="*/ 1246 h 13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623" h="13808">
                  <a:moveTo>
                    <a:pt x="16510" y="1246"/>
                  </a:moveTo>
                  <a:cubicBezTo>
                    <a:pt x="16510" y="1246"/>
                    <a:pt x="0" y="-2863"/>
                    <a:pt x="0" y="3842"/>
                  </a:cubicBezTo>
                  <a:lnTo>
                    <a:pt x="0" y="10005"/>
                  </a:lnTo>
                  <a:cubicBezTo>
                    <a:pt x="0" y="12276"/>
                    <a:pt x="1524" y="14007"/>
                    <a:pt x="3366" y="13790"/>
                  </a:cubicBezTo>
                  <a:cubicBezTo>
                    <a:pt x="11303" y="12384"/>
                    <a:pt x="19177" y="15304"/>
                    <a:pt x="19495" y="8707"/>
                  </a:cubicBezTo>
                  <a:cubicBezTo>
                    <a:pt x="19304" y="7518"/>
                    <a:pt x="20892" y="1571"/>
                    <a:pt x="16510" y="1138"/>
                  </a:cubicBezTo>
                  <a:lnTo>
                    <a:pt x="16510" y="1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B23A9965-1701-3514-0134-D03B4F8DCB4C}"/>
                </a:ext>
              </a:extLst>
            </p:cNvPr>
            <p:cNvSpPr/>
            <p:nvPr/>
          </p:nvSpPr>
          <p:spPr>
            <a:xfrm>
              <a:off x="7749287" y="1756130"/>
              <a:ext cx="13104" cy="12097"/>
            </a:xfrm>
            <a:custGeom>
              <a:avLst/>
              <a:gdLst>
                <a:gd name="csX0" fmla="*/ 1622 w 15112"/>
                <a:gd name="csY0" fmla="*/ 2338 h 13951"/>
                <a:gd name="csX1" fmla="*/ 4099 w 15112"/>
                <a:gd name="csY1" fmla="*/ 12072 h 13951"/>
                <a:gd name="csX2" fmla="*/ 13116 w 15112"/>
                <a:gd name="csY2" fmla="*/ 11533 h 13951"/>
                <a:gd name="csX3" fmla="*/ 13878 w 15112"/>
                <a:gd name="csY3" fmla="*/ 2878 h 13951"/>
                <a:gd name="csX4" fmla="*/ 1495 w 15112"/>
                <a:gd name="csY4" fmla="*/ 2338 h 13951"/>
                <a:gd name="csX5" fmla="*/ 1622 w 15112"/>
                <a:gd name="csY5" fmla="*/ 2338 h 1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112" h="13951">
                  <a:moveTo>
                    <a:pt x="1622" y="2338"/>
                  </a:moveTo>
                  <a:cubicBezTo>
                    <a:pt x="-3140" y="3748"/>
                    <a:pt x="4099" y="12072"/>
                    <a:pt x="4099" y="12072"/>
                  </a:cubicBezTo>
                  <a:cubicBezTo>
                    <a:pt x="7020" y="16397"/>
                    <a:pt x="11782" y="11965"/>
                    <a:pt x="13116" y="11533"/>
                  </a:cubicBezTo>
                  <a:cubicBezTo>
                    <a:pt x="16990" y="9367"/>
                    <a:pt x="14068" y="4071"/>
                    <a:pt x="13878" y="2878"/>
                  </a:cubicBezTo>
                  <a:cubicBezTo>
                    <a:pt x="12036" y="-2958"/>
                    <a:pt x="5623" y="1798"/>
                    <a:pt x="1495" y="2338"/>
                  </a:cubicBezTo>
                  <a:lnTo>
                    <a:pt x="1622" y="2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B15B3FC9-6C1B-2ECD-52F9-8D2645B37DEC}"/>
                </a:ext>
              </a:extLst>
            </p:cNvPr>
            <p:cNvSpPr/>
            <p:nvPr/>
          </p:nvSpPr>
          <p:spPr>
            <a:xfrm>
              <a:off x="7775594" y="1756447"/>
              <a:ext cx="14529" cy="12287"/>
            </a:xfrm>
            <a:custGeom>
              <a:avLst/>
              <a:gdLst>
                <a:gd name="csX0" fmla="*/ 1066 w 16756"/>
                <a:gd name="csY0" fmla="*/ 894 h 14170"/>
                <a:gd name="csX1" fmla="*/ 8114 w 16756"/>
                <a:gd name="csY1" fmla="*/ 13111 h 14170"/>
                <a:gd name="csX2" fmla="*/ 16305 w 16756"/>
                <a:gd name="csY2" fmla="*/ 3383 h 14170"/>
                <a:gd name="csX3" fmla="*/ 939 w 16756"/>
                <a:gd name="csY3" fmla="*/ 786 h 14170"/>
                <a:gd name="csX4" fmla="*/ 1066 w 16756"/>
                <a:gd name="csY4" fmla="*/ 894 h 14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56" h="14170">
                  <a:moveTo>
                    <a:pt x="1066" y="894"/>
                  </a:moveTo>
                  <a:cubicBezTo>
                    <a:pt x="-3507" y="1110"/>
                    <a:pt x="8114" y="13111"/>
                    <a:pt x="8114" y="13111"/>
                  </a:cubicBezTo>
                  <a:cubicBezTo>
                    <a:pt x="11860" y="17435"/>
                    <a:pt x="13829" y="7383"/>
                    <a:pt x="16305" y="3383"/>
                  </a:cubicBezTo>
                  <a:cubicBezTo>
                    <a:pt x="19036" y="-2459"/>
                    <a:pt x="8813" y="1110"/>
                    <a:pt x="939" y="786"/>
                  </a:cubicBezTo>
                  <a:lnTo>
                    <a:pt x="1066" y="8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5AC83963-2295-25F7-BEF2-239BC893ABA2}"/>
                </a:ext>
              </a:extLst>
            </p:cNvPr>
            <p:cNvSpPr/>
            <p:nvPr/>
          </p:nvSpPr>
          <p:spPr>
            <a:xfrm>
              <a:off x="8537584" y="1444510"/>
              <a:ext cx="36611" cy="12752"/>
            </a:xfrm>
            <a:custGeom>
              <a:avLst/>
              <a:gdLst>
                <a:gd name="csX0" fmla="*/ 1572 w 42222"/>
                <a:gd name="csY0" fmla="*/ 8867 h 14706"/>
                <a:gd name="csX1" fmla="*/ 39544 w 42222"/>
                <a:gd name="csY1" fmla="*/ 11679 h 14706"/>
                <a:gd name="csX2" fmla="*/ 39862 w 42222"/>
                <a:gd name="csY2" fmla="*/ 0 h 14706"/>
                <a:gd name="csX3" fmla="*/ 6207 w 42222"/>
                <a:gd name="csY3" fmla="*/ 2595 h 14706"/>
                <a:gd name="csX4" fmla="*/ 1572 w 42222"/>
                <a:gd name="csY4" fmla="*/ 8867 h 14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22" h="14706">
                  <a:moveTo>
                    <a:pt x="1572" y="8867"/>
                  </a:moveTo>
                  <a:cubicBezTo>
                    <a:pt x="36306" y="15031"/>
                    <a:pt x="37957" y="16869"/>
                    <a:pt x="39544" y="11679"/>
                  </a:cubicBezTo>
                  <a:cubicBezTo>
                    <a:pt x="40243" y="8110"/>
                    <a:pt x="45005" y="0"/>
                    <a:pt x="39862" y="0"/>
                  </a:cubicBezTo>
                  <a:cubicBezTo>
                    <a:pt x="14017" y="432"/>
                    <a:pt x="10335" y="-324"/>
                    <a:pt x="6207" y="2595"/>
                  </a:cubicBezTo>
                  <a:cubicBezTo>
                    <a:pt x="4619" y="4109"/>
                    <a:pt x="-3318" y="8002"/>
                    <a:pt x="1572" y="88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7BA7D984-87EA-85C6-1812-CD9DBE46538B}"/>
                </a:ext>
              </a:extLst>
            </p:cNvPr>
            <p:cNvSpPr/>
            <p:nvPr/>
          </p:nvSpPr>
          <p:spPr>
            <a:xfrm>
              <a:off x="8697512" y="1727738"/>
              <a:ext cx="62367" cy="35871"/>
            </a:xfrm>
            <a:custGeom>
              <a:avLst/>
              <a:gdLst>
                <a:gd name="csX0" fmla="*/ 70306 w 71926"/>
                <a:gd name="csY0" fmla="*/ 7402 h 41369"/>
                <a:gd name="csX1" fmla="*/ 21474 w 71926"/>
                <a:gd name="csY1" fmla="*/ 49 h 41369"/>
                <a:gd name="csX2" fmla="*/ 16522 w 71926"/>
                <a:gd name="csY2" fmla="*/ 15403 h 41369"/>
                <a:gd name="csX3" fmla="*/ 265 w 71926"/>
                <a:gd name="csY3" fmla="*/ 17670 h 41369"/>
                <a:gd name="csX4" fmla="*/ 2996 w 71926"/>
                <a:gd name="csY4" fmla="*/ 25786 h 41369"/>
                <a:gd name="csX5" fmla="*/ 48652 w 71926"/>
                <a:gd name="csY5" fmla="*/ 41356 h 41369"/>
                <a:gd name="csX6" fmla="*/ 71259 w 71926"/>
                <a:gd name="csY6" fmla="*/ 10863 h 41369"/>
                <a:gd name="csX7" fmla="*/ 70052 w 71926"/>
                <a:gd name="csY7" fmla="*/ 7294 h 41369"/>
                <a:gd name="csX8" fmla="*/ 70306 w 71926"/>
                <a:gd name="csY8" fmla="*/ 7402 h 4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926" h="41369">
                  <a:moveTo>
                    <a:pt x="70306" y="7402"/>
                  </a:moveTo>
                  <a:lnTo>
                    <a:pt x="21474" y="49"/>
                  </a:lnTo>
                  <a:cubicBezTo>
                    <a:pt x="14236" y="-1037"/>
                    <a:pt x="23761" y="16267"/>
                    <a:pt x="16522" y="15403"/>
                  </a:cubicBezTo>
                  <a:cubicBezTo>
                    <a:pt x="8838" y="15403"/>
                    <a:pt x="837" y="11187"/>
                    <a:pt x="265" y="17670"/>
                  </a:cubicBezTo>
                  <a:cubicBezTo>
                    <a:pt x="265" y="18432"/>
                    <a:pt x="-1258" y="24268"/>
                    <a:pt x="2996" y="25786"/>
                  </a:cubicBezTo>
                  <a:cubicBezTo>
                    <a:pt x="2996" y="25786"/>
                    <a:pt x="47383" y="41896"/>
                    <a:pt x="48652" y="41356"/>
                  </a:cubicBezTo>
                  <a:cubicBezTo>
                    <a:pt x="49923" y="40816"/>
                    <a:pt x="71259" y="10863"/>
                    <a:pt x="71259" y="10863"/>
                  </a:cubicBezTo>
                  <a:cubicBezTo>
                    <a:pt x="72465" y="9130"/>
                    <a:pt x="72021" y="7618"/>
                    <a:pt x="70052" y="7294"/>
                  </a:cubicBezTo>
                  <a:lnTo>
                    <a:pt x="70306" y="74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D04DCA20-A8D1-2F18-1622-5170F10A0763}"/>
                </a:ext>
              </a:extLst>
            </p:cNvPr>
            <p:cNvSpPr/>
            <p:nvPr/>
          </p:nvSpPr>
          <p:spPr>
            <a:xfrm>
              <a:off x="8303311" y="1332683"/>
              <a:ext cx="197527" cy="131849"/>
            </a:xfrm>
            <a:custGeom>
              <a:avLst/>
              <a:gdLst>
                <a:gd name="csX0" fmla="*/ 201647 w 227802"/>
                <a:gd name="csY0" fmla="*/ 64625 h 152057"/>
                <a:gd name="csX1" fmla="*/ 176056 w 227802"/>
                <a:gd name="csY1" fmla="*/ 36509 h 152057"/>
                <a:gd name="csX2" fmla="*/ 162023 w 227802"/>
                <a:gd name="csY2" fmla="*/ 27858 h 152057"/>
                <a:gd name="csX3" fmla="*/ 143799 w 227802"/>
                <a:gd name="csY3" fmla="*/ 39212 h 152057"/>
                <a:gd name="csX4" fmla="*/ 126590 w 227802"/>
                <a:gd name="csY4" fmla="*/ 40078 h 152057"/>
                <a:gd name="csX5" fmla="*/ 124685 w 227802"/>
                <a:gd name="csY5" fmla="*/ 36077 h 152057"/>
                <a:gd name="csX6" fmla="*/ 133004 w 227802"/>
                <a:gd name="csY6" fmla="*/ 14882 h 152057"/>
                <a:gd name="csX7" fmla="*/ 131353 w 227802"/>
                <a:gd name="csY7" fmla="*/ 9691 h 152057"/>
                <a:gd name="csX8" fmla="*/ 113065 w 227802"/>
                <a:gd name="csY8" fmla="*/ 391 h 152057"/>
                <a:gd name="csX9" fmla="*/ 102587 w 227802"/>
                <a:gd name="csY9" fmla="*/ 16612 h 152057"/>
                <a:gd name="csX10" fmla="*/ 84807 w 227802"/>
                <a:gd name="csY10" fmla="*/ 11746 h 152057"/>
                <a:gd name="csX11" fmla="*/ 60804 w 227802"/>
                <a:gd name="csY11" fmla="*/ 47323 h 152057"/>
                <a:gd name="csX12" fmla="*/ 65249 w 227802"/>
                <a:gd name="csY12" fmla="*/ 65598 h 152057"/>
                <a:gd name="csX13" fmla="*/ 44866 w 227802"/>
                <a:gd name="csY13" fmla="*/ 67653 h 152057"/>
                <a:gd name="csX14" fmla="*/ 28673 w 227802"/>
                <a:gd name="csY14" fmla="*/ 101067 h 152057"/>
                <a:gd name="csX15" fmla="*/ 860 w 227802"/>
                <a:gd name="csY15" fmla="*/ 136753 h 152057"/>
                <a:gd name="csX16" fmla="*/ 1368 w 227802"/>
                <a:gd name="csY16" fmla="*/ 141727 h 152057"/>
                <a:gd name="csX17" fmla="*/ 14131 w 227802"/>
                <a:gd name="csY17" fmla="*/ 150918 h 152057"/>
                <a:gd name="csX18" fmla="*/ 68932 w 227802"/>
                <a:gd name="csY18" fmla="*/ 126047 h 152057"/>
                <a:gd name="csX19" fmla="*/ 123669 w 227802"/>
                <a:gd name="csY19" fmla="*/ 130264 h 152057"/>
                <a:gd name="csX20" fmla="*/ 207680 w 227802"/>
                <a:gd name="csY20" fmla="*/ 112638 h 152057"/>
                <a:gd name="csX21" fmla="*/ 226603 w 227802"/>
                <a:gd name="csY21" fmla="*/ 90903 h 152057"/>
                <a:gd name="csX22" fmla="*/ 217840 w 227802"/>
                <a:gd name="csY22" fmla="*/ 63760 h 152057"/>
                <a:gd name="csX23" fmla="*/ 201647 w 227802"/>
                <a:gd name="csY23" fmla="*/ 64625 h 152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7802" h="152057">
                  <a:moveTo>
                    <a:pt x="201647" y="64625"/>
                  </a:moveTo>
                  <a:cubicBezTo>
                    <a:pt x="197266" y="65922"/>
                    <a:pt x="196884" y="63652"/>
                    <a:pt x="176056" y="36509"/>
                  </a:cubicBezTo>
                  <a:cubicBezTo>
                    <a:pt x="173072" y="32508"/>
                    <a:pt x="167865" y="30670"/>
                    <a:pt x="162023" y="27858"/>
                  </a:cubicBezTo>
                  <a:cubicBezTo>
                    <a:pt x="158022" y="25912"/>
                    <a:pt x="156244" y="28616"/>
                    <a:pt x="143799" y="39212"/>
                  </a:cubicBezTo>
                  <a:cubicBezTo>
                    <a:pt x="140243" y="42241"/>
                    <a:pt x="135734" y="40943"/>
                    <a:pt x="126590" y="40078"/>
                  </a:cubicBezTo>
                  <a:cubicBezTo>
                    <a:pt x="124749" y="39861"/>
                    <a:pt x="123923" y="38132"/>
                    <a:pt x="124685" y="36077"/>
                  </a:cubicBezTo>
                  <a:lnTo>
                    <a:pt x="133004" y="14882"/>
                  </a:lnTo>
                  <a:cubicBezTo>
                    <a:pt x="133766" y="12827"/>
                    <a:pt x="133004" y="10448"/>
                    <a:pt x="131353" y="9691"/>
                  </a:cubicBezTo>
                  <a:lnTo>
                    <a:pt x="113065" y="391"/>
                  </a:lnTo>
                  <a:cubicBezTo>
                    <a:pt x="108112" y="-2096"/>
                    <a:pt x="107159" y="7745"/>
                    <a:pt x="102587" y="16612"/>
                  </a:cubicBezTo>
                  <a:cubicBezTo>
                    <a:pt x="99221" y="24722"/>
                    <a:pt x="89696" y="4609"/>
                    <a:pt x="84807" y="11746"/>
                  </a:cubicBezTo>
                  <a:lnTo>
                    <a:pt x="60804" y="47323"/>
                  </a:lnTo>
                  <a:cubicBezTo>
                    <a:pt x="57439" y="52297"/>
                    <a:pt x="62772" y="58353"/>
                    <a:pt x="65249" y="65598"/>
                  </a:cubicBezTo>
                  <a:cubicBezTo>
                    <a:pt x="67980" y="71654"/>
                    <a:pt x="58074" y="67545"/>
                    <a:pt x="44866" y="67653"/>
                  </a:cubicBezTo>
                  <a:cubicBezTo>
                    <a:pt x="37754" y="67112"/>
                    <a:pt x="39151" y="67220"/>
                    <a:pt x="28673" y="101067"/>
                  </a:cubicBezTo>
                  <a:cubicBezTo>
                    <a:pt x="26958" y="106366"/>
                    <a:pt x="26069" y="106366"/>
                    <a:pt x="860" y="136753"/>
                  </a:cubicBezTo>
                  <a:cubicBezTo>
                    <a:pt x="-473" y="138267"/>
                    <a:pt x="-220" y="140538"/>
                    <a:pt x="1368" y="141727"/>
                  </a:cubicBezTo>
                  <a:lnTo>
                    <a:pt x="14131" y="150918"/>
                  </a:lnTo>
                  <a:cubicBezTo>
                    <a:pt x="18132" y="153730"/>
                    <a:pt x="16544" y="153298"/>
                    <a:pt x="68932" y="126047"/>
                  </a:cubicBezTo>
                  <a:cubicBezTo>
                    <a:pt x="73250" y="123776"/>
                    <a:pt x="73250" y="124642"/>
                    <a:pt x="123669" y="130264"/>
                  </a:cubicBezTo>
                  <a:cubicBezTo>
                    <a:pt x="128368" y="130806"/>
                    <a:pt x="125638" y="131021"/>
                    <a:pt x="207680" y="112638"/>
                  </a:cubicBezTo>
                  <a:cubicBezTo>
                    <a:pt x="211997" y="111665"/>
                    <a:pt x="213014" y="109286"/>
                    <a:pt x="226603" y="90903"/>
                  </a:cubicBezTo>
                  <a:cubicBezTo>
                    <a:pt x="229524" y="86902"/>
                    <a:pt x="227301" y="84522"/>
                    <a:pt x="217840" y="63760"/>
                  </a:cubicBezTo>
                  <a:cubicBezTo>
                    <a:pt x="215236" y="58029"/>
                    <a:pt x="208568" y="63327"/>
                    <a:pt x="201647" y="646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05B39BE1-FFEF-8774-8D59-3FEE84700E15}"/>
                </a:ext>
              </a:extLst>
            </p:cNvPr>
            <p:cNvSpPr/>
            <p:nvPr/>
          </p:nvSpPr>
          <p:spPr>
            <a:xfrm>
              <a:off x="8116629" y="1268581"/>
              <a:ext cx="206017" cy="120239"/>
            </a:xfrm>
            <a:custGeom>
              <a:avLst/>
              <a:gdLst>
                <a:gd name="csX0" fmla="*/ 234950 w 237593"/>
                <a:gd name="csY0" fmla="*/ 121684 h 138668"/>
                <a:gd name="csX1" fmla="*/ 234950 w 237593"/>
                <a:gd name="csY1" fmla="*/ 116493 h 138668"/>
                <a:gd name="csX2" fmla="*/ 211138 w 237593"/>
                <a:gd name="csY2" fmla="*/ 92270 h 138668"/>
                <a:gd name="csX3" fmla="*/ 211900 w 237593"/>
                <a:gd name="csY3" fmla="*/ 89134 h 138668"/>
                <a:gd name="csX4" fmla="*/ 230760 w 237593"/>
                <a:gd name="csY4" fmla="*/ 82105 h 138668"/>
                <a:gd name="csX5" fmla="*/ 235522 w 237593"/>
                <a:gd name="csY5" fmla="*/ 29442 h 138668"/>
                <a:gd name="csX6" fmla="*/ 208979 w 237593"/>
                <a:gd name="csY6" fmla="*/ 11383 h 138668"/>
                <a:gd name="csX7" fmla="*/ 186183 w 237593"/>
                <a:gd name="csY7" fmla="*/ 16465 h 138668"/>
                <a:gd name="csX8" fmla="*/ 174816 w 237593"/>
                <a:gd name="csY8" fmla="*/ 33227 h 138668"/>
                <a:gd name="csX9" fmla="*/ 153988 w 237593"/>
                <a:gd name="csY9" fmla="*/ 31929 h 138668"/>
                <a:gd name="csX10" fmla="*/ 156528 w 237593"/>
                <a:gd name="csY10" fmla="*/ 12140 h 138668"/>
                <a:gd name="csX11" fmla="*/ 130937 w 237593"/>
                <a:gd name="csY11" fmla="*/ 137 h 138668"/>
                <a:gd name="csX12" fmla="*/ 29846 w 237593"/>
                <a:gd name="csY12" fmla="*/ 16033 h 138668"/>
                <a:gd name="csX13" fmla="*/ 31624 w 237593"/>
                <a:gd name="csY13" fmla="*/ 34092 h 138668"/>
                <a:gd name="csX14" fmla="*/ 1271 w 237593"/>
                <a:gd name="csY14" fmla="*/ 51502 h 138668"/>
                <a:gd name="csX15" fmla="*/ 25845 w 237593"/>
                <a:gd name="csY15" fmla="*/ 71399 h 138668"/>
                <a:gd name="csX16" fmla="*/ 26099 w 237593"/>
                <a:gd name="csY16" fmla="*/ 87945 h 138668"/>
                <a:gd name="csX17" fmla="*/ 50674 w 237593"/>
                <a:gd name="csY17" fmla="*/ 110437 h 138668"/>
                <a:gd name="csX18" fmla="*/ 119063 w 237593"/>
                <a:gd name="csY18" fmla="*/ 116277 h 138668"/>
                <a:gd name="csX19" fmla="*/ 145352 w 237593"/>
                <a:gd name="csY19" fmla="*/ 137039 h 138668"/>
                <a:gd name="csX20" fmla="*/ 214821 w 237593"/>
                <a:gd name="csY20" fmla="*/ 138661 h 138668"/>
                <a:gd name="csX21" fmla="*/ 220790 w 237593"/>
                <a:gd name="csY21" fmla="*/ 136282 h 138668"/>
                <a:gd name="csX22" fmla="*/ 234950 w 237593"/>
                <a:gd name="csY22" fmla="*/ 121899 h 138668"/>
                <a:gd name="csX23" fmla="*/ 234950 w 237593"/>
                <a:gd name="csY23" fmla="*/ 121684 h 138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37593" h="138668">
                  <a:moveTo>
                    <a:pt x="234950" y="121684"/>
                  </a:moveTo>
                  <a:cubicBezTo>
                    <a:pt x="236348" y="120278"/>
                    <a:pt x="236348" y="117898"/>
                    <a:pt x="234950" y="116493"/>
                  </a:cubicBezTo>
                  <a:lnTo>
                    <a:pt x="211138" y="92270"/>
                  </a:lnTo>
                  <a:cubicBezTo>
                    <a:pt x="209741" y="90864"/>
                    <a:pt x="210059" y="89350"/>
                    <a:pt x="211900" y="89134"/>
                  </a:cubicBezTo>
                  <a:cubicBezTo>
                    <a:pt x="225997" y="86755"/>
                    <a:pt x="229871" y="87404"/>
                    <a:pt x="230760" y="82105"/>
                  </a:cubicBezTo>
                  <a:cubicBezTo>
                    <a:pt x="238189" y="32578"/>
                    <a:pt x="239205" y="32470"/>
                    <a:pt x="235522" y="29442"/>
                  </a:cubicBezTo>
                  <a:cubicBezTo>
                    <a:pt x="214186" y="12681"/>
                    <a:pt x="213297" y="11059"/>
                    <a:pt x="208979" y="11383"/>
                  </a:cubicBezTo>
                  <a:cubicBezTo>
                    <a:pt x="191707" y="12681"/>
                    <a:pt x="188341" y="11816"/>
                    <a:pt x="186183" y="16465"/>
                  </a:cubicBezTo>
                  <a:cubicBezTo>
                    <a:pt x="180087" y="29334"/>
                    <a:pt x="179134" y="33551"/>
                    <a:pt x="174816" y="33227"/>
                  </a:cubicBezTo>
                  <a:lnTo>
                    <a:pt x="153988" y="31929"/>
                  </a:lnTo>
                  <a:cubicBezTo>
                    <a:pt x="146241" y="31388"/>
                    <a:pt x="163323" y="16033"/>
                    <a:pt x="156528" y="12140"/>
                  </a:cubicBezTo>
                  <a:cubicBezTo>
                    <a:pt x="137796" y="1543"/>
                    <a:pt x="135510" y="-620"/>
                    <a:pt x="130937" y="137"/>
                  </a:cubicBezTo>
                  <a:lnTo>
                    <a:pt x="29846" y="16033"/>
                  </a:lnTo>
                  <a:cubicBezTo>
                    <a:pt x="22289" y="17223"/>
                    <a:pt x="38545" y="30740"/>
                    <a:pt x="31624" y="34092"/>
                  </a:cubicBezTo>
                  <a:cubicBezTo>
                    <a:pt x="2287" y="47825"/>
                    <a:pt x="-2921" y="48799"/>
                    <a:pt x="1271" y="51502"/>
                  </a:cubicBezTo>
                  <a:cubicBezTo>
                    <a:pt x="23940" y="65776"/>
                    <a:pt x="26734" y="66101"/>
                    <a:pt x="25845" y="71399"/>
                  </a:cubicBezTo>
                  <a:cubicBezTo>
                    <a:pt x="25400" y="76698"/>
                    <a:pt x="22099" y="83835"/>
                    <a:pt x="26099" y="87945"/>
                  </a:cubicBezTo>
                  <a:cubicBezTo>
                    <a:pt x="45466" y="108382"/>
                    <a:pt x="46292" y="110221"/>
                    <a:pt x="50674" y="110437"/>
                  </a:cubicBezTo>
                  <a:cubicBezTo>
                    <a:pt x="115253" y="113789"/>
                    <a:pt x="115126" y="112708"/>
                    <a:pt x="119063" y="116277"/>
                  </a:cubicBezTo>
                  <a:cubicBezTo>
                    <a:pt x="119063" y="116277"/>
                    <a:pt x="145352" y="139742"/>
                    <a:pt x="145352" y="137039"/>
                  </a:cubicBezTo>
                  <a:cubicBezTo>
                    <a:pt x="145352" y="134335"/>
                    <a:pt x="214821" y="138661"/>
                    <a:pt x="214821" y="138661"/>
                  </a:cubicBezTo>
                  <a:cubicBezTo>
                    <a:pt x="216662" y="138769"/>
                    <a:pt x="219393" y="137687"/>
                    <a:pt x="220790" y="136282"/>
                  </a:cubicBezTo>
                  <a:lnTo>
                    <a:pt x="234950" y="121899"/>
                  </a:lnTo>
                  <a:lnTo>
                    <a:pt x="234950" y="121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A35A87FD-2C6A-9CF0-7B14-A97E09FC6D3B}"/>
                </a:ext>
              </a:extLst>
            </p:cNvPr>
            <p:cNvSpPr/>
            <p:nvPr/>
          </p:nvSpPr>
          <p:spPr>
            <a:xfrm>
              <a:off x="8035823" y="1276769"/>
              <a:ext cx="81727" cy="31439"/>
            </a:xfrm>
            <a:custGeom>
              <a:avLst/>
              <a:gdLst>
                <a:gd name="csX0" fmla="*/ 92747 w 94253"/>
                <a:gd name="csY0" fmla="*/ 13077 h 36257"/>
                <a:gd name="csX1" fmla="*/ 65378 w 94253"/>
                <a:gd name="csY1" fmla="*/ 533 h 36257"/>
                <a:gd name="csX2" fmla="*/ 8673 w 94253"/>
                <a:gd name="csY2" fmla="*/ 3021 h 36257"/>
                <a:gd name="csX3" fmla="*/ 291 w 94253"/>
                <a:gd name="csY3" fmla="*/ 16213 h 36257"/>
                <a:gd name="csX4" fmla="*/ 2260 w 94253"/>
                <a:gd name="csY4" fmla="*/ 20431 h 36257"/>
                <a:gd name="csX5" fmla="*/ 36677 w 94253"/>
                <a:gd name="csY5" fmla="*/ 25405 h 36257"/>
                <a:gd name="csX6" fmla="*/ 38391 w 94253"/>
                <a:gd name="csY6" fmla="*/ 36219 h 36257"/>
                <a:gd name="csX7" fmla="*/ 70904 w 94253"/>
                <a:gd name="csY7" fmla="*/ 32218 h 36257"/>
                <a:gd name="csX8" fmla="*/ 93191 w 94253"/>
                <a:gd name="csY8" fmla="*/ 16754 h 36257"/>
                <a:gd name="csX9" fmla="*/ 92874 w 94253"/>
                <a:gd name="csY9" fmla="*/ 13077 h 36257"/>
                <a:gd name="csX10" fmla="*/ 92747 w 94253"/>
                <a:gd name="csY10" fmla="*/ 13077 h 3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4253" h="36257">
                  <a:moveTo>
                    <a:pt x="92747" y="13077"/>
                  </a:moveTo>
                  <a:lnTo>
                    <a:pt x="65378" y="533"/>
                  </a:lnTo>
                  <a:cubicBezTo>
                    <a:pt x="60934" y="-1521"/>
                    <a:pt x="8673" y="3021"/>
                    <a:pt x="8673" y="3021"/>
                  </a:cubicBezTo>
                  <a:cubicBezTo>
                    <a:pt x="3466" y="3453"/>
                    <a:pt x="2704" y="11455"/>
                    <a:pt x="291" y="16213"/>
                  </a:cubicBezTo>
                  <a:cubicBezTo>
                    <a:pt x="-471" y="18268"/>
                    <a:pt x="291" y="20107"/>
                    <a:pt x="2260" y="20431"/>
                  </a:cubicBezTo>
                  <a:lnTo>
                    <a:pt x="36677" y="25405"/>
                  </a:lnTo>
                  <a:cubicBezTo>
                    <a:pt x="43091" y="26379"/>
                    <a:pt x="31787" y="36976"/>
                    <a:pt x="38391" y="36219"/>
                  </a:cubicBezTo>
                  <a:lnTo>
                    <a:pt x="70904" y="32218"/>
                  </a:lnTo>
                  <a:cubicBezTo>
                    <a:pt x="75666" y="31677"/>
                    <a:pt x="79540" y="27676"/>
                    <a:pt x="93191" y="16754"/>
                  </a:cubicBezTo>
                  <a:cubicBezTo>
                    <a:pt x="94716" y="15564"/>
                    <a:pt x="94589" y="13943"/>
                    <a:pt x="92874" y="13077"/>
                  </a:cubicBezTo>
                  <a:lnTo>
                    <a:pt x="92747" y="130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D3524ECC-CE1E-22B2-1481-7F105E68EBBA}"/>
                </a:ext>
              </a:extLst>
            </p:cNvPr>
            <p:cNvSpPr/>
            <p:nvPr/>
          </p:nvSpPr>
          <p:spPr>
            <a:xfrm>
              <a:off x="7993578" y="1167338"/>
              <a:ext cx="41342" cy="17574"/>
            </a:xfrm>
            <a:custGeom>
              <a:avLst/>
              <a:gdLst>
                <a:gd name="csX0" fmla="*/ 47487 w 47678"/>
                <a:gd name="csY0" fmla="*/ 17086 h 20268"/>
                <a:gd name="csX1" fmla="*/ 41011 w 47678"/>
                <a:gd name="csY1" fmla="*/ 6272 h 20268"/>
                <a:gd name="csX2" fmla="*/ 15991 w 47678"/>
                <a:gd name="csY2" fmla="*/ 432 h 20268"/>
                <a:gd name="csX3" fmla="*/ 1513 w 47678"/>
                <a:gd name="csY3" fmla="*/ 12544 h 20268"/>
                <a:gd name="csX4" fmla="*/ 45328 w 47678"/>
                <a:gd name="csY4" fmla="*/ 20222 h 20268"/>
                <a:gd name="csX5" fmla="*/ 47423 w 47678"/>
                <a:gd name="csY5" fmla="*/ 17086 h 20268"/>
                <a:gd name="csX6" fmla="*/ 47487 w 47678"/>
                <a:gd name="csY6" fmla="*/ 17086 h 20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678" h="20268">
                  <a:moveTo>
                    <a:pt x="47487" y="17086"/>
                  </a:moveTo>
                  <a:cubicBezTo>
                    <a:pt x="46408" y="14706"/>
                    <a:pt x="45773" y="8002"/>
                    <a:pt x="41011" y="6272"/>
                  </a:cubicBezTo>
                  <a:cubicBezTo>
                    <a:pt x="41011" y="6272"/>
                    <a:pt x="19801" y="-1947"/>
                    <a:pt x="15991" y="432"/>
                  </a:cubicBezTo>
                  <a:cubicBezTo>
                    <a:pt x="3228" y="8543"/>
                    <a:pt x="-3122" y="11679"/>
                    <a:pt x="1513" y="12544"/>
                  </a:cubicBezTo>
                  <a:lnTo>
                    <a:pt x="45328" y="20222"/>
                  </a:lnTo>
                  <a:cubicBezTo>
                    <a:pt x="47170" y="20546"/>
                    <a:pt x="48186" y="19140"/>
                    <a:pt x="47423" y="17086"/>
                  </a:cubicBezTo>
                  <a:lnTo>
                    <a:pt x="47487" y="17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A776E3FE-D510-D9C3-9937-F908878B851A}"/>
                </a:ext>
              </a:extLst>
            </p:cNvPr>
            <p:cNvSpPr/>
            <p:nvPr/>
          </p:nvSpPr>
          <p:spPr>
            <a:xfrm>
              <a:off x="7642194" y="1718973"/>
              <a:ext cx="16839" cy="16606"/>
            </a:xfrm>
            <a:custGeom>
              <a:avLst/>
              <a:gdLst>
                <a:gd name="csX0" fmla="*/ 16799 w 19420"/>
                <a:gd name="csY0" fmla="*/ 1718 h 19151"/>
                <a:gd name="csX1" fmla="*/ 5876 w 19420"/>
                <a:gd name="csY1" fmla="*/ 2042 h 19151"/>
                <a:gd name="csX2" fmla="*/ 1622 w 19420"/>
                <a:gd name="csY2" fmla="*/ 13072 h 19151"/>
                <a:gd name="csX3" fmla="*/ 17750 w 19420"/>
                <a:gd name="csY3" fmla="*/ 16532 h 19151"/>
                <a:gd name="csX4" fmla="*/ 16799 w 19420"/>
                <a:gd name="csY4" fmla="*/ 1718 h 19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420" h="19151">
                  <a:moveTo>
                    <a:pt x="16799" y="1718"/>
                  </a:moveTo>
                  <a:cubicBezTo>
                    <a:pt x="14386" y="1394"/>
                    <a:pt x="9178" y="-2175"/>
                    <a:pt x="5876" y="2042"/>
                  </a:cubicBezTo>
                  <a:cubicBezTo>
                    <a:pt x="3908" y="5395"/>
                    <a:pt x="-3140" y="10805"/>
                    <a:pt x="1622" y="13072"/>
                  </a:cubicBezTo>
                  <a:cubicBezTo>
                    <a:pt x="9877" y="15993"/>
                    <a:pt x="16671" y="22914"/>
                    <a:pt x="17750" y="16532"/>
                  </a:cubicBezTo>
                  <a:cubicBezTo>
                    <a:pt x="18068" y="11345"/>
                    <a:pt x="21878" y="3236"/>
                    <a:pt x="16799" y="1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338B1A5B-DBDB-EF71-36B2-B1FE4A256F94}"/>
                </a:ext>
              </a:extLst>
            </p:cNvPr>
            <p:cNvSpPr/>
            <p:nvPr/>
          </p:nvSpPr>
          <p:spPr>
            <a:xfrm>
              <a:off x="7723834" y="1652963"/>
              <a:ext cx="26375" cy="32620"/>
            </a:xfrm>
            <a:custGeom>
              <a:avLst/>
              <a:gdLst>
                <a:gd name="csX0" fmla="*/ 30087 w 30417"/>
                <a:gd name="csY0" fmla="*/ 14478 h 37620"/>
                <a:gd name="csX1" fmla="*/ 22086 w 30417"/>
                <a:gd name="csY1" fmla="*/ 851 h 37620"/>
                <a:gd name="csX2" fmla="*/ 9640 w 30417"/>
                <a:gd name="csY2" fmla="*/ 2368 h 37620"/>
                <a:gd name="csX3" fmla="*/ 1004 w 30417"/>
                <a:gd name="csY3" fmla="*/ 18478 h 37620"/>
                <a:gd name="csX4" fmla="*/ 14974 w 30417"/>
                <a:gd name="csY4" fmla="*/ 36646 h 37620"/>
                <a:gd name="csX5" fmla="*/ 17641 w 30417"/>
                <a:gd name="csY5" fmla="*/ 35566 h 37620"/>
                <a:gd name="csX6" fmla="*/ 21896 w 30417"/>
                <a:gd name="csY6" fmla="*/ 22911 h 37620"/>
                <a:gd name="csX7" fmla="*/ 30087 w 30417"/>
                <a:gd name="csY7" fmla="*/ 14478 h 37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17" h="37620">
                  <a:moveTo>
                    <a:pt x="30087" y="14478"/>
                  </a:moveTo>
                  <a:cubicBezTo>
                    <a:pt x="27928" y="9722"/>
                    <a:pt x="27294" y="1498"/>
                    <a:pt x="22086" y="851"/>
                  </a:cubicBezTo>
                  <a:cubicBezTo>
                    <a:pt x="22086" y="851"/>
                    <a:pt x="13197" y="-1848"/>
                    <a:pt x="9640" y="2368"/>
                  </a:cubicBezTo>
                  <a:cubicBezTo>
                    <a:pt x="5132" y="9074"/>
                    <a:pt x="-2805" y="13614"/>
                    <a:pt x="1004" y="18478"/>
                  </a:cubicBezTo>
                  <a:lnTo>
                    <a:pt x="14974" y="36646"/>
                  </a:lnTo>
                  <a:cubicBezTo>
                    <a:pt x="16245" y="38271"/>
                    <a:pt x="17451" y="37833"/>
                    <a:pt x="17641" y="35566"/>
                  </a:cubicBezTo>
                  <a:cubicBezTo>
                    <a:pt x="18340" y="32213"/>
                    <a:pt x="17324" y="25184"/>
                    <a:pt x="21896" y="22911"/>
                  </a:cubicBezTo>
                  <a:cubicBezTo>
                    <a:pt x="24690" y="20967"/>
                    <a:pt x="32056" y="20104"/>
                    <a:pt x="30087" y="144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3457031D-B79B-084A-657C-72E62EF38A8D}"/>
                </a:ext>
              </a:extLst>
            </p:cNvPr>
            <p:cNvSpPr/>
            <p:nvPr/>
          </p:nvSpPr>
          <p:spPr>
            <a:xfrm>
              <a:off x="8033004" y="1302800"/>
              <a:ext cx="21857" cy="10509"/>
            </a:xfrm>
            <a:custGeom>
              <a:avLst/>
              <a:gdLst>
                <a:gd name="csX0" fmla="*/ 22718 w 25207"/>
                <a:gd name="csY0" fmla="*/ 2414 h 12120"/>
                <a:gd name="csX1" fmla="*/ 1637 w 25207"/>
                <a:gd name="csY1" fmla="*/ 2197 h 12120"/>
                <a:gd name="csX2" fmla="*/ 748 w 25207"/>
                <a:gd name="csY2" fmla="*/ 3279 h 12120"/>
                <a:gd name="csX3" fmla="*/ 1637 w 25207"/>
                <a:gd name="csY3" fmla="*/ 7063 h 12120"/>
                <a:gd name="csX4" fmla="*/ 20560 w 25207"/>
                <a:gd name="csY4" fmla="*/ 12038 h 12120"/>
                <a:gd name="csX5" fmla="*/ 24687 w 25207"/>
                <a:gd name="csY5" fmla="*/ 9010 h 12120"/>
                <a:gd name="csX6" fmla="*/ 25131 w 25207"/>
                <a:gd name="csY6" fmla="*/ 6955 h 12120"/>
                <a:gd name="csX7" fmla="*/ 22591 w 25207"/>
                <a:gd name="csY7" fmla="*/ 2522 h 12120"/>
                <a:gd name="csX8" fmla="*/ 22718 w 25207"/>
                <a:gd name="csY8" fmla="*/ 2414 h 1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207" h="12120">
                  <a:moveTo>
                    <a:pt x="22718" y="2414"/>
                  </a:moveTo>
                  <a:cubicBezTo>
                    <a:pt x="7352" y="-73"/>
                    <a:pt x="4621" y="-1371"/>
                    <a:pt x="1637" y="2197"/>
                  </a:cubicBezTo>
                  <a:lnTo>
                    <a:pt x="748" y="3279"/>
                  </a:lnTo>
                  <a:cubicBezTo>
                    <a:pt x="-522" y="4793"/>
                    <a:pt x="-141" y="6523"/>
                    <a:pt x="1637" y="7063"/>
                  </a:cubicBezTo>
                  <a:lnTo>
                    <a:pt x="20560" y="12038"/>
                  </a:lnTo>
                  <a:cubicBezTo>
                    <a:pt x="22401" y="12470"/>
                    <a:pt x="24242" y="11173"/>
                    <a:pt x="24687" y="9010"/>
                  </a:cubicBezTo>
                  <a:lnTo>
                    <a:pt x="25131" y="6955"/>
                  </a:lnTo>
                  <a:cubicBezTo>
                    <a:pt x="25513" y="4793"/>
                    <a:pt x="24433" y="2846"/>
                    <a:pt x="22591" y="2522"/>
                  </a:cubicBezTo>
                  <a:lnTo>
                    <a:pt x="22718" y="2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3C83A2B5-90E8-C10C-C4D1-2138AD9D4607}"/>
                </a:ext>
              </a:extLst>
            </p:cNvPr>
            <p:cNvSpPr/>
            <p:nvPr/>
          </p:nvSpPr>
          <p:spPr>
            <a:xfrm>
              <a:off x="9529081" y="1953870"/>
              <a:ext cx="27347" cy="9314"/>
            </a:xfrm>
            <a:custGeom>
              <a:avLst/>
              <a:gdLst>
                <a:gd name="csX0" fmla="*/ 2063 w 31538"/>
                <a:gd name="csY0" fmla="*/ 1055 h 10742"/>
                <a:gd name="csX1" fmla="*/ 412 w 31538"/>
                <a:gd name="csY1" fmla="*/ 4408 h 10742"/>
                <a:gd name="csX2" fmla="*/ 22065 w 31538"/>
                <a:gd name="csY2" fmla="*/ 10682 h 10742"/>
                <a:gd name="csX3" fmla="*/ 30828 w 31538"/>
                <a:gd name="csY3" fmla="*/ 3113 h 10742"/>
                <a:gd name="csX4" fmla="*/ 2063 w 31538"/>
                <a:gd name="csY4" fmla="*/ 947 h 10742"/>
                <a:gd name="csX5" fmla="*/ 2063 w 31538"/>
                <a:gd name="csY5" fmla="*/ 1055 h 10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538" h="10742">
                  <a:moveTo>
                    <a:pt x="2063" y="1055"/>
                  </a:moveTo>
                  <a:cubicBezTo>
                    <a:pt x="221" y="1055"/>
                    <a:pt x="-541" y="2681"/>
                    <a:pt x="412" y="4408"/>
                  </a:cubicBezTo>
                  <a:cubicBezTo>
                    <a:pt x="2571" y="8624"/>
                    <a:pt x="5491" y="8193"/>
                    <a:pt x="22065" y="10682"/>
                  </a:cubicBezTo>
                  <a:cubicBezTo>
                    <a:pt x="26954" y="11438"/>
                    <a:pt x="29240" y="4948"/>
                    <a:pt x="30828" y="3113"/>
                  </a:cubicBezTo>
                  <a:cubicBezTo>
                    <a:pt x="34511" y="-2513"/>
                    <a:pt x="23716" y="1271"/>
                    <a:pt x="2063" y="947"/>
                  </a:cubicBezTo>
                  <a:lnTo>
                    <a:pt x="2063" y="10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03253BA6-81FD-4A19-ACAC-A68A180E9D59}"/>
                </a:ext>
              </a:extLst>
            </p:cNvPr>
            <p:cNvSpPr/>
            <p:nvPr/>
          </p:nvSpPr>
          <p:spPr>
            <a:xfrm>
              <a:off x="9476706" y="1748624"/>
              <a:ext cx="25205" cy="33120"/>
            </a:xfrm>
            <a:custGeom>
              <a:avLst/>
              <a:gdLst>
                <a:gd name="csX0" fmla="*/ 3474 w 29068"/>
                <a:gd name="csY0" fmla="*/ 612 h 38196"/>
                <a:gd name="csX1" fmla="*/ 45 w 29068"/>
                <a:gd name="csY1" fmla="*/ 10239 h 38196"/>
                <a:gd name="csX2" fmla="*/ 24366 w 29068"/>
                <a:gd name="csY2" fmla="*/ 37379 h 38196"/>
                <a:gd name="csX3" fmla="*/ 28937 w 29068"/>
                <a:gd name="csY3" fmla="*/ 27219 h 38196"/>
                <a:gd name="csX4" fmla="*/ 3474 w 29068"/>
                <a:gd name="csY4" fmla="*/ 612 h 38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68" h="38196">
                  <a:moveTo>
                    <a:pt x="3474" y="612"/>
                  </a:moveTo>
                  <a:cubicBezTo>
                    <a:pt x="-654" y="-2956"/>
                    <a:pt x="45" y="10239"/>
                    <a:pt x="45" y="10239"/>
                  </a:cubicBezTo>
                  <a:cubicBezTo>
                    <a:pt x="-336" y="15751"/>
                    <a:pt x="2077" y="16297"/>
                    <a:pt x="24366" y="37379"/>
                  </a:cubicBezTo>
                  <a:cubicBezTo>
                    <a:pt x="28366" y="41163"/>
                    <a:pt x="27921" y="30788"/>
                    <a:pt x="28937" y="27219"/>
                  </a:cubicBezTo>
                  <a:cubicBezTo>
                    <a:pt x="29763" y="21809"/>
                    <a:pt x="27286" y="21377"/>
                    <a:pt x="3474" y="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7520A294-0F72-1B3B-77FF-9AAC4E0CCDD6}"/>
                </a:ext>
              </a:extLst>
            </p:cNvPr>
            <p:cNvSpPr/>
            <p:nvPr/>
          </p:nvSpPr>
          <p:spPr>
            <a:xfrm>
              <a:off x="9479047" y="1631899"/>
              <a:ext cx="21744" cy="32037"/>
            </a:xfrm>
            <a:custGeom>
              <a:avLst/>
              <a:gdLst>
                <a:gd name="csX0" fmla="*/ 9981 w 25077"/>
                <a:gd name="csY0" fmla="*/ 36282 h 36947"/>
                <a:gd name="csX1" fmla="*/ 24079 w 25077"/>
                <a:gd name="csY1" fmla="*/ 21251 h 36947"/>
                <a:gd name="csX2" fmla="*/ 13665 w 25077"/>
                <a:gd name="csY2" fmla="*/ 1033 h 36947"/>
                <a:gd name="csX3" fmla="*/ 10172 w 25077"/>
                <a:gd name="csY3" fmla="*/ 1789 h 36947"/>
                <a:gd name="csX4" fmla="*/ 266 w 25077"/>
                <a:gd name="csY4" fmla="*/ 33475 h 36947"/>
                <a:gd name="csX5" fmla="*/ 10108 w 25077"/>
                <a:gd name="csY5" fmla="*/ 36282 h 36947"/>
                <a:gd name="csX6" fmla="*/ 9981 w 25077"/>
                <a:gd name="csY6" fmla="*/ 36282 h 3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077" h="36947">
                  <a:moveTo>
                    <a:pt x="9981" y="36282"/>
                  </a:moveTo>
                  <a:cubicBezTo>
                    <a:pt x="14427" y="35850"/>
                    <a:pt x="16776" y="31310"/>
                    <a:pt x="24079" y="21251"/>
                  </a:cubicBezTo>
                  <a:cubicBezTo>
                    <a:pt x="27000" y="17251"/>
                    <a:pt x="23507" y="14438"/>
                    <a:pt x="13665" y="1033"/>
                  </a:cubicBezTo>
                  <a:cubicBezTo>
                    <a:pt x="12458" y="-593"/>
                    <a:pt x="10934" y="-269"/>
                    <a:pt x="10172" y="1789"/>
                  </a:cubicBezTo>
                  <a:lnTo>
                    <a:pt x="266" y="33475"/>
                  </a:lnTo>
                  <a:cubicBezTo>
                    <a:pt x="-1575" y="39203"/>
                    <a:pt x="6616" y="36066"/>
                    <a:pt x="10108" y="36282"/>
                  </a:cubicBezTo>
                  <a:lnTo>
                    <a:pt x="9981" y="36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3807E91D-722E-CA10-6237-B2823F99E176}"/>
                </a:ext>
              </a:extLst>
            </p:cNvPr>
            <p:cNvSpPr/>
            <p:nvPr/>
          </p:nvSpPr>
          <p:spPr>
            <a:xfrm>
              <a:off x="9900453" y="1557839"/>
              <a:ext cx="28496" cy="11451"/>
            </a:xfrm>
            <a:custGeom>
              <a:avLst/>
              <a:gdLst>
                <a:gd name="csX0" fmla="*/ 22844 w 32864"/>
                <a:gd name="csY0" fmla="*/ 12693 h 13206"/>
                <a:gd name="csX1" fmla="*/ 32496 w 32864"/>
                <a:gd name="csY1" fmla="*/ 3285 h 13206"/>
                <a:gd name="csX2" fmla="*/ 12684 w 32864"/>
                <a:gd name="csY2" fmla="*/ 689 h 13206"/>
                <a:gd name="csX3" fmla="*/ 874 w 32864"/>
                <a:gd name="csY3" fmla="*/ 10422 h 13206"/>
                <a:gd name="csX4" fmla="*/ 22844 w 32864"/>
                <a:gd name="csY4" fmla="*/ 12693 h 1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864" h="13206">
                  <a:moveTo>
                    <a:pt x="22844" y="12693"/>
                  </a:moveTo>
                  <a:cubicBezTo>
                    <a:pt x="27798" y="12584"/>
                    <a:pt x="30211" y="6097"/>
                    <a:pt x="32496" y="3285"/>
                  </a:cubicBezTo>
                  <a:cubicBezTo>
                    <a:pt x="36052" y="-2014"/>
                    <a:pt x="12684" y="689"/>
                    <a:pt x="12684" y="689"/>
                  </a:cubicBezTo>
                  <a:cubicBezTo>
                    <a:pt x="8112" y="689"/>
                    <a:pt x="5445" y="5231"/>
                    <a:pt x="874" y="10422"/>
                  </a:cubicBezTo>
                  <a:cubicBezTo>
                    <a:pt x="-2492" y="14315"/>
                    <a:pt x="3667" y="13125"/>
                    <a:pt x="22844" y="126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76327539-35AF-4FA0-B0A3-7ACF03648EDC}"/>
                </a:ext>
              </a:extLst>
            </p:cNvPr>
            <p:cNvSpPr/>
            <p:nvPr/>
          </p:nvSpPr>
          <p:spPr>
            <a:xfrm>
              <a:off x="10028169" y="1598645"/>
              <a:ext cx="15449" cy="14928"/>
            </a:xfrm>
            <a:custGeom>
              <a:avLst/>
              <a:gdLst>
                <a:gd name="csX0" fmla="*/ 13982 w 17817"/>
                <a:gd name="csY0" fmla="*/ 236 h 17216"/>
                <a:gd name="csX1" fmla="*/ 1537 w 17817"/>
                <a:gd name="csY1" fmla="*/ 5748 h 17216"/>
                <a:gd name="csX2" fmla="*/ 775 w 17817"/>
                <a:gd name="csY2" fmla="*/ 9971 h 17216"/>
                <a:gd name="csX3" fmla="*/ 11189 w 17817"/>
                <a:gd name="csY3" fmla="*/ 16562 h 17216"/>
                <a:gd name="csX4" fmla="*/ 17793 w 17817"/>
                <a:gd name="csY4" fmla="*/ 7914 h 17216"/>
                <a:gd name="csX5" fmla="*/ 13856 w 17817"/>
                <a:gd name="csY5" fmla="*/ 236 h 17216"/>
                <a:gd name="csX6" fmla="*/ 13982 w 17817"/>
                <a:gd name="csY6" fmla="*/ 236 h 17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817" h="17216">
                  <a:moveTo>
                    <a:pt x="13982" y="236"/>
                  </a:moveTo>
                  <a:lnTo>
                    <a:pt x="1537" y="5748"/>
                  </a:lnTo>
                  <a:cubicBezTo>
                    <a:pt x="-178" y="6510"/>
                    <a:pt x="-495" y="8345"/>
                    <a:pt x="775" y="9971"/>
                  </a:cubicBezTo>
                  <a:cubicBezTo>
                    <a:pt x="3569" y="12346"/>
                    <a:pt x="6870" y="19375"/>
                    <a:pt x="11189" y="16562"/>
                  </a:cubicBezTo>
                  <a:cubicBezTo>
                    <a:pt x="12458" y="15375"/>
                    <a:pt x="18237" y="13648"/>
                    <a:pt x="17793" y="7914"/>
                  </a:cubicBezTo>
                  <a:cubicBezTo>
                    <a:pt x="17793" y="7914"/>
                    <a:pt x="18301" y="-1605"/>
                    <a:pt x="13856" y="236"/>
                  </a:cubicBezTo>
                  <a:lnTo>
                    <a:pt x="13982" y="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91C40D4B-8FAF-2551-C0A3-FA8239ED2580}"/>
                </a:ext>
              </a:extLst>
            </p:cNvPr>
            <p:cNvSpPr/>
            <p:nvPr/>
          </p:nvSpPr>
          <p:spPr>
            <a:xfrm>
              <a:off x="9629912" y="1748322"/>
              <a:ext cx="27394" cy="28673"/>
            </a:xfrm>
            <a:custGeom>
              <a:avLst/>
              <a:gdLst>
                <a:gd name="csX0" fmla="*/ 9286 w 31593"/>
                <a:gd name="csY0" fmla="*/ 31567 h 33068"/>
                <a:gd name="csX1" fmla="*/ 27574 w 31593"/>
                <a:gd name="csY1" fmla="*/ 24538 h 33068"/>
                <a:gd name="csX2" fmla="*/ 31574 w 31593"/>
                <a:gd name="csY2" fmla="*/ 10371 h 33068"/>
                <a:gd name="csX3" fmla="*/ 19446 w 31593"/>
                <a:gd name="csY3" fmla="*/ 744 h 33068"/>
                <a:gd name="csX4" fmla="*/ 3317 w 31593"/>
                <a:gd name="csY4" fmla="*/ 3665 h 33068"/>
                <a:gd name="csX5" fmla="*/ 79 w 31593"/>
                <a:gd name="csY5" fmla="*/ 17077 h 33068"/>
                <a:gd name="csX6" fmla="*/ 9286 w 31593"/>
                <a:gd name="csY6" fmla="*/ 31567 h 3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593" h="33068">
                  <a:moveTo>
                    <a:pt x="9286" y="31567"/>
                  </a:moveTo>
                  <a:cubicBezTo>
                    <a:pt x="12524" y="35244"/>
                    <a:pt x="15572" y="31891"/>
                    <a:pt x="27574" y="24538"/>
                  </a:cubicBezTo>
                  <a:cubicBezTo>
                    <a:pt x="32019" y="21725"/>
                    <a:pt x="30685" y="14695"/>
                    <a:pt x="31574" y="10371"/>
                  </a:cubicBezTo>
                  <a:cubicBezTo>
                    <a:pt x="32146" y="3989"/>
                    <a:pt x="19446" y="744"/>
                    <a:pt x="19446" y="744"/>
                  </a:cubicBezTo>
                  <a:cubicBezTo>
                    <a:pt x="15572" y="-983"/>
                    <a:pt x="12969" y="420"/>
                    <a:pt x="3317" y="3665"/>
                  </a:cubicBezTo>
                  <a:cubicBezTo>
                    <a:pt x="-1572" y="5285"/>
                    <a:pt x="523" y="12968"/>
                    <a:pt x="79" y="17077"/>
                  </a:cubicBezTo>
                  <a:cubicBezTo>
                    <a:pt x="79" y="22049"/>
                    <a:pt x="2682" y="24106"/>
                    <a:pt x="9286" y="315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D012200B-CF8B-756D-E8BC-138B43EDE7E1}"/>
                </a:ext>
              </a:extLst>
            </p:cNvPr>
            <p:cNvSpPr/>
            <p:nvPr/>
          </p:nvSpPr>
          <p:spPr>
            <a:xfrm>
              <a:off x="9822845" y="1648914"/>
              <a:ext cx="153267" cy="62217"/>
            </a:xfrm>
            <a:custGeom>
              <a:avLst/>
              <a:gdLst>
                <a:gd name="csX0" fmla="*/ 174767 w 176758"/>
                <a:gd name="csY0" fmla="*/ 37963 h 71753"/>
                <a:gd name="csX1" fmla="*/ 100027 w 176758"/>
                <a:gd name="csY1" fmla="*/ 31581 h 71753"/>
                <a:gd name="csX2" fmla="*/ 82692 w 176758"/>
                <a:gd name="csY2" fmla="*/ 13738 h 71753"/>
                <a:gd name="csX3" fmla="*/ 44909 w 176758"/>
                <a:gd name="csY3" fmla="*/ 13198 h 71753"/>
                <a:gd name="csX4" fmla="*/ 35194 w 176758"/>
                <a:gd name="csY4" fmla="*/ 19364 h 71753"/>
                <a:gd name="csX5" fmla="*/ 21859 w 176758"/>
                <a:gd name="csY5" fmla="*/ 11794 h 71753"/>
                <a:gd name="csX6" fmla="*/ 17985 w 176758"/>
                <a:gd name="csY6" fmla="*/ 9 h 71753"/>
                <a:gd name="csX7" fmla="*/ 7444 w 176758"/>
                <a:gd name="csY7" fmla="*/ 4441 h 71753"/>
                <a:gd name="csX8" fmla="*/ 205 w 176758"/>
                <a:gd name="csY8" fmla="*/ 26393 h 71753"/>
                <a:gd name="csX9" fmla="*/ 2174 w 176758"/>
                <a:gd name="csY9" fmla="*/ 31473 h 71753"/>
                <a:gd name="csX10" fmla="*/ 57546 w 176758"/>
                <a:gd name="csY10" fmla="*/ 56346 h 71753"/>
                <a:gd name="csX11" fmla="*/ 81930 w 176758"/>
                <a:gd name="csY11" fmla="*/ 71700 h 71753"/>
                <a:gd name="csX12" fmla="*/ 166576 w 176758"/>
                <a:gd name="csY12" fmla="*/ 59699 h 71753"/>
                <a:gd name="csX13" fmla="*/ 176291 w 176758"/>
                <a:gd name="csY13" fmla="*/ 41532 h 71753"/>
                <a:gd name="csX14" fmla="*/ 174767 w 176758"/>
                <a:gd name="csY14" fmla="*/ 37963 h 7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6758" h="71753">
                  <a:moveTo>
                    <a:pt x="174767" y="37963"/>
                  </a:moveTo>
                  <a:cubicBezTo>
                    <a:pt x="102821" y="34394"/>
                    <a:pt x="103456" y="35912"/>
                    <a:pt x="100027" y="31581"/>
                  </a:cubicBezTo>
                  <a:cubicBezTo>
                    <a:pt x="88534" y="17306"/>
                    <a:pt x="87010" y="14068"/>
                    <a:pt x="82692" y="13738"/>
                  </a:cubicBezTo>
                  <a:cubicBezTo>
                    <a:pt x="49354" y="10715"/>
                    <a:pt x="48275" y="9629"/>
                    <a:pt x="44909" y="13198"/>
                  </a:cubicBezTo>
                  <a:cubicBezTo>
                    <a:pt x="42941" y="14823"/>
                    <a:pt x="39956" y="20659"/>
                    <a:pt x="35194" y="19364"/>
                  </a:cubicBezTo>
                  <a:cubicBezTo>
                    <a:pt x="29669" y="17090"/>
                    <a:pt x="22176" y="18068"/>
                    <a:pt x="21859" y="11794"/>
                  </a:cubicBezTo>
                  <a:cubicBezTo>
                    <a:pt x="21351" y="8334"/>
                    <a:pt x="22939" y="-315"/>
                    <a:pt x="17985" y="9"/>
                  </a:cubicBezTo>
                  <a:cubicBezTo>
                    <a:pt x="15382" y="657"/>
                    <a:pt x="9286" y="-1077"/>
                    <a:pt x="7444" y="4441"/>
                  </a:cubicBezTo>
                  <a:lnTo>
                    <a:pt x="205" y="26393"/>
                  </a:lnTo>
                  <a:cubicBezTo>
                    <a:pt x="-430" y="28450"/>
                    <a:pt x="459" y="30717"/>
                    <a:pt x="2174" y="31473"/>
                  </a:cubicBezTo>
                  <a:cubicBezTo>
                    <a:pt x="52466" y="53209"/>
                    <a:pt x="53482" y="53317"/>
                    <a:pt x="57546" y="56346"/>
                  </a:cubicBezTo>
                  <a:cubicBezTo>
                    <a:pt x="76088" y="70189"/>
                    <a:pt x="77612" y="72132"/>
                    <a:pt x="81930" y="71700"/>
                  </a:cubicBezTo>
                  <a:cubicBezTo>
                    <a:pt x="165687" y="63052"/>
                    <a:pt x="163972" y="64563"/>
                    <a:pt x="166576" y="59699"/>
                  </a:cubicBezTo>
                  <a:lnTo>
                    <a:pt x="176291" y="41532"/>
                  </a:lnTo>
                  <a:cubicBezTo>
                    <a:pt x="177307" y="39696"/>
                    <a:pt x="176608" y="38071"/>
                    <a:pt x="174767" y="379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9D7DB506-E3F6-50B7-6570-DC9738571F0B}"/>
                </a:ext>
              </a:extLst>
            </p:cNvPr>
            <p:cNvSpPr/>
            <p:nvPr/>
          </p:nvSpPr>
          <p:spPr>
            <a:xfrm>
              <a:off x="9525033" y="1600728"/>
              <a:ext cx="271764" cy="119122"/>
            </a:xfrm>
            <a:custGeom>
              <a:avLst/>
              <a:gdLst>
                <a:gd name="csX0" fmla="*/ 255651 w 313417"/>
                <a:gd name="csY0" fmla="*/ 30059 h 137379"/>
                <a:gd name="csX1" fmla="*/ 213551 w 313417"/>
                <a:gd name="csY1" fmla="*/ 30167 h 137379"/>
                <a:gd name="csX2" fmla="*/ 172212 w 313417"/>
                <a:gd name="csY2" fmla="*/ 2049 h 137379"/>
                <a:gd name="csX3" fmla="*/ 169418 w 313417"/>
                <a:gd name="csY3" fmla="*/ 10158 h 137379"/>
                <a:gd name="csX4" fmla="*/ 153480 w 313417"/>
                <a:gd name="csY4" fmla="*/ 16432 h 137379"/>
                <a:gd name="csX5" fmla="*/ 148717 w 313417"/>
                <a:gd name="csY5" fmla="*/ 51255 h 137379"/>
                <a:gd name="csX6" fmla="*/ 145733 w 313417"/>
                <a:gd name="csY6" fmla="*/ 53198 h 137379"/>
                <a:gd name="csX7" fmla="*/ 72771 w 313417"/>
                <a:gd name="csY7" fmla="*/ 1186 h 137379"/>
                <a:gd name="csX8" fmla="*/ 21781 w 313417"/>
                <a:gd name="csY8" fmla="*/ 21734 h 137379"/>
                <a:gd name="csX9" fmla="*/ 23813 w 313417"/>
                <a:gd name="csY9" fmla="*/ 36441 h 137379"/>
                <a:gd name="csX10" fmla="*/ 9334 w 313417"/>
                <a:gd name="csY10" fmla="*/ 41521 h 137379"/>
                <a:gd name="csX11" fmla="*/ 3620 w 313417"/>
                <a:gd name="csY11" fmla="*/ 48766 h 137379"/>
                <a:gd name="csX12" fmla="*/ 5461 w 313417"/>
                <a:gd name="csY12" fmla="*/ 53954 h 137379"/>
                <a:gd name="csX13" fmla="*/ 20701 w 313417"/>
                <a:gd name="csY13" fmla="*/ 60876 h 137379"/>
                <a:gd name="csX14" fmla="*/ 19495 w 313417"/>
                <a:gd name="csY14" fmla="*/ 72121 h 137379"/>
                <a:gd name="csX15" fmla="*/ 3239 w 313417"/>
                <a:gd name="csY15" fmla="*/ 70610 h 137379"/>
                <a:gd name="csX16" fmla="*/ 0 w 313417"/>
                <a:gd name="csY16" fmla="*/ 78827 h 137379"/>
                <a:gd name="csX17" fmla="*/ 36195 w 313417"/>
                <a:gd name="csY17" fmla="*/ 120350 h 137379"/>
                <a:gd name="csX18" fmla="*/ 80772 w 313417"/>
                <a:gd name="csY18" fmla="*/ 137114 h 137379"/>
                <a:gd name="csX19" fmla="*/ 94107 w 313417"/>
                <a:gd name="csY19" fmla="*/ 127487 h 137379"/>
                <a:gd name="csX20" fmla="*/ 92583 w 313417"/>
                <a:gd name="csY20" fmla="*/ 111701 h 137379"/>
                <a:gd name="csX21" fmla="*/ 107379 w 313417"/>
                <a:gd name="csY21" fmla="*/ 104995 h 137379"/>
                <a:gd name="csX22" fmla="*/ 115316 w 313417"/>
                <a:gd name="csY22" fmla="*/ 115917 h 137379"/>
                <a:gd name="csX23" fmla="*/ 180213 w 313417"/>
                <a:gd name="csY23" fmla="*/ 107700 h 137379"/>
                <a:gd name="csX24" fmla="*/ 201676 w 313417"/>
                <a:gd name="csY24" fmla="*/ 122623 h 137379"/>
                <a:gd name="csX25" fmla="*/ 247904 w 313417"/>
                <a:gd name="csY25" fmla="*/ 117543 h 137379"/>
                <a:gd name="csX26" fmla="*/ 248666 w 313417"/>
                <a:gd name="csY26" fmla="*/ 106621 h 137379"/>
                <a:gd name="csX27" fmla="*/ 213805 w 313417"/>
                <a:gd name="csY27" fmla="*/ 100671 h 137379"/>
                <a:gd name="csX28" fmla="*/ 188658 w 313417"/>
                <a:gd name="csY28" fmla="*/ 66718 h 137379"/>
                <a:gd name="csX29" fmla="*/ 189357 w 313417"/>
                <a:gd name="csY29" fmla="*/ 61091 h 137379"/>
                <a:gd name="csX30" fmla="*/ 206184 w 313417"/>
                <a:gd name="csY30" fmla="*/ 46277 h 137379"/>
                <a:gd name="csX31" fmla="*/ 227838 w 313417"/>
                <a:gd name="csY31" fmla="*/ 46925 h 137379"/>
                <a:gd name="csX32" fmla="*/ 215646 w 313417"/>
                <a:gd name="csY32" fmla="*/ 66826 h 137379"/>
                <a:gd name="csX33" fmla="*/ 215392 w 313417"/>
                <a:gd name="csY33" fmla="*/ 72883 h 137379"/>
                <a:gd name="csX34" fmla="*/ 226123 w 313417"/>
                <a:gd name="csY34" fmla="*/ 88885 h 137379"/>
                <a:gd name="csX35" fmla="*/ 278384 w 313417"/>
                <a:gd name="csY35" fmla="*/ 100455 h 137379"/>
                <a:gd name="csX36" fmla="*/ 290957 w 313417"/>
                <a:gd name="csY36" fmla="*/ 73531 h 137379"/>
                <a:gd name="csX37" fmla="*/ 312039 w 313417"/>
                <a:gd name="csY37" fmla="*/ 60552 h 137379"/>
                <a:gd name="csX38" fmla="*/ 255905 w 313417"/>
                <a:gd name="csY38" fmla="*/ 30275 h 137379"/>
                <a:gd name="csX39" fmla="*/ 255651 w 313417"/>
                <a:gd name="csY39" fmla="*/ 30059 h 137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13417" h="137379">
                  <a:moveTo>
                    <a:pt x="255651" y="30059"/>
                  </a:moveTo>
                  <a:cubicBezTo>
                    <a:pt x="251460" y="28110"/>
                    <a:pt x="250889" y="28541"/>
                    <a:pt x="213551" y="30167"/>
                  </a:cubicBezTo>
                  <a:cubicBezTo>
                    <a:pt x="209042" y="30383"/>
                    <a:pt x="209550" y="29735"/>
                    <a:pt x="172212" y="2049"/>
                  </a:cubicBezTo>
                  <a:cubicBezTo>
                    <a:pt x="168084" y="-980"/>
                    <a:pt x="169608" y="8215"/>
                    <a:pt x="169418" y="10158"/>
                  </a:cubicBezTo>
                  <a:cubicBezTo>
                    <a:pt x="169418" y="16756"/>
                    <a:pt x="161163" y="14489"/>
                    <a:pt x="153480" y="16432"/>
                  </a:cubicBezTo>
                  <a:cubicBezTo>
                    <a:pt x="148971" y="17080"/>
                    <a:pt x="150051" y="20432"/>
                    <a:pt x="148717" y="51255"/>
                  </a:cubicBezTo>
                  <a:cubicBezTo>
                    <a:pt x="148717" y="53414"/>
                    <a:pt x="147320" y="54386"/>
                    <a:pt x="145733" y="53198"/>
                  </a:cubicBezTo>
                  <a:lnTo>
                    <a:pt x="72771" y="1186"/>
                  </a:lnTo>
                  <a:cubicBezTo>
                    <a:pt x="68834" y="-1627"/>
                    <a:pt x="70358" y="-1088"/>
                    <a:pt x="21781" y="21734"/>
                  </a:cubicBezTo>
                  <a:cubicBezTo>
                    <a:pt x="16891" y="24001"/>
                    <a:pt x="22416" y="31246"/>
                    <a:pt x="23813" y="36441"/>
                  </a:cubicBezTo>
                  <a:cubicBezTo>
                    <a:pt x="26226" y="42492"/>
                    <a:pt x="16446" y="40117"/>
                    <a:pt x="9334" y="41521"/>
                  </a:cubicBezTo>
                  <a:cubicBezTo>
                    <a:pt x="4890" y="41953"/>
                    <a:pt x="4001" y="47903"/>
                    <a:pt x="3620" y="48766"/>
                  </a:cubicBezTo>
                  <a:cubicBezTo>
                    <a:pt x="2858" y="50817"/>
                    <a:pt x="3683" y="53090"/>
                    <a:pt x="5461" y="53954"/>
                  </a:cubicBezTo>
                  <a:lnTo>
                    <a:pt x="20701" y="60876"/>
                  </a:lnTo>
                  <a:cubicBezTo>
                    <a:pt x="25209" y="62933"/>
                    <a:pt x="20130" y="69639"/>
                    <a:pt x="19495" y="72121"/>
                  </a:cubicBezTo>
                  <a:cubicBezTo>
                    <a:pt x="16891" y="77855"/>
                    <a:pt x="10541" y="72121"/>
                    <a:pt x="3239" y="70610"/>
                  </a:cubicBezTo>
                  <a:cubicBezTo>
                    <a:pt x="-1143" y="69092"/>
                    <a:pt x="318" y="77100"/>
                    <a:pt x="0" y="78827"/>
                  </a:cubicBezTo>
                  <a:cubicBezTo>
                    <a:pt x="0" y="84345"/>
                    <a:pt x="445" y="83151"/>
                    <a:pt x="36195" y="120350"/>
                  </a:cubicBezTo>
                  <a:cubicBezTo>
                    <a:pt x="39751" y="124134"/>
                    <a:pt x="40958" y="123702"/>
                    <a:pt x="80772" y="137114"/>
                  </a:cubicBezTo>
                  <a:cubicBezTo>
                    <a:pt x="85852" y="138847"/>
                    <a:pt x="89345" y="131710"/>
                    <a:pt x="94107" y="127487"/>
                  </a:cubicBezTo>
                  <a:cubicBezTo>
                    <a:pt x="97981" y="123379"/>
                    <a:pt x="93663" y="116781"/>
                    <a:pt x="92583" y="111701"/>
                  </a:cubicBezTo>
                  <a:cubicBezTo>
                    <a:pt x="90615" y="105427"/>
                    <a:pt x="100267" y="107053"/>
                    <a:pt x="107379" y="104995"/>
                  </a:cubicBezTo>
                  <a:cubicBezTo>
                    <a:pt x="112395" y="104024"/>
                    <a:pt x="113220" y="112241"/>
                    <a:pt x="115316" y="115917"/>
                  </a:cubicBezTo>
                  <a:cubicBezTo>
                    <a:pt x="117348" y="121112"/>
                    <a:pt x="117793" y="119270"/>
                    <a:pt x="180213" y="107700"/>
                  </a:cubicBezTo>
                  <a:cubicBezTo>
                    <a:pt x="184468" y="106945"/>
                    <a:pt x="185420" y="108672"/>
                    <a:pt x="201676" y="122623"/>
                  </a:cubicBezTo>
                  <a:cubicBezTo>
                    <a:pt x="205422" y="125868"/>
                    <a:pt x="205677" y="124680"/>
                    <a:pt x="247904" y="117543"/>
                  </a:cubicBezTo>
                  <a:cubicBezTo>
                    <a:pt x="252349" y="116781"/>
                    <a:pt x="253174" y="107377"/>
                    <a:pt x="248666" y="106621"/>
                  </a:cubicBezTo>
                  <a:lnTo>
                    <a:pt x="213805" y="100671"/>
                  </a:lnTo>
                  <a:cubicBezTo>
                    <a:pt x="209359" y="99915"/>
                    <a:pt x="209106" y="98182"/>
                    <a:pt x="188658" y="66718"/>
                  </a:cubicBezTo>
                  <a:cubicBezTo>
                    <a:pt x="187516" y="64984"/>
                    <a:pt x="187833" y="62393"/>
                    <a:pt x="189357" y="61091"/>
                  </a:cubicBezTo>
                  <a:lnTo>
                    <a:pt x="206184" y="46277"/>
                  </a:lnTo>
                  <a:cubicBezTo>
                    <a:pt x="209677" y="43248"/>
                    <a:pt x="212408" y="44442"/>
                    <a:pt x="227838" y="46925"/>
                  </a:cubicBezTo>
                  <a:cubicBezTo>
                    <a:pt x="232283" y="47579"/>
                    <a:pt x="228156" y="51255"/>
                    <a:pt x="215646" y="66826"/>
                  </a:cubicBezTo>
                  <a:cubicBezTo>
                    <a:pt x="214313" y="68445"/>
                    <a:pt x="214249" y="71150"/>
                    <a:pt x="215392" y="72883"/>
                  </a:cubicBezTo>
                  <a:lnTo>
                    <a:pt x="226123" y="88885"/>
                  </a:lnTo>
                  <a:cubicBezTo>
                    <a:pt x="228918" y="93210"/>
                    <a:pt x="228283" y="92022"/>
                    <a:pt x="278384" y="100455"/>
                  </a:cubicBezTo>
                  <a:cubicBezTo>
                    <a:pt x="282956" y="101211"/>
                    <a:pt x="283083" y="96994"/>
                    <a:pt x="290957" y="73531"/>
                  </a:cubicBezTo>
                  <a:cubicBezTo>
                    <a:pt x="292608" y="68661"/>
                    <a:pt x="295529" y="68229"/>
                    <a:pt x="312039" y="60552"/>
                  </a:cubicBezTo>
                  <a:cubicBezTo>
                    <a:pt x="316611" y="58393"/>
                    <a:pt x="312610" y="57847"/>
                    <a:pt x="255905" y="30275"/>
                  </a:cubicBezTo>
                  <a:lnTo>
                    <a:pt x="255651" y="30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902053B7-FCAA-458A-7FE7-46149E4A9D0B}"/>
                </a:ext>
              </a:extLst>
            </p:cNvPr>
            <p:cNvSpPr/>
            <p:nvPr/>
          </p:nvSpPr>
          <p:spPr>
            <a:xfrm>
              <a:off x="9618750" y="1775910"/>
              <a:ext cx="116449" cy="57864"/>
            </a:xfrm>
            <a:custGeom>
              <a:avLst/>
              <a:gdLst>
                <a:gd name="csX0" fmla="*/ 132141 w 134297"/>
                <a:gd name="csY0" fmla="*/ 39109 h 66733"/>
                <a:gd name="csX1" fmla="*/ 81786 w 134297"/>
                <a:gd name="csY1" fmla="*/ 291 h 66733"/>
                <a:gd name="csX2" fmla="*/ 36129 w 134297"/>
                <a:gd name="csY2" fmla="*/ 14782 h 66733"/>
                <a:gd name="csX3" fmla="*/ 26159 w 134297"/>
                <a:gd name="csY3" fmla="*/ 32626 h 66733"/>
                <a:gd name="csX4" fmla="*/ 188 w 134297"/>
                <a:gd name="csY4" fmla="*/ 44627 h 66733"/>
                <a:gd name="csX5" fmla="*/ 3109 w 134297"/>
                <a:gd name="csY5" fmla="*/ 51117 h 66733"/>
                <a:gd name="csX6" fmla="*/ 46162 w 134297"/>
                <a:gd name="csY6" fmla="*/ 49383 h 66733"/>
                <a:gd name="csX7" fmla="*/ 127887 w 134297"/>
                <a:gd name="csY7" fmla="*/ 66687 h 66733"/>
                <a:gd name="csX8" fmla="*/ 131760 w 134297"/>
                <a:gd name="csY8" fmla="*/ 63442 h 66733"/>
                <a:gd name="csX9" fmla="*/ 132141 w 134297"/>
                <a:gd name="csY9" fmla="*/ 39217 h 66733"/>
                <a:gd name="csX10" fmla="*/ 132141 w 134297"/>
                <a:gd name="csY10" fmla="*/ 39109 h 66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4297" h="66733">
                  <a:moveTo>
                    <a:pt x="132141" y="39109"/>
                  </a:moveTo>
                  <a:cubicBezTo>
                    <a:pt x="84579" y="-902"/>
                    <a:pt x="86357" y="-794"/>
                    <a:pt x="81786" y="291"/>
                  </a:cubicBezTo>
                  <a:cubicBezTo>
                    <a:pt x="81786" y="291"/>
                    <a:pt x="38034" y="9804"/>
                    <a:pt x="36129" y="14782"/>
                  </a:cubicBezTo>
                  <a:cubicBezTo>
                    <a:pt x="31049" y="27755"/>
                    <a:pt x="30160" y="31432"/>
                    <a:pt x="26159" y="32626"/>
                  </a:cubicBezTo>
                  <a:cubicBezTo>
                    <a:pt x="3617" y="39547"/>
                    <a:pt x="505" y="39217"/>
                    <a:pt x="188" y="44627"/>
                  </a:cubicBezTo>
                  <a:cubicBezTo>
                    <a:pt x="252" y="45383"/>
                    <a:pt x="-1209" y="51333"/>
                    <a:pt x="3109" y="51117"/>
                  </a:cubicBezTo>
                  <a:cubicBezTo>
                    <a:pt x="40765" y="48843"/>
                    <a:pt x="41653" y="48412"/>
                    <a:pt x="46162" y="49383"/>
                  </a:cubicBezTo>
                  <a:lnTo>
                    <a:pt x="127887" y="66687"/>
                  </a:lnTo>
                  <a:cubicBezTo>
                    <a:pt x="129728" y="67011"/>
                    <a:pt x="131442" y="65607"/>
                    <a:pt x="131760" y="63442"/>
                  </a:cubicBezTo>
                  <a:cubicBezTo>
                    <a:pt x="134173" y="46678"/>
                    <a:pt x="135824" y="42354"/>
                    <a:pt x="132141" y="39217"/>
                  </a:cubicBezTo>
                  <a:lnTo>
                    <a:pt x="132141" y="391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000FD94D-C9C3-1BF7-2C92-54882B00C99E}"/>
                </a:ext>
              </a:extLst>
            </p:cNvPr>
            <p:cNvSpPr/>
            <p:nvPr/>
          </p:nvSpPr>
          <p:spPr>
            <a:xfrm>
              <a:off x="10526412" y="2060966"/>
              <a:ext cx="54801" cy="32358"/>
            </a:xfrm>
            <a:custGeom>
              <a:avLst/>
              <a:gdLst>
                <a:gd name="csX0" fmla="*/ 61295 w 63200"/>
                <a:gd name="csY0" fmla="*/ 14668 h 37317"/>
                <a:gd name="csX1" fmla="*/ 15829 w 63200"/>
                <a:gd name="csY1" fmla="*/ 177 h 37317"/>
                <a:gd name="csX2" fmla="*/ 1224 w 63200"/>
                <a:gd name="csY2" fmla="*/ 10991 h 37317"/>
                <a:gd name="csX3" fmla="*/ 23766 w 63200"/>
                <a:gd name="csY3" fmla="*/ 27749 h 37317"/>
                <a:gd name="csX4" fmla="*/ 47452 w 63200"/>
                <a:gd name="csY4" fmla="*/ 36404 h 37317"/>
                <a:gd name="csX5" fmla="*/ 58374 w 63200"/>
                <a:gd name="csY5" fmla="*/ 27425 h 37317"/>
                <a:gd name="csX6" fmla="*/ 61295 w 63200"/>
                <a:gd name="csY6" fmla="*/ 14776 h 37317"/>
                <a:gd name="csX7" fmla="*/ 61295 w 63200"/>
                <a:gd name="csY7" fmla="*/ 14668 h 37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3200" h="37317">
                  <a:moveTo>
                    <a:pt x="61295" y="14668"/>
                  </a:moveTo>
                  <a:cubicBezTo>
                    <a:pt x="61295" y="14668"/>
                    <a:pt x="20084" y="-1880"/>
                    <a:pt x="15829" y="177"/>
                  </a:cubicBezTo>
                  <a:cubicBezTo>
                    <a:pt x="2558" y="6768"/>
                    <a:pt x="-2586" y="7962"/>
                    <a:pt x="1224" y="10991"/>
                  </a:cubicBezTo>
                  <a:cubicBezTo>
                    <a:pt x="15194" y="22021"/>
                    <a:pt x="19322" y="25482"/>
                    <a:pt x="23766" y="27749"/>
                  </a:cubicBezTo>
                  <a:cubicBezTo>
                    <a:pt x="42245" y="37052"/>
                    <a:pt x="43642" y="38671"/>
                    <a:pt x="47452" y="36404"/>
                  </a:cubicBezTo>
                  <a:cubicBezTo>
                    <a:pt x="52024" y="33699"/>
                    <a:pt x="56088" y="31857"/>
                    <a:pt x="58374" y="27425"/>
                  </a:cubicBezTo>
                  <a:cubicBezTo>
                    <a:pt x="60025" y="23209"/>
                    <a:pt x="66312" y="16611"/>
                    <a:pt x="61295" y="14776"/>
                  </a:cubicBezTo>
                  <a:lnTo>
                    <a:pt x="61295" y="146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8F372486-A62C-BA26-6BE1-C9732362B73C}"/>
                </a:ext>
              </a:extLst>
            </p:cNvPr>
            <p:cNvSpPr/>
            <p:nvPr/>
          </p:nvSpPr>
          <p:spPr>
            <a:xfrm>
              <a:off x="10385712" y="2702732"/>
              <a:ext cx="40081" cy="37347"/>
            </a:xfrm>
            <a:custGeom>
              <a:avLst/>
              <a:gdLst>
                <a:gd name="csX0" fmla="*/ 42077 w 46224"/>
                <a:gd name="csY0" fmla="*/ 2192 h 43071"/>
                <a:gd name="csX1" fmla="*/ 38076 w 46224"/>
                <a:gd name="csY1" fmla="*/ 357 h 43071"/>
                <a:gd name="csX2" fmla="*/ 11342 w 46224"/>
                <a:gd name="csY2" fmla="*/ 17438 h 43071"/>
                <a:gd name="csX3" fmla="*/ 1817 w 46224"/>
                <a:gd name="csY3" fmla="*/ 42635 h 43071"/>
                <a:gd name="csX4" fmla="*/ 43981 w 46224"/>
                <a:gd name="csY4" fmla="*/ 20683 h 43071"/>
                <a:gd name="csX5" fmla="*/ 46077 w 46224"/>
                <a:gd name="csY5" fmla="*/ 15603 h 43071"/>
                <a:gd name="csX6" fmla="*/ 42140 w 46224"/>
                <a:gd name="csY6" fmla="*/ 2300 h 43071"/>
                <a:gd name="csX7" fmla="*/ 42077 w 46224"/>
                <a:gd name="csY7" fmla="*/ 2192 h 43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6224" h="43071">
                  <a:moveTo>
                    <a:pt x="42077" y="2192"/>
                  </a:moveTo>
                  <a:cubicBezTo>
                    <a:pt x="41504" y="249"/>
                    <a:pt x="39664" y="-513"/>
                    <a:pt x="38076" y="357"/>
                  </a:cubicBezTo>
                  <a:cubicBezTo>
                    <a:pt x="15215" y="12790"/>
                    <a:pt x="13247" y="13114"/>
                    <a:pt x="11342" y="17438"/>
                  </a:cubicBezTo>
                  <a:cubicBezTo>
                    <a:pt x="1119" y="39282"/>
                    <a:pt x="-2564" y="44800"/>
                    <a:pt x="1817" y="42635"/>
                  </a:cubicBezTo>
                  <a:lnTo>
                    <a:pt x="43981" y="20683"/>
                  </a:lnTo>
                  <a:cubicBezTo>
                    <a:pt x="45759" y="19820"/>
                    <a:pt x="46585" y="17546"/>
                    <a:pt x="46077" y="15603"/>
                  </a:cubicBezTo>
                  <a:lnTo>
                    <a:pt x="42140" y="2300"/>
                  </a:lnTo>
                  <a:lnTo>
                    <a:pt x="42077" y="21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7B6C8A07-617E-FA9E-B024-C4AA03A9F6BD}"/>
                </a:ext>
              </a:extLst>
            </p:cNvPr>
            <p:cNvSpPr/>
            <p:nvPr/>
          </p:nvSpPr>
          <p:spPr>
            <a:xfrm>
              <a:off x="10463535" y="2902050"/>
              <a:ext cx="26784" cy="35187"/>
            </a:xfrm>
            <a:custGeom>
              <a:avLst/>
              <a:gdLst>
                <a:gd name="csX0" fmla="*/ 30748 w 30889"/>
                <a:gd name="csY0" fmla="*/ 31208 h 40580"/>
                <a:gd name="csX1" fmla="*/ 23191 w 30889"/>
                <a:gd name="csY1" fmla="*/ 22236 h 40580"/>
                <a:gd name="csX2" fmla="*/ 11635 w 30889"/>
                <a:gd name="csY2" fmla="*/ 2335 h 40580"/>
                <a:gd name="csX3" fmla="*/ 2110 w 30889"/>
                <a:gd name="csY3" fmla="*/ 1363 h 40580"/>
                <a:gd name="csX4" fmla="*/ 332 w 30889"/>
                <a:gd name="csY4" fmla="*/ 5580 h 40580"/>
                <a:gd name="csX5" fmla="*/ 8460 w 30889"/>
                <a:gd name="csY5" fmla="*/ 23315 h 40580"/>
                <a:gd name="csX6" fmla="*/ 28081 w 30889"/>
                <a:gd name="csY6" fmla="*/ 39965 h 40580"/>
                <a:gd name="csX7" fmla="*/ 30875 w 30889"/>
                <a:gd name="csY7" fmla="*/ 31100 h 40580"/>
                <a:gd name="csX8" fmla="*/ 30748 w 30889"/>
                <a:gd name="csY8" fmla="*/ 31208 h 40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889" h="40580">
                  <a:moveTo>
                    <a:pt x="30748" y="31208"/>
                  </a:moveTo>
                  <a:cubicBezTo>
                    <a:pt x="30748" y="25906"/>
                    <a:pt x="25033" y="23855"/>
                    <a:pt x="23191" y="22236"/>
                  </a:cubicBezTo>
                  <a:cubicBezTo>
                    <a:pt x="19191" y="19423"/>
                    <a:pt x="17032" y="13473"/>
                    <a:pt x="11635" y="2335"/>
                  </a:cubicBezTo>
                  <a:cubicBezTo>
                    <a:pt x="9349" y="-2205"/>
                    <a:pt x="3951" y="1255"/>
                    <a:pt x="2110" y="1363"/>
                  </a:cubicBezTo>
                  <a:cubicBezTo>
                    <a:pt x="268" y="1903"/>
                    <a:pt x="-494" y="3738"/>
                    <a:pt x="332" y="5580"/>
                  </a:cubicBezTo>
                  <a:lnTo>
                    <a:pt x="8460" y="23315"/>
                  </a:lnTo>
                  <a:cubicBezTo>
                    <a:pt x="10618" y="28071"/>
                    <a:pt x="15381" y="30561"/>
                    <a:pt x="28081" y="39965"/>
                  </a:cubicBezTo>
                  <a:cubicBezTo>
                    <a:pt x="32209" y="42994"/>
                    <a:pt x="30430" y="34021"/>
                    <a:pt x="30875" y="31100"/>
                  </a:cubicBezTo>
                  <a:lnTo>
                    <a:pt x="30748" y="312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21159898-721E-33BF-B2A6-2D9C92F48B3F}"/>
                </a:ext>
              </a:extLst>
            </p:cNvPr>
            <p:cNvSpPr/>
            <p:nvPr/>
          </p:nvSpPr>
          <p:spPr>
            <a:xfrm>
              <a:off x="10117787" y="3123583"/>
              <a:ext cx="27582" cy="31399"/>
            </a:xfrm>
            <a:custGeom>
              <a:avLst/>
              <a:gdLst>
                <a:gd name="csX0" fmla="*/ 27723 w 31809"/>
                <a:gd name="csY0" fmla="*/ 754 h 36211"/>
                <a:gd name="csX1" fmla="*/ 18007 w 31809"/>
                <a:gd name="csY1" fmla="*/ 13194 h 36211"/>
                <a:gd name="csX2" fmla="*/ 2514 w 31809"/>
                <a:gd name="csY2" fmla="*/ 20871 h 36211"/>
                <a:gd name="csX3" fmla="*/ 1688 w 31809"/>
                <a:gd name="csY3" fmla="*/ 33844 h 36211"/>
                <a:gd name="csX4" fmla="*/ 17690 w 31809"/>
                <a:gd name="csY4" fmla="*/ 30275 h 36211"/>
                <a:gd name="csX5" fmla="*/ 30454 w 31809"/>
                <a:gd name="csY5" fmla="*/ 13842 h 36211"/>
                <a:gd name="csX6" fmla="*/ 30644 w 31809"/>
                <a:gd name="csY6" fmla="*/ 1732 h 36211"/>
                <a:gd name="csX7" fmla="*/ 27723 w 31809"/>
                <a:gd name="csY7" fmla="*/ 862 h 36211"/>
                <a:gd name="csX8" fmla="*/ 27723 w 31809"/>
                <a:gd name="csY8" fmla="*/ 754 h 3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1809" h="36211">
                  <a:moveTo>
                    <a:pt x="27723" y="754"/>
                  </a:moveTo>
                  <a:lnTo>
                    <a:pt x="18007" y="13194"/>
                  </a:lnTo>
                  <a:cubicBezTo>
                    <a:pt x="15087" y="16978"/>
                    <a:pt x="10070" y="18058"/>
                    <a:pt x="2514" y="20871"/>
                  </a:cubicBezTo>
                  <a:cubicBezTo>
                    <a:pt x="-2376" y="22598"/>
                    <a:pt x="1307" y="29628"/>
                    <a:pt x="1688" y="33844"/>
                  </a:cubicBezTo>
                  <a:cubicBezTo>
                    <a:pt x="2831" y="39794"/>
                    <a:pt x="10070" y="32980"/>
                    <a:pt x="17690" y="30275"/>
                  </a:cubicBezTo>
                  <a:cubicBezTo>
                    <a:pt x="22135" y="28224"/>
                    <a:pt x="24929" y="22490"/>
                    <a:pt x="30454" y="13842"/>
                  </a:cubicBezTo>
                  <a:cubicBezTo>
                    <a:pt x="33247" y="9517"/>
                    <a:pt x="30898" y="4323"/>
                    <a:pt x="30644" y="1732"/>
                  </a:cubicBezTo>
                  <a:cubicBezTo>
                    <a:pt x="30263" y="-217"/>
                    <a:pt x="29056" y="-541"/>
                    <a:pt x="27723" y="862"/>
                  </a:cubicBezTo>
                  <a:lnTo>
                    <a:pt x="27723" y="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C9B5E78E-E2B4-B6B7-DC02-769FA1206C2B}"/>
                </a:ext>
              </a:extLst>
            </p:cNvPr>
            <p:cNvSpPr/>
            <p:nvPr/>
          </p:nvSpPr>
          <p:spPr>
            <a:xfrm>
              <a:off x="10150486" y="3115411"/>
              <a:ext cx="10488" cy="13218"/>
            </a:xfrm>
            <a:custGeom>
              <a:avLst/>
              <a:gdLst>
                <a:gd name="csX0" fmla="*/ 2078 w 12096"/>
                <a:gd name="csY0" fmla="*/ 2501 h 15244"/>
                <a:gd name="csX1" fmla="*/ 2078 w 12096"/>
                <a:gd name="csY1" fmla="*/ 13207 h 15244"/>
                <a:gd name="csX2" fmla="*/ 10079 w 12096"/>
                <a:gd name="csY2" fmla="*/ 11911 h 15244"/>
                <a:gd name="csX3" fmla="*/ 10841 w 12096"/>
                <a:gd name="csY3" fmla="*/ 2177 h 15244"/>
                <a:gd name="csX4" fmla="*/ 1951 w 12096"/>
                <a:gd name="csY4" fmla="*/ 2501 h 15244"/>
                <a:gd name="csX5" fmla="*/ 2078 w 12096"/>
                <a:gd name="csY5" fmla="*/ 2501 h 1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6" h="15244">
                  <a:moveTo>
                    <a:pt x="2078" y="2501"/>
                  </a:moveTo>
                  <a:cubicBezTo>
                    <a:pt x="-2367" y="4666"/>
                    <a:pt x="1633" y="10718"/>
                    <a:pt x="2078" y="13207"/>
                  </a:cubicBezTo>
                  <a:cubicBezTo>
                    <a:pt x="3666" y="18185"/>
                    <a:pt x="8682" y="12559"/>
                    <a:pt x="10079" y="11911"/>
                  </a:cubicBezTo>
                  <a:cubicBezTo>
                    <a:pt x="14080" y="9206"/>
                    <a:pt x="10905" y="3694"/>
                    <a:pt x="10841" y="2177"/>
                  </a:cubicBezTo>
                  <a:cubicBezTo>
                    <a:pt x="9381" y="-2903"/>
                    <a:pt x="1951" y="2501"/>
                    <a:pt x="1951" y="2501"/>
                  </a:cubicBezTo>
                  <a:lnTo>
                    <a:pt x="2078" y="25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4D4C7F66-7545-F348-9836-5B942D32DF88}"/>
                </a:ext>
              </a:extLst>
            </p:cNvPr>
            <p:cNvSpPr/>
            <p:nvPr/>
          </p:nvSpPr>
          <p:spPr>
            <a:xfrm>
              <a:off x="10095410" y="3172476"/>
              <a:ext cx="12954" cy="19916"/>
            </a:xfrm>
            <a:custGeom>
              <a:avLst/>
              <a:gdLst>
                <a:gd name="csX0" fmla="*/ 12826 w 14939"/>
                <a:gd name="csY0" fmla="*/ 926 h 22968"/>
                <a:gd name="csX1" fmla="*/ 8636 w 14939"/>
                <a:gd name="csY1" fmla="*/ 1466 h 22968"/>
                <a:gd name="csX2" fmla="*/ 634 w 14939"/>
                <a:gd name="csY2" fmla="*/ 15309 h 22968"/>
                <a:gd name="csX3" fmla="*/ 3999 w 14939"/>
                <a:gd name="csY3" fmla="*/ 22338 h 22968"/>
                <a:gd name="csX4" fmla="*/ 8318 w 14939"/>
                <a:gd name="csY4" fmla="*/ 21144 h 22968"/>
                <a:gd name="csX5" fmla="*/ 14477 w 14939"/>
                <a:gd name="csY5" fmla="*/ 7739 h 22968"/>
                <a:gd name="csX6" fmla="*/ 13588 w 14939"/>
                <a:gd name="csY6" fmla="*/ 1789 h 22968"/>
                <a:gd name="csX7" fmla="*/ 12826 w 14939"/>
                <a:gd name="csY7" fmla="*/ 1034 h 22968"/>
                <a:gd name="csX8" fmla="*/ 12826 w 14939"/>
                <a:gd name="csY8" fmla="*/ 926 h 22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939" h="22968">
                  <a:moveTo>
                    <a:pt x="12826" y="926"/>
                  </a:moveTo>
                  <a:cubicBezTo>
                    <a:pt x="11556" y="-484"/>
                    <a:pt x="9715" y="-268"/>
                    <a:pt x="8636" y="1466"/>
                  </a:cubicBezTo>
                  <a:lnTo>
                    <a:pt x="634" y="15309"/>
                  </a:lnTo>
                  <a:cubicBezTo>
                    <a:pt x="-1779" y="19525"/>
                    <a:pt x="3428" y="21576"/>
                    <a:pt x="3999" y="22338"/>
                  </a:cubicBezTo>
                  <a:cubicBezTo>
                    <a:pt x="5461" y="23526"/>
                    <a:pt x="7429" y="22986"/>
                    <a:pt x="8318" y="21144"/>
                  </a:cubicBezTo>
                  <a:lnTo>
                    <a:pt x="14477" y="7739"/>
                  </a:lnTo>
                  <a:cubicBezTo>
                    <a:pt x="15366" y="5898"/>
                    <a:pt x="14922" y="3301"/>
                    <a:pt x="13588" y="1789"/>
                  </a:cubicBezTo>
                  <a:lnTo>
                    <a:pt x="12826" y="1034"/>
                  </a:lnTo>
                  <a:lnTo>
                    <a:pt x="12826" y="9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96937F47-9A72-4C1F-4DBC-8A0FE49AB2F5}"/>
                </a:ext>
              </a:extLst>
            </p:cNvPr>
            <p:cNvSpPr/>
            <p:nvPr/>
          </p:nvSpPr>
          <p:spPr>
            <a:xfrm>
              <a:off x="10076406" y="3204468"/>
              <a:ext cx="8833" cy="10968"/>
            </a:xfrm>
            <a:custGeom>
              <a:avLst/>
              <a:gdLst>
                <a:gd name="csX0" fmla="*/ 8773 w 10187"/>
                <a:gd name="csY0" fmla="*/ 1121 h 12649"/>
                <a:gd name="csX1" fmla="*/ 771 w 10187"/>
                <a:gd name="csY1" fmla="*/ 6310 h 12649"/>
                <a:gd name="csX2" fmla="*/ 1216 w 10187"/>
                <a:gd name="csY2" fmla="*/ 11504 h 12649"/>
                <a:gd name="csX3" fmla="*/ 1406 w 10187"/>
                <a:gd name="csY3" fmla="*/ 11720 h 12649"/>
                <a:gd name="csX4" fmla="*/ 9344 w 10187"/>
                <a:gd name="csY4" fmla="*/ 7179 h 12649"/>
                <a:gd name="csX5" fmla="*/ 9217 w 10187"/>
                <a:gd name="csY5" fmla="*/ 1661 h 12649"/>
                <a:gd name="csX6" fmla="*/ 8773 w 10187"/>
                <a:gd name="csY6" fmla="*/ 1121 h 12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87" h="12649">
                  <a:moveTo>
                    <a:pt x="8773" y="1121"/>
                  </a:moveTo>
                  <a:cubicBezTo>
                    <a:pt x="5534" y="-2771"/>
                    <a:pt x="2486" y="4582"/>
                    <a:pt x="771" y="6310"/>
                  </a:cubicBezTo>
                  <a:cubicBezTo>
                    <a:pt x="-435" y="7935"/>
                    <a:pt x="-181" y="10202"/>
                    <a:pt x="1216" y="11504"/>
                  </a:cubicBezTo>
                  <a:lnTo>
                    <a:pt x="1406" y="11720"/>
                  </a:lnTo>
                  <a:cubicBezTo>
                    <a:pt x="5090" y="15072"/>
                    <a:pt x="7947" y="8367"/>
                    <a:pt x="9344" y="7179"/>
                  </a:cubicBezTo>
                  <a:cubicBezTo>
                    <a:pt x="10551" y="5662"/>
                    <a:pt x="10424" y="3173"/>
                    <a:pt x="9217" y="1661"/>
                  </a:cubicBezTo>
                  <a:lnTo>
                    <a:pt x="8773" y="11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FBA5374F-07C2-849D-48DB-EFB643B8384A}"/>
                </a:ext>
              </a:extLst>
            </p:cNvPr>
            <p:cNvSpPr/>
            <p:nvPr/>
          </p:nvSpPr>
          <p:spPr>
            <a:xfrm>
              <a:off x="10124858" y="3110236"/>
              <a:ext cx="9242" cy="9501"/>
            </a:xfrm>
            <a:custGeom>
              <a:avLst/>
              <a:gdLst>
                <a:gd name="csX0" fmla="*/ 3566 w 10659"/>
                <a:gd name="csY0" fmla="*/ 10957 h 10957"/>
                <a:gd name="csX1" fmla="*/ 10615 w 10659"/>
                <a:gd name="csY1" fmla="*/ 6201 h 10957"/>
                <a:gd name="csX2" fmla="*/ 6487 w 10659"/>
                <a:gd name="csY2" fmla="*/ 251 h 10957"/>
                <a:gd name="csX3" fmla="*/ 11 w 10659"/>
                <a:gd name="csY3" fmla="*/ 6417 h 10957"/>
                <a:gd name="csX4" fmla="*/ 11 w 10659"/>
                <a:gd name="csY4" fmla="*/ 7713 h 10957"/>
                <a:gd name="csX5" fmla="*/ 3694 w 10659"/>
                <a:gd name="csY5" fmla="*/ 10850 h 10957"/>
                <a:gd name="csX6" fmla="*/ 3566 w 10659"/>
                <a:gd name="csY6" fmla="*/ 10957 h 10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9" h="10957">
                  <a:moveTo>
                    <a:pt x="3566" y="10957"/>
                  </a:moveTo>
                  <a:cubicBezTo>
                    <a:pt x="4963" y="10418"/>
                    <a:pt x="11250" y="11173"/>
                    <a:pt x="10615" y="6201"/>
                  </a:cubicBezTo>
                  <a:cubicBezTo>
                    <a:pt x="10298" y="5331"/>
                    <a:pt x="10615" y="-1368"/>
                    <a:pt x="6487" y="251"/>
                  </a:cubicBezTo>
                  <a:cubicBezTo>
                    <a:pt x="6487" y="251"/>
                    <a:pt x="-307" y="1547"/>
                    <a:pt x="11" y="6417"/>
                  </a:cubicBezTo>
                  <a:lnTo>
                    <a:pt x="11" y="7713"/>
                  </a:lnTo>
                  <a:cubicBezTo>
                    <a:pt x="201" y="9770"/>
                    <a:pt x="1725" y="11173"/>
                    <a:pt x="3694" y="10850"/>
                  </a:cubicBezTo>
                  <a:lnTo>
                    <a:pt x="3566" y="10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FB20F31D-381F-9FF3-2FED-63B7745EE926}"/>
                </a:ext>
              </a:extLst>
            </p:cNvPr>
            <p:cNvSpPr/>
            <p:nvPr/>
          </p:nvSpPr>
          <p:spPr>
            <a:xfrm>
              <a:off x="9527560" y="2954615"/>
              <a:ext cx="19211" cy="12766"/>
            </a:xfrm>
            <a:custGeom>
              <a:avLst/>
              <a:gdLst>
                <a:gd name="csX0" fmla="*/ 20835 w 22155"/>
                <a:gd name="csY0" fmla="*/ 2813 h 14723"/>
                <a:gd name="csX1" fmla="*/ 10865 w 22155"/>
                <a:gd name="csY1" fmla="*/ 648 h 14723"/>
                <a:gd name="csX2" fmla="*/ 324 w 22155"/>
                <a:gd name="csY2" fmla="*/ 10059 h 14723"/>
                <a:gd name="csX3" fmla="*/ 5531 w 22155"/>
                <a:gd name="csY3" fmla="*/ 14275 h 14723"/>
                <a:gd name="csX4" fmla="*/ 20835 w 22155"/>
                <a:gd name="csY4" fmla="*/ 2921 h 14723"/>
                <a:gd name="csX5" fmla="*/ 20835 w 22155"/>
                <a:gd name="csY5" fmla="*/ 2813 h 14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55" h="14723">
                  <a:moveTo>
                    <a:pt x="20835" y="2813"/>
                  </a:moveTo>
                  <a:cubicBezTo>
                    <a:pt x="20835" y="2813"/>
                    <a:pt x="15183" y="-1625"/>
                    <a:pt x="10865" y="648"/>
                  </a:cubicBezTo>
                  <a:cubicBezTo>
                    <a:pt x="6294" y="3677"/>
                    <a:pt x="-1707" y="4648"/>
                    <a:pt x="324" y="10059"/>
                  </a:cubicBezTo>
                  <a:cubicBezTo>
                    <a:pt x="768" y="10706"/>
                    <a:pt x="1657" y="16326"/>
                    <a:pt x="5531" y="14275"/>
                  </a:cubicBezTo>
                  <a:cubicBezTo>
                    <a:pt x="19756" y="6706"/>
                    <a:pt x="24835" y="5080"/>
                    <a:pt x="20835" y="2921"/>
                  </a:cubicBezTo>
                  <a:lnTo>
                    <a:pt x="20835" y="2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16F496A9-49AB-C38A-EC21-E35E80E676D0}"/>
                </a:ext>
              </a:extLst>
            </p:cNvPr>
            <p:cNvSpPr/>
            <p:nvPr/>
          </p:nvSpPr>
          <p:spPr>
            <a:xfrm>
              <a:off x="9533402" y="2913904"/>
              <a:ext cx="29783" cy="24411"/>
            </a:xfrm>
            <a:custGeom>
              <a:avLst/>
              <a:gdLst>
                <a:gd name="csX0" fmla="*/ 33021 w 34348"/>
                <a:gd name="csY0" fmla="*/ 5207 h 28152"/>
                <a:gd name="csX1" fmla="*/ 22606 w 34348"/>
                <a:gd name="csY1" fmla="*/ 451 h 28152"/>
                <a:gd name="csX2" fmla="*/ 9208 w 34348"/>
                <a:gd name="csY2" fmla="*/ 3048 h 28152"/>
                <a:gd name="csX3" fmla="*/ 509 w 34348"/>
                <a:gd name="csY3" fmla="*/ 16999 h 28152"/>
                <a:gd name="csX4" fmla="*/ 2032 w 34348"/>
                <a:gd name="csY4" fmla="*/ 19697 h 28152"/>
                <a:gd name="csX5" fmla="*/ 12319 w 34348"/>
                <a:gd name="csY5" fmla="*/ 21647 h 28152"/>
                <a:gd name="csX6" fmla="*/ 21082 w 34348"/>
                <a:gd name="csY6" fmla="*/ 26835 h 28152"/>
                <a:gd name="csX7" fmla="*/ 33656 w 34348"/>
                <a:gd name="csY7" fmla="*/ 9861 h 28152"/>
                <a:gd name="csX8" fmla="*/ 32894 w 34348"/>
                <a:gd name="csY8" fmla="*/ 5099 h 28152"/>
                <a:gd name="csX9" fmla="*/ 33021 w 34348"/>
                <a:gd name="csY9" fmla="*/ 5207 h 2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348" h="28152">
                  <a:moveTo>
                    <a:pt x="33021" y="5207"/>
                  </a:moveTo>
                  <a:cubicBezTo>
                    <a:pt x="29656" y="3048"/>
                    <a:pt x="26734" y="667"/>
                    <a:pt x="22606" y="451"/>
                  </a:cubicBezTo>
                  <a:cubicBezTo>
                    <a:pt x="22606" y="451"/>
                    <a:pt x="12257" y="-1600"/>
                    <a:pt x="9208" y="3048"/>
                  </a:cubicBezTo>
                  <a:lnTo>
                    <a:pt x="509" y="16999"/>
                  </a:lnTo>
                  <a:cubicBezTo>
                    <a:pt x="-570" y="18618"/>
                    <a:pt x="128" y="19920"/>
                    <a:pt x="2032" y="19697"/>
                  </a:cubicBezTo>
                  <a:cubicBezTo>
                    <a:pt x="3811" y="19697"/>
                    <a:pt x="9208" y="17862"/>
                    <a:pt x="12319" y="21647"/>
                  </a:cubicBezTo>
                  <a:cubicBezTo>
                    <a:pt x="14479" y="23596"/>
                    <a:pt x="17971" y="31166"/>
                    <a:pt x="21082" y="26835"/>
                  </a:cubicBezTo>
                  <a:lnTo>
                    <a:pt x="33656" y="9861"/>
                  </a:lnTo>
                  <a:cubicBezTo>
                    <a:pt x="34862" y="8236"/>
                    <a:pt x="34418" y="6185"/>
                    <a:pt x="32894" y="5099"/>
                  </a:cubicBezTo>
                  <a:lnTo>
                    <a:pt x="33021" y="5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A790372A-1481-7CA6-9B95-AA130E2439F0}"/>
                </a:ext>
              </a:extLst>
            </p:cNvPr>
            <p:cNvSpPr/>
            <p:nvPr/>
          </p:nvSpPr>
          <p:spPr>
            <a:xfrm>
              <a:off x="9512111" y="2914958"/>
              <a:ext cx="18348" cy="11839"/>
            </a:xfrm>
            <a:custGeom>
              <a:avLst/>
              <a:gdLst>
                <a:gd name="csX0" fmla="*/ 8236 w 21160"/>
                <a:gd name="csY0" fmla="*/ 2696 h 13654"/>
                <a:gd name="csX1" fmla="*/ 743 w 21160"/>
                <a:gd name="csY1" fmla="*/ 9078 h 13654"/>
                <a:gd name="csX2" fmla="*/ 12554 w 21160"/>
                <a:gd name="csY2" fmla="*/ 13618 h 13654"/>
                <a:gd name="csX3" fmla="*/ 20999 w 21160"/>
                <a:gd name="csY3" fmla="*/ 1724 h 13654"/>
                <a:gd name="csX4" fmla="*/ 8299 w 21160"/>
                <a:gd name="csY4" fmla="*/ 2804 h 13654"/>
                <a:gd name="csX5" fmla="*/ 8236 w 21160"/>
                <a:gd name="csY5" fmla="*/ 2696 h 13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160" h="13654">
                  <a:moveTo>
                    <a:pt x="8236" y="2696"/>
                  </a:moveTo>
                  <a:cubicBezTo>
                    <a:pt x="3854" y="4106"/>
                    <a:pt x="1314" y="8430"/>
                    <a:pt x="743" y="9078"/>
                  </a:cubicBezTo>
                  <a:cubicBezTo>
                    <a:pt x="-2750" y="13510"/>
                    <a:pt x="6902" y="12322"/>
                    <a:pt x="12554" y="13618"/>
                  </a:cubicBezTo>
                  <a:cubicBezTo>
                    <a:pt x="17761" y="14265"/>
                    <a:pt x="18523" y="6265"/>
                    <a:pt x="20999" y="1724"/>
                  </a:cubicBezTo>
                  <a:cubicBezTo>
                    <a:pt x="22841" y="-2708"/>
                    <a:pt x="8299" y="2804"/>
                    <a:pt x="8299" y="2804"/>
                  </a:cubicBezTo>
                  <a:lnTo>
                    <a:pt x="8236" y="2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402EFA52-67E6-662D-9988-394AD4DFEEFC}"/>
                </a:ext>
              </a:extLst>
            </p:cNvPr>
            <p:cNvSpPr/>
            <p:nvPr/>
          </p:nvSpPr>
          <p:spPr>
            <a:xfrm>
              <a:off x="9677066" y="2952485"/>
              <a:ext cx="94355" cy="384040"/>
            </a:xfrm>
            <a:custGeom>
              <a:avLst/>
              <a:gdLst>
                <a:gd name="csX0" fmla="*/ 103048 w 108816"/>
                <a:gd name="csY0" fmla="*/ 284479 h 442901"/>
                <a:gd name="csX1" fmla="*/ 64441 w 108816"/>
                <a:gd name="csY1" fmla="*/ 153092 h 442901"/>
                <a:gd name="csX2" fmla="*/ 57392 w 108816"/>
                <a:gd name="csY2" fmla="*/ 150279 h 442901"/>
                <a:gd name="csX3" fmla="*/ 55233 w 108816"/>
                <a:gd name="csY3" fmla="*/ 147250 h 442901"/>
                <a:gd name="csX4" fmla="*/ 57392 w 108816"/>
                <a:gd name="csY4" fmla="*/ 135248 h 442901"/>
                <a:gd name="csX5" fmla="*/ 54281 w 108816"/>
                <a:gd name="csY5" fmla="*/ 119246 h 442901"/>
                <a:gd name="csX6" fmla="*/ 59996 w 108816"/>
                <a:gd name="csY6" fmla="*/ 102158 h 442901"/>
                <a:gd name="csX7" fmla="*/ 60631 w 108816"/>
                <a:gd name="csY7" fmla="*/ 75018 h 442901"/>
                <a:gd name="csX8" fmla="*/ 58154 w 108816"/>
                <a:gd name="csY8" fmla="*/ 73932 h 442901"/>
                <a:gd name="csX9" fmla="*/ 57519 w 108816"/>
                <a:gd name="csY9" fmla="*/ 74694 h 442901"/>
                <a:gd name="csX10" fmla="*/ 52439 w 108816"/>
                <a:gd name="csY10" fmla="*/ 65176 h 442901"/>
                <a:gd name="csX11" fmla="*/ 54788 w 108816"/>
                <a:gd name="csY11" fmla="*/ 61607 h 442901"/>
                <a:gd name="csX12" fmla="*/ 56757 w 108816"/>
                <a:gd name="csY12" fmla="*/ 58146 h 442901"/>
                <a:gd name="csX13" fmla="*/ 45835 w 108816"/>
                <a:gd name="csY13" fmla="*/ 28193 h 442901"/>
                <a:gd name="csX14" fmla="*/ 47359 w 108816"/>
                <a:gd name="csY14" fmla="*/ 19329 h 442901"/>
                <a:gd name="csX15" fmla="*/ 39993 w 108816"/>
                <a:gd name="csY15" fmla="*/ 1809 h 442901"/>
                <a:gd name="csX16" fmla="*/ 26785 w 108816"/>
                <a:gd name="csY16" fmla="*/ 4730 h 442901"/>
                <a:gd name="csX17" fmla="*/ 25324 w 108816"/>
                <a:gd name="csY17" fmla="*/ 9594 h 442901"/>
                <a:gd name="csX18" fmla="*/ 36945 w 108816"/>
                <a:gd name="csY18" fmla="*/ 32302 h 442901"/>
                <a:gd name="csX19" fmla="*/ 35611 w 108816"/>
                <a:gd name="csY19" fmla="*/ 37382 h 442901"/>
                <a:gd name="csX20" fmla="*/ 34532 w 108816"/>
                <a:gd name="csY20" fmla="*/ 38036 h 442901"/>
                <a:gd name="csX21" fmla="*/ 34786 w 108816"/>
                <a:gd name="csY21" fmla="*/ 45389 h 442901"/>
                <a:gd name="csX22" fmla="*/ 26975 w 108816"/>
                <a:gd name="csY22" fmla="*/ 54794 h 442901"/>
                <a:gd name="csX23" fmla="*/ 18530 w 108816"/>
                <a:gd name="csY23" fmla="*/ 50577 h 442901"/>
                <a:gd name="csX24" fmla="*/ 6211 w 108816"/>
                <a:gd name="csY24" fmla="*/ 54254 h 442901"/>
                <a:gd name="csX25" fmla="*/ 8052 w 108816"/>
                <a:gd name="csY25" fmla="*/ 69932 h 442901"/>
                <a:gd name="csX26" fmla="*/ 686 w 108816"/>
                <a:gd name="csY26" fmla="*/ 108216 h 442901"/>
                <a:gd name="csX27" fmla="*/ 1004 w 108816"/>
                <a:gd name="csY27" fmla="*/ 131355 h 442901"/>
                <a:gd name="csX28" fmla="*/ 21324 w 108816"/>
                <a:gd name="csY28" fmla="*/ 173964 h 442901"/>
                <a:gd name="csX29" fmla="*/ 16498 w 108816"/>
                <a:gd name="csY29" fmla="*/ 187585 h 442901"/>
                <a:gd name="csX30" fmla="*/ 13768 w 108816"/>
                <a:gd name="csY30" fmla="*/ 203701 h 442901"/>
                <a:gd name="csX31" fmla="*/ 19101 w 108816"/>
                <a:gd name="csY31" fmla="*/ 227056 h 442901"/>
                <a:gd name="csX32" fmla="*/ 13133 w 108816"/>
                <a:gd name="csY32" fmla="*/ 282098 h 442901"/>
                <a:gd name="csX33" fmla="*/ 7036 w 108816"/>
                <a:gd name="csY33" fmla="*/ 299618 h 442901"/>
                <a:gd name="csX34" fmla="*/ 17895 w 108816"/>
                <a:gd name="csY34" fmla="*/ 337902 h 442901"/>
                <a:gd name="csX35" fmla="*/ 11291 w 108816"/>
                <a:gd name="csY35" fmla="*/ 356501 h 442901"/>
                <a:gd name="csX36" fmla="*/ 13133 w 108816"/>
                <a:gd name="csY36" fmla="*/ 384181 h 442901"/>
                <a:gd name="csX37" fmla="*/ 5005 w 108816"/>
                <a:gd name="csY37" fmla="*/ 410889 h 442901"/>
                <a:gd name="csX38" fmla="*/ 13895 w 108816"/>
                <a:gd name="csY38" fmla="*/ 441388 h 442901"/>
                <a:gd name="csX39" fmla="*/ 28309 w 108816"/>
                <a:gd name="csY39" fmla="*/ 409594 h 442901"/>
                <a:gd name="csX40" fmla="*/ 39866 w 108816"/>
                <a:gd name="csY40" fmla="*/ 407327 h 442901"/>
                <a:gd name="csX41" fmla="*/ 44756 w 108816"/>
                <a:gd name="csY41" fmla="*/ 411975 h 442901"/>
                <a:gd name="csX42" fmla="*/ 57519 w 108816"/>
                <a:gd name="csY42" fmla="*/ 415543 h 442901"/>
                <a:gd name="csX43" fmla="*/ 63806 w 108816"/>
                <a:gd name="csY43" fmla="*/ 436302 h 442901"/>
                <a:gd name="csX44" fmla="*/ 70283 w 108816"/>
                <a:gd name="csY44" fmla="*/ 427869 h 442901"/>
                <a:gd name="csX45" fmla="*/ 67552 w 108816"/>
                <a:gd name="csY45" fmla="*/ 404945 h 442901"/>
                <a:gd name="csX46" fmla="*/ 55043 w 108816"/>
                <a:gd name="csY46" fmla="*/ 401053 h 442901"/>
                <a:gd name="csX47" fmla="*/ 49835 w 108816"/>
                <a:gd name="csY47" fmla="*/ 379533 h 442901"/>
                <a:gd name="csX48" fmla="*/ 32945 w 108816"/>
                <a:gd name="csY48" fmla="*/ 357041 h 442901"/>
                <a:gd name="csX49" fmla="*/ 46025 w 108816"/>
                <a:gd name="csY49" fmla="*/ 296805 h 442901"/>
                <a:gd name="csX50" fmla="*/ 46978 w 108816"/>
                <a:gd name="csY50" fmla="*/ 283400 h 442901"/>
                <a:gd name="csX51" fmla="*/ 65710 w 108816"/>
                <a:gd name="csY51" fmla="*/ 269989 h 442901"/>
                <a:gd name="csX52" fmla="*/ 80887 w 108816"/>
                <a:gd name="csY52" fmla="*/ 271830 h 442901"/>
                <a:gd name="csX53" fmla="*/ 105588 w 108816"/>
                <a:gd name="csY53" fmla="*/ 297675 h 442901"/>
                <a:gd name="csX54" fmla="*/ 106859 w 108816"/>
                <a:gd name="csY54" fmla="*/ 288156 h 442901"/>
                <a:gd name="csX55" fmla="*/ 102985 w 108816"/>
                <a:gd name="csY55" fmla="*/ 284372 h 442901"/>
                <a:gd name="csX56" fmla="*/ 103048 w 108816"/>
                <a:gd name="csY56" fmla="*/ 284479 h 44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08816" h="442901">
                  <a:moveTo>
                    <a:pt x="103048" y="284479"/>
                  </a:moveTo>
                  <a:cubicBezTo>
                    <a:pt x="99175" y="280695"/>
                    <a:pt x="102223" y="287077"/>
                    <a:pt x="64441" y="153092"/>
                  </a:cubicBezTo>
                  <a:cubicBezTo>
                    <a:pt x="63107" y="148551"/>
                    <a:pt x="57963" y="150387"/>
                    <a:pt x="57392" y="150279"/>
                  </a:cubicBezTo>
                  <a:cubicBezTo>
                    <a:pt x="55550" y="150494"/>
                    <a:pt x="54598" y="149091"/>
                    <a:pt x="55233" y="147250"/>
                  </a:cubicBezTo>
                  <a:cubicBezTo>
                    <a:pt x="55043" y="147904"/>
                    <a:pt x="58345" y="140334"/>
                    <a:pt x="57392" y="135248"/>
                  </a:cubicBezTo>
                  <a:lnTo>
                    <a:pt x="54281" y="119246"/>
                  </a:lnTo>
                  <a:cubicBezTo>
                    <a:pt x="53392" y="114598"/>
                    <a:pt x="55677" y="111245"/>
                    <a:pt x="59996" y="102158"/>
                  </a:cubicBezTo>
                  <a:cubicBezTo>
                    <a:pt x="62027" y="97834"/>
                    <a:pt x="61393" y="94805"/>
                    <a:pt x="60631" y="75018"/>
                  </a:cubicBezTo>
                  <a:cubicBezTo>
                    <a:pt x="60631" y="72961"/>
                    <a:pt x="59424" y="72529"/>
                    <a:pt x="58154" y="73932"/>
                  </a:cubicBezTo>
                  <a:lnTo>
                    <a:pt x="57519" y="74694"/>
                  </a:lnTo>
                  <a:cubicBezTo>
                    <a:pt x="53836" y="78695"/>
                    <a:pt x="53582" y="68853"/>
                    <a:pt x="52439" y="65176"/>
                  </a:cubicBezTo>
                  <a:cubicBezTo>
                    <a:pt x="51995" y="63233"/>
                    <a:pt x="53074" y="61607"/>
                    <a:pt x="54788" y="61607"/>
                  </a:cubicBezTo>
                  <a:cubicBezTo>
                    <a:pt x="56503" y="61607"/>
                    <a:pt x="57519" y="59988"/>
                    <a:pt x="56757" y="58146"/>
                  </a:cubicBezTo>
                  <a:lnTo>
                    <a:pt x="45835" y="28193"/>
                  </a:lnTo>
                  <a:cubicBezTo>
                    <a:pt x="44184" y="23761"/>
                    <a:pt x="47232" y="19977"/>
                    <a:pt x="47359" y="19329"/>
                  </a:cubicBezTo>
                  <a:cubicBezTo>
                    <a:pt x="49391" y="15322"/>
                    <a:pt x="46787" y="12623"/>
                    <a:pt x="39993" y="1809"/>
                  </a:cubicBezTo>
                  <a:cubicBezTo>
                    <a:pt x="36945" y="-2953"/>
                    <a:pt x="31294" y="2997"/>
                    <a:pt x="26785" y="4730"/>
                  </a:cubicBezTo>
                  <a:cubicBezTo>
                    <a:pt x="25134" y="5594"/>
                    <a:pt x="24499" y="7753"/>
                    <a:pt x="25324" y="9594"/>
                  </a:cubicBezTo>
                  <a:lnTo>
                    <a:pt x="36945" y="32302"/>
                  </a:lnTo>
                  <a:cubicBezTo>
                    <a:pt x="37834" y="34035"/>
                    <a:pt x="37262" y="36302"/>
                    <a:pt x="35611" y="37382"/>
                  </a:cubicBezTo>
                  <a:lnTo>
                    <a:pt x="34532" y="38036"/>
                  </a:lnTo>
                  <a:cubicBezTo>
                    <a:pt x="30785" y="40411"/>
                    <a:pt x="34532" y="44735"/>
                    <a:pt x="34786" y="45389"/>
                  </a:cubicBezTo>
                  <a:cubicBezTo>
                    <a:pt x="37453" y="50145"/>
                    <a:pt x="30023" y="52088"/>
                    <a:pt x="26975" y="54794"/>
                  </a:cubicBezTo>
                  <a:cubicBezTo>
                    <a:pt x="22975" y="57499"/>
                    <a:pt x="19863" y="51549"/>
                    <a:pt x="18530" y="50577"/>
                  </a:cubicBezTo>
                  <a:cubicBezTo>
                    <a:pt x="14847" y="46577"/>
                    <a:pt x="9958" y="52527"/>
                    <a:pt x="6211" y="54254"/>
                  </a:cubicBezTo>
                  <a:cubicBezTo>
                    <a:pt x="1639" y="57175"/>
                    <a:pt x="6529" y="63664"/>
                    <a:pt x="8052" y="69932"/>
                  </a:cubicBezTo>
                  <a:cubicBezTo>
                    <a:pt x="9576" y="74479"/>
                    <a:pt x="8687" y="75666"/>
                    <a:pt x="686" y="108216"/>
                  </a:cubicBezTo>
                  <a:cubicBezTo>
                    <a:pt x="-647" y="113296"/>
                    <a:pt x="242" y="119570"/>
                    <a:pt x="1004" y="131355"/>
                  </a:cubicBezTo>
                  <a:cubicBezTo>
                    <a:pt x="1322" y="136328"/>
                    <a:pt x="1957" y="136442"/>
                    <a:pt x="21324" y="173964"/>
                  </a:cubicBezTo>
                  <a:cubicBezTo>
                    <a:pt x="23864" y="178936"/>
                    <a:pt x="18530" y="183368"/>
                    <a:pt x="16498" y="187585"/>
                  </a:cubicBezTo>
                  <a:cubicBezTo>
                    <a:pt x="14022" y="191700"/>
                    <a:pt x="14339" y="196672"/>
                    <a:pt x="13768" y="203701"/>
                  </a:cubicBezTo>
                  <a:cubicBezTo>
                    <a:pt x="13450" y="208889"/>
                    <a:pt x="15609" y="214623"/>
                    <a:pt x="19101" y="227056"/>
                  </a:cubicBezTo>
                  <a:cubicBezTo>
                    <a:pt x="20372" y="231819"/>
                    <a:pt x="19863" y="232790"/>
                    <a:pt x="13133" y="282098"/>
                  </a:cubicBezTo>
                  <a:cubicBezTo>
                    <a:pt x="12497" y="286969"/>
                    <a:pt x="10211" y="291833"/>
                    <a:pt x="7036" y="299618"/>
                  </a:cubicBezTo>
                  <a:cubicBezTo>
                    <a:pt x="5322" y="304158"/>
                    <a:pt x="6401" y="304920"/>
                    <a:pt x="17895" y="337902"/>
                  </a:cubicBezTo>
                  <a:cubicBezTo>
                    <a:pt x="19419" y="342226"/>
                    <a:pt x="17323" y="344817"/>
                    <a:pt x="11291" y="356501"/>
                  </a:cubicBezTo>
                  <a:cubicBezTo>
                    <a:pt x="9132" y="360717"/>
                    <a:pt x="10085" y="363093"/>
                    <a:pt x="13133" y="384181"/>
                  </a:cubicBezTo>
                  <a:cubicBezTo>
                    <a:pt x="13895" y="389375"/>
                    <a:pt x="11482" y="393483"/>
                    <a:pt x="5005" y="410889"/>
                  </a:cubicBezTo>
                  <a:cubicBezTo>
                    <a:pt x="3354" y="415328"/>
                    <a:pt x="4560" y="417702"/>
                    <a:pt x="13895" y="441388"/>
                  </a:cubicBezTo>
                  <a:cubicBezTo>
                    <a:pt x="15609" y="445928"/>
                    <a:pt x="16688" y="441604"/>
                    <a:pt x="28309" y="409594"/>
                  </a:cubicBezTo>
                  <a:cubicBezTo>
                    <a:pt x="29897" y="404945"/>
                    <a:pt x="37834" y="402672"/>
                    <a:pt x="39866" y="407327"/>
                  </a:cubicBezTo>
                  <a:cubicBezTo>
                    <a:pt x="39422" y="406672"/>
                    <a:pt x="41263" y="410997"/>
                    <a:pt x="44756" y="411975"/>
                  </a:cubicBezTo>
                  <a:lnTo>
                    <a:pt x="57519" y="415543"/>
                  </a:lnTo>
                  <a:cubicBezTo>
                    <a:pt x="61710" y="416731"/>
                    <a:pt x="61393" y="421379"/>
                    <a:pt x="63806" y="436302"/>
                  </a:cubicBezTo>
                  <a:cubicBezTo>
                    <a:pt x="64441" y="440848"/>
                    <a:pt x="67108" y="434682"/>
                    <a:pt x="70283" y="427869"/>
                  </a:cubicBezTo>
                  <a:cubicBezTo>
                    <a:pt x="72314" y="423437"/>
                    <a:pt x="70727" y="419544"/>
                    <a:pt x="67552" y="404945"/>
                  </a:cubicBezTo>
                  <a:cubicBezTo>
                    <a:pt x="66028" y="397700"/>
                    <a:pt x="56757" y="408298"/>
                    <a:pt x="55043" y="401053"/>
                  </a:cubicBezTo>
                  <a:lnTo>
                    <a:pt x="49835" y="379533"/>
                  </a:lnTo>
                  <a:cubicBezTo>
                    <a:pt x="48756" y="374884"/>
                    <a:pt x="46660" y="373151"/>
                    <a:pt x="32945" y="357041"/>
                  </a:cubicBezTo>
                  <a:cubicBezTo>
                    <a:pt x="29770" y="353364"/>
                    <a:pt x="30468" y="354552"/>
                    <a:pt x="46025" y="296805"/>
                  </a:cubicBezTo>
                  <a:cubicBezTo>
                    <a:pt x="47232" y="292372"/>
                    <a:pt x="46978" y="288048"/>
                    <a:pt x="46978" y="283400"/>
                  </a:cubicBezTo>
                  <a:cubicBezTo>
                    <a:pt x="46978" y="278637"/>
                    <a:pt x="50280" y="277990"/>
                    <a:pt x="65710" y="269989"/>
                  </a:cubicBezTo>
                  <a:cubicBezTo>
                    <a:pt x="69711" y="267931"/>
                    <a:pt x="80887" y="271830"/>
                    <a:pt x="80887" y="271830"/>
                  </a:cubicBezTo>
                  <a:cubicBezTo>
                    <a:pt x="85205" y="273018"/>
                    <a:pt x="86158" y="275069"/>
                    <a:pt x="105588" y="297675"/>
                  </a:cubicBezTo>
                  <a:cubicBezTo>
                    <a:pt x="108891" y="301567"/>
                    <a:pt x="110224" y="291401"/>
                    <a:pt x="106859" y="288156"/>
                  </a:cubicBezTo>
                  <a:lnTo>
                    <a:pt x="102985" y="284372"/>
                  </a:lnTo>
                  <a:lnTo>
                    <a:pt x="103048" y="2844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30E51D54-4414-2293-9432-FE2226FD72DD}"/>
                </a:ext>
              </a:extLst>
            </p:cNvPr>
            <p:cNvSpPr/>
            <p:nvPr/>
          </p:nvSpPr>
          <p:spPr>
            <a:xfrm>
              <a:off x="9353436" y="3454236"/>
              <a:ext cx="6130" cy="6099"/>
            </a:xfrm>
            <a:custGeom>
              <a:avLst/>
              <a:gdLst>
                <a:gd name="csX0" fmla="*/ 5367 w 7070"/>
                <a:gd name="csY0" fmla="*/ 498 h 7034"/>
                <a:gd name="csX1" fmla="*/ 1493 w 7070"/>
                <a:gd name="csY1" fmla="*/ 6340 h 7034"/>
                <a:gd name="csX2" fmla="*/ 6129 w 7070"/>
                <a:gd name="csY2" fmla="*/ 5584 h 7034"/>
                <a:gd name="csX3" fmla="*/ 6573 w 7070"/>
                <a:gd name="csY3" fmla="*/ 4937 h 7034"/>
                <a:gd name="csX4" fmla="*/ 5494 w 7070"/>
                <a:gd name="csY4" fmla="*/ 498 h 7034"/>
                <a:gd name="csX5" fmla="*/ 5367 w 7070"/>
                <a:gd name="csY5" fmla="*/ 498 h 7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70" h="7034">
                  <a:moveTo>
                    <a:pt x="5367" y="498"/>
                  </a:moveTo>
                  <a:cubicBezTo>
                    <a:pt x="1493" y="-1661"/>
                    <a:pt x="-2127" y="3743"/>
                    <a:pt x="1493" y="6340"/>
                  </a:cubicBezTo>
                  <a:cubicBezTo>
                    <a:pt x="921" y="6232"/>
                    <a:pt x="4414" y="8397"/>
                    <a:pt x="6129" y="5584"/>
                  </a:cubicBezTo>
                  <a:lnTo>
                    <a:pt x="6573" y="4937"/>
                  </a:lnTo>
                  <a:cubicBezTo>
                    <a:pt x="7525" y="3419"/>
                    <a:pt x="7081" y="1368"/>
                    <a:pt x="5494" y="498"/>
                  </a:cubicBezTo>
                  <a:lnTo>
                    <a:pt x="5367" y="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CA09B7AB-E31E-6553-E8B9-486AB26233EE}"/>
                </a:ext>
              </a:extLst>
            </p:cNvPr>
            <p:cNvSpPr/>
            <p:nvPr/>
          </p:nvSpPr>
          <p:spPr>
            <a:xfrm>
              <a:off x="10287972" y="1998368"/>
              <a:ext cx="11369" cy="10147"/>
            </a:xfrm>
            <a:custGeom>
              <a:avLst/>
              <a:gdLst>
                <a:gd name="csX0" fmla="*/ 3667 w 13111"/>
                <a:gd name="csY0" fmla="*/ 24 h 11702"/>
                <a:gd name="csX1" fmla="*/ 2588 w 13111"/>
                <a:gd name="csY1" fmla="*/ 24 h 11702"/>
                <a:gd name="csX2" fmla="*/ 556 w 13111"/>
                <a:gd name="csY2" fmla="*/ 7485 h 11702"/>
                <a:gd name="csX3" fmla="*/ 11224 w 13111"/>
                <a:gd name="csY3" fmla="*/ 11701 h 11702"/>
                <a:gd name="csX4" fmla="*/ 9065 w 13111"/>
                <a:gd name="csY4" fmla="*/ 2837 h 11702"/>
                <a:gd name="csX5" fmla="*/ 3667 w 13111"/>
                <a:gd name="csY5" fmla="*/ 24 h 11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11" h="11702">
                  <a:moveTo>
                    <a:pt x="3667" y="24"/>
                  </a:moveTo>
                  <a:lnTo>
                    <a:pt x="2588" y="24"/>
                  </a:lnTo>
                  <a:cubicBezTo>
                    <a:pt x="-1603" y="779"/>
                    <a:pt x="556" y="6729"/>
                    <a:pt x="556" y="7485"/>
                  </a:cubicBezTo>
                  <a:cubicBezTo>
                    <a:pt x="1636" y="13320"/>
                    <a:pt x="8112" y="11053"/>
                    <a:pt x="11224" y="11701"/>
                  </a:cubicBezTo>
                  <a:cubicBezTo>
                    <a:pt x="16113" y="11809"/>
                    <a:pt x="10081" y="5104"/>
                    <a:pt x="9065" y="2837"/>
                  </a:cubicBezTo>
                  <a:cubicBezTo>
                    <a:pt x="7986" y="1103"/>
                    <a:pt x="5509" y="-192"/>
                    <a:pt x="3667" y="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D7F4B3A4-CE80-8F08-58D1-271FDC222734}"/>
                </a:ext>
              </a:extLst>
            </p:cNvPr>
            <p:cNvSpPr/>
            <p:nvPr/>
          </p:nvSpPr>
          <p:spPr>
            <a:xfrm>
              <a:off x="10320543" y="2005384"/>
              <a:ext cx="10495" cy="10273"/>
            </a:xfrm>
            <a:custGeom>
              <a:avLst/>
              <a:gdLst>
                <a:gd name="csX0" fmla="*/ 10045 w 12103"/>
                <a:gd name="csY0" fmla="*/ 2315 h 11847"/>
                <a:gd name="csX1" fmla="*/ 4647 w 12103"/>
                <a:gd name="csY1" fmla="*/ 149 h 11847"/>
                <a:gd name="csX2" fmla="*/ 965 w 12103"/>
                <a:gd name="csY2" fmla="*/ 4582 h 11847"/>
                <a:gd name="csX3" fmla="*/ 11569 w 12103"/>
                <a:gd name="csY3" fmla="*/ 10208 h 11847"/>
                <a:gd name="csX4" fmla="*/ 11061 w 12103"/>
                <a:gd name="csY4" fmla="*/ 3826 h 11847"/>
                <a:gd name="csX5" fmla="*/ 10045 w 12103"/>
                <a:gd name="csY5" fmla="*/ 2422 h 11847"/>
                <a:gd name="csX6" fmla="*/ 10045 w 12103"/>
                <a:gd name="csY6" fmla="*/ 2315 h 11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103" h="11847">
                  <a:moveTo>
                    <a:pt x="10045" y="2315"/>
                  </a:moveTo>
                  <a:cubicBezTo>
                    <a:pt x="8839" y="581"/>
                    <a:pt x="6489" y="-391"/>
                    <a:pt x="4647" y="149"/>
                  </a:cubicBezTo>
                  <a:cubicBezTo>
                    <a:pt x="4076" y="473"/>
                    <a:pt x="-2401" y="1229"/>
                    <a:pt x="965" y="4582"/>
                  </a:cubicBezTo>
                  <a:cubicBezTo>
                    <a:pt x="4457" y="7179"/>
                    <a:pt x="9093" y="15288"/>
                    <a:pt x="11569" y="10208"/>
                  </a:cubicBezTo>
                  <a:cubicBezTo>
                    <a:pt x="12459" y="8366"/>
                    <a:pt x="12204" y="5559"/>
                    <a:pt x="11061" y="3826"/>
                  </a:cubicBezTo>
                  <a:lnTo>
                    <a:pt x="10045" y="2422"/>
                  </a:lnTo>
                  <a:lnTo>
                    <a:pt x="10045" y="2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E54E3A62-8AB1-8FBC-2C54-A669714089EC}"/>
                </a:ext>
              </a:extLst>
            </p:cNvPr>
            <p:cNvSpPr/>
            <p:nvPr/>
          </p:nvSpPr>
          <p:spPr>
            <a:xfrm>
              <a:off x="10509174" y="2924414"/>
              <a:ext cx="29574" cy="21234"/>
            </a:xfrm>
            <a:custGeom>
              <a:avLst/>
              <a:gdLst>
                <a:gd name="csX0" fmla="*/ 33042 w 34107"/>
                <a:gd name="csY0" fmla="*/ 22613 h 24488"/>
                <a:gd name="csX1" fmla="*/ 656 w 34107"/>
                <a:gd name="csY1" fmla="*/ 1525 h 24488"/>
                <a:gd name="csX2" fmla="*/ 18944 w 34107"/>
                <a:gd name="csY2" fmla="*/ 23801 h 24488"/>
                <a:gd name="csX3" fmla="*/ 33042 w 34107"/>
                <a:gd name="csY3" fmla="*/ 22613 h 2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107" h="24488">
                  <a:moveTo>
                    <a:pt x="33042" y="22613"/>
                  </a:moveTo>
                  <a:cubicBezTo>
                    <a:pt x="6689" y="4230"/>
                    <a:pt x="-2709" y="-3562"/>
                    <a:pt x="656" y="1525"/>
                  </a:cubicBezTo>
                  <a:cubicBezTo>
                    <a:pt x="13420" y="20340"/>
                    <a:pt x="14372" y="23477"/>
                    <a:pt x="18944" y="23801"/>
                  </a:cubicBezTo>
                  <a:cubicBezTo>
                    <a:pt x="26120" y="23801"/>
                    <a:pt x="37677" y="25966"/>
                    <a:pt x="33042" y="226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240F5C34-434F-1BEE-9CAE-418421A2DC6C}"/>
                </a:ext>
              </a:extLst>
            </p:cNvPr>
            <p:cNvSpPr/>
            <p:nvPr/>
          </p:nvSpPr>
          <p:spPr>
            <a:xfrm>
              <a:off x="8056598" y="1168554"/>
              <a:ext cx="187943" cy="105186"/>
            </a:xfrm>
            <a:custGeom>
              <a:avLst/>
              <a:gdLst>
                <a:gd name="csX0" fmla="*/ 68787 w 216748"/>
                <a:gd name="csY0" fmla="*/ 120793 h 121308"/>
                <a:gd name="csX1" fmla="*/ 92599 w 216748"/>
                <a:gd name="csY1" fmla="*/ 111169 h 121308"/>
                <a:gd name="csX2" fmla="*/ 190453 w 216748"/>
                <a:gd name="csY2" fmla="*/ 98301 h 121308"/>
                <a:gd name="csX3" fmla="*/ 192294 w 216748"/>
                <a:gd name="csY3" fmla="*/ 94300 h 121308"/>
                <a:gd name="csX4" fmla="*/ 182896 w 216748"/>
                <a:gd name="csY4" fmla="*/ 72888 h 121308"/>
                <a:gd name="csX5" fmla="*/ 184611 w 216748"/>
                <a:gd name="csY5" fmla="*/ 68455 h 121308"/>
                <a:gd name="csX6" fmla="*/ 210709 w 216748"/>
                <a:gd name="csY6" fmla="*/ 61318 h 121308"/>
                <a:gd name="csX7" fmla="*/ 216551 w 216748"/>
                <a:gd name="csY7" fmla="*/ 52667 h 121308"/>
                <a:gd name="csX8" fmla="*/ 214455 w 216748"/>
                <a:gd name="csY8" fmla="*/ 47801 h 121308"/>
                <a:gd name="csX9" fmla="*/ 177880 w 216748"/>
                <a:gd name="csY9" fmla="*/ 35689 h 121308"/>
                <a:gd name="csX10" fmla="*/ 135018 w 216748"/>
                <a:gd name="csY10" fmla="*/ 1302 h 121308"/>
                <a:gd name="csX11" fmla="*/ 38180 w 216748"/>
                <a:gd name="csY11" fmla="*/ 34284 h 121308"/>
                <a:gd name="csX12" fmla="*/ 32656 w 216748"/>
                <a:gd name="csY12" fmla="*/ 48449 h 121308"/>
                <a:gd name="csX13" fmla="*/ 35258 w 216748"/>
                <a:gd name="csY13" fmla="*/ 51477 h 121308"/>
                <a:gd name="csX14" fmla="*/ 56150 w 216748"/>
                <a:gd name="csY14" fmla="*/ 45313 h 121308"/>
                <a:gd name="csX15" fmla="*/ 58818 w 216748"/>
                <a:gd name="csY15" fmla="*/ 56343 h 121308"/>
                <a:gd name="csX16" fmla="*/ 20971 w 216748"/>
                <a:gd name="csY16" fmla="*/ 79377 h 121308"/>
                <a:gd name="csX17" fmla="*/ 1350 w 216748"/>
                <a:gd name="csY17" fmla="*/ 92245 h 121308"/>
                <a:gd name="csX18" fmla="*/ 68787 w 216748"/>
                <a:gd name="csY18" fmla="*/ 120685 h 121308"/>
                <a:gd name="csX19" fmla="*/ 68787 w 216748"/>
                <a:gd name="csY19" fmla="*/ 120793 h 12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16748" h="121308">
                  <a:moveTo>
                    <a:pt x="68787" y="120793"/>
                  </a:moveTo>
                  <a:cubicBezTo>
                    <a:pt x="73041" y="122415"/>
                    <a:pt x="74946" y="120469"/>
                    <a:pt x="92599" y="111169"/>
                  </a:cubicBezTo>
                  <a:cubicBezTo>
                    <a:pt x="97235" y="108682"/>
                    <a:pt x="93679" y="109871"/>
                    <a:pt x="190453" y="98301"/>
                  </a:cubicBezTo>
                  <a:cubicBezTo>
                    <a:pt x="192294" y="98085"/>
                    <a:pt x="193056" y="96246"/>
                    <a:pt x="192294" y="94300"/>
                  </a:cubicBezTo>
                  <a:lnTo>
                    <a:pt x="182896" y="72888"/>
                  </a:lnTo>
                  <a:cubicBezTo>
                    <a:pt x="182007" y="70942"/>
                    <a:pt x="182769" y="68887"/>
                    <a:pt x="184611" y="68455"/>
                  </a:cubicBezTo>
                  <a:lnTo>
                    <a:pt x="210709" y="61318"/>
                  </a:lnTo>
                  <a:cubicBezTo>
                    <a:pt x="215154" y="60128"/>
                    <a:pt x="215853" y="53748"/>
                    <a:pt x="216551" y="52667"/>
                  </a:cubicBezTo>
                  <a:cubicBezTo>
                    <a:pt x="217186" y="50612"/>
                    <a:pt x="216233" y="48449"/>
                    <a:pt x="214455" y="47801"/>
                  </a:cubicBezTo>
                  <a:lnTo>
                    <a:pt x="177880" y="35689"/>
                  </a:lnTo>
                  <a:cubicBezTo>
                    <a:pt x="173562" y="34284"/>
                    <a:pt x="173435" y="33635"/>
                    <a:pt x="135018" y="1302"/>
                  </a:cubicBezTo>
                  <a:cubicBezTo>
                    <a:pt x="131017" y="-2051"/>
                    <a:pt x="133430" y="-1402"/>
                    <a:pt x="38180" y="34284"/>
                  </a:cubicBezTo>
                  <a:cubicBezTo>
                    <a:pt x="33163" y="36122"/>
                    <a:pt x="33798" y="44232"/>
                    <a:pt x="32656" y="48449"/>
                  </a:cubicBezTo>
                  <a:cubicBezTo>
                    <a:pt x="32211" y="50612"/>
                    <a:pt x="33418" y="52018"/>
                    <a:pt x="35258" y="51477"/>
                  </a:cubicBezTo>
                  <a:lnTo>
                    <a:pt x="56150" y="45313"/>
                  </a:lnTo>
                  <a:cubicBezTo>
                    <a:pt x="60976" y="43908"/>
                    <a:pt x="58627" y="52991"/>
                    <a:pt x="58818" y="56343"/>
                  </a:cubicBezTo>
                  <a:cubicBezTo>
                    <a:pt x="58627" y="61642"/>
                    <a:pt x="57738" y="60885"/>
                    <a:pt x="20971" y="79377"/>
                  </a:cubicBezTo>
                  <a:cubicBezTo>
                    <a:pt x="16717" y="81540"/>
                    <a:pt x="13795" y="83702"/>
                    <a:pt x="1350" y="92245"/>
                  </a:cubicBezTo>
                  <a:cubicBezTo>
                    <a:pt x="-2778" y="95165"/>
                    <a:pt x="-1698" y="94191"/>
                    <a:pt x="68787" y="120685"/>
                  </a:cubicBezTo>
                  <a:lnTo>
                    <a:pt x="68787" y="120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A5330854-A906-BE2C-8082-42D71779DCE7}"/>
                </a:ext>
              </a:extLst>
            </p:cNvPr>
            <p:cNvSpPr/>
            <p:nvPr/>
          </p:nvSpPr>
          <p:spPr>
            <a:xfrm>
              <a:off x="7640358" y="1191217"/>
              <a:ext cx="29995" cy="12856"/>
            </a:xfrm>
            <a:custGeom>
              <a:avLst/>
              <a:gdLst>
                <a:gd name="csX0" fmla="*/ 32441 w 34592"/>
                <a:gd name="csY0" fmla="*/ 144 h 14826"/>
                <a:gd name="csX1" fmla="*/ 183 w 34592"/>
                <a:gd name="csY1" fmla="*/ 4037 h 14826"/>
                <a:gd name="csX2" fmla="*/ 183 w 34592"/>
                <a:gd name="csY2" fmla="*/ 4578 h 14826"/>
                <a:gd name="csX3" fmla="*/ 2469 w 34592"/>
                <a:gd name="csY3" fmla="*/ 9228 h 14826"/>
                <a:gd name="csX4" fmla="*/ 25583 w 34592"/>
                <a:gd name="csY4" fmla="*/ 14743 h 14826"/>
                <a:gd name="csX5" fmla="*/ 30472 w 34592"/>
                <a:gd name="csY5" fmla="*/ 11931 h 14826"/>
                <a:gd name="csX6" fmla="*/ 32441 w 34592"/>
                <a:gd name="csY6" fmla="*/ 36 h 14826"/>
                <a:gd name="csX7" fmla="*/ 32441 w 34592"/>
                <a:gd name="csY7" fmla="*/ 144 h 14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92" h="14826">
                  <a:moveTo>
                    <a:pt x="32441" y="144"/>
                  </a:moveTo>
                  <a:cubicBezTo>
                    <a:pt x="32441" y="144"/>
                    <a:pt x="1453" y="-1154"/>
                    <a:pt x="183" y="4037"/>
                  </a:cubicBezTo>
                  <a:lnTo>
                    <a:pt x="183" y="4578"/>
                  </a:lnTo>
                  <a:cubicBezTo>
                    <a:pt x="-452" y="6741"/>
                    <a:pt x="628" y="8795"/>
                    <a:pt x="2469" y="9228"/>
                  </a:cubicBezTo>
                  <a:lnTo>
                    <a:pt x="25583" y="14743"/>
                  </a:lnTo>
                  <a:cubicBezTo>
                    <a:pt x="27361" y="15175"/>
                    <a:pt x="29647" y="13877"/>
                    <a:pt x="30472" y="11931"/>
                  </a:cubicBezTo>
                  <a:cubicBezTo>
                    <a:pt x="31806" y="7930"/>
                    <a:pt x="37712" y="36"/>
                    <a:pt x="32441" y="36"/>
                  </a:cubicBezTo>
                  <a:lnTo>
                    <a:pt x="3244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44561370-C57C-1C9D-6B28-68F89249031B}"/>
                </a:ext>
              </a:extLst>
            </p:cNvPr>
            <p:cNvSpPr/>
            <p:nvPr/>
          </p:nvSpPr>
          <p:spPr>
            <a:xfrm>
              <a:off x="7546651" y="1311722"/>
              <a:ext cx="41095" cy="16289"/>
            </a:xfrm>
            <a:custGeom>
              <a:avLst/>
              <a:gdLst>
                <a:gd name="csX0" fmla="*/ 44499 w 47394"/>
                <a:gd name="csY0" fmla="*/ 15915 h 18786"/>
                <a:gd name="csX1" fmla="*/ 45388 w 47394"/>
                <a:gd name="csY1" fmla="*/ 6831 h 18786"/>
                <a:gd name="csX2" fmla="*/ 112 w 47394"/>
                <a:gd name="csY2" fmla="*/ 1208 h 18786"/>
                <a:gd name="csX3" fmla="*/ 11352 w 47394"/>
                <a:gd name="csY3" fmla="*/ 15049 h 18786"/>
                <a:gd name="csX4" fmla="*/ 44372 w 47394"/>
                <a:gd name="csY4" fmla="*/ 15915 h 18786"/>
                <a:gd name="csX5" fmla="*/ 44499 w 47394"/>
                <a:gd name="csY5" fmla="*/ 15915 h 1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394" h="18786">
                  <a:moveTo>
                    <a:pt x="44499" y="15915"/>
                  </a:moveTo>
                  <a:cubicBezTo>
                    <a:pt x="45007" y="14076"/>
                    <a:pt x="50150" y="7805"/>
                    <a:pt x="45388" y="6831"/>
                  </a:cubicBezTo>
                  <a:cubicBezTo>
                    <a:pt x="45388" y="6831"/>
                    <a:pt x="-2618" y="-3442"/>
                    <a:pt x="112" y="1208"/>
                  </a:cubicBezTo>
                  <a:cubicBezTo>
                    <a:pt x="5827" y="10832"/>
                    <a:pt x="7288" y="14401"/>
                    <a:pt x="11352" y="15049"/>
                  </a:cubicBezTo>
                  <a:cubicBezTo>
                    <a:pt x="40054" y="19050"/>
                    <a:pt x="42086" y="20564"/>
                    <a:pt x="44372" y="15915"/>
                  </a:cubicBezTo>
                  <a:lnTo>
                    <a:pt x="44499" y="159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D47D8F7F-2899-EB22-4141-397BF30DF58C}"/>
                </a:ext>
              </a:extLst>
            </p:cNvPr>
            <p:cNvSpPr/>
            <p:nvPr/>
          </p:nvSpPr>
          <p:spPr>
            <a:xfrm>
              <a:off x="8519003" y="1429435"/>
              <a:ext cx="26650" cy="13346"/>
            </a:xfrm>
            <a:custGeom>
              <a:avLst/>
              <a:gdLst>
                <a:gd name="csX0" fmla="*/ 21159 w 30735"/>
                <a:gd name="csY0" fmla="*/ 84 h 15391"/>
                <a:gd name="csX1" fmla="*/ 1347 w 30735"/>
                <a:gd name="csY1" fmla="*/ 8735 h 15391"/>
                <a:gd name="csX2" fmla="*/ 4586 w 30735"/>
                <a:gd name="csY2" fmla="*/ 14466 h 15391"/>
                <a:gd name="csX3" fmla="*/ 29478 w 30735"/>
                <a:gd name="csY3" fmla="*/ 4517 h 15391"/>
                <a:gd name="csX4" fmla="*/ 21159 w 30735"/>
                <a:gd name="csY4" fmla="*/ 84 h 1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735" h="15391">
                  <a:moveTo>
                    <a:pt x="21159" y="84"/>
                  </a:moveTo>
                  <a:cubicBezTo>
                    <a:pt x="16841" y="-998"/>
                    <a:pt x="1347" y="8735"/>
                    <a:pt x="1347" y="8735"/>
                  </a:cubicBezTo>
                  <a:cubicBezTo>
                    <a:pt x="-2781" y="11114"/>
                    <a:pt x="3824" y="13709"/>
                    <a:pt x="4586" y="14466"/>
                  </a:cubicBezTo>
                  <a:cubicBezTo>
                    <a:pt x="8586" y="16953"/>
                    <a:pt x="10681" y="14683"/>
                    <a:pt x="29478" y="4517"/>
                  </a:cubicBezTo>
                  <a:cubicBezTo>
                    <a:pt x="33732" y="2247"/>
                    <a:pt x="26239" y="1382"/>
                    <a:pt x="21159" y="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1237072F-3422-D8B2-82AC-148B4260A9D9}"/>
                </a:ext>
              </a:extLst>
            </p:cNvPr>
            <p:cNvSpPr/>
            <p:nvPr/>
          </p:nvSpPr>
          <p:spPr>
            <a:xfrm>
              <a:off x="8559309" y="1511106"/>
              <a:ext cx="15552" cy="11835"/>
            </a:xfrm>
            <a:custGeom>
              <a:avLst/>
              <a:gdLst>
                <a:gd name="csX0" fmla="*/ 15061 w 17936"/>
                <a:gd name="csY0" fmla="*/ 1488 h 13649"/>
                <a:gd name="csX1" fmla="*/ 3059 w 17936"/>
                <a:gd name="csY1" fmla="*/ 2894 h 13649"/>
                <a:gd name="csX2" fmla="*/ 2044 w 17936"/>
                <a:gd name="csY2" fmla="*/ 12519 h 13649"/>
                <a:gd name="csX3" fmla="*/ 17664 w 17936"/>
                <a:gd name="csY3" fmla="*/ 9924 h 13649"/>
                <a:gd name="csX4" fmla="*/ 14934 w 17936"/>
                <a:gd name="csY4" fmla="*/ 1488 h 13649"/>
                <a:gd name="csX5" fmla="*/ 15061 w 17936"/>
                <a:gd name="csY5" fmla="*/ 1488 h 13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36" h="13649">
                  <a:moveTo>
                    <a:pt x="15061" y="1488"/>
                  </a:moveTo>
                  <a:cubicBezTo>
                    <a:pt x="11505" y="1273"/>
                    <a:pt x="5409" y="-2512"/>
                    <a:pt x="3059" y="2894"/>
                  </a:cubicBezTo>
                  <a:cubicBezTo>
                    <a:pt x="2361" y="5274"/>
                    <a:pt x="-2782" y="12086"/>
                    <a:pt x="2044" y="12519"/>
                  </a:cubicBezTo>
                  <a:cubicBezTo>
                    <a:pt x="9092" y="12302"/>
                    <a:pt x="17093" y="16520"/>
                    <a:pt x="17664" y="9924"/>
                  </a:cubicBezTo>
                  <a:cubicBezTo>
                    <a:pt x="17537" y="8734"/>
                    <a:pt x="19379" y="2462"/>
                    <a:pt x="14934" y="1488"/>
                  </a:cubicBezTo>
                  <a:lnTo>
                    <a:pt x="15061" y="1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1536BAA7-8CEE-F7C0-DE32-B79AFEE0F067}"/>
                </a:ext>
              </a:extLst>
            </p:cNvPr>
            <p:cNvSpPr/>
            <p:nvPr/>
          </p:nvSpPr>
          <p:spPr>
            <a:xfrm>
              <a:off x="8536587" y="1500197"/>
              <a:ext cx="9988" cy="10932"/>
            </a:xfrm>
            <a:custGeom>
              <a:avLst/>
              <a:gdLst>
                <a:gd name="csX0" fmla="*/ 7738 w 11519"/>
                <a:gd name="csY0" fmla="*/ 337 h 12607"/>
                <a:gd name="csX1" fmla="*/ 54 w 11519"/>
                <a:gd name="csY1" fmla="*/ 8122 h 12607"/>
                <a:gd name="csX2" fmla="*/ 54 w 11519"/>
                <a:gd name="csY2" fmla="*/ 9528 h 12607"/>
                <a:gd name="csX3" fmla="*/ 3800 w 11519"/>
                <a:gd name="csY3" fmla="*/ 12448 h 12607"/>
                <a:gd name="csX4" fmla="*/ 11484 w 11519"/>
                <a:gd name="csY4" fmla="*/ 5960 h 12607"/>
                <a:gd name="csX5" fmla="*/ 11293 w 11519"/>
                <a:gd name="csY5" fmla="*/ 2824 h 12607"/>
                <a:gd name="csX6" fmla="*/ 7801 w 11519"/>
                <a:gd name="csY6" fmla="*/ 229 h 12607"/>
                <a:gd name="csX7" fmla="*/ 7738 w 11519"/>
                <a:gd name="csY7" fmla="*/ 337 h 1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19" h="12607">
                  <a:moveTo>
                    <a:pt x="7738" y="337"/>
                  </a:moveTo>
                  <a:cubicBezTo>
                    <a:pt x="5642" y="1743"/>
                    <a:pt x="-645" y="2392"/>
                    <a:pt x="54" y="8122"/>
                  </a:cubicBezTo>
                  <a:lnTo>
                    <a:pt x="54" y="9528"/>
                  </a:lnTo>
                  <a:cubicBezTo>
                    <a:pt x="372" y="11691"/>
                    <a:pt x="2086" y="13097"/>
                    <a:pt x="3800" y="12448"/>
                  </a:cubicBezTo>
                  <a:cubicBezTo>
                    <a:pt x="5515" y="11583"/>
                    <a:pt x="12055" y="11691"/>
                    <a:pt x="11484" y="5960"/>
                  </a:cubicBezTo>
                  <a:lnTo>
                    <a:pt x="11293" y="2824"/>
                  </a:lnTo>
                  <a:cubicBezTo>
                    <a:pt x="11039" y="661"/>
                    <a:pt x="9579" y="-529"/>
                    <a:pt x="7801" y="229"/>
                  </a:cubicBezTo>
                  <a:lnTo>
                    <a:pt x="7738" y="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5F5D7FA9-193D-830B-9F5B-A5D59E0E860E}"/>
                </a:ext>
              </a:extLst>
            </p:cNvPr>
            <p:cNvSpPr/>
            <p:nvPr/>
          </p:nvSpPr>
          <p:spPr>
            <a:xfrm>
              <a:off x="8749875" y="1579017"/>
              <a:ext cx="8836" cy="8374"/>
            </a:xfrm>
            <a:custGeom>
              <a:avLst/>
              <a:gdLst>
                <a:gd name="csX0" fmla="*/ 1790 w 10190"/>
                <a:gd name="csY0" fmla="*/ 1462 h 9657"/>
                <a:gd name="csX1" fmla="*/ 2108 w 10190"/>
                <a:gd name="csY1" fmla="*/ 8815 h 9657"/>
                <a:gd name="csX2" fmla="*/ 9473 w 10190"/>
                <a:gd name="csY2" fmla="*/ 6977 h 9657"/>
                <a:gd name="csX3" fmla="*/ 1663 w 10190"/>
                <a:gd name="csY3" fmla="*/ 1462 h 9657"/>
                <a:gd name="csX4" fmla="*/ 1790 w 10190"/>
                <a:gd name="csY4" fmla="*/ 1462 h 9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0" h="9657">
                  <a:moveTo>
                    <a:pt x="1790" y="1462"/>
                  </a:moveTo>
                  <a:cubicBezTo>
                    <a:pt x="1599" y="2219"/>
                    <a:pt x="-2338" y="8166"/>
                    <a:pt x="2108" y="8815"/>
                  </a:cubicBezTo>
                  <a:cubicBezTo>
                    <a:pt x="4394" y="8815"/>
                    <a:pt x="12648" y="11627"/>
                    <a:pt x="9473" y="6977"/>
                  </a:cubicBezTo>
                  <a:cubicBezTo>
                    <a:pt x="9473" y="6977"/>
                    <a:pt x="4076" y="-3837"/>
                    <a:pt x="1663" y="1462"/>
                  </a:cubicBezTo>
                  <a:lnTo>
                    <a:pt x="1790" y="1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A9F9040B-4EC9-47C9-494F-E0C77C32F848}"/>
                </a:ext>
              </a:extLst>
            </p:cNvPr>
            <p:cNvSpPr/>
            <p:nvPr/>
          </p:nvSpPr>
          <p:spPr>
            <a:xfrm>
              <a:off x="9112316" y="1774756"/>
              <a:ext cx="13628" cy="8402"/>
            </a:xfrm>
            <a:custGeom>
              <a:avLst/>
              <a:gdLst>
                <a:gd name="csX0" fmla="*/ 13946 w 15717"/>
                <a:gd name="csY0" fmla="*/ 866 h 9690"/>
                <a:gd name="csX1" fmla="*/ 4612 w 15717"/>
                <a:gd name="csY1" fmla="*/ 866 h 9690"/>
                <a:gd name="csX2" fmla="*/ 1183 w 15717"/>
                <a:gd name="csY2" fmla="*/ 5946 h 9690"/>
                <a:gd name="csX3" fmla="*/ 10708 w 15717"/>
                <a:gd name="csY3" fmla="*/ 8328 h 9690"/>
                <a:gd name="csX4" fmla="*/ 14010 w 15717"/>
                <a:gd name="csY4" fmla="*/ 758 h 9690"/>
                <a:gd name="csX5" fmla="*/ 13946 w 15717"/>
                <a:gd name="csY5" fmla="*/ 866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717" h="9690">
                  <a:moveTo>
                    <a:pt x="13946" y="866"/>
                  </a:moveTo>
                  <a:cubicBezTo>
                    <a:pt x="12930" y="866"/>
                    <a:pt x="8740" y="-1083"/>
                    <a:pt x="4612" y="866"/>
                  </a:cubicBezTo>
                  <a:cubicBezTo>
                    <a:pt x="4612" y="866"/>
                    <a:pt x="-2818" y="3133"/>
                    <a:pt x="1183" y="5946"/>
                  </a:cubicBezTo>
                  <a:cubicBezTo>
                    <a:pt x="3215" y="6918"/>
                    <a:pt x="6898" y="12112"/>
                    <a:pt x="10708" y="8328"/>
                  </a:cubicBezTo>
                  <a:cubicBezTo>
                    <a:pt x="11851" y="6702"/>
                    <a:pt x="18900" y="1946"/>
                    <a:pt x="14010" y="758"/>
                  </a:cubicBezTo>
                  <a:lnTo>
                    <a:pt x="13946" y="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6EA1E82E-9955-DB42-3C88-713E1A9A7E68}"/>
                </a:ext>
              </a:extLst>
            </p:cNvPr>
            <p:cNvSpPr/>
            <p:nvPr/>
          </p:nvSpPr>
          <p:spPr>
            <a:xfrm>
              <a:off x="8185028" y="1561731"/>
              <a:ext cx="17653" cy="12072"/>
            </a:xfrm>
            <a:custGeom>
              <a:avLst/>
              <a:gdLst>
                <a:gd name="csX0" fmla="*/ 18209 w 20359"/>
                <a:gd name="csY0" fmla="*/ 417 h 13922"/>
                <a:gd name="csX1" fmla="*/ 2080 w 20359"/>
                <a:gd name="csY1" fmla="*/ 4202 h 13922"/>
                <a:gd name="csX2" fmla="*/ 2271 w 20359"/>
                <a:gd name="csY2" fmla="*/ 13826 h 13922"/>
                <a:gd name="csX3" fmla="*/ 17574 w 20359"/>
                <a:gd name="csY3" fmla="*/ 10258 h 13922"/>
                <a:gd name="csX4" fmla="*/ 18209 w 20359"/>
                <a:gd name="csY4" fmla="*/ 525 h 13922"/>
                <a:gd name="csX5" fmla="*/ 18209 w 20359"/>
                <a:gd name="csY5" fmla="*/ 417 h 13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359" h="13922">
                  <a:moveTo>
                    <a:pt x="18209" y="417"/>
                  </a:moveTo>
                  <a:cubicBezTo>
                    <a:pt x="18209" y="417"/>
                    <a:pt x="4112" y="-1854"/>
                    <a:pt x="2080" y="4202"/>
                  </a:cubicBezTo>
                  <a:cubicBezTo>
                    <a:pt x="1763" y="6257"/>
                    <a:pt x="-2555" y="13826"/>
                    <a:pt x="2271" y="13826"/>
                  </a:cubicBezTo>
                  <a:cubicBezTo>
                    <a:pt x="8430" y="13177"/>
                    <a:pt x="15161" y="15881"/>
                    <a:pt x="17574" y="10258"/>
                  </a:cubicBezTo>
                  <a:cubicBezTo>
                    <a:pt x="18209" y="7770"/>
                    <a:pt x="23099" y="525"/>
                    <a:pt x="18209" y="525"/>
                  </a:cubicBezTo>
                  <a:lnTo>
                    <a:pt x="18209" y="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407F4797-A68F-B532-A15B-DB3E434CB5B9}"/>
                </a:ext>
              </a:extLst>
            </p:cNvPr>
            <p:cNvSpPr/>
            <p:nvPr/>
          </p:nvSpPr>
          <p:spPr>
            <a:xfrm>
              <a:off x="8148201" y="1562874"/>
              <a:ext cx="26556" cy="12075"/>
            </a:xfrm>
            <a:custGeom>
              <a:avLst/>
              <a:gdLst>
                <a:gd name="csX0" fmla="*/ 2007 w 30626"/>
                <a:gd name="csY0" fmla="*/ 4939 h 13926"/>
                <a:gd name="csX1" fmla="*/ 356 w 30626"/>
                <a:gd name="csY1" fmla="*/ 9265 h 13926"/>
                <a:gd name="csX2" fmla="*/ 1372 w 30626"/>
                <a:gd name="csY2" fmla="*/ 11211 h 13926"/>
                <a:gd name="csX3" fmla="*/ 28740 w 30626"/>
                <a:gd name="csY3" fmla="*/ 9589 h 13926"/>
                <a:gd name="csX4" fmla="*/ 28105 w 30626"/>
                <a:gd name="csY4" fmla="*/ 2452 h 13926"/>
                <a:gd name="csX5" fmla="*/ 1880 w 30626"/>
                <a:gd name="csY5" fmla="*/ 5047 h 13926"/>
                <a:gd name="csX6" fmla="*/ 2007 w 30626"/>
                <a:gd name="csY6" fmla="*/ 4939 h 13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626" h="13926">
                  <a:moveTo>
                    <a:pt x="2007" y="4939"/>
                  </a:moveTo>
                  <a:cubicBezTo>
                    <a:pt x="165" y="5371"/>
                    <a:pt x="-470" y="7318"/>
                    <a:pt x="356" y="9265"/>
                  </a:cubicBezTo>
                  <a:lnTo>
                    <a:pt x="1372" y="11211"/>
                  </a:lnTo>
                  <a:cubicBezTo>
                    <a:pt x="3722" y="15861"/>
                    <a:pt x="6515" y="14023"/>
                    <a:pt x="28740" y="9589"/>
                  </a:cubicBezTo>
                  <a:cubicBezTo>
                    <a:pt x="33186" y="8724"/>
                    <a:pt x="28423" y="3317"/>
                    <a:pt x="28105" y="2452"/>
                  </a:cubicBezTo>
                  <a:cubicBezTo>
                    <a:pt x="25502" y="-1874"/>
                    <a:pt x="23216" y="-144"/>
                    <a:pt x="1880" y="5047"/>
                  </a:cubicBezTo>
                  <a:lnTo>
                    <a:pt x="2007" y="49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DB3E2ED3-5E62-148B-4E41-69E55DF9D7BC}"/>
                </a:ext>
              </a:extLst>
            </p:cNvPr>
            <p:cNvSpPr/>
            <p:nvPr/>
          </p:nvSpPr>
          <p:spPr>
            <a:xfrm>
              <a:off x="8170595" y="1524687"/>
              <a:ext cx="40886" cy="22097"/>
            </a:xfrm>
            <a:custGeom>
              <a:avLst/>
              <a:gdLst>
                <a:gd name="csX0" fmla="*/ 45649 w 47153"/>
                <a:gd name="csY0" fmla="*/ 858 h 25484"/>
                <a:gd name="csX1" fmla="*/ 45014 w 47153"/>
                <a:gd name="csY1" fmla="*/ 425 h 25484"/>
                <a:gd name="csX2" fmla="*/ 29964 w 47153"/>
                <a:gd name="csY2" fmla="*/ 5724 h 25484"/>
                <a:gd name="csX3" fmla="*/ 1389 w 47153"/>
                <a:gd name="csY3" fmla="*/ 16214 h 25484"/>
                <a:gd name="csX4" fmla="*/ 22090 w 47153"/>
                <a:gd name="csY4" fmla="*/ 25189 h 25484"/>
                <a:gd name="csX5" fmla="*/ 46221 w 47153"/>
                <a:gd name="csY5" fmla="*/ 5400 h 25484"/>
                <a:gd name="csX6" fmla="*/ 45776 w 47153"/>
                <a:gd name="csY6" fmla="*/ 966 h 25484"/>
                <a:gd name="csX7" fmla="*/ 45649 w 47153"/>
                <a:gd name="csY7" fmla="*/ 858 h 2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153" h="25484">
                  <a:moveTo>
                    <a:pt x="45649" y="858"/>
                  </a:moveTo>
                  <a:lnTo>
                    <a:pt x="45014" y="425"/>
                  </a:lnTo>
                  <a:cubicBezTo>
                    <a:pt x="41331" y="-1846"/>
                    <a:pt x="29964" y="5724"/>
                    <a:pt x="29964" y="5724"/>
                  </a:cubicBezTo>
                  <a:cubicBezTo>
                    <a:pt x="25964" y="8103"/>
                    <a:pt x="23996" y="8536"/>
                    <a:pt x="1389" y="16214"/>
                  </a:cubicBezTo>
                  <a:cubicBezTo>
                    <a:pt x="-3119" y="17727"/>
                    <a:pt x="3231" y="19025"/>
                    <a:pt x="22090" y="25189"/>
                  </a:cubicBezTo>
                  <a:cubicBezTo>
                    <a:pt x="26282" y="26595"/>
                    <a:pt x="27996" y="23458"/>
                    <a:pt x="46221" y="5400"/>
                  </a:cubicBezTo>
                  <a:cubicBezTo>
                    <a:pt x="47618" y="3994"/>
                    <a:pt x="47427" y="1939"/>
                    <a:pt x="45776" y="966"/>
                  </a:cubicBezTo>
                  <a:lnTo>
                    <a:pt x="45649" y="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E13C9933-4116-B937-B48E-F35034F87054}"/>
                </a:ext>
              </a:extLst>
            </p:cNvPr>
            <p:cNvSpPr/>
            <p:nvPr/>
          </p:nvSpPr>
          <p:spPr>
            <a:xfrm>
              <a:off x="7752054" y="1613928"/>
              <a:ext cx="23744" cy="12786"/>
            </a:xfrm>
            <a:custGeom>
              <a:avLst/>
              <a:gdLst>
                <a:gd name="csX0" fmla="*/ 23958 w 27383"/>
                <a:gd name="csY0" fmla="*/ 2727 h 14746"/>
                <a:gd name="csX1" fmla="*/ 2241 w 27383"/>
                <a:gd name="csY1" fmla="*/ 22 h 14746"/>
                <a:gd name="csX2" fmla="*/ 273 w 27383"/>
                <a:gd name="csY2" fmla="*/ 3267 h 14746"/>
                <a:gd name="csX3" fmla="*/ 7385 w 27383"/>
                <a:gd name="csY3" fmla="*/ 12995 h 14746"/>
                <a:gd name="csX4" fmla="*/ 23958 w 27383"/>
                <a:gd name="csY4" fmla="*/ 14728 h 14746"/>
                <a:gd name="csX5" fmla="*/ 27324 w 27383"/>
                <a:gd name="csY5" fmla="*/ 11052 h 14746"/>
                <a:gd name="csX6" fmla="*/ 23958 w 27383"/>
                <a:gd name="csY6" fmla="*/ 2727 h 14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3" h="14746">
                  <a:moveTo>
                    <a:pt x="23958" y="2727"/>
                  </a:moveTo>
                  <a:lnTo>
                    <a:pt x="2241" y="22"/>
                  </a:lnTo>
                  <a:cubicBezTo>
                    <a:pt x="400" y="-194"/>
                    <a:pt x="-489" y="1209"/>
                    <a:pt x="273" y="3267"/>
                  </a:cubicBezTo>
                  <a:cubicBezTo>
                    <a:pt x="1543" y="5534"/>
                    <a:pt x="2559" y="12563"/>
                    <a:pt x="7385" y="12995"/>
                  </a:cubicBezTo>
                  <a:lnTo>
                    <a:pt x="23958" y="14728"/>
                  </a:lnTo>
                  <a:cubicBezTo>
                    <a:pt x="25800" y="14944"/>
                    <a:pt x="27324" y="13211"/>
                    <a:pt x="27324" y="11052"/>
                  </a:cubicBezTo>
                  <a:cubicBezTo>
                    <a:pt x="27133" y="9858"/>
                    <a:pt x="28530" y="3375"/>
                    <a:pt x="23958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FAFFB715-73C3-E8FF-979D-C49B45FEB35E}"/>
                </a:ext>
              </a:extLst>
            </p:cNvPr>
            <p:cNvSpPr/>
            <p:nvPr/>
          </p:nvSpPr>
          <p:spPr>
            <a:xfrm>
              <a:off x="7727320" y="1615021"/>
              <a:ext cx="16050" cy="14856"/>
            </a:xfrm>
            <a:custGeom>
              <a:avLst/>
              <a:gdLst>
                <a:gd name="csX0" fmla="*/ 16860 w 18510"/>
                <a:gd name="csY0" fmla="*/ 14656 h 17133"/>
                <a:gd name="csX1" fmla="*/ 6954 w 18510"/>
                <a:gd name="csY1" fmla="*/ 921 h 17133"/>
                <a:gd name="csX2" fmla="*/ 2191 w 18510"/>
                <a:gd name="csY2" fmla="*/ 1467 h 17133"/>
                <a:gd name="csX3" fmla="*/ 1112 w 18510"/>
                <a:gd name="csY3" fmla="*/ 2978 h 17133"/>
                <a:gd name="csX4" fmla="*/ 2700 w 18510"/>
                <a:gd name="csY4" fmla="*/ 14440 h 17133"/>
                <a:gd name="csX5" fmla="*/ 16860 w 18510"/>
                <a:gd name="csY5" fmla="*/ 14656 h 17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10" h="17133">
                  <a:moveTo>
                    <a:pt x="16860" y="14656"/>
                  </a:moveTo>
                  <a:cubicBezTo>
                    <a:pt x="21241" y="13468"/>
                    <a:pt x="16542" y="10331"/>
                    <a:pt x="6954" y="921"/>
                  </a:cubicBezTo>
                  <a:cubicBezTo>
                    <a:pt x="5557" y="-483"/>
                    <a:pt x="3335" y="-267"/>
                    <a:pt x="2191" y="1467"/>
                  </a:cubicBezTo>
                  <a:lnTo>
                    <a:pt x="1112" y="2978"/>
                  </a:lnTo>
                  <a:cubicBezTo>
                    <a:pt x="-1935" y="7302"/>
                    <a:pt x="2191" y="12389"/>
                    <a:pt x="2700" y="14440"/>
                  </a:cubicBezTo>
                  <a:cubicBezTo>
                    <a:pt x="5176" y="19958"/>
                    <a:pt x="11716" y="15411"/>
                    <a:pt x="16860" y="14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7932F233-849D-32E0-9724-E427FC4DE677}"/>
                </a:ext>
              </a:extLst>
            </p:cNvPr>
            <p:cNvSpPr/>
            <p:nvPr/>
          </p:nvSpPr>
          <p:spPr>
            <a:xfrm>
              <a:off x="7948786" y="1524436"/>
              <a:ext cx="13706" cy="21754"/>
            </a:xfrm>
            <a:custGeom>
              <a:avLst/>
              <a:gdLst>
                <a:gd name="csX0" fmla="*/ 12593 w 15807"/>
                <a:gd name="csY0" fmla="*/ 389 h 25088"/>
                <a:gd name="csX1" fmla="*/ 20 w 15807"/>
                <a:gd name="csY1" fmla="*/ 10879 h 25088"/>
                <a:gd name="csX2" fmla="*/ 3068 w 15807"/>
                <a:gd name="csY2" fmla="*/ 24613 h 25088"/>
                <a:gd name="csX3" fmla="*/ 15705 w 15807"/>
                <a:gd name="csY3" fmla="*/ 12609 h 25088"/>
                <a:gd name="csX4" fmla="*/ 12593 w 15807"/>
                <a:gd name="csY4" fmla="*/ 389 h 25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807" h="25088">
                  <a:moveTo>
                    <a:pt x="12593" y="389"/>
                  </a:moveTo>
                  <a:cubicBezTo>
                    <a:pt x="7196" y="3958"/>
                    <a:pt x="20" y="4499"/>
                    <a:pt x="20" y="10879"/>
                  </a:cubicBezTo>
                  <a:cubicBezTo>
                    <a:pt x="592" y="16286"/>
                    <a:pt x="-1568" y="27532"/>
                    <a:pt x="3068" y="24613"/>
                  </a:cubicBezTo>
                  <a:cubicBezTo>
                    <a:pt x="8719" y="20287"/>
                    <a:pt x="15705" y="18989"/>
                    <a:pt x="15705" y="12609"/>
                  </a:cubicBezTo>
                  <a:cubicBezTo>
                    <a:pt x="15197" y="7959"/>
                    <a:pt x="17482" y="-2097"/>
                    <a:pt x="12593" y="3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6736A499-1D50-109D-BA53-9C6C1839A2F1}"/>
                </a:ext>
              </a:extLst>
            </p:cNvPr>
            <p:cNvSpPr/>
            <p:nvPr/>
          </p:nvSpPr>
          <p:spPr>
            <a:xfrm>
              <a:off x="9962432" y="2705628"/>
              <a:ext cx="10258" cy="11929"/>
            </a:xfrm>
            <a:custGeom>
              <a:avLst/>
              <a:gdLst>
                <a:gd name="csX0" fmla="*/ 10230 w 11830"/>
                <a:gd name="csY0" fmla="*/ 1450 h 13757"/>
                <a:gd name="csX1" fmla="*/ 8388 w 11830"/>
                <a:gd name="csY1" fmla="*/ 478 h 13757"/>
                <a:gd name="csX2" fmla="*/ 387 w 11830"/>
                <a:gd name="csY2" fmla="*/ 8803 h 13757"/>
                <a:gd name="csX3" fmla="*/ 1911 w 11830"/>
                <a:gd name="csY3" fmla="*/ 13343 h 13757"/>
                <a:gd name="csX4" fmla="*/ 2229 w 11830"/>
                <a:gd name="csY4" fmla="*/ 13343 h 13757"/>
                <a:gd name="csX5" fmla="*/ 11245 w 11830"/>
                <a:gd name="csY5" fmla="*/ 6098 h 13757"/>
                <a:gd name="csX6" fmla="*/ 10166 w 11830"/>
                <a:gd name="csY6" fmla="*/ 1450 h 13757"/>
                <a:gd name="csX7" fmla="*/ 10230 w 11830"/>
                <a:gd name="csY7" fmla="*/ 1450 h 13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30" h="13757">
                  <a:moveTo>
                    <a:pt x="10230" y="1450"/>
                  </a:moveTo>
                  <a:lnTo>
                    <a:pt x="8388" y="478"/>
                  </a:lnTo>
                  <a:cubicBezTo>
                    <a:pt x="3753" y="-2011"/>
                    <a:pt x="2419" y="5882"/>
                    <a:pt x="387" y="8803"/>
                  </a:cubicBezTo>
                  <a:cubicBezTo>
                    <a:pt x="-502" y="10530"/>
                    <a:pt x="196" y="12588"/>
                    <a:pt x="1911" y="13343"/>
                  </a:cubicBezTo>
                  <a:lnTo>
                    <a:pt x="2229" y="13343"/>
                  </a:lnTo>
                  <a:cubicBezTo>
                    <a:pt x="6864" y="15509"/>
                    <a:pt x="9023" y="8587"/>
                    <a:pt x="11245" y="6098"/>
                  </a:cubicBezTo>
                  <a:cubicBezTo>
                    <a:pt x="12325" y="4479"/>
                    <a:pt x="11881" y="2421"/>
                    <a:pt x="10166" y="1450"/>
                  </a:cubicBezTo>
                  <a:lnTo>
                    <a:pt x="10230" y="14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ACBB8F18-B5DC-633A-E9BB-E418EB4B06EB}"/>
                </a:ext>
              </a:extLst>
            </p:cNvPr>
            <p:cNvSpPr/>
            <p:nvPr/>
          </p:nvSpPr>
          <p:spPr>
            <a:xfrm>
              <a:off x="7451878" y="2211425"/>
              <a:ext cx="165" cy="395"/>
            </a:xfrm>
            <a:custGeom>
              <a:avLst/>
              <a:gdLst>
                <a:gd name="csX0" fmla="*/ 191 w 190"/>
                <a:gd name="csY0" fmla="*/ 216 h 455"/>
                <a:gd name="csX1" fmla="*/ 0 w 190"/>
                <a:gd name="csY1" fmla="*/ 0 h 455"/>
                <a:gd name="csX2" fmla="*/ 191 w 190"/>
                <a:gd name="csY2" fmla="*/ 216 h 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0" h="455">
                  <a:moveTo>
                    <a:pt x="191" y="216"/>
                  </a:moveTo>
                  <a:cubicBezTo>
                    <a:pt x="191" y="216"/>
                    <a:pt x="127" y="0"/>
                    <a:pt x="0" y="0"/>
                  </a:cubicBezTo>
                  <a:cubicBezTo>
                    <a:pt x="127" y="438"/>
                    <a:pt x="191" y="654"/>
                    <a:pt x="191" y="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85126778-C831-1B27-51A1-E48397EC3277}"/>
                </a:ext>
              </a:extLst>
            </p:cNvPr>
            <p:cNvSpPr/>
            <p:nvPr/>
          </p:nvSpPr>
          <p:spPr>
            <a:xfrm>
              <a:off x="7349545" y="1806587"/>
              <a:ext cx="54686" cy="34920"/>
            </a:xfrm>
            <a:custGeom>
              <a:avLst/>
              <a:gdLst>
                <a:gd name="csX0" fmla="*/ 57503 w 63068"/>
                <a:gd name="csY0" fmla="*/ 15090 h 40272"/>
                <a:gd name="csX1" fmla="*/ 34262 w 63068"/>
                <a:gd name="csY1" fmla="*/ 161 h 40272"/>
                <a:gd name="csX2" fmla="*/ 543 w 63068"/>
                <a:gd name="csY2" fmla="*/ 10760 h 40272"/>
                <a:gd name="csX3" fmla="*/ 2512 w 63068"/>
                <a:gd name="csY3" fmla="*/ 18221 h 40272"/>
                <a:gd name="csX4" fmla="*/ 2512 w 63068"/>
                <a:gd name="csY4" fmla="*/ 39525 h 40272"/>
                <a:gd name="csX5" fmla="*/ 22768 w 63068"/>
                <a:gd name="csY5" fmla="*/ 37906 h 40272"/>
                <a:gd name="csX6" fmla="*/ 30452 w 63068"/>
                <a:gd name="csY6" fmla="*/ 32712 h 40272"/>
                <a:gd name="csX7" fmla="*/ 47470 w 63068"/>
                <a:gd name="csY7" fmla="*/ 28171 h 40272"/>
                <a:gd name="csX8" fmla="*/ 62837 w 63068"/>
                <a:gd name="csY8" fmla="*/ 26552 h 40272"/>
                <a:gd name="csX9" fmla="*/ 57503 w 63068"/>
                <a:gd name="csY9" fmla="*/ 15090 h 4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068" h="40272">
                  <a:moveTo>
                    <a:pt x="57503" y="15090"/>
                  </a:moveTo>
                  <a:cubicBezTo>
                    <a:pt x="40167" y="1571"/>
                    <a:pt x="38643" y="-702"/>
                    <a:pt x="34262" y="161"/>
                  </a:cubicBezTo>
                  <a:cubicBezTo>
                    <a:pt x="2194" y="6327"/>
                    <a:pt x="-854" y="5464"/>
                    <a:pt x="543" y="10760"/>
                  </a:cubicBezTo>
                  <a:lnTo>
                    <a:pt x="2512" y="18221"/>
                  </a:lnTo>
                  <a:cubicBezTo>
                    <a:pt x="4988" y="27632"/>
                    <a:pt x="-4219" y="39201"/>
                    <a:pt x="2512" y="39525"/>
                  </a:cubicBezTo>
                  <a:cubicBezTo>
                    <a:pt x="2512" y="39525"/>
                    <a:pt x="18450" y="42014"/>
                    <a:pt x="22768" y="37906"/>
                  </a:cubicBezTo>
                  <a:cubicBezTo>
                    <a:pt x="23657" y="37150"/>
                    <a:pt x="26197" y="33905"/>
                    <a:pt x="30452" y="32712"/>
                  </a:cubicBezTo>
                  <a:lnTo>
                    <a:pt x="47470" y="28171"/>
                  </a:lnTo>
                  <a:cubicBezTo>
                    <a:pt x="55153" y="26120"/>
                    <a:pt x="64678" y="33366"/>
                    <a:pt x="62837" y="26552"/>
                  </a:cubicBezTo>
                  <a:cubicBezTo>
                    <a:pt x="62075" y="24387"/>
                    <a:pt x="61503" y="18221"/>
                    <a:pt x="57503" y="150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E64006BB-F55B-BD86-72A0-3EDCB2554133}"/>
                </a:ext>
              </a:extLst>
            </p:cNvPr>
            <p:cNvSpPr/>
            <p:nvPr/>
          </p:nvSpPr>
          <p:spPr>
            <a:xfrm>
              <a:off x="6929515" y="1481778"/>
              <a:ext cx="3831032" cy="1998395"/>
            </a:xfrm>
            <a:custGeom>
              <a:avLst/>
              <a:gdLst>
                <a:gd name="csX0" fmla="*/ 1768007 w 4418204"/>
                <a:gd name="csY0" fmla="*/ 451 h 2304683"/>
                <a:gd name="csX1" fmla="*/ 1786510 w 4418204"/>
                <a:gd name="csY1" fmla="*/ 3736 h 2304683"/>
                <a:gd name="csX2" fmla="*/ 1792796 w 4418204"/>
                <a:gd name="csY2" fmla="*/ 10116 h 2304683"/>
                <a:gd name="csX3" fmla="*/ 1830769 w 4418204"/>
                <a:gd name="csY3" fmla="*/ 17469 h 2304683"/>
                <a:gd name="csX4" fmla="*/ 1839087 w 4418204"/>
                <a:gd name="csY4" fmla="*/ 31635 h 2304683"/>
                <a:gd name="csX5" fmla="*/ 1821371 w 4418204"/>
                <a:gd name="csY5" fmla="*/ 34014 h 2304683"/>
                <a:gd name="csX6" fmla="*/ 1799400 w 4418204"/>
                <a:gd name="csY6" fmla="*/ 47315 h 2304683"/>
                <a:gd name="csX7" fmla="*/ 1780984 w 4418204"/>
                <a:gd name="csY7" fmla="*/ 51316 h 2304683"/>
                <a:gd name="csX8" fmla="*/ 1779460 w 4418204"/>
                <a:gd name="csY8" fmla="*/ 53804 h 2304683"/>
                <a:gd name="csX9" fmla="*/ 1820926 w 4418204"/>
                <a:gd name="csY9" fmla="*/ 54561 h 2304683"/>
                <a:gd name="csX10" fmla="*/ 1820609 w 4418204"/>
                <a:gd name="csY10" fmla="*/ 61265 h 2304683"/>
                <a:gd name="csX11" fmla="*/ 1838134 w 4418204"/>
                <a:gd name="csY11" fmla="*/ 58994 h 2304683"/>
                <a:gd name="csX12" fmla="*/ 1882712 w 4418204"/>
                <a:gd name="csY12" fmla="*/ 66672 h 2304683"/>
                <a:gd name="csX13" fmla="*/ 1851914 w 4418204"/>
                <a:gd name="csY13" fmla="*/ 103438 h 2304683"/>
                <a:gd name="csX14" fmla="*/ 1901698 w 4418204"/>
                <a:gd name="csY14" fmla="*/ 107007 h 2304683"/>
                <a:gd name="csX15" fmla="*/ 1909128 w 4418204"/>
                <a:gd name="csY15" fmla="*/ 89705 h 2304683"/>
                <a:gd name="csX16" fmla="*/ 2010918 w 4418204"/>
                <a:gd name="csY16" fmla="*/ 86137 h 2304683"/>
                <a:gd name="csX17" fmla="*/ 2050288 w 4418204"/>
                <a:gd name="csY17" fmla="*/ 100411 h 2304683"/>
                <a:gd name="csX18" fmla="*/ 2071815 w 4418204"/>
                <a:gd name="csY18" fmla="*/ 101925 h 2304683"/>
                <a:gd name="csX19" fmla="*/ 2086737 w 4418204"/>
                <a:gd name="csY19" fmla="*/ 142908 h 2304683"/>
                <a:gd name="csX20" fmla="*/ 2095627 w 4418204"/>
                <a:gd name="csY20" fmla="*/ 143447 h 2304683"/>
                <a:gd name="csX21" fmla="*/ 2098993 w 4418204"/>
                <a:gd name="csY21" fmla="*/ 130690 h 2304683"/>
                <a:gd name="csX22" fmla="*/ 2108391 w 4418204"/>
                <a:gd name="csY22" fmla="*/ 129935 h 2304683"/>
                <a:gd name="csX23" fmla="*/ 2128012 w 4418204"/>
                <a:gd name="csY23" fmla="*/ 168536 h 2304683"/>
                <a:gd name="csX24" fmla="*/ 2124647 w 4418204"/>
                <a:gd name="csY24" fmla="*/ 181192 h 2304683"/>
                <a:gd name="csX25" fmla="*/ 2100835 w 4418204"/>
                <a:gd name="csY25" fmla="*/ 177623 h 2304683"/>
                <a:gd name="csX26" fmla="*/ 2087435 w 4418204"/>
                <a:gd name="csY26" fmla="*/ 180646 h 2304683"/>
                <a:gd name="csX27" fmla="*/ 2120456 w 4418204"/>
                <a:gd name="csY27" fmla="*/ 199143 h 2304683"/>
                <a:gd name="csX28" fmla="*/ 2119567 w 4418204"/>
                <a:gd name="csY28" fmla="*/ 212872 h 2304683"/>
                <a:gd name="csX29" fmla="*/ 2086864 w 4418204"/>
                <a:gd name="csY29" fmla="*/ 245422 h 2304683"/>
                <a:gd name="csX30" fmla="*/ 2068259 w 4418204"/>
                <a:gd name="csY30" fmla="*/ 251156 h 2304683"/>
                <a:gd name="csX31" fmla="*/ 2053654 w 4418204"/>
                <a:gd name="csY31" fmla="*/ 266186 h 2304683"/>
                <a:gd name="csX32" fmla="*/ 2030476 w 4418204"/>
                <a:gd name="csY32" fmla="*/ 271266 h 2304683"/>
                <a:gd name="csX33" fmla="*/ 1977962 w 4418204"/>
                <a:gd name="csY33" fmla="*/ 303601 h 2304683"/>
                <a:gd name="csX34" fmla="*/ 1973644 w 4418204"/>
                <a:gd name="csY34" fmla="*/ 315386 h 2304683"/>
                <a:gd name="csX35" fmla="*/ 1932622 w 4418204"/>
                <a:gd name="csY35" fmla="*/ 337338 h 2304683"/>
                <a:gd name="csX36" fmla="*/ 1913128 w 4418204"/>
                <a:gd name="csY36" fmla="*/ 361240 h 2304683"/>
                <a:gd name="csX37" fmla="*/ 1877187 w 4418204"/>
                <a:gd name="csY37" fmla="*/ 369672 h 2304683"/>
                <a:gd name="csX38" fmla="*/ 1862074 w 4418204"/>
                <a:gd name="csY38" fmla="*/ 387948 h 2304683"/>
                <a:gd name="csX39" fmla="*/ 1835848 w 4418204"/>
                <a:gd name="csY39" fmla="*/ 394761 h 2304683"/>
                <a:gd name="csX40" fmla="*/ 1824863 w 4418204"/>
                <a:gd name="csY40" fmla="*/ 420498 h 2304683"/>
                <a:gd name="csX41" fmla="*/ 1832293 w 4418204"/>
                <a:gd name="csY41" fmla="*/ 427311 h 2304683"/>
                <a:gd name="csX42" fmla="*/ 1849501 w 4418204"/>
                <a:gd name="csY42" fmla="*/ 407303 h 2304683"/>
                <a:gd name="csX43" fmla="*/ 1912621 w 4418204"/>
                <a:gd name="csY43" fmla="*/ 400819 h 2304683"/>
                <a:gd name="csX44" fmla="*/ 2015554 w 4418204"/>
                <a:gd name="csY44" fmla="*/ 357563 h 2304683"/>
                <a:gd name="csX45" fmla="*/ 2009140 w 4418204"/>
                <a:gd name="csY45" fmla="*/ 348584 h 2304683"/>
                <a:gd name="csX46" fmla="*/ 1971612 w 4418204"/>
                <a:gd name="csY46" fmla="*/ 359398 h 2304683"/>
                <a:gd name="csX47" fmla="*/ 1967802 w 4418204"/>
                <a:gd name="csY47" fmla="*/ 356369 h 2304683"/>
                <a:gd name="csX48" fmla="*/ 1969135 w 4418204"/>
                <a:gd name="csY48" fmla="*/ 345885 h 2304683"/>
                <a:gd name="csX49" fmla="*/ 1986090 w 4418204"/>
                <a:gd name="csY49" fmla="*/ 331287 h 2304683"/>
                <a:gd name="csX50" fmla="*/ 2020634 w 4418204"/>
                <a:gd name="csY50" fmla="*/ 333985 h 2304683"/>
                <a:gd name="csX51" fmla="*/ 2037271 w 4418204"/>
                <a:gd name="csY51" fmla="*/ 328690 h 2304683"/>
                <a:gd name="csX52" fmla="*/ 2032889 w 4418204"/>
                <a:gd name="csY52" fmla="*/ 343828 h 2304683"/>
                <a:gd name="csX53" fmla="*/ 2053082 w 4418204"/>
                <a:gd name="csY53" fmla="*/ 355182 h 2304683"/>
                <a:gd name="csX54" fmla="*/ 2087944 w 4418204"/>
                <a:gd name="csY54" fmla="*/ 355074 h 2304683"/>
                <a:gd name="csX55" fmla="*/ 2088579 w 4418204"/>
                <a:gd name="csY55" fmla="*/ 337014 h 2304683"/>
                <a:gd name="csX56" fmla="*/ 2108200 w 4418204"/>
                <a:gd name="csY56" fmla="*/ 359074 h 2304683"/>
                <a:gd name="csX57" fmla="*/ 2102803 w 4418204"/>
                <a:gd name="csY57" fmla="*/ 385351 h 2304683"/>
                <a:gd name="csX58" fmla="*/ 2118170 w 4418204"/>
                <a:gd name="csY58" fmla="*/ 395625 h 2304683"/>
                <a:gd name="csX59" fmla="*/ 2128139 w 4418204"/>
                <a:gd name="csY59" fmla="*/ 391732 h 2304683"/>
                <a:gd name="csX60" fmla="*/ 2128139 w 4418204"/>
                <a:gd name="csY60" fmla="*/ 386976 h 2304683"/>
                <a:gd name="csX61" fmla="*/ 2121154 w 4418204"/>
                <a:gd name="csY61" fmla="*/ 380702 h 2304683"/>
                <a:gd name="csX62" fmla="*/ 2136458 w 4418204"/>
                <a:gd name="csY62" fmla="*/ 371838 h 2304683"/>
                <a:gd name="csX63" fmla="*/ 2155825 w 4418204"/>
                <a:gd name="csY63" fmla="*/ 371514 h 2304683"/>
                <a:gd name="csX64" fmla="*/ 2180400 w 4418204"/>
                <a:gd name="csY64" fmla="*/ 358750 h 2304683"/>
                <a:gd name="csX65" fmla="*/ 2262315 w 4418204"/>
                <a:gd name="csY65" fmla="*/ 369672 h 2304683"/>
                <a:gd name="csX66" fmla="*/ 2320036 w 4418204"/>
                <a:gd name="csY66" fmla="*/ 373997 h 2304683"/>
                <a:gd name="csX67" fmla="*/ 2320672 w 4418204"/>
                <a:gd name="csY67" fmla="*/ 375730 h 2304683"/>
                <a:gd name="csX68" fmla="*/ 2318957 w 4418204"/>
                <a:gd name="csY68" fmla="*/ 380271 h 2304683"/>
                <a:gd name="csX69" fmla="*/ 2302447 w 4418204"/>
                <a:gd name="csY69" fmla="*/ 384703 h 2304683"/>
                <a:gd name="csX70" fmla="*/ 2296287 w 4418204"/>
                <a:gd name="csY70" fmla="*/ 398654 h 2304683"/>
                <a:gd name="csX71" fmla="*/ 2298827 w 4418204"/>
                <a:gd name="csY71" fmla="*/ 403302 h 2304683"/>
                <a:gd name="csX72" fmla="*/ 2338197 w 4418204"/>
                <a:gd name="csY72" fmla="*/ 411741 h 2304683"/>
                <a:gd name="csX73" fmla="*/ 2344801 w 4418204"/>
                <a:gd name="csY73" fmla="*/ 406871 h 2304683"/>
                <a:gd name="csX74" fmla="*/ 2368614 w 4418204"/>
                <a:gd name="csY74" fmla="*/ 406655 h 2304683"/>
                <a:gd name="csX75" fmla="*/ 2370900 w 4418204"/>
                <a:gd name="csY75" fmla="*/ 419958 h 2304683"/>
                <a:gd name="csX76" fmla="*/ 2428812 w 4418204"/>
                <a:gd name="csY76" fmla="*/ 426340 h 2304683"/>
                <a:gd name="csX77" fmla="*/ 2454466 w 4418204"/>
                <a:gd name="csY77" fmla="*/ 413360 h 2304683"/>
                <a:gd name="csX78" fmla="*/ 2478151 w 4418204"/>
                <a:gd name="csY78" fmla="*/ 426880 h 2304683"/>
                <a:gd name="csX79" fmla="*/ 2488185 w 4418204"/>
                <a:gd name="csY79" fmla="*/ 413792 h 2304683"/>
                <a:gd name="csX80" fmla="*/ 2480184 w 4418204"/>
                <a:gd name="csY80" fmla="*/ 380594 h 2304683"/>
                <a:gd name="csX81" fmla="*/ 2499487 w 4418204"/>
                <a:gd name="csY81" fmla="*/ 353131 h 2304683"/>
                <a:gd name="csX82" fmla="*/ 2506599 w 4418204"/>
                <a:gd name="csY82" fmla="*/ 357347 h 2304683"/>
                <a:gd name="csX83" fmla="*/ 2519680 w 4418204"/>
                <a:gd name="csY83" fmla="*/ 354426 h 2304683"/>
                <a:gd name="csX84" fmla="*/ 2576830 w 4418204"/>
                <a:gd name="csY84" fmla="*/ 377997 h 2304683"/>
                <a:gd name="csX85" fmla="*/ 2590356 w 4418204"/>
                <a:gd name="csY85" fmla="*/ 372486 h 2304683"/>
                <a:gd name="csX86" fmla="*/ 2595055 w 4418204"/>
                <a:gd name="csY86" fmla="*/ 377134 h 2304683"/>
                <a:gd name="csX87" fmla="*/ 2592896 w 4418204"/>
                <a:gd name="csY87" fmla="*/ 382544 h 2304683"/>
                <a:gd name="csX88" fmla="*/ 2592642 w 4418204"/>
                <a:gd name="csY88" fmla="*/ 382544 h 2304683"/>
                <a:gd name="csX89" fmla="*/ 2583879 w 4418204"/>
                <a:gd name="csY89" fmla="*/ 405036 h 2304683"/>
                <a:gd name="csX90" fmla="*/ 2586292 w 4418204"/>
                <a:gd name="csY90" fmla="*/ 408712 h 2304683"/>
                <a:gd name="csX91" fmla="*/ 2586610 w 4418204"/>
                <a:gd name="csY91" fmla="*/ 408712 h 2304683"/>
                <a:gd name="csX92" fmla="*/ 2611501 w 4418204"/>
                <a:gd name="csY92" fmla="*/ 381134 h 2304683"/>
                <a:gd name="csX93" fmla="*/ 2662810 w 4418204"/>
                <a:gd name="csY93" fmla="*/ 386113 h 2304683"/>
                <a:gd name="csX94" fmla="*/ 2653602 w 4418204"/>
                <a:gd name="csY94" fmla="*/ 402438 h 2304683"/>
                <a:gd name="csX95" fmla="*/ 2655951 w 4418204"/>
                <a:gd name="csY95" fmla="*/ 412821 h 2304683"/>
                <a:gd name="csX96" fmla="*/ 2660841 w 4418204"/>
                <a:gd name="csY96" fmla="*/ 413900 h 2304683"/>
                <a:gd name="csX97" fmla="*/ 2676652 w 4418204"/>
                <a:gd name="csY97" fmla="*/ 402115 h 2304683"/>
                <a:gd name="csX98" fmla="*/ 2708784 w 4418204"/>
                <a:gd name="csY98" fmla="*/ 426124 h 2304683"/>
                <a:gd name="csX99" fmla="*/ 2711387 w 4418204"/>
                <a:gd name="csY99" fmla="*/ 432607 h 2304683"/>
                <a:gd name="csX100" fmla="*/ 2707386 w 4418204"/>
                <a:gd name="csY100" fmla="*/ 453696 h 2304683"/>
                <a:gd name="csX101" fmla="*/ 2668778 w 4418204"/>
                <a:gd name="csY101" fmla="*/ 458020 h 2304683"/>
                <a:gd name="csX102" fmla="*/ 2683256 w 4418204"/>
                <a:gd name="csY102" fmla="*/ 470460 h 2304683"/>
                <a:gd name="csX103" fmla="*/ 2708148 w 4418204"/>
                <a:gd name="csY103" fmla="*/ 474352 h 2304683"/>
                <a:gd name="csX104" fmla="*/ 2709546 w 4418204"/>
                <a:gd name="csY104" fmla="*/ 496736 h 2304683"/>
                <a:gd name="csX105" fmla="*/ 2705989 w 4418204"/>
                <a:gd name="csY105" fmla="*/ 499549 h 2304683"/>
                <a:gd name="csX106" fmla="*/ 2666365 w 4418204"/>
                <a:gd name="csY106" fmla="*/ 484950 h 2304683"/>
                <a:gd name="csX107" fmla="*/ 2658809 w 4418204"/>
                <a:gd name="csY107" fmla="*/ 491973 h 2304683"/>
                <a:gd name="csX108" fmla="*/ 2679383 w 4418204"/>
                <a:gd name="csY108" fmla="*/ 517386 h 2304683"/>
                <a:gd name="csX109" fmla="*/ 2710117 w 4418204"/>
                <a:gd name="csY109" fmla="*/ 525609 h 2304683"/>
                <a:gd name="csX110" fmla="*/ 2710497 w 4418204"/>
                <a:gd name="csY110" fmla="*/ 526581 h 2304683"/>
                <a:gd name="csX111" fmla="*/ 2700274 w 4418204"/>
                <a:gd name="csY111" fmla="*/ 544748 h 2304683"/>
                <a:gd name="csX112" fmla="*/ 2731389 w 4418204"/>
                <a:gd name="csY112" fmla="*/ 586919 h 2304683"/>
                <a:gd name="csX113" fmla="*/ 2779586 w 4418204"/>
                <a:gd name="csY113" fmla="*/ 612439 h 2304683"/>
                <a:gd name="csX114" fmla="*/ 2819718 w 4418204"/>
                <a:gd name="csY114" fmla="*/ 530150 h 2304683"/>
                <a:gd name="csX115" fmla="*/ 2837942 w 4418204"/>
                <a:gd name="csY115" fmla="*/ 511982 h 2304683"/>
                <a:gd name="csX116" fmla="*/ 2854389 w 4418204"/>
                <a:gd name="csY116" fmla="*/ 511766 h 2304683"/>
                <a:gd name="csX117" fmla="*/ 2840292 w 4418204"/>
                <a:gd name="csY117" fmla="*/ 528524 h 2304683"/>
                <a:gd name="csX118" fmla="*/ 2840546 w 4418204"/>
                <a:gd name="csY118" fmla="*/ 533071 h 2304683"/>
                <a:gd name="csX119" fmla="*/ 2875026 w 4418204"/>
                <a:gd name="csY119" fmla="*/ 557829 h 2304683"/>
                <a:gd name="csX120" fmla="*/ 2907538 w 4418204"/>
                <a:gd name="csY120" fmla="*/ 558375 h 2304683"/>
                <a:gd name="csX121" fmla="*/ 2943670 w 4418204"/>
                <a:gd name="csY121" fmla="*/ 539668 h 2304683"/>
                <a:gd name="csX122" fmla="*/ 2982087 w 4418204"/>
                <a:gd name="csY122" fmla="*/ 548101 h 2304683"/>
                <a:gd name="csX123" fmla="*/ 3013584 w 4418204"/>
                <a:gd name="csY123" fmla="*/ 567888 h 2304683"/>
                <a:gd name="csX124" fmla="*/ 3035047 w 4418204"/>
                <a:gd name="csY124" fmla="*/ 572866 h 2304683"/>
                <a:gd name="csX125" fmla="*/ 3033840 w 4418204"/>
                <a:gd name="csY125" fmla="*/ 565405 h 2304683"/>
                <a:gd name="csX126" fmla="*/ 3037840 w 4418204"/>
                <a:gd name="csY126" fmla="*/ 548425 h 2304683"/>
                <a:gd name="csX127" fmla="*/ 3063240 w 4418204"/>
                <a:gd name="csY127" fmla="*/ 540640 h 2304683"/>
                <a:gd name="csX128" fmla="*/ 3073845 w 4418204"/>
                <a:gd name="csY128" fmla="*/ 556966 h 2304683"/>
                <a:gd name="csX129" fmla="*/ 3107563 w 4418204"/>
                <a:gd name="csY129" fmla="*/ 550476 h 2304683"/>
                <a:gd name="csX130" fmla="*/ 3096705 w 4418204"/>
                <a:gd name="csY130" fmla="*/ 534042 h 2304683"/>
                <a:gd name="csX131" fmla="*/ 3098800 w 4418204"/>
                <a:gd name="csY131" fmla="*/ 520091 h 2304683"/>
                <a:gd name="csX132" fmla="*/ 3095752 w 4418204"/>
                <a:gd name="csY132" fmla="*/ 511443 h 2304683"/>
                <a:gd name="csX133" fmla="*/ 3104642 w 4418204"/>
                <a:gd name="csY133" fmla="*/ 497276 h 2304683"/>
                <a:gd name="csX134" fmla="*/ 3118485 w 4418204"/>
                <a:gd name="csY134" fmla="*/ 493275 h 2304683"/>
                <a:gd name="csX135" fmla="*/ 3113722 w 4418204"/>
                <a:gd name="csY135" fmla="*/ 484734 h 2304683"/>
                <a:gd name="csX136" fmla="*/ 3085656 w 4418204"/>
                <a:gd name="csY136" fmla="*/ 491434 h 2304683"/>
                <a:gd name="csX137" fmla="*/ 3084576 w 4418204"/>
                <a:gd name="csY137" fmla="*/ 492412 h 2304683"/>
                <a:gd name="csX138" fmla="*/ 3078735 w 4418204"/>
                <a:gd name="csY138" fmla="*/ 493599 h 2304683"/>
                <a:gd name="csX139" fmla="*/ 3075305 w 4418204"/>
                <a:gd name="csY139" fmla="*/ 488297 h 2304683"/>
                <a:gd name="csX140" fmla="*/ 3094228 w 4418204"/>
                <a:gd name="csY140" fmla="*/ 467431 h 2304683"/>
                <a:gd name="csX141" fmla="*/ 3141536 w 4418204"/>
                <a:gd name="csY141" fmla="*/ 464402 h 2304683"/>
                <a:gd name="csX142" fmla="*/ 3150045 w 4418204"/>
                <a:gd name="csY142" fmla="*/ 451314 h 2304683"/>
                <a:gd name="csX143" fmla="*/ 3139695 w 4418204"/>
                <a:gd name="csY143" fmla="*/ 431312 h 2304683"/>
                <a:gd name="csX144" fmla="*/ 3150807 w 4418204"/>
                <a:gd name="csY144" fmla="*/ 431636 h 2304683"/>
                <a:gd name="csX145" fmla="*/ 3173476 w 4418204"/>
                <a:gd name="csY145" fmla="*/ 442018 h 2304683"/>
                <a:gd name="csX146" fmla="*/ 3292729 w 4418204"/>
                <a:gd name="csY146" fmla="*/ 455861 h 2304683"/>
                <a:gd name="csX147" fmla="*/ 3358959 w 4418204"/>
                <a:gd name="csY147" fmla="*/ 474568 h 2304683"/>
                <a:gd name="csX148" fmla="*/ 3332036 w 4418204"/>
                <a:gd name="csY148" fmla="*/ 510141 h 2304683"/>
                <a:gd name="csX149" fmla="*/ 3316351 w 4418204"/>
                <a:gd name="csY149" fmla="*/ 498247 h 2304683"/>
                <a:gd name="csX150" fmla="*/ 3293047 w 4418204"/>
                <a:gd name="csY150" fmla="*/ 533826 h 2304683"/>
                <a:gd name="csX151" fmla="*/ 3329940 w 4418204"/>
                <a:gd name="csY151" fmla="*/ 531337 h 2304683"/>
                <a:gd name="csX152" fmla="*/ 3376930 w 4418204"/>
                <a:gd name="csY152" fmla="*/ 480944 h 2304683"/>
                <a:gd name="csX153" fmla="*/ 3441447 w 4418204"/>
                <a:gd name="csY153" fmla="*/ 482353 h 2304683"/>
                <a:gd name="csX154" fmla="*/ 3483420 w 4418204"/>
                <a:gd name="csY154" fmla="*/ 509169 h 2304683"/>
                <a:gd name="csX155" fmla="*/ 3478911 w 4418204"/>
                <a:gd name="csY155" fmla="*/ 521501 h 2304683"/>
                <a:gd name="csX156" fmla="*/ 3463417 w 4418204"/>
                <a:gd name="csY156" fmla="*/ 518040 h 2304683"/>
                <a:gd name="csX157" fmla="*/ 3446653 w 4418204"/>
                <a:gd name="csY157" fmla="*/ 529178 h 2304683"/>
                <a:gd name="csX158" fmla="*/ 3529140 w 4418204"/>
                <a:gd name="csY158" fmla="*/ 558267 h 2304683"/>
                <a:gd name="csX159" fmla="*/ 3562033 w 4418204"/>
                <a:gd name="csY159" fmla="*/ 597301 h 2304683"/>
                <a:gd name="csX160" fmla="*/ 3585528 w 4418204"/>
                <a:gd name="csY160" fmla="*/ 605632 h 2304683"/>
                <a:gd name="csX161" fmla="*/ 3697733 w 4418204"/>
                <a:gd name="csY161" fmla="*/ 582270 h 2304683"/>
                <a:gd name="csX162" fmla="*/ 3704336 w 4418204"/>
                <a:gd name="csY162" fmla="*/ 581839 h 2304683"/>
                <a:gd name="csX163" fmla="*/ 3840480 w 4418204"/>
                <a:gd name="csY163" fmla="*/ 613957 h 2304683"/>
                <a:gd name="csX164" fmla="*/ 3845370 w 4418204"/>
                <a:gd name="csY164" fmla="*/ 618929 h 2304683"/>
                <a:gd name="csX165" fmla="*/ 3856419 w 4418204"/>
                <a:gd name="csY165" fmla="*/ 646831 h 2304683"/>
                <a:gd name="csX166" fmla="*/ 3845052 w 4418204"/>
                <a:gd name="csY166" fmla="*/ 676892 h 2304683"/>
                <a:gd name="csX167" fmla="*/ 3846767 w 4418204"/>
                <a:gd name="csY167" fmla="*/ 681972 h 2304683"/>
                <a:gd name="csX168" fmla="*/ 3889439 w 4418204"/>
                <a:gd name="csY168" fmla="*/ 700571 h 2304683"/>
                <a:gd name="csX169" fmla="*/ 3892550 w 4418204"/>
                <a:gd name="csY169" fmla="*/ 717551 h 2304683"/>
                <a:gd name="csX170" fmla="*/ 3908679 w 4418204"/>
                <a:gd name="csY170" fmla="*/ 703060 h 2304683"/>
                <a:gd name="csX171" fmla="*/ 3920490 w 4418204"/>
                <a:gd name="csY171" fmla="*/ 698304 h 2304683"/>
                <a:gd name="csX172" fmla="*/ 3908934 w 4418204"/>
                <a:gd name="csY172" fmla="*/ 734963 h 2304683"/>
                <a:gd name="csX173" fmla="*/ 3917697 w 4418204"/>
                <a:gd name="csY173" fmla="*/ 733121 h 2304683"/>
                <a:gd name="csX174" fmla="*/ 3940302 w 4418204"/>
                <a:gd name="csY174" fmla="*/ 699923 h 2304683"/>
                <a:gd name="csX175" fmla="*/ 4004374 w 4418204"/>
                <a:gd name="csY175" fmla="*/ 689001 h 2304683"/>
                <a:gd name="csX176" fmla="*/ 4020693 w 4418204"/>
                <a:gd name="csY176" fmla="*/ 701225 h 2304683"/>
                <a:gd name="csX177" fmla="*/ 4115880 w 4418204"/>
                <a:gd name="csY177" fmla="*/ 708902 h 2304683"/>
                <a:gd name="csX178" fmla="*/ 4141216 w 4418204"/>
                <a:gd name="csY178" fmla="*/ 691167 h 2304683"/>
                <a:gd name="csX179" fmla="*/ 4163378 w 4418204"/>
                <a:gd name="csY179" fmla="*/ 702844 h 2304683"/>
                <a:gd name="csX180" fmla="*/ 4167061 w 4418204"/>
                <a:gd name="csY180" fmla="*/ 730206 h 2304683"/>
                <a:gd name="csX181" fmla="*/ 4206558 w 4418204"/>
                <a:gd name="csY181" fmla="*/ 740906 h 2304683"/>
                <a:gd name="csX182" fmla="*/ 4207510 w 4418204"/>
                <a:gd name="csY182" fmla="*/ 754533 h 2304683"/>
                <a:gd name="csX183" fmla="*/ 4212845 w 4418204"/>
                <a:gd name="csY183" fmla="*/ 764052 h 2304683"/>
                <a:gd name="csX184" fmla="*/ 4236212 w 4418204"/>
                <a:gd name="csY184" fmla="*/ 763188 h 2304683"/>
                <a:gd name="csX185" fmla="*/ 4267391 w 4418204"/>
                <a:gd name="csY185" fmla="*/ 745777 h 2304683"/>
                <a:gd name="csX186" fmla="*/ 4269233 w 4418204"/>
                <a:gd name="csY186" fmla="*/ 740150 h 2304683"/>
                <a:gd name="csX187" fmla="*/ 4259263 w 4418204"/>
                <a:gd name="csY187" fmla="*/ 707169 h 2304683"/>
                <a:gd name="csX188" fmla="*/ 4238372 w 4418204"/>
                <a:gd name="csY188" fmla="*/ 701117 h 2304683"/>
                <a:gd name="csX189" fmla="*/ 4237292 w 4418204"/>
                <a:gd name="csY189" fmla="*/ 693002 h 2304683"/>
                <a:gd name="csX190" fmla="*/ 4249230 w 4418204"/>
                <a:gd name="csY190" fmla="*/ 686518 h 2304683"/>
                <a:gd name="csX191" fmla="*/ 4252214 w 4418204"/>
                <a:gd name="csY191" fmla="*/ 665646 h 2304683"/>
                <a:gd name="csX192" fmla="*/ 4330573 w 4418204"/>
                <a:gd name="csY192" fmla="*/ 671050 h 2304683"/>
                <a:gd name="csX193" fmla="*/ 4355593 w 4418204"/>
                <a:gd name="csY193" fmla="*/ 688138 h 2304683"/>
                <a:gd name="csX194" fmla="*/ 4361371 w 4418204"/>
                <a:gd name="csY194" fmla="*/ 683166 h 2304683"/>
                <a:gd name="csX195" fmla="*/ 4359593 w 4418204"/>
                <a:gd name="csY195" fmla="*/ 673971 h 2304683"/>
                <a:gd name="csX196" fmla="*/ 4386009 w 4418204"/>
                <a:gd name="csY196" fmla="*/ 673539 h 2304683"/>
                <a:gd name="csX197" fmla="*/ 4397502 w 4418204"/>
                <a:gd name="csY197" fmla="*/ 680137 h 2304683"/>
                <a:gd name="csX198" fmla="*/ 4409210 w 4418204"/>
                <a:gd name="csY198" fmla="*/ 681407 h 2304683"/>
                <a:gd name="csX199" fmla="*/ 4418204 w 4418204"/>
                <a:gd name="csY199" fmla="*/ 680203 h 2304683"/>
                <a:gd name="csX200" fmla="*/ 4418204 w 4418204"/>
                <a:gd name="csY200" fmla="*/ 1233472 h 2304683"/>
                <a:gd name="csX201" fmla="*/ 4385882 w 4418204"/>
                <a:gd name="csY201" fmla="*/ 1249478 h 2304683"/>
                <a:gd name="csX202" fmla="*/ 4365372 w 4418204"/>
                <a:gd name="csY202" fmla="*/ 1248290 h 2304683"/>
                <a:gd name="csX203" fmla="*/ 4360355 w 4418204"/>
                <a:gd name="csY203" fmla="*/ 1258780 h 2304683"/>
                <a:gd name="csX204" fmla="*/ 4349306 w 4418204"/>
                <a:gd name="csY204" fmla="*/ 1269379 h 2304683"/>
                <a:gd name="csX205" fmla="*/ 4335463 w 4418204"/>
                <a:gd name="csY205" fmla="*/ 1266889 h 2304683"/>
                <a:gd name="csX206" fmla="*/ 4333939 w 4418204"/>
                <a:gd name="csY206" fmla="*/ 1275760 h 2304683"/>
                <a:gd name="csX207" fmla="*/ 4260152 w 4418204"/>
                <a:gd name="csY207" fmla="*/ 1329392 h 2304683"/>
                <a:gd name="csX208" fmla="*/ 4246626 w 4418204"/>
                <a:gd name="csY208" fmla="*/ 1359561 h 2304683"/>
                <a:gd name="csX209" fmla="*/ 4231323 w 4418204"/>
                <a:gd name="csY209" fmla="*/ 1356323 h 2304683"/>
                <a:gd name="csX210" fmla="*/ 4213607 w 4418204"/>
                <a:gd name="csY210" fmla="*/ 1327233 h 2304683"/>
                <a:gd name="csX211" fmla="*/ 4167696 w 4418204"/>
                <a:gd name="csY211" fmla="*/ 1321068 h 2304683"/>
                <a:gd name="csX212" fmla="*/ 4121468 w 4418204"/>
                <a:gd name="csY212" fmla="*/ 1337501 h 2304683"/>
                <a:gd name="csX213" fmla="*/ 4095306 w 4418204"/>
                <a:gd name="csY213" fmla="*/ 1367569 h 2304683"/>
                <a:gd name="csX214" fmla="*/ 4085972 w 4418204"/>
                <a:gd name="csY214" fmla="*/ 1370922 h 2304683"/>
                <a:gd name="csX215" fmla="*/ 4083495 w 4418204"/>
                <a:gd name="csY215" fmla="*/ 1367677 h 2304683"/>
                <a:gd name="csX216" fmla="*/ 4091496 w 4418204"/>
                <a:gd name="csY216" fmla="*/ 1334256 h 2304683"/>
                <a:gd name="csX217" fmla="*/ 4055872 w 4418204"/>
                <a:gd name="csY217" fmla="*/ 1351884 h 2304683"/>
                <a:gd name="csX218" fmla="*/ 4041712 w 4418204"/>
                <a:gd name="csY218" fmla="*/ 1373080 h 2304683"/>
                <a:gd name="csX219" fmla="*/ 4034600 w 4418204"/>
                <a:gd name="csY219" fmla="*/ 1373080 h 2304683"/>
                <a:gd name="csX220" fmla="*/ 4024947 w 4418204"/>
                <a:gd name="csY220" fmla="*/ 1352970 h 2304683"/>
                <a:gd name="csX221" fmla="*/ 3993959 w 4418204"/>
                <a:gd name="csY221" fmla="*/ 1357402 h 2304683"/>
                <a:gd name="csX222" fmla="*/ 3977640 w 4418204"/>
                <a:gd name="csY222" fmla="*/ 1396004 h 2304683"/>
                <a:gd name="csX223" fmla="*/ 3971290 w 4418204"/>
                <a:gd name="csY223" fmla="*/ 1402602 h 2304683"/>
                <a:gd name="csX224" fmla="*/ 3967671 w 4418204"/>
                <a:gd name="csY224" fmla="*/ 1419366 h 2304683"/>
                <a:gd name="csX225" fmla="*/ 3935730 w 4418204"/>
                <a:gd name="csY225" fmla="*/ 1456996 h 2304683"/>
                <a:gd name="csX226" fmla="*/ 3932746 w 4418204"/>
                <a:gd name="csY226" fmla="*/ 1463162 h 2304683"/>
                <a:gd name="csX227" fmla="*/ 3930904 w 4418204"/>
                <a:gd name="csY227" fmla="*/ 1492359 h 2304683"/>
                <a:gd name="csX228" fmla="*/ 3948430 w 4418204"/>
                <a:gd name="csY228" fmla="*/ 1500576 h 2304683"/>
                <a:gd name="csX229" fmla="*/ 3955161 w 4418204"/>
                <a:gd name="csY229" fmla="*/ 1489222 h 2304683"/>
                <a:gd name="csX230" fmla="*/ 3974085 w 4418204"/>
                <a:gd name="csY230" fmla="*/ 1497115 h 2304683"/>
                <a:gd name="csX231" fmla="*/ 3975164 w 4418204"/>
                <a:gd name="csY231" fmla="*/ 1501331 h 2304683"/>
                <a:gd name="csX232" fmla="*/ 3961511 w 4418204"/>
                <a:gd name="csY232" fmla="*/ 1519931 h 2304683"/>
                <a:gd name="csX233" fmla="*/ 3960114 w 4418204"/>
                <a:gd name="csY233" fmla="*/ 1556481 h 2304683"/>
                <a:gd name="csX234" fmla="*/ 3976371 w 4418204"/>
                <a:gd name="csY234" fmla="*/ 1562215 h 2304683"/>
                <a:gd name="csX235" fmla="*/ 3979672 w 4418204"/>
                <a:gd name="csY235" fmla="*/ 1584167 h 2304683"/>
                <a:gd name="csX236" fmla="*/ 3971608 w 4418204"/>
                <a:gd name="csY236" fmla="*/ 1596600 h 2304683"/>
                <a:gd name="csX237" fmla="*/ 3958400 w 4418204"/>
                <a:gd name="csY237" fmla="*/ 1590003 h 2304683"/>
                <a:gd name="csX238" fmla="*/ 3963797 w 4418204"/>
                <a:gd name="csY238" fmla="*/ 1578325 h 2304683"/>
                <a:gd name="csX239" fmla="*/ 3960305 w 4418204"/>
                <a:gd name="csY239" fmla="*/ 1573569 h 2304683"/>
                <a:gd name="csX240" fmla="*/ 3937509 w 4418204"/>
                <a:gd name="csY240" fmla="*/ 1589571 h 2304683"/>
                <a:gd name="csX241" fmla="*/ 3920363 w 4418204"/>
                <a:gd name="csY241" fmla="*/ 1635424 h 2304683"/>
                <a:gd name="csX242" fmla="*/ 3920808 w 4418204"/>
                <a:gd name="csY242" fmla="*/ 1642130 h 2304683"/>
                <a:gd name="csX243" fmla="*/ 3932619 w 4418204"/>
                <a:gd name="csY243" fmla="*/ 1673270 h 2304683"/>
                <a:gd name="csX244" fmla="*/ 3916680 w 4418204"/>
                <a:gd name="csY244" fmla="*/ 1687869 h 2304683"/>
                <a:gd name="csX245" fmla="*/ 3882517 w 4418204"/>
                <a:gd name="csY245" fmla="*/ 1685056 h 2304683"/>
                <a:gd name="csX246" fmla="*/ 3858705 w 4418204"/>
                <a:gd name="csY246" fmla="*/ 1706360 h 2304683"/>
                <a:gd name="csX247" fmla="*/ 3850260 w 4418204"/>
                <a:gd name="csY247" fmla="*/ 1732744 h 2304683"/>
                <a:gd name="csX248" fmla="*/ 3854895 w 4418204"/>
                <a:gd name="csY248" fmla="*/ 1753077 h 2304683"/>
                <a:gd name="csX249" fmla="*/ 3856546 w 4418204"/>
                <a:gd name="csY249" fmla="*/ 1764215 h 2304683"/>
                <a:gd name="csX250" fmla="*/ 3835083 w 4418204"/>
                <a:gd name="csY250" fmla="*/ 1759567 h 2304683"/>
                <a:gd name="csX251" fmla="*/ 3810826 w 4418204"/>
                <a:gd name="csY251" fmla="*/ 1770597 h 2304683"/>
                <a:gd name="csX252" fmla="*/ 3806825 w 4418204"/>
                <a:gd name="csY252" fmla="*/ 1765834 h 2304683"/>
                <a:gd name="csX253" fmla="*/ 3803714 w 4418204"/>
                <a:gd name="csY253" fmla="*/ 1764539 h 2304683"/>
                <a:gd name="csX254" fmla="*/ 3797300 w 4418204"/>
                <a:gd name="csY254" fmla="*/ 1773950 h 2304683"/>
                <a:gd name="csX255" fmla="*/ 3797300 w 4418204"/>
                <a:gd name="csY255" fmla="*/ 1808767 h 2304683"/>
                <a:gd name="csX256" fmla="*/ 3737356 w 4418204"/>
                <a:gd name="csY256" fmla="*/ 1877975 h 2304683"/>
                <a:gd name="csX257" fmla="*/ 3733547 w 4418204"/>
                <a:gd name="csY257" fmla="*/ 1877220 h 2304683"/>
                <a:gd name="csX258" fmla="*/ 3725228 w 4418204"/>
                <a:gd name="csY258" fmla="*/ 1857966 h 2304683"/>
                <a:gd name="csX259" fmla="*/ 3723069 w 4418204"/>
                <a:gd name="csY259" fmla="*/ 1816120 h 2304683"/>
                <a:gd name="csX260" fmla="*/ 3710622 w 4418204"/>
                <a:gd name="csY260" fmla="*/ 1774813 h 2304683"/>
                <a:gd name="csX261" fmla="*/ 3689731 w 4418204"/>
                <a:gd name="csY261" fmla="*/ 1630554 h 2304683"/>
                <a:gd name="csX262" fmla="*/ 3710178 w 4418204"/>
                <a:gd name="csY262" fmla="*/ 1554970 h 2304683"/>
                <a:gd name="csX263" fmla="*/ 3727197 w 4418204"/>
                <a:gd name="csY263" fmla="*/ 1540263 h 2304683"/>
                <a:gd name="csX264" fmla="*/ 3741230 w 4418204"/>
                <a:gd name="csY264" fmla="*/ 1511822 h 2304683"/>
                <a:gd name="csX265" fmla="*/ 3737356 w 4418204"/>
                <a:gd name="csY265" fmla="*/ 1498518 h 2304683"/>
                <a:gd name="csX266" fmla="*/ 3745611 w 4418204"/>
                <a:gd name="csY266" fmla="*/ 1494086 h 2304683"/>
                <a:gd name="csX267" fmla="*/ 3759645 w 4418204"/>
                <a:gd name="csY267" fmla="*/ 1495273 h 2304683"/>
                <a:gd name="csX268" fmla="*/ 3773297 w 4418204"/>
                <a:gd name="csY268" fmla="*/ 1484136 h 2304683"/>
                <a:gd name="csX269" fmla="*/ 3790315 w 4418204"/>
                <a:gd name="csY269" fmla="*/ 1481761 h 2304683"/>
                <a:gd name="csX270" fmla="*/ 3845814 w 4418204"/>
                <a:gd name="csY270" fmla="*/ 1427043 h 2304683"/>
                <a:gd name="csX271" fmla="*/ 3847783 w 4418204"/>
                <a:gd name="csY271" fmla="*/ 1419582 h 2304683"/>
                <a:gd name="csX272" fmla="*/ 3924745 w 4418204"/>
                <a:gd name="csY272" fmla="*/ 1349401 h 2304683"/>
                <a:gd name="csX273" fmla="*/ 3928428 w 4418204"/>
                <a:gd name="csY273" fmla="*/ 1336962 h 2304683"/>
                <a:gd name="csX274" fmla="*/ 3993325 w 4418204"/>
                <a:gd name="csY274" fmla="*/ 1303116 h 2304683"/>
                <a:gd name="csX275" fmla="*/ 3990531 w 4418204"/>
                <a:gd name="csY275" fmla="*/ 1290029 h 2304683"/>
                <a:gd name="csX276" fmla="*/ 4003739 w 4418204"/>
                <a:gd name="csY276" fmla="*/ 1274351 h 2304683"/>
                <a:gd name="csX277" fmla="*/ 3998024 w 4418204"/>
                <a:gd name="csY277" fmla="*/ 1268185 h 2304683"/>
                <a:gd name="csX278" fmla="*/ 3995928 w 4418204"/>
                <a:gd name="csY278" fmla="*/ 1258349 h 2304683"/>
                <a:gd name="csX279" fmla="*/ 4008628 w 4418204"/>
                <a:gd name="csY279" fmla="*/ 1250240 h 2304683"/>
                <a:gd name="csX280" fmla="*/ 4014089 w 4418204"/>
                <a:gd name="csY280" fmla="*/ 1214661 h 2304683"/>
                <a:gd name="csX281" fmla="*/ 4030980 w 4418204"/>
                <a:gd name="csY281" fmla="*/ 1205898 h 2304683"/>
                <a:gd name="csX282" fmla="*/ 4048125 w 4418204"/>
                <a:gd name="csY282" fmla="*/ 1205682 h 2304683"/>
                <a:gd name="csX283" fmla="*/ 4029139 w 4418204"/>
                <a:gd name="csY283" fmla="*/ 1191521 h 2304683"/>
                <a:gd name="csX284" fmla="*/ 3980371 w 4418204"/>
                <a:gd name="csY284" fmla="*/ 1202767 h 2304683"/>
                <a:gd name="csX285" fmla="*/ 3968877 w 4418204"/>
                <a:gd name="csY285" fmla="*/ 1244721 h 2304683"/>
                <a:gd name="csX286" fmla="*/ 3975989 w 4418204"/>
                <a:gd name="csY286" fmla="*/ 1250564 h 2304683"/>
                <a:gd name="csX287" fmla="*/ 3972751 w 4418204"/>
                <a:gd name="csY287" fmla="*/ 1258673 h 2304683"/>
                <a:gd name="csX288" fmla="*/ 3949192 w 4418204"/>
                <a:gd name="csY288" fmla="*/ 1255643 h 2304683"/>
                <a:gd name="csX289" fmla="*/ 3865436 w 4418204"/>
                <a:gd name="csY289" fmla="*/ 1319880 h 2304683"/>
                <a:gd name="csX290" fmla="*/ 3862134 w 4418204"/>
                <a:gd name="csY290" fmla="*/ 1309498 h 2304683"/>
                <a:gd name="csX291" fmla="*/ 3869817 w 4418204"/>
                <a:gd name="csY291" fmla="*/ 1298468 h 2304683"/>
                <a:gd name="csX292" fmla="*/ 3866833 w 4418204"/>
                <a:gd name="csY292" fmla="*/ 1291115 h 2304683"/>
                <a:gd name="csX293" fmla="*/ 3853688 w 4418204"/>
                <a:gd name="csY293" fmla="*/ 1295763 h 2304683"/>
                <a:gd name="csX294" fmla="*/ 3852101 w 4418204"/>
                <a:gd name="csY294" fmla="*/ 1282676 h 2304683"/>
                <a:gd name="csX295" fmla="*/ 3872230 w 4418204"/>
                <a:gd name="csY295" fmla="*/ 1242448 h 2304683"/>
                <a:gd name="csX296" fmla="*/ 3865182 w 4418204"/>
                <a:gd name="csY296" fmla="*/ 1235749 h 2304683"/>
                <a:gd name="csX297" fmla="*/ 3852926 w 4418204"/>
                <a:gd name="csY297" fmla="*/ 1246995 h 2304683"/>
                <a:gd name="csX298" fmla="*/ 3839972 w 4418204"/>
                <a:gd name="csY298" fmla="*/ 1252399 h 2304683"/>
                <a:gd name="csX299" fmla="*/ 3831400 w 4418204"/>
                <a:gd name="csY299" fmla="*/ 1241045 h 2304683"/>
                <a:gd name="csX300" fmla="*/ 3738880 w 4418204"/>
                <a:gd name="csY300" fmla="*/ 1254888 h 2304683"/>
                <a:gd name="csX301" fmla="*/ 3730562 w 4418204"/>
                <a:gd name="csY301" fmla="*/ 1275430 h 2304683"/>
                <a:gd name="csX302" fmla="*/ 3708654 w 4418204"/>
                <a:gd name="csY302" fmla="*/ 1293274 h 2304683"/>
                <a:gd name="csX303" fmla="*/ 3701670 w 4418204"/>
                <a:gd name="csY303" fmla="*/ 1310361 h 2304683"/>
                <a:gd name="csX304" fmla="*/ 3646869 w 4418204"/>
                <a:gd name="csY304" fmla="*/ 1355561 h 2304683"/>
                <a:gd name="csX305" fmla="*/ 3646107 w 4418204"/>
                <a:gd name="csY305" fmla="*/ 1360647 h 2304683"/>
                <a:gd name="csX306" fmla="*/ 3647122 w 4418204"/>
                <a:gd name="csY306" fmla="*/ 1362051 h 2304683"/>
                <a:gd name="csX307" fmla="*/ 3642360 w 4418204"/>
                <a:gd name="csY307" fmla="*/ 1366051 h 2304683"/>
                <a:gd name="csX308" fmla="*/ 3636455 w 4418204"/>
                <a:gd name="csY308" fmla="*/ 1388003 h 2304683"/>
                <a:gd name="csX309" fmla="*/ 3639376 w 4418204"/>
                <a:gd name="csY309" fmla="*/ 1391895 h 2304683"/>
                <a:gd name="csX310" fmla="*/ 3669792 w 4418204"/>
                <a:gd name="csY310" fmla="*/ 1393845 h 2304683"/>
                <a:gd name="csX311" fmla="*/ 3673158 w 4418204"/>
                <a:gd name="csY311" fmla="*/ 1404983 h 2304683"/>
                <a:gd name="csX312" fmla="*/ 3669920 w 4418204"/>
                <a:gd name="csY312" fmla="*/ 1409523 h 2304683"/>
                <a:gd name="csX313" fmla="*/ 3637153 w 4418204"/>
                <a:gd name="csY313" fmla="*/ 1418280 h 2304683"/>
                <a:gd name="csX314" fmla="*/ 3614611 w 4418204"/>
                <a:gd name="csY314" fmla="*/ 1410063 h 2304683"/>
                <a:gd name="csX315" fmla="*/ 3589592 w 4418204"/>
                <a:gd name="csY315" fmla="*/ 1426611 h 2304683"/>
                <a:gd name="csX316" fmla="*/ 3572320 w 4418204"/>
                <a:gd name="csY316" fmla="*/ 1422172 h 2304683"/>
                <a:gd name="csX317" fmla="*/ 3537459 w 4418204"/>
                <a:gd name="csY317" fmla="*/ 1430288 h 2304683"/>
                <a:gd name="csX318" fmla="*/ 3527489 w 4418204"/>
                <a:gd name="csY318" fmla="*/ 1416769 h 2304683"/>
                <a:gd name="csX319" fmla="*/ 3529330 w 4418204"/>
                <a:gd name="csY319" fmla="*/ 1413092 h 2304683"/>
                <a:gd name="csX320" fmla="*/ 3564954 w 4418204"/>
                <a:gd name="csY320" fmla="*/ 1408983 h 2304683"/>
                <a:gd name="csX321" fmla="*/ 3563621 w 4418204"/>
                <a:gd name="csY321" fmla="*/ 1401846 h 2304683"/>
                <a:gd name="csX322" fmla="*/ 3550095 w 4418204"/>
                <a:gd name="csY322" fmla="*/ 1398277 h 2304683"/>
                <a:gd name="csX323" fmla="*/ 3535046 w 4418204"/>
                <a:gd name="csY323" fmla="*/ 1386060 h 2304683"/>
                <a:gd name="csX324" fmla="*/ 3512122 w 4418204"/>
                <a:gd name="csY324" fmla="*/ 1386276 h 2304683"/>
                <a:gd name="csX325" fmla="*/ 3460814 w 4418204"/>
                <a:gd name="csY325" fmla="*/ 1374598 h 2304683"/>
                <a:gd name="csX326" fmla="*/ 3455099 w 4418204"/>
                <a:gd name="csY326" fmla="*/ 1376217 h 2304683"/>
                <a:gd name="csX327" fmla="*/ 3439922 w 4418204"/>
                <a:gd name="csY327" fmla="*/ 1395572 h 2304683"/>
                <a:gd name="csX328" fmla="*/ 3441573 w 4418204"/>
                <a:gd name="csY328" fmla="*/ 1404551 h 2304683"/>
                <a:gd name="csX329" fmla="*/ 3419920 w 4418204"/>
                <a:gd name="csY329" fmla="*/ 1401198 h 2304683"/>
                <a:gd name="csX330" fmla="*/ 3419475 w 4418204"/>
                <a:gd name="csY330" fmla="*/ 1399896 h 2304683"/>
                <a:gd name="csX331" fmla="*/ 3401505 w 4418204"/>
                <a:gd name="csY331" fmla="*/ 1395140 h 2304683"/>
                <a:gd name="csX332" fmla="*/ 3391091 w 4418204"/>
                <a:gd name="csY332" fmla="*/ 1403897 h 2304683"/>
                <a:gd name="csX333" fmla="*/ 3345625 w 4418204"/>
                <a:gd name="csY333" fmla="*/ 1394709 h 2304683"/>
                <a:gd name="csX334" fmla="*/ 3342958 w 4418204"/>
                <a:gd name="csY334" fmla="*/ 1404983 h 2304683"/>
                <a:gd name="csX335" fmla="*/ 3327147 w 4418204"/>
                <a:gd name="csY335" fmla="*/ 1410603 h 2304683"/>
                <a:gd name="csX336" fmla="*/ 3324352 w 4418204"/>
                <a:gd name="csY336" fmla="*/ 1407358 h 2304683"/>
                <a:gd name="csX337" fmla="*/ 3325622 w 4418204"/>
                <a:gd name="csY337" fmla="*/ 1397630 h 2304683"/>
                <a:gd name="csX338" fmla="*/ 3203893 w 4418204"/>
                <a:gd name="csY338" fmla="*/ 1402709 h 2304683"/>
                <a:gd name="csX339" fmla="*/ 3168714 w 4418204"/>
                <a:gd name="csY339" fmla="*/ 1439260 h 2304683"/>
                <a:gd name="csX340" fmla="*/ 3140329 w 4418204"/>
                <a:gd name="csY340" fmla="*/ 1456456 h 2304683"/>
                <a:gd name="csX341" fmla="*/ 3123883 w 4418204"/>
                <a:gd name="csY341" fmla="*/ 1489654 h 2304683"/>
                <a:gd name="csX342" fmla="*/ 3107881 w 4418204"/>
                <a:gd name="csY342" fmla="*/ 1498302 h 2304683"/>
                <a:gd name="csX343" fmla="*/ 3053715 w 4418204"/>
                <a:gd name="csY343" fmla="*/ 1542638 h 2304683"/>
                <a:gd name="csX344" fmla="*/ 3022664 w 4418204"/>
                <a:gd name="csY344" fmla="*/ 1587304 h 2304683"/>
                <a:gd name="csX345" fmla="*/ 2976246 w 4418204"/>
                <a:gd name="csY345" fmla="*/ 1621905 h 2304683"/>
                <a:gd name="csX346" fmla="*/ 2966149 w 4418204"/>
                <a:gd name="csY346" fmla="*/ 1637367 h 2304683"/>
                <a:gd name="csX347" fmla="*/ 2926906 w 4418204"/>
                <a:gd name="csY347" fmla="*/ 1663104 h 2304683"/>
                <a:gd name="csX348" fmla="*/ 2929510 w 4418204"/>
                <a:gd name="csY348" fmla="*/ 1675975 h 2304683"/>
                <a:gd name="csX349" fmla="*/ 2954465 w 4418204"/>
                <a:gd name="csY349" fmla="*/ 1683868 h 2304683"/>
                <a:gd name="csX350" fmla="*/ 2983421 w 4418204"/>
                <a:gd name="csY350" fmla="*/ 1681811 h 2304683"/>
                <a:gd name="csX351" fmla="*/ 2980690 w 4418204"/>
                <a:gd name="csY351" fmla="*/ 1724636 h 2304683"/>
                <a:gd name="csX352" fmla="*/ 2994660 w 4418204"/>
                <a:gd name="csY352" fmla="*/ 1729068 h 2304683"/>
                <a:gd name="csX353" fmla="*/ 3002471 w 4418204"/>
                <a:gd name="csY353" fmla="*/ 1720095 h 2304683"/>
                <a:gd name="csX354" fmla="*/ 3018028 w 4418204"/>
                <a:gd name="csY354" fmla="*/ 1718578 h 2304683"/>
                <a:gd name="csX355" fmla="*/ 3019298 w 4418204"/>
                <a:gd name="csY355" fmla="*/ 1721930 h 2304683"/>
                <a:gd name="csX356" fmla="*/ 3014028 w 4418204"/>
                <a:gd name="csY356" fmla="*/ 1729608 h 2304683"/>
                <a:gd name="csX357" fmla="*/ 3005392 w 4418204"/>
                <a:gd name="csY357" fmla="*/ 1734370 h 2304683"/>
                <a:gd name="csX358" fmla="*/ 3004947 w 4418204"/>
                <a:gd name="csY358" fmla="*/ 1741723 h 2304683"/>
                <a:gd name="csX359" fmla="*/ 3030157 w 4418204"/>
                <a:gd name="csY359" fmla="*/ 1738586 h 2304683"/>
                <a:gd name="csX360" fmla="*/ 3043810 w 4418204"/>
                <a:gd name="csY360" fmla="*/ 1722800 h 2304683"/>
                <a:gd name="csX361" fmla="*/ 3050286 w 4418204"/>
                <a:gd name="csY361" fmla="*/ 1724851 h 2304683"/>
                <a:gd name="csX362" fmla="*/ 3042159 w 4418204"/>
                <a:gd name="csY362" fmla="*/ 1744752 h 2304683"/>
                <a:gd name="csX363" fmla="*/ 3054097 w 4418204"/>
                <a:gd name="csY363" fmla="*/ 1740638 h 2304683"/>
                <a:gd name="csX364" fmla="*/ 3060129 w 4418204"/>
                <a:gd name="csY364" fmla="*/ 1720419 h 2304683"/>
                <a:gd name="csX365" fmla="*/ 3056446 w 4418204"/>
                <a:gd name="csY365" fmla="*/ 1705928 h 2304683"/>
                <a:gd name="csX366" fmla="*/ 3076131 w 4418204"/>
                <a:gd name="csY366" fmla="*/ 1707332 h 2304683"/>
                <a:gd name="csX367" fmla="*/ 3098800 w 4418204"/>
                <a:gd name="csY367" fmla="*/ 1703115 h 2304683"/>
                <a:gd name="csX368" fmla="*/ 3115755 w 4418204"/>
                <a:gd name="csY368" fmla="*/ 1721283 h 2304683"/>
                <a:gd name="csX369" fmla="*/ 3119311 w 4418204"/>
                <a:gd name="csY369" fmla="*/ 1731989 h 2304683"/>
                <a:gd name="csX370" fmla="*/ 3153728 w 4418204"/>
                <a:gd name="csY370" fmla="*/ 1754696 h 2304683"/>
                <a:gd name="csX371" fmla="*/ 3155252 w 4418204"/>
                <a:gd name="csY371" fmla="*/ 1759999 h 2304683"/>
                <a:gd name="csX372" fmla="*/ 3147568 w 4418204"/>
                <a:gd name="csY372" fmla="*/ 1769511 h 2304683"/>
                <a:gd name="csX373" fmla="*/ 3138297 w 4418204"/>
                <a:gd name="csY373" fmla="*/ 1769511 h 2304683"/>
                <a:gd name="csX374" fmla="*/ 3141536 w 4418204"/>
                <a:gd name="csY374" fmla="*/ 1776648 h 2304683"/>
                <a:gd name="csX375" fmla="*/ 3150743 w 4418204"/>
                <a:gd name="csY375" fmla="*/ 1788218 h 2304683"/>
                <a:gd name="csX376" fmla="*/ 3148902 w 4418204"/>
                <a:gd name="csY376" fmla="*/ 1805414 h 2304683"/>
                <a:gd name="csX377" fmla="*/ 3158110 w 4418204"/>
                <a:gd name="csY377" fmla="*/ 1817961 h 2304683"/>
                <a:gd name="csX378" fmla="*/ 3152584 w 4418204"/>
                <a:gd name="csY378" fmla="*/ 1831366 h 2304683"/>
                <a:gd name="csX379" fmla="*/ 3132455 w 4418204"/>
                <a:gd name="csY379" fmla="*/ 1859268 h 2304683"/>
                <a:gd name="csX380" fmla="*/ 3127756 w 4418204"/>
                <a:gd name="csY380" fmla="*/ 1880896 h 2304683"/>
                <a:gd name="csX381" fmla="*/ 3120772 w 4418204"/>
                <a:gd name="csY381" fmla="*/ 1897654 h 2304683"/>
                <a:gd name="csX382" fmla="*/ 3122232 w 4418204"/>
                <a:gd name="csY382" fmla="*/ 1929448 h 2304683"/>
                <a:gd name="csX383" fmla="*/ 3122168 w 4418204"/>
                <a:gd name="csY383" fmla="*/ 1929448 h 2304683"/>
                <a:gd name="csX384" fmla="*/ 3122168 w 4418204"/>
                <a:gd name="csY384" fmla="*/ 1939723 h 2304683"/>
                <a:gd name="csX385" fmla="*/ 3122803 w 4418204"/>
                <a:gd name="csY385" fmla="*/ 1940263 h 2304683"/>
                <a:gd name="csX386" fmla="*/ 3112961 w 4418204"/>
                <a:gd name="csY386" fmla="*/ 2009363 h 2304683"/>
                <a:gd name="csX387" fmla="*/ 3082100 w 4418204"/>
                <a:gd name="csY387" fmla="*/ 2039856 h 2304683"/>
                <a:gd name="csX388" fmla="*/ 3069654 w 4418204"/>
                <a:gd name="csY388" fmla="*/ 2067974 h 2304683"/>
                <a:gd name="csX389" fmla="*/ 3058097 w 4418204"/>
                <a:gd name="csY389" fmla="*/ 2075759 h 2304683"/>
                <a:gd name="csX390" fmla="*/ 3032634 w 4418204"/>
                <a:gd name="csY390" fmla="*/ 2127340 h 2304683"/>
                <a:gd name="csX391" fmla="*/ 2980817 w 4418204"/>
                <a:gd name="csY391" fmla="*/ 2179245 h 2304683"/>
                <a:gd name="csX392" fmla="*/ 2959799 w 4418204"/>
                <a:gd name="csY392" fmla="*/ 2206715 h 2304683"/>
                <a:gd name="csX393" fmla="*/ 2947543 w 4418204"/>
                <a:gd name="csY393" fmla="*/ 2214716 h 2304683"/>
                <a:gd name="csX394" fmla="*/ 2922778 w 4418204"/>
                <a:gd name="csY394" fmla="*/ 2250511 h 2304683"/>
                <a:gd name="csX395" fmla="*/ 2848610 w 4418204"/>
                <a:gd name="csY395" fmla="*/ 2287925 h 2304683"/>
                <a:gd name="csX396" fmla="*/ 2844102 w 4418204"/>
                <a:gd name="csY396" fmla="*/ 2285868 h 2304683"/>
                <a:gd name="csX397" fmla="*/ 2843467 w 4418204"/>
                <a:gd name="csY397" fmla="*/ 2284248 h 2304683"/>
                <a:gd name="csX398" fmla="*/ 2839530 w 4418204"/>
                <a:gd name="csY398" fmla="*/ 2283385 h 2304683"/>
                <a:gd name="csX399" fmla="*/ 2837625 w 4418204"/>
                <a:gd name="csY399" fmla="*/ 2285004 h 2304683"/>
                <a:gd name="csX400" fmla="*/ 2833561 w 4418204"/>
                <a:gd name="csY400" fmla="*/ 2284140 h 2304683"/>
                <a:gd name="csX401" fmla="*/ 2832735 w 4418204"/>
                <a:gd name="csY401" fmla="*/ 2282407 h 2304683"/>
                <a:gd name="csX402" fmla="*/ 2828100 w 4418204"/>
                <a:gd name="csY402" fmla="*/ 2280464 h 2304683"/>
                <a:gd name="csX403" fmla="*/ 2818575 w 4418204"/>
                <a:gd name="csY403" fmla="*/ 2280464 h 2304683"/>
                <a:gd name="csX404" fmla="*/ 2819083 w 4418204"/>
                <a:gd name="csY404" fmla="*/ 2263700 h 2304683"/>
                <a:gd name="csX405" fmla="*/ 2808351 w 4418204"/>
                <a:gd name="csY405" fmla="*/ 2270297 h 2304683"/>
                <a:gd name="csX406" fmla="*/ 2802636 w 4418204"/>
                <a:gd name="csY406" fmla="*/ 2267268 h 2304683"/>
                <a:gd name="csX407" fmla="*/ 2803081 w 4418204"/>
                <a:gd name="csY407" fmla="*/ 2260779 h 2304683"/>
                <a:gd name="csX408" fmla="*/ 2792794 w 4418204"/>
                <a:gd name="csY408" fmla="*/ 2263052 h 2304683"/>
                <a:gd name="csX409" fmla="*/ 2771584 w 4418204"/>
                <a:gd name="csY409" fmla="*/ 2291817 h 2304683"/>
                <a:gd name="csX410" fmla="*/ 2755964 w 4418204"/>
                <a:gd name="csY410" fmla="*/ 2289976 h 2304683"/>
                <a:gd name="csX411" fmla="*/ 2759647 w 4418204"/>
                <a:gd name="csY411" fmla="*/ 2296034 h 2304683"/>
                <a:gd name="csX412" fmla="*/ 2760409 w 4418204"/>
                <a:gd name="csY412" fmla="*/ 2295170 h 2304683"/>
                <a:gd name="csX413" fmla="*/ 2758122 w 4418204"/>
                <a:gd name="csY413" fmla="*/ 2304683 h 2304683"/>
                <a:gd name="csX414" fmla="*/ 2738374 w 4418204"/>
                <a:gd name="csY414" fmla="*/ 2281759 h 2304683"/>
                <a:gd name="csX415" fmla="*/ 2771775 w 4418204"/>
                <a:gd name="csY415" fmla="*/ 2268786 h 2304683"/>
                <a:gd name="csX416" fmla="*/ 2779459 w 4418204"/>
                <a:gd name="csY416" fmla="*/ 2227365 h 2304683"/>
                <a:gd name="csX417" fmla="*/ 2769109 w 4418204"/>
                <a:gd name="csY417" fmla="*/ 2192656 h 2304683"/>
                <a:gd name="csX418" fmla="*/ 2792540 w 4418204"/>
                <a:gd name="csY418" fmla="*/ 2184223 h 2304683"/>
                <a:gd name="csX419" fmla="*/ 2794762 w 4418204"/>
                <a:gd name="csY419" fmla="*/ 2176216 h 2304683"/>
                <a:gd name="csX420" fmla="*/ 2807971 w 4418204"/>
                <a:gd name="csY420" fmla="*/ 2174704 h 2304683"/>
                <a:gd name="csX421" fmla="*/ 2810764 w 4418204"/>
                <a:gd name="csY421" fmla="*/ 2183245 h 2304683"/>
                <a:gd name="csX422" fmla="*/ 2810764 w 4418204"/>
                <a:gd name="csY422" fmla="*/ 2189627 h 2304683"/>
                <a:gd name="csX423" fmla="*/ 2809113 w 4418204"/>
                <a:gd name="csY423" fmla="*/ 2195037 h 2304683"/>
                <a:gd name="csX424" fmla="*/ 2811082 w 4418204"/>
                <a:gd name="csY424" fmla="*/ 2199901 h 2304683"/>
                <a:gd name="csX425" fmla="*/ 2820289 w 4418204"/>
                <a:gd name="csY425" fmla="*/ 2205197 h 2304683"/>
                <a:gd name="csX426" fmla="*/ 2824925 w 4418204"/>
                <a:gd name="csY426" fmla="*/ 2204010 h 2304683"/>
                <a:gd name="csX427" fmla="*/ 2836609 w 4418204"/>
                <a:gd name="csY427" fmla="*/ 2184115 h 2304683"/>
                <a:gd name="csX428" fmla="*/ 2848293 w 4418204"/>
                <a:gd name="csY428" fmla="*/ 2184115 h 2304683"/>
                <a:gd name="csX429" fmla="*/ 2851214 w 4418204"/>
                <a:gd name="csY429" fmla="*/ 2162379 h 2304683"/>
                <a:gd name="csX430" fmla="*/ 2861628 w 4418204"/>
                <a:gd name="csY430" fmla="*/ 2158264 h 2304683"/>
                <a:gd name="csX431" fmla="*/ 2887599 w 4418204"/>
                <a:gd name="csY431" fmla="*/ 2072622 h 2304683"/>
                <a:gd name="csX432" fmla="*/ 2902459 w 4418204"/>
                <a:gd name="csY432" fmla="*/ 2068190 h 2304683"/>
                <a:gd name="csX433" fmla="*/ 2910460 w 4418204"/>
                <a:gd name="csY433" fmla="*/ 2054023 h 2304683"/>
                <a:gd name="csX434" fmla="*/ 2902077 w 4418204"/>
                <a:gd name="csY434" fmla="*/ 2038992 h 2304683"/>
                <a:gd name="csX435" fmla="*/ 2908364 w 4418204"/>
                <a:gd name="csY435" fmla="*/ 2020717 h 2304683"/>
                <a:gd name="csX436" fmla="*/ 2880868 w 4418204"/>
                <a:gd name="csY436" fmla="*/ 2020285 h 2304683"/>
                <a:gd name="csX437" fmla="*/ 2863470 w 4418204"/>
                <a:gd name="csY437" fmla="*/ 2033690 h 2304683"/>
                <a:gd name="csX438" fmla="*/ 2832609 w 4418204"/>
                <a:gd name="csY438" fmla="*/ 2040180 h 2304683"/>
                <a:gd name="csX439" fmla="*/ 2826639 w 4418204"/>
                <a:gd name="csY439" fmla="*/ 2053591 h 2304683"/>
                <a:gd name="csX440" fmla="*/ 2769109 w 4418204"/>
                <a:gd name="csY440" fmla="*/ 2055642 h 2304683"/>
                <a:gd name="csX441" fmla="*/ 2756409 w 4418204"/>
                <a:gd name="csY441" fmla="*/ 2036179 h 2304683"/>
                <a:gd name="csX442" fmla="*/ 2762377 w 4418204"/>
                <a:gd name="csY442" fmla="*/ 2021581 h 2304683"/>
                <a:gd name="csX443" fmla="*/ 2751963 w 4418204"/>
                <a:gd name="csY443" fmla="*/ 2008176 h 2304683"/>
                <a:gd name="csX444" fmla="*/ 2756726 w 4418204"/>
                <a:gd name="csY444" fmla="*/ 1991951 h 2304683"/>
                <a:gd name="csX445" fmla="*/ 2738121 w 4418204"/>
                <a:gd name="csY445" fmla="*/ 1990764 h 2304683"/>
                <a:gd name="csX446" fmla="*/ 2717038 w 4418204"/>
                <a:gd name="csY446" fmla="*/ 1968488 h 2304683"/>
                <a:gd name="csX447" fmla="*/ 2698814 w 4418204"/>
                <a:gd name="csY447" fmla="*/ 1968056 h 2304683"/>
                <a:gd name="csX448" fmla="*/ 2682812 w 4418204"/>
                <a:gd name="csY448" fmla="*/ 1953458 h 2304683"/>
                <a:gd name="csX449" fmla="*/ 2657920 w 4418204"/>
                <a:gd name="csY449" fmla="*/ 1958214 h 2304683"/>
                <a:gd name="csX450" fmla="*/ 2635631 w 4418204"/>
                <a:gd name="csY450" fmla="*/ 1944155 h 2304683"/>
                <a:gd name="csX451" fmla="*/ 2638425 w 4418204"/>
                <a:gd name="csY451" fmla="*/ 1916583 h 2304683"/>
                <a:gd name="csX452" fmla="*/ 2584133 w 4418204"/>
                <a:gd name="csY452" fmla="*/ 1772000 h 2304683"/>
                <a:gd name="csX453" fmla="*/ 2549906 w 4418204"/>
                <a:gd name="csY453" fmla="*/ 1747127 h 2304683"/>
                <a:gd name="csX454" fmla="*/ 2531618 w 4418204"/>
                <a:gd name="csY454" fmla="*/ 1750372 h 2304683"/>
                <a:gd name="csX455" fmla="*/ 2496757 w 4418204"/>
                <a:gd name="csY455" fmla="*/ 1727988 h 2304683"/>
                <a:gd name="csX456" fmla="*/ 2385505 w 4418204"/>
                <a:gd name="csY456" fmla="*/ 1741184 h 2304683"/>
                <a:gd name="csX457" fmla="*/ 2356295 w 4418204"/>
                <a:gd name="csY457" fmla="*/ 1769835 h 2304683"/>
                <a:gd name="csX458" fmla="*/ 2356803 w 4418204"/>
                <a:gd name="csY458" fmla="*/ 1797089 h 2304683"/>
                <a:gd name="csX459" fmla="*/ 2374138 w 4418204"/>
                <a:gd name="csY459" fmla="*/ 1790059 h 2304683"/>
                <a:gd name="csX460" fmla="*/ 2383536 w 4418204"/>
                <a:gd name="csY460" fmla="*/ 1793304 h 2304683"/>
                <a:gd name="csX461" fmla="*/ 2385505 w 4418204"/>
                <a:gd name="csY461" fmla="*/ 1825746 h 2304683"/>
                <a:gd name="csX462" fmla="*/ 2362772 w 4418204"/>
                <a:gd name="csY462" fmla="*/ 1838720 h 2304683"/>
                <a:gd name="csX463" fmla="*/ 2325116 w 4418204"/>
                <a:gd name="csY463" fmla="*/ 1901223 h 2304683"/>
                <a:gd name="csX464" fmla="*/ 2338515 w 4418204"/>
                <a:gd name="csY464" fmla="*/ 1906093 h 2304683"/>
                <a:gd name="csX465" fmla="*/ 2335086 w 4418204"/>
                <a:gd name="csY465" fmla="*/ 1926851 h 2304683"/>
                <a:gd name="csX466" fmla="*/ 2304859 w 4418204"/>
                <a:gd name="csY466" fmla="*/ 1933881 h 2304683"/>
                <a:gd name="csX467" fmla="*/ 2277174 w 4418204"/>
                <a:gd name="csY467" fmla="*/ 1959293 h 2304683"/>
                <a:gd name="csX468" fmla="*/ 2210816 w 4418204"/>
                <a:gd name="csY468" fmla="*/ 1928477 h 2304683"/>
                <a:gd name="csX469" fmla="*/ 2192972 w 4418204"/>
                <a:gd name="csY469" fmla="*/ 1938751 h 2304683"/>
                <a:gd name="csX470" fmla="*/ 2152777 w 4418204"/>
                <a:gd name="csY470" fmla="*/ 1916583 h 2304683"/>
                <a:gd name="csX471" fmla="*/ 2107247 w 4418204"/>
                <a:gd name="csY471" fmla="*/ 1936586 h 2304683"/>
                <a:gd name="csX472" fmla="*/ 2095881 w 4418204"/>
                <a:gd name="csY472" fmla="*/ 1958214 h 2304683"/>
                <a:gd name="csX473" fmla="*/ 2069529 w 4418204"/>
                <a:gd name="csY473" fmla="*/ 1956588 h 2304683"/>
                <a:gd name="csX474" fmla="*/ 2011617 w 4418204"/>
                <a:gd name="csY474" fmla="*/ 1980706 h 2304683"/>
                <a:gd name="csX475" fmla="*/ 1969516 w 4418204"/>
                <a:gd name="csY475" fmla="*/ 1965459 h 2304683"/>
                <a:gd name="csX476" fmla="*/ 1921066 w 4418204"/>
                <a:gd name="csY476" fmla="*/ 1962538 h 2304683"/>
                <a:gd name="csX477" fmla="*/ 1906143 w 4418204"/>
                <a:gd name="csY477" fmla="*/ 1935182 h 2304683"/>
                <a:gd name="csX478" fmla="*/ 1875282 w 4418204"/>
                <a:gd name="csY478" fmla="*/ 1929880 h 2304683"/>
                <a:gd name="csX479" fmla="*/ 1861185 w 4418204"/>
                <a:gd name="csY479" fmla="*/ 1913554 h 2304683"/>
                <a:gd name="csX480" fmla="*/ 1804480 w 4418204"/>
                <a:gd name="csY480" fmla="*/ 1908252 h 2304683"/>
                <a:gd name="csX481" fmla="*/ 1762697 w 4418204"/>
                <a:gd name="csY481" fmla="*/ 1925016 h 2304683"/>
                <a:gd name="csX482" fmla="*/ 1698816 w 4418204"/>
                <a:gd name="csY482" fmla="*/ 1908684 h 2304683"/>
                <a:gd name="csX483" fmla="*/ 1687385 w 4418204"/>
                <a:gd name="csY483" fmla="*/ 1857319 h 2304683"/>
                <a:gd name="csX484" fmla="*/ 1565084 w 4418204"/>
                <a:gd name="csY484" fmla="*/ 1817200 h 2304683"/>
                <a:gd name="csX485" fmla="*/ 1559116 w 4418204"/>
                <a:gd name="csY485" fmla="*/ 1835906 h 2304683"/>
                <a:gd name="csX486" fmla="*/ 1541272 w 4418204"/>
                <a:gd name="csY486" fmla="*/ 1842396 h 2304683"/>
                <a:gd name="csX487" fmla="*/ 1526731 w 4418204"/>
                <a:gd name="csY487" fmla="*/ 1875594 h 2304683"/>
                <a:gd name="csX488" fmla="*/ 1534097 w 4418204"/>
                <a:gd name="csY488" fmla="*/ 1899388 h 2304683"/>
                <a:gd name="csX489" fmla="*/ 1544510 w 4418204"/>
                <a:gd name="csY489" fmla="*/ 1906093 h 2304683"/>
                <a:gd name="csX490" fmla="*/ 1538542 w 4418204"/>
                <a:gd name="csY490" fmla="*/ 1933017 h 2304683"/>
                <a:gd name="csX491" fmla="*/ 1521143 w 4418204"/>
                <a:gd name="csY491" fmla="*/ 1933017 h 2304683"/>
                <a:gd name="csX492" fmla="*/ 1509205 w 4418204"/>
                <a:gd name="csY492" fmla="*/ 1949019 h 2304683"/>
                <a:gd name="csX493" fmla="*/ 1490599 w 4418204"/>
                <a:gd name="csY493" fmla="*/ 1938529 h 2304683"/>
                <a:gd name="csX494" fmla="*/ 1406843 w 4418204"/>
                <a:gd name="csY494" fmla="*/ 1931506 h 2304683"/>
                <a:gd name="csX495" fmla="*/ 1395921 w 4418204"/>
                <a:gd name="csY495" fmla="*/ 1921016 h 2304683"/>
                <a:gd name="csX496" fmla="*/ 1393381 w 4418204"/>
                <a:gd name="csY496" fmla="*/ 1902416 h 2304683"/>
                <a:gd name="csX497" fmla="*/ 1350137 w 4418204"/>
                <a:gd name="csY497" fmla="*/ 1899495 h 2304683"/>
                <a:gd name="csX498" fmla="*/ 1341438 w 4418204"/>
                <a:gd name="csY498" fmla="*/ 1886948 h 2304683"/>
                <a:gd name="csX499" fmla="*/ 1330516 w 4418204"/>
                <a:gd name="csY499" fmla="*/ 1892358 h 2304683"/>
                <a:gd name="csX500" fmla="*/ 1319467 w 4418204"/>
                <a:gd name="csY500" fmla="*/ 1886084 h 2304683"/>
                <a:gd name="csX501" fmla="*/ 1217168 w 4418204"/>
                <a:gd name="csY501" fmla="*/ 1935614 h 2304683"/>
                <a:gd name="csX502" fmla="*/ 1219264 w 4418204"/>
                <a:gd name="csY502" fmla="*/ 1947724 h 2304683"/>
                <a:gd name="csX503" fmla="*/ 1197484 w 4418204"/>
                <a:gd name="csY503" fmla="*/ 1961243 h 2304683"/>
                <a:gd name="csX504" fmla="*/ 1164082 w 4418204"/>
                <a:gd name="csY504" fmla="*/ 1960811 h 2304683"/>
                <a:gd name="csX505" fmla="*/ 1166622 w 4418204"/>
                <a:gd name="csY505" fmla="*/ 1974324 h 2304683"/>
                <a:gd name="csX506" fmla="*/ 1134618 w 4418204"/>
                <a:gd name="csY506" fmla="*/ 1980814 h 2304683"/>
                <a:gd name="csX507" fmla="*/ 1109409 w 4418204"/>
                <a:gd name="csY507" fmla="*/ 1957890 h 2304683"/>
                <a:gd name="csX508" fmla="*/ 1117537 w 4418204"/>
                <a:gd name="csY508" fmla="*/ 1946212 h 2304683"/>
                <a:gd name="csX509" fmla="*/ 1099439 w 4418204"/>
                <a:gd name="csY509" fmla="*/ 1937018 h 2304683"/>
                <a:gd name="csX510" fmla="*/ 1082358 w 4418204"/>
                <a:gd name="csY510" fmla="*/ 1954321 h 2304683"/>
                <a:gd name="csX511" fmla="*/ 1054291 w 4418204"/>
                <a:gd name="csY511" fmla="*/ 1954645 h 2304683"/>
                <a:gd name="csX512" fmla="*/ 1044448 w 4418204"/>
                <a:gd name="csY512" fmla="*/ 1927391 h 2304683"/>
                <a:gd name="csX513" fmla="*/ 1017842 w 4418204"/>
                <a:gd name="csY513" fmla="*/ 1919930 h 2304683"/>
                <a:gd name="csX514" fmla="*/ 1013270 w 4418204"/>
                <a:gd name="csY514" fmla="*/ 1895927 h 2304683"/>
                <a:gd name="csX515" fmla="*/ 977964 w 4418204"/>
                <a:gd name="csY515" fmla="*/ 1877328 h 2304683"/>
                <a:gd name="csX516" fmla="*/ 957835 w 4418204"/>
                <a:gd name="csY516" fmla="*/ 1893437 h 2304683"/>
                <a:gd name="csX517" fmla="*/ 914654 w 4418204"/>
                <a:gd name="csY517" fmla="*/ 1895927 h 2304683"/>
                <a:gd name="csX518" fmla="*/ 914654 w 4418204"/>
                <a:gd name="csY518" fmla="*/ 1883055 h 2304683"/>
                <a:gd name="csX519" fmla="*/ 900303 w 4418204"/>
                <a:gd name="csY519" fmla="*/ 1879379 h 2304683"/>
                <a:gd name="csX520" fmla="*/ 901827 w 4418204"/>
                <a:gd name="csY520" fmla="*/ 1868565 h 2304683"/>
                <a:gd name="csX521" fmla="*/ 869886 w 4418204"/>
                <a:gd name="csY521" fmla="*/ 1861973 h 2304683"/>
                <a:gd name="csX522" fmla="*/ 869886 w 4418204"/>
                <a:gd name="csY522" fmla="*/ 1882623 h 2304683"/>
                <a:gd name="csX523" fmla="*/ 843217 w 4418204"/>
                <a:gd name="csY523" fmla="*/ 1893006 h 2304683"/>
                <a:gd name="csX524" fmla="*/ 814578 w 4418204"/>
                <a:gd name="csY524" fmla="*/ 1808119 h 2304683"/>
                <a:gd name="csX525" fmla="*/ 779717 w 4418204"/>
                <a:gd name="csY525" fmla="*/ 1754804 h 2304683"/>
                <a:gd name="csX526" fmla="*/ 726122 w 4418204"/>
                <a:gd name="csY526" fmla="*/ 1713822 h 2304683"/>
                <a:gd name="csX527" fmla="*/ 740284 w 4418204"/>
                <a:gd name="csY527" fmla="*/ 1703763 h 2304683"/>
                <a:gd name="csX528" fmla="*/ 737045 w 4418204"/>
                <a:gd name="csY528" fmla="*/ 1668514 h 2304683"/>
                <a:gd name="csX529" fmla="*/ 618744 w 4418204"/>
                <a:gd name="csY529" fmla="*/ 1744752 h 2304683"/>
                <a:gd name="csX530" fmla="*/ 597218 w 4418204"/>
                <a:gd name="csY530" fmla="*/ 1739126 h 2304683"/>
                <a:gd name="csX531" fmla="*/ 622872 w 4418204"/>
                <a:gd name="csY531" fmla="*/ 1705065 h 2304683"/>
                <a:gd name="csX532" fmla="*/ 526542 w 4418204"/>
                <a:gd name="csY532" fmla="*/ 1704201 h 2304683"/>
                <a:gd name="csX533" fmla="*/ 515366 w 4418204"/>
                <a:gd name="csY533" fmla="*/ 1640936 h 2304683"/>
                <a:gd name="csX534" fmla="*/ 439610 w 4418204"/>
                <a:gd name="csY534" fmla="*/ 1632288 h 2304683"/>
                <a:gd name="csX535" fmla="*/ 415036 w 4418204"/>
                <a:gd name="csY535" fmla="*/ 1659643 h 2304683"/>
                <a:gd name="csX536" fmla="*/ 215900 w 4418204"/>
                <a:gd name="csY536" fmla="*/ 1698791 h 2304683"/>
                <a:gd name="csX537" fmla="*/ 154622 w 4418204"/>
                <a:gd name="csY537" fmla="*/ 1698791 h 2304683"/>
                <a:gd name="csX538" fmla="*/ 154178 w 4418204"/>
                <a:gd name="csY538" fmla="*/ 1733614 h 2304683"/>
                <a:gd name="csX539" fmla="*/ 188405 w 4418204"/>
                <a:gd name="csY539" fmla="*/ 1744968 h 2304683"/>
                <a:gd name="csX540" fmla="*/ 188405 w 4418204"/>
                <a:gd name="csY540" fmla="*/ 1777950 h 2304683"/>
                <a:gd name="csX541" fmla="*/ 156464 w 4418204"/>
                <a:gd name="csY541" fmla="*/ 1769079 h 2304683"/>
                <a:gd name="csX542" fmla="*/ 139383 w 4418204"/>
                <a:gd name="csY542" fmla="*/ 1785303 h 2304683"/>
                <a:gd name="csX543" fmla="*/ 146876 w 4418204"/>
                <a:gd name="csY543" fmla="*/ 1810392 h 2304683"/>
                <a:gd name="csX544" fmla="*/ 121984 w 4418204"/>
                <a:gd name="csY544" fmla="*/ 1833424 h 2304683"/>
                <a:gd name="csX545" fmla="*/ 106997 w 4418204"/>
                <a:gd name="csY545" fmla="*/ 1824769 h 2304683"/>
                <a:gd name="csX546" fmla="*/ 118935 w 4418204"/>
                <a:gd name="csY546" fmla="*/ 1798816 h 2304683"/>
                <a:gd name="csX547" fmla="*/ 88202 w 4418204"/>
                <a:gd name="csY547" fmla="*/ 1790167 h 2304683"/>
                <a:gd name="csX548" fmla="*/ 75311 w 4418204"/>
                <a:gd name="csY548" fmla="*/ 1809630 h 2304683"/>
                <a:gd name="csX549" fmla="*/ 58420 w 4418204"/>
                <a:gd name="csY549" fmla="*/ 1794492 h 2304683"/>
                <a:gd name="csX550" fmla="*/ 66294 w 4418204"/>
                <a:gd name="csY550" fmla="*/ 1720959 h 2304683"/>
                <a:gd name="csX551" fmla="*/ 97092 w 4418204"/>
                <a:gd name="csY551" fmla="*/ 1705820 h 2304683"/>
                <a:gd name="csX552" fmla="*/ 102997 w 4418204"/>
                <a:gd name="csY552" fmla="*/ 1660405 h 2304683"/>
                <a:gd name="csX553" fmla="*/ 30735 w 4418204"/>
                <a:gd name="csY553" fmla="*/ 1690682 h 2304683"/>
                <a:gd name="csX554" fmla="*/ 0 w 4418204"/>
                <a:gd name="csY554" fmla="*/ 1651750 h 2304683"/>
                <a:gd name="csX555" fmla="*/ 31686 w 4418204"/>
                <a:gd name="csY555" fmla="*/ 1630122 h 2304683"/>
                <a:gd name="csX556" fmla="*/ 41529 w 4418204"/>
                <a:gd name="csY556" fmla="*/ 1657160 h 2304683"/>
                <a:gd name="csX557" fmla="*/ 93028 w 4418204"/>
                <a:gd name="csY557" fmla="*/ 1619308 h 2304683"/>
                <a:gd name="csX558" fmla="*/ 79502 w 4418204"/>
                <a:gd name="csY558" fmla="*/ 1587736 h 2304683"/>
                <a:gd name="csX559" fmla="*/ 14796 w 4418204"/>
                <a:gd name="csY559" fmla="*/ 1585462 h 2304683"/>
                <a:gd name="csX560" fmla="*/ 2477 w 4418204"/>
                <a:gd name="csY560" fmla="*/ 1550207 h 2304683"/>
                <a:gd name="csX561" fmla="*/ 37529 w 4418204"/>
                <a:gd name="csY561" fmla="*/ 1537450 h 2304683"/>
                <a:gd name="csX562" fmla="*/ 32639 w 4418204"/>
                <a:gd name="csY562" fmla="*/ 1499928 h 2304683"/>
                <a:gd name="csX563" fmla="*/ 54737 w 4418204"/>
                <a:gd name="csY563" fmla="*/ 1505980 h 2304683"/>
                <a:gd name="csX564" fmla="*/ 65151 w 4418204"/>
                <a:gd name="csY564" fmla="*/ 1491705 h 2304683"/>
                <a:gd name="csX565" fmla="*/ 56135 w 4418204"/>
                <a:gd name="csY565" fmla="*/ 1474407 h 2304683"/>
                <a:gd name="csX566" fmla="*/ 64389 w 4418204"/>
                <a:gd name="csY566" fmla="*/ 1462399 h 2304683"/>
                <a:gd name="csX567" fmla="*/ 79502 w 4418204"/>
                <a:gd name="csY567" fmla="*/ 1462399 h 2304683"/>
                <a:gd name="csX568" fmla="*/ 87757 w 4418204"/>
                <a:gd name="csY568" fmla="*/ 1438396 h 2304683"/>
                <a:gd name="csX569" fmla="*/ 73978 w 4418204"/>
                <a:gd name="csY569" fmla="*/ 1427151 h 2304683"/>
                <a:gd name="csX570" fmla="*/ 74676 w 4418204"/>
                <a:gd name="csY570" fmla="*/ 1406170 h 2304683"/>
                <a:gd name="csX571" fmla="*/ 46419 w 4418204"/>
                <a:gd name="csY571" fmla="*/ 1381621 h 2304683"/>
                <a:gd name="csX572" fmla="*/ 86423 w 4418204"/>
                <a:gd name="csY572" fmla="*/ 1312743 h 2304683"/>
                <a:gd name="csX573" fmla="*/ 77597 w 4418204"/>
                <a:gd name="csY573" fmla="*/ 1263321 h 2304683"/>
                <a:gd name="csX574" fmla="*/ 91758 w 4418204"/>
                <a:gd name="csY574" fmla="*/ 1203307 h 2304683"/>
                <a:gd name="csX575" fmla="*/ 76200 w 4418204"/>
                <a:gd name="csY575" fmla="*/ 1164375 h 2304683"/>
                <a:gd name="csX576" fmla="*/ 101092 w 4418204"/>
                <a:gd name="csY576" fmla="*/ 1100361 h 2304683"/>
                <a:gd name="csX577" fmla="*/ 87122 w 4418204"/>
                <a:gd name="csY577" fmla="*/ 1067918 h 2304683"/>
                <a:gd name="csX578" fmla="*/ 114491 w 4418204"/>
                <a:gd name="csY578" fmla="*/ 1031260 h 2304683"/>
                <a:gd name="csX579" fmla="*/ 133668 w 4418204"/>
                <a:gd name="csY579" fmla="*/ 1045319 h 2304683"/>
                <a:gd name="csX580" fmla="*/ 173990 w 4418204"/>
                <a:gd name="csY580" fmla="*/ 1000005 h 2304683"/>
                <a:gd name="csX581" fmla="*/ 212217 w 4418204"/>
                <a:gd name="csY581" fmla="*/ 984327 h 2304683"/>
                <a:gd name="csX582" fmla="*/ 229298 w 4418204"/>
                <a:gd name="csY582" fmla="*/ 950266 h 2304683"/>
                <a:gd name="csX583" fmla="*/ 296228 w 4418204"/>
                <a:gd name="csY583" fmla="*/ 917824 h 2304683"/>
                <a:gd name="csX584" fmla="*/ 301434 w 4418204"/>
                <a:gd name="csY584" fmla="*/ 895116 h 2304683"/>
                <a:gd name="csX585" fmla="*/ 333884 w 4418204"/>
                <a:gd name="csY585" fmla="*/ 869811 h 2304683"/>
                <a:gd name="csX586" fmla="*/ 326961 w 4418204"/>
                <a:gd name="csY586" fmla="*/ 860832 h 2304683"/>
                <a:gd name="csX587" fmla="*/ 340805 w 4418204"/>
                <a:gd name="csY587" fmla="*/ 853155 h 2304683"/>
                <a:gd name="csX588" fmla="*/ 330962 w 4418204"/>
                <a:gd name="csY588" fmla="*/ 835851 h 2304683"/>
                <a:gd name="csX589" fmla="*/ 309626 w 4418204"/>
                <a:gd name="csY589" fmla="*/ 835851 h 2304683"/>
                <a:gd name="csX590" fmla="*/ 304229 w 4418204"/>
                <a:gd name="csY590" fmla="*/ 812064 h 2304683"/>
                <a:gd name="csX591" fmla="*/ 318072 w 4418204"/>
                <a:gd name="csY591" fmla="*/ 787623 h 2304683"/>
                <a:gd name="csX592" fmla="*/ 307149 w 4418204"/>
                <a:gd name="csY592" fmla="*/ 769132 h 2304683"/>
                <a:gd name="csX593" fmla="*/ 278447 w 4418204"/>
                <a:gd name="csY593" fmla="*/ 764376 h 2304683"/>
                <a:gd name="csX594" fmla="*/ 286703 w 4418204"/>
                <a:gd name="csY594" fmla="*/ 733661 h 2304683"/>
                <a:gd name="csX595" fmla="*/ 286703 w 4418204"/>
                <a:gd name="csY595" fmla="*/ 733445 h 2304683"/>
                <a:gd name="csX596" fmla="*/ 294386 w 4418204"/>
                <a:gd name="csY596" fmla="*/ 735179 h 2304683"/>
                <a:gd name="csX597" fmla="*/ 300101 w 4418204"/>
                <a:gd name="csY597" fmla="*/ 729013 h 2304683"/>
                <a:gd name="csX598" fmla="*/ 345122 w 4418204"/>
                <a:gd name="csY598" fmla="*/ 741128 h 2304683"/>
                <a:gd name="csX599" fmla="*/ 363538 w 4418204"/>
                <a:gd name="csY599" fmla="*/ 755727 h 2304683"/>
                <a:gd name="csX600" fmla="*/ 382270 w 4418204"/>
                <a:gd name="csY600" fmla="*/ 761023 h 2304683"/>
                <a:gd name="csX601" fmla="*/ 379794 w 4418204"/>
                <a:gd name="csY601" fmla="*/ 764808 h 2304683"/>
                <a:gd name="csX602" fmla="*/ 414655 w 4418204"/>
                <a:gd name="csY602" fmla="*/ 793681 h 2304683"/>
                <a:gd name="csX603" fmla="*/ 414084 w 4418204"/>
                <a:gd name="csY603" fmla="*/ 802222 h 2304683"/>
                <a:gd name="csX604" fmla="*/ 420370 w 4418204"/>
                <a:gd name="csY604" fmla="*/ 810115 h 2304683"/>
                <a:gd name="csX605" fmla="*/ 454978 w 4418204"/>
                <a:gd name="csY605" fmla="*/ 751936 h 2304683"/>
                <a:gd name="csX606" fmla="*/ 438531 w 4418204"/>
                <a:gd name="csY606" fmla="*/ 751504 h 2304683"/>
                <a:gd name="csX607" fmla="*/ 412369 w 4418204"/>
                <a:gd name="csY607" fmla="*/ 725444 h 2304683"/>
                <a:gd name="csX608" fmla="*/ 411924 w 4418204"/>
                <a:gd name="csY608" fmla="*/ 703600 h 2304683"/>
                <a:gd name="csX609" fmla="*/ 377508 w 4418204"/>
                <a:gd name="csY609" fmla="*/ 690843 h 2304683"/>
                <a:gd name="csX610" fmla="*/ 366014 w 4418204"/>
                <a:gd name="csY610" fmla="*/ 667811 h 2304683"/>
                <a:gd name="csX611" fmla="*/ 371031 w 4418204"/>
                <a:gd name="csY611" fmla="*/ 669107 h 2304683"/>
                <a:gd name="csX612" fmla="*/ 384239 w 4418204"/>
                <a:gd name="csY612" fmla="*/ 662617 h 2304683"/>
                <a:gd name="csX613" fmla="*/ 380619 w 4418204"/>
                <a:gd name="csY613" fmla="*/ 653968 h 2304683"/>
                <a:gd name="csX614" fmla="*/ 386144 w 4418204"/>
                <a:gd name="csY614" fmla="*/ 611576 h 2304683"/>
                <a:gd name="csX615" fmla="*/ 380556 w 4418204"/>
                <a:gd name="csY615" fmla="*/ 600546 h 2304683"/>
                <a:gd name="csX616" fmla="*/ 374459 w 4418204"/>
                <a:gd name="csY616" fmla="*/ 602063 h 2304683"/>
                <a:gd name="csX617" fmla="*/ 359728 w 4418204"/>
                <a:gd name="csY617" fmla="*/ 607035 h 2304683"/>
                <a:gd name="csX618" fmla="*/ 361886 w 4418204"/>
                <a:gd name="csY618" fmla="*/ 624339 h 2304683"/>
                <a:gd name="csX619" fmla="*/ 355219 w 4418204"/>
                <a:gd name="csY619" fmla="*/ 625527 h 2304683"/>
                <a:gd name="csX620" fmla="*/ 349568 w 4418204"/>
                <a:gd name="csY620" fmla="*/ 607143 h 2304683"/>
                <a:gd name="csX621" fmla="*/ 366459 w 4418204"/>
                <a:gd name="csY621" fmla="*/ 571672 h 2304683"/>
                <a:gd name="csX622" fmla="*/ 407162 w 4418204"/>
                <a:gd name="csY622" fmla="*/ 545720 h 2304683"/>
                <a:gd name="csX623" fmla="*/ 423926 w 4418204"/>
                <a:gd name="csY623" fmla="*/ 527553 h 2304683"/>
                <a:gd name="csX624" fmla="*/ 445580 w 4418204"/>
                <a:gd name="csY624" fmla="*/ 452940 h 2304683"/>
                <a:gd name="csX625" fmla="*/ 459296 w 4418204"/>
                <a:gd name="csY625" fmla="*/ 427203 h 2304683"/>
                <a:gd name="csX626" fmla="*/ 473393 w 4418204"/>
                <a:gd name="csY626" fmla="*/ 421253 h 2304683"/>
                <a:gd name="csX627" fmla="*/ 473393 w 4418204"/>
                <a:gd name="csY627" fmla="*/ 427851 h 2304683"/>
                <a:gd name="csX628" fmla="*/ 540639 w 4418204"/>
                <a:gd name="csY628" fmla="*/ 426664 h 2304683"/>
                <a:gd name="csX629" fmla="*/ 586296 w 4418204"/>
                <a:gd name="csY629" fmla="*/ 442018 h 2304683"/>
                <a:gd name="csX630" fmla="*/ 590741 w 4418204"/>
                <a:gd name="csY630" fmla="*/ 477813 h 2304683"/>
                <a:gd name="csX631" fmla="*/ 572643 w 4418204"/>
                <a:gd name="csY631" fmla="*/ 529502 h 2304683"/>
                <a:gd name="csX632" fmla="*/ 555308 w 4418204"/>
                <a:gd name="csY632" fmla="*/ 543015 h 2304683"/>
                <a:gd name="csX633" fmla="*/ 566484 w 4418204"/>
                <a:gd name="csY633" fmla="*/ 567672 h 2304683"/>
                <a:gd name="csX634" fmla="*/ 584454 w 4418204"/>
                <a:gd name="csY634" fmla="*/ 581515 h 2304683"/>
                <a:gd name="csX635" fmla="*/ 588137 w 4418204"/>
                <a:gd name="csY635" fmla="*/ 624879 h 2304683"/>
                <a:gd name="csX636" fmla="*/ 576517 w 4418204"/>
                <a:gd name="csY636" fmla="*/ 642183 h 2304683"/>
                <a:gd name="csX637" fmla="*/ 580644 w 4418204"/>
                <a:gd name="csY637" fmla="*/ 653536 h 2304683"/>
                <a:gd name="csX638" fmla="*/ 578168 w 4418204"/>
                <a:gd name="csY638" fmla="*/ 664782 h 2304683"/>
                <a:gd name="csX639" fmla="*/ 584009 w 4418204"/>
                <a:gd name="csY639" fmla="*/ 681756 h 2304683"/>
                <a:gd name="csX640" fmla="*/ 580581 w 4418204"/>
                <a:gd name="csY640" fmla="*/ 693440 h 2304683"/>
                <a:gd name="csX641" fmla="*/ 582803 w 4418204"/>
                <a:gd name="csY641" fmla="*/ 706413 h 2304683"/>
                <a:gd name="csX642" fmla="*/ 577850 w 4418204"/>
                <a:gd name="csY642" fmla="*/ 744697 h 2304683"/>
                <a:gd name="csX643" fmla="*/ 582740 w 4418204"/>
                <a:gd name="csY643" fmla="*/ 755397 h 2304683"/>
                <a:gd name="csX644" fmla="*/ 613347 w 4418204"/>
                <a:gd name="csY644" fmla="*/ 778327 h 2304683"/>
                <a:gd name="csX645" fmla="*/ 611822 w 4418204"/>
                <a:gd name="csY645" fmla="*/ 796602 h 2304683"/>
                <a:gd name="csX646" fmla="*/ 599250 w 4418204"/>
                <a:gd name="csY646" fmla="*/ 812928 h 2304683"/>
                <a:gd name="csX647" fmla="*/ 601790 w 4418204"/>
                <a:gd name="csY647" fmla="*/ 835851 h 2304683"/>
                <a:gd name="csX648" fmla="*/ 582041 w 4418204"/>
                <a:gd name="csY648" fmla="*/ 852184 h 2304683"/>
                <a:gd name="csX649" fmla="*/ 571119 w 4418204"/>
                <a:gd name="csY649" fmla="*/ 879647 h 2304683"/>
                <a:gd name="csX650" fmla="*/ 554546 w 4418204"/>
                <a:gd name="csY650" fmla="*/ 905930 h 2304683"/>
                <a:gd name="csX651" fmla="*/ 543116 w 4418204"/>
                <a:gd name="csY651" fmla="*/ 911226 h 2304683"/>
                <a:gd name="csX652" fmla="*/ 542544 w 4418204"/>
                <a:gd name="csY652" fmla="*/ 921500 h 2304683"/>
                <a:gd name="csX653" fmla="*/ 513335 w 4418204"/>
                <a:gd name="csY653" fmla="*/ 935235 h 2304683"/>
                <a:gd name="csX654" fmla="*/ 493395 w 4418204"/>
                <a:gd name="csY654" fmla="*/ 932314 h 2304683"/>
                <a:gd name="csX655" fmla="*/ 483235 w 4418204"/>
                <a:gd name="csY655" fmla="*/ 941503 h 2304683"/>
                <a:gd name="csX656" fmla="*/ 536639 w 4418204"/>
                <a:gd name="csY656" fmla="*/ 947453 h 2304683"/>
                <a:gd name="csX657" fmla="*/ 562166 w 4418204"/>
                <a:gd name="csY657" fmla="*/ 958375 h 2304683"/>
                <a:gd name="csX658" fmla="*/ 576961 w 4418204"/>
                <a:gd name="csY658" fmla="*/ 935559 h 2304683"/>
                <a:gd name="csX659" fmla="*/ 593090 w 4418204"/>
                <a:gd name="csY659" fmla="*/ 929609 h 2304683"/>
                <a:gd name="csX660" fmla="*/ 613982 w 4418204"/>
                <a:gd name="csY660" fmla="*/ 911226 h 2304683"/>
                <a:gd name="csX661" fmla="*/ 627190 w 4418204"/>
                <a:gd name="csY661" fmla="*/ 906902 h 2304683"/>
                <a:gd name="csX662" fmla="*/ 637794 w 4418204"/>
                <a:gd name="csY662" fmla="*/ 872294 h 2304683"/>
                <a:gd name="csX663" fmla="*/ 661162 w 4418204"/>
                <a:gd name="csY663" fmla="*/ 850126 h 2304683"/>
                <a:gd name="csX664" fmla="*/ 666497 w 4418204"/>
                <a:gd name="csY664" fmla="*/ 827850 h 2304683"/>
                <a:gd name="csX665" fmla="*/ 651764 w 4418204"/>
                <a:gd name="csY665" fmla="*/ 796062 h 2304683"/>
                <a:gd name="csX666" fmla="*/ 654368 w 4418204"/>
                <a:gd name="csY666" fmla="*/ 769888 h 2304683"/>
                <a:gd name="csX667" fmla="*/ 678752 w 4418204"/>
                <a:gd name="csY667" fmla="*/ 756483 h 2304683"/>
                <a:gd name="csX668" fmla="*/ 678752 w 4418204"/>
                <a:gd name="csY668" fmla="*/ 756699 h 2304683"/>
                <a:gd name="csX669" fmla="*/ 720725 w 4418204"/>
                <a:gd name="csY669" fmla="*/ 749561 h 2304683"/>
                <a:gd name="csX670" fmla="*/ 731774 w 4418204"/>
                <a:gd name="csY670" fmla="*/ 767081 h 2304683"/>
                <a:gd name="csX671" fmla="*/ 751015 w 4418204"/>
                <a:gd name="csY671" fmla="*/ 783515 h 2304683"/>
                <a:gd name="csX672" fmla="*/ 748411 w 4418204"/>
                <a:gd name="csY672" fmla="*/ 842233 h 2304683"/>
                <a:gd name="csX673" fmla="*/ 751015 w 4418204"/>
                <a:gd name="csY673" fmla="*/ 847967 h 2304683"/>
                <a:gd name="csX674" fmla="*/ 783146 w 4418204"/>
                <a:gd name="csY674" fmla="*/ 862998 h 2304683"/>
                <a:gd name="csX675" fmla="*/ 804291 w 4418204"/>
                <a:gd name="csY675" fmla="*/ 863321 h 2304683"/>
                <a:gd name="csX676" fmla="*/ 766255 w 4418204"/>
                <a:gd name="csY676" fmla="*/ 846450 h 2304683"/>
                <a:gd name="csX677" fmla="*/ 763588 w 4418204"/>
                <a:gd name="csY677" fmla="*/ 841046 h 2304683"/>
                <a:gd name="csX678" fmla="*/ 770192 w 4418204"/>
                <a:gd name="csY678" fmla="*/ 811417 h 2304683"/>
                <a:gd name="csX679" fmla="*/ 786003 w 4418204"/>
                <a:gd name="csY679" fmla="*/ 802654 h 2304683"/>
                <a:gd name="csX680" fmla="*/ 771461 w 4418204"/>
                <a:gd name="csY680" fmla="*/ 759943 h 2304683"/>
                <a:gd name="csX681" fmla="*/ 695389 w 4418204"/>
                <a:gd name="csY681" fmla="*/ 725444 h 2304683"/>
                <a:gd name="csX682" fmla="*/ 665861 w 4418204"/>
                <a:gd name="csY682" fmla="*/ 737668 h 2304683"/>
                <a:gd name="csX683" fmla="*/ 648653 w 4418204"/>
                <a:gd name="csY683" fmla="*/ 734207 h 2304683"/>
                <a:gd name="csX684" fmla="*/ 631444 w 4418204"/>
                <a:gd name="csY684" fmla="*/ 740582 h 2304683"/>
                <a:gd name="csX685" fmla="*/ 622872 w 4418204"/>
                <a:gd name="csY685" fmla="*/ 734855 h 2304683"/>
                <a:gd name="csX686" fmla="*/ 626555 w 4418204"/>
                <a:gd name="csY686" fmla="*/ 717875 h 2304683"/>
                <a:gd name="csX687" fmla="*/ 618236 w 4418204"/>
                <a:gd name="csY687" fmla="*/ 695383 h 2304683"/>
                <a:gd name="csX688" fmla="*/ 621221 w 4418204"/>
                <a:gd name="csY688" fmla="*/ 660236 h 2304683"/>
                <a:gd name="csX689" fmla="*/ 642874 w 4418204"/>
                <a:gd name="csY689" fmla="*/ 627800 h 2304683"/>
                <a:gd name="csX690" fmla="*/ 613918 w 4418204"/>
                <a:gd name="csY690" fmla="*/ 571025 h 2304683"/>
                <a:gd name="csX691" fmla="*/ 596265 w 4418204"/>
                <a:gd name="csY691" fmla="*/ 555670 h 2304683"/>
                <a:gd name="csX692" fmla="*/ 614299 w 4418204"/>
                <a:gd name="csY692" fmla="*/ 529178 h 2304683"/>
                <a:gd name="csX693" fmla="*/ 661543 w 4418204"/>
                <a:gd name="csY693" fmla="*/ 498787 h 2304683"/>
                <a:gd name="csX694" fmla="*/ 665861 w 4418204"/>
                <a:gd name="csY694" fmla="*/ 493275 h 2304683"/>
                <a:gd name="csX695" fmla="*/ 670814 w 4418204"/>
                <a:gd name="csY695" fmla="*/ 473920 h 2304683"/>
                <a:gd name="csX696" fmla="*/ 664210 w 4418204"/>
                <a:gd name="csY696" fmla="*/ 446450 h 2304683"/>
                <a:gd name="csX697" fmla="*/ 637922 w 4418204"/>
                <a:gd name="csY697" fmla="*/ 423851 h 2304683"/>
                <a:gd name="csX698" fmla="*/ 637160 w 4418204"/>
                <a:gd name="csY698" fmla="*/ 414008 h 2304683"/>
                <a:gd name="csX699" fmla="*/ 641159 w 4418204"/>
                <a:gd name="csY699" fmla="*/ 412065 h 2304683"/>
                <a:gd name="csX700" fmla="*/ 685292 w 4418204"/>
                <a:gd name="csY700" fmla="*/ 440831 h 2304683"/>
                <a:gd name="csX701" fmla="*/ 694500 w 4418204"/>
                <a:gd name="csY701" fmla="*/ 480404 h 2304683"/>
                <a:gd name="csX702" fmla="*/ 692277 w 4418204"/>
                <a:gd name="csY702" fmla="*/ 486354 h 2304683"/>
                <a:gd name="csX703" fmla="*/ 691197 w 4418204"/>
                <a:gd name="csY703" fmla="*/ 487109 h 2304683"/>
                <a:gd name="csX704" fmla="*/ 677545 w 4418204"/>
                <a:gd name="csY704" fmla="*/ 523984 h 2304683"/>
                <a:gd name="csX705" fmla="*/ 683895 w 4418204"/>
                <a:gd name="csY705" fmla="*/ 536855 h 2304683"/>
                <a:gd name="csX706" fmla="*/ 683260 w 4418204"/>
                <a:gd name="csY706" fmla="*/ 553937 h 2304683"/>
                <a:gd name="csX707" fmla="*/ 679831 w 4418204"/>
                <a:gd name="csY707" fmla="*/ 559671 h 2304683"/>
                <a:gd name="csX708" fmla="*/ 696023 w 4418204"/>
                <a:gd name="csY708" fmla="*/ 569297 h 2304683"/>
                <a:gd name="csX709" fmla="*/ 771589 w 4418204"/>
                <a:gd name="csY709" fmla="*/ 579134 h 2304683"/>
                <a:gd name="csX710" fmla="*/ 777304 w 4418204"/>
                <a:gd name="csY710" fmla="*/ 588760 h 2304683"/>
                <a:gd name="csX711" fmla="*/ 798322 w 4418204"/>
                <a:gd name="csY711" fmla="*/ 594602 h 2304683"/>
                <a:gd name="csX712" fmla="*/ 784797 w 4418204"/>
                <a:gd name="csY712" fmla="*/ 567240 h 2304683"/>
                <a:gd name="csX713" fmla="*/ 720725 w 4418204"/>
                <a:gd name="csY713" fmla="*/ 544209 h 2304683"/>
                <a:gd name="csX714" fmla="*/ 712788 w 4418204"/>
                <a:gd name="csY714" fmla="*/ 519767 h 2304683"/>
                <a:gd name="csX715" fmla="*/ 715201 w 4418204"/>
                <a:gd name="csY715" fmla="*/ 514472 h 2304683"/>
                <a:gd name="csX716" fmla="*/ 734568 w 4418204"/>
                <a:gd name="csY716" fmla="*/ 506356 h 2304683"/>
                <a:gd name="csX717" fmla="*/ 764540 w 4418204"/>
                <a:gd name="csY717" fmla="*/ 524416 h 2304683"/>
                <a:gd name="csX718" fmla="*/ 790194 w 4418204"/>
                <a:gd name="csY718" fmla="*/ 513932 h 2304683"/>
                <a:gd name="csX719" fmla="*/ 784923 w 4418204"/>
                <a:gd name="csY719" fmla="*/ 498787 h 2304683"/>
                <a:gd name="csX720" fmla="*/ 760413 w 4418204"/>
                <a:gd name="csY720" fmla="*/ 497492 h 2304683"/>
                <a:gd name="csX721" fmla="*/ 760222 w 4418204"/>
                <a:gd name="csY721" fmla="*/ 496520 h 2304683"/>
                <a:gd name="csX722" fmla="*/ 782828 w 4418204"/>
                <a:gd name="csY722" fmla="*/ 478892 h 2304683"/>
                <a:gd name="csX723" fmla="*/ 836994 w 4418204"/>
                <a:gd name="csY723" fmla="*/ 476511 h 2304683"/>
                <a:gd name="csX724" fmla="*/ 881317 w 4418204"/>
                <a:gd name="csY724" fmla="*/ 499765 h 2304683"/>
                <a:gd name="csX725" fmla="*/ 913575 w 4418204"/>
                <a:gd name="csY725" fmla="*/ 533287 h 2304683"/>
                <a:gd name="csX726" fmla="*/ 970217 w 4418204"/>
                <a:gd name="csY726" fmla="*/ 530366 h 2304683"/>
                <a:gd name="csX727" fmla="*/ 967360 w 4418204"/>
                <a:gd name="csY727" fmla="*/ 548857 h 2304683"/>
                <a:gd name="csX728" fmla="*/ 939038 w 4418204"/>
                <a:gd name="csY728" fmla="*/ 571456 h 2304683"/>
                <a:gd name="csX729" fmla="*/ 945325 w 4418204"/>
                <a:gd name="csY729" fmla="*/ 590811 h 2304683"/>
                <a:gd name="csX730" fmla="*/ 971741 w 4418204"/>
                <a:gd name="csY730" fmla="*/ 591789 h 2304683"/>
                <a:gd name="csX731" fmla="*/ 989585 w 4418204"/>
                <a:gd name="csY731" fmla="*/ 610388 h 2304683"/>
                <a:gd name="csX732" fmla="*/ 979170 w 4418204"/>
                <a:gd name="csY732" fmla="*/ 573082 h 2304683"/>
                <a:gd name="csX733" fmla="*/ 993902 w 4418204"/>
                <a:gd name="csY733" fmla="*/ 542259 h 2304683"/>
                <a:gd name="csX734" fmla="*/ 987489 w 4418204"/>
                <a:gd name="csY734" fmla="*/ 521063 h 2304683"/>
                <a:gd name="csX735" fmla="*/ 957961 w 4418204"/>
                <a:gd name="csY735" fmla="*/ 513278 h 2304683"/>
                <a:gd name="csX736" fmla="*/ 935482 w 4418204"/>
                <a:gd name="csY736" fmla="*/ 479108 h 2304683"/>
                <a:gd name="csX737" fmla="*/ 894461 w 4418204"/>
                <a:gd name="csY737" fmla="*/ 467323 h 2304683"/>
                <a:gd name="csX738" fmla="*/ 891160 w 4418204"/>
                <a:gd name="csY738" fmla="*/ 462344 h 2304683"/>
                <a:gd name="csX739" fmla="*/ 891604 w 4418204"/>
                <a:gd name="csY739" fmla="*/ 426988 h 2304683"/>
                <a:gd name="csX740" fmla="*/ 875919 w 4418204"/>
                <a:gd name="csY740" fmla="*/ 406547 h 2304683"/>
                <a:gd name="csX741" fmla="*/ 879094 w 4418204"/>
                <a:gd name="csY741" fmla="*/ 372809 h 2304683"/>
                <a:gd name="csX742" fmla="*/ 1029081 w 4418204"/>
                <a:gd name="csY742" fmla="*/ 353778 h 2304683"/>
                <a:gd name="csX743" fmla="*/ 1054609 w 4418204"/>
                <a:gd name="csY743" fmla="*/ 357563 h 2304683"/>
                <a:gd name="csX744" fmla="*/ 1091121 w 4418204"/>
                <a:gd name="csY744" fmla="*/ 342101 h 2304683"/>
                <a:gd name="csX745" fmla="*/ 1122935 w 4418204"/>
                <a:gd name="csY745" fmla="*/ 338856 h 2304683"/>
                <a:gd name="csX746" fmla="*/ 1104519 w 4418204"/>
                <a:gd name="csY746" fmla="*/ 312688 h 2304683"/>
                <a:gd name="csX747" fmla="*/ 1084517 w 4418204"/>
                <a:gd name="csY747" fmla="*/ 304033 h 2304683"/>
                <a:gd name="csX748" fmla="*/ 1103885 w 4418204"/>
                <a:gd name="csY748" fmla="*/ 282081 h 2304683"/>
                <a:gd name="csX749" fmla="*/ 1079309 w 4418204"/>
                <a:gd name="csY749" fmla="*/ 269323 h 2304683"/>
                <a:gd name="csX750" fmla="*/ 1091756 w 4418204"/>
                <a:gd name="csY750" fmla="*/ 258078 h 2304683"/>
                <a:gd name="csX751" fmla="*/ 1113917 w 4418204"/>
                <a:gd name="csY751" fmla="*/ 271266 h 2304683"/>
                <a:gd name="csX752" fmla="*/ 1140270 w 4418204"/>
                <a:gd name="csY752" fmla="*/ 248559 h 2304683"/>
                <a:gd name="csX753" fmla="*/ 1139825 w 4418204"/>
                <a:gd name="csY753" fmla="*/ 243803 h 2304683"/>
                <a:gd name="csX754" fmla="*/ 1122617 w 4418204"/>
                <a:gd name="csY754" fmla="*/ 231795 h 2304683"/>
                <a:gd name="csX755" fmla="*/ 1122617 w 4418204"/>
                <a:gd name="csY755" fmla="*/ 227686 h 2304683"/>
                <a:gd name="csX756" fmla="*/ 1133412 w 4418204"/>
                <a:gd name="csY756" fmla="*/ 223470 h 2304683"/>
                <a:gd name="csX757" fmla="*/ 1163321 w 4418204"/>
                <a:gd name="csY757" fmla="*/ 228226 h 2304683"/>
                <a:gd name="csX758" fmla="*/ 1195896 w 4418204"/>
                <a:gd name="csY758" fmla="*/ 202166 h 2304683"/>
                <a:gd name="csX759" fmla="*/ 1359409 w 4418204"/>
                <a:gd name="csY759" fmla="*/ 165291 h 2304683"/>
                <a:gd name="csX760" fmla="*/ 1344613 w 4418204"/>
                <a:gd name="csY760" fmla="*/ 148210 h 2304683"/>
                <a:gd name="csX761" fmla="*/ 1437005 w 4418204"/>
                <a:gd name="csY761" fmla="*/ 140095 h 2304683"/>
                <a:gd name="csX762" fmla="*/ 1437450 w 4418204"/>
                <a:gd name="csY762" fmla="*/ 126798 h 2304683"/>
                <a:gd name="csX763" fmla="*/ 1481963 w 4418204"/>
                <a:gd name="csY763" fmla="*/ 121606 h 2304683"/>
                <a:gd name="csX764" fmla="*/ 1486281 w 4418204"/>
                <a:gd name="csY764" fmla="*/ 125064 h 2304683"/>
                <a:gd name="csX765" fmla="*/ 1486789 w 4418204"/>
                <a:gd name="csY765" fmla="*/ 127121 h 2304683"/>
                <a:gd name="csX766" fmla="*/ 1484885 w 4418204"/>
                <a:gd name="csY766" fmla="*/ 132957 h 2304683"/>
                <a:gd name="csX767" fmla="*/ 1441006 w 4418204"/>
                <a:gd name="csY767" fmla="*/ 165507 h 2304683"/>
                <a:gd name="csX768" fmla="*/ 1450467 w 4418204"/>
                <a:gd name="csY768" fmla="*/ 165291 h 2304683"/>
                <a:gd name="csX769" fmla="*/ 1477201 w 4418204"/>
                <a:gd name="csY769" fmla="*/ 154477 h 2304683"/>
                <a:gd name="csX770" fmla="*/ 1472311 w 4418204"/>
                <a:gd name="csY770" fmla="*/ 162916 h 2304683"/>
                <a:gd name="csX771" fmla="*/ 1488122 w 4418204"/>
                <a:gd name="csY771" fmla="*/ 161075 h 2304683"/>
                <a:gd name="csX772" fmla="*/ 1492948 w 4418204"/>
                <a:gd name="csY772" fmla="*/ 151671 h 2304683"/>
                <a:gd name="csX773" fmla="*/ 1492314 w 4418204"/>
                <a:gd name="csY773" fmla="*/ 151232 h 2304683"/>
                <a:gd name="csX774" fmla="*/ 1503617 w 4418204"/>
                <a:gd name="csY774" fmla="*/ 145073 h 2304683"/>
                <a:gd name="csX775" fmla="*/ 1502601 w 4418204"/>
                <a:gd name="csY775" fmla="*/ 156859 h 2304683"/>
                <a:gd name="csX776" fmla="*/ 1521460 w 4418204"/>
                <a:gd name="csY776" fmla="*/ 155995 h 2304683"/>
                <a:gd name="csX777" fmla="*/ 1521651 w 4418204"/>
                <a:gd name="csY777" fmla="*/ 145613 h 2304683"/>
                <a:gd name="csX778" fmla="*/ 1555623 w 4418204"/>
                <a:gd name="csY778" fmla="*/ 131878 h 2304683"/>
                <a:gd name="csX779" fmla="*/ 1574165 w 4418204"/>
                <a:gd name="csY779" fmla="*/ 134691 h 2304683"/>
                <a:gd name="csX780" fmla="*/ 1587247 w 4418204"/>
                <a:gd name="csY780" fmla="*/ 144533 h 2304683"/>
                <a:gd name="csX781" fmla="*/ 1595247 w 4418204"/>
                <a:gd name="csY781" fmla="*/ 141288 h 2304683"/>
                <a:gd name="csX782" fmla="*/ 1569910 w 4418204"/>
                <a:gd name="csY782" fmla="*/ 117605 h 2304683"/>
                <a:gd name="csX783" fmla="*/ 1564958 w 4418204"/>
                <a:gd name="csY783" fmla="*/ 108089 h 2304683"/>
                <a:gd name="csX784" fmla="*/ 1602740 w 4418204"/>
                <a:gd name="csY784" fmla="*/ 114468 h 2304683"/>
                <a:gd name="csX785" fmla="*/ 1639634 w 4418204"/>
                <a:gd name="csY785" fmla="*/ 106250 h 2304683"/>
                <a:gd name="csX786" fmla="*/ 1651762 w 4418204"/>
                <a:gd name="csY786" fmla="*/ 91435 h 2304683"/>
                <a:gd name="csX787" fmla="*/ 1645031 w 4418204"/>
                <a:gd name="csY787" fmla="*/ 83541 h 2304683"/>
                <a:gd name="csX788" fmla="*/ 1646238 w 4418204"/>
                <a:gd name="csY788" fmla="*/ 72403 h 2304683"/>
                <a:gd name="csX789" fmla="*/ 1654556 w 4418204"/>
                <a:gd name="csY789" fmla="*/ 66672 h 2304683"/>
                <a:gd name="csX790" fmla="*/ 1659001 w 4418204"/>
                <a:gd name="csY790" fmla="*/ 56831 h 2304683"/>
                <a:gd name="csX791" fmla="*/ 1691894 w 4418204"/>
                <a:gd name="csY791" fmla="*/ 38340 h 2304683"/>
                <a:gd name="csX792" fmla="*/ 1706944 w 4418204"/>
                <a:gd name="csY792" fmla="*/ 22011 h 2304683"/>
                <a:gd name="csX793" fmla="*/ 1729931 w 4418204"/>
                <a:gd name="csY793" fmla="*/ 8602 h 2304683"/>
                <a:gd name="csX794" fmla="*/ 1745297 w 4418204"/>
                <a:gd name="csY794" fmla="*/ 8062 h 2304683"/>
                <a:gd name="csX795" fmla="*/ 1758697 w 4418204"/>
                <a:gd name="csY795" fmla="*/ 1465 h 2304683"/>
                <a:gd name="csX796" fmla="*/ 1768007 w 4418204"/>
                <a:gd name="csY796" fmla="*/ 451 h 2304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</a:cxnLst>
              <a:rect l="l" t="t" r="r" b="b"/>
              <a:pathLst>
                <a:path w="4418204" h="2304683">
                  <a:moveTo>
                    <a:pt x="1768007" y="451"/>
                  </a:moveTo>
                  <a:cubicBezTo>
                    <a:pt x="1772190" y="1168"/>
                    <a:pt x="1777906" y="2601"/>
                    <a:pt x="1786510" y="3736"/>
                  </a:cubicBezTo>
                  <a:cubicBezTo>
                    <a:pt x="1791589" y="4601"/>
                    <a:pt x="1787589" y="9467"/>
                    <a:pt x="1792796" y="10116"/>
                  </a:cubicBezTo>
                  <a:cubicBezTo>
                    <a:pt x="1821244" y="14549"/>
                    <a:pt x="1826578" y="12386"/>
                    <a:pt x="1830769" y="17469"/>
                  </a:cubicBezTo>
                  <a:cubicBezTo>
                    <a:pt x="1835785" y="24390"/>
                    <a:pt x="1844612" y="31527"/>
                    <a:pt x="1839087" y="31635"/>
                  </a:cubicBezTo>
                  <a:cubicBezTo>
                    <a:pt x="1831531" y="32176"/>
                    <a:pt x="1826006" y="30770"/>
                    <a:pt x="1821371" y="34014"/>
                  </a:cubicBezTo>
                  <a:cubicBezTo>
                    <a:pt x="1809433" y="41800"/>
                    <a:pt x="1805115" y="46991"/>
                    <a:pt x="1799400" y="47315"/>
                  </a:cubicBezTo>
                  <a:cubicBezTo>
                    <a:pt x="1790954" y="48397"/>
                    <a:pt x="1784350" y="46017"/>
                    <a:pt x="1780984" y="51316"/>
                  </a:cubicBezTo>
                  <a:lnTo>
                    <a:pt x="1779460" y="53804"/>
                  </a:lnTo>
                  <a:cubicBezTo>
                    <a:pt x="1775778" y="59751"/>
                    <a:pt x="1787398" y="55426"/>
                    <a:pt x="1820926" y="54561"/>
                  </a:cubicBezTo>
                  <a:cubicBezTo>
                    <a:pt x="1825498" y="54344"/>
                    <a:pt x="1820799" y="60400"/>
                    <a:pt x="1820609" y="61265"/>
                  </a:cubicBezTo>
                  <a:cubicBezTo>
                    <a:pt x="1817560" y="66996"/>
                    <a:pt x="1827403" y="61373"/>
                    <a:pt x="1838134" y="58994"/>
                  </a:cubicBezTo>
                  <a:cubicBezTo>
                    <a:pt x="1844231" y="57264"/>
                    <a:pt x="1847914" y="59967"/>
                    <a:pt x="1882712" y="66672"/>
                  </a:cubicBezTo>
                  <a:cubicBezTo>
                    <a:pt x="1888934" y="67861"/>
                    <a:pt x="1877949" y="74350"/>
                    <a:pt x="1851914" y="103438"/>
                  </a:cubicBezTo>
                  <a:cubicBezTo>
                    <a:pt x="1847152" y="108521"/>
                    <a:pt x="1859915" y="105385"/>
                    <a:pt x="1901698" y="107007"/>
                  </a:cubicBezTo>
                  <a:cubicBezTo>
                    <a:pt x="1909128" y="107115"/>
                    <a:pt x="1901698" y="89597"/>
                    <a:pt x="1909128" y="89705"/>
                  </a:cubicBezTo>
                  <a:cubicBezTo>
                    <a:pt x="2003234" y="89813"/>
                    <a:pt x="1952752" y="94139"/>
                    <a:pt x="2010918" y="86137"/>
                  </a:cubicBezTo>
                  <a:cubicBezTo>
                    <a:pt x="2019427" y="84839"/>
                    <a:pt x="2040954" y="101384"/>
                    <a:pt x="2050288" y="100411"/>
                  </a:cubicBezTo>
                  <a:cubicBezTo>
                    <a:pt x="2062607" y="100086"/>
                    <a:pt x="2069973" y="95436"/>
                    <a:pt x="2071815" y="101925"/>
                  </a:cubicBezTo>
                  <a:cubicBezTo>
                    <a:pt x="2081911" y="133503"/>
                    <a:pt x="2080832" y="142584"/>
                    <a:pt x="2086737" y="142908"/>
                  </a:cubicBezTo>
                  <a:lnTo>
                    <a:pt x="2095627" y="143447"/>
                  </a:lnTo>
                  <a:cubicBezTo>
                    <a:pt x="2100708" y="143663"/>
                    <a:pt x="2098548" y="134691"/>
                    <a:pt x="2098993" y="130690"/>
                  </a:cubicBezTo>
                  <a:cubicBezTo>
                    <a:pt x="2098993" y="124740"/>
                    <a:pt x="2105787" y="129503"/>
                    <a:pt x="2108391" y="129935"/>
                  </a:cubicBezTo>
                  <a:cubicBezTo>
                    <a:pt x="2114170" y="131986"/>
                    <a:pt x="2114487" y="139555"/>
                    <a:pt x="2128012" y="168536"/>
                  </a:cubicBezTo>
                  <a:cubicBezTo>
                    <a:pt x="2130298" y="173730"/>
                    <a:pt x="2125726" y="178487"/>
                    <a:pt x="2124647" y="181192"/>
                  </a:cubicBezTo>
                  <a:cubicBezTo>
                    <a:pt x="2121535" y="187027"/>
                    <a:pt x="2114931" y="180976"/>
                    <a:pt x="2100835" y="177623"/>
                  </a:cubicBezTo>
                  <a:cubicBezTo>
                    <a:pt x="2095881" y="175997"/>
                    <a:pt x="2091310" y="179458"/>
                    <a:pt x="2087435" y="180646"/>
                  </a:cubicBezTo>
                  <a:cubicBezTo>
                    <a:pt x="2081467" y="183027"/>
                    <a:pt x="2095119" y="186164"/>
                    <a:pt x="2120456" y="199143"/>
                  </a:cubicBezTo>
                  <a:cubicBezTo>
                    <a:pt x="2125218" y="201410"/>
                    <a:pt x="2120456" y="208548"/>
                    <a:pt x="2119567" y="212872"/>
                  </a:cubicBezTo>
                  <a:cubicBezTo>
                    <a:pt x="2117408" y="219685"/>
                    <a:pt x="2112010" y="221527"/>
                    <a:pt x="2086864" y="245422"/>
                  </a:cubicBezTo>
                  <a:cubicBezTo>
                    <a:pt x="2082419" y="249422"/>
                    <a:pt x="2076704" y="248991"/>
                    <a:pt x="2068259" y="251156"/>
                  </a:cubicBezTo>
                  <a:cubicBezTo>
                    <a:pt x="2062861" y="252236"/>
                    <a:pt x="2060004" y="258833"/>
                    <a:pt x="2053654" y="266186"/>
                  </a:cubicBezTo>
                  <a:cubicBezTo>
                    <a:pt x="2048891" y="272238"/>
                    <a:pt x="2038604" y="266834"/>
                    <a:pt x="2030476" y="271266"/>
                  </a:cubicBezTo>
                  <a:cubicBezTo>
                    <a:pt x="1985328" y="297219"/>
                    <a:pt x="1978851" y="296139"/>
                    <a:pt x="1977962" y="303601"/>
                  </a:cubicBezTo>
                  <a:cubicBezTo>
                    <a:pt x="1977327" y="306198"/>
                    <a:pt x="1978089" y="313227"/>
                    <a:pt x="1973644" y="315386"/>
                  </a:cubicBezTo>
                  <a:cubicBezTo>
                    <a:pt x="1941385" y="331719"/>
                    <a:pt x="1936559" y="331719"/>
                    <a:pt x="1932622" y="337338"/>
                  </a:cubicBezTo>
                  <a:cubicBezTo>
                    <a:pt x="1920812" y="353131"/>
                    <a:pt x="1918971" y="360268"/>
                    <a:pt x="1913128" y="361240"/>
                  </a:cubicBezTo>
                  <a:cubicBezTo>
                    <a:pt x="1886839" y="366428"/>
                    <a:pt x="1881442" y="364700"/>
                    <a:pt x="1877187" y="369672"/>
                  </a:cubicBezTo>
                  <a:lnTo>
                    <a:pt x="1862074" y="387948"/>
                  </a:lnTo>
                  <a:cubicBezTo>
                    <a:pt x="1857947" y="392812"/>
                    <a:pt x="1852105" y="391301"/>
                    <a:pt x="1835848" y="394761"/>
                  </a:cubicBezTo>
                  <a:cubicBezTo>
                    <a:pt x="1830134" y="395733"/>
                    <a:pt x="1830451" y="405036"/>
                    <a:pt x="1824863" y="420498"/>
                  </a:cubicBezTo>
                  <a:cubicBezTo>
                    <a:pt x="1823085" y="426124"/>
                    <a:pt x="1830260" y="426124"/>
                    <a:pt x="1832293" y="427311"/>
                  </a:cubicBezTo>
                  <a:cubicBezTo>
                    <a:pt x="1839785" y="429909"/>
                    <a:pt x="1841373" y="408065"/>
                    <a:pt x="1849501" y="407303"/>
                  </a:cubicBezTo>
                  <a:cubicBezTo>
                    <a:pt x="1903540" y="402223"/>
                    <a:pt x="1906651" y="403086"/>
                    <a:pt x="1912621" y="400819"/>
                  </a:cubicBezTo>
                  <a:cubicBezTo>
                    <a:pt x="2010791" y="361779"/>
                    <a:pt x="2017840" y="364916"/>
                    <a:pt x="2015554" y="357563"/>
                  </a:cubicBezTo>
                  <a:cubicBezTo>
                    <a:pt x="2014347" y="355182"/>
                    <a:pt x="2013839" y="347181"/>
                    <a:pt x="2009140" y="348584"/>
                  </a:cubicBezTo>
                  <a:lnTo>
                    <a:pt x="1971612" y="359398"/>
                  </a:lnTo>
                  <a:cubicBezTo>
                    <a:pt x="1969897" y="359938"/>
                    <a:pt x="1968119" y="358535"/>
                    <a:pt x="1967802" y="356369"/>
                  </a:cubicBezTo>
                  <a:cubicBezTo>
                    <a:pt x="1967802" y="354966"/>
                    <a:pt x="1965770" y="349670"/>
                    <a:pt x="1969135" y="345885"/>
                  </a:cubicBezTo>
                  <a:cubicBezTo>
                    <a:pt x="1977644" y="337554"/>
                    <a:pt x="1980565" y="330525"/>
                    <a:pt x="1986090" y="331287"/>
                  </a:cubicBezTo>
                  <a:cubicBezTo>
                    <a:pt x="2010473" y="333985"/>
                    <a:pt x="2015110" y="336583"/>
                    <a:pt x="2020634" y="333985"/>
                  </a:cubicBezTo>
                  <a:cubicBezTo>
                    <a:pt x="2031111" y="329769"/>
                    <a:pt x="2040446" y="323063"/>
                    <a:pt x="2037271" y="328690"/>
                  </a:cubicBezTo>
                  <a:cubicBezTo>
                    <a:pt x="2034794" y="334532"/>
                    <a:pt x="2028000" y="341123"/>
                    <a:pt x="2032889" y="343828"/>
                  </a:cubicBezTo>
                  <a:lnTo>
                    <a:pt x="2053082" y="355182"/>
                  </a:lnTo>
                  <a:cubicBezTo>
                    <a:pt x="2058416" y="358211"/>
                    <a:pt x="2063369" y="355829"/>
                    <a:pt x="2087944" y="355074"/>
                  </a:cubicBezTo>
                  <a:cubicBezTo>
                    <a:pt x="2093468" y="354750"/>
                    <a:pt x="2089150" y="345339"/>
                    <a:pt x="2088579" y="337014"/>
                  </a:cubicBezTo>
                  <a:cubicBezTo>
                    <a:pt x="2087499" y="329985"/>
                    <a:pt x="2094802" y="342748"/>
                    <a:pt x="2108200" y="359074"/>
                  </a:cubicBezTo>
                  <a:cubicBezTo>
                    <a:pt x="2113597" y="366104"/>
                    <a:pt x="2095881" y="380702"/>
                    <a:pt x="2102803" y="385351"/>
                  </a:cubicBezTo>
                  <a:lnTo>
                    <a:pt x="2118170" y="395625"/>
                  </a:lnTo>
                  <a:cubicBezTo>
                    <a:pt x="2122361" y="398438"/>
                    <a:pt x="2126171" y="392920"/>
                    <a:pt x="2128139" y="391732"/>
                  </a:cubicBezTo>
                  <a:cubicBezTo>
                    <a:pt x="2129536" y="390437"/>
                    <a:pt x="2129600" y="388272"/>
                    <a:pt x="2128139" y="386976"/>
                  </a:cubicBezTo>
                  <a:lnTo>
                    <a:pt x="2121154" y="380702"/>
                  </a:lnTo>
                  <a:cubicBezTo>
                    <a:pt x="2116646" y="376594"/>
                    <a:pt x="2127441" y="375946"/>
                    <a:pt x="2136458" y="371838"/>
                  </a:cubicBezTo>
                  <a:cubicBezTo>
                    <a:pt x="2141665" y="369888"/>
                    <a:pt x="2147189" y="371298"/>
                    <a:pt x="2155825" y="371514"/>
                  </a:cubicBezTo>
                  <a:cubicBezTo>
                    <a:pt x="2161540" y="371730"/>
                    <a:pt x="2165541" y="367183"/>
                    <a:pt x="2180400" y="358750"/>
                  </a:cubicBezTo>
                  <a:cubicBezTo>
                    <a:pt x="2186877" y="354858"/>
                    <a:pt x="2247265" y="369457"/>
                    <a:pt x="2262315" y="369672"/>
                  </a:cubicBezTo>
                  <a:cubicBezTo>
                    <a:pt x="2310511" y="371622"/>
                    <a:pt x="2317179" y="367291"/>
                    <a:pt x="2320036" y="373997"/>
                  </a:cubicBezTo>
                  <a:lnTo>
                    <a:pt x="2320672" y="375730"/>
                  </a:lnTo>
                  <a:cubicBezTo>
                    <a:pt x="2321497" y="377673"/>
                    <a:pt x="2320798" y="379839"/>
                    <a:pt x="2318957" y="380271"/>
                  </a:cubicBezTo>
                  <a:lnTo>
                    <a:pt x="2302447" y="384703"/>
                  </a:lnTo>
                  <a:cubicBezTo>
                    <a:pt x="2297367" y="386113"/>
                    <a:pt x="2297685" y="394222"/>
                    <a:pt x="2296287" y="398654"/>
                  </a:cubicBezTo>
                  <a:cubicBezTo>
                    <a:pt x="2295906" y="400819"/>
                    <a:pt x="2296986" y="402870"/>
                    <a:pt x="2298827" y="403302"/>
                  </a:cubicBezTo>
                  <a:lnTo>
                    <a:pt x="2338197" y="411741"/>
                  </a:lnTo>
                  <a:cubicBezTo>
                    <a:pt x="2342515" y="412713"/>
                    <a:pt x="2344166" y="407518"/>
                    <a:pt x="2344801" y="406871"/>
                  </a:cubicBezTo>
                  <a:cubicBezTo>
                    <a:pt x="2348040" y="401143"/>
                    <a:pt x="2354835" y="405683"/>
                    <a:pt x="2368614" y="406655"/>
                  </a:cubicBezTo>
                  <a:cubicBezTo>
                    <a:pt x="2375345" y="407626"/>
                    <a:pt x="2364042" y="419202"/>
                    <a:pt x="2370900" y="419958"/>
                  </a:cubicBezTo>
                  <a:lnTo>
                    <a:pt x="2428812" y="426340"/>
                  </a:lnTo>
                  <a:cubicBezTo>
                    <a:pt x="2434654" y="426988"/>
                    <a:pt x="2438845" y="422009"/>
                    <a:pt x="2454466" y="413360"/>
                  </a:cubicBezTo>
                  <a:cubicBezTo>
                    <a:pt x="2459610" y="410224"/>
                    <a:pt x="2463991" y="417469"/>
                    <a:pt x="2478151" y="426880"/>
                  </a:cubicBezTo>
                  <a:cubicBezTo>
                    <a:pt x="2482659" y="430232"/>
                    <a:pt x="2484438" y="420174"/>
                    <a:pt x="2488185" y="413792"/>
                  </a:cubicBezTo>
                  <a:cubicBezTo>
                    <a:pt x="2491105" y="407734"/>
                    <a:pt x="2486343" y="402115"/>
                    <a:pt x="2480184" y="380594"/>
                  </a:cubicBezTo>
                  <a:cubicBezTo>
                    <a:pt x="2478024" y="373997"/>
                    <a:pt x="2485517" y="370860"/>
                    <a:pt x="2499487" y="353131"/>
                  </a:cubicBezTo>
                  <a:cubicBezTo>
                    <a:pt x="2502853" y="349238"/>
                    <a:pt x="2505647" y="356369"/>
                    <a:pt x="2506599" y="357347"/>
                  </a:cubicBezTo>
                  <a:cubicBezTo>
                    <a:pt x="2509838" y="362211"/>
                    <a:pt x="2515299" y="356153"/>
                    <a:pt x="2519680" y="354426"/>
                  </a:cubicBezTo>
                  <a:cubicBezTo>
                    <a:pt x="2525332" y="351289"/>
                    <a:pt x="2528571" y="356591"/>
                    <a:pt x="2576830" y="377997"/>
                  </a:cubicBezTo>
                  <a:cubicBezTo>
                    <a:pt x="2581720" y="380271"/>
                    <a:pt x="2585847" y="374867"/>
                    <a:pt x="2590356" y="372486"/>
                  </a:cubicBezTo>
                  <a:cubicBezTo>
                    <a:pt x="2594039" y="369996"/>
                    <a:pt x="2594610" y="376378"/>
                    <a:pt x="2595055" y="377134"/>
                  </a:cubicBezTo>
                  <a:cubicBezTo>
                    <a:pt x="2595563" y="379299"/>
                    <a:pt x="2594610" y="381674"/>
                    <a:pt x="2592896" y="382544"/>
                  </a:cubicBezTo>
                  <a:lnTo>
                    <a:pt x="2592642" y="382544"/>
                  </a:lnTo>
                  <a:cubicBezTo>
                    <a:pt x="2587562" y="384811"/>
                    <a:pt x="2587879" y="392704"/>
                    <a:pt x="2583879" y="405036"/>
                  </a:cubicBezTo>
                  <a:cubicBezTo>
                    <a:pt x="2583371" y="407195"/>
                    <a:pt x="2584450" y="408712"/>
                    <a:pt x="2586292" y="408712"/>
                  </a:cubicBezTo>
                  <a:lnTo>
                    <a:pt x="2586610" y="408712"/>
                  </a:lnTo>
                  <a:cubicBezTo>
                    <a:pt x="2592578" y="408388"/>
                    <a:pt x="2594610" y="401359"/>
                    <a:pt x="2611501" y="381134"/>
                  </a:cubicBezTo>
                  <a:cubicBezTo>
                    <a:pt x="2615692" y="375730"/>
                    <a:pt x="2620582" y="380594"/>
                    <a:pt x="2662810" y="386113"/>
                  </a:cubicBezTo>
                  <a:cubicBezTo>
                    <a:pt x="2668397" y="386976"/>
                    <a:pt x="2659317" y="394006"/>
                    <a:pt x="2653602" y="402438"/>
                  </a:cubicBezTo>
                  <a:cubicBezTo>
                    <a:pt x="2650363" y="406547"/>
                    <a:pt x="2655316" y="411195"/>
                    <a:pt x="2655951" y="412821"/>
                  </a:cubicBezTo>
                  <a:cubicBezTo>
                    <a:pt x="2657031" y="414548"/>
                    <a:pt x="2659253" y="415088"/>
                    <a:pt x="2660841" y="413900"/>
                  </a:cubicBezTo>
                  <a:lnTo>
                    <a:pt x="2676652" y="402115"/>
                  </a:lnTo>
                  <a:cubicBezTo>
                    <a:pt x="2681860" y="398330"/>
                    <a:pt x="2684971" y="406439"/>
                    <a:pt x="2708784" y="426124"/>
                  </a:cubicBezTo>
                  <a:cubicBezTo>
                    <a:pt x="2710308" y="427527"/>
                    <a:pt x="2711387" y="430448"/>
                    <a:pt x="2711387" y="432607"/>
                  </a:cubicBezTo>
                  <a:cubicBezTo>
                    <a:pt x="2710180" y="443637"/>
                    <a:pt x="2712911" y="453480"/>
                    <a:pt x="2707386" y="453696"/>
                  </a:cubicBezTo>
                  <a:cubicBezTo>
                    <a:pt x="2676017" y="455969"/>
                    <a:pt x="2664079" y="453048"/>
                    <a:pt x="2668778" y="458020"/>
                  </a:cubicBezTo>
                  <a:cubicBezTo>
                    <a:pt x="2668778" y="458020"/>
                    <a:pt x="2680335" y="470460"/>
                    <a:pt x="2683256" y="470460"/>
                  </a:cubicBezTo>
                  <a:cubicBezTo>
                    <a:pt x="2686177" y="470460"/>
                    <a:pt x="2708148" y="474352"/>
                    <a:pt x="2708148" y="474352"/>
                  </a:cubicBezTo>
                  <a:cubicBezTo>
                    <a:pt x="2713672" y="475324"/>
                    <a:pt x="2709799" y="485274"/>
                    <a:pt x="2709546" y="496736"/>
                  </a:cubicBezTo>
                  <a:cubicBezTo>
                    <a:pt x="2709355" y="498895"/>
                    <a:pt x="2707704" y="500197"/>
                    <a:pt x="2705989" y="499549"/>
                  </a:cubicBezTo>
                  <a:lnTo>
                    <a:pt x="2666365" y="484950"/>
                  </a:lnTo>
                  <a:cubicBezTo>
                    <a:pt x="2662047" y="483325"/>
                    <a:pt x="2655571" y="487973"/>
                    <a:pt x="2658809" y="491973"/>
                  </a:cubicBezTo>
                  <a:lnTo>
                    <a:pt x="2679383" y="517386"/>
                  </a:lnTo>
                  <a:cubicBezTo>
                    <a:pt x="2685542" y="524955"/>
                    <a:pt x="2706116" y="516846"/>
                    <a:pt x="2710117" y="525609"/>
                  </a:cubicBezTo>
                  <a:lnTo>
                    <a:pt x="2710497" y="526581"/>
                  </a:lnTo>
                  <a:cubicBezTo>
                    <a:pt x="2714181" y="534582"/>
                    <a:pt x="2695131" y="537827"/>
                    <a:pt x="2700274" y="544748"/>
                  </a:cubicBezTo>
                  <a:lnTo>
                    <a:pt x="2731389" y="586919"/>
                  </a:lnTo>
                  <a:cubicBezTo>
                    <a:pt x="2735517" y="592437"/>
                    <a:pt x="2739962" y="592221"/>
                    <a:pt x="2779586" y="612439"/>
                  </a:cubicBezTo>
                  <a:cubicBezTo>
                    <a:pt x="2785428" y="615360"/>
                    <a:pt x="2784539" y="606172"/>
                    <a:pt x="2819718" y="530150"/>
                  </a:cubicBezTo>
                  <a:cubicBezTo>
                    <a:pt x="2822448" y="523984"/>
                    <a:pt x="2827972" y="521279"/>
                    <a:pt x="2837942" y="511982"/>
                  </a:cubicBezTo>
                  <a:cubicBezTo>
                    <a:pt x="2842260" y="508198"/>
                    <a:pt x="2848102" y="511335"/>
                    <a:pt x="2854389" y="511766"/>
                  </a:cubicBezTo>
                  <a:cubicBezTo>
                    <a:pt x="2859977" y="512630"/>
                    <a:pt x="2850261" y="518256"/>
                    <a:pt x="2840292" y="528524"/>
                  </a:cubicBezTo>
                  <a:cubicBezTo>
                    <a:pt x="2838768" y="529826"/>
                    <a:pt x="2838895" y="531985"/>
                    <a:pt x="2840546" y="533071"/>
                  </a:cubicBezTo>
                  <a:lnTo>
                    <a:pt x="2875026" y="557829"/>
                  </a:lnTo>
                  <a:cubicBezTo>
                    <a:pt x="2880106" y="561506"/>
                    <a:pt x="2885631" y="558807"/>
                    <a:pt x="2907538" y="558375"/>
                  </a:cubicBezTo>
                  <a:cubicBezTo>
                    <a:pt x="2913444" y="557944"/>
                    <a:pt x="2917127" y="554045"/>
                    <a:pt x="2943670" y="539668"/>
                  </a:cubicBezTo>
                  <a:cubicBezTo>
                    <a:pt x="2949067" y="536531"/>
                    <a:pt x="2954147" y="540964"/>
                    <a:pt x="2982087" y="548101"/>
                  </a:cubicBezTo>
                  <a:cubicBezTo>
                    <a:pt x="2987802" y="549720"/>
                    <a:pt x="2991422" y="553505"/>
                    <a:pt x="3013584" y="567888"/>
                  </a:cubicBezTo>
                  <a:cubicBezTo>
                    <a:pt x="3018472" y="571133"/>
                    <a:pt x="3023680" y="570593"/>
                    <a:pt x="3035047" y="572866"/>
                  </a:cubicBezTo>
                  <a:cubicBezTo>
                    <a:pt x="3039809" y="573622"/>
                    <a:pt x="3034347" y="566916"/>
                    <a:pt x="3033840" y="565405"/>
                  </a:cubicBezTo>
                  <a:cubicBezTo>
                    <a:pt x="3030919" y="560211"/>
                    <a:pt x="3035745" y="554483"/>
                    <a:pt x="3037840" y="548425"/>
                  </a:cubicBezTo>
                  <a:cubicBezTo>
                    <a:pt x="3040444" y="542259"/>
                    <a:pt x="3047492" y="544317"/>
                    <a:pt x="3063240" y="540640"/>
                  </a:cubicBezTo>
                  <a:cubicBezTo>
                    <a:pt x="3070543" y="539338"/>
                    <a:pt x="3066542" y="557721"/>
                    <a:pt x="3073845" y="556966"/>
                  </a:cubicBezTo>
                  <a:cubicBezTo>
                    <a:pt x="3100261" y="553181"/>
                    <a:pt x="3112199" y="555239"/>
                    <a:pt x="3107563" y="550476"/>
                  </a:cubicBezTo>
                  <a:cubicBezTo>
                    <a:pt x="3101784" y="543345"/>
                    <a:pt x="3094355" y="539992"/>
                    <a:pt x="3096705" y="534042"/>
                  </a:cubicBezTo>
                  <a:cubicBezTo>
                    <a:pt x="3097785" y="530366"/>
                    <a:pt x="3102420" y="524200"/>
                    <a:pt x="3098800" y="520091"/>
                  </a:cubicBezTo>
                  <a:cubicBezTo>
                    <a:pt x="3098356" y="519228"/>
                    <a:pt x="3093911" y="516307"/>
                    <a:pt x="3095752" y="511443"/>
                  </a:cubicBezTo>
                  <a:cubicBezTo>
                    <a:pt x="3098420" y="505816"/>
                    <a:pt x="3099309" y="497276"/>
                    <a:pt x="3104642" y="497276"/>
                  </a:cubicBezTo>
                  <a:cubicBezTo>
                    <a:pt x="3110802" y="496520"/>
                    <a:pt x="3119438" y="499657"/>
                    <a:pt x="3118485" y="493275"/>
                  </a:cubicBezTo>
                  <a:cubicBezTo>
                    <a:pt x="3117914" y="491866"/>
                    <a:pt x="3118231" y="483972"/>
                    <a:pt x="3113722" y="484734"/>
                  </a:cubicBezTo>
                  <a:cubicBezTo>
                    <a:pt x="3095752" y="488411"/>
                    <a:pt x="3090355" y="487217"/>
                    <a:pt x="3085656" y="491434"/>
                  </a:cubicBezTo>
                  <a:lnTo>
                    <a:pt x="3084576" y="492412"/>
                  </a:lnTo>
                  <a:cubicBezTo>
                    <a:pt x="3083179" y="493815"/>
                    <a:pt x="3080449" y="494247"/>
                    <a:pt x="3078735" y="493599"/>
                  </a:cubicBezTo>
                  <a:cubicBezTo>
                    <a:pt x="3078099" y="493167"/>
                    <a:pt x="3072385" y="492196"/>
                    <a:pt x="3075305" y="488297"/>
                  </a:cubicBezTo>
                  <a:cubicBezTo>
                    <a:pt x="3086291" y="474784"/>
                    <a:pt x="3088513" y="467431"/>
                    <a:pt x="3094228" y="467431"/>
                  </a:cubicBezTo>
                  <a:cubicBezTo>
                    <a:pt x="3131757" y="466021"/>
                    <a:pt x="3136647" y="468942"/>
                    <a:pt x="3141536" y="464402"/>
                  </a:cubicBezTo>
                  <a:cubicBezTo>
                    <a:pt x="3145663" y="459646"/>
                    <a:pt x="3153410" y="456185"/>
                    <a:pt x="3150045" y="451314"/>
                  </a:cubicBezTo>
                  <a:cubicBezTo>
                    <a:pt x="3142806" y="439421"/>
                    <a:pt x="3133916" y="431096"/>
                    <a:pt x="3139695" y="431312"/>
                  </a:cubicBezTo>
                  <a:lnTo>
                    <a:pt x="3150807" y="431636"/>
                  </a:lnTo>
                  <a:cubicBezTo>
                    <a:pt x="3156585" y="431852"/>
                    <a:pt x="3161347" y="435960"/>
                    <a:pt x="3173476" y="442018"/>
                  </a:cubicBezTo>
                  <a:cubicBezTo>
                    <a:pt x="3179699" y="445371"/>
                    <a:pt x="3282633" y="453048"/>
                    <a:pt x="3292729" y="455861"/>
                  </a:cubicBezTo>
                  <a:lnTo>
                    <a:pt x="3358959" y="474568"/>
                  </a:lnTo>
                  <a:cubicBezTo>
                    <a:pt x="3364929" y="476187"/>
                    <a:pt x="3354197" y="483109"/>
                    <a:pt x="3332036" y="510141"/>
                  </a:cubicBezTo>
                  <a:cubicBezTo>
                    <a:pt x="3326385" y="516523"/>
                    <a:pt x="3321177" y="490786"/>
                    <a:pt x="3316351" y="498247"/>
                  </a:cubicBezTo>
                  <a:lnTo>
                    <a:pt x="3293047" y="533826"/>
                  </a:lnTo>
                  <a:cubicBezTo>
                    <a:pt x="3289237" y="539668"/>
                    <a:pt x="3301492" y="534582"/>
                    <a:pt x="3329940" y="531337"/>
                  </a:cubicBezTo>
                  <a:cubicBezTo>
                    <a:pt x="3336100" y="530366"/>
                    <a:pt x="3337243" y="524962"/>
                    <a:pt x="3376930" y="480944"/>
                  </a:cubicBezTo>
                  <a:cubicBezTo>
                    <a:pt x="3381502" y="475756"/>
                    <a:pt x="3386646" y="479756"/>
                    <a:pt x="3441447" y="482353"/>
                  </a:cubicBezTo>
                  <a:cubicBezTo>
                    <a:pt x="3447479" y="482785"/>
                    <a:pt x="3450845" y="487541"/>
                    <a:pt x="3483420" y="509169"/>
                  </a:cubicBezTo>
                  <a:cubicBezTo>
                    <a:pt x="3487992" y="512306"/>
                    <a:pt x="3480943" y="517824"/>
                    <a:pt x="3478911" y="521501"/>
                  </a:cubicBezTo>
                  <a:cubicBezTo>
                    <a:pt x="3475292" y="526365"/>
                    <a:pt x="3469704" y="520307"/>
                    <a:pt x="3463417" y="518040"/>
                  </a:cubicBezTo>
                  <a:cubicBezTo>
                    <a:pt x="3458210" y="515443"/>
                    <a:pt x="3454209" y="523120"/>
                    <a:pt x="3446653" y="529178"/>
                  </a:cubicBezTo>
                  <a:cubicBezTo>
                    <a:pt x="3441447" y="533934"/>
                    <a:pt x="3452368" y="532963"/>
                    <a:pt x="3529140" y="558267"/>
                  </a:cubicBezTo>
                  <a:cubicBezTo>
                    <a:pt x="3534982" y="559995"/>
                    <a:pt x="3536697" y="565945"/>
                    <a:pt x="3562033" y="597301"/>
                  </a:cubicBezTo>
                  <a:cubicBezTo>
                    <a:pt x="3565906" y="602387"/>
                    <a:pt x="3572193" y="601625"/>
                    <a:pt x="3585528" y="605632"/>
                  </a:cubicBezTo>
                  <a:cubicBezTo>
                    <a:pt x="3591878" y="607251"/>
                    <a:pt x="3591434" y="605194"/>
                    <a:pt x="3697733" y="582270"/>
                  </a:cubicBezTo>
                  <a:cubicBezTo>
                    <a:pt x="3699510" y="581839"/>
                    <a:pt x="3702495" y="581731"/>
                    <a:pt x="3704336" y="581839"/>
                  </a:cubicBezTo>
                  <a:cubicBezTo>
                    <a:pt x="3816604" y="594602"/>
                    <a:pt x="3759645" y="575565"/>
                    <a:pt x="3840480" y="613957"/>
                  </a:cubicBezTo>
                  <a:cubicBezTo>
                    <a:pt x="3842259" y="614821"/>
                    <a:pt x="3844417" y="617094"/>
                    <a:pt x="3845370" y="618929"/>
                  </a:cubicBezTo>
                  <a:cubicBezTo>
                    <a:pt x="3852863" y="635369"/>
                    <a:pt x="3858832" y="640449"/>
                    <a:pt x="3856419" y="646831"/>
                  </a:cubicBezTo>
                  <a:lnTo>
                    <a:pt x="3845052" y="676892"/>
                  </a:lnTo>
                  <a:cubicBezTo>
                    <a:pt x="3844290" y="678949"/>
                    <a:pt x="3845052" y="681216"/>
                    <a:pt x="3846767" y="681972"/>
                  </a:cubicBezTo>
                  <a:lnTo>
                    <a:pt x="3889439" y="700571"/>
                  </a:lnTo>
                  <a:cubicBezTo>
                    <a:pt x="3894328" y="702736"/>
                    <a:pt x="3892042" y="711061"/>
                    <a:pt x="3892550" y="717551"/>
                  </a:cubicBezTo>
                  <a:cubicBezTo>
                    <a:pt x="3892550" y="724472"/>
                    <a:pt x="3898647" y="713550"/>
                    <a:pt x="3908679" y="703060"/>
                  </a:cubicBezTo>
                  <a:cubicBezTo>
                    <a:pt x="3912299" y="698952"/>
                    <a:pt x="3917570" y="699168"/>
                    <a:pt x="3920490" y="698304"/>
                  </a:cubicBezTo>
                  <a:cubicBezTo>
                    <a:pt x="3926333" y="697002"/>
                    <a:pt x="3919093" y="706845"/>
                    <a:pt x="3908934" y="734963"/>
                  </a:cubicBezTo>
                  <a:cubicBezTo>
                    <a:pt x="3906647" y="740474"/>
                    <a:pt x="3914648" y="734315"/>
                    <a:pt x="3917697" y="733121"/>
                  </a:cubicBezTo>
                  <a:cubicBezTo>
                    <a:pt x="3923094" y="730206"/>
                    <a:pt x="3924618" y="724149"/>
                    <a:pt x="3940302" y="699923"/>
                  </a:cubicBezTo>
                  <a:cubicBezTo>
                    <a:pt x="3944112" y="693872"/>
                    <a:pt x="3948875" y="697002"/>
                    <a:pt x="4004374" y="689001"/>
                  </a:cubicBezTo>
                  <a:cubicBezTo>
                    <a:pt x="4009898" y="688354"/>
                    <a:pt x="4013454" y="695059"/>
                    <a:pt x="4020693" y="701225"/>
                  </a:cubicBezTo>
                  <a:cubicBezTo>
                    <a:pt x="4025709" y="706089"/>
                    <a:pt x="4027742" y="702952"/>
                    <a:pt x="4115880" y="708902"/>
                  </a:cubicBezTo>
                  <a:cubicBezTo>
                    <a:pt x="4121722" y="709226"/>
                    <a:pt x="4125151" y="703276"/>
                    <a:pt x="4141216" y="691167"/>
                  </a:cubicBezTo>
                  <a:cubicBezTo>
                    <a:pt x="4145979" y="687166"/>
                    <a:pt x="4150741" y="694843"/>
                    <a:pt x="4163378" y="702844"/>
                  </a:cubicBezTo>
                  <a:cubicBezTo>
                    <a:pt x="4170299" y="707816"/>
                    <a:pt x="4159377" y="728149"/>
                    <a:pt x="4167061" y="730206"/>
                  </a:cubicBezTo>
                  <a:lnTo>
                    <a:pt x="4206558" y="740906"/>
                  </a:lnTo>
                  <a:cubicBezTo>
                    <a:pt x="4211574" y="742316"/>
                    <a:pt x="4207764" y="750425"/>
                    <a:pt x="4207510" y="754533"/>
                  </a:cubicBezTo>
                  <a:cubicBezTo>
                    <a:pt x="4206558" y="760159"/>
                    <a:pt x="4211892" y="762750"/>
                    <a:pt x="4212845" y="764052"/>
                  </a:cubicBezTo>
                  <a:cubicBezTo>
                    <a:pt x="4217480" y="768268"/>
                    <a:pt x="4223576" y="764484"/>
                    <a:pt x="4236212" y="763188"/>
                  </a:cubicBezTo>
                  <a:cubicBezTo>
                    <a:pt x="4242054" y="762318"/>
                    <a:pt x="4245864" y="758426"/>
                    <a:pt x="4267391" y="745777"/>
                  </a:cubicBezTo>
                  <a:cubicBezTo>
                    <a:pt x="4269042" y="744805"/>
                    <a:pt x="4269868" y="742208"/>
                    <a:pt x="4269233" y="740150"/>
                  </a:cubicBezTo>
                  <a:lnTo>
                    <a:pt x="4259263" y="707169"/>
                  </a:lnTo>
                  <a:cubicBezTo>
                    <a:pt x="4257358" y="700901"/>
                    <a:pt x="4250373" y="703492"/>
                    <a:pt x="4238372" y="701117"/>
                  </a:cubicBezTo>
                  <a:cubicBezTo>
                    <a:pt x="4233926" y="700679"/>
                    <a:pt x="4237292" y="693980"/>
                    <a:pt x="4237292" y="693002"/>
                  </a:cubicBezTo>
                  <a:cubicBezTo>
                    <a:pt x="4238943" y="687166"/>
                    <a:pt x="4245420" y="687922"/>
                    <a:pt x="4249230" y="686518"/>
                  </a:cubicBezTo>
                  <a:cubicBezTo>
                    <a:pt x="4254754" y="685109"/>
                    <a:pt x="4251707" y="675812"/>
                    <a:pt x="4252214" y="665646"/>
                  </a:cubicBezTo>
                  <a:cubicBezTo>
                    <a:pt x="4252214" y="657969"/>
                    <a:pt x="4258628" y="664020"/>
                    <a:pt x="4330573" y="671050"/>
                  </a:cubicBezTo>
                  <a:cubicBezTo>
                    <a:pt x="4339019" y="672028"/>
                    <a:pt x="4348226" y="689763"/>
                    <a:pt x="4355593" y="688138"/>
                  </a:cubicBezTo>
                  <a:cubicBezTo>
                    <a:pt x="4356799" y="687598"/>
                    <a:pt x="4363911" y="687814"/>
                    <a:pt x="4361371" y="683166"/>
                  </a:cubicBezTo>
                  <a:cubicBezTo>
                    <a:pt x="4360355" y="680784"/>
                    <a:pt x="4354767" y="673971"/>
                    <a:pt x="4359593" y="673971"/>
                  </a:cubicBezTo>
                  <a:lnTo>
                    <a:pt x="4386009" y="673539"/>
                  </a:lnTo>
                  <a:cubicBezTo>
                    <a:pt x="4391025" y="673539"/>
                    <a:pt x="4394582" y="678187"/>
                    <a:pt x="4397502" y="680137"/>
                  </a:cubicBezTo>
                  <a:cubicBezTo>
                    <a:pt x="4400042" y="682245"/>
                    <a:pt x="4402455" y="682353"/>
                    <a:pt x="4409210" y="681407"/>
                  </a:cubicBezTo>
                  <a:lnTo>
                    <a:pt x="4418204" y="680203"/>
                  </a:lnTo>
                  <a:lnTo>
                    <a:pt x="4418204" y="1233472"/>
                  </a:lnTo>
                  <a:lnTo>
                    <a:pt x="4385882" y="1249478"/>
                  </a:lnTo>
                  <a:cubicBezTo>
                    <a:pt x="4380802" y="1251967"/>
                    <a:pt x="4375659" y="1249370"/>
                    <a:pt x="4365372" y="1248290"/>
                  </a:cubicBezTo>
                  <a:cubicBezTo>
                    <a:pt x="4360355" y="1247535"/>
                    <a:pt x="4361371" y="1255643"/>
                    <a:pt x="4360355" y="1258780"/>
                  </a:cubicBezTo>
                  <a:cubicBezTo>
                    <a:pt x="4359529" y="1264400"/>
                    <a:pt x="4353307" y="1266134"/>
                    <a:pt x="4349306" y="1269379"/>
                  </a:cubicBezTo>
                  <a:cubicBezTo>
                    <a:pt x="4344861" y="1272408"/>
                    <a:pt x="4339718" y="1268077"/>
                    <a:pt x="4335463" y="1266889"/>
                  </a:cubicBezTo>
                  <a:cubicBezTo>
                    <a:pt x="4330827" y="1265054"/>
                    <a:pt x="4333939" y="1273163"/>
                    <a:pt x="4333939" y="1275760"/>
                  </a:cubicBezTo>
                  <a:cubicBezTo>
                    <a:pt x="4335019" y="1282676"/>
                    <a:pt x="4329303" y="1281272"/>
                    <a:pt x="4260152" y="1329392"/>
                  </a:cubicBezTo>
                  <a:cubicBezTo>
                    <a:pt x="4255072" y="1332745"/>
                    <a:pt x="4254754" y="1339667"/>
                    <a:pt x="4246626" y="1359561"/>
                  </a:cubicBezTo>
                  <a:cubicBezTo>
                    <a:pt x="4244531" y="1365079"/>
                    <a:pt x="4237927" y="1358590"/>
                    <a:pt x="4231323" y="1356323"/>
                  </a:cubicBezTo>
                  <a:cubicBezTo>
                    <a:pt x="4225925" y="1353726"/>
                    <a:pt x="4224973" y="1347128"/>
                    <a:pt x="4213607" y="1327233"/>
                  </a:cubicBezTo>
                  <a:cubicBezTo>
                    <a:pt x="4210559" y="1321499"/>
                    <a:pt x="4204526" y="1324744"/>
                    <a:pt x="4167696" y="1321068"/>
                  </a:cubicBezTo>
                  <a:cubicBezTo>
                    <a:pt x="4161663" y="1320744"/>
                    <a:pt x="4158171" y="1323881"/>
                    <a:pt x="4121468" y="1337501"/>
                  </a:cubicBezTo>
                  <a:cubicBezTo>
                    <a:pt x="4115880" y="1339667"/>
                    <a:pt x="4114038" y="1345071"/>
                    <a:pt x="4095306" y="1367569"/>
                  </a:cubicBezTo>
                  <a:cubicBezTo>
                    <a:pt x="4092258" y="1371353"/>
                    <a:pt x="4087178" y="1370591"/>
                    <a:pt x="4085972" y="1370922"/>
                  </a:cubicBezTo>
                  <a:cubicBezTo>
                    <a:pt x="4084130" y="1371137"/>
                    <a:pt x="4083050" y="1369620"/>
                    <a:pt x="4083495" y="1367677"/>
                  </a:cubicBezTo>
                  <a:lnTo>
                    <a:pt x="4091496" y="1334256"/>
                  </a:lnTo>
                  <a:cubicBezTo>
                    <a:pt x="4093020" y="1327557"/>
                    <a:pt x="4082859" y="1337177"/>
                    <a:pt x="4055872" y="1351884"/>
                  </a:cubicBezTo>
                  <a:cubicBezTo>
                    <a:pt x="4048443" y="1356323"/>
                    <a:pt x="4048951" y="1373080"/>
                    <a:pt x="4041712" y="1373080"/>
                  </a:cubicBezTo>
                  <a:lnTo>
                    <a:pt x="4034600" y="1373080"/>
                  </a:lnTo>
                  <a:cubicBezTo>
                    <a:pt x="4026789" y="1373080"/>
                    <a:pt x="4032759" y="1351776"/>
                    <a:pt x="4024947" y="1352970"/>
                  </a:cubicBezTo>
                  <a:lnTo>
                    <a:pt x="3993959" y="1357402"/>
                  </a:lnTo>
                  <a:cubicBezTo>
                    <a:pt x="3988054" y="1358266"/>
                    <a:pt x="3989007" y="1365835"/>
                    <a:pt x="3977640" y="1396004"/>
                  </a:cubicBezTo>
                  <a:cubicBezTo>
                    <a:pt x="3976243" y="1400220"/>
                    <a:pt x="3971925" y="1402062"/>
                    <a:pt x="3971290" y="1402602"/>
                  </a:cubicBezTo>
                  <a:cubicBezTo>
                    <a:pt x="3966528" y="1405415"/>
                    <a:pt x="3968433" y="1412660"/>
                    <a:pt x="3967671" y="1419366"/>
                  </a:cubicBezTo>
                  <a:cubicBezTo>
                    <a:pt x="3967480" y="1426071"/>
                    <a:pt x="3961829" y="1427798"/>
                    <a:pt x="3935730" y="1456996"/>
                  </a:cubicBezTo>
                  <a:cubicBezTo>
                    <a:pt x="3934460" y="1458399"/>
                    <a:pt x="3933063" y="1461104"/>
                    <a:pt x="3932746" y="1463162"/>
                  </a:cubicBezTo>
                  <a:cubicBezTo>
                    <a:pt x="3930459" y="1481653"/>
                    <a:pt x="3926015" y="1488898"/>
                    <a:pt x="3930904" y="1492359"/>
                  </a:cubicBezTo>
                  <a:cubicBezTo>
                    <a:pt x="3940429" y="1497979"/>
                    <a:pt x="3946779" y="1506526"/>
                    <a:pt x="3948430" y="1500576"/>
                  </a:cubicBezTo>
                  <a:cubicBezTo>
                    <a:pt x="3950272" y="1496144"/>
                    <a:pt x="3950272" y="1487165"/>
                    <a:pt x="3955161" y="1489222"/>
                  </a:cubicBezTo>
                  <a:lnTo>
                    <a:pt x="3974085" y="1497115"/>
                  </a:lnTo>
                  <a:cubicBezTo>
                    <a:pt x="3975799" y="1497871"/>
                    <a:pt x="3976371" y="1499712"/>
                    <a:pt x="3975164" y="1501331"/>
                  </a:cubicBezTo>
                  <a:lnTo>
                    <a:pt x="3961511" y="1519931"/>
                  </a:lnTo>
                  <a:cubicBezTo>
                    <a:pt x="3957828" y="1525017"/>
                    <a:pt x="3960241" y="1530961"/>
                    <a:pt x="3960114" y="1556481"/>
                  </a:cubicBezTo>
                  <a:cubicBezTo>
                    <a:pt x="3960241" y="1564698"/>
                    <a:pt x="3975037" y="1554100"/>
                    <a:pt x="3976371" y="1562215"/>
                  </a:cubicBezTo>
                  <a:lnTo>
                    <a:pt x="3979672" y="1584167"/>
                  </a:lnTo>
                  <a:cubicBezTo>
                    <a:pt x="3980561" y="1589787"/>
                    <a:pt x="3974592" y="1592816"/>
                    <a:pt x="3971608" y="1596600"/>
                  </a:cubicBezTo>
                  <a:cubicBezTo>
                    <a:pt x="3967671" y="1600601"/>
                    <a:pt x="3963480" y="1593464"/>
                    <a:pt x="3958400" y="1590003"/>
                  </a:cubicBezTo>
                  <a:cubicBezTo>
                    <a:pt x="3954272" y="1586542"/>
                    <a:pt x="3961321" y="1582002"/>
                    <a:pt x="3963797" y="1578325"/>
                  </a:cubicBezTo>
                  <a:cubicBezTo>
                    <a:pt x="3966718" y="1574864"/>
                    <a:pt x="3960876" y="1574001"/>
                    <a:pt x="3960305" y="1573569"/>
                  </a:cubicBezTo>
                  <a:cubicBezTo>
                    <a:pt x="3954780" y="1571512"/>
                    <a:pt x="3951478" y="1578433"/>
                    <a:pt x="3937509" y="1589571"/>
                  </a:cubicBezTo>
                  <a:cubicBezTo>
                    <a:pt x="3932746" y="1593679"/>
                    <a:pt x="3932936" y="1599737"/>
                    <a:pt x="3920363" y="1635424"/>
                  </a:cubicBezTo>
                  <a:cubicBezTo>
                    <a:pt x="3919728" y="1637367"/>
                    <a:pt x="3919983" y="1640288"/>
                    <a:pt x="3920808" y="1642130"/>
                  </a:cubicBezTo>
                  <a:cubicBezTo>
                    <a:pt x="3930142" y="1663428"/>
                    <a:pt x="3936620" y="1668514"/>
                    <a:pt x="3932619" y="1673270"/>
                  </a:cubicBezTo>
                  <a:cubicBezTo>
                    <a:pt x="3925062" y="1681271"/>
                    <a:pt x="3922205" y="1688733"/>
                    <a:pt x="3916680" y="1687869"/>
                  </a:cubicBezTo>
                  <a:cubicBezTo>
                    <a:pt x="3892233" y="1684840"/>
                    <a:pt x="3887026" y="1680948"/>
                    <a:pt x="3882517" y="1685056"/>
                  </a:cubicBezTo>
                  <a:lnTo>
                    <a:pt x="3858705" y="1706360"/>
                  </a:lnTo>
                  <a:cubicBezTo>
                    <a:pt x="3854259" y="1710361"/>
                    <a:pt x="3854704" y="1717066"/>
                    <a:pt x="3850260" y="1732744"/>
                  </a:cubicBezTo>
                  <a:cubicBezTo>
                    <a:pt x="3848862" y="1738479"/>
                    <a:pt x="3852291" y="1743774"/>
                    <a:pt x="3854895" y="1753077"/>
                  </a:cubicBezTo>
                  <a:cubicBezTo>
                    <a:pt x="3856419" y="1757509"/>
                    <a:pt x="3856546" y="1762920"/>
                    <a:pt x="3856546" y="1764215"/>
                  </a:cubicBezTo>
                  <a:cubicBezTo>
                    <a:pt x="3857054" y="1772432"/>
                    <a:pt x="3842259" y="1756322"/>
                    <a:pt x="3835083" y="1759567"/>
                  </a:cubicBezTo>
                  <a:lnTo>
                    <a:pt x="3810826" y="1770597"/>
                  </a:lnTo>
                  <a:cubicBezTo>
                    <a:pt x="3806825" y="1772324"/>
                    <a:pt x="3807143" y="1766482"/>
                    <a:pt x="3806825" y="1765834"/>
                  </a:cubicBezTo>
                  <a:cubicBezTo>
                    <a:pt x="3806508" y="1763783"/>
                    <a:pt x="3805111" y="1763243"/>
                    <a:pt x="3803714" y="1764539"/>
                  </a:cubicBezTo>
                  <a:cubicBezTo>
                    <a:pt x="3802317" y="1766050"/>
                    <a:pt x="3797300" y="1768647"/>
                    <a:pt x="3797300" y="1773950"/>
                  </a:cubicBezTo>
                  <a:lnTo>
                    <a:pt x="3797300" y="1808767"/>
                  </a:lnTo>
                  <a:cubicBezTo>
                    <a:pt x="3797300" y="1815688"/>
                    <a:pt x="3793745" y="1814932"/>
                    <a:pt x="3737356" y="1877975"/>
                  </a:cubicBezTo>
                  <a:cubicBezTo>
                    <a:pt x="3736086" y="1879379"/>
                    <a:pt x="3734309" y="1879055"/>
                    <a:pt x="3733547" y="1877220"/>
                  </a:cubicBezTo>
                  <a:lnTo>
                    <a:pt x="3725228" y="1857966"/>
                  </a:lnTo>
                  <a:cubicBezTo>
                    <a:pt x="3722624" y="1852023"/>
                    <a:pt x="3724148" y="1846936"/>
                    <a:pt x="3723069" y="1816120"/>
                  </a:cubicBezTo>
                  <a:cubicBezTo>
                    <a:pt x="3722942" y="1807471"/>
                    <a:pt x="3712147" y="1784872"/>
                    <a:pt x="3710622" y="1774813"/>
                  </a:cubicBezTo>
                  <a:cubicBezTo>
                    <a:pt x="3689731" y="1635748"/>
                    <a:pt x="3688144" y="1637367"/>
                    <a:pt x="3689731" y="1630554"/>
                  </a:cubicBezTo>
                  <a:cubicBezTo>
                    <a:pt x="3706622" y="1564050"/>
                    <a:pt x="3704972" y="1558970"/>
                    <a:pt x="3710178" y="1554970"/>
                  </a:cubicBezTo>
                  <a:cubicBezTo>
                    <a:pt x="3718941" y="1547724"/>
                    <a:pt x="3724022" y="1545235"/>
                    <a:pt x="3727197" y="1540263"/>
                  </a:cubicBezTo>
                  <a:cubicBezTo>
                    <a:pt x="3737674" y="1521556"/>
                    <a:pt x="3744532" y="1517225"/>
                    <a:pt x="3741230" y="1511822"/>
                  </a:cubicBezTo>
                  <a:cubicBezTo>
                    <a:pt x="3739388" y="1507497"/>
                    <a:pt x="3733673" y="1502519"/>
                    <a:pt x="3737356" y="1498518"/>
                  </a:cubicBezTo>
                  <a:cubicBezTo>
                    <a:pt x="3738309" y="1497763"/>
                    <a:pt x="3741230" y="1492683"/>
                    <a:pt x="3745611" y="1494086"/>
                  </a:cubicBezTo>
                  <a:cubicBezTo>
                    <a:pt x="3750374" y="1495058"/>
                    <a:pt x="3755962" y="1499388"/>
                    <a:pt x="3759645" y="1495273"/>
                  </a:cubicBezTo>
                  <a:cubicBezTo>
                    <a:pt x="3764979" y="1490301"/>
                    <a:pt x="3767963" y="1484136"/>
                    <a:pt x="3773297" y="1484136"/>
                  </a:cubicBezTo>
                  <a:cubicBezTo>
                    <a:pt x="3780346" y="1483704"/>
                    <a:pt x="3786315" y="1485545"/>
                    <a:pt x="3790315" y="1481761"/>
                  </a:cubicBezTo>
                  <a:cubicBezTo>
                    <a:pt x="3840290" y="1433856"/>
                    <a:pt x="3844163" y="1433748"/>
                    <a:pt x="3845814" y="1427043"/>
                  </a:cubicBezTo>
                  <a:lnTo>
                    <a:pt x="3847783" y="1419582"/>
                  </a:lnTo>
                  <a:cubicBezTo>
                    <a:pt x="3849371" y="1412768"/>
                    <a:pt x="3852228" y="1414063"/>
                    <a:pt x="3924745" y="1349401"/>
                  </a:cubicBezTo>
                  <a:cubicBezTo>
                    <a:pt x="3928491" y="1346048"/>
                    <a:pt x="3927729" y="1339991"/>
                    <a:pt x="3928428" y="1336962"/>
                  </a:cubicBezTo>
                  <a:cubicBezTo>
                    <a:pt x="3929126" y="1330040"/>
                    <a:pt x="3934905" y="1331882"/>
                    <a:pt x="3993325" y="1303116"/>
                  </a:cubicBezTo>
                  <a:cubicBezTo>
                    <a:pt x="3999611" y="1300195"/>
                    <a:pt x="3985896" y="1295547"/>
                    <a:pt x="3990531" y="1290029"/>
                  </a:cubicBezTo>
                  <a:lnTo>
                    <a:pt x="4003739" y="1274351"/>
                  </a:lnTo>
                  <a:cubicBezTo>
                    <a:pt x="4006977" y="1270566"/>
                    <a:pt x="3999611" y="1269271"/>
                    <a:pt x="3998024" y="1268185"/>
                  </a:cubicBezTo>
                  <a:cubicBezTo>
                    <a:pt x="3993642" y="1266350"/>
                    <a:pt x="3995928" y="1260076"/>
                    <a:pt x="3995928" y="1258349"/>
                  </a:cubicBezTo>
                  <a:cubicBezTo>
                    <a:pt x="3996881" y="1250779"/>
                    <a:pt x="4007930" y="1257809"/>
                    <a:pt x="4008628" y="1250240"/>
                  </a:cubicBezTo>
                  <a:cubicBezTo>
                    <a:pt x="4011422" y="1225259"/>
                    <a:pt x="4009010" y="1218121"/>
                    <a:pt x="4014089" y="1214661"/>
                  </a:cubicBezTo>
                  <a:cubicBezTo>
                    <a:pt x="4021583" y="1210120"/>
                    <a:pt x="4025583" y="1204926"/>
                    <a:pt x="4030980" y="1205898"/>
                  </a:cubicBezTo>
                  <a:cubicBezTo>
                    <a:pt x="4038664" y="1206552"/>
                    <a:pt x="4045077" y="1210228"/>
                    <a:pt x="4048125" y="1205682"/>
                  </a:cubicBezTo>
                  <a:cubicBezTo>
                    <a:pt x="4051237" y="1200818"/>
                    <a:pt x="4041712" y="1199522"/>
                    <a:pt x="4029139" y="1191521"/>
                  </a:cubicBezTo>
                  <a:cubicBezTo>
                    <a:pt x="4023614" y="1188492"/>
                    <a:pt x="4019614" y="1192709"/>
                    <a:pt x="3980371" y="1202767"/>
                  </a:cubicBezTo>
                  <a:cubicBezTo>
                    <a:pt x="3974529" y="1204494"/>
                    <a:pt x="3976434" y="1211956"/>
                    <a:pt x="3968877" y="1244721"/>
                  </a:cubicBezTo>
                  <a:cubicBezTo>
                    <a:pt x="3967925" y="1249694"/>
                    <a:pt x="3974529" y="1249802"/>
                    <a:pt x="3975989" y="1250564"/>
                  </a:cubicBezTo>
                  <a:cubicBezTo>
                    <a:pt x="3980752" y="1251967"/>
                    <a:pt x="3974085" y="1256723"/>
                    <a:pt x="3972751" y="1258673"/>
                  </a:cubicBezTo>
                  <a:cubicBezTo>
                    <a:pt x="3968750" y="1263105"/>
                    <a:pt x="3962909" y="1258349"/>
                    <a:pt x="3949192" y="1255643"/>
                  </a:cubicBezTo>
                  <a:cubicBezTo>
                    <a:pt x="3943033" y="1254024"/>
                    <a:pt x="3943414" y="1258241"/>
                    <a:pt x="3865436" y="1319880"/>
                  </a:cubicBezTo>
                  <a:cubicBezTo>
                    <a:pt x="3861309" y="1323227"/>
                    <a:pt x="3862705" y="1313282"/>
                    <a:pt x="3862134" y="1309498"/>
                  </a:cubicBezTo>
                  <a:cubicBezTo>
                    <a:pt x="3861943" y="1303980"/>
                    <a:pt x="3867214" y="1301383"/>
                    <a:pt x="3869817" y="1298468"/>
                  </a:cubicBezTo>
                  <a:cubicBezTo>
                    <a:pt x="3873309" y="1295223"/>
                    <a:pt x="3867468" y="1292086"/>
                    <a:pt x="3866833" y="1291115"/>
                  </a:cubicBezTo>
                  <a:cubicBezTo>
                    <a:pt x="3862705" y="1287438"/>
                    <a:pt x="3858134" y="1293490"/>
                    <a:pt x="3853688" y="1295763"/>
                  </a:cubicBezTo>
                  <a:cubicBezTo>
                    <a:pt x="3849180" y="1298792"/>
                    <a:pt x="3852101" y="1288409"/>
                    <a:pt x="3852101" y="1282676"/>
                  </a:cubicBezTo>
                  <a:cubicBezTo>
                    <a:pt x="3852609" y="1276084"/>
                    <a:pt x="3856419" y="1272839"/>
                    <a:pt x="3872230" y="1242448"/>
                  </a:cubicBezTo>
                  <a:cubicBezTo>
                    <a:pt x="3874707" y="1237908"/>
                    <a:pt x="3867023" y="1236936"/>
                    <a:pt x="3865182" y="1235749"/>
                  </a:cubicBezTo>
                  <a:cubicBezTo>
                    <a:pt x="3860102" y="1233692"/>
                    <a:pt x="3857498" y="1241801"/>
                    <a:pt x="3852926" y="1246995"/>
                  </a:cubicBezTo>
                  <a:cubicBezTo>
                    <a:pt x="3849688" y="1251427"/>
                    <a:pt x="3844100" y="1251103"/>
                    <a:pt x="3839972" y="1252399"/>
                  </a:cubicBezTo>
                  <a:cubicBezTo>
                    <a:pt x="3834765" y="1253586"/>
                    <a:pt x="3833876" y="1245477"/>
                    <a:pt x="3831400" y="1241045"/>
                  </a:cubicBezTo>
                  <a:cubicBezTo>
                    <a:pt x="3828606" y="1234663"/>
                    <a:pt x="3824733" y="1240181"/>
                    <a:pt x="3738880" y="1254888"/>
                  </a:cubicBezTo>
                  <a:cubicBezTo>
                    <a:pt x="3733483" y="1255859"/>
                    <a:pt x="3734309" y="1263752"/>
                    <a:pt x="3730562" y="1275430"/>
                  </a:cubicBezTo>
                  <a:cubicBezTo>
                    <a:pt x="3729038" y="1281596"/>
                    <a:pt x="3722878" y="1282783"/>
                    <a:pt x="3708654" y="1293274"/>
                  </a:cubicBezTo>
                  <a:cubicBezTo>
                    <a:pt x="3704146" y="1296411"/>
                    <a:pt x="3704019" y="1303440"/>
                    <a:pt x="3701670" y="1310361"/>
                  </a:cubicBezTo>
                  <a:cubicBezTo>
                    <a:pt x="3699828" y="1316959"/>
                    <a:pt x="3695256" y="1316959"/>
                    <a:pt x="3646869" y="1355561"/>
                  </a:cubicBezTo>
                  <a:cubicBezTo>
                    <a:pt x="3645345" y="1356755"/>
                    <a:pt x="3645027" y="1359021"/>
                    <a:pt x="3646107" y="1360647"/>
                  </a:cubicBezTo>
                  <a:lnTo>
                    <a:pt x="3647122" y="1362051"/>
                  </a:lnTo>
                  <a:cubicBezTo>
                    <a:pt x="3649790" y="1366051"/>
                    <a:pt x="3643059" y="1365727"/>
                    <a:pt x="3642360" y="1366051"/>
                  </a:cubicBezTo>
                  <a:cubicBezTo>
                    <a:pt x="3636709" y="1366915"/>
                    <a:pt x="3638741" y="1375786"/>
                    <a:pt x="3636455" y="1388003"/>
                  </a:cubicBezTo>
                  <a:cubicBezTo>
                    <a:pt x="3636264" y="1390060"/>
                    <a:pt x="3637597" y="1391787"/>
                    <a:pt x="3639376" y="1391895"/>
                  </a:cubicBezTo>
                  <a:lnTo>
                    <a:pt x="3669792" y="1393845"/>
                  </a:lnTo>
                  <a:cubicBezTo>
                    <a:pt x="3674936" y="1394169"/>
                    <a:pt x="3672713" y="1401738"/>
                    <a:pt x="3673158" y="1404983"/>
                  </a:cubicBezTo>
                  <a:cubicBezTo>
                    <a:pt x="3673158" y="1407034"/>
                    <a:pt x="3671634" y="1408983"/>
                    <a:pt x="3669920" y="1409523"/>
                  </a:cubicBezTo>
                  <a:lnTo>
                    <a:pt x="3637153" y="1418280"/>
                  </a:lnTo>
                  <a:cubicBezTo>
                    <a:pt x="3631502" y="1419797"/>
                    <a:pt x="3626612" y="1415149"/>
                    <a:pt x="3614611" y="1410063"/>
                  </a:cubicBezTo>
                  <a:cubicBezTo>
                    <a:pt x="3609213" y="1407466"/>
                    <a:pt x="3605658" y="1414603"/>
                    <a:pt x="3589592" y="1426611"/>
                  </a:cubicBezTo>
                  <a:cubicBezTo>
                    <a:pt x="3585274" y="1430288"/>
                    <a:pt x="3580003" y="1424877"/>
                    <a:pt x="3572320" y="1422172"/>
                  </a:cubicBezTo>
                  <a:cubicBezTo>
                    <a:pt x="3566796" y="1419689"/>
                    <a:pt x="3562223" y="1423582"/>
                    <a:pt x="3537459" y="1430288"/>
                  </a:cubicBezTo>
                  <a:cubicBezTo>
                    <a:pt x="3532124" y="1431907"/>
                    <a:pt x="3531172" y="1423258"/>
                    <a:pt x="3527489" y="1416769"/>
                  </a:cubicBezTo>
                  <a:cubicBezTo>
                    <a:pt x="3526600" y="1414933"/>
                    <a:pt x="3527489" y="1413308"/>
                    <a:pt x="3529330" y="1413092"/>
                  </a:cubicBezTo>
                  <a:lnTo>
                    <a:pt x="3564954" y="1408983"/>
                  </a:lnTo>
                  <a:cubicBezTo>
                    <a:pt x="3569716" y="1408444"/>
                    <a:pt x="3564192" y="1403033"/>
                    <a:pt x="3563621" y="1401846"/>
                  </a:cubicBezTo>
                  <a:cubicBezTo>
                    <a:pt x="3560509" y="1397306"/>
                    <a:pt x="3554413" y="1398925"/>
                    <a:pt x="3550095" y="1398277"/>
                  </a:cubicBezTo>
                  <a:cubicBezTo>
                    <a:pt x="3544571" y="1398061"/>
                    <a:pt x="3541649" y="1392219"/>
                    <a:pt x="3535046" y="1386060"/>
                  </a:cubicBezTo>
                  <a:cubicBezTo>
                    <a:pt x="3530854" y="1381729"/>
                    <a:pt x="3524441" y="1385298"/>
                    <a:pt x="3512122" y="1386276"/>
                  </a:cubicBezTo>
                  <a:cubicBezTo>
                    <a:pt x="3506089" y="1387139"/>
                    <a:pt x="3502470" y="1384650"/>
                    <a:pt x="3460814" y="1374598"/>
                  </a:cubicBezTo>
                  <a:cubicBezTo>
                    <a:pt x="3459099" y="1374160"/>
                    <a:pt x="3456496" y="1374922"/>
                    <a:pt x="3455099" y="1376217"/>
                  </a:cubicBezTo>
                  <a:cubicBezTo>
                    <a:pt x="3445256" y="1386923"/>
                    <a:pt x="3437001" y="1390168"/>
                    <a:pt x="3439922" y="1395572"/>
                  </a:cubicBezTo>
                  <a:cubicBezTo>
                    <a:pt x="3440875" y="1398061"/>
                    <a:pt x="3446526" y="1404551"/>
                    <a:pt x="3441573" y="1404551"/>
                  </a:cubicBezTo>
                  <a:cubicBezTo>
                    <a:pt x="3429191" y="1403681"/>
                    <a:pt x="3422079" y="1406926"/>
                    <a:pt x="3419920" y="1401198"/>
                  </a:cubicBezTo>
                  <a:lnTo>
                    <a:pt x="3419475" y="1399896"/>
                  </a:lnTo>
                  <a:cubicBezTo>
                    <a:pt x="3417443" y="1394277"/>
                    <a:pt x="3410077" y="1396544"/>
                    <a:pt x="3401505" y="1395140"/>
                  </a:cubicBezTo>
                  <a:cubicBezTo>
                    <a:pt x="3395028" y="1394600"/>
                    <a:pt x="3397377" y="1405199"/>
                    <a:pt x="3391091" y="1403897"/>
                  </a:cubicBezTo>
                  <a:lnTo>
                    <a:pt x="3345625" y="1394709"/>
                  </a:lnTo>
                  <a:cubicBezTo>
                    <a:pt x="3340862" y="1393737"/>
                    <a:pt x="3343275" y="1401954"/>
                    <a:pt x="3342958" y="1404983"/>
                  </a:cubicBezTo>
                  <a:cubicBezTo>
                    <a:pt x="3343275" y="1410818"/>
                    <a:pt x="3335401" y="1408767"/>
                    <a:pt x="3327147" y="1410603"/>
                  </a:cubicBezTo>
                  <a:cubicBezTo>
                    <a:pt x="3325432" y="1410818"/>
                    <a:pt x="3324034" y="1409415"/>
                    <a:pt x="3324352" y="1407358"/>
                  </a:cubicBezTo>
                  <a:lnTo>
                    <a:pt x="3325622" y="1397630"/>
                  </a:lnTo>
                  <a:cubicBezTo>
                    <a:pt x="3326511" y="1390600"/>
                    <a:pt x="3320987" y="1395896"/>
                    <a:pt x="3203893" y="1402709"/>
                  </a:cubicBezTo>
                  <a:cubicBezTo>
                    <a:pt x="3197797" y="1403249"/>
                    <a:pt x="3196272" y="1409199"/>
                    <a:pt x="3168714" y="1439260"/>
                  </a:cubicBezTo>
                  <a:cubicBezTo>
                    <a:pt x="3164586" y="1443908"/>
                    <a:pt x="3159379" y="1445318"/>
                    <a:pt x="3140329" y="1456456"/>
                  </a:cubicBezTo>
                  <a:cubicBezTo>
                    <a:pt x="3135059" y="1459377"/>
                    <a:pt x="3134805" y="1465752"/>
                    <a:pt x="3123883" y="1489654"/>
                  </a:cubicBezTo>
                  <a:cubicBezTo>
                    <a:pt x="3121597" y="1495058"/>
                    <a:pt x="3115120" y="1495058"/>
                    <a:pt x="3107881" y="1498302"/>
                  </a:cubicBezTo>
                  <a:cubicBezTo>
                    <a:pt x="3101784" y="1500468"/>
                    <a:pt x="3100261" y="1503821"/>
                    <a:pt x="3053715" y="1542638"/>
                  </a:cubicBezTo>
                  <a:cubicBezTo>
                    <a:pt x="3048953" y="1546747"/>
                    <a:pt x="3047492" y="1550969"/>
                    <a:pt x="3022664" y="1587304"/>
                  </a:cubicBezTo>
                  <a:cubicBezTo>
                    <a:pt x="3018917" y="1592816"/>
                    <a:pt x="3014980" y="1593679"/>
                    <a:pt x="2976246" y="1621905"/>
                  </a:cubicBezTo>
                  <a:cubicBezTo>
                    <a:pt x="2971673" y="1625150"/>
                    <a:pt x="2969959" y="1630992"/>
                    <a:pt x="2966149" y="1637367"/>
                  </a:cubicBezTo>
                  <a:cubicBezTo>
                    <a:pt x="2963037" y="1643101"/>
                    <a:pt x="2957767" y="1643857"/>
                    <a:pt x="2926906" y="1663104"/>
                  </a:cubicBezTo>
                  <a:cubicBezTo>
                    <a:pt x="2922334" y="1665809"/>
                    <a:pt x="2927985" y="1671759"/>
                    <a:pt x="2929510" y="1675975"/>
                  </a:cubicBezTo>
                  <a:cubicBezTo>
                    <a:pt x="2932303" y="1681487"/>
                    <a:pt x="2938717" y="1679868"/>
                    <a:pt x="2954465" y="1683868"/>
                  </a:cubicBezTo>
                  <a:cubicBezTo>
                    <a:pt x="2963609" y="1685704"/>
                    <a:pt x="2977325" y="1678242"/>
                    <a:pt x="2983421" y="1681811"/>
                  </a:cubicBezTo>
                  <a:cubicBezTo>
                    <a:pt x="2988247" y="1684624"/>
                    <a:pt x="2984056" y="1691654"/>
                    <a:pt x="2980690" y="1724636"/>
                  </a:cubicBezTo>
                  <a:cubicBezTo>
                    <a:pt x="2979928" y="1730370"/>
                    <a:pt x="2988247" y="1727988"/>
                    <a:pt x="2994660" y="1729068"/>
                  </a:cubicBezTo>
                  <a:cubicBezTo>
                    <a:pt x="2999613" y="1729392"/>
                    <a:pt x="3000820" y="1722692"/>
                    <a:pt x="3002471" y="1720095"/>
                  </a:cubicBezTo>
                  <a:cubicBezTo>
                    <a:pt x="3004947" y="1714901"/>
                    <a:pt x="3011615" y="1718470"/>
                    <a:pt x="3018028" y="1718578"/>
                  </a:cubicBezTo>
                  <a:cubicBezTo>
                    <a:pt x="3019870" y="1718793"/>
                    <a:pt x="3020378" y="1720311"/>
                    <a:pt x="3019298" y="1721930"/>
                  </a:cubicBezTo>
                  <a:lnTo>
                    <a:pt x="3014028" y="1729608"/>
                  </a:lnTo>
                  <a:cubicBezTo>
                    <a:pt x="3011297" y="1733614"/>
                    <a:pt x="3006472" y="1733938"/>
                    <a:pt x="3005392" y="1734370"/>
                  </a:cubicBezTo>
                  <a:cubicBezTo>
                    <a:pt x="3001010" y="1735557"/>
                    <a:pt x="3000502" y="1741723"/>
                    <a:pt x="3004947" y="1741723"/>
                  </a:cubicBezTo>
                  <a:cubicBezTo>
                    <a:pt x="3019743" y="1740638"/>
                    <a:pt x="3026156" y="1743127"/>
                    <a:pt x="3030157" y="1738586"/>
                  </a:cubicBezTo>
                  <a:lnTo>
                    <a:pt x="3043810" y="1722800"/>
                  </a:lnTo>
                  <a:cubicBezTo>
                    <a:pt x="3046921" y="1719232"/>
                    <a:pt x="3052636" y="1720743"/>
                    <a:pt x="3050286" y="1724851"/>
                  </a:cubicBezTo>
                  <a:cubicBezTo>
                    <a:pt x="3044317" y="1736853"/>
                    <a:pt x="3036316" y="1745184"/>
                    <a:pt x="3042159" y="1744752"/>
                  </a:cubicBezTo>
                  <a:cubicBezTo>
                    <a:pt x="3045714" y="1743990"/>
                    <a:pt x="3052001" y="1745616"/>
                    <a:pt x="3054097" y="1740638"/>
                  </a:cubicBezTo>
                  <a:cubicBezTo>
                    <a:pt x="3057334" y="1731449"/>
                    <a:pt x="3061653" y="1726261"/>
                    <a:pt x="3060129" y="1720419"/>
                  </a:cubicBezTo>
                  <a:lnTo>
                    <a:pt x="3056446" y="1705928"/>
                  </a:lnTo>
                  <a:cubicBezTo>
                    <a:pt x="3054604" y="1698683"/>
                    <a:pt x="3068574" y="1709821"/>
                    <a:pt x="3076131" y="1707332"/>
                  </a:cubicBezTo>
                  <a:cubicBezTo>
                    <a:pt x="3088577" y="1704087"/>
                    <a:pt x="3094355" y="1699223"/>
                    <a:pt x="3098800" y="1703115"/>
                  </a:cubicBezTo>
                  <a:cubicBezTo>
                    <a:pt x="3109024" y="1712958"/>
                    <a:pt x="3115247" y="1715117"/>
                    <a:pt x="3115755" y="1721283"/>
                  </a:cubicBezTo>
                  <a:cubicBezTo>
                    <a:pt x="3116199" y="1723340"/>
                    <a:pt x="3115247" y="1729284"/>
                    <a:pt x="3119311" y="1731989"/>
                  </a:cubicBezTo>
                  <a:lnTo>
                    <a:pt x="3153728" y="1754696"/>
                  </a:lnTo>
                  <a:cubicBezTo>
                    <a:pt x="3155252" y="1755782"/>
                    <a:pt x="3156014" y="1758157"/>
                    <a:pt x="3155252" y="1759999"/>
                  </a:cubicBezTo>
                  <a:cubicBezTo>
                    <a:pt x="3153410" y="1763136"/>
                    <a:pt x="3152458" y="1771352"/>
                    <a:pt x="3147568" y="1769511"/>
                  </a:cubicBezTo>
                  <a:cubicBezTo>
                    <a:pt x="3144647" y="1768863"/>
                    <a:pt x="3137599" y="1764107"/>
                    <a:pt x="3138297" y="1769511"/>
                  </a:cubicBezTo>
                  <a:cubicBezTo>
                    <a:pt x="3138488" y="1770165"/>
                    <a:pt x="3138297" y="1774058"/>
                    <a:pt x="3141536" y="1776648"/>
                  </a:cubicBezTo>
                  <a:cubicBezTo>
                    <a:pt x="3145219" y="1780217"/>
                    <a:pt x="3152331" y="1782814"/>
                    <a:pt x="3150743" y="1788218"/>
                  </a:cubicBezTo>
                  <a:cubicBezTo>
                    <a:pt x="3149220" y="1795355"/>
                    <a:pt x="3144774" y="1801737"/>
                    <a:pt x="3148902" y="1805414"/>
                  </a:cubicBezTo>
                  <a:cubicBezTo>
                    <a:pt x="3152966" y="1809846"/>
                    <a:pt x="3159824" y="1812551"/>
                    <a:pt x="3158110" y="1817961"/>
                  </a:cubicBezTo>
                  <a:cubicBezTo>
                    <a:pt x="3156776" y="1821746"/>
                    <a:pt x="3155887" y="1827150"/>
                    <a:pt x="3152584" y="1831366"/>
                  </a:cubicBezTo>
                  <a:cubicBezTo>
                    <a:pt x="3138361" y="1849966"/>
                    <a:pt x="3133408" y="1852886"/>
                    <a:pt x="3132455" y="1859268"/>
                  </a:cubicBezTo>
                  <a:cubicBezTo>
                    <a:pt x="3130614" y="1869758"/>
                    <a:pt x="3130677" y="1875810"/>
                    <a:pt x="3127756" y="1880896"/>
                  </a:cubicBezTo>
                  <a:cubicBezTo>
                    <a:pt x="3124518" y="1887386"/>
                    <a:pt x="3119883" y="1891926"/>
                    <a:pt x="3120772" y="1897654"/>
                  </a:cubicBezTo>
                  <a:cubicBezTo>
                    <a:pt x="3122930" y="1918958"/>
                    <a:pt x="3127312" y="1926096"/>
                    <a:pt x="3122232" y="1929448"/>
                  </a:cubicBezTo>
                  <a:lnTo>
                    <a:pt x="3122168" y="1929448"/>
                  </a:lnTo>
                  <a:cubicBezTo>
                    <a:pt x="3118359" y="1931938"/>
                    <a:pt x="3118359" y="1937233"/>
                    <a:pt x="3122168" y="1939723"/>
                  </a:cubicBezTo>
                  <a:lnTo>
                    <a:pt x="3122803" y="1940263"/>
                  </a:lnTo>
                  <a:cubicBezTo>
                    <a:pt x="3128074" y="1943831"/>
                    <a:pt x="3122994" y="1949235"/>
                    <a:pt x="3112961" y="2009363"/>
                  </a:cubicBezTo>
                  <a:cubicBezTo>
                    <a:pt x="3111627" y="2015853"/>
                    <a:pt x="3106230" y="2017256"/>
                    <a:pt x="3082100" y="2039856"/>
                  </a:cubicBezTo>
                  <a:cubicBezTo>
                    <a:pt x="3077655" y="2043856"/>
                    <a:pt x="3077147" y="2049806"/>
                    <a:pt x="3069654" y="2067974"/>
                  </a:cubicBezTo>
                  <a:cubicBezTo>
                    <a:pt x="3067622" y="2073162"/>
                    <a:pt x="3061653" y="2073809"/>
                    <a:pt x="3058097" y="2075759"/>
                  </a:cubicBezTo>
                  <a:cubicBezTo>
                    <a:pt x="3052318" y="2078248"/>
                    <a:pt x="3052763" y="2084084"/>
                    <a:pt x="3032634" y="2127340"/>
                  </a:cubicBezTo>
                  <a:cubicBezTo>
                    <a:pt x="3029903" y="2133506"/>
                    <a:pt x="3026156" y="2134369"/>
                    <a:pt x="2980817" y="2179245"/>
                  </a:cubicBezTo>
                  <a:cubicBezTo>
                    <a:pt x="2973896" y="2186058"/>
                    <a:pt x="2966085" y="2203578"/>
                    <a:pt x="2959799" y="2206715"/>
                  </a:cubicBezTo>
                  <a:cubicBezTo>
                    <a:pt x="2955798" y="2209090"/>
                    <a:pt x="2950401" y="2210391"/>
                    <a:pt x="2947543" y="2214716"/>
                  </a:cubicBezTo>
                  <a:cubicBezTo>
                    <a:pt x="2928938" y="2242611"/>
                    <a:pt x="2927859" y="2247266"/>
                    <a:pt x="2922778" y="2250511"/>
                  </a:cubicBezTo>
                  <a:cubicBezTo>
                    <a:pt x="2852293" y="2294631"/>
                    <a:pt x="2896489" y="2270405"/>
                    <a:pt x="2848610" y="2287925"/>
                  </a:cubicBezTo>
                  <a:cubicBezTo>
                    <a:pt x="2846896" y="2288465"/>
                    <a:pt x="2844864" y="2287601"/>
                    <a:pt x="2844102" y="2285868"/>
                  </a:cubicBezTo>
                  <a:lnTo>
                    <a:pt x="2843467" y="2284248"/>
                  </a:lnTo>
                  <a:cubicBezTo>
                    <a:pt x="2842768" y="2282623"/>
                    <a:pt x="2840927" y="2282191"/>
                    <a:pt x="2839530" y="2283385"/>
                  </a:cubicBezTo>
                  <a:lnTo>
                    <a:pt x="2837625" y="2285004"/>
                  </a:lnTo>
                  <a:cubicBezTo>
                    <a:pt x="2836164" y="2286191"/>
                    <a:pt x="2834322" y="2285868"/>
                    <a:pt x="2833561" y="2284140"/>
                  </a:cubicBezTo>
                  <a:lnTo>
                    <a:pt x="2832735" y="2282407"/>
                  </a:lnTo>
                  <a:cubicBezTo>
                    <a:pt x="2831973" y="2280788"/>
                    <a:pt x="2829814" y="2279924"/>
                    <a:pt x="2828100" y="2280464"/>
                  </a:cubicBezTo>
                  <a:cubicBezTo>
                    <a:pt x="2825052" y="2281003"/>
                    <a:pt x="2817559" y="2285328"/>
                    <a:pt x="2818575" y="2280464"/>
                  </a:cubicBezTo>
                  <a:cubicBezTo>
                    <a:pt x="2819400" y="2273434"/>
                    <a:pt x="2822639" y="2267592"/>
                    <a:pt x="2819083" y="2263700"/>
                  </a:cubicBezTo>
                  <a:cubicBezTo>
                    <a:pt x="2815654" y="2259915"/>
                    <a:pt x="2811971" y="2267376"/>
                    <a:pt x="2808351" y="2270297"/>
                  </a:cubicBezTo>
                  <a:cubicBezTo>
                    <a:pt x="2805367" y="2273434"/>
                    <a:pt x="2800350" y="2271053"/>
                    <a:pt x="2802636" y="2267268"/>
                  </a:cubicBezTo>
                  <a:cubicBezTo>
                    <a:pt x="2802954" y="2266297"/>
                    <a:pt x="2807716" y="2261109"/>
                    <a:pt x="2803081" y="2260779"/>
                  </a:cubicBezTo>
                  <a:cubicBezTo>
                    <a:pt x="2800922" y="2260893"/>
                    <a:pt x="2795271" y="2258944"/>
                    <a:pt x="2792794" y="2263052"/>
                  </a:cubicBezTo>
                  <a:cubicBezTo>
                    <a:pt x="2777934" y="2285436"/>
                    <a:pt x="2777300" y="2293329"/>
                    <a:pt x="2771584" y="2291817"/>
                  </a:cubicBezTo>
                  <a:cubicBezTo>
                    <a:pt x="2764663" y="2290522"/>
                    <a:pt x="2757933" y="2286846"/>
                    <a:pt x="2755964" y="2289976"/>
                  </a:cubicBezTo>
                  <a:cubicBezTo>
                    <a:pt x="2754376" y="2292573"/>
                    <a:pt x="2759139" y="2295386"/>
                    <a:pt x="2759647" y="2296034"/>
                  </a:cubicBezTo>
                  <a:lnTo>
                    <a:pt x="2760409" y="2295170"/>
                  </a:lnTo>
                  <a:cubicBezTo>
                    <a:pt x="2764092" y="2298307"/>
                    <a:pt x="2759139" y="2302632"/>
                    <a:pt x="2758122" y="2304683"/>
                  </a:cubicBezTo>
                  <a:lnTo>
                    <a:pt x="2738374" y="2281759"/>
                  </a:lnTo>
                  <a:lnTo>
                    <a:pt x="2771775" y="2268786"/>
                  </a:lnTo>
                  <a:lnTo>
                    <a:pt x="2779459" y="2227365"/>
                  </a:lnTo>
                  <a:lnTo>
                    <a:pt x="2769109" y="2192656"/>
                  </a:lnTo>
                  <a:lnTo>
                    <a:pt x="2792540" y="2184223"/>
                  </a:lnTo>
                  <a:lnTo>
                    <a:pt x="2794762" y="2176216"/>
                  </a:lnTo>
                  <a:lnTo>
                    <a:pt x="2807971" y="2174704"/>
                  </a:lnTo>
                  <a:lnTo>
                    <a:pt x="2810764" y="2183245"/>
                  </a:lnTo>
                  <a:cubicBezTo>
                    <a:pt x="2811272" y="2184979"/>
                    <a:pt x="2811272" y="2187900"/>
                    <a:pt x="2810764" y="2189627"/>
                  </a:cubicBezTo>
                  <a:lnTo>
                    <a:pt x="2809113" y="2195037"/>
                  </a:lnTo>
                  <a:cubicBezTo>
                    <a:pt x="2808605" y="2196764"/>
                    <a:pt x="2809431" y="2198930"/>
                    <a:pt x="2811082" y="2199901"/>
                  </a:cubicBezTo>
                  <a:lnTo>
                    <a:pt x="2820289" y="2205197"/>
                  </a:lnTo>
                  <a:cubicBezTo>
                    <a:pt x="2821877" y="2206175"/>
                    <a:pt x="2824036" y="2205629"/>
                    <a:pt x="2824925" y="2204010"/>
                  </a:cubicBezTo>
                  <a:lnTo>
                    <a:pt x="2836609" y="2184115"/>
                  </a:lnTo>
                  <a:lnTo>
                    <a:pt x="2848293" y="2184115"/>
                  </a:lnTo>
                  <a:lnTo>
                    <a:pt x="2851214" y="2162379"/>
                  </a:lnTo>
                  <a:lnTo>
                    <a:pt x="2861628" y="2158264"/>
                  </a:lnTo>
                  <a:lnTo>
                    <a:pt x="2887599" y="2072622"/>
                  </a:lnTo>
                  <a:lnTo>
                    <a:pt x="2902459" y="2068190"/>
                  </a:lnTo>
                  <a:lnTo>
                    <a:pt x="2910460" y="2054023"/>
                  </a:lnTo>
                  <a:lnTo>
                    <a:pt x="2902077" y="2038992"/>
                  </a:lnTo>
                  <a:lnTo>
                    <a:pt x="2908364" y="2020717"/>
                  </a:lnTo>
                  <a:lnTo>
                    <a:pt x="2880868" y="2020285"/>
                  </a:lnTo>
                  <a:lnTo>
                    <a:pt x="2863470" y="2033690"/>
                  </a:lnTo>
                  <a:lnTo>
                    <a:pt x="2832609" y="2040180"/>
                  </a:lnTo>
                  <a:lnTo>
                    <a:pt x="2826639" y="2053591"/>
                  </a:lnTo>
                  <a:lnTo>
                    <a:pt x="2769109" y="2055642"/>
                  </a:lnTo>
                  <a:lnTo>
                    <a:pt x="2756409" y="2036179"/>
                  </a:lnTo>
                  <a:lnTo>
                    <a:pt x="2762377" y="2021581"/>
                  </a:lnTo>
                  <a:lnTo>
                    <a:pt x="2751963" y="2008176"/>
                  </a:lnTo>
                  <a:lnTo>
                    <a:pt x="2756726" y="1991951"/>
                  </a:lnTo>
                  <a:lnTo>
                    <a:pt x="2738121" y="1990764"/>
                  </a:lnTo>
                  <a:lnTo>
                    <a:pt x="2717038" y="1968488"/>
                  </a:lnTo>
                  <a:lnTo>
                    <a:pt x="2698814" y="1968056"/>
                  </a:lnTo>
                  <a:lnTo>
                    <a:pt x="2682812" y="1953458"/>
                  </a:lnTo>
                  <a:lnTo>
                    <a:pt x="2657920" y="1958214"/>
                  </a:lnTo>
                  <a:lnTo>
                    <a:pt x="2635631" y="1944155"/>
                  </a:lnTo>
                  <a:lnTo>
                    <a:pt x="2638425" y="1916583"/>
                  </a:lnTo>
                  <a:lnTo>
                    <a:pt x="2584133" y="1772000"/>
                  </a:lnTo>
                  <a:lnTo>
                    <a:pt x="2549906" y="1747127"/>
                  </a:lnTo>
                  <a:lnTo>
                    <a:pt x="2531618" y="1750372"/>
                  </a:lnTo>
                  <a:lnTo>
                    <a:pt x="2496757" y="1727988"/>
                  </a:lnTo>
                  <a:lnTo>
                    <a:pt x="2385505" y="1741184"/>
                  </a:lnTo>
                  <a:lnTo>
                    <a:pt x="2356295" y="1769835"/>
                  </a:lnTo>
                  <a:lnTo>
                    <a:pt x="2356803" y="1797089"/>
                  </a:lnTo>
                  <a:lnTo>
                    <a:pt x="2374138" y="1790059"/>
                  </a:lnTo>
                  <a:lnTo>
                    <a:pt x="2383536" y="1793304"/>
                  </a:lnTo>
                  <a:lnTo>
                    <a:pt x="2385505" y="1825746"/>
                  </a:lnTo>
                  <a:lnTo>
                    <a:pt x="2362772" y="1838720"/>
                  </a:lnTo>
                  <a:lnTo>
                    <a:pt x="2325116" y="1901223"/>
                  </a:lnTo>
                  <a:lnTo>
                    <a:pt x="2338515" y="1906093"/>
                  </a:lnTo>
                  <a:lnTo>
                    <a:pt x="2335086" y="1926851"/>
                  </a:lnTo>
                  <a:lnTo>
                    <a:pt x="2304859" y="1933881"/>
                  </a:lnTo>
                  <a:lnTo>
                    <a:pt x="2277174" y="1959293"/>
                  </a:lnTo>
                  <a:lnTo>
                    <a:pt x="2210816" y="1928477"/>
                  </a:lnTo>
                  <a:lnTo>
                    <a:pt x="2192972" y="1938751"/>
                  </a:lnTo>
                  <a:lnTo>
                    <a:pt x="2152777" y="1916583"/>
                  </a:lnTo>
                  <a:lnTo>
                    <a:pt x="2107247" y="1936586"/>
                  </a:lnTo>
                  <a:lnTo>
                    <a:pt x="2095881" y="1958214"/>
                  </a:lnTo>
                  <a:lnTo>
                    <a:pt x="2069529" y="1956588"/>
                  </a:lnTo>
                  <a:lnTo>
                    <a:pt x="2011617" y="1980706"/>
                  </a:lnTo>
                  <a:lnTo>
                    <a:pt x="1969516" y="1965459"/>
                  </a:lnTo>
                  <a:lnTo>
                    <a:pt x="1921066" y="1962538"/>
                  </a:lnTo>
                  <a:lnTo>
                    <a:pt x="1906143" y="1935182"/>
                  </a:lnTo>
                  <a:lnTo>
                    <a:pt x="1875282" y="1929880"/>
                  </a:lnTo>
                  <a:lnTo>
                    <a:pt x="1861185" y="1913554"/>
                  </a:lnTo>
                  <a:lnTo>
                    <a:pt x="1804480" y="1908252"/>
                  </a:lnTo>
                  <a:lnTo>
                    <a:pt x="1762697" y="1925016"/>
                  </a:lnTo>
                  <a:lnTo>
                    <a:pt x="1698816" y="1908684"/>
                  </a:lnTo>
                  <a:lnTo>
                    <a:pt x="1687385" y="1857319"/>
                  </a:lnTo>
                  <a:lnTo>
                    <a:pt x="1565084" y="1817200"/>
                  </a:lnTo>
                  <a:lnTo>
                    <a:pt x="1559116" y="1835906"/>
                  </a:lnTo>
                  <a:lnTo>
                    <a:pt x="1541272" y="1842396"/>
                  </a:lnTo>
                  <a:lnTo>
                    <a:pt x="1526731" y="1875594"/>
                  </a:lnTo>
                  <a:lnTo>
                    <a:pt x="1534097" y="1899388"/>
                  </a:lnTo>
                  <a:lnTo>
                    <a:pt x="1544510" y="1906093"/>
                  </a:lnTo>
                  <a:lnTo>
                    <a:pt x="1538542" y="1933017"/>
                  </a:lnTo>
                  <a:lnTo>
                    <a:pt x="1521143" y="1933017"/>
                  </a:lnTo>
                  <a:lnTo>
                    <a:pt x="1509205" y="1949019"/>
                  </a:lnTo>
                  <a:lnTo>
                    <a:pt x="1490599" y="1938529"/>
                  </a:lnTo>
                  <a:lnTo>
                    <a:pt x="1406843" y="1931506"/>
                  </a:lnTo>
                  <a:lnTo>
                    <a:pt x="1395921" y="1921016"/>
                  </a:lnTo>
                  <a:lnTo>
                    <a:pt x="1393381" y="1902416"/>
                  </a:lnTo>
                  <a:lnTo>
                    <a:pt x="1350137" y="1899495"/>
                  </a:lnTo>
                  <a:lnTo>
                    <a:pt x="1341438" y="1886948"/>
                  </a:lnTo>
                  <a:lnTo>
                    <a:pt x="1330516" y="1892358"/>
                  </a:lnTo>
                  <a:lnTo>
                    <a:pt x="1319467" y="1886084"/>
                  </a:lnTo>
                  <a:lnTo>
                    <a:pt x="1217168" y="1935614"/>
                  </a:lnTo>
                  <a:lnTo>
                    <a:pt x="1219264" y="1947724"/>
                  </a:lnTo>
                  <a:lnTo>
                    <a:pt x="1197484" y="1961243"/>
                  </a:lnTo>
                  <a:lnTo>
                    <a:pt x="1164082" y="1960811"/>
                  </a:lnTo>
                  <a:lnTo>
                    <a:pt x="1166622" y="1974324"/>
                  </a:lnTo>
                  <a:lnTo>
                    <a:pt x="1134618" y="1980814"/>
                  </a:lnTo>
                  <a:lnTo>
                    <a:pt x="1109409" y="1957890"/>
                  </a:lnTo>
                  <a:lnTo>
                    <a:pt x="1117537" y="1946212"/>
                  </a:lnTo>
                  <a:lnTo>
                    <a:pt x="1099439" y="1937018"/>
                  </a:lnTo>
                  <a:lnTo>
                    <a:pt x="1082358" y="1954321"/>
                  </a:lnTo>
                  <a:lnTo>
                    <a:pt x="1054291" y="1954645"/>
                  </a:lnTo>
                  <a:lnTo>
                    <a:pt x="1044448" y="1927391"/>
                  </a:lnTo>
                  <a:lnTo>
                    <a:pt x="1017842" y="1919930"/>
                  </a:lnTo>
                  <a:lnTo>
                    <a:pt x="1013270" y="1895927"/>
                  </a:lnTo>
                  <a:lnTo>
                    <a:pt x="977964" y="1877328"/>
                  </a:lnTo>
                  <a:lnTo>
                    <a:pt x="957835" y="1893437"/>
                  </a:lnTo>
                  <a:lnTo>
                    <a:pt x="914654" y="1895927"/>
                  </a:lnTo>
                  <a:lnTo>
                    <a:pt x="914654" y="1883055"/>
                  </a:lnTo>
                  <a:lnTo>
                    <a:pt x="900303" y="1879379"/>
                  </a:lnTo>
                  <a:lnTo>
                    <a:pt x="901827" y="1868565"/>
                  </a:lnTo>
                  <a:lnTo>
                    <a:pt x="869886" y="1861973"/>
                  </a:lnTo>
                  <a:lnTo>
                    <a:pt x="869886" y="1882623"/>
                  </a:lnTo>
                  <a:lnTo>
                    <a:pt x="843217" y="1893006"/>
                  </a:lnTo>
                  <a:lnTo>
                    <a:pt x="814578" y="1808119"/>
                  </a:lnTo>
                  <a:lnTo>
                    <a:pt x="779717" y="1754804"/>
                  </a:lnTo>
                  <a:lnTo>
                    <a:pt x="726122" y="1713822"/>
                  </a:lnTo>
                  <a:lnTo>
                    <a:pt x="740284" y="1703763"/>
                  </a:lnTo>
                  <a:lnTo>
                    <a:pt x="737045" y="1668514"/>
                  </a:lnTo>
                  <a:lnTo>
                    <a:pt x="618744" y="1744752"/>
                  </a:lnTo>
                  <a:lnTo>
                    <a:pt x="597218" y="1739126"/>
                  </a:lnTo>
                  <a:lnTo>
                    <a:pt x="622872" y="1705065"/>
                  </a:lnTo>
                  <a:lnTo>
                    <a:pt x="526542" y="1704201"/>
                  </a:lnTo>
                  <a:lnTo>
                    <a:pt x="515366" y="1640936"/>
                  </a:lnTo>
                  <a:lnTo>
                    <a:pt x="439610" y="1632288"/>
                  </a:lnTo>
                  <a:lnTo>
                    <a:pt x="415036" y="1659643"/>
                  </a:lnTo>
                  <a:lnTo>
                    <a:pt x="215900" y="1698791"/>
                  </a:lnTo>
                  <a:lnTo>
                    <a:pt x="154622" y="1698791"/>
                  </a:lnTo>
                  <a:lnTo>
                    <a:pt x="154178" y="1733614"/>
                  </a:lnTo>
                  <a:lnTo>
                    <a:pt x="188405" y="1744968"/>
                  </a:lnTo>
                  <a:lnTo>
                    <a:pt x="188405" y="1777950"/>
                  </a:lnTo>
                  <a:lnTo>
                    <a:pt x="156464" y="1769079"/>
                  </a:lnTo>
                  <a:lnTo>
                    <a:pt x="139383" y="1785303"/>
                  </a:lnTo>
                  <a:lnTo>
                    <a:pt x="146876" y="1810392"/>
                  </a:lnTo>
                  <a:lnTo>
                    <a:pt x="121984" y="1833424"/>
                  </a:lnTo>
                  <a:lnTo>
                    <a:pt x="106997" y="1824769"/>
                  </a:lnTo>
                  <a:lnTo>
                    <a:pt x="118935" y="1798816"/>
                  </a:lnTo>
                  <a:lnTo>
                    <a:pt x="88202" y="1790167"/>
                  </a:lnTo>
                  <a:lnTo>
                    <a:pt x="75311" y="1809630"/>
                  </a:lnTo>
                  <a:lnTo>
                    <a:pt x="58420" y="1794492"/>
                  </a:lnTo>
                  <a:lnTo>
                    <a:pt x="66294" y="1720959"/>
                  </a:lnTo>
                  <a:lnTo>
                    <a:pt x="97092" y="1705820"/>
                  </a:lnTo>
                  <a:lnTo>
                    <a:pt x="102997" y="1660405"/>
                  </a:lnTo>
                  <a:lnTo>
                    <a:pt x="30735" y="1690682"/>
                  </a:lnTo>
                  <a:lnTo>
                    <a:pt x="0" y="1651750"/>
                  </a:lnTo>
                  <a:lnTo>
                    <a:pt x="31686" y="1630122"/>
                  </a:lnTo>
                  <a:lnTo>
                    <a:pt x="41529" y="1657160"/>
                  </a:lnTo>
                  <a:lnTo>
                    <a:pt x="93028" y="1619308"/>
                  </a:lnTo>
                  <a:lnTo>
                    <a:pt x="79502" y="1587736"/>
                  </a:lnTo>
                  <a:lnTo>
                    <a:pt x="14796" y="1585462"/>
                  </a:lnTo>
                  <a:lnTo>
                    <a:pt x="2477" y="1550207"/>
                  </a:lnTo>
                  <a:lnTo>
                    <a:pt x="37529" y="1537450"/>
                  </a:lnTo>
                  <a:lnTo>
                    <a:pt x="32639" y="1499928"/>
                  </a:lnTo>
                  <a:lnTo>
                    <a:pt x="54737" y="1505980"/>
                  </a:lnTo>
                  <a:lnTo>
                    <a:pt x="65151" y="1491705"/>
                  </a:lnTo>
                  <a:lnTo>
                    <a:pt x="56135" y="1474407"/>
                  </a:lnTo>
                  <a:lnTo>
                    <a:pt x="64389" y="1462399"/>
                  </a:lnTo>
                  <a:lnTo>
                    <a:pt x="79502" y="1462399"/>
                  </a:lnTo>
                  <a:lnTo>
                    <a:pt x="87757" y="1438396"/>
                  </a:lnTo>
                  <a:lnTo>
                    <a:pt x="73978" y="1427151"/>
                  </a:lnTo>
                  <a:lnTo>
                    <a:pt x="74676" y="1406170"/>
                  </a:lnTo>
                  <a:lnTo>
                    <a:pt x="46419" y="1381621"/>
                  </a:lnTo>
                  <a:lnTo>
                    <a:pt x="86423" y="1312743"/>
                  </a:lnTo>
                  <a:lnTo>
                    <a:pt x="77597" y="1263321"/>
                  </a:lnTo>
                  <a:lnTo>
                    <a:pt x="91758" y="1203307"/>
                  </a:lnTo>
                  <a:lnTo>
                    <a:pt x="76200" y="1164375"/>
                  </a:lnTo>
                  <a:lnTo>
                    <a:pt x="101092" y="1100361"/>
                  </a:lnTo>
                  <a:lnTo>
                    <a:pt x="87122" y="1067918"/>
                  </a:lnTo>
                  <a:lnTo>
                    <a:pt x="114491" y="1031260"/>
                  </a:lnTo>
                  <a:lnTo>
                    <a:pt x="133668" y="1045319"/>
                  </a:lnTo>
                  <a:lnTo>
                    <a:pt x="173990" y="1000005"/>
                  </a:lnTo>
                  <a:lnTo>
                    <a:pt x="212217" y="984327"/>
                  </a:lnTo>
                  <a:lnTo>
                    <a:pt x="229298" y="950266"/>
                  </a:lnTo>
                  <a:lnTo>
                    <a:pt x="296228" y="917824"/>
                  </a:lnTo>
                  <a:lnTo>
                    <a:pt x="301434" y="895116"/>
                  </a:lnTo>
                  <a:lnTo>
                    <a:pt x="333884" y="869811"/>
                  </a:lnTo>
                  <a:lnTo>
                    <a:pt x="326961" y="860832"/>
                  </a:lnTo>
                  <a:lnTo>
                    <a:pt x="340805" y="853155"/>
                  </a:lnTo>
                  <a:lnTo>
                    <a:pt x="330962" y="835851"/>
                  </a:lnTo>
                  <a:lnTo>
                    <a:pt x="309626" y="835851"/>
                  </a:lnTo>
                  <a:lnTo>
                    <a:pt x="304229" y="812064"/>
                  </a:lnTo>
                  <a:lnTo>
                    <a:pt x="318072" y="787623"/>
                  </a:lnTo>
                  <a:lnTo>
                    <a:pt x="307149" y="769132"/>
                  </a:lnTo>
                  <a:lnTo>
                    <a:pt x="278447" y="764376"/>
                  </a:lnTo>
                  <a:lnTo>
                    <a:pt x="286703" y="733661"/>
                  </a:lnTo>
                  <a:lnTo>
                    <a:pt x="286703" y="733445"/>
                  </a:lnTo>
                  <a:cubicBezTo>
                    <a:pt x="287972" y="736258"/>
                    <a:pt x="292862" y="734855"/>
                    <a:pt x="294386" y="735179"/>
                  </a:cubicBezTo>
                  <a:cubicBezTo>
                    <a:pt x="298704" y="735179"/>
                    <a:pt x="299657" y="729768"/>
                    <a:pt x="300101" y="729013"/>
                  </a:cubicBezTo>
                  <a:cubicBezTo>
                    <a:pt x="302070" y="723933"/>
                    <a:pt x="302895" y="725876"/>
                    <a:pt x="345122" y="741128"/>
                  </a:cubicBezTo>
                  <a:cubicBezTo>
                    <a:pt x="352044" y="743719"/>
                    <a:pt x="356616" y="753778"/>
                    <a:pt x="363538" y="755727"/>
                  </a:cubicBezTo>
                  <a:lnTo>
                    <a:pt x="382270" y="761023"/>
                  </a:lnTo>
                  <a:cubicBezTo>
                    <a:pt x="386588" y="762210"/>
                    <a:pt x="380429" y="764376"/>
                    <a:pt x="379794" y="764808"/>
                  </a:cubicBezTo>
                  <a:cubicBezTo>
                    <a:pt x="375476" y="766973"/>
                    <a:pt x="379222" y="768268"/>
                    <a:pt x="414655" y="793681"/>
                  </a:cubicBezTo>
                  <a:cubicBezTo>
                    <a:pt x="418402" y="796494"/>
                    <a:pt x="414274" y="801466"/>
                    <a:pt x="414084" y="802222"/>
                  </a:cubicBezTo>
                  <a:cubicBezTo>
                    <a:pt x="411480" y="807092"/>
                    <a:pt x="418656" y="808603"/>
                    <a:pt x="420370" y="810115"/>
                  </a:cubicBezTo>
                  <a:cubicBezTo>
                    <a:pt x="424688" y="812496"/>
                    <a:pt x="424244" y="810115"/>
                    <a:pt x="454978" y="751936"/>
                  </a:cubicBezTo>
                  <a:cubicBezTo>
                    <a:pt x="457391" y="747288"/>
                    <a:pt x="451548" y="749345"/>
                    <a:pt x="438531" y="751504"/>
                  </a:cubicBezTo>
                  <a:cubicBezTo>
                    <a:pt x="434086" y="752266"/>
                    <a:pt x="433578" y="750209"/>
                    <a:pt x="412369" y="725444"/>
                  </a:cubicBezTo>
                  <a:cubicBezTo>
                    <a:pt x="406972" y="719284"/>
                    <a:pt x="418719" y="706197"/>
                    <a:pt x="411924" y="703600"/>
                  </a:cubicBezTo>
                  <a:lnTo>
                    <a:pt x="377508" y="690843"/>
                  </a:lnTo>
                  <a:cubicBezTo>
                    <a:pt x="367094" y="686950"/>
                    <a:pt x="364934" y="721659"/>
                    <a:pt x="366014" y="667811"/>
                  </a:cubicBezTo>
                  <a:cubicBezTo>
                    <a:pt x="366141" y="662509"/>
                    <a:pt x="370332" y="668675"/>
                    <a:pt x="371031" y="669107"/>
                  </a:cubicBezTo>
                  <a:cubicBezTo>
                    <a:pt x="375031" y="673431"/>
                    <a:pt x="379349" y="665862"/>
                    <a:pt x="384239" y="662617"/>
                  </a:cubicBezTo>
                  <a:cubicBezTo>
                    <a:pt x="388112" y="659264"/>
                    <a:pt x="381635" y="655480"/>
                    <a:pt x="380619" y="653968"/>
                  </a:cubicBezTo>
                  <a:cubicBezTo>
                    <a:pt x="377190" y="650508"/>
                    <a:pt x="378460" y="648882"/>
                    <a:pt x="386144" y="611576"/>
                  </a:cubicBezTo>
                  <a:cubicBezTo>
                    <a:pt x="387350" y="605956"/>
                    <a:pt x="381953" y="602603"/>
                    <a:pt x="380556" y="600546"/>
                  </a:cubicBezTo>
                  <a:cubicBezTo>
                    <a:pt x="377381" y="597085"/>
                    <a:pt x="375031" y="601625"/>
                    <a:pt x="374459" y="602063"/>
                  </a:cubicBezTo>
                  <a:cubicBezTo>
                    <a:pt x="371539" y="605518"/>
                    <a:pt x="368491" y="605524"/>
                    <a:pt x="359728" y="607035"/>
                  </a:cubicBezTo>
                  <a:cubicBezTo>
                    <a:pt x="354457" y="607899"/>
                    <a:pt x="360045" y="616554"/>
                    <a:pt x="361886" y="624339"/>
                  </a:cubicBezTo>
                  <a:cubicBezTo>
                    <a:pt x="363665" y="629527"/>
                    <a:pt x="356616" y="625743"/>
                    <a:pt x="355219" y="625527"/>
                  </a:cubicBezTo>
                  <a:cubicBezTo>
                    <a:pt x="350012" y="623907"/>
                    <a:pt x="351282" y="615252"/>
                    <a:pt x="349568" y="607143"/>
                  </a:cubicBezTo>
                  <a:cubicBezTo>
                    <a:pt x="348806" y="601733"/>
                    <a:pt x="350457" y="600438"/>
                    <a:pt x="366459" y="571672"/>
                  </a:cubicBezTo>
                  <a:cubicBezTo>
                    <a:pt x="368427" y="568104"/>
                    <a:pt x="369951" y="566484"/>
                    <a:pt x="407162" y="545720"/>
                  </a:cubicBezTo>
                  <a:cubicBezTo>
                    <a:pt x="411163" y="543561"/>
                    <a:pt x="413195" y="540424"/>
                    <a:pt x="423926" y="527553"/>
                  </a:cubicBezTo>
                  <a:cubicBezTo>
                    <a:pt x="427292" y="523552"/>
                    <a:pt x="426657" y="523336"/>
                    <a:pt x="445580" y="452940"/>
                  </a:cubicBezTo>
                  <a:cubicBezTo>
                    <a:pt x="446977" y="447422"/>
                    <a:pt x="450215" y="442774"/>
                    <a:pt x="459296" y="427203"/>
                  </a:cubicBezTo>
                  <a:cubicBezTo>
                    <a:pt x="461709" y="423203"/>
                    <a:pt x="465074" y="423095"/>
                    <a:pt x="473393" y="421253"/>
                  </a:cubicBezTo>
                  <a:cubicBezTo>
                    <a:pt x="477965" y="420282"/>
                    <a:pt x="473584" y="426988"/>
                    <a:pt x="473393" y="427851"/>
                  </a:cubicBezTo>
                  <a:cubicBezTo>
                    <a:pt x="471234" y="432823"/>
                    <a:pt x="472186" y="431528"/>
                    <a:pt x="540639" y="426664"/>
                  </a:cubicBezTo>
                  <a:cubicBezTo>
                    <a:pt x="545275" y="426340"/>
                    <a:pt x="544830" y="426772"/>
                    <a:pt x="586296" y="442018"/>
                  </a:cubicBezTo>
                  <a:cubicBezTo>
                    <a:pt x="590486" y="443637"/>
                    <a:pt x="589535" y="446666"/>
                    <a:pt x="590741" y="477813"/>
                  </a:cubicBezTo>
                  <a:cubicBezTo>
                    <a:pt x="590931" y="483433"/>
                    <a:pt x="589725" y="484620"/>
                    <a:pt x="572643" y="529502"/>
                  </a:cubicBezTo>
                  <a:cubicBezTo>
                    <a:pt x="570802" y="534258"/>
                    <a:pt x="567563" y="535338"/>
                    <a:pt x="555308" y="543015"/>
                  </a:cubicBezTo>
                  <a:cubicBezTo>
                    <a:pt x="551307" y="545504"/>
                    <a:pt x="554800" y="548857"/>
                    <a:pt x="566484" y="567672"/>
                  </a:cubicBezTo>
                  <a:cubicBezTo>
                    <a:pt x="569278" y="572320"/>
                    <a:pt x="574675" y="575133"/>
                    <a:pt x="584454" y="581515"/>
                  </a:cubicBezTo>
                  <a:cubicBezTo>
                    <a:pt x="588455" y="584112"/>
                    <a:pt x="587502" y="585947"/>
                    <a:pt x="588137" y="624879"/>
                  </a:cubicBezTo>
                  <a:cubicBezTo>
                    <a:pt x="588264" y="629851"/>
                    <a:pt x="585724" y="631800"/>
                    <a:pt x="576517" y="642183"/>
                  </a:cubicBezTo>
                  <a:cubicBezTo>
                    <a:pt x="572770" y="646399"/>
                    <a:pt x="579057" y="650616"/>
                    <a:pt x="580644" y="653536"/>
                  </a:cubicBezTo>
                  <a:cubicBezTo>
                    <a:pt x="583883" y="657753"/>
                    <a:pt x="579057" y="662617"/>
                    <a:pt x="578168" y="664782"/>
                  </a:cubicBezTo>
                  <a:cubicBezTo>
                    <a:pt x="575120" y="670078"/>
                    <a:pt x="580961" y="675273"/>
                    <a:pt x="584009" y="681756"/>
                  </a:cubicBezTo>
                  <a:cubicBezTo>
                    <a:pt x="586740" y="686410"/>
                    <a:pt x="581534" y="691167"/>
                    <a:pt x="580581" y="693440"/>
                  </a:cubicBezTo>
                  <a:cubicBezTo>
                    <a:pt x="577533" y="698088"/>
                    <a:pt x="581851" y="703276"/>
                    <a:pt x="582803" y="706413"/>
                  </a:cubicBezTo>
                  <a:cubicBezTo>
                    <a:pt x="586931" y="715608"/>
                    <a:pt x="573596" y="735502"/>
                    <a:pt x="577850" y="744697"/>
                  </a:cubicBezTo>
                  <a:lnTo>
                    <a:pt x="582740" y="755397"/>
                  </a:lnTo>
                  <a:cubicBezTo>
                    <a:pt x="585089" y="760375"/>
                    <a:pt x="589661" y="762534"/>
                    <a:pt x="613347" y="778327"/>
                  </a:cubicBezTo>
                  <a:cubicBezTo>
                    <a:pt x="618110" y="781356"/>
                    <a:pt x="614426" y="793249"/>
                    <a:pt x="611822" y="796602"/>
                  </a:cubicBezTo>
                  <a:lnTo>
                    <a:pt x="599250" y="812928"/>
                  </a:lnTo>
                  <a:cubicBezTo>
                    <a:pt x="596265" y="816928"/>
                    <a:pt x="598107" y="820605"/>
                    <a:pt x="601790" y="835851"/>
                  </a:cubicBezTo>
                  <a:cubicBezTo>
                    <a:pt x="603377" y="842665"/>
                    <a:pt x="594423" y="843313"/>
                    <a:pt x="582041" y="852184"/>
                  </a:cubicBezTo>
                  <a:cubicBezTo>
                    <a:pt x="576135" y="856400"/>
                    <a:pt x="576453" y="871646"/>
                    <a:pt x="571119" y="879647"/>
                  </a:cubicBezTo>
                  <a:lnTo>
                    <a:pt x="554546" y="905930"/>
                  </a:lnTo>
                  <a:cubicBezTo>
                    <a:pt x="552006" y="909384"/>
                    <a:pt x="548513" y="909822"/>
                    <a:pt x="543116" y="911226"/>
                  </a:cubicBezTo>
                  <a:cubicBezTo>
                    <a:pt x="538353" y="912413"/>
                    <a:pt x="542227" y="919011"/>
                    <a:pt x="542544" y="921500"/>
                  </a:cubicBezTo>
                  <a:cubicBezTo>
                    <a:pt x="543941" y="926472"/>
                    <a:pt x="539115" y="926472"/>
                    <a:pt x="513335" y="935235"/>
                  </a:cubicBezTo>
                  <a:cubicBezTo>
                    <a:pt x="508762" y="936854"/>
                    <a:pt x="503174" y="934689"/>
                    <a:pt x="493395" y="932314"/>
                  </a:cubicBezTo>
                  <a:cubicBezTo>
                    <a:pt x="488315" y="931012"/>
                    <a:pt x="486284" y="938042"/>
                    <a:pt x="483235" y="941503"/>
                  </a:cubicBezTo>
                  <a:cubicBezTo>
                    <a:pt x="479997" y="946265"/>
                    <a:pt x="489331" y="944855"/>
                    <a:pt x="536639" y="947453"/>
                  </a:cubicBezTo>
                  <a:cubicBezTo>
                    <a:pt x="541401" y="947776"/>
                    <a:pt x="545592" y="950482"/>
                    <a:pt x="562166" y="958375"/>
                  </a:cubicBezTo>
                  <a:cubicBezTo>
                    <a:pt x="566293" y="960426"/>
                    <a:pt x="566801" y="956425"/>
                    <a:pt x="576961" y="935559"/>
                  </a:cubicBezTo>
                  <a:cubicBezTo>
                    <a:pt x="579057" y="931451"/>
                    <a:pt x="582041" y="931667"/>
                    <a:pt x="593090" y="929609"/>
                  </a:cubicBezTo>
                  <a:cubicBezTo>
                    <a:pt x="597409" y="928854"/>
                    <a:pt x="599060" y="926364"/>
                    <a:pt x="613982" y="911226"/>
                  </a:cubicBezTo>
                  <a:cubicBezTo>
                    <a:pt x="617220" y="907981"/>
                    <a:pt x="621919" y="907873"/>
                    <a:pt x="627190" y="906902"/>
                  </a:cubicBezTo>
                  <a:cubicBezTo>
                    <a:pt x="631634" y="906146"/>
                    <a:pt x="631444" y="900844"/>
                    <a:pt x="637794" y="872294"/>
                  </a:cubicBezTo>
                  <a:cubicBezTo>
                    <a:pt x="639001" y="867106"/>
                    <a:pt x="641604" y="866027"/>
                    <a:pt x="661162" y="850126"/>
                  </a:cubicBezTo>
                  <a:cubicBezTo>
                    <a:pt x="664655" y="847427"/>
                    <a:pt x="664464" y="844614"/>
                    <a:pt x="666497" y="827850"/>
                  </a:cubicBezTo>
                  <a:cubicBezTo>
                    <a:pt x="667259" y="822554"/>
                    <a:pt x="665290" y="820605"/>
                    <a:pt x="651764" y="796062"/>
                  </a:cubicBezTo>
                  <a:cubicBezTo>
                    <a:pt x="649415" y="791839"/>
                    <a:pt x="650684" y="788817"/>
                    <a:pt x="654368" y="769888"/>
                  </a:cubicBezTo>
                  <a:cubicBezTo>
                    <a:pt x="655320" y="764808"/>
                    <a:pt x="657289" y="765131"/>
                    <a:pt x="678752" y="756483"/>
                  </a:cubicBezTo>
                  <a:lnTo>
                    <a:pt x="678752" y="756699"/>
                  </a:lnTo>
                  <a:lnTo>
                    <a:pt x="720725" y="749561"/>
                  </a:lnTo>
                  <a:cubicBezTo>
                    <a:pt x="727202" y="748482"/>
                    <a:pt x="725234" y="761563"/>
                    <a:pt x="731774" y="767081"/>
                  </a:cubicBezTo>
                  <a:lnTo>
                    <a:pt x="751015" y="783515"/>
                  </a:lnTo>
                  <a:cubicBezTo>
                    <a:pt x="756031" y="787839"/>
                    <a:pt x="751777" y="794437"/>
                    <a:pt x="748411" y="842233"/>
                  </a:cubicBezTo>
                  <a:cubicBezTo>
                    <a:pt x="748094" y="844506"/>
                    <a:pt x="749427" y="846989"/>
                    <a:pt x="751015" y="847967"/>
                  </a:cubicBezTo>
                  <a:cubicBezTo>
                    <a:pt x="751015" y="847967"/>
                    <a:pt x="779145" y="863537"/>
                    <a:pt x="783146" y="862998"/>
                  </a:cubicBezTo>
                  <a:cubicBezTo>
                    <a:pt x="790067" y="861918"/>
                    <a:pt x="810895" y="866242"/>
                    <a:pt x="804291" y="863321"/>
                  </a:cubicBezTo>
                  <a:lnTo>
                    <a:pt x="766255" y="846450"/>
                  </a:lnTo>
                  <a:cubicBezTo>
                    <a:pt x="764540" y="845694"/>
                    <a:pt x="763334" y="843205"/>
                    <a:pt x="763588" y="841046"/>
                  </a:cubicBezTo>
                  <a:cubicBezTo>
                    <a:pt x="766699" y="822123"/>
                    <a:pt x="764540" y="813036"/>
                    <a:pt x="770192" y="811417"/>
                  </a:cubicBezTo>
                  <a:cubicBezTo>
                    <a:pt x="778701" y="807956"/>
                    <a:pt x="788035" y="808927"/>
                    <a:pt x="786003" y="802654"/>
                  </a:cubicBezTo>
                  <a:lnTo>
                    <a:pt x="771461" y="759943"/>
                  </a:lnTo>
                  <a:cubicBezTo>
                    <a:pt x="769112" y="752914"/>
                    <a:pt x="764794" y="755289"/>
                    <a:pt x="695389" y="725444"/>
                  </a:cubicBezTo>
                  <a:cubicBezTo>
                    <a:pt x="689864" y="723069"/>
                    <a:pt x="685419" y="728581"/>
                    <a:pt x="665861" y="737668"/>
                  </a:cubicBezTo>
                  <a:cubicBezTo>
                    <a:pt x="660845" y="740258"/>
                    <a:pt x="655320" y="736150"/>
                    <a:pt x="648653" y="734207"/>
                  </a:cubicBezTo>
                  <a:cubicBezTo>
                    <a:pt x="643446" y="732365"/>
                    <a:pt x="638684" y="737337"/>
                    <a:pt x="631444" y="740582"/>
                  </a:cubicBezTo>
                  <a:cubicBezTo>
                    <a:pt x="626872" y="742964"/>
                    <a:pt x="624522" y="736366"/>
                    <a:pt x="622872" y="734855"/>
                  </a:cubicBezTo>
                  <a:cubicBezTo>
                    <a:pt x="619379" y="730098"/>
                    <a:pt x="624586" y="724041"/>
                    <a:pt x="626555" y="717875"/>
                  </a:cubicBezTo>
                  <a:cubicBezTo>
                    <a:pt x="629031" y="711823"/>
                    <a:pt x="623316" y="706629"/>
                    <a:pt x="618236" y="695383"/>
                  </a:cubicBezTo>
                  <a:cubicBezTo>
                    <a:pt x="615061" y="689325"/>
                    <a:pt x="618554" y="682734"/>
                    <a:pt x="621221" y="660236"/>
                  </a:cubicBezTo>
                  <a:cubicBezTo>
                    <a:pt x="622300" y="653321"/>
                    <a:pt x="627063" y="650184"/>
                    <a:pt x="642874" y="627800"/>
                  </a:cubicBezTo>
                  <a:cubicBezTo>
                    <a:pt x="647002" y="622282"/>
                    <a:pt x="639890" y="618389"/>
                    <a:pt x="613918" y="571025"/>
                  </a:cubicBezTo>
                  <a:cubicBezTo>
                    <a:pt x="608902" y="562484"/>
                    <a:pt x="591820" y="562268"/>
                    <a:pt x="596265" y="555670"/>
                  </a:cubicBezTo>
                  <a:lnTo>
                    <a:pt x="614299" y="529178"/>
                  </a:lnTo>
                  <a:cubicBezTo>
                    <a:pt x="618236" y="523444"/>
                    <a:pt x="622554" y="523120"/>
                    <a:pt x="661543" y="498787"/>
                  </a:cubicBezTo>
                  <a:cubicBezTo>
                    <a:pt x="663131" y="497815"/>
                    <a:pt x="665099" y="495326"/>
                    <a:pt x="665861" y="493275"/>
                  </a:cubicBezTo>
                  <a:cubicBezTo>
                    <a:pt x="668084" y="485814"/>
                    <a:pt x="671767" y="480188"/>
                    <a:pt x="670814" y="473920"/>
                  </a:cubicBezTo>
                  <a:cubicBezTo>
                    <a:pt x="667703" y="457804"/>
                    <a:pt x="668782" y="450451"/>
                    <a:pt x="664210" y="446450"/>
                  </a:cubicBezTo>
                  <a:lnTo>
                    <a:pt x="637922" y="423851"/>
                  </a:lnTo>
                  <a:cubicBezTo>
                    <a:pt x="634238" y="420714"/>
                    <a:pt x="637160" y="415202"/>
                    <a:pt x="637160" y="414008"/>
                  </a:cubicBezTo>
                  <a:cubicBezTo>
                    <a:pt x="637731" y="411849"/>
                    <a:pt x="639509" y="410979"/>
                    <a:pt x="641159" y="412065"/>
                  </a:cubicBezTo>
                  <a:lnTo>
                    <a:pt x="685292" y="440831"/>
                  </a:lnTo>
                  <a:cubicBezTo>
                    <a:pt x="690499" y="444177"/>
                    <a:pt x="688911" y="452184"/>
                    <a:pt x="694500" y="480404"/>
                  </a:cubicBezTo>
                  <a:cubicBezTo>
                    <a:pt x="694817" y="482569"/>
                    <a:pt x="693865" y="485274"/>
                    <a:pt x="692277" y="486354"/>
                  </a:cubicBezTo>
                  <a:lnTo>
                    <a:pt x="691197" y="487109"/>
                  </a:lnTo>
                  <a:cubicBezTo>
                    <a:pt x="685991" y="490678"/>
                    <a:pt x="686309" y="497923"/>
                    <a:pt x="677545" y="523984"/>
                  </a:cubicBezTo>
                  <a:cubicBezTo>
                    <a:pt x="675831" y="529826"/>
                    <a:pt x="681736" y="533610"/>
                    <a:pt x="683895" y="536855"/>
                  </a:cubicBezTo>
                  <a:cubicBezTo>
                    <a:pt x="687070" y="540748"/>
                    <a:pt x="687705" y="551454"/>
                    <a:pt x="683260" y="553937"/>
                  </a:cubicBezTo>
                  <a:cubicBezTo>
                    <a:pt x="682498" y="554591"/>
                    <a:pt x="675894" y="556858"/>
                    <a:pt x="679831" y="559671"/>
                  </a:cubicBezTo>
                  <a:cubicBezTo>
                    <a:pt x="686626" y="564103"/>
                    <a:pt x="690626" y="568643"/>
                    <a:pt x="696023" y="569297"/>
                  </a:cubicBezTo>
                  <a:lnTo>
                    <a:pt x="771589" y="579134"/>
                  </a:lnTo>
                  <a:cubicBezTo>
                    <a:pt x="776224" y="579673"/>
                    <a:pt x="776542" y="586811"/>
                    <a:pt x="777304" y="588760"/>
                  </a:cubicBezTo>
                  <a:cubicBezTo>
                    <a:pt x="779082" y="595250"/>
                    <a:pt x="786447" y="592437"/>
                    <a:pt x="798322" y="594602"/>
                  </a:cubicBezTo>
                  <a:cubicBezTo>
                    <a:pt x="804164" y="595142"/>
                    <a:pt x="795592" y="586487"/>
                    <a:pt x="784797" y="567240"/>
                  </a:cubicBezTo>
                  <a:cubicBezTo>
                    <a:pt x="781114" y="561074"/>
                    <a:pt x="776478" y="563024"/>
                    <a:pt x="720725" y="544209"/>
                  </a:cubicBezTo>
                  <a:cubicBezTo>
                    <a:pt x="715328" y="542475"/>
                    <a:pt x="716471" y="534150"/>
                    <a:pt x="712788" y="519767"/>
                  </a:cubicBezTo>
                  <a:cubicBezTo>
                    <a:pt x="712407" y="517602"/>
                    <a:pt x="713486" y="515227"/>
                    <a:pt x="715201" y="514472"/>
                  </a:cubicBezTo>
                  <a:lnTo>
                    <a:pt x="734568" y="506356"/>
                  </a:lnTo>
                  <a:cubicBezTo>
                    <a:pt x="740093" y="504089"/>
                    <a:pt x="743776" y="510579"/>
                    <a:pt x="764540" y="524416"/>
                  </a:cubicBezTo>
                  <a:cubicBezTo>
                    <a:pt x="769620" y="527984"/>
                    <a:pt x="774319" y="521609"/>
                    <a:pt x="790194" y="513932"/>
                  </a:cubicBezTo>
                  <a:cubicBezTo>
                    <a:pt x="795084" y="511227"/>
                    <a:pt x="787909" y="505061"/>
                    <a:pt x="784923" y="498787"/>
                  </a:cubicBezTo>
                  <a:cubicBezTo>
                    <a:pt x="780035" y="491002"/>
                    <a:pt x="761936" y="507010"/>
                    <a:pt x="760413" y="497492"/>
                  </a:cubicBezTo>
                  <a:lnTo>
                    <a:pt x="760222" y="496520"/>
                  </a:lnTo>
                  <a:cubicBezTo>
                    <a:pt x="759143" y="489706"/>
                    <a:pt x="767461" y="489275"/>
                    <a:pt x="782828" y="478892"/>
                  </a:cubicBezTo>
                  <a:cubicBezTo>
                    <a:pt x="788353" y="475540"/>
                    <a:pt x="792671" y="477705"/>
                    <a:pt x="836994" y="476511"/>
                  </a:cubicBezTo>
                  <a:cubicBezTo>
                    <a:pt x="843026" y="476511"/>
                    <a:pt x="846582" y="480836"/>
                    <a:pt x="881317" y="499765"/>
                  </a:cubicBezTo>
                  <a:cubicBezTo>
                    <a:pt x="886778" y="502895"/>
                    <a:pt x="889254" y="507442"/>
                    <a:pt x="913575" y="533287"/>
                  </a:cubicBezTo>
                  <a:cubicBezTo>
                    <a:pt x="918273" y="538259"/>
                    <a:pt x="922338" y="534150"/>
                    <a:pt x="970217" y="530366"/>
                  </a:cubicBezTo>
                  <a:cubicBezTo>
                    <a:pt x="975805" y="529826"/>
                    <a:pt x="969645" y="539776"/>
                    <a:pt x="967360" y="548857"/>
                  </a:cubicBezTo>
                  <a:cubicBezTo>
                    <a:pt x="963930" y="559455"/>
                    <a:pt x="937641" y="562052"/>
                    <a:pt x="939038" y="571456"/>
                  </a:cubicBezTo>
                  <a:cubicBezTo>
                    <a:pt x="941197" y="580975"/>
                    <a:pt x="939800" y="590595"/>
                    <a:pt x="945325" y="590811"/>
                  </a:cubicBezTo>
                  <a:lnTo>
                    <a:pt x="971741" y="591789"/>
                  </a:lnTo>
                  <a:cubicBezTo>
                    <a:pt x="977456" y="592005"/>
                    <a:pt x="980186" y="599574"/>
                    <a:pt x="989585" y="610388"/>
                  </a:cubicBezTo>
                  <a:cubicBezTo>
                    <a:pt x="993902" y="615792"/>
                    <a:pt x="987172" y="599898"/>
                    <a:pt x="979170" y="573082"/>
                  </a:cubicBezTo>
                  <a:cubicBezTo>
                    <a:pt x="977138" y="566484"/>
                    <a:pt x="983297" y="562160"/>
                    <a:pt x="993902" y="542259"/>
                  </a:cubicBezTo>
                  <a:cubicBezTo>
                    <a:pt x="997014" y="536747"/>
                    <a:pt x="991172" y="530797"/>
                    <a:pt x="987489" y="521063"/>
                  </a:cubicBezTo>
                  <a:cubicBezTo>
                    <a:pt x="984568" y="514903"/>
                    <a:pt x="977964" y="517386"/>
                    <a:pt x="957961" y="513278"/>
                  </a:cubicBezTo>
                  <a:cubicBezTo>
                    <a:pt x="949008" y="511874"/>
                    <a:pt x="944118" y="481598"/>
                    <a:pt x="935482" y="479108"/>
                  </a:cubicBezTo>
                  <a:lnTo>
                    <a:pt x="894461" y="467323"/>
                  </a:lnTo>
                  <a:cubicBezTo>
                    <a:pt x="892620" y="466783"/>
                    <a:pt x="891160" y="464618"/>
                    <a:pt x="891160" y="462344"/>
                  </a:cubicBezTo>
                  <a:lnTo>
                    <a:pt x="891604" y="426988"/>
                  </a:lnTo>
                  <a:cubicBezTo>
                    <a:pt x="891731" y="420066"/>
                    <a:pt x="885000" y="417037"/>
                    <a:pt x="875919" y="406547"/>
                  </a:cubicBezTo>
                  <a:cubicBezTo>
                    <a:pt x="871474" y="402007"/>
                    <a:pt x="875919" y="395193"/>
                    <a:pt x="879094" y="372809"/>
                  </a:cubicBezTo>
                  <a:cubicBezTo>
                    <a:pt x="880555" y="365132"/>
                    <a:pt x="882206" y="370320"/>
                    <a:pt x="1029081" y="353778"/>
                  </a:cubicBezTo>
                  <a:cubicBezTo>
                    <a:pt x="1034797" y="353239"/>
                    <a:pt x="1039876" y="355074"/>
                    <a:pt x="1054609" y="357563"/>
                  </a:cubicBezTo>
                  <a:cubicBezTo>
                    <a:pt x="1062610" y="359074"/>
                    <a:pt x="1081596" y="342101"/>
                    <a:pt x="1091121" y="342101"/>
                  </a:cubicBezTo>
                  <a:cubicBezTo>
                    <a:pt x="1115759" y="341015"/>
                    <a:pt x="1126490" y="344692"/>
                    <a:pt x="1122935" y="338856"/>
                  </a:cubicBezTo>
                  <a:cubicBezTo>
                    <a:pt x="1111695" y="321444"/>
                    <a:pt x="1110235" y="314307"/>
                    <a:pt x="1104519" y="312688"/>
                  </a:cubicBezTo>
                  <a:cubicBezTo>
                    <a:pt x="1092200" y="308465"/>
                    <a:pt x="1079754" y="308357"/>
                    <a:pt x="1084517" y="304033"/>
                  </a:cubicBezTo>
                  <a:cubicBezTo>
                    <a:pt x="1099312" y="289002"/>
                    <a:pt x="1109472" y="284246"/>
                    <a:pt x="1103885" y="282081"/>
                  </a:cubicBezTo>
                  <a:cubicBezTo>
                    <a:pt x="1085597" y="274080"/>
                    <a:pt x="1074547" y="273540"/>
                    <a:pt x="1079309" y="269323"/>
                  </a:cubicBezTo>
                  <a:lnTo>
                    <a:pt x="1091756" y="258078"/>
                  </a:lnTo>
                  <a:cubicBezTo>
                    <a:pt x="1096391" y="253969"/>
                    <a:pt x="1100710" y="261970"/>
                    <a:pt x="1113917" y="271266"/>
                  </a:cubicBezTo>
                  <a:cubicBezTo>
                    <a:pt x="1118934" y="275267"/>
                    <a:pt x="1122172" y="265971"/>
                    <a:pt x="1140270" y="248559"/>
                  </a:cubicBezTo>
                  <a:cubicBezTo>
                    <a:pt x="1141667" y="247048"/>
                    <a:pt x="1141413" y="244882"/>
                    <a:pt x="1139825" y="243803"/>
                  </a:cubicBezTo>
                  <a:lnTo>
                    <a:pt x="1122617" y="231795"/>
                  </a:lnTo>
                  <a:cubicBezTo>
                    <a:pt x="1120966" y="230607"/>
                    <a:pt x="1120966" y="228772"/>
                    <a:pt x="1122617" y="227686"/>
                  </a:cubicBezTo>
                  <a:cubicBezTo>
                    <a:pt x="1124839" y="226607"/>
                    <a:pt x="1128649" y="222175"/>
                    <a:pt x="1133412" y="223470"/>
                  </a:cubicBezTo>
                  <a:cubicBezTo>
                    <a:pt x="1153223" y="227686"/>
                    <a:pt x="1158558" y="232341"/>
                    <a:pt x="1163321" y="228226"/>
                  </a:cubicBezTo>
                  <a:cubicBezTo>
                    <a:pt x="1187133" y="208332"/>
                    <a:pt x="1190054" y="203468"/>
                    <a:pt x="1195896" y="202166"/>
                  </a:cubicBezTo>
                  <a:lnTo>
                    <a:pt x="1359409" y="165291"/>
                  </a:lnTo>
                  <a:cubicBezTo>
                    <a:pt x="1365059" y="163996"/>
                    <a:pt x="1354900" y="158586"/>
                    <a:pt x="1344613" y="148210"/>
                  </a:cubicBezTo>
                  <a:cubicBezTo>
                    <a:pt x="1339279" y="143447"/>
                    <a:pt x="1352042" y="146260"/>
                    <a:pt x="1437005" y="140095"/>
                  </a:cubicBezTo>
                  <a:cubicBezTo>
                    <a:pt x="1444181" y="139663"/>
                    <a:pt x="1430528" y="127553"/>
                    <a:pt x="1437450" y="126798"/>
                  </a:cubicBezTo>
                  <a:lnTo>
                    <a:pt x="1481963" y="121606"/>
                  </a:lnTo>
                  <a:cubicBezTo>
                    <a:pt x="1483805" y="121389"/>
                    <a:pt x="1485709" y="122903"/>
                    <a:pt x="1486281" y="125064"/>
                  </a:cubicBezTo>
                  <a:lnTo>
                    <a:pt x="1486789" y="127121"/>
                  </a:lnTo>
                  <a:cubicBezTo>
                    <a:pt x="1487360" y="129280"/>
                    <a:pt x="1486472" y="131878"/>
                    <a:pt x="1484885" y="132957"/>
                  </a:cubicBezTo>
                  <a:cubicBezTo>
                    <a:pt x="1447165" y="159456"/>
                    <a:pt x="1434847" y="164212"/>
                    <a:pt x="1441006" y="165507"/>
                  </a:cubicBezTo>
                  <a:cubicBezTo>
                    <a:pt x="1442022" y="165615"/>
                    <a:pt x="1446340" y="167457"/>
                    <a:pt x="1450467" y="165291"/>
                  </a:cubicBezTo>
                  <a:cubicBezTo>
                    <a:pt x="1467231" y="157614"/>
                    <a:pt x="1471867" y="152102"/>
                    <a:pt x="1477201" y="154477"/>
                  </a:cubicBezTo>
                  <a:cubicBezTo>
                    <a:pt x="1481646" y="156427"/>
                    <a:pt x="1474026" y="160859"/>
                    <a:pt x="1472311" y="162916"/>
                  </a:cubicBezTo>
                  <a:cubicBezTo>
                    <a:pt x="1467676" y="167025"/>
                    <a:pt x="1478788" y="162808"/>
                    <a:pt x="1488122" y="161075"/>
                  </a:cubicBezTo>
                  <a:cubicBezTo>
                    <a:pt x="1492250" y="160211"/>
                    <a:pt x="1497076" y="154261"/>
                    <a:pt x="1492948" y="151671"/>
                  </a:cubicBezTo>
                  <a:lnTo>
                    <a:pt x="1492314" y="151232"/>
                  </a:lnTo>
                  <a:cubicBezTo>
                    <a:pt x="1487551" y="148102"/>
                    <a:pt x="1497711" y="147340"/>
                    <a:pt x="1503617" y="145073"/>
                  </a:cubicBezTo>
                  <a:cubicBezTo>
                    <a:pt x="1508570" y="143555"/>
                    <a:pt x="1503490" y="152858"/>
                    <a:pt x="1502601" y="156859"/>
                  </a:cubicBezTo>
                  <a:cubicBezTo>
                    <a:pt x="1500569" y="163240"/>
                    <a:pt x="1509840" y="157722"/>
                    <a:pt x="1521460" y="155995"/>
                  </a:cubicBezTo>
                  <a:cubicBezTo>
                    <a:pt x="1527493" y="154585"/>
                    <a:pt x="1515809" y="147994"/>
                    <a:pt x="1521651" y="145613"/>
                  </a:cubicBezTo>
                  <a:lnTo>
                    <a:pt x="1555623" y="131878"/>
                  </a:lnTo>
                  <a:cubicBezTo>
                    <a:pt x="1560767" y="129827"/>
                    <a:pt x="1566164" y="133065"/>
                    <a:pt x="1574165" y="134691"/>
                  </a:cubicBezTo>
                  <a:cubicBezTo>
                    <a:pt x="1579246" y="136094"/>
                    <a:pt x="1582928" y="140965"/>
                    <a:pt x="1587247" y="144533"/>
                  </a:cubicBezTo>
                  <a:cubicBezTo>
                    <a:pt x="1590802" y="147778"/>
                    <a:pt x="1594295" y="142044"/>
                    <a:pt x="1595247" y="141288"/>
                  </a:cubicBezTo>
                  <a:cubicBezTo>
                    <a:pt x="1601407" y="134907"/>
                    <a:pt x="1574927" y="127985"/>
                    <a:pt x="1569910" y="117605"/>
                  </a:cubicBezTo>
                  <a:cubicBezTo>
                    <a:pt x="1569910" y="117605"/>
                    <a:pt x="1564958" y="107115"/>
                    <a:pt x="1564958" y="108089"/>
                  </a:cubicBezTo>
                  <a:cubicBezTo>
                    <a:pt x="1564958" y="109061"/>
                    <a:pt x="1602740" y="114468"/>
                    <a:pt x="1602740" y="114468"/>
                  </a:cubicBezTo>
                  <a:cubicBezTo>
                    <a:pt x="1608582" y="115333"/>
                    <a:pt x="1612900" y="112630"/>
                    <a:pt x="1639634" y="106250"/>
                  </a:cubicBezTo>
                  <a:cubicBezTo>
                    <a:pt x="1644841" y="104952"/>
                    <a:pt x="1647317" y="97707"/>
                    <a:pt x="1651762" y="91435"/>
                  </a:cubicBezTo>
                  <a:cubicBezTo>
                    <a:pt x="1654810" y="86677"/>
                    <a:pt x="1647190" y="85163"/>
                    <a:pt x="1645031" y="83541"/>
                  </a:cubicBezTo>
                  <a:cubicBezTo>
                    <a:pt x="1640522" y="81271"/>
                    <a:pt x="1645476" y="74998"/>
                    <a:pt x="1646238" y="72403"/>
                  </a:cubicBezTo>
                  <a:cubicBezTo>
                    <a:pt x="1648523" y="67645"/>
                    <a:pt x="1653604" y="67212"/>
                    <a:pt x="1654556" y="66672"/>
                  </a:cubicBezTo>
                  <a:cubicBezTo>
                    <a:pt x="1659001" y="65266"/>
                    <a:pt x="1658557" y="58562"/>
                    <a:pt x="1659001" y="56831"/>
                  </a:cubicBezTo>
                  <a:cubicBezTo>
                    <a:pt x="1660017" y="49803"/>
                    <a:pt x="1667891" y="50343"/>
                    <a:pt x="1691894" y="38340"/>
                  </a:cubicBezTo>
                  <a:cubicBezTo>
                    <a:pt x="1697228" y="35961"/>
                    <a:pt x="1700022" y="30121"/>
                    <a:pt x="1706944" y="22011"/>
                  </a:cubicBezTo>
                  <a:cubicBezTo>
                    <a:pt x="1710881" y="17037"/>
                    <a:pt x="1716405" y="15955"/>
                    <a:pt x="1729931" y="8602"/>
                  </a:cubicBezTo>
                  <a:cubicBezTo>
                    <a:pt x="1734757" y="6115"/>
                    <a:pt x="1740091" y="8062"/>
                    <a:pt x="1745297" y="8062"/>
                  </a:cubicBezTo>
                  <a:cubicBezTo>
                    <a:pt x="1750505" y="8494"/>
                    <a:pt x="1754505" y="3844"/>
                    <a:pt x="1758697" y="1465"/>
                  </a:cubicBezTo>
                  <a:cubicBezTo>
                    <a:pt x="1761173" y="-265"/>
                    <a:pt x="1763824" y="-265"/>
                    <a:pt x="1768007" y="4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C64A0BFF-ADE0-1230-C549-9B76C2C890B6}"/>
                </a:ext>
              </a:extLst>
            </p:cNvPr>
            <p:cNvSpPr/>
            <p:nvPr/>
          </p:nvSpPr>
          <p:spPr>
            <a:xfrm>
              <a:off x="6722950" y="4066964"/>
              <a:ext cx="28471" cy="56821"/>
            </a:xfrm>
            <a:custGeom>
              <a:avLst/>
              <a:gdLst>
                <a:gd name="csX0" fmla="*/ 22261 w 32835"/>
                <a:gd name="csY0" fmla="*/ 65530 h 65530"/>
                <a:gd name="csX1" fmla="*/ 30516 w 32835"/>
                <a:gd name="csY1" fmla="*/ 49096 h 65530"/>
                <a:gd name="csX2" fmla="*/ 28548 w 32835"/>
                <a:gd name="csY2" fmla="*/ 21518 h 65530"/>
                <a:gd name="csX3" fmla="*/ 32422 w 32835"/>
                <a:gd name="csY3" fmla="*/ 9841 h 65530"/>
                <a:gd name="csX4" fmla="*/ 28675 w 32835"/>
                <a:gd name="csY4" fmla="*/ 6164 h 65530"/>
                <a:gd name="csX5" fmla="*/ 23659 w 32835"/>
                <a:gd name="csY5" fmla="*/ 1948 h 65530"/>
                <a:gd name="csX6" fmla="*/ 9942 w 32835"/>
                <a:gd name="csY6" fmla="*/ 5840 h 65530"/>
                <a:gd name="csX7" fmla="*/ 6133 w 32835"/>
                <a:gd name="csY7" fmla="*/ 12546 h 65530"/>
                <a:gd name="csX8" fmla="*/ 5371 w 32835"/>
                <a:gd name="csY8" fmla="*/ 19899 h 65530"/>
                <a:gd name="csX9" fmla="*/ 2576 w 32835"/>
                <a:gd name="csY9" fmla="*/ 24116 h 65530"/>
                <a:gd name="csX10" fmla="*/ 100 w 32835"/>
                <a:gd name="csY10" fmla="*/ 28332 h 65530"/>
                <a:gd name="csX11" fmla="*/ 5244 w 32835"/>
                <a:gd name="csY11" fmla="*/ 50176 h 65530"/>
                <a:gd name="csX12" fmla="*/ 2322 w 32835"/>
                <a:gd name="csY12" fmla="*/ 56012 h 65530"/>
                <a:gd name="csX13" fmla="*/ 22134 w 32835"/>
                <a:gd name="csY13" fmla="*/ 65422 h 65530"/>
                <a:gd name="csX14" fmla="*/ 22261 w 32835"/>
                <a:gd name="csY14" fmla="*/ 65530 h 65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835" h="65530">
                  <a:moveTo>
                    <a:pt x="22261" y="65530"/>
                  </a:moveTo>
                  <a:lnTo>
                    <a:pt x="30516" y="49096"/>
                  </a:lnTo>
                  <a:cubicBezTo>
                    <a:pt x="37501" y="35146"/>
                    <a:pt x="26262" y="28656"/>
                    <a:pt x="28548" y="21518"/>
                  </a:cubicBezTo>
                  <a:lnTo>
                    <a:pt x="32422" y="9841"/>
                  </a:lnTo>
                  <a:cubicBezTo>
                    <a:pt x="33628" y="6164"/>
                    <a:pt x="28103" y="5948"/>
                    <a:pt x="28675" y="6164"/>
                  </a:cubicBezTo>
                  <a:cubicBezTo>
                    <a:pt x="24992" y="5840"/>
                    <a:pt x="23150" y="1408"/>
                    <a:pt x="23659" y="1948"/>
                  </a:cubicBezTo>
                  <a:cubicBezTo>
                    <a:pt x="21753" y="-2707"/>
                    <a:pt x="12101" y="1948"/>
                    <a:pt x="9942" y="5840"/>
                  </a:cubicBezTo>
                  <a:lnTo>
                    <a:pt x="6133" y="12546"/>
                  </a:lnTo>
                  <a:cubicBezTo>
                    <a:pt x="4291" y="15784"/>
                    <a:pt x="5371" y="20547"/>
                    <a:pt x="5371" y="19899"/>
                  </a:cubicBezTo>
                  <a:cubicBezTo>
                    <a:pt x="6005" y="23245"/>
                    <a:pt x="2005" y="24547"/>
                    <a:pt x="2576" y="24116"/>
                  </a:cubicBezTo>
                  <a:cubicBezTo>
                    <a:pt x="734" y="24655"/>
                    <a:pt x="-345" y="26490"/>
                    <a:pt x="100" y="28332"/>
                  </a:cubicBezTo>
                  <a:lnTo>
                    <a:pt x="5244" y="50176"/>
                  </a:lnTo>
                  <a:cubicBezTo>
                    <a:pt x="5942" y="53097"/>
                    <a:pt x="4164" y="55796"/>
                    <a:pt x="2322" y="56012"/>
                  </a:cubicBezTo>
                  <a:lnTo>
                    <a:pt x="22134" y="65422"/>
                  </a:lnTo>
                  <a:lnTo>
                    <a:pt x="22261" y="655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BE290DE7-D80E-186F-D74A-144476F10087}"/>
                </a:ext>
              </a:extLst>
            </p:cNvPr>
            <p:cNvSpPr/>
            <p:nvPr/>
          </p:nvSpPr>
          <p:spPr>
            <a:xfrm>
              <a:off x="9033408" y="4618723"/>
              <a:ext cx="152996" cy="135120"/>
            </a:xfrm>
            <a:custGeom>
              <a:avLst/>
              <a:gdLst>
                <a:gd name="csX0" fmla="*/ 171814 w 176445"/>
                <a:gd name="csY0" fmla="*/ 100412 h 155829"/>
                <a:gd name="csX1" fmla="*/ 176133 w 176445"/>
                <a:gd name="csY1" fmla="*/ 84734 h 155829"/>
                <a:gd name="csX2" fmla="*/ 172069 w 176445"/>
                <a:gd name="csY2" fmla="*/ 74675 h 155829"/>
                <a:gd name="csX3" fmla="*/ 168449 w 176445"/>
                <a:gd name="csY3" fmla="*/ 66566 h 155829"/>
                <a:gd name="csX4" fmla="*/ 170100 w 176445"/>
                <a:gd name="csY4" fmla="*/ 54025 h 155829"/>
                <a:gd name="csX5" fmla="*/ 164703 w 176445"/>
                <a:gd name="csY5" fmla="*/ 47211 h 155829"/>
                <a:gd name="csX6" fmla="*/ 156892 w 176445"/>
                <a:gd name="csY6" fmla="*/ 44398 h 155829"/>
                <a:gd name="csX7" fmla="*/ 164703 w 176445"/>
                <a:gd name="csY7" fmla="*/ 29800 h 155829"/>
                <a:gd name="csX8" fmla="*/ 162289 w 176445"/>
                <a:gd name="csY8" fmla="*/ 23310 h 155829"/>
                <a:gd name="csX9" fmla="*/ 153526 w 176445"/>
                <a:gd name="csY9" fmla="*/ 18446 h 155829"/>
                <a:gd name="csX10" fmla="*/ 145271 w 176445"/>
                <a:gd name="csY10" fmla="*/ 8495 h 155829"/>
                <a:gd name="csX11" fmla="*/ 139810 w 176445"/>
                <a:gd name="csY11" fmla="*/ 3847 h 155829"/>
                <a:gd name="csX12" fmla="*/ 136445 w 176445"/>
                <a:gd name="csY12" fmla="*/ 386 h 155829"/>
                <a:gd name="csX13" fmla="*/ 134667 w 176445"/>
                <a:gd name="csY13" fmla="*/ 62 h 155829"/>
                <a:gd name="csX14" fmla="*/ 132191 w 176445"/>
                <a:gd name="csY14" fmla="*/ 11524 h 155829"/>
                <a:gd name="csX15" fmla="*/ 137080 w 176445"/>
                <a:gd name="csY15" fmla="*/ 24827 h 155829"/>
                <a:gd name="csX16" fmla="*/ 124062 w 176445"/>
                <a:gd name="csY16" fmla="*/ 30987 h 155829"/>
                <a:gd name="csX17" fmla="*/ 123872 w 176445"/>
                <a:gd name="csY17" fmla="*/ 32289 h 155829"/>
                <a:gd name="csX18" fmla="*/ 110346 w 176445"/>
                <a:gd name="csY18" fmla="*/ 31203 h 155829"/>
                <a:gd name="csX19" fmla="*/ 107870 w 176445"/>
                <a:gd name="csY19" fmla="*/ 43750 h 155829"/>
                <a:gd name="csX20" fmla="*/ 104060 w 176445"/>
                <a:gd name="csY20" fmla="*/ 45801 h 155829"/>
                <a:gd name="csX21" fmla="*/ 99742 w 176445"/>
                <a:gd name="csY21" fmla="*/ 44074 h 155829"/>
                <a:gd name="csX22" fmla="*/ 92820 w 176445"/>
                <a:gd name="csY22" fmla="*/ 45046 h 155829"/>
                <a:gd name="csX23" fmla="*/ 84566 w 176445"/>
                <a:gd name="csY23" fmla="*/ 58673 h 155829"/>
                <a:gd name="csX24" fmla="*/ 73517 w 176445"/>
                <a:gd name="csY24" fmla="*/ 56615 h 155829"/>
                <a:gd name="csX25" fmla="*/ 65833 w 176445"/>
                <a:gd name="csY25" fmla="*/ 42017 h 155829"/>
                <a:gd name="csX26" fmla="*/ 55991 w 176445"/>
                <a:gd name="csY26" fmla="*/ 43319 h 155829"/>
                <a:gd name="csX27" fmla="*/ 49641 w 176445"/>
                <a:gd name="csY27" fmla="*/ 47427 h 155829"/>
                <a:gd name="csX28" fmla="*/ 42020 w 176445"/>
                <a:gd name="csY28" fmla="*/ 50996 h 155829"/>
                <a:gd name="csX29" fmla="*/ 37258 w 176445"/>
                <a:gd name="csY29" fmla="*/ 59537 h 155829"/>
                <a:gd name="csX30" fmla="*/ 15287 w 176445"/>
                <a:gd name="csY30" fmla="*/ 65055 h 155829"/>
                <a:gd name="csX31" fmla="*/ 9128 w 176445"/>
                <a:gd name="csY31" fmla="*/ 72624 h 155829"/>
                <a:gd name="csX32" fmla="*/ 174 w 176445"/>
                <a:gd name="csY32" fmla="*/ 98900 h 155829"/>
                <a:gd name="csX33" fmla="*/ 2079 w 176445"/>
                <a:gd name="csY33" fmla="*/ 103441 h 155829"/>
                <a:gd name="csX34" fmla="*/ 11413 w 176445"/>
                <a:gd name="csY34" fmla="*/ 103872 h 155829"/>
                <a:gd name="csX35" fmla="*/ 22018 w 176445"/>
                <a:gd name="csY35" fmla="*/ 77272 h 155829"/>
                <a:gd name="csX36" fmla="*/ 26590 w 176445"/>
                <a:gd name="csY36" fmla="*/ 74243 h 155829"/>
                <a:gd name="csX37" fmla="*/ 34337 w 176445"/>
                <a:gd name="csY37" fmla="*/ 77812 h 155829"/>
                <a:gd name="csX38" fmla="*/ 36623 w 176445"/>
                <a:gd name="csY38" fmla="*/ 89813 h 155829"/>
                <a:gd name="csX39" fmla="*/ 48624 w 176445"/>
                <a:gd name="csY39" fmla="*/ 81489 h 155829"/>
                <a:gd name="csX40" fmla="*/ 57007 w 176445"/>
                <a:gd name="csY40" fmla="*/ 88950 h 155829"/>
                <a:gd name="csX41" fmla="*/ 60245 w 176445"/>
                <a:gd name="csY41" fmla="*/ 72624 h 155829"/>
                <a:gd name="csX42" fmla="*/ 80247 w 176445"/>
                <a:gd name="csY42" fmla="*/ 79330 h 155829"/>
                <a:gd name="csX43" fmla="*/ 86979 w 176445"/>
                <a:gd name="csY43" fmla="*/ 92626 h 155829"/>
                <a:gd name="csX44" fmla="*/ 79041 w 176445"/>
                <a:gd name="csY44" fmla="*/ 107657 h 155829"/>
                <a:gd name="csX45" fmla="*/ 84693 w 176445"/>
                <a:gd name="csY45" fmla="*/ 127774 h 155829"/>
                <a:gd name="csX46" fmla="*/ 112696 w 176445"/>
                <a:gd name="csY46" fmla="*/ 144531 h 155829"/>
                <a:gd name="csX47" fmla="*/ 116696 w 176445"/>
                <a:gd name="csY47" fmla="*/ 143128 h 155829"/>
                <a:gd name="csX48" fmla="*/ 118665 w 176445"/>
                <a:gd name="csY48" fmla="*/ 137286 h 155829"/>
                <a:gd name="csX49" fmla="*/ 122920 w 176445"/>
                <a:gd name="csY49" fmla="*/ 135235 h 155829"/>
                <a:gd name="csX50" fmla="*/ 128444 w 176445"/>
                <a:gd name="csY50" fmla="*/ 140531 h 155829"/>
                <a:gd name="csX51" fmla="*/ 126348 w 176445"/>
                <a:gd name="csY51" fmla="*/ 152101 h 155829"/>
                <a:gd name="csX52" fmla="*/ 131556 w 176445"/>
                <a:gd name="csY52" fmla="*/ 154590 h 155829"/>
                <a:gd name="csX53" fmla="*/ 141525 w 176445"/>
                <a:gd name="csY53" fmla="*/ 133825 h 155829"/>
                <a:gd name="csX54" fmla="*/ 132127 w 176445"/>
                <a:gd name="csY54" fmla="*/ 116312 h 155829"/>
                <a:gd name="csX55" fmla="*/ 132127 w 176445"/>
                <a:gd name="csY55" fmla="*/ 110470 h 155829"/>
                <a:gd name="csX56" fmla="*/ 140192 w 176445"/>
                <a:gd name="csY56" fmla="*/ 102145 h 155829"/>
                <a:gd name="csX57" fmla="*/ 140954 w 176445"/>
                <a:gd name="csY57" fmla="*/ 102145 h 155829"/>
                <a:gd name="csX58" fmla="*/ 143557 w 176445"/>
                <a:gd name="csY58" fmla="*/ 99548 h 155829"/>
                <a:gd name="csX59" fmla="*/ 144954 w 176445"/>
                <a:gd name="csY59" fmla="*/ 90899 h 155829"/>
                <a:gd name="csX60" fmla="*/ 150796 w 176445"/>
                <a:gd name="csY60" fmla="*/ 91979 h 155829"/>
                <a:gd name="csX61" fmla="*/ 155685 w 176445"/>
                <a:gd name="csY61" fmla="*/ 106254 h 155829"/>
                <a:gd name="csX62" fmla="*/ 157019 w 176445"/>
                <a:gd name="csY62" fmla="*/ 122687 h 155829"/>
                <a:gd name="csX63" fmla="*/ 162289 w 176445"/>
                <a:gd name="csY63" fmla="*/ 126256 h 155829"/>
                <a:gd name="csX64" fmla="*/ 164258 w 176445"/>
                <a:gd name="csY64" fmla="*/ 114686 h 155829"/>
                <a:gd name="csX65" fmla="*/ 163369 w 176445"/>
                <a:gd name="csY65" fmla="*/ 107117 h 155829"/>
                <a:gd name="csX66" fmla="*/ 165655 w 176445"/>
                <a:gd name="csY66" fmla="*/ 103549 h 155829"/>
                <a:gd name="csX67" fmla="*/ 171687 w 176445"/>
                <a:gd name="csY67" fmla="*/ 99872 h 155829"/>
                <a:gd name="csX68" fmla="*/ 171814 w 176445"/>
                <a:gd name="csY68" fmla="*/ 1004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176445" h="155829">
                  <a:moveTo>
                    <a:pt x="171814" y="100412"/>
                  </a:moveTo>
                  <a:cubicBezTo>
                    <a:pt x="175688" y="91115"/>
                    <a:pt x="177148" y="88734"/>
                    <a:pt x="176133" y="84734"/>
                  </a:cubicBezTo>
                  <a:cubicBezTo>
                    <a:pt x="175307" y="81381"/>
                    <a:pt x="174735" y="77704"/>
                    <a:pt x="172069" y="74675"/>
                  </a:cubicBezTo>
                  <a:cubicBezTo>
                    <a:pt x="171497" y="73919"/>
                    <a:pt x="167306" y="70891"/>
                    <a:pt x="168449" y="66566"/>
                  </a:cubicBezTo>
                  <a:cubicBezTo>
                    <a:pt x="169783" y="62134"/>
                    <a:pt x="171370" y="58133"/>
                    <a:pt x="170100" y="54025"/>
                  </a:cubicBezTo>
                  <a:cubicBezTo>
                    <a:pt x="169529" y="52831"/>
                    <a:pt x="169211" y="47211"/>
                    <a:pt x="164703" y="47211"/>
                  </a:cubicBezTo>
                  <a:cubicBezTo>
                    <a:pt x="163686" y="46996"/>
                    <a:pt x="157845" y="48183"/>
                    <a:pt x="156892" y="44398"/>
                  </a:cubicBezTo>
                  <a:cubicBezTo>
                    <a:pt x="155241" y="38124"/>
                    <a:pt x="167052" y="36505"/>
                    <a:pt x="164703" y="29800"/>
                  </a:cubicBezTo>
                  <a:lnTo>
                    <a:pt x="162289" y="23310"/>
                  </a:lnTo>
                  <a:cubicBezTo>
                    <a:pt x="160575" y="18662"/>
                    <a:pt x="156003" y="22878"/>
                    <a:pt x="153526" y="18446"/>
                  </a:cubicBezTo>
                  <a:cubicBezTo>
                    <a:pt x="151558" y="14985"/>
                    <a:pt x="149653" y="9905"/>
                    <a:pt x="145271" y="8495"/>
                  </a:cubicBezTo>
                  <a:cubicBezTo>
                    <a:pt x="144763" y="8172"/>
                    <a:pt x="139810" y="7416"/>
                    <a:pt x="139810" y="3847"/>
                  </a:cubicBezTo>
                  <a:cubicBezTo>
                    <a:pt x="139810" y="2336"/>
                    <a:pt x="138286" y="710"/>
                    <a:pt x="136445" y="386"/>
                  </a:cubicBezTo>
                  <a:lnTo>
                    <a:pt x="134667" y="62"/>
                  </a:lnTo>
                  <a:cubicBezTo>
                    <a:pt x="129905" y="-801"/>
                    <a:pt x="130794" y="7524"/>
                    <a:pt x="132191" y="11524"/>
                  </a:cubicBezTo>
                  <a:lnTo>
                    <a:pt x="137080" y="24827"/>
                  </a:lnTo>
                  <a:cubicBezTo>
                    <a:pt x="139557" y="31641"/>
                    <a:pt x="125142" y="23957"/>
                    <a:pt x="124062" y="30987"/>
                  </a:cubicBezTo>
                  <a:lnTo>
                    <a:pt x="123872" y="32289"/>
                  </a:lnTo>
                  <a:cubicBezTo>
                    <a:pt x="122666" y="39642"/>
                    <a:pt x="111744" y="24066"/>
                    <a:pt x="110346" y="31203"/>
                  </a:cubicBezTo>
                  <a:lnTo>
                    <a:pt x="107870" y="43750"/>
                  </a:lnTo>
                  <a:cubicBezTo>
                    <a:pt x="107553" y="45586"/>
                    <a:pt x="105774" y="46456"/>
                    <a:pt x="104060" y="45801"/>
                  </a:cubicBezTo>
                  <a:lnTo>
                    <a:pt x="99742" y="44074"/>
                  </a:lnTo>
                  <a:cubicBezTo>
                    <a:pt x="96249" y="42671"/>
                    <a:pt x="92185" y="45262"/>
                    <a:pt x="92820" y="45046"/>
                  </a:cubicBezTo>
                  <a:cubicBezTo>
                    <a:pt x="86661" y="48723"/>
                    <a:pt x="91170" y="57917"/>
                    <a:pt x="84566" y="58673"/>
                  </a:cubicBezTo>
                  <a:cubicBezTo>
                    <a:pt x="81200" y="58565"/>
                    <a:pt x="75041" y="61378"/>
                    <a:pt x="73517" y="56615"/>
                  </a:cubicBezTo>
                  <a:cubicBezTo>
                    <a:pt x="70405" y="46456"/>
                    <a:pt x="70087" y="42779"/>
                    <a:pt x="65833" y="42017"/>
                  </a:cubicBezTo>
                  <a:cubicBezTo>
                    <a:pt x="64245" y="42017"/>
                    <a:pt x="58848" y="39534"/>
                    <a:pt x="55991" y="43319"/>
                  </a:cubicBezTo>
                  <a:cubicBezTo>
                    <a:pt x="55483" y="43859"/>
                    <a:pt x="53832" y="47211"/>
                    <a:pt x="49641" y="47427"/>
                  </a:cubicBezTo>
                  <a:cubicBezTo>
                    <a:pt x="48434" y="47751"/>
                    <a:pt x="42783" y="46564"/>
                    <a:pt x="42020" y="50996"/>
                  </a:cubicBezTo>
                  <a:cubicBezTo>
                    <a:pt x="41512" y="52723"/>
                    <a:pt x="42020" y="58781"/>
                    <a:pt x="37258" y="59537"/>
                  </a:cubicBezTo>
                  <a:cubicBezTo>
                    <a:pt x="24431" y="61810"/>
                    <a:pt x="18907" y="61918"/>
                    <a:pt x="15287" y="65055"/>
                  </a:cubicBezTo>
                  <a:cubicBezTo>
                    <a:pt x="15287" y="65055"/>
                    <a:pt x="10524" y="68407"/>
                    <a:pt x="9128" y="72624"/>
                  </a:cubicBezTo>
                  <a:lnTo>
                    <a:pt x="174" y="98900"/>
                  </a:lnTo>
                  <a:cubicBezTo>
                    <a:pt x="-397" y="100628"/>
                    <a:pt x="492" y="102685"/>
                    <a:pt x="2079" y="103441"/>
                  </a:cubicBezTo>
                  <a:cubicBezTo>
                    <a:pt x="4301" y="103980"/>
                    <a:pt x="9572" y="108520"/>
                    <a:pt x="11413" y="103872"/>
                  </a:cubicBezTo>
                  <a:lnTo>
                    <a:pt x="22018" y="77272"/>
                  </a:lnTo>
                  <a:cubicBezTo>
                    <a:pt x="22653" y="75545"/>
                    <a:pt x="24748" y="74135"/>
                    <a:pt x="26590" y="74243"/>
                  </a:cubicBezTo>
                  <a:cubicBezTo>
                    <a:pt x="27987" y="74567"/>
                    <a:pt x="34337" y="73164"/>
                    <a:pt x="34337" y="77812"/>
                  </a:cubicBezTo>
                  <a:cubicBezTo>
                    <a:pt x="34337" y="86353"/>
                    <a:pt x="33575" y="93166"/>
                    <a:pt x="36623" y="89813"/>
                  </a:cubicBezTo>
                  <a:cubicBezTo>
                    <a:pt x="41385" y="85597"/>
                    <a:pt x="45322" y="77272"/>
                    <a:pt x="48624" y="81489"/>
                  </a:cubicBezTo>
                  <a:cubicBezTo>
                    <a:pt x="53196" y="87438"/>
                    <a:pt x="57007" y="93490"/>
                    <a:pt x="57007" y="88950"/>
                  </a:cubicBezTo>
                  <a:cubicBezTo>
                    <a:pt x="57769" y="80733"/>
                    <a:pt x="54847" y="71430"/>
                    <a:pt x="60245" y="72624"/>
                  </a:cubicBezTo>
                  <a:cubicBezTo>
                    <a:pt x="73199" y="75545"/>
                    <a:pt x="77454" y="75761"/>
                    <a:pt x="80247" y="79330"/>
                  </a:cubicBezTo>
                  <a:cubicBezTo>
                    <a:pt x="83486" y="84410"/>
                    <a:pt x="89963" y="88410"/>
                    <a:pt x="86979" y="92626"/>
                  </a:cubicBezTo>
                  <a:cubicBezTo>
                    <a:pt x="80883" y="101059"/>
                    <a:pt x="78406" y="103441"/>
                    <a:pt x="79041" y="107657"/>
                  </a:cubicBezTo>
                  <a:cubicBezTo>
                    <a:pt x="81454" y="122903"/>
                    <a:pt x="81009" y="125609"/>
                    <a:pt x="84693" y="127774"/>
                  </a:cubicBezTo>
                  <a:lnTo>
                    <a:pt x="112696" y="144531"/>
                  </a:lnTo>
                  <a:cubicBezTo>
                    <a:pt x="114347" y="145509"/>
                    <a:pt x="116061" y="144855"/>
                    <a:pt x="116696" y="143128"/>
                  </a:cubicBezTo>
                  <a:lnTo>
                    <a:pt x="118665" y="137286"/>
                  </a:lnTo>
                  <a:cubicBezTo>
                    <a:pt x="119236" y="135559"/>
                    <a:pt x="121142" y="134587"/>
                    <a:pt x="122920" y="135235"/>
                  </a:cubicBezTo>
                  <a:cubicBezTo>
                    <a:pt x="123872" y="135775"/>
                    <a:pt x="130285" y="136314"/>
                    <a:pt x="128444" y="140531"/>
                  </a:cubicBezTo>
                  <a:cubicBezTo>
                    <a:pt x="127428" y="143452"/>
                    <a:pt x="123745" y="147884"/>
                    <a:pt x="126348" y="152101"/>
                  </a:cubicBezTo>
                  <a:cubicBezTo>
                    <a:pt x="126920" y="152647"/>
                    <a:pt x="129206" y="158266"/>
                    <a:pt x="131556" y="154590"/>
                  </a:cubicBezTo>
                  <a:cubicBezTo>
                    <a:pt x="140954" y="139991"/>
                    <a:pt x="143557" y="137718"/>
                    <a:pt x="141525" y="133825"/>
                  </a:cubicBezTo>
                  <a:lnTo>
                    <a:pt x="132127" y="116312"/>
                  </a:lnTo>
                  <a:cubicBezTo>
                    <a:pt x="131238" y="114686"/>
                    <a:pt x="131238" y="111981"/>
                    <a:pt x="132127" y="110470"/>
                  </a:cubicBezTo>
                  <a:cubicBezTo>
                    <a:pt x="134159" y="107765"/>
                    <a:pt x="135366" y="101281"/>
                    <a:pt x="140192" y="102145"/>
                  </a:cubicBezTo>
                  <a:lnTo>
                    <a:pt x="140954" y="102145"/>
                  </a:lnTo>
                  <a:cubicBezTo>
                    <a:pt x="142795" y="102577"/>
                    <a:pt x="144001" y="101389"/>
                    <a:pt x="143557" y="99548"/>
                  </a:cubicBezTo>
                  <a:cubicBezTo>
                    <a:pt x="143557" y="98145"/>
                    <a:pt x="140636" y="92735"/>
                    <a:pt x="144954" y="90899"/>
                  </a:cubicBezTo>
                  <a:cubicBezTo>
                    <a:pt x="145525" y="90791"/>
                    <a:pt x="149526" y="87978"/>
                    <a:pt x="150796" y="91979"/>
                  </a:cubicBezTo>
                  <a:lnTo>
                    <a:pt x="155685" y="106254"/>
                  </a:lnTo>
                  <a:cubicBezTo>
                    <a:pt x="157845" y="112743"/>
                    <a:pt x="153526" y="117823"/>
                    <a:pt x="157019" y="122687"/>
                  </a:cubicBezTo>
                  <a:cubicBezTo>
                    <a:pt x="157845" y="123665"/>
                    <a:pt x="161528" y="130911"/>
                    <a:pt x="162289" y="126256"/>
                  </a:cubicBezTo>
                  <a:lnTo>
                    <a:pt x="164258" y="114686"/>
                  </a:lnTo>
                  <a:cubicBezTo>
                    <a:pt x="164766" y="111010"/>
                    <a:pt x="163242" y="106578"/>
                    <a:pt x="163369" y="107117"/>
                  </a:cubicBezTo>
                  <a:cubicBezTo>
                    <a:pt x="162861" y="105390"/>
                    <a:pt x="163813" y="103765"/>
                    <a:pt x="165655" y="103549"/>
                  </a:cubicBezTo>
                  <a:cubicBezTo>
                    <a:pt x="166163" y="103332"/>
                    <a:pt x="170227" y="103656"/>
                    <a:pt x="171687" y="99872"/>
                  </a:cubicBezTo>
                  <a:lnTo>
                    <a:pt x="171814" y="100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5E4F9DA1-394B-4B29-ADBA-B550AC080C57}"/>
                </a:ext>
              </a:extLst>
            </p:cNvPr>
            <p:cNvSpPr/>
            <p:nvPr/>
          </p:nvSpPr>
          <p:spPr>
            <a:xfrm>
              <a:off x="9032427" y="4716521"/>
              <a:ext cx="14068" cy="10743"/>
            </a:xfrm>
            <a:custGeom>
              <a:avLst/>
              <a:gdLst>
                <a:gd name="csX0" fmla="*/ 7148 w 16224"/>
                <a:gd name="csY0" fmla="*/ 12389 h 12389"/>
                <a:gd name="csX1" fmla="*/ 7783 w 16224"/>
                <a:gd name="csY1" fmla="*/ 12389 h 12389"/>
                <a:gd name="csX2" fmla="*/ 15022 w 16224"/>
                <a:gd name="csY2" fmla="*/ 6122 h 12389"/>
                <a:gd name="csX3" fmla="*/ 8354 w 16224"/>
                <a:gd name="csY3" fmla="*/ 496 h 12389"/>
                <a:gd name="csX4" fmla="*/ 2385 w 16224"/>
                <a:gd name="csY4" fmla="*/ 820 h 12389"/>
                <a:gd name="csX5" fmla="*/ 1751 w 16224"/>
                <a:gd name="csY5" fmla="*/ 1143 h 12389"/>
                <a:gd name="csX6" fmla="*/ 2131 w 16224"/>
                <a:gd name="csY6" fmla="*/ 9360 h 12389"/>
                <a:gd name="csX7" fmla="*/ 7148 w 16224"/>
                <a:gd name="csY7" fmla="*/ 12281 h 12389"/>
                <a:gd name="csX8" fmla="*/ 7148 w 16224"/>
                <a:gd name="csY8" fmla="*/ 12389 h 12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24" h="12389">
                  <a:moveTo>
                    <a:pt x="7148" y="12389"/>
                  </a:moveTo>
                  <a:lnTo>
                    <a:pt x="7783" y="12389"/>
                  </a:lnTo>
                  <a:cubicBezTo>
                    <a:pt x="12736" y="12389"/>
                    <a:pt x="10577" y="7849"/>
                    <a:pt x="15022" y="6122"/>
                  </a:cubicBezTo>
                  <a:cubicBezTo>
                    <a:pt x="19339" y="4496"/>
                    <a:pt x="10831" y="2007"/>
                    <a:pt x="8354" y="496"/>
                  </a:cubicBezTo>
                  <a:cubicBezTo>
                    <a:pt x="6577" y="-260"/>
                    <a:pt x="3973" y="-152"/>
                    <a:pt x="2385" y="820"/>
                  </a:cubicBezTo>
                  <a:lnTo>
                    <a:pt x="1751" y="1143"/>
                  </a:lnTo>
                  <a:cubicBezTo>
                    <a:pt x="-2250" y="3417"/>
                    <a:pt x="1814" y="8065"/>
                    <a:pt x="2131" y="9360"/>
                  </a:cubicBezTo>
                  <a:cubicBezTo>
                    <a:pt x="3020" y="10986"/>
                    <a:pt x="5179" y="12281"/>
                    <a:pt x="7148" y="12281"/>
                  </a:cubicBezTo>
                  <a:lnTo>
                    <a:pt x="7148" y="12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BD092B57-F54C-4560-8D0E-3746685D3613}"/>
                </a:ext>
              </a:extLst>
            </p:cNvPr>
            <p:cNvSpPr/>
            <p:nvPr/>
          </p:nvSpPr>
          <p:spPr>
            <a:xfrm>
              <a:off x="9122066" y="4634531"/>
              <a:ext cx="6804" cy="5896"/>
            </a:xfrm>
            <a:custGeom>
              <a:avLst/>
              <a:gdLst>
                <a:gd name="csX0" fmla="*/ 3783 w 7847"/>
                <a:gd name="csY0" fmla="*/ 0 h 6800"/>
                <a:gd name="csX1" fmla="*/ 2576 w 7847"/>
                <a:gd name="csY1" fmla="*/ 0 h 6800"/>
                <a:gd name="csX2" fmla="*/ 100 w 7847"/>
                <a:gd name="csY2" fmla="*/ 3245 h 6800"/>
                <a:gd name="csX3" fmla="*/ 417 w 7847"/>
                <a:gd name="csY3" fmla="*/ 4325 h 6800"/>
                <a:gd name="csX4" fmla="*/ 4545 w 7847"/>
                <a:gd name="csY4" fmla="*/ 6706 h 6800"/>
                <a:gd name="csX5" fmla="*/ 5180 w 7847"/>
                <a:gd name="csY5" fmla="*/ 6490 h 6800"/>
                <a:gd name="csX6" fmla="*/ 3847 w 7847"/>
                <a:gd name="csY6" fmla="*/ 0 h 6800"/>
                <a:gd name="csX7" fmla="*/ 3783 w 7847"/>
                <a:gd name="csY7" fmla="*/ 0 h 6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47" h="6800">
                  <a:moveTo>
                    <a:pt x="3783" y="0"/>
                  </a:moveTo>
                  <a:lnTo>
                    <a:pt x="2576" y="0"/>
                  </a:lnTo>
                  <a:cubicBezTo>
                    <a:pt x="735" y="0"/>
                    <a:pt x="-345" y="1403"/>
                    <a:pt x="100" y="3245"/>
                  </a:cubicBezTo>
                  <a:lnTo>
                    <a:pt x="417" y="4325"/>
                  </a:lnTo>
                  <a:cubicBezTo>
                    <a:pt x="862" y="6058"/>
                    <a:pt x="2703" y="7138"/>
                    <a:pt x="4545" y="6706"/>
                  </a:cubicBezTo>
                  <a:lnTo>
                    <a:pt x="5180" y="6490"/>
                  </a:lnTo>
                  <a:cubicBezTo>
                    <a:pt x="9498" y="5296"/>
                    <a:pt x="8228" y="0"/>
                    <a:pt x="3847" y="0"/>
                  </a:cubicBezTo>
                  <a:lnTo>
                    <a:pt x="3783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5CA43EEF-9931-00E2-C834-728E085D3250}"/>
                </a:ext>
              </a:extLst>
            </p:cNvPr>
            <p:cNvSpPr/>
            <p:nvPr/>
          </p:nvSpPr>
          <p:spPr>
            <a:xfrm>
              <a:off x="9111486" y="4527911"/>
              <a:ext cx="48233" cy="85976"/>
            </a:xfrm>
            <a:custGeom>
              <a:avLst/>
              <a:gdLst>
                <a:gd name="csX0" fmla="*/ 43162 w 55625"/>
                <a:gd name="csY0" fmla="*/ 12229 h 99153"/>
                <a:gd name="csX1" fmla="*/ 36875 w 55625"/>
                <a:gd name="csY1" fmla="*/ 7251 h 99153"/>
                <a:gd name="csX2" fmla="*/ 28302 w 55625"/>
                <a:gd name="csY2" fmla="*/ 228 h 99153"/>
                <a:gd name="csX3" fmla="*/ 12745 w 55625"/>
                <a:gd name="csY3" fmla="*/ 3358 h 99153"/>
                <a:gd name="csX4" fmla="*/ 1760 w 55625"/>
                <a:gd name="csY4" fmla="*/ 3904 h 99153"/>
                <a:gd name="csX5" fmla="*/ 7221 w 55625"/>
                <a:gd name="csY5" fmla="*/ 17093 h 99153"/>
                <a:gd name="csX6" fmla="*/ 26016 w 55625"/>
                <a:gd name="csY6" fmla="*/ 30397 h 99153"/>
                <a:gd name="csX7" fmla="*/ 22778 w 55625"/>
                <a:gd name="csY7" fmla="*/ 36778 h 99153"/>
                <a:gd name="csX8" fmla="*/ 19984 w 55625"/>
                <a:gd name="csY8" fmla="*/ 39477 h 99153"/>
                <a:gd name="csX9" fmla="*/ 17508 w 55625"/>
                <a:gd name="csY9" fmla="*/ 46183 h 99153"/>
                <a:gd name="csX10" fmla="*/ 9443 w 55625"/>
                <a:gd name="csY10" fmla="*/ 45643 h 99153"/>
                <a:gd name="csX11" fmla="*/ 9443 w 55625"/>
                <a:gd name="csY11" fmla="*/ 45211 h 99153"/>
                <a:gd name="csX12" fmla="*/ 10205 w 55625"/>
                <a:gd name="csY12" fmla="*/ 36778 h 99153"/>
                <a:gd name="csX13" fmla="*/ 4046 w 55625"/>
                <a:gd name="csY13" fmla="*/ 34289 h 99153"/>
                <a:gd name="csX14" fmla="*/ 363 w 55625"/>
                <a:gd name="csY14" fmla="*/ 41210 h 99153"/>
                <a:gd name="csX15" fmla="*/ 3982 w 55625"/>
                <a:gd name="csY15" fmla="*/ 53536 h 99153"/>
                <a:gd name="csX16" fmla="*/ 6141 w 55625"/>
                <a:gd name="csY16" fmla="*/ 63487 h 99153"/>
                <a:gd name="csX17" fmla="*/ 9824 w 55625"/>
                <a:gd name="csY17" fmla="*/ 61861 h 99153"/>
                <a:gd name="csX18" fmla="*/ 10205 w 55625"/>
                <a:gd name="csY18" fmla="*/ 60781 h 99153"/>
                <a:gd name="csX19" fmla="*/ 13507 w 55625"/>
                <a:gd name="csY19" fmla="*/ 60457 h 99153"/>
                <a:gd name="csX20" fmla="*/ 18015 w 55625"/>
                <a:gd name="csY20" fmla="*/ 66731 h 99153"/>
                <a:gd name="csX21" fmla="*/ 18270 w 55625"/>
                <a:gd name="csY21" fmla="*/ 74624 h 99153"/>
                <a:gd name="csX22" fmla="*/ 17571 w 55625"/>
                <a:gd name="csY22" fmla="*/ 86518 h 99153"/>
                <a:gd name="csX23" fmla="*/ 20619 w 55625"/>
                <a:gd name="csY23" fmla="*/ 91598 h 99153"/>
                <a:gd name="csX24" fmla="*/ 25254 w 55625"/>
                <a:gd name="csY24" fmla="*/ 93871 h 99153"/>
                <a:gd name="csX25" fmla="*/ 26271 w 55625"/>
                <a:gd name="csY25" fmla="*/ 87598 h 99153"/>
                <a:gd name="csX26" fmla="*/ 36240 w 55625"/>
                <a:gd name="csY26" fmla="*/ 98843 h 99153"/>
                <a:gd name="csX27" fmla="*/ 36748 w 55625"/>
                <a:gd name="csY27" fmla="*/ 94303 h 99153"/>
                <a:gd name="csX28" fmla="*/ 35351 w 55625"/>
                <a:gd name="csY28" fmla="*/ 90302 h 99153"/>
                <a:gd name="csX29" fmla="*/ 36113 w 55625"/>
                <a:gd name="csY29" fmla="*/ 82949 h 99153"/>
                <a:gd name="csX30" fmla="*/ 31033 w 55625"/>
                <a:gd name="csY30" fmla="*/ 71487 h 99153"/>
                <a:gd name="csX31" fmla="*/ 27033 w 55625"/>
                <a:gd name="csY31" fmla="*/ 64458 h 99153"/>
                <a:gd name="csX32" fmla="*/ 28938 w 55625"/>
                <a:gd name="csY32" fmla="*/ 48132 h 99153"/>
                <a:gd name="csX33" fmla="*/ 29509 w 55625"/>
                <a:gd name="csY33" fmla="*/ 48132 h 99153"/>
                <a:gd name="csX34" fmla="*/ 34272 w 55625"/>
                <a:gd name="csY34" fmla="*/ 50939 h 99153"/>
                <a:gd name="csX35" fmla="*/ 48114 w 55625"/>
                <a:gd name="csY35" fmla="*/ 56025 h 99153"/>
                <a:gd name="csX36" fmla="*/ 54846 w 55625"/>
                <a:gd name="csY36" fmla="*/ 58076 h 99153"/>
                <a:gd name="csX37" fmla="*/ 42780 w 55625"/>
                <a:gd name="csY37" fmla="*/ 28879 h 99153"/>
                <a:gd name="csX38" fmla="*/ 43225 w 55625"/>
                <a:gd name="csY38" fmla="*/ 12013 h 99153"/>
                <a:gd name="csX39" fmla="*/ 43162 w 55625"/>
                <a:gd name="csY39" fmla="*/ 12229 h 9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55625" h="99153">
                  <a:moveTo>
                    <a:pt x="43162" y="12229"/>
                  </a:moveTo>
                  <a:cubicBezTo>
                    <a:pt x="42463" y="11798"/>
                    <a:pt x="39161" y="10712"/>
                    <a:pt x="36875" y="7251"/>
                  </a:cubicBezTo>
                  <a:cubicBezTo>
                    <a:pt x="35034" y="5200"/>
                    <a:pt x="33192" y="-1290"/>
                    <a:pt x="28302" y="228"/>
                  </a:cubicBezTo>
                  <a:cubicBezTo>
                    <a:pt x="22651" y="2063"/>
                    <a:pt x="17253" y="4444"/>
                    <a:pt x="12745" y="3358"/>
                  </a:cubicBezTo>
                  <a:cubicBezTo>
                    <a:pt x="8617" y="2926"/>
                    <a:pt x="616" y="-1182"/>
                    <a:pt x="1760" y="3904"/>
                  </a:cubicBezTo>
                  <a:cubicBezTo>
                    <a:pt x="3220" y="10064"/>
                    <a:pt x="3538" y="14604"/>
                    <a:pt x="7221" y="17093"/>
                  </a:cubicBezTo>
                  <a:lnTo>
                    <a:pt x="26016" y="30397"/>
                  </a:lnTo>
                  <a:cubicBezTo>
                    <a:pt x="29636" y="32880"/>
                    <a:pt x="27096" y="37534"/>
                    <a:pt x="22778" y="36778"/>
                  </a:cubicBezTo>
                  <a:cubicBezTo>
                    <a:pt x="21063" y="36448"/>
                    <a:pt x="19730" y="37642"/>
                    <a:pt x="19984" y="39477"/>
                  </a:cubicBezTo>
                  <a:cubicBezTo>
                    <a:pt x="19984" y="40125"/>
                    <a:pt x="21508" y="44672"/>
                    <a:pt x="17508" y="46183"/>
                  </a:cubicBezTo>
                  <a:cubicBezTo>
                    <a:pt x="16047" y="46399"/>
                    <a:pt x="10776" y="50183"/>
                    <a:pt x="9443" y="45643"/>
                  </a:cubicBezTo>
                  <a:lnTo>
                    <a:pt x="9443" y="45211"/>
                  </a:lnTo>
                  <a:cubicBezTo>
                    <a:pt x="7855" y="40347"/>
                    <a:pt x="13253" y="40671"/>
                    <a:pt x="10205" y="36778"/>
                  </a:cubicBezTo>
                  <a:cubicBezTo>
                    <a:pt x="9697" y="36340"/>
                    <a:pt x="7538" y="31584"/>
                    <a:pt x="4046" y="34289"/>
                  </a:cubicBezTo>
                  <a:cubicBezTo>
                    <a:pt x="3538" y="34937"/>
                    <a:pt x="-1352" y="37102"/>
                    <a:pt x="363" y="41210"/>
                  </a:cubicBezTo>
                  <a:cubicBezTo>
                    <a:pt x="363" y="41210"/>
                    <a:pt x="4046" y="49320"/>
                    <a:pt x="3982" y="53536"/>
                  </a:cubicBezTo>
                  <a:cubicBezTo>
                    <a:pt x="4173" y="55486"/>
                    <a:pt x="2775" y="61537"/>
                    <a:pt x="6141" y="63487"/>
                  </a:cubicBezTo>
                  <a:cubicBezTo>
                    <a:pt x="7411" y="64350"/>
                    <a:pt x="9125" y="63487"/>
                    <a:pt x="9824" y="61861"/>
                  </a:cubicBezTo>
                  <a:lnTo>
                    <a:pt x="10205" y="60781"/>
                  </a:lnTo>
                  <a:cubicBezTo>
                    <a:pt x="10967" y="59054"/>
                    <a:pt x="12427" y="58946"/>
                    <a:pt x="13507" y="60457"/>
                  </a:cubicBezTo>
                  <a:lnTo>
                    <a:pt x="18015" y="66731"/>
                  </a:lnTo>
                  <a:cubicBezTo>
                    <a:pt x="20428" y="70084"/>
                    <a:pt x="18142" y="75272"/>
                    <a:pt x="18270" y="74624"/>
                  </a:cubicBezTo>
                  <a:cubicBezTo>
                    <a:pt x="16746" y="79273"/>
                    <a:pt x="17698" y="87058"/>
                    <a:pt x="17571" y="86518"/>
                  </a:cubicBezTo>
                  <a:cubicBezTo>
                    <a:pt x="17698" y="88360"/>
                    <a:pt x="19095" y="90626"/>
                    <a:pt x="20619" y="91598"/>
                  </a:cubicBezTo>
                  <a:cubicBezTo>
                    <a:pt x="20619" y="91598"/>
                    <a:pt x="25254" y="94303"/>
                    <a:pt x="25254" y="93871"/>
                  </a:cubicBezTo>
                  <a:cubicBezTo>
                    <a:pt x="25254" y="93331"/>
                    <a:pt x="26271" y="87598"/>
                    <a:pt x="26271" y="87598"/>
                  </a:cubicBezTo>
                  <a:cubicBezTo>
                    <a:pt x="27540" y="80136"/>
                    <a:pt x="32430" y="101980"/>
                    <a:pt x="36240" y="98843"/>
                  </a:cubicBezTo>
                  <a:cubicBezTo>
                    <a:pt x="37065" y="98088"/>
                    <a:pt x="37383" y="96037"/>
                    <a:pt x="36748" y="94303"/>
                  </a:cubicBezTo>
                  <a:lnTo>
                    <a:pt x="35351" y="90302"/>
                  </a:lnTo>
                  <a:cubicBezTo>
                    <a:pt x="33637" y="85438"/>
                    <a:pt x="37637" y="87921"/>
                    <a:pt x="36113" y="82949"/>
                  </a:cubicBezTo>
                  <a:cubicBezTo>
                    <a:pt x="34779" y="78625"/>
                    <a:pt x="33954" y="74517"/>
                    <a:pt x="31033" y="71487"/>
                  </a:cubicBezTo>
                  <a:cubicBezTo>
                    <a:pt x="30588" y="70948"/>
                    <a:pt x="27413" y="68674"/>
                    <a:pt x="27033" y="64458"/>
                  </a:cubicBezTo>
                  <a:cubicBezTo>
                    <a:pt x="27033" y="56241"/>
                    <a:pt x="23413" y="48888"/>
                    <a:pt x="28938" y="48132"/>
                  </a:cubicBezTo>
                  <a:lnTo>
                    <a:pt x="29509" y="48132"/>
                  </a:lnTo>
                  <a:cubicBezTo>
                    <a:pt x="32875" y="47586"/>
                    <a:pt x="34779" y="51485"/>
                    <a:pt x="34272" y="50939"/>
                  </a:cubicBezTo>
                  <a:cubicBezTo>
                    <a:pt x="36558" y="56241"/>
                    <a:pt x="42273" y="52349"/>
                    <a:pt x="48114" y="56025"/>
                  </a:cubicBezTo>
                  <a:cubicBezTo>
                    <a:pt x="48750" y="56349"/>
                    <a:pt x="52433" y="59378"/>
                    <a:pt x="54846" y="58076"/>
                  </a:cubicBezTo>
                  <a:cubicBezTo>
                    <a:pt x="59608" y="55270"/>
                    <a:pt x="40939" y="36994"/>
                    <a:pt x="42780" y="28879"/>
                  </a:cubicBezTo>
                  <a:cubicBezTo>
                    <a:pt x="43924" y="20878"/>
                    <a:pt x="48114" y="14388"/>
                    <a:pt x="43225" y="12013"/>
                  </a:cubicBezTo>
                  <a:lnTo>
                    <a:pt x="43162" y="12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6AF1FD9C-5C51-BA87-4B30-50187030F77F}"/>
                </a:ext>
              </a:extLst>
            </p:cNvPr>
            <p:cNvSpPr/>
            <p:nvPr/>
          </p:nvSpPr>
          <p:spPr>
            <a:xfrm>
              <a:off x="9151285" y="4595861"/>
              <a:ext cx="6711" cy="19084"/>
            </a:xfrm>
            <a:custGeom>
              <a:avLst/>
              <a:gdLst>
                <a:gd name="csX0" fmla="*/ 375 w 7740"/>
                <a:gd name="csY0" fmla="*/ 9017 h 22009"/>
                <a:gd name="csX1" fmla="*/ 2344 w 7740"/>
                <a:gd name="csY1" fmla="*/ 18967 h 22009"/>
                <a:gd name="csX2" fmla="*/ 7741 w 7740"/>
                <a:gd name="csY2" fmla="*/ 18644 h 22009"/>
                <a:gd name="csX3" fmla="*/ 7741 w 7740"/>
                <a:gd name="csY3" fmla="*/ 5017 h 22009"/>
                <a:gd name="csX4" fmla="*/ 5709 w 7740"/>
                <a:gd name="csY4" fmla="*/ 260 h 22009"/>
                <a:gd name="csX5" fmla="*/ 375 w 7740"/>
                <a:gd name="csY5" fmla="*/ 9017 h 22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40" h="22009">
                  <a:moveTo>
                    <a:pt x="375" y="9017"/>
                  </a:moveTo>
                  <a:cubicBezTo>
                    <a:pt x="-1022" y="13341"/>
                    <a:pt x="1899" y="17672"/>
                    <a:pt x="2344" y="18967"/>
                  </a:cubicBezTo>
                  <a:cubicBezTo>
                    <a:pt x="4058" y="23076"/>
                    <a:pt x="7741" y="23076"/>
                    <a:pt x="7741" y="18644"/>
                  </a:cubicBezTo>
                  <a:lnTo>
                    <a:pt x="7741" y="5017"/>
                  </a:lnTo>
                  <a:cubicBezTo>
                    <a:pt x="7741" y="3181"/>
                    <a:pt x="6853" y="1016"/>
                    <a:pt x="5709" y="260"/>
                  </a:cubicBezTo>
                  <a:cubicBezTo>
                    <a:pt x="2534" y="-1797"/>
                    <a:pt x="375" y="9017"/>
                    <a:pt x="375" y="90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C8410FEF-0109-1646-12B0-940C57F93FF6}"/>
                </a:ext>
              </a:extLst>
            </p:cNvPr>
            <p:cNvSpPr/>
            <p:nvPr/>
          </p:nvSpPr>
          <p:spPr>
            <a:xfrm>
              <a:off x="9164759" y="4611696"/>
              <a:ext cx="7276" cy="11568"/>
            </a:xfrm>
            <a:custGeom>
              <a:avLst/>
              <a:gdLst>
                <a:gd name="csX0" fmla="*/ 3249 w 8391"/>
                <a:gd name="csY0" fmla="*/ 12600 h 13341"/>
                <a:gd name="csX1" fmla="*/ 8012 w 8391"/>
                <a:gd name="csY1" fmla="*/ 3628 h 13341"/>
                <a:gd name="csX2" fmla="*/ 7060 w 8391"/>
                <a:gd name="csY2" fmla="*/ 1570 h 13341"/>
                <a:gd name="csX3" fmla="*/ 3123 w 8391"/>
                <a:gd name="csY3" fmla="*/ 706 h 13341"/>
                <a:gd name="csX4" fmla="*/ 2234 w 8391"/>
                <a:gd name="csY4" fmla="*/ 1462 h 13341"/>
                <a:gd name="csX5" fmla="*/ 11 w 8391"/>
                <a:gd name="csY5" fmla="*/ 6980 h 13341"/>
                <a:gd name="csX6" fmla="*/ 3249 w 8391"/>
                <a:gd name="csY6" fmla="*/ 12492 h 13341"/>
                <a:gd name="csX7" fmla="*/ 3249 w 8391"/>
                <a:gd name="csY7" fmla="*/ 12600 h 13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391" h="13341">
                  <a:moveTo>
                    <a:pt x="3249" y="12600"/>
                  </a:moveTo>
                  <a:cubicBezTo>
                    <a:pt x="4456" y="10981"/>
                    <a:pt x="9853" y="7952"/>
                    <a:pt x="8012" y="3628"/>
                  </a:cubicBezTo>
                  <a:lnTo>
                    <a:pt x="7060" y="1570"/>
                  </a:lnTo>
                  <a:cubicBezTo>
                    <a:pt x="6298" y="-157"/>
                    <a:pt x="4520" y="-481"/>
                    <a:pt x="3123" y="706"/>
                  </a:cubicBezTo>
                  <a:lnTo>
                    <a:pt x="2234" y="1462"/>
                  </a:lnTo>
                  <a:cubicBezTo>
                    <a:pt x="837" y="2650"/>
                    <a:pt x="-116" y="5139"/>
                    <a:pt x="11" y="6980"/>
                  </a:cubicBezTo>
                  <a:cubicBezTo>
                    <a:pt x="328" y="8276"/>
                    <a:pt x="-243" y="15845"/>
                    <a:pt x="3249" y="12492"/>
                  </a:cubicBezTo>
                  <a:lnTo>
                    <a:pt x="3249" y="12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50844441-3205-D4DD-635A-7AB892FF6871}"/>
                </a:ext>
              </a:extLst>
            </p:cNvPr>
            <p:cNvSpPr/>
            <p:nvPr/>
          </p:nvSpPr>
          <p:spPr>
            <a:xfrm>
              <a:off x="9103767" y="4481553"/>
              <a:ext cx="11866" cy="16324"/>
            </a:xfrm>
            <a:custGeom>
              <a:avLst/>
              <a:gdLst>
                <a:gd name="csX0" fmla="*/ 1265 w 13685"/>
                <a:gd name="csY0" fmla="*/ 16379 h 18826"/>
                <a:gd name="csX1" fmla="*/ 6154 w 13685"/>
                <a:gd name="csY1" fmla="*/ 18760 h 18826"/>
                <a:gd name="csX2" fmla="*/ 12504 w 13685"/>
                <a:gd name="csY2" fmla="*/ 6219 h 18826"/>
                <a:gd name="csX3" fmla="*/ 3678 w 13685"/>
                <a:gd name="csY3" fmla="*/ 1456 h 18826"/>
                <a:gd name="csX4" fmla="*/ 1074 w 13685"/>
                <a:gd name="csY4" fmla="*/ 12486 h 18826"/>
                <a:gd name="csX5" fmla="*/ 1265 w 13685"/>
                <a:gd name="csY5" fmla="*/ 16271 h 18826"/>
                <a:gd name="csX6" fmla="*/ 1265 w 13685"/>
                <a:gd name="csY6" fmla="*/ 16379 h 18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5" h="18826">
                  <a:moveTo>
                    <a:pt x="1265" y="16379"/>
                  </a:moveTo>
                  <a:cubicBezTo>
                    <a:pt x="1265" y="16379"/>
                    <a:pt x="5710" y="19300"/>
                    <a:pt x="6154" y="18760"/>
                  </a:cubicBezTo>
                  <a:cubicBezTo>
                    <a:pt x="10472" y="13026"/>
                    <a:pt x="16188" y="9565"/>
                    <a:pt x="12504" y="6219"/>
                  </a:cubicBezTo>
                  <a:cubicBezTo>
                    <a:pt x="12504" y="6219"/>
                    <a:pt x="3678" y="-3624"/>
                    <a:pt x="3678" y="1456"/>
                  </a:cubicBezTo>
                  <a:cubicBezTo>
                    <a:pt x="3360" y="4053"/>
                    <a:pt x="4821" y="9673"/>
                    <a:pt x="1074" y="12486"/>
                  </a:cubicBezTo>
                  <a:cubicBezTo>
                    <a:pt x="-449" y="13572"/>
                    <a:pt x="-322" y="15299"/>
                    <a:pt x="1265" y="16271"/>
                  </a:cubicBezTo>
                  <a:lnTo>
                    <a:pt x="1265" y="163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45AC043C-2FF5-332F-3DDC-5A588E6D8760}"/>
                </a:ext>
              </a:extLst>
            </p:cNvPr>
            <p:cNvSpPr/>
            <p:nvPr/>
          </p:nvSpPr>
          <p:spPr>
            <a:xfrm>
              <a:off x="9032105" y="4446997"/>
              <a:ext cx="6938" cy="13689"/>
            </a:xfrm>
            <a:custGeom>
              <a:avLst/>
              <a:gdLst>
                <a:gd name="csX0" fmla="*/ 4281 w 8001"/>
                <a:gd name="csY0" fmla="*/ 15787 h 15787"/>
                <a:gd name="csX1" fmla="*/ 7837 w 8001"/>
                <a:gd name="csY1" fmla="*/ 3246 h 15787"/>
                <a:gd name="csX2" fmla="*/ 2503 w 8001"/>
                <a:gd name="csY2" fmla="*/ 1 h 15787"/>
                <a:gd name="csX3" fmla="*/ 153 w 8001"/>
                <a:gd name="csY3" fmla="*/ 3246 h 15787"/>
                <a:gd name="csX4" fmla="*/ 915 w 8001"/>
                <a:gd name="csY4" fmla="*/ 5735 h 15787"/>
                <a:gd name="csX5" fmla="*/ 1677 w 8001"/>
                <a:gd name="csY5" fmla="*/ 12758 h 15787"/>
                <a:gd name="csX6" fmla="*/ 4154 w 8001"/>
                <a:gd name="csY6" fmla="*/ 15679 h 15787"/>
                <a:gd name="csX7" fmla="*/ 4281 w 8001"/>
                <a:gd name="csY7" fmla="*/ 15787 h 1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001" h="15787">
                  <a:moveTo>
                    <a:pt x="4281" y="15787"/>
                  </a:moveTo>
                  <a:cubicBezTo>
                    <a:pt x="8345" y="15139"/>
                    <a:pt x="5805" y="10815"/>
                    <a:pt x="7837" y="3246"/>
                  </a:cubicBezTo>
                  <a:cubicBezTo>
                    <a:pt x="9043" y="-970"/>
                    <a:pt x="3265" y="217"/>
                    <a:pt x="2503" y="1"/>
                  </a:cubicBezTo>
                  <a:cubicBezTo>
                    <a:pt x="661" y="1"/>
                    <a:pt x="-418" y="1512"/>
                    <a:pt x="153" y="3246"/>
                  </a:cubicBezTo>
                  <a:lnTo>
                    <a:pt x="915" y="5735"/>
                  </a:lnTo>
                  <a:cubicBezTo>
                    <a:pt x="1995" y="9189"/>
                    <a:pt x="1677" y="12218"/>
                    <a:pt x="1677" y="12758"/>
                  </a:cubicBezTo>
                  <a:cubicBezTo>
                    <a:pt x="1550" y="14599"/>
                    <a:pt x="2630" y="15895"/>
                    <a:pt x="4154" y="15679"/>
                  </a:cubicBezTo>
                  <a:lnTo>
                    <a:pt x="4281" y="15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2843148B-75EA-0576-9BC2-D1670F8B1D08}"/>
                </a:ext>
              </a:extLst>
            </p:cNvPr>
            <p:cNvSpPr/>
            <p:nvPr/>
          </p:nvSpPr>
          <p:spPr>
            <a:xfrm>
              <a:off x="9030580" y="4310768"/>
              <a:ext cx="6683" cy="6920"/>
            </a:xfrm>
            <a:custGeom>
              <a:avLst/>
              <a:gdLst>
                <a:gd name="csX0" fmla="*/ 4579 w 7707"/>
                <a:gd name="csY0" fmla="*/ 202 h 7981"/>
                <a:gd name="csX1" fmla="*/ 578 w 7707"/>
                <a:gd name="csY1" fmla="*/ 2253 h 7981"/>
                <a:gd name="csX2" fmla="*/ 2102 w 7707"/>
                <a:gd name="csY2" fmla="*/ 7879 h 7981"/>
                <a:gd name="csX3" fmla="*/ 6674 w 7707"/>
                <a:gd name="csY3" fmla="*/ 5714 h 7981"/>
                <a:gd name="csX4" fmla="*/ 7309 w 7707"/>
                <a:gd name="csY4" fmla="*/ 4634 h 7981"/>
                <a:gd name="csX5" fmla="*/ 5785 w 7707"/>
                <a:gd name="csY5" fmla="*/ 525 h 7981"/>
                <a:gd name="csX6" fmla="*/ 4706 w 7707"/>
                <a:gd name="csY6" fmla="*/ 202 h 7981"/>
                <a:gd name="csX7" fmla="*/ 4579 w 7707"/>
                <a:gd name="csY7" fmla="*/ 202 h 7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07" h="7981">
                  <a:moveTo>
                    <a:pt x="4579" y="202"/>
                  </a:moveTo>
                  <a:cubicBezTo>
                    <a:pt x="2864" y="-446"/>
                    <a:pt x="1022" y="525"/>
                    <a:pt x="578" y="2253"/>
                  </a:cubicBezTo>
                  <a:cubicBezTo>
                    <a:pt x="578" y="2799"/>
                    <a:pt x="-1454" y="7015"/>
                    <a:pt x="2102" y="7879"/>
                  </a:cubicBezTo>
                  <a:cubicBezTo>
                    <a:pt x="3626" y="8311"/>
                    <a:pt x="5721" y="7339"/>
                    <a:pt x="6674" y="5714"/>
                  </a:cubicBezTo>
                  <a:lnTo>
                    <a:pt x="7309" y="4634"/>
                  </a:lnTo>
                  <a:cubicBezTo>
                    <a:pt x="8198" y="3015"/>
                    <a:pt x="7563" y="1173"/>
                    <a:pt x="5785" y="525"/>
                  </a:cubicBezTo>
                  <a:lnTo>
                    <a:pt x="4706" y="202"/>
                  </a:lnTo>
                  <a:lnTo>
                    <a:pt x="4579" y="2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D8637225-8012-8FBB-7C1B-251DD783735F}"/>
                </a:ext>
              </a:extLst>
            </p:cNvPr>
            <p:cNvSpPr/>
            <p:nvPr/>
          </p:nvSpPr>
          <p:spPr>
            <a:xfrm>
              <a:off x="9015554" y="4296974"/>
              <a:ext cx="6171" cy="6854"/>
            </a:xfrm>
            <a:custGeom>
              <a:avLst/>
              <a:gdLst>
                <a:gd name="csX0" fmla="*/ 3747 w 7117"/>
                <a:gd name="csY0" fmla="*/ 0 h 7905"/>
                <a:gd name="csX1" fmla="*/ 3302 w 7117"/>
                <a:gd name="csY1" fmla="*/ 0 h 7905"/>
                <a:gd name="csX2" fmla="*/ 0 w 7117"/>
                <a:gd name="csY2" fmla="*/ 2806 h 7905"/>
                <a:gd name="csX3" fmla="*/ 4064 w 7117"/>
                <a:gd name="csY3" fmla="*/ 7569 h 7905"/>
                <a:gd name="csX4" fmla="*/ 7112 w 7117"/>
                <a:gd name="csY4" fmla="*/ 5728 h 7905"/>
                <a:gd name="csX5" fmla="*/ 3747 w 7117"/>
                <a:gd name="csY5" fmla="*/ 0 h 7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7" h="7905">
                  <a:moveTo>
                    <a:pt x="3747" y="0"/>
                  </a:moveTo>
                  <a:lnTo>
                    <a:pt x="3302" y="0"/>
                  </a:lnTo>
                  <a:cubicBezTo>
                    <a:pt x="1461" y="0"/>
                    <a:pt x="0" y="1187"/>
                    <a:pt x="0" y="2806"/>
                  </a:cubicBezTo>
                  <a:cubicBezTo>
                    <a:pt x="0" y="6052"/>
                    <a:pt x="4763" y="8109"/>
                    <a:pt x="4064" y="7569"/>
                  </a:cubicBezTo>
                  <a:cubicBezTo>
                    <a:pt x="5842" y="8433"/>
                    <a:pt x="7112" y="7569"/>
                    <a:pt x="7112" y="5728"/>
                  </a:cubicBezTo>
                  <a:cubicBezTo>
                    <a:pt x="6922" y="5080"/>
                    <a:pt x="8065" y="0"/>
                    <a:pt x="3747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E0054F05-387F-ECD1-E2C9-29086F4A634A}"/>
                </a:ext>
              </a:extLst>
            </p:cNvPr>
            <p:cNvSpPr/>
            <p:nvPr/>
          </p:nvSpPr>
          <p:spPr>
            <a:xfrm>
              <a:off x="9032393" y="4289836"/>
              <a:ext cx="5845" cy="6302"/>
            </a:xfrm>
            <a:custGeom>
              <a:avLst/>
              <a:gdLst>
                <a:gd name="csX0" fmla="*/ 6742 w 6741"/>
                <a:gd name="csY0" fmla="*/ 4016 h 7268"/>
                <a:gd name="csX1" fmla="*/ 5790 w 6741"/>
                <a:gd name="csY1" fmla="*/ 1742 h 7268"/>
                <a:gd name="csX2" fmla="*/ 1535 w 6741"/>
                <a:gd name="csY2" fmla="*/ 339 h 7268"/>
                <a:gd name="csX3" fmla="*/ 1535 w 6741"/>
                <a:gd name="csY3" fmla="*/ 7254 h 7268"/>
                <a:gd name="csX4" fmla="*/ 6742 w 6741"/>
                <a:gd name="csY4" fmla="*/ 4016 h 7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41" h="7268">
                  <a:moveTo>
                    <a:pt x="6742" y="4016"/>
                  </a:moveTo>
                  <a:cubicBezTo>
                    <a:pt x="6742" y="3254"/>
                    <a:pt x="5790" y="1742"/>
                    <a:pt x="5790" y="1742"/>
                  </a:cubicBezTo>
                  <a:cubicBezTo>
                    <a:pt x="4774" y="123"/>
                    <a:pt x="2868" y="-423"/>
                    <a:pt x="1535" y="339"/>
                  </a:cubicBezTo>
                  <a:cubicBezTo>
                    <a:pt x="-1576" y="2174"/>
                    <a:pt x="900" y="7584"/>
                    <a:pt x="1535" y="7254"/>
                  </a:cubicBezTo>
                  <a:cubicBezTo>
                    <a:pt x="1979" y="7038"/>
                    <a:pt x="6742" y="4771"/>
                    <a:pt x="6742" y="40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88A1B251-3B94-3FE4-59FF-9F3106C042F7}"/>
                </a:ext>
              </a:extLst>
            </p:cNvPr>
            <p:cNvSpPr/>
            <p:nvPr/>
          </p:nvSpPr>
          <p:spPr>
            <a:xfrm>
              <a:off x="9030990" y="4260264"/>
              <a:ext cx="7640" cy="7279"/>
            </a:xfrm>
            <a:custGeom>
              <a:avLst/>
              <a:gdLst>
                <a:gd name="csX0" fmla="*/ 2519 w 8811"/>
                <a:gd name="csY0" fmla="*/ 1786 h 8395"/>
                <a:gd name="csX1" fmla="*/ 1249 w 8811"/>
                <a:gd name="csY1" fmla="*/ 8053 h 8395"/>
                <a:gd name="csX2" fmla="*/ 5630 w 8811"/>
                <a:gd name="csY2" fmla="*/ 6866 h 8395"/>
                <a:gd name="csX3" fmla="*/ 8043 w 8811"/>
                <a:gd name="csY3" fmla="*/ 3837 h 8395"/>
                <a:gd name="csX4" fmla="*/ 2646 w 8811"/>
                <a:gd name="csY4" fmla="*/ 1786 h 8395"/>
                <a:gd name="csX5" fmla="*/ 2519 w 8811"/>
                <a:gd name="csY5" fmla="*/ 1786 h 8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11" h="8395">
                  <a:moveTo>
                    <a:pt x="2519" y="1786"/>
                  </a:moveTo>
                  <a:cubicBezTo>
                    <a:pt x="2201" y="2326"/>
                    <a:pt x="-2053" y="6218"/>
                    <a:pt x="1249" y="8053"/>
                  </a:cubicBezTo>
                  <a:cubicBezTo>
                    <a:pt x="2519" y="8809"/>
                    <a:pt x="4551" y="8269"/>
                    <a:pt x="5630" y="6866"/>
                  </a:cubicBezTo>
                  <a:lnTo>
                    <a:pt x="8043" y="3837"/>
                  </a:lnTo>
                  <a:cubicBezTo>
                    <a:pt x="10837" y="376"/>
                    <a:pt x="5313" y="-1675"/>
                    <a:pt x="2646" y="1786"/>
                  </a:cubicBezTo>
                  <a:lnTo>
                    <a:pt x="2519" y="1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D4A1D816-2F69-30F8-0AFD-C3DD81DAD440}"/>
                </a:ext>
              </a:extLst>
            </p:cNvPr>
            <p:cNvSpPr/>
            <p:nvPr/>
          </p:nvSpPr>
          <p:spPr>
            <a:xfrm>
              <a:off x="8964521" y="4324497"/>
              <a:ext cx="142718" cy="205051"/>
            </a:xfrm>
            <a:custGeom>
              <a:avLst/>
              <a:gdLst>
                <a:gd name="csX0" fmla="*/ 3927 w 164592"/>
                <a:gd name="csY0" fmla="*/ 87962 h 236479"/>
                <a:gd name="csX1" fmla="*/ 3165 w 164592"/>
                <a:gd name="csY1" fmla="*/ 88286 h 236479"/>
                <a:gd name="csX2" fmla="*/ 53 w 164592"/>
                <a:gd name="csY2" fmla="*/ 92941 h 236479"/>
                <a:gd name="csX3" fmla="*/ 2086 w 164592"/>
                <a:gd name="csY3" fmla="*/ 106022 h 236479"/>
                <a:gd name="csX4" fmla="*/ 5895 w 164592"/>
                <a:gd name="csY4" fmla="*/ 113591 h 236479"/>
                <a:gd name="csX5" fmla="*/ 10467 w 164592"/>
                <a:gd name="csY5" fmla="*/ 146141 h 236479"/>
                <a:gd name="csX6" fmla="*/ 18659 w 164592"/>
                <a:gd name="csY6" fmla="*/ 152631 h 236479"/>
                <a:gd name="csX7" fmla="*/ 25580 w 164592"/>
                <a:gd name="csY7" fmla="*/ 162905 h 236479"/>
                <a:gd name="csX8" fmla="*/ 29899 w 164592"/>
                <a:gd name="csY8" fmla="*/ 162905 h 236479"/>
                <a:gd name="csX9" fmla="*/ 29708 w 164592"/>
                <a:gd name="csY9" fmla="*/ 152847 h 236479"/>
                <a:gd name="csX10" fmla="*/ 32756 w 164592"/>
                <a:gd name="csY10" fmla="*/ 151012 h 236479"/>
                <a:gd name="csX11" fmla="*/ 45519 w 164592"/>
                <a:gd name="csY11" fmla="*/ 160848 h 236479"/>
                <a:gd name="csX12" fmla="*/ 42726 w 164592"/>
                <a:gd name="csY12" fmla="*/ 166150 h 236479"/>
                <a:gd name="csX13" fmla="*/ 31867 w 164592"/>
                <a:gd name="csY13" fmla="*/ 176964 h 236479"/>
                <a:gd name="csX14" fmla="*/ 35423 w 164592"/>
                <a:gd name="csY14" fmla="*/ 187448 h 236479"/>
                <a:gd name="csX15" fmla="*/ 43106 w 164592"/>
                <a:gd name="csY15" fmla="*/ 179663 h 236479"/>
                <a:gd name="csX16" fmla="*/ 47805 w 164592"/>
                <a:gd name="csY16" fmla="*/ 183124 h 236479"/>
                <a:gd name="csX17" fmla="*/ 45710 w 164592"/>
                <a:gd name="csY17" fmla="*/ 193722 h 236479"/>
                <a:gd name="csX18" fmla="*/ 49838 w 164592"/>
                <a:gd name="csY18" fmla="*/ 195671 h 236479"/>
                <a:gd name="csX19" fmla="*/ 58728 w 164592"/>
                <a:gd name="csY19" fmla="*/ 195887 h 236479"/>
                <a:gd name="csX20" fmla="*/ 67490 w 164592"/>
                <a:gd name="csY20" fmla="*/ 184857 h 236479"/>
                <a:gd name="csX21" fmla="*/ 76444 w 164592"/>
                <a:gd name="csY21" fmla="*/ 185505 h 236479"/>
                <a:gd name="csX22" fmla="*/ 101590 w 164592"/>
                <a:gd name="csY22" fmla="*/ 208105 h 236479"/>
                <a:gd name="csX23" fmla="*/ 101590 w 164592"/>
                <a:gd name="csY23" fmla="*/ 209514 h 236479"/>
                <a:gd name="csX24" fmla="*/ 105273 w 164592"/>
                <a:gd name="csY24" fmla="*/ 212861 h 236479"/>
                <a:gd name="csX25" fmla="*/ 106226 w 164592"/>
                <a:gd name="csY25" fmla="*/ 212861 h 236479"/>
                <a:gd name="csX26" fmla="*/ 109464 w 164592"/>
                <a:gd name="csY26" fmla="*/ 209514 h 236479"/>
                <a:gd name="csX27" fmla="*/ 107559 w 164592"/>
                <a:gd name="csY27" fmla="*/ 199456 h 236479"/>
                <a:gd name="csX28" fmla="*/ 102987 w 164592"/>
                <a:gd name="csY28" fmla="*/ 192534 h 236479"/>
                <a:gd name="csX29" fmla="*/ 105717 w 164592"/>
                <a:gd name="csY29" fmla="*/ 186261 h 236479"/>
                <a:gd name="csX30" fmla="*/ 132451 w 164592"/>
                <a:gd name="csY30" fmla="*/ 212753 h 236479"/>
                <a:gd name="csX31" fmla="*/ 132451 w 164592"/>
                <a:gd name="csY31" fmla="*/ 213515 h 236479"/>
                <a:gd name="csX32" fmla="*/ 134801 w 164592"/>
                <a:gd name="csY32" fmla="*/ 218487 h 236479"/>
                <a:gd name="csX33" fmla="*/ 150294 w 164592"/>
                <a:gd name="csY33" fmla="*/ 223999 h 236479"/>
                <a:gd name="csX34" fmla="*/ 155692 w 164592"/>
                <a:gd name="csY34" fmla="*/ 227136 h 236479"/>
                <a:gd name="csX35" fmla="*/ 154803 w 164592"/>
                <a:gd name="csY35" fmla="*/ 228761 h 236479"/>
                <a:gd name="csX36" fmla="*/ 156010 w 164592"/>
                <a:gd name="csY36" fmla="*/ 233409 h 236479"/>
                <a:gd name="csX37" fmla="*/ 163566 w 164592"/>
                <a:gd name="csY37" fmla="*/ 234489 h 236479"/>
                <a:gd name="csX38" fmla="*/ 164582 w 164592"/>
                <a:gd name="csY38" fmla="*/ 219350 h 236479"/>
                <a:gd name="csX39" fmla="*/ 150421 w 164592"/>
                <a:gd name="csY39" fmla="*/ 214702 h 236479"/>
                <a:gd name="csX40" fmla="*/ 153215 w 164592"/>
                <a:gd name="csY40" fmla="*/ 211349 h 236479"/>
                <a:gd name="csX41" fmla="*/ 159946 w 164592"/>
                <a:gd name="csY41" fmla="*/ 208428 h 236479"/>
                <a:gd name="csX42" fmla="*/ 144770 w 164592"/>
                <a:gd name="csY42" fmla="*/ 201615 h 236479"/>
                <a:gd name="csX43" fmla="*/ 146167 w 164592"/>
                <a:gd name="csY43" fmla="*/ 193614 h 236479"/>
                <a:gd name="csX44" fmla="*/ 153851 w 164592"/>
                <a:gd name="csY44" fmla="*/ 188858 h 236479"/>
                <a:gd name="csX45" fmla="*/ 131371 w 164592"/>
                <a:gd name="csY45" fmla="*/ 183124 h 236479"/>
                <a:gd name="csX46" fmla="*/ 129530 w 164592"/>
                <a:gd name="csY46" fmla="*/ 191671 h 236479"/>
                <a:gd name="csX47" fmla="*/ 122926 w 164592"/>
                <a:gd name="csY47" fmla="*/ 187448 h 236479"/>
                <a:gd name="csX48" fmla="*/ 120386 w 164592"/>
                <a:gd name="csY48" fmla="*/ 178260 h 236479"/>
                <a:gd name="csX49" fmla="*/ 106035 w 164592"/>
                <a:gd name="csY49" fmla="*/ 169503 h 236479"/>
                <a:gd name="csX50" fmla="*/ 92700 w 164592"/>
                <a:gd name="csY50" fmla="*/ 178583 h 236479"/>
                <a:gd name="csX51" fmla="*/ 89589 w 164592"/>
                <a:gd name="csY51" fmla="*/ 183448 h 236479"/>
                <a:gd name="csX52" fmla="*/ 73777 w 164592"/>
                <a:gd name="csY52" fmla="*/ 172310 h 236479"/>
                <a:gd name="csX53" fmla="*/ 69523 w 164592"/>
                <a:gd name="csY53" fmla="*/ 160416 h 236479"/>
                <a:gd name="csX54" fmla="*/ 70412 w 164592"/>
                <a:gd name="csY54" fmla="*/ 150142 h 236479"/>
                <a:gd name="csX55" fmla="*/ 60696 w 164592"/>
                <a:gd name="csY55" fmla="*/ 127866 h 236479"/>
                <a:gd name="csX56" fmla="*/ 67617 w 164592"/>
                <a:gd name="csY56" fmla="*/ 110454 h 236479"/>
                <a:gd name="csX57" fmla="*/ 68126 w 164592"/>
                <a:gd name="csY57" fmla="*/ 103755 h 236479"/>
                <a:gd name="csX58" fmla="*/ 89969 w 164592"/>
                <a:gd name="csY58" fmla="*/ 92617 h 236479"/>
                <a:gd name="csX59" fmla="*/ 100511 w 164592"/>
                <a:gd name="csY59" fmla="*/ 55088 h 236479"/>
                <a:gd name="csX60" fmla="*/ 92573 w 164592"/>
                <a:gd name="csY60" fmla="*/ 46656 h 236479"/>
                <a:gd name="csX61" fmla="*/ 90414 w 164592"/>
                <a:gd name="csY61" fmla="*/ 21675 h 236479"/>
                <a:gd name="csX62" fmla="*/ 94415 w 164592"/>
                <a:gd name="csY62" fmla="*/ 8378 h 236479"/>
                <a:gd name="csX63" fmla="*/ 87176 w 164592"/>
                <a:gd name="csY63" fmla="*/ 4809 h 236479"/>
                <a:gd name="csX64" fmla="*/ 76571 w 164592"/>
                <a:gd name="csY64" fmla="*/ 13458 h 236479"/>
                <a:gd name="csX65" fmla="*/ 31677 w 164592"/>
                <a:gd name="csY65" fmla="*/ 3616 h 236479"/>
                <a:gd name="csX66" fmla="*/ 31677 w 164592"/>
                <a:gd name="csY66" fmla="*/ 4593 h 236479"/>
                <a:gd name="csX67" fmla="*/ 23231 w 164592"/>
                <a:gd name="csY67" fmla="*/ 43951 h 236479"/>
                <a:gd name="csX68" fmla="*/ 26342 w 164592"/>
                <a:gd name="csY68" fmla="*/ 50872 h 236479"/>
                <a:gd name="csX69" fmla="*/ 24501 w 164592"/>
                <a:gd name="csY69" fmla="*/ 66773 h 236479"/>
                <a:gd name="csX70" fmla="*/ 21453 w 164592"/>
                <a:gd name="csY70" fmla="*/ 75205 h 236479"/>
                <a:gd name="csX71" fmla="*/ 21453 w 164592"/>
                <a:gd name="csY71" fmla="*/ 99424 h 236479"/>
                <a:gd name="csX72" fmla="*/ 13896 w 164592"/>
                <a:gd name="csY72" fmla="*/ 100078 h 236479"/>
                <a:gd name="csX73" fmla="*/ 3927 w 164592"/>
                <a:gd name="csY73" fmla="*/ 87639 h 236479"/>
                <a:gd name="csX74" fmla="*/ 3927 w 164592"/>
                <a:gd name="csY74" fmla="*/ 87962 h 236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164592" h="236479">
                  <a:moveTo>
                    <a:pt x="3927" y="87962"/>
                  </a:moveTo>
                  <a:lnTo>
                    <a:pt x="3165" y="88286"/>
                  </a:lnTo>
                  <a:cubicBezTo>
                    <a:pt x="1451" y="89048"/>
                    <a:pt x="53" y="91099"/>
                    <a:pt x="53" y="92941"/>
                  </a:cubicBezTo>
                  <a:cubicBezTo>
                    <a:pt x="53" y="98345"/>
                    <a:pt x="-518" y="102669"/>
                    <a:pt x="2086" y="106022"/>
                  </a:cubicBezTo>
                  <a:cubicBezTo>
                    <a:pt x="2657" y="106777"/>
                    <a:pt x="5388" y="109267"/>
                    <a:pt x="5895" y="113591"/>
                  </a:cubicBezTo>
                  <a:lnTo>
                    <a:pt x="10467" y="146141"/>
                  </a:lnTo>
                  <a:cubicBezTo>
                    <a:pt x="11103" y="151120"/>
                    <a:pt x="16944" y="147875"/>
                    <a:pt x="18659" y="152631"/>
                  </a:cubicBezTo>
                  <a:cubicBezTo>
                    <a:pt x="20374" y="155984"/>
                    <a:pt x="20501" y="162689"/>
                    <a:pt x="25580" y="162905"/>
                  </a:cubicBezTo>
                  <a:cubicBezTo>
                    <a:pt x="25580" y="162905"/>
                    <a:pt x="29899" y="163013"/>
                    <a:pt x="29899" y="162905"/>
                  </a:cubicBezTo>
                  <a:cubicBezTo>
                    <a:pt x="29899" y="162797"/>
                    <a:pt x="29708" y="152847"/>
                    <a:pt x="29708" y="152847"/>
                  </a:cubicBezTo>
                  <a:cubicBezTo>
                    <a:pt x="29708" y="151012"/>
                    <a:pt x="30978" y="150142"/>
                    <a:pt x="32756" y="151012"/>
                  </a:cubicBezTo>
                  <a:cubicBezTo>
                    <a:pt x="38471" y="154580"/>
                    <a:pt x="45519" y="155552"/>
                    <a:pt x="45519" y="160848"/>
                  </a:cubicBezTo>
                  <a:cubicBezTo>
                    <a:pt x="45265" y="161495"/>
                    <a:pt x="45392" y="164308"/>
                    <a:pt x="42726" y="166150"/>
                  </a:cubicBezTo>
                  <a:cubicBezTo>
                    <a:pt x="38153" y="169827"/>
                    <a:pt x="31423" y="171662"/>
                    <a:pt x="31867" y="176964"/>
                  </a:cubicBezTo>
                  <a:cubicBezTo>
                    <a:pt x="32756" y="181181"/>
                    <a:pt x="31677" y="191347"/>
                    <a:pt x="35423" y="187448"/>
                  </a:cubicBezTo>
                  <a:lnTo>
                    <a:pt x="43106" y="179663"/>
                  </a:lnTo>
                  <a:cubicBezTo>
                    <a:pt x="46281" y="176532"/>
                    <a:pt x="49965" y="179339"/>
                    <a:pt x="47805" y="183124"/>
                  </a:cubicBezTo>
                  <a:cubicBezTo>
                    <a:pt x="46726" y="186045"/>
                    <a:pt x="41202" y="191455"/>
                    <a:pt x="45710" y="193722"/>
                  </a:cubicBezTo>
                  <a:lnTo>
                    <a:pt x="49838" y="195671"/>
                  </a:lnTo>
                  <a:cubicBezTo>
                    <a:pt x="53711" y="197506"/>
                    <a:pt x="59236" y="195779"/>
                    <a:pt x="58728" y="195887"/>
                  </a:cubicBezTo>
                  <a:cubicBezTo>
                    <a:pt x="65078" y="194478"/>
                    <a:pt x="61077" y="186368"/>
                    <a:pt x="67490" y="184857"/>
                  </a:cubicBezTo>
                  <a:cubicBezTo>
                    <a:pt x="68379" y="184857"/>
                    <a:pt x="73015" y="182692"/>
                    <a:pt x="76444" y="185505"/>
                  </a:cubicBezTo>
                  <a:cubicBezTo>
                    <a:pt x="99304" y="203241"/>
                    <a:pt x="101273" y="203672"/>
                    <a:pt x="101590" y="208105"/>
                  </a:cubicBezTo>
                  <a:lnTo>
                    <a:pt x="101590" y="209514"/>
                  </a:lnTo>
                  <a:cubicBezTo>
                    <a:pt x="101780" y="211349"/>
                    <a:pt x="103431" y="212861"/>
                    <a:pt x="105273" y="212861"/>
                  </a:cubicBezTo>
                  <a:lnTo>
                    <a:pt x="106226" y="212861"/>
                  </a:lnTo>
                  <a:cubicBezTo>
                    <a:pt x="108067" y="212861"/>
                    <a:pt x="109591" y="211349"/>
                    <a:pt x="109464" y="209514"/>
                  </a:cubicBezTo>
                  <a:cubicBezTo>
                    <a:pt x="109401" y="208105"/>
                    <a:pt x="110036" y="203348"/>
                    <a:pt x="107559" y="199456"/>
                  </a:cubicBezTo>
                  <a:lnTo>
                    <a:pt x="102987" y="192534"/>
                  </a:lnTo>
                  <a:cubicBezTo>
                    <a:pt x="100511" y="188750"/>
                    <a:pt x="102352" y="183339"/>
                    <a:pt x="105717" y="186261"/>
                  </a:cubicBezTo>
                  <a:cubicBezTo>
                    <a:pt x="131371" y="208105"/>
                    <a:pt x="132959" y="208212"/>
                    <a:pt x="132451" y="212753"/>
                  </a:cubicBezTo>
                  <a:lnTo>
                    <a:pt x="132451" y="213515"/>
                  </a:lnTo>
                  <a:cubicBezTo>
                    <a:pt x="132070" y="215350"/>
                    <a:pt x="133213" y="217515"/>
                    <a:pt x="134801" y="218487"/>
                  </a:cubicBezTo>
                  <a:cubicBezTo>
                    <a:pt x="144008" y="223567"/>
                    <a:pt x="146739" y="225840"/>
                    <a:pt x="150294" y="223999"/>
                  </a:cubicBezTo>
                  <a:cubicBezTo>
                    <a:pt x="153978" y="222055"/>
                    <a:pt x="157978" y="223243"/>
                    <a:pt x="155692" y="227136"/>
                  </a:cubicBezTo>
                  <a:lnTo>
                    <a:pt x="154803" y="228761"/>
                  </a:lnTo>
                  <a:cubicBezTo>
                    <a:pt x="153978" y="230380"/>
                    <a:pt x="154486" y="232438"/>
                    <a:pt x="156010" y="233409"/>
                  </a:cubicBezTo>
                  <a:cubicBezTo>
                    <a:pt x="157533" y="234057"/>
                    <a:pt x="163185" y="239251"/>
                    <a:pt x="163566" y="234489"/>
                  </a:cubicBezTo>
                  <a:lnTo>
                    <a:pt x="164582" y="219350"/>
                  </a:lnTo>
                  <a:cubicBezTo>
                    <a:pt x="165027" y="212213"/>
                    <a:pt x="151565" y="220976"/>
                    <a:pt x="150421" y="214702"/>
                  </a:cubicBezTo>
                  <a:cubicBezTo>
                    <a:pt x="150040" y="213076"/>
                    <a:pt x="151374" y="211673"/>
                    <a:pt x="153215" y="211349"/>
                  </a:cubicBezTo>
                  <a:cubicBezTo>
                    <a:pt x="155248" y="210810"/>
                    <a:pt x="164455" y="210486"/>
                    <a:pt x="159946" y="208428"/>
                  </a:cubicBezTo>
                  <a:lnTo>
                    <a:pt x="144770" y="201615"/>
                  </a:lnTo>
                  <a:cubicBezTo>
                    <a:pt x="140769" y="199780"/>
                    <a:pt x="141976" y="194916"/>
                    <a:pt x="146167" y="193614"/>
                  </a:cubicBezTo>
                  <a:cubicBezTo>
                    <a:pt x="149215" y="192318"/>
                    <a:pt x="158423" y="191131"/>
                    <a:pt x="153851" y="188858"/>
                  </a:cubicBezTo>
                  <a:cubicBezTo>
                    <a:pt x="144326" y="183994"/>
                    <a:pt x="130038" y="174691"/>
                    <a:pt x="131371" y="183124"/>
                  </a:cubicBezTo>
                  <a:cubicBezTo>
                    <a:pt x="131371" y="185397"/>
                    <a:pt x="134356" y="192318"/>
                    <a:pt x="129530" y="191671"/>
                  </a:cubicBezTo>
                  <a:cubicBezTo>
                    <a:pt x="128641" y="191347"/>
                    <a:pt x="122926" y="191994"/>
                    <a:pt x="122926" y="187448"/>
                  </a:cubicBezTo>
                  <a:cubicBezTo>
                    <a:pt x="122672" y="185937"/>
                    <a:pt x="123878" y="181288"/>
                    <a:pt x="120386" y="178260"/>
                  </a:cubicBezTo>
                  <a:cubicBezTo>
                    <a:pt x="111750" y="170583"/>
                    <a:pt x="109908" y="167877"/>
                    <a:pt x="106035" y="169503"/>
                  </a:cubicBezTo>
                  <a:cubicBezTo>
                    <a:pt x="100193" y="172741"/>
                    <a:pt x="92827" y="173396"/>
                    <a:pt x="92700" y="178583"/>
                  </a:cubicBezTo>
                  <a:cubicBezTo>
                    <a:pt x="92510" y="179339"/>
                    <a:pt x="93589" y="185613"/>
                    <a:pt x="89589" y="183448"/>
                  </a:cubicBezTo>
                  <a:cubicBezTo>
                    <a:pt x="78857" y="177720"/>
                    <a:pt x="75301" y="176418"/>
                    <a:pt x="73777" y="172310"/>
                  </a:cubicBezTo>
                  <a:lnTo>
                    <a:pt x="69523" y="160416"/>
                  </a:lnTo>
                  <a:cubicBezTo>
                    <a:pt x="67808" y="155660"/>
                    <a:pt x="73015" y="154466"/>
                    <a:pt x="70412" y="150142"/>
                  </a:cubicBezTo>
                  <a:cubicBezTo>
                    <a:pt x="60315" y="133060"/>
                    <a:pt x="58474" y="131650"/>
                    <a:pt x="60696" y="127866"/>
                  </a:cubicBezTo>
                  <a:cubicBezTo>
                    <a:pt x="67046" y="116836"/>
                    <a:pt x="69459" y="114353"/>
                    <a:pt x="67617" y="110454"/>
                  </a:cubicBezTo>
                  <a:cubicBezTo>
                    <a:pt x="67490" y="109915"/>
                    <a:pt x="63998" y="105374"/>
                    <a:pt x="68126" y="103755"/>
                  </a:cubicBezTo>
                  <a:cubicBezTo>
                    <a:pt x="85207" y="97157"/>
                    <a:pt x="88382" y="96725"/>
                    <a:pt x="89969" y="92617"/>
                  </a:cubicBezTo>
                  <a:cubicBezTo>
                    <a:pt x="102669" y="58765"/>
                    <a:pt x="104257" y="57686"/>
                    <a:pt x="100511" y="55088"/>
                  </a:cubicBezTo>
                  <a:cubicBezTo>
                    <a:pt x="98542" y="53361"/>
                    <a:pt x="93462" y="51520"/>
                    <a:pt x="92573" y="46656"/>
                  </a:cubicBezTo>
                  <a:cubicBezTo>
                    <a:pt x="89144" y="26977"/>
                    <a:pt x="88382" y="25244"/>
                    <a:pt x="90414" y="21675"/>
                  </a:cubicBezTo>
                  <a:cubicBezTo>
                    <a:pt x="92382" y="17135"/>
                    <a:pt x="97780" y="12379"/>
                    <a:pt x="94415" y="8378"/>
                  </a:cubicBezTo>
                  <a:cubicBezTo>
                    <a:pt x="93144" y="7400"/>
                    <a:pt x="89969" y="917"/>
                    <a:pt x="87176" y="4809"/>
                  </a:cubicBezTo>
                  <a:cubicBezTo>
                    <a:pt x="83619" y="8594"/>
                    <a:pt x="81206" y="15947"/>
                    <a:pt x="76571" y="13458"/>
                  </a:cubicBezTo>
                  <a:cubicBezTo>
                    <a:pt x="39678" y="-5789"/>
                    <a:pt x="55933" y="263"/>
                    <a:pt x="31677" y="3616"/>
                  </a:cubicBezTo>
                  <a:lnTo>
                    <a:pt x="31677" y="4593"/>
                  </a:lnTo>
                  <a:cubicBezTo>
                    <a:pt x="24056" y="34654"/>
                    <a:pt x="19230" y="39410"/>
                    <a:pt x="23231" y="43951"/>
                  </a:cubicBezTo>
                  <a:cubicBezTo>
                    <a:pt x="23549" y="44605"/>
                    <a:pt x="26342" y="46764"/>
                    <a:pt x="26342" y="50872"/>
                  </a:cubicBezTo>
                  <a:cubicBezTo>
                    <a:pt x="26342" y="57902"/>
                    <a:pt x="26978" y="62982"/>
                    <a:pt x="24501" y="66773"/>
                  </a:cubicBezTo>
                  <a:cubicBezTo>
                    <a:pt x="24183" y="67528"/>
                    <a:pt x="20945" y="70773"/>
                    <a:pt x="21453" y="75205"/>
                  </a:cubicBezTo>
                  <a:cubicBezTo>
                    <a:pt x="23866" y="94236"/>
                    <a:pt x="25263" y="97157"/>
                    <a:pt x="21453" y="99424"/>
                  </a:cubicBezTo>
                  <a:cubicBezTo>
                    <a:pt x="20374" y="99754"/>
                    <a:pt x="15992" y="104187"/>
                    <a:pt x="13896" y="100078"/>
                  </a:cubicBezTo>
                  <a:cubicBezTo>
                    <a:pt x="10023" y="93912"/>
                    <a:pt x="8943" y="85480"/>
                    <a:pt x="3927" y="87639"/>
                  </a:cubicBezTo>
                  <a:lnTo>
                    <a:pt x="3927" y="87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52296F07-0649-AC5F-D7B2-B203D8A8371B}"/>
                </a:ext>
              </a:extLst>
            </p:cNvPr>
            <p:cNvSpPr/>
            <p:nvPr/>
          </p:nvSpPr>
          <p:spPr>
            <a:xfrm>
              <a:off x="8974382" y="4486002"/>
              <a:ext cx="7562" cy="6371"/>
            </a:xfrm>
            <a:custGeom>
              <a:avLst/>
              <a:gdLst>
                <a:gd name="csX0" fmla="*/ 5255 w 8721"/>
                <a:gd name="csY0" fmla="*/ 7031 h 7347"/>
                <a:gd name="csX1" fmla="*/ 8684 w 8721"/>
                <a:gd name="csY1" fmla="*/ 5628 h 7347"/>
                <a:gd name="csX2" fmla="*/ 3096 w 8721"/>
                <a:gd name="csY2" fmla="*/ 326 h 7347"/>
                <a:gd name="csX3" fmla="*/ 3096 w 8721"/>
                <a:gd name="csY3" fmla="*/ 6060 h 7347"/>
                <a:gd name="csX4" fmla="*/ 5318 w 8721"/>
                <a:gd name="csY4" fmla="*/ 7031 h 7347"/>
                <a:gd name="csX5" fmla="*/ 5255 w 8721"/>
                <a:gd name="csY5" fmla="*/ 7031 h 7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21" h="7347">
                  <a:moveTo>
                    <a:pt x="5255" y="7031"/>
                  </a:moveTo>
                  <a:cubicBezTo>
                    <a:pt x="6969" y="7787"/>
                    <a:pt x="8493" y="7139"/>
                    <a:pt x="8684" y="5628"/>
                  </a:cubicBezTo>
                  <a:cubicBezTo>
                    <a:pt x="9256" y="1951"/>
                    <a:pt x="3096" y="326"/>
                    <a:pt x="3096" y="326"/>
                  </a:cubicBezTo>
                  <a:cubicBezTo>
                    <a:pt x="-1032" y="-1402"/>
                    <a:pt x="-1032" y="4218"/>
                    <a:pt x="3096" y="6060"/>
                  </a:cubicBezTo>
                  <a:lnTo>
                    <a:pt x="5318" y="7031"/>
                  </a:lnTo>
                  <a:lnTo>
                    <a:pt x="5255" y="7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6AA9F3F4-9F52-9841-F496-BD54144381D2}"/>
                </a:ext>
              </a:extLst>
            </p:cNvPr>
            <p:cNvSpPr/>
            <p:nvPr/>
          </p:nvSpPr>
          <p:spPr>
            <a:xfrm>
              <a:off x="9031991" y="4498939"/>
              <a:ext cx="8233" cy="8694"/>
            </a:xfrm>
            <a:custGeom>
              <a:avLst/>
              <a:gdLst>
                <a:gd name="csX0" fmla="*/ 7842 w 9495"/>
                <a:gd name="csY0" fmla="*/ 2386 h 10027"/>
                <a:gd name="csX1" fmla="*/ 158 w 9495"/>
                <a:gd name="csY1" fmla="*/ 1954 h 10027"/>
                <a:gd name="csX2" fmla="*/ 1809 w 9495"/>
                <a:gd name="csY2" fmla="*/ 7358 h 10027"/>
                <a:gd name="csX3" fmla="*/ 8159 w 9495"/>
                <a:gd name="csY3" fmla="*/ 8552 h 10027"/>
                <a:gd name="csX4" fmla="*/ 9048 w 9495"/>
                <a:gd name="csY4" fmla="*/ 6926 h 10027"/>
                <a:gd name="csX5" fmla="*/ 7778 w 9495"/>
                <a:gd name="csY5" fmla="*/ 2386 h 10027"/>
                <a:gd name="csX6" fmla="*/ 7842 w 9495"/>
                <a:gd name="csY6" fmla="*/ 2386 h 10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495" h="10027">
                  <a:moveTo>
                    <a:pt x="7842" y="2386"/>
                  </a:moveTo>
                  <a:cubicBezTo>
                    <a:pt x="6571" y="1954"/>
                    <a:pt x="1555" y="-2478"/>
                    <a:pt x="158" y="1954"/>
                  </a:cubicBezTo>
                  <a:cubicBezTo>
                    <a:pt x="-350" y="3681"/>
                    <a:pt x="412" y="6171"/>
                    <a:pt x="1809" y="7358"/>
                  </a:cubicBezTo>
                  <a:cubicBezTo>
                    <a:pt x="2444" y="7682"/>
                    <a:pt x="5936" y="12337"/>
                    <a:pt x="8159" y="8552"/>
                  </a:cubicBezTo>
                  <a:lnTo>
                    <a:pt x="9048" y="6926"/>
                  </a:lnTo>
                  <a:cubicBezTo>
                    <a:pt x="10001" y="5415"/>
                    <a:pt x="9366" y="3358"/>
                    <a:pt x="7778" y="2386"/>
                  </a:cubicBezTo>
                  <a:lnTo>
                    <a:pt x="7842" y="2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9F2083DD-5163-FDA3-4227-3EE9F87CE3F6}"/>
                </a:ext>
              </a:extLst>
            </p:cNvPr>
            <p:cNvSpPr/>
            <p:nvPr/>
          </p:nvSpPr>
          <p:spPr>
            <a:xfrm>
              <a:off x="8983002" y="4498929"/>
              <a:ext cx="38782" cy="42179"/>
            </a:xfrm>
            <a:custGeom>
              <a:avLst/>
              <a:gdLst>
                <a:gd name="csX0" fmla="*/ 43002 w 44726"/>
                <a:gd name="csY0" fmla="*/ 12240 h 48644"/>
                <a:gd name="csX1" fmla="*/ 28651 w 44726"/>
                <a:gd name="csY1" fmla="*/ 3370 h 48644"/>
                <a:gd name="csX2" fmla="*/ 21793 w 44726"/>
                <a:gd name="csY2" fmla="*/ 1966 h 48644"/>
                <a:gd name="csX3" fmla="*/ 15316 w 44726"/>
                <a:gd name="csY3" fmla="*/ 17 h 48644"/>
                <a:gd name="csX4" fmla="*/ 76 w 44726"/>
                <a:gd name="csY4" fmla="*/ 3046 h 48644"/>
                <a:gd name="csX5" fmla="*/ 7950 w 44726"/>
                <a:gd name="csY5" fmla="*/ 8240 h 48644"/>
                <a:gd name="csX6" fmla="*/ 12077 w 44726"/>
                <a:gd name="csY6" fmla="*/ 12780 h 48644"/>
                <a:gd name="csX7" fmla="*/ 15316 w 44726"/>
                <a:gd name="csY7" fmla="*/ 22616 h 48644"/>
                <a:gd name="csX8" fmla="*/ 20078 w 44726"/>
                <a:gd name="csY8" fmla="*/ 29538 h 48644"/>
                <a:gd name="csX9" fmla="*/ 23000 w 44726"/>
                <a:gd name="csY9" fmla="*/ 35272 h 48644"/>
                <a:gd name="csX10" fmla="*/ 26873 w 44726"/>
                <a:gd name="csY10" fmla="*/ 45330 h 48644"/>
                <a:gd name="csX11" fmla="*/ 32842 w 44726"/>
                <a:gd name="csY11" fmla="*/ 46734 h 48644"/>
                <a:gd name="csX12" fmla="*/ 44209 w 44726"/>
                <a:gd name="csY12" fmla="*/ 31271 h 48644"/>
                <a:gd name="csX13" fmla="*/ 43002 w 44726"/>
                <a:gd name="csY13" fmla="*/ 23378 h 48644"/>
                <a:gd name="csX14" fmla="*/ 43002 w 44726"/>
                <a:gd name="csY14" fmla="*/ 12240 h 48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4726" h="48644">
                  <a:moveTo>
                    <a:pt x="43002" y="12240"/>
                  </a:moveTo>
                  <a:cubicBezTo>
                    <a:pt x="37097" y="7262"/>
                    <a:pt x="33287" y="2830"/>
                    <a:pt x="28651" y="3370"/>
                  </a:cubicBezTo>
                  <a:cubicBezTo>
                    <a:pt x="28079" y="3370"/>
                    <a:pt x="24841" y="4125"/>
                    <a:pt x="21793" y="1966"/>
                  </a:cubicBezTo>
                  <a:cubicBezTo>
                    <a:pt x="21285" y="1750"/>
                    <a:pt x="18809" y="-199"/>
                    <a:pt x="15316" y="17"/>
                  </a:cubicBezTo>
                  <a:cubicBezTo>
                    <a:pt x="15316" y="17"/>
                    <a:pt x="-1258" y="17"/>
                    <a:pt x="76" y="3046"/>
                  </a:cubicBezTo>
                  <a:cubicBezTo>
                    <a:pt x="1473" y="5967"/>
                    <a:pt x="8585" y="8456"/>
                    <a:pt x="7950" y="8240"/>
                  </a:cubicBezTo>
                  <a:cubicBezTo>
                    <a:pt x="9664" y="8996"/>
                    <a:pt x="11506" y="11047"/>
                    <a:pt x="12077" y="12780"/>
                  </a:cubicBezTo>
                  <a:lnTo>
                    <a:pt x="15316" y="22616"/>
                  </a:lnTo>
                  <a:cubicBezTo>
                    <a:pt x="16650" y="26407"/>
                    <a:pt x="20650" y="30084"/>
                    <a:pt x="20078" y="29538"/>
                  </a:cubicBezTo>
                  <a:cubicBezTo>
                    <a:pt x="22491" y="31811"/>
                    <a:pt x="23253" y="35812"/>
                    <a:pt x="23000" y="35272"/>
                  </a:cubicBezTo>
                  <a:cubicBezTo>
                    <a:pt x="23889" y="40244"/>
                    <a:pt x="28714" y="41222"/>
                    <a:pt x="26873" y="45330"/>
                  </a:cubicBezTo>
                  <a:cubicBezTo>
                    <a:pt x="25159" y="49115"/>
                    <a:pt x="29730" y="49762"/>
                    <a:pt x="32842" y="46734"/>
                  </a:cubicBezTo>
                  <a:cubicBezTo>
                    <a:pt x="42685" y="37107"/>
                    <a:pt x="45860" y="35272"/>
                    <a:pt x="44209" y="31271"/>
                  </a:cubicBezTo>
                  <a:cubicBezTo>
                    <a:pt x="44018" y="30732"/>
                    <a:pt x="41923" y="27379"/>
                    <a:pt x="43002" y="23378"/>
                  </a:cubicBezTo>
                  <a:cubicBezTo>
                    <a:pt x="43383" y="20673"/>
                    <a:pt x="46685" y="15485"/>
                    <a:pt x="43002" y="122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475E1C6A-A51E-48CB-D6BD-37596BB2B49D}"/>
                </a:ext>
              </a:extLst>
            </p:cNvPr>
            <p:cNvSpPr/>
            <p:nvPr/>
          </p:nvSpPr>
          <p:spPr>
            <a:xfrm>
              <a:off x="9067256" y="4511553"/>
              <a:ext cx="10131" cy="9428"/>
            </a:xfrm>
            <a:custGeom>
              <a:avLst/>
              <a:gdLst>
                <a:gd name="csX0" fmla="*/ 9081 w 11684"/>
                <a:gd name="csY0" fmla="*/ 5466 h 10873"/>
                <a:gd name="csX1" fmla="*/ 0 w 11684"/>
                <a:gd name="csY1" fmla="*/ 1897 h 10873"/>
                <a:gd name="csX2" fmla="*/ 2922 w 11684"/>
                <a:gd name="csY2" fmla="*/ 6977 h 10873"/>
                <a:gd name="csX3" fmla="*/ 11685 w 11684"/>
                <a:gd name="csY3" fmla="*/ 9790 h 10873"/>
                <a:gd name="csX4" fmla="*/ 8954 w 11684"/>
                <a:gd name="csY4" fmla="*/ 5574 h 10873"/>
                <a:gd name="csX5" fmla="*/ 9081 w 11684"/>
                <a:gd name="csY5" fmla="*/ 5466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684" h="10873">
                  <a:moveTo>
                    <a:pt x="9081" y="5466"/>
                  </a:moveTo>
                  <a:cubicBezTo>
                    <a:pt x="6033" y="3624"/>
                    <a:pt x="0" y="-3297"/>
                    <a:pt x="0" y="1897"/>
                  </a:cubicBezTo>
                  <a:cubicBezTo>
                    <a:pt x="0" y="3840"/>
                    <a:pt x="1270" y="6113"/>
                    <a:pt x="2922" y="6977"/>
                  </a:cubicBezTo>
                  <a:cubicBezTo>
                    <a:pt x="5271" y="8063"/>
                    <a:pt x="11685" y="13035"/>
                    <a:pt x="11685" y="9790"/>
                  </a:cubicBezTo>
                  <a:cubicBezTo>
                    <a:pt x="11685" y="8603"/>
                    <a:pt x="10478" y="6653"/>
                    <a:pt x="8954" y="5574"/>
                  </a:cubicBezTo>
                  <a:lnTo>
                    <a:pt x="9081" y="54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BF9EA4FE-0D50-3749-A489-BCC3B6AD631B}"/>
                </a:ext>
              </a:extLst>
            </p:cNvPr>
            <p:cNvSpPr/>
            <p:nvPr/>
          </p:nvSpPr>
          <p:spPr>
            <a:xfrm>
              <a:off x="9088711" y="4524136"/>
              <a:ext cx="6833" cy="9984"/>
            </a:xfrm>
            <a:custGeom>
              <a:avLst/>
              <a:gdLst>
                <a:gd name="csX0" fmla="*/ 7706 w 7880"/>
                <a:gd name="csY0" fmla="*/ 9554 h 11514"/>
                <a:gd name="csX1" fmla="*/ 6182 w 7880"/>
                <a:gd name="csY1" fmla="*/ 4360 h 11514"/>
                <a:gd name="csX2" fmla="*/ 2054 w 7880"/>
                <a:gd name="csY2" fmla="*/ 144 h 11514"/>
                <a:gd name="csX3" fmla="*/ 1864 w 7880"/>
                <a:gd name="csY3" fmla="*/ 6741 h 11514"/>
                <a:gd name="csX4" fmla="*/ 7706 w 7880"/>
                <a:gd name="csY4" fmla="*/ 9446 h 11514"/>
                <a:gd name="csX5" fmla="*/ 7706 w 7880"/>
                <a:gd name="csY5" fmla="*/ 9554 h 11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0" h="11514">
                  <a:moveTo>
                    <a:pt x="7706" y="9554"/>
                  </a:moveTo>
                  <a:lnTo>
                    <a:pt x="6182" y="4360"/>
                  </a:lnTo>
                  <a:cubicBezTo>
                    <a:pt x="5674" y="2633"/>
                    <a:pt x="3832" y="683"/>
                    <a:pt x="2054" y="144"/>
                  </a:cubicBezTo>
                  <a:cubicBezTo>
                    <a:pt x="-2454" y="-1152"/>
                    <a:pt x="1864" y="6741"/>
                    <a:pt x="1864" y="6741"/>
                  </a:cubicBezTo>
                  <a:cubicBezTo>
                    <a:pt x="3515" y="10958"/>
                    <a:pt x="8913" y="13555"/>
                    <a:pt x="7706" y="9446"/>
                  </a:cubicBezTo>
                  <a:lnTo>
                    <a:pt x="7706" y="9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9D89E21A-33CB-207B-92DB-289FD5DFC086}"/>
                </a:ext>
              </a:extLst>
            </p:cNvPr>
            <p:cNvSpPr/>
            <p:nvPr/>
          </p:nvSpPr>
          <p:spPr>
            <a:xfrm>
              <a:off x="9073454" y="4532339"/>
              <a:ext cx="29906" cy="23434"/>
            </a:xfrm>
            <a:custGeom>
              <a:avLst/>
              <a:gdLst>
                <a:gd name="csX0" fmla="*/ 4600 w 34490"/>
                <a:gd name="csY0" fmla="*/ 7123 h 27026"/>
                <a:gd name="csX1" fmla="*/ 599 w 34490"/>
                <a:gd name="csY1" fmla="*/ 16312 h 27026"/>
                <a:gd name="csX2" fmla="*/ 6378 w 34490"/>
                <a:gd name="csY2" fmla="*/ 18477 h 27026"/>
                <a:gd name="csX3" fmla="*/ 9617 w 34490"/>
                <a:gd name="csY3" fmla="*/ 13397 h 27026"/>
                <a:gd name="csX4" fmla="*/ 22253 w 34490"/>
                <a:gd name="csY4" fmla="*/ 19233 h 27026"/>
                <a:gd name="csX5" fmla="*/ 32540 w 34490"/>
                <a:gd name="csY5" fmla="*/ 26586 h 27026"/>
                <a:gd name="csX6" fmla="*/ 30635 w 34490"/>
                <a:gd name="csY6" fmla="*/ 13721 h 27026"/>
                <a:gd name="csX7" fmla="*/ 7775 w 34490"/>
                <a:gd name="csY7" fmla="*/ 310 h 27026"/>
                <a:gd name="csX8" fmla="*/ 4727 w 34490"/>
                <a:gd name="csY8" fmla="*/ 7123 h 27026"/>
                <a:gd name="csX9" fmla="*/ 4600 w 34490"/>
                <a:gd name="csY9" fmla="*/ 7123 h 27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490" h="27026">
                  <a:moveTo>
                    <a:pt x="4600" y="7123"/>
                  </a:moveTo>
                  <a:cubicBezTo>
                    <a:pt x="4600" y="11663"/>
                    <a:pt x="1298" y="15232"/>
                    <a:pt x="599" y="16312"/>
                  </a:cubicBezTo>
                  <a:cubicBezTo>
                    <a:pt x="-1877" y="19988"/>
                    <a:pt x="3965" y="22261"/>
                    <a:pt x="6378" y="18477"/>
                  </a:cubicBezTo>
                  <a:lnTo>
                    <a:pt x="9617" y="13397"/>
                  </a:lnTo>
                  <a:cubicBezTo>
                    <a:pt x="14062" y="6152"/>
                    <a:pt x="18507" y="14153"/>
                    <a:pt x="22253" y="19233"/>
                  </a:cubicBezTo>
                  <a:cubicBezTo>
                    <a:pt x="24857" y="22585"/>
                    <a:pt x="28667" y="24319"/>
                    <a:pt x="32540" y="26586"/>
                  </a:cubicBezTo>
                  <a:cubicBezTo>
                    <a:pt x="36541" y="28751"/>
                    <a:pt x="33620" y="22693"/>
                    <a:pt x="30635" y="13721"/>
                  </a:cubicBezTo>
                  <a:cubicBezTo>
                    <a:pt x="29174" y="9498"/>
                    <a:pt x="26381" y="9066"/>
                    <a:pt x="7775" y="310"/>
                  </a:cubicBezTo>
                  <a:cubicBezTo>
                    <a:pt x="3457" y="-1748"/>
                    <a:pt x="4727" y="7123"/>
                    <a:pt x="4727" y="7123"/>
                  </a:cubicBezTo>
                  <a:lnTo>
                    <a:pt x="4600" y="7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9D3AC6B8-2335-0944-A878-85639CFECD5C}"/>
                </a:ext>
              </a:extLst>
            </p:cNvPr>
            <p:cNvSpPr/>
            <p:nvPr/>
          </p:nvSpPr>
          <p:spPr>
            <a:xfrm>
              <a:off x="9035384" y="4525924"/>
              <a:ext cx="6260" cy="16563"/>
            </a:xfrm>
            <a:custGeom>
              <a:avLst/>
              <a:gdLst>
                <a:gd name="csX0" fmla="*/ 3419 w 7219"/>
                <a:gd name="csY0" fmla="*/ 571 h 19101"/>
                <a:gd name="csX1" fmla="*/ 181 w 7219"/>
                <a:gd name="csY1" fmla="*/ 9759 h 19101"/>
                <a:gd name="csX2" fmla="*/ 2530 w 7219"/>
                <a:gd name="csY2" fmla="*/ 17875 h 19101"/>
                <a:gd name="csX3" fmla="*/ 7167 w 7219"/>
                <a:gd name="csY3" fmla="*/ 2514 h 19101"/>
                <a:gd name="csX4" fmla="*/ 4499 w 7219"/>
                <a:gd name="csY4" fmla="*/ 139 h 19101"/>
                <a:gd name="csX5" fmla="*/ 3292 w 7219"/>
                <a:gd name="csY5" fmla="*/ 463 h 19101"/>
                <a:gd name="csX6" fmla="*/ 3419 w 7219"/>
                <a:gd name="csY6" fmla="*/ 571 h 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219" h="19101">
                  <a:moveTo>
                    <a:pt x="3419" y="571"/>
                  </a:moveTo>
                  <a:cubicBezTo>
                    <a:pt x="-1152" y="1867"/>
                    <a:pt x="181" y="9759"/>
                    <a:pt x="181" y="9759"/>
                  </a:cubicBezTo>
                  <a:cubicBezTo>
                    <a:pt x="181" y="14090"/>
                    <a:pt x="2213" y="17113"/>
                    <a:pt x="2530" y="17875"/>
                  </a:cubicBezTo>
                  <a:cubicBezTo>
                    <a:pt x="4563" y="22091"/>
                    <a:pt x="5007" y="15062"/>
                    <a:pt x="7167" y="2514"/>
                  </a:cubicBezTo>
                  <a:cubicBezTo>
                    <a:pt x="7484" y="679"/>
                    <a:pt x="6341" y="-400"/>
                    <a:pt x="4499" y="139"/>
                  </a:cubicBezTo>
                  <a:lnTo>
                    <a:pt x="3292" y="463"/>
                  </a:lnTo>
                  <a:lnTo>
                    <a:pt x="3419" y="5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5B5A89DE-353C-4308-9E2C-E07DCDE8BB12}"/>
                </a:ext>
              </a:extLst>
            </p:cNvPr>
            <p:cNvSpPr/>
            <p:nvPr/>
          </p:nvSpPr>
          <p:spPr>
            <a:xfrm>
              <a:off x="9051324" y="4530543"/>
              <a:ext cx="8859" cy="7944"/>
            </a:xfrm>
            <a:custGeom>
              <a:avLst/>
              <a:gdLst>
                <a:gd name="csX0" fmla="*/ 7960 w 10217"/>
                <a:gd name="csY0" fmla="*/ 8217 h 9161"/>
                <a:gd name="csX1" fmla="*/ 9801 w 10217"/>
                <a:gd name="csY1" fmla="*/ 2381 h 9161"/>
                <a:gd name="csX2" fmla="*/ 1927 w 10217"/>
                <a:gd name="csY2" fmla="*/ 0 h 9161"/>
                <a:gd name="csX3" fmla="*/ 3833 w 10217"/>
                <a:gd name="csY3" fmla="*/ 7893 h 9161"/>
                <a:gd name="csX4" fmla="*/ 7960 w 10217"/>
                <a:gd name="csY4" fmla="*/ 8217 h 9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217" h="9161">
                  <a:moveTo>
                    <a:pt x="7960" y="8217"/>
                  </a:moveTo>
                  <a:cubicBezTo>
                    <a:pt x="7643" y="8763"/>
                    <a:pt x="11452" y="5086"/>
                    <a:pt x="9801" y="2381"/>
                  </a:cubicBezTo>
                  <a:cubicBezTo>
                    <a:pt x="7833" y="-756"/>
                    <a:pt x="3007" y="216"/>
                    <a:pt x="1927" y="0"/>
                  </a:cubicBezTo>
                  <a:cubicBezTo>
                    <a:pt x="-2962" y="0"/>
                    <a:pt x="2880" y="5842"/>
                    <a:pt x="3833" y="7893"/>
                  </a:cubicBezTo>
                  <a:cubicBezTo>
                    <a:pt x="4912" y="9411"/>
                    <a:pt x="6753" y="9627"/>
                    <a:pt x="7960" y="82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C533BD29-A82F-16EC-2F47-D09BE6F17372}"/>
                </a:ext>
              </a:extLst>
            </p:cNvPr>
            <p:cNvSpPr/>
            <p:nvPr/>
          </p:nvSpPr>
          <p:spPr>
            <a:xfrm>
              <a:off x="9081389" y="4572686"/>
              <a:ext cx="22106" cy="55205"/>
            </a:xfrm>
            <a:custGeom>
              <a:avLst/>
              <a:gdLst>
                <a:gd name="csX0" fmla="*/ 25484 w 25494"/>
                <a:gd name="csY0" fmla="*/ 1467 h 63666"/>
                <a:gd name="csX1" fmla="*/ 19388 w 25494"/>
                <a:gd name="csY1" fmla="*/ 13684 h 63666"/>
                <a:gd name="csX2" fmla="*/ 2941 w 25494"/>
                <a:gd name="csY2" fmla="*/ 42666 h 63666"/>
                <a:gd name="csX3" fmla="*/ 21 w 25494"/>
                <a:gd name="csY3" fmla="*/ 62128 h 63666"/>
                <a:gd name="csX4" fmla="*/ 8593 w 25494"/>
                <a:gd name="csY4" fmla="*/ 51537 h 63666"/>
                <a:gd name="csX5" fmla="*/ 10308 w 25494"/>
                <a:gd name="csY5" fmla="*/ 45587 h 63666"/>
                <a:gd name="csX6" fmla="*/ 21674 w 25494"/>
                <a:gd name="csY6" fmla="*/ 31528 h 63666"/>
                <a:gd name="csX7" fmla="*/ 25357 w 25494"/>
                <a:gd name="csY7" fmla="*/ 1467 h 63666"/>
                <a:gd name="csX8" fmla="*/ 25484 w 25494"/>
                <a:gd name="csY8" fmla="*/ 1467 h 63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494" h="63666">
                  <a:moveTo>
                    <a:pt x="25484" y="1467"/>
                  </a:moveTo>
                  <a:cubicBezTo>
                    <a:pt x="25674" y="-3181"/>
                    <a:pt x="23325" y="3848"/>
                    <a:pt x="19388" y="13684"/>
                  </a:cubicBezTo>
                  <a:cubicBezTo>
                    <a:pt x="17420" y="18555"/>
                    <a:pt x="15641" y="21037"/>
                    <a:pt x="2941" y="42666"/>
                  </a:cubicBezTo>
                  <a:cubicBezTo>
                    <a:pt x="592" y="46882"/>
                    <a:pt x="656" y="52832"/>
                    <a:pt x="21" y="62128"/>
                  </a:cubicBezTo>
                  <a:cubicBezTo>
                    <a:pt x="-297" y="66783"/>
                    <a:pt x="3069" y="60185"/>
                    <a:pt x="8593" y="51537"/>
                  </a:cubicBezTo>
                  <a:cubicBezTo>
                    <a:pt x="9546" y="49911"/>
                    <a:pt x="10308" y="47314"/>
                    <a:pt x="10308" y="45587"/>
                  </a:cubicBezTo>
                  <a:cubicBezTo>
                    <a:pt x="10308" y="41370"/>
                    <a:pt x="14181" y="38665"/>
                    <a:pt x="21674" y="31528"/>
                  </a:cubicBezTo>
                  <a:cubicBezTo>
                    <a:pt x="24912" y="28391"/>
                    <a:pt x="24150" y="25908"/>
                    <a:pt x="25357" y="1467"/>
                  </a:cubicBezTo>
                  <a:lnTo>
                    <a:pt x="25484" y="14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25353FA9-CAEC-A52E-01E4-53B8731B2EC8}"/>
                </a:ext>
              </a:extLst>
            </p:cNvPr>
            <p:cNvSpPr/>
            <p:nvPr/>
          </p:nvSpPr>
          <p:spPr>
            <a:xfrm>
              <a:off x="9096143" y="4605518"/>
              <a:ext cx="24151" cy="19244"/>
            </a:xfrm>
            <a:custGeom>
              <a:avLst/>
              <a:gdLst>
                <a:gd name="csX0" fmla="*/ 5104 w 27853"/>
                <a:gd name="csY0" fmla="*/ 22105 h 22193"/>
                <a:gd name="csX1" fmla="*/ 21550 w 27853"/>
                <a:gd name="csY1" fmla="*/ 19292 h 22193"/>
                <a:gd name="csX2" fmla="*/ 27837 w 27853"/>
                <a:gd name="csY2" fmla="*/ 13126 h 22193"/>
                <a:gd name="csX3" fmla="*/ 24345 w 27853"/>
                <a:gd name="csY3" fmla="*/ 4153 h 22193"/>
                <a:gd name="csX4" fmla="*/ 12153 w 27853"/>
                <a:gd name="csY4" fmla="*/ 1556 h 22193"/>
                <a:gd name="csX5" fmla="*/ 5739 w 27853"/>
                <a:gd name="csY5" fmla="*/ 10211 h 22193"/>
                <a:gd name="csX6" fmla="*/ 214 w 27853"/>
                <a:gd name="csY6" fmla="*/ 17133 h 22193"/>
                <a:gd name="csX7" fmla="*/ 5231 w 27853"/>
                <a:gd name="csY7" fmla="*/ 22105 h 22193"/>
                <a:gd name="csX8" fmla="*/ 5104 w 27853"/>
                <a:gd name="csY8" fmla="*/ 22105 h 2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853" h="22193">
                  <a:moveTo>
                    <a:pt x="5104" y="22105"/>
                  </a:moveTo>
                  <a:cubicBezTo>
                    <a:pt x="16026" y="22105"/>
                    <a:pt x="19709" y="22969"/>
                    <a:pt x="21550" y="19292"/>
                  </a:cubicBezTo>
                  <a:cubicBezTo>
                    <a:pt x="23836" y="14967"/>
                    <a:pt x="28155" y="17996"/>
                    <a:pt x="27837" y="13126"/>
                  </a:cubicBezTo>
                  <a:cubicBezTo>
                    <a:pt x="27520" y="11615"/>
                    <a:pt x="28345" y="6319"/>
                    <a:pt x="24345" y="4153"/>
                  </a:cubicBezTo>
                  <a:cubicBezTo>
                    <a:pt x="24345" y="4153"/>
                    <a:pt x="14502" y="-3092"/>
                    <a:pt x="12153" y="1556"/>
                  </a:cubicBezTo>
                  <a:cubicBezTo>
                    <a:pt x="11136" y="3182"/>
                    <a:pt x="9739" y="7830"/>
                    <a:pt x="5739" y="10211"/>
                  </a:cubicBezTo>
                  <a:cubicBezTo>
                    <a:pt x="4659" y="11075"/>
                    <a:pt x="-1182" y="12802"/>
                    <a:pt x="214" y="17133"/>
                  </a:cubicBezTo>
                  <a:cubicBezTo>
                    <a:pt x="532" y="17672"/>
                    <a:pt x="849" y="22105"/>
                    <a:pt x="5231" y="22105"/>
                  </a:cubicBezTo>
                  <a:lnTo>
                    <a:pt x="5104" y="221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69FC80FD-2C08-D47F-8091-76072DB5C696}"/>
                </a:ext>
              </a:extLst>
            </p:cNvPr>
            <p:cNvSpPr/>
            <p:nvPr/>
          </p:nvSpPr>
          <p:spPr>
            <a:xfrm>
              <a:off x="9085684" y="4634656"/>
              <a:ext cx="8598" cy="7005"/>
            </a:xfrm>
            <a:custGeom>
              <a:avLst/>
              <a:gdLst>
                <a:gd name="csX0" fmla="*/ 9165 w 9916"/>
                <a:gd name="csY0" fmla="*/ 2022 h 8079"/>
                <a:gd name="csX1" fmla="*/ 2244 w 9916"/>
                <a:gd name="csY1" fmla="*/ 1152 h 8079"/>
                <a:gd name="csX2" fmla="*/ 148 w 9916"/>
                <a:gd name="csY2" fmla="*/ 5476 h 8079"/>
                <a:gd name="csX3" fmla="*/ 148 w 9916"/>
                <a:gd name="csY3" fmla="*/ 5806 h 8079"/>
                <a:gd name="csX4" fmla="*/ 7832 w 9916"/>
                <a:gd name="csY4" fmla="*/ 6994 h 8079"/>
                <a:gd name="csX5" fmla="*/ 9546 w 9916"/>
                <a:gd name="csY5" fmla="*/ 2993 h 8079"/>
                <a:gd name="csX6" fmla="*/ 9038 w 9916"/>
                <a:gd name="csY6" fmla="*/ 2022 h 8079"/>
                <a:gd name="csX7" fmla="*/ 9165 w 9916"/>
                <a:gd name="csY7" fmla="*/ 2022 h 8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16" h="8079">
                  <a:moveTo>
                    <a:pt x="9165" y="2022"/>
                  </a:moveTo>
                  <a:cubicBezTo>
                    <a:pt x="7196" y="-1877"/>
                    <a:pt x="2751" y="1044"/>
                    <a:pt x="2244" y="1152"/>
                  </a:cubicBezTo>
                  <a:cubicBezTo>
                    <a:pt x="466" y="1800"/>
                    <a:pt x="-360" y="3749"/>
                    <a:pt x="148" y="5476"/>
                  </a:cubicBezTo>
                  <a:lnTo>
                    <a:pt x="148" y="5806"/>
                  </a:lnTo>
                  <a:cubicBezTo>
                    <a:pt x="1862" y="10023"/>
                    <a:pt x="6879" y="7102"/>
                    <a:pt x="7832" y="6994"/>
                  </a:cubicBezTo>
                  <a:cubicBezTo>
                    <a:pt x="9673" y="6454"/>
                    <a:pt x="10435" y="4613"/>
                    <a:pt x="9546" y="2993"/>
                  </a:cubicBezTo>
                  <a:lnTo>
                    <a:pt x="9038" y="2022"/>
                  </a:lnTo>
                  <a:lnTo>
                    <a:pt x="9165" y="2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4AC4CB99-96E6-2D28-B289-49297F680AA2}"/>
                </a:ext>
              </a:extLst>
            </p:cNvPr>
            <p:cNvSpPr/>
            <p:nvPr/>
          </p:nvSpPr>
          <p:spPr>
            <a:xfrm>
              <a:off x="9033362" y="4550735"/>
              <a:ext cx="41845" cy="48397"/>
            </a:xfrm>
            <a:custGeom>
              <a:avLst/>
              <a:gdLst>
                <a:gd name="csX0" fmla="*/ 862 w 48258"/>
                <a:gd name="csY0" fmla="*/ 55116 h 55815"/>
                <a:gd name="csX1" fmla="*/ 8228 w 48258"/>
                <a:gd name="csY1" fmla="*/ 49274 h 55815"/>
                <a:gd name="csX2" fmla="*/ 28675 w 48258"/>
                <a:gd name="csY2" fmla="*/ 39108 h 55815"/>
                <a:gd name="csX3" fmla="*/ 28992 w 48258"/>
                <a:gd name="csY3" fmla="*/ 38460 h 55815"/>
                <a:gd name="csX4" fmla="*/ 40485 w 48258"/>
                <a:gd name="csY4" fmla="*/ 29596 h 55815"/>
                <a:gd name="csX5" fmla="*/ 47852 w 48258"/>
                <a:gd name="csY5" fmla="*/ 16940 h 55815"/>
                <a:gd name="csX6" fmla="*/ 47598 w 48258"/>
                <a:gd name="csY6" fmla="*/ 12508 h 55815"/>
                <a:gd name="csX7" fmla="*/ 40613 w 48258"/>
                <a:gd name="csY7" fmla="*/ 14235 h 55815"/>
                <a:gd name="csX8" fmla="*/ 35406 w 48258"/>
                <a:gd name="csY8" fmla="*/ 13479 h 55815"/>
                <a:gd name="csX9" fmla="*/ 34390 w 48258"/>
                <a:gd name="csY9" fmla="*/ 12400 h 55815"/>
                <a:gd name="csX10" fmla="*/ 28167 w 48258"/>
                <a:gd name="csY10" fmla="*/ 13587 h 55815"/>
                <a:gd name="csX11" fmla="*/ 21309 w 48258"/>
                <a:gd name="csY11" fmla="*/ 9695 h 55815"/>
                <a:gd name="csX12" fmla="*/ 4354 w 48258"/>
                <a:gd name="csY12" fmla="*/ 291 h 55815"/>
                <a:gd name="csX13" fmla="*/ 417 w 48258"/>
                <a:gd name="csY13" fmla="*/ 2126 h 55815"/>
                <a:gd name="csX14" fmla="*/ 100 w 48258"/>
                <a:gd name="csY14" fmla="*/ 3643 h 55815"/>
                <a:gd name="csX15" fmla="*/ 2576 w 48258"/>
                <a:gd name="csY15" fmla="*/ 7320 h 55815"/>
                <a:gd name="csX16" fmla="*/ 3973 w 48258"/>
                <a:gd name="csY16" fmla="*/ 7536 h 55815"/>
                <a:gd name="csX17" fmla="*/ 7275 w 48258"/>
                <a:gd name="csY17" fmla="*/ 11321 h 55815"/>
                <a:gd name="csX18" fmla="*/ 6577 w 48258"/>
                <a:gd name="csY18" fmla="*/ 32187 h 55815"/>
                <a:gd name="csX19" fmla="*/ 989 w 48258"/>
                <a:gd name="csY19" fmla="*/ 55116 h 55815"/>
                <a:gd name="csX20" fmla="*/ 862 w 48258"/>
                <a:gd name="csY20" fmla="*/ 55116 h 5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48258" h="55815">
                  <a:moveTo>
                    <a:pt x="862" y="55116"/>
                  </a:moveTo>
                  <a:cubicBezTo>
                    <a:pt x="3211" y="58031"/>
                    <a:pt x="6513" y="51008"/>
                    <a:pt x="8228" y="49274"/>
                  </a:cubicBezTo>
                  <a:cubicBezTo>
                    <a:pt x="12863" y="42893"/>
                    <a:pt x="25436" y="45814"/>
                    <a:pt x="28675" y="39108"/>
                  </a:cubicBezTo>
                  <a:lnTo>
                    <a:pt x="28992" y="38460"/>
                  </a:lnTo>
                  <a:cubicBezTo>
                    <a:pt x="30960" y="34460"/>
                    <a:pt x="35088" y="32733"/>
                    <a:pt x="40485" y="29596"/>
                  </a:cubicBezTo>
                  <a:cubicBezTo>
                    <a:pt x="43851" y="27538"/>
                    <a:pt x="44486" y="25157"/>
                    <a:pt x="47852" y="16940"/>
                  </a:cubicBezTo>
                  <a:cubicBezTo>
                    <a:pt x="48487" y="15213"/>
                    <a:pt x="48360" y="13263"/>
                    <a:pt x="47598" y="12508"/>
                  </a:cubicBezTo>
                  <a:cubicBezTo>
                    <a:pt x="45693" y="10781"/>
                    <a:pt x="41248" y="13911"/>
                    <a:pt x="40613" y="14235"/>
                  </a:cubicBezTo>
                  <a:cubicBezTo>
                    <a:pt x="38962" y="15105"/>
                    <a:pt x="36549" y="14781"/>
                    <a:pt x="35406" y="13479"/>
                  </a:cubicBezTo>
                  <a:lnTo>
                    <a:pt x="34390" y="12400"/>
                  </a:lnTo>
                  <a:cubicBezTo>
                    <a:pt x="31405" y="9263"/>
                    <a:pt x="28802" y="13263"/>
                    <a:pt x="28167" y="13587"/>
                  </a:cubicBezTo>
                  <a:cubicBezTo>
                    <a:pt x="24801" y="16724"/>
                    <a:pt x="22261" y="10673"/>
                    <a:pt x="21309" y="9695"/>
                  </a:cubicBezTo>
                  <a:cubicBezTo>
                    <a:pt x="18642" y="5802"/>
                    <a:pt x="12736" y="3967"/>
                    <a:pt x="4354" y="291"/>
                  </a:cubicBezTo>
                  <a:cubicBezTo>
                    <a:pt x="2576" y="-465"/>
                    <a:pt x="862" y="291"/>
                    <a:pt x="417" y="2126"/>
                  </a:cubicBezTo>
                  <a:lnTo>
                    <a:pt x="100" y="3643"/>
                  </a:lnTo>
                  <a:cubicBezTo>
                    <a:pt x="-345" y="5370"/>
                    <a:pt x="735" y="7104"/>
                    <a:pt x="2576" y="7320"/>
                  </a:cubicBezTo>
                  <a:lnTo>
                    <a:pt x="3973" y="7536"/>
                  </a:lnTo>
                  <a:cubicBezTo>
                    <a:pt x="5815" y="7752"/>
                    <a:pt x="7339" y="9479"/>
                    <a:pt x="7275" y="11321"/>
                  </a:cubicBezTo>
                  <a:lnTo>
                    <a:pt x="6577" y="32187"/>
                  </a:lnTo>
                  <a:cubicBezTo>
                    <a:pt x="6260" y="41165"/>
                    <a:pt x="-2377" y="51116"/>
                    <a:pt x="989" y="55116"/>
                  </a:cubicBezTo>
                  <a:lnTo>
                    <a:pt x="862" y="55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DA4A6729-2153-0AE2-B888-2CFAD4EF6E64}"/>
                </a:ext>
              </a:extLst>
            </p:cNvPr>
            <p:cNvSpPr/>
            <p:nvPr/>
          </p:nvSpPr>
          <p:spPr>
            <a:xfrm>
              <a:off x="9052152" y="4591692"/>
              <a:ext cx="6418" cy="8759"/>
            </a:xfrm>
            <a:custGeom>
              <a:avLst/>
              <a:gdLst>
                <a:gd name="csX0" fmla="*/ 5037 w 7402"/>
                <a:gd name="csY0" fmla="*/ 91 h 10101"/>
                <a:gd name="csX1" fmla="*/ 84 w 7402"/>
                <a:gd name="csY1" fmla="*/ 8854 h 10101"/>
                <a:gd name="csX2" fmla="*/ 7323 w 7402"/>
                <a:gd name="csY2" fmla="*/ 3012 h 10101"/>
                <a:gd name="csX3" fmla="*/ 5037 w 7402"/>
                <a:gd name="csY3" fmla="*/ 91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02" h="10101">
                  <a:moveTo>
                    <a:pt x="5037" y="91"/>
                  </a:moveTo>
                  <a:cubicBezTo>
                    <a:pt x="1926" y="1069"/>
                    <a:pt x="-487" y="5609"/>
                    <a:pt x="84" y="8854"/>
                  </a:cubicBezTo>
                  <a:cubicBezTo>
                    <a:pt x="592" y="12423"/>
                    <a:pt x="7323" y="7666"/>
                    <a:pt x="7323" y="3012"/>
                  </a:cubicBezTo>
                  <a:cubicBezTo>
                    <a:pt x="7577" y="3552"/>
                    <a:pt x="7323" y="-665"/>
                    <a:pt x="5037" y="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390EEB55-9033-952E-3459-4714190E93D5}"/>
                </a:ext>
              </a:extLst>
            </p:cNvPr>
            <p:cNvSpPr/>
            <p:nvPr/>
          </p:nvSpPr>
          <p:spPr>
            <a:xfrm>
              <a:off x="9050265" y="4581132"/>
              <a:ext cx="35839" cy="60818"/>
            </a:xfrm>
            <a:custGeom>
              <a:avLst/>
              <a:gdLst>
                <a:gd name="csX0" fmla="*/ 36043 w 41332"/>
                <a:gd name="csY0" fmla="*/ 17356 h 70139"/>
                <a:gd name="csX1" fmla="*/ 36487 w 41332"/>
                <a:gd name="csY1" fmla="*/ 17139 h 70139"/>
                <a:gd name="csX2" fmla="*/ 41250 w 41332"/>
                <a:gd name="csY2" fmla="*/ 5354 h 70139"/>
                <a:gd name="csX3" fmla="*/ 32043 w 41332"/>
                <a:gd name="csY3" fmla="*/ 160 h 70139"/>
                <a:gd name="csX4" fmla="*/ 21629 w 41332"/>
                <a:gd name="csY4" fmla="*/ 6649 h 70139"/>
                <a:gd name="csX5" fmla="*/ 21629 w 41332"/>
                <a:gd name="csY5" fmla="*/ 8269 h 70139"/>
                <a:gd name="csX6" fmla="*/ 19152 w 41332"/>
                <a:gd name="csY6" fmla="*/ 13895 h 70139"/>
                <a:gd name="csX7" fmla="*/ 16421 w 41332"/>
                <a:gd name="csY7" fmla="*/ 19845 h 70139"/>
                <a:gd name="csX8" fmla="*/ 17183 w 41332"/>
                <a:gd name="csY8" fmla="*/ 29141 h 70139"/>
                <a:gd name="csX9" fmla="*/ 15024 w 41332"/>
                <a:gd name="csY9" fmla="*/ 34437 h 70139"/>
                <a:gd name="csX10" fmla="*/ 610 w 41332"/>
                <a:gd name="csY10" fmla="*/ 40171 h 70139"/>
                <a:gd name="csX11" fmla="*/ 419 w 41332"/>
                <a:gd name="csY11" fmla="*/ 40819 h 70139"/>
                <a:gd name="csX12" fmla="*/ 7468 w 41332"/>
                <a:gd name="csY12" fmla="*/ 55094 h 70139"/>
                <a:gd name="csX13" fmla="*/ 17501 w 41332"/>
                <a:gd name="csY13" fmla="*/ 62231 h 70139"/>
                <a:gd name="csX14" fmla="*/ 17755 w 41332"/>
                <a:gd name="csY14" fmla="*/ 63203 h 70139"/>
                <a:gd name="csX15" fmla="*/ 22708 w 41332"/>
                <a:gd name="csY15" fmla="*/ 69476 h 70139"/>
                <a:gd name="csX16" fmla="*/ 31725 w 41332"/>
                <a:gd name="csY16" fmla="*/ 63311 h 70139"/>
                <a:gd name="csX17" fmla="*/ 27470 w 41332"/>
                <a:gd name="csY17" fmla="*/ 51957 h 70139"/>
                <a:gd name="csX18" fmla="*/ 31407 w 41332"/>
                <a:gd name="csY18" fmla="*/ 30767 h 70139"/>
                <a:gd name="csX19" fmla="*/ 36043 w 41332"/>
                <a:gd name="csY19" fmla="*/ 17356 h 70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1332" h="70139">
                  <a:moveTo>
                    <a:pt x="36043" y="17356"/>
                  </a:moveTo>
                  <a:lnTo>
                    <a:pt x="36487" y="17139"/>
                  </a:lnTo>
                  <a:cubicBezTo>
                    <a:pt x="40806" y="14542"/>
                    <a:pt x="40170" y="8809"/>
                    <a:pt x="41250" y="5354"/>
                  </a:cubicBezTo>
                  <a:cubicBezTo>
                    <a:pt x="42202" y="376"/>
                    <a:pt x="34646" y="1023"/>
                    <a:pt x="32043" y="160"/>
                  </a:cubicBezTo>
                  <a:cubicBezTo>
                    <a:pt x="27724" y="-704"/>
                    <a:pt x="21629" y="2001"/>
                    <a:pt x="21629" y="6649"/>
                  </a:cubicBezTo>
                  <a:lnTo>
                    <a:pt x="21629" y="8269"/>
                  </a:lnTo>
                  <a:cubicBezTo>
                    <a:pt x="21629" y="10110"/>
                    <a:pt x="20549" y="12599"/>
                    <a:pt x="19152" y="13895"/>
                  </a:cubicBezTo>
                  <a:cubicBezTo>
                    <a:pt x="19596" y="13355"/>
                    <a:pt x="16104" y="16384"/>
                    <a:pt x="16421" y="19845"/>
                  </a:cubicBezTo>
                  <a:lnTo>
                    <a:pt x="17183" y="29141"/>
                  </a:lnTo>
                  <a:cubicBezTo>
                    <a:pt x="17310" y="30983"/>
                    <a:pt x="16358" y="33357"/>
                    <a:pt x="15024" y="34437"/>
                  </a:cubicBezTo>
                  <a:cubicBezTo>
                    <a:pt x="9818" y="38768"/>
                    <a:pt x="2832" y="34437"/>
                    <a:pt x="610" y="40171"/>
                  </a:cubicBezTo>
                  <a:lnTo>
                    <a:pt x="419" y="40819"/>
                  </a:lnTo>
                  <a:cubicBezTo>
                    <a:pt x="-978" y="44603"/>
                    <a:pt x="1055" y="46445"/>
                    <a:pt x="7468" y="55094"/>
                  </a:cubicBezTo>
                  <a:cubicBezTo>
                    <a:pt x="10897" y="59742"/>
                    <a:pt x="16675" y="56935"/>
                    <a:pt x="17501" y="62231"/>
                  </a:cubicBezTo>
                  <a:lnTo>
                    <a:pt x="17755" y="63203"/>
                  </a:lnTo>
                  <a:cubicBezTo>
                    <a:pt x="18390" y="67425"/>
                    <a:pt x="22073" y="68829"/>
                    <a:pt x="22708" y="69476"/>
                  </a:cubicBezTo>
                  <a:cubicBezTo>
                    <a:pt x="26962" y="72290"/>
                    <a:pt x="29566" y="65368"/>
                    <a:pt x="31725" y="63311"/>
                  </a:cubicBezTo>
                  <a:cubicBezTo>
                    <a:pt x="34836" y="59310"/>
                    <a:pt x="29185" y="55094"/>
                    <a:pt x="27470" y="51957"/>
                  </a:cubicBezTo>
                  <a:cubicBezTo>
                    <a:pt x="23280" y="46121"/>
                    <a:pt x="28042" y="37142"/>
                    <a:pt x="31407" y="30767"/>
                  </a:cubicBezTo>
                  <a:cubicBezTo>
                    <a:pt x="34392" y="24817"/>
                    <a:pt x="31407" y="20169"/>
                    <a:pt x="36043" y="17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85E8D706-6652-EFA1-1EA5-A2403A7588EF}"/>
                </a:ext>
              </a:extLst>
            </p:cNvPr>
            <p:cNvSpPr/>
            <p:nvPr/>
          </p:nvSpPr>
          <p:spPr>
            <a:xfrm>
              <a:off x="8969741" y="4536812"/>
              <a:ext cx="13953" cy="10045"/>
            </a:xfrm>
            <a:custGeom>
              <a:avLst/>
              <a:gdLst>
                <a:gd name="csX0" fmla="*/ 12957 w 16092"/>
                <a:gd name="csY0" fmla="*/ 4016 h 11585"/>
                <a:gd name="csX1" fmla="*/ 66 w 16092"/>
                <a:gd name="csY1" fmla="*/ 1425 h 11585"/>
                <a:gd name="csX2" fmla="*/ 6353 w 16092"/>
                <a:gd name="csY2" fmla="*/ 11585 h 11585"/>
                <a:gd name="csX3" fmla="*/ 12766 w 16092"/>
                <a:gd name="csY3" fmla="*/ 11585 h 11585"/>
                <a:gd name="csX4" fmla="*/ 13083 w 16092"/>
                <a:gd name="csY4" fmla="*/ 4016 h 11585"/>
                <a:gd name="csX5" fmla="*/ 12957 w 16092"/>
                <a:gd name="csY5" fmla="*/ 4016 h 11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092" h="11585">
                  <a:moveTo>
                    <a:pt x="12957" y="4016"/>
                  </a:moveTo>
                  <a:cubicBezTo>
                    <a:pt x="12957" y="4016"/>
                    <a:pt x="-1077" y="-2906"/>
                    <a:pt x="66" y="1425"/>
                  </a:cubicBezTo>
                  <a:cubicBezTo>
                    <a:pt x="1527" y="4664"/>
                    <a:pt x="1145" y="11585"/>
                    <a:pt x="6353" y="11585"/>
                  </a:cubicBezTo>
                  <a:lnTo>
                    <a:pt x="12766" y="11585"/>
                  </a:lnTo>
                  <a:cubicBezTo>
                    <a:pt x="17211" y="11585"/>
                    <a:pt x="17084" y="5750"/>
                    <a:pt x="13083" y="4016"/>
                  </a:cubicBezTo>
                  <a:lnTo>
                    <a:pt x="12957" y="4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1466B75A-7510-5F32-1F30-8DD8DDC3196B}"/>
                </a:ext>
              </a:extLst>
            </p:cNvPr>
            <p:cNvSpPr/>
            <p:nvPr/>
          </p:nvSpPr>
          <p:spPr>
            <a:xfrm>
              <a:off x="8966507" y="4549693"/>
              <a:ext cx="8783" cy="9052"/>
            </a:xfrm>
            <a:custGeom>
              <a:avLst/>
              <a:gdLst>
                <a:gd name="csX0" fmla="*/ 9575 w 10129"/>
                <a:gd name="csY0" fmla="*/ 6033 h 10439"/>
                <a:gd name="csX1" fmla="*/ 3161 w 10129"/>
                <a:gd name="csY1" fmla="*/ 298 h 10439"/>
                <a:gd name="csX2" fmla="*/ 1954 w 10129"/>
                <a:gd name="csY2" fmla="*/ 6896 h 10439"/>
                <a:gd name="csX3" fmla="*/ 3732 w 10129"/>
                <a:gd name="csY3" fmla="*/ 9277 h 10439"/>
                <a:gd name="csX4" fmla="*/ 9575 w 10129"/>
                <a:gd name="csY4" fmla="*/ 6141 h 10439"/>
                <a:gd name="csX5" fmla="*/ 9575 w 10129"/>
                <a:gd name="csY5" fmla="*/ 6033 h 1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9" h="10439">
                  <a:moveTo>
                    <a:pt x="9575" y="6033"/>
                  </a:moveTo>
                  <a:cubicBezTo>
                    <a:pt x="12178" y="2032"/>
                    <a:pt x="4875" y="1277"/>
                    <a:pt x="3161" y="298"/>
                  </a:cubicBezTo>
                  <a:cubicBezTo>
                    <a:pt x="-1030" y="-1213"/>
                    <a:pt x="-650" y="3328"/>
                    <a:pt x="1954" y="6896"/>
                  </a:cubicBezTo>
                  <a:lnTo>
                    <a:pt x="3732" y="9277"/>
                  </a:lnTo>
                  <a:cubicBezTo>
                    <a:pt x="6400" y="12954"/>
                    <a:pt x="8813" y="6788"/>
                    <a:pt x="9575" y="6141"/>
                  </a:cubicBezTo>
                  <a:lnTo>
                    <a:pt x="9575" y="60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99248C23-4BF9-3891-C82B-0C0E2BF8D740}"/>
                </a:ext>
              </a:extLst>
            </p:cNvPr>
            <p:cNvSpPr/>
            <p:nvPr/>
          </p:nvSpPr>
          <p:spPr>
            <a:xfrm>
              <a:off x="8962427" y="4562950"/>
              <a:ext cx="5745" cy="5669"/>
            </a:xfrm>
            <a:custGeom>
              <a:avLst/>
              <a:gdLst>
                <a:gd name="csX0" fmla="*/ 56 w 6626"/>
                <a:gd name="csY0" fmla="*/ 4695 h 6538"/>
                <a:gd name="csX1" fmla="*/ 4438 w 6626"/>
                <a:gd name="csY1" fmla="*/ 6314 h 6538"/>
                <a:gd name="csX2" fmla="*/ 6344 w 6626"/>
                <a:gd name="csY2" fmla="*/ 2530 h 6538"/>
                <a:gd name="csX3" fmla="*/ 6026 w 6626"/>
                <a:gd name="csY3" fmla="*/ 1774 h 6538"/>
                <a:gd name="csX4" fmla="*/ 56 w 6626"/>
                <a:gd name="csY4" fmla="*/ 4587 h 6538"/>
                <a:gd name="csX5" fmla="*/ 56 w 6626"/>
                <a:gd name="csY5" fmla="*/ 4695 h 6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626" h="6538">
                  <a:moveTo>
                    <a:pt x="56" y="4695"/>
                  </a:moveTo>
                  <a:cubicBezTo>
                    <a:pt x="629" y="7286"/>
                    <a:pt x="5073" y="6422"/>
                    <a:pt x="4438" y="6314"/>
                  </a:cubicBezTo>
                  <a:cubicBezTo>
                    <a:pt x="6280" y="5990"/>
                    <a:pt x="7106" y="4257"/>
                    <a:pt x="6344" y="2530"/>
                  </a:cubicBezTo>
                  <a:lnTo>
                    <a:pt x="6026" y="1774"/>
                  </a:lnTo>
                  <a:cubicBezTo>
                    <a:pt x="4311" y="-2226"/>
                    <a:pt x="-578" y="1342"/>
                    <a:pt x="56" y="4587"/>
                  </a:cubicBezTo>
                  <a:lnTo>
                    <a:pt x="56" y="46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17B11632-2BFA-F1DC-8086-90EA9C9D0FBE}"/>
                </a:ext>
              </a:extLst>
            </p:cNvPr>
            <p:cNvSpPr/>
            <p:nvPr/>
          </p:nvSpPr>
          <p:spPr>
            <a:xfrm>
              <a:off x="8881405" y="4569310"/>
              <a:ext cx="78751" cy="94552"/>
            </a:xfrm>
            <a:custGeom>
              <a:avLst/>
              <a:gdLst>
                <a:gd name="csX0" fmla="*/ 21551 w 90821"/>
                <a:gd name="csY0" fmla="*/ 78462 h 109044"/>
                <a:gd name="csX1" fmla="*/ 3898 w 90821"/>
                <a:gd name="csY1" fmla="*/ 97170 h 109044"/>
                <a:gd name="csX2" fmla="*/ 88 w 90821"/>
                <a:gd name="csY2" fmla="*/ 107012 h 109044"/>
                <a:gd name="csX3" fmla="*/ 8470 w 90821"/>
                <a:gd name="csY3" fmla="*/ 105818 h 109044"/>
                <a:gd name="csX4" fmla="*/ 28346 w 90821"/>
                <a:gd name="csY4" fmla="*/ 90788 h 109044"/>
                <a:gd name="csX5" fmla="*/ 32600 w 90821"/>
                <a:gd name="csY5" fmla="*/ 84190 h 109044"/>
                <a:gd name="csX6" fmla="*/ 40030 w 90821"/>
                <a:gd name="csY6" fmla="*/ 80297 h 109044"/>
                <a:gd name="csX7" fmla="*/ 55016 w 90821"/>
                <a:gd name="csY7" fmla="*/ 66461 h 109044"/>
                <a:gd name="csX8" fmla="*/ 58445 w 90821"/>
                <a:gd name="csY8" fmla="*/ 56186 h 109044"/>
                <a:gd name="csX9" fmla="*/ 75209 w 90821"/>
                <a:gd name="csY9" fmla="*/ 44509 h 109044"/>
                <a:gd name="csX10" fmla="*/ 79209 w 90821"/>
                <a:gd name="csY10" fmla="*/ 37371 h 109044"/>
                <a:gd name="csX11" fmla="*/ 88861 w 90821"/>
                <a:gd name="csY11" fmla="*/ 32393 h 109044"/>
                <a:gd name="csX12" fmla="*/ 87464 w 90821"/>
                <a:gd name="csY12" fmla="*/ 15744 h 109044"/>
                <a:gd name="csX13" fmla="*/ 87972 w 90821"/>
                <a:gd name="csY13" fmla="*/ 6549 h 109044"/>
                <a:gd name="csX14" fmla="*/ 85622 w 90821"/>
                <a:gd name="csY14" fmla="*/ 1037 h 109044"/>
                <a:gd name="csX15" fmla="*/ 85178 w 90821"/>
                <a:gd name="csY15" fmla="*/ 713 h 109044"/>
                <a:gd name="csX16" fmla="*/ 81432 w 90821"/>
                <a:gd name="csY16" fmla="*/ 4821 h 109044"/>
                <a:gd name="csX17" fmla="*/ 78828 w 90821"/>
                <a:gd name="csY17" fmla="*/ 10873 h 109044"/>
                <a:gd name="csX18" fmla="*/ 77368 w 90821"/>
                <a:gd name="csY18" fmla="*/ 16931 h 109044"/>
                <a:gd name="csX19" fmla="*/ 79019 w 90821"/>
                <a:gd name="csY19" fmla="*/ 24716 h 109044"/>
                <a:gd name="csX20" fmla="*/ 76415 w 90821"/>
                <a:gd name="csY20" fmla="*/ 28932 h 109044"/>
                <a:gd name="csX21" fmla="*/ 67461 w 90821"/>
                <a:gd name="csY21" fmla="*/ 33371 h 109044"/>
                <a:gd name="csX22" fmla="*/ 33362 w 90821"/>
                <a:gd name="csY22" fmla="*/ 72728 h 109044"/>
                <a:gd name="csX23" fmla="*/ 27837 w 90821"/>
                <a:gd name="csY23" fmla="*/ 75541 h 109044"/>
                <a:gd name="csX24" fmla="*/ 21678 w 90821"/>
                <a:gd name="csY24" fmla="*/ 78354 h 109044"/>
                <a:gd name="csX25" fmla="*/ 21551 w 90821"/>
                <a:gd name="csY25" fmla="*/ 78462 h 109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0821" h="109044">
                  <a:moveTo>
                    <a:pt x="21551" y="78462"/>
                  </a:moveTo>
                  <a:lnTo>
                    <a:pt x="3898" y="97170"/>
                  </a:lnTo>
                  <a:cubicBezTo>
                    <a:pt x="659" y="100522"/>
                    <a:pt x="533" y="105602"/>
                    <a:pt x="88" y="107012"/>
                  </a:cubicBezTo>
                  <a:cubicBezTo>
                    <a:pt x="-865" y="111876"/>
                    <a:pt x="6184" y="106580"/>
                    <a:pt x="8470" y="105818"/>
                  </a:cubicBezTo>
                  <a:cubicBezTo>
                    <a:pt x="12788" y="103659"/>
                    <a:pt x="16598" y="100198"/>
                    <a:pt x="28346" y="90788"/>
                  </a:cubicBezTo>
                  <a:cubicBezTo>
                    <a:pt x="31521" y="88191"/>
                    <a:pt x="32283" y="84844"/>
                    <a:pt x="32600" y="84190"/>
                  </a:cubicBezTo>
                  <a:cubicBezTo>
                    <a:pt x="34124" y="80081"/>
                    <a:pt x="39268" y="80621"/>
                    <a:pt x="40030" y="80297"/>
                  </a:cubicBezTo>
                  <a:cubicBezTo>
                    <a:pt x="44411" y="79758"/>
                    <a:pt x="46125" y="76837"/>
                    <a:pt x="55016" y="66461"/>
                  </a:cubicBezTo>
                  <a:cubicBezTo>
                    <a:pt x="57683" y="63324"/>
                    <a:pt x="57936" y="59539"/>
                    <a:pt x="58445" y="56186"/>
                  </a:cubicBezTo>
                  <a:cubicBezTo>
                    <a:pt x="59778" y="48725"/>
                    <a:pt x="73811" y="51862"/>
                    <a:pt x="75209" y="44509"/>
                  </a:cubicBezTo>
                  <a:cubicBezTo>
                    <a:pt x="75018" y="45049"/>
                    <a:pt x="75526" y="39315"/>
                    <a:pt x="79209" y="37371"/>
                  </a:cubicBezTo>
                  <a:lnTo>
                    <a:pt x="88861" y="32393"/>
                  </a:lnTo>
                  <a:cubicBezTo>
                    <a:pt x="94195" y="29580"/>
                    <a:pt x="86893" y="23852"/>
                    <a:pt x="87464" y="15744"/>
                  </a:cubicBezTo>
                  <a:lnTo>
                    <a:pt x="87972" y="6549"/>
                  </a:lnTo>
                  <a:cubicBezTo>
                    <a:pt x="87972" y="4714"/>
                    <a:pt x="87020" y="2224"/>
                    <a:pt x="85622" y="1037"/>
                  </a:cubicBezTo>
                  <a:lnTo>
                    <a:pt x="85178" y="713"/>
                  </a:lnTo>
                  <a:cubicBezTo>
                    <a:pt x="81812" y="-2100"/>
                    <a:pt x="81749" y="4281"/>
                    <a:pt x="81432" y="4821"/>
                  </a:cubicBezTo>
                  <a:cubicBezTo>
                    <a:pt x="81050" y="6656"/>
                    <a:pt x="79908" y="9362"/>
                    <a:pt x="78828" y="10873"/>
                  </a:cubicBezTo>
                  <a:cubicBezTo>
                    <a:pt x="79019" y="10333"/>
                    <a:pt x="76733" y="13686"/>
                    <a:pt x="77368" y="16931"/>
                  </a:cubicBezTo>
                  <a:lnTo>
                    <a:pt x="79019" y="24716"/>
                  </a:lnTo>
                  <a:cubicBezTo>
                    <a:pt x="79463" y="26558"/>
                    <a:pt x="78257" y="28392"/>
                    <a:pt x="76415" y="28932"/>
                  </a:cubicBezTo>
                  <a:cubicBezTo>
                    <a:pt x="77050" y="28716"/>
                    <a:pt x="70383" y="29910"/>
                    <a:pt x="67461" y="33371"/>
                  </a:cubicBezTo>
                  <a:lnTo>
                    <a:pt x="33362" y="72728"/>
                  </a:lnTo>
                  <a:cubicBezTo>
                    <a:pt x="32029" y="74138"/>
                    <a:pt x="29552" y="75433"/>
                    <a:pt x="27837" y="75541"/>
                  </a:cubicBezTo>
                  <a:cubicBezTo>
                    <a:pt x="28346" y="75326"/>
                    <a:pt x="24028" y="75865"/>
                    <a:pt x="21678" y="78354"/>
                  </a:cubicBezTo>
                  <a:lnTo>
                    <a:pt x="21551" y="78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59F5BE2D-C688-D65F-3BED-20786317AE4A}"/>
                </a:ext>
              </a:extLst>
            </p:cNvPr>
            <p:cNvSpPr/>
            <p:nvPr/>
          </p:nvSpPr>
          <p:spPr>
            <a:xfrm>
              <a:off x="8965954" y="4591324"/>
              <a:ext cx="6735" cy="5721"/>
            </a:xfrm>
            <a:custGeom>
              <a:avLst/>
              <a:gdLst>
                <a:gd name="csX0" fmla="*/ 1132 w 7767"/>
                <a:gd name="csY0" fmla="*/ 5709 h 6598"/>
                <a:gd name="csX1" fmla="*/ 6720 w 7767"/>
                <a:gd name="csY1" fmla="*/ 5385 h 6598"/>
                <a:gd name="csX2" fmla="*/ 6720 w 7767"/>
                <a:gd name="csY2" fmla="*/ 1169 h 6598"/>
                <a:gd name="csX3" fmla="*/ 6276 w 7767"/>
                <a:gd name="csY3" fmla="*/ 845 h 6598"/>
                <a:gd name="csX4" fmla="*/ 1005 w 7767"/>
                <a:gd name="csY4" fmla="*/ 1169 h 6598"/>
                <a:gd name="csX5" fmla="*/ 1132 w 7767"/>
                <a:gd name="csY5" fmla="*/ 5709 h 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67" h="6598">
                  <a:moveTo>
                    <a:pt x="1132" y="5709"/>
                  </a:moveTo>
                  <a:cubicBezTo>
                    <a:pt x="3799" y="7976"/>
                    <a:pt x="7291" y="5169"/>
                    <a:pt x="6720" y="5385"/>
                  </a:cubicBezTo>
                  <a:cubicBezTo>
                    <a:pt x="8117" y="4191"/>
                    <a:pt x="8117" y="2356"/>
                    <a:pt x="6720" y="1169"/>
                  </a:cubicBezTo>
                  <a:lnTo>
                    <a:pt x="6276" y="845"/>
                  </a:lnTo>
                  <a:cubicBezTo>
                    <a:pt x="3608" y="-1320"/>
                    <a:pt x="370" y="1385"/>
                    <a:pt x="1005" y="1169"/>
                  </a:cubicBezTo>
                  <a:cubicBezTo>
                    <a:pt x="-1472" y="3436"/>
                    <a:pt x="1450" y="6249"/>
                    <a:pt x="1132" y="5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8B7B79A3-F099-7C44-05C4-E17432E79E12}"/>
                </a:ext>
              </a:extLst>
            </p:cNvPr>
            <p:cNvSpPr/>
            <p:nvPr/>
          </p:nvSpPr>
          <p:spPr>
            <a:xfrm>
              <a:off x="8871882" y="4672486"/>
              <a:ext cx="6128" cy="10372"/>
            </a:xfrm>
            <a:custGeom>
              <a:avLst/>
              <a:gdLst>
                <a:gd name="csX0" fmla="*/ 6689 w 7067"/>
                <a:gd name="csY0" fmla="*/ 5967 h 11962"/>
                <a:gd name="csX1" fmla="*/ 2116 w 7067"/>
                <a:gd name="csY1" fmla="*/ 1103 h 11962"/>
                <a:gd name="csX2" fmla="*/ 847 w 7067"/>
                <a:gd name="csY2" fmla="*/ 8672 h 11962"/>
                <a:gd name="csX3" fmla="*/ 2116 w 7067"/>
                <a:gd name="csY3" fmla="*/ 10514 h 11962"/>
                <a:gd name="csX4" fmla="*/ 6752 w 7067"/>
                <a:gd name="csY4" fmla="*/ 6075 h 11962"/>
                <a:gd name="csX5" fmla="*/ 6689 w 7067"/>
                <a:gd name="csY5" fmla="*/ 5967 h 1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67" h="11962">
                  <a:moveTo>
                    <a:pt x="6689" y="5967"/>
                  </a:moveTo>
                  <a:cubicBezTo>
                    <a:pt x="5990" y="4780"/>
                    <a:pt x="4593" y="-2790"/>
                    <a:pt x="2116" y="1103"/>
                  </a:cubicBezTo>
                  <a:cubicBezTo>
                    <a:pt x="1926" y="1643"/>
                    <a:pt x="-1566" y="5104"/>
                    <a:pt x="847" y="8672"/>
                  </a:cubicBezTo>
                  <a:lnTo>
                    <a:pt x="2116" y="10514"/>
                  </a:lnTo>
                  <a:cubicBezTo>
                    <a:pt x="4593" y="14190"/>
                    <a:pt x="8149" y="10190"/>
                    <a:pt x="6752" y="6075"/>
                  </a:cubicBezTo>
                  <a:lnTo>
                    <a:pt x="6689" y="5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83ABFB17-2FB7-98E6-CFF1-73A4A4FC0F8C}"/>
                </a:ext>
              </a:extLst>
            </p:cNvPr>
            <p:cNvSpPr/>
            <p:nvPr/>
          </p:nvSpPr>
          <p:spPr>
            <a:xfrm>
              <a:off x="9000782" y="4736985"/>
              <a:ext cx="18753" cy="7967"/>
            </a:xfrm>
            <a:custGeom>
              <a:avLst/>
              <a:gdLst>
                <a:gd name="csX0" fmla="*/ 19703 w 21627"/>
                <a:gd name="csY0" fmla="*/ 6742 h 9188"/>
                <a:gd name="csX1" fmla="*/ 19513 w 21627"/>
                <a:gd name="csY1" fmla="*/ 900 h 9188"/>
                <a:gd name="csX2" fmla="*/ 8972 w 21627"/>
                <a:gd name="csY2" fmla="*/ 468 h 9188"/>
                <a:gd name="csX3" fmla="*/ 8464 w 21627"/>
                <a:gd name="csY3" fmla="*/ 252 h 9188"/>
                <a:gd name="csX4" fmla="*/ 3384 w 21627"/>
                <a:gd name="csY4" fmla="*/ 1662 h 9188"/>
                <a:gd name="csX5" fmla="*/ 1859 w 21627"/>
                <a:gd name="csY5" fmla="*/ 8691 h 9188"/>
                <a:gd name="csX6" fmla="*/ 9226 w 21627"/>
                <a:gd name="csY6" fmla="*/ 8583 h 9188"/>
                <a:gd name="csX7" fmla="*/ 19830 w 21627"/>
                <a:gd name="csY7" fmla="*/ 6633 h 9188"/>
                <a:gd name="csX8" fmla="*/ 19703 w 21627"/>
                <a:gd name="csY8" fmla="*/ 6742 h 9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627" h="9188">
                  <a:moveTo>
                    <a:pt x="19703" y="6742"/>
                  </a:moveTo>
                  <a:cubicBezTo>
                    <a:pt x="19958" y="5878"/>
                    <a:pt x="24022" y="360"/>
                    <a:pt x="19513" y="900"/>
                  </a:cubicBezTo>
                  <a:cubicBezTo>
                    <a:pt x="16338" y="1230"/>
                    <a:pt x="12655" y="2093"/>
                    <a:pt x="8972" y="468"/>
                  </a:cubicBezTo>
                  <a:lnTo>
                    <a:pt x="8464" y="252"/>
                  </a:lnTo>
                  <a:cubicBezTo>
                    <a:pt x="6749" y="-396"/>
                    <a:pt x="4463" y="252"/>
                    <a:pt x="3384" y="1662"/>
                  </a:cubicBezTo>
                  <a:cubicBezTo>
                    <a:pt x="2622" y="3065"/>
                    <a:pt x="-2776" y="7713"/>
                    <a:pt x="1859" y="8691"/>
                  </a:cubicBezTo>
                  <a:cubicBezTo>
                    <a:pt x="2495" y="8691"/>
                    <a:pt x="5860" y="9879"/>
                    <a:pt x="9226" y="8583"/>
                  </a:cubicBezTo>
                  <a:cubicBezTo>
                    <a:pt x="13544" y="6850"/>
                    <a:pt x="17672" y="10958"/>
                    <a:pt x="19830" y="6633"/>
                  </a:cubicBezTo>
                  <a:lnTo>
                    <a:pt x="19703" y="67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75653BF6-04A8-A01E-ED0D-23B6185F6EE3}"/>
                </a:ext>
              </a:extLst>
            </p:cNvPr>
            <p:cNvSpPr/>
            <p:nvPr/>
          </p:nvSpPr>
          <p:spPr>
            <a:xfrm>
              <a:off x="8964808" y="4762078"/>
              <a:ext cx="17926" cy="9101"/>
            </a:xfrm>
            <a:custGeom>
              <a:avLst/>
              <a:gdLst>
                <a:gd name="csX0" fmla="*/ 1437 w 20673"/>
                <a:gd name="csY0" fmla="*/ 9381 h 10496"/>
                <a:gd name="csX1" fmla="*/ 3406 w 20673"/>
                <a:gd name="csY1" fmla="*/ 10029 h 10496"/>
                <a:gd name="csX2" fmla="*/ 18583 w 20673"/>
                <a:gd name="csY2" fmla="*/ 7756 h 10496"/>
                <a:gd name="csX3" fmla="*/ 19535 w 20673"/>
                <a:gd name="csY3" fmla="*/ 1920 h 10496"/>
                <a:gd name="csX4" fmla="*/ 15090 w 20673"/>
                <a:gd name="csY4" fmla="*/ 294 h 10496"/>
                <a:gd name="csX5" fmla="*/ 1247 w 20673"/>
                <a:gd name="csY5" fmla="*/ 6784 h 10496"/>
                <a:gd name="csX6" fmla="*/ 1374 w 20673"/>
                <a:gd name="csY6" fmla="*/ 9273 h 10496"/>
                <a:gd name="csX7" fmla="*/ 1437 w 20673"/>
                <a:gd name="csY7" fmla="*/ 9381 h 1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673" h="10496">
                  <a:moveTo>
                    <a:pt x="1437" y="9381"/>
                  </a:moveTo>
                  <a:lnTo>
                    <a:pt x="3406" y="10029"/>
                  </a:lnTo>
                  <a:cubicBezTo>
                    <a:pt x="7597" y="11432"/>
                    <a:pt x="12740" y="9381"/>
                    <a:pt x="18583" y="7756"/>
                  </a:cubicBezTo>
                  <a:cubicBezTo>
                    <a:pt x="22647" y="6568"/>
                    <a:pt x="19535" y="2568"/>
                    <a:pt x="19535" y="1920"/>
                  </a:cubicBezTo>
                  <a:cubicBezTo>
                    <a:pt x="18773" y="294"/>
                    <a:pt x="16741" y="-461"/>
                    <a:pt x="15090" y="294"/>
                  </a:cubicBezTo>
                  <a:lnTo>
                    <a:pt x="1247" y="6784"/>
                  </a:lnTo>
                  <a:cubicBezTo>
                    <a:pt x="-467" y="7540"/>
                    <a:pt x="-404" y="8727"/>
                    <a:pt x="1374" y="9273"/>
                  </a:cubicBezTo>
                  <a:lnTo>
                    <a:pt x="1437" y="9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3E56D3AD-EB94-00D0-2435-EB165F7319D8}"/>
                </a:ext>
              </a:extLst>
            </p:cNvPr>
            <p:cNvSpPr/>
            <p:nvPr/>
          </p:nvSpPr>
          <p:spPr>
            <a:xfrm>
              <a:off x="8997301" y="4752174"/>
              <a:ext cx="7543" cy="6097"/>
            </a:xfrm>
            <a:custGeom>
              <a:avLst/>
              <a:gdLst>
                <a:gd name="csX0" fmla="*/ 2382 w 8699"/>
                <a:gd name="csY0" fmla="*/ 1010 h 7032"/>
                <a:gd name="csX1" fmla="*/ 1111 w 8699"/>
                <a:gd name="csY1" fmla="*/ 1981 h 7032"/>
                <a:gd name="csX2" fmla="*/ 6509 w 8699"/>
                <a:gd name="csY2" fmla="*/ 5880 h 7032"/>
                <a:gd name="csX3" fmla="*/ 7716 w 8699"/>
                <a:gd name="csY3" fmla="*/ 4687 h 7032"/>
                <a:gd name="csX4" fmla="*/ 2382 w 8699"/>
                <a:gd name="csY4" fmla="*/ 1010 h 7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99" h="7032">
                  <a:moveTo>
                    <a:pt x="2382" y="1010"/>
                  </a:moveTo>
                  <a:lnTo>
                    <a:pt x="1111" y="1981"/>
                  </a:lnTo>
                  <a:cubicBezTo>
                    <a:pt x="-2444" y="4795"/>
                    <a:pt x="3398" y="9119"/>
                    <a:pt x="6509" y="5880"/>
                  </a:cubicBezTo>
                  <a:lnTo>
                    <a:pt x="7716" y="4687"/>
                  </a:lnTo>
                  <a:cubicBezTo>
                    <a:pt x="10827" y="1549"/>
                    <a:pt x="5874" y="-1695"/>
                    <a:pt x="2382" y="10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71F32ECB-D8FE-E011-C94E-5A9EFB58EF72}"/>
                </a:ext>
              </a:extLst>
            </p:cNvPr>
            <p:cNvSpPr/>
            <p:nvPr/>
          </p:nvSpPr>
          <p:spPr>
            <a:xfrm>
              <a:off x="8987920" y="4728571"/>
              <a:ext cx="6097" cy="6582"/>
            </a:xfrm>
            <a:custGeom>
              <a:avLst/>
              <a:gdLst>
                <a:gd name="csX0" fmla="*/ 2089 w 7031"/>
                <a:gd name="csY0" fmla="*/ 767 h 7591"/>
                <a:gd name="csX1" fmla="*/ 1517 w 7031"/>
                <a:gd name="csY1" fmla="*/ 1306 h 7591"/>
                <a:gd name="csX2" fmla="*/ 4375 w 7031"/>
                <a:gd name="csY2" fmla="*/ 6926 h 7591"/>
                <a:gd name="csX3" fmla="*/ 5454 w 7031"/>
                <a:gd name="csY3" fmla="*/ 6171 h 7591"/>
                <a:gd name="csX4" fmla="*/ 6533 w 7031"/>
                <a:gd name="csY4" fmla="*/ 1522 h 7591"/>
                <a:gd name="csX5" fmla="*/ 6533 w 7031"/>
                <a:gd name="csY5" fmla="*/ 1306 h 7591"/>
                <a:gd name="csX6" fmla="*/ 2216 w 7031"/>
                <a:gd name="csY6" fmla="*/ 767 h 7591"/>
                <a:gd name="csX7" fmla="*/ 2089 w 7031"/>
                <a:gd name="csY7" fmla="*/ 767 h 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031" h="7591">
                  <a:moveTo>
                    <a:pt x="2089" y="767"/>
                  </a:moveTo>
                  <a:lnTo>
                    <a:pt x="1517" y="1306"/>
                  </a:lnTo>
                  <a:cubicBezTo>
                    <a:pt x="-1721" y="4335"/>
                    <a:pt x="692" y="9415"/>
                    <a:pt x="4375" y="6926"/>
                  </a:cubicBezTo>
                  <a:lnTo>
                    <a:pt x="5454" y="6171"/>
                  </a:lnTo>
                  <a:cubicBezTo>
                    <a:pt x="7042" y="5091"/>
                    <a:pt x="7486" y="3033"/>
                    <a:pt x="6533" y="1522"/>
                  </a:cubicBezTo>
                  <a:lnTo>
                    <a:pt x="6533" y="1306"/>
                  </a:lnTo>
                  <a:cubicBezTo>
                    <a:pt x="5454" y="-211"/>
                    <a:pt x="3485" y="-427"/>
                    <a:pt x="2216" y="767"/>
                  </a:cubicBezTo>
                  <a:lnTo>
                    <a:pt x="2089" y="7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F950D2C5-1781-0CEB-A3CE-49CBBAD35143}"/>
                </a:ext>
              </a:extLst>
            </p:cNvPr>
            <p:cNvSpPr/>
            <p:nvPr/>
          </p:nvSpPr>
          <p:spPr>
            <a:xfrm>
              <a:off x="6207226" y="3848298"/>
              <a:ext cx="25217" cy="43602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  <a:gd name="csX4" fmla="*/ 29083 w 29082"/>
                <a:gd name="csY4" fmla="*/ 8871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  <a:lnTo>
                    <a:pt x="29083" y="8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206A8DAE-4996-19BA-68E8-9943AA2EACB1}"/>
                </a:ext>
              </a:extLst>
            </p:cNvPr>
            <p:cNvSpPr/>
            <p:nvPr/>
          </p:nvSpPr>
          <p:spPr>
            <a:xfrm>
              <a:off x="7051199" y="3688055"/>
              <a:ext cx="556170" cy="464175"/>
            </a:xfrm>
            <a:custGeom>
              <a:avLst/>
              <a:gdLst>
                <a:gd name="csX0" fmla="*/ 290005 w 641413"/>
                <a:gd name="csY0" fmla="*/ 512572 h 535318"/>
                <a:gd name="csX1" fmla="*/ 344298 w 641413"/>
                <a:gd name="csY1" fmla="*/ 520573 h 535318"/>
                <a:gd name="csX2" fmla="*/ 362268 w 641413"/>
                <a:gd name="csY2" fmla="*/ 511492 h 535318"/>
                <a:gd name="csX3" fmla="*/ 367919 w 641413"/>
                <a:gd name="csY3" fmla="*/ 520573 h 535318"/>
                <a:gd name="csX4" fmla="*/ 384937 w 641413"/>
                <a:gd name="csY4" fmla="*/ 513652 h 535318"/>
                <a:gd name="csX5" fmla="*/ 367919 w 641413"/>
                <a:gd name="csY5" fmla="*/ 459365 h 535318"/>
                <a:gd name="csX6" fmla="*/ 355283 w 641413"/>
                <a:gd name="csY6" fmla="*/ 461747 h 535318"/>
                <a:gd name="csX7" fmla="*/ 345060 w 641413"/>
                <a:gd name="csY7" fmla="*/ 449637 h 535318"/>
                <a:gd name="csX8" fmla="*/ 349060 w 641413"/>
                <a:gd name="csY8" fmla="*/ 426060 h 535318"/>
                <a:gd name="csX9" fmla="*/ 335090 w 641413"/>
                <a:gd name="csY9" fmla="*/ 426060 h 535318"/>
                <a:gd name="csX10" fmla="*/ 320802 w 641413"/>
                <a:gd name="csY10" fmla="*/ 413519 h 535318"/>
                <a:gd name="csX11" fmla="*/ 360998 w 641413"/>
                <a:gd name="csY11" fmla="*/ 365830 h 535318"/>
                <a:gd name="csX12" fmla="*/ 373126 w 641413"/>
                <a:gd name="csY12" fmla="*/ 381724 h 535318"/>
                <a:gd name="csX13" fmla="*/ 413259 w 641413"/>
                <a:gd name="csY13" fmla="*/ 369398 h 535318"/>
                <a:gd name="csX14" fmla="*/ 429261 w 641413"/>
                <a:gd name="csY14" fmla="*/ 339661 h 535318"/>
                <a:gd name="csX15" fmla="*/ 452438 w 641413"/>
                <a:gd name="csY15" fmla="*/ 327222 h 535318"/>
                <a:gd name="csX16" fmla="*/ 471361 w 641413"/>
                <a:gd name="csY16" fmla="*/ 289916 h 535318"/>
                <a:gd name="csX17" fmla="*/ 494792 w 641413"/>
                <a:gd name="csY17" fmla="*/ 281807 h 535318"/>
                <a:gd name="csX18" fmla="*/ 490855 w 641413"/>
                <a:gd name="csY18" fmla="*/ 269043 h 535318"/>
                <a:gd name="csX19" fmla="*/ 517272 w 641413"/>
                <a:gd name="csY19" fmla="*/ 244062 h 535318"/>
                <a:gd name="csX20" fmla="*/ 512382 w 641413"/>
                <a:gd name="csY20" fmla="*/ 213138 h 535318"/>
                <a:gd name="csX21" fmla="*/ 542925 w 641413"/>
                <a:gd name="csY21" fmla="*/ 197352 h 535318"/>
                <a:gd name="csX22" fmla="*/ 539814 w 641413"/>
                <a:gd name="csY22" fmla="*/ 184480 h 535318"/>
                <a:gd name="csX23" fmla="*/ 494094 w 641413"/>
                <a:gd name="csY23" fmla="*/ 159176 h 535318"/>
                <a:gd name="csX24" fmla="*/ 502349 w 641413"/>
                <a:gd name="csY24" fmla="*/ 123819 h 535318"/>
                <a:gd name="csX25" fmla="*/ 486855 w 641413"/>
                <a:gd name="csY25" fmla="*/ 103054 h 535318"/>
                <a:gd name="csX26" fmla="*/ 504825 w 641413"/>
                <a:gd name="csY26" fmla="*/ 90729 h 535318"/>
                <a:gd name="csX27" fmla="*/ 558165 w 641413"/>
                <a:gd name="csY27" fmla="*/ 106191 h 535318"/>
                <a:gd name="csX28" fmla="*/ 599758 w 641413"/>
                <a:gd name="csY28" fmla="*/ 96025 h 535318"/>
                <a:gd name="csX29" fmla="*/ 605790 w 641413"/>
                <a:gd name="csY29" fmla="*/ 77426 h 535318"/>
                <a:gd name="csX30" fmla="*/ 641414 w 641413"/>
                <a:gd name="csY30" fmla="*/ 59366 h 535318"/>
                <a:gd name="csX31" fmla="*/ 567182 w 641413"/>
                <a:gd name="csY31" fmla="*/ 42932 h 535318"/>
                <a:gd name="csX32" fmla="*/ 563373 w 641413"/>
                <a:gd name="csY32" fmla="*/ 17304 h 535318"/>
                <a:gd name="csX33" fmla="*/ 546736 w 641413"/>
                <a:gd name="csY33" fmla="*/ 11786 h 535318"/>
                <a:gd name="csX34" fmla="*/ 543052 w 641413"/>
                <a:gd name="csY34" fmla="*/ 3245 h 535318"/>
                <a:gd name="csX35" fmla="*/ 513842 w 641413"/>
                <a:gd name="csY35" fmla="*/ 0 h 535318"/>
                <a:gd name="csX36" fmla="*/ 436309 w 641413"/>
                <a:gd name="csY36" fmla="*/ 8433 h 535318"/>
                <a:gd name="csX37" fmla="*/ 387287 w 641413"/>
                <a:gd name="csY37" fmla="*/ 40875 h 535318"/>
                <a:gd name="csX38" fmla="*/ 397447 w 641413"/>
                <a:gd name="csY38" fmla="*/ 48768 h 535318"/>
                <a:gd name="csX39" fmla="*/ 402654 w 641413"/>
                <a:gd name="csY39" fmla="*/ 76022 h 535318"/>
                <a:gd name="csX40" fmla="*/ 379603 w 641413"/>
                <a:gd name="csY40" fmla="*/ 99701 h 535318"/>
                <a:gd name="csX41" fmla="*/ 383731 w 641413"/>
                <a:gd name="csY41" fmla="*/ 113005 h 535318"/>
                <a:gd name="csX42" fmla="*/ 378079 w 641413"/>
                <a:gd name="csY42" fmla="*/ 126194 h 535318"/>
                <a:gd name="csX43" fmla="*/ 338773 w 641413"/>
                <a:gd name="csY43" fmla="*/ 120358 h 535318"/>
                <a:gd name="csX44" fmla="*/ 340297 w 641413"/>
                <a:gd name="csY44" fmla="*/ 131604 h 535318"/>
                <a:gd name="csX45" fmla="*/ 353823 w 641413"/>
                <a:gd name="csY45" fmla="*/ 149987 h 535318"/>
                <a:gd name="csX46" fmla="*/ 346266 w 641413"/>
                <a:gd name="csY46" fmla="*/ 161341 h 535318"/>
                <a:gd name="csX47" fmla="*/ 326010 w 641413"/>
                <a:gd name="csY47" fmla="*/ 161341 h 535318"/>
                <a:gd name="csX48" fmla="*/ 313119 w 641413"/>
                <a:gd name="csY48" fmla="*/ 188589 h 535318"/>
                <a:gd name="csX49" fmla="*/ 318453 w 641413"/>
                <a:gd name="csY49" fmla="*/ 210865 h 535318"/>
                <a:gd name="csX50" fmla="*/ 302451 w 641413"/>
                <a:gd name="csY50" fmla="*/ 220815 h 535318"/>
                <a:gd name="csX51" fmla="*/ 287592 w 641413"/>
                <a:gd name="csY51" fmla="*/ 210865 h 535318"/>
                <a:gd name="csX52" fmla="*/ 253174 w 641413"/>
                <a:gd name="csY52" fmla="*/ 221139 h 535318"/>
                <a:gd name="csX53" fmla="*/ 253174 w 641413"/>
                <a:gd name="csY53" fmla="*/ 235738 h 535318"/>
                <a:gd name="csX54" fmla="*/ 213106 w 641413"/>
                <a:gd name="csY54" fmla="*/ 241040 h 535318"/>
                <a:gd name="csX55" fmla="*/ 200914 w 641413"/>
                <a:gd name="csY55" fmla="*/ 294348 h 535318"/>
                <a:gd name="csX56" fmla="*/ 63437 w 641413"/>
                <a:gd name="csY56" fmla="*/ 316516 h 535318"/>
                <a:gd name="csX57" fmla="*/ 0 w 641413"/>
                <a:gd name="csY57" fmla="*/ 293484 h 535318"/>
                <a:gd name="csX58" fmla="*/ 34735 w 641413"/>
                <a:gd name="csY58" fmla="*/ 343878 h 535318"/>
                <a:gd name="csX59" fmla="*/ 69406 w 641413"/>
                <a:gd name="csY59" fmla="*/ 357937 h 535318"/>
                <a:gd name="csX60" fmla="*/ 70930 w 641413"/>
                <a:gd name="csY60" fmla="*/ 397294 h 535318"/>
                <a:gd name="csX61" fmla="*/ 90805 w 641413"/>
                <a:gd name="csY61" fmla="*/ 402705 h 535318"/>
                <a:gd name="csX62" fmla="*/ 86297 w 641413"/>
                <a:gd name="csY62" fmla="*/ 425304 h 535318"/>
                <a:gd name="csX63" fmla="*/ 56071 w 641413"/>
                <a:gd name="csY63" fmla="*/ 425304 h 535318"/>
                <a:gd name="csX64" fmla="*/ 34735 w 641413"/>
                <a:gd name="csY64" fmla="*/ 443147 h 535318"/>
                <a:gd name="csX65" fmla="*/ 28829 w 641413"/>
                <a:gd name="csY65" fmla="*/ 472561 h 535318"/>
                <a:gd name="csX66" fmla="*/ 31306 w 641413"/>
                <a:gd name="csY66" fmla="*/ 473101 h 535318"/>
                <a:gd name="csX67" fmla="*/ 34544 w 641413"/>
                <a:gd name="csY67" fmla="*/ 477749 h 535318"/>
                <a:gd name="csX68" fmla="*/ 60389 w 641413"/>
                <a:gd name="csY68" fmla="*/ 471373 h 535318"/>
                <a:gd name="csX69" fmla="*/ 100712 w 641413"/>
                <a:gd name="csY69" fmla="*/ 470287 h 535318"/>
                <a:gd name="csX70" fmla="*/ 107062 w 641413"/>
                <a:gd name="csY70" fmla="*/ 465963 h 535318"/>
                <a:gd name="csX71" fmla="*/ 118237 w 641413"/>
                <a:gd name="csY71" fmla="*/ 464560 h 535318"/>
                <a:gd name="csX72" fmla="*/ 125032 w 641413"/>
                <a:gd name="csY72" fmla="*/ 462287 h 535318"/>
                <a:gd name="csX73" fmla="*/ 125476 w 641413"/>
                <a:gd name="csY73" fmla="*/ 466071 h 535318"/>
                <a:gd name="csX74" fmla="*/ 139447 w 641413"/>
                <a:gd name="csY74" fmla="*/ 472561 h 535318"/>
                <a:gd name="csX75" fmla="*/ 147955 w 641413"/>
                <a:gd name="csY75" fmla="*/ 468344 h 535318"/>
                <a:gd name="csX76" fmla="*/ 204026 w 641413"/>
                <a:gd name="csY76" fmla="*/ 461531 h 535318"/>
                <a:gd name="csX77" fmla="*/ 211646 w 641413"/>
                <a:gd name="csY77" fmla="*/ 459150 h 535318"/>
                <a:gd name="csX78" fmla="*/ 220917 w 641413"/>
                <a:gd name="csY78" fmla="*/ 475698 h 535318"/>
                <a:gd name="csX79" fmla="*/ 222759 w 641413"/>
                <a:gd name="csY79" fmla="*/ 487699 h 535318"/>
                <a:gd name="csX80" fmla="*/ 238125 w 641413"/>
                <a:gd name="csY80" fmla="*/ 494189 h 535318"/>
                <a:gd name="csX81" fmla="*/ 249048 w 641413"/>
                <a:gd name="csY81" fmla="*/ 516572 h 535318"/>
                <a:gd name="csX82" fmla="*/ 255461 w 641413"/>
                <a:gd name="csY82" fmla="*/ 517652 h 535318"/>
                <a:gd name="csX83" fmla="*/ 252857 w 641413"/>
                <a:gd name="csY83" fmla="*/ 524789 h 535318"/>
                <a:gd name="csX84" fmla="*/ 261620 w 641413"/>
                <a:gd name="csY84" fmla="*/ 525653 h 535318"/>
                <a:gd name="csX85" fmla="*/ 267145 w 641413"/>
                <a:gd name="csY85" fmla="*/ 522954 h 535318"/>
                <a:gd name="csX86" fmla="*/ 270066 w 641413"/>
                <a:gd name="csY86" fmla="*/ 532143 h 535318"/>
                <a:gd name="csX87" fmla="*/ 282067 w 641413"/>
                <a:gd name="csY87" fmla="*/ 533768 h 535318"/>
                <a:gd name="csX88" fmla="*/ 288925 w 641413"/>
                <a:gd name="csY88" fmla="*/ 529222 h 535318"/>
                <a:gd name="csX89" fmla="*/ 289561 w 641413"/>
                <a:gd name="csY89" fmla="*/ 529222 h 535318"/>
                <a:gd name="csX90" fmla="*/ 289561 w 641413"/>
                <a:gd name="csY90" fmla="*/ 512788 h 535318"/>
                <a:gd name="csX91" fmla="*/ 290005 w 641413"/>
                <a:gd name="csY91" fmla="*/ 512572 h 535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641413" h="535318">
                  <a:moveTo>
                    <a:pt x="290005" y="512572"/>
                  </a:moveTo>
                  <a:lnTo>
                    <a:pt x="344298" y="520573"/>
                  </a:lnTo>
                  <a:lnTo>
                    <a:pt x="362268" y="511492"/>
                  </a:lnTo>
                  <a:lnTo>
                    <a:pt x="367919" y="520573"/>
                  </a:lnTo>
                  <a:lnTo>
                    <a:pt x="384937" y="513652"/>
                  </a:lnTo>
                  <a:lnTo>
                    <a:pt x="367919" y="459365"/>
                  </a:lnTo>
                  <a:lnTo>
                    <a:pt x="355283" y="461747"/>
                  </a:lnTo>
                  <a:lnTo>
                    <a:pt x="345060" y="449637"/>
                  </a:lnTo>
                  <a:lnTo>
                    <a:pt x="349060" y="426060"/>
                  </a:lnTo>
                  <a:lnTo>
                    <a:pt x="335090" y="426060"/>
                  </a:lnTo>
                  <a:lnTo>
                    <a:pt x="320802" y="413519"/>
                  </a:lnTo>
                  <a:lnTo>
                    <a:pt x="360998" y="365830"/>
                  </a:lnTo>
                  <a:lnTo>
                    <a:pt x="373126" y="381724"/>
                  </a:lnTo>
                  <a:lnTo>
                    <a:pt x="413259" y="369398"/>
                  </a:lnTo>
                  <a:lnTo>
                    <a:pt x="429261" y="339661"/>
                  </a:lnTo>
                  <a:lnTo>
                    <a:pt x="452438" y="327222"/>
                  </a:lnTo>
                  <a:lnTo>
                    <a:pt x="471361" y="289916"/>
                  </a:lnTo>
                  <a:lnTo>
                    <a:pt x="494792" y="281807"/>
                  </a:lnTo>
                  <a:lnTo>
                    <a:pt x="490855" y="269043"/>
                  </a:lnTo>
                  <a:lnTo>
                    <a:pt x="517272" y="244062"/>
                  </a:lnTo>
                  <a:lnTo>
                    <a:pt x="512382" y="213138"/>
                  </a:lnTo>
                  <a:lnTo>
                    <a:pt x="542925" y="197352"/>
                  </a:lnTo>
                  <a:lnTo>
                    <a:pt x="539814" y="184480"/>
                  </a:lnTo>
                  <a:lnTo>
                    <a:pt x="494094" y="159176"/>
                  </a:lnTo>
                  <a:lnTo>
                    <a:pt x="502349" y="123819"/>
                  </a:lnTo>
                  <a:lnTo>
                    <a:pt x="486855" y="103054"/>
                  </a:lnTo>
                  <a:lnTo>
                    <a:pt x="504825" y="90729"/>
                  </a:lnTo>
                  <a:lnTo>
                    <a:pt x="558165" y="106191"/>
                  </a:lnTo>
                  <a:lnTo>
                    <a:pt x="599758" y="96025"/>
                  </a:lnTo>
                  <a:lnTo>
                    <a:pt x="605790" y="77426"/>
                  </a:lnTo>
                  <a:lnTo>
                    <a:pt x="641414" y="59366"/>
                  </a:lnTo>
                  <a:lnTo>
                    <a:pt x="567182" y="42932"/>
                  </a:lnTo>
                  <a:lnTo>
                    <a:pt x="563373" y="17304"/>
                  </a:lnTo>
                  <a:lnTo>
                    <a:pt x="546736" y="11786"/>
                  </a:lnTo>
                  <a:lnTo>
                    <a:pt x="543052" y="3245"/>
                  </a:lnTo>
                  <a:lnTo>
                    <a:pt x="513842" y="0"/>
                  </a:lnTo>
                  <a:lnTo>
                    <a:pt x="436309" y="8433"/>
                  </a:lnTo>
                  <a:lnTo>
                    <a:pt x="387287" y="40875"/>
                  </a:lnTo>
                  <a:lnTo>
                    <a:pt x="397447" y="48768"/>
                  </a:lnTo>
                  <a:lnTo>
                    <a:pt x="402654" y="76022"/>
                  </a:lnTo>
                  <a:lnTo>
                    <a:pt x="379603" y="99701"/>
                  </a:lnTo>
                  <a:lnTo>
                    <a:pt x="383731" y="113005"/>
                  </a:lnTo>
                  <a:lnTo>
                    <a:pt x="378079" y="126194"/>
                  </a:lnTo>
                  <a:lnTo>
                    <a:pt x="338773" y="120358"/>
                  </a:lnTo>
                  <a:lnTo>
                    <a:pt x="340297" y="131604"/>
                  </a:lnTo>
                  <a:lnTo>
                    <a:pt x="353823" y="149987"/>
                  </a:lnTo>
                  <a:lnTo>
                    <a:pt x="346266" y="161341"/>
                  </a:lnTo>
                  <a:lnTo>
                    <a:pt x="326010" y="161341"/>
                  </a:lnTo>
                  <a:lnTo>
                    <a:pt x="313119" y="188589"/>
                  </a:lnTo>
                  <a:lnTo>
                    <a:pt x="318453" y="210865"/>
                  </a:lnTo>
                  <a:lnTo>
                    <a:pt x="302451" y="220815"/>
                  </a:lnTo>
                  <a:lnTo>
                    <a:pt x="287592" y="210865"/>
                  </a:lnTo>
                  <a:lnTo>
                    <a:pt x="253174" y="221139"/>
                  </a:lnTo>
                  <a:lnTo>
                    <a:pt x="253174" y="235738"/>
                  </a:lnTo>
                  <a:lnTo>
                    <a:pt x="213106" y="241040"/>
                  </a:lnTo>
                  <a:lnTo>
                    <a:pt x="200914" y="294348"/>
                  </a:lnTo>
                  <a:lnTo>
                    <a:pt x="63437" y="316516"/>
                  </a:lnTo>
                  <a:lnTo>
                    <a:pt x="0" y="293484"/>
                  </a:lnTo>
                  <a:lnTo>
                    <a:pt x="34735" y="343878"/>
                  </a:lnTo>
                  <a:lnTo>
                    <a:pt x="69406" y="357937"/>
                  </a:lnTo>
                  <a:lnTo>
                    <a:pt x="70930" y="397294"/>
                  </a:lnTo>
                  <a:lnTo>
                    <a:pt x="90805" y="402705"/>
                  </a:lnTo>
                  <a:lnTo>
                    <a:pt x="86297" y="425304"/>
                  </a:lnTo>
                  <a:lnTo>
                    <a:pt x="56071" y="425304"/>
                  </a:lnTo>
                  <a:lnTo>
                    <a:pt x="34735" y="443147"/>
                  </a:lnTo>
                  <a:lnTo>
                    <a:pt x="28829" y="472561"/>
                  </a:lnTo>
                  <a:cubicBezTo>
                    <a:pt x="30417" y="472561"/>
                    <a:pt x="31624" y="473208"/>
                    <a:pt x="31306" y="473101"/>
                  </a:cubicBezTo>
                  <a:cubicBezTo>
                    <a:pt x="34544" y="474180"/>
                    <a:pt x="34735" y="478288"/>
                    <a:pt x="34544" y="477749"/>
                  </a:cubicBezTo>
                  <a:cubicBezTo>
                    <a:pt x="34672" y="485210"/>
                    <a:pt x="50547" y="470935"/>
                    <a:pt x="60389" y="471373"/>
                  </a:cubicBezTo>
                  <a:cubicBezTo>
                    <a:pt x="97346" y="472992"/>
                    <a:pt x="98172" y="474072"/>
                    <a:pt x="100712" y="470287"/>
                  </a:cubicBezTo>
                  <a:cubicBezTo>
                    <a:pt x="101347" y="469748"/>
                    <a:pt x="102870" y="465531"/>
                    <a:pt x="107062" y="465963"/>
                  </a:cubicBezTo>
                  <a:cubicBezTo>
                    <a:pt x="110872" y="465963"/>
                    <a:pt x="118237" y="468560"/>
                    <a:pt x="118237" y="464560"/>
                  </a:cubicBezTo>
                  <a:cubicBezTo>
                    <a:pt x="118237" y="460991"/>
                    <a:pt x="125667" y="462178"/>
                    <a:pt x="125032" y="462287"/>
                  </a:cubicBezTo>
                  <a:cubicBezTo>
                    <a:pt x="129032" y="462502"/>
                    <a:pt x="125223" y="466719"/>
                    <a:pt x="125476" y="466071"/>
                  </a:cubicBezTo>
                  <a:cubicBezTo>
                    <a:pt x="121984" y="470395"/>
                    <a:pt x="132271" y="470179"/>
                    <a:pt x="139447" y="472561"/>
                  </a:cubicBezTo>
                  <a:cubicBezTo>
                    <a:pt x="144209" y="473748"/>
                    <a:pt x="142875" y="468668"/>
                    <a:pt x="147955" y="468344"/>
                  </a:cubicBezTo>
                  <a:cubicBezTo>
                    <a:pt x="216789" y="463366"/>
                    <a:pt x="206439" y="465207"/>
                    <a:pt x="204026" y="461531"/>
                  </a:cubicBezTo>
                  <a:cubicBezTo>
                    <a:pt x="200025" y="458825"/>
                    <a:pt x="208915" y="455473"/>
                    <a:pt x="211646" y="459150"/>
                  </a:cubicBezTo>
                  <a:cubicBezTo>
                    <a:pt x="218631" y="468776"/>
                    <a:pt x="221362" y="471373"/>
                    <a:pt x="220917" y="475698"/>
                  </a:cubicBezTo>
                  <a:cubicBezTo>
                    <a:pt x="220917" y="479698"/>
                    <a:pt x="217805" y="486512"/>
                    <a:pt x="222759" y="487699"/>
                  </a:cubicBezTo>
                  <a:cubicBezTo>
                    <a:pt x="233363" y="490188"/>
                    <a:pt x="236728" y="490296"/>
                    <a:pt x="238125" y="494189"/>
                  </a:cubicBezTo>
                  <a:cubicBezTo>
                    <a:pt x="244729" y="514083"/>
                    <a:pt x="244602" y="517220"/>
                    <a:pt x="249048" y="516572"/>
                  </a:cubicBezTo>
                  <a:cubicBezTo>
                    <a:pt x="250699" y="516572"/>
                    <a:pt x="258890" y="514191"/>
                    <a:pt x="255461" y="517652"/>
                  </a:cubicBezTo>
                  <a:cubicBezTo>
                    <a:pt x="254699" y="518846"/>
                    <a:pt x="248666" y="522631"/>
                    <a:pt x="252857" y="524789"/>
                  </a:cubicBezTo>
                  <a:cubicBezTo>
                    <a:pt x="254127" y="525113"/>
                    <a:pt x="258509" y="529006"/>
                    <a:pt x="261620" y="525653"/>
                  </a:cubicBezTo>
                  <a:cubicBezTo>
                    <a:pt x="262699" y="524789"/>
                    <a:pt x="267272" y="518192"/>
                    <a:pt x="267145" y="522954"/>
                  </a:cubicBezTo>
                  <a:cubicBezTo>
                    <a:pt x="267336" y="524573"/>
                    <a:pt x="265748" y="530308"/>
                    <a:pt x="270066" y="532143"/>
                  </a:cubicBezTo>
                  <a:cubicBezTo>
                    <a:pt x="273622" y="533114"/>
                    <a:pt x="278956" y="537661"/>
                    <a:pt x="282067" y="533768"/>
                  </a:cubicBezTo>
                  <a:cubicBezTo>
                    <a:pt x="282639" y="533222"/>
                    <a:pt x="284544" y="529437"/>
                    <a:pt x="288925" y="529222"/>
                  </a:cubicBezTo>
                  <a:lnTo>
                    <a:pt x="289561" y="529222"/>
                  </a:lnTo>
                  <a:lnTo>
                    <a:pt x="289561" y="512788"/>
                  </a:lnTo>
                  <a:lnTo>
                    <a:pt x="290005" y="512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68FA65A1-7B80-2610-8CA7-FC84A905B0EE}"/>
                </a:ext>
              </a:extLst>
            </p:cNvPr>
            <p:cNvSpPr/>
            <p:nvPr/>
          </p:nvSpPr>
          <p:spPr>
            <a:xfrm>
              <a:off x="6892625" y="4060168"/>
              <a:ext cx="17609" cy="34270"/>
            </a:xfrm>
            <a:custGeom>
              <a:avLst/>
              <a:gdLst>
                <a:gd name="csX0" fmla="*/ 15049 w 20308"/>
                <a:gd name="csY0" fmla="*/ 21031 h 39522"/>
                <a:gd name="csX1" fmla="*/ 18605 w 20308"/>
                <a:gd name="csY1" fmla="*/ 2540 h 39522"/>
                <a:gd name="csX2" fmla="*/ 11684 w 20308"/>
                <a:gd name="csY2" fmla="*/ 1568 h 39522"/>
                <a:gd name="csX3" fmla="*/ 0 w 20308"/>
                <a:gd name="csY3" fmla="*/ 20923 h 39522"/>
                <a:gd name="csX4" fmla="*/ 15367 w 20308"/>
                <a:gd name="csY4" fmla="*/ 39522 h 39522"/>
                <a:gd name="csX5" fmla="*/ 15113 w 20308"/>
                <a:gd name="csY5" fmla="*/ 21139 h 39522"/>
                <a:gd name="csX6" fmla="*/ 15049 w 20308"/>
                <a:gd name="csY6" fmla="*/ 21031 h 39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308" h="39522">
                  <a:moveTo>
                    <a:pt x="15049" y="21031"/>
                  </a:moveTo>
                  <a:cubicBezTo>
                    <a:pt x="20003" y="7728"/>
                    <a:pt x="22034" y="5029"/>
                    <a:pt x="18605" y="2540"/>
                  </a:cubicBezTo>
                  <a:cubicBezTo>
                    <a:pt x="17843" y="2216"/>
                    <a:pt x="13970" y="-2324"/>
                    <a:pt x="11684" y="1568"/>
                  </a:cubicBezTo>
                  <a:cubicBezTo>
                    <a:pt x="5080" y="12706"/>
                    <a:pt x="2477" y="17678"/>
                    <a:pt x="0" y="20923"/>
                  </a:cubicBezTo>
                  <a:lnTo>
                    <a:pt x="15367" y="39522"/>
                  </a:lnTo>
                  <a:cubicBezTo>
                    <a:pt x="13970" y="26219"/>
                    <a:pt x="13970" y="24276"/>
                    <a:pt x="15113" y="21139"/>
                  </a:cubicBezTo>
                  <a:lnTo>
                    <a:pt x="15049" y="21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024E55EB-5DB5-0337-B7A1-9828DE667754}"/>
                </a:ext>
              </a:extLst>
            </p:cNvPr>
            <p:cNvSpPr/>
            <p:nvPr/>
          </p:nvSpPr>
          <p:spPr>
            <a:xfrm>
              <a:off x="6979393" y="4252977"/>
              <a:ext cx="10857" cy="19374"/>
            </a:xfrm>
            <a:custGeom>
              <a:avLst/>
              <a:gdLst>
                <a:gd name="csX0" fmla="*/ 9471 w 12521"/>
                <a:gd name="csY0" fmla="*/ 994 h 22343"/>
                <a:gd name="csX1" fmla="*/ 9 w 12521"/>
                <a:gd name="csY1" fmla="*/ 15593 h 22343"/>
                <a:gd name="csX2" fmla="*/ 2930 w 12521"/>
                <a:gd name="csY2" fmla="*/ 21435 h 22343"/>
                <a:gd name="csX3" fmla="*/ 4899 w 12521"/>
                <a:gd name="csY3" fmla="*/ 19270 h 22343"/>
                <a:gd name="csX4" fmla="*/ 10232 w 12521"/>
                <a:gd name="csY4" fmla="*/ 9973 h 22343"/>
                <a:gd name="csX5" fmla="*/ 10423 w 12521"/>
                <a:gd name="csY5" fmla="*/ 9973 h 22343"/>
                <a:gd name="csX6" fmla="*/ 9471 w 12521"/>
                <a:gd name="csY6" fmla="*/ 994 h 2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21" h="22343">
                  <a:moveTo>
                    <a:pt x="9471" y="994"/>
                  </a:moveTo>
                  <a:cubicBezTo>
                    <a:pt x="7819" y="4024"/>
                    <a:pt x="-309" y="10405"/>
                    <a:pt x="9" y="15593"/>
                  </a:cubicBezTo>
                  <a:cubicBezTo>
                    <a:pt x="326" y="17003"/>
                    <a:pt x="-309" y="25004"/>
                    <a:pt x="2930" y="21435"/>
                  </a:cubicBezTo>
                  <a:lnTo>
                    <a:pt x="4899" y="19270"/>
                  </a:lnTo>
                  <a:cubicBezTo>
                    <a:pt x="8137" y="15593"/>
                    <a:pt x="6105" y="12564"/>
                    <a:pt x="10232" y="9973"/>
                  </a:cubicBezTo>
                  <a:lnTo>
                    <a:pt x="10423" y="9973"/>
                  </a:lnTo>
                  <a:cubicBezTo>
                    <a:pt x="14550" y="7160"/>
                    <a:pt x="11693" y="-3222"/>
                    <a:pt x="9471" y="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28193A15-6FD6-23B6-3A33-DFDC54D6EB71}"/>
                </a:ext>
              </a:extLst>
            </p:cNvPr>
            <p:cNvSpPr/>
            <p:nvPr/>
          </p:nvSpPr>
          <p:spPr>
            <a:xfrm>
              <a:off x="6757946" y="4113753"/>
              <a:ext cx="260052" cy="277738"/>
            </a:xfrm>
            <a:custGeom>
              <a:avLst/>
              <a:gdLst>
                <a:gd name="csX0" fmla="*/ 78549 w 299910"/>
                <a:gd name="csY0" fmla="*/ 309708 h 320306"/>
                <a:gd name="csX1" fmla="*/ 89090 w 299910"/>
                <a:gd name="csY1" fmla="*/ 304514 h 320306"/>
                <a:gd name="csX2" fmla="*/ 109283 w 299910"/>
                <a:gd name="csY2" fmla="*/ 305378 h 320306"/>
                <a:gd name="csX3" fmla="*/ 125349 w 299910"/>
                <a:gd name="csY3" fmla="*/ 300729 h 320306"/>
                <a:gd name="csX4" fmla="*/ 129984 w 299910"/>
                <a:gd name="csY4" fmla="*/ 293160 h 320306"/>
                <a:gd name="csX5" fmla="*/ 129095 w 299910"/>
                <a:gd name="csY5" fmla="*/ 288080 h 320306"/>
                <a:gd name="csX6" fmla="*/ 128460 w 299910"/>
                <a:gd name="csY6" fmla="*/ 283102 h 320306"/>
                <a:gd name="csX7" fmla="*/ 139953 w 299910"/>
                <a:gd name="csY7" fmla="*/ 270777 h 320306"/>
                <a:gd name="csX8" fmla="*/ 165925 w 299910"/>
                <a:gd name="csY8" fmla="*/ 268395 h 320306"/>
                <a:gd name="csX9" fmla="*/ 176720 w 299910"/>
                <a:gd name="csY9" fmla="*/ 259639 h 320306"/>
                <a:gd name="csX10" fmla="*/ 180721 w 299910"/>
                <a:gd name="csY10" fmla="*/ 244932 h 320306"/>
                <a:gd name="csX11" fmla="*/ 187261 w 299910"/>
                <a:gd name="csY11" fmla="*/ 236499 h 320306"/>
                <a:gd name="csX12" fmla="*/ 221742 w 299910"/>
                <a:gd name="csY12" fmla="*/ 228276 h 320306"/>
                <a:gd name="csX13" fmla="*/ 224599 w 299910"/>
                <a:gd name="csY13" fmla="*/ 224384 h 320306"/>
                <a:gd name="csX14" fmla="*/ 221742 w 299910"/>
                <a:gd name="csY14" fmla="*/ 194862 h 320306"/>
                <a:gd name="csX15" fmla="*/ 224980 w 299910"/>
                <a:gd name="csY15" fmla="*/ 187941 h 320306"/>
                <a:gd name="csX16" fmla="*/ 226504 w 299910"/>
                <a:gd name="csY16" fmla="*/ 180156 h 320306"/>
                <a:gd name="csX17" fmla="*/ 230949 w 299910"/>
                <a:gd name="csY17" fmla="*/ 173780 h 320306"/>
                <a:gd name="csX18" fmla="*/ 234950 w 299910"/>
                <a:gd name="csY18" fmla="*/ 166751 h 320306"/>
                <a:gd name="csX19" fmla="*/ 240347 w 299910"/>
                <a:gd name="csY19" fmla="*/ 162420 h 320306"/>
                <a:gd name="csX20" fmla="*/ 243839 w 299910"/>
                <a:gd name="csY20" fmla="*/ 172695 h 320306"/>
                <a:gd name="csX21" fmla="*/ 246951 w 299910"/>
                <a:gd name="csY21" fmla="*/ 172695 h 320306"/>
                <a:gd name="csX22" fmla="*/ 265239 w 299910"/>
                <a:gd name="csY22" fmla="*/ 145015 h 320306"/>
                <a:gd name="csX23" fmla="*/ 283019 w 299910"/>
                <a:gd name="csY23" fmla="*/ 128143 h 320306"/>
                <a:gd name="csX24" fmla="*/ 299910 w 299910"/>
                <a:gd name="csY24" fmla="*/ 96348 h 320306"/>
                <a:gd name="csX25" fmla="*/ 296545 w 299910"/>
                <a:gd name="csY25" fmla="*/ 87268 h 320306"/>
                <a:gd name="csX26" fmla="*/ 285496 w 299910"/>
                <a:gd name="csY26" fmla="*/ 83052 h 320306"/>
                <a:gd name="csX27" fmla="*/ 241808 w 299910"/>
                <a:gd name="csY27" fmla="*/ 44336 h 320306"/>
                <a:gd name="csX28" fmla="*/ 199326 w 299910"/>
                <a:gd name="csY28" fmla="*/ 30931 h 320306"/>
                <a:gd name="csX29" fmla="*/ 173038 w 299910"/>
                <a:gd name="csY29" fmla="*/ 0 h 320306"/>
                <a:gd name="csX30" fmla="*/ 148462 w 299910"/>
                <a:gd name="csY30" fmla="*/ 1625 h 320306"/>
                <a:gd name="csX31" fmla="*/ 148082 w 299910"/>
                <a:gd name="csY31" fmla="*/ 19463 h 320306"/>
                <a:gd name="csX32" fmla="*/ 157670 w 299910"/>
                <a:gd name="csY32" fmla="*/ 20548 h 320306"/>
                <a:gd name="csX33" fmla="*/ 159956 w 299910"/>
                <a:gd name="csY33" fmla="*/ 38932 h 320306"/>
                <a:gd name="csX34" fmla="*/ 139700 w 299910"/>
                <a:gd name="csY34" fmla="*/ 42824 h 320306"/>
                <a:gd name="csX35" fmla="*/ 125222 w 299910"/>
                <a:gd name="csY35" fmla="*/ 88455 h 320306"/>
                <a:gd name="csX36" fmla="*/ 143065 w 299910"/>
                <a:gd name="csY36" fmla="*/ 116033 h 320306"/>
                <a:gd name="csX37" fmla="*/ 118046 w 299910"/>
                <a:gd name="csY37" fmla="*/ 193135 h 320306"/>
                <a:gd name="csX38" fmla="*/ 0 w 299910"/>
                <a:gd name="csY38" fmla="*/ 233470 h 320306"/>
                <a:gd name="csX39" fmla="*/ 45783 w 299910"/>
                <a:gd name="csY39" fmla="*/ 320306 h 320306"/>
                <a:gd name="csX40" fmla="*/ 70993 w 299910"/>
                <a:gd name="csY40" fmla="*/ 311543 h 320306"/>
                <a:gd name="csX41" fmla="*/ 78803 w 299910"/>
                <a:gd name="csY41" fmla="*/ 309708 h 320306"/>
                <a:gd name="csX42" fmla="*/ 78549 w 299910"/>
                <a:gd name="csY42" fmla="*/ 309708 h 320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99910" h="320306">
                  <a:moveTo>
                    <a:pt x="78549" y="309708"/>
                  </a:moveTo>
                  <a:cubicBezTo>
                    <a:pt x="83565" y="309925"/>
                    <a:pt x="83947" y="304730"/>
                    <a:pt x="89090" y="304514"/>
                  </a:cubicBezTo>
                  <a:cubicBezTo>
                    <a:pt x="103568" y="303759"/>
                    <a:pt x="106616" y="303111"/>
                    <a:pt x="109283" y="305378"/>
                  </a:cubicBezTo>
                  <a:cubicBezTo>
                    <a:pt x="112522" y="308299"/>
                    <a:pt x="123062" y="304406"/>
                    <a:pt x="125349" y="300729"/>
                  </a:cubicBezTo>
                  <a:lnTo>
                    <a:pt x="129984" y="293160"/>
                  </a:lnTo>
                  <a:cubicBezTo>
                    <a:pt x="131699" y="290347"/>
                    <a:pt x="128777" y="287432"/>
                    <a:pt x="129095" y="288080"/>
                  </a:cubicBezTo>
                  <a:cubicBezTo>
                    <a:pt x="127698" y="286886"/>
                    <a:pt x="127381" y="284619"/>
                    <a:pt x="128460" y="283102"/>
                  </a:cubicBezTo>
                  <a:cubicBezTo>
                    <a:pt x="133223" y="276180"/>
                    <a:pt x="135382" y="271208"/>
                    <a:pt x="139953" y="270777"/>
                  </a:cubicBezTo>
                  <a:lnTo>
                    <a:pt x="165925" y="268395"/>
                  </a:lnTo>
                  <a:cubicBezTo>
                    <a:pt x="171196" y="267856"/>
                    <a:pt x="177292" y="258991"/>
                    <a:pt x="176720" y="259639"/>
                  </a:cubicBezTo>
                  <a:cubicBezTo>
                    <a:pt x="180212" y="255746"/>
                    <a:pt x="180721" y="244392"/>
                    <a:pt x="180721" y="244932"/>
                  </a:cubicBezTo>
                  <a:cubicBezTo>
                    <a:pt x="181419" y="240284"/>
                    <a:pt x="187769" y="235845"/>
                    <a:pt x="187261" y="236499"/>
                  </a:cubicBezTo>
                  <a:cubicBezTo>
                    <a:pt x="191579" y="232714"/>
                    <a:pt x="222440" y="228168"/>
                    <a:pt x="221742" y="228276"/>
                  </a:cubicBezTo>
                  <a:cubicBezTo>
                    <a:pt x="223583" y="227952"/>
                    <a:pt x="224789" y="226117"/>
                    <a:pt x="224599" y="224384"/>
                  </a:cubicBezTo>
                  <a:cubicBezTo>
                    <a:pt x="220980" y="202755"/>
                    <a:pt x="219710" y="198971"/>
                    <a:pt x="221742" y="194862"/>
                  </a:cubicBezTo>
                  <a:lnTo>
                    <a:pt x="224980" y="187941"/>
                  </a:lnTo>
                  <a:cubicBezTo>
                    <a:pt x="226758" y="184480"/>
                    <a:pt x="226504" y="179616"/>
                    <a:pt x="226504" y="180156"/>
                  </a:cubicBezTo>
                  <a:cubicBezTo>
                    <a:pt x="226504" y="176155"/>
                    <a:pt x="231521" y="173234"/>
                    <a:pt x="230949" y="173780"/>
                  </a:cubicBezTo>
                  <a:cubicBezTo>
                    <a:pt x="234314" y="171507"/>
                    <a:pt x="235203" y="166205"/>
                    <a:pt x="234950" y="166751"/>
                  </a:cubicBezTo>
                  <a:cubicBezTo>
                    <a:pt x="235965" y="162966"/>
                    <a:pt x="241046" y="162204"/>
                    <a:pt x="240347" y="162420"/>
                  </a:cubicBezTo>
                  <a:cubicBezTo>
                    <a:pt x="247078" y="161017"/>
                    <a:pt x="237045" y="172910"/>
                    <a:pt x="243839" y="172695"/>
                  </a:cubicBezTo>
                  <a:lnTo>
                    <a:pt x="246951" y="172695"/>
                  </a:lnTo>
                  <a:cubicBezTo>
                    <a:pt x="254635" y="172479"/>
                    <a:pt x="257238" y="152044"/>
                    <a:pt x="265239" y="145015"/>
                  </a:cubicBezTo>
                  <a:cubicBezTo>
                    <a:pt x="278447" y="133553"/>
                    <a:pt x="280733" y="131928"/>
                    <a:pt x="283019" y="128143"/>
                  </a:cubicBezTo>
                  <a:cubicBezTo>
                    <a:pt x="298513" y="101974"/>
                    <a:pt x="299910" y="100895"/>
                    <a:pt x="299910" y="96348"/>
                  </a:cubicBezTo>
                  <a:cubicBezTo>
                    <a:pt x="299465" y="94189"/>
                    <a:pt x="301307" y="88131"/>
                    <a:pt x="296545" y="87268"/>
                  </a:cubicBezTo>
                  <a:cubicBezTo>
                    <a:pt x="293814" y="86512"/>
                    <a:pt x="288544" y="86836"/>
                    <a:pt x="285496" y="83052"/>
                  </a:cubicBezTo>
                  <a:cubicBezTo>
                    <a:pt x="237998" y="21952"/>
                    <a:pt x="262889" y="52775"/>
                    <a:pt x="241808" y="44336"/>
                  </a:cubicBezTo>
                  <a:cubicBezTo>
                    <a:pt x="224789" y="37522"/>
                    <a:pt x="204025" y="36442"/>
                    <a:pt x="199326" y="30931"/>
                  </a:cubicBezTo>
                  <a:cubicBezTo>
                    <a:pt x="179133" y="6598"/>
                    <a:pt x="174371" y="3353"/>
                    <a:pt x="173038" y="0"/>
                  </a:cubicBezTo>
                  <a:lnTo>
                    <a:pt x="148462" y="1625"/>
                  </a:lnTo>
                  <a:lnTo>
                    <a:pt x="148082" y="19463"/>
                  </a:lnTo>
                  <a:lnTo>
                    <a:pt x="157670" y="20548"/>
                  </a:lnTo>
                  <a:lnTo>
                    <a:pt x="159956" y="38932"/>
                  </a:lnTo>
                  <a:lnTo>
                    <a:pt x="139700" y="42824"/>
                  </a:lnTo>
                  <a:lnTo>
                    <a:pt x="125222" y="88455"/>
                  </a:lnTo>
                  <a:lnTo>
                    <a:pt x="143065" y="116033"/>
                  </a:lnTo>
                  <a:lnTo>
                    <a:pt x="118046" y="193135"/>
                  </a:lnTo>
                  <a:lnTo>
                    <a:pt x="0" y="233470"/>
                  </a:lnTo>
                  <a:lnTo>
                    <a:pt x="45783" y="320306"/>
                  </a:lnTo>
                  <a:cubicBezTo>
                    <a:pt x="68072" y="313925"/>
                    <a:pt x="68516" y="313817"/>
                    <a:pt x="70993" y="311543"/>
                  </a:cubicBezTo>
                  <a:cubicBezTo>
                    <a:pt x="73723" y="308946"/>
                    <a:pt x="79311" y="309600"/>
                    <a:pt x="78803" y="309708"/>
                  </a:cubicBezTo>
                  <a:lnTo>
                    <a:pt x="78549" y="3097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E62C1D74-F848-6E57-D529-CD5F6762EB40}"/>
                </a:ext>
              </a:extLst>
            </p:cNvPr>
            <p:cNvSpPr/>
            <p:nvPr/>
          </p:nvSpPr>
          <p:spPr>
            <a:xfrm>
              <a:off x="9105909" y="3447637"/>
              <a:ext cx="214738" cy="209946"/>
            </a:xfrm>
            <a:custGeom>
              <a:avLst/>
              <a:gdLst>
                <a:gd name="csX0" fmla="*/ 205295 w 247650"/>
                <a:gd name="csY0" fmla="*/ 0 h 242124"/>
                <a:gd name="csX1" fmla="*/ 199136 w 247650"/>
                <a:gd name="csY1" fmla="*/ 35903 h 242124"/>
                <a:gd name="csX2" fmla="*/ 183769 w 247650"/>
                <a:gd name="csY2" fmla="*/ 35903 h 242124"/>
                <a:gd name="csX3" fmla="*/ 175641 w 247650"/>
                <a:gd name="csY3" fmla="*/ 53638 h 242124"/>
                <a:gd name="csX4" fmla="*/ 142113 w 247650"/>
                <a:gd name="csY4" fmla="*/ 55798 h 242124"/>
                <a:gd name="csX5" fmla="*/ 149987 w 247650"/>
                <a:gd name="csY5" fmla="*/ 80886 h 242124"/>
                <a:gd name="csX6" fmla="*/ 119824 w 247650"/>
                <a:gd name="csY6" fmla="*/ 79375 h 242124"/>
                <a:gd name="csX7" fmla="*/ 108141 w 247650"/>
                <a:gd name="csY7" fmla="*/ 63481 h 242124"/>
                <a:gd name="csX8" fmla="*/ 91059 w 247650"/>
                <a:gd name="csY8" fmla="*/ 70072 h 242124"/>
                <a:gd name="csX9" fmla="*/ 81852 w 247650"/>
                <a:gd name="csY9" fmla="*/ 95485 h 242124"/>
                <a:gd name="csX10" fmla="*/ 0 w 247650"/>
                <a:gd name="csY10" fmla="*/ 148368 h 242124"/>
                <a:gd name="csX11" fmla="*/ 9843 w 247650"/>
                <a:gd name="csY11" fmla="*/ 148584 h 242124"/>
                <a:gd name="csX12" fmla="*/ 19368 w 247650"/>
                <a:gd name="csY12" fmla="*/ 158204 h 242124"/>
                <a:gd name="csX13" fmla="*/ 29146 w 247650"/>
                <a:gd name="csY13" fmla="*/ 154311 h 242124"/>
                <a:gd name="csX14" fmla="*/ 47498 w 247650"/>
                <a:gd name="csY14" fmla="*/ 164370 h 242124"/>
                <a:gd name="csX15" fmla="*/ 48895 w 247650"/>
                <a:gd name="csY15" fmla="*/ 169018 h 242124"/>
                <a:gd name="csX16" fmla="*/ 40069 w 247650"/>
                <a:gd name="csY16" fmla="*/ 187077 h 242124"/>
                <a:gd name="csX17" fmla="*/ 42672 w 247650"/>
                <a:gd name="csY17" fmla="*/ 196164 h 242124"/>
                <a:gd name="csX18" fmla="*/ 25019 w 247650"/>
                <a:gd name="csY18" fmla="*/ 220275 h 242124"/>
                <a:gd name="csX19" fmla="*/ 37211 w 247650"/>
                <a:gd name="csY19" fmla="*/ 223520 h 242124"/>
                <a:gd name="csX20" fmla="*/ 35370 w 247650"/>
                <a:gd name="csY20" fmla="*/ 230010 h 242124"/>
                <a:gd name="csX21" fmla="*/ 45339 w 247650"/>
                <a:gd name="csY21" fmla="*/ 236500 h 242124"/>
                <a:gd name="csX22" fmla="*/ 40704 w 247650"/>
                <a:gd name="csY22" fmla="*/ 242119 h 242124"/>
                <a:gd name="csX23" fmla="*/ 54229 w 247650"/>
                <a:gd name="csY23" fmla="*/ 238551 h 242124"/>
                <a:gd name="csX24" fmla="*/ 56832 w 247650"/>
                <a:gd name="csY24" fmla="*/ 230442 h 242124"/>
                <a:gd name="csX25" fmla="*/ 56388 w 247650"/>
                <a:gd name="csY25" fmla="*/ 229470 h 242124"/>
                <a:gd name="csX26" fmla="*/ 65024 w 247650"/>
                <a:gd name="csY26" fmla="*/ 228930 h 242124"/>
                <a:gd name="csX27" fmla="*/ 73152 w 247650"/>
                <a:gd name="csY27" fmla="*/ 235744 h 242124"/>
                <a:gd name="csX28" fmla="*/ 77597 w 247650"/>
                <a:gd name="csY28" fmla="*/ 238119 h 242124"/>
                <a:gd name="csX29" fmla="*/ 98044 w 247650"/>
                <a:gd name="csY29" fmla="*/ 238119 h 242124"/>
                <a:gd name="csX30" fmla="*/ 112268 w 247650"/>
                <a:gd name="csY30" fmla="*/ 217792 h 242124"/>
                <a:gd name="csX31" fmla="*/ 155321 w 247650"/>
                <a:gd name="csY31" fmla="*/ 216491 h 242124"/>
                <a:gd name="csX32" fmla="*/ 160845 w 247650"/>
                <a:gd name="csY32" fmla="*/ 203841 h 242124"/>
                <a:gd name="csX33" fmla="*/ 155893 w 247650"/>
                <a:gd name="csY33" fmla="*/ 197352 h 242124"/>
                <a:gd name="csX34" fmla="*/ 131508 w 247650"/>
                <a:gd name="csY34" fmla="*/ 180702 h 242124"/>
                <a:gd name="csX35" fmla="*/ 120459 w 247650"/>
                <a:gd name="csY35" fmla="*/ 174536 h 242124"/>
                <a:gd name="csX36" fmla="*/ 120269 w 247650"/>
                <a:gd name="csY36" fmla="*/ 173673 h 242124"/>
                <a:gd name="csX37" fmla="*/ 126936 w 247650"/>
                <a:gd name="csY37" fmla="*/ 162643 h 242124"/>
                <a:gd name="csX38" fmla="*/ 130873 w 247650"/>
                <a:gd name="csY38" fmla="*/ 148044 h 242124"/>
                <a:gd name="csX39" fmla="*/ 168084 w 247650"/>
                <a:gd name="csY39" fmla="*/ 130524 h 242124"/>
                <a:gd name="csX40" fmla="*/ 186817 w 247650"/>
                <a:gd name="csY40" fmla="*/ 117329 h 242124"/>
                <a:gd name="csX41" fmla="*/ 193231 w 247650"/>
                <a:gd name="csY41" fmla="*/ 110084 h 242124"/>
                <a:gd name="csX42" fmla="*/ 210185 w 247650"/>
                <a:gd name="csY42" fmla="*/ 99270 h 242124"/>
                <a:gd name="csX43" fmla="*/ 209106 w 247650"/>
                <a:gd name="csY43" fmla="*/ 79591 h 242124"/>
                <a:gd name="csX44" fmla="*/ 208026 w 247650"/>
                <a:gd name="csY44" fmla="*/ 71698 h 242124"/>
                <a:gd name="csX45" fmla="*/ 238570 w 247650"/>
                <a:gd name="csY45" fmla="*/ 41091 h 242124"/>
                <a:gd name="csX46" fmla="*/ 247650 w 247650"/>
                <a:gd name="csY46" fmla="*/ 38284 h 242124"/>
                <a:gd name="csX47" fmla="*/ 227838 w 247650"/>
                <a:gd name="csY47" fmla="*/ 15354 h 242124"/>
                <a:gd name="csX48" fmla="*/ 227838 w 247650"/>
                <a:gd name="csY48" fmla="*/ 3245 h 242124"/>
                <a:gd name="csX49" fmla="*/ 205549 w 247650"/>
                <a:gd name="csY49" fmla="*/ 0 h 242124"/>
                <a:gd name="csX50" fmla="*/ 205295 w 247650"/>
                <a:gd name="csY50" fmla="*/ 0 h 24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47650" h="242124">
                  <a:moveTo>
                    <a:pt x="205295" y="0"/>
                  </a:moveTo>
                  <a:lnTo>
                    <a:pt x="199136" y="35903"/>
                  </a:lnTo>
                  <a:lnTo>
                    <a:pt x="183769" y="35903"/>
                  </a:lnTo>
                  <a:lnTo>
                    <a:pt x="175641" y="53638"/>
                  </a:lnTo>
                  <a:lnTo>
                    <a:pt x="142113" y="55798"/>
                  </a:lnTo>
                  <a:lnTo>
                    <a:pt x="149987" y="80886"/>
                  </a:lnTo>
                  <a:lnTo>
                    <a:pt x="119824" y="79375"/>
                  </a:lnTo>
                  <a:lnTo>
                    <a:pt x="108141" y="63481"/>
                  </a:lnTo>
                  <a:lnTo>
                    <a:pt x="91059" y="70072"/>
                  </a:lnTo>
                  <a:lnTo>
                    <a:pt x="81852" y="95485"/>
                  </a:lnTo>
                  <a:lnTo>
                    <a:pt x="0" y="148368"/>
                  </a:lnTo>
                  <a:cubicBezTo>
                    <a:pt x="2794" y="148368"/>
                    <a:pt x="6032" y="148584"/>
                    <a:pt x="9843" y="148584"/>
                  </a:cubicBezTo>
                  <a:cubicBezTo>
                    <a:pt x="14922" y="148800"/>
                    <a:pt x="16701" y="154851"/>
                    <a:pt x="19368" y="158204"/>
                  </a:cubicBezTo>
                  <a:cubicBezTo>
                    <a:pt x="22860" y="163506"/>
                    <a:pt x="23495" y="151175"/>
                    <a:pt x="29146" y="154311"/>
                  </a:cubicBezTo>
                  <a:lnTo>
                    <a:pt x="47498" y="164370"/>
                  </a:lnTo>
                  <a:cubicBezTo>
                    <a:pt x="49149" y="165233"/>
                    <a:pt x="49784" y="167291"/>
                    <a:pt x="48895" y="169018"/>
                  </a:cubicBezTo>
                  <a:lnTo>
                    <a:pt x="40069" y="187077"/>
                  </a:lnTo>
                  <a:cubicBezTo>
                    <a:pt x="37973" y="191186"/>
                    <a:pt x="42101" y="194863"/>
                    <a:pt x="42672" y="196164"/>
                  </a:cubicBezTo>
                  <a:cubicBezTo>
                    <a:pt x="45910" y="201028"/>
                    <a:pt x="38291" y="204165"/>
                    <a:pt x="25019" y="220275"/>
                  </a:cubicBezTo>
                  <a:cubicBezTo>
                    <a:pt x="21336" y="224276"/>
                    <a:pt x="31686" y="222764"/>
                    <a:pt x="37211" y="223520"/>
                  </a:cubicBezTo>
                  <a:cubicBezTo>
                    <a:pt x="41973" y="223844"/>
                    <a:pt x="36068" y="228714"/>
                    <a:pt x="35370" y="230010"/>
                  </a:cubicBezTo>
                  <a:cubicBezTo>
                    <a:pt x="30734" y="235521"/>
                    <a:pt x="50229" y="231197"/>
                    <a:pt x="45339" y="236500"/>
                  </a:cubicBezTo>
                  <a:cubicBezTo>
                    <a:pt x="45339" y="236500"/>
                    <a:pt x="39942" y="242335"/>
                    <a:pt x="40704" y="242119"/>
                  </a:cubicBezTo>
                  <a:cubicBezTo>
                    <a:pt x="44132" y="240932"/>
                    <a:pt x="50736" y="242767"/>
                    <a:pt x="54229" y="238551"/>
                  </a:cubicBezTo>
                  <a:cubicBezTo>
                    <a:pt x="54673" y="237795"/>
                    <a:pt x="58674" y="234442"/>
                    <a:pt x="56832" y="230442"/>
                  </a:cubicBezTo>
                  <a:lnTo>
                    <a:pt x="56388" y="229470"/>
                  </a:lnTo>
                  <a:cubicBezTo>
                    <a:pt x="54420" y="225361"/>
                    <a:pt x="61913" y="225578"/>
                    <a:pt x="65024" y="228930"/>
                  </a:cubicBezTo>
                  <a:cubicBezTo>
                    <a:pt x="65913" y="229794"/>
                    <a:pt x="69152" y="233794"/>
                    <a:pt x="73152" y="235744"/>
                  </a:cubicBezTo>
                  <a:cubicBezTo>
                    <a:pt x="74803" y="236607"/>
                    <a:pt x="76200" y="237471"/>
                    <a:pt x="77597" y="238119"/>
                  </a:cubicBezTo>
                  <a:lnTo>
                    <a:pt x="98044" y="238119"/>
                  </a:lnTo>
                  <a:lnTo>
                    <a:pt x="112268" y="217792"/>
                  </a:lnTo>
                  <a:lnTo>
                    <a:pt x="155321" y="216491"/>
                  </a:lnTo>
                  <a:lnTo>
                    <a:pt x="160845" y="203841"/>
                  </a:lnTo>
                  <a:cubicBezTo>
                    <a:pt x="159131" y="200596"/>
                    <a:pt x="157924" y="198863"/>
                    <a:pt x="155893" y="197352"/>
                  </a:cubicBezTo>
                  <a:cubicBezTo>
                    <a:pt x="142431" y="187725"/>
                    <a:pt x="137033" y="182321"/>
                    <a:pt x="131508" y="180702"/>
                  </a:cubicBezTo>
                  <a:cubicBezTo>
                    <a:pt x="128016" y="179184"/>
                    <a:pt x="121857" y="179400"/>
                    <a:pt x="120459" y="174536"/>
                  </a:cubicBezTo>
                  <a:lnTo>
                    <a:pt x="120269" y="173673"/>
                  </a:lnTo>
                  <a:cubicBezTo>
                    <a:pt x="118618" y="167830"/>
                    <a:pt x="126619" y="169126"/>
                    <a:pt x="126936" y="162643"/>
                  </a:cubicBezTo>
                  <a:cubicBezTo>
                    <a:pt x="127953" y="156801"/>
                    <a:pt x="125984" y="149987"/>
                    <a:pt x="130873" y="148044"/>
                  </a:cubicBezTo>
                  <a:cubicBezTo>
                    <a:pt x="161354" y="135065"/>
                    <a:pt x="170370" y="134956"/>
                    <a:pt x="168084" y="130524"/>
                  </a:cubicBezTo>
                  <a:cubicBezTo>
                    <a:pt x="165291" y="125114"/>
                    <a:pt x="182817" y="124466"/>
                    <a:pt x="186817" y="117329"/>
                  </a:cubicBezTo>
                  <a:cubicBezTo>
                    <a:pt x="187452" y="116357"/>
                    <a:pt x="189103" y="111817"/>
                    <a:pt x="193231" y="110084"/>
                  </a:cubicBezTo>
                  <a:cubicBezTo>
                    <a:pt x="202502" y="105112"/>
                    <a:pt x="209995" y="104788"/>
                    <a:pt x="210185" y="99270"/>
                  </a:cubicBezTo>
                  <a:cubicBezTo>
                    <a:pt x="210185" y="89865"/>
                    <a:pt x="212027" y="84239"/>
                    <a:pt x="209106" y="79591"/>
                  </a:cubicBezTo>
                  <a:cubicBezTo>
                    <a:pt x="208915" y="78943"/>
                    <a:pt x="205105" y="75051"/>
                    <a:pt x="208026" y="71698"/>
                  </a:cubicBezTo>
                  <a:cubicBezTo>
                    <a:pt x="231204" y="47041"/>
                    <a:pt x="232473" y="41091"/>
                    <a:pt x="238570" y="41091"/>
                  </a:cubicBezTo>
                  <a:cubicBezTo>
                    <a:pt x="239840" y="40875"/>
                    <a:pt x="245173" y="42177"/>
                    <a:pt x="247650" y="38284"/>
                  </a:cubicBezTo>
                  <a:lnTo>
                    <a:pt x="227838" y="15354"/>
                  </a:lnTo>
                  <a:lnTo>
                    <a:pt x="227838" y="3245"/>
                  </a:lnTo>
                  <a:lnTo>
                    <a:pt x="205549" y="0"/>
                  </a:lnTo>
                  <a:lnTo>
                    <a:pt x="20529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0AFD976B-65EB-00A7-F3FE-7480454BA3C3}"/>
                </a:ext>
              </a:extLst>
            </p:cNvPr>
            <p:cNvSpPr/>
            <p:nvPr/>
          </p:nvSpPr>
          <p:spPr>
            <a:xfrm>
              <a:off x="7673940" y="3923314"/>
              <a:ext cx="258565" cy="141396"/>
            </a:xfrm>
            <a:custGeom>
              <a:avLst/>
              <a:gdLst>
                <a:gd name="csX0" fmla="*/ 0 w 298195"/>
                <a:gd name="csY0" fmla="*/ 64884 h 163067"/>
                <a:gd name="csX1" fmla="*/ 120205 w 298195"/>
                <a:gd name="csY1" fmla="*/ 123495 h 163067"/>
                <a:gd name="csX2" fmla="*/ 148907 w 298195"/>
                <a:gd name="csY2" fmla="*/ 114840 h 163067"/>
                <a:gd name="csX3" fmla="*/ 173799 w 298195"/>
                <a:gd name="csY3" fmla="*/ 123495 h 163067"/>
                <a:gd name="csX4" fmla="*/ 172593 w 298195"/>
                <a:gd name="csY4" fmla="*/ 136576 h 163067"/>
                <a:gd name="csX5" fmla="*/ 195135 w 298195"/>
                <a:gd name="csY5" fmla="*/ 150311 h 163067"/>
                <a:gd name="csX6" fmla="*/ 211899 w 298195"/>
                <a:gd name="csY6" fmla="*/ 141878 h 163067"/>
                <a:gd name="csX7" fmla="*/ 220027 w 298195"/>
                <a:gd name="csY7" fmla="*/ 153880 h 163067"/>
                <a:gd name="csX8" fmla="*/ 249682 w 298195"/>
                <a:gd name="csY8" fmla="*/ 160909 h 163067"/>
                <a:gd name="csX9" fmla="*/ 263207 w 298195"/>
                <a:gd name="csY9" fmla="*/ 152038 h 163067"/>
                <a:gd name="csX10" fmla="*/ 270701 w 298195"/>
                <a:gd name="csY10" fmla="*/ 162420 h 163067"/>
                <a:gd name="csX11" fmla="*/ 291973 w 298195"/>
                <a:gd name="csY11" fmla="*/ 163068 h 163067"/>
                <a:gd name="csX12" fmla="*/ 298196 w 298195"/>
                <a:gd name="csY12" fmla="*/ 142958 h 163067"/>
                <a:gd name="csX13" fmla="*/ 297752 w 298195"/>
                <a:gd name="csY13" fmla="*/ 100457 h 163067"/>
                <a:gd name="csX14" fmla="*/ 282828 w 298195"/>
                <a:gd name="csY14" fmla="*/ 105112 h 163067"/>
                <a:gd name="csX15" fmla="*/ 246888 w 298195"/>
                <a:gd name="csY15" fmla="*/ 91701 h 163067"/>
                <a:gd name="csX16" fmla="*/ 241426 w 298195"/>
                <a:gd name="csY16" fmla="*/ 100781 h 163067"/>
                <a:gd name="csX17" fmla="*/ 222948 w 298195"/>
                <a:gd name="csY17" fmla="*/ 102298 h 163067"/>
                <a:gd name="csX18" fmla="*/ 213233 w 298195"/>
                <a:gd name="csY18" fmla="*/ 86728 h 163067"/>
                <a:gd name="csX19" fmla="*/ 192722 w 298195"/>
                <a:gd name="csY19" fmla="*/ 85319 h 163067"/>
                <a:gd name="csX20" fmla="*/ 194945 w 298195"/>
                <a:gd name="csY20" fmla="*/ 73965 h 163067"/>
                <a:gd name="csX21" fmla="*/ 184658 w 298195"/>
                <a:gd name="csY21" fmla="*/ 66288 h 163067"/>
                <a:gd name="csX22" fmla="*/ 173291 w 298195"/>
                <a:gd name="csY22" fmla="*/ 71476 h 163067"/>
                <a:gd name="csX23" fmla="*/ 157924 w 298195"/>
                <a:gd name="csY23" fmla="*/ 61208 h 163067"/>
                <a:gd name="csX24" fmla="*/ 155194 w 298195"/>
                <a:gd name="csY24" fmla="*/ 49200 h 163067"/>
                <a:gd name="csX25" fmla="*/ 147320 w 298195"/>
                <a:gd name="csY25" fmla="*/ 45631 h 163067"/>
                <a:gd name="csX26" fmla="*/ 135191 w 298195"/>
                <a:gd name="csY26" fmla="*/ 50933 h 163067"/>
                <a:gd name="csX27" fmla="*/ 117601 w 298195"/>
                <a:gd name="csY27" fmla="*/ 32550 h 163067"/>
                <a:gd name="csX28" fmla="*/ 81280 w 298195"/>
                <a:gd name="csY28" fmla="*/ 14059 h 163067"/>
                <a:gd name="csX29" fmla="*/ 75946 w 298195"/>
                <a:gd name="csY29" fmla="*/ 2921 h 163067"/>
                <a:gd name="csX30" fmla="*/ 52070 w 298195"/>
                <a:gd name="csY30" fmla="*/ 0 h 163067"/>
                <a:gd name="csX31" fmla="*/ 45339 w 298195"/>
                <a:gd name="csY31" fmla="*/ 15246 h 163067"/>
                <a:gd name="csX32" fmla="*/ 33782 w 298195"/>
                <a:gd name="csY32" fmla="*/ 7245 h 163067"/>
                <a:gd name="csX33" fmla="*/ 10287 w 298195"/>
                <a:gd name="csY33" fmla="*/ 26600 h 163067"/>
                <a:gd name="csX34" fmla="*/ 0 w 298195"/>
                <a:gd name="csY34" fmla="*/ 64884 h 16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8195" h="163067">
                  <a:moveTo>
                    <a:pt x="0" y="64884"/>
                  </a:moveTo>
                  <a:lnTo>
                    <a:pt x="120205" y="123495"/>
                  </a:lnTo>
                  <a:lnTo>
                    <a:pt x="148907" y="114840"/>
                  </a:lnTo>
                  <a:lnTo>
                    <a:pt x="173799" y="123495"/>
                  </a:lnTo>
                  <a:lnTo>
                    <a:pt x="172593" y="136576"/>
                  </a:lnTo>
                  <a:lnTo>
                    <a:pt x="195135" y="150311"/>
                  </a:lnTo>
                  <a:lnTo>
                    <a:pt x="211899" y="141878"/>
                  </a:lnTo>
                  <a:lnTo>
                    <a:pt x="220027" y="153880"/>
                  </a:lnTo>
                  <a:lnTo>
                    <a:pt x="249682" y="160909"/>
                  </a:lnTo>
                  <a:lnTo>
                    <a:pt x="263207" y="152038"/>
                  </a:lnTo>
                  <a:lnTo>
                    <a:pt x="270701" y="162420"/>
                  </a:lnTo>
                  <a:lnTo>
                    <a:pt x="291973" y="163068"/>
                  </a:lnTo>
                  <a:lnTo>
                    <a:pt x="298196" y="142958"/>
                  </a:lnTo>
                  <a:lnTo>
                    <a:pt x="297752" y="100457"/>
                  </a:lnTo>
                  <a:lnTo>
                    <a:pt x="282828" y="105112"/>
                  </a:lnTo>
                  <a:lnTo>
                    <a:pt x="246888" y="91701"/>
                  </a:lnTo>
                  <a:lnTo>
                    <a:pt x="241426" y="100781"/>
                  </a:lnTo>
                  <a:lnTo>
                    <a:pt x="222948" y="102298"/>
                  </a:lnTo>
                  <a:lnTo>
                    <a:pt x="213233" y="86728"/>
                  </a:lnTo>
                  <a:lnTo>
                    <a:pt x="192722" y="85319"/>
                  </a:lnTo>
                  <a:lnTo>
                    <a:pt x="194945" y="73965"/>
                  </a:lnTo>
                  <a:lnTo>
                    <a:pt x="184658" y="66288"/>
                  </a:lnTo>
                  <a:lnTo>
                    <a:pt x="173291" y="71476"/>
                  </a:lnTo>
                  <a:lnTo>
                    <a:pt x="157924" y="61208"/>
                  </a:lnTo>
                  <a:lnTo>
                    <a:pt x="155194" y="49200"/>
                  </a:lnTo>
                  <a:lnTo>
                    <a:pt x="147320" y="45631"/>
                  </a:lnTo>
                  <a:lnTo>
                    <a:pt x="135191" y="50933"/>
                  </a:lnTo>
                  <a:lnTo>
                    <a:pt x="117601" y="32550"/>
                  </a:lnTo>
                  <a:lnTo>
                    <a:pt x="81280" y="14059"/>
                  </a:lnTo>
                  <a:lnTo>
                    <a:pt x="75946" y="2921"/>
                  </a:lnTo>
                  <a:lnTo>
                    <a:pt x="52070" y="0"/>
                  </a:lnTo>
                  <a:lnTo>
                    <a:pt x="45339" y="15246"/>
                  </a:lnTo>
                  <a:lnTo>
                    <a:pt x="33782" y="7245"/>
                  </a:lnTo>
                  <a:lnTo>
                    <a:pt x="10287" y="26600"/>
                  </a:lnTo>
                  <a:lnTo>
                    <a:pt x="0" y="64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34996B4F-3B69-DA2A-2060-C2128FA46735}"/>
                </a:ext>
              </a:extLst>
            </p:cNvPr>
            <p:cNvSpPr/>
            <p:nvPr/>
          </p:nvSpPr>
          <p:spPr>
            <a:xfrm>
              <a:off x="8111109" y="4316531"/>
              <a:ext cx="8163" cy="8568"/>
            </a:xfrm>
            <a:custGeom>
              <a:avLst/>
              <a:gdLst>
                <a:gd name="csX0" fmla="*/ 7318 w 9414"/>
                <a:gd name="csY0" fmla="*/ 9882 h 9881"/>
                <a:gd name="csX1" fmla="*/ 9033 w 9414"/>
                <a:gd name="csY1" fmla="*/ 3399 h 9881"/>
                <a:gd name="csX2" fmla="*/ 2048 w 9414"/>
                <a:gd name="csY2" fmla="*/ 46 h 9881"/>
                <a:gd name="csX3" fmla="*/ 3001 w 9414"/>
                <a:gd name="csY3" fmla="*/ 7075 h 9881"/>
                <a:gd name="csX4" fmla="*/ 7318 w 9414"/>
                <a:gd name="csY4" fmla="*/ 9882 h 9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14" h="9881">
                  <a:moveTo>
                    <a:pt x="7318" y="9882"/>
                  </a:moveTo>
                  <a:cubicBezTo>
                    <a:pt x="10684" y="9882"/>
                    <a:pt x="8970" y="4046"/>
                    <a:pt x="9033" y="3399"/>
                  </a:cubicBezTo>
                  <a:cubicBezTo>
                    <a:pt x="8525" y="-1148"/>
                    <a:pt x="3001" y="262"/>
                    <a:pt x="2048" y="46"/>
                  </a:cubicBezTo>
                  <a:cubicBezTo>
                    <a:pt x="-2841" y="46"/>
                    <a:pt x="2492" y="5774"/>
                    <a:pt x="3001" y="7075"/>
                  </a:cubicBezTo>
                  <a:cubicBezTo>
                    <a:pt x="3953" y="8587"/>
                    <a:pt x="5922" y="9882"/>
                    <a:pt x="7318" y="98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2E1402BE-4A87-6147-1EC7-1A3CBFB2A6CB}"/>
                </a:ext>
              </a:extLst>
            </p:cNvPr>
            <p:cNvSpPr/>
            <p:nvPr/>
          </p:nvSpPr>
          <p:spPr>
            <a:xfrm>
              <a:off x="8265096" y="4555017"/>
              <a:ext cx="5268" cy="7790"/>
            </a:xfrm>
            <a:custGeom>
              <a:avLst/>
              <a:gdLst>
                <a:gd name="csX0" fmla="*/ 2387 w 6075"/>
                <a:gd name="csY0" fmla="*/ 0 h 8984"/>
                <a:gd name="csX1" fmla="*/ 863 w 6075"/>
                <a:gd name="csY1" fmla="*/ 5836 h 8984"/>
                <a:gd name="csX2" fmla="*/ 6070 w 6075"/>
                <a:gd name="csY2" fmla="*/ 5728 h 8984"/>
                <a:gd name="csX3" fmla="*/ 6070 w 6075"/>
                <a:gd name="csY3" fmla="*/ 3353 h 8984"/>
                <a:gd name="csX4" fmla="*/ 2514 w 6075"/>
                <a:gd name="csY4" fmla="*/ 0 h 8984"/>
                <a:gd name="csX5" fmla="*/ 2387 w 6075"/>
                <a:gd name="csY5" fmla="*/ 0 h 8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75" h="8984">
                  <a:moveTo>
                    <a:pt x="2387" y="0"/>
                  </a:moveTo>
                  <a:cubicBezTo>
                    <a:pt x="-1868" y="0"/>
                    <a:pt x="863" y="5836"/>
                    <a:pt x="863" y="5836"/>
                  </a:cubicBezTo>
                  <a:cubicBezTo>
                    <a:pt x="2133" y="10052"/>
                    <a:pt x="6260" y="10052"/>
                    <a:pt x="6070" y="5728"/>
                  </a:cubicBezTo>
                  <a:lnTo>
                    <a:pt x="6070" y="3353"/>
                  </a:lnTo>
                  <a:cubicBezTo>
                    <a:pt x="5752" y="1511"/>
                    <a:pt x="4228" y="0"/>
                    <a:pt x="2514" y="0"/>
                  </a:cubicBezTo>
                  <a:lnTo>
                    <a:pt x="238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139E93C3-E546-DE13-E687-A7D517E85977}"/>
                </a:ext>
              </a:extLst>
            </p:cNvPr>
            <p:cNvSpPr/>
            <p:nvPr/>
          </p:nvSpPr>
          <p:spPr>
            <a:xfrm>
              <a:off x="8261928" y="4523366"/>
              <a:ext cx="8232" cy="12177"/>
            </a:xfrm>
            <a:custGeom>
              <a:avLst/>
              <a:gdLst>
                <a:gd name="csX0" fmla="*/ 4834 w 9494"/>
                <a:gd name="csY0" fmla="*/ 13681 h 14043"/>
                <a:gd name="csX1" fmla="*/ 8962 w 9494"/>
                <a:gd name="csY1" fmla="*/ 7953 h 14043"/>
                <a:gd name="csX2" fmla="*/ 1786 w 9494"/>
                <a:gd name="csY2" fmla="*/ 168 h 14043"/>
                <a:gd name="csX3" fmla="*/ 72 w 9494"/>
                <a:gd name="csY3" fmla="*/ 4384 h 14043"/>
                <a:gd name="csX4" fmla="*/ 4834 w 9494"/>
                <a:gd name="csY4" fmla="*/ 13681 h 14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94" h="14043">
                  <a:moveTo>
                    <a:pt x="4834" y="13681"/>
                  </a:moveTo>
                  <a:cubicBezTo>
                    <a:pt x="5469" y="13141"/>
                    <a:pt x="11248" y="11846"/>
                    <a:pt x="8962" y="7953"/>
                  </a:cubicBezTo>
                  <a:cubicBezTo>
                    <a:pt x="7247" y="5464"/>
                    <a:pt x="5152" y="-1134"/>
                    <a:pt x="1786" y="168"/>
                  </a:cubicBezTo>
                  <a:cubicBezTo>
                    <a:pt x="517" y="708"/>
                    <a:pt x="-245" y="2543"/>
                    <a:pt x="72" y="4384"/>
                  </a:cubicBezTo>
                  <a:cubicBezTo>
                    <a:pt x="1024" y="7737"/>
                    <a:pt x="262" y="15846"/>
                    <a:pt x="4834" y="136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7FC92771-27A2-A359-2425-C05AC9E2E73F}"/>
                </a:ext>
              </a:extLst>
            </p:cNvPr>
            <p:cNvSpPr/>
            <p:nvPr/>
          </p:nvSpPr>
          <p:spPr>
            <a:xfrm>
              <a:off x="8251375" y="4535046"/>
              <a:ext cx="6731" cy="7686"/>
            </a:xfrm>
            <a:custGeom>
              <a:avLst/>
              <a:gdLst>
                <a:gd name="csX0" fmla="*/ 114 w 7763"/>
                <a:gd name="csY0" fmla="*/ 5512 h 8864"/>
                <a:gd name="csX1" fmla="*/ 3479 w 7763"/>
                <a:gd name="csY1" fmla="*/ 8865 h 8864"/>
                <a:gd name="csX2" fmla="*/ 4877 w 7763"/>
                <a:gd name="csY2" fmla="*/ 8865 h 8864"/>
                <a:gd name="csX3" fmla="*/ 7480 w 7763"/>
                <a:gd name="csY3" fmla="*/ 3346 h 8864"/>
                <a:gd name="csX4" fmla="*/ 3607 w 7763"/>
                <a:gd name="csY4" fmla="*/ 0 h 8864"/>
                <a:gd name="csX5" fmla="*/ 3352 w 7763"/>
                <a:gd name="csY5" fmla="*/ 0 h 8864"/>
                <a:gd name="csX6" fmla="*/ 51 w 7763"/>
                <a:gd name="csY6" fmla="*/ 5512 h 8864"/>
                <a:gd name="csX7" fmla="*/ 114 w 7763"/>
                <a:gd name="csY7" fmla="*/ 5512 h 8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63" h="8864">
                  <a:moveTo>
                    <a:pt x="114" y="5512"/>
                  </a:moveTo>
                  <a:cubicBezTo>
                    <a:pt x="114" y="7353"/>
                    <a:pt x="1638" y="8865"/>
                    <a:pt x="3479" y="8865"/>
                  </a:cubicBezTo>
                  <a:lnTo>
                    <a:pt x="4877" y="8865"/>
                  </a:lnTo>
                  <a:cubicBezTo>
                    <a:pt x="9195" y="8865"/>
                    <a:pt x="7353" y="3892"/>
                    <a:pt x="7480" y="3346"/>
                  </a:cubicBezTo>
                  <a:cubicBezTo>
                    <a:pt x="7289" y="1511"/>
                    <a:pt x="5512" y="0"/>
                    <a:pt x="3607" y="0"/>
                  </a:cubicBezTo>
                  <a:lnTo>
                    <a:pt x="3352" y="0"/>
                  </a:lnTo>
                  <a:cubicBezTo>
                    <a:pt x="-838" y="0"/>
                    <a:pt x="114" y="4972"/>
                    <a:pt x="51" y="5512"/>
                  </a:cubicBezTo>
                  <a:lnTo>
                    <a:pt x="114" y="5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8D7D23A5-AF73-372A-1AF7-1B5AA3C65B26}"/>
                </a:ext>
              </a:extLst>
            </p:cNvPr>
            <p:cNvSpPr/>
            <p:nvPr/>
          </p:nvSpPr>
          <p:spPr>
            <a:xfrm>
              <a:off x="8260439" y="4607060"/>
              <a:ext cx="5797" cy="9868"/>
            </a:xfrm>
            <a:custGeom>
              <a:avLst/>
              <a:gdLst>
                <a:gd name="csX0" fmla="*/ 201 w 6685"/>
                <a:gd name="csY0" fmla="*/ 10161 h 11380"/>
                <a:gd name="csX1" fmla="*/ 5662 w 6685"/>
                <a:gd name="csY1" fmla="*/ 7024 h 11380"/>
                <a:gd name="csX2" fmla="*/ 6107 w 6685"/>
                <a:gd name="csY2" fmla="*/ 1513 h 11380"/>
                <a:gd name="csX3" fmla="*/ 6107 w 6685"/>
                <a:gd name="csY3" fmla="*/ 1297 h 11380"/>
                <a:gd name="csX4" fmla="*/ 900 w 6685"/>
                <a:gd name="csY4" fmla="*/ 4535 h 11380"/>
                <a:gd name="csX5" fmla="*/ 201 w 6685"/>
                <a:gd name="csY5" fmla="*/ 10269 h 11380"/>
                <a:gd name="csX6" fmla="*/ 201 w 6685"/>
                <a:gd name="csY6" fmla="*/ 10161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5" h="11380">
                  <a:moveTo>
                    <a:pt x="201" y="10161"/>
                  </a:moveTo>
                  <a:cubicBezTo>
                    <a:pt x="1344" y="13946"/>
                    <a:pt x="4964" y="7780"/>
                    <a:pt x="5662" y="7024"/>
                  </a:cubicBezTo>
                  <a:cubicBezTo>
                    <a:pt x="6869" y="5621"/>
                    <a:pt x="6996" y="3024"/>
                    <a:pt x="6107" y="1513"/>
                  </a:cubicBezTo>
                  <a:lnTo>
                    <a:pt x="6107" y="1297"/>
                  </a:lnTo>
                  <a:cubicBezTo>
                    <a:pt x="3885" y="-2710"/>
                    <a:pt x="1598" y="3779"/>
                    <a:pt x="900" y="4535"/>
                  </a:cubicBezTo>
                  <a:cubicBezTo>
                    <a:pt x="74" y="6161"/>
                    <a:pt x="-243" y="8758"/>
                    <a:pt x="201" y="10269"/>
                  </a:cubicBezTo>
                  <a:lnTo>
                    <a:pt x="201" y="10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E6BDDC42-969B-E14F-8A11-982FC6BEB913}"/>
                </a:ext>
              </a:extLst>
            </p:cNvPr>
            <p:cNvSpPr/>
            <p:nvPr/>
          </p:nvSpPr>
          <p:spPr>
            <a:xfrm>
              <a:off x="8066579" y="3981353"/>
              <a:ext cx="289070" cy="632077"/>
            </a:xfrm>
            <a:custGeom>
              <a:avLst/>
              <a:gdLst>
                <a:gd name="csX0" fmla="*/ 250889 w 333375"/>
                <a:gd name="csY0" fmla="*/ 703326 h 728954"/>
                <a:gd name="csX1" fmla="*/ 279146 w 333375"/>
                <a:gd name="csY1" fmla="*/ 653040 h 728954"/>
                <a:gd name="csX2" fmla="*/ 271907 w 333375"/>
                <a:gd name="csY2" fmla="*/ 627850 h 728954"/>
                <a:gd name="csX3" fmla="*/ 261430 w 333375"/>
                <a:gd name="csY3" fmla="*/ 617684 h 728954"/>
                <a:gd name="csX4" fmla="*/ 260096 w 333375"/>
                <a:gd name="csY4" fmla="*/ 578860 h 728954"/>
                <a:gd name="csX5" fmla="*/ 238760 w 333375"/>
                <a:gd name="csY5" fmla="*/ 559721 h 728954"/>
                <a:gd name="csX6" fmla="*/ 227774 w 333375"/>
                <a:gd name="csY6" fmla="*/ 530199 h 728954"/>
                <a:gd name="csX7" fmla="*/ 242380 w 333375"/>
                <a:gd name="csY7" fmla="*/ 523062 h 728954"/>
                <a:gd name="csX8" fmla="*/ 243649 w 333375"/>
                <a:gd name="csY8" fmla="*/ 500139 h 728954"/>
                <a:gd name="csX9" fmla="*/ 254191 w 333375"/>
                <a:gd name="csY9" fmla="*/ 497325 h 728954"/>
                <a:gd name="csX10" fmla="*/ 255270 w 333375"/>
                <a:gd name="csY10" fmla="*/ 475481 h 728954"/>
                <a:gd name="csX11" fmla="*/ 242697 w 333375"/>
                <a:gd name="csY11" fmla="*/ 477863 h 728954"/>
                <a:gd name="csX12" fmla="*/ 237617 w 333375"/>
                <a:gd name="csY12" fmla="*/ 460991 h 728954"/>
                <a:gd name="csX13" fmla="*/ 197359 w 333375"/>
                <a:gd name="csY13" fmla="*/ 405194 h 728954"/>
                <a:gd name="csX14" fmla="*/ 214249 w 333375"/>
                <a:gd name="csY14" fmla="*/ 397624 h 728954"/>
                <a:gd name="csX15" fmla="*/ 218884 w 333375"/>
                <a:gd name="csY15" fmla="*/ 356965 h 728954"/>
                <a:gd name="csX16" fmla="*/ 259271 w 333375"/>
                <a:gd name="csY16" fmla="*/ 354368 h 728954"/>
                <a:gd name="csX17" fmla="*/ 264223 w 333375"/>
                <a:gd name="csY17" fmla="*/ 338690 h 728954"/>
                <a:gd name="csX18" fmla="*/ 298514 w 333375"/>
                <a:gd name="csY18" fmla="*/ 332416 h 728954"/>
                <a:gd name="csX19" fmla="*/ 333375 w 333375"/>
                <a:gd name="csY19" fmla="*/ 290456 h 728954"/>
                <a:gd name="csX20" fmla="*/ 327216 w 333375"/>
                <a:gd name="csY20" fmla="*/ 272618 h 728954"/>
                <a:gd name="csX21" fmla="*/ 302895 w 333375"/>
                <a:gd name="csY21" fmla="*/ 280403 h 728954"/>
                <a:gd name="csX22" fmla="*/ 293433 w 333375"/>
                <a:gd name="csY22" fmla="*/ 263315 h 728954"/>
                <a:gd name="csX23" fmla="*/ 266192 w 333375"/>
                <a:gd name="csY23" fmla="*/ 260610 h 728954"/>
                <a:gd name="csX24" fmla="*/ 268097 w 333375"/>
                <a:gd name="csY24" fmla="*/ 241364 h 728954"/>
                <a:gd name="csX25" fmla="*/ 278511 w 333375"/>
                <a:gd name="csY25" fmla="*/ 238766 h 728954"/>
                <a:gd name="csX26" fmla="*/ 275590 w 333375"/>
                <a:gd name="csY26" fmla="*/ 219196 h 728954"/>
                <a:gd name="csX27" fmla="*/ 255778 w 333375"/>
                <a:gd name="csY27" fmla="*/ 219196 h 728954"/>
                <a:gd name="csX28" fmla="*/ 246253 w 333375"/>
                <a:gd name="csY28" fmla="*/ 195402 h 728954"/>
                <a:gd name="csX29" fmla="*/ 255778 w 333375"/>
                <a:gd name="csY29" fmla="*/ 180702 h 728954"/>
                <a:gd name="csX30" fmla="*/ 225996 w 333375"/>
                <a:gd name="csY30" fmla="*/ 180702 h 728954"/>
                <a:gd name="csX31" fmla="*/ 204153 w 333375"/>
                <a:gd name="csY31" fmla="*/ 193135 h 728954"/>
                <a:gd name="csX32" fmla="*/ 203391 w 333375"/>
                <a:gd name="csY32" fmla="*/ 162642 h 728954"/>
                <a:gd name="csX33" fmla="*/ 211836 w 333375"/>
                <a:gd name="csY33" fmla="*/ 156153 h 728954"/>
                <a:gd name="csX34" fmla="*/ 215519 w 333375"/>
                <a:gd name="csY34" fmla="*/ 140475 h 728954"/>
                <a:gd name="csX35" fmla="*/ 245808 w 333375"/>
                <a:gd name="csY35" fmla="*/ 114300 h 728954"/>
                <a:gd name="csX36" fmla="*/ 251206 w 333375"/>
                <a:gd name="csY36" fmla="*/ 46177 h 728954"/>
                <a:gd name="csX37" fmla="*/ 237363 w 333375"/>
                <a:gd name="csY37" fmla="*/ 48444 h 728954"/>
                <a:gd name="csX38" fmla="*/ 231521 w 333375"/>
                <a:gd name="csY38" fmla="*/ 17519 h 728954"/>
                <a:gd name="csX39" fmla="*/ 203391 w 333375"/>
                <a:gd name="csY39" fmla="*/ 0 h 728954"/>
                <a:gd name="csX40" fmla="*/ 195199 w 333375"/>
                <a:gd name="csY40" fmla="*/ 24333 h 728954"/>
                <a:gd name="csX41" fmla="*/ 201422 w 333375"/>
                <a:gd name="csY41" fmla="*/ 34176 h 728954"/>
                <a:gd name="csX42" fmla="*/ 179133 w 333375"/>
                <a:gd name="csY42" fmla="*/ 45638 h 728954"/>
                <a:gd name="csX43" fmla="*/ 190309 w 333375"/>
                <a:gd name="csY43" fmla="*/ 64992 h 728954"/>
                <a:gd name="csX44" fmla="*/ 172847 w 333375"/>
                <a:gd name="csY44" fmla="*/ 67913 h 728954"/>
                <a:gd name="csX45" fmla="*/ 160210 w 333375"/>
                <a:gd name="csY45" fmla="*/ 60344 h 728954"/>
                <a:gd name="csX46" fmla="*/ 130239 w 333375"/>
                <a:gd name="csY46" fmla="*/ 79807 h 728954"/>
                <a:gd name="csX47" fmla="*/ 111634 w 333375"/>
                <a:gd name="csY47" fmla="*/ 84779 h 728954"/>
                <a:gd name="csX48" fmla="*/ 112395 w 333375"/>
                <a:gd name="csY48" fmla="*/ 110515 h 728954"/>
                <a:gd name="csX49" fmla="*/ 89409 w 333375"/>
                <a:gd name="csY49" fmla="*/ 137878 h 728954"/>
                <a:gd name="csX50" fmla="*/ 97409 w 333375"/>
                <a:gd name="csY50" fmla="*/ 148692 h 728954"/>
                <a:gd name="csX51" fmla="*/ 75692 w 333375"/>
                <a:gd name="csY51" fmla="*/ 194431 h 728954"/>
                <a:gd name="csX52" fmla="*/ 45783 w 333375"/>
                <a:gd name="csY52" fmla="*/ 183940 h 728954"/>
                <a:gd name="csX53" fmla="*/ 42228 w 333375"/>
                <a:gd name="csY53" fmla="*/ 192272 h 728954"/>
                <a:gd name="csX54" fmla="*/ 47943 w 333375"/>
                <a:gd name="csY54" fmla="*/ 225470 h 728954"/>
                <a:gd name="csX55" fmla="*/ 37338 w 333375"/>
                <a:gd name="csY55" fmla="*/ 229686 h 728954"/>
                <a:gd name="csX56" fmla="*/ 42863 w 333375"/>
                <a:gd name="csY56" fmla="*/ 256826 h 728954"/>
                <a:gd name="csX57" fmla="*/ 33338 w 333375"/>
                <a:gd name="csY57" fmla="*/ 267316 h 728954"/>
                <a:gd name="csX58" fmla="*/ 17208 w 333375"/>
                <a:gd name="csY58" fmla="*/ 263855 h 728954"/>
                <a:gd name="csX59" fmla="*/ 23622 w 333375"/>
                <a:gd name="csY59" fmla="*/ 297923 h 728954"/>
                <a:gd name="csX60" fmla="*/ 7493 w 333375"/>
                <a:gd name="csY60" fmla="*/ 289484 h 728954"/>
                <a:gd name="csX61" fmla="*/ 0 w 333375"/>
                <a:gd name="csY61" fmla="*/ 301161 h 728954"/>
                <a:gd name="csX62" fmla="*/ 7303 w 333375"/>
                <a:gd name="csY62" fmla="*/ 312629 h 728954"/>
                <a:gd name="csX63" fmla="*/ 33338 w 333375"/>
                <a:gd name="csY63" fmla="*/ 346151 h 728954"/>
                <a:gd name="csX64" fmla="*/ 39307 w 333375"/>
                <a:gd name="csY64" fmla="*/ 346367 h 728954"/>
                <a:gd name="csX65" fmla="*/ 40069 w 333375"/>
                <a:gd name="csY65" fmla="*/ 338582 h 728954"/>
                <a:gd name="csX66" fmla="*/ 47434 w 333375"/>
                <a:gd name="csY66" fmla="*/ 342798 h 728954"/>
                <a:gd name="csX67" fmla="*/ 51943 w 333375"/>
                <a:gd name="csY67" fmla="*/ 351447 h 728954"/>
                <a:gd name="csX68" fmla="*/ 62992 w 333375"/>
                <a:gd name="csY68" fmla="*/ 358153 h 728954"/>
                <a:gd name="csX69" fmla="*/ 56388 w 333375"/>
                <a:gd name="csY69" fmla="*/ 360750 h 728954"/>
                <a:gd name="csX70" fmla="*/ 53784 w 333375"/>
                <a:gd name="csY70" fmla="*/ 363887 h 728954"/>
                <a:gd name="csX71" fmla="*/ 51880 w 333375"/>
                <a:gd name="csY71" fmla="*/ 364103 h 728954"/>
                <a:gd name="csX72" fmla="*/ 63564 w 333375"/>
                <a:gd name="csY72" fmla="*/ 384753 h 728954"/>
                <a:gd name="csX73" fmla="*/ 65913 w 333375"/>
                <a:gd name="csY73" fmla="*/ 377723 h 728954"/>
                <a:gd name="csX74" fmla="*/ 71692 w 333375"/>
                <a:gd name="csY74" fmla="*/ 375996 h 728954"/>
                <a:gd name="csX75" fmla="*/ 73279 w 333375"/>
                <a:gd name="csY75" fmla="*/ 390379 h 728954"/>
                <a:gd name="csX76" fmla="*/ 87376 w 333375"/>
                <a:gd name="csY76" fmla="*/ 418929 h 728954"/>
                <a:gd name="csX77" fmla="*/ 90932 w 333375"/>
                <a:gd name="csY77" fmla="*/ 436010 h 728954"/>
                <a:gd name="csX78" fmla="*/ 77216 w 333375"/>
                <a:gd name="csY78" fmla="*/ 492461 h 728954"/>
                <a:gd name="csX79" fmla="*/ 82931 w 333375"/>
                <a:gd name="csY79" fmla="*/ 496894 h 728954"/>
                <a:gd name="csX80" fmla="*/ 90805 w 333375"/>
                <a:gd name="csY80" fmla="*/ 489217 h 728954"/>
                <a:gd name="csX81" fmla="*/ 88329 w 333375"/>
                <a:gd name="csY81" fmla="*/ 498405 h 728954"/>
                <a:gd name="csX82" fmla="*/ 101791 w 333375"/>
                <a:gd name="csY82" fmla="*/ 506514 h 728954"/>
                <a:gd name="csX83" fmla="*/ 106934 w 333375"/>
                <a:gd name="csY83" fmla="*/ 497973 h 728954"/>
                <a:gd name="csX84" fmla="*/ 112776 w 333375"/>
                <a:gd name="csY84" fmla="*/ 495592 h 728954"/>
                <a:gd name="csX85" fmla="*/ 115507 w 333375"/>
                <a:gd name="csY85" fmla="*/ 509867 h 728954"/>
                <a:gd name="csX86" fmla="*/ 127509 w 333375"/>
                <a:gd name="csY86" fmla="*/ 507168 h 728954"/>
                <a:gd name="csX87" fmla="*/ 141288 w 333375"/>
                <a:gd name="csY87" fmla="*/ 489864 h 728954"/>
                <a:gd name="csX88" fmla="*/ 153607 w 333375"/>
                <a:gd name="csY88" fmla="*/ 479158 h 728954"/>
                <a:gd name="csX89" fmla="*/ 151956 w 333375"/>
                <a:gd name="csY89" fmla="*/ 468344 h 728954"/>
                <a:gd name="csX90" fmla="*/ 156845 w 333375"/>
                <a:gd name="csY90" fmla="*/ 472345 h 728954"/>
                <a:gd name="csX91" fmla="*/ 163767 w 333375"/>
                <a:gd name="csY91" fmla="*/ 478295 h 728954"/>
                <a:gd name="csX92" fmla="*/ 172847 w 333375"/>
                <a:gd name="csY92" fmla="*/ 466833 h 728954"/>
                <a:gd name="csX93" fmla="*/ 175387 w 333375"/>
                <a:gd name="csY93" fmla="*/ 448234 h 728954"/>
                <a:gd name="csX94" fmla="*/ 179070 w 333375"/>
                <a:gd name="csY94" fmla="*/ 446069 h 728954"/>
                <a:gd name="csX95" fmla="*/ 179388 w 333375"/>
                <a:gd name="csY95" fmla="*/ 446069 h 728954"/>
                <a:gd name="csX96" fmla="*/ 197548 w 333375"/>
                <a:gd name="csY96" fmla="*/ 484346 h 728954"/>
                <a:gd name="csX97" fmla="*/ 201867 w 333375"/>
                <a:gd name="csY97" fmla="*/ 486620 h 728954"/>
                <a:gd name="csX98" fmla="*/ 203645 w 333375"/>
                <a:gd name="csY98" fmla="*/ 494189 h 728954"/>
                <a:gd name="csX99" fmla="*/ 207073 w 333375"/>
                <a:gd name="csY99" fmla="*/ 503491 h 728954"/>
                <a:gd name="csX100" fmla="*/ 211709 w 333375"/>
                <a:gd name="csY100" fmla="*/ 544259 h 728954"/>
                <a:gd name="csX101" fmla="*/ 219646 w 333375"/>
                <a:gd name="csY101" fmla="*/ 567290 h 728954"/>
                <a:gd name="csX102" fmla="*/ 224092 w 333375"/>
                <a:gd name="csY102" fmla="*/ 588810 h 728954"/>
                <a:gd name="csX103" fmla="*/ 225361 w 333375"/>
                <a:gd name="csY103" fmla="*/ 586968 h 728954"/>
                <a:gd name="csX104" fmla="*/ 228918 w 333375"/>
                <a:gd name="csY104" fmla="*/ 587184 h 728954"/>
                <a:gd name="csX105" fmla="*/ 238125 w 333375"/>
                <a:gd name="csY105" fmla="*/ 604704 h 728954"/>
                <a:gd name="csX106" fmla="*/ 239776 w 333375"/>
                <a:gd name="csY106" fmla="*/ 625901 h 728954"/>
                <a:gd name="csX107" fmla="*/ 241935 w 333375"/>
                <a:gd name="csY107" fmla="*/ 636822 h 728954"/>
                <a:gd name="csX108" fmla="*/ 237681 w 333375"/>
                <a:gd name="csY108" fmla="*/ 645471 h 728954"/>
                <a:gd name="csX109" fmla="*/ 242126 w 333375"/>
                <a:gd name="csY109" fmla="*/ 650558 h 728954"/>
                <a:gd name="csX110" fmla="*/ 236855 w 333375"/>
                <a:gd name="csY110" fmla="*/ 652393 h 728954"/>
                <a:gd name="csX111" fmla="*/ 237299 w 333375"/>
                <a:gd name="csY111" fmla="*/ 659098 h 728954"/>
                <a:gd name="csX112" fmla="*/ 241809 w 333375"/>
                <a:gd name="csY112" fmla="*/ 660286 h 728954"/>
                <a:gd name="csX113" fmla="*/ 242697 w 333375"/>
                <a:gd name="csY113" fmla="*/ 659746 h 728954"/>
                <a:gd name="csX114" fmla="*/ 247777 w 333375"/>
                <a:gd name="csY114" fmla="*/ 666236 h 728954"/>
                <a:gd name="csX115" fmla="*/ 239649 w 333375"/>
                <a:gd name="csY115" fmla="*/ 694246 h 728954"/>
                <a:gd name="csX116" fmla="*/ 233997 w 333375"/>
                <a:gd name="csY116" fmla="*/ 704405 h 728954"/>
                <a:gd name="csX117" fmla="*/ 239205 w 333375"/>
                <a:gd name="csY117" fmla="*/ 728955 h 728954"/>
                <a:gd name="csX118" fmla="*/ 250381 w 333375"/>
                <a:gd name="csY118" fmla="*/ 718248 h 728954"/>
                <a:gd name="csX119" fmla="*/ 250381 w 333375"/>
                <a:gd name="csY119" fmla="*/ 702678 h 728954"/>
                <a:gd name="csX120" fmla="*/ 250889 w 333375"/>
                <a:gd name="csY120" fmla="*/ 703326 h 728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333375" h="728954">
                  <a:moveTo>
                    <a:pt x="250889" y="703326"/>
                  </a:moveTo>
                  <a:lnTo>
                    <a:pt x="279146" y="653040"/>
                  </a:lnTo>
                  <a:lnTo>
                    <a:pt x="271907" y="627850"/>
                  </a:lnTo>
                  <a:lnTo>
                    <a:pt x="261430" y="617684"/>
                  </a:lnTo>
                  <a:lnTo>
                    <a:pt x="260096" y="578860"/>
                  </a:lnTo>
                  <a:lnTo>
                    <a:pt x="238760" y="559721"/>
                  </a:lnTo>
                  <a:lnTo>
                    <a:pt x="227774" y="530199"/>
                  </a:lnTo>
                  <a:lnTo>
                    <a:pt x="242380" y="523062"/>
                  </a:lnTo>
                  <a:lnTo>
                    <a:pt x="243649" y="500139"/>
                  </a:lnTo>
                  <a:lnTo>
                    <a:pt x="254191" y="497325"/>
                  </a:lnTo>
                  <a:lnTo>
                    <a:pt x="255270" y="475481"/>
                  </a:lnTo>
                  <a:lnTo>
                    <a:pt x="242697" y="477863"/>
                  </a:lnTo>
                  <a:lnTo>
                    <a:pt x="237617" y="460991"/>
                  </a:lnTo>
                  <a:lnTo>
                    <a:pt x="197359" y="405194"/>
                  </a:lnTo>
                  <a:lnTo>
                    <a:pt x="214249" y="397624"/>
                  </a:lnTo>
                  <a:lnTo>
                    <a:pt x="218884" y="356965"/>
                  </a:lnTo>
                  <a:lnTo>
                    <a:pt x="259271" y="354368"/>
                  </a:lnTo>
                  <a:lnTo>
                    <a:pt x="264223" y="338690"/>
                  </a:lnTo>
                  <a:lnTo>
                    <a:pt x="298514" y="332416"/>
                  </a:lnTo>
                  <a:lnTo>
                    <a:pt x="333375" y="290456"/>
                  </a:lnTo>
                  <a:lnTo>
                    <a:pt x="327216" y="272618"/>
                  </a:lnTo>
                  <a:lnTo>
                    <a:pt x="302895" y="280403"/>
                  </a:lnTo>
                  <a:lnTo>
                    <a:pt x="293433" y="263315"/>
                  </a:lnTo>
                  <a:lnTo>
                    <a:pt x="266192" y="260610"/>
                  </a:lnTo>
                  <a:lnTo>
                    <a:pt x="268097" y="241364"/>
                  </a:lnTo>
                  <a:lnTo>
                    <a:pt x="278511" y="238766"/>
                  </a:lnTo>
                  <a:lnTo>
                    <a:pt x="275590" y="219196"/>
                  </a:lnTo>
                  <a:lnTo>
                    <a:pt x="255778" y="219196"/>
                  </a:lnTo>
                  <a:lnTo>
                    <a:pt x="246253" y="195402"/>
                  </a:lnTo>
                  <a:lnTo>
                    <a:pt x="255778" y="180702"/>
                  </a:lnTo>
                  <a:lnTo>
                    <a:pt x="225996" y="180702"/>
                  </a:lnTo>
                  <a:lnTo>
                    <a:pt x="204153" y="193135"/>
                  </a:lnTo>
                  <a:lnTo>
                    <a:pt x="203391" y="162642"/>
                  </a:lnTo>
                  <a:lnTo>
                    <a:pt x="211836" y="156153"/>
                  </a:lnTo>
                  <a:lnTo>
                    <a:pt x="215519" y="140475"/>
                  </a:lnTo>
                  <a:lnTo>
                    <a:pt x="245808" y="114300"/>
                  </a:lnTo>
                  <a:lnTo>
                    <a:pt x="251206" y="46177"/>
                  </a:lnTo>
                  <a:lnTo>
                    <a:pt x="237363" y="48444"/>
                  </a:lnTo>
                  <a:lnTo>
                    <a:pt x="231521" y="17519"/>
                  </a:lnTo>
                  <a:lnTo>
                    <a:pt x="203391" y="0"/>
                  </a:lnTo>
                  <a:lnTo>
                    <a:pt x="195199" y="24333"/>
                  </a:lnTo>
                  <a:lnTo>
                    <a:pt x="201422" y="34176"/>
                  </a:lnTo>
                  <a:lnTo>
                    <a:pt x="179133" y="45638"/>
                  </a:lnTo>
                  <a:lnTo>
                    <a:pt x="190309" y="64992"/>
                  </a:lnTo>
                  <a:lnTo>
                    <a:pt x="172847" y="67913"/>
                  </a:lnTo>
                  <a:lnTo>
                    <a:pt x="160210" y="60344"/>
                  </a:lnTo>
                  <a:lnTo>
                    <a:pt x="130239" y="79807"/>
                  </a:lnTo>
                  <a:lnTo>
                    <a:pt x="111634" y="84779"/>
                  </a:lnTo>
                  <a:lnTo>
                    <a:pt x="112395" y="110515"/>
                  </a:lnTo>
                  <a:lnTo>
                    <a:pt x="89409" y="137878"/>
                  </a:lnTo>
                  <a:lnTo>
                    <a:pt x="97409" y="148692"/>
                  </a:lnTo>
                  <a:lnTo>
                    <a:pt x="75692" y="194431"/>
                  </a:lnTo>
                  <a:lnTo>
                    <a:pt x="45783" y="183940"/>
                  </a:lnTo>
                  <a:lnTo>
                    <a:pt x="42228" y="192272"/>
                  </a:lnTo>
                  <a:lnTo>
                    <a:pt x="47943" y="225470"/>
                  </a:lnTo>
                  <a:lnTo>
                    <a:pt x="37338" y="229686"/>
                  </a:lnTo>
                  <a:lnTo>
                    <a:pt x="42863" y="256826"/>
                  </a:lnTo>
                  <a:lnTo>
                    <a:pt x="33338" y="267316"/>
                  </a:lnTo>
                  <a:lnTo>
                    <a:pt x="17208" y="263855"/>
                  </a:lnTo>
                  <a:lnTo>
                    <a:pt x="23622" y="297923"/>
                  </a:lnTo>
                  <a:lnTo>
                    <a:pt x="7493" y="289484"/>
                  </a:lnTo>
                  <a:lnTo>
                    <a:pt x="0" y="301161"/>
                  </a:lnTo>
                  <a:cubicBezTo>
                    <a:pt x="4699" y="311436"/>
                    <a:pt x="6414" y="316084"/>
                    <a:pt x="7303" y="312629"/>
                  </a:cubicBezTo>
                  <a:cubicBezTo>
                    <a:pt x="8255" y="308299"/>
                    <a:pt x="9652" y="312953"/>
                    <a:pt x="33338" y="346151"/>
                  </a:cubicBezTo>
                  <a:cubicBezTo>
                    <a:pt x="35941" y="349720"/>
                    <a:pt x="40640" y="350691"/>
                    <a:pt x="39307" y="346367"/>
                  </a:cubicBezTo>
                  <a:cubicBezTo>
                    <a:pt x="39116" y="344634"/>
                    <a:pt x="35179" y="337928"/>
                    <a:pt x="40069" y="338582"/>
                  </a:cubicBezTo>
                  <a:cubicBezTo>
                    <a:pt x="41021" y="338906"/>
                    <a:pt x="46546" y="338366"/>
                    <a:pt x="47434" y="342798"/>
                  </a:cubicBezTo>
                  <a:cubicBezTo>
                    <a:pt x="47943" y="344202"/>
                    <a:pt x="47434" y="349828"/>
                    <a:pt x="51943" y="351447"/>
                  </a:cubicBezTo>
                  <a:cubicBezTo>
                    <a:pt x="55435" y="353073"/>
                    <a:pt x="61595" y="353397"/>
                    <a:pt x="62992" y="358153"/>
                  </a:cubicBezTo>
                  <a:cubicBezTo>
                    <a:pt x="64643" y="363995"/>
                    <a:pt x="55118" y="355340"/>
                    <a:pt x="56388" y="360750"/>
                  </a:cubicBezTo>
                  <a:cubicBezTo>
                    <a:pt x="56833" y="362369"/>
                    <a:pt x="55626" y="363779"/>
                    <a:pt x="53784" y="363887"/>
                  </a:cubicBezTo>
                  <a:lnTo>
                    <a:pt x="51880" y="364103"/>
                  </a:lnTo>
                  <a:cubicBezTo>
                    <a:pt x="46038" y="364534"/>
                    <a:pt x="54546" y="371240"/>
                    <a:pt x="63564" y="384753"/>
                  </a:cubicBezTo>
                  <a:cubicBezTo>
                    <a:pt x="66358" y="388645"/>
                    <a:pt x="65596" y="380105"/>
                    <a:pt x="65913" y="377723"/>
                  </a:cubicBezTo>
                  <a:cubicBezTo>
                    <a:pt x="66167" y="373291"/>
                    <a:pt x="71692" y="371672"/>
                    <a:pt x="71692" y="375996"/>
                  </a:cubicBezTo>
                  <a:cubicBezTo>
                    <a:pt x="71882" y="380536"/>
                    <a:pt x="70930" y="385832"/>
                    <a:pt x="73279" y="390379"/>
                  </a:cubicBezTo>
                  <a:cubicBezTo>
                    <a:pt x="82741" y="408654"/>
                    <a:pt x="86170" y="413086"/>
                    <a:pt x="87376" y="418929"/>
                  </a:cubicBezTo>
                  <a:lnTo>
                    <a:pt x="90932" y="436010"/>
                  </a:lnTo>
                  <a:cubicBezTo>
                    <a:pt x="92266" y="442068"/>
                    <a:pt x="89409" y="445313"/>
                    <a:pt x="77216" y="492461"/>
                  </a:cubicBezTo>
                  <a:cubicBezTo>
                    <a:pt x="76009" y="496678"/>
                    <a:pt x="80455" y="500462"/>
                    <a:pt x="82931" y="496894"/>
                  </a:cubicBezTo>
                  <a:cubicBezTo>
                    <a:pt x="84455" y="495160"/>
                    <a:pt x="86741" y="490080"/>
                    <a:pt x="90805" y="489217"/>
                  </a:cubicBezTo>
                  <a:cubicBezTo>
                    <a:pt x="95186" y="488353"/>
                    <a:pt x="89535" y="495484"/>
                    <a:pt x="88329" y="498405"/>
                  </a:cubicBezTo>
                  <a:cubicBezTo>
                    <a:pt x="85852" y="503168"/>
                    <a:pt x="94742" y="503275"/>
                    <a:pt x="101791" y="506514"/>
                  </a:cubicBezTo>
                  <a:cubicBezTo>
                    <a:pt x="106426" y="508140"/>
                    <a:pt x="105855" y="500678"/>
                    <a:pt x="106934" y="497973"/>
                  </a:cubicBezTo>
                  <a:cubicBezTo>
                    <a:pt x="107823" y="493649"/>
                    <a:pt x="113030" y="491160"/>
                    <a:pt x="112776" y="495592"/>
                  </a:cubicBezTo>
                  <a:cubicBezTo>
                    <a:pt x="113157" y="501974"/>
                    <a:pt x="110109" y="509867"/>
                    <a:pt x="115507" y="509867"/>
                  </a:cubicBezTo>
                  <a:cubicBezTo>
                    <a:pt x="118872" y="509543"/>
                    <a:pt x="124714" y="511277"/>
                    <a:pt x="127509" y="507168"/>
                  </a:cubicBezTo>
                  <a:cubicBezTo>
                    <a:pt x="134366" y="497973"/>
                    <a:pt x="136398" y="492677"/>
                    <a:pt x="141288" y="489864"/>
                  </a:cubicBezTo>
                  <a:cubicBezTo>
                    <a:pt x="147638" y="485432"/>
                    <a:pt x="155639" y="484131"/>
                    <a:pt x="153607" y="479158"/>
                  </a:cubicBezTo>
                  <a:cubicBezTo>
                    <a:pt x="152400" y="475266"/>
                    <a:pt x="146876" y="466725"/>
                    <a:pt x="151956" y="468344"/>
                  </a:cubicBezTo>
                  <a:cubicBezTo>
                    <a:pt x="152971" y="468992"/>
                    <a:pt x="155321" y="469532"/>
                    <a:pt x="156845" y="472345"/>
                  </a:cubicBezTo>
                  <a:cubicBezTo>
                    <a:pt x="158369" y="474294"/>
                    <a:pt x="160210" y="481755"/>
                    <a:pt x="163767" y="478295"/>
                  </a:cubicBezTo>
                  <a:cubicBezTo>
                    <a:pt x="167005" y="474726"/>
                    <a:pt x="172085" y="471913"/>
                    <a:pt x="172847" y="466833"/>
                  </a:cubicBezTo>
                  <a:lnTo>
                    <a:pt x="175387" y="448234"/>
                  </a:lnTo>
                  <a:cubicBezTo>
                    <a:pt x="175705" y="446392"/>
                    <a:pt x="177292" y="445421"/>
                    <a:pt x="179070" y="446069"/>
                  </a:cubicBezTo>
                  <a:lnTo>
                    <a:pt x="179388" y="446069"/>
                  </a:lnTo>
                  <a:cubicBezTo>
                    <a:pt x="185103" y="448234"/>
                    <a:pt x="184341" y="454393"/>
                    <a:pt x="197548" y="484346"/>
                  </a:cubicBezTo>
                  <a:cubicBezTo>
                    <a:pt x="198183" y="486080"/>
                    <a:pt x="200279" y="487051"/>
                    <a:pt x="201867" y="486620"/>
                  </a:cubicBezTo>
                  <a:cubicBezTo>
                    <a:pt x="206439" y="485324"/>
                    <a:pt x="203645" y="492354"/>
                    <a:pt x="203645" y="494189"/>
                  </a:cubicBezTo>
                  <a:cubicBezTo>
                    <a:pt x="202883" y="498837"/>
                    <a:pt x="206184" y="501758"/>
                    <a:pt x="207073" y="503491"/>
                  </a:cubicBezTo>
                  <a:cubicBezTo>
                    <a:pt x="210312" y="508464"/>
                    <a:pt x="208915" y="513220"/>
                    <a:pt x="211709" y="544259"/>
                  </a:cubicBezTo>
                  <a:cubicBezTo>
                    <a:pt x="212154" y="549878"/>
                    <a:pt x="214947" y="554425"/>
                    <a:pt x="219646" y="567290"/>
                  </a:cubicBezTo>
                  <a:cubicBezTo>
                    <a:pt x="222885" y="575507"/>
                    <a:pt x="219964" y="594430"/>
                    <a:pt x="224092" y="588810"/>
                  </a:cubicBezTo>
                  <a:lnTo>
                    <a:pt x="225361" y="586968"/>
                  </a:lnTo>
                  <a:cubicBezTo>
                    <a:pt x="226441" y="585457"/>
                    <a:pt x="228092" y="585565"/>
                    <a:pt x="228918" y="587184"/>
                  </a:cubicBezTo>
                  <a:lnTo>
                    <a:pt x="238125" y="604704"/>
                  </a:lnTo>
                  <a:cubicBezTo>
                    <a:pt x="240602" y="609467"/>
                    <a:pt x="237490" y="614655"/>
                    <a:pt x="239776" y="625901"/>
                  </a:cubicBezTo>
                  <a:cubicBezTo>
                    <a:pt x="240602" y="631095"/>
                    <a:pt x="245173" y="633685"/>
                    <a:pt x="241935" y="636822"/>
                  </a:cubicBezTo>
                  <a:cubicBezTo>
                    <a:pt x="240284" y="638988"/>
                    <a:pt x="233617" y="642664"/>
                    <a:pt x="237681" y="645471"/>
                  </a:cubicBezTo>
                  <a:cubicBezTo>
                    <a:pt x="238379" y="646017"/>
                    <a:pt x="242443" y="648176"/>
                    <a:pt x="242126" y="650558"/>
                  </a:cubicBezTo>
                  <a:cubicBezTo>
                    <a:pt x="241809" y="652825"/>
                    <a:pt x="237490" y="652285"/>
                    <a:pt x="236855" y="652393"/>
                  </a:cubicBezTo>
                  <a:cubicBezTo>
                    <a:pt x="232156" y="652393"/>
                    <a:pt x="236855" y="657911"/>
                    <a:pt x="237299" y="659098"/>
                  </a:cubicBezTo>
                  <a:cubicBezTo>
                    <a:pt x="238125" y="660724"/>
                    <a:pt x="240221" y="661264"/>
                    <a:pt x="241809" y="660286"/>
                  </a:cubicBezTo>
                  <a:lnTo>
                    <a:pt x="242697" y="659746"/>
                  </a:lnTo>
                  <a:cubicBezTo>
                    <a:pt x="246444" y="657479"/>
                    <a:pt x="248730" y="662019"/>
                    <a:pt x="247777" y="666236"/>
                  </a:cubicBezTo>
                  <a:cubicBezTo>
                    <a:pt x="243015" y="684403"/>
                    <a:pt x="243459" y="689921"/>
                    <a:pt x="239649" y="694246"/>
                  </a:cubicBezTo>
                  <a:cubicBezTo>
                    <a:pt x="238125" y="696513"/>
                    <a:pt x="233617" y="699541"/>
                    <a:pt x="233997" y="704405"/>
                  </a:cubicBezTo>
                  <a:cubicBezTo>
                    <a:pt x="234759" y="717709"/>
                    <a:pt x="239205" y="724307"/>
                    <a:pt x="239205" y="728955"/>
                  </a:cubicBezTo>
                  <a:lnTo>
                    <a:pt x="250381" y="718248"/>
                  </a:lnTo>
                  <a:lnTo>
                    <a:pt x="250381" y="702678"/>
                  </a:lnTo>
                  <a:lnTo>
                    <a:pt x="250889" y="703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48064714-C530-B4C7-4AAC-9D7CB6FF0FCC}"/>
                </a:ext>
              </a:extLst>
            </p:cNvPr>
            <p:cNvSpPr/>
            <p:nvPr/>
          </p:nvSpPr>
          <p:spPr>
            <a:xfrm>
              <a:off x="7926283" y="3058416"/>
              <a:ext cx="1043735" cy="453075"/>
            </a:xfrm>
            <a:custGeom>
              <a:avLst/>
              <a:gdLst>
                <a:gd name="csX0" fmla="*/ 11557 w 1203706"/>
                <a:gd name="csY0" fmla="*/ 182423 h 522516"/>
                <a:gd name="csX1" fmla="*/ 8763 w 1203706"/>
                <a:gd name="csY1" fmla="*/ 191941 h 522516"/>
                <a:gd name="csX2" fmla="*/ 26988 w 1203706"/>
                <a:gd name="csY2" fmla="*/ 200266 h 522516"/>
                <a:gd name="csX3" fmla="*/ 28702 w 1203706"/>
                <a:gd name="csY3" fmla="*/ 212058 h 522516"/>
                <a:gd name="csX4" fmla="*/ 47498 w 1203706"/>
                <a:gd name="csY4" fmla="*/ 221031 h 522516"/>
                <a:gd name="csX5" fmla="*/ 66484 w 1203706"/>
                <a:gd name="csY5" fmla="*/ 219189 h 522516"/>
                <a:gd name="csX6" fmla="*/ 93281 w 1203706"/>
                <a:gd name="csY6" fmla="*/ 234658 h 522516"/>
                <a:gd name="csX7" fmla="*/ 104902 w 1203706"/>
                <a:gd name="csY7" fmla="*/ 267748 h 522516"/>
                <a:gd name="csX8" fmla="*/ 119697 w 1203706"/>
                <a:gd name="csY8" fmla="*/ 276504 h 522516"/>
                <a:gd name="csX9" fmla="*/ 120269 w 1203706"/>
                <a:gd name="csY9" fmla="*/ 322790 h 522516"/>
                <a:gd name="csX10" fmla="*/ 105219 w 1203706"/>
                <a:gd name="csY10" fmla="*/ 339871 h 522516"/>
                <a:gd name="csX11" fmla="*/ 117094 w 1203706"/>
                <a:gd name="csY11" fmla="*/ 361607 h 522516"/>
                <a:gd name="csX12" fmla="*/ 212344 w 1203706"/>
                <a:gd name="csY12" fmla="*/ 370154 h 522516"/>
                <a:gd name="csX13" fmla="*/ 283146 w 1203706"/>
                <a:gd name="csY13" fmla="*/ 401295 h 522516"/>
                <a:gd name="csX14" fmla="*/ 324294 w 1203706"/>
                <a:gd name="csY14" fmla="*/ 473964 h 522516"/>
                <a:gd name="csX15" fmla="*/ 509460 w 1203706"/>
                <a:gd name="csY15" fmla="*/ 473964 h 522516"/>
                <a:gd name="csX16" fmla="*/ 594741 w 1203706"/>
                <a:gd name="csY16" fmla="*/ 511918 h 522516"/>
                <a:gd name="csX17" fmla="*/ 625094 w 1203706"/>
                <a:gd name="csY17" fmla="*/ 508133 h 522516"/>
                <a:gd name="csX18" fmla="*/ 645223 w 1203706"/>
                <a:gd name="csY18" fmla="*/ 522516 h 522516"/>
                <a:gd name="csX19" fmla="*/ 737298 w 1203706"/>
                <a:gd name="csY19" fmla="*/ 484238 h 522516"/>
                <a:gd name="csX20" fmla="*/ 827659 w 1203706"/>
                <a:gd name="csY20" fmla="*/ 479374 h 522516"/>
                <a:gd name="csX21" fmla="*/ 905510 w 1203706"/>
                <a:gd name="csY21" fmla="*/ 424002 h 522516"/>
                <a:gd name="csX22" fmla="*/ 884936 w 1203706"/>
                <a:gd name="csY22" fmla="*/ 396107 h 522516"/>
                <a:gd name="csX23" fmla="*/ 908304 w 1203706"/>
                <a:gd name="csY23" fmla="*/ 363988 h 522516"/>
                <a:gd name="csX24" fmla="*/ 967931 w 1203706"/>
                <a:gd name="csY24" fmla="*/ 380206 h 522516"/>
                <a:gd name="csX25" fmla="*/ 1002919 w 1203706"/>
                <a:gd name="csY25" fmla="*/ 349714 h 522516"/>
                <a:gd name="csX26" fmla="*/ 1036892 w 1203706"/>
                <a:gd name="csY26" fmla="*/ 349714 h 522516"/>
                <a:gd name="csX27" fmla="*/ 1066229 w 1203706"/>
                <a:gd name="csY27" fmla="*/ 332302 h 522516"/>
                <a:gd name="csX28" fmla="*/ 1073785 w 1203706"/>
                <a:gd name="csY28" fmla="*/ 306889 h 522516"/>
                <a:gd name="csX29" fmla="*/ 1108456 w 1203706"/>
                <a:gd name="csY29" fmla="*/ 306889 h 522516"/>
                <a:gd name="csX30" fmla="*/ 1119950 w 1203706"/>
                <a:gd name="csY30" fmla="*/ 287426 h 522516"/>
                <a:gd name="csX31" fmla="*/ 1203706 w 1203706"/>
                <a:gd name="csY31" fmla="*/ 293376 h 522516"/>
                <a:gd name="csX32" fmla="*/ 1203706 w 1203706"/>
                <a:gd name="csY32" fmla="*/ 272072 h 522516"/>
                <a:gd name="csX33" fmla="*/ 1152589 w 1203706"/>
                <a:gd name="csY33" fmla="*/ 221139 h 522516"/>
                <a:gd name="csX34" fmla="*/ 1125030 w 1203706"/>
                <a:gd name="csY34" fmla="*/ 217678 h 522516"/>
                <a:gd name="csX35" fmla="*/ 1108456 w 1203706"/>
                <a:gd name="csY35" fmla="*/ 236601 h 522516"/>
                <a:gd name="csX36" fmla="*/ 1079754 w 1203706"/>
                <a:gd name="csY36" fmla="*/ 224168 h 522516"/>
                <a:gd name="csX37" fmla="*/ 1059434 w 1203706"/>
                <a:gd name="csY37" fmla="*/ 240386 h 522516"/>
                <a:gd name="csX38" fmla="*/ 1036130 w 1203706"/>
                <a:gd name="csY38" fmla="*/ 216059 h 522516"/>
                <a:gd name="csX39" fmla="*/ 1082675 w 1203706"/>
                <a:gd name="csY39" fmla="*/ 121545 h 522516"/>
                <a:gd name="csX40" fmla="*/ 1060387 w 1203706"/>
                <a:gd name="csY40" fmla="*/ 111271 h 522516"/>
                <a:gd name="csX41" fmla="*/ 1042543 w 1203706"/>
                <a:gd name="csY41" fmla="*/ 121545 h 522516"/>
                <a:gd name="csX42" fmla="*/ 1002347 w 1203706"/>
                <a:gd name="csY42" fmla="*/ 99377 h 522516"/>
                <a:gd name="csX43" fmla="*/ 956818 w 1203706"/>
                <a:gd name="csY43" fmla="*/ 119380 h 522516"/>
                <a:gd name="csX44" fmla="*/ 945452 w 1203706"/>
                <a:gd name="csY44" fmla="*/ 141008 h 522516"/>
                <a:gd name="csX45" fmla="*/ 919163 w 1203706"/>
                <a:gd name="csY45" fmla="*/ 139389 h 522516"/>
                <a:gd name="csX46" fmla="*/ 861251 w 1203706"/>
                <a:gd name="csY46" fmla="*/ 163500 h 522516"/>
                <a:gd name="csX47" fmla="*/ 819150 w 1203706"/>
                <a:gd name="csY47" fmla="*/ 148253 h 522516"/>
                <a:gd name="csX48" fmla="*/ 770636 w 1203706"/>
                <a:gd name="csY48" fmla="*/ 145332 h 522516"/>
                <a:gd name="csX49" fmla="*/ 755714 w 1203706"/>
                <a:gd name="csY49" fmla="*/ 117977 h 522516"/>
                <a:gd name="csX50" fmla="*/ 724853 w 1203706"/>
                <a:gd name="csY50" fmla="*/ 112674 h 522516"/>
                <a:gd name="csX51" fmla="*/ 710819 w 1203706"/>
                <a:gd name="csY51" fmla="*/ 96349 h 522516"/>
                <a:gd name="csX52" fmla="*/ 654050 w 1203706"/>
                <a:gd name="csY52" fmla="*/ 91046 h 522516"/>
                <a:gd name="csX53" fmla="*/ 612267 w 1203706"/>
                <a:gd name="csY53" fmla="*/ 107810 h 522516"/>
                <a:gd name="csX54" fmla="*/ 548450 w 1203706"/>
                <a:gd name="csY54" fmla="*/ 91485 h 522516"/>
                <a:gd name="csX55" fmla="*/ 536956 w 1203706"/>
                <a:gd name="csY55" fmla="*/ 40119 h 522516"/>
                <a:gd name="csX56" fmla="*/ 414655 w 1203706"/>
                <a:gd name="csY56" fmla="*/ 0 h 522516"/>
                <a:gd name="csX57" fmla="*/ 408686 w 1203706"/>
                <a:gd name="csY57" fmla="*/ 18707 h 522516"/>
                <a:gd name="csX58" fmla="*/ 390843 w 1203706"/>
                <a:gd name="csY58" fmla="*/ 25197 h 522516"/>
                <a:gd name="csX59" fmla="*/ 376365 w 1203706"/>
                <a:gd name="csY59" fmla="*/ 58395 h 522516"/>
                <a:gd name="csX60" fmla="*/ 383731 w 1203706"/>
                <a:gd name="csY60" fmla="*/ 82182 h 522516"/>
                <a:gd name="csX61" fmla="*/ 394081 w 1203706"/>
                <a:gd name="csY61" fmla="*/ 88887 h 522516"/>
                <a:gd name="csX62" fmla="*/ 388112 w 1203706"/>
                <a:gd name="csY62" fmla="*/ 115811 h 522516"/>
                <a:gd name="csX63" fmla="*/ 370713 w 1203706"/>
                <a:gd name="csY63" fmla="*/ 115811 h 522516"/>
                <a:gd name="csX64" fmla="*/ 358839 w 1203706"/>
                <a:gd name="csY64" fmla="*/ 131820 h 522516"/>
                <a:gd name="csX65" fmla="*/ 340169 w 1203706"/>
                <a:gd name="csY65" fmla="*/ 121329 h 522516"/>
                <a:gd name="csX66" fmla="*/ 256413 w 1203706"/>
                <a:gd name="csY66" fmla="*/ 114300 h 522516"/>
                <a:gd name="csX67" fmla="*/ 245491 w 1203706"/>
                <a:gd name="csY67" fmla="*/ 103810 h 522516"/>
                <a:gd name="csX68" fmla="*/ 243015 w 1203706"/>
                <a:gd name="csY68" fmla="*/ 85211 h 522516"/>
                <a:gd name="csX69" fmla="*/ 199707 w 1203706"/>
                <a:gd name="csY69" fmla="*/ 82290 h 522516"/>
                <a:gd name="csX70" fmla="*/ 191071 w 1203706"/>
                <a:gd name="csY70" fmla="*/ 69748 h 522516"/>
                <a:gd name="csX71" fmla="*/ 180086 w 1203706"/>
                <a:gd name="csY71" fmla="*/ 75152 h 522516"/>
                <a:gd name="csX72" fmla="*/ 169101 w 1203706"/>
                <a:gd name="csY72" fmla="*/ 68878 h 522516"/>
                <a:gd name="csX73" fmla="*/ 66802 w 1203706"/>
                <a:gd name="csY73" fmla="*/ 118408 h 522516"/>
                <a:gd name="csX74" fmla="*/ 68834 w 1203706"/>
                <a:gd name="csY74" fmla="*/ 130518 h 522516"/>
                <a:gd name="csX75" fmla="*/ 47117 w 1203706"/>
                <a:gd name="csY75" fmla="*/ 144037 h 522516"/>
                <a:gd name="csX76" fmla="*/ 13653 w 1203706"/>
                <a:gd name="csY76" fmla="*/ 143605 h 522516"/>
                <a:gd name="csX77" fmla="*/ 16256 w 1203706"/>
                <a:gd name="csY77" fmla="*/ 157124 h 522516"/>
                <a:gd name="csX78" fmla="*/ 1842 w 1203706"/>
                <a:gd name="csY78" fmla="*/ 160039 h 522516"/>
                <a:gd name="csX79" fmla="*/ 0 w 1203706"/>
                <a:gd name="csY79" fmla="*/ 177235 h 522516"/>
                <a:gd name="csX80" fmla="*/ 11176 w 1203706"/>
                <a:gd name="csY80" fmla="*/ 182639 h 522516"/>
                <a:gd name="csX81" fmla="*/ 11557 w 1203706"/>
                <a:gd name="csY81" fmla="*/ 182423 h 52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203706" h="522516">
                  <a:moveTo>
                    <a:pt x="11557" y="182423"/>
                  </a:moveTo>
                  <a:lnTo>
                    <a:pt x="8763" y="191941"/>
                  </a:lnTo>
                  <a:lnTo>
                    <a:pt x="26988" y="200266"/>
                  </a:lnTo>
                  <a:lnTo>
                    <a:pt x="28702" y="212058"/>
                  </a:lnTo>
                  <a:lnTo>
                    <a:pt x="47498" y="221031"/>
                  </a:lnTo>
                  <a:lnTo>
                    <a:pt x="66484" y="219189"/>
                  </a:lnTo>
                  <a:lnTo>
                    <a:pt x="93281" y="234658"/>
                  </a:lnTo>
                  <a:lnTo>
                    <a:pt x="104902" y="267748"/>
                  </a:lnTo>
                  <a:lnTo>
                    <a:pt x="119697" y="276504"/>
                  </a:lnTo>
                  <a:lnTo>
                    <a:pt x="120269" y="322790"/>
                  </a:lnTo>
                  <a:lnTo>
                    <a:pt x="105219" y="339871"/>
                  </a:lnTo>
                  <a:lnTo>
                    <a:pt x="117094" y="361607"/>
                  </a:lnTo>
                  <a:lnTo>
                    <a:pt x="212344" y="370154"/>
                  </a:lnTo>
                  <a:lnTo>
                    <a:pt x="283146" y="401295"/>
                  </a:lnTo>
                  <a:lnTo>
                    <a:pt x="324294" y="473964"/>
                  </a:lnTo>
                  <a:lnTo>
                    <a:pt x="509460" y="473964"/>
                  </a:lnTo>
                  <a:lnTo>
                    <a:pt x="594741" y="511918"/>
                  </a:lnTo>
                  <a:lnTo>
                    <a:pt x="625094" y="508133"/>
                  </a:lnTo>
                  <a:lnTo>
                    <a:pt x="645223" y="522516"/>
                  </a:lnTo>
                  <a:lnTo>
                    <a:pt x="737298" y="484238"/>
                  </a:lnTo>
                  <a:lnTo>
                    <a:pt x="827659" y="479374"/>
                  </a:lnTo>
                  <a:lnTo>
                    <a:pt x="905510" y="424002"/>
                  </a:lnTo>
                  <a:lnTo>
                    <a:pt x="884936" y="396107"/>
                  </a:lnTo>
                  <a:lnTo>
                    <a:pt x="908304" y="363988"/>
                  </a:lnTo>
                  <a:lnTo>
                    <a:pt x="967931" y="380206"/>
                  </a:lnTo>
                  <a:lnTo>
                    <a:pt x="1002919" y="349714"/>
                  </a:lnTo>
                  <a:lnTo>
                    <a:pt x="1036892" y="349714"/>
                  </a:lnTo>
                  <a:lnTo>
                    <a:pt x="1066229" y="332302"/>
                  </a:lnTo>
                  <a:lnTo>
                    <a:pt x="1073785" y="306889"/>
                  </a:lnTo>
                  <a:lnTo>
                    <a:pt x="1108456" y="306889"/>
                  </a:lnTo>
                  <a:lnTo>
                    <a:pt x="1119950" y="287426"/>
                  </a:lnTo>
                  <a:lnTo>
                    <a:pt x="1203706" y="293376"/>
                  </a:lnTo>
                  <a:lnTo>
                    <a:pt x="1203706" y="272072"/>
                  </a:lnTo>
                  <a:lnTo>
                    <a:pt x="1152589" y="221139"/>
                  </a:lnTo>
                  <a:lnTo>
                    <a:pt x="1125030" y="217678"/>
                  </a:lnTo>
                  <a:lnTo>
                    <a:pt x="1108456" y="236601"/>
                  </a:lnTo>
                  <a:lnTo>
                    <a:pt x="1079754" y="224168"/>
                  </a:lnTo>
                  <a:lnTo>
                    <a:pt x="1059434" y="240386"/>
                  </a:lnTo>
                  <a:lnTo>
                    <a:pt x="1036130" y="216059"/>
                  </a:lnTo>
                  <a:lnTo>
                    <a:pt x="1082675" y="121545"/>
                  </a:lnTo>
                  <a:lnTo>
                    <a:pt x="1060387" y="111271"/>
                  </a:lnTo>
                  <a:lnTo>
                    <a:pt x="1042543" y="121545"/>
                  </a:lnTo>
                  <a:lnTo>
                    <a:pt x="1002347" y="99377"/>
                  </a:lnTo>
                  <a:lnTo>
                    <a:pt x="956818" y="119380"/>
                  </a:lnTo>
                  <a:lnTo>
                    <a:pt x="945452" y="141008"/>
                  </a:lnTo>
                  <a:lnTo>
                    <a:pt x="919163" y="139389"/>
                  </a:lnTo>
                  <a:lnTo>
                    <a:pt x="861251" y="163500"/>
                  </a:lnTo>
                  <a:lnTo>
                    <a:pt x="819150" y="148253"/>
                  </a:lnTo>
                  <a:lnTo>
                    <a:pt x="770636" y="145332"/>
                  </a:lnTo>
                  <a:lnTo>
                    <a:pt x="755714" y="117977"/>
                  </a:lnTo>
                  <a:lnTo>
                    <a:pt x="724853" y="112674"/>
                  </a:lnTo>
                  <a:lnTo>
                    <a:pt x="710819" y="96349"/>
                  </a:lnTo>
                  <a:lnTo>
                    <a:pt x="654050" y="91046"/>
                  </a:lnTo>
                  <a:lnTo>
                    <a:pt x="612267" y="107810"/>
                  </a:lnTo>
                  <a:lnTo>
                    <a:pt x="548450" y="91485"/>
                  </a:lnTo>
                  <a:lnTo>
                    <a:pt x="536956" y="40119"/>
                  </a:lnTo>
                  <a:lnTo>
                    <a:pt x="414655" y="0"/>
                  </a:lnTo>
                  <a:lnTo>
                    <a:pt x="408686" y="18707"/>
                  </a:lnTo>
                  <a:lnTo>
                    <a:pt x="390843" y="25197"/>
                  </a:lnTo>
                  <a:lnTo>
                    <a:pt x="376365" y="58395"/>
                  </a:lnTo>
                  <a:lnTo>
                    <a:pt x="383731" y="82182"/>
                  </a:lnTo>
                  <a:lnTo>
                    <a:pt x="394081" y="88887"/>
                  </a:lnTo>
                  <a:lnTo>
                    <a:pt x="388112" y="115811"/>
                  </a:lnTo>
                  <a:lnTo>
                    <a:pt x="370713" y="115811"/>
                  </a:lnTo>
                  <a:lnTo>
                    <a:pt x="358839" y="131820"/>
                  </a:lnTo>
                  <a:lnTo>
                    <a:pt x="340169" y="121329"/>
                  </a:lnTo>
                  <a:lnTo>
                    <a:pt x="256413" y="114300"/>
                  </a:lnTo>
                  <a:lnTo>
                    <a:pt x="245491" y="103810"/>
                  </a:lnTo>
                  <a:lnTo>
                    <a:pt x="243015" y="85211"/>
                  </a:lnTo>
                  <a:lnTo>
                    <a:pt x="199707" y="82290"/>
                  </a:lnTo>
                  <a:lnTo>
                    <a:pt x="191071" y="69748"/>
                  </a:lnTo>
                  <a:lnTo>
                    <a:pt x="180086" y="75152"/>
                  </a:lnTo>
                  <a:lnTo>
                    <a:pt x="169101" y="68878"/>
                  </a:lnTo>
                  <a:lnTo>
                    <a:pt x="66802" y="118408"/>
                  </a:lnTo>
                  <a:lnTo>
                    <a:pt x="68834" y="130518"/>
                  </a:lnTo>
                  <a:lnTo>
                    <a:pt x="47117" y="144037"/>
                  </a:lnTo>
                  <a:lnTo>
                    <a:pt x="13653" y="143605"/>
                  </a:lnTo>
                  <a:lnTo>
                    <a:pt x="16256" y="157124"/>
                  </a:lnTo>
                  <a:lnTo>
                    <a:pt x="1842" y="160039"/>
                  </a:lnTo>
                  <a:lnTo>
                    <a:pt x="0" y="177235"/>
                  </a:lnTo>
                  <a:lnTo>
                    <a:pt x="11176" y="182639"/>
                  </a:lnTo>
                  <a:lnTo>
                    <a:pt x="11557" y="182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1D0BA58A-8177-D8F3-BE63-E09EA144DAE6}"/>
                </a:ext>
              </a:extLst>
            </p:cNvPr>
            <p:cNvSpPr/>
            <p:nvPr/>
          </p:nvSpPr>
          <p:spPr>
            <a:xfrm>
              <a:off x="7444020" y="4718731"/>
              <a:ext cx="5473" cy="7568"/>
            </a:xfrm>
            <a:custGeom>
              <a:avLst/>
              <a:gdLst>
                <a:gd name="csX0" fmla="*/ 300 w 6312"/>
                <a:gd name="csY0" fmla="*/ 3567 h 8728"/>
                <a:gd name="csX1" fmla="*/ 300 w 6312"/>
                <a:gd name="csY1" fmla="*/ 3999 h 8728"/>
                <a:gd name="csX2" fmla="*/ 5507 w 6312"/>
                <a:gd name="csY2" fmla="*/ 6057 h 8728"/>
                <a:gd name="csX3" fmla="*/ 6142 w 6312"/>
                <a:gd name="csY3" fmla="*/ 3567 h 8728"/>
                <a:gd name="csX4" fmla="*/ 427 w 6312"/>
                <a:gd name="csY4" fmla="*/ 3567 h 8728"/>
                <a:gd name="csX5" fmla="*/ 300 w 6312"/>
                <a:gd name="csY5" fmla="*/ 3567 h 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312" h="8728">
                  <a:moveTo>
                    <a:pt x="300" y="3567"/>
                  </a:moveTo>
                  <a:lnTo>
                    <a:pt x="300" y="3999"/>
                  </a:lnTo>
                  <a:cubicBezTo>
                    <a:pt x="-1351" y="8654"/>
                    <a:pt x="4300" y="10813"/>
                    <a:pt x="5507" y="6057"/>
                  </a:cubicBezTo>
                  <a:lnTo>
                    <a:pt x="6142" y="3567"/>
                  </a:lnTo>
                  <a:cubicBezTo>
                    <a:pt x="7348" y="-1189"/>
                    <a:pt x="1824" y="-1189"/>
                    <a:pt x="427" y="3567"/>
                  </a:cubicBezTo>
                  <a:lnTo>
                    <a:pt x="300" y="3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119ABC5D-AC32-8CC5-2633-A8D2F50F06A5}"/>
                </a:ext>
              </a:extLst>
            </p:cNvPr>
            <p:cNvSpPr/>
            <p:nvPr/>
          </p:nvSpPr>
          <p:spPr>
            <a:xfrm>
              <a:off x="7454136" y="4747544"/>
              <a:ext cx="5506" cy="4864"/>
            </a:xfrm>
            <a:custGeom>
              <a:avLst/>
              <a:gdLst>
                <a:gd name="csX0" fmla="*/ 6350 w 6350"/>
                <a:gd name="csY0" fmla="*/ 2241 h 5609"/>
                <a:gd name="csX1" fmla="*/ 0 w 6350"/>
                <a:gd name="csY1" fmla="*/ 2889 h 5609"/>
                <a:gd name="csX2" fmla="*/ 6350 w 6350"/>
                <a:gd name="csY2" fmla="*/ 2241 h 5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50" h="5609">
                  <a:moveTo>
                    <a:pt x="6350" y="2241"/>
                  </a:moveTo>
                  <a:cubicBezTo>
                    <a:pt x="6350" y="-2407"/>
                    <a:pt x="0" y="1378"/>
                    <a:pt x="0" y="2889"/>
                  </a:cubicBezTo>
                  <a:cubicBezTo>
                    <a:pt x="0" y="6566"/>
                    <a:pt x="6350" y="6673"/>
                    <a:pt x="6350" y="2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B731CF3F-CA02-011E-DEF7-078E06E9CE75}"/>
                </a:ext>
              </a:extLst>
            </p:cNvPr>
            <p:cNvSpPr/>
            <p:nvPr/>
          </p:nvSpPr>
          <p:spPr>
            <a:xfrm>
              <a:off x="7447858" y="4937960"/>
              <a:ext cx="5395" cy="4886"/>
            </a:xfrm>
            <a:custGeom>
              <a:avLst/>
              <a:gdLst>
                <a:gd name="csX0" fmla="*/ 6223 w 6222"/>
                <a:gd name="csY0" fmla="*/ 2268 h 5635"/>
                <a:gd name="csX1" fmla="*/ 0 w 6222"/>
                <a:gd name="csY1" fmla="*/ 2915 h 5635"/>
                <a:gd name="csX2" fmla="*/ 6223 w 6222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2" h="5635">
                  <a:moveTo>
                    <a:pt x="6223" y="2268"/>
                  </a:moveTo>
                  <a:cubicBezTo>
                    <a:pt x="6223" y="-2380"/>
                    <a:pt x="0" y="1296"/>
                    <a:pt x="0" y="2915"/>
                  </a:cubicBezTo>
                  <a:cubicBezTo>
                    <a:pt x="0" y="6592"/>
                    <a:pt x="6223" y="6700"/>
                    <a:pt x="6223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0370847E-A6CB-E486-4AB3-02DDD9555727}"/>
                </a:ext>
              </a:extLst>
            </p:cNvPr>
            <p:cNvSpPr/>
            <p:nvPr/>
          </p:nvSpPr>
          <p:spPr>
            <a:xfrm>
              <a:off x="7433764" y="4820030"/>
              <a:ext cx="5451" cy="4942"/>
            </a:xfrm>
            <a:custGeom>
              <a:avLst/>
              <a:gdLst>
                <a:gd name="csX0" fmla="*/ 6286 w 6286"/>
                <a:gd name="csY0" fmla="*/ 2236 h 5700"/>
                <a:gd name="csX1" fmla="*/ 0 w 6286"/>
                <a:gd name="csY1" fmla="*/ 2992 h 5700"/>
                <a:gd name="csX2" fmla="*/ 6286 w 6286"/>
                <a:gd name="csY2" fmla="*/ 2236 h 5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86" h="5700">
                  <a:moveTo>
                    <a:pt x="6286" y="2236"/>
                  </a:moveTo>
                  <a:cubicBezTo>
                    <a:pt x="6286" y="-2412"/>
                    <a:pt x="0" y="1373"/>
                    <a:pt x="0" y="2992"/>
                  </a:cubicBezTo>
                  <a:cubicBezTo>
                    <a:pt x="0" y="6668"/>
                    <a:pt x="6286" y="6777"/>
                    <a:pt x="6286" y="22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6733AF87-999B-D3C4-4090-61F206460353}"/>
                </a:ext>
              </a:extLst>
            </p:cNvPr>
            <p:cNvSpPr/>
            <p:nvPr/>
          </p:nvSpPr>
          <p:spPr>
            <a:xfrm>
              <a:off x="7441471" y="4816815"/>
              <a:ext cx="5396" cy="4886"/>
            </a:xfrm>
            <a:custGeom>
              <a:avLst/>
              <a:gdLst>
                <a:gd name="csX0" fmla="*/ 6224 w 6223"/>
                <a:gd name="csY0" fmla="*/ 2268 h 5635"/>
                <a:gd name="csX1" fmla="*/ 0 w 6223"/>
                <a:gd name="csY1" fmla="*/ 2915 h 5635"/>
                <a:gd name="csX2" fmla="*/ 6224 w 6223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3" h="5635">
                  <a:moveTo>
                    <a:pt x="6224" y="2268"/>
                  </a:moveTo>
                  <a:cubicBezTo>
                    <a:pt x="6224" y="-2380"/>
                    <a:pt x="0" y="1296"/>
                    <a:pt x="0" y="2915"/>
                  </a:cubicBezTo>
                  <a:cubicBezTo>
                    <a:pt x="0" y="6592"/>
                    <a:pt x="6224" y="6700"/>
                    <a:pt x="622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882ABF68-B21A-FDFA-BAEB-11A929A8F331}"/>
                </a:ext>
              </a:extLst>
            </p:cNvPr>
            <p:cNvSpPr/>
            <p:nvPr/>
          </p:nvSpPr>
          <p:spPr>
            <a:xfrm>
              <a:off x="7464505" y="4756976"/>
              <a:ext cx="5212" cy="4711"/>
            </a:xfrm>
            <a:custGeom>
              <a:avLst/>
              <a:gdLst>
                <a:gd name="csX0" fmla="*/ 43 w 6011"/>
                <a:gd name="csY0" fmla="*/ 2501 h 5433"/>
                <a:gd name="csX1" fmla="*/ 6012 w 6011"/>
                <a:gd name="csY1" fmla="*/ 2177 h 5433"/>
                <a:gd name="csX2" fmla="*/ 43 w 6011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5433">
                  <a:moveTo>
                    <a:pt x="43" y="2501"/>
                  </a:moveTo>
                  <a:cubicBezTo>
                    <a:pt x="-592" y="6825"/>
                    <a:pt x="6012" y="6070"/>
                    <a:pt x="6012" y="2177"/>
                  </a:cubicBezTo>
                  <a:cubicBezTo>
                    <a:pt x="6012" y="552"/>
                    <a:pt x="805" y="-1931"/>
                    <a:pt x="43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D0BE1DEE-35DC-CC91-328D-B3652BCEEDCD}"/>
                </a:ext>
              </a:extLst>
            </p:cNvPr>
            <p:cNvSpPr/>
            <p:nvPr/>
          </p:nvSpPr>
          <p:spPr>
            <a:xfrm>
              <a:off x="7460651" y="4907283"/>
              <a:ext cx="5213" cy="4709"/>
            </a:xfrm>
            <a:custGeom>
              <a:avLst/>
              <a:gdLst>
                <a:gd name="csX0" fmla="*/ 43 w 6012"/>
                <a:gd name="csY0" fmla="*/ 2499 h 5431"/>
                <a:gd name="csX1" fmla="*/ 6012 w 6012"/>
                <a:gd name="csY1" fmla="*/ 2175 h 5431"/>
                <a:gd name="csX2" fmla="*/ 43 w 6012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2" h="5431">
                  <a:moveTo>
                    <a:pt x="43" y="2499"/>
                  </a:moveTo>
                  <a:cubicBezTo>
                    <a:pt x="-592" y="6824"/>
                    <a:pt x="6012" y="6068"/>
                    <a:pt x="6012" y="2175"/>
                  </a:cubicBezTo>
                  <a:cubicBezTo>
                    <a:pt x="6012" y="556"/>
                    <a:pt x="806" y="-1933"/>
                    <a:pt x="43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7D9ADC85-8275-E3B8-725D-DD50ECE1DE50}"/>
                </a:ext>
              </a:extLst>
            </p:cNvPr>
            <p:cNvSpPr/>
            <p:nvPr/>
          </p:nvSpPr>
          <p:spPr>
            <a:xfrm>
              <a:off x="7462413" y="4852015"/>
              <a:ext cx="5212" cy="4316"/>
            </a:xfrm>
            <a:custGeom>
              <a:avLst/>
              <a:gdLst>
                <a:gd name="csX0" fmla="*/ 43 w 6011"/>
                <a:gd name="csY0" fmla="*/ 2331 h 4978"/>
                <a:gd name="csX1" fmla="*/ 6012 w 6011"/>
                <a:gd name="csY1" fmla="*/ 2007 h 4978"/>
                <a:gd name="csX2" fmla="*/ 43 w 6011"/>
                <a:gd name="csY2" fmla="*/ 2331 h 4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4978">
                  <a:moveTo>
                    <a:pt x="43" y="2331"/>
                  </a:moveTo>
                  <a:cubicBezTo>
                    <a:pt x="-592" y="6223"/>
                    <a:pt x="6012" y="5576"/>
                    <a:pt x="6012" y="2007"/>
                  </a:cubicBezTo>
                  <a:cubicBezTo>
                    <a:pt x="6012" y="489"/>
                    <a:pt x="805" y="-1778"/>
                    <a:pt x="43" y="2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FD654AFF-43FF-3DA5-805C-8D026F04EA95}"/>
                </a:ext>
              </a:extLst>
            </p:cNvPr>
            <p:cNvSpPr/>
            <p:nvPr/>
          </p:nvSpPr>
          <p:spPr>
            <a:xfrm>
              <a:off x="7453815" y="4862183"/>
              <a:ext cx="5165" cy="4709"/>
            </a:xfrm>
            <a:custGeom>
              <a:avLst/>
              <a:gdLst>
                <a:gd name="csX0" fmla="*/ 52 w 5957"/>
                <a:gd name="csY0" fmla="*/ 2499 h 5431"/>
                <a:gd name="csX1" fmla="*/ 5958 w 5957"/>
                <a:gd name="csY1" fmla="*/ 2175 h 5431"/>
                <a:gd name="csX2" fmla="*/ 52 w 5957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57" h="5431">
                  <a:moveTo>
                    <a:pt x="52" y="2499"/>
                  </a:moveTo>
                  <a:cubicBezTo>
                    <a:pt x="-647" y="6823"/>
                    <a:pt x="5958" y="6068"/>
                    <a:pt x="5958" y="2175"/>
                  </a:cubicBezTo>
                  <a:cubicBezTo>
                    <a:pt x="5958" y="556"/>
                    <a:pt x="814" y="-1933"/>
                    <a:pt x="52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09705D70-277B-B931-919D-F5D3038E083C}"/>
                </a:ext>
              </a:extLst>
            </p:cNvPr>
            <p:cNvSpPr/>
            <p:nvPr/>
          </p:nvSpPr>
          <p:spPr>
            <a:xfrm>
              <a:off x="7440534" y="4775142"/>
              <a:ext cx="5832" cy="3839"/>
            </a:xfrm>
            <a:custGeom>
              <a:avLst/>
              <a:gdLst>
                <a:gd name="csX0" fmla="*/ 2 w 6726"/>
                <a:gd name="csY0" fmla="*/ 2207 h 4427"/>
                <a:gd name="csX1" fmla="*/ 6606 w 6726"/>
                <a:gd name="csY1" fmla="*/ 1776 h 4427"/>
                <a:gd name="csX2" fmla="*/ 2 w 6726"/>
                <a:gd name="csY2" fmla="*/ 2207 h 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26" h="4427">
                  <a:moveTo>
                    <a:pt x="2" y="2207"/>
                  </a:moveTo>
                  <a:cubicBezTo>
                    <a:pt x="383" y="5236"/>
                    <a:pt x="7749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612BDA79-9ADA-7927-64CA-6147A2C0D681}"/>
                </a:ext>
              </a:extLst>
            </p:cNvPr>
            <p:cNvSpPr/>
            <p:nvPr/>
          </p:nvSpPr>
          <p:spPr>
            <a:xfrm>
              <a:off x="7454851" y="4843924"/>
              <a:ext cx="5843" cy="3550"/>
            </a:xfrm>
            <a:custGeom>
              <a:avLst/>
              <a:gdLst>
                <a:gd name="csX0" fmla="*/ 1 w 6738"/>
                <a:gd name="csY0" fmla="*/ 2036 h 4094"/>
                <a:gd name="csX1" fmla="*/ 6605 w 6738"/>
                <a:gd name="csY1" fmla="*/ 1603 h 4094"/>
                <a:gd name="csX2" fmla="*/ 1 w 6738"/>
                <a:gd name="csY2" fmla="*/ 2036 h 4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8" h="4094">
                  <a:moveTo>
                    <a:pt x="1" y="2036"/>
                  </a:moveTo>
                  <a:cubicBezTo>
                    <a:pt x="445" y="4849"/>
                    <a:pt x="7811" y="4849"/>
                    <a:pt x="6605" y="1603"/>
                  </a:cubicBezTo>
                  <a:cubicBezTo>
                    <a:pt x="5461" y="-1641"/>
                    <a:pt x="-63" y="848"/>
                    <a:pt x="1" y="20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55531BE1-913B-FFCF-5ABA-5074F28E6F71}"/>
                </a:ext>
              </a:extLst>
            </p:cNvPr>
            <p:cNvSpPr/>
            <p:nvPr/>
          </p:nvSpPr>
          <p:spPr>
            <a:xfrm>
              <a:off x="7448022" y="4911666"/>
              <a:ext cx="5843" cy="3837"/>
            </a:xfrm>
            <a:custGeom>
              <a:avLst/>
              <a:gdLst>
                <a:gd name="csX0" fmla="*/ 2 w 6739"/>
                <a:gd name="csY0" fmla="*/ 2207 h 4425"/>
                <a:gd name="csX1" fmla="*/ 6606 w 6739"/>
                <a:gd name="csY1" fmla="*/ 1776 h 4425"/>
                <a:gd name="csX2" fmla="*/ 2 w 6739"/>
                <a:gd name="csY2" fmla="*/ 2207 h 4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9" h="4425">
                  <a:moveTo>
                    <a:pt x="2" y="2207"/>
                  </a:moveTo>
                  <a:cubicBezTo>
                    <a:pt x="446" y="5230"/>
                    <a:pt x="7813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3BFFA8A3-FDAA-85AE-0DF4-AF5B9605B3CA}"/>
                </a:ext>
              </a:extLst>
            </p:cNvPr>
            <p:cNvSpPr/>
            <p:nvPr/>
          </p:nvSpPr>
          <p:spPr>
            <a:xfrm>
              <a:off x="7457880" y="4772660"/>
              <a:ext cx="4408" cy="5424"/>
            </a:xfrm>
            <a:custGeom>
              <a:avLst/>
              <a:gdLst>
                <a:gd name="csX0" fmla="*/ 635 w 5084"/>
                <a:gd name="csY0" fmla="*/ 307 h 6255"/>
                <a:gd name="csX1" fmla="*/ 4001 w 5084"/>
                <a:gd name="csY1" fmla="*/ 5717 h 6255"/>
                <a:gd name="csX2" fmla="*/ 635 w 5084"/>
                <a:gd name="csY2" fmla="*/ 307 h 6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4" h="6255">
                  <a:moveTo>
                    <a:pt x="635" y="307"/>
                  </a:moveTo>
                  <a:cubicBezTo>
                    <a:pt x="-1079" y="1932"/>
                    <a:pt x="889" y="8092"/>
                    <a:pt x="4001" y="5717"/>
                  </a:cubicBezTo>
                  <a:cubicBezTo>
                    <a:pt x="7239" y="3228"/>
                    <a:pt x="2350" y="-1204"/>
                    <a:pt x="635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7A2C7621-605B-FE0F-49AC-B8B18E1C4257}"/>
                </a:ext>
              </a:extLst>
            </p:cNvPr>
            <p:cNvSpPr/>
            <p:nvPr/>
          </p:nvSpPr>
          <p:spPr>
            <a:xfrm>
              <a:off x="7461065" y="4859583"/>
              <a:ext cx="4416" cy="5428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4401844C-D3ED-A9BA-4477-5D32BC4DC62C}"/>
                </a:ext>
              </a:extLst>
            </p:cNvPr>
            <p:cNvSpPr/>
            <p:nvPr/>
          </p:nvSpPr>
          <p:spPr>
            <a:xfrm>
              <a:off x="7445294" y="4837648"/>
              <a:ext cx="4394" cy="5270"/>
            </a:xfrm>
            <a:custGeom>
              <a:avLst/>
              <a:gdLst>
                <a:gd name="csX0" fmla="*/ 672 w 5068"/>
                <a:gd name="csY0" fmla="*/ 5706 h 6078"/>
                <a:gd name="csX1" fmla="*/ 4037 w 5068"/>
                <a:gd name="csY1" fmla="*/ 518 h 6078"/>
                <a:gd name="csX2" fmla="*/ 672 w 5068"/>
                <a:gd name="csY2" fmla="*/ 5706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68" h="6078">
                  <a:moveTo>
                    <a:pt x="672" y="5706"/>
                  </a:moveTo>
                  <a:cubicBezTo>
                    <a:pt x="-1106" y="7440"/>
                    <a:pt x="862" y="2678"/>
                    <a:pt x="4037" y="518"/>
                  </a:cubicBezTo>
                  <a:cubicBezTo>
                    <a:pt x="7149" y="-1755"/>
                    <a:pt x="2386" y="4087"/>
                    <a:pt x="672" y="5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94D3DD53-A70C-7089-9354-3C98A024DC6F}"/>
                </a:ext>
              </a:extLst>
            </p:cNvPr>
            <p:cNvSpPr/>
            <p:nvPr/>
          </p:nvSpPr>
          <p:spPr>
            <a:xfrm>
              <a:off x="7455724" y="4894090"/>
              <a:ext cx="4371" cy="5427"/>
            </a:xfrm>
            <a:custGeom>
              <a:avLst/>
              <a:gdLst>
                <a:gd name="csX0" fmla="*/ 645 w 5041"/>
                <a:gd name="csY0" fmla="*/ 309 h 6259"/>
                <a:gd name="csX1" fmla="*/ 4010 w 5041"/>
                <a:gd name="csY1" fmla="*/ 5712 h 6259"/>
                <a:gd name="csX2" fmla="*/ 645 w 5041"/>
                <a:gd name="csY2" fmla="*/ 309 h 6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41" h="6259">
                  <a:moveTo>
                    <a:pt x="645" y="309"/>
                  </a:moveTo>
                  <a:cubicBezTo>
                    <a:pt x="-1070" y="2036"/>
                    <a:pt x="835" y="8094"/>
                    <a:pt x="4010" y="5712"/>
                  </a:cubicBezTo>
                  <a:cubicBezTo>
                    <a:pt x="7122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DCFB8A96-D514-369F-2129-8343EEA8662A}"/>
                </a:ext>
              </a:extLst>
            </p:cNvPr>
            <p:cNvSpPr/>
            <p:nvPr/>
          </p:nvSpPr>
          <p:spPr>
            <a:xfrm>
              <a:off x="7456935" y="4926531"/>
              <a:ext cx="4416" cy="5428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C89A29BA-CDC0-124B-2938-90AD2B58BF38}"/>
                </a:ext>
              </a:extLst>
            </p:cNvPr>
            <p:cNvSpPr/>
            <p:nvPr/>
          </p:nvSpPr>
          <p:spPr>
            <a:xfrm>
              <a:off x="8877266" y="4694499"/>
              <a:ext cx="7050" cy="9149"/>
            </a:xfrm>
            <a:custGeom>
              <a:avLst/>
              <a:gdLst>
                <a:gd name="csX0" fmla="*/ 162 w 8131"/>
                <a:gd name="csY0" fmla="*/ 8375 h 10551"/>
                <a:gd name="csX1" fmla="*/ 3147 w 8131"/>
                <a:gd name="csY1" fmla="*/ 10216 h 10551"/>
                <a:gd name="csX2" fmla="*/ 4988 w 8131"/>
                <a:gd name="csY2" fmla="*/ 9238 h 10551"/>
                <a:gd name="csX3" fmla="*/ 4798 w 8131"/>
                <a:gd name="csY3" fmla="*/ 158 h 10551"/>
                <a:gd name="csX4" fmla="*/ 3274 w 8131"/>
                <a:gd name="csY4" fmla="*/ 590 h 10551"/>
                <a:gd name="csX5" fmla="*/ 35 w 8131"/>
                <a:gd name="csY5" fmla="*/ 8267 h 10551"/>
                <a:gd name="csX6" fmla="*/ 162 w 8131"/>
                <a:gd name="csY6" fmla="*/ 8375 h 10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31" h="10551">
                  <a:moveTo>
                    <a:pt x="162" y="8375"/>
                  </a:moveTo>
                  <a:cubicBezTo>
                    <a:pt x="162" y="10210"/>
                    <a:pt x="1559" y="11080"/>
                    <a:pt x="3147" y="10216"/>
                  </a:cubicBezTo>
                  <a:lnTo>
                    <a:pt x="4988" y="9238"/>
                  </a:lnTo>
                  <a:cubicBezTo>
                    <a:pt x="9116" y="7187"/>
                    <a:pt x="9307" y="-1252"/>
                    <a:pt x="4798" y="158"/>
                  </a:cubicBezTo>
                  <a:lnTo>
                    <a:pt x="3274" y="590"/>
                  </a:lnTo>
                  <a:cubicBezTo>
                    <a:pt x="-1044" y="1885"/>
                    <a:pt x="226" y="7295"/>
                    <a:pt x="35" y="8267"/>
                  </a:cubicBezTo>
                  <a:lnTo>
                    <a:pt x="162" y="8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CE0987D3-A486-33C3-59CA-FE4509F82DFE}"/>
                </a:ext>
              </a:extLst>
            </p:cNvPr>
            <p:cNvSpPr/>
            <p:nvPr/>
          </p:nvSpPr>
          <p:spPr>
            <a:xfrm>
              <a:off x="8631008" y="4708903"/>
              <a:ext cx="316904" cy="186297"/>
            </a:xfrm>
            <a:custGeom>
              <a:avLst/>
              <a:gdLst>
                <a:gd name="csX0" fmla="*/ 31941 w 365475"/>
                <a:gd name="csY0" fmla="*/ 214851 h 214850"/>
                <a:gd name="csX1" fmla="*/ 61785 w 365475"/>
                <a:gd name="csY1" fmla="*/ 203821 h 214850"/>
                <a:gd name="csX2" fmla="*/ 95885 w 365475"/>
                <a:gd name="csY2" fmla="*/ 206418 h 214850"/>
                <a:gd name="csX3" fmla="*/ 104331 w 365475"/>
                <a:gd name="csY3" fmla="*/ 189438 h 214850"/>
                <a:gd name="csX4" fmla="*/ 131318 w 365475"/>
                <a:gd name="csY4" fmla="*/ 185761 h 214850"/>
                <a:gd name="csX5" fmla="*/ 155639 w 365475"/>
                <a:gd name="csY5" fmla="*/ 199281 h 214850"/>
                <a:gd name="csX6" fmla="*/ 166497 w 365475"/>
                <a:gd name="csY6" fmla="*/ 189654 h 214850"/>
                <a:gd name="csX7" fmla="*/ 192977 w 365475"/>
                <a:gd name="csY7" fmla="*/ 190949 h 214850"/>
                <a:gd name="csX8" fmla="*/ 198438 w 365475"/>
                <a:gd name="csY8" fmla="*/ 165759 h 214850"/>
                <a:gd name="csX9" fmla="*/ 216408 w 365475"/>
                <a:gd name="csY9" fmla="*/ 158406 h 214850"/>
                <a:gd name="csX10" fmla="*/ 210503 w 365475"/>
                <a:gd name="csY10" fmla="*/ 152671 h 214850"/>
                <a:gd name="csX11" fmla="*/ 214313 w 365475"/>
                <a:gd name="csY11" fmla="*/ 146722 h 214850"/>
                <a:gd name="csX12" fmla="*/ 226568 w 365475"/>
                <a:gd name="csY12" fmla="*/ 144239 h 214850"/>
                <a:gd name="csX13" fmla="*/ 229235 w 365475"/>
                <a:gd name="csY13" fmla="*/ 115473 h 214850"/>
                <a:gd name="csX14" fmla="*/ 240284 w 365475"/>
                <a:gd name="csY14" fmla="*/ 101090 h 214850"/>
                <a:gd name="csX15" fmla="*/ 286830 w 365475"/>
                <a:gd name="csY15" fmla="*/ 99249 h 214850"/>
                <a:gd name="csX16" fmla="*/ 300292 w 365475"/>
                <a:gd name="csY16" fmla="*/ 109199 h 214850"/>
                <a:gd name="csX17" fmla="*/ 312039 w 365475"/>
                <a:gd name="csY17" fmla="*/ 108336 h 214850"/>
                <a:gd name="csX18" fmla="*/ 304038 w 365475"/>
                <a:gd name="csY18" fmla="*/ 96442 h 214850"/>
                <a:gd name="csX19" fmla="*/ 323342 w 365475"/>
                <a:gd name="csY19" fmla="*/ 100766 h 214850"/>
                <a:gd name="csX20" fmla="*/ 341185 w 365475"/>
                <a:gd name="csY20" fmla="*/ 91572 h 214850"/>
                <a:gd name="csX21" fmla="*/ 326327 w 365475"/>
                <a:gd name="csY21" fmla="*/ 81412 h 214850"/>
                <a:gd name="csX22" fmla="*/ 326136 w 365475"/>
                <a:gd name="csY22" fmla="*/ 77297 h 214850"/>
                <a:gd name="csX23" fmla="*/ 334708 w 365475"/>
                <a:gd name="csY23" fmla="*/ 73728 h 214850"/>
                <a:gd name="csX24" fmla="*/ 346075 w 365475"/>
                <a:gd name="csY24" fmla="*/ 75354 h 214850"/>
                <a:gd name="csX25" fmla="*/ 365443 w 365475"/>
                <a:gd name="csY25" fmla="*/ 64432 h 214850"/>
                <a:gd name="csX26" fmla="*/ 362077 w 365475"/>
                <a:gd name="csY26" fmla="*/ 58482 h 214850"/>
                <a:gd name="csX27" fmla="*/ 350710 w 365475"/>
                <a:gd name="csY27" fmla="*/ 56755 h 214850"/>
                <a:gd name="csX28" fmla="*/ 330454 w 365475"/>
                <a:gd name="csY28" fmla="*/ 44423 h 214850"/>
                <a:gd name="csX29" fmla="*/ 326327 w 365475"/>
                <a:gd name="csY29" fmla="*/ 45725 h 214850"/>
                <a:gd name="csX30" fmla="*/ 321818 w 365475"/>
                <a:gd name="csY30" fmla="*/ 48538 h 214850"/>
                <a:gd name="csX31" fmla="*/ 316802 w 365475"/>
                <a:gd name="csY31" fmla="*/ 45401 h 214850"/>
                <a:gd name="csX32" fmla="*/ 319722 w 365475"/>
                <a:gd name="csY32" fmla="*/ 37616 h 214850"/>
                <a:gd name="csX33" fmla="*/ 306642 w 365475"/>
                <a:gd name="csY33" fmla="*/ 37724 h 214850"/>
                <a:gd name="csX34" fmla="*/ 305118 w 365475"/>
                <a:gd name="csY34" fmla="*/ 29824 h 214850"/>
                <a:gd name="csX35" fmla="*/ 305689 w 365475"/>
                <a:gd name="csY35" fmla="*/ 29501 h 214850"/>
                <a:gd name="csX36" fmla="*/ 306197 w 365475"/>
                <a:gd name="csY36" fmla="*/ 18255 h 214850"/>
                <a:gd name="csX37" fmla="*/ 294767 w 365475"/>
                <a:gd name="csY37" fmla="*/ 11556 h 214850"/>
                <a:gd name="csX38" fmla="*/ 294005 w 365475"/>
                <a:gd name="csY38" fmla="*/ 11879 h 214850"/>
                <a:gd name="csX39" fmla="*/ 286830 w 365475"/>
                <a:gd name="csY39" fmla="*/ 1497 h 214850"/>
                <a:gd name="csX40" fmla="*/ 282702 w 365475"/>
                <a:gd name="csY40" fmla="*/ 4526 h 214850"/>
                <a:gd name="csX41" fmla="*/ 279908 w 365475"/>
                <a:gd name="csY41" fmla="*/ 12635 h 214850"/>
                <a:gd name="csX42" fmla="*/ 274257 w 365475"/>
                <a:gd name="csY42" fmla="*/ 15772 h 214850"/>
                <a:gd name="csX43" fmla="*/ 271717 w 365475"/>
                <a:gd name="csY43" fmla="*/ 12527 h 214850"/>
                <a:gd name="csX44" fmla="*/ 273114 w 365475"/>
                <a:gd name="csY44" fmla="*/ 6253 h 214850"/>
                <a:gd name="csX45" fmla="*/ 270573 w 365475"/>
                <a:gd name="csY45" fmla="*/ 633 h 214850"/>
                <a:gd name="csX46" fmla="*/ 256857 w 365475"/>
                <a:gd name="csY46" fmla="*/ 23881 h 214850"/>
                <a:gd name="csX47" fmla="*/ 247777 w 365475"/>
                <a:gd name="csY47" fmla="*/ 33609 h 214850"/>
                <a:gd name="csX48" fmla="*/ 234696 w 365475"/>
                <a:gd name="csY48" fmla="*/ 52862 h 214850"/>
                <a:gd name="csX49" fmla="*/ 224282 w 365475"/>
                <a:gd name="csY49" fmla="*/ 55345 h 214850"/>
                <a:gd name="csX50" fmla="*/ 222568 w 365475"/>
                <a:gd name="csY50" fmla="*/ 63352 h 214850"/>
                <a:gd name="csX51" fmla="*/ 226314 w 365475"/>
                <a:gd name="csY51" fmla="*/ 71677 h 214850"/>
                <a:gd name="csX52" fmla="*/ 219710 w 365475"/>
                <a:gd name="csY52" fmla="*/ 77735 h 214850"/>
                <a:gd name="csX53" fmla="*/ 217678 w 365475"/>
                <a:gd name="csY53" fmla="*/ 95356 h 214850"/>
                <a:gd name="csX54" fmla="*/ 202311 w 365475"/>
                <a:gd name="csY54" fmla="*/ 96982 h 214850"/>
                <a:gd name="csX55" fmla="*/ 186309 w 365475"/>
                <a:gd name="csY55" fmla="*/ 117308 h 214850"/>
                <a:gd name="csX56" fmla="*/ 172339 w 365475"/>
                <a:gd name="csY56" fmla="*/ 91896 h 214850"/>
                <a:gd name="csX57" fmla="*/ 166180 w 365475"/>
                <a:gd name="csY57" fmla="*/ 95572 h 214850"/>
                <a:gd name="csX58" fmla="*/ 129477 w 365475"/>
                <a:gd name="csY58" fmla="*/ 143807 h 214850"/>
                <a:gd name="csX59" fmla="*/ 67564 w 365475"/>
                <a:gd name="csY59" fmla="*/ 159377 h 214850"/>
                <a:gd name="csX60" fmla="*/ 56324 w 365475"/>
                <a:gd name="csY60" fmla="*/ 183380 h 214850"/>
                <a:gd name="csX61" fmla="*/ 52197 w 365475"/>
                <a:gd name="csY61" fmla="*/ 185761 h 214850"/>
                <a:gd name="csX62" fmla="*/ 37656 w 365475"/>
                <a:gd name="csY62" fmla="*/ 182085 h 214850"/>
                <a:gd name="csX63" fmla="*/ 16891 w 365475"/>
                <a:gd name="csY63" fmla="*/ 181221 h 214850"/>
                <a:gd name="csX64" fmla="*/ 11494 w 365475"/>
                <a:gd name="csY64" fmla="*/ 178624 h 214850"/>
                <a:gd name="csX65" fmla="*/ 5652 w 365475"/>
                <a:gd name="csY65" fmla="*/ 171163 h 214850"/>
                <a:gd name="csX66" fmla="*/ 0 w 365475"/>
                <a:gd name="csY66" fmla="*/ 168998 h 214850"/>
                <a:gd name="csX67" fmla="*/ 0 w 365475"/>
                <a:gd name="csY67" fmla="*/ 185114 h 214850"/>
                <a:gd name="csX68" fmla="*/ 32131 w 365475"/>
                <a:gd name="csY68" fmla="*/ 214743 h 214850"/>
                <a:gd name="csX69" fmla="*/ 31941 w 365475"/>
                <a:gd name="csY69" fmla="*/ 214851 h 21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365475" h="214850">
                  <a:moveTo>
                    <a:pt x="31941" y="214851"/>
                  </a:moveTo>
                  <a:lnTo>
                    <a:pt x="61785" y="203821"/>
                  </a:lnTo>
                  <a:lnTo>
                    <a:pt x="95885" y="206418"/>
                  </a:lnTo>
                  <a:lnTo>
                    <a:pt x="104331" y="189438"/>
                  </a:lnTo>
                  <a:lnTo>
                    <a:pt x="131318" y="185761"/>
                  </a:lnTo>
                  <a:lnTo>
                    <a:pt x="155639" y="199281"/>
                  </a:lnTo>
                  <a:lnTo>
                    <a:pt x="166497" y="189654"/>
                  </a:lnTo>
                  <a:lnTo>
                    <a:pt x="192977" y="190949"/>
                  </a:lnTo>
                  <a:lnTo>
                    <a:pt x="198438" y="165759"/>
                  </a:lnTo>
                  <a:lnTo>
                    <a:pt x="216408" y="158406"/>
                  </a:lnTo>
                  <a:lnTo>
                    <a:pt x="210503" y="152671"/>
                  </a:lnTo>
                  <a:lnTo>
                    <a:pt x="214313" y="146722"/>
                  </a:lnTo>
                  <a:lnTo>
                    <a:pt x="226568" y="144239"/>
                  </a:lnTo>
                  <a:lnTo>
                    <a:pt x="229235" y="115473"/>
                  </a:lnTo>
                  <a:lnTo>
                    <a:pt x="240284" y="101090"/>
                  </a:lnTo>
                  <a:lnTo>
                    <a:pt x="286830" y="99249"/>
                  </a:lnTo>
                  <a:lnTo>
                    <a:pt x="300292" y="109199"/>
                  </a:lnTo>
                  <a:cubicBezTo>
                    <a:pt x="300672" y="108336"/>
                    <a:pt x="307721" y="111041"/>
                    <a:pt x="312039" y="108336"/>
                  </a:cubicBezTo>
                  <a:cubicBezTo>
                    <a:pt x="318008" y="104659"/>
                    <a:pt x="298006" y="100227"/>
                    <a:pt x="304038" y="96442"/>
                  </a:cubicBezTo>
                  <a:cubicBezTo>
                    <a:pt x="310007" y="92658"/>
                    <a:pt x="316167" y="103256"/>
                    <a:pt x="323342" y="100766"/>
                  </a:cubicBezTo>
                  <a:cubicBezTo>
                    <a:pt x="339789" y="94925"/>
                    <a:pt x="344869" y="94169"/>
                    <a:pt x="341185" y="91572"/>
                  </a:cubicBezTo>
                  <a:lnTo>
                    <a:pt x="326327" y="81412"/>
                  </a:lnTo>
                  <a:cubicBezTo>
                    <a:pt x="324803" y="80326"/>
                    <a:pt x="324739" y="78491"/>
                    <a:pt x="326136" y="77297"/>
                  </a:cubicBezTo>
                  <a:cubicBezTo>
                    <a:pt x="327216" y="76649"/>
                    <a:pt x="330327" y="72217"/>
                    <a:pt x="334708" y="73728"/>
                  </a:cubicBezTo>
                  <a:cubicBezTo>
                    <a:pt x="337058" y="74274"/>
                    <a:pt x="341503" y="77081"/>
                    <a:pt x="346075" y="75354"/>
                  </a:cubicBezTo>
                  <a:cubicBezTo>
                    <a:pt x="362077" y="68972"/>
                    <a:pt x="365443" y="68756"/>
                    <a:pt x="365443" y="64432"/>
                  </a:cubicBezTo>
                  <a:cubicBezTo>
                    <a:pt x="365316" y="63892"/>
                    <a:pt x="366395" y="58482"/>
                    <a:pt x="362077" y="58482"/>
                  </a:cubicBezTo>
                  <a:cubicBezTo>
                    <a:pt x="357949" y="58482"/>
                    <a:pt x="354140" y="58806"/>
                    <a:pt x="350710" y="56755"/>
                  </a:cubicBezTo>
                  <a:lnTo>
                    <a:pt x="330454" y="44423"/>
                  </a:lnTo>
                  <a:cubicBezTo>
                    <a:pt x="328803" y="43452"/>
                    <a:pt x="327025" y="44099"/>
                    <a:pt x="326327" y="45725"/>
                  </a:cubicBezTo>
                  <a:cubicBezTo>
                    <a:pt x="325692" y="47452"/>
                    <a:pt x="323659" y="48646"/>
                    <a:pt x="321818" y="48538"/>
                  </a:cubicBezTo>
                  <a:cubicBezTo>
                    <a:pt x="320802" y="48322"/>
                    <a:pt x="313563" y="48754"/>
                    <a:pt x="316802" y="45401"/>
                  </a:cubicBezTo>
                  <a:cubicBezTo>
                    <a:pt x="317373" y="44531"/>
                    <a:pt x="322008" y="41508"/>
                    <a:pt x="319722" y="37616"/>
                  </a:cubicBezTo>
                  <a:cubicBezTo>
                    <a:pt x="316294" y="31666"/>
                    <a:pt x="310642" y="43235"/>
                    <a:pt x="306642" y="37724"/>
                  </a:cubicBezTo>
                  <a:cubicBezTo>
                    <a:pt x="306133" y="36422"/>
                    <a:pt x="300927" y="31990"/>
                    <a:pt x="305118" y="29824"/>
                  </a:cubicBezTo>
                  <a:lnTo>
                    <a:pt x="305689" y="29501"/>
                  </a:lnTo>
                  <a:cubicBezTo>
                    <a:pt x="309563" y="27450"/>
                    <a:pt x="309435" y="21391"/>
                    <a:pt x="306197" y="18255"/>
                  </a:cubicBezTo>
                  <a:cubicBezTo>
                    <a:pt x="302641" y="15556"/>
                    <a:pt x="299403" y="9174"/>
                    <a:pt x="294767" y="11556"/>
                  </a:cubicBezTo>
                  <a:lnTo>
                    <a:pt x="294005" y="11879"/>
                  </a:lnTo>
                  <a:cubicBezTo>
                    <a:pt x="287782" y="15010"/>
                    <a:pt x="293116" y="1713"/>
                    <a:pt x="286830" y="1497"/>
                  </a:cubicBezTo>
                  <a:cubicBezTo>
                    <a:pt x="285242" y="1497"/>
                    <a:pt x="283401" y="2793"/>
                    <a:pt x="282702" y="4526"/>
                  </a:cubicBezTo>
                  <a:lnTo>
                    <a:pt x="279908" y="12635"/>
                  </a:lnTo>
                  <a:cubicBezTo>
                    <a:pt x="278702" y="16204"/>
                    <a:pt x="273748" y="15988"/>
                    <a:pt x="274257" y="15772"/>
                  </a:cubicBezTo>
                  <a:cubicBezTo>
                    <a:pt x="272415" y="15772"/>
                    <a:pt x="271272" y="14254"/>
                    <a:pt x="271717" y="12527"/>
                  </a:cubicBezTo>
                  <a:lnTo>
                    <a:pt x="273114" y="6253"/>
                  </a:lnTo>
                  <a:cubicBezTo>
                    <a:pt x="273939" y="2793"/>
                    <a:pt x="270193" y="-20"/>
                    <a:pt x="270573" y="633"/>
                  </a:cubicBezTo>
                  <a:cubicBezTo>
                    <a:pt x="264541" y="-3913"/>
                    <a:pt x="264223" y="17283"/>
                    <a:pt x="256857" y="23881"/>
                  </a:cubicBezTo>
                  <a:cubicBezTo>
                    <a:pt x="253174" y="27126"/>
                    <a:pt x="249619" y="29717"/>
                    <a:pt x="247777" y="33609"/>
                  </a:cubicBezTo>
                  <a:cubicBezTo>
                    <a:pt x="239776" y="49617"/>
                    <a:pt x="239078" y="52970"/>
                    <a:pt x="234696" y="52862"/>
                  </a:cubicBezTo>
                  <a:cubicBezTo>
                    <a:pt x="232601" y="53078"/>
                    <a:pt x="227076" y="51452"/>
                    <a:pt x="224282" y="55345"/>
                  </a:cubicBezTo>
                  <a:cubicBezTo>
                    <a:pt x="223838" y="56323"/>
                    <a:pt x="219329" y="60215"/>
                    <a:pt x="222568" y="63352"/>
                  </a:cubicBezTo>
                  <a:cubicBezTo>
                    <a:pt x="223710" y="64972"/>
                    <a:pt x="229553" y="68001"/>
                    <a:pt x="226314" y="71677"/>
                  </a:cubicBezTo>
                  <a:cubicBezTo>
                    <a:pt x="224599" y="73081"/>
                    <a:pt x="222758" y="77081"/>
                    <a:pt x="219710" y="77735"/>
                  </a:cubicBezTo>
                  <a:lnTo>
                    <a:pt x="217678" y="95356"/>
                  </a:lnTo>
                  <a:lnTo>
                    <a:pt x="202311" y="96982"/>
                  </a:lnTo>
                  <a:lnTo>
                    <a:pt x="186309" y="117308"/>
                  </a:lnTo>
                  <a:lnTo>
                    <a:pt x="172339" y="91896"/>
                  </a:lnTo>
                  <a:cubicBezTo>
                    <a:pt x="169101" y="92766"/>
                    <a:pt x="167577" y="93629"/>
                    <a:pt x="166180" y="95572"/>
                  </a:cubicBezTo>
                  <a:cubicBezTo>
                    <a:pt x="131064" y="145210"/>
                    <a:pt x="134239" y="142829"/>
                    <a:pt x="129477" y="143807"/>
                  </a:cubicBezTo>
                  <a:cubicBezTo>
                    <a:pt x="69596" y="155808"/>
                    <a:pt x="68834" y="154945"/>
                    <a:pt x="67564" y="159377"/>
                  </a:cubicBezTo>
                  <a:lnTo>
                    <a:pt x="56324" y="183380"/>
                  </a:lnTo>
                  <a:cubicBezTo>
                    <a:pt x="55880" y="185114"/>
                    <a:pt x="53911" y="186193"/>
                    <a:pt x="52197" y="185761"/>
                  </a:cubicBezTo>
                  <a:lnTo>
                    <a:pt x="37656" y="182085"/>
                  </a:lnTo>
                  <a:cubicBezTo>
                    <a:pt x="32576" y="180789"/>
                    <a:pt x="16383" y="181221"/>
                    <a:pt x="16891" y="181221"/>
                  </a:cubicBezTo>
                  <a:cubicBezTo>
                    <a:pt x="15049" y="181221"/>
                    <a:pt x="12573" y="180027"/>
                    <a:pt x="11494" y="178624"/>
                  </a:cubicBezTo>
                  <a:lnTo>
                    <a:pt x="5652" y="171163"/>
                  </a:lnTo>
                  <a:cubicBezTo>
                    <a:pt x="4128" y="169220"/>
                    <a:pt x="1651" y="168998"/>
                    <a:pt x="0" y="168998"/>
                  </a:cubicBezTo>
                  <a:lnTo>
                    <a:pt x="0" y="185114"/>
                  </a:lnTo>
                  <a:lnTo>
                    <a:pt x="32131" y="214743"/>
                  </a:lnTo>
                  <a:lnTo>
                    <a:pt x="31941" y="214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8E77DD07-D5AE-4A9A-0EC2-BCC46346F2B4}"/>
                </a:ext>
              </a:extLst>
            </p:cNvPr>
            <p:cNvSpPr/>
            <p:nvPr/>
          </p:nvSpPr>
          <p:spPr>
            <a:xfrm>
              <a:off x="8455309" y="4839126"/>
              <a:ext cx="5353" cy="7604"/>
            </a:xfrm>
            <a:custGeom>
              <a:avLst/>
              <a:gdLst>
                <a:gd name="csX0" fmla="*/ 6097 w 6174"/>
                <a:gd name="csY0" fmla="*/ 6058 h 8769"/>
                <a:gd name="csX1" fmla="*/ 2858 w 6174"/>
                <a:gd name="csY1" fmla="*/ 2057 h 8769"/>
                <a:gd name="csX2" fmla="*/ 0 w 6174"/>
                <a:gd name="csY2" fmla="*/ 8541 h 8769"/>
                <a:gd name="csX3" fmla="*/ 3175 w 6174"/>
                <a:gd name="csY3" fmla="*/ 0 h 8769"/>
                <a:gd name="csX4" fmla="*/ 6097 w 6174"/>
                <a:gd name="csY4" fmla="*/ 6166 h 8769"/>
                <a:gd name="csX5" fmla="*/ 6097 w 6174"/>
                <a:gd name="csY5" fmla="*/ 6058 h 8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174" h="8769">
                  <a:moveTo>
                    <a:pt x="6097" y="6058"/>
                  </a:moveTo>
                  <a:cubicBezTo>
                    <a:pt x="6414" y="6598"/>
                    <a:pt x="5842" y="2057"/>
                    <a:pt x="2858" y="2057"/>
                  </a:cubicBezTo>
                  <a:cubicBezTo>
                    <a:pt x="-952" y="2057"/>
                    <a:pt x="254" y="7569"/>
                    <a:pt x="0" y="8541"/>
                  </a:cubicBezTo>
                  <a:cubicBezTo>
                    <a:pt x="0" y="10382"/>
                    <a:pt x="1461" y="540"/>
                    <a:pt x="3175" y="0"/>
                  </a:cubicBezTo>
                  <a:cubicBezTo>
                    <a:pt x="2604" y="432"/>
                    <a:pt x="6541" y="9518"/>
                    <a:pt x="6097" y="6166"/>
                  </a:cubicBezTo>
                  <a:lnTo>
                    <a:pt x="6097" y="6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750844BE-32F6-2548-832F-9768A0AD23F3}"/>
                </a:ext>
              </a:extLst>
            </p:cNvPr>
            <p:cNvSpPr/>
            <p:nvPr/>
          </p:nvSpPr>
          <p:spPr>
            <a:xfrm>
              <a:off x="8325420" y="4720794"/>
              <a:ext cx="135351" cy="156984"/>
            </a:xfrm>
            <a:custGeom>
              <a:avLst/>
              <a:gdLst>
                <a:gd name="csX0" fmla="*/ 64516 w 156096"/>
                <a:gd name="csY0" fmla="*/ 34386 h 181044"/>
                <a:gd name="csX1" fmla="*/ 52832 w 156096"/>
                <a:gd name="csY1" fmla="*/ 26600 h 181044"/>
                <a:gd name="csX2" fmla="*/ 41720 w 156096"/>
                <a:gd name="csY2" fmla="*/ 37630 h 181044"/>
                <a:gd name="csX3" fmla="*/ 27622 w 156096"/>
                <a:gd name="csY3" fmla="*/ 29197 h 181044"/>
                <a:gd name="csX4" fmla="*/ 32512 w 156096"/>
                <a:gd name="csY4" fmla="*/ 12865 h 181044"/>
                <a:gd name="csX5" fmla="*/ 9970 w 156096"/>
                <a:gd name="csY5" fmla="*/ 0 h 181044"/>
                <a:gd name="csX6" fmla="*/ 0 w 156096"/>
                <a:gd name="csY6" fmla="*/ 11138 h 181044"/>
                <a:gd name="csX7" fmla="*/ 9207 w 156096"/>
                <a:gd name="csY7" fmla="*/ 27356 h 181044"/>
                <a:gd name="csX8" fmla="*/ 13462 w 156096"/>
                <a:gd name="csY8" fmla="*/ 61424 h 181044"/>
                <a:gd name="csX9" fmla="*/ 19050 w 156096"/>
                <a:gd name="csY9" fmla="*/ 72670 h 181044"/>
                <a:gd name="csX10" fmla="*/ 19368 w 156096"/>
                <a:gd name="csY10" fmla="*/ 90621 h 181044"/>
                <a:gd name="csX11" fmla="*/ 24384 w 156096"/>
                <a:gd name="csY11" fmla="*/ 97428 h 181044"/>
                <a:gd name="csX12" fmla="*/ 23051 w 156096"/>
                <a:gd name="csY12" fmla="*/ 97974 h 181044"/>
                <a:gd name="csX13" fmla="*/ 22416 w 156096"/>
                <a:gd name="csY13" fmla="*/ 101651 h 181044"/>
                <a:gd name="csX14" fmla="*/ 45593 w 156096"/>
                <a:gd name="csY14" fmla="*/ 126517 h 181044"/>
                <a:gd name="csX15" fmla="*/ 44259 w 156096"/>
                <a:gd name="csY15" fmla="*/ 132252 h 181044"/>
                <a:gd name="csX16" fmla="*/ 44958 w 156096"/>
                <a:gd name="csY16" fmla="*/ 140792 h 181044"/>
                <a:gd name="csX17" fmla="*/ 123063 w 156096"/>
                <a:gd name="csY17" fmla="*/ 175292 h 181044"/>
                <a:gd name="csX18" fmla="*/ 128588 w 156096"/>
                <a:gd name="csY18" fmla="*/ 181020 h 181044"/>
                <a:gd name="csX19" fmla="*/ 153797 w 156096"/>
                <a:gd name="csY19" fmla="*/ 178429 h 181044"/>
                <a:gd name="csX20" fmla="*/ 155893 w 156096"/>
                <a:gd name="csY20" fmla="*/ 174968 h 181044"/>
                <a:gd name="csX21" fmla="*/ 135445 w 156096"/>
                <a:gd name="csY21" fmla="*/ 136900 h 181044"/>
                <a:gd name="csX22" fmla="*/ 124714 w 156096"/>
                <a:gd name="csY22" fmla="*/ 137547 h 181044"/>
                <a:gd name="csX23" fmla="*/ 123507 w 156096"/>
                <a:gd name="csY23" fmla="*/ 113112 h 181044"/>
                <a:gd name="csX24" fmla="*/ 121158 w 156096"/>
                <a:gd name="csY24" fmla="*/ 102622 h 181044"/>
                <a:gd name="csX25" fmla="*/ 123190 w 156096"/>
                <a:gd name="csY25" fmla="*/ 68993 h 181044"/>
                <a:gd name="csX26" fmla="*/ 107506 w 156096"/>
                <a:gd name="csY26" fmla="*/ 41091 h 181044"/>
                <a:gd name="csX27" fmla="*/ 89091 w 156096"/>
                <a:gd name="csY27" fmla="*/ 27248 h 181044"/>
                <a:gd name="csX28" fmla="*/ 80010 w 156096"/>
                <a:gd name="csY28" fmla="*/ 15139 h 181044"/>
                <a:gd name="csX29" fmla="*/ 75247 w 156096"/>
                <a:gd name="csY29" fmla="*/ 12757 h 181044"/>
                <a:gd name="csX30" fmla="*/ 64389 w 156096"/>
                <a:gd name="csY30" fmla="*/ 34493 h 181044"/>
                <a:gd name="csX31" fmla="*/ 64516 w 156096"/>
                <a:gd name="csY31" fmla="*/ 34386 h 181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56096" h="181044">
                  <a:moveTo>
                    <a:pt x="64516" y="34386"/>
                  </a:moveTo>
                  <a:lnTo>
                    <a:pt x="52832" y="26600"/>
                  </a:lnTo>
                  <a:lnTo>
                    <a:pt x="41720" y="37630"/>
                  </a:lnTo>
                  <a:lnTo>
                    <a:pt x="27622" y="29197"/>
                  </a:lnTo>
                  <a:lnTo>
                    <a:pt x="32512" y="12865"/>
                  </a:lnTo>
                  <a:lnTo>
                    <a:pt x="9970" y="0"/>
                  </a:lnTo>
                  <a:lnTo>
                    <a:pt x="0" y="11138"/>
                  </a:lnTo>
                  <a:cubicBezTo>
                    <a:pt x="6731" y="20542"/>
                    <a:pt x="8890" y="23356"/>
                    <a:pt x="9207" y="27356"/>
                  </a:cubicBezTo>
                  <a:cubicBezTo>
                    <a:pt x="11494" y="51581"/>
                    <a:pt x="9779" y="56769"/>
                    <a:pt x="13462" y="61424"/>
                  </a:cubicBezTo>
                  <a:cubicBezTo>
                    <a:pt x="15304" y="64338"/>
                    <a:pt x="19812" y="67799"/>
                    <a:pt x="19050" y="72670"/>
                  </a:cubicBezTo>
                  <a:cubicBezTo>
                    <a:pt x="18542" y="80887"/>
                    <a:pt x="14732" y="87592"/>
                    <a:pt x="19368" y="90621"/>
                  </a:cubicBezTo>
                  <a:cubicBezTo>
                    <a:pt x="21209" y="92240"/>
                    <a:pt x="28893" y="95485"/>
                    <a:pt x="24384" y="97428"/>
                  </a:cubicBezTo>
                  <a:lnTo>
                    <a:pt x="23051" y="97974"/>
                  </a:lnTo>
                  <a:cubicBezTo>
                    <a:pt x="21463" y="98730"/>
                    <a:pt x="21145" y="100349"/>
                    <a:pt x="22416" y="101651"/>
                  </a:cubicBezTo>
                  <a:cubicBezTo>
                    <a:pt x="38989" y="118301"/>
                    <a:pt x="44514" y="120682"/>
                    <a:pt x="45593" y="126517"/>
                  </a:cubicBezTo>
                  <a:cubicBezTo>
                    <a:pt x="45593" y="127064"/>
                    <a:pt x="47117" y="131388"/>
                    <a:pt x="44259" y="132252"/>
                  </a:cubicBezTo>
                  <a:cubicBezTo>
                    <a:pt x="41339" y="133223"/>
                    <a:pt x="41148" y="138418"/>
                    <a:pt x="44958" y="140792"/>
                  </a:cubicBezTo>
                  <a:cubicBezTo>
                    <a:pt x="117666" y="186430"/>
                    <a:pt x="120904" y="169234"/>
                    <a:pt x="123063" y="175292"/>
                  </a:cubicBezTo>
                  <a:cubicBezTo>
                    <a:pt x="123634" y="176047"/>
                    <a:pt x="124143" y="181451"/>
                    <a:pt x="128588" y="181020"/>
                  </a:cubicBezTo>
                  <a:lnTo>
                    <a:pt x="153797" y="178429"/>
                  </a:lnTo>
                  <a:cubicBezTo>
                    <a:pt x="155639" y="178213"/>
                    <a:pt x="156528" y="176695"/>
                    <a:pt x="155893" y="174968"/>
                  </a:cubicBezTo>
                  <a:cubicBezTo>
                    <a:pt x="140271" y="140037"/>
                    <a:pt x="140589" y="139821"/>
                    <a:pt x="135445" y="136900"/>
                  </a:cubicBezTo>
                  <a:cubicBezTo>
                    <a:pt x="131318" y="134087"/>
                    <a:pt x="124714" y="142850"/>
                    <a:pt x="124714" y="137547"/>
                  </a:cubicBezTo>
                  <a:cubicBezTo>
                    <a:pt x="124396" y="124142"/>
                    <a:pt x="125603" y="118409"/>
                    <a:pt x="123507" y="113112"/>
                  </a:cubicBezTo>
                  <a:cubicBezTo>
                    <a:pt x="122999" y="111379"/>
                    <a:pt x="120586" y="107163"/>
                    <a:pt x="121158" y="102622"/>
                  </a:cubicBezTo>
                  <a:cubicBezTo>
                    <a:pt x="123190" y="79375"/>
                    <a:pt x="125794" y="74289"/>
                    <a:pt x="123190" y="68993"/>
                  </a:cubicBezTo>
                  <a:cubicBezTo>
                    <a:pt x="113220" y="50070"/>
                    <a:pt x="112395" y="44228"/>
                    <a:pt x="107506" y="41091"/>
                  </a:cubicBezTo>
                  <a:cubicBezTo>
                    <a:pt x="97092" y="33846"/>
                    <a:pt x="91884" y="32119"/>
                    <a:pt x="89091" y="27248"/>
                  </a:cubicBezTo>
                  <a:cubicBezTo>
                    <a:pt x="86423" y="23032"/>
                    <a:pt x="84772" y="17412"/>
                    <a:pt x="80010" y="15139"/>
                  </a:cubicBezTo>
                  <a:cubicBezTo>
                    <a:pt x="78295" y="14167"/>
                    <a:pt x="76645" y="13411"/>
                    <a:pt x="75247" y="12757"/>
                  </a:cubicBezTo>
                  <a:lnTo>
                    <a:pt x="64389" y="34493"/>
                  </a:lnTo>
                  <a:lnTo>
                    <a:pt x="64516" y="34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6B0C79FA-8E20-A826-4FBE-F4ABE8BA14BE}"/>
                </a:ext>
              </a:extLst>
            </p:cNvPr>
            <p:cNvSpPr/>
            <p:nvPr/>
          </p:nvSpPr>
          <p:spPr>
            <a:xfrm>
              <a:off x="6213283" y="3771786"/>
              <a:ext cx="48453" cy="55699"/>
            </a:xfrm>
            <a:custGeom>
              <a:avLst/>
              <a:gdLst>
                <a:gd name="csX0" fmla="*/ 30988 w 55879"/>
                <a:gd name="csY0" fmla="*/ 40881 h 64236"/>
                <a:gd name="csX1" fmla="*/ 55880 w 55879"/>
                <a:gd name="csY1" fmla="*/ 18383 h 64236"/>
                <a:gd name="csX2" fmla="*/ 52642 w 55879"/>
                <a:gd name="csY2" fmla="*/ 0 h 64236"/>
                <a:gd name="csX3" fmla="*/ 34099 w 55879"/>
                <a:gd name="csY3" fmla="*/ 0 h 64236"/>
                <a:gd name="csX4" fmla="*/ 32703 w 55879"/>
                <a:gd name="csY4" fmla="*/ 2165 h 64236"/>
                <a:gd name="csX5" fmla="*/ 21018 w 55879"/>
                <a:gd name="csY5" fmla="*/ 14275 h 64236"/>
                <a:gd name="csX6" fmla="*/ 0 w 55879"/>
                <a:gd name="csY6" fmla="*/ 64237 h 64236"/>
                <a:gd name="csX7" fmla="*/ 24574 w 55879"/>
                <a:gd name="csY7" fmla="*/ 59157 h 64236"/>
                <a:gd name="csX8" fmla="*/ 30988 w 55879"/>
                <a:gd name="csY8" fmla="*/ 40773 h 64236"/>
                <a:gd name="csX9" fmla="*/ 30988 w 55879"/>
                <a:gd name="csY9" fmla="*/ 40881 h 64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5879" h="64236">
                  <a:moveTo>
                    <a:pt x="30988" y="40881"/>
                  </a:moveTo>
                  <a:lnTo>
                    <a:pt x="55880" y="18383"/>
                  </a:lnTo>
                  <a:lnTo>
                    <a:pt x="52642" y="0"/>
                  </a:lnTo>
                  <a:lnTo>
                    <a:pt x="34099" y="0"/>
                  </a:lnTo>
                  <a:cubicBezTo>
                    <a:pt x="33909" y="762"/>
                    <a:pt x="33592" y="1518"/>
                    <a:pt x="32703" y="2165"/>
                  </a:cubicBezTo>
                  <a:cubicBezTo>
                    <a:pt x="26988" y="7245"/>
                    <a:pt x="22860" y="10166"/>
                    <a:pt x="21018" y="14275"/>
                  </a:cubicBezTo>
                  <a:cubicBezTo>
                    <a:pt x="11938" y="35363"/>
                    <a:pt x="5143" y="51581"/>
                    <a:pt x="0" y="64237"/>
                  </a:cubicBezTo>
                  <a:lnTo>
                    <a:pt x="24574" y="59157"/>
                  </a:lnTo>
                  <a:lnTo>
                    <a:pt x="30988" y="40773"/>
                  </a:lnTo>
                  <a:lnTo>
                    <a:pt x="30988" y="40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10159341-B061-552F-CB5F-A5EDA2DD60AC}"/>
                </a:ext>
              </a:extLst>
            </p:cNvPr>
            <p:cNvSpPr/>
            <p:nvPr/>
          </p:nvSpPr>
          <p:spPr>
            <a:xfrm>
              <a:off x="8325641" y="4200953"/>
              <a:ext cx="245901" cy="285237"/>
            </a:xfrm>
            <a:custGeom>
              <a:avLst/>
              <a:gdLst>
                <a:gd name="csX0" fmla="*/ 212027 w 283590"/>
                <a:gd name="csY0" fmla="*/ 321278 h 328955"/>
                <a:gd name="csX1" fmla="*/ 220790 w 283590"/>
                <a:gd name="csY1" fmla="*/ 328956 h 328955"/>
                <a:gd name="csX2" fmla="*/ 233363 w 283590"/>
                <a:gd name="csY2" fmla="*/ 319551 h 328955"/>
                <a:gd name="csX3" fmla="*/ 231077 w 283590"/>
                <a:gd name="csY3" fmla="*/ 305816 h 328955"/>
                <a:gd name="csX4" fmla="*/ 244602 w 283590"/>
                <a:gd name="csY4" fmla="*/ 299218 h 328955"/>
                <a:gd name="csX5" fmla="*/ 255841 w 283590"/>
                <a:gd name="csY5" fmla="*/ 309061 h 328955"/>
                <a:gd name="csX6" fmla="*/ 277051 w 283590"/>
                <a:gd name="csY6" fmla="*/ 297815 h 328955"/>
                <a:gd name="csX7" fmla="*/ 283590 w 283590"/>
                <a:gd name="csY7" fmla="*/ 272942 h 328955"/>
                <a:gd name="csX8" fmla="*/ 264604 w 283590"/>
                <a:gd name="csY8" fmla="*/ 253155 h 328955"/>
                <a:gd name="csX9" fmla="*/ 269811 w 283590"/>
                <a:gd name="csY9" fmla="*/ 241687 h 328955"/>
                <a:gd name="csX10" fmla="*/ 245046 w 283590"/>
                <a:gd name="csY10" fmla="*/ 227851 h 328955"/>
                <a:gd name="csX11" fmla="*/ 241046 w 283590"/>
                <a:gd name="csY11" fmla="*/ 209576 h 328955"/>
                <a:gd name="csX12" fmla="*/ 207581 w 283590"/>
                <a:gd name="csY12" fmla="*/ 176378 h 328955"/>
                <a:gd name="csX13" fmla="*/ 189738 w 283590"/>
                <a:gd name="csY13" fmla="*/ 144367 h 328955"/>
                <a:gd name="csX14" fmla="*/ 141859 w 283590"/>
                <a:gd name="csY14" fmla="*/ 120250 h 328955"/>
                <a:gd name="csX15" fmla="*/ 147638 w 283590"/>
                <a:gd name="csY15" fmla="*/ 104680 h 328955"/>
                <a:gd name="csX16" fmla="*/ 169037 w 283590"/>
                <a:gd name="csY16" fmla="*/ 107493 h 328955"/>
                <a:gd name="csX17" fmla="*/ 181483 w 283590"/>
                <a:gd name="csY17" fmla="*/ 87160 h 328955"/>
                <a:gd name="csX18" fmla="*/ 162306 w 283590"/>
                <a:gd name="csY18" fmla="*/ 74079 h 328955"/>
                <a:gd name="csX19" fmla="*/ 168528 w 283590"/>
                <a:gd name="csY19" fmla="*/ 64560 h 328955"/>
                <a:gd name="csX20" fmla="*/ 147701 w 283590"/>
                <a:gd name="csY20" fmla="*/ 54610 h 328955"/>
                <a:gd name="csX21" fmla="*/ 134620 w 283590"/>
                <a:gd name="csY21" fmla="*/ 67266 h 328955"/>
                <a:gd name="csX22" fmla="*/ 105918 w 283590"/>
                <a:gd name="csY22" fmla="*/ 48990 h 328955"/>
                <a:gd name="csX23" fmla="*/ 113411 w 283590"/>
                <a:gd name="csY23" fmla="*/ 36881 h 328955"/>
                <a:gd name="csX24" fmla="*/ 108331 w 283590"/>
                <a:gd name="csY24" fmla="*/ 20981 h 328955"/>
                <a:gd name="csX25" fmla="*/ 95885 w 283590"/>
                <a:gd name="csY25" fmla="*/ 25089 h 328955"/>
                <a:gd name="csX26" fmla="*/ 76264 w 283590"/>
                <a:gd name="csY26" fmla="*/ 0 h 328955"/>
                <a:gd name="csX27" fmla="*/ 55372 w 283590"/>
                <a:gd name="csY27" fmla="*/ 7029 h 328955"/>
                <a:gd name="csX28" fmla="*/ 63182 w 283590"/>
                <a:gd name="csY28" fmla="*/ 41961 h 328955"/>
                <a:gd name="csX29" fmla="*/ 40132 w 283590"/>
                <a:gd name="csY29" fmla="*/ 52559 h 328955"/>
                <a:gd name="csX30" fmla="*/ 34861 w 283590"/>
                <a:gd name="csY30" fmla="*/ 37312 h 328955"/>
                <a:gd name="csX31" fmla="*/ 0 w 283590"/>
                <a:gd name="csY31" fmla="*/ 79267 h 328955"/>
                <a:gd name="csX32" fmla="*/ 18415 w 283590"/>
                <a:gd name="csY32" fmla="*/ 87052 h 328955"/>
                <a:gd name="csX33" fmla="*/ 9271 w 283590"/>
                <a:gd name="csY33" fmla="*/ 110090 h 328955"/>
                <a:gd name="csX34" fmla="*/ 35623 w 283590"/>
                <a:gd name="csY34" fmla="*/ 108248 h 328955"/>
                <a:gd name="csX35" fmla="*/ 37973 w 283590"/>
                <a:gd name="csY35" fmla="*/ 134093 h 328955"/>
                <a:gd name="csX36" fmla="*/ 27559 w 283590"/>
                <a:gd name="csY36" fmla="*/ 151612 h 328955"/>
                <a:gd name="csX37" fmla="*/ 33401 w 283590"/>
                <a:gd name="csY37" fmla="*/ 164693 h 328955"/>
                <a:gd name="csX38" fmla="*/ 24130 w 283590"/>
                <a:gd name="csY38" fmla="*/ 186214 h 328955"/>
                <a:gd name="csX39" fmla="*/ 44577 w 283590"/>
                <a:gd name="csY39" fmla="*/ 188811 h 328955"/>
                <a:gd name="csX40" fmla="*/ 74676 w 283590"/>
                <a:gd name="csY40" fmla="*/ 161995 h 328955"/>
                <a:gd name="csX41" fmla="*/ 94932 w 283590"/>
                <a:gd name="csY41" fmla="*/ 177025 h 328955"/>
                <a:gd name="csX42" fmla="*/ 111061 w 283590"/>
                <a:gd name="csY42" fmla="*/ 169456 h 328955"/>
                <a:gd name="csX43" fmla="*/ 119253 w 283590"/>
                <a:gd name="csY43" fmla="*/ 154210 h 328955"/>
                <a:gd name="csX44" fmla="*/ 144716 w 283590"/>
                <a:gd name="csY44" fmla="*/ 157125 h 328955"/>
                <a:gd name="csX45" fmla="*/ 175514 w 283590"/>
                <a:gd name="csY45" fmla="*/ 191840 h 328955"/>
                <a:gd name="csX46" fmla="*/ 174561 w 283590"/>
                <a:gd name="csY46" fmla="*/ 224822 h 328955"/>
                <a:gd name="csX47" fmla="*/ 207010 w 283590"/>
                <a:gd name="csY47" fmla="*/ 257912 h 328955"/>
                <a:gd name="csX48" fmla="*/ 204533 w 283590"/>
                <a:gd name="csY48" fmla="*/ 299218 h 328955"/>
                <a:gd name="csX49" fmla="*/ 190564 w 283590"/>
                <a:gd name="csY49" fmla="*/ 310140 h 328955"/>
                <a:gd name="csX50" fmla="*/ 199771 w 283590"/>
                <a:gd name="csY50" fmla="*/ 322580 h 328955"/>
                <a:gd name="csX51" fmla="*/ 212027 w 283590"/>
                <a:gd name="csY51" fmla="*/ 321278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83590" h="328955">
                  <a:moveTo>
                    <a:pt x="212027" y="321278"/>
                  </a:moveTo>
                  <a:lnTo>
                    <a:pt x="220790" y="328956"/>
                  </a:lnTo>
                  <a:lnTo>
                    <a:pt x="233363" y="319551"/>
                  </a:lnTo>
                  <a:lnTo>
                    <a:pt x="231077" y="305816"/>
                  </a:lnTo>
                  <a:lnTo>
                    <a:pt x="244602" y="299218"/>
                  </a:lnTo>
                  <a:lnTo>
                    <a:pt x="255841" y="309061"/>
                  </a:lnTo>
                  <a:lnTo>
                    <a:pt x="277051" y="297815"/>
                  </a:lnTo>
                  <a:lnTo>
                    <a:pt x="283590" y="272942"/>
                  </a:lnTo>
                  <a:lnTo>
                    <a:pt x="264604" y="253155"/>
                  </a:lnTo>
                  <a:lnTo>
                    <a:pt x="269811" y="241687"/>
                  </a:lnTo>
                  <a:lnTo>
                    <a:pt x="245046" y="227851"/>
                  </a:lnTo>
                  <a:lnTo>
                    <a:pt x="241046" y="209576"/>
                  </a:lnTo>
                  <a:lnTo>
                    <a:pt x="207581" y="176378"/>
                  </a:lnTo>
                  <a:lnTo>
                    <a:pt x="189738" y="144367"/>
                  </a:lnTo>
                  <a:lnTo>
                    <a:pt x="141859" y="120250"/>
                  </a:lnTo>
                  <a:lnTo>
                    <a:pt x="147638" y="104680"/>
                  </a:lnTo>
                  <a:lnTo>
                    <a:pt x="169037" y="107493"/>
                  </a:lnTo>
                  <a:lnTo>
                    <a:pt x="181483" y="87160"/>
                  </a:lnTo>
                  <a:lnTo>
                    <a:pt x="162306" y="74079"/>
                  </a:lnTo>
                  <a:lnTo>
                    <a:pt x="168528" y="64560"/>
                  </a:lnTo>
                  <a:lnTo>
                    <a:pt x="147701" y="54610"/>
                  </a:lnTo>
                  <a:lnTo>
                    <a:pt x="134620" y="67266"/>
                  </a:lnTo>
                  <a:lnTo>
                    <a:pt x="105918" y="48990"/>
                  </a:lnTo>
                  <a:lnTo>
                    <a:pt x="113411" y="36881"/>
                  </a:lnTo>
                  <a:lnTo>
                    <a:pt x="108331" y="20981"/>
                  </a:lnTo>
                  <a:lnTo>
                    <a:pt x="95885" y="25089"/>
                  </a:lnTo>
                  <a:lnTo>
                    <a:pt x="76264" y="0"/>
                  </a:lnTo>
                  <a:lnTo>
                    <a:pt x="55372" y="7029"/>
                  </a:lnTo>
                  <a:lnTo>
                    <a:pt x="63182" y="41961"/>
                  </a:lnTo>
                  <a:lnTo>
                    <a:pt x="40132" y="52559"/>
                  </a:lnTo>
                  <a:lnTo>
                    <a:pt x="34861" y="37312"/>
                  </a:lnTo>
                  <a:lnTo>
                    <a:pt x="0" y="79267"/>
                  </a:lnTo>
                  <a:lnTo>
                    <a:pt x="18415" y="87052"/>
                  </a:lnTo>
                  <a:lnTo>
                    <a:pt x="9271" y="110090"/>
                  </a:lnTo>
                  <a:lnTo>
                    <a:pt x="35623" y="108248"/>
                  </a:lnTo>
                  <a:lnTo>
                    <a:pt x="37973" y="134093"/>
                  </a:lnTo>
                  <a:lnTo>
                    <a:pt x="27559" y="151612"/>
                  </a:lnTo>
                  <a:lnTo>
                    <a:pt x="33401" y="164693"/>
                  </a:lnTo>
                  <a:lnTo>
                    <a:pt x="24130" y="186214"/>
                  </a:lnTo>
                  <a:lnTo>
                    <a:pt x="44577" y="188811"/>
                  </a:lnTo>
                  <a:lnTo>
                    <a:pt x="74676" y="161995"/>
                  </a:lnTo>
                  <a:lnTo>
                    <a:pt x="94932" y="177025"/>
                  </a:lnTo>
                  <a:lnTo>
                    <a:pt x="111061" y="169456"/>
                  </a:lnTo>
                  <a:lnTo>
                    <a:pt x="119253" y="154210"/>
                  </a:lnTo>
                  <a:lnTo>
                    <a:pt x="144716" y="157125"/>
                  </a:lnTo>
                  <a:lnTo>
                    <a:pt x="175514" y="191840"/>
                  </a:lnTo>
                  <a:lnTo>
                    <a:pt x="174561" y="224822"/>
                  </a:lnTo>
                  <a:lnTo>
                    <a:pt x="207010" y="257912"/>
                  </a:lnTo>
                  <a:lnTo>
                    <a:pt x="204533" y="299218"/>
                  </a:lnTo>
                  <a:lnTo>
                    <a:pt x="190564" y="310140"/>
                  </a:lnTo>
                  <a:lnTo>
                    <a:pt x="199771" y="322580"/>
                  </a:lnTo>
                  <a:lnTo>
                    <a:pt x="212027" y="3212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4DD03376-378C-F866-C93D-8C56E6556DEE}"/>
                </a:ext>
              </a:extLst>
            </p:cNvPr>
            <p:cNvSpPr/>
            <p:nvPr/>
          </p:nvSpPr>
          <p:spPr>
            <a:xfrm>
              <a:off x="7330249" y="3446701"/>
              <a:ext cx="351069" cy="158278"/>
            </a:xfrm>
            <a:custGeom>
              <a:avLst/>
              <a:gdLst>
                <a:gd name="csX0" fmla="*/ 374777 w 404876"/>
                <a:gd name="csY0" fmla="*/ 37306 h 182537"/>
                <a:gd name="csX1" fmla="*/ 363855 w 404876"/>
                <a:gd name="csY1" fmla="*/ 28658 h 182537"/>
                <a:gd name="csX2" fmla="*/ 365379 w 404876"/>
                <a:gd name="csY2" fmla="*/ 20656 h 182537"/>
                <a:gd name="csX3" fmla="*/ 297307 w 404876"/>
                <a:gd name="csY3" fmla="*/ 15786 h 182537"/>
                <a:gd name="csX4" fmla="*/ 284099 w 404876"/>
                <a:gd name="csY4" fmla="*/ 10490 h 182537"/>
                <a:gd name="csX5" fmla="*/ 239268 w 404876"/>
                <a:gd name="csY5" fmla="*/ 12865 h 182537"/>
                <a:gd name="csX6" fmla="*/ 232601 w 404876"/>
                <a:gd name="csY6" fmla="*/ 20656 h 182537"/>
                <a:gd name="csX7" fmla="*/ 213995 w 404876"/>
                <a:gd name="csY7" fmla="*/ 20656 h 182537"/>
                <a:gd name="csX8" fmla="*/ 179642 w 404876"/>
                <a:gd name="csY8" fmla="*/ 0 h 182537"/>
                <a:gd name="csX9" fmla="*/ 155956 w 404876"/>
                <a:gd name="csY9" fmla="*/ 6706 h 182537"/>
                <a:gd name="csX10" fmla="*/ 148907 w 404876"/>
                <a:gd name="csY10" fmla="*/ 27248 h 182537"/>
                <a:gd name="csX11" fmla="*/ 155956 w 404876"/>
                <a:gd name="csY11" fmla="*/ 36227 h 182537"/>
                <a:gd name="csX12" fmla="*/ 149352 w 404876"/>
                <a:gd name="csY12" fmla="*/ 41199 h 182537"/>
                <a:gd name="csX13" fmla="*/ 94806 w 404876"/>
                <a:gd name="csY13" fmla="*/ 19031 h 182537"/>
                <a:gd name="csX14" fmla="*/ 67628 w 404876"/>
                <a:gd name="csY14" fmla="*/ 19031 h 182537"/>
                <a:gd name="csX15" fmla="*/ 58865 w 404876"/>
                <a:gd name="csY15" fmla="*/ 37954 h 182537"/>
                <a:gd name="csX16" fmla="*/ 68707 w 404876"/>
                <a:gd name="csY16" fmla="*/ 51689 h 182537"/>
                <a:gd name="csX17" fmla="*/ 36005 w 404876"/>
                <a:gd name="csY17" fmla="*/ 75368 h 182537"/>
                <a:gd name="csX18" fmla="*/ 49340 w 404876"/>
                <a:gd name="csY18" fmla="*/ 79591 h 182537"/>
                <a:gd name="csX19" fmla="*/ 72644 w 404876"/>
                <a:gd name="csY19" fmla="*/ 95053 h 182537"/>
                <a:gd name="csX20" fmla="*/ 81915 w 404876"/>
                <a:gd name="csY20" fmla="*/ 75260 h 182537"/>
                <a:gd name="csX21" fmla="*/ 97727 w 404876"/>
                <a:gd name="csY21" fmla="*/ 80778 h 182537"/>
                <a:gd name="csX22" fmla="*/ 98933 w 404876"/>
                <a:gd name="csY22" fmla="*/ 92348 h 182537"/>
                <a:gd name="csX23" fmla="*/ 140906 w 404876"/>
                <a:gd name="csY23" fmla="*/ 104788 h 182537"/>
                <a:gd name="csX24" fmla="*/ 125349 w 404876"/>
                <a:gd name="csY24" fmla="*/ 118948 h 182537"/>
                <a:gd name="csX25" fmla="*/ 110172 w 404876"/>
                <a:gd name="csY25" fmla="*/ 117545 h 182537"/>
                <a:gd name="csX26" fmla="*/ 96012 w 404876"/>
                <a:gd name="csY26" fmla="*/ 132143 h 182537"/>
                <a:gd name="csX27" fmla="*/ 67628 w 404876"/>
                <a:gd name="csY27" fmla="*/ 129870 h 182537"/>
                <a:gd name="csX28" fmla="*/ 51054 w 404876"/>
                <a:gd name="csY28" fmla="*/ 135064 h 182537"/>
                <a:gd name="csX29" fmla="*/ 45021 w 404876"/>
                <a:gd name="csY29" fmla="*/ 152476 h 182537"/>
                <a:gd name="csX30" fmla="*/ 20574 w 404876"/>
                <a:gd name="csY30" fmla="*/ 147714 h 182537"/>
                <a:gd name="csX31" fmla="*/ 2921 w 404876"/>
                <a:gd name="csY31" fmla="*/ 157556 h 182537"/>
                <a:gd name="csX32" fmla="*/ 0 w 404876"/>
                <a:gd name="csY32" fmla="*/ 174314 h 182537"/>
                <a:gd name="csX33" fmla="*/ 43624 w 404876"/>
                <a:gd name="csY33" fmla="*/ 173126 h 182537"/>
                <a:gd name="csX34" fmla="*/ 53911 w 404876"/>
                <a:gd name="csY34" fmla="*/ 181559 h 182537"/>
                <a:gd name="csX35" fmla="*/ 80391 w 404876"/>
                <a:gd name="csY35" fmla="*/ 165665 h 182537"/>
                <a:gd name="csX36" fmla="*/ 88646 w 404876"/>
                <a:gd name="csY36" fmla="*/ 177451 h 182537"/>
                <a:gd name="csX37" fmla="*/ 106934 w 404876"/>
                <a:gd name="csY37" fmla="*/ 182537 h 182537"/>
                <a:gd name="csX38" fmla="*/ 119253 w 404876"/>
                <a:gd name="csY38" fmla="*/ 175832 h 182537"/>
                <a:gd name="csX39" fmla="*/ 157480 w 404876"/>
                <a:gd name="csY39" fmla="*/ 170097 h 182537"/>
                <a:gd name="csX40" fmla="*/ 167957 w 404876"/>
                <a:gd name="csY40" fmla="*/ 165017 h 182537"/>
                <a:gd name="csX41" fmla="*/ 164084 w 404876"/>
                <a:gd name="csY41" fmla="*/ 153771 h 182537"/>
                <a:gd name="csX42" fmla="*/ 169037 w 404876"/>
                <a:gd name="csY42" fmla="*/ 145447 h 182537"/>
                <a:gd name="csX43" fmla="*/ 231077 w 404876"/>
                <a:gd name="csY43" fmla="*/ 120358 h 182537"/>
                <a:gd name="csX44" fmla="*/ 237807 w 404876"/>
                <a:gd name="csY44" fmla="*/ 135496 h 182537"/>
                <a:gd name="csX45" fmla="*/ 261239 w 404876"/>
                <a:gd name="csY45" fmla="*/ 127603 h 182537"/>
                <a:gd name="csX46" fmla="*/ 273939 w 404876"/>
                <a:gd name="csY46" fmla="*/ 104026 h 182537"/>
                <a:gd name="csX47" fmla="*/ 328485 w 404876"/>
                <a:gd name="csY47" fmla="*/ 99270 h 182537"/>
                <a:gd name="csX48" fmla="*/ 404876 w 404876"/>
                <a:gd name="csY48" fmla="*/ 52337 h 182537"/>
                <a:gd name="csX49" fmla="*/ 392049 w 404876"/>
                <a:gd name="csY49" fmla="*/ 37306 h 182537"/>
                <a:gd name="csX50" fmla="*/ 374777 w 404876"/>
                <a:gd name="csY50" fmla="*/ 37306 h 182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404876" h="182537">
                  <a:moveTo>
                    <a:pt x="374777" y="37306"/>
                  </a:moveTo>
                  <a:lnTo>
                    <a:pt x="363855" y="28658"/>
                  </a:lnTo>
                  <a:lnTo>
                    <a:pt x="365379" y="20656"/>
                  </a:lnTo>
                  <a:lnTo>
                    <a:pt x="297307" y="15786"/>
                  </a:lnTo>
                  <a:lnTo>
                    <a:pt x="284099" y="10490"/>
                  </a:lnTo>
                  <a:lnTo>
                    <a:pt x="239268" y="12865"/>
                  </a:lnTo>
                  <a:lnTo>
                    <a:pt x="232601" y="20656"/>
                  </a:lnTo>
                  <a:lnTo>
                    <a:pt x="213995" y="20656"/>
                  </a:lnTo>
                  <a:lnTo>
                    <a:pt x="179642" y="0"/>
                  </a:lnTo>
                  <a:lnTo>
                    <a:pt x="155956" y="6706"/>
                  </a:lnTo>
                  <a:lnTo>
                    <a:pt x="148907" y="27248"/>
                  </a:lnTo>
                  <a:lnTo>
                    <a:pt x="155956" y="36227"/>
                  </a:lnTo>
                  <a:lnTo>
                    <a:pt x="149352" y="41199"/>
                  </a:lnTo>
                  <a:lnTo>
                    <a:pt x="94806" y="19031"/>
                  </a:lnTo>
                  <a:lnTo>
                    <a:pt x="67628" y="19031"/>
                  </a:lnTo>
                  <a:lnTo>
                    <a:pt x="58865" y="37954"/>
                  </a:lnTo>
                  <a:lnTo>
                    <a:pt x="68707" y="51689"/>
                  </a:lnTo>
                  <a:lnTo>
                    <a:pt x="36005" y="75368"/>
                  </a:lnTo>
                  <a:lnTo>
                    <a:pt x="49340" y="79591"/>
                  </a:lnTo>
                  <a:lnTo>
                    <a:pt x="72644" y="95053"/>
                  </a:lnTo>
                  <a:lnTo>
                    <a:pt x="81915" y="75260"/>
                  </a:lnTo>
                  <a:lnTo>
                    <a:pt x="97727" y="80778"/>
                  </a:lnTo>
                  <a:lnTo>
                    <a:pt x="98933" y="92348"/>
                  </a:lnTo>
                  <a:lnTo>
                    <a:pt x="140906" y="104788"/>
                  </a:lnTo>
                  <a:lnTo>
                    <a:pt x="125349" y="118948"/>
                  </a:lnTo>
                  <a:lnTo>
                    <a:pt x="110172" y="117545"/>
                  </a:lnTo>
                  <a:lnTo>
                    <a:pt x="96012" y="132143"/>
                  </a:lnTo>
                  <a:lnTo>
                    <a:pt x="67628" y="129870"/>
                  </a:lnTo>
                  <a:lnTo>
                    <a:pt x="51054" y="135064"/>
                  </a:lnTo>
                  <a:lnTo>
                    <a:pt x="45021" y="152476"/>
                  </a:lnTo>
                  <a:lnTo>
                    <a:pt x="20574" y="147714"/>
                  </a:lnTo>
                  <a:lnTo>
                    <a:pt x="2921" y="157556"/>
                  </a:lnTo>
                  <a:lnTo>
                    <a:pt x="0" y="174314"/>
                  </a:lnTo>
                  <a:lnTo>
                    <a:pt x="43624" y="173126"/>
                  </a:lnTo>
                  <a:lnTo>
                    <a:pt x="53911" y="181559"/>
                  </a:lnTo>
                  <a:lnTo>
                    <a:pt x="80391" y="165665"/>
                  </a:lnTo>
                  <a:lnTo>
                    <a:pt x="88646" y="177451"/>
                  </a:lnTo>
                  <a:lnTo>
                    <a:pt x="106934" y="182537"/>
                  </a:lnTo>
                  <a:lnTo>
                    <a:pt x="119253" y="175832"/>
                  </a:lnTo>
                  <a:lnTo>
                    <a:pt x="157480" y="170097"/>
                  </a:lnTo>
                  <a:lnTo>
                    <a:pt x="167957" y="165017"/>
                  </a:lnTo>
                  <a:lnTo>
                    <a:pt x="164084" y="153771"/>
                  </a:lnTo>
                  <a:lnTo>
                    <a:pt x="169037" y="145447"/>
                  </a:lnTo>
                  <a:lnTo>
                    <a:pt x="231077" y="120358"/>
                  </a:lnTo>
                  <a:lnTo>
                    <a:pt x="237807" y="135496"/>
                  </a:lnTo>
                  <a:lnTo>
                    <a:pt x="261239" y="127603"/>
                  </a:lnTo>
                  <a:lnTo>
                    <a:pt x="273939" y="104026"/>
                  </a:lnTo>
                  <a:lnTo>
                    <a:pt x="328485" y="99270"/>
                  </a:lnTo>
                  <a:lnTo>
                    <a:pt x="404876" y="52337"/>
                  </a:lnTo>
                  <a:lnTo>
                    <a:pt x="392049" y="37306"/>
                  </a:lnTo>
                  <a:lnTo>
                    <a:pt x="374777" y="37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5AC935D6-9438-8351-1471-E7B4AA4FA6AD}"/>
                </a:ext>
              </a:extLst>
            </p:cNvPr>
            <p:cNvSpPr/>
            <p:nvPr/>
          </p:nvSpPr>
          <p:spPr>
            <a:xfrm>
              <a:off x="6717370" y="3374304"/>
              <a:ext cx="6114" cy="8302"/>
            </a:xfrm>
            <a:custGeom>
              <a:avLst/>
              <a:gdLst>
                <a:gd name="csX0" fmla="*/ 6408 w 7051"/>
                <a:gd name="csY0" fmla="*/ 7902 h 9574"/>
                <a:gd name="csX1" fmla="*/ 4122 w 7051"/>
                <a:gd name="csY1" fmla="*/ 9 h 9574"/>
                <a:gd name="csX2" fmla="*/ 567 w 7051"/>
                <a:gd name="csY2" fmla="*/ 3146 h 9574"/>
                <a:gd name="csX3" fmla="*/ 6408 w 7051"/>
                <a:gd name="csY3" fmla="*/ 8010 h 9574"/>
                <a:gd name="csX4" fmla="*/ 6408 w 7051"/>
                <a:gd name="csY4" fmla="*/ 7902 h 9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1" h="9574">
                  <a:moveTo>
                    <a:pt x="6408" y="7902"/>
                  </a:moveTo>
                  <a:cubicBezTo>
                    <a:pt x="6408" y="7902"/>
                    <a:pt x="8885" y="-314"/>
                    <a:pt x="4122" y="9"/>
                  </a:cubicBezTo>
                  <a:cubicBezTo>
                    <a:pt x="3615" y="225"/>
                    <a:pt x="-1719" y="-423"/>
                    <a:pt x="567" y="3146"/>
                  </a:cubicBezTo>
                  <a:cubicBezTo>
                    <a:pt x="2091" y="4988"/>
                    <a:pt x="5773" y="12881"/>
                    <a:pt x="6408" y="8010"/>
                  </a:cubicBezTo>
                  <a:lnTo>
                    <a:pt x="6408" y="79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04659EB5-69EC-92F5-1BF7-9B3B748EADC7}"/>
                </a:ext>
              </a:extLst>
            </p:cNvPr>
            <p:cNvSpPr/>
            <p:nvPr/>
          </p:nvSpPr>
          <p:spPr>
            <a:xfrm>
              <a:off x="6704115" y="3368218"/>
              <a:ext cx="6719" cy="10926"/>
            </a:xfrm>
            <a:custGeom>
              <a:avLst/>
              <a:gdLst>
                <a:gd name="csX0" fmla="*/ 4804 w 7749"/>
                <a:gd name="csY0" fmla="*/ 11893 h 12601"/>
                <a:gd name="csX1" fmla="*/ 7725 w 7749"/>
                <a:gd name="csY1" fmla="*/ 5841 h 12601"/>
                <a:gd name="csX2" fmla="*/ 4042 w 7749"/>
                <a:gd name="csY2" fmla="*/ 323 h 12601"/>
                <a:gd name="csX3" fmla="*/ 168 w 7749"/>
                <a:gd name="csY3" fmla="*/ 5841 h 12601"/>
                <a:gd name="csX4" fmla="*/ 4804 w 7749"/>
                <a:gd name="csY4" fmla="*/ 11893 h 12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49" h="12601">
                  <a:moveTo>
                    <a:pt x="4804" y="11893"/>
                  </a:moveTo>
                  <a:cubicBezTo>
                    <a:pt x="5248" y="11353"/>
                    <a:pt x="8042" y="9626"/>
                    <a:pt x="7725" y="5841"/>
                  </a:cubicBezTo>
                  <a:cubicBezTo>
                    <a:pt x="7725" y="5841"/>
                    <a:pt x="8169" y="-1620"/>
                    <a:pt x="4042" y="323"/>
                  </a:cubicBezTo>
                  <a:cubicBezTo>
                    <a:pt x="3533" y="863"/>
                    <a:pt x="-911" y="1733"/>
                    <a:pt x="168" y="5841"/>
                  </a:cubicBezTo>
                  <a:cubicBezTo>
                    <a:pt x="803" y="7352"/>
                    <a:pt x="1120" y="14921"/>
                    <a:pt x="4804" y="118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82DCE267-9DE9-3C2C-8FEF-F9231C325CA7}"/>
                </a:ext>
              </a:extLst>
            </p:cNvPr>
            <p:cNvSpPr/>
            <p:nvPr/>
          </p:nvSpPr>
          <p:spPr>
            <a:xfrm>
              <a:off x="6690267" y="3323699"/>
              <a:ext cx="6450" cy="6306"/>
            </a:xfrm>
            <a:custGeom>
              <a:avLst/>
              <a:gdLst>
                <a:gd name="csX0" fmla="*/ 3883 w 7438"/>
                <a:gd name="csY0" fmla="*/ 7221 h 7273"/>
                <a:gd name="csX1" fmla="*/ 7439 w 7438"/>
                <a:gd name="csY1" fmla="*/ 4515 h 7273"/>
                <a:gd name="csX2" fmla="*/ 4454 w 7438"/>
                <a:gd name="csY2" fmla="*/ 407 h 7273"/>
                <a:gd name="csX3" fmla="*/ 3439 w 7438"/>
                <a:gd name="csY3" fmla="*/ 83 h 7273"/>
                <a:gd name="csX4" fmla="*/ 10 w 7438"/>
                <a:gd name="csY4" fmla="*/ 2896 h 7273"/>
                <a:gd name="csX5" fmla="*/ 10 w 7438"/>
                <a:gd name="csY5" fmla="*/ 3220 h 7273"/>
                <a:gd name="csX6" fmla="*/ 4010 w 7438"/>
                <a:gd name="csY6" fmla="*/ 7113 h 7273"/>
                <a:gd name="csX7" fmla="*/ 3883 w 7438"/>
                <a:gd name="csY7" fmla="*/ 7221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38" h="7273">
                  <a:moveTo>
                    <a:pt x="3883" y="7221"/>
                  </a:moveTo>
                  <a:cubicBezTo>
                    <a:pt x="5725" y="7545"/>
                    <a:pt x="7249" y="6357"/>
                    <a:pt x="7439" y="4515"/>
                  </a:cubicBezTo>
                  <a:cubicBezTo>
                    <a:pt x="7249" y="3868"/>
                    <a:pt x="7439" y="1163"/>
                    <a:pt x="4454" y="407"/>
                  </a:cubicBezTo>
                  <a:lnTo>
                    <a:pt x="3439" y="83"/>
                  </a:lnTo>
                  <a:cubicBezTo>
                    <a:pt x="1724" y="-349"/>
                    <a:pt x="73" y="947"/>
                    <a:pt x="10" y="2896"/>
                  </a:cubicBezTo>
                  <a:lnTo>
                    <a:pt x="10" y="3220"/>
                  </a:lnTo>
                  <a:cubicBezTo>
                    <a:pt x="-245" y="7329"/>
                    <a:pt x="4645" y="7437"/>
                    <a:pt x="4010" y="7113"/>
                  </a:cubicBezTo>
                  <a:lnTo>
                    <a:pt x="3883" y="72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D958A233-B181-438D-EAAE-0CD1AF00EE27}"/>
                </a:ext>
              </a:extLst>
            </p:cNvPr>
            <p:cNvSpPr/>
            <p:nvPr/>
          </p:nvSpPr>
          <p:spPr>
            <a:xfrm>
              <a:off x="6584944" y="2897980"/>
              <a:ext cx="1328125" cy="647269"/>
            </a:xfrm>
            <a:custGeom>
              <a:avLst/>
              <a:gdLst>
                <a:gd name="csX0" fmla="*/ 483806 w 1531683"/>
                <a:gd name="csY0" fmla="*/ 546849 h 746474"/>
                <a:gd name="csX1" fmla="*/ 486219 w 1531683"/>
                <a:gd name="csY1" fmla="*/ 542417 h 746474"/>
                <a:gd name="csX2" fmla="*/ 487172 w 1531683"/>
                <a:gd name="csY2" fmla="*/ 536150 h 746474"/>
                <a:gd name="csX3" fmla="*/ 484568 w 1531683"/>
                <a:gd name="csY3" fmla="*/ 520357 h 746474"/>
                <a:gd name="csX4" fmla="*/ 487172 w 1531683"/>
                <a:gd name="csY4" fmla="*/ 515817 h 746474"/>
                <a:gd name="csX5" fmla="*/ 489776 w 1531683"/>
                <a:gd name="csY5" fmla="*/ 514845 h 746474"/>
                <a:gd name="csX6" fmla="*/ 493776 w 1531683"/>
                <a:gd name="csY6" fmla="*/ 510413 h 746474"/>
                <a:gd name="csX7" fmla="*/ 495554 w 1531683"/>
                <a:gd name="csY7" fmla="*/ 504139 h 746474"/>
                <a:gd name="csX8" fmla="*/ 499745 w 1531683"/>
                <a:gd name="csY8" fmla="*/ 500894 h 746474"/>
                <a:gd name="csX9" fmla="*/ 526161 w 1531683"/>
                <a:gd name="csY9" fmla="*/ 500894 h 746474"/>
                <a:gd name="csX10" fmla="*/ 527114 w 1531683"/>
                <a:gd name="csY10" fmla="*/ 503276 h 746474"/>
                <a:gd name="csX11" fmla="*/ 518795 w 1531683"/>
                <a:gd name="csY11" fmla="*/ 511600 h 746474"/>
                <a:gd name="csX12" fmla="*/ 513080 w 1531683"/>
                <a:gd name="csY12" fmla="*/ 514414 h 746474"/>
                <a:gd name="csX13" fmla="*/ 502856 w 1531683"/>
                <a:gd name="csY13" fmla="*/ 515601 h 746474"/>
                <a:gd name="csX14" fmla="*/ 498856 w 1531683"/>
                <a:gd name="csY14" fmla="*/ 519278 h 746474"/>
                <a:gd name="csX15" fmla="*/ 498856 w 1531683"/>
                <a:gd name="csY15" fmla="*/ 519817 h 746474"/>
                <a:gd name="csX16" fmla="*/ 501459 w 1531683"/>
                <a:gd name="csY16" fmla="*/ 523062 h 746474"/>
                <a:gd name="csX17" fmla="*/ 514032 w 1531683"/>
                <a:gd name="csY17" fmla="*/ 523062 h 746474"/>
                <a:gd name="csX18" fmla="*/ 518160 w 1531683"/>
                <a:gd name="csY18" fmla="*/ 526307 h 746474"/>
                <a:gd name="csX19" fmla="*/ 520002 w 1531683"/>
                <a:gd name="csY19" fmla="*/ 533768 h 746474"/>
                <a:gd name="csX20" fmla="*/ 519430 w 1531683"/>
                <a:gd name="csY20" fmla="*/ 540042 h 746474"/>
                <a:gd name="csX21" fmla="*/ 518985 w 1531683"/>
                <a:gd name="csY21" fmla="*/ 541122 h 746474"/>
                <a:gd name="csX22" fmla="*/ 518985 w 1531683"/>
                <a:gd name="csY22" fmla="*/ 547180 h 746474"/>
                <a:gd name="csX23" fmla="*/ 526161 w 1531683"/>
                <a:gd name="csY23" fmla="*/ 562534 h 746474"/>
                <a:gd name="csX24" fmla="*/ 525590 w 1531683"/>
                <a:gd name="csY24" fmla="*/ 568261 h 746474"/>
                <a:gd name="csX25" fmla="*/ 524129 w 1531683"/>
                <a:gd name="csY25" fmla="*/ 570319 h 746474"/>
                <a:gd name="csX26" fmla="*/ 543814 w 1531683"/>
                <a:gd name="csY26" fmla="*/ 581781 h 746474"/>
                <a:gd name="csX27" fmla="*/ 580834 w 1531683"/>
                <a:gd name="csY27" fmla="*/ 623303 h 746474"/>
                <a:gd name="csX28" fmla="*/ 623253 w 1531683"/>
                <a:gd name="csY28" fmla="*/ 616058 h 746474"/>
                <a:gd name="csX29" fmla="*/ 671640 w 1531683"/>
                <a:gd name="csY29" fmla="*/ 620274 h 746474"/>
                <a:gd name="csX30" fmla="*/ 689801 w 1531683"/>
                <a:gd name="csY30" fmla="*/ 611194 h 746474"/>
                <a:gd name="csX31" fmla="*/ 721423 w 1531683"/>
                <a:gd name="csY31" fmla="*/ 648392 h 746474"/>
                <a:gd name="csX32" fmla="*/ 733616 w 1531683"/>
                <a:gd name="csY32" fmla="*/ 645363 h 746474"/>
                <a:gd name="csX33" fmla="*/ 730314 w 1531683"/>
                <a:gd name="csY33" fmla="*/ 689483 h 746474"/>
                <a:gd name="csX34" fmla="*/ 749046 w 1531683"/>
                <a:gd name="csY34" fmla="*/ 689699 h 746474"/>
                <a:gd name="csX35" fmla="*/ 756730 w 1531683"/>
                <a:gd name="csY35" fmla="*/ 726465 h 746474"/>
                <a:gd name="csX36" fmla="*/ 795528 w 1531683"/>
                <a:gd name="csY36" fmla="*/ 715982 h 746474"/>
                <a:gd name="csX37" fmla="*/ 805497 w 1531683"/>
                <a:gd name="csY37" fmla="*/ 723227 h 746474"/>
                <a:gd name="csX38" fmla="*/ 802259 w 1531683"/>
                <a:gd name="csY38" fmla="*/ 735660 h 746474"/>
                <a:gd name="csX39" fmla="*/ 822261 w 1531683"/>
                <a:gd name="csY39" fmla="*/ 746474 h 746474"/>
                <a:gd name="csX40" fmla="*/ 827405 w 1531683"/>
                <a:gd name="csY40" fmla="*/ 731660 h 746474"/>
                <a:gd name="csX41" fmla="*/ 843534 w 1531683"/>
                <a:gd name="csY41" fmla="*/ 719658 h 746474"/>
                <a:gd name="csX42" fmla="*/ 844042 w 1531683"/>
                <a:gd name="csY42" fmla="*/ 710463 h 746474"/>
                <a:gd name="csX43" fmla="*/ 894080 w 1531683"/>
                <a:gd name="csY43" fmla="*/ 676078 h 746474"/>
                <a:gd name="csX44" fmla="*/ 918528 w 1531683"/>
                <a:gd name="csY44" fmla="*/ 670992 h 746474"/>
                <a:gd name="csX45" fmla="*/ 927291 w 1531683"/>
                <a:gd name="csY45" fmla="*/ 652177 h 746474"/>
                <a:gd name="csX46" fmla="*/ 954468 w 1531683"/>
                <a:gd name="csY46" fmla="*/ 652177 h 746474"/>
                <a:gd name="csX47" fmla="*/ 1009015 w 1531683"/>
                <a:gd name="csY47" fmla="*/ 674237 h 746474"/>
                <a:gd name="csX48" fmla="*/ 1015619 w 1531683"/>
                <a:gd name="csY48" fmla="*/ 669265 h 746474"/>
                <a:gd name="csX49" fmla="*/ 1008570 w 1531683"/>
                <a:gd name="csY49" fmla="*/ 660286 h 746474"/>
                <a:gd name="csX50" fmla="*/ 1015619 w 1531683"/>
                <a:gd name="csY50" fmla="*/ 639744 h 746474"/>
                <a:gd name="csX51" fmla="*/ 1039305 w 1531683"/>
                <a:gd name="csY51" fmla="*/ 633038 h 746474"/>
                <a:gd name="csX52" fmla="*/ 1073594 w 1531683"/>
                <a:gd name="csY52" fmla="*/ 653694 h 746474"/>
                <a:gd name="csX53" fmla="*/ 1092200 w 1531683"/>
                <a:gd name="csY53" fmla="*/ 653694 h 746474"/>
                <a:gd name="csX54" fmla="*/ 1098931 w 1531683"/>
                <a:gd name="csY54" fmla="*/ 646017 h 746474"/>
                <a:gd name="csX55" fmla="*/ 1143762 w 1531683"/>
                <a:gd name="csY55" fmla="*/ 643636 h 746474"/>
                <a:gd name="csX56" fmla="*/ 1156970 w 1531683"/>
                <a:gd name="csY56" fmla="*/ 648932 h 746474"/>
                <a:gd name="csX57" fmla="*/ 1225042 w 1531683"/>
                <a:gd name="csY57" fmla="*/ 653802 h 746474"/>
                <a:gd name="csX58" fmla="*/ 1223518 w 1531683"/>
                <a:gd name="csY58" fmla="*/ 661803 h 746474"/>
                <a:gd name="csX59" fmla="*/ 1234440 w 1531683"/>
                <a:gd name="csY59" fmla="*/ 670452 h 746474"/>
                <a:gd name="csX60" fmla="*/ 1251648 w 1531683"/>
                <a:gd name="csY60" fmla="*/ 670452 h 746474"/>
                <a:gd name="csX61" fmla="*/ 1264539 w 1531683"/>
                <a:gd name="csY61" fmla="*/ 685375 h 746474"/>
                <a:gd name="csX62" fmla="*/ 1265301 w 1531683"/>
                <a:gd name="csY62" fmla="*/ 652825 h 746474"/>
                <a:gd name="csX63" fmla="*/ 1284668 w 1531683"/>
                <a:gd name="csY63" fmla="*/ 636067 h 746474"/>
                <a:gd name="csX64" fmla="*/ 1271016 w 1531683"/>
                <a:gd name="csY64" fmla="*/ 568154 h 746474"/>
                <a:gd name="csX65" fmla="*/ 1249045 w 1531683"/>
                <a:gd name="csY65" fmla="*/ 566318 h 746474"/>
                <a:gd name="csX66" fmla="*/ 1253045 w 1531683"/>
                <a:gd name="csY66" fmla="*/ 552152 h 746474"/>
                <a:gd name="csX67" fmla="*/ 1312608 w 1531683"/>
                <a:gd name="csY67" fmla="*/ 540582 h 746474"/>
                <a:gd name="csX68" fmla="*/ 1350391 w 1531683"/>
                <a:gd name="csY68" fmla="*/ 548043 h 746474"/>
                <a:gd name="csX69" fmla="*/ 1356551 w 1531683"/>
                <a:gd name="csY69" fmla="*/ 531279 h 746474"/>
                <a:gd name="csX70" fmla="*/ 1342136 w 1531683"/>
                <a:gd name="csY70" fmla="*/ 524358 h 746474"/>
                <a:gd name="csX71" fmla="*/ 1369187 w 1531683"/>
                <a:gd name="csY71" fmla="*/ 446932 h 746474"/>
                <a:gd name="csX72" fmla="*/ 1434782 w 1531683"/>
                <a:gd name="csY72" fmla="*/ 466179 h 746474"/>
                <a:gd name="csX73" fmla="*/ 1468120 w 1531683"/>
                <a:gd name="csY73" fmla="*/ 446608 h 746474"/>
                <a:gd name="csX74" fmla="*/ 1460119 w 1531683"/>
                <a:gd name="csY74" fmla="*/ 405841 h 746474"/>
                <a:gd name="csX75" fmla="*/ 1471041 w 1531683"/>
                <a:gd name="csY75" fmla="*/ 382918 h 746474"/>
                <a:gd name="csX76" fmla="*/ 1489266 w 1531683"/>
                <a:gd name="csY76" fmla="*/ 382918 h 746474"/>
                <a:gd name="csX77" fmla="*/ 1508316 w 1531683"/>
                <a:gd name="csY77" fmla="*/ 369507 h 746474"/>
                <a:gd name="csX78" fmla="*/ 1507109 w 1531683"/>
                <a:gd name="csY78" fmla="*/ 354044 h 746474"/>
                <a:gd name="csX79" fmla="*/ 1531683 w 1531683"/>
                <a:gd name="csY79" fmla="*/ 348526 h 746474"/>
                <a:gd name="csX80" fmla="*/ 1506474 w 1531683"/>
                <a:gd name="csY80" fmla="*/ 325603 h 746474"/>
                <a:gd name="csX81" fmla="*/ 1514539 w 1531683"/>
                <a:gd name="csY81" fmla="*/ 313925 h 746474"/>
                <a:gd name="csX82" fmla="*/ 1496505 w 1531683"/>
                <a:gd name="csY82" fmla="*/ 304730 h 746474"/>
                <a:gd name="csX83" fmla="*/ 1479423 w 1531683"/>
                <a:gd name="csY83" fmla="*/ 322034 h 746474"/>
                <a:gd name="csX84" fmla="*/ 1451356 w 1531683"/>
                <a:gd name="csY84" fmla="*/ 322358 h 746474"/>
                <a:gd name="csX85" fmla="*/ 1441514 w 1531683"/>
                <a:gd name="csY85" fmla="*/ 295110 h 746474"/>
                <a:gd name="csX86" fmla="*/ 1414907 w 1531683"/>
                <a:gd name="csY86" fmla="*/ 287649 h 746474"/>
                <a:gd name="csX87" fmla="*/ 1410335 w 1531683"/>
                <a:gd name="csY87" fmla="*/ 263639 h 746474"/>
                <a:gd name="csX88" fmla="*/ 1375029 w 1531683"/>
                <a:gd name="csY88" fmla="*/ 245040 h 746474"/>
                <a:gd name="csX89" fmla="*/ 1354900 w 1531683"/>
                <a:gd name="csY89" fmla="*/ 261150 h 746474"/>
                <a:gd name="csX90" fmla="*/ 1311719 w 1531683"/>
                <a:gd name="csY90" fmla="*/ 263639 h 746474"/>
                <a:gd name="csX91" fmla="*/ 1311719 w 1531683"/>
                <a:gd name="csY91" fmla="*/ 250774 h 746474"/>
                <a:gd name="csX92" fmla="*/ 1297368 w 1531683"/>
                <a:gd name="csY92" fmla="*/ 247098 h 746474"/>
                <a:gd name="csX93" fmla="*/ 1298829 w 1531683"/>
                <a:gd name="csY93" fmla="*/ 236283 h 746474"/>
                <a:gd name="csX94" fmla="*/ 1266952 w 1531683"/>
                <a:gd name="csY94" fmla="*/ 229686 h 746474"/>
                <a:gd name="csX95" fmla="*/ 1266952 w 1531683"/>
                <a:gd name="csY95" fmla="*/ 250336 h 746474"/>
                <a:gd name="csX96" fmla="*/ 1240282 w 1531683"/>
                <a:gd name="csY96" fmla="*/ 260718 h 746474"/>
                <a:gd name="csX97" fmla="*/ 1211643 w 1531683"/>
                <a:gd name="csY97" fmla="*/ 175832 h 746474"/>
                <a:gd name="csX98" fmla="*/ 1176782 w 1531683"/>
                <a:gd name="csY98" fmla="*/ 122523 h 746474"/>
                <a:gd name="csX99" fmla="*/ 1123188 w 1531683"/>
                <a:gd name="csY99" fmla="*/ 81534 h 746474"/>
                <a:gd name="csX100" fmla="*/ 1137348 w 1531683"/>
                <a:gd name="csY100" fmla="*/ 71482 h 746474"/>
                <a:gd name="csX101" fmla="*/ 1134110 w 1531683"/>
                <a:gd name="csY101" fmla="*/ 36227 h 746474"/>
                <a:gd name="csX102" fmla="*/ 1015809 w 1531683"/>
                <a:gd name="csY102" fmla="*/ 112465 h 746474"/>
                <a:gd name="csX103" fmla="*/ 994283 w 1531683"/>
                <a:gd name="csY103" fmla="*/ 106839 h 746474"/>
                <a:gd name="csX104" fmla="*/ 1019937 w 1531683"/>
                <a:gd name="csY104" fmla="*/ 72777 h 746474"/>
                <a:gd name="csX105" fmla="*/ 923607 w 1531683"/>
                <a:gd name="csY105" fmla="*/ 71914 h 746474"/>
                <a:gd name="csX106" fmla="*/ 912431 w 1531683"/>
                <a:gd name="csY106" fmla="*/ 8655 h 746474"/>
                <a:gd name="csX107" fmla="*/ 836676 w 1531683"/>
                <a:gd name="csY107" fmla="*/ 0 h 746474"/>
                <a:gd name="csX108" fmla="*/ 812102 w 1531683"/>
                <a:gd name="csY108" fmla="*/ 27362 h 746474"/>
                <a:gd name="csX109" fmla="*/ 612966 w 1531683"/>
                <a:gd name="csY109" fmla="*/ 66504 h 746474"/>
                <a:gd name="csX110" fmla="*/ 551688 w 1531683"/>
                <a:gd name="csY110" fmla="*/ 66504 h 746474"/>
                <a:gd name="csX111" fmla="*/ 551243 w 1531683"/>
                <a:gd name="csY111" fmla="*/ 101327 h 746474"/>
                <a:gd name="csX112" fmla="*/ 585470 w 1531683"/>
                <a:gd name="csY112" fmla="*/ 112681 h 746474"/>
                <a:gd name="csX113" fmla="*/ 585470 w 1531683"/>
                <a:gd name="csY113" fmla="*/ 145663 h 746474"/>
                <a:gd name="csX114" fmla="*/ 553530 w 1531683"/>
                <a:gd name="csY114" fmla="*/ 136792 h 746474"/>
                <a:gd name="csX115" fmla="*/ 536448 w 1531683"/>
                <a:gd name="csY115" fmla="*/ 153016 h 746474"/>
                <a:gd name="csX116" fmla="*/ 543878 w 1531683"/>
                <a:gd name="csY116" fmla="*/ 178105 h 746474"/>
                <a:gd name="csX117" fmla="*/ 518985 w 1531683"/>
                <a:gd name="csY117" fmla="*/ 201136 h 746474"/>
                <a:gd name="csX118" fmla="*/ 567500 w 1531683"/>
                <a:gd name="csY118" fmla="*/ 229146 h 746474"/>
                <a:gd name="csX119" fmla="*/ 556578 w 1531683"/>
                <a:gd name="csY119" fmla="*/ 258343 h 746474"/>
                <a:gd name="csX120" fmla="*/ 486537 w 1531683"/>
                <a:gd name="csY120" fmla="*/ 270561 h 746474"/>
                <a:gd name="csX121" fmla="*/ 447484 w 1531683"/>
                <a:gd name="csY121" fmla="*/ 240932 h 746474"/>
                <a:gd name="csX122" fmla="*/ 373634 w 1531683"/>
                <a:gd name="csY122" fmla="*/ 243313 h 746474"/>
                <a:gd name="csX123" fmla="*/ 346456 w 1531683"/>
                <a:gd name="csY123" fmla="*/ 270561 h 746474"/>
                <a:gd name="csX124" fmla="*/ 311721 w 1531683"/>
                <a:gd name="csY124" fmla="*/ 250450 h 746474"/>
                <a:gd name="csX125" fmla="*/ 306324 w 1531683"/>
                <a:gd name="csY125" fmla="*/ 272942 h 746474"/>
                <a:gd name="csX126" fmla="*/ 281622 w 1531683"/>
                <a:gd name="csY126" fmla="*/ 264179 h 746474"/>
                <a:gd name="csX127" fmla="*/ 280543 w 1531683"/>
                <a:gd name="csY127" fmla="*/ 241687 h 746474"/>
                <a:gd name="csX128" fmla="*/ 221679 w 1531683"/>
                <a:gd name="csY128" fmla="*/ 206547 h 746474"/>
                <a:gd name="csX129" fmla="*/ 161925 w 1531683"/>
                <a:gd name="csY129" fmla="*/ 207734 h 746474"/>
                <a:gd name="csX130" fmla="*/ 83820 w 1531683"/>
                <a:gd name="csY130" fmla="*/ 268180 h 746474"/>
                <a:gd name="csX131" fmla="*/ 88138 w 1531683"/>
                <a:gd name="csY131" fmla="*/ 300190 h 746474"/>
                <a:gd name="csX132" fmla="*/ 68517 w 1531683"/>
                <a:gd name="csY132" fmla="*/ 310896 h 746474"/>
                <a:gd name="csX133" fmla="*/ 40259 w 1531683"/>
                <a:gd name="csY133" fmla="*/ 275317 h 746474"/>
                <a:gd name="csX134" fmla="*/ 10985 w 1531683"/>
                <a:gd name="csY134" fmla="*/ 319113 h 746474"/>
                <a:gd name="csX135" fmla="*/ 18542 w 1531683"/>
                <a:gd name="csY135" fmla="*/ 346367 h 746474"/>
                <a:gd name="csX136" fmla="*/ 0 w 1531683"/>
                <a:gd name="csY136" fmla="*/ 379565 h 746474"/>
                <a:gd name="csX137" fmla="*/ 29337 w 1531683"/>
                <a:gd name="csY137" fmla="*/ 416331 h 746474"/>
                <a:gd name="csX138" fmla="*/ 57594 w 1531683"/>
                <a:gd name="csY138" fmla="*/ 416331 h 746474"/>
                <a:gd name="csX139" fmla="*/ 90805 w 1531683"/>
                <a:gd name="csY139" fmla="*/ 461639 h 746474"/>
                <a:gd name="csX140" fmla="*/ 72961 w 1531683"/>
                <a:gd name="csY140" fmla="*/ 474618 h 746474"/>
                <a:gd name="csX141" fmla="*/ 93853 w 1531683"/>
                <a:gd name="csY141" fmla="*/ 497002 h 746474"/>
                <a:gd name="csX142" fmla="*/ 100711 w 1531683"/>
                <a:gd name="csY142" fmla="*/ 497326 h 746474"/>
                <a:gd name="csX143" fmla="*/ 102108 w 1531683"/>
                <a:gd name="csY143" fmla="*/ 494944 h 746474"/>
                <a:gd name="csX144" fmla="*/ 104140 w 1531683"/>
                <a:gd name="csY144" fmla="*/ 484130 h 746474"/>
                <a:gd name="csX145" fmla="*/ 116142 w 1531683"/>
                <a:gd name="csY145" fmla="*/ 489433 h 746474"/>
                <a:gd name="csX146" fmla="*/ 122110 w 1531683"/>
                <a:gd name="csY146" fmla="*/ 486727 h 746474"/>
                <a:gd name="csX147" fmla="*/ 127191 w 1531683"/>
                <a:gd name="csY147" fmla="*/ 479482 h 746474"/>
                <a:gd name="csX148" fmla="*/ 135636 w 1531683"/>
                <a:gd name="csY148" fmla="*/ 474294 h 746474"/>
                <a:gd name="csX149" fmla="*/ 149606 w 1531683"/>
                <a:gd name="csY149" fmla="*/ 465099 h 746474"/>
                <a:gd name="csX150" fmla="*/ 149796 w 1531683"/>
                <a:gd name="csY150" fmla="*/ 465315 h 746474"/>
                <a:gd name="csX151" fmla="*/ 166815 w 1531683"/>
                <a:gd name="csY151" fmla="*/ 456667 h 746474"/>
                <a:gd name="csX152" fmla="*/ 181991 w 1531683"/>
                <a:gd name="csY152" fmla="*/ 455587 h 746474"/>
                <a:gd name="csX153" fmla="*/ 197421 w 1531683"/>
                <a:gd name="csY153" fmla="*/ 463048 h 746474"/>
                <a:gd name="csX154" fmla="*/ 201105 w 1531683"/>
                <a:gd name="csY154" fmla="*/ 462070 h 746474"/>
                <a:gd name="csX155" fmla="*/ 215074 w 1531683"/>
                <a:gd name="csY155" fmla="*/ 467373 h 746474"/>
                <a:gd name="csX156" fmla="*/ 224282 w 1531683"/>
                <a:gd name="csY156" fmla="*/ 461963 h 746474"/>
                <a:gd name="csX157" fmla="*/ 232283 w 1531683"/>
                <a:gd name="csY157" fmla="*/ 464020 h 746474"/>
                <a:gd name="csX158" fmla="*/ 237490 w 1531683"/>
                <a:gd name="csY158" fmla="*/ 468992 h 746474"/>
                <a:gd name="csX159" fmla="*/ 243205 w 1531683"/>
                <a:gd name="csY159" fmla="*/ 469856 h 746474"/>
                <a:gd name="csX160" fmla="*/ 244284 w 1531683"/>
                <a:gd name="csY160" fmla="*/ 487051 h 746474"/>
                <a:gd name="csX161" fmla="*/ 237299 w 1531683"/>
                <a:gd name="csY161" fmla="*/ 499491 h 746474"/>
                <a:gd name="csX162" fmla="*/ 240602 w 1531683"/>
                <a:gd name="csY162" fmla="*/ 505758 h 746474"/>
                <a:gd name="csX163" fmla="*/ 237934 w 1531683"/>
                <a:gd name="csY163" fmla="*/ 519494 h 746474"/>
                <a:gd name="csX164" fmla="*/ 239776 w 1531683"/>
                <a:gd name="csY164" fmla="*/ 525551 h 746474"/>
                <a:gd name="csX165" fmla="*/ 235204 w 1531683"/>
                <a:gd name="csY165" fmla="*/ 528904 h 746474"/>
                <a:gd name="csX166" fmla="*/ 228536 w 1531683"/>
                <a:gd name="csY166" fmla="*/ 528682 h 746474"/>
                <a:gd name="csX167" fmla="*/ 224092 w 1531683"/>
                <a:gd name="csY167" fmla="*/ 530955 h 746474"/>
                <a:gd name="csX168" fmla="*/ 212280 w 1531683"/>
                <a:gd name="csY168" fmla="*/ 530955 h 746474"/>
                <a:gd name="csX169" fmla="*/ 202629 w 1531683"/>
                <a:gd name="csY169" fmla="*/ 532581 h 746474"/>
                <a:gd name="csX170" fmla="*/ 194818 w 1531683"/>
                <a:gd name="csY170" fmla="*/ 532143 h 746474"/>
                <a:gd name="csX171" fmla="*/ 187833 w 1531683"/>
                <a:gd name="csY171" fmla="*/ 534092 h 746474"/>
                <a:gd name="csX172" fmla="*/ 178181 w 1531683"/>
                <a:gd name="csY172" fmla="*/ 544906 h 746474"/>
                <a:gd name="csX173" fmla="*/ 169926 w 1531683"/>
                <a:gd name="csY173" fmla="*/ 550640 h 746474"/>
                <a:gd name="csX174" fmla="*/ 165164 w 1531683"/>
                <a:gd name="csY174" fmla="*/ 555612 h 746474"/>
                <a:gd name="csX175" fmla="*/ 167259 w 1531683"/>
                <a:gd name="csY175" fmla="*/ 559505 h 746474"/>
                <a:gd name="csX176" fmla="*/ 173101 w 1531683"/>
                <a:gd name="csY176" fmla="*/ 560800 h 746474"/>
                <a:gd name="csX177" fmla="*/ 186436 w 1531683"/>
                <a:gd name="csY177" fmla="*/ 567830 h 746474"/>
                <a:gd name="csX178" fmla="*/ 184594 w 1531683"/>
                <a:gd name="csY178" fmla="*/ 574211 h 746474"/>
                <a:gd name="csX179" fmla="*/ 161163 w 1531683"/>
                <a:gd name="csY179" fmla="*/ 567722 h 746474"/>
                <a:gd name="csX180" fmla="*/ 141795 w 1531683"/>
                <a:gd name="csY180" fmla="*/ 570427 h 746474"/>
                <a:gd name="csX181" fmla="*/ 148527 w 1531683"/>
                <a:gd name="csY181" fmla="*/ 582644 h 746474"/>
                <a:gd name="csX182" fmla="*/ 159766 w 1531683"/>
                <a:gd name="csY182" fmla="*/ 585241 h 746474"/>
                <a:gd name="csX183" fmla="*/ 163893 w 1531683"/>
                <a:gd name="csY183" fmla="*/ 592055 h 746474"/>
                <a:gd name="csX184" fmla="*/ 167704 w 1531683"/>
                <a:gd name="csY184" fmla="*/ 597999 h 746474"/>
                <a:gd name="csX185" fmla="*/ 171005 w 1531683"/>
                <a:gd name="csY185" fmla="*/ 604596 h 746474"/>
                <a:gd name="csX186" fmla="*/ 181673 w 1531683"/>
                <a:gd name="csY186" fmla="*/ 624281 h 746474"/>
                <a:gd name="csX187" fmla="*/ 183388 w 1531683"/>
                <a:gd name="csY187" fmla="*/ 634873 h 746474"/>
                <a:gd name="csX188" fmla="*/ 195517 w 1531683"/>
                <a:gd name="csY188" fmla="*/ 636822 h 746474"/>
                <a:gd name="csX189" fmla="*/ 206121 w 1531683"/>
                <a:gd name="csY189" fmla="*/ 649364 h 746474"/>
                <a:gd name="csX190" fmla="*/ 211328 w 1531683"/>
                <a:gd name="csY190" fmla="*/ 648500 h 746474"/>
                <a:gd name="csX191" fmla="*/ 220726 w 1531683"/>
                <a:gd name="csY191" fmla="*/ 651097 h 746474"/>
                <a:gd name="csX192" fmla="*/ 232092 w 1531683"/>
                <a:gd name="csY192" fmla="*/ 652825 h 746474"/>
                <a:gd name="csX193" fmla="*/ 232601 w 1531683"/>
                <a:gd name="csY193" fmla="*/ 653479 h 746474"/>
                <a:gd name="csX194" fmla="*/ 224599 w 1531683"/>
                <a:gd name="csY194" fmla="*/ 684187 h 746474"/>
                <a:gd name="csX195" fmla="*/ 224917 w 1531683"/>
                <a:gd name="csY195" fmla="*/ 686892 h 746474"/>
                <a:gd name="csX196" fmla="*/ 224917 w 1531683"/>
                <a:gd name="csY196" fmla="*/ 689813 h 746474"/>
                <a:gd name="csX197" fmla="*/ 253809 w 1531683"/>
                <a:gd name="csY197" fmla="*/ 666667 h 746474"/>
                <a:gd name="csX198" fmla="*/ 290640 w 1531683"/>
                <a:gd name="csY198" fmla="*/ 666667 h 746474"/>
                <a:gd name="csX199" fmla="*/ 320611 w 1531683"/>
                <a:gd name="csY199" fmla="*/ 695649 h 746474"/>
                <a:gd name="csX200" fmla="*/ 332930 w 1531683"/>
                <a:gd name="csY200" fmla="*/ 725170 h 746474"/>
                <a:gd name="csX201" fmla="*/ 355473 w 1531683"/>
                <a:gd name="csY201" fmla="*/ 724306 h 746474"/>
                <a:gd name="csX202" fmla="*/ 355473 w 1531683"/>
                <a:gd name="csY202" fmla="*/ 554203 h 746474"/>
                <a:gd name="csX203" fmla="*/ 451231 w 1531683"/>
                <a:gd name="csY203" fmla="*/ 528466 h 746474"/>
                <a:gd name="csX204" fmla="*/ 483933 w 1531683"/>
                <a:gd name="csY204" fmla="*/ 547395 h 746474"/>
                <a:gd name="csX205" fmla="*/ 483806 w 1531683"/>
                <a:gd name="csY205" fmla="*/ 546849 h 74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</a:cxnLst>
              <a:rect l="l" t="t" r="r" b="b"/>
              <a:pathLst>
                <a:path w="1531683" h="746474">
                  <a:moveTo>
                    <a:pt x="483806" y="546849"/>
                  </a:moveTo>
                  <a:lnTo>
                    <a:pt x="486219" y="542417"/>
                  </a:lnTo>
                  <a:cubicBezTo>
                    <a:pt x="487108" y="540798"/>
                    <a:pt x="487490" y="537985"/>
                    <a:pt x="487172" y="536150"/>
                  </a:cubicBezTo>
                  <a:lnTo>
                    <a:pt x="484568" y="520357"/>
                  </a:lnTo>
                  <a:cubicBezTo>
                    <a:pt x="484251" y="518522"/>
                    <a:pt x="485457" y="516465"/>
                    <a:pt x="487172" y="515817"/>
                  </a:cubicBezTo>
                  <a:lnTo>
                    <a:pt x="489776" y="514845"/>
                  </a:lnTo>
                  <a:cubicBezTo>
                    <a:pt x="491554" y="514198"/>
                    <a:pt x="493331" y="512140"/>
                    <a:pt x="493776" y="510413"/>
                  </a:cubicBezTo>
                  <a:lnTo>
                    <a:pt x="495554" y="504139"/>
                  </a:lnTo>
                  <a:cubicBezTo>
                    <a:pt x="495935" y="502298"/>
                    <a:pt x="497904" y="500894"/>
                    <a:pt x="499745" y="500894"/>
                  </a:cubicBezTo>
                  <a:lnTo>
                    <a:pt x="526161" y="500894"/>
                  </a:lnTo>
                  <a:cubicBezTo>
                    <a:pt x="528003" y="500894"/>
                    <a:pt x="528447" y="501974"/>
                    <a:pt x="527114" y="503276"/>
                  </a:cubicBezTo>
                  <a:lnTo>
                    <a:pt x="518795" y="511600"/>
                  </a:lnTo>
                  <a:cubicBezTo>
                    <a:pt x="517525" y="512896"/>
                    <a:pt x="514921" y="514198"/>
                    <a:pt x="513080" y="514414"/>
                  </a:cubicBezTo>
                  <a:lnTo>
                    <a:pt x="502856" y="515601"/>
                  </a:lnTo>
                  <a:cubicBezTo>
                    <a:pt x="501015" y="515817"/>
                    <a:pt x="499237" y="517436"/>
                    <a:pt x="498856" y="519278"/>
                  </a:cubicBezTo>
                  <a:lnTo>
                    <a:pt x="498856" y="519817"/>
                  </a:lnTo>
                  <a:cubicBezTo>
                    <a:pt x="498475" y="521659"/>
                    <a:pt x="499618" y="523062"/>
                    <a:pt x="501459" y="523062"/>
                  </a:cubicBezTo>
                  <a:lnTo>
                    <a:pt x="514032" y="523062"/>
                  </a:lnTo>
                  <a:cubicBezTo>
                    <a:pt x="515874" y="523062"/>
                    <a:pt x="517716" y="524573"/>
                    <a:pt x="518160" y="526307"/>
                  </a:cubicBezTo>
                  <a:lnTo>
                    <a:pt x="520002" y="533768"/>
                  </a:lnTo>
                  <a:cubicBezTo>
                    <a:pt x="520446" y="535604"/>
                    <a:pt x="520192" y="538417"/>
                    <a:pt x="519430" y="540042"/>
                  </a:cubicBezTo>
                  <a:lnTo>
                    <a:pt x="518985" y="541122"/>
                  </a:lnTo>
                  <a:cubicBezTo>
                    <a:pt x="518287" y="542741"/>
                    <a:pt x="518287" y="545554"/>
                    <a:pt x="518985" y="547180"/>
                  </a:cubicBezTo>
                  <a:lnTo>
                    <a:pt x="526161" y="562534"/>
                  </a:lnTo>
                  <a:cubicBezTo>
                    <a:pt x="526923" y="564153"/>
                    <a:pt x="526669" y="566750"/>
                    <a:pt x="525590" y="568261"/>
                  </a:cubicBezTo>
                  <a:lnTo>
                    <a:pt x="524129" y="570319"/>
                  </a:lnTo>
                  <a:lnTo>
                    <a:pt x="543814" y="581781"/>
                  </a:lnTo>
                  <a:lnTo>
                    <a:pt x="580834" y="623303"/>
                  </a:lnTo>
                  <a:lnTo>
                    <a:pt x="623253" y="616058"/>
                  </a:lnTo>
                  <a:lnTo>
                    <a:pt x="671640" y="620274"/>
                  </a:lnTo>
                  <a:lnTo>
                    <a:pt x="689801" y="611194"/>
                  </a:lnTo>
                  <a:lnTo>
                    <a:pt x="721423" y="648392"/>
                  </a:lnTo>
                  <a:lnTo>
                    <a:pt x="733616" y="645363"/>
                  </a:lnTo>
                  <a:lnTo>
                    <a:pt x="730314" y="689483"/>
                  </a:lnTo>
                  <a:lnTo>
                    <a:pt x="749046" y="689699"/>
                  </a:lnTo>
                  <a:lnTo>
                    <a:pt x="756730" y="726465"/>
                  </a:lnTo>
                  <a:lnTo>
                    <a:pt x="795528" y="715982"/>
                  </a:lnTo>
                  <a:lnTo>
                    <a:pt x="805497" y="723227"/>
                  </a:lnTo>
                  <a:lnTo>
                    <a:pt x="802259" y="735660"/>
                  </a:lnTo>
                  <a:lnTo>
                    <a:pt x="822261" y="746474"/>
                  </a:lnTo>
                  <a:lnTo>
                    <a:pt x="827405" y="731660"/>
                  </a:lnTo>
                  <a:lnTo>
                    <a:pt x="843534" y="719658"/>
                  </a:lnTo>
                  <a:lnTo>
                    <a:pt x="844042" y="710463"/>
                  </a:lnTo>
                  <a:lnTo>
                    <a:pt x="894080" y="676078"/>
                  </a:lnTo>
                  <a:lnTo>
                    <a:pt x="918528" y="670992"/>
                  </a:lnTo>
                  <a:lnTo>
                    <a:pt x="927291" y="652177"/>
                  </a:lnTo>
                  <a:lnTo>
                    <a:pt x="954468" y="652177"/>
                  </a:lnTo>
                  <a:lnTo>
                    <a:pt x="1009015" y="674237"/>
                  </a:lnTo>
                  <a:lnTo>
                    <a:pt x="1015619" y="669265"/>
                  </a:lnTo>
                  <a:lnTo>
                    <a:pt x="1008570" y="660286"/>
                  </a:lnTo>
                  <a:lnTo>
                    <a:pt x="1015619" y="639744"/>
                  </a:lnTo>
                  <a:lnTo>
                    <a:pt x="1039305" y="633038"/>
                  </a:lnTo>
                  <a:lnTo>
                    <a:pt x="1073594" y="653694"/>
                  </a:lnTo>
                  <a:lnTo>
                    <a:pt x="1092200" y="653694"/>
                  </a:lnTo>
                  <a:lnTo>
                    <a:pt x="1098931" y="646017"/>
                  </a:lnTo>
                  <a:lnTo>
                    <a:pt x="1143762" y="643636"/>
                  </a:lnTo>
                  <a:lnTo>
                    <a:pt x="1156970" y="648932"/>
                  </a:lnTo>
                  <a:lnTo>
                    <a:pt x="1225042" y="653802"/>
                  </a:lnTo>
                  <a:lnTo>
                    <a:pt x="1223518" y="661803"/>
                  </a:lnTo>
                  <a:lnTo>
                    <a:pt x="1234440" y="670452"/>
                  </a:lnTo>
                  <a:lnTo>
                    <a:pt x="1251648" y="670452"/>
                  </a:lnTo>
                  <a:lnTo>
                    <a:pt x="1264539" y="685375"/>
                  </a:lnTo>
                  <a:lnTo>
                    <a:pt x="1265301" y="652825"/>
                  </a:lnTo>
                  <a:lnTo>
                    <a:pt x="1284668" y="636067"/>
                  </a:lnTo>
                  <a:lnTo>
                    <a:pt x="1271016" y="568154"/>
                  </a:lnTo>
                  <a:lnTo>
                    <a:pt x="1249045" y="566318"/>
                  </a:lnTo>
                  <a:lnTo>
                    <a:pt x="1253045" y="552152"/>
                  </a:lnTo>
                  <a:lnTo>
                    <a:pt x="1312608" y="540582"/>
                  </a:lnTo>
                  <a:lnTo>
                    <a:pt x="1350391" y="548043"/>
                  </a:lnTo>
                  <a:lnTo>
                    <a:pt x="1356551" y="531279"/>
                  </a:lnTo>
                  <a:lnTo>
                    <a:pt x="1342136" y="524358"/>
                  </a:lnTo>
                  <a:lnTo>
                    <a:pt x="1369187" y="446932"/>
                  </a:lnTo>
                  <a:lnTo>
                    <a:pt x="1434782" y="466179"/>
                  </a:lnTo>
                  <a:lnTo>
                    <a:pt x="1468120" y="446608"/>
                  </a:lnTo>
                  <a:lnTo>
                    <a:pt x="1460119" y="405841"/>
                  </a:lnTo>
                  <a:lnTo>
                    <a:pt x="1471041" y="382918"/>
                  </a:lnTo>
                  <a:lnTo>
                    <a:pt x="1489266" y="382918"/>
                  </a:lnTo>
                  <a:lnTo>
                    <a:pt x="1508316" y="369507"/>
                  </a:lnTo>
                  <a:lnTo>
                    <a:pt x="1507109" y="354044"/>
                  </a:lnTo>
                  <a:lnTo>
                    <a:pt x="1531683" y="348526"/>
                  </a:lnTo>
                  <a:lnTo>
                    <a:pt x="1506474" y="325603"/>
                  </a:lnTo>
                  <a:lnTo>
                    <a:pt x="1514539" y="313925"/>
                  </a:lnTo>
                  <a:lnTo>
                    <a:pt x="1496505" y="304730"/>
                  </a:lnTo>
                  <a:lnTo>
                    <a:pt x="1479423" y="322034"/>
                  </a:lnTo>
                  <a:lnTo>
                    <a:pt x="1451356" y="322358"/>
                  </a:lnTo>
                  <a:lnTo>
                    <a:pt x="1441514" y="295110"/>
                  </a:lnTo>
                  <a:lnTo>
                    <a:pt x="1414907" y="287649"/>
                  </a:lnTo>
                  <a:lnTo>
                    <a:pt x="1410335" y="263639"/>
                  </a:lnTo>
                  <a:lnTo>
                    <a:pt x="1375029" y="245040"/>
                  </a:lnTo>
                  <a:lnTo>
                    <a:pt x="1354900" y="261150"/>
                  </a:lnTo>
                  <a:lnTo>
                    <a:pt x="1311719" y="263639"/>
                  </a:lnTo>
                  <a:lnTo>
                    <a:pt x="1311719" y="250774"/>
                  </a:lnTo>
                  <a:lnTo>
                    <a:pt x="1297368" y="247098"/>
                  </a:lnTo>
                  <a:lnTo>
                    <a:pt x="1298829" y="236283"/>
                  </a:lnTo>
                  <a:lnTo>
                    <a:pt x="1266952" y="229686"/>
                  </a:lnTo>
                  <a:lnTo>
                    <a:pt x="1266952" y="250336"/>
                  </a:lnTo>
                  <a:lnTo>
                    <a:pt x="1240282" y="260718"/>
                  </a:lnTo>
                  <a:lnTo>
                    <a:pt x="1211643" y="175832"/>
                  </a:lnTo>
                  <a:lnTo>
                    <a:pt x="1176782" y="122523"/>
                  </a:lnTo>
                  <a:lnTo>
                    <a:pt x="1123188" y="81534"/>
                  </a:lnTo>
                  <a:lnTo>
                    <a:pt x="1137348" y="71482"/>
                  </a:lnTo>
                  <a:lnTo>
                    <a:pt x="1134110" y="36227"/>
                  </a:lnTo>
                  <a:lnTo>
                    <a:pt x="1015809" y="112465"/>
                  </a:lnTo>
                  <a:lnTo>
                    <a:pt x="994283" y="106839"/>
                  </a:lnTo>
                  <a:lnTo>
                    <a:pt x="1019937" y="72777"/>
                  </a:lnTo>
                  <a:lnTo>
                    <a:pt x="923607" y="71914"/>
                  </a:lnTo>
                  <a:lnTo>
                    <a:pt x="912431" y="8655"/>
                  </a:lnTo>
                  <a:lnTo>
                    <a:pt x="836676" y="0"/>
                  </a:lnTo>
                  <a:lnTo>
                    <a:pt x="812102" y="27362"/>
                  </a:lnTo>
                  <a:lnTo>
                    <a:pt x="612966" y="66504"/>
                  </a:lnTo>
                  <a:lnTo>
                    <a:pt x="551688" y="66504"/>
                  </a:lnTo>
                  <a:lnTo>
                    <a:pt x="551243" y="101327"/>
                  </a:lnTo>
                  <a:lnTo>
                    <a:pt x="585470" y="112681"/>
                  </a:lnTo>
                  <a:lnTo>
                    <a:pt x="585470" y="145663"/>
                  </a:lnTo>
                  <a:lnTo>
                    <a:pt x="553530" y="136792"/>
                  </a:lnTo>
                  <a:lnTo>
                    <a:pt x="536448" y="153016"/>
                  </a:lnTo>
                  <a:lnTo>
                    <a:pt x="543878" y="178105"/>
                  </a:lnTo>
                  <a:lnTo>
                    <a:pt x="518985" y="201136"/>
                  </a:lnTo>
                  <a:lnTo>
                    <a:pt x="567500" y="229146"/>
                  </a:lnTo>
                  <a:lnTo>
                    <a:pt x="556578" y="258343"/>
                  </a:lnTo>
                  <a:lnTo>
                    <a:pt x="486537" y="270561"/>
                  </a:lnTo>
                  <a:lnTo>
                    <a:pt x="447484" y="240932"/>
                  </a:lnTo>
                  <a:lnTo>
                    <a:pt x="373634" y="243313"/>
                  </a:lnTo>
                  <a:lnTo>
                    <a:pt x="346456" y="270561"/>
                  </a:lnTo>
                  <a:lnTo>
                    <a:pt x="311721" y="250450"/>
                  </a:lnTo>
                  <a:lnTo>
                    <a:pt x="306324" y="272942"/>
                  </a:lnTo>
                  <a:lnTo>
                    <a:pt x="281622" y="264179"/>
                  </a:lnTo>
                  <a:lnTo>
                    <a:pt x="280543" y="241687"/>
                  </a:lnTo>
                  <a:lnTo>
                    <a:pt x="221679" y="206547"/>
                  </a:lnTo>
                  <a:lnTo>
                    <a:pt x="161925" y="207734"/>
                  </a:lnTo>
                  <a:lnTo>
                    <a:pt x="83820" y="268180"/>
                  </a:lnTo>
                  <a:lnTo>
                    <a:pt x="88138" y="300190"/>
                  </a:lnTo>
                  <a:lnTo>
                    <a:pt x="68517" y="310896"/>
                  </a:lnTo>
                  <a:lnTo>
                    <a:pt x="40259" y="275317"/>
                  </a:lnTo>
                  <a:lnTo>
                    <a:pt x="10985" y="319113"/>
                  </a:lnTo>
                  <a:lnTo>
                    <a:pt x="18542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594" y="416331"/>
                  </a:lnTo>
                  <a:lnTo>
                    <a:pt x="90805" y="461639"/>
                  </a:lnTo>
                  <a:lnTo>
                    <a:pt x="72961" y="474618"/>
                  </a:lnTo>
                  <a:lnTo>
                    <a:pt x="93853" y="497002"/>
                  </a:lnTo>
                  <a:cubicBezTo>
                    <a:pt x="96647" y="496786"/>
                    <a:pt x="98616" y="500894"/>
                    <a:pt x="100711" y="497326"/>
                  </a:cubicBezTo>
                  <a:lnTo>
                    <a:pt x="102108" y="494944"/>
                  </a:lnTo>
                  <a:cubicBezTo>
                    <a:pt x="104457" y="490728"/>
                    <a:pt x="101029" y="486727"/>
                    <a:pt x="104140" y="484130"/>
                  </a:cubicBezTo>
                  <a:cubicBezTo>
                    <a:pt x="108458" y="480454"/>
                    <a:pt x="110109" y="492138"/>
                    <a:pt x="116142" y="489433"/>
                  </a:cubicBezTo>
                  <a:lnTo>
                    <a:pt x="122110" y="486727"/>
                  </a:lnTo>
                  <a:cubicBezTo>
                    <a:pt x="125984" y="485000"/>
                    <a:pt x="127635" y="478835"/>
                    <a:pt x="127191" y="479482"/>
                  </a:cubicBezTo>
                  <a:cubicBezTo>
                    <a:pt x="128842" y="474510"/>
                    <a:pt x="131953" y="478079"/>
                    <a:pt x="135636" y="474294"/>
                  </a:cubicBezTo>
                  <a:cubicBezTo>
                    <a:pt x="145034" y="464560"/>
                    <a:pt x="146685" y="462178"/>
                    <a:pt x="149606" y="465099"/>
                  </a:cubicBezTo>
                  <a:lnTo>
                    <a:pt x="149796" y="465315"/>
                  </a:lnTo>
                  <a:cubicBezTo>
                    <a:pt x="154686" y="470078"/>
                    <a:pt x="158496" y="458610"/>
                    <a:pt x="166815" y="456667"/>
                  </a:cubicBezTo>
                  <a:cubicBezTo>
                    <a:pt x="173927" y="454933"/>
                    <a:pt x="178181" y="453098"/>
                    <a:pt x="181991" y="455587"/>
                  </a:cubicBezTo>
                  <a:cubicBezTo>
                    <a:pt x="193421" y="463048"/>
                    <a:pt x="196786" y="465963"/>
                    <a:pt x="197421" y="463048"/>
                  </a:cubicBezTo>
                  <a:cubicBezTo>
                    <a:pt x="197676" y="461855"/>
                    <a:pt x="199263" y="461315"/>
                    <a:pt x="201105" y="462070"/>
                  </a:cubicBezTo>
                  <a:lnTo>
                    <a:pt x="215074" y="467373"/>
                  </a:lnTo>
                  <a:cubicBezTo>
                    <a:pt x="219646" y="469100"/>
                    <a:pt x="219392" y="462940"/>
                    <a:pt x="224282" y="461963"/>
                  </a:cubicBezTo>
                  <a:cubicBezTo>
                    <a:pt x="225361" y="461963"/>
                    <a:pt x="230759" y="459372"/>
                    <a:pt x="232283" y="464020"/>
                  </a:cubicBezTo>
                  <a:cubicBezTo>
                    <a:pt x="232728" y="464776"/>
                    <a:pt x="233617" y="471265"/>
                    <a:pt x="237490" y="468992"/>
                  </a:cubicBezTo>
                  <a:cubicBezTo>
                    <a:pt x="238061" y="468884"/>
                    <a:pt x="241491" y="465855"/>
                    <a:pt x="243205" y="469856"/>
                  </a:cubicBezTo>
                  <a:cubicBezTo>
                    <a:pt x="245364" y="474618"/>
                    <a:pt x="247904" y="483375"/>
                    <a:pt x="244284" y="487051"/>
                  </a:cubicBezTo>
                  <a:cubicBezTo>
                    <a:pt x="240982" y="490512"/>
                    <a:pt x="236982" y="500031"/>
                    <a:pt x="237299" y="499491"/>
                  </a:cubicBezTo>
                  <a:cubicBezTo>
                    <a:pt x="235014" y="504139"/>
                    <a:pt x="242570" y="501002"/>
                    <a:pt x="240602" y="505758"/>
                  </a:cubicBezTo>
                  <a:cubicBezTo>
                    <a:pt x="239205" y="510191"/>
                    <a:pt x="234886" y="515169"/>
                    <a:pt x="237934" y="519494"/>
                  </a:cubicBezTo>
                  <a:cubicBezTo>
                    <a:pt x="238125" y="520033"/>
                    <a:pt x="240602" y="522846"/>
                    <a:pt x="239776" y="525551"/>
                  </a:cubicBezTo>
                  <a:cubicBezTo>
                    <a:pt x="238569" y="529012"/>
                    <a:pt x="239141" y="530631"/>
                    <a:pt x="235204" y="528904"/>
                  </a:cubicBezTo>
                  <a:cubicBezTo>
                    <a:pt x="234696" y="528796"/>
                    <a:pt x="229997" y="525551"/>
                    <a:pt x="228536" y="528682"/>
                  </a:cubicBezTo>
                  <a:cubicBezTo>
                    <a:pt x="227838" y="529984"/>
                    <a:pt x="225933" y="531063"/>
                    <a:pt x="224092" y="530955"/>
                  </a:cubicBezTo>
                  <a:lnTo>
                    <a:pt x="212280" y="530955"/>
                  </a:lnTo>
                  <a:cubicBezTo>
                    <a:pt x="207201" y="530739"/>
                    <a:pt x="207073" y="534524"/>
                    <a:pt x="202629" y="532581"/>
                  </a:cubicBezTo>
                  <a:cubicBezTo>
                    <a:pt x="201803" y="532365"/>
                    <a:pt x="197231" y="529120"/>
                    <a:pt x="194818" y="532143"/>
                  </a:cubicBezTo>
                  <a:cubicBezTo>
                    <a:pt x="192659" y="534848"/>
                    <a:pt x="187134" y="534200"/>
                    <a:pt x="187833" y="534092"/>
                  </a:cubicBezTo>
                  <a:cubicBezTo>
                    <a:pt x="179895" y="533660"/>
                    <a:pt x="177864" y="546202"/>
                    <a:pt x="178181" y="544906"/>
                  </a:cubicBezTo>
                  <a:cubicBezTo>
                    <a:pt x="177736" y="549662"/>
                    <a:pt x="169291" y="550856"/>
                    <a:pt x="169926" y="550640"/>
                  </a:cubicBezTo>
                  <a:cubicBezTo>
                    <a:pt x="166370" y="551720"/>
                    <a:pt x="164846" y="556152"/>
                    <a:pt x="165164" y="555612"/>
                  </a:cubicBezTo>
                  <a:cubicBezTo>
                    <a:pt x="164529" y="557339"/>
                    <a:pt x="165544" y="559073"/>
                    <a:pt x="167259" y="559505"/>
                  </a:cubicBezTo>
                  <a:lnTo>
                    <a:pt x="173101" y="560800"/>
                  </a:lnTo>
                  <a:cubicBezTo>
                    <a:pt x="178181" y="561886"/>
                    <a:pt x="187071" y="568261"/>
                    <a:pt x="186436" y="567830"/>
                  </a:cubicBezTo>
                  <a:cubicBezTo>
                    <a:pt x="190182" y="570211"/>
                    <a:pt x="188785" y="575615"/>
                    <a:pt x="184594" y="574211"/>
                  </a:cubicBezTo>
                  <a:cubicBezTo>
                    <a:pt x="168466" y="569132"/>
                    <a:pt x="165608" y="567830"/>
                    <a:pt x="161163" y="567722"/>
                  </a:cubicBezTo>
                  <a:cubicBezTo>
                    <a:pt x="145923" y="567290"/>
                    <a:pt x="142684" y="566210"/>
                    <a:pt x="141795" y="570427"/>
                  </a:cubicBezTo>
                  <a:cubicBezTo>
                    <a:pt x="141732" y="571938"/>
                    <a:pt x="137478" y="580054"/>
                    <a:pt x="148527" y="582644"/>
                  </a:cubicBezTo>
                  <a:lnTo>
                    <a:pt x="159766" y="585241"/>
                  </a:lnTo>
                  <a:cubicBezTo>
                    <a:pt x="164020" y="586213"/>
                    <a:pt x="164084" y="592595"/>
                    <a:pt x="163893" y="592055"/>
                  </a:cubicBezTo>
                  <a:cubicBezTo>
                    <a:pt x="164338" y="595624"/>
                    <a:pt x="168084" y="598545"/>
                    <a:pt x="167704" y="597999"/>
                  </a:cubicBezTo>
                  <a:cubicBezTo>
                    <a:pt x="170624" y="600380"/>
                    <a:pt x="171259" y="605244"/>
                    <a:pt x="171005" y="604596"/>
                  </a:cubicBezTo>
                  <a:cubicBezTo>
                    <a:pt x="172212" y="612381"/>
                    <a:pt x="182753" y="617360"/>
                    <a:pt x="181673" y="624281"/>
                  </a:cubicBezTo>
                  <a:cubicBezTo>
                    <a:pt x="181673" y="627958"/>
                    <a:pt x="178181" y="635419"/>
                    <a:pt x="183388" y="634873"/>
                  </a:cubicBezTo>
                  <a:cubicBezTo>
                    <a:pt x="187071" y="634987"/>
                    <a:pt x="192977" y="632498"/>
                    <a:pt x="195517" y="636822"/>
                  </a:cubicBezTo>
                  <a:cubicBezTo>
                    <a:pt x="199390" y="642557"/>
                    <a:pt x="200723" y="650234"/>
                    <a:pt x="206121" y="649364"/>
                  </a:cubicBezTo>
                  <a:lnTo>
                    <a:pt x="211328" y="648500"/>
                  </a:lnTo>
                  <a:cubicBezTo>
                    <a:pt x="216408" y="647636"/>
                    <a:pt x="215519" y="651529"/>
                    <a:pt x="220726" y="651097"/>
                  </a:cubicBezTo>
                  <a:cubicBezTo>
                    <a:pt x="223520" y="651097"/>
                    <a:pt x="229044" y="648932"/>
                    <a:pt x="232092" y="652825"/>
                  </a:cubicBezTo>
                  <a:lnTo>
                    <a:pt x="232601" y="653479"/>
                  </a:lnTo>
                  <a:cubicBezTo>
                    <a:pt x="237172" y="659206"/>
                    <a:pt x="223647" y="674884"/>
                    <a:pt x="224599" y="684187"/>
                  </a:cubicBezTo>
                  <a:lnTo>
                    <a:pt x="224917" y="686892"/>
                  </a:lnTo>
                  <a:cubicBezTo>
                    <a:pt x="224917" y="687864"/>
                    <a:pt x="224917" y="688835"/>
                    <a:pt x="224917" y="689813"/>
                  </a:cubicBezTo>
                  <a:lnTo>
                    <a:pt x="253809" y="666667"/>
                  </a:lnTo>
                  <a:lnTo>
                    <a:pt x="290640" y="666667"/>
                  </a:lnTo>
                  <a:lnTo>
                    <a:pt x="320611" y="695649"/>
                  </a:lnTo>
                  <a:lnTo>
                    <a:pt x="332930" y="725170"/>
                  </a:lnTo>
                  <a:lnTo>
                    <a:pt x="355473" y="724306"/>
                  </a:lnTo>
                  <a:lnTo>
                    <a:pt x="355473" y="554203"/>
                  </a:lnTo>
                  <a:lnTo>
                    <a:pt x="451231" y="528466"/>
                  </a:lnTo>
                  <a:lnTo>
                    <a:pt x="483933" y="547395"/>
                  </a:lnTo>
                  <a:lnTo>
                    <a:pt x="483806" y="546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DB9D5173-9D37-D512-ADE8-E2E677149451}"/>
                </a:ext>
              </a:extLst>
            </p:cNvPr>
            <p:cNvSpPr/>
            <p:nvPr/>
          </p:nvSpPr>
          <p:spPr>
            <a:xfrm>
              <a:off x="6208712" y="3819420"/>
              <a:ext cx="143322" cy="147123"/>
            </a:xfrm>
            <a:custGeom>
              <a:avLst/>
              <a:gdLst>
                <a:gd name="csX0" fmla="*/ 165290 w 165289"/>
                <a:gd name="csY0" fmla="*/ 31794 h 169672"/>
                <a:gd name="csX1" fmla="*/ 154241 w 165289"/>
                <a:gd name="csY1" fmla="*/ 31039 h 169672"/>
                <a:gd name="csX2" fmla="*/ 145478 w 165289"/>
                <a:gd name="csY2" fmla="*/ 0 h 169672"/>
                <a:gd name="csX3" fmla="*/ 71310 w 165289"/>
                <a:gd name="csY3" fmla="*/ 41313 h 169672"/>
                <a:gd name="csX4" fmla="*/ 57023 w 165289"/>
                <a:gd name="csY4" fmla="*/ 39040 h 169672"/>
                <a:gd name="csX5" fmla="*/ 42418 w 165289"/>
                <a:gd name="csY5" fmla="*/ 23901 h 169672"/>
                <a:gd name="csX6" fmla="*/ 28448 w 165289"/>
                <a:gd name="csY6" fmla="*/ 27146 h 169672"/>
                <a:gd name="csX7" fmla="*/ 25019 w 165289"/>
                <a:gd name="csY7" fmla="*/ 79915 h 169672"/>
                <a:gd name="csX8" fmla="*/ 1968 w 165289"/>
                <a:gd name="csY8" fmla="*/ 150095 h 169672"/>
                <a:gd name="csX9" fmla="*/ 2159 w 165289"/>
                <a:gd name="csY9" fmla="*/ 151397 h 169672"/>
                <a:gd name="csX10" fmla="*/ 0 w 165289"/>
                <a:gd name="csY10" fmla="*/ 166103 h 169672"/>
                <a:gd name="csX11" fmla="*/ 44069 w 165289"/>
                <a:gd name="csY11" fmla="*/ 169672 h 169672"/>
                <a:gd name="csX12" fmla="*/ 64833 w 165289"/>
                <a:gd name="csY12" fmla="*/ 142958 h 169672"/>
                <a:gd name="csX13" fmla="*/ 95694 w 165289"/>
                <a:gd name="csY13" fmla="*/ 137230 h 169672"/>
                <a:gd name="csX14" fmla="*/ 114300 w 165289"/>
                <a:gd name="csY14" fmla="*/ 116681 h 169672"/>
                <a:gd name="csX15" fmla="*/ 83312 w 165289"/>
                <a:gd name="csY15" fmla="*/ 79267 h 169672"/>
                <a:gd name="csX16" fmla="*/ 162051 w 165289"/>
                <a:gd name="csY16" fmla="*/ 50394 h 169672"/>
                <a:gd name="csX17" fmla="*/ 162877 w 165289"/>
                <a:gd name="csY17" fmla="*/ 50610 h 169672"/>
                <a:gd name="csX18" fmla="*/ 162877 w 165289"/>
                <a:gd name="csY18" fmla="*/ 50394 h 169672"/>
                <a:gd name="csX19" fmla="*/ 165290 w 165289"/>
                <a:gd name="csY19" fmla="*/ 31902 h 169672"/>
                <a:gd name="csX20" fmla="*/ 165290 w 165289"/>
                <a:gd name="csY20" fmla="*/ 31794 h 169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5289" h="169672">
                  <a:moveTo>
                    <a:pt x="165290" y="31794"/>
                  </a:moveTo>
                  <a:lnTo>
                    <a:pt x="154241" y="31039"/>
                  </a:lnTo>
                  <a:lnTo>
                    <a:pt x="145478" y="0"/>
                  </a:lnTo>
                  <a:lnTo>
                    <a:pt x="71310" y="41313"/>
                  </a:lnTo>
                  <a:lnTo>
                    <a:pt x="57023" y="39040"/>
                  </a:lnTo>
                  <a:lnTo>
                    <a:pt x="42418" y="23901"/>
                  </a:lnTo>
                  <a:lnTo>
                    <a:pt x="28448" y="27146"/>
                  </a:lnTo>
                  <a:lnTo>
                    <a:pt x="25019" y="79915"/>
                  </a:lnTo>
                  <a:lnTo>
                    <a:pt x="1968" y="150095"/>
                  </a:lnTo>
                  <a:cubicBezTo>
                    <a:pt x="1968" y="150095"/>
                    <a:pt x="2349" y="150635"/>
                    <a:pt x="2159" y="151397"/>
                  </a:cubicBezTo>
                  <a:cubicBezTo>
                    <a:pt x="1397" y="155721"/>
                    <a:pt x="508" y="162750"/>
                    <a:pt x="0" y="166103"/>
                  </a:cubicBezTo>
                  <a:lnTo>
                    <a:pt x="44069" y="169672"/>
                  </a:lnTo>
                  <a:lnTo>
                    <a:pt x="64833" y="142958"/>
                  </a:lnTo>
                  <a:lnTo>
                    <a:pt x="95694" y="137230"/>
                  </a:lnTo>
                  <a:lnTo>
                    <a:pt x="114300" y="116681"/>
                  </a:lnTo>
                  <a:lnTo>
                    <a:pt x="83312" y="79267"/>
                  </a:lnTo>
                  <a:lnTo>
                    <a:pt x="162051" y="50394"/>
                  </a:lnTo>
                  <a:lnTo>
                    <a:pt x="162877" y="50610"/>
                  </a:lnTo>
                  <a:lnTo>
                    <a:pt x="162877" y="50394"/>
                  </a:lnTo>
                  <a:lnTo>
                    <a:pt x="165290" y="31902"/>
                  </a:lnTo>
                  <a:lnTo>
                    <a:pt x="165290" y="317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676DFAF1-FF23-946D-B80D-71F844B3939D}"/>
                </a:ext>
              </a:extLst>
            </p:cNvPr>
            <p:cNvSpPr/>
            <p:nvPr/>
          </p:nvSpPr>
          <p:spPr>
            <a:xfrm>
              <a:off x="9615997" y="3357039"/>
              <a:ext cx="194791" cy="159196"/>
            </a:xfrm>
            <a:custGeom>
              <a:avLst/>
              <a:gdLst>
                <a:gd name="csX0" fmla="*/ 24571 w 224646"/>
                <a:gd name="csY0" fmla="*/ 116269 h 183595"/>
                <a:gd name="csX1" fmla="*/ 5394 w 224646"/>
                <a:gd name="csY1" fmla="*/ 128061 h 183595"/>
                <a:gd name="csX2" fmla="*/ 123 w 224646"/>
                <a:gd name="csY2" fmla="*/ 143199 h 183595"/>
                <a:gd name="csX3" fmla="*/ 10918 w 224646"/>
                <a:gd name="csY3" fmla="*/ 158554 h 183595"/>
                <a:gd name="csX4" fmla="*/ 9394 w 224646"/>
                <a:gd name="csY4" fmla="*/ 181909 h 183595"/>
                <a:gd name="csX5" fmla="*/ 12633 w 224646"/>
                <a:gd name="csY5" fmla="*/ 183211 h 183595"/>
                <a:gd name="csX6" fmla="*/ 27809 w 224646"/>
                <a:gd name="csY6" fmla="*/ 170447 h 183595"/>
                <a:gd name="csX7" fmla="*/ 48891 w 224646"/>
                <a:gd name="csY7" fmla="*/ 169692 h 183595"/>
                <a:gd name="csX8" fmla="*/ 48256 w 224646"/>
                <a:gd name="csY8" fmla="*/ 164173 h 183595"/>
                <a:gd name="csX9" fmla="*/ 31492 w 224646"/>
                <a:gd name="csY9" fmla="*/ 153474 h 183595"/>
                <a:gd name="csX10" fmla="*/ 20634 w 224646"/>
                <a:gd name="csY10" fmla="*/ 149683 h 183595"/>
                <a:gd name="csX11" fmla="*/ 23047 w 224646"/>
                <a:gd name="csY11" fmla="*/ 135414 h 183595"/>
                <a:gd name="csX12" fmla="*/ 31239 w 224646"/>
                <a:gd name="csY12" fmla="*/ 132601 h 183595"/>
                <a:gd name="csX13" fmla="*/ 47367 w 224646"/>
                <a:gd name="csY13" fmla="*/ 142984 h 183595"/>
                <a:gd name="csX14" fmla="*/ 67877 w 224646"/>
                <a:gd name="csY14" fmla="*/ 130652 h 183595"/>
                <a:gd name="csX15" fmla="*/ 125789 w 224646"/>
                <a:gd name="csY15" fmla="*/ 158878 h 183595"/>
                <a:gd name="csX16" fmla="*/ 131949 w 224646"/>
                <a:gd name="csY16" fmla="*/ 144171 h 183595"/>
                <a:gd name="csX17" fmla="*/ 163191 w 224646"/>
                <a:gd name="csY17" fmla="*/ 114110 h 183595"/>
                <a:gd name="csX18" fmla="*/ 179320 w 224646"/>
                <a:gd name="csY18" fmla="*/ 116707 h 183595"/>
                <a:gd name="csX19" fmla="*/ 192084 w 224646"/>
                <a:gd name="csY19" fmla="*/ 110865 h 183595"/>
                <a:gd name="csX20" fmla="*/ 200529 w 224646"/>
                <a:gd name="csY20" fmla="*/ 111189 h 183595"/>
                <a:gd name="csX21" fmla="*/ 223390 w 224646"/>
                <a:gd name="csY21" fmla="*/ 99296 h 183595"/>
                <a:gd name="csX22" fmla="*/ 217102 w 224646"/>
                <a:gd name="csY22" fmla="*/ 95511 h 183595"/>
                <a:gd name="csX23" fmla="*/ 209864 w 224646"/>
                <a:gd name="csY23" fmla="*/ 97022 h 183595"/>
                <a:gd name="csX24" fmla="*/ 205292 w 224646"/>
                <a:gd name="csY24" fmla="*/ 94641 h 183595"/>
                <a:gd name="csX25" fmla="*/ 198814 w 224646"/>
                <a:gd name="csY25" fmla="*/ 78207 h 183595"/>
                <a:gd name="csX26" fmla="*/ 206626 w 224646"/>
                <a:gd name="csY26" fmla="*/ 60040 h 183595"/>
                <a:gd name="csX27" fmla="*/ 203387 w 224646"/>
                <a:gd name="csY27" fmla="*/ 53118 h 183595"/>
                <a:gd name="csX28" fmla="*/ 188338 w 224646"/>
                <a:gd name="csY28" fmla="*/ 68796 h 183595"/>
                <a:gd name="csX29" fmla="*/ 172526 w 224646"/>
                <a:gd name="csY29" fmla="*/ 70206 h 183595"/>
                <a:gd name="csX30" fmla="*/ 168398 w 224646"/>
                <a:gd name="csY30" fmla="*/ 66637 h 183595"/>
                <a:gd name="csX31" fmla="*/ 164398 w 224646"/>
                <a:gd name="csY31" fmla="*/ 60795 h 183595"/>
                <a:gd name="csX32" fmla="*/ 157286 w 224646"/>
                <a:gd name="csY32" fmla="*/ 60580 h 183595"/>
                <a:gd name="csX33" fmla="*/ 154746 w 224646"/>
                <a:gd name="csY33" fmla="*/ 62097 h 183595"/>
                <a:gd name="csX34" fmla="*/ 119884 w 224646"/>
                <a:gd name="csY34" fmla="*/ 43060 h 183595"/>
                <a:gd name="csX35" fmla="*/ 80197 w 224646"/>
                <a:gd name="csY35" fmla="*/ 1105 h 183595"/>
                <a:gd name="csX36" fmla="*/ 68259 w 224646"/>
                <a:gd name="csY36" fmla="*/ 8243 h 183595"/>
                <a:gd name="csX37" fmla="*/ 73783 w 224646"/>
                <a:gd name="csY37" fmla="*/ 34735 h 183595"/>
                <a:gd name="csX38" fmla="*/ 70101 w 224646"/>
                <a:gd name="csY38" fmla="*/ 49334 h 183595"/>
                <a:gd name="csX39" fmla="*/ 69592 w 224646"/>
                <a:gd name="csY39" fmla="*/ 66530 h 183595"/>
                <a:gd name="csX40" fmla="*/ 57337 w 224646"/>
                <a:gd name="csY40" fmla="*/ 82531 h 183595"/>
                <a:gd name="csX41" fmla="*/ 59750 w 224646"/>
                <a:gd name="csY41" fmla="*/ 97238 h 183595"/>
                <a:gd name="csX42" fmla="*/ 52828 w 224646"/>
                <a:gd name="csY42" fmla="*/ 105563 h 183595"/>
                <a:gd name="csX43" fmla="*/ 28571 w 224646"/>
                <a:gd name="csY43" fmla="*/ 98102 h 183595"/>
                <a:gd name="csX44" fmla="*/ 23047 w 224646"/>
                <a:gd name="csY44" fmla="*/ 99080 h 183595"/>
                <a:gd name="csX45" fmla="*/ 21967 w 224646"/>
                <a:gd name="csY45" fmla="*/ 100051 h 183595"/>
                <a:gd name="csX46" fmla="*/ 24317 w 224646"/>
                <a:gd name="csY46" fmla="*/ 116053 h 183595"/>
                <a:gd name="csX47" fmla="*/ 24571 w 224646"/>
                <a:gd name="csY47" fmla="*/ 116269 h 1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24646" h="183595">
                  <a:moveTo>
                    <a:pt x="24571" y="116269"/>
                  </a:moveTo>
                  <a:lnTo>
                    <a:pt x="5394" y="128061"/>
                  </a:lnTo>
                  <a:cubicBezTo>
                    <a:pt x="1520" y="130436"/>
                    <a:pt x="1393" y="136170"/>
                    <a:pt x="123" y="143199"/>
                  </a:cubicBezTo>
                  <a:cubicBezTo>
                    <a:pt x="-639" y="147416"/>
                    <a:pt x="2028" y="149143"/>
                    <a:pt x="10918" y="158554"/>
                  </a:cubicBezTo>
                  <a:cubicBezTo>
                    <a:pt x="16443" y="164396"/>
                    <a:pt x="2155" y="178880"/>
                    <a:pt x="9394" y="181909"/>
                  </a:cubicBezTo>
                  <a:lnTo>
                    <a:pt x="12633" y="183211"/>
                  </a:lnTo>
                  <a:cubicBezTo>
                    <a:pt x="16633" y="184830"/>
                    <a:pt x="18284" y="181477"/>
                    <a:pt x="27809" y="170447"/>
                  </a:cubicBezTo>
                  <a:cubicBezTo>
                    <a:pt x="32763" y="164504"/>
                    <a:pt x="45018" y="176289"/>
                    <a:pt x="48891" y="169692"/>
                  </a:cubicBezTo>
                  <a:cubicBezTo>
                    <a:pt x="48827" y="170231"/>
                    <a:pt x="51304" y="166339"/>
                    <a:pt x="48256" y="164173"/>
                  </a:cubicBezTo>
                  <a:cubicBezTo>
                    <a:pt x="48891" y="164612"/>
                    <a:pt x="36445" y="155201"/>
                    <a:pt x="31492" y="153474"/>
                  </a:cubicBezTo>
                  <a:lnTo>
                    <a:pt x="20634" y="149683"/>
                  </a:lnTo>
                  <a:cubicBezTo>
                    <a:pt x="15553" y="147956"/>
                    <a:pt x="21205" y="141466"/>
                    <a:pt x="23047" y="135414"/>
                  </a:cubicBezTo>
                  <a:cubicBezTo>
                    <a:pt x="24889" y="131191"/>
                    <a:pt x="30095" y="132817"/>
                    <a:pt x="31239" y="132601"/>
                  </a:cubicBezTo>
                  <a:cubicBezTo>
                    <a:pt x="38858" y="132925"/>
                    <a:pt x="41652" y="146444"/>
                    <a:pt x="47367" y="142984"/>
                  </a:cubicBezTo>
                  <a:lnTo>
                    <a:pt x="67877" y="130652"/>
                  </a:lnTo>
                  <a:cubicBezTo>
                    <a:pt x="71878" y="128169"/>
                    <a:pt x="71752" y="129464"/>
                    <a:pt x="125789" y="158878"/>
                  </a:cubicBezTo>
                  <a:cubicBezTo>
                    <a:pt x="130615" y="161583"/>
                    <a:pt x="129790" y="151740"/>
                    <a:pt x="131949" y="144171"/>
                  </a:cubicBezTo>
                  <a:cubicBezTo>
                    <a:pt x="132775" y="139739"/>
                    <a:pt x="133473" y="140170"/>
                    <a:pt x="163191" y="114110"/>
                  </a:cubicBezTo>
                  <a:cubicBezTo>
                    <a:pt x="167192" y="110649"/>
                    <a:pt x="173034" y="115082"/>
                    <a:pt x="179320" y="116707"/>
                  </a:cubicBezTo>
                  <a:cubicBezTo>
                    <a:pt x="185861" y="118974"/>
                    <a:pt x="185734" y="108592"/>
                    <a:pt x="192084" y="110865"/>
                  </a:cubicBezTo>
                  <a:cubicBezTo>
                    <a:pt x="191576" y="110757"/>
                    <a:pt x="196783" y="113139"/>
                    <a:pt x="200529" y="111189"/>
                  </a:cubicBezTo>
                  <a:lnTo>
                    <a:pt x="223390" y="99296"/>
                  </a:lnTo>
                  <a:cubicBezTo>
                    <a:pt x="227199" y="97346"/>
                    <a:pt x="221548" y="94533"/>
                    <a:pt x="217102" y="95511"/>
                  </a:cubicBezTo>
                  <a:lnTo>
                    <a:pt x="209864" y="97022"/>
                  </a:lnTo>
                  <a:cubicBezTo>
                    <a:pt x="208149" y="97454"/>
                    <a:pt x="206053" y="96374"/>
                    <a:pt x="205292" y="94641"/>
                  </a:cubicBezTo>
                  <a:lnTo>
                    <a:pt x="198814" y="78207"/>
                  </a:lnTo>
                  <a:cubicBezTo>
                    <a:pt x="197164" y="74315"/>
                    <a:pt x="199386" y="72041"/>
                    <a:pt x="206626" y="60040"/>
                  </a:cubicBezTo>
                  <a:cubicBezTo>
                    <a:pt x="208911" y="56255"/>
                    <a:pt x="206626" y="49981"/>
                    <a:pt x="203387" y="53118"/>
                  </a:cubicBezTo>
                  <a:lnTo>
                    <a:pt x="188338" y="68796"/>
                  </a:lnTo>
                  <a:cubicBezTo>
                    <a:pt x="184654" y="72581"/>
                    <a:pt x="178558" y="70206"/>
                    <a:pt x="172526" y="70206"/>
                  </a:cubicBezTo>
                  <a:cubicBezTo>
                    <a:pt x="170684" y="70098"/>
                    <a:pt x="168843" y="68473"/>
                    <a:pt x="168398" y="66637"/>
                  </a:cubicBezTo>
                  <a:cubicBezTo>
                    <a:pt x="168715" y="67177"/>
                    <a:pt x="167890" y="62421"/>
                    <a:pt x="164398" y="60795"/>
                  </a:cubicBezTo>
                  <a:cubicBezTo>
                    <a:pt x="165033" y="60903"/>
                    <a:pt x="160588" y="58528"/>
                    <a:pt x="157286" y="60580"/>
                  </a:cubicBezTo>
                  <a:lnTo>
                    <a:pt x="154746" y="62097"/>
                  </a:lnTo>
                  <a:cubicBezTo>
                    <a:pt x="150872" y="64472"/>
                    <a:pt x="150110" y="62745"/>
                    <a:pt x="119884" y="43060"/>
                  </a:cubicBezTo>
                  <a:cubicBezTo>
                    <a:pt x="115884" y="40469"/>
                    <a:pt x="114740" y="38735"/>
                    <a:pt x="80197" y="1105"/>
                  </a:cubicBezTo>
                  <a:cubicBezTo>
                    <a:pt x="76640" y="-2787"/>
                    <a:pt x="72831" y="4566"/>
                    <a:pt x="68259" y="8243"/>
                  </a:cubicBezTo>
                  <a:cubicBezTo>
                    <a:pt x="65020" y="11380"/>
                    <a:pt x="66989" y="13971"/>
                    <a:pt x="73783" y="34735"/>
                  </a:cubicBezTo>
                  <a:cubicBezTo>
                    <a:pt x="75117" y="38843"/>
                    <a:pt x="72958" y="42412"/>
                    <a:pt x="70101" y="49334"/>
                  </a:cubicBezTo>
                  <a:cubicBezTo>
                    <a:pt x="68386" y="53550"/>
                    <a:pt x="69148" y="58205"/>
                    <a:pt x="69592" y="66530"/>
                  </a:cubicBezTo>
                  <a:cubicBezTo>
                    <a:pt x="69910" y="74099"/>
                    <a:pt x="56194" y="75286"/>
                    <a:pt x="57337" y="82531"/>
                  </a:cubicBezTo>
                  <a:lnTo>
                    <a:pt x="59750" y="97238"/>
                  </a:lnTo>
                  <a:cubicBezTo>
                    <a:pt x="60512" y="102001"/>
                    <a:pt x="54670" y="103836"/>
                    <a:pt x="52828" y="105563"/>
                  </a:cubicBezTo>
                  <a:cubicBezTo>
                    <a:pt x="49145" y="107944"/>
                    <a:pt x="47050" y="106109"/>
                    <a:pt x="28571" y="98102"/>
                  </a:cubicBezTo>
                  <a:cubicBezTo>
                    <a:pt x="26857" y="97346"/>
                    <a:pt x="24317" y="97778"/>
                    <a:pt x="23047" y="99080"/>
                  </a:cubicBezTo>
                  <a:lnTo>
                    <a:pt x="21967" y="100051"/>
                  </a:lnTo>
                  <a:cubicBezTo>
                    <a:pt x="16570" y="105023"/>
                    <a:pt x="30603" y="112161"/>
                    <a:pt x="24317" y="116053"/>
                  </a:cubicBezTo>
                  <a:lnTo>
                    <a:pt x="24571" y="116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8C2FEBE0-78DA-0DAD-23DF-2B1E4223FA6F}"/>
                </a:ext>
              </a:extLst>
            </p:cNvPr>
            <p:cNvSpPr/>
            <p:nvPr/>
          </p:nvSpPr>
          <p:spPr>
            <a:xfrm>
              <a:off x="9658599" y="3365133"/>
              <a:ext cx="7973" cy="8057"/>
            </a:xfrm>
            <a:custGeom>
              <a:avLst/>
              <a:gdLst>
                <a:gd name="csX0" fmla="*/ 2172 w 9195"/>
                <a:gd name="csY0" fmla="*/ 8643 h 9292"/>
                <a:gd name="csX1" fmla="*/ 7253 w 9195"/>
                <a:gd name="csY1" fmla="*/ 8097 h 9292"/>
                <a:gd name="csX2" fmla="*/ 8205 w 9195"/>
                <a:gd name="csY2" fmla="*/ 7017 h 9292"/>
                <a:gd name="csX3" fmla="*/ 8459 w 9195"/>
                <a:gd name="csY3" fmla="*/ 1937 h 9292"/>
                <a:gd name="csX4" fmla="*/ 7887 w 9195"/>
                <a:gd name="csY4" fmla="*/ 1175 h 9292"/>
                <a:gd name="csX5" fmla="*/ 839 w 9195"/>
                <a:gd name="csY5" fmla="*/ 3773 h 9292"/>
                <a:gd name="csX6" fmla="*/ 1283 w 9195"/>
                <a:gd name="csY6" fmla="*/ 8097 h 9292"/>
                <a:gd name="csX7" fmla="*/ 2045 w 9195"/>
                <a:gd name="csY7" fmla="*/ 8643 h 9292"/>
                <a:gd name="csX8" fmla="*/ 2172 w 9195"/>
                <a:gd name="csY8" fmla="*/ 8643 h 9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195" h="9292">
                  <a:moveTo>
                    <a:pt x="2172" y="8643"/>
                  </a:moveTo>
                  <a:cubicBezTo>
                    <a:pt x="3696" y="9722"/>
                    <a:pt x="6046" y="9399"/>
                    <a:pt x="7253" y="8097"/>
                  </a:cubicBezTo>
                  <a:lnTo>
                    <a:pt x="8205" y="7017"/>
                  </a:lnTo>
                  <a:cubicBezTo>
                    <a:pt x="9411" y="5722"/>
                    <a:pt x="9538" y="3341"/>
                    <a:pt x="8459" y="1937"/>
                  </a:cubicBezTo>
                  <a:lnTo>
                    <a:pt x="7887" y="1175"/>
                  </a:lnTo>
                  <a:cubicBezTo>
                    <a:pt x="5094" y="-2387"/>
                    <a:pt x="1601" y="3233"/>
                    <a:pt x="839" y="3773"/>
                  </a:cubicBezTo>
                  <a:cubicBezTo>
                    <a:pt x="-431" y="5182"/>
                    <a:pt x="-241" y="7017"/>
                    <a:pt x="1283" y="8097"/>
                  </a:cubicBezTo>
                  <a:lnTo>
                    <a:pt x="2045" y="8643"/>
                  </a:lnTo>
                  <a:lnTo>
                    <a:pt x="2172" y="86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B2127B6D-6A97-87C2-656D-6E271D7E991B}"/>
                </a:ext>
              </a:extLst>
            </p:cNvPr>
            <p:cNvSpPr/>
            <p:nvPr/>
          </p:nvSpPr>
          <p:spPr>
            <a:xfrm>
              <a:off x="9602365" y="3486155"/>
              <a:ext cx="6850" cy="8267"/>
            </a:xfrm>
            <a:custGeom>
              <a:avLst/>
              <a:gdLst>
                <a:gd name="csX0" fmla="*/ 2511 w 7900"/>
                <a:gd name="csY0" fmla="*/ 9325 h 9534"/>
                <a:gd name="csX1" fmla="*/ 7717 w 7900"/>
                <a:gd name="csY1" fmla="*/ 3699 h 9534"/>
                <a:gd name="csX2" fmla="*/ 5431 w 7900"/>
                <a:gd name="csY2" fmla="*/ 238 h 9534"/>
                <a:gd name="csX3" fmla="*/ 3590 w 7900"/>
                <a:gd name="csY3" fmla="*/ 22 h 9534"/>
                <a:gd name="csX4" fmla="*/ 34 w 7900"/>
                <a:gd name="csY4" fmla="*/ 3051 h 9534"/>
                <a:gd name="csX5" fmla="*/ 34 w 7900"/>
                <a:gd name="csY5" fmla="*/ 4892 h 9534"/>
                <a:gd name="csX6" fmla="*/ 2511 w 7900"/>
                <a:gd name="csY6" fmla="*/ 9325 h 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900" h="9534">
                  <a:moveTo>
                    <a:pt x="2511" y="9325"/>
                  </a:moveTo>
                  <a:cubicBezTo>
                    <a:pt x="6320" y="10728"/>
                    <a:pt x="7146" y="4676"/>
                    <a:pt x="7717" y="3699"/>
                  </a:cubicBezTo>
                  <a:cubicBezTo>
                    <a:pt x="8352" y="1971"/>
                    <a:pt x="7273" y="346"/>
                    <a:pt x="5431" y="238"/>
                  </a:cubicBezTo>
                  <a:lnTo>
                    <a:pt x="3590" y="22"/>
                  </a:lnTo>
                  <a:cubicBezTo>
                    <a:pt x="1749" y="-194"/>
                    <a:pt x="224" y="1216"/>
                    <a:pt x="34" y="3051"/>
                  </a:cubicBezTo>
                  <a:lnTo>
                    <a:pt x="34" y="4892"/>
                  </a:lnTo>
                  <a:cubicBezTo>
                    <a:pt x="-220" y="6727"/>
                    <a:pt x="987" y="8677"/>
                    <a:pt x="2511" y="9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6AC1AE20-94FE-A6E3-6497-C87B082F07AB}"/>
                </a:ext>
              </a:extLst>
            </p:cNvPr>
            <p:cNvSpPr/>
            <p:nvPr/>
          </p:nvSpPr>
          <p:spPr>
            <a:xfrm>
              <a:off x="9326954" y="3514021"/>
              <a:ext cx="360980" cy="295599"/>
            </a:xfrm>
            <a:custGeom>
              <a:avLst/>
              <a:gdLst>
                <a:gd name="csX0" fmla="*/ 40224 w 416306"/>
                <a:gd name="csY0" fmla="*/ 287760 h 340905"/>
                <a:gd name="csX1" fmla="*/ 28667 w 416306"/>
                <a:gd name="csY1" fmla="*/ 291328 h 340905"/>
                <a:gd name="csX2" fmla="*/ 16284 w 416306"/>
                <a:gd name="csY2" fmla="*/ 301164 h 340905"/>
                <a:gd name="csX3" fmla="*/ 3458 w 416306"/>
                <a:gd name="csY3" fmla="*/ 302898 h 340905"/>
                <a:gd name="csX4" fmla="*/ 92 w 416306"/>
                <a:gd name="csY4" fmla="*/ 317065 h 340905"/>
                <a:gd name="csX5" fmla="*/ 3458 w 416306"/>
                <a:gd name="csY5" fmla="*/ 320087 h 340905"/>
                <a:gd name="csX6" fmla="*/ 26889 w 416306"/>
                <a:gd name="csY6" fmla="*/ 317820 h 340905"/>
                <a:gd name="csX7" fmla="*/ 43907 w 416306"/>
                <a:gd name="csY7" fmla="*/ 322900 h 340905"/>
                <a:gd name="csX8" fmla="*/ 45875 w 416306"/>
                <a:gd name="csY8" fmla="*/ 321497 h 340905"/>
                <a:gd name="csX9" fmla="*/ 49749 w 416306"/>
                <a:gd name="csY9" fmla="*/ 308086 h 340905"/>
                <a:gd name="csX10" fmla="*/ 56671 w 416306"/>
                <a:gd name="csY10" fmla="*/ 303762 h 340905"/>
                <a:gd name="csX11" fmla="*/ 59846 w 416306"/>
                <a:gd name="csY11" fmla="*/ 306575 h 340905"/>
                <a:gd name="csX12" fmla="*/ 59846 w 416306"/>
                <a:gd name="csY12" fmla="*/ 308302 h 340905"/>
                <a:gd name="csX13" fmla="*/ 62766 w 416306"/>
                <a:gd name="csY13" fmla="*/ 310683 h 340905"/>
                <a:gd name="csX14" fmla="*/ 102898 w 416306"/>
                <a:gd name="csY14" fmla="*/ 299329 h 340905"/>
                <a:gd name="csX15" fmla="*/ 108868 w 416306"/>
                <a:gd name="csY15" fmla="*/ 299329 h 340905"/>
                <a:gd name="csX16" fmla="*/ 127156 w 416306"/>
                <a:gd name="csY16" fmla="*/ 289487 h 340905"/>
                <a:gd name="csX17" fmla="*/ 139919 w 416306"/>
                <a:gd name="csY17" fmla="*/ 287220 h 340905"/>
                <a:gd name="csX18" fmla="*/ 153762 w 416306"/>
                <a:gd name="csY18" fmla="*/ 292840 h 340905"/>
                <a:gd name="csX19" fmla="*/ 161890 w 416306"/>
                <a:gd name="csY19" fmla="*/ 290566 h 340905"/>
                <a:gd name="csX20" fmla="*/ 168938 w 416306"/>
                <a:gd name="csY20" fmla="*/ 292300 h 340905"/>
                <a:gd name="csX21" fmla="*/ 160493 w 416306"/>
                <a:gd name="csY21" fmla="*/ 305381 h 340905"/>
                <a:gd name="csX22" fmla="*/ 157635 w 416306"/>
                <a:gd name="csY22" fmla="*/ 320087 h 340905"/>
                <a:gd name="csX23" fmla="*/ 165445 w 416306"/>
                <a:gd name="csY23" fmla="*/ 328958 h 340905"/>
                <a:gd name="csX24" fmla="*/ 169129 w 416306"/>
                <a:gd name="csY24" fmla="*/ 334686 h 340905"/>
                <a:gd name="csX25" fmla="*/ 180813 w 416306"/>
                <a:gd name="csY25" fmla="*/ 340744 h 340905"/>
                <a:gd name="csX26" fmla="*/ 190592 w 416306"/>
                <a:gd name="csY26" fmla="*/ 327333 h 340905"/>
                <a:gd name="csX27" fmla="*/ 197958 w 416306"/>
                <a:gd name="csY27" fmla="*/ 320525 h 340905"/>
                <a:gd name="csX28" fmla="*/ 198275 w 416306"/>
                <a:gd name="csY28" fmla="*/ 317281 h 340905"/>
                <a:gd name="csX29" fmla="*/ 198593 w 416306"/>
                <a:gd name="csY29" fmla="*/ 314252 h 340905"/>
                <a:gd name="csX30" fmla="*/ 211230 w 416306"/>
                <a:gd name="csY30" fmla="*/ 307762 h 340905"/>
                <a:gd name="csX31" fmla="*/ 218913 w 416306"/>
                <a:gd name="csY31" fmla="*/ 308410 h 340905"/>
                <a:gd name="csX32" fmla="*/ 223485 w 416306"/>
                <a:gd name="csY32" fmla="*/ 303546 h 340905"/>
                <a:gd name="csX33" fmla="*/ 211991 w 416306"/>
                <a:gd name="csY33" fmla="*/ 294681 h 340905"/>
                <a:gd name="csX34" fmla="*/ 213706 w 416306"/>
                <a:gd name="csY34" fmla="*/ 280190 h 340905"/>
                <a:gd name="csX35" fmla="*/ 219802 w 416306"/>
                <a:gd name="csY35" fmla="*/ 276184 h 340905"/>
                <a:gd name="csX36" fmla="*/ 223675 w 416306"/>
                <a:gd name="csY36" fmla="*/ 285486 h 340905"/>
                <a:gd name="csX37" fmla="*/ 238408 w 416306"/>
                <a:gd name="csY37" fmla="*/ 284623 h 340905"/>
                <a:gd name="csX38" fmla="*/ 236757 w 416306"/>
                <a:gd name="csY38" fmla="*/ 289595 h 340905"/>
                <a:gd name="csX39" fmla="*/ 232438 w 416306"/>
                <a:gd name="csY39" fmla="*/ 291544 h 340905"/>
                <a:gd name="csX40" fmla="*/ 230724 w 416306"/>
                <a:gd name="csY40" fmla="*/ 295113 h 340905"/>
                <a:gd name="csX41" fmla="*/ 243741 w 416306"/>
                <a:gd name="csY41" fmla="*/ 292624 h 340905"/>
                <a:gd name="csX42" fmla="*/ 249774 w 416306"/>
                <a:gd name="csY42" fmla="*/ 288299 h 340905"/>
                <a:gd name="csX43" fmla="*/ 253774 w 416306"/>
                <a:gd name="csY43" fmla="*/ 288623 h 340905"/>
                <a:gd name="csX44" fmla="*/ 268824 w 416306"/>
                <a:gd name="csY44" fmla="*/ 293163 h 340905"/>
                <a:gd name="csX45" fmla="*/ 286223 w 416306"/>
                <a:gd name="csY45" fmla="*/ 273161 h 340905"/>
                <a:gd name="csX46" fmla="*/ 297082 w 416306"/>
                <a:gd name="csY46" fmla="*/ 274780 h 340905"/>
                <a:gd name="csX47" fmla="*/ 297526 w 416306"/>
                <a:gd name="csY47" fmla="*/ 277701 h 340905"/>
                <a:gd name="csX48" fmla="*/ 298288 w 416306"/>
                <a:gd name="csY48" fmla="*/ 292084 h 340905"/>
                <a:gd name="csX49" fmla="*/ 305400 w 416306"/>
                <a:gd name="csY49" fmla="*/ 283867 h 340905"/>
                <a:gd name="csX50" fmla="*/ 307876 w 416306"/>
                <a:gd name="csY50" fmla="*/ 271427 h 340905"/>
                <a:gd name="csX51" fmla="*/ 317845 w 416306"/>
                <a:gd name="csY51" fmla="*/ 264722 h 340905"/>
                <a:gd name="csX52" fmla="*/ 323180 w 416306"/>
                <a:gd name="csY52" fmla="*/ 269052 h 340905"/>
                <a:gd name="csX53" fmla="*/ 326736 w 416306"/>
                <a:gd name="csY53" fmla="*/ 269808 h 340905"/>
                <a:gd name="csX54" fmla="*/ 327181 w 416306"/>
                <a:gd name="csY54" fmla="*/ 269376 h 340905"/>
                <a:gd name="csX55" fmla="*/ 327943 w 416306"/>
                <a:gd name="csY55" fmla="*/ 261369 h 340905"/>
                <a:gd name="csX56" fmla="*/ 335944 w 416306"/>
                <a:gd name="csY56" fmla="*/ 251101 h 340905"/>
                <a:gd name="csX57" fmla="*/ 343500 w 416306"/>
                <a:gd name="csY57" fmla="*/ 253368 h 340905"/>
                <a:gd name="csX58" fmla="*/ 337975 w 416306"/>
                <a:gd name="csY58" fmla="*/ 263211 h 340905"/>
                <a:gd name="csX59" fmla="*/ 335182 w 416306"/>
                <a:gd name="csY59" fmla="*/ 279536 h 340905"/>
                <a:gd name="csX60" fmla="*/ 341341 w 416306"/>
                <a:gd name="csY60" fmla="*/ 276730 h 340905"/>
                <a:gd name="csX61" fmla="*/ 353025 w 416306"/>
                <a:gd name="csY61" fmla="*/ 271859 h 340905"/>
                <a:gd name="csX62" fmla="*/ 355501 w 416306"/>
                <a:gd name="csY62" fmla="*/ 262131 h 340905"/>
                <a:gd name="csX63" fmla="*/ 360391 w 416306"/>
                <a:gd name="csY63" fmla="*/ 253152 h 340905"/>
                <a:gd name="csX64" fmla="*/ 369789 w 416306"/>
                <a:gd name="csY64" fmla="*/ 249151 h 340905"/>
                <a:gd name="csX65" fmla="*/ 371440 w 416306"/>
                <a:gd name="csY65" fmla="*/ 245475 h 340905"/>
                <a:gd name="csX66" fmla="*/ 363185 w 416306"/>
                <a:gd name="csY66" fmla="*/ 230660 h 340905"/>
                <a:gd name="csX67" fmla="*/ 368519 w 416306"/>
                <a:gd name="csY67" fmla="*/ 203304 h 340905"/>
                <a:gd name="csX68" fmla="*/ 374361 w 416306"/>
                <a:gd name="csY68" fmla="*/ 197355 h 340905"/>
                <a:gd name="csX69" fmla="*/ 379250 w 416306"/>
                <a:gd name="csY69" fmla="*/ 168049 h 340905"/>
                <a:gd name="csX70" fmla="*/ 375440 w 416306"/>
                <a:gd name="csY70" fmla="*/ 149882 h 340905"/>
                <a:gd name="csX71" fmla="*/ 384965 w 416306"/>
                <a:gd name="csY71" fmla="*/ 135175 h 340905"/>
                <a:gd name="csX72" fmla="*/ 396649 w 416306"/>
                <a:gd name="csY72" fmla="*/ 138636 h 340905"/>
                <a:gd name="csX73" fmla="*/ 397602 w 416306"/>
                <a:gd name="csY73" fmla="*/ 121656 h 340905"/>
                <a:gd name="csX74" fmla="*/ 410429 w 416306"/>
                <a:gd name="csY74" fmla="*/ 103165 h 340905"/>
                <a:gd name="csX75" fmla="*/ 412144 w 416306"/>
                <a:gd name="csY75" fmla="*/ 96244 h 340905"/>
                <a:gd name="csX76" fmla="*/ 416270 w 416306"/>
                <a:gd name="csY76" fmla="*/ 85214 h 340905"/>
                <a:gd name="csX77" fmla="*/ 414747 w 416306"/>
                <a:gd name="csY77" fmla="*/ 72025 h 340905"/>
                <a:gd name="csX78" fmla="*/ 410048 w 416306"/>
                <a:gd name="csY78" fmla="*/ 65859 h 340905"/>
                <a:gd name="csX79" fmla="*/ 408207 w 416306"/>
                <a:gd name="csY79" fmla="*/ 58074 h 340905"/>
                <a:gd name="csX80" fmla="*/ 395697 w 416306"/>
                <a:gd name="csY80" fmla="*/ 39367 h 340905"/>
                <a:gd name="csX81" fmla="*/ 393538 w 416306"/>
                <a:gd name="csY81" fmla="*/ 10169 h 340905"/>
                <a:gd name="csX82" fmla="*/ 378234 w 416306"/>
                <a:gd name="csY82" fmla="*/ 327 h 340905"/>
                <a:gd name="csX83" fmla="*/ 371313 w 416306"/>
                <a:gd name="csY83" fmla="*/ 10601 h 340905"/>
                <a:gd name="csX84" fmla="*/ 382807 w 416306"/>
                <a:gd name="csY84" fmla="*/ 12982 h 340905"/>
                <a:gd name="csX85" fmla="*/ 385410 w 416306"/>
                <a:gd name="csY85" fmla="*/ 22710 h 340905"/>
                <a:gd name="csX86" fmla="*/ 378552 w 416306"/>
                <a:gd name="csY86" fmla="*/ 24660 h 340905"/>
                <a:gd name="csX87" fmla="*/ 370360 w 416306"/>
                <a:gd name="csY87" fmla="*/ 28229 h 340905"/>
                <a:gd name="csX88" fmla="*/ 363439 w 416306"/>
                <a:gd name="csY88" fmla="*/ 16875 h 340905"/>
                <a:gd name="csX89" fmla="*/ 356390 w 416306"/>
                <a:gd name="csY89" fmla="*/ 14062 h 340905"/>
                <a:gd name="csX90" fmla="*/ 348707 w 416306"/>
                <a:gd name="csY90" fmla="*/ 31150 h 340905"/>
                <a:gd name="csX91" fmla="*/ 341468 w 416306"/>
                <a:gd name="csY91" fmla="*/ 32661 h 340905"/>
                <a:gd name="csX92" fmla="*/ 338737 w 416306"/>
                <a:gd name="csY92" fmla="*/ 36662 h 340905"/>
                <a:gd name="csX93" fmla="*/ 341532 w 416306"/>
                <a:gd name="csY93" fmla="*/ 51692 h 340905"/>
                <a:gd name="csX94" fmla="*/ 331308 w 416306"/>
                <a:gd name="csY94" fmla="*/ 69967 h 340905"/>
                <a:gd name="csX95" fmla="*/ 343373 w 416306"/>
                <a:gd name="csY95" fmla="*/ 72564 h 340905"/>
                <a:gd name="csX96" fmla="*/ 344389 w 416306"/>
                <a:gd name="csY96" fmla="*/ 87487 h 340905"/>
                <a:gd name="csX97" fmla="*/ 334737 w 416306"/>
                <a:gd name="csY97" fmla="*/ 113547 h 340905"/>
                <a:gd name="csX98" fmla="*/ 324768 w 416306"/>
                <a:gd name="csY98" fmla="*/ 124685 h 340905"/>
                <a:gd name="csX99" fmla="*/ 317845 w 416306"/>
                <a:gd name="csY99" fmla="*/ 145881 h 340905"/>
                <a:gd name="csX100" fmla="*/ 297399 w 416306"/>
                <a:gd name="csY100" fmla="*/ 161452 h 340905"/>
                <a:gd name="csX101" fmla="*/ 284064 w 416306"/>
                <a:gd name="csY101" fmla="*/ 180914 h 340905"/>
                <a:gd name="csX102" fmla="*/ 248885 w 416306"/>
                <a:gd name="csY102" fmla="*/ 195843 h 340905"/>
                <a:gd name="csX103" fmla="*/ 243932 w 416306"/>
                <a:gd name="csY103" fmla="*/ 203089 h 340905"/>
                <a:gd name="csX104" fmla="*/ 233010 w 416306"/>
                <a:gd name="csY104" fmla="*/ 205571 h 340905"/>
                <a:gd name="csX105" fmla="*/ 229645 w 416306"/>
                <a:gd name="csY105" fmla="*/ 189030 h 340905"/>
                <a:gd name="csX106" fmla="*/ 234597 w 416306"/>
                <a:gd name="csY106" fmla="*/ 183296 h 340905"/>
                <a:gd name="csX107" fmla="*/ 240058 w 416306"/>
                <a:gd name="csY107" fmla="*/ 174647 h 340905"/>
                <a:gd name="csX108" fmla="*/ 237963 w 416306"/>
                <a:gd name="csY108" fmla="*/ 172697 h 340905"/>
                <a:gd name="csX109" fmla="*/ 220564 w 416306"/>
                <a:gd name="csY109" fmla="*/ 179187 h 340905"/>
                <a:gd name="csX110" fmla="*/ 218278 w 416306"/>
                <a:gd name="csY110" fmla="*/ 201571 h 340905"/>
                <a:gd name="csX111" fmla="*/ 192941 w 416306"/>
                <a:gd name="csY111" fmla="*/ 233365 h 340905"/>
                <a:gd name="csX112" fmla="*/ 193703 w 416306"/>
                <a:gd name="csY112" fmla="*/ 246446 h 340905"/>
                <a:gd name="csX113" fmla="*/ 178209 w 416306"/>
                <a:gd name="csY113" fmla="*/ 259318 h 340905"/>
                <a:gd name="csX114" fmla="*/ 162652 w 416306"/>
                <a:gd name="csY114" fmla="*/ 256289 h 340905"/>
                <a:gd name="csX115" fmla="*/ 162081 w 416306"/>
                <a:gd name="csY115" fmla="*/ 252936 h 340905"/>
                <a:gd name="csX116" fmla="*/ 162843 w 416306"/>
                <a:gd name="csY116" fmla="*/ 252289 h 340905"/>
                <a:gd name="csX117" fmla="*/ 162843 w 416306"/>
                <a:gd name="csY117" fmla="*/ 247856 h 340905"/>
                <a:gd name="csX118" fmla="*/ 162398 w 416306"/>
                <a:gd name="csY118" fmla="*/ 247424 h 340905"/>
                <a:gd name="csX119" fmla="*/ 152047 w 416306"/>
                <a:gd name="csY119" fmla="*/ 250447 h 340905"/>
                <a:gd name="csX120" fmla="*/ 83086 w 416306"/>
                <a:gd name="csY120" fmla="*/ 262131 h 340905"/>
                <a:gd name="csX121" fmla="*/ 85817 w 416306"/>
                <a:gd name="csY121" fmla="*/ 258670 h 340905"/>
                <a:gd name="csX122" fmla="*/ 85817 w 416306"/>
                <a:gd name="csY122" fmla="*/ 254124 h 340905"/>
                <a:gd name="csX123" fmla="*/ 70640 w 416306"/>
                <a:gd name="csY123" fmla="*/ 257584 h 340905"/>
                <a:gd name="csX124" fmla="*/ 66640 w 416306"/>
                <a:gd name="csY124" fmla="*/ 261585 h 340905"/>
                <a:gd name="csX125" fmla="*/ 63274 w 416306"/>
                <a:gd name="csY125" fmla="*/ 268290 h 340905"/>
                <a:gd name="csX126" fmla="*/ 40669 w 416306"/>
                <a:gd name="csY126" fmla="*/ 287544 h 340905"/>
                <a:gd name="csX127" fmla="*/ 40224 w 416306"/>
                <a:gd name="csY127" fmla="*/ 287760 h 340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416306" h="340905">
                  <a:moveTo>
                    <a:pt x="40224" y="287760"/>
                  </a:moveTo>
                  <a:cubicBezTo>
                    <a:pt x="36985" y="290458"/>
                    <a:pt x="32985" y="290674"/>
                    <a:pt x="28667" y="291328"/>
                  </a:cubicBezTo>
                  <a:cubicBezTo>
                    <a:pt x="24412" y="291976"/>
                    <a:pt x="22508" y="294789"/>
                    <a:pt x="16284" y="301164"/>
                  </a:cubicBezTo>
                  <a:cubicBezTo>
                    <a:pt x="12728" y="304841"/>
                    <a:pt x="7204" y="302790"/>
                    <a:pt x="3458" y="302898"/>
                  </a:cubicBezTo>
                  <a:cubicBezTo>
                    <a:pt x="-1877" y="302574"/>
                    <a:pt x="727" y="310683"/>
                    <a:pt x="92" y="317065"/>
                  </a:cubicBezTo>
                  <a:cubicBezTo>
                    <a:pt x="92" y="318900"/>
                    <a:pt x="1616" y="320195"/>
                    <a:pt x="3458" y="320087"/>
                  </a:cubicBezTo>
                  <a:lnTo>
                    <a:pt x="26889" y="317820"/>
                  </a:lnTo>
                  <a:cubicBezTo>
                    <a:pt x="34572" y="317065"/>
                    <a:pt x="38383" y="326901"/>
                    <a:pt x="43907" y="322900"/>
                  </a:cubicBezTo>
                  <a:lnTo>
                    <a:pt x="45875" y="321497"/>
                  </a:lnTo>
                  <a:cubicBezTo>
                    <a:pt x="50066" y="318360"/>
                    <a:pt x="48860" y="312410"/>
                    <a:pt x="49749" y="308086"/>
                  </a:cubicBezTo>
                  <a:cubicBezTo>
                    <a:pt x="50194" y="303546"/>
                    <a:pt x="55718" y="304193"/>
                    <a:pt x="56671" y="303762"/>
                  </a:cubicBezTo>
                  <a:cubicBezTo>
                    <a:pt x="58512" y="303438"/>
                    <a:pt x="59909" y="304733"/>
                    <a:pt x="59846" y="306575"/>
                  </a:cubicBezTo>
                  <a:lnTo>
                    <a:pt x="59846" y="308302"/>
                  </a:lnTo>
                  <a:cubicBezTo>
                    <a:pt x="59591" y="310143"/>
                    <a:pt x="60988" y="311223"/>
                    <a:pt x="62766" y="310683"/>
                  </a:cubicBezTo>
                  <a:lnTo>
                    <a:pt x="102898" y="299329"/>
                  </a:lnTo>
                  <a:cubicBezTo>
                    <a:pt x="104740" y="298790"/>
                    <a:pt x="107344" y="298790"/>
                    <a:pt x="108868" y="299329"/>
                  </a:cubicBezTo>
                  <a:cubicBezTo>
                    <a:pt x="112296" y="300517"/>
                    <a:pt x="114392" y="298358"/>
                    <a:pt x="127156" y="289487"/>
                  </a:cubicBezTo>
                  <a:cubicBezTo>
                    <a:pt x="130711" y="286997"/>
                    <a:pt x="135157" y="287328"/>
                    <a:pt x="139919" y="287220"/>
                  </a:cubicBezTo>
                  <a:cubicBezTo>
                    <a:pt x="144491" y="286997"/>
                    <a:pt x="148047" y="289703"/>
                    <a:pt x="153762" y="292840"/>
                  </a:cubicBezTo>
                  <a:cubicBezTo>
                    <a:pt x="157699" y="295005"/>
                    <a:pt x="161255" y="290896"/>
                    <a:pt x="161890" y="290566"/>
                  </a:cubicBezTo>
                  <a:cubicBezTo>
                    <a:pt x="165383" y="287975"/>
                    <a:pt x="168367" y="291976"/>
                    <a:pt x="168938" y="292300"/>
                  </a:cubicBezTo>
                  <a:cubicBezTo>
                    <a:pt x="173066" y="295760"/>
                    <a:pt x="165128" y="299761"/>
                    <a:pt x="160493" y="305381"/>
                  </a:cubicBezTo>
                  <a:cubicBezTo>
                    <a:pt x="157318" y="308518"/>
                    <a:pt x="158016" y="312956"/>
                    <a:pt x="157635" y="320087"/>
                  </a:cubicBezTo>
                  <a:cubicBezTo>
                    <a:pt x="157445" y="325066"/>
                    <a:pt x="165445" y="328958"/>
                    <a:pt x="165445" y="328958"/>
                  </a:cubicBezTo>
                  <a:cubicBezTo>
                    <a:pt x="168367" y="331009"/>
                    <a:pt x="168938" y="334146"/>
                    <a:pt x="169129" y="334686"/>
                  </a:cubicBezTo>
                  <a:cubicBezTo>
                    <a:pt x="170462" y="339664"/>
                    <a:pt x="177130" y="339341"/>
                    <a:pt x="180813" y="340744"/>
                  </a:cubicBezTo>
                  <a:cubicBezTo>
                    <a:pt x="186020" y="342147"/>
                    <a:pt x="186655" y="334146"/>
                    <a:pt x="190592" y="327333"/>
                  </a:cubicBezTo>
                  <a:cubicBezTo>
                    <a:pt x="192433" y="323224"/>
                    <a:pt x="196942" y="321389"/>
                    <a:pt x="197958" y="320525"/>
                  </a:cubicBezTo>
                  <a:cubicBezTo>
                    <a:pt x="199546" y="319548"/>
                    <a:pt x="199546" y="318036"/>
                    <a:pt x="198275" y="317281"/>
                  </a:cubicBezTo>
                  <a:cubicBezTo>
                    <a:pt x="196878" y="316411"/>
                    <a:pt x="196942" y="315115"/>
                    <a:pt x="198593" y="314252"/>
                  </a:cubicBezTo>
                  <a:lnTo>
                    <a:pt x="211230" y="307762"/>
                  </a:lnTo>
                  <a:cubicBezTo>
                    <a:pt x="215039" y="305819"/>
                    <a:pt x="218405" y="308302"/>
                    <a:pt x="218913" y="308410"/>
                  </a:cubicBezTo>
                  <a:cubicBezTo>
                    <a:pt x="222913" y="310359"/>
                    <a:pt x="223168" y="304193"/>
                    <a:pt x="223485" y="303546"/>
                  </a:cubicBezTo>
                  <a:cubicBezTo>
                    <a:pt x="224691" y="298358"/>
                    <a:pt x="217071" y="297704"/>
                    <a:pt x="211991" y="294681"/>
                  </a:cubicBezTo>
                  <a:cubicBezTo>
                    <a:pt x="207102" y="292408"/>
                    <a:pt x="212246" y="286134"/>
                    <a:pt x="213706" y="280190"/>
                  </a:cubicBezTo>
                  <a:cubicBezTo>
                    <a:pt x="215166" y="276292"/>
                    <a:pt x="219167" y="276406"/>
                    <a:pt x="219802" y="276184"/>
                  </a:cubicBezTo>
                  <a:cubicBezTo>
                    <a:pt x="224755" y="275320"/>
                    <a:pt x="223040" y="282673"/>
                    <a:pt x="223675" y="285486"/>
                  </a:cubicBezTo>
                  <a:cubicBezTo>
                    <a:pt x="224120" y="292947"/>
                    <a:pt x="235804" y="277809"/>
                    <a:pt x="238408" y="284623"/>
                  </a:cubicBezTo>
                  <a:cubicBezTo>
                    <a:pt x="238408" y="284083"/>
                    <a:pt x="239932" y="288083"/>
                    <a:pt x="236757" y="289595"/>
                  </a:cubicBezTo>
                  <a:lnTo>
                    <a:pt x="232438" y="291544"/>
                  </a:lnTo>
                  <a:cubicBezTo>
                    <a:pt x="230724" y="292300"/>
                    <a:pt x="229962" y="293919"/>
                    <a:pt x="230724" y="295113"/>
                  </a:cubicBezTo>
                  <a:cubicBezTo>
                    <a:pt x="232756" y="298574"/>
                    <a:pt x="239043" y="294027"/>
                    <a:pt x="243741" y="292624"/>
                  </a:cubicBezTo>
                  <a:cubicBezTo>
                    <a:pt x="247297" y="291220"/>
                    <a:pt x="249266" y="288839"/>
                    <a:pt x="249774" y="288299"/>
                  </a:cubicBezTo>
                  <a:cubicBezTo>
                    <a:pt x="251044" y="286997"/>
                    <a:pt x="252822" y="287106"/>
                    <a:pt x="253774" y="288623"/>
                  </a:cubicBezTo>
                  <a:cubicBezTo>
                    <a:pt x="255807" y="292084"/>
                    <a:pt x="259108" y="291868"/>
                    <a:pt x="268824" y="293163"/>
                  </a:cubicBezTo>
                  <a:cubicBezTo>
                    <a:pt x="273142" y="293703"/>
                    <a:pt x="273777" y="291220"/>
                    <a:pt x="286223" y="273161"/>
                  </a:cubicBezTo>
                  <a:cubicBezTo>
                    <a:pt x="289081" y="269052"/>
                    <a:pt x="294160" y="273916"/>
                    <a:pt x="297082" y="274780"/>
                  </a:cubicBezTo>
                  <a:cubicBezTo>
                    <a:pt x="298669" y="275644"/>
                    <a:pt x="298923" y="276946"/>
                    <a:pt x="297526" y="277701"/>
                  </a:cubicBezTo>
                  <a:cubicBezTo>
                    <a:pt x="292319" y="280730"/>
                    <a:pt x="293398" y="297704"/>
                    <a:pt x="298288" y="292084"/>
                  </a:cubicBezTo>
                  <a:lnTo>
                    <a:pt x="305400" y="283867"/>
                  </a:lnTo>
                  <a:cubicBezTo>
                    <a:pt x="308003" y="280838"/>
                    <a:pt x="307686" y="277377"/>
                    <a:pt x="307876" y="271427"/>
                  </a:cubicBezTo>
                  <a:cubicBezTo>
                    <a:pt x="308003" y="266455"/>
                    <a:pt x="314608" y="266347"/>
                    <a:pt x="317845" y="264722"/>
                  </a:cubicBezTo>
                  <a:cubicBezTo>
                    <a:pt x="321973" y="263318"/>
                    <a:pt x="322735" y="268398"/>
                    <a:pt x="323180" y="269052"/>
                  </a:cubicBezTo>
                  <a:cubicBezTo>
                    <a:pt x="323815" y="270780"/>
                    <a:pt x="325402" y="271103"/>
                    <a:pt x="326736" y="269808"/>
                  </a:cubicBezTo>
                  <a:lnTo>
                    <a:pt x="327181" y="269376"/>
                  </a:lnTo>
                  <a:cubicBezTo>
                    <a:pt x="330165" y="266347"/>
                    <a:pt x="327943" y="262023"/>
                    <a:pt x="327943" y="261369"/>
                  </a:cubicBezTo>
                  <a:cubicBezTo>
                    <a:pt x="326546" y="256397"/>
                    <a:pt x="333022" y="254016"/>
                    <a:pt x="335944" y="251101"/>
                  </a:cubicBezTo>
                  <a:cubicBezTo>
                    <a:pt x="339372" y="248288"/>
                    <a:pt x="342674" y="252936"/>
                    <a:pt x="343500" y="253368"/>
                  </a:cubicBezTo>
                  <a:cubicBezTo>
                    <a:pt x="347310" y="256721"/>
                    <a:pt x="340261" y="260397"/>
                    <a:pt x="337975" y="263211"/>
                  </a:cubicBezTo>
                  <a:cubicBezTo>
                    <a:pt x="335055" y="266024"/>
                    <a:pt x="335499" y="268722"/>
                    <a:pt x="335182" y="279536"/>
                  </a:cubicBezTo>
                  <a:cubicBezTo>
                    <a:pt x="335182" y="284407"/>
                    <a:pt x="339944" y="277809"/>
                    <a:pt x="341341" y="276730"/>
                  </a:cubicBezTo>
                  <a:cubicBezTo>
                    <a:pt x="344389" y="273701"/>
                    <a:pt x="348707" y="273053"/>
                    <a:pt x="353025" y="271859"/>
                  </a:cubicBezTo>
                  <a:cubicBezTo>
                    <a:pt x="357787" y="270672"/>
                    <a:pt x="355311" y="264398"/>
                    <a:pt x="355501" y="262131"/>
                  </a:cubicBezTo>
                  <a:cubicBezTo>
                    <a:pt x="355121" y="257476"/>
                    <a:pt x="359438" y="254562"/>
                    <a:pt x="360391" y="253152"/>
                  </a:cubicBezTo>
                  <a:cubicBezTo>
                    <a:pt x="363502" y="249799"/>
                    <a:pt x="368519" y="249583"/>
                    <a:pt x="369789" y="249151"/>
                  </a:cubicBezTo>
                  <a:cubicBezTo>
                    <a:pt x="371631" y="248720"/>
                    <a:pt x="372393" y="247100"/>
                    <a:pt x="371440" y="245475"/>
                  </a:cubicBezTo>
                  <a:lnTo>
                    <a:pt x="363185" y="230660"/>
                  </a:lnTo>
                  <a:cubicBezTo>
                    <a:pt x="361026" y="226768"/>
                    <a:pt x="362423" y="224710"/>
                    <a:pt x="368519" y="203304"/>
                  </a:cubicBezTo>
                  <a:cubicBezTo>
                    <a:pt x="369598" y="199190"/>
                    <a:pt x="373472" y="198002"/>
                    <a:pt x="374361" y="197355"/>
                  </a:cubicBezTo>
                  <a:cubicBezTo>
                    <a:pt x="377917" y="195297"/>
                    <a:pt x="377472" y="194110"/>
                    <a:pt x="379250" y="168049"/>
                  </a:cubicBezTo>
                  <a:cubicBezTo>
                    <a:pt x="379568" y="163293"/>
                    <a:pt x="377472" y="157559"/>
                    <a:pt x="375440" y="149882"/>
                  </a:cubicBezTo>
                  <a:cubicBezTo>
                    <a:pt x="374361" y="145774"/>
                    <a:pt x="377155" y="143824"/>
                    <a:pt x="384965" y="135175"/>
                  </a:cubicBezTo>
                  <a:cubicBezTo>
                    <a:pt x="388458" y="131283"/>
                    <a:pt x="393094" y="137010"/>
                    <a:pt x="396649" y="138636"/>
                  </a:cubicBezTo>
                  <a:cubicBezTo>
                    <a:pt x="400459" y="141017"/>
                    <a:pt x="399062" y="136147"/>
                    <a:pt x="397602" y="121656"/>
                  </a:cubicBezTo>
                  <a:cubicBezTo>
                    <a:pt x="397220" y="117440"/>
                    <a:pt x="399253" y="116144"/>
                    <a:pt x="410429" y="103165"/>
                  </a:cubicBezTo>
                  <a:cubicBezTo>
                    <a:pt x="412969" y="100136"/>
                    <a:pt x="412144" y="96790"/>
                    <a:pt x="412144" y="96244"/>
                  </a:cubicBezTo>
                  <a:cubicBezTo>
                    <a:pt x="411699" y="91056"/>
                    <a:pt x="416779" y="90300"/>
                    <a:pt x="416270" y="85214"/>
                  </a:cubicBezTo>
                  <a:lnTo>
                    <a:pt x="414747" y="72025"/>
                  </a:lnTo>
                  <a:cubicBezTo>
                    <a:pt x="414302" y="67808"/>
                    <a:pt x="410746" y="66399"/>
                    <a:pt x="410048" y="65859"/>
                  </a:cubicBezTo>
                  <a:cubicBezTo>
                    <a:pt x="406365" y="63370"/>
                    <a:pt x="408207" y="58937"/>
                    <a:pt x="408207" y="58074"/>
                  </a:cubicBezTo>
                  <a:cubicBezTo>
                    <a:pt x="408905" y="53749"/>
                    <a:pt x="406619" y="52232"/>
                    <a:pt x="395697" y="39367"/>
                  </a:cubicBezTo>
                  <a:cubicBezTo>
                    <a:pt x="392776" y="35906"/>
                    <a:pt x="393538" y="33525"/>
                    <a:pt x="393538" y="10169"/>
                  </a:cubicBezTo>
                  <a:cubicBezTo>
                    <a:pt x="393538" y="5953"/>
                    <a:pt x="390363" y="5521"/>
                    <a:pt x="378234" y="327"/>
                  </a:cubicBezTo>
                  <a:cubicBezTo>
                    <a:pt x="373472" y="-1724"/>
                    <a:pt x="373282" y="6385"/>
                    <a:pt x="371313" y="10601"/>
                  </a:cubicBezTo>
                  <a:cubicBezTo>
                    <a:pt x="369598" y="15681"/>
                    <a:pt x="378234" y="12766"/>
                    <a:pt x="382807" y="12982"/>
                  </a:cubicBezTo>
                  <a:cubicBezTo>
                    <a:pt x="387759" y="12659"/>
                    <a:pt x="385156" y="19790"/>
                    <a:pt x="385410" y="22710"/>
                  </a:cubicBezTo>
                  <a:cubicBezTo>
                    <a:pt x="385093" y="27143"/>
                    <a:pt x="379314" y="24660"/>
                    <a:pt x="378552" y="24660"/>
                  </a:cubicBezTo>
                  <a:cubicBezTo>
                    <a:pt x="374171" y="23796"/>
                    <a:pt x="371122" y="27797"/>
                    <a:pt x="370360" y="28229"/>
                  </a:cubicBezTo>
                  <a:cubicBezTo>
                    <a:pt x="366360" y="31689"/>
                    <a:pt x="365788" y="22387"/>
                    <a:pt x="363439" y="16875"/>
                  </a:cubicBezTo>
                  <a:cubicBezTo>
                    <a:pt x="362106" y="12766"/>
                    <a:pt x="356898" y="14062"/>
                    <a:pt x="356390" y="14062"/>
                  </a:cubicBezTo>
                  <a:cubicBezTo>
                    <a:pt x="348897" y="14494"/>
                    <a:pt x="356200" y="29524"/>
                    <a:pt x="348707" y="31150"/>
                  </a:cubicBezTo>
                  <a:lnTo>
                    <a:pt x="341468" y="32661"/>
                  </a:lnTo>
                  <a:cubicBezTo>
                    <a:pt x="339626" y="33093"/>
                    <a:pt x="338420" y="34826"/>
                    <a:pt x="338737" y="36662"/>
                  </a:cubicBezTo>
                  <a:lnTo>
                    <a:pt x="341532" y="51692"/>
                  </a:lnTo>
                  <a:cubicBezTo>
                    <a:pt x="342865" y="59045"/>
                    <a:pt x="330101" y="62614"/>
                    <a:pt x="331308" y="69967"/>
                  </a:cubicBezTo>
                  <a:cubicBezTo>
                    <a:pt x="332260" y="76565"/>
                    <a:pt x="342865" y="65751"/>
                    <a:pt x="343373" y="72564"/>
                  </a:cubicBezTo>
                  <a:lnTo>
                    <a:pt x="344389" y="87487"/>
                  </a:lnTo>
                  <a:cubicBezTo>
                    <a:pt x="344707" y="92243"/>
                    <a:pt x="342294" y="96244"/>
                    <a:pt x="334737" y="113547"/>
                  </a:cubicBezTo>
                  <a:cubicBezTo>
                    <a:pt x="333022" y="117656"/>
                    <a:pt x="329466" y="120253"/>
                    <a:pt x="324768" y="124685"/>
                  </a:cubicBezTo>
                  <a:cubicBezTo>
                    <a:pt x="321211" y="127930"/>
                    <a:pt x="320767" y="133334"/>
                    <a:pt x="317845" y="145881"/>
                  </a:cubicBezTo>
                  <a:cubicBezTo>
                    <a:pt x="316322" y="152371"/>
                    <a:pt x="301717" y="155070"/>
                    <a:pt x="297399" y="161452"/>
                  </a:cubicBezTo>
                  <a:lnTo>
                    <a:pt x="284064" y="180914"/>
                  </a:lnTo>
                  <a:cubicBezTo>
                    <a:pt x="281460" y="184591"/>
                    <a:pt x="280381" y="184375"/>
                    <a:pt x="248885" y="195843"/>
                  </a:cubicBezTo>
                  <a:cubicBezTo>
                    <a:pt x="244694" y="197355"/>
                    <a:pt x="244376" y="202327"/>
                    <a:pt x="243932" y="203089"/>
                  </a:cubicBezTo>
                  <a:cubicBezTo>
                    <a:pt x="242535" y="207845"/>
                    <a:pt x="236248" y="205356"/>
                    <a:pt x="233010" y="205571"/>
                  </a:cubicBezTo>
                  <a:cubicBezTo>
                    <a:pt x="227485" y="205140"/>
                    <a:pt x="230407" y="196923"/>
                    <a:pt x="229645" y="189030"/>
                  </a:cubicBezTo>
                  <a:cubicBezTo>
                    <a:pt x="229645" y="184705"/>
                    <a:pt x="233962" y="183727"/>
                    <a:pt x="234597" y="183296"/>
                  </a:cubicBezTo>
                  <a:cubicBezTo>
                    <a:pt x="238725" y="181245"/>
                    <a:pt x="239360" y="175942"/>
                    <a:pt x="240058" y="174647"/>
                  </a:cubicBezTo>
                  <a:cubicBezTo>
                    <a:pt x="240566" y="172914"/>
                    <a:pt x="239741" y="172050"/>
                    <a:pt x="237963" y="172697"/>
                  </a:cubicBezTo>
                  <a:lnTo>
                    <a:pt x="220564" y="179187"/>
                  </a:lnTo>
                  <a:cubicBezTo>
                    <a:pt x="216245" y="180806"/>
                    <a:pt x="217643" y="184375"/>
                    <a:pt x="218278" y="201571"/>
                  </a:cubicBezTo>
                  <a:cubicBezTo>
                    <a:pt x="218469" y="206003"/>
                    <a:pt x="217389" y="206003"/>
                    <a:pt x="192941" y="233365"/>
                  </a:cubicBezTo>
                  <a:cubicBezTo>
                    <a:pt x="189576" y="237150"/>
                    <a:pt x="193069" y="242554"/>
                    <a:pt x="193703" y="246446"/>
                  </a:cubicBezTo>
                  <a:cubicBezTo>
                    <a:pt x="194910" y="250669"/>
                    <a:pt x="191354" y="251641"/>
                    <a:pt x="178209" y="259318"/>
                  </a:cubicBezTo>
                  <a:cubicBezTo>
                    <a:pt x="174526" y="261477"/>
                    <a:pt x="171859" y="259750"/>
                    <a:pt x="162652" y="256289"/>
                  </a:cubicBezTo>
                  <a:cubicBezTo>
                    <a:pt x="160937" y="255641"/>
                    <a:pt x="160683" y="254124"/>
                    <a:pt x="162081" y="252936"/>
                  </a:cubicBezTo>
                  <a:lnTo>
                    <a:pt x="162843" y="252289"/>
                  </a:lnTo>
                  <a:cubicBezTo>
                    <a:pt x="164239" y="251101"/>
                    <a:pt x="164366" y="249151"/>
                    <a:pt x="162843" y="247856"/>
                  </a:cubicBezTo>
                  <a:lnTo>
                    <a:pt x="162398" y="247424"/>
                  </a:lnTo>
                  <a:cubicBezTo>
                    <a:pt x="158778" y="244072"/>
                    <a:pt x="154714" y="249151"/>
                    <a:pt x="152047" y="250447"/>
                  </a:cubicBezTo>
                  <a:cubicBezTo>
                    <a:pt x="148491" y="252828"/>
                    <a:pt x="150206" y="252289"/>
                    <a:pt x="83086" y="262131"/>
                  </a:cubicBezTo>
                  <a:cubicBezTo>
                    <a:pt x="78578" y="262779"/>
                    <a:pt x="85119" y="259210"/>
                    <a:pt x="85817" y="258670"/>
                  </a:cubicBezTo>
                  <a:cubicBezTo>
                    <a:pt x="89500" y="256289"/>
                    <a:pt x="90135" y="253152"/>
                    <a:pt x="85817" y="254124"/>
                  </a:cubicBezTo>
                  <a:lnTo>
                    <a:pt x="70640" y="257584"/>
                  </a:lnTo>
                  <a:cubicBezTo>
                    <a:pt x="68799" y="258022"/>
                    <a:pt x="67084" y="259858"/>
                    <a:pt x="66640" y="261585"/>
                  </a:cubicBezTo>
                  <a:cubicBezTo>
                    <a:pt x="66831" y="260937"/>
                    <a:pt x="66069" y="265916"/>
                    <a:pt x="63274" y="268290"/>
                  </a:cubicBezTo>
                  <a:lnTo>
                    <a:pt x="40669" y="287544"/>
                  </a:lnTo>
                  <a:lnTo>
                    <a:pt x="40224" y="2877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8C808E29-2FDD-9B9D-2928-2C9FD00DA3D1}"/>
                </a:ext>
              </a:extLst>
            </p:cNvPr>
            <p:cNvSpPr/>
            <p:nvPr/>
          </p:nvSpPr>
          <p:spPr>
            <a:xfrm>
              <a:off x="9374249" y="3779059"/>
              <a:ext cx="73864" cy="54783"/>
            </a:xfrm>
            <a:custGeom>
              <a:avLst/>
              <a:gdLst>
                <a:gd name="csX0" fmla="*/ 83978 w 85185"/>
                <a:gd name="csY0" fmla="*/ 11838 h 63179"/>
                <a:gd name="csX1" fmla="*/ 61118 w 85185"/>
                <a:gd name="csY1" fmla="*/ 376 h 63179"/>
                <a:gd name="csX2" fmla="*/ 50958 w 85185"/>
                <a:gd name="csY2" fmla="*/ 4592 h 63179"/>
                <a:gd name="csX3" fmla="*/ 46387 w 85185"/>
                <a:gd name="csY3" fmla="*/ 11838 h 63179"/>
                <a:gd name="csX4" fmla="*/ 31019 w 85185"/>
                <a:gd name="csY4" fmla="*/ 17350 h 63179"/>
                <a:gd name="csX5" fmla="*/ 24225 w 85185"/>
                <a:gd name="csY5" fmla="*/ 13241 h 63179"/>
                <a:gd name="csX6" fmla="*/ 17494 w 85185"/>
                <a:gd name="csY6" fmla="*/ 12162 h 63179"/>
                <a:gd name="csX7" fmla="*/ 11207 w 85185"/>
                <a:gd name="csY7" fmla="*/ 24271 h 63179"/>
                <a:gd name="csX8" fmla="*/ 3016 w 85185"/>
                <a:gd name="csY8" fmla="*/ 30545 h 63179"/>
                <a:gd name="csX9" fmla="*/ 3333 w 85185"/>
                <a:gd name="csY9" fmla="*/ 43302 h 63179"/>
                <a:gd name="csX10" fmla="*/ 3905 w 85185"/>
                <a:gd name="csY10" fmla="*/ 43518 h 63179"/>
                <a:gd name="csX11" fmla="*/ 8540 w 85185"/>
                <a:gd name="csY11" fmla="*/ 55742 h 63179"/>
                <a:gd name="csX12" fmla="*/ 9747 w 85185"/>
                <a:gd name="csY12" fmla="*/ 56173 h 63179"/>
                <a:gd name="csX13" fmla="*/ 12096 w 85185"/>
                <a:gd name="csY13" fmla="*/ 60390 h 63179"/>
                <a:gd name="csX14" fmla="*/ 18383 w 85185"/>
                <a:gd name="csY14" fmla="*/ 62987 h 63179"/>
                <a:gd name="csX15" fmla="*/ 31274 w 85185"/>
                <a:gd name="csY15" fmla="*/ 43194 h 63179"/>
                <a:gd name="csX16" fmla="*/ 47085 w 85185"/>
                <a:gd name="csY16" fmla="*/ 32488 h 63179"/>
                <a:gd name="csX17" fmla="*/ 64802 w 85185"/>
                <a:gd name="csY17" fmla="*/ 42978 h 63179"/>
                <a:gd name="csX18" fmla="*/ 70453 w 85185"/>
                <a:gd name="csY18" fmla="*/ 34545 h 63179"/>
                <a:gd name="csX19" fmla="*/ 83090 w 85185"/>
                <a:gd name="csY19" fmla="*/ 23191 h 63179"/>
                <a:gd name="csX20" fmla="*/ 83978 w 85185"/>
                <a:gd name="csY20" fmla="*/ 11730 h 63179"/>
                <a:gd name="csX21" fmla="*/ 83978 w 85185"/>
                <a:gd name="csY21" fmla="*/ 11838 h 63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5185" h="63179">
                  <a:moveTo>
                    <a:pt x="83978" y="11838"/>
                  </a:moveTo>
                  <a:cubicBezTo>
                    <a:pt x="83090" y="7513"/>
                    <a:pt x="79978" y="7405"/>
                    <a:pt x="61118" y="376"/>
                  </a:cubicBezTo>
                  <a:cubicBezTo>
                    <a:pt x="56610" y="-1358"/>
                    <a:pt x="53117" y="3399"/>
                    <a:pt x="50958" y="4592"/>
                  </a:cubicBezTo>
                  <a:cubicBezTo>
                    <a:pt x="47593" y="7190"/>
                    <a:pt x="46831" y="10974"/>
                    <a:pt x="46387" y="11838"/>
                  </a:cubicBezTo>
                  <a:cubicBezTo>
                    <a:pt x="44545" y="16810"/>
                    <a:pt x="37242" y="15730"/>
                    <a:pt x="31019" y="17350"/>
                  </a:cubicBezTo>
                  <a:cubicBezTo>
                    <a:pt x="26828" y="18004"/>
                    <a:pt x="24860" y="13781"/>
                    <a:pt x="24225" y="13241"/>
                  </a:cubicBezTo>
                  <a:cubicBezTo>
                    <a:pt x="21749" y="9888"/>
                    <a:pt x="18065" y="12162"/>
                    <a:pt x="17494" y="12162"/>
                  </a:cubicBezTo>
                  <a:cubicBezTo>
                    <a:pt x="12541" y="13889"/>
                    <a:pt x="12858" y="20163"/>
                    <a:pt x="11207" y="24271"/>
                  </a:cubicBezTo>
                  <a:cubicBezTo>
                    <a:pt x="9938" y="28919"/>
                    <a:pt x="4857" y="29465"/>
                    <a:pt x="3016" y="30545"/>
                  </a:cubicBezTo>
                  <a:cubicBezTo>
                    <a:pt x="-1302" y="32380"/>
                    <a:pt x="-794" y="41035"/>
                    <a:pt x="3333" y="43302"/>
                  </a:cubicBezTo>
                  <a:lnTo>
                    <a:pt x="3905" y="43518"/>
                  </a:lnTo>
                  <a:cubicBezTo>
                    <a:pt x="9493" y="46547"/>
                    <a:pt x="2571" y="53360"/>
                    <a:pt x="8540" y="55742"/>
                  </a:cubicBezTo>
                  <a:lnTo>
                    <a:pt x="9747" y="56173"/>
                  </a:lnTo>
                  <a:cubicBezTo>
                    <a:pt x="11462" y="56821"/>
                    <a:pt x="12541" y="58771"/>
                    <a:pt x="12096" y="60390"/>
                  </a:cubicBezTo>
                  <a:cubicBezTo>
                    <a:pt x="11144" y="64390"/>
                    <a:pt x="17430" y="62879"/>
                    <a:pt x="18383" y="62987"/>
                  </a:cubicBezTo>
                  <a:cubicBezTo>
                    <a:pt x="22701" y="62771"/>
                    <a:pt x="23145" y="60066"/>
                    <a:pt x="31274" y="43194"/>
                  </a:cubicBezTo>
                  <a:cubicBezTo>
                    <a:pt x="33178" y="39086"/>
                    <a:pt x="37941" y="37358"/>
                    <a:pt x="47085" y="32488"/>
                  </a:cubicBezTo>
                  <a:cubicBezTo>
                    <a:pt x="50831" y="30437"/>
                    <a:pt x="52927" y="33250"/>
                    <a:pt x="64802" y="42978"/>
                  </a:cubicBezTo>
                  <a:cubicBezTo>
                    <a:pt x="68739" y="46223"/>
                    <a:pt x="69056" y="37682"/>
                    <a:pt x="70453" y="34545"/>
                  </a:cubicBezTo>
                  <a:cubicBezTo>
                    <a:pt x="71532" y="30545"/>
                    <a:pt x="74580" y="29142"/>
                    <a:pt x="83090" y="23191"/>
                  </a:cubicBezTo>
                  <a:cubicBezTo>
                    <a:pt x="87090" y="20378"/>
                    <a:pt x="84169" y="14975"/>
                    <a:pt x="83978" y="11730"/>
                  </a:cubicBezTo>
                  <a:lnTo>
                    <a:pt x="83978" y="118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7BCAD793-126A-1035-3D67-89A873B4A88C}"/>
                </a:ext>
              </a:extLst>
            </p:cNvPr>
            <p:cNvSpPr/>
            <p:nvPr/>
          </p:nvSpPr>
          <p:spPr>
            <a:xfrm>
              <a:off x="9448617" y="3772123"/>
              <a:ext cx="9659" cy="11088"/>
            </a:xfrm>
            <a:custGeom>
              <a:avLst/>
              <a:gdLst>
                <a:gd name="csX0" fmla="*/ 7737 w 11139"/>
                <a:gd name="csY0" fmla="*/ 12375 h 12788"/>
                <a:gd name="csX1" fmla="*/ 10848 w 11139"/>
                <a:gd name="csY1" fmla="*/ 3936 h 12788"/>
                <a:gd name="csX2" fmla="*/ 6086 w 11139"/>
                <a:gd name="csY2" fmla="*/ 1021 h 12788"/>
                <a:gd name="csX3" fmla="*/ 1134 w 11139"/>
                <a:gd name="csY3" fmla="*/ 10209 h 12788"/>
                <a:gd name="csX4" fmla="*/ 7737 w 11139"/>
                <a:gd name="csY4" fmla="*/ 12267 h 12788"/>
                <a:gd name="csX5" fmla="*/ 7737 w 11139"/>
                <a:gd name="csY5" fmla="*/ 12375 h 12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9" h="12788">
                  <a:moveTo>
                    <a:pt x="7737" y="12375"/>
                  </a:moveTo>
                  <a:cubicBezTo>
                    <a:pt x="11484" y="10317"/>
                    <a:pt x="7801" y="7828"/>
                    <a:pt x="10848" y="3936"/>
                  </a:cubicBezTo>
                  <a:cubicBezTo>
                    <a:pt x="12055" y="2532"/>
                    <a:pt x="9325" y="-2008"/>
                    <a:pt x="6086" y="1021"/>
                  </a:cubicBezTo>
                  <a:cubicBezTo>
                    <a:pt x="4181" y="3504"/>
                    <a:pt x="-2676" y="6856"/>
                    <a:pt x="1134" y="10209"/>
                  </a:cubicBezTo>
                  <a:cubicBezTo>
                    <a:pt x="1641" y="10533"/>
                    <a:pt x="4372" y="14102"/>
                    <a:pt x="7737" y="12267"/>
                  </a:cubicBezTo>
                  <a:lnTo>
                    <a:pt x="7737" y="12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AD67E8E7-F84F-63D7-8555-BBCE4EDC3CE3}"/>
                </a:ext>
              </a:extLst>
            </p:cNvPr>
            <p:cNvSpPr/>
            <p:nvPr/>
          </p:nvSpPr>
          <p:spPr>
            <a:xfrm>
              <a:off x="9401026" y="3707170"/>
              <a:ext cx="7525" cy="7493"/>
            </a:xfrm>
            <a:custGeom>
              <a:avLst/>
              <a:gdLst>
                <a:gd name="csX0" fmla="*/ 7314 w 8678"/>
                <a:gd name="csY0" fmla="*/ 7152 h 8642"/>
                <a:gd name="csX1" fmla="*/ 8140 w 8678"/>
                <a:gd name="csY1" fmla="*/ 5851 h 8642"/>
                <a:gd name="csX2" fmla="*/ 6997 w 8678"/>
                <a:gd name="csY2" fmla="*/ 1419 h 8642"/>
                <a:gd name="csX3" fmla="*/ 457 w 8678"/>
                <a:gd name="csY3" fmla="*/ 1419 h 8642"/>
                <a:gd name="csX4" fmla="*/ 1219 w 8678"/>
                <a:gd name="csY4" fmla="*/ 6073 h 8642"/>
                <a:gd name="csX5" fmla="*/ 7314 w 8678"/>
                <a:gd name="csY5" fmla="*/ 7260 h 8642"/>
                <a:gd name="csX6" fmla="*/ 7314 w 8678"/>
                <a:gd name="csY6" fmla="*/ 7152 h 8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78" h="8642">
                  <a:moveTo>
                    <a:pt x="7314" y="7152"/>
                  </a:moveTo>
                  <a:lnTo>
                    <a:pt x="8140" y="5851"/>
                  </a:lnTo>
                  <a:cubicBezTo>
                    <a:pt x="9156" y="4339"/>
                    <a:pt x="8711" y="2396"/>
                    <a:pt x="6997" y="1419"/>
                  </a:cubicBezTo>
                  <a:cubicBezTo>
                    <a:pt x="6298" y="1311"/>
                    <a:pt x="2615" y="-1718"/>
                    <a:pt x="457" y="1419"/>
                  </a:cubicBezTo>
                  <a:cubicBezTo>
                    <a:pt x="-369" y="2720"/>
                    <a:pt x="-52" y="4879"/>
                    <a:pt x="1219" y="6073"/>
                  </a:cubicBezTo>
                  <a:cubicBezTo>
                    <a:pt x="1917" y="6397"/>
                    <a:pt x="4901" y="10829"/>
                    <a:pt x="7314" y="7260"/>
                  </a:cubicBezTo>
                  <a:lnTo>
                    <a:pt x="7314" y="7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2E4FEEA2-5905-CBD7-740F-725C1422C345}"/>
                </a:ext>
              </a:extLst>
            </p:cNvPr>
            <p:cNvSpPr/>
            <p:nvPr/>
          </p:nvSpPr>
          <p:spPr>
            <a:xfrm>
              <a:off x="9392912" y="3715425"/>
              <a:ext cx="6234" cy="6449"/>
            </a:xfrm>
            <a:custGeom>
              <a:avLst/>
              <a:gdLst>
                <a:gd name="csX0" fmla="*/ 5051 w 7189"/>
                <a:gd name="csY0" fmla="*/ 6820 h 7437"/>
                <a:gd name="csX1" fmla="*/ 5940 w 7189"/>
                <a:gd name="csY1" fmla="*/ 6064 h 7437"/>
                <a:gd name="csX2" fmla="*/ 1749 w 7189"/>
                <a:gd name="csY2" fmla="*/ 768 h 7437"/>
                <a:gd name="csX3" fmla="*/ 1368 w 7189"/>
                <a:gd name="csY3" fmla="*/ 984 h 7437"/>
                <a:gd name="csX4" fmla="*/ 542 w 7189"/>
                <a:gd name="csY4" fmla="*/ 5848 h 7437"/>
                <a:gd name="csX5" fmla="*/ 733 w 7189"/>
                <a:gd name="csY5" fmla="*/ 6064 h 7437"/>
                <a:gd name="csX6" fmla="*/ 5051 w 7189"/>
                <a:gd name="csY6" fmla="*/ 6712 h 7437"/>
                <a:gd name="csX7" fmla="*/ 5051 w 7189"/>
                <a:gd name="csY7" fmla="*/ 6820 h 7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89" h="7437">
                  <a:moveTo>
                    <a:pt x="5051" y="6820"/>
                  </a:moveTo>
                  <a:lnTo>
                    <a:pt x="5940" y="6064"/>
                  </a:lnTo>
                  <a:cubicBezTo>
                    <a:pt x="9305" y="3143"/>
                    <a:pt x="5179" y="-1937"/>
                    <a:pt x="1749" y="768"/>
                  </a:cubicBezTo>
                  <a:lnTo>
                    <a:pt x="1368" y="984"/>
                  </a:lnTo>
                  <a:cubicBezTo>
                    <a:pt x="-92" y="2172"/>
                    <a:pt x="-410" y="4337"/>
                    <a:pt x="542" y="5848"/>
                  </a:cubicBezTo>
                  <a:lnTo>
                    <a:pt x="733" y="6064"/>
                  </a:lnTo>
                  <a:cubicBezTo>
                    <a:pt x="1749" y="7582"/>
                    <a:pt x="3654" y="7906"/>
                    <a:pt x="5051" y="6712"/>
                  </a:cubicBezTo>
                  <a:lnTo>
                    <a:pt x="5051" y="68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E2F678EF-B06E-72F3-80B4-CA6772DF44F4}"/>
                </a:ext>
              </a:extLst>
            </p:cNvPr>
            <p:cNvSpPr/>
            <p:nvPr/>
          </p:nvSpPr>
          <p:spPr>
            <a:xfrm>
              <a:off x="9564979" y="3633921"/>
              <a:ext cx="10788" cy="18972"/>
            </a:xfrm>
            <a:custGeom>
              <a:avLst/>
              <a:gdLst>
                <a:gd name="csX0" fmla="*/ 7970 w 12441"/>
                <a:gd name="csY0" fmla="*/ 1115 h 21880"/>
                <a:gd name="csX1" fmla="*/ 795 w 12441"/>
                <a:gd name="csY1" fmla="*/ 10094 h 21880"/>
                <a:gd name="csX2" fmla="*/ 922 w 12441"/>
                <a:gd name="csY2" fmla="*/ 13663 h 21880"/>
                <a:gd name="csX3" fmla="*/ 2128 w 12441"/>
                <a:gd name="csY3" fmla="*/ 17771 h 21880"/>
                <a:gd name="csX4" fmla="*/ 3081 w 12441"/>
                <a:gd name="csY4" fmla="*/ 21232 h 21880"/>
                <a:gd name="csX5" fmla="*/ 8796 w 12441"/>
                <a:gd name="csY5" fmla="*/ 17015 h 21880"/>
                <a:gd name="csX6" fmla="*/ 10256 w 12441"/>
                <a:gd name="csY6" fmla="*/ 9554 h 21880"/>
                <a:gd name="csX7" fmla="*/ 8097 w 12441"/>
                <a:gd name="csY7" fmla="*/ 6633 h 21880"/>
                <a:gd name="csX8" fmla="*/ 7843 w 12441"/>
                <a:gd name="csY8" fmla="*/ 1007 h 21880"/>
                <a:gd name="csX9" fmla="*/ 7970 w 12441"/>
                <a:gd name="csY9" fmla="*/ 1115 h 21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41" h="21880">
                  <a:moveTo>
                    <a:pt x="7970" y="1115"/>
                  </a:moveTo>
                  <a:lnTo>
                    <a:pt x="795" y="10094"/>
                  </a:lnTo>
                  <a:cubicBezTo>
                    <a:pt x="-285" y="11497"/>
                    <a:pt x="-285" y="13116"/>
                    <a:pt x="922" y="13663"/>
                  </a:cubicBezTo>
                  <a:cubicBezTo>
                    <a:pt x="2191" y="14202"/>
                    <a:pt x="2763" y="16037"/>
                    <a:pt x="2128" y="17771"/>
                  </a:cubicBezTo>
                  <a:cubicBezTo>
                    <a:pt x="2128" y="18311"/>
                    <a:pt x="-348" y="23715"/>
                    <a:pt x="3081" y="21232"/>
                  </a:cubicBezTo>
                  <a:lnTo>
                    <a:pt x="8796" y="17015"/>
                  </a:lnTo>
                  <a:cubicBezTo>
                    <a:pt x="12161" y="14634"/>
                    <a:pt x="14257" y="9008"/>
                    <a:pt x="10256" y="9554"/>
                  </a:cubicBezTo>
                  <a:cubicBezTo>
                    <a:pt x="8732" y="9770"/>
                    <a:pt x="7716" y="8468"/>
                    <a:pt x="8097" y="6633"/>
                  </a:cubicBezTo>
                  <a:cubicBezTo>
                    <a:pt x="8288" y="5223"/>
                    <a:pt x="10765" y="-2778"/>
                    <a:pt x="7843" y="1007"/>
                  </a:cubicBezTo>
                  <a:lnTo>
                    <a:pt x="7970" y="1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5446BAF8-A523-7314-A346-C9219B9DBEB3}"/>
                </a:ext>
              </a:extLst>
            </p:cNvPr>
            <p:cNvSpPr/>
            <p:nvPr/>
          </p:nvSpPr>
          <p:spPr>
            <a:xfrm>
              <a:off x="9600026" y="3762326"/>
              <a:ext cx="6191" cy="5434"/>
            </a:xfrm>
            <a:custGeom>
              <a:avLst/>
              <a:gdLst>
                <a:gd name="csX0" fmla="*/ 7048 w 7140"/>
                <a:gd name="csY0" fmla="*/ 3125 h 6267"/>
                <a:gd name="csX1" fmla="*/ 0 w 7140"/>
                <a:gd name="csY1" fmla="*/ 3125 h 6267"/>
                <a:gd name="csX2" fmla="*/ 3366 w 7140"/>
                <a:gd name="csY2" fmla="*/ 6262 h 6267"/>
                <a:gd name="csX3" fmla="*/ 4445 w 7140"/>
                <a:gd name="csY3" fmla="*/ 6262 h 6267"/>
                <a:gd name="csX4" fmla="*/ 7048 w 7140"/>
                <a:gd name="csY4" fmla="*/ 3125 h 6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0" h="6267">
                  <a:moveTo>
                    <a:pt x="7048" y="3125"/>
                  </a:moveTo>
                  <a:cubicBezTo>
                    <a:pt x="6096" y="-767"/>
                    <a:pt x="0" y="-1307"/>
                    <a:pt x="0" y="3125"/>
                  </a:cubicBezTo>
                  <a:cubicBezTo>
                    <a:pt x="0" y="4967"/>
                    <a:pt x="1524" y="6370"/>
                    <a:pt x="3366" y="6262"/>
                  </a:cubicBezTo>
                  <a:lnTo>
                    <a:pt x="4445" y="6262"/>
                  </a:lnTo>
                  <a:cubicBezTo>
                    <a:pt x="6286" y="6154"/>
                    <a:pt x="7493" y="4751"/>
                    <a:pt x="7048" y="31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D3957E75-2D85-D6B8-4050-F67549F6B095}"/>
                </a:ext>
              </a:extLst>
            </p:cNvPr>
            <p:cNvSpPr/>
            <p:nvPr/>
          </p:nvSpPr>
          <p:spPr>
            <a:xfrm>
              <a:off x="9603673" y="3784720"/>
              <a:ext cx="6350" cy="5125"/>
            </a:xfrm>
            <a:custGeom>
              <a:avLst/>
              <a:gdLst>
                <a:gd name="csX0" fmla="*/ 2842 w 7323"/>
                <a:gd name="csY0" fmla="*/ 5848 h 5910"/>
                <a:gd name="csX1" fmla="*/ 3604 w 7323"/>
                <a:gd name="csY1" fmla="*/ 5848 h 5910"/>
                <a:gd name="csX2" fmla="*/ 4240 w 7323"/>
                <a:gd name="csY2" fmla="*/ 6 h 5910"/>
                <a:gd name="csX3" fmla="*/ 3922 w 7323"/>
                <a:gd name="csY3" fmla="*/ 6 h 5910"/>
                <a:gd name="csX4" fmla="*/ 2842 w 7323"/>
                <a:gd name="csY4" fmla="*/ 5848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23" h="5910">
                  <a:moveTo>
                    <a:pt x="2842" y="5848"/>
                  </a:moveTo>
                  <a:lnTo>
                    <a:pt x="3604" y="5848"/>
                  </a:lnTo>
                  <a:cubicBezTo>
                    <a:pt x="8050" y="6604"/>
                    <a:pt x="8812" y="222"/>
                    <a:pt x="4240" y="6"/>
                  </a:cubicBezTo>
                  <a:lnTo>
                    <a:pt x="3922" y="6"/>
                  </a:lnTo>
                  <a:cubicBezTo>
                    <a:pt x="-523" y="-210"/>
                    <a:pt x="-1602" y="5201"/>
                    <a:pt x="2842" y="58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6337FD94-4CE2-2F94-A1DA-547043981E71}"/>
                </a:ext>
              </a:extLst>
            </p:cNvPr>
            <p:cNvSpPr/>
            <p:nvPr/>
          </p:nvSpPr>
          <p:spPr>
            <a:xfrm>
              <a:off x="9278515" y="3794437"/>
              <a:ext cx="84389" cy="102211"/>
            </a:xfrm>
            <a:custGeom>
              <a:avLst/>
              <a:gdLst>
                <a:gd name="csX0" fmla="*/ 710 w 97323"/>
                <a:gd name="csY0" fmla="*/ 23407 h 117877"/>
                <a:gd name="csX1" fmla="*/ 329 w 97323"/>
                <a:gd name="csY1" fmla="*/ 24378 h 117877"/>
                <a:gd name="csX2" fmla="*/ 19125 w 97323"/>
                <a:gd name="csY2" fmla="*/ 37243 h 117877"/>
                <a:gd name="csX3" fmla="*/ 18490 w 97323"/>
                <a:gd name="csY3" fmla="*/ 43193 h 117877"/>
                <a:gd name="csX4" fmla="*/ 14490 w 97323"/>
                <a:gd name="csY4" fmla="*/ 40920 h 117877"/>
                <a:gd name="csX5" fmla="*/ 13855 w 97323"/>
                <a:gd name="csY5" fmla="*/ 39517 h 117877"/>
                <a:gd name="csX6" fmla="*/ 8647 w 97323"/>
                <a:gd name="csY6" fmla="*/ 37466 h 117877"/>
                <a:gd name="csX7" fmla="*/ 7314 w 97323"/>
                <a:gd name="csY7" fmla="*/ 40920 h 117877"/>
                <a:gd name="csX8" fmla="*/ 18681 w 97323"/>
                <a:gd name="csY8" fmla="*/ 50763 h 117877"/>
                <a:gd name="csX9" fmla="*/ 27253 w 97323"/>
                <a:gd name="csY9" fmla="*/ 49467 h 117877"/>
                <a:gd name="csX10" fmla="*/ 31571 w 97323"/>
                <a:gd name="csY10" fmla="*/ 51410 h 117877"/>
                <a:gd name="csX11" fmla="*/ 32587 w 97323"/>
                <a:gd name="csY11" fmla="*/ 51086 h 117877"/>
                <a:gd name="csX12" fmla="*/ 30174 w 97323"/>
                <a:gd name="csY12" fmla="*/ 31192 h 117877"/>
                <a:gd name="csX13" fmla="*/ 34492 w 97323"/>
                <a:gd name="csY13" fmla="*/ 31947 h 117877"/>
                <a:gd name="csX14" fmla="*/ 44334 w 97323"/>
                <a:gd name="csY14" fmla="*/ 48712 h 117877"/>
                <a:gd name="csX15" fmla="*/ 43509 w 97323"/>
                <a:gd name="csY15" fmla="*/ 57360 h 117877"/>
                <a:gd name="csX16" fmla="*/ 31571 w 97323"/>
                <a:gd name="csY16" fmla="*/ 74448 h 117877"/>
                <a:gd name="csX17" fmla="*/ 28523 w 97323"/>
                <a:gd name="csY17" fmla="*/ 77579 h 117877"/>
                <a:gd name="csX18" fmla="*/ 28333 w 97323"/>
                <a:gd name="csY18" fmla="*/ 83421 h 117877"/>
                <a:gd name="csX19" fmla="*/ 31254 w 97323"/>
                <a:gd name="csY19" fmla="*/ 98775 h 117877"/>
                <a:gd name="csX20" fmla="*/ 30047 w 97323"/>
                <a:gd name="csY20" fmla="*/ 99645 h 117877"/>
                <a:gd name="csX21" fmla="*/ 28650 w 97323"/>
                <a:gd name="csY21" fmla="*/ 105588 h 117877"/>
                <a:gd name="csX22" fmla="*/ 32968 w 97323"/>
                <a:gd name="csY22" fmla="*/ 109049 h 117877"/>
                <a:gd name="csX23" fmla="*/ 42430 w 97323"/>
                <a:gd name="csY23" fmla="*/ 107322 h 117877"/>
                <a:gd name="csX24" fmla="*/ 39699 w 97323"/>
                <a:gd name="csY24" fmla="*/ 97804 h 117877"/>
                <a:gd name="csX25" fmla="*/ 46494 w 97323"/>
                <a:gd name="csY25" fmla="*/ 88831 h 117877"/>
                <a:gd name="csX26" fmla="*/ 51256 w 97323"/>
                <a:gd name="csY26" fmla="*/ 94127 h 117877"/>
                <a:gd name="csX27" fmla="*/ 50431 w 97323"/>
                <a:gd name="csY27" fmla="*/ 95422 h 117877"/>
                <a:gd name="csX28" fmla="*/ 49796 w 97323"/>
                <a:gd name="csY28" fmla="*/ 106776 h 117877"/>
                <a:gd name="csX29" fmla="*/ 51193 w 97323"/>
                <a:gd name="csY29" fmla="*/ 117158 h 117877"/>
                <a:gd name="csX30" fmla="*/ 60781 w 97323"/>
                <a:gd name="csY30" fmla="*/ 105049 h 117877"/>
                <a:gd name="csX31" fmla="*/ 60273 w 97323"/>
                <a:gd name="csY31" fmla="*/ 104401 h 117877"/>
                <a:gd name="csX32" fmla="*/ 60718 w 97323"/>
                <a:gd name="csY32" fmla="*/ 100077 h 117877"/>
                <a:gd name="csX33" fmla="*/ 61035 w 97323"/>
                <a:gd name="csY33" fmla="*/ 99861 h 117877"/>
                <a:gd name="csX34" fmla="*/ 66750 w 97323"/>
                <a:gd name="csY34" fmla="*/ 99531 h 117877"/>
                <a:gd name="csX35" fmla="*/ 72846 w 97323"/>
                <a:gd name="csY35" fmla="*/ 99099 h 117877"/>
                <a:gd name="csX36" fmla="*/ 75513 w 97323"/>
                <a:gd name="csY36" fmla="*/ 83205 h 117877"/>
                <a:gd name="csX37" fmla="*/ 87007 w 97323"/>
                <a:gd name="csY37" fmla="*/ 51842 h 117877"/>
                <a:gd name="csX38" fmla="*/ 96722 w 97323"/>
                <a:gd name="csY38" fmla="*/ 39085 h 117877"/>
                <a:gd name="csX39" fmla="*/ 95643 w 97323"/>
                <a:gd name="csY39" fmla="*/ 35300 h 117877"/>
                <a:gd name="csX40" fmla="*/ 92404 w 97323"/>
                <a:gd name="csY40" fmla="*/ 34221 h 117877"/>
                <a:gd name="csX41" fmla="*/ 90880 w 97323"/>
                <a:gd name="csY41" fmla="*/ 30112 h 117877"/>
                <a:gd name="csX42" fmla="*/ 89166 w 97323"/>
                <a:gd name="csY42" fmla="*/ 27299 h 117877"/>
                <a:gd name="csX43" fmla="*/ 81799 w 97323"/>
                <a:gd name="csY43" fmla="*/ 27731 h 117877"/>
                <a:gd name="csX44" fmla="*/ 78371 w 97323"/>
                <a:gd name="csY44" fmla="*/ 21025 h 117877"/>
                <a:gd name="csX45" fmla="*/ 84974 w 97323"/>
                <a:gd name="csY45" fmla="*/ 13133 h 117877"/>
                <a:gd name="csX46" fmla="*/ 76910 w 97323"/>
                <a:gd name="csY46" fmla="*/ 10104 h 117877"/>
                <a:gd name="csX47" fmla="*/ 70306 w 97323"/>
                <a:gd name="csY47" fmla="*/ 13133 h 117877"/>
                <a:gd name="csX48" fmla="*/ 60400 w 97323"/>
                <a:gd name="csY48" fmla="*/ 8700 h 117877"/>
                <a:gd name="csX49" fmla="*/ 52907 w 97323"/>
                <a:gd name="csY49" fmla="*/ 45 h 117877"/>
                <a:gd name="csX50" fmla="*/ 39826 w 97323"/>
                <a:gd name="csY50" fmla="*/ 5024 h 117877"/>
                <a:gd name="csX51" fmla="*/ 35508 w 97323"/>
                <a:gd name="csY51" fmla="*/ 11945 h 117877"/>
                <a:gd name="csX52" fmla="*/ 27824 w 97323"/>
                <a:gd name="csY52" fmla="*/ 9024 h 117877"/>
                <a:gd name="csX53" fmla="*/ 24142 w 97323"/>
                <a:gd name="csY53" fmla="*/ 17349 h 117877"/>
                <a:gd name="csX54" fmla="*/ 20141 w 97323"/>
                <a:gd name="csY54" fmla="*/ 16161 h 117877"/>
                <a:gd name="csX55" fmla="*/ 20141 w 97323"/>
                <a:gd name="csY55" fmla="*/ 15946 h 117877"/>
                <a:gd name="csX56" fmla="*/ 13918 w 97323"/>
                <a:gd name="csY56" fmla="*/ 19946 h 117877"/>
                <a:gd name="csX57" fmla="*/ 13918 w 97323"/>
                <a:gd name="csY57" fmla="*/ 20486 h 117877"/>
                <a:gd name="csX58" fmla="*/ 11569 w 97323"/>
                <a:gd name="csY58" fmla="*/ 22759 h 117877"/>
                <a:gd name="csX59" fmla="*/ 964 w 97323"/>
                <a:gd name="csY59" fmla="*/ 22867 h 117877"/>
                <a:gd name="csX60" fmla="*/ 710 w 97323"/>
                <a:gd name="csY60" fmla="*/ 23407 h 11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97323" h="117877">
                  <a:moveTo>
                    <a:pt x="710" y="23407"/>
                  </a:moveTo>
                  <a:lnTo>
                    <a:pt x="329" y="24378"/>
                  </a:lnTo>
                  <a:cubicBezTo>
                    <a:pt x="-2719" y="31192"/>
                    <a:pt x="16331" y="29566"/>
                    <a:pt x="19125" y="37243"/>
                  </a:cubicBezTo>
                  <a:cubicBezTo>
                    <a:pt x="19125" y="37790"/>
                    <a:pt x="21601" y="42222"/>
                    <a:pt x="18490" y="43193"/>
                  </a:cubicBezTo>
                  <a:cubicBezTo>
                    <a:pt x="17220" y="43625"/>
                    <a:pt x="15379" y="42546"/>
                    <a:pt x="14490" y="40920"/>
                  </a:cubicBezTo>
                  <a:lnTo>
                    <a:pt x="13855" y="39517"/>
                  </a:lnTo>
                  <a:cubicBezTo>
                    <a:pt x="12204" y="36380"/>
                    <a:pt x="8012" y="37358"/>
                    <a:pt x="8647" y="37466"/>
                  </a:cubicBezTo>
                  <a:cubicBezTo>
                    <a:pt x="6806" y="37897"/>
                    <a:pt x="6234" y="39517"/>
                    <a:pt x="7314" y="40920"/>
                  </a:cubicBezTo>
                  <a:cubicBezTo>
                    <a:pt x="11696" y="45791"/>
                    <a:pt x="14045" y="53468"/>
                    <a:pt x="18681" y="50763"/>
                  </a:cubicBezTo>
                  <a:cubicBezTo>
                    <a:pt x="20522" y="50115"/>
                    <a:pt x="25729" y="45251"/>
                    <a:pt x="27253" y="49467"/>
                  </a:cubicBezTo>
                  <a:cubicBezTo>
                    <a:pt x="27888" y="51086"/>
                    <a:pt x="29857" y="51950"/>
                    <a:pt x="31571" y="51410"/>
                  </a:cubicBezTo>
                  <a:lnTo>
                    <a:pt x="32587" y="51086"/>
                  </a:lnTo>
                  <a:cubicBezTo>
                    <a:pt x="39890" y="48927"/>
                    <a:pt x="24522" y="35840"/>
                    <a:pt x="30174" y="31192"/>
                  </a:cubicBezTo>
                  <a:cubicBezTo>
                    <a:pt x="31508" y="30112"/>
                    <a:pt x="33285" y="30436"/>
                    <a:pt x="34492" y="31947"/>
                  </a:cubicBezTo>
                  <a:cubicBezTo>
                    <a:pt x="39826" y="39625"/>
                    <a:pt x="43826" y="44057"/>
                    <a:pt x="44334" y="48712"/>
                  </a:cubicBezTo>
                  <a:cubicBezTo>
                    <a:pt x="44334" y="49359"/>
                    <a:pt x="45414" y="53468"/>
                    <a:pt x="43509" y="57360"/>
                  </a:cubicBezTo>
                  <a:cubicBezTo>
                    <a:pt x="36334" y="71203"/>
                    <a:pt x="35571" y="74664"/>
                    <a:pt x="31571" y="74448"/>
                  </a:cubicBezTo>
                  <a:cubicBezTo>
                    <a:pt x="29984" y="74340"/>
                    <a:pt x="28523" y="75744"/>
                    <a:pt x="28523" y="77579"/>
                  </a:cubicBezTo>
                  <a:lnTo>
                    <a:pt x="28333" y="83421"/>
                  </a:lnTo>
                  <a:cubicBezTo>
                    <a:pt x="28142" y="90990"/>
                    <a:pt x="35889" y="94991"/>
                    <a:pt x="31254" y="98775"/>
                  </a:cubicBezTo>
                  <a:lnTo>
                    <a:pt x="30047" y="99645"/>
                  </a:lnTo>
                  <a:cubicBezTo>
                    <a:pt x="27253" y="101912"/>
                    <a:pt x="28650" y="106128"/>
                    <a:pt x="28650" y="105588"/>
                  </a:cubicBezTo>
                  <a:cubicBezTo>
                    <a:pt x="29221" y="107322"/>
                    <a:pt x="31126" y="108941"/>
                    <a:pt x="32968" y="109049"/>
                  </a:cubicBezTo>
                  <a:cubicBezTo>
                    <a:pt x="36334" y="109049"/>
                    <a:pt x="45096" y="111754"/>
                    <a:pt x="42430" y="107322"/>
                  </a:cubicBezTo>
                  <a:cubicBezTo>
                    <a:pt x="41731" y="105912"/>
                    <a:pt x="38048" y="102128"/>
                    <a:pt x="39699" y="97804"/>
                  </a:cubicBezTo>
                  <a:cubicBezTo>
                    <a:pt x="41350" y="94667"/>
                    <a:pt x="41731" y="87097"/>
                    <a:pt x="46494" y="88831"/>
                  </a:cubicBezTo>
                  <a:cubicBezTo>
                    <a:pt x="47509" y="89478"/>
                    <a:pt x="53669" y="90234"/>
                    <a:pt x="51256" y="94127"/>
                  </a:cubicBezTo>
                  <a:lnTo>
                    <a:pt x="50431" y="95422"/>
                  </a:lnTo>
                  <a:cubicBezTo>
                    <a:pt x="47954" y="99423"/>
                    <a:pt x="50304" y="101372"/>
                    <a:pt x="49796" y="106776"/>
                  </a:cubicBezTo>
                  <a:cubicBezTo>
                    <a:pt x="49796" y="110675"/>
                    <a:pt x="47065" y="120619"/>
                    <a:pt x="51193" y="117158"/>
                  </a:cubicBezTo>
                  <a:cubicBezTo>
                    <a:pt x="56272" y="112078"/>
                    <a:pt x="64464" y="108941"/>
                    <a:pt x="60781" y="105049"/>
                  </a:cubicBezTo>
                  <a:lnTo>
                    <a:pt x="60273" y="104401"/>
                  </a:lnTo>
                  <a:cubicBezTo>
                    <a:pt x="58940" y="103099"/>
                    <a:pt x="59194" y="101048"/>
                    <a:pt x="60718" y="100077"/>
                  </a:cubicBezTo>
                  <a:lnTo>
                    <a:pt x="61035" y="99861"/>
                  </a:lnTo>
                  <a:cubicBezTo>
                    <a:pt x="62559" y="98775"/>
                    <a:pt x="65162" y="98667"/>
                    <a:pt x="66750" y="99531"/>
                  </a:cubicBezTo>
                  <a:cubicBezTo>
                    <a:pt x="67385" y="99753"/>
                    <a:pt x="72147" y="103430"/>
                    <a:pt x="72846" y="99099"/>
                  </a:cubicBezTo>
                  <a:lnTo>
                    <a:pt x="75513" y="83205"/>
                  </a:lnTo>
                  <a:cubicBezTo>
                    <a:pt x="76084" y="79852"/>
                    <a:pt x="83133" y="56928"/>
                    <a:pt x="87007" y="51842"/>
                  </a:cubicBezTo>
                  <a:lnTo>
                    <a:pt x="96722" y="39085"/>
                  </a:lnTo>
                  <a:cubicBezTo>
                    <a:pt x="97802" y="37574"/>
                    <a:pt x="97421" y="35948"/>
                    <a:pt x="95643" y="35300"/>
                  </a:cubicBezTo>
                  <a:lnTo>
                    <a:pt x="92404" y="34221"/>
                  </a:lnTo>
                  <a:cubicBezTo>
                    <a:pt x="89293" y="33135"/>
                    <a:pt x="91007" y="29566"/>
                    <a:pt x="90880" y="30112"/>
                  </a:cubicBezTo>
                  <a:cubicBezTo>
                    <a:pt x="91769" y="28487"/>
                    <a:pt x="90880" y="27299"/>
                    <a:pt x="89166" y="27299"/>
                  </a:cubicBezTo>
                  <a:lnTo>
                    <a:pt x="81799" y="27731"/>
                  </a:lnTo>
                  <a:cubicBezTo>
                    <a:pt x="77355" y="27947"/>
                    <a:pt x="74560" y="23299"/>
                    <a:pt x="78371" y="21025"/>
                  </a:cubicBezTo>
                  <a:cubicBezTo>
                    <a:pt x="80720" y="18968"/>
                    <a:pt x="88594" y="16593"/>
                    <a:pt x="84974" y="13133"/>
                  </a:cubicBezTo>
                  <a:cubicBezTo>
                    <a:pt x="83514" y="12269"/>
                    <a:pt x="80212" y="6751"/>
                    <a:pt x="76910" y="10104"/>
                  </a:cubicBezTo>
                  <a:cubicBezTo>
                    <a:pt x="76402" y="10535"/>
                    <a:pt x="74307" y="13672"/>
                    <a:pt x="70306" y="13133"/>
                  </a:cubicBezTo>
                  <a:cubicBezTo>
                    <a:pt x="68147" y="12485"/>
                    <a:pt x="62432" y="13133"/>
                    <a:pt x="60400" y="8700"/>
                  </a:cubicBezTo>
                  <a:cubicBezTo>
                    <a:pt x="58559" y="5887"/>
                    <a:pt x="57860" y="-602"/>
                    <a:pt x="52907" y="45"/>
                  </a:cubicBezTo>
                  <a:cubicBezTo>
                    <a:pt x="48145" y="1239"/>
                    <a:pt x="41096" y="45"/>
                    <a:pt x="39826" y="5024"/>
                  </a:cubicBezTo>
                  <a:cubicBezTo>
                    <a:pt x="39572" y="5671"/>
                    <a:pt x="39064" y="10643"/>
                    <a:pt x="35508" y="11945"/>
                  </a:cubicBezTo>
                  <a:cubicBezTo>
                    <a:pt x="31381" y="13456"/>
                    <a:pt x="32016" y="7830"/>
                    <a:pt x="27824" y="9024"/>
                  </a:cubicBezTo>
                  <a:cubicBezTo>
                    <a:pt x="23887" y="10104"/>
                    <a:pt x="27571" y="14860"/>
                    <a:pt x="24142" y="17349"/>
                  </a:cubicBezTo>
                  <a:cubicBezTo>
                    <a:pt x="22808" y="18320"/>
                    <a:pt x="20967" y="17781"/>
                    <a:pt x="20141" y="16161"/>
                  </a:cubicBezTo>
                  <a:lnTo>
                    <a:pt x="20141" y="15946"/>
                  </a:lnTo>
                  <a:cubicBezTo>
                    <a:pt x="17919" y="12053"/>
                    <a:pt x="13093" y="15730"/>
                    <a:pt x="13918" y="19946"/>
                  </a:cubicBezTo>
                  <a:lnTo>
                    <a:pt x="13918" y="20486"/>
                  </a:lnTo>
                  <a:cubicBezTo>
                    <a:pt x="14490" y="22213"/>
                    <a:pt x="13283" y="23299"/>
                    <a:pt x="11569" y="22759"/>
                  </a:cubicBezTo>
                  <a:cubicBezTo>
                    <a:pt x="8774" y="22321"/>
                    <a:pt x="2996" y="18428"/>
                    <a:pt x="964" y="22867"/>
                  </a:cubicBezTo>
                  <a:lnTo>
                    <a:pt x="710" y="23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BD0F85DD-7C13-ADE2-CD8B-05253EB1D751}"/>
                </a:ext>
              </a:extLst>
            </p:cNvPr>
            <p:cNvSpPr/>
            <p:nvPr/>
          </p:nvSpPr>
          <p:spPr>
            <a:xfrm>
              <a:off x="9285111" y="3796316"/>
              <a:ext cx="5843" cy="5673"/>
            </a:xfrm>
            <a:custGeom>
              <a:avLst/>
              <a:gdLst>
                <a:gd name="csX0" fmla="*/ 6121 w 6739"/>
                <a:gd name="csY0" fmla="*/ 1124 h 6543"/>
                <a:gd name="csX1" fmla="*/ 1994 w 6739"/>
                <a:gd name="csY1" fmla="*/ 908 h 6543"/>
                <a:gd name="csX2" fmla="*/ 1041 w 6739"/>
                <a:gd name="csY2" fmla="*/ 1771 h 6543"/>
                <a:gd name="csX3" fmla="*/ 915 w 6739"/>
                <a:gd name="csY3" fmla="*/ 5886 h 6543"/>
                <a:gd name="csX4" fmla="*/ 6121 w 6739"/>
                <a:gd name="csY4" fmla="*/ 1124 h 6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39" h="6543">
                  <a:moveTo>
                    <a:pt x="6121" y="1124"/>
                  </a:moveTo>
                  <a:cubicBezTo>
                    <a:pt x="5169" y="-280"/>
                    <a:pt x="3328" y="-388"/>
                    <a:pt x="1994" y="908"/>
                  </a:cubicBezTo>
                  <a:lnTo>
                    <a:pt x="1041" y="1771"/>
                  </a:lnTo>
                  <a:cubicBezTo>
                    <a:pt x="-292" y="3073"/>
                    <a:pt x="-356" y="4908"/>
                    <a:pt x="915" y="5886"/>
                  </a:cubicBezTo>
                  <a:cubicBezTo>
                    <a:pt x="3835" y="8045"/>
                    <a:pt x="8407" y="4476"/>
                    <a:pt x="6121" y="11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CB67647F-697D-0BB2-80FA-58C3972B127E}"/>
                </a:ext>
              </a:extLst>
            </p:cNvPr>
            <p:cNvSpPr/>
            <p:nvPr/>
          </p:nvSpPr>
          <p:spPr>
            <a:xfrm>
              <a:off x="9306603" y="3842804"/>
              <a:ext cx="3769" cy="5667"/>
            </a:xfrm>
            <a:custGeom>
              <a:avLst/>
              <a:gdLst>
                <a:gd name="csX0" fmla="*/ 2861 w 4347"/>
                <a:gd name="csY0" fmla="*/ 285 h 6535"/>
                <a:gd name="csX1" fmla="*/ 702 w 4347"/>
                <a:gd name="csY1" fmla="*/ 6121 h 6535"/>
                <a:gd name="csX2" fmla="*/ 2861 w 4347"/>
                <a:gd name="csY2" fmla="*/ 285 h 6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47" h="6535">
                  <a:moveTo>
                    <a:pt x="2861" y="285"/>
                  </a:moveTo>
                  <a:cubicBezTo>
                    <a:pt x="-378" y="-1448"/>
                    <a:pt x="-505" y="5257"/>
                    <a:pt x="702" y="6121"/>
                  </a:cubicBezTo>
                  <a:cubicBezTo>
                    <a:pt x="3432" y="8178"/>
                    <a:pt x="6099" y="2012"/>
                    <a:pt x="2861" y="2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9A607A0C-C3E2-057A-F461-F88ACDAE2FC4}"/>
                </a:ext>
              </a:extLst>
            </p:cNvPr>
            <p:cNvSpPr/>
            <p:nvPr/>
          </p:nvSpPr>
          <p:spPr>
            <a:xfrm>
              <a:off x="9296893" y="3846322"/>
              <a:ext cx="5013" cy="11535"/>
            </a:xfrm>
            <a:custGeom>
              <a:avLst/>
              <a:gdLst>
                <a:gd name="csX0" fmla="*/ 3138 w 5781"/>
                <a:gd name="csY0" fmla="*/ 660 h 13303"/>
                <a:gd name="csX1" fmla="*/ 2376 w 5781"/>
                <a:gd name="csY1" fmla="*/ 1200 h 13303"/>
                <a:gd name="csX2" fmla="*/ 344 w 5781"/>
                <a:gd name="csY2" fmla="*/ 11582 h 13303"/>
                <a:gd name="csX3" fmla="*/ 2948 w 5781"/>
                <a:gd name="csY3" fmla="*/ 12554 h 13303"/>
                <a:gd name="csX4" fmla="*/ 3328 w 5781"/>
                <a:gd name="csY4" fmla="*/ 12122 h 13303"/>
                <a:gd name="csX5" fmla="*/ 5741 w 5781"/>
                <a:gd name="csY5" fmla="*/ 1848 h 13303"/>
                <a:gd name="csX6" fmla="*/ 3138 w 5781"/>
                <a:gd name="csY6" fmla="*/ 552 h 13303"/>
                <a:gd name="csX7" fmla="*/ 3138 w 5781"/>
                <a:gd name="csY7" fmla="*/ 660 h 13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81" h="13303">
                  <a:moveTo>
                    <a:pt x="3138" y="660"/>
                  </a:moveTo>
                  <a:lnTo>
                    <a:pt x="2376" y="1200"/>
                  </a:lnTo>
                  <a:cubicBezTo>
                    <a:pt x="-1307" y="4229"/>
                    <a:pt x="408" y="9525"/>
                    <a:pt x="344" y="11582"/>
                  </a:cubicBezTo>
                  <a:cubicBezTo>
                    <a:pt x="408" y="13417"/>
                    <a:pt x="1614" y="13856"/>
                    <a:pt x="2948" y="12554"/>
                  </a:cubicBezTo>
                  <a:lnTo>
                    <a:pt x="3328" y="12122"/>
                  </a:lnTo>
                  <a:cubicBezTo>
                    <a:pt x="6694" y="8769"/>
                    <a:pt x="5551" y="3581"/>
                    <a:pt x="5741" y="1848"/>
                  </a:cubicBezTo>
                  <a:cubicBezTo>
                    <a:pt x="5741" y="13"/>
                    <a:pt x="4535" y="-527"/>
                    <a:pt x="3138" y="552"/>
                  </a:cubicBezTo>
                  <a:lnTo>
                    <a:pt x="3138" y="6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7D310197-D5B6-4AC0-313E-B27C70A5B6E3}"/>
                </a:ext>
              </a:extLst>
            </p:cNvPr>
            <p:cNvSpPr/>
            <p:nvPr/>
          </p:nvSpPr>
          <p:spPr>
            <a:xfrm>
              <a:off x="9434061" y="3771006"/>
              <a:ext cx="6813" cy="5010"/>
            </a:xfrm>
            <a:custGeom>
              <a:avLst/>
              <a:gdLst>
                <a:gd name="csX0" fmla="*/ 4076 w 7857"/>
                <a:gd name="csY0" fmla="*/ 5663 h 5778"/>
                <a:gd name="csX1" fmla="*/ 5156 w 7857"/>
                <a:gd name="csY1" fmla="*/ 36 h 5778"/>
                <a:gd name="csX2" fmla="*/ 139 w 7857"/>
                <a:gd name="csY2" fmla="*/ 3389 h 5778"/>
                <a:gd name="csX3" fmla="*/ 3949 w 7857"/>
                <a:gd name="csY3" fmla="*/ 5770 h 5778"/>
                <a:gd name="csX4" fmla="*/ 4076 w 7857"/>
                <a:gd name="csY4" fmla="*/ 5663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7" h="5778">
                  <a:moveTo>
                    <a:pt x="4076" y="5663"/>
                  </a:moveTo>
                  <a:cubicBezTo>
                    <a:pt x="8077" y="5116"/>
                    <a:pt x="9601" y="-503"/>
                    <a:pt x="5156" y="36"/>
                  </a:cubicBezTo>
                  <a:cubicBezTo>
                    <a:pt x="4585" y="252"/>
                    <a:pt x="-940" y="-71"/>
                    <a:pt x="139" y="3389"/>
                  </a:cubicBezTo>
                  <a:cubicBezTo>
                    <a:pt x="584" y="4901"/>
                    <a:pt x="2298" y="5878"/>
                    <a:pt x="3949" y="5770"/>
                  </a:cubicBezTo>
                  <a:lnTo>
                    <a:pt x="4076" y="56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DE042928-CE2F-250E-6245-544344FC3A12}"/>
                </a:ext>
              </a:extLst>
            </p:cNvPr>
            <p:cNvSpPr/>
            <p:nvPr/>
          </p:nvSpPr>
          <p:spPr>
            <a:xfrm>
              <a:off x="9397851" y="3782341"/>
              <a:ext cx="6443" cy="5234"/>
            </a:xfrm>
            <a:custGeom>
              <a:avLst/>
              <a:gdLst>
                <a:gd name="csX0" fmla="*/ 6721 w 7431"/>
                <a:gd name="csY0" fmla="*/ 2642 h 6036"/>
                <a:gd name="csX1" fmla="*/ 2085 w 7431"/>
                <a:gd name="csY1" fmla="*/ 45 h 6036"/>
                <a:gd name="csX2" fmla="*/ 371 w 7431"/>
                <a:gd name="csY2" fmla="*/ 2966 h 6036"/>
                <a:gd name="csX3" fmla="*/ 1196 w 7431"/>
                <a:gd name="csY3" fmla="*/ 4592 h 6036"/>
                <a:gd name="csX4" fmla="*/ 6848 w 7431"/>
                <a:gd name="csY4" fmla="*/ 2534 h 6036"/>
                <a:gd name="csX5" fmla="*/ 6721 w 7431"/>
                <a:gd name="csY5" fmla="*/ 2642 h 6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1" h="6036">
                  <a:moveTo>
                    <a:pt x="6721" y="2642"/>
                  </a:moveTo>
                  <a:cubicBezTo>
                    <a:pt x="9642" y="-819"/>
                    <a:pt x="2657" y="159"/>
                    <a:pt x="2085" y="45"/>
                  </a:cubicBezTo>
                  <a:cubicBezTo>
                    <a:pt x="244" y="45"/>
                    <a:pt x="-518" y="1347"/>
                    <a:pt x="371" y="2966"/>
                  </a:cubicBezTo>
                  <a:lnTo>
                    <a:pt x="1196" y="4592"/>
                  </a:lnTo>
                  <a:cubicBezTo>
                    <a:pt x="3292" y="8592"/>
                    <a:pt x="6213" y="3074"/>
                    <a:pt x="6848" y="2534"/>
                  </a:cubicBezTo>
                  <a:lnTo>
                    <a:pt x="6721" y="26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C6426711-97CE-0021-6C62-4893FDC2B0D3}"/>
                </a:ext>
              </a:extLst>
            </p:cNvPr>
            <p:cNvSpPr/>
            <p:nvPr/>
          </p:nvSpPr>
          <p:spPr>
            <a:xfrm>
              <a:off x="9325240" y="3903580"/>
              <a:ext cx="8296" cy="16385"/>
            </a:xfrm>
            <a:custGeom>
              <a:avLst/>
              <a:gdLst>
                <a:gd name="csX0" fmla="*/ 2513 w 9568"/>
                <a:gd name="csY0" fmla="*/ 18541 h 18896"/>
                <a:gd name="csX1" fmla="*/ 3466 w 9568"/>
                <a:gd name="csY1" fmla="*/ 18757 h 18896"/>
                <a:gd name="csX2" fmla="*/ 7275 w 9568"/>
                <a:gd name="csY2" fmla="*/ 16376 h 18896"/>
                <a:gd name="csX3" fmla="*/ 9498 w 9568"/>
                <a:gd name="csY3" fmla="*/ 2755 h 18896"/>
                <a:gd name="csX4" fmla="*/ 6958 w 9568"/>
                <a:gd name="csY4" fmla="*/ 50 h 18896"/>
                <a:gd name="csX5" fmla="*/ 100 w 9568"/>
                <a:gd name="csY5" fmla="*/ 14325 h 18896"/>
                <a:gd name="csX6" fmla="*/ 2513 w 9568"/>
                <a:gd name="csY6" fmla="*/ 18541 h 18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68" h="18896">
                  <a:moveTo>
                    <a:pt x="2513" y="18541"/>
                  </a:moveTo>
                  <a:lnTo>
                    <a:pt x="3466" y="18757"/>
                  </a:lnTo>
                  <a:cubicBezTo>
                    <a:pt x="5180" y="19297"/>
                    <a:pt x="6958" y="18217"/>
                    <a:pt x="7275" y="16376"/>
                  </a:cubicBezTo>
                  <a:lnTo>
                    <a:pt x="9498" y="2755"/>
                  </a:lnTo>
                  <a:cubicBezTo>
                    <a:pt x="9879" y="1022"/>
                    <a:pt x="8672" y="-274"/>
                    <a:pt x="6958" y="50"/>
                  </a:cubicBezTo>
                  <a:cubicBezTo>
                    <a:pt x="1942" y="913"/>
                    <a:pt x="2386" y="8159"/>
                    <a:pt x="100" y="14325"/>
                  </a:cubicBezTo>
                  <a:cubicBezTo>
                    <a:pt x="-344" y="16160"/>
                    <a:pt x="735" y="18001"/>
                    <a:pt x="2513" y="185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346D9736-5D98-00D6-5334-C0F350DC54E7}"/>
                </a:ext>
              </a:extLst>
            </p:cNvPr>
            <p:cNvSpPr/>
            <p:nvPr/>
          </p:nvSpPr>
          <p:spPr>
            <a:xfrm>
              <a:off x="9308446" y="3917001"/>
              <a:ext cx="11023" cy="11134"/>
            </a:xfrm>
            <a:custGeom>
              <a:avLst/>
              <a:gdLst>
                <a:gd name="csX0" fmla="*/ 3975 w 12713"/>
                <a:gd name="csY0" fmla="*/ 11821 h 12840"/>
                <a:gd name="csX1" fmla="*/ 11976 w 12713"/>
                <a:gd name="csY1" fmla="*/ 6957 h 12840"/>
                <a:gd name="csX2" fmla="*/ 7023 w 12713"/>
                <a:gd name="csY2" fmla="*/ 467 h 12840"/>
                <a:gd name="csX3" fmla="*/ 736 w 12713"/>
                <a:gd name="csY3" fmla="*/ 3820 h 12840"/>
                <a:gd name="csX4" fmla="*/ 3975 w 12713"/>
                <a:gd name="csY4" fmla="*/ 11928 h 12840"/>
                <a:gd name="csX5" fmla="*/ 3975 w 12713"/>
                <a:gd name="csY5" fmla="*/ 11821 h 12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713" h="12840">
                  <a:moveTo>
                    <a:pt x="3975" y="11821"/>
                  </a:moveTo>
                  <a:cubicBezTo>
                    <a:pt x="7340" y="15389"/>
                    <a:pt x="10134" y="8576"/>
                    <a:pt x="11976" y="6957"/>
                  </a:cubicBezTo>
                  <a:cubicBezTo>
                    <a:pt x="14897" y="3280"/>
                    <a:pt x="8292" y="1438"/>
                    <a:pt x="7023" y="467"/>
                  </a:cubicBezTo>
                  <a:cubicBezTo>
                    <a:pt x="3213" y="-1591"/>
                    <a:pt x="736" y="3820"/>
                    <a:pt x="736" y="3820"/>
                  </a:cubicBezTo>
                  <a:cubicBezTo>
                    <a:pt x="-1868" y="7712"/>
                    <a:pt x="3213" y="10849"/>
                    <a:pt x="3975" y="11928"/>
                  </a:cubicBezTo>
                  <a:lnTo>
                    <a:pt x="3975" y="1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536EF27E-5B40-7434-C985-D34861DC9658}"/>
                </a:ext>
              </a:extLst>
            </p:cNvPr>
            <p:cNvSpPr/>
            <p:nvPr/>
          </p:nvSpPr>
          <p:spPr>
            <a:xfrm>
              <a:off x="9270437" y="3767354"/>
              <a:ext cx="9786" cy="19781"/>
            </a:xfrm>
            <a:custGeom>
              <a:avLst/>
              <a:gdLst>
                <a:gd name="csX0" fmla="*/ 6026 w 11286"/>
                <a:gd name="csY0" fmla="*/ 18414 h 22813"/>
                <a:gd name="csX1" fmla="*/ 11234 w 11286"/>
                <a:gd name="csY1" fmla="*/ 2520 h 22813"/>
                <a:gd name="csX2" fmla="*/ 8630 w 11286"/>
                <a:gd name="csY2" fmla="*/ 139 h 22813"/>
                <a:gd name="csX3" fmla="*/ 7042 w 11286"/>
                <a:gd name="csY3" fmla="*/ 571 h 22813"/>
                <a:gd name="csX4" fmla="*/ 3042 w 11286"/>
                <a:gd name="csY4" fmla="*/ 8788 h 22813"/>
                <a:gd name="csX5" fmla="*/ 185 w 11286"/>
                <a:gd name="csY5" fmla="*/ 21120 h 22813"/>
                <a:gd name="csX6" fmla="*/ 6026 w 11286"/>
                <a:gd name="csY6" fmla="*/ 18414 h 22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86" h="22813">
                  <a:moveTo>
                    <a:pt x="6026" y="18414"/>
                  </a:moveTo>
                  <a:cubicBezTo>
                    <a:pt x="9328" y="15601"/>
                    <a:pt x="9328" y="12681"/>
                    <a:pt x="11234" y="2520"/>
                  </a:cubicBezTo>
                  <a:cubicBezTo>
                    <a:pt x="11551" y="679"/>
                    <a:pt x="10408" y="-401"/>
                    <a:pt x="8630" y="139"/>
                  </a:cubicBezTo>
                  <a:lnTo>
                    <a:pt x="7042" y="571"/>
                  </a:lnTo>
                  <a:cubicBezTo>
                    <a:pt x="2470" y="1759"/>
                    <a:pt x="3042" y="8788"/>
                    <a:pt x="3042" y="8788"/>
                  </a:cubicBezTo>
                  <a:cubicBezTo>
                    <a:pt x="2598" y="12896"/>
                    <a:pt x="1391" y="16681"/>
                    <a:pt x="185" y="21120"/>
                  </a:cubicBezTo>
                  <a:cubicBezTo>
                    <a:pt x="-1086" y="25768"/>
                    <a:pt x="4566" y="19494"/>
                    <a:pt x="6026" y="1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7DF0AB62-7113-E70B-2291-60A421ADCB51}"/>
                </a:ext>
              </a:extLst>
            </p:cNvPr>
            <p:cNvSpPr/>
            <p:nvPr/>
          </p:nvSpPr>
          <p:spPr>
            <a:xfrm>
              <a:off x="9252305" y="3834798"/>
              <a:ext cx="8274" cy="7238"/>
            </a:xfrm>
            <a:custGeom>
              <a:avLst/>
              <a:gdLst>
                <a:gd name="csX0" fmla="*/ 3442 w 9542"/>
                <a:gd name="csY0" fmla="*/ 0 h 8347"/>
                <a:gd name="csX1" fmla="*/ 13 w 9542"/>
                <a:gd name="csY1" fmla="*/ 3245 h 8347"/>
                <a:gd name="csX2" fmla="*/ 13 w 9542"/>
                <a:gd name="csY2" fmla="*/ 5080 h 8347"/>
                <a:gd name="csX3" fmla="*/ 6046 w 9542"/>
                <a:gd name="csY3" fmla="*/ 8217 h 8347"/>
                <a:gd name="csX4" fmla="*/ 9538 w 9542"/>
                <a:gd name="csY4" fmla="*/ 4756 h 8347"/>
                <a:gd name="csX5" fmla="*/ 9538 w 9542"/>
                <a:gd name="csY5" fmla="*/ 3677 h 8347"/>
                <a:gd name="csX6" fmla="*/ 3442 w 9542"/>
                <a:gd name="csY6" fmla="*/ 108 h 8347"/>
                <a:gd name="csX7" fmla="*/ 3442 w 9542"/>
                <a:gd name="csY7" fmla="*/ 0 h 8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42" h="8347">
                  <a:moveTo>
                    <a:pt x="3442" y="0"/>
                  </a:moveTo>
                  <a:cubicBezTo>
                    <a:pt x="1664" y="0"/>
                    <a:pt x="13" y="1403"/>
                    <a:pt x="13" y="3245"/>
                  </a:cubicBezTo>
                  <a:lnTo>
                    <a:pt x="13" y="5080"/>
                  </a:lnTo>
                  <a:cubicBezTo>
                    <a:pt x="-304" y="9519"/>
                    <a:pt x="5411" y="8109"/>
                    <a:pt x="6046" y="8217"/>
                  </a:cubicBezTo>
                  <a:cubicBezTo>
                    <a:pt x="7887" y="8217"/>
                    <a:pt x="9538" y="6598"/>
                    <a:pt x="9538" y="4756"/>
                  </a:cubicBezTo>
                  <a:lnTo>
                    <a:pt x="9538" y="3677"/>
                  </a:lnTo>
                  <a:cubicBezTo>
                    <a:pt x="9728" y="-864"/>
                    <a:pt x="4331" y="324"/>
                    <a:pt x="3442" y="108"/>
                  </a:cubicBezTo>
                  <a:lnTo>
                    <a:pt x="344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94977AA0-1039-9F77-8543-80B1B284AE95}"/>
                </a:ext>
              </a:extLst>
            </p:cNvPr>
            <p:cNvSpPr/>
            <p:nvPr/>
          </p:nvSpPr>
          <p:spPr>
            <a:xfrm>
              <a:off x="9264767" y="3823120"/>
              <a:ext cx="7266" cy="9314"/>
            </a:xfrm>
            <a:custGeom>
              <a:avLst/>
              <a:gdLst>
                <a:gd name="csX0" fmla="*/ 565 w 8380"/>
                <a:gd name="csY0" fmla="*/ 4171 h 10741"/>
                <a:gd name="csX1" fmla="*/ 2533 w 8380"/>
                <a:gd name="csY1" fmla="*/ 10330 h 10741"/>
                <a:gd name="csX2" fmla="*/ 8375 w 8380"/>
                <a:gd name="csY2" fmla="*/ 3847 h 10741"/>
                <a:gd name="csX3" fmla="*/ 8375 w 8380"/>
                <a:gd name="csY3" fmla="*/ 2761 h 10741"/>
                <a:gd name="csX4" fmla="*/ 4374 w 8380"/>
                <a:gd name="csY4" fmla="*/ 170 h 10741"/>
                <a:gd name="csX5" fmla="*/ 691 w 8380"/>
                <a:gd name="csY5" fmla="*/ 4171 h 10741"/>
                <a:gd name="csX6" fmla="*/ 565 w 8380"/>
                <a:gd name="csY6" fmla="*/ 4171 h 10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80" h="10741">
                  <a:moveTo>
                    <a:pt x="565" y="4171"/>
                  </a:moveTo>
                  <a:cubicBezTo>
                    <a:pt x="565" y="5466"/>
                    <a:pt x="-1595" y="12496"/>
                    <a:pt x="2533" y="10330"/>
                  </a:cubicBezTo>
                  <a:cubicBezTo>
                    <a:pt x="3613" y="9467"/>
                    <a:pt x="8565" y="8279"/>
                    <a:pt x="8375" y="3847"/>
                  </a:cubicBezTo>
                  <a:lnTo>
                    <a:pt x="8375" y="2761"/>
                  </a:lnTo>
                  <a:cubicBezTo>
                    <a:pt x="8121" y="-807"/>
                    <a:pt x="3802" y="62"/>
                    <a:pt x="4374" y="170"/>
                  </a:cubicBezTo>
                  <a:cubicBezTo>
                    <a:pt x="2660" y="494"/>
                    <a:pt x="882" y="2329"/>
                    <a:pt x="691" y="4171"/>
                  </a:cubicBezTo>
                  <a:lnTo>
                    <a:pt x="565" y="4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D30142F6-EAF0-0610-4F3C-2E0E87D73873}"/>
                </a:ext>
              </a:extLst>
            </p:cNvPr>
            <p:cNvSpPr/>
            <p:nvPr/>
          </p:nvSpPr>
          <p:spPr>
            <a:xfrm>
              <a:off x="9272184" y="3987149"/>
              <a:ext cx="12363" cy="13829"/>
            </a:xfrm>
            <a:custGeom>
              <a:avLst/>
              <a:gdLst>
                <a:gd name="csX0" fmla="*/ 11187 w 14258"/>
                <a:gd name="csY0" fmla="*/ 8454 h 15948"/>
                <a:gd name="csX1" fmla="*/ 14236 w 14258"/>
                <a:gd name="csY1" fmla="*/ 1647 h 15948"/>
                <a:gd name="csX2" fmla="*/ 2170 w 14258"/>
                <a:gd name="csY2" fmla="*/ 5540 h 15948"/>
                <a:gd name="csX3" fmla="*/ 1027 w 14258"/>
                <a:gd name="csY3" fmla="*/ 14296 h 15948"/>
                <a:gd name="csX4" fmla="*/ 11314 w 14258"/>
                <a:gd name="csY4" fmla="*/ 8569 h 15948"/>
                <a:gd name="csX5" fmla="*/ 11187 w 14258"/>
                <a:gd name="csY5" fmla="*/ 8454 h 15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258" h="15948">
                  <a:moveTo>
                    <a:pt x="11187" y="8454"/>
                  </a:moveTo>
                  <a:cubicBezTo>
                    <a:pt x="14108" y="5756"/>
                    <a:pt x="13981" y="2187"/>
                    <a:pt x="14236" y="1647"/>
                  </a:cubicBezTo>
                  <a:cubicBezTo>
                    <a:pt x="14870" y="-3655"/>
                    <a:pt x="2170" y="5540"/>
                    <a:pt x="2170" y="5540"/>
                  </a:cubicBezTo>
                  <a:cubicBezTo>
                    <a:pt x="-1830" y="7807"/>
                    <a:pt x="900" y="12893"/>
                    <a:pt x="1027" y="14296"/>
                  </a:cubicBezTo>
                  <a:cubicBezTo>
                    <a:pt x="2297" y="19376"/>
                    <a:pt x="7504" y="11375"/>
                    <a:pt x="11314" y="8569"/>
                  </a:cubicBezTo>
                  <a:lnTo>
                    <a:pt x="11187" y="84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34AA6874-D67A-B71A-C7A1-BE43E1A20701}"/>
                </a:ext>
              </a:extLst>
            </p:cNvPr>
            <p:cNvSpPr/>
            <p:nvPr/>
          </p:nvSpPr>
          <p:spPr>
            <a:xfrm>
              <a:off x="9260190" y="4007044"/>
              <a:ext cx="6066" cy="9271"/>
            </a:xfrm>
            <a:custGeom>
              <a:avLst/>
              <a:gdLst>
                <a:gd name="csX0" fmla="*/ 0 w 6996"/>
                <a:gd name="csY0" fmla="*/ 4333 h 10692"/>
                <a:gd name="csX1" fmla="*/ 0 w 6996"/>
                <a:gd name="csY1" fmla="*/ 8333 h 10692"/>
                <a:gd name="csX2" fmla="*/ 3175 w 6996"/>
                <a:gd name="csY2" fmla="*/ 10492 h 10692"/>
                <a:gd name="csX3" fmla="*/ 4635 w 6996"/>
                <a:gd name="csY3" fmla="*/ 9952 h 10692"/>
                <a:gd name="csX4" fmla="*/ 6096 w 6996"/>
                <a:gd name="csY4" fmla="*/ 2383 h 10692"/>
                <a:gd name="csX5" fmla="*/ 0 w 6996"/>
                <a:gd name="csY5" fmla="*/ 4333 h 1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96" h="10692">
                  <a:moveTo>
                    <a:pt x="0" y="4333"/>
                  </a:moveTo>
                  <a:lnTo>
                    <a:pt x="0" y="8333"/>
                  </a:lnTo>
                  <a:cubicBezTo>
                    <a:pt x="0" y="10168"/>
                    <a:pt x="1397" y="11139"/>
                    <a:pt x="3175" y="10492"/>
                  </a:cubicBezTo>
                  <a:lnTo>
                    <a:pt x="4635" y="9952"/>
                  </a:lnTo>
                  <a:cubicBezTo>
                    <a:pt x="8890" y="8333"/>
                    <a:pt x="6096" y="3354"/>
                    <a:pt x="6096" y="2383"/>
                  </a:cubicBezTo>
                  <a:cubicBezTo>
                    <a:pt x="4890" y="-1833"/>
                    <a:pt x="0" y="2"/>
                    <a:pt x="0" y="43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EAFF8847-FDB7-3D60-8323-1AE1B66DF436}"/>
                </a:ext>
              </a:extLst>
            </p:cNvPr>
            <p:cNvSpPr/>
            <p:nvPr/>
          </p:nvSpPr>
          <p:spPr>
            <a:xfrm>
              <a:off x="9247495" y="4020944"/>
              <a:ext cx="7623" cy="7341"/>
            </a:xfrm>
            <a:custGeom>
              <a:avLst/>
              <a:gdLst>
                <a:gd name="csX0" fmla="*/ 36 w 8791"/>
                <a:gd name="csY0" fmla="*/ 3008 h 8466"/>
                <a:gd name="csX1" fmla="*/ 3147 w 8791"/>
                <a:gd name="csY1" fmla="*/ 7656 h 8466"/>
                <a:gd name="csX2" fmla="*/ 7084 w 8791"/>
                <a:gd name="csY2" fmla="*/ 411 h 8466"/>
                <a:gd name="csX3" fmla="*/ 36 w 8791"/>
                <a:gd name="csY3" fmla="*/ 3008 h 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91" h="8466">
                  <a:moveTo>
                    <a:pt x="36" y="3008"/>
                  </a:moveTo>
                  <a:cubicBezTo>
                    <a:pt x="227" y="3871"/>
                    <a:pt x="36" y="10793"/>
                    <a:pt x="3147" y="7656"/>
                  </a:cubicBezTo>
                  <a:cubicBezTo>
                    <a:pt x="4798" y="5706"/>
                    <a:pt x="12038" y="950"/>
                    <a:pt x="7084" y="411"/>
                  </a:cubicBezTo>
                  <a:cubicBezTo>
                    <a:pt x="5878" y="518"/>
                    <a:pt x="-535" y="-1647"/>
                    <a:pt x="36" y="30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3E8522FA-EA89-7280-EEA9-3A67703AE5B5}"/>
                </a:ext>
              </a:extLst>
            </p:cNvPr>
            <p:cNvSpPr/>
            <p:nvPr/>
          </p:nvSpPr>
          <p:spPr>
            <a:xfrm>
              <a:off x="9220797" y="4043629"/>
              <a:ext cx="21966" cy="25495"/>
            </a:xfrm>
            <a:custGeom>
              <a:avLst/>
              <a:gdLst>
                <a:gd name="csX0" fmla="*/ 5807 w 25333"/>
                <a:gd name="csY0" fmla="*/ 10799 h 29402"/>
                <a:gd name="csX1" fmla="*/ 92 w 25333"/>
                <a:gd name="csY1" fmla="*/ 25937 h 29402"/>
                <a:gd name="csX2" fmla="*/ 2696 w 25333"/>
                <a:gd name="csY2" fmla="*/ 29398 h 29402"/>
                <a:gd name="csX3" fmla="*/ 3013 w 25333"/>
                <a:gd name="csY3" fmla="*/ 29398 h 29402"/>
                <a:gd name="csX4" fmla="*/ 8284 w 25333"/>
                <a:gd name="csY4" fmla="*/ 20311 h 29402"/>
                <a:gd name="csX5" fmla="*/ 20984 w 25333"/>
                <a:gd name="csY5" fmla="*/ 9611 h 29402"/>
                <a:gd name="csX6" fmla="*/ 25302 w 25333"/>
                <a:gd name="csY6" fmla="*/ 848 h 29402"/>
                <a:gd name="csX7" fmla="*/ 5807 w 25333"/>
                <a:gd name="csY7" fmla="*/ 10799 h 29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333" h="29402">
                  <a:moveTo>
                    <a:pt x="5807" y="10799"/>
                  </a:moveTo>
                  <a:cubicBezTo>
                    <a:pt x="2378" y="13066"/>
                    <a:pt x="2251" y="15987"/>
                    <a:pt x="92" y="25937"/>
                  </a:cubicBezTo>
                  <a:cubicBezTo>
                    <a:pt x="-352" y="27772"/>
                    <a:pt x="854" y="29290"/>
                    <a:pt x="2696" y="29398"/>
                  </a:cubicBezTo>
                  <a:lnTo>
                    <a:pt x="3013" y="29398"/>
                  </a:lnTo>
                  <a:cubicBezTo>
                    <a:pt x="7966" y="29614"/>
                    <a:pt x="7459" y="22692"/>
                    <a:pt x="8284" y="20311"/>
                  </a:cubicBezTo>
                  <a:cubicBezTo>
                    <a:pt x="9173" y="15771"/>
                    <a:pt x="14507" y="13612"/>
                    <a:pt x="20984" y="9611"/>
                  </a:cubicBezTo>
                  <a:cubicBezTo>
                    <a:pt x="24985" y="7122"/>
                    <a:pt x="24857" y="2144"/>
                    <a:pt x="25302" y="848"/>
                  </a:cubicBezTo>
                  <a:cubicBezTo>
                    <a:pt x="26254" y="-3584"/>
                    <a:pt x="5807" y="10799"/>
                    <a:pt x="5807" y="107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802533CF-8126-0D87-F529-A2FCD5AD0604}"/>
                </a:ext>
              </a:extLst>
            </p:cNvPr>
            <p:cNvSpPr/>
            <p:nvPr/>
          </p:nvSpPr>
          <p:spPr>
            <a:xfrm>
              <a:off x="9143169" y="4109564"/>
              <a:ext cx="9633" cy="7447"/>
            </a:xfrm>
            <a:custGeom>
              <a:avLst/>
              <a:gdLst>
                <a:gd name="csX0" fmla="*/ 9417 w 11109"/>
                <a:gd name="csY0" fmla="*/ 8184 h 8588"/>
                <a:gd name="csX1" fmla="*/ 4019 w 11109"/>
                <a:gd name="csY1" fmla="*/ 723 h 8588"/>
                <a:gd name="csX2" fmla="*/ 82 w 11109"/>
                <a:gd name="csY2" fmla="*/ 5587 h 8588"/>
                <a:gd name="csX3" fmla="*/ 9417 w 11109"/>
                <a:gd name="csY3" fmla="*/ 8184 h 8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09" h="8588">
                  <a:moveTo>
                    <a:pt x="9417" y="8184"/>
                  </a:moveTo>
                  <a:cubicBezTo>
                    <a:pt x="14624" y="7860"/>
                    <a:pt x="6369" y="3098"/>
                    <a:pt x="4019" y="723"/>
                  </a:cubicBezTo>
                  <a:cubicBezTo>
                    <a:pt x="527" y="-2198"/>
                    <a:pt x="527" y="4615"/>
                    <a:pt x="82" y="5587"/>
                  </a:cubicBezTo>
                  <a:cubicBezTo>
                    <a:pt x="-870" y="10343"/>
                    <a:pt x="6687" y="7968"/>
                    <a:pt x="9417" y="8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E54F2587-60E3-DDAB-00AF-2AAF825F4ED5}"/>
                </a:ext>
              </a:extLst>
            </p:cNvPr>
            <p:cNvSpPr/>
            <p:nvPr/>
          </p:nvSpPr>
          <p:spPr>
            <a:xfrm>
              <a:off x="9089628" y="4124187"/>
              <a:ext cx="11286" cy="9855"/>
            </a:xfrm>
            <a:custGeom>
              <a:avLst/>
              <a:gdLst>
                <a:gd name="csX0" fmla="*/ 12618 w 13016"/>
                <a:gd name="csY0" fmla="*/ 4401 h 11365"/>
                <a:gd name="csX1" fmla="*/ 7538 w 13016"/>
                <a:gd name="csY1" fmla="*/ 77 h 11365"/>
                <a:gd name="csX2" fmla="*/ 489 w 13016"/>
                <a:gd name="csY2" fmla="*/ 5919 h 11365"/>
                <a:gd name="csX3" fmla="*/ 5570 w 13016"/>
                <a:gd name="csY3" fmla="*/ 11107 h 11365"/>
                <a:gd name="csX4" fmla="*/ 12682 w 13016"/>
                <a:gd name="csY4" fmla="*/ 4401 h 11365"/>
                <a:gd name="csX5" fmla="*/ 12618 w 13016"/>
                <a:gd name="csY5" fmla="*/ 4401 h 11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016" h="11365">
                  <a:moveTo>
                    <a:pt x="12618" y="4401"/>
                  </a:moveTo>
                  <a:cubicBezTo>
                    <a:pt x="14650" y="400"/>
                    <a:pt x="8300" y="400"/>
                    <a:pt x="7538" y="77"/>
                  </a:cubicBezTo>
                  <a:cubicBezTo>
                    <a:pt x="2839" y="-787"/>
                    <a:pt x="489" y="5919"/>
                    <a:pt x="489" y="5919"/>
                  </a:cubicBezTo>
                  <a:cubicBezTo>
                    <a:pt x="-1797" y="9919"/>
                    <a:pt x="4617" y="10567"/>
                    <a:pt x="5570" y="11107"/>
                  </a:cubicBezTo>
                  <a:cubicBezTo>
                    <a:pt x="10141" y="12732"/>
                    <a:pt x="11285" y="6243"/>
                    <a:pt x="12682" y="4401"/>
                  </a:cubicBezTo>
                  <a:lnTo>
                    <a:pt x="12618" y="44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D0BAE427-9837-72FB-ABAF-9EC661D9EDE7}"/>
                </a:ext>
              </a:extLst>
            </p:cNvPr>
            <p:cNvSpPr/>
            <p:nvPr/>
          </p:nvSpPr>
          <p:spPr>
            <a:xfrm>
              <a:off x="9107415" y="4119260"/>
              <a:ext cx="7820" cy="9553"/>
            </a:xfrm>
            <a:custGeom>
              <a:avLst/>
              <a:gdLst>
                <a:gd name="csX0" fmla="*/ 2454 w 9018"/>
                <a:gd name="csY0" fmla="*/ 10515 h 11017"/>
                <a:gd name="csX1" fmla="*/ 8740 w 9018"/>
                <a:gd name="csY1" fmla="*/ 3599 h 11017"/>
                <a:gd name="csX2" fmla="*/ 8105 w 9018"/>
                <a:gd name="csY2" fmla="*/ 1974 h 11017"/>
                <a:gd name="csX3" fmla="*/ 548 w 9018"/>
                <a:gd name="csY3" fmla="*/ 5111 h 11017"/>
                <a:gd name="csX4" fmla="*/ 2454 w 9018"/>
                <a:gd name="csY4" fmla="*/ 10623 h 11017"/>
                <a:gd name="csX5" fmla="*/ 2454 w 9018"/>
                <a:gd name="csY5" fmla="*/ 10515 h 11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18" h="11017">
                  <a:moveTo>
                    <a:pt x="2454" y="10515"/>
                  </a:moveTo>
                  <a:cubicBezTo>
                    <a:pt x="4232" y="9219"/>
                    <a:pt x="10391" y="8032"/>
                    <a:pt x="8740" y="3599"/>
                  </a:cubicBezTo>
                  <a:lnTo>
                    <a:pt x="8105" y="1974"/>
                  </a:lnTo>
                  <a:cubicBezTo>
                    <a:pt x="6581" y="-2134"/>
                    <a:pt x="1057" y="786"/>
                    <a:pt x="548" y="5111"/>
                  </a:cubicBezTo>
                  <a:cubicBezTo>
                    <a:pt x="548" y="6082"/>
                    <a:pt x="-1547" y="12680"/>
                    <a:pt x="2454" y="10623"/>
                  </a:cubicBezTo>
                  <a:lnTo>
                    <a:pt x="2454" y="105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793F82D6-369D-FBF0-64E5-14D499026846}"/>
                </a:ext>
              </a:extLst>
            </p:cNvPr>
            <p:cNvSpPr/>
            <p:nvPr/>
          </p:nvSpPr>
          <p:spPr>
            <a:xfrm>
              <a:off x="9322712" y="3661921"/>
              <a:ext cx="5790" cy="5735"/>
            </a:xfrm>
            <a:custGeom>
              <a:avLst/>
              <a:gdLst>
                <a:gd name="csX0" fmla="*/ 412 w 6677"/>
                <a:gd name="csY0" fmla="*/ 1590 h 6614"/>
                <a:gd name="csX1" fmla="*/ 6571 w 6677"/>
                <a:gd name="csY1" fmla="*/ 4511 h 6614"/>
                <a:gd name="csX2" fmla="*/ 412 w 6677"/>
                <a:gd name="csY2" fmla="*/ 1590 h 6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77" h="6614">
                  <a:moveTo>
                    <a:pt x="412" y="1590"/>
                  </a:moveTo>
                  <a:cubicBezTo>
                    <a:pt x="-1620" y="5807"/>
                    <a:pt x="4413" y="8836"/>
                    <a:pt x="6571" y="4511"/>
                  </a:cubicBezTo>
                  <a:cubicBezTo>
                    <a:pt x="7461" y="2670"/>
                    <a:pt x="2507" y="-2626"/>
                    <a:pt x="412" y="15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A8879D22-945C-BF57-7D10-F9A308C7948B}"/>
                </a:ext>
              </a:extLst>
            </p:cNvPr>
            <p:cNvSpPr/>
            <p:nvPr/>
          </p:nvSpPr>
          <p:spPr>
            <a:xfrm>
              <a:off x="9687006" y="4018445"/>
              <a:ext cx="8806" cy="9549"/>
            </a:xfrm>
            <a:custGeom>
              <a:avLst/>
              <a:gdLst>
                <a:gd name="csX0" fmla="*/ 3575 w 10156"/>
                <a:gd name="csY0" fmla="*/ 588 h 11012"/>
                <a:gd name="csX1" fmla="*/ 7830 w 10156"/>
                <a:gd name="csY1" fmla="*/ 1668 h 11012"/>
                <a:gd name="csX2" fmla="*/ 9861 w 10156"/>
                <a:gd name="csY2" fmla="*/ 5891 h 11012"/>
                <a:gd name="csX3" fmla="*/ 8147 w 10156"/>
                <a:gd name="csY3" fmla="*/ 9891 h 11012"/>
                <a:gd name="csX4" fmla="*/ 5226 w 10156"/>
                <a:gd name="csY4" fmla="*/ 10863 h 11012"/>
                <a:gd name="csX5" fmla="*/ 781 w 10156"/>
                <a:gd name="csY5" fmla="*/ 8698 h 11012"/>
                <a:gd name="csX6" fmla="*/ 273 w 10156"/>
                <a:gd name="csY6" fmla="*/ 7078 h 11012"/>
                <a:gd name="csX7" fmla="*/ 1734 w 10156"/>
                <a:gd name="csY7" fmla="*/ 1998 h 11012"/>
                <a:gd name="csX8" fmla="*/ 3829 w 10156"/>
                <a:gd name="csY8" fmla="*/ 588 h 11012"/>
                <a:gd name="csX9" fmla="*/ 3575 w 10156"/>
                <a:gd name="csY9" fmla="*/ 588 h 1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56" h="11012">
                  <a:moveTo>
                    <a:pt x="3575" y="588"/>
                  </a:moveTo>
                  <a:cubicBezTo>
                    <a:pt x="5099" y="-491"/>
                    <a:pt x="6941" y="-59"/>
                    <a:pt x="7830" y="1668"/>
                  </a:cubicBezTo>
                  <a:lnTo>
                    <a:pt x="9861" y="5891"/>
                  </a:lnTo>
                  <a:cubicBezTo>
                    <a:pt x="10623" y="7510"/>
                    <a:pt x="9861" y="9351"/>
                    <a:pt x="8147" y="9891"/>
                  </a:cubicBezTo>
                  <a:lnTo>
                    <a:pt x="5226" y="10863"/>
                  </a:lnTo>
                  <a:cubicBezTo>
                    <a:pt x="3511" y="11403"/>
                    <a:pt x="1416" y="10431"/>
                    <a:pt x="781" y="8698"/>
                  </a:cubicBezTo>
                  <a:lnTo>
                    <a:pt x="273" y="7078"/>
                  </a:lnTo>
                  <a:cubicBezTo>
                    <a:pt x="-426" y="5345"/>
                    <a:pt x="273" y="3078"/>
                    <a:pt x="1734" y="1998"/>
                  </a:cubicBezTo>
                  <a:lnTo>
                    <a:pt x="3829" y="588"/>
                  </a:lnTo>
                  <a:lnTo>
                    <a:pt x="3575" y="5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3B79D692-5D71-EAC7-0B56-1EC0B7145DC8}"/>
                </a:ext>
              </a:extLst>
            </p:cNvPr>
            <p:cNvSpPr/>
            <p:nvPr/>
          </p:nvSpPr>
          <p:spPr>
            <a:xfrm>
              <a:off x="9688365" y="4038880"/>
              <a:ext cx="8219" cy="8492"/>
            </a:xfrm>
            <a:custGeom>
              <a:avLst/>
              <a:gdLst>
                <a:gd name="csX0" fmla="*/ 8231 w 9479"/>
                <a:gd name="csY0" fmla="*/ 1570 h 9793"/>
                <a:gd name="csX1" fmla="*/ 3849 w 9479"/>
                <a:gd name="csY1" fmla="*/ 598 h 9793"/>
                <a:gd name="csX2" fmla="*/ 1500 w 9479"/>
                <a:gd name="csY2" fmla="*/ 2218 h 9793"/>
                <a:gd name="csX3" fmla="*/ 547 w 9479"/>
                <a:gd name="csY3" fmla="*/ 6974 h 9793"/>
                <a:gd name="csX4" fmla="*/ 1373 w 9479"/>
                <a:gd name="csY4" fmla="*/ 8275 h 9793"/>
                <a:gd name="csX5" fmla="*/ 5945 w 9479"/>
                <a:gd name="csY5" fmla="*/ 9247 h 9793"/>
                <a:gd name="csX6" fmla="*/ 7914 w 9479"/>
                <a:gd name="csY6" fmla="*/ 7952 h 9793"/>
                <a:gd name="csX7" fmla="*/ 9056 w 9479"/>
                <a:gd name="csY7" fmla="*/ 3081 h 9793"/>
                <a:gd name="csX8" fmla="*/ 8231 w 9479"/>
                <a:gd name="csY8" fmla="*/ 1570 h 9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479" h="9793">
                  <a:moveTo>
                    <a:pt x="8231" y="1570"/>
                  </a:moveTo>
                  <a:cubicBezTo>
                    <a:pt x="7342" y="-55"/>
                    <a:pt x="5373" y="-488"/>
                    <a:pt x="3849" y="598"/>
                  </a:cubicBezTo>
                  <a:lnTo>
                    <a:pt x="1500" y="2218"/>
                  </a:lnTo>
                  <a:cubicBezTo>
                    <a:pt x="-24" y="3297"/>
                    <a:pt x="-469" y="5462"/>
                    <a:pt x="547" y="6974"/>
                  </a:cubicBezTo>
                  <a:lnTo>
                    <a:pt x="1373" y="8275"/>
                  </a:lnTo>
                  <a:cubicBezTo>
                    <a:pt x="2389" y="9895"/>
                    <a:pt x="4421" y="10219"/>
                    <a:pt x="5945" y="9247"/>
                  </a:cubicBezTo>
                  <a:lnTo>
                    <a:pt x="7914" y="7952"/>
                  </a:lnTo>
                  <a:cubicBezTo>
                    <a:pt x="9374" y="6866"/>
                    <a:pt x="9945" y="4707"/>
                    <a:pt x="9056" y="3081"/>
                  </a:cubicBezTo>
                  <a:lnTo>
                    <a:pt x="8231" y="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0E1797F8-31CE-105F-007D-DEFE93D8D62E}"/>
                </a:ext>
              </a:extLst>
            </p:cNvPr>
            <p:cNvSpPr/>
            <p:nvPr/>
          </p:nvSpPr>
          <p:spPr>
            <a:xfrm>
              <a:off x="9686597" y="4056083"/>
              <a:ext cx="9262" cy="8087"/>
            </a:xfrm>
            <a:custGeom>
              <a:avLst/>
              <a:gdLst>
                <a:gd name="csX0" fmla="*/ 6778 w 10681"/>
                <a:gd name="csY0" fmla="*/ 6 h 9327"/>
                <a:gd name="csX1" fmla="*/ 10461 w 10681"/>
                <a:gd name="csY1" fmla="*/ 3466 h 9327"/>
                <a:gd name="csX2" fmla="*/ 10652 w 10681"/>
                <a:gd name="csY2" fmla="*/ 4870 h 9327"/>
                <a:gd name="csX3" fmla="*/ 7667 w 10681"/>
                <a:gd name="csY3" fmla="*/ 8763 h 9327"/>
                <a:gd name="csX4" fmla="*/ 4302 w 10681"/>
                <a:gd name="csY4" fmla="*/ 9302 h 9327"/>
                <a:gd name="csX5" fmla="*/ 492 w 10681"/>
                <a:gd name="csY5" fmla="*/ 6495 h 9327"/>
                <a:gd name="csX6" fmla="*/ 47 w 10681"/>
                <a:gd name="csY6" fmla="*/ 3143 h 9327"/>
                <a:gd name="csX7" fmla="*/ 2905 w 10681"/>
                <a:gd name="csY7" fmla="*/ 6 h 9327"/>
                <a:gd name="csX8" fmla="*/ 6905 w 10681"/>
                <a:gd name="csY8" fmla="*/ 222 h 9327"/>
                <a:gd name="csX9" fmla="*/ 6778 w 10681"/>
                <a:gd name="csY9" fmla="*/ 6 h 9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681" h="9327">
                  <a:moveTo>
                    <a:pt x="6778" y="6"/>
                  </a:moveTo>
                  <a:cubicBezTo>
                    <a:pt x="8620" y="6"/>
                    <a:pt x="10270" y="1625"/>
                    <a:pt x="10461" y="3466"/>
                  </a:cubicBezTo>
                  <a:lnTo>
                    <a:pt x="10652" y="4870"/>
                  </a:lnTo>
                  <a:cubicBezTo>
                    <a:pt x="10906" y="6711"/>
                    <a:pt x="9508" y="8439"/>
                    <a:pt x="7667" y="8763"/>
                  </a:cubicBezTo>
                  <a:lnTo>
                    <a:pt x="4302" y="9302"/>
                  </a:lnTo>
                  <a:cubicBezTo>
                    <a:pt x="2460" y="9518"/>
                    <a:pt x="745" y="8331"/>
                    <a:pt x="492" y="6495"/>
                  </a:cubicBezTo>
                  <a:lnTo>
                    <a:pt x="47" y="3143"/>
                  </a:lnTo>
                  <a:cubicBezTo>
                    <a:pt x="-270" y="1301"/>
                    <a:pt x="1063" y="-102"/>
                    <a:pt x="2905" y="6"/>
                  </a:cubicBezTo>
                  <a:lnTo>
                    <a:pt x="6905" y="222"/>
                  </a:lnTo>
                  <a:lnTo>
                    <a:pt x="6778" y="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D0A21FD0-B5BC-84B1-0F82-9F7BD623D296}"/>
                </a:ext>
              </a:extLst>
            </p:cNvPr>
            <p:cNvSpPr/>
            <p:nvPr/>
          </p:nvSpPr>
          <p:spPr>
            <a:xfrm>
              <a:off x="9659351" y="4093793"/>
              <a:ext cx="8133" cy="9014"/>
            </a:xfrm>
            <a:custGeom>
              <a:avLst/>
              <a:gdLst>
                <a:gd name="csX0" fmla="*/ 5497 w 9380"/>
                <a:gd name="csY0" fmla="*/ 96 h 10396"/>
                <a:gd name="csX1" fmla="*/ 862 w 9380"/>
                <a:gd name="csY1" fmla="*/ 2362 h 10396"/>
                <a:gd name="csX2" fmla="*/ 354 w 9380"/>
                <a:gd name="csY2" fmla="*/ 3341 h 10396"/>
                <a:gd name="csX3" fmla="*/ 1497 w 9380"/>
                <a:gd name="csY3" fmla="*/ 8421 h 10396"/>
                <a:gd name="csX4" fmla="*/ 3021 w 9380"/>
                <a:gd name="csY4" fmla="*/ 9716 h 10396"/>
                <a:gd name="csX5" fmla="*/ 7021 w 9380"/>
                <a:gd name="csY5" fmla="*/ 8852 h 10396"/>
                <a:gd name="csX6" fmla="*/ 9117 w 9380"/>
                <a:gd name="csY6" fmla="*/ 4312 h 10396"/>
                <a:gd name="csX7" fmla="*/ 7149 w 9380"/>
                <a:gd name="csY7" fmla="*/ 527 h 10396"/>
                <a:gd name="csX8" fmla="*/ 5497 w 9380"/>
                <a:gd name="csY8" fmla="*/ 204 h 10396"/>
                <a:gd name="csX9" fmla="*/ 5497 w 9380"/>
                <a:gd name="csY9" fmla="*/ 96 h 10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380" h="10396">
                  <a:moveTo>
                    <a:pt x="5497" y="96"/>
                  </a:moveTo>
                  <a:cubicBezTo>
                    <a:pt x="3783" y="-336"/>
                    <a:pt x="1624" y="744"/>
                    <a:pt x="862" y="2362"/>
                  </a:cubicBezTo>
                  <a:lnTo>
                    <a:pt x="354" y="3341"/>
                  </a:lnTo>
                  <a:cubicBezTo>
                    <a:pt x="-408" y="4960"/>
                    <a:pt x="100" y="7341"/>
                    <a:pt x="1497" y="8421"/>
                  </a:cubicBezTo>
                  <a:lnTo>
                    <a:pt x="3021" y="9716"/>
                  </a:lnTo>
                  <a:cubicBezTo>
                    <a:pt x="4418" y="10910"/>
                    <a:pt x="6259" y="10478"/>
                    <a:pt x="7021" y="8852"/>
                  </a:cubicBezTo>
                  <a:lnTo>
                    <a:pt x="9117" y="4312"/>
                  </a:lnTo>
                  <a:cubicBezTo>
                    <a:pt x="9816" y="2579"/>
                    <a:pt x="9117" y="959"/>
                    <a:pt x="7149" y="527"/>
                  </a:cubicBezTo>
                  <a:lnTo>
                    <a:pt x="5497" y="204"/>
                  </a:lnTo>
                  <a:lnTo>
                    <a:pt x="5497" y="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A4387496-F99B-161C-4CAC-9D1F9C35D344}"/>
                </a:ext>
              </a:extLst>
            </p:cNvPr>
            <p:cNvSpPr/>
            <p:nvPr/>
          </p:nvSpPr>
          <p:spPr>
            <a:xfrm>
              <a:off x="9660646" y="4114479"/>
              <a:ext cx="11083" cy="9857"/>
            </a:xfrm>
            <a:custGeom>
              <a:avLst/>
              <a:gdLst>
                <a:gd name="csX0" fmla="*/ 10289 w 12782"/>
                <a:gd name="csY0" fmla="*/ 891 h 11368"/>
                <a:gd name="csX1" fmla="*/ 5083 w 12782"/>
                <a:gd name="csY1" fmla="*/ 891 h 11368"/>
                <a:gd name="csX2" fmla="*/ 1336 w 12782"/>
                <a:gd name="csY2" fmla="*/ 4028 h 11368"/>
                <a:gd name="csX3" fmla="*/ 574 w 12782"/>
                <a:gd name="csY3" fmla="*/ 8898 h 11368"/>
                <a:gd name="csX4" fmla="*/ 1336 w 12782"/>
                <a:gd name="csY4" fmla="*/ 9978 h 11368"/>
                <a:gd name="csX5" fmla="*/ 5845 w 12782"/>
                <a:gd name="csY5" fmla="*/ 10733 h 11368"/>
                <a:gd name="csX6" fmla="*/ 11686 w 12782"/>
                <a:gd name="csY6" fmla="*/ 6301 h 11368"/>
                <a:gd name="csX7" fmla="*/ 11686 w 12782"/>
                <a:gd name="csY7" fmla="*/ 2084 h 11368"/>
                <a:gd name="csX8" fmla="*/ 10162 w 12782"/>
                <a:gd name="csY8" fmla="*/ 783 h 11368"/>
                <a:gd name="csX9" fmla="*/ 10289 w 12782"/>
                <a:gd name="csY9" fmla="*/ 891 h 113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782" h="11368">
                  <a:moveTo>
                    <a:pt x="10289" y="891"/>
                  </a:moveTo>
                  <a:cubicBezTo>
                    <a:pt x="8893" y="-297"/>
                    <a:pt x="6480" y="-297"/>
                    <a:pt x="5083" y="891"/>
                  </a:cubicBezTo>
                  <a:lnTo>
                    <a:pt x="1336" y="4028"/>
                  </a:lnTo>
                  <a:cubicBezTo>
                    <a:pt x="-61" y="5221"/>
                    <a:pt x="-442" y="7381"/>
                    <a:pt x="574" y="8898"/>
                  </a:cubicBezTo>
                  <a:lnTo>
                    <a:pt x="1336" y="9978"/>
                  </a:lnTo>
                  <a:cubicBezTo>
                    <a:pt x="2415" y="11489"/>
                    <a:pt x="4447" y="11813"/>
                    <a:pt x="5845" y="10733"/>
                  </a:cubicBezTo>
                  <a:lnTo>
                    <a:pt x="11686" y="6301"/>
                  </a:lnTo>
                  <a:cubicBezTo>
                    <a:pt x="13084" y="5221"/>
                    <a:pt x="13210" y="3272"/>
                    <a:pt x="11686" y="2084"/>
                  </a:cubicBezTo>
                  <a:lnTo>
                    <a:pt x="10162" y="783"/>
                  </a:lnTo>
                  <a:lnTo>
                    <a:pt x="10289" y="8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386679C5-4C2F-66AF-A472-99C67B4483EA}"/>
                </a:ext>
              </a:extLst>
            </p:cNvPr>
            <p:cNvSpPr/>
            <p:nvPr/>
          </p:nvSpPr>
          <p:spPr>
            <a:xfrm>
              <a:off x="6182503" y="3823361"/>
              <a:ext cx="52087" cy="136898"/>
            </a:xfrm>
            <a:custGeom>
              <a:avLst/>
              <a:gdLst>
                <a:gd name="csX0" fmla="*/ 35496 w 60070"/>
                <a:gd name="csY0" fmla="*/ 4864 h 157880"/>
                <a:gd name="csX1" fmla="*/ 16573 w 60070"/>
                <a:gd name="csY1" fmla="*/ 56121 h 157880"/>
                <a:gd name="csX2" fmla="*/ 0 w 60070"/>
                <a:gd name="csY2" fmla="*/ 73641 h 157880"/>
                <a:gd name="csX3" fmla="*/ 21463 w 60070"/>
                <a:gd name="csY3" fmla="*/ 157880 h 157880"/>
                <a:gd name="csX4" fmla="*/ 32067 w 60070"/>
                <a:gd name="csY4" fmla="*/ 145656 h 157880"/>
                <a:gd name="csX5" fmla="*/ 55118 w 60070"/>
                <a:gd name="csY5" fmla="*/ 75476 h 157880"/>
                <a:gd name="csX6" fmla="*/ 28511 w 60070"/>
                <a:gd name="csY6" fmla="*/ 79153 h 157880"/>
                <a:gd name="csX7" fmla="*/ 41021 w 60070"/>
                <a:gd name="csY7" fmla="*/ 28867 h 157880"/>
                <a:gd name="csX8" fmla="*/ 57594 w 60070"/>
                <a:gd name="csY8" fmla="*/ 37738 h 157880"/>
                <a:gd name="csX9" fmla="*/ 60071 w 60070"/>
                <a:gd name="csY9" fmla="*/ 0 h 157880"/>
                <a:gd name="csX10" fmla="*/ 35496 w 60070"/>
                <a:gd name="csY10" fmla="*/ 5080 h 157880"/>
                <a:gd name="csX11" fmla="*/ 35496 w 60070"/>
                <a:gd name="csY11" fmla="*/ 4864 h 15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070" h="157880">
                  <a:moveTo>
                    <a:pt x="35496" y="4864"/>
                  </a:moveTo>
                  <a:cubicBezTo>
                    <a:pt x="16701" y="51365"/>
                    <a:pt x="20827" y="49200"/>
                    <a:pt x="16573" y="56121"/>
                  </a:cubicBezTo>
                  <a:cubicBezTo>
                    <a:pt x="12064" y="63582"/>
                    <a:pt x="4763" y="70504"/>
                    <a:pt x="0" y="73641"/>
                  </a:cubicBezTo>
                  <a:lnTo>
                    <a:pt x="21463" y="157880"/>
                  </a:lnTo>
                  <a:cubicBezTo>
                    <a:pt x="23495" y="156146"/>
                    <a:pt x="30670" y="145008"/>
                    <a:pt x="32067" y="145656"/>
                  </a:cubicBezTo>
                  <a:lnTo>
                    <a:pt x="55118" y="75476"/>
                  </a:lnTo>
                  <a:lnTo>
                    <a:pt x="28511" y="79153"/>
                  </a:lnTo>
                  <a:lnTo>
                    <a:pt x="41021" y="28867"/>
                  </a:lnTo>
                  <a:lnTo>
                    <a:pt x="57594" y="37738"/>
                  </a:lnTo>
                  <a:lnTo>
                    <a:pt x="60071" y="0"/>
                  </a:lnTo>
                  <a:lnTo>
                    <a:pt x="35496" y="5080"/>
                  </a:lnTo>
                  <a:lnTo>
                    <a:pt x="35496" y="48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35C33BB4-683A-2FCE-92AB-E2626F7AFA4C}"/>
                </a:ext>
              </a:extLst>
            </p:cNvPr>
            <p:cNvSpPr/>
            <p:nvPr/>
          </p:nvSpPr>
          <p:spPr>
            <a:xfrm>
              <a:off x="6335132" y="3671459"/>
              <a:ext cx="313626" cy="299861"/>
            </a:xfrm>
            <a:custGeom>
              <a:avLst/>
              <a:gdLst>
                <a:gd name="csX0" fmla="*/ 355473 w 361695"/>
                <a:gd name="csY0" fmla="*/ 301809 h 345820"/>
                <a:gd name="csX1" fmla="*/ 361696 w 361695"/>
                <a:gd name="csY1" fmla="*/ 303219 h 345820"/>
                <a:gd name="csX2" fmla="*/ 344424 w 361695"/>
                <a:gd name="csY2" fmla="*/ 266776 h 345820"/>
                <a:gd name="csX3" fmla="*/ 328803 w 361695"/>
                <a:gd name="csY3" fmla="*/ 264287 h 345820"/>
                <a:gd name="csX4" fmla="*/ 337376 w 361695"/>
                <a:gd name="csY4" fmla="*/ 232817 h 345820"/>
                <a:gd name="csX5" fmla="*/ 319913 w 361695"/>
                <a:gd name="csY5" fmla="*/ 205569 h 345820"/>
                <a:gd name="csX6" fmla="*/ 309435 w 361695"/>
                <a:gd name="csY6" fmla="*/ 205569 h 345820"/>
                <a:gd name="csX7" fmla="*/ 284797 w 361695"/>
                <a:gd name="csY7" fmla="*/ 186969 h 345820"/>
                <a:gd name="csX8" fmla="*/ 273177 w 361695"/>
                <a:gd name="csY8" fmla="*/ 188697 h 345820"/>
                <a:gd name="csX9" fmla="*/ 264604 w 361695"/>
                <a:gd name="csY9" fmla="*/ 178422 h 345820"/>
                <a:gd name="csX10" fmla="*/ 272732 w 361695"/>
                <a:gd name="csY10" fmla="*/ 170853 h 345820"/>
                <a:gd name="csX11" fmla="*/ 247396 w 361695"/>
                <a:gd name="csY11" fmla="*/ 145225 h 345820"/>
                <a:gd name="csX12" fmla="*/ 248920 w 361695"/>
                <a:gd name="csY12" fmla="*/ 120142 h 345820"/>
                <a:gd name="csX13" fmla="*/ 259461 w 361695"/>
                <a:gd name="csY13" fmla="*/ 115703 h 345820"/>
                <a:gd name="csX14" fmla="*/ 274701 w 361695"/>
                <a:gd name="csY14" fmla="*/ 93212 h 345820"/>
                <a:gd name="csX15" fmla="*/ 267208 w 361695"/>
                <a:gd name="csY15" fmla="*/ 79153 h 345820"/>
                <a:gd name="csX16" fmla="*/ 278702 w 361695"/>
                <a:gd name="csY16" fmla="*/ 74613 h 345820"/>
                <a:gd name="csX17" fmla="*/ 280733 w 361695"/>
                <a:gd name="csY17" fmla="*/ 60662 h 345820"/>
                <a:gd name="csX18" fmla="*/ 244094 w 361695"/>
                <a:gd name="csY18" fmla="*/ 56445 h 345820"/>
                <a:gd name="csX19" fmla="*/ 224727 w 361695"/>
                <a:gd name="csY19" fmla="*/ 6814 h 345820"/>
                <a:gd name="csX20" fmla="*/ 203454 w 361695"/>
                <a:gd name="csY20" fmla="*/ 16974 h 345820"/>
                <a:gd name="csX21" fmla="*/ 201104 w 361695"/>
                <a:gd name="csY21" fmla="*/ 4001 h 345820"/>
                <a:gd name="csX22" fmla="*/ 153353 w 361695"/>
                <a:gd name="csY22" fmla="*/ 0 h 345820"/>
                <a:gd name="csX23" fmla="*/ 150241 w 361695"/>
                <a:gd name="csY23" fmla="*/ 9944 h 345820"/>
                <a:gd name="csX24" fmla="*/ 132779 w 361695"/>
                <a:gd name="csY24" fmla="*/ 14815 h 345820"/>
                <a:gd name="csX25" fmla="*/ 118110 w 361695"/>
                <a:gd name="csY25" fmla="*/ 32334 h 345820"/>
                <a:gd name="csX26" fmla="*/ 93853 w 361695"/>
                <a:gd name="csY26" fmla="*/ 39465 h 345820"/>
                <a:gd name="csX27" fmla="*/ 95694 w 361695"/>
                <a:gd name="csY27" fmla="*/ 72993 h 345820"/>
                <a:gd name="csX28" fmla="*/ 90615 w 361695"/>
                <a:gd name="csY28" fmla="*/ 87052 h 345820"/>
                <a:gd name="csX29" fmla="*/ 90615 w 361695"/>
                <a:gd name="csY29" fmla="*/ 107486 h 345820"/>
                <a:gd name="csX30" fmla="*/ 79629 w 361695"/>
                <a:gd name="csY30" fmla="*/ 126410 h 345820"/>
                <a:gd name="csX31" fmla="*/ 0 w 361695"/>
                <a:gd name="csY31" fmla="*/ 170853 h 345820"/>
                <a:gd name="csX32" fmla="*/ 8763 w 361695"/>
                <a:gd name="csY32" fmla="*/ 201892 h 345820"/>
                <a:gd name="csX33" fmla="*/ 19812 w 361695"/>
                <a:gd name="csY33" fmla="*/ 202648 h 345820"/>
                <a:gd name="csX34" fmla="*/ 17335 w 361695"/>
                <a:gd name="csY34" fmla="*/ 221139 h 345820"/>
                <a:gd name="csX35" fmla="*/ 17335 w 361695"/>
                <a:gd name="csY35" fmla="*/ 221355 h 345820"/>
                <a:gd name="csX36" fmla="*/ 64262 w 361695"/>
                <a:gd name="csY36" fmla="*/ 232817 h 345820"/>
                <a:gd name="csX37" fmla="*/ 121412 w 361695"/>
                <a:gd name="csY37" fmla="*/ 262769 h 345820"/>
                <a:gd name="csX38" fmla="*/ 222885 w 361695"/>
                <a:gd name="csY38" fmla="*/ 342576 h 345820"/>
                <a:gd name="csX39" fmla="*/ 286067 w 361695"/>
                <a:gd name="csY39" fmla="*/ 345821 h 345820"/>
                <a:gd name="csX40" fmla="*/ 308356 w 361695"/>
                <a:gd name="csY40" fmla="*/ 306781 h 345820"/>
                <a:gd name="csX41" fmla="*/ 340741 w 361695"/>
                <a:gd name="csY41" fmla="*/ 307867 h 345820"/>
                <a:gd name="csX42" fmla="*/ 349186 w 361695"/>
                <a:gd name="csY42" fmla="*/ 319545 h 345820"/>
                <a:gd name="csX43" fmla="*/ 353187 w 361695"/>
                <a:gd name="csY43" fmla="*/ 317595 h 345820"/>
                <a:gd name="csX44" fmla="*/ 356933 w 361695"/>
                <a:gd name="csY44" fmla="*/ 310134 h 345820"/>
                <a:gd name="csX45" fmla="*/ 355791 w 361695"/>
                <a:gd name="csY45" fmla="*/ 302025 h 345820"/>
                <a:gd name="csX46" fmla="*/ 355473 w 361695"/>
                <a:gd name="csY46" fmla="*/ 301809 h 345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361695" h="345820">
                  <a:moveTo>
                    <a:pt x="355473" y="301809"/>
                  </a:moveTo>
                  <a:cubicBezTo>
                    <a:pt x="357822" y="302349"/>
                    <a:pt x="359791" y="302781"/>
                    <a:pt x="361696" y="303219"/>
                  </a:cubicBezTo>
                  <a:lnTo>
                    <a:pt x="344424" y="266776"/>
                  </a:lnTo>
                  <a:lnTo>
                    <a:pt x="328803" y="264287"/>
                  </a:lnTo>
                  <a:lnTo>
                    <a:pt x="337376" y="232817"/>
                  </a:lnTo>
                  <a:lnTo>
                    <a:pt x="319913" y="205569"/>
                  </a:lnTo>
                  <a:lnTo>
                    <a:pt x="309435" y="205569"/>
                  </a:lnTo>
                  <a:lnTo>
                    <a:pt x="284797" y="186969"/>
                  </a:lnTo>
                  <a:lnTo>
                    <a:pt x="273177" y="188697"/>
                  </a:lnTo>
                  <a:lnTo>
                    <a:pt x="264604" y="178422"/>
                  </a:lnTo>
                  <a:lnTo>
                    <a:pt x="272732" y="170853"/>
                  </a:lnTo>
                  <a:lnTo>
                    <a:pt x="247396" y="145225"/>
                  </a:lnTo>
                  <a:lnTo>
                    <a:pt x="248920" y="120142"/>
                  </a:lnTo>
                  <a:lnTo>
                    <a:pt x="259461" y="115703"/>
                  </a:lnTo>
                  <a:lnTo>
                    <a:pt x="274701" y="93212"/>
                  </a:lnTo>
                  <a:lnTo>
                    <a:pt x="267208" y="79153"/>
                  </a:lnTo>
                  <a:lnTo>
                    <a:pt x="278702" y="74613"/>
                  </a:lnTo>
                  <a:lnTo>
                    <a:pt x="280733" y="60662"/>
                  </a:lnTo>
                  <a:lnTo>
                    <a:pt x="244094" y="56445"/>
                  </a:lnTo>
                  <a:lnTo>
                    <a:pt x="224727" y="6814"/>
                  </a:lnTo>
                  <a:lnTo>
                    <a:pt x="203454" y="16974"/>
                  </a:lnTo>
                  <a:lnTo>
                    <a:pt x="201104" y="4001"/>
                  </a:lnTo>
                  <a:lnTo>
                    <a:pt x="153353" y="0"/>
                  </a:lnTo>
                  <a:lnTo>
                    <a:pt x="150241" y="9944"/>
                  </a:lnTo>
                  <a:lnTo>
                    <a:pt x="132779" y="14815"/>
                  </a:lnTo>
                  <a:lnTo>
                    <a:pt x="118110" y="32334"/>
                  </a:lnTo>
                  <a:lnTo>
                    <a:pt x="93853" y="39465"/>
                  </a:lnTo>
                  <a:lnTo>
                    <a:pt x="95694" y="72993"/>
                  </a:lnTo>
                  <a:lnTo>
                    <a:pt x="90615" y="87052"/>
                  </a:lnTo>
                  <a:lnTo>
                    <a:pt x="90615" y="107486"/>
                  </a:lnTo>
                  <a:lnTo>
                    <a:pt x="79629" y="126410"/>
                  </a:lnTo>
                  <a:lnTo>
                    <a:pt x="0" y="170853"/>
                  </a:lnTo>
                  <a:lnTo>
                    <a:pt x="8763" y="201892"/>
                  </a:lnTo>
                  <a:lnTo>
                    <a:pt x="19812" y="202648"/>
                  </a:lnTo>
                  <a:lnTo>
                    <a:pt x="17335" y="221139"/>
                  </a:lnTo>
                  <a:lnTo>
                    <a:pt x="17335" y="221355"/>
                  </a:lnTo>
                  <a:lnTo>
                    <a:pt x="64262" y="232817"/>
                  </a:lnTo>
                  <a:lnTo>
                    <a:pt x="121412" y="262769"/>
                  </a:lnTo>
                  <a:lnTo>
                    <a:pt x="222885" y="342576"/>
                  </a:lnTo>
                  <a:lnTo>
                    <a:pt x="286067" y="345821"/>
                  </a:lnTo>
                  <a:lnTo>
                    <a:pt x="308356" y="306781"/>
                  </a:lnTo>
                  <a:lnTo>
                    <a:pt x="340741" y="307867"/>
                  </a:lnTo>
                  <a:lnTo>
                    <a:pt x="349186" y="319545"/>
                  </a:lnTo>
                  <a:cubicBezTo>
                    <a:pt x="350583" y="319221"/>
                    <a:pt x="351980" y="318681"/>
                    <a:pt x="353187" y="317595"/>
                  </a:cubicBezTo>
                  <a:cubicBezTo>
                    <a:pt x="353822" y="316840"/>
                    <a:pt x="359029" y="314141"/>
                    <a:pt x="356933" y="310134"/>
                  </a:cubicBezTo>
                  <a:cubicBezTo>
                    <a:pt x="356108" y="307759"/>
                    <a:pt x="350901" y="300946"/>
                    <a:pt x="355791" y="302025"/>
                  </a:cubicBezTo>
                  <a:lnTo>
                    <a:pt x="355473" y="301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08884F94-ABD8-3146-B70A-19337E68FE9F}"/>
                </a:ext>
              </a:extLst>
            </p:cNvPr>
            <p:cNvSpPr/>
            <p:nvPr/>
          </p:nvSpPr>
          <p:spPr>
            <a:xfrm>
              <a:off x="6872276" y="4037241"/>
              <a:ext cx="31480" cy="18116"/>
            </a:xfrm>
            <a:custGeom>
              <a:avLst/>
              <a:gdLst>
                <a:gd name="csX0" fmla="*/ 34581 w 36305"/>
                <a:gd name="csY0" fmla="*/ 0 h 20893"/>
                <a:gd name="csX1" fmla="*/ 18007 w 36305"/>
                <a:gd name="csY1" fmla="*/ 4108 h 20893"/>
                <a:gd name="csX2" fmla="*/ 17055 w 36305"/>
                <a:gd name="csY2" fmla="*/ 4108 h 20893"/>
                <a:gd name="csX3" fmla="*/ 9625 w 36305"/>
                <a:gd name="csY3" fmla="*/ 11138 h 20893"/>
                <a:gd name="csX4" fmla="*/ 1941 w 36305"/>
                <a:gd name="csY4" fmla="*/ 14275 h 20893"/>
                <a:gd name="csX5" fmla="*/ 608 w 36305"/>
                <a:gd name="csY5" fmla="*/ 19139 h 20893"/>
                <a:gd name="csX6" fmla="*/ 4926 w 36305"/>
                <a:gd name="csY6" fmla="*/ 20434 h 20893"/>
                <a:gd name="csX7" fmla="*/ 16927 w 36305"/>
                <a:gd name="csY7" fmla="*/ 13519 h 20893"/>
                <a:gd name="csX8" fmla="*/ 24992 w 36305"/>
                <a:gd name="csY8" fmla="*/ 12973 h 20893"/>
                <a:gd name="csX9" fmla="*/ 34517 w 36305"/>
                <a:gd name="csY9" fmla="*/ 108 h 20893"/>
                <a:gd name="csX10" fmla="*/ 34581 w 36305"/>
                <a:gd name="csY10" fmla="*/ 0 h 2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305" h="20893">
                  <a:moveTo>
                    <a:pt x="34581" y="0"/>
                  </a:moveTo>
                  <a:cubicBezTo>
                    <a:pt x="24294" y="755"/>
                    <a:pt x="24103" y="4216"/>
                    <a:pt x="18007" y="4108"/>
                  </a:cubicBezTo>
                  <a:lnTo>
                    <a:pt x="17055" y="4108"/>
                  </a:lnTo>
                  <a:cubicBezTo>
                    <a:pt x="12165" y="3892"/>
                    <a:pt x="14134" y="9296"/>
                    <a:pt x="9625" y="11138"/>
                  </a:cubicBezTo>
                  <a:lnTo>
                    <a:pt x="1941" y="14275"/>
                  </a:lnTo>
                  <a:cubicBezTo>
                    <a:pt x="-1424" y="15678"/>
                    <a:pt x="608" y="19786"/>
                    <a:pt x="608" y="19139"/>
                  </a:cubicBezTo>
                  <a:cubicBezTo>
                    <a:pt x="1370" y="20758"/>
                    <a:pt x="3402" y="21412"/>
                    <a:pt x="4926" y="20434"/>
                  </a:cubicBezTo>
                  <a:lnTo>
                    <a:pt x="16927" y="13519"/>
                  </a:lnTo>
                  <a:cubicBezTo>
                    <a:pt x="21372" y="11030"/>
                    <a:pt x="21372" y="16433"/>
                    <a:pt x="24992" y="12973"/>
                  </a:cubicBezTo>
                  <a:cubicBezTo>
                    <a:pt x="34708" y="3461"/>
                    <a:pt x="39025" y="432"/>
                    <a:pt x="34517" y="108"/>
                  </a:cubicBezTo>
                  <a:lnTo>
                    <a:pt x="3458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5CAFE65C-86E2-06D5-0EB7-5D8B42878AE1}"/>
                </a:ext>
              </a:extLst>
            </p:cNvPr>
            <p:cNvSpPr/>
            <p:nvPr/>
          </p:nvSpPr>
          <p:spPr>
            <a:xfrm>
              <a:off x="6825528" y="4051027"/>
              <a:ext cx="8807" cy="7381"/>
            </a:xfrm>
            <a:custGeom>
              <a:avLst/>
              <a:gdLst>
                <a:gd name="csX0" fmla="*/ 4927 w 10157"/>
                <a:gd name="csY0" fmla="*/ 103 h 8512"/>
                <a:gd name="csX1" fmla="*/ 4292 w 10157"/>
                <a:gd name="csY1" fmla="*/ 103 h 8512"/>
                <a:gd name="csX2" fmla="*/ 101 w 10157"/>
                <a:gd name="csY2" fmla="*/ 3564 h 8512"/>
                <a:gd name="csX3" fmla="*/ 2578 w 10157"/>
                <a:gd name="csY3" fmla="*/ 7456 h 8512"/>
                <a:gd name="csX4" fmla="*/ 9944 w 10157"/>
                <a:gd name="csY4" fmla="*/ 6053 h 8512"/>
                <a:gd name="csX5" fmla="*/ 4927 w 10157"/>
                <a:gd name="csY5" fmla="*/ 103 h 8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57" h="8512">
                  <a:moveTo>
                    <a:pt x="4927" y="103"/>
                  </a:moveTo>
                  <a:lnTo>
                    <a:pt x="4292" y="103"/>
                  </a:lnTo>
                  <a:cubicBezTo>
                    <a:pt x="610" y="-760"/>
                    <a:pt x="-343" y="4104"/>
                    <a:pt x="101" y="3564"/>
                  </a:cubicBezTo>
                  <a:cubicBezTo>
                    <a:pt x="-343" y="5405"/>
                    <a:pt x="863" y="7132"/>
                    <a:pt x="2578" y="7456"/>
                  </a:cubicBezTo>
                  <a:cubicBezTo>
                    <a:pt x="4419" y="7456"/>
                    <a:pt x="11468" y="10593"/>
                    <a:pt x="9944" y="6053"/>
                  </a:cubicBezTo>
                  <a:cubicBezTo>
                    <a:pt x="9944" y="6053"/>
                    <a:pt x="9055" y="973"/>
                    <a:pt x="4927" y="1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9BFEC458-A9B2-0FA3-DDD8-AD0ED46D09D9}"/>
                </a:ext>
              </a:extLst>
            </p:cNvPr>
            <p:cNvSpPr/>
            <p:nvPr/>
          </p:nvSpPr>
          <p:spPr>
            <a:xfrm>
              <a:off x="6800969" y="4042124"/>
              <a:ext cx="8458" cy="5776"/>
            </a:xfrm>
            <a:custGeom>
              <a:avLst/>
              <a:gdLst>
                <a:gd name="csX0" fmla="*/ 9246 w 9754"/>
                <a:gd name="csY0" fmla="*/ 2908 h 6661"/>
                <a:gd name="csX1" fmla="*/ 2325 w 9754"/>
                <a:gd name="csY1" fmla="*/ 95 h 6661"/>
                <a:gd name="csX2" fmla="*/ 229 w 9754"/>
                <a:gd name="csY2" fmla="*/ 3232 h 6661"/>
                <a:gd name="csX3" fmla="*/ 483 w 9754"/>
                <a:gd name="csY3" fmla="*/ 3880 h 6661"/>
                <a:gd name="csX4" fmla="*/ 7722 w 9754"/>
                <a:gd name="csY4" fmla="*/ 6369 h 6661"/>
                <a:gd name="csX5" fmla="*/ 9246 w 9754"/>
                <a:gd name="csY5" fmla="*/ 2800 h 6661"/>
                <a:gd name="csX6" fmla="*/ 9246 w 9754"/>
                <a:gd name="csY6" fmla="*/ 2908 h 6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54" h="6661">
                  <a:moveTo>
                    <a:pt x="9246" y="2908"/>
                  </a:moveTo>
                  <a:cubicBezTo>
                    <a:pt x="7278" y="-553"/>
                    <a:pt x="1690" y="-13"/>
                    <a:pt x="2325" y="95"/>
                  </a:cubicBezTo>
                  <a:cubicBezTo>
                    <a:pt x="483" y="95"/>
                    <a:pt x="-469" y="1613"/>
                    <a:pt x="229" y="3232"/>
                  </a:cubicBezTo>
                  <a:lnTo>
                    <a:pt x="483" y="3880"/>
                  </a:lnTo>
                  <a:cubicBezTo>
                    <a:pt x="2070" y="7772"/>
                    <a:pt x="8294" y="6477"/>
                    <a:pt x="7722" y="6369"/>
                  </a:cubicBezTo>
                  <a:cubicBezTo>
                    <a:pt x="11215" y="6045"/>
                    <a:pt x="9120" y="2260"/>
                    <a:pt x="9246" y="2800"/>
                  </a:cubicBezTo>
                  <a:lnTo>
                    <a:pt x="9246" y="29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FADACC4E-199B-0B64-FF8B-351A657F47A8}"/>
                </a:ext>
              </a:extLst>
            </p:cNvPr>
            <p:cNvSpPr/>
            <p:nvPr/>
          </p:nvSpPr>
          <p:spPr>
            <a:xfrm>
              <a:off x="6503949" y="3584816"/>
              <a:ext cx="625712" cy="517385"/>
            </a:xfrm>
            <a:custGeom>
              <a:avLst/>
              <a:gdLst>
                <a:gd name="csX0" fmla="*/ 702373 w 721613"/>
                <a:gd name="csY0" fmla="*/ 516356 h 596683"/>
                <a:gd name="csX1" fmla="*/ 700850 w 721613"/>
                <a:gd name="csY1" fmla="*/ 476999 h 596683"/>
                <a:gd name="csX2" fmla="*/ 666242 w 721613"/>
                <a:gd name="csY2" fmla="*/ 462940 h 596683"/>
                <a:gd name="csX3" fmla="*/ 631444 w 721613"/>
                <a:gd name="csY3" fmla="*/ 412547 h 596683"/>
                <a:gd name="csX4" fmla="*/ 666242 w 721613"/>
                <a:gd name="csY4" fmla="*/ 370808 h 596683"/>
                <a:gd name="csX5" fmla="*/ 662750 w 721613"/>
                <a:gd name="csY5" fmla="*/ 351123 h 596683"/>
                <a:gd name="csX6" fmla="*/ 628523 w 721613"/>
                <a:gd name="csY6" fmla="*/ 343230 h 596683"/>
                <a:gd name="csX7" fmla="*/ 621601 w 721613"/>
                <a:gd name="csY7" fmla="*/ 277374 h 596683"/>
                <a:gd name="csX8" fmla="*/ 632015 w 721613"/>
                <a:gd name="csY8" fmla="*/ 261696 h 596683"/>
                <a:gd name="csX9" fmla="*/ 616331 w 721613"/>
                <a:gd name="csY9" fmla="*/ 251638 h 596683"/>
                <a:gd name="csX10" fmla="*/ 644651 w 721613"/>
                <a:gd name="csY10" fmla="*/ 181566 h 596683"/>
                <a:gd name="csX11" fmla="*/ 640969 w 721613"/>
                <a:gd name="csY11" fmla="*/ 130740 h 596683"/>
                <a:gd name="csX12" fmla="*/ 612394 w 721613"/>
                <a:gd name="csY12" fmla="*/ 129553 h 596683"/>
                <a:gd name="csX13" fmla="*/ 602170 w 721613"/>
                <a:gd name="csY13" fmla="*/ 113329 h 596683"/>
                <a:gd name="csX14" fmla="*/ 582993 w 721613"/>
                <a:gd name="csY14" fmla="*/ 107817 h 596683"/>
                <a:gd name="csX15" fmla="*/ 573468 w 721613"/>
                <a:gd name="csY15" fmla="*/ 90081 h 596683"/>
                <a:gd name="csX16" fmla="*/ 502793 w 721613"/>
                <a:gd name="csY16" fmla="*/ 74835 h 596683"/>
                <a:gd name="csX17" fmla="*/ 498348 w 721613"/>
                <a:gd name="csY17" fmla="*/ 61855 h 596683"/>
                <a:gd name="csX18" fmla="*/ 465899 w 721613"/>
                <a:gd name="csY18" fmla="*/ 61855 h 596683"/>
                <a:gd name="csX19" fmla="*/ 458215 w 721613"/>
                <a:gd name="csY19" fmla="*/ 70510 h 596683"/>
                <a:gd name="csX20" fmla="*/ 420941 w 721613"/>
                <a:gd name="csY20" fmla="*/ 73101 h 596683"/>
                <a:gd name="csX21" fmla="*/ 404304 w 721613"/>
                <a:gd name="csY21" fmla="*/ 94621 h 596683"/>
                <a:gd name="csX22" fmla="*/ 373189 w 721613"/>
                <a:gd name="csY22" fmla="*/ 102730 h 596683"/>
                <a:gd name="csX23" fmla="*/ 375158 w 721613"/>
                <a:gd name="csY23" fmla="*/ 109220 h 596683"/>
                <a:gd name="csX24" fmla="*/ 376809 w 721613"/>
                <a:gd name="csY24" fmla="*/ 119170 h 596683"/>
                <a:gd name="csX25" fmla="*/ 376238 w 721613"/>
                <a:gd name="csY25" fmla="*/ 120142 h 596683"/>
                <a:gd name="csX26" fmla="*/ 363283 w 721613"/>
                <a:gd name="csY26" fmla="*/ 118307 h 596683"/>
                <a:gd name="csX27" fmla="*/ 360425 w 721613"/>
                <a:gd name="csY27" fmla="*/ 113868 h 596683"/>
                <a:gd name="csX28" fmla="*/ 276987 w 721613"/>
                <a:gd name="csY28" fmla="*/ 125876 h 596683"/>
                <a:gd name="csX29" fmla="*/ 261620 w 721613"/>
                <a:gd name="csY29" fmla="*/ 122199 h 596683"/>
                <a:gd name="csX30" fmla="*/ 236538 w 721613"/>
                <a:gd name="csY30" fmla="*/ 104356 h 596683"/>
                <a:gd name="csX31" fmla="*/ 228726 w 721613"/>
                <a:gd name="csY31" fmla="*/ 94945 h 596683"/>
                <a:gd name="csX32" fmla="*/ 195263 w 721613"/>
                <a:gd name="csY32" fmla="*/ 87376 h 596683"/>
                <a:gd name="csX33" fmla="*/ 186055 w 721613"/>
                <a:gd name="csY33" fmla="*/ 74619 h 596683"/>
                <a:gd name="csX34" fmla="*/ 183578 w 721613"/>
                <a:gd name="csY34" fmla="*/ 55366 h 596683"/>
                <a:gd name="csX35" fmla="*/ 171767 w 721613"/>
                <a:gd name="csY35" fmla="*/ 55366 h 596683"/>
                <a:gd name="csX36" fmla="*/ 149288 w 721613"/>
                <a:gd name="csY36" fmla="*/ 35903 h 596683"/>
                <a:gd name="csX37" fmla="*/ 153606 w 721613"/>
                <a:gd name="csY37" fmla="*/ 20009 h 596683"/>
                <a:gd name="csX38" fmla="*/ 162051 w 721613"/>
                <a:gd name="csY38" fmla="*/ 12979 h 596683"/>
                <a:gd name="csX39" fmla="*/ 146240 w 721613"/>
                <a:gd name="csY39" fmla="*/ 0 h 596683"/>
                <a:gd name="csX40" fmla="*/ 97091 w 721613"/>
                <a:gd name="csY40" fmla="*/ 37205 h 596683"/>
                <a:gd name="csX41" fmla="*/ 50990 w 721613"/>
                <a:gd name="csY41" fmla="*/ 34823 h 596683"/>
                <a:gd name="csX42" fmla="*/ 29273 w 721613"/>
                <a:gd name="csY42" fmla="*/ 12116 h 596683"/>
                <a:gd name="csX43" fmla="*/ 0 w 721613"/>
                <a:gd name="csY43" fmla="*/ 12656 h 596683"/>
                <a:gd name="csX44" fmla="*/ 14414 w 721613"/>
                <a:gd name="csY44" fmla="*/ 56344 h 596683"/>
                <a:gd name="csX45" fmla="*/ 7493 w 721613"/>
                <a:gd name="csY45" fmla="*/ 76346 h 596683"/>
                <a:gd name="csX46" fmla="*/ 20891 w 721613"/>
                <a:gd name="csY46" fmla="*/ 83483 h 596683"/>
                <a:gd name="csX47" fmla="*/ 49275 w 721613"/>
                <a:gd name="csY47" fmla="*/ 156369 h 596683"/>
                <a:gd name="csX48" fmla="*/ 85978 w 721613"/>
                <a:gd name="csY48" fmla="*/ 160585 h 596683"/>
                <a:gd name="csX49" fmla="*/ 83883 w 721613"/>
                <a:gd name="csY49" fmla="*/ 174536 h 596683"/>
                <a:gd name="csX50" fmla="*/ 72453 w 721613"/>
                <a:gd name="csY50" fmla="*/ 179076 h 596683"/>
                <a:gd name="csX51" fmla="*/ 79883 w 721613"/>
                <a:gd name="csY51" fmla="*/ 193135 h 596683"/>
                <a:gd name="csX52" fmla="*/ 64643 w 721613"/>
                <a:gd name="csY52" fmla="*/ 215627 h 596683"/>
                <a:gd name="csX53" fmla="*/ 54165 w 721613"/>
                <a:gd name="csY53" fmla="*/ 220059 h 596683"/>
                <a:gd name="csX54" fmla="*/ 52641 w 721613"/>
                <a:gd name="csY54" fmla="*/ 245148 h 596683"/>
                <a:gd name="csX55" fmla="*/ 77977 w 721613"/>
                <a:gd name="csY55" fmla="*/ 270777 h 596683"/>
                <a:gd name="csX56" fmla="*/ 69850 w 721613"/>
                <a:gd name="csY56" fmla="*/ 278346 h 596683"/>
                <a:gd name="csX57" fmla="*/ 78359 w 721613"/>
                <a:gd name="csY57" fmla="*/ 288620 h 596683"/>
                <a:gd name="csX58" fmla="*/ 89979 w 721613"/>
                <a:gd name="csY58" fmla="*/ 286893 h 596683"/>
                <a:gd name="csX59" fmla="*/ 114617 w 721613"/>
                <a:gd name="csY59" fmla="*/ 305492 h 596683"/>
                <a:gd name="csX60" fmla="*/ 125158 w 721613"/>
                <a:gd name="csY60" fmla="*/ 305492 h 596683"/>
                <a:gd name="csX61" fmla="*/ 142557 w 721613"/>
                <a:gd name="csY61" fmla="*/ 332740 h 596683"/>
                <a:gd name="csX62" fmla="*/ 134048 w 721613"/>
                <a:gd name="csY62" fmla="*/ 364211 h 596683"/>
                <a:gd name="csX63" fmla="*/ 149606 w 721613"/>
                <a:gd name="csY63" fmla="*/ 366694 h 596683"/>
                <a:gd name="csX64" fmla="*/ 166941 w 721613"/>
                <a:gd name="csY64" fmla="*/ 403136 h 596683"/>
                <a:gd name="csX65" fmla="*/ 175704 w 721613"/>
                <a:gd name="csY65" fmla="*/ 403136 h 596683"/>
                <a:gd name="csX66" fmla="*/ 182372 w 721613"/>
                <a:gd name="csY66" fmla="*/ 396761 h 596683"/>
                <a:gd name="csX67" fmla="*/ 183451 w 721613"/>
                <a:gd name="csY67" fmla="*/ 385515 h 596683"/>
                <a:gd name="csX68" fmla="*/ 195072 w 721613"/>
                <a:gd name="csY68" fmla="*/ 383673 h 596683"/>
                <a:gd name="csX69" fmla="*/ 193230 w 721613"/>
                <a:gd name="csY69" fmla="*/ 388322 h 596683"/>
                <a:gd name="csX70" fmla="*/ 193675 w 721613"/>
                <a:gd name="csY70" fmla="*/ 391135 h 596683"/>
                <a:gd name="csX71" fmla="*/ 202438 w 721613"/>
                <a:gd name="csY71" fmla="*/ 393948 h 596683"/>
                <a:gd name="csX72" fmla="*/ 206946 w 721613"/>
                <a:gd name="csY72" fmla="*/ 399790 h 596683"/>
                <a:gd name="csX73" fmla="*/ 210629 w 721613"/>
                <a:gd name="csY73" fmla="*/ 401085 h 596683"/>
                <a:gd name="csX74" fmla="*/ 232854 w 721613"/>
                <a:gd name="csY74" fmla="*/ 406597 h 596683"/>
                <a:gd name="csX75" fmla="*/ 247967 w 721613"/>
                <a:gd name="csY75" fmla="*/ 423037 h 596683"/>
                <a:gd name="csX76" fmla="*/ 250253 w 721613"/>
                <a:gd name="csY76" fmla="*/ 433635 h 596683"/>
                <a:gd name="csX77" fmla="*/ 255777 w 721613"/>
                <a:gd name="csY77" fmla="*/ 437636 h 596683"/>
                <a:gd name="csX78" fmla="*/ 258825 w 721613"/>
                <a:gd name="csY78" fmla="*/ 445421 h 596683"/>
                <a:gd name="csX79" fmla="*/ 264540 w 721613"/>
                <a:gd name="csY79" fmla="*/ 455047 h 596683"/>
                <a:gd name="csX80" fmla="*/ 266826 w 721613"/>
                <a:gd name="csY80" fmla="*/ 464668 h 596683"/>
                <a:gd name="csX81" fmla="*/ 271272 w 721613"/>
                <a:gd name="csY81" fmla="*/ 470402 h 596683"/>
                <a:gd name="csX82" fmla="*/ 274383 w 721613"/>
                <a:gd name="csY82" fmla="*/ 478295 h 596683"/>
                <a:gd name="csX83" fmla="*/ 290766 w 721613"/>
                <a:gd name="csY83" fmla="*/ 489109 h 596683"/>
                <a:gd name="csX84" fmla="*/ 305435 w 721613"/>
                <a:gd name="csY84" fmla="*/ 490296 h 596683"/>
                <a:gd name="csX85" fmla="*/ 323088 w 721613"/>
                <a:gd name="csY85" fmla="*/ 501110 h 596683"/>
                <a:gd name="csX86" fmla="*/ 322770 w 721613"/>
                <a:gd name="csY86" fmla="*/ 505003 h 596683"/>
                <a:gd name="csX87" fmla="*/ 322897 w 721613"/>
                <a:gd name="csY87" fmla="*/ 508572 h 596683"/>
                <a:gd name="csX88" fmla="*/ 334454 w 721613"/>
                <a:gd name="csY88" fmla="*/ 515169 h 596683"/>
                <a:gd name="csX89" fmla="*/ 355790 w 721613"/>
                <a:gd name="csY89" fmla="*/ 524796 h 596683"/>
                <a:gd name="csX90" fmla="*/ 369315 w 721613"/>
                <a:gd name="csY90" fmla="*/ 532473 h 596683"/>
                <a:gd name="csX91" fmla="*/ 387603 w 721613"/>
                <a:gd name="csY91" fmla="*/ 533013 h 596683"/>
                <a:gd name="csX92" fmla="*/ 407415 w 721613"/>
                <a:gd name="csY92" fmla="*/ 539395 h 596683"/>
                <a:gd name="csX93" fmla="*/ 418909 w 721613"/>
                <a:gd name="csY93" fmla="*/ 531933 h 596683"/>
                <a:gd name="csX94" fmla="*/ 427672 w 721613"/>
                <a:gd name="csY94" fmla="*/ 530092 h 596683"/>
                <a:gd name="csX95" fmla="*/ 433641 w 721613"/>
                <a:gd name="csY95" fmla="*/ 525012 h 596683"/>
                <a:gd name="csX96" fmla="*/ 481901 w 721613"/>
                <a:gd name="csY96" fmla="*/ 518198 h 596683"/>
                <a:gd name="csX97" fmla="*/ 489458 w 721613"/>
                <a:gd name="csY97" fmla="*/ 530200 h 596683"/>
                <a:gd name="csX98" fmla="*/ 491553 w 721613"/>
                <a:gd name="csY98" fmla="*/ 549015 h 596683"/>
                <a:gd name="csX99" fmla="*/ 503872 w 721613"/>
                <a:gd name="csY99" fmla="*/ 569995 h 596683"/>
                <a:gd name="csX100" fmla="*/ 518985 w 721613"/>
                <a:gd name="csY100" fmla="*/ 572052 h 596683"/>
                <a:gd name="csX101" fmla="*/ 526669 w 721613"/>
                <a:gd name="csY101" fmla="*/ 576809 h 596683"/>
                <a:gd name="csX102" fmla="*/ 555942 w 721613"/>
                <a:gd name="csY102" fmla="*/ 578860 h 596683"/>
                <a:gd name="csX103" fmla="*/ 568833 w 721613"/>
                <a:gd name="csY103" fmla="*/ 584378 h 596683"/>
                <a:gd name="csX104" fmla="*/ 576834 w 721613"/>
                <a:gd name="csY104" fmla="*/ 581457 h 596683"/>
                <a:gd name="csX105" fmla="*/ 584517 w 721613"/>
                <a:gd name="csY105" fmla="*/ 583838 h 596683"/>
                <a:gd name="csX106" fmla="*/ 590550 w 721613"/>
                <a:gd name="csY106" fmla="*/ 585997 h 596683"/>
                <a:gd name="csX107" fmla="*/ 610171 w 721613"/>
                <a:gd name="csY107" fmla="*/ 586867 h 596683"/>
                <a:gd name="csX108" fmla="*/ 618680 w 721613"/>
                <a:gd name="csY108" fmla="*/ 581997 h 596683"/>
                <a:gd name="csX109" fmla="*/ 624205 w 721613"/>
                <a:gd name="csY109" fmla="*/ 585781 h 596683"/>
                <a:gd name="csX110" fmla="*/ 627570 w 721613"/>
                <a:gd name="csY110" fmla="*/ 589566 h 596683"/>
                <a:gd name="csX111" fmla="*/ 649732 w 721613"/>
                <a:gd name="csY111" fmla="*/ 596487 h 596683"/>
                <a:gd name="csX112" fmla="*/ 655638 w 721613"/>
                <a:gd name="csY112" fmla="*/ 593566 h 596683"/>
                <a:gd name="csX113" fmla="*/ 659638 w 721613"/>
                <a:gd name="csY113" fmla="*/ 591731 h 596683"/>
                <a:gd name="csX114" fmla="*/ 665543 w 721613"/>
                <a:gd name="csY114" fmla="*/ 562318 h 596683"/>
                <a:gd name="csX115" fmla="*/ 686879 w 721613"/>
                <a:gd name="csY115" fmla="*/ 544475 h 596683"/>
                <a:gd name="csX116" fmla="*/ 717105 w 721613"/>
                <a:gd name="csY116" fmla="*/ 544475 h 596683"/>
                <a:gd name="csX117" fmla="*/ 721613 w 721613"/>
                <a:gd name="csY117" fmla="*/ 521875 h 596683"/>
                <a:gd name="csX118" fmla="*/ 701738 w 721613"/>
                <a:gd name="csY118" fmla="*/ 516465 h 596683"/>
                <a:gd name="csX119" fmla="*/ 702373 w 721613"/>
                <a:gd name="csY119" fmla="*/ 516356 h 596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721613" h="596683">
                  <a:moveTo>
                    <a:pt x="702373" y="516356"/>
                  </a:moveTo>
                  <a:lnTo>
                    <a:pt x="700850" y="476999"/>
                  </a:lnTo>
                  <a:lnTo>
                    <a:pt x="666242" y="462940"/>
                  </a:lnTo>
                  <a:lnTo>
                    <a:pt x="631444" y="412547"/>
                  </a:lnTo>
                  <a:lnTo>
                    <a:pt x="666242" y="370808"/>
                  </a:lnTo>
                  <a:lnTo>
                    <a:pt x="662750" y="351123"/>
                  </a:lnTo>
                  <a:lnTo>
                    <a:pt x="628523" y="343230"/>
                  </a:lnTo>
                  <a:lnTo>
                    <a:pt x="621601" y="277374"/>
                  </a:lnTo>
                  <a:lnTo>
                    <a:pt x="632015" y="261696"/>
                  </a:lnTo>
                  <a:lnTo>
                    <a:pt x="616331" y="251638"/>
                  </a:lnTo>
                  <a:lnTo>
                    <a:pt x="644651" y="181566"/>
                  </a:lnTo>
                  <a:lnTo>
                    <a:pt x="640969" y="130740"/>
                  </a:lnTo>
                  <a:lnTo>
                    <a:pt x="612394" y="129553"/>
                  </a:lnTo>
                  <a:lnTo>
                    <a:pt x="602170" y="113329"/>
                  </a:lnTo>
                  <a:lnTo>
                    <a:pt x="582993" y="107817"/>
                  </a:lnTo>
                  <a:lnTo>
                    <a:pt x="573468" y="90081"/>
                  </a:lnTo>
                  <a:lnTo>
                    <a:pt x="502793" y="74835"/>
                  </a:lnTo>
                  <a:lnTo>
                    <a:pt x="498348" y="61855"/>
                  </a:lnTo>
                  <a:lnTo>
                    <a:pt x="465899" y="61855"/>
                  </a:lnTo>
                  <a:lnTo>
                    <a:pt x="458215" y="70510"/>
                  </a:lnTo>
                  <a:lnTo>
                    <a:pt x="420941" y="73101"/>
                  </a:lnTo>
                  <a:lnTo>
                    <a:pt x="404304" y="94621"/>
                  </a:lnTo>
                  <a:lnTo>
                    <a:pt x="373189" y="102730"/>
                  </a:lnTo>
                  <a:cubicBezTo>
                    <a:pt x="373761" y="105759"/>
                    <a:pt x="374332" y="107601"/>
                    <a:pt x="375158" y="109220"/>
                  </a:cubicBezTo>
                  <a:cubicBezTo>
                    <a:pt x="375602" y="110738"/>
                    <a:pt x="379095" y="115062"/>
                    <a:pt x="376809" y="119170"/>
                  </a:cubicBezTo>
                  <a:lnTo>
                    <a:pt x="376238" y="120142"/>
                  </a:lnTo>
                  <a:cubicBezTo>
                    <a:pt x="373888" y="124358"/>
                    <a:pt x="362965" y="123063"/>
                    <a:pt x="363283" y="118307"/>
                  </a:cubicBezTo>
                  <a:cubicBezTo>
                    <a:pt x="363156" y="117767"/>
                    <a:pt x="364553" y="112681"/>
                    <a:pt x="360425" y="113868"/>
                  </a:cubicBezTo>
                  <a:cubicBezTo>
                    <a:pt x="267462" y="139935"/>
                    <a:pt x="308801" y="130632"/>
                    <a:pt x="276987" y="125876"/>
                  </a:cubicBezTo>
                  <a:cubicBezTo>
                    <a:pt x="270637" y="124898"/>
                    <a:pt x="265430" y="124574"/>
                    <a:pt x="261620" y="122199"/>
                  </a:cubicBezTo>
                  <a:cubicBezTo>
                    <a:pt x="242570" y="110192"/>
                    <a:pt x="238696" y="108464"/>
                    <a:pt x="236538" y="104356"/>
                  </a:cubicBezTo>
                  <a:cubicBezTo>
                    <a:pt x="234759" y="101759"/>
                    <a:pt x="233680" y="95701"/>
                    <a:pt x="228726" y="94945"/>
                  </a:cubicBezTo>
                  <a:cubicBezTo>
                    <a:pt x="199834" y="90189"/>
                    <a:pt x="198310" y="90621"/>
                    <a:pt x="195263" y="87376"/>
                  </a:cubicBezTo>
                  <a:cubicBezTo>
                    <a:pt x="188785" y="80455"/>
                    <a:pt x="186499" y="78619"/>
                    <a:pt x="186055" y="74619"/>
                  </a:cubicBezTo>
                  <a:cubicBezTo>
                    <a:pt x="185420" y="69533"/>
                    <a:pt x="184467" y="62611"/>
                    <a:pt x="183578" y="55366"/>
                  </a:cubicBezTo>
                  <a:lnTo>
                    <a:pt x="171767" y="55366"/>
                  </a:lnTo>
                  <a:lnTo>
                    <a:pt x="149288" y="35903"/>
                  </a:lnTo>
                  <a:lnTo>
                    <a:pt x="153606" y="20009"/>
                  </a:lnTo>
                  <a:lnTo>
                    <a:pt x="162051" y="12979"/>
                  </a:lnTo>
                  <a:lnTo>
                    <a:pt x="146240" y="0"/>
                  </a:lnTo>
                  <a:lnTo>
                    <a:pt x="97091" y="37205"/>
                  </a:lnTo>
                  <a:lnTo>
                    <a:pt x="50990" y="34823"/>
                  </a:lnTo>
                  <a:lnTo>
                    <a:pt x="29273" y="12116"/>
                  </a:lnTo>
                  <a:lnTo>
                    <a:pt x="0" y="12656"/>
                  </a:lnTo>
                  <a:lnTo>
                    <a:pt x="14414" y="56344"/>
                  </a:lnTo>
                  <a:lnTo>
                    <a:pt x="7493" y="76346"/>
                  </a:lnTo>
                  <a:lnTo>
                    <a:pt x="20891" y="83483"/>
                  </a:lnTo>
                  <a:lnTo>
                    <a:pt x="49275" y="156369"/>
                  </a:lnTo>
                  <a:lnTo>
                    <a:pt x="85978" y="160585"/>
                  </a:lnTo>
                  <a:lnTo>
                    <a:pt x="83883" y="174536"/>
                  </a:lnTo>
                  <a:lnTo>
                    <a:pt x="72453" y="179076"/>
                  </a:lnTo>
                  <a:lnTo>
                    <a:pt x="79883" y="193135"/>
                  </a:lnTo>
                  <a:lnTo>
                    <a:pt x="64643" y="215627"/>
                  </a:lnTo>
                  <a:lnTo>
                    <a:pt x="54165" y="220059"/>
                  </a:lnTo>
                  <a:lnTo>
                    <a:pt x="52641" y="245148"/>
                  </a:lnTo>
                  <a:lnTo>
                    <a:pt x="77977" y="270777"/>
                  </a:lnTo>
                  <a:lnTo>
                    <a:pt x="69850" y="278346"/>
                  </a:lnTo>
                  <a:lnTo>
                    <a:pt x="78359" y="288620"/>
                  </a:lnTo>
                  <a:lnTo>
                    <a:pt x="89979" y="286893"/>
                  </a:lnTo>
                  <a:lnTo>
                    <a:pt x="114617" y="305492"/>
                  </a:lnTo>
                  <a:lnTo>
                    <a:pt x="125158" y="305492"/>
                  </a:lnTo>
                  <a:lnTo>
                    <a:pt x="142557" y="332740"/>
                  </a:lnTo>
                  <a:lnTo>
                    <a:pt x="134048" y="364211"/>
                  </a:lnTo>
                  <a:lnTo>
                    <a:pt x="149606" y="366694"/>
                  </a:lnTo>
                  <a:lnTo>
                    <a:pt x="166941" y="403136"/>
                  </a:lnTo>
                  <a:cubicBezTo>
                    <a:pt x="170307" y="403790"/>
                    <a:pt x="173100" y="404114"/>
                    <a:pt x="175704" y="403136"/>
                  </a:cubicBezTo>
                  <a:cubicBezTo>
                    <a:pt x="176974" y="402272"/>
                    <a:pt x="183261" y="401409"/>
                    <a:pt x="182372" y="396761"/>
                  </a:cubicBezTo>
                  <a:cubicBezTo>
                    <a:pt x="182181" y="393624"/>
                    <a:pt x="178943" y="387458"/>
                    <a:pt x="183451" y="385515"/>
                  </a:cubicBezTo>
                  <a:cubicBezTo>
                    <a:pt x="186944" y="384537"/>
                    <a:pt x="192595" y="380105"/>
                    <a:pt x="195072" y="383673"/>
                  </a:cubicBezTo>
                  <a:cubicBezTo>
                    <a:pt x="196913" y="386378"/>
                    <a:pt x="192786" y="388868"/>
                    <a:pt x="193230" y="388322"/>
                  </a:cubicBezTo>
                  <a:cubicBezTo>
                    <a:pt x="191706" y="389300"/>
                    <a:pt x="191833" y="390595"/>
                    <a:pt x="193675" y="391135"/>
                  </a:cubicBezTo>
                  <a:lnTo>
                    <a:pt x="202438" y="393948"/>
                  </a:lnTo>
                  <a:cubicBezTo>
                    <a:pt x="206184" y="395135"/>
                    <a:pt x="207263" y="400437"/>
                    <a:pt x="206946" y="399790"/>
                  </a:cubicBezTo>
                  <a:cubicBezTo>
                    <a:pt x="207518" y="401517"/>
                    <a:pt x="209042" y="402165"/>
                    <a:pt x="210629" y="401085"/>
                  </a:cubicBezTo>
                  <a:cubicBezTo>
                    <a:pt x="235838" y="383781"/>
                    <a:pt x="221170" y="393948"/>
                    <a:pt x="232854" y="406597"/>
                  </a:cubicBezTo>
                  <a:lnTo>
                    <a:pt x="247967" y="423037"/>
                  </a:lnTo>
                  <a:cubicBezTo>
                    <a:pt x="251142" y="426498"/>
                    <a:pt x="250380" y="434175"/>
                    <a:pt x="250253" y="433635"/>
                  </a:cubicBezTo>
                  <a:cubicBezTo>
                    <a:pt x="250253" y="437743"/>
                    <a:pt x="256413" y="437852"/>
                    <a:pt x="255777" y="437636"/>
                  </a:cubicBezTo>
                  <a:cubicBezTo>
                    <a:pt x="260096" y="438176"/>
                    <a:pt x="261302" y="442392"/>
                    <a:pt x="258825" y="445421"/>
                  </a:cubicBezTo>
                  <a:cubicBezTo>
                    <a:pt x="255650" y="449206"/>
                    <a:pt x="264351" y="449097"/>
                    <a:pt x="264540" y="455047"/>
                  </a:cubicBezTo>
                  <a:cubicBezTo>
                    <a:pt x="264795" y="456343"/>
                    <a:pt x="264096" y="461099"/>
                    <a:pt x="266826" y="464668"/>
                  </a:cubicBezTo>
                  <a:lnTo>
                    <a:pt x="271272" y="470402"/>
                  </a:lnTo>
                  <a:cubicBezTo>
                    <a:pt x="273748" y="473647"/>
                    <a:pt x="274638" y="478834"/>
                    <a:pt x="274383" y="478295"/>
                  </a:cubicBezTo>
                  <a:cubicBezTo>
                    <a:pt x="275589" y="483591"/>
                    <a:pt x="286194" y="489325"/>
                    <a:pt x="290766" y="489109"/>
                  </a:cubicBezTo>
                  <a:cubicBezTo>
                    <a:pt x="295592" y="489109"/>
                    <a:pt x="301117" y="487591"/>
                    <a:pt x="305435" y="490296"/>
                  </a:cubicBezTo>
                  <a:lnTo>
                    <a:pt x="323088" y="501110"/>
                  </a:lnTo>
                  <a:cubicBezTo>
                    <a:pt x="326136" y="502952"/>
                    <a:pt x="322452" y="505651"/>
                    <a:pt x="322770" y="505003"/>
                  </a:cubicBezTo>
                  <a:cubicBezTo>
                    <a:pt x="321246" y="505981"/>
                    <a:pt x="321373" y="507600"/>
                    <a:pt x="322897" y="508572"/>
                  </a:cubicBezTo>
                  <a:lnTo>
                    <a:pt x="334454" y="515169"/>
                  </a:lnTo>
                  <a:cubicBezTo>
                    <a:pt x="342455" y="519709"/>
                    <a:pt x="359156" y="521443"/>
                    <a:pt x="355790" y="524796"/>
                  </a:cubicBezTo>
                  <a:cubicBezTo>
                    <a:pt x="352996" y="527602"/>
                    <a:pt x="365442" y="532797"/>
                    <a:pt x="369315" y="532473"/>
                  </a:cubicBezTo>
                  <a:cubicBezTo>
                    <a:pt x="377126" y="532041"/>
                    <a:pt x="383286" y="530955"/>
                    <a:pt x="387603" y="533013"/>
                  </a:cubicBezTo>
                  <a:cubicBezTo>
                    <a:pt x="401700" y="539718"/>
                    <a:pt x="403860" y="541662"/>
                    <a:pt x="407415" y="539395"/>
                  </a:cubicBezTo>
                  <a:lnTo>
                    <a:pt x="418909" y="531933"/>
                  </a:lnTo>
                  <a:cubicBezTo>
                    <a:pt x="422465" y="529660"/>
                    <a:pt x="428180" y="529984"/>
                    <a:pt x="427672" y="530092"/>
                  </a:cubicBezTo>
                  <a:cubicBezTo>
                    <a:pt x="431863" y="530092"/>
                    <a:pt x="434022" y="524364"/>
                    <a:pt x="433641" y="525012"/>
                  </a:cubicBezTo>
                  <a:cubicBezTo>
                    <a:pt x="438023" y="516141"/>
                    <a:pt x="476376" y="509550"/>
                    <a:pt x="481901" y="518198"/>
                  </a:cubicBezTo>
                  <a:lnTo>
                    <a:pt x="489458" y="530200"/>
                  </a:lnTo>
                  <a:cubicBezTo>
                    <a:pt x="492951" y="535718"/>
                    <a:pt x="488696" y="542639"/>
                    <a:pt x="491553" y="549015"/>
                  </a:cubicBezTo>
                  <a:cubicBezTo>
                    <a:pt x="499427" y="566858"/>
                    <a:pt x="499554" y="569347"/>
                    <a:pt x="503872" y="569995"/>
                  </a:cubicBezTo>
                  <a:lnTo>
                    <a:pt x="518985" y="572052"/>
                  </a:lnTo>
                  <a:cubicBezTo>
                    <a:pt x="523367" y="572592"/>
                    <a:pt x="527367" y="577349"/>
                    <a:pt x="526669" y="576809"/>
                  </a:cubicBezTo>
                  <a:cubicBezTo>
                    <a:pt x="532575" y="582536"/>
                    <a:pt x="548894" y="573996"/>
                    <a:pt x="555942" y="578860"/>
                  </a:cubicBezTo>
                  <a:cubicBezTo>
                    <a:pt x="560006" y="581133"/>
                    <a:pt x="563816" y="586213"/>
                    <a:pt x="568833" y="584378"/>
                  </a:cubicBezTo>
                  <a:lnTo>
                    <a:pt x="576834" y="581457"/>
                  </a:lnTo>
                  <a:cubicBezTo>
                    <a:pt x="580834" y="580053"/>
                    <a:pt x="585026" y="584162"/>
                    <a:pt x="584517" y="583838"/>
                  </a:cubicBezTo>
                  <a:cubicBezTo>
                    <a:pt x="585914" y="584917"/>
                    <a:pt x="588581" y="585997"/>
                    <a:pt x="590550" y="585997"/>
                  </a:cubicBezTo>
                  <a:lnTo>
                    <a:pt x="610171" y="586867"/>
                  </a:lnTo>
                  <a:cubicBezTo>
                    <a:pt x="615314" y="587083"/>
                    <a:pt x="613601" y="581133"/>
                    <a:pt x="618680" y="581997"/>
                  </a:cubicBezTo>
                  <a:cubicBezTo>
                    <a:pt x="619379" y="582213"/>
                    <a:pt x="624014" y="581997"/>
                    <a:pt x="624205" y="585781"/>
                  </a:cubicBezTo>
                  <a:cubicBezTo>
                    <a:pt x="624205" y="587299"/>
                    <a:pt x="625856" y="589026"/>
                    <a:pt x="627570" y="589566"/>
                  </a:cubicBezTo>
                  <a:lnTo>
                    <a:pt x="649732" y="596487"/>
                  </a:lnTo>
                  <a:cubicBezTo>
                    <a:pt x="653414" y="597681"/>
                    <a:pt x="656272" y="593027"/>
                    <a:pt x="655638" y="593566"/>
                  </a:cubicBezTo>
                  <a:cubicBezTo>
                    <a:pt x="656589" y="591947"/>
                    <a:pt x="658304" y="591623"/>
                    <a:pt x="659638" y="591731"/>
                  </a:cubicBezTo>
                  <a:lnTo>
                    <a:pt x="665543" y="562318"/>
                  </a:lnTo>
                  <a:lnTo>
                    <a:pt x="686879" y="544475"/>
                  </a:lnTo>
                  <a:lnTo>
                    <a:pt x="717105" y="544475"/>
                  </a:lnTo>
                  <a:lnTo>
                    <a:pt x="721613" y="521875"/>
                  </a:lnTo>
                  <a:lnTo>
                    <a:pt x="701738" y="516465"/>
                  </a:lnTo>
                  <a:lnTo>
                    <a:pt x="702373" y="516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9356B9BC-7E69-C7E4-E684-CFC7A230D97C}"/>
                </a:ext>
              </a:extLst>
            </p:cNvPr>
            <p:cNvSpPr/>
            <p:nvPr/>
          </p:nvSpPr>
          <p:spPr>
            <a:xfrm>
              <a:off x="8167451" y="4753748"/>
              <a:ext cx="350406" cy="359782"/>
            </a:xfrm>
            <a:custGeom>
              <a:avLst/>
              <a:gdLst>
                <a:gd name="csX0" fmla="*/ 390905 w 404112"/>
                <a:gd name="csY0" fmla="*/ 407092 h 414925"/>
                <a:gd name="csX1" fmla="*/ 400113 w 404112"/>
                <a:gd name="csY1" fmla="*/ 338855 h 414925"/>
                <a:gd name="csX2" fmla="*/ 395985 w 404112"/>
                <a:gd name="csY2" fmla="*/ 331394 h 414925"/>
                <a:gd name="csX3" fmla="*/ 396429 w 404112"/>
                <a:gd name="csY3" fmla="*/ 320040 h 414925"/>
                <a:gd name="csX4" fmla="*/ 401382 w 404112"/>
                <a:gd name="csY4" fmla="*/ 313982 h 414925"/>
                <a:gd name="csX5" fmla="*/ 404112 w 404112"/>
                <a:gd name="csY5" fmla="*/ 307276 h 414925"/>
                <a:gd name="csX6" fmla="*/ 398462 w 404112"/>
                <a:gd name="csY6" fmla="*/ 302952 h 414925"/>
                <a:gd name="csX7" fmla="*/ 390461 w 404112"/>
                <a:gd name="csY7" fmla="*/ 292570 h 414925"/>
                <a:gd name="csX8" fmla="*/ 390206 w 404112"/>
                <a:gd name="csY8" fmla="*/ 292570 h 414925"/>
                <a:gd name="csX9" fmla="*/ 386142 w 404112"/>
                <a:gd name="csY9" fmla="*/ 284785 h 414925"/>
                <a:gd name="csX10" fmla="*/ 375093 w 404112"/>
                <a:gd name="csY10" fmla="*/ 279273 h 414925"/>
                <a:gd name="csX11" fmla="*/ 367092 w 404112"/>
                <a:gd name="csY11" fmla="*/ 281972 h 414925"/>
                <a:gd name="csX12" fmla="*/ 357250 w 404112"/>
                <a:gd name="csY12" fmla="*/ 281972 h 414925"/>
                <a:gd name="csX13" fmla="*/ 358202 w 404112"/>
                <a:gd name="csY13" fmla="*/ 276676 h 414925"/>
                <a:gd name="csX14" fmla="*/ 359790 w 404112"/>
                <a:gd name="csY14" fmla="*/ 270942 h 414925"/>
                <a:gd name="csX15" fmla="*/ 359790 w 404112"/>
                <a:gd name="csY15" fmla="*/ 270618 h 414925"/>
                <a:gd name="csX16" fmla="*/ 349884 w 404112"/>
                <a:gd name="csY16" fmla="*/ 263918 h 414925"/>
                <a:gd name="csX17" fmla="*/ 342074 w 404112"/>
                <a:gd name="csY17" fmla="*/ 234391 h 414925"/>
                <a:gd name="csX18" fmla="*/ 325309 w 404112"/>
                <a:gd name="csY18" fmla="*/ 230391 h 414925"/>
                <a:gd name="csX19" fmla="*/ 308862 w 404112"/>
                <a:gd name="csY19" fmla="*/ 224015 h 414925"/>
                <a:gd name="csX20" fmla="*/ 305180 w 404112"/>
                <a:gd name="csY20" fmla="*/ 215252 h 414925"/>
                <a:gd name="csX21" fmla="*/ 308291 w 404112"/>
                <a:gd name="csY21" fmla="*/ 211684 h 414925"/>
                <a:gd name="csX22" fmla="*/ 315784 w 404112"/>
                <a:gd name="csY22" fmla="*/ 208547 h 414925"/>
                <a:gd name="csX23" fmla="*/ 317308 w 404112"/>
                <a:gd name="csY23" fmla="*/ 206603 h 414925"/>
                <a:gd name="csX24" fmla="*/ 308736 w 404112"/>
                <a:gd name="csY24" fmla="*/ 197409 h 414925"/>
                <a:gd name="csX25" fmla="*/ 316419 w 404112"/>
                <a:gd name="csY25" fmla="*/ 192437 h 414925"/>
                <a:gd name="csX26" fmla="*/ 319150 w 404112"/>
                <a:gd name="csY26" fmla="*/ 186379 h 414925"/>
                <a:gd name="csX27" fmla="*/ 297560 w 404112"/>
                <a:gd name="csY27" fmla="*/ 170700 h 414925"/>
                <a:gd name="csX28" fmla="*/ 295400 w 404112"/>
                <a:gd name="csY28" fmla="*/ 160966 h 414925"/>
                <a:gd name="csX29" fmla="*/ 284796 w 404112"/>
                <a:gd name="csY29" fmla="*/ 150590 h 414925"/>
                <a:gd name="csX30" fmla="*/ 279970 w 404112"/>
                <a:gd name="csY30" fmla="*/ 151454 h 414925"/>
                <a:gd name="csX31" fmla="*/ 278827 w 404112"/>
                <a:gd name="csY31" fmla="*/ 152857 h 414925"/>
                <a:gd name="csX32" fmla="*/ 271588 w 404112"/>
                <a:gd name="csY32" fmla="*/ 151346 h 414925"/>
                <a:gd name="csX33" fmla="*/ 268667 w 404112"/>
                <a:gd name="csY33" fmla="*/ 140424 h 414925"/>
                <a:gd name="csX34" fmla="*/ 231012 w 404112"/>
                <a:gd name="csY34" fmla="*/ 130689 h 414925"/>
                <a:gd name="csX35" fmla="*/ 226694 w 404112"/>
                <a:gd name="csY35" fmla="*/ 121285 h 414925"/>
                <a:gd name="csX36" fmla="*/ 217487 w 404112"/>
                <a:gd name="csY36" fmla="*/ 112522 h 414925"/>
                <a:gd name="csX37" fmla="*/ 211835 w 404112"/>
                <a:gd name="csY37" fmla="*/ 111118 h 414925"/>
                <a:gd name="csX38" fmla="*/ 211644 w 404112"/>
                <a:gd name="csY38" fmla="*/ 111118 h 414925"/>
                <a:gd name="csX39" fmla="*/ 210120 w 404112"/>
                <a:gd name="csY39" fmla="*/ 115119 h 414925"/>
                <a:gd name="csX40" fmla="*/ 199516 w 404112"/>
                <a:gd name="csY40" fmla="*/ 116306 h 414925"/>
                <a:gd name="csX41" fmla="*/ 187705 w 404112"/>
                <a:gd name="csY41" fmla="*/ 100844 h 414925"/>
                <a:gd name="csX42" fmla="*/ 180910 w 404112"/>
                <a:gd name="csY42" fmla="*/ 100520 h 414925"/>
                <a:gd name="csX43" fmla="*/ 176021 w 404112"/>
                <a:gd name="csY43" fmla="*/ 99765 h 414925"/>
                <a:gd name="csX44" fmla="*/ 114425 w 404112"/>
                <a:gd name="csY44" fmla="*/ 56077 h 414925"/>
                <a:gd name="csX45" fmla="*/ 112712 w 404112"/>
                <a:gd name="csY45" fmla="*/ 45695 h 414925"/>
                <a:gd name="csX46" fmla="*/ 89089 w 404112"/>
                <a:gd name="csY46" fmla="*/ 16389 h 414925"/>
                <a:gd name="csX47" fmla="*/ 75183 w 404112"/>
                <a:gd name="csY47" fmla="*/ 17361 h 414925"/>
                <a:gd name="csX48" fmla="*/ 66166 w 404112"/>
                <a:gd name="csY48" fmla="*/ 13900 h 414925"/>
                <a:gd name="csX49" fmla="*/ 41083 w 404112"/>
                <a:gd name="csY49" fmla="*/ 15741 h 414925"/>
                <a:gd name="csX50" fmla="*/ 20509 w 404112"/>
                <a:gd name="csY50" fmla="*/ 2222 h 414925"/>
                <a:gd name="csX51" fmla="*/ 2538 w 404112"/>
                <a:gd name="csY51" fmla="*/ 57 h 414925"/>
                <a:gd name="csX52" fmla="*/ 125 w 404112"/>
                <a:gd name="csY52" fmla="*/ 3194 h 414925"/>
                <a:gd name="csX53" fmla="*/ 7619 w 404112"/>
                <a:gd name="csY53" fmla="*/ 26771 h 414925"/>
                <a:gd name="csX54" fmla="*/ 43433 w 404112"/>
                <a:gd name="csY54" fmla="*/ 65805 h 414925"/>
                <a:gd name="csX55" fmla="*/ 55244 w 404112"/>
                <a:gd name="csY55" fmla="*/ 68186 h 414925"/>
                <a:gd name="csX56" fmla="*/ 85660 w 404112"/>
                <a:gd name="csY56" fmla="*/ 99549 h 414925"/>
                <a:gd name="csX57" fmla="*/ 92074 w 404112"/>
                <a:gd name="csY57" fmla="*/ 110032 h 414925"/>
                <a:gd name="csX58" fmla="*/ 102742 w 404112"/>
                <a:gd name="csY58" fmla="*/ 113062 h 414925"/>
                <a:gd name="csX59" fmla="*/ 130682 w 404112"/>
                <a:gd name="csY59" fmla="*/ 126473 h 414925"/>
                <a:gd name="csX60" fmla="*/ 145541 w 404112"/>
                <a:gd name="csY60" fmla="*/ 178702 h 414925"/>
                <a:gd name="csX61" fmla="*/ 164781 w 404112"/>
                <a:gd name="csY61" fmla="*/ 190817 h 414925"/>
                <a:gd name="csX62" fmla="*/ 187959 w 404112"/>
                <a:gd name="csY62" fmla="*/ 220015 h 414925"/>
                <a:gd name="csX63" fmla="*/ 193038 w 404112"/>
                <a:gd name="csY63" fmla="*/ 238176 h 414925"/>
                <a:gd name="csX64" fmla="*/ 196722 w 404112"/>
                <a:gd name="csY64" fmla="*/ 239585 h 414925"/>
                <a:gd name="csX65" fmla="*/ 209358 w 404112"/>
                <a:gd name="csY65" fmla="*/ 261861 h 414925"/>
                <a:gd name="csX66" fmla="*/ 210755 w 404112"/>
                <a:gd name="csY66" fmla="*/ 273863 h 414925"/>
                <a:gd name="csX67" fmla="*/ 225297 w 404112"/>
                <a:gd name="csY67" fmla="*/ 292030 h 414925"/>
                <a:gd name="csX68" fmla="*/ 234187 w 404112"/>
                <a:gd name="csY68" fmla="*/ 309118 h 414925"/>
                <a:gd name="csX69" fmla="*/ 259460 w 404112"/>
                <a:gd name="csY69" fmla="*/ 327501 h 414925"/>
                <a:gd name="csX70" fmla="*/ 267905 w 404112"/>
                <a:gd name="csY70" fmla="*/ 344043 h 414925"/>
                <a:gd name="csX71" fmla="*/ 324992 w 404112"/>
                <a:gd name="csY71" fmla="*/ 386759 h 414925"/>
                <a:gd name="csX72" fmla="*/ 349186 w 404112"/>
                <a:gd name="csY72" fmla="*/ 413683 h 414925"/>
                <a:gd name="csX73" fmla="*/ 354646 w 404112"/>
                <a:gd name="csY73" fmla="*/ 409143 h 414925"/>
                <a:gd name="csX74" fmla="*/ 350265 w 404112"/>
                <a:gd name="csY74" fmla="*/ 398653 h 414925"/>
                <a:gd name="csX75" fmla="*/ 368680 w 404112"/>
                <a:gd name="csY75" fmla="*/ 404495 h 414925"/>
                <a:gd name="csX76" fmla="*/ 377761 w 404112"/>
                <a:gd name="csY76" fmla="*/ 396710 h 414925"/>
                <a:gd name="csX77" fmla="*/ 390905 w 404112"/>
                <a:gd name="csY77" fmla="*/ 407200 h 414925"/>
                <a:gd name="csX78" fmla="*/ 390905 w 404112"/>
                <a:gd name="csY78" fmla="*/ 407092 h 41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</a:cxnLst>
              <a:rect l="l" t="t" r="r" b="b"/>
              <a:pathLst>
                <a:path w="404112" h="414925">
                  <a:moveTo>
                    <a:pt x="390905" y="407092"/>
                  </a:moveTo>
                  <a:cubicBezTo>
                    <a:pt x="394651" y="410115"/>
                    <a:pt x="393508" y="408495"/>
                    <a:pt x="400113" y="338855"/>
                  </a:cubicBezTo>
                  <a:cubicBezTo>
                    <a:pt x="400493" y="334530"/>
                    <a:pt x="395985" y="331394"/>
                    <a:pt x="395985" y="331394"/>
                  </a:cubicBezTo>
                  <a:cubicBezTo>
                    <a:pt x="392365" y="328041"/>
                    <a:pt x="395985" y="322961"/>
                    <a:pt x="396429" y="320040"/>
                  </a:cubicBezTo>
                  <a:cubicBezTo>
                    <a:pt x="397700" y="316147"/>
                    <a:pt x="400811" y="314522"/>
                    <a:pt x="401382" y="313982"/>
                  </a:cubicBezTo>
                  <a:cubicBezTo>
                    <a:pt x="404748" y="311499"/>
                    <a:pt x="403986" y="307816"/>
                    <a:pt x="404112" y="307276"/>
                  </a:cubicBezTo>
                  <a:cubicBezTo>
                    <a:pt x="404112" y="302952"/>
                    <a:pt x="399096" y="303276"/>
                    <a:pt x="398462" y="302952"/>
                  </a:cubicBezTo>
                  <a:cubicBezTo>
                    <a:pt x="392492" y="301980"/>
                    <a:pt x="396302" y="294735"/>
                    <a:pt x="390461" y="292570"/>
                  </a:cubicBezTo>
                  <a:lnTo>
                    <a:pt x="390206" y="292570"/>
                  </a:lnTo>
                  <a:cubicBezTo>
                    <a:pt x="386015" y="290951"/>
                    <a:pt x="386460" y="285648"/>
                    <a:pt x="386142" y="284785"/>
                  </a:cubicBezTo>
                  <a:cubicBezTo>
                    <a:pt x="385380" y="279812"/>
                    <a:pt x="378776" y="280460"/>
                    <a:pt x="375093" y="279273"/>
                  </a:cubicBezTo>
                  <a:cubicBezTo>
                    <a:pt x="370838" y="278403"/>
                    <a:pt x="367727" y="281648"/>
                    <a:pt x="367092" y="281972"/>
                  </a:cubicBezTo>
                  <a:cubicBezTo>
                    <a:pt x="363409" y="284677"/>
                    <a:pt x="358647" y="282080"/>
                    <a:pt x="357250" y="281972"/>
                  </a:cubicBezTo>
                  <a:cubicBezTo>
                    <a:pt x="352995" y="280784"/>
                    <a:pt x="357758" y="277215"/>
                    <a:pt x="358202" y="276676"/>
                  </a:cubicBezTo>
                  <a:cubicBezTo>
                    <a:pt x="359472" y="275380"/>
                    <a:pt x="360171" y="272783"/>
                    <a:pt x="359790" y="270942"/>
                  </a:cubicBezTo>
                  <a:lnTo>
                    <a:pt x="359790" y="270618"/>
                  </a:lnTo>
                  <a:cubicBezTo>
                    <a:pt x="358711" y="265862"/>
                    <a:pt x="352805" y="265430"/>
                    <a:pt x="349884" y="263918"/>
                  </a:cubicBezTo>
                  <a:cubicBezTo>
                    <a:pt x="345629" y="262293"/>
                    <a:pt x="346200" y="259804"/>
                    <a:pt x="342074" y="234391"/>
                  </a:cubicBezTo>
                  <a:cubicBezTo>
                    <a:pt x="341121" y="228555"/>
                    <a:pt x="333056" y="233420"/>
                    <a:pt x="325309" y="230391"/>
                  </a:cubicBezTo>
                  <a:lnTo>
                    <a:pt x="308862" y="224015"/>
                  </a:lnTo>
                  <a:cubicBezTo>
                    <a:pt x="304418" y="222281"/>
                    <a:pt x="305561" y="216878"/>
                    <a:pt x="305180" y="215252"/>
                  </a:cubicBezTo>
                  <a:cubicBezTo>
                    <a:pt x="305053" y="213417"/>
                    <a:pt x="306450" y="211791"/>
                    <a:pt x="308291" y="211684"/>
                  </a:cubicBezTo>
                  <a:cubicBezTo>
                    <a:pt x="307656" y="211900"/>
                    <a:pt x="313371" y="211900"/>
                    <a:pt x="315784" y="208547"/>
                  </a:cubicBezTo>
                  <a:lnTo>
                    <a:pt x="317308" y="206603"/>
                  </a:lnTo>
                  <a:cubicBezTo>
                    <a:pt x="320991" y="201733"/>
                    <a:pt x="310006" y="203251"/>
                    <a:pt x="308736" y="197409"/>
                  </a:cubicBezTo>
                  <a:cubicBezTo>
                    <a:pt x="307847" y="193300"/>
                    <a:pt x="314578" y="193192"/>
                    <a:pt x="316419" y="192437"/>
                  </a:cubicBezTo>
                  <a:cubicBezTo>
                    <a:pt x="320547" y="191465"/>
                    <a:pt x="319023" y="186918"/>
                    <a:pt x="319150" y="186379"/>
                  </a:cubicBezTo>
                  <a:cubicBezTo>
                    <a:pt x="318578" y="182270"/>
                    <a:pt x="316610" y="181730"/>
                    <a:pt x="297560" y="170700"/>
                  </a:cubicBezTo>
                  <a:cubicBezTo>
                    <a:pt x="293496" y="168319"/>
                    <a:pt x="295528" y="162915"/>
                    <a:pt x="295400" y="160966"/>
                  </a:cubicBezTo>
                  <a:cubicBezTo>
                    <a:pt x="295845" y="155778"/>
                    <a:pt x="289050" y="154045"/>
                    <a:pt x="284796" y="150590"/>
                  </a:cubicBezTo>
                  <a:cubicBezTo>
                    <a:pt x="283272" y="149612"/>
                    <a:pt x="281113" y="149936"/>
                    <a:pt x="279970" y="151454"/>
                  </a:cubicBezTo>
                  <a:lnTo>
                    <a:pt x="278827" y="152857"/>
                  </a:lnTo>
                  <a:cubicBezTo>
                    <a:pt x="276161" y="156318"/>
                    <a:pt x="272350" y="151669"/>
                    <a:pt x="271588" y="151346"/>
                  </a:cubicBezTo>
                  <a:cubicBezTo>
                    <a:pt x="267842" y="148317"/>
                    <a:pt x="269112" y="142799"/>
                    <a:pt x="268667" y="140424"/>
                  </a:cubicBezTo>
                  <a:cubicBezTo>
                    <a:pt x="268604" y="135884"/>
                    <a:pt x="266636" y="136747"/>
                    <a:pt x="231012" y="130689"/>
                  </a:cubicBezTo>
                  <a:cubicBezTo>
                    <a:pt x="226376" y="129825"/>
                    <a:pt x="227201" y="123444"/>
                    <a:pt x="226694" y="121285"/>
                  </a:cubicBezTo>
                  <a:cubicBezTo>
                    <a:pt x="226250" y="117170"/>
                    <a:pt x="223900" y="118688"/>
                    <a:pt x="217487" y="112522"/>
                  </a:cubicBezTo>
                  <a:cubicBezTo>
                    <a:pt x="216216" y="111334"/>
                    <a:pt x="213676" y="110687"/>
                    <a:pt x="211835" y="111118"/>
                  </a:cubicBezTo>
                  <a:lnTo>
                    <a:pt x="211644" y="111118"/>
                  </a:lnTo>
                  <a:cubicBezTo>
                    <a:pt x="207200" y="112306"/>
                    <a:pt x="210120" y="113709"/>
                    <a:pt x="210120" y="115119"/>
                  </a:cubicBezTo>
                  <a:cubicBezTo>
                    <a:pt x="211454" y="120307"/>
                    <a:pt x="203325" y="117608"/>
                    <a:pt x="199516" y="116306"/>
                  </a:cubicBezTo>
                  <a:cubicBezTo>
                    <a:pt x="195198" y="114363"/>
                    <a:pt x="193038" y="109385"/>
                    <a:pt x="187705" y="100844"/>
                  </a:cubicBezTo>
                  <a:cubicBezTo>
                    <a:pt x="185546" y="97384"/>
                    <a:pt x="181545" y="100413"/>
                    <a:pt x="180910" y="100520"/>
                  </a:cubicBezTo>
                  <a:cubicBezTo>
                    <a:pt x="176275" y="102679"/>
                    <a:pt x="177354" y="104737"/>
                    <a:pt x="176021" y="99765"/>
                  </a:cubicBezTo>
                  <a:cubicBezTo>
                    <a:pt x="175386" y="95110"/>
                    <a:pt x="175703" y="96412"/>
                    <a:pt x="114425" y="56077"/>
                  </a:cubicBezTo>
                  <a:cubicBezTo>
                    <a:pt x="110425" y="53372"/>
                    <a:pt x="112712" y="47968"/>
                    <a:pt x="112712" y="45695"/>
                  </a:cubicBezTo>
                  <a:cubicBezTo>
                    <a:pt x="113283" y="41370"/>
                    <a:pt x="111822" y="40938"/>
                    <a:pt x="89089" y="16389"/>
                  </a:cubicBezTo>
                  <a:cubicBezTo>
                    <a:pt x="85533" y="12605"/>
                    <a:pt x="79945" y="16497"/>
                    <a:pt x="75183" y="17361"/>
                  </a:cubicBezTo>
                  <a:cubicBezTo>
                    <a:pt x="70801" y="18662"/>
                    <a:pt x="67372" y="14548"/>
                    <a:pt x="66166" y="13900"/>
                  </a:cubicBezTo>
                  <a:cubicBezTo>
                    <a:pt x="62610" y="11201"/>
                    <a:pt x="60197" y="12389"/>
                    <a:pt x="41083" y="15741"/>
                  </a:cubicBezTo>
                  <a:cubicBezTo>
                    <a:pt x="36829" y="16497"/>
                    <a:pt x="35750" y="14656"/>
                    <a:pt x="20509" y="2222"/>
                  </a:cubicBezTo>
                  <a:cubicBezTo>
                    <a:pt x="16255" y="-1238"/>
                    <a:pt x="10350" y="495"/>
                    <a:pt x="2538" y="57"/>
                  </a:cubicBezTo>
                  <a:cubicBezTo>
                    <a:pt x="697" y="57"/>
                    <a:pt x="-382" y="1467"/>
                    <a:pt x="125" y="3194"/>
                  </a:cubicBezTo>
                  <a:lnTo>
                    <a:pt x="7619" y="26771"/>
                  </a:lnTo>
                  <a:cubicBezTo>
                    <a:pt x="9016" y="31204"/>
                    <a:pt x="8888" y="30232"/>
                    <a:pt x="43433" y="65805"/>
                  </a:cubicBezTo>
                  <a:cubicBezTo>
                    <a:pt x="46925" y="69374"/>
                    <a:pt x="52323" y="67970"/>
                    <a:pt x="55244" y="68186"/>
                  </a:cubicBezTo>
                  <a:cubicBezTo>
                    <a:pt x="59688" y="68186"/>
                    <a:pt x="59435" y="69050"/>
                    <a:pt x="85660" y="99549"/>
                  </a:cubicBezTo>
                  <a:cubicBezTo>
                    <a:pt x="88772" y="103226"/>
                    <a:pt x="89089" y="97707"/>
                    <a:pt x="92074" y="110032"/>
                  </a:cubicBezTo>
                  <a:cubicBezTo>
                    <a:pt x="93153" y="114471"/>
                    <a:pt x="99503" y="112630"/>
                    <a:pt x="102742" y="113062"/>
                  </a:cubicBezTo>
                  <a:cubicBezTo>
                    <a:pt x="107504" y="113062"/>
                    <a:pt x="109917" y="111874"/>
                    <a:pt x="130682" y="126473"/>
                  </a:cubicBezTo>
                  <a:cubicBezTo>
                    <a:pt x="134364" y="129070"/>
                    <a:pt x="133413" y="128092"/>
                    <a:pt x="145541" y="178702"/>
                  </a:cubicBezTo>
                  <a:cubicBezTo>
                    <a:pt x="146493" y="182810"/>
                    <a:pt x="149097" y="183350"/>
                    <a:pt x="164781" y="190817"/>
                  </a:cubicBezTo>
                  <a:cubicBezTo>
                    <a:pt x="168782" y="192760"/>
                    <a:pt x="168909" y="193732"/>
                    <a:pt x="187959" y="220015"/>
                  </a:cubicBezTo>
                  <a:cubicBezTo>
                    <a:pt x="192594" y="226390"/>
                    <a:pt x="186879" y="235801"/>
                    <a:pt x="193038" y="238176"/>
                  </a:cubicBezTo>
                  <a:lnTo>
                    <a:pt x="196722" y="239585"/>
                  </a:lnTo>
                  <a:cubicBezTo>
                    <a:pt x="200912" y="241312"/>
                    <a:pt x="201357" y="244125"/>
                    <a:pt x="209358" y="261861"/>
                  </a:cubicBezTo>
                  <a:cubicBezTo>
                    <a:pt x="211073" y="265754"/>
                    <a:pt x="210755" y="269646"/>
                    <a:pt x="210755" y="273863"/>
                  </a:cubicBezTo>
                  <a:cubicBezTo>
                    <a:pt x="210755" y="278079"/>
                    <a:pt x="212533" y="278949"/>
                    <a:pt x="225297" y="292030"/>
                  </a:cubicBezTo>
                  <a:cubicBezTo>
                    <a:pt x="228663" y="295491"/>
                    <a:pt x="230504" y="300685"/>
                    <a:pt x="234187" y="309118"/>
                  </a:cubicBezTo>
                  <a:cubicBezTo>
                    <a:pt x="235964" y="313334"/>
                    <a:pt x="238188" y="313874"/>
                    <a:pt x="259460" y="327501"/>
                  </a:cubicBezTo>
                  <a:cubicBezTo>
                    <a:pt x="265429" y="331394"/>
                    <a:pt x="262190" y="339827"/>
                    <a:pt x="267905" y="344043"/>
                  </a:cubicBezTo>
                  <a:cubicBezTo>
                    <a:pt x="267270" y="343611"/>
                    <a:pt x="321055" y="382543"/>
                    <a:pt x="324992" y="386759"/>
                  </a:cubicBezTo>
                  <a:lnTo>
                    <a:pt x="349186" y="413683"/>
                  </a:lnTo>
                  <a:cubicBezTo>
                    <a:pt x="352106" y="416928"/>
                    <a:pt x="356361" y="413252"/>
                    <a:pt x="354646" y="409143"/>
                  </a:cubicBezTo>
                  <a:lnTo>
                    <a:pt x="350265" y="398653"/>
                  </a:lnTo>
                  <a:cubicBezTo>
                    <a:pt x="348550" y="394436"/>
                    <a:pt x="354075" y="397789"/>
                    <a:pt x="368680" y="404495"/>
                  </a:cubicBezTo>
                  <a:cubicBezTo>
                    <a:pt x="374966" y="407308"/>
                    <a:pt x="372362" y="392277"/>
                    <a:pt x="377761" y="396710"/>
                  </a:cubicBezTo>
                  <a:lnTo>
                    <a:pt x="390905" y="407200"/>
                  </a:lnTo>
                  <a:lnTo>
                    <a:pt x="390905" y="4070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2D48BC63-3193-C5AA-4F81-D7554E2632DB}"/>
                </a:ext>
              </a:extLst>
            </p:cNvPr>
            <p:cNvSpPr/>
            <p:nvPr/>
          </p:nvSpPr>
          <p:spPr>
            <a:xfrm>
              <a:off x="8183231" y="4839820"/>
              <a:ext cx="24545" cy="9787"/>
            </a:xfrm>
            <a:custGeom>
              <a:avLst/>
              <a:gdLst>
                <a:gd name="csX0" fmla="*/ 7392 w 28307"/>
                <a:gd name="csY0" fmla="*/ 717 h 11287"/>
                <a:gd name="csX1" fmla="*/ 915 w 28307"/>
                <a:gd name="csY1" fmla="*/ 3415 h 11287"/>
                <a:gd name="csX2" fmla="*/ 5424 w 28307"/>
                <a:gd name="csY2" fmla="*/ 2336 h 11287"/>
                <a:gd name="csX3" fmla="*/ 23394 w 28307"/>
                <a:gd name="csY3" fmla="*/ 10991 h 11287"/>
                <a:gd name="csX4" fmla="*/ 27712 w 28307"/>
                <a:gd name="csY4" fmla="*/ 9473 h 11287"/>
                <a:gd name="csX5" fmla="*/ 26759 w 28307"/>
                <a:gd name="csY5" fmla="*/ 4177 h 11287"/>
                <a:gd name="csX6" fmla="*/ 7392 w 28307"/>
                <a:gd name="csY6" fmla="*/ 717 h 1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307" h="11287">
                  <a:moveTo>
                    <a:pt x="7392" y="717"/>
                  </a:moveTo>
                  <a:cubicBezTo>
                    <a:pt x="3900" y="-1880"/>
                    <a:pt x="915" y="3415"/>
                    <a:pt x="915" y="3415"/>
                  </a:cubicBezTo>
                  <a:cubicBezTo>
                    <a:pt x="-2260" y="7314"/>
                    <a:pt x="3709" y="-39"/>
                    <a:pt x="5424" y="2336"/>
                  </a:cubicBezTo>
                  <a:cubicBezTo>
                    <a:pt x="8662" y="5581"/>
                    <a:pt x="14314" y="7314"/>
                    <a:pt x="23394" y="10991"/>
                  </a:cubicBezTo>
                  <a:cubicBezTo>
                    <a:pt x="25108" y="11747"/>
                    <a:pt x="27077" y="10991"/>
                    <a:pt x="27712" y="9473"/>
                  </a:cubicBezTo>
                  <a:cubicBezTo>
                    <a:pt x="27712" y="10013"/>
                    <a:pt x="29553" y="6228"/>
                    <a:pt x="26759" y="4177"/>
                  </a:cubicBezTo>
                  <a:lnTo>
                    <a:pt x="7392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E1778F22-D988-8889-E7E5-46F4B3BA79E1}"/>
                </a:ext>
              </a:extLst>
            </p:cNvPr>
            <p:cNvSpPr/>
            <p:nvPr/>
          </p:nvSpPr>
          <p:spPr>
            <a:xfrm>
              <a:off x="8370113" y="4853469"/>
              <a:ext cx="10393" cy="8635"/>
            </a:xfrm>
            <a:custGeom>
              <a:avLst/>
              <a:gdLst>
                <a:gd name="csX0" fmla="*/ 3322 w 11986"/>
                <a:gd name="csY0" fmla="*/ 9958 h 9959"/>
                <a:gd name="csX1" fmla="*/ 10688 w 11986"/>
                <a:gd name="csY1" fmla="*/ 6821 h 9959"/>
                <a:gd name="csX2" fmla="*/ 10688 w 11986"/>
                <a:gd name="csY2" fmla="*/ 1842 h 9959"/>
                <a:gd name="csX3" fmla="*/ 19 w 11986"/>
                <a:gd name="csY3" fmla="*/ 4224 h 9959"/>
                <a:gd name="csX4" fmla="*/ 3322 w 11986"/>
                <a:gd name="csY4" fmla="*/ 9958 h 9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6" h="9959">
                  <a:moveTo>
                    <a:pt x="3322" y="9958"/>
                  </a:moveTo>
                  <a:cubicBezTo>
                    <a:pt x="4084" y="9736"/>
                    <a:pt x="9290" y="10930"/>
                    <a:pt x="10688" y="6821"/>
                  </a:cubicBezTo>
                  <a:cubicBezTo>
                    <a:pt x="10815" y="5951"/>
                    <a:pt x="13545" y="4764"/>
                    <a:pt x="10688" y="1842"/>
                  </a:cubicBezTo>
                  <a:cubicBezTo>
                    <a:pt x="7449" y="-1402"/>
                    <a:pt x="19" y="-209"/>
                    <a:pt x="19" y="4224"/>
                  </a:cubicBezTo>
                  <a:cubicBezTo>
                    <a:pt x="210" y="4764"/>
                    <a:pt x="-997" y="9958"/>
                    <a:pt x="3322" y="995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9FF0FE9A-D86D-1B2F-C6C1-F65BA432B768}"/>
                </a:ext>
              </a:extLst>
            </p:cNvPr>
            <p:cNvSpPr/>
            <p:nvPr/>
          </p:nvSpPr>
          <p:spPr>
            <a:xfrm>
              <a:off x="8583016" y="4799664"/>
              <a:ext cx="11558" cy="17685"/>
            </a:xfrm>
            <a:custGeom>
              <a:avLst/>
              <a:gdLst>
                <a:gd name="csX0" fmla="*/ 8740 w 13330"/>
                <a:gd name="csY0" fmla="*/ 1282 h 20395"/>
                <a:gd name="csX1" fmla="*/ 1246 w 13330"/>
                <a:gd name="csY1" fmla="*/ 3880 h 20395"/>
                <a:gd name="csX2" fmla="*/ 484 w 13330"/>
                <a:gd name="csY2" fmla="*/ 8959 h 20395"/>
                <a:gd name="csX3" fmla="*/ 2326 w 13330"/>
                <a:gd name="csY3" fmla="*/ 19558 h 20395"/>
                <a:gd name="csX4" fmla="*/ 12423 w 13330"/>
                <a:gd name="csY4" fmla="*/ 11989 h 20395"/>
                <a:gd name="csX5" fmla="*/ 8740 w 13330"/>
                <a:gd name="csY5" fmla="*/ 1175 h 20395"/>
                <a:gd name="csX6" fmla="*/ 8740 w 13330"/>
                <a:gd name="csY6" fmla="*/ 1282 h 20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30" h="20395">
                  <a:moveTo>
                    <a:pt x="8740" y="1282"/>
                  </a:moveTo>
                  <a:cubicBezTo>
                    <a:pt x="6009" y="-2502"/>
                    <a:pt x="2326" y="3232"/>
                    <a:pt x="1246" y="3880"/>
                  </a:cubicBezTo>
                  <a:cubicBezTo>
                    <a:pt x="-23" y="5175"/>
                    <a:pt x="-405" y="7448"/>
                    <a:pt x="484" y="8959"/>
                  </a:cubicBezTo>
                  <a:cubicBezTo>
                    <a:pt x="3088" y="13290"/>
                    <a:pt x="-1547" y="16421"/>
                    <a:pt x="2326" y="19558"/>
                  </a:cubicBezTo>
                  <a:cubicBezTo>
                    <a:pt x="6454" y="22911"/>
                    <a:pt x="9120" y="15341"/>
                    <a:pt x="12423" y="11989"/>
                  </a:cubicBezTo>
                  <a:cubicBezTo>
                    <a:pt x="15407" y="7988"/>
                    <a:pt x="10200" y="4095"/>
                    <a:pt x="8740" y="1175"/>
                  </a:cubicBezTo>
                  <a:lnTo>
                    <a:pt x="8740" y="1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3DF2C1E0-BF47-63DB-2962-B67B149A6CD7}"/>
                </a:ext>
              </a:extLst>
            </p:cNvPr>
            <p:cNvSpPr/>
            <p:nvPr/>
          </p:nvSpPr>
          <p:spPr>
            <a:xfrm>
              <a:off x="8522482" y="4824288"/>
              <a:ext cx="6994" cy="10195"/>
            </a:xfrm>
            <a:custGeom>
              <a:avLst/>
              <a:gdLst>
                <a:gd name="csX0" fmla="*/ 4828 w 8066"/>
                <a:gd name="csY0" fmla="*/ 139 h 11758"/>
                <a:gd name="csX1" fmla="*/ 3304 w 8066"/>
                <a:gd name="csY1" fmla="*/ 679 h 11758"/>
                <a:gd name="csX2" fmla="*/ 65 w 8066"/>
                <a:gd name="csY2" fmla="*/ 8896 h 11758"/>
                <a:gd name="csX3" fmla="*/ 3430 w 8066"/>
                <a:gd name="csY3" fmla="*/ 11709 h 11758"/>
                <a:gd name="csX4" fmla="*/ 4701 w 8066"/>
                <a:gd name="csY4" fmla="*/ 11493 h 11758"/>
                <a:gd name="csX5" fmla="*/ 8066 w 8066"/>
                <a:gd name="csY5" fmla="*/ 2514 h 11758"/>
                <a:gd name="csX6" fmla="*/ 4828 w 8066"/>
                <a:gd name="csY6" fmla="*/ 139 h 11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066" h="11758">
                  <a:moveTo>
                    <a:pt x="4828" y="139"/>
                  </a:moveTo>
                  <a:lnTo>
                    <a:pt x="3304" y="679"/>
                  </a:lnTo>
                  <a:cubicBezTo>
                    <a:pt x="-1142" y="1974"/>
                    <a:pt x="255" y="7708"/>
                    <a:pt x="65" y="8896"/>
                  </a:cubicBezTo>
                  <a:cubicBezTo>
                    <a:pt x="65" y="10737"/>
                    <a:pt x="1589" y="12033"/>
                    <a:pt x="3430" y="11709"/>
                  </a:cubicBezTo>
                  <a:lnTo>
                    <a:pt x="4701" y="11493"/>
                  </a:lnTo>
                  <a:cubicBezTo>
                    <a:pt x="9463" y="10737"/>
                    <a:pt x="7621" y="4680"/>
                    <a:pt x="8066" y="2514"/>
                  </a:cubicBezTo>
                  <a:cubicBezTo>
                    <a:pt x="8066" y="679"/>
                    <a:pt x="6669" y="-400"/>
                    <a:pt x="4828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7761CB9E-4180-8F73-81DD-0165FF446279}"/>
                </a:ext>
              </a:extLst>
            </p:cNvPr>
            <p:cNvSpPr/>
            <p:nvPr/>
          </p:nvSpPr>
          <p:spPr>
            <a:xfrm>
              <a:off x="8504851" y="4833981"/>
              <a:ext cx="7508" cy="9270"/>
            </a:xfrm>
            <a:custGeom>
              <a:avLst/>
              <a:gdLst>
                <a:gd name="csX0" fmla="*/ 7826 w 8659"/>
                <a:gd name="csY0" fmla="*/ 7128 h 10691"/>
                <a:gd name="csX1" fmla="*/ 4587 w 8659"/>
                <a:gd name="csY1" fmla="*/ 638 h 10691"/>
                <a:gd name="csX2" fmla="*/ 142 w 8659"/>
                <a:gd name="csY2" fmla="*/ 5718 h 10691"/>
                <a:gd name="csX3" fmla="*/ 1539 w 8659"/>
                <a:gd name="csY3" fmla="*/ 10265 h 10691"/>
                <a:gd name="csX4" fmla="*/ 7699 w 8659"/>
                <a:gd name="csY4" fmla="*/ 7019 h 10691"/>
                <a:gd name="csX5" fmla="*/ 7826 w 8659"/>
                <a:gd name="csY5" fmla="*/ 7128 h 1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59" h="10691">
                  <a:moveTo>
                    <a:pt x="7826" y="7128"/>
                  </a:moveTo>
                  <a:cubicBezTo>
                    <a:pt x="10747" y="3775"/>
                    <a:pt x="5095" y="1286"/>
                    <a:pt x="4587" y="638"/>
                  </a:cubicBezTo>
                  <a:cubicBezTo>
                    <a:pt x="904" y="-2067"/>
                    <a:pt x="713" y="4638"/>
                    <a:pt x="142" y="5718"/>
                  </a:cubicBezTo>
                  <a:cubicBezTo>
                    <a:pt x="-302" y="7559"/>
                    <a:pt x="333" y="9610"/>
                    <a:pt x="1539" y="10265"/>
                  </a:cubicBezTo>
                  <a:cubicBezTo>
                    <a:pt x="4460" y="12100"/>
                    <a:pt x="7190" y="7452"/>
                    <a:pt x="7699" y="7019"/>
                  </a:cubicBezTo>
                  <a:lnTo>
                    <a:pt x="7826" y="7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72CD3039-01C3-6B86-BB49-A37341F52412}"/>
                </a:ext>
              </a:extLst>
            </p:cNvPr>
            <p:cNvSpPr/>
            <p:nvPr/>
          </p:nvSpPr>
          <p:spPr>
            <a:xfrm>
              <a:off x="8228312" y="4872004"/>
              <a:ext cx="24893" cy="30976"/>
            </a:xfrm>
            <a:custGeom>
              <a:avLst/>
              <a:gdLst>
                <a:gd name="csX0" fmla="*/ 8105 w 28708"/>
                <a:gd name="csY0" fmla="*/ 691 h 35724"/>
                <a:gd name="csX1" fmla="*/ 1819 w 28708"/>
                <a:gd name="csY1" fmla="*/ 2742 h 35724"/>
                <a:gd name="csX2" fmla="*/ 17123 w 28708"/>
                <a:gd name="csY2" fmla="*/ 24154 h 35724"/>
                <a:gd name="csX3" fmla="*/ 20043 w 28708"/>
                <a:gd name="csY3" fmla="*/ 32371 h 35724"/>
                <a:gd name="csX4" fmla="*/ 23790 w 28708"/>
                <a:gd name="csY4" fmla="*/ 35724 h 35724"/>
                <a:gd name="csX5" fmla="*/ 24361 w 28708"/>
                <a:gd name="csY5" fmla="*/ 35724 h 35724"/>
                <a:gd name="csX6" fmla="*/ 28679 w 28708"/>
                <a:gd name="csY6" fmla="*/ 22859 h 35724"/>
                <a:gd name="csX7" fmla="*/ 11598 w 28708"/>
                <a:gd name="csY7" fmla="*/ 1123 h 35724"/>
                <a:gd name="csX8" fmla="*/ 8105 w 28708"/>
                <a:gd name="csY8" fmla="*/ 691 h 35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708" h="35724">
                  <a:moveTo>
                    <a:pt x="8105" y="691"/>
                  </a:moveTo>
                  <a:cubicBezTo>
                    <a:pt x="6581" y="3174"/>
                    <a:pt x="2454" y="2634"/>
                    <a:pt x="1819" y="2742"/>
                  </a:cubicBezTo>
                  <a:cubicBezTo>
                    <a:pt x="-2689" y="2742"/>
                    <a:pt x="739" y="5340"/>
                    <a:pt x="17123" y="24154"/>
                  </a:cubicBezTo>
                  <a:cubicBezTo>
                    <a:pt x="19916" y="27507"/>
                    <a:pt x="19789" y="31724"/>
                    <a:pt x="20043" y="32371"/>
                  </a:cubicBezTo>
                  <a:cubicBezTo>
                    <a:pt x="20234" y="34213"/>
                    <a:pt x="21949" y="35724"/>
                    <a:pt x="23790" y="35724"/>
                  </a:cubicBezTo>
                  <a:lnTo>
                    <a:pt x="24361" y="35724"/>
                  </a:lnTo>
                  <a:cubicBezTo>
                    <a:pt x="29632" y="35724"/>
                    <a:pt x="27727" y="28047"/>
                    <a:pt x="28679" y="22859"/>
                  </a:cubicBezTo>
                  <a:cubicBezTo>
                    <a:pt x="28997" y="18427"/>
                    <a:pt x="26965" y="17341"/>
                    <a:pt x="11598" y="1123"/>
                  </a:cubicBezTo>
                  <a:cubicBezTo>
                    <a:pt x="10264" y="-173"/>
                    <a:pt x="8740" y="-388"/>
                    <a:pt x="8105" y="6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80B40CD8-955A-3B3D-6C60-B4E3E93FC331}"/>
                </a:ext>
              </a:extLst>
            </p:cNvPr>
            <p:cNvSpPr/>
            <p:nvPr/>
          </p:nvSpPr>
          <p:spPr>
            <a:xfrm>
              <a:off x="8227142" y="4850475"/>
              <a:ext cx="8799" cy="5088"/>
            </a:xfrm>
            <a:custGeom>
              <a:avLst/>
              <a:gdLst>
                <a:gd name="csX0" fmla="*/ 2852 w 10148"/>
                <a:gd name="csY0" fmla="*/ 4972 h 5868"/>
                <a:gd name="csX1" fmla="*/ 10027 w 10148"/>
                <a:gd name="csY1" fmla="*/ 2705 h 5868"/>
                <a:gd name="csX2" fmla="*/ 5138 w 10148"/>
                <a:gd name="csY2" fmla="*/ 0 h 5868"/>
                <a:gd name="csX3" fmla="*/ 3297 w 10148"/>
                <a:gd name="csY3" fmla="*/ 0 h 5868"/>
                <a:gd name="csX4" fmla="*/ 2852 w 10148"/>
                <a:gd name="csY4" fmla="*/ 5080 h 5868"/>
                <a:gd name="csX5" fmla="*/ 2852 w 10148"/>
                <a:gd name="csY5" fmla="*/ 4972 h 5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8" h="5868">
                  <a:moveTo>
                    <a:pt x="2852" y="4972"/>
                  </a:moveTo>
                  <a:cubicBezTo>
                    <a:pt x="4693" y="5620"/>
                    <a:pt x="11107" y="7461"/>
                    <a:pt x="10027" y="2705"/>
                  </a:cubicBezTo>
                  <a:cubicBezTo>
                    <a:pt x="9583" y="1727"/>
                    <a:pt x="9647" y="0"/>
                    <a:pt x="5138" y="0"/>
                  </a:cubicBezTo>
                  <a:lnTo>
                    <a:pt x="3297" y="0"/>
                  </a:lnTo>
                  <a:cubicBezTo>
                    <a:pt x="-1022" y="0"/>
                    <a:pt x="-1022" y="3029"/>
                    <a:pt x="2852" y="5080"/>
                  </a:cubicBezTo>
                  <a:lnTo>
                    <a:pt x="2852" y="49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65913F50-C5C8-4F12-367D-29A80896B611}"/>
                </a:ext>
              </a:extLst>
            </p:cNvPr>
            <p:cNvSpPr/>
            <p:nvPr/>
          </p:nvSpPr>
          <p:spPr>
            <a:xfrm>
              <a:off x="8266386" y="4919621"/>
              <a:ext cx="10024" cy="20086"/>
            </a:xfrm>
            <a:custGeom>
              <a:avLst/>
              <a:gdLst>
                <a:gd name="csX0" fmla="*/ 1789 w 11560"/>
                <a:gd name="csY0" fmla="*/ 387 h 23165"/>
                <a:gd name="csX1" fmla="*/ 2487 w 11560"/>
                <a:gd name="csY1" fmla="*/ 8388 h 23165"/>
                <a:gd name="csX2" fmla="*/ 455 w 11560"/>
                <a:gd name="csY2" fmla="*/ 18338 h 23165"/>
                <a:gd name="csX3" fmla="*/ 4455 w 11560"/>
                <a:gd name="csY3" fmla="*/ 22987 h 23165"/>
                <a:gd name="csX4" fmla="*/ 11187 w 11560"/>
                <a:gd name="csY4" fmla="*/ 14554 h 23165"/>
                <a:gd name="csX5" fmla="*/ 6424 w 11560"/>
                <a:gd name="csY5" fmla="*/ 1682 h 23165"/>
                <a:gd name="csX6" fmla="*/ 1789 w 11560"/>
                <a:gd name="csY6" fmla="*/ 387 h 23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0" h="23165">
                  <a:moveTo>
                    <a:pt x="1789" y="387"/>
                  </a:moveTo>
                  <a:cubicBezTo>
                    <a:pt x="-2275" y="2546"/>
                    <a:pt x="2106" y="7308"/>
                    <a:pt x="2487" y="8388"/>
                  </a:cubicBezTo>
                  <a:cubicBezTo>
                    <a:pt x="4773" y="12496"/>
                    <a:pt x="1027" y="16713"/>
                    <a:pt x="455" y="18338"/>
                  </a:cubicBezTo>
                  <a:cubicBezTo>
                    <a:pt x="-1577" y="22123"/>
                    <a:pt x="3820" y="22554"/>
                    <a:pt x="4455" y="22987"/>
                  </a:cubicBezTo>
                  <a:cubicBezTo>
                    <a:pt x="9472" y="24390"/>
                    <a:pt x="9790" y="17144"/>
                    <a:pt x="11187" y="14554"/>
                  </a:cubicBezTo>
                  <a:cubicBezTo>
                    <a:pt x="12901" y="9683"/>
                    <a:pt x="8265" y="5683"/>
                    <a:pt x="6424" y="1682"/>
                  </a:cubicBezTo>
                  <a:cubicBezTo>
                    <a:pt x="5408" y="171"/>
                    <a:pt x="3376" y="-477"/>
                    <a:pt x="1789" y="3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32C70B90-D4C7-A4CE-F643-1EB7BFFDBE12}"/>
                </a:ext>
              </a:extLst>
            </p:cNvPr>
            <p:cNvSpPr/>
            <p:nvPr/>
          </p:nvSpPr>
          <p:spPr>
            <a:xfrm>
              <a:off x="8277569" y="4950403"/>
              <a:ext cx="20741" cy="27165"/>
            </a:xfrm>
            <a:custGeom>
              <a:avLst/>
              <a:gdLst>
                <a:gd name="csX0" fmla="*/ 11688 w 23920"/>
                <a:gd name="csY0" fmla="*/ 3596 h 31328"/>
                <a:gd name="csX1" fmla="*/ 5338 w 23920"/>
                <a:gd name="csY1" fmla="*/ 27 h 31328"/>
                <a:gd name="csX2" fmla="*/ 258 w 23920"/>
                <a:gd name="csY2" fmla="*/ 7165 h 31328"/>
                <a:gd name="csX3" fmla="*/ 6926 w 23920"/>
                <a:gd name="csY3" fmla="*/ 25332 h 31328"/>
                <a:gd name="csX4" fmla="*/ 21340 w 23920"/>
                <a:gd name="csY4" fmla="*/ 30418 h 31328"/>
                <a:gd name="csX5" fmla="*/ 22293 w 23920"/>
                <a:gd name="csY5" fmla="*/ 29764 h 31328"/>
                <a:gd name="csX6" fmla="*/ 23499 w 23920"/>
                <a:gd name="csY6" fmla="*/ 24900 h 31328"/>
                <a:gd name="csX7" fmla="*/ 11815 w 23920"/>
                <a:gd name="csY7" fmla="*/ 3488 h 31328"/>
                <a:gd name="csX8" fmla="*/ 11688 w 23920"/>
                <a:gd name="csY8" fmla="*/ 3596 h 31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920" h="31328">
                  <a:moveTo>
                    <a:pt x="11688" y="3596"/>
                  </a:moveTo>
                  <a:cubicBezTo>
                    <a:pt x="9783" y="27"/>
                    <a:pt x="5846" y="243"/>
                    <a:pt x="5338" y="27"/>
                  </a:cubicBezTo>
                  <a:cubicBezTo>
                    <a:pt x="639" y="-513"/>
                    <a:pt x="258" y="7165"/>
                    <a:pt x="258" y="7165"/>
                  </a:cubicBezTo>
                  <a:cubicBezTo>
                    <a:pt x="-885" y="11597"/>
                    <a:pt x="1845" y="15058"/>
                    <a:pt x="6926" y="25332"/>
                  </a:cubicBezTo>
                  <a:cubicBezTo>
                    <a:pt x="9021" y="29332"/>
                    <a:pt x="17213" y="33117"/>
                    <a:pt x="21340" y="30418"/>
                  </a:cubicBezTo>
                  <a:lnTo>
                    <a:pt x="22293" y="29764"/>
                  </a:lnTo>
                  <a:cubicBezTo>
                    <a:pt x="23817" y="28685"/>
                    <a:pt x="24388" y="26526"/>
                    <a:pt x="23499" y="24900"/>
                  </a:cubicBezTo>
                  <a:lnTo>
                    <a:pt x="11815" y="3488"/>
                  </a:lnTo>
                  <a:lnTo>
                    <a:pt x="11688" y="35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3AD534F7-516E-57B4-DEEA-56B4820924B1}"/>
                </a:ext>
              </a:extLst>
            </p:cNvPr>
            <p:cNvSpPr/>
            <p:nvPr/>
          </p:nvSpPr>
          <p:spPr>
            <a:xfrm>
              <a:off x="8307084" y="4984332"/>
              <a:ext cx="9741" cy="12121"/>
            </a:xfrm>
            <a:custGeom>
              <a:avLst/>
              <a:gdLst>
                <a:gd name="csX0" fmla="*/ 255 w 11234"/>
                <a:gd name="csY0" fmla="*/ 4909 h 13979"/>
                <a:gd name="csX1" fmla="*/ 9399 w 11234"/>
                <a:gd name="csY1" fmla="*/ 13887 h 13979"/>
                <a:gd name="csX2" fmla="*/ 4510 w 11234"/>
                <a:gd name="csY2" fmla="*/ 1124 h 13979"/>
                <a:gd name="csX3" fmla="*/ 192 w 11234"/>
                <a:gd name="csY3" fmla="*/ 5017 h 13979"/>
                <a:gd name="csX4" fmla="*/ 255 w 11234"/>
                <a:gd name="csY4" fmla="*/ 4909 h 13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34" h="13979">
                  <a:moveTo>
                    <a:pt x="255" y="4909"/>
                  </a:moveTo>
                  <a:cubicBezTo>
                    <a:pt x="-1332" y="9341"/>
                    <a:pt x="4828" y="14751"/>
                    <a:pt x="9399" y="13887"/>
                  </a:cubicBezTo>
                  <a:cubicBezTo>
                    <a:pt x="14543" y="12802"/>
                    <a:pt x="7558" y="6858"/>
                    <a:pt x="4510" y="1124"/>
                  </a:cubicBezTo>
                  <a:cubicBezTo>
                    <a:pt x="1906" y="-2660"/>
                    <a:pt x="636" y="4261"/>
                    <a:pt x="192" y="5017"/>
                  </a:cubicBezTo>
                  <a:lnTo>
                    <a:pt x="255" y="49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99300418-7831-2EB8-A572-8117FF2BA2B7}"/>
                </a:ext>
              </a:extLst>
            </p:cNvPr>
            <p:cNvSpPr/>
            <p:nvPr/>
          </p:nvSpPr>
          <p:spPr>
            <a:xfrm>
              <a:off x="8321015" y="5001248"/>
              <a:ext cx="15680" cy="26029"/>
            </a:xfrm>
            <a:custGeom>
              <a:avLst/>
              <a:gdLst>
                <a:gd name="csX0" fmla="*/ 127 w 18083"/>
                <a:gd name="csY0" fmla="*/ 216 h 30018"/>
                <a:gd name="csX1" fmla="*/ 127 w 18083"/>
                <a:gd name="csY1" fmla="*/ 978 h 30018"/>
                <a:gd name="csX2" fmla="*/ 3493 w 18083"/>
                <a:gd name="csY2" fmla="*/ 12979 h 30018"/>
                <a:gd name="csX3" fmla="*/ 3811 w 18083"/>
                <a:gd name="csY3" fmla="*/ 12979 h 30018"/>
                <a:gd name="csX4" fmla="*/ 7620 w 18083"/>
                <a:gd name="csY4" fmla="*/ 16764 h 30018"/>
                <a:gd name="csX5" fmla="*/ 10732 w 18083"/>
                <a:gd name="csY5" fmla="*/ 24009 h 30018"/>
                <a:gd name="csX6" fmla="*/ 17971 w 18083"/>
                <a:gd name="csY6" fmla="*/ 29959 h 30018"/>
                <a:gd name="csX7" fmla="*/ 17971 w 18083"/>
                <a:gd name="csY7" fmla="*/ 21089 h 30018"/>
                <a:gd name="csX8" fmla="*/ 0 w 18083"/>
                <a:gd name="csY8" fmla="*/ 0 h 30018"/>
                <a:gd name="csX9" fmla="*/ 127 w 18083"/>
                <a:gd name="csY9" fmla="*/ 216 h 30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3" h="30018">
                  <a:moveTo>
                    <a:pt x="127" y="216"/>
                  </a:moveTo>
                  <a:lnTo>
                    <a:pt x="127" y="978"/>
                  </a:lnTo>
                  <a:cubicBezTo>
                    <a:pt x="636" y="5194"/>
                    <a:pt x="-1588" y="12332"/>
                    <a:pt x="3493" y="12979"/>
                  </a:cubicBezTo>
                  <a:lnTo>
                    <a:pt x="3811" y="12979"/>
                  </a:lnTo>
                  <a:cubicBezTo>
                    <a:pt x="5652" y="13303"/>
                    <a:pt x="7366" y="14923"/>
                    <a:pt x="7620" y="16764"/>
                  </a:cubicBezTo>
                  <a:cubicBezTo>
                    <a:pt x="7811" y="17304"/>
                    <a:pt x="7620" y="21196"/>
                    <a:pt x="10732" y="24009"/>
                  </a:cubicBezTo>
                  <a:cubicBezTo>
                    <a:pt x="10732" y="24009"/>
                    <a:pt x="17780" y="30715"/>
                    <a:pt x="17971" y="29959"/>
                  </a:cubicBezTo>
                  <a:cubicBezTo>
                    <a:pt x="18225" y="29197"/>
                    <a:pt x="17971" y="21089"/>
                    <a:pt x="17971" y="21089"/>
                  </a:cubicBezTo>
                  <a:cubicBezTo>
                    <a:pt x="17971" y="15253"/>
                    <a:pt x="12002" y="12872"/>
                    <a:pt x="0" y="0"/>
                  </a:cubicBezTo>
                  <a:lnTo>
                    <a:pt x="127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AF47429D-1D01-1E51-19AF-775C88D8DB5C}"/>
                </a:ext>
              </a:extLst>
            </p:cNvPr>
            <p:cNvSpPr/>
            <p:nvPr/>
          </p:nvSpPr>
          <p:spPr>
            <a:xfrm>
              <a:off x="8389969" y="5090035"/>
              <a:ext cx="9944" cy="8844"/>
            </a:xfrm>
            <a:custGeom>
              <a:avLst/>
              <a:gdLst>
                <a:gd name="csX0" fmla="*/ 9442 w 11468"/>
                <a:gd name="csY0" fmla="*/ 2177 h 10200"/>
                <a:gd name="csX1" fmla="*/ 933 w 11468"/>
                <a:gd name="csY1" fmla="*/ 1529 h 10200"/>
                <a:gd name="csX2" fmla="*/ 616 w 11468"/>
                <a:gd name="csY2" fmla="*/ 1961 h 10200"/>
                <a:gd name="csX3" fmla="*/ 1441 w 11468"/>
                <a:gd name="csY3" fmla="*/ 6501 h 10200"/>
                <a:gd name="csX4" fmla="*/ 10521 w 11468"/>
                <a:gd name="csY4" fmla="*/ 8450 h 10200"/>
                <a:gd name="csX5" fmla="*/ 9442 w 11468"/>
                <a:gd name="csY5" fmla="*/ 2177 h 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68" h="10200">
                  <a:moveTo>
                    <a:pt x="9442" y="2177"/>
                  </a:moveTo>
                  <a:cubicBezTo>
                    <a:pt x="9442" y="2177"/>
                    <a:pt x="3537" y="-2256"/>
                    <a:pt x="933" y="1529"/>
                  </a:cubicBezTo>
                  <a:lnTo>
                    <a:pt x="616" y="1961"/>
                  </a:lnTo>
                  <a:cubicBezTo>
                    <a:pt x="-464" y="3472"/>
                    <a:pt x="-83" y="5530"/>
                    <a:pt x="1441" y="6501"/>
                  </a:cubicBezTo>
                  <a:cubicBezTo>
                    <a:pt x="3409" y="7365"/>
                    <a:pt x="8680" y="12991"/>
                    <a:pt x="10521" y="8450"/>
                  </a:cubicBezTo>
                  <a:cubicBezTo>
                    <a:pt x="10521" y="7904"/>
                    <a:pt x="13252" y="4120"/>
                    <a:pt x="9442" y="2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1E247CFE-05AD-66BA-BAB3-07DC8461E498}"/>
                </a:ext>
              </a:extLst>
            </p:cNvPr>
            <p:cNvSpPr/>
            <p:nvPr/>
          </p:nvSpPr>
          <p:spPr>
            <a:xfrm>
              <a:off x="8275382" y="4913045"/>
              <a:ext cx="8942" cy="6534"/>
            </a:xfrm>
            <a:custGeom>
              <a:avLst/>
              <a:gdLst>
                <a:gd name="csX0" fmla="*/ 8241 w 10313"/>
                <a:gd name="csY0" fmla="*/ 6776 h 7535"/>
                <a:gd name="csX1" fmla="*/ 6018 w 10313"/>
                <a:gd name="csY1" fmla="*/ 77 h 7535"/>
                <a:gd name="csX2" fmla="*/ 812 w 10313"/>
                <a:gd name="csY2" fmla="*/ 3754 h 7535"/>
                <a:gd name="csX3" fmla="*/ 8241 w 10313"/>
                <a:gd name="csY3" fmla="*/ 6884 h 7535"/>
                <a:gd name="csX4" fmla="*/ 8241 w 10313"/>
                <a:gd name="csY4" fmla="*/ 6776 h 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313" h="7535">
                  <a:moveTo>
                    <a:pt x="8241" y="6776"/>
                  </a:moveTo>
                  <a:cubicBezTo>
                    <a:pt x="11924" y="4401"/>
                    <a:pt x="10400" y="-685"/>
                    <a:pt x="6018" y="77"/>
                  </a:cubicBezTo>
                  <a:cubicBezTo>
                    <a:pt x="5002" y="401"/>
                    <a:pt x="-2427" y="293"/>
                    <a:pt x="812" y="3754"/>
                  </a:cubicBezTo>
                  <a:cubicBezTo>
                    <a:pt x="1637" y="4401"/>
                    <a:pt x="4495" y="9265"/>
                    <a:pt x="8241" y="6884"/>
                  </a:cubicBezTo>
                  <a:lnTo>
                    <a:pt x="8241" y="677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9A8AE196-C571-642E-455D-E4485201971B}"/>
                </a:ext>
              </a:extLst>
            </p:cNvPr>
            <p:cNvSpPr/>
            <p:nvPr/>
          </p:nvSpPr>
          <p:spPr>
            <a:xfrm>
              <a:off x="8844169" y="5027970"/>
              <a:ext cx="12507" cy="21776"/>
            </a:xfrm>
            <a:custGeom>
              <a:avLst/>
              <a:gdLst>
                <a:gd name="csX0" fmla="*/ 9946 w 14424"/>
                <a:gd name="csY0" fmla="*/ 12006 h 25114"/>
                <a:gd name="csX1" fmla="*/ 14264 w 14424"/>
                <a:gd name="csY1" fmla="*/ 5084 h 25114"/>
                <a:gd name="csX2" fmla="*/ 12232 w 14424"/>
                <a:gd name="csY2" fmla="*/ 2925 h 25114"/>
                <a:gd name="csX3" fmla="*/ 8232 w 14424"/>
                <a:gd name="csY3" fmla="*/ 1192 h 25114"/>
                <a:gd name="csX4" fmla="*/ 1627 w 14424"/>
                <a:gd name="csY4" fmla="*/ 6710 h 25114"/>
                <a:gd name="csX5" fmla="*/ 548 w 14424"/>
                <a:gd name="csY5" fmla="*/ 23144 h 25114"/>
                <a:gd name="csX6" fmla="*/ 6073 w 14424"/>
                <a:gd name="csY6" fmla="*/ 23144 h 25114"/>
                <a:gd name="csX7" fmla="*/ 8295 w 14424"/>
                <a:gd name="csY7" fmla="*/ 18063 h 25114"/>
                <a:gd name="csX8" fmla="*/ 7977 w 14424"/>
                <a:gd name="csY8" fmla="*/ 16006 h 25114"/>
                <a:gd name="csX9" fmla="*/ 10073 w 14424"/>
                <a:gd name="csY9" fmla="*/ 12114 h 25114"/>
                <a:gd name="csX10" fmla="*/ 9946 w 14424"/>
                <a:gd name="csY10" fmla="*/ 12006 h 25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424" h="25114">
                  <a:moveTo>
                    <a:pt x="9946" y="12006"/>
                  </a:moveTo>
                  <a:cubicBezTo>
                    <a:pt x="13376" y="11250"/>
                    <a:pt x="13820" y="5948"/>
                    <a:pt x="14264" y="5084"/>
                  </a:cubicBezTo>
                  <a:cubicBezTo>
                    <a:pt x="14836" y="3357"/>
                    <a:pt x="13820" y="2271"/>
                    <a:pt x="12232" y="2925"/>
                  </a:cubicBezTo>
                  <a:cubicBezTo>
                    <a:pt x="10581" y="3465"/>
                    <a:pt x="8739" y="2709"/>
                    <a:pt x="8232" y="1192"/>
                  </a:cubicBezTo>
                  <a:cubicBezTo>
                    <a:pt x="6708" y="-2917"/>
                    <a:pt x="3342" y="4760"/>
                    <a:pt x="1627" y="6710"/>
                  </a:cubicBezTo>
                  <a:cubicBezTo>
                    <a:pt x="-531" y="9955"/>
                    <a:pt x="-150" y="12114"/>
                    <a:pt x="548" y="23144"/>
                  </a:cubicBezTo>
                  <a:cubicBezTo>
                    <a:pt x="738" y="27468"/>
                    <a:pt x="5375" y="23360"/>
                    <a:pt x="6073" y="23144"/>
                  </a:cubicBezTo>
                  <a:cubicBezTo>
                    <a:pt x="7533" y="22172"/>
                    <a:pt x="8613" y="19899"/>
                    <a:pt x="8295" y="18063"/>
                  </a:cubicBezTo>
                  <a:lnTo>
                    <a:pt x="7977" y="16006"/>
                  </a:lnTo>
                  <a:cubicBezTo>
                    <a:pt x="7660" y="14171"/>
                    <a:pt x="8613" y="12437"/>
                    <a:pt x="10073" y="12114"/>
                  </a:cubicBezTo>
                  <a:lnTo>
                    <a:pt x="9946" y="12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0B4EEF8A-4018-41DD-C587-CE7838C7015B}"/>
                </a:ext>
              </a:extLst>
            </p:cNvPr>
            <p:cNvSpPr/>
            <p:nvPr/>
          </p:nvSpPr>
          <p:spPr>
            <a:xfrm>
              <a:off x="8606372" y="4835823"/>
              <a:ext cx="5933" cy="6908"/>
            </a:xfrm>
            <a:custGeom>
              <a:avLst/>
              <a:gdLst>
                <a:gd name="csX0" fmla="*/ 6695 w 6842"/>
                <a:gd name="csY0" fmla="*/ 5219 h 7967"/>
                <a:gd name="csX1" fmla="*/ 6695 w 6842"/>
                <a:gd name="csY1" fmla="*/ 5003 h 7967"/>
                <a:gd name="csX2" fmla="*/ 727 w 6842"/>
                <a:gd name="csY2" fmla="*/ 2082 h 7967"/>
                <a:gd name="csX3" fmla="*/ 2441 w 6842"/>
                <a:gd name="csY3" fmla="*/ 7918 h 7967"/>
                <a:gd name="csX4" fmla="*/ 6695 w 6842"/>
                <a:gd name="csY4" fmla="*/ 5219 h 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7967">
                  <a:moveTo>
                    <a:pt x="6695" y="5219"/>
                  </a:moveTo>
                  <a:lnTo>
                    <a:pt x="6695" y="5003"/>
                  </a:lnTo>
                  <a:cubicBezTo>
                    <a:pt x="7839" y="672"/>
                    <a:pt x="1996" y="-2134"/>
                    <a:pt x="727" y="2082"/>
                  </a:cubicBezTo>
                  <a:cubicBezTo>
                    <a:pt x="727" y="2622"/>
                    <a:pt x="-1750" y="7378"/>
                    <a:pt x="2441" y="7918"/>
                  </a:cubicBezTo>
                  <a:cubicBezTo>
                    <a:pt x="4282" y="8242"/>
                    <a:pt x="6124" y="6946"/>
                    <a:pt x="6695" y="5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3CCB2949-E99F-2892-8A1C-23D1014AF750}"/>
                </a:ext>
              </a:extLst>
            </p:cNvPr>
            <p:cNvSpPr/>
            <p:nvPr/>
          </p:nvSpPr>
          <p:spPr>
            <a:xfrm>
              <a:off x="8613512" y="4840629"/>
              <a:ext cx="6172" cy="5999"/>
            </a:xfrm>
            <a:custGeom>
              <a:avLst/>
              <a:gdLst>
                <a:gd name="csX0" fmla="*/ 6907 w 7118"/>
                <a:gd name="csY0" fmla="*/ 4001 h 6919"/>
                <a:gd name="csX1" fmla="*/ 7098 w 7118"/>
                <a:gd name="csY1" fmla="*/ 3029 h 6919"/>
                <a:gd name="csX2" fmla="*/ 4303 w 7118"/>
                <a:gd name="csY2" fmla="*/ 0 h 6919"/>
                <a:gd name="csX3" fmla="*/ 2843 w 7118"/>
                <a:gd name="csY3" fmla="*/ 0 h 6919"/>
                <a:gd name="csX4" fmla="*/ 49 w 7118"/>
                <a:gd name="csY4" fmla="*/ 3029 h 6919"/>
                <a:gd name="csX5" fmla="*/ 303 w 7118"/>
                <a:gd name="csY5" fmla="*/ 4001 h 6919"/>
                <a:gd name="csX6" fmla="*/ 6907 w 7118"/>
                <a:gd name="csY6" fmla="*/ 4001 h 6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18" h="6919">
                  <a:moveTo>
                    <a:pt x="6907" y="4001"/>
                  </a:moveTo>
                  <a:lnTo>
                    <a:pt x="7098" y="3029"/>
                  </a:lnTo>
                  <a:cubicBezTo>
                    <a:pt x="7288" y="1403"/>
                    <a:pt x="6145" y="0"/>
                    <a:pt x="4303" y="0"/>
                  </a:cubicBezTo>
                  <a:lnTo>
                    <a:pt x="2843" y="0"/>
                  </a:lnTo>
                  <a:cubicBezTo>
                    <a:pt x="1001" y="0"/>
                    <a:pt x="-268" y="1295"/>
                    <a:pt x="49" y="3029"/>
                  </a:cubicBezTo>
                  <a:lnTo>
                    <a:pt x="303" y="4001"/>
                  </a:lnTo>
                  <a:cubicBezTo>
                    <a:pt x="1128" y="7893"/>
                    <a:pt x="6209" y="7893"/>
                    <a:pt x="6907" y="4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77732FB1-7B0E-4586-3A60-8FC23C46ACA5}"/>
                </a:ext>
              </a:extLst>
            </p:cNvPr>
            <p:cNvSpPr/>
            <p:nvPr/>
          </p:nvSpPr>
          <p:spPr>
            <a:xfrm>
              <a:off x="8430819" y="4890370"/>
              <a:ext cx="6141" cy="9005"/>
            </a:xfrm>
            <a:custGeom>
              <a:avLst/>
              <a:gdLst>
                <a:gd name="csX0" fmla="*/ 1828 w 7082"/>
                <a:gd name="csY0" fmla="*/ 1030 h 10385"/>
                <a:gd name="csX1" fmla="*/ 241 w 7082"/>
                <a:gd name="csY1" fmla="*/ 7412 h 10385"/>
                <a:gd name="csX2" fmla="*/ 6844 w 7082"/>
                <a:gd name="csY2" fmla="*/ 7190 h 10385"/>
                <a:gd name="csX3" fmla="*/ 5892 w 7082"/>
                <a:gd name="csY3" fmla="*/ 1138 h 10385"/>
                <a:gd name="csX4" fmla="*/ 1828 w 7082"/>
                <a:gd name="csY4" fmla="*/ 1138 h 10385"/>
                <a:gd name="csX5" fmla="*/ 1828 w 7082"/>
                <a:gd name="csY5" fmla="*/ 1030 h 10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82" h="10385">
                  <a:moveTo>
                    <a:pt x="1828" y="1030"/>
                  </a:moveTo>
                  <a:cubicBezTo>
                    <a:pt x="2081" y="383"/>
                    <a:pt x="-839" y="4059"/>
                    <a:pt x="241" y="7412"/>
                  </a:cubicBezTo>
                  <a:cubicBezTo>
                    <a:pt x="1447" y="11413"/>
                    <a:pt x="5638" y="11413"/>
                    <a:pt x="6844" y="7190"/>
                  </a:cubicBezTo>
                  <a:cubicBezTo>
                    <a:pt x="6844" y="7844"/>
                    <a:pt x="7797" y="3843"/>
                    <a:pt x="5892" y="1138"/>
                  </a:cubicBezTo>
                  <a:cubicBezTo>
                    <a:pt x="4749" y="-379"/>
                    <a:pt x="3034" y="-379"/>
                    <a:pt x="1828" y="1138"/>
                  </a:cubicBezTo>
                  <a:lnTo>
                    <a:pt x="1828" y="1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F2BA8490-948B-8EED-D504-678647B99A88}"/>
                </a:ext>
              </a:extLst>
            </p:cNvPr>
            <p:cNvSpPr/>
            <p:nvPr/>
          </p:nvSpPr>
          <p:spPr>
            <a:xfrm>
              <a:off x="8460962" y="4933043"/>
              <a:ext cx="9058" cy="8564"/>
            </a:xfrm>
            <a:custGeom>
              <a:avLst/>
              <a:gdLst>
                <a:gd name="csX0" fmla="*/ 213 w 10446"/>
                <a:gd name="csY0" fmla="*/ 5126 h 9877"/>
                <a:gd name="csX1" fmla="*/ 4975 w 10446"/>
                <a:gd name="csY1" fmla="*/ 9234 h 9877"/>
                <a:gd name="csX2" fmla="*/ 9293 w 10446"/>
                <a:gd name="csY2" fmla="*/ 2097 h 9877"/>
                <a:gd name="csX3" fmla="*/ 8023 w 10446"/>
                <a:gd name="csY3" fmla="*/ 1125 h 9877"/>
                <a:gd name="csX4" fmla="*/ 2181 w 10446"/>
                <a:gd name="csY4" fmla="*/ 586 h 9877"/>
                <a:gd name="csX5" fmla="*/ 213 w 10446"/>
                <a:gd name="csY5" fmla="*/ 5126 h 9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46" h="9877">
                  <a:moveTo>
                    <a:pt x="213" y="5126"/>
                  </a:moveTo>
                  <a:cubicBezTo>
                    <a:pt x="657" y="5774"/>
                    <a:pt x="1419" y="11831"/>
                    <a:pt x="4975" y="9234"/>
                  </a:cubicBezTo>
                  <a:cubicBezTo>
                    <a:pt x="6372" y="7831"/>
                    <a:pt x="13103" y="5126"/>
                    <a:pt x="9293" y="2097"/>
                  </a:cubicBezTo>
                  <a:lnTo>
                    <a:pt x="8023" y="1125"/>
                  </a:lnTo>
                  <a:cubicBezTo>
                    <a:pt x="5419" y="-1040"/>
                    <a:pt x="1482" y="586"/>
                    <a:pt x="2181" y="586"/>
                  </a:cubicBezTo>
                  <a:cubicBezTo>
                    <a:pt x="403" y="1341"/>
                    <a:pt x="-422" y="3399"/>
                    <a:pt x="213" y="51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F9D628CD-440C-BC7E-73CA-AF08D944CB25}"/>
                </a:ext>
              </a:extLst>
            </p:cNvPr>
            <p:cNvSpPr/>
            <p:nvPr/>
          </p:nvSpPr>
          <p:spPr>
            <a:xfrm>
              <a:off x="8467179" y="4918786"/>
              <a:ext cx="15593" cy="12243"/>
            </a:xfrm>
            <a:custGeom>
              <a:avLst/>
              <a:gdLst>
                <a:gd name="csX0" fmla="*/ 10695 w 17983"/>
                <a:gd name="csY0" fmla="*/ 12703 h 14119"/>
                <a:gd name="csX1" fmla="*/ 11965 w 17983"/>
                <a:gd name="csY1" fmla="*/ 13567 h 14119"/>
                <a:gd name="csX2" fmla="*/ 16855 w 17983"/>
                <a:gd name="csY2" fmla="*/ 12703 h 14119"/>
                <a:gd name="csX3" fmla="*/ 17299 w 17983"/>
                <a:gd name="csY3" fmla="*/ 12164 h 14119"/>
                <a:gd name="csX4" fmla="*/ 16410 w 17983"/>
                <a:gd name="csY4" fmla="*/ 7839 h 14119"/>
                <a:gd name="csX5" fmla="*/ 3011 w 17983"/>
                <a:gd name="csY5" fmla="*/ 378 h 14119"/>
                <a:gd name="csX6" fmla="*/ 91 w 17983"/>
                <a:gd name="csY6" fmla="*/ 2105 h 14119"/>
                <a:gd name="csX7" fmla="*/ 3456 w 17983"/>
                <a:gd name="csY7" fmla="*/ 9998 h 14119"/>
                <a:gd name="csX8" fmla="*/ 10885 w 17983"/>
                <a:gd name="csY8" fmla="*/ 12595 h 14119"/>
                <a:gd name="csX9" fmla="*/ 10695 w 17983"/>
                <a:gd name="csY9" fmla="*/ 12703 h 14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983" h="14119">
                  <a:moveTo>
                    <a:pt x="10695" y="12703"/>
                  </a:moveTo>
                  <a:lnTo>
                    <a:pt x="11965" y="13567"/>
                  </a:lnTo>
                  <a:cubicBezTo>
                    <a:pt x="13489" y="14538"/>
                    <a:pt x="15648" y="14215"/>
                    <a:pt x="16855" y="12703"/>
                  </a:cubicBezTo>
                  <a:lnTo>
                    <a:pt x="17299" y="12164"/>
                  </a:lnTo>
                  <a:cubicBezTo>
                    <a:pt x="18506" y="10754"/>
                    <a:pt x="18061" y="8811"/>
                    <a:pt x="16410" y="7839"/>
                  </a:cubicBezTo>
                  <a:lnTo>
                    <a:pt x="3011" y="378"/>
                  </a:lnTo>
                  <a:cubicBezTo>
                    <a:pt x="1360" y="-492"/>
                    <a:pt x="91" y="162"/>
                    <a:pt x="91" y="2105"/>
                  </a:cubicBezTo>
                  <a:cubicBezTo>
                    <a:pt x="281" y="3401"/>
                    <a:pt x="-1243" y="9351"/>
                    <a:pt x="3456" y="9998"/>
                  </a:cubicBezTo>
                  <a:cubicBezTo>
                    <a:pt x="3964" y="10214"/>
                    <a:pt x="7520" y="10322"/>
                    <a:pt x="10885" y="12595"/>
                  </a:cubicBezTo>
                  <a:lnTo>
                    <a:pt x="10695" y="12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88EF1092-05A5-3F34-7DC9-327D85C9729D}"/>
                </a:ext>
              </a:extLst>
            </p:cNvPr>
            <p:cNvSpPr/>
            <p:nvPr/>
          </p:nvSpPr>
          <p:spPr>
            <a:xfrm>
              <a:off x="8446433" y="4883087"/>
              <a:ext cx="13152" cy="13708"/>
            </a:xfrm>
            <a:custGeom>
              <a:avLst/>
              <a:gdLst>
                <a:gd name="csX0" fmla="*/ 4014 w 15168"/>
                <a:gd name="csY0" fmla="*/ 774 h 15809"/>
                <a:gd name="csX1" fmla="*/ 712 w 15168"/>
                <a:gd name="csY1" fmla="*/ 7156 h 15809"/>
                <a:gd name="csX2" fmla="*/ 8649 w 15168"/>
                <a:gd name="csY2" fmla="*/ 10401 h 15809"/>
                <a:gd name="csX3" fmla="*/ 14999 w 15168"/>
                <a:gd name="csY3" fmla="*/ 14509 h 15809"/>
                <a:gd name="csX4" fmla="*/ 13856 w 15168"/>
                <a:gd name="csY4" fmla="*/ 8883 h 15809"/>
                <a:gd name="csX5" fmla="*/ 3887 w 15168"/>
                <a:gd name="csY5" fmla="*/ 774 h 15809"/>
                <a:gd name="csX6" fmla="*/ 4014 w 15168"/>
                <a:gd name="csY6" fmla="*/ 774 h 1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168" h="15809">
                  <a:moveTo>
                    <a:pt x="4014" y="774"/>
                  </a:moveTo>
                  <a:cubicBezTo>
                    <a:pt x="3442" y="1314"/>
                    <a:pt x="-1891" y="4019"/>
                    <a:pt x="712" y="7156"/>
                  </a:cubicBezTo>
                  <a:cubicBezTo>
                    <a:pt x="3569" y="10401"/>
                    <a:pt x="5728" y="6724"/>
                    <a:pt x="8649" y="10401"/>
                  </a:cubicBezTo>
                  <a:cubicBezTo>
                    <a:pt x="10173" y="11804"/>
                    <a:pt x="13856" y="18618"/>
                    <a:pt x="14999" y="14509"/>
                  </a:cubicBezTo>
                  <a:cubicBezTo>
                    <a:pt x="15444" y="12890"/>
                    <a:pt x="14999" y="10401"/>
                    <a:pt x="13856" y="8883"/>
                  </a:cubicBezTo>
                  <a:cubicBezTo>
                    <a:pt x="10491" y="5314"/>
                    <a:pt x="8014" y="-2471"/>
                    <a:pt x="3887" y="774"/>
                  </a:cubicBezTo>
                  <a:lnTo>
                    <a:pt x="4014" y="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2C9D6FE0-275F-F774-66BF-B635B43E37AF}"/>
                </a:ext>
              </a:extLst>
            </p:cNvPr>
            <p:cNvSpPr/>
            <p:nvPr/>
          </p:nvSpPr>
          <p:spPr>
            <a:xfrm>
              <a:off x="8461800" y="4881747"/>
              <a:ext cx="12202" cy="11992"/>
            </a:xfrm>
            <a:custGeom>
              <a:avLst/>
              <a:gdLst>
                <a:gd name="csX0" fmla="*/ 6039 w 14072"/>
                <a:gd name="csY0" fmla="*/ 10974 h 13830"/>
                <a:gd name="csX1" fmla="*/ 9405 w 14072"/>
                <a:gd name="csY1" fmla="*/ 13781 h 13830"/>
                <a:gd name="csX2" fmla="*/ 10612 w 14072"/>
                <a:gd name="csY2" fmla="*/ 13565 h 13830"/>
                <a:gd name="csX3" fmla="*/ 11056 w 14072"/>
                <a:gd name="csY3" fmla="*/ 1780 h 13830"/>
                <a:gd name="csX4" fmla="*/ 3373 w 14072"/>
                <a:gd name="csY4" fmla="*/ 808 h 13830"/>
                <a:gd name="csX5" fmla="*/ 1087 w 14072"/>
                <a:gd name="csY5" fmla="*/ 2103 h 13830"/>
                <a:gd name="csX6" fmla="*/ 1404 w 14072"/>
                <a:gd name="csY6" fmla="*/ 4917 h 13830"/>
                <a:gd name="csX7" fmla="*/ 2928 w 14072"/>
                <a:gd name="csY7" fmla="*/ 5456 h 13830"/>
                <a:gd name="csX8" fmla="*/ 6167 w 14072"/>
                <a:gd name="csY8" fmla="*/ 10974 h 13830"/>
                <a:gd name="csX9" fmla="*/ 6039 w 14072"/>
                <a:gd name="csY9" fmla="*/ 10974 h 13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072" h="13830">
                  <a:moveTo>
                    <a:pt x="6039" y="10974"/>
                  </a:moveTo>
                  <a:cubicBezTo>
                    <a:pt x="6039" y="12810"/>
                    <a:pt x="7563" y="14105"/>
                    <a:pt x="9405" y="13781"/>
                  </a:cubicBezTo>
                  <a:lnTo>
                    <a:pt x="10612" y="13565"/>
                  </a:lnTo>
                  <a:cubicBezTo>
                    <a:pt x="15375" y="12810"/>
                    <a:pt x="14930" y="4053"/>
                    <a:pt x="11056" y="1780"/>
                  </a:cubicBezTo>
                  <a:cubicBezTo>
                    <a:pt x="11056" y="1780"/>
                    <a:pt x="7056" y="-1465"/>
                    <a:pt x="3373" y="808"/>
                  </a:cubicBezTo>
                  <a:lnTo>
                    <a:pt x="1087" y="2103"/>
                  </a:lnTo>
                  <a:cubicBezTo>
                    <a:pt x="-500" y="3082"/>
                    <a:pt x="-311" y="4269"/>
                    <a:pt x="1404" y="4917"/>
                  </a:cubicBezTo>
                  <a:lnTo>
                    <a:pt x="2928" y="5456"/>
                  </a:lnTo>
                  <a:cubicBezTo>
                    <a:pt x="6612" y="6644"/>
                    <a:pt x="6294" y="11622"/>
                    <a:pt x="6167" y="10974"/>
                  </a:cubicBezTo>
                  <a:lnTo>
                    <a:pt x="6039" y="10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166DB2FE-3CF8-395E-8A0C-AB50732DE243}"/>
                </a:ext>
              </a:extLst>
            </p:cNvPr>
            <p:cNvSpPr/>
            <p:nvPr/>
          </p:nvSpPr>
          <p:spPr>
            <a:xfrm>
              <a:off x="8490102" y="4969235"/>
              <a:ext cx="55225" cy="50609"/>
            </a:xfrm>
            <a:custGeom>
              <a:avLst/>
              <a:gdLst>
                <a:gd name="csX0" fmla="*/ 62173 w 63689"/>
                <a:gd name="csY0" fmla="*/ 52711 h 58366"/>
                <a:gd name="csX1" fmla="*/ 54807 w 63689"/>
                <a:gd name="csY1" fmla="*/ 48165 h 58366"/>
                <a:gd name="csX2" fmla="*/ 56204 w 63689"/>
                <a:gd name="csY2" fmla="*/ 38221 h 58366"/>
                <a:gd name="csX3" fmla="*/ 45219 w 63689"/>
                <a:gd name="csY3" fmla="*/ 35300 h 58366"/>
                <a:gd name="csX4" fmla="*/ 34233 w 63689"/>
                <a:gd name="csY4" fmla="*/ 10751 h 58366"/>
                <a:gd name="csX5" fmla="*/ 23883 w 63689"/>
                <a:gd name="csY5" fmla="*/ 153 h 58366"/>
                <a:gd name="csX6" fmla="*/ 10103 w 63689"/>
                <a:gd name="csY6" fmla="*/ 3721 h 58366"/>
                <a:gd name="csX7" fmla="*/ 5785 w 63689"/>
                <a:gd name="csY7" fmla="*/ 12484 h 58366"/>
                <a:gd name="csX8" fmla="*/ 1213 w 63689"/>
                <a:gd name="csY8" fmla="*/ 19075 h 58366"/>
                <a:gd name="csX9" fmla="*/ 10421 w 63689"/>
                <a:gd name="csY9" fmla="*/ 22644 h 58366"/>
                <a:gd name="csX10" fmla="*/ 22994 w 63689"/>
                <a:gd name="csY10" fmla="*/ 24701 h 58366"/>
                <a:gd name="csX11" fmla="*/ 26994 w 63689"/>
                <a:gd name="csY11" fmla="*/ 32271 h 58366"/>
                <a:gd name="csX12" fmla="*/ 31439 w 63689"/>
                <a:gd name="csY12" fmla="*/ 47517 h 58366"/>
                <a:gd name="csX13" fmla="*/ 46933 w 63689"/>
                <a:gd name="csY13" fmla="*/ 56604 h 58366"/>
                <a:gd name="csX14" fmla="*/ 55823 w 63689"/>
                <a:gd name="csY14" fmla="*/ 58331 h 58366"/>
                <a:gd name="csX15" fmla="*/ 62745 w 63689"/>
                <a:gd name="csY15" fmla="*/ 55518 h 58366"/>
                <a:gd name="csX16" fmla="*/ 62046 w 63689"/>
                <a:gd name="csY16" fmla="*/ 52820 h 58366"/>
                <a:gd name="csX17" fmla="*/ 62173 w 63689"/>
                <a:gd name="csY17" fmla="*/ 52711 h 5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3689" h="58366">
                  <a:moveTo>
                    <a:pt x="62173" y="52711"/>
                  </a:moveTo>
                  <a:cubicBezTo>
                    <a:pt x="60141" y="51949"/>
                    <a:pt x="52648" y="52496"/>
                    <a:pt x="54807" y="48165"/>
                  </a:cubicBezTo>
                  <a:cubicBezTo>
                    <a:pt x="55823" y="45142"/>
                    <a:pt x="61094" y="39516"/>
                    <a:pt x="56204" y="38221"/>
                  </a:cubicBezTo>
                  <a:lnTo>
                    <a:pt x="45219" y="35300"/>
                  </a:lnTo>
                  <a:cubicBezTo>
                    <a:pt x="38614" y="33566"/>
                    <a:pt x="40011" y="19946"/>
                    <a:pt x="34233" y="10751"/>
                  </a:cubicBezTo>
                  <a:cubicBezTo>
                    <a:pt x="30677" y="6103"/>
                    <a:pt x="29089" y="-1143"/>
                    <a:pt x="23883" y="153"/>
                  </a:cubicBezTo>
                  <a:lnTo>
                    <a:pt x="10103" y="3721"/>
                  </a:lnTo>
                  <a:cubicBezTo>
                    <a:pt x="5277" y="4915"/>
                    <a:pt x="10039" y="9779"/>
                    <a:pt x="5785" y="12484"/>
                  </a:cubicBezTo>
                  <a:cubicBezTo>
                    <a:pt x="4261" y="13888"/>
                    <a:pt x="-2788" y="16485"/>
                    <a:pt x="1213" y="19075"/>
                  </a:cubicBezTo>
                  <a:cubicBezTo>
                    <a:pt x="2356" y="19622"/>
                    <a:pt x="5912" y="22974"/>
                    <a:pt x="10421" y="22644"/>
                  </a:cubicBezTo>
                  <a:cubicBezTo>
                    <a:pt x="14421" y="22752"/>
                    <a:pt x="20644" y="20161"/>
                    <a:pt x="22994" y="24701"/>
                  </a:cubicBezTo>
                  <a:lnTo>
                    <a:pt x="26994" y="32271"/>
                  </a:lnTo>
                  <a:cubicBezTo>
                    <a:pt x="30360" y="38545"/>
                    <a:pt x="26359" y="44488"/>
                    <a:pt x="31439" y="47517"/>
                  </a:cubicBezTo>
                  <a:lnTo>
                    <a:pt x="46933" y="56604"/>
                  </a:lnTo>
                  <a:cubicBezTo>
                    <a:pt x="50616" y="58763"/>
                    <a:pt x="56458" y="58331"/>
                    <a:pt x="55823" y="58331"/>
                  </a:cubicBezTo>
                  <a:cubicBezTo>
                    <a:pt x="59697" y="58331"/>
                    <a:pt x="63380" y="55194"/>
                    <a:pt x="62745" y="55518"/>
                  </a:cubicBezTo>
                  <a:cubicBezTo>
                    <a:pt x="64269" y="54331"/>
                    <a:pt x="63887" y="53143"/>
                    <a:pt x="62046" y="52820"/>
                  </a:cubicBezTo>
                  <a:lnTo>
                    <a:pt x="62173" y="52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EE3862FF-6FEB-E471-4A81-C983196049B2}"/>
                </a:ext>
              </a:extLst>
            </p:cNvPr>
            <p:cNvSpPr/>
            <p:nvPr/>
          </p:nvSpPr>
          <p:spPr>
            <a:xfrm>
              <a:off x="8567384" y="5004062"/>
              <a:ext cx="22798" cy="19603"/>
            </a:xfrm>
            <a:custGeom>
              <a:avLst/>
              <a:gdLst>
                <a:gd name="csX0" fmla="*/ 13115 w 26292"/>
                <a:gd name="csY0" fmla="*/ 108 h 22607"/>
                <a:gd name="csX1" fmla="*/ 1621 w 26292"/>
                <a:gd name="csY1" fmla="*/ 3461 h 22607"/>
                <a:gd name="csX2" fmla="*/ 34 w 26292"/>
                <a:gd name="csY2" fmla="*/ 20441 h 22607"/>
                <a:gd name="csX3" fmla="*/ 2574 w 26292"/>
                <a:gd name="csY3" fmla="*/ 22060 h 22607"/>
                <a:gd name="csX4" fmla="*/ 12480 w 26292"/>
                <a:gd name="csY4" fmla="*/ 20008 h 22607"/>
                <a:gd name="csX5" fmla="*/ 20227 w 26292"/>
                <a:gd name="csY5" fmla="*/ 21736 h 22607"/>
                <a:gd name="csX6" fmla="*/ 24355 w 26292"/>
                <a:gd name="csY6" fmla="*/ 16440 h 22607"/>
                <a:gd name="csX7" fmla="*/ 24355 w 26292"/>
                <a:gd name="csY7" fmla="*/ 5518 h 22607"/>
                <a:gd name="csX8" fmla="*/ 12988 w 26292"/>
                <a:gd name="csY8" fmla="*/ 0 h 22607"/>
                <a:gd name="csX9" fmla="*/ 13115 w 26292"/>
                <a:gd name="csY9" fmla="*/ 108 h 2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6292" h="22607">
                  <a:moveTo>
                    <a:pt x="13115" y="108"/>
                  </a:moveTo>
                  <a:cubicBezTo>
                    <a:pt x="9178" y="648"/>
                    <a:pt x="2193" y="-1619"/>
                    <a:pt x="1621" y="3461"/>
                  </a:cubicBezTo>
                  <a:lnTo>
                    <a:pt x="34" y="20441"/>
                  </a:lnTo>
                  <a:cubicBezTo>
                    <a:pt x="-220" y="22276"/>
                    <a:pt x="986" y="23031"/>
                    <a:pt x="2574" y="22060"/>
                  </a:cubicBezTo>
                  <a:cubicBezTo>
                    <a:pt x="4543" y="21304"/>
                    <a:pt x="8543" y="17304"/>
                    <a:pt x="12480" y="20008"/>
                  </a:cubicBezTo>
                  <a:cubicBezTo>
                    <a:pt x="13115" y="20332"/>
                    <a:pt x="16544" y="24333"/>
                    <a:pt x="20227" y="21736"/>
                  </a:cubicBezTo>
                  <a:cubicBezTo>
                    <a:pt x="20798" y="21196"/>
                    <a:pt x="23402" y="19685"/>
                    <a:pt x="24355" y="16440"/>
                  </a:cubicBezTo>
                  <a:cubicBezTo>
                    <a:pt x="24799" y="13627"/>
                    <a:pt x="28482" y="8432"/>
                    <a:pt x="24355" y="5518"/>
                  </a:cubicBezTo>
                  <a:cubicBezTo>
                    <a:pt x="20545" y="2921"/>
                    <a:pt x="17243" y="0"/>
                    <a:pt x="12988" y="0"/>
                  </a:cubicBezTo>
                  <a:lnTo>
                    <a:pt x="1311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60218AAF-BF1D-E2BE-4D41-1BBD0C1FE31E}"/>
                </a:ext>
              </a:extLst>
            </p:cNvPr>
            <p:cNvSpPr/>
            <p:nvPr/>
          </p:nvSpPr>
          <p:spPr>
            <a:xfrm>
              <a:off x="8608076" y="4969554"/>
              <a:ext cx="6926" cy="6306"/>
            </a:xfrm>
            <a:custGeom>
              <a:avLst/>
              <a:gdLst>
                <a:gd name="csX0" fmla="*/ 3270 w 7987"/>
                <a:gd name="csY0" fmla="*/ 7138 h 7273"/>
                <a:gd name="csX1" fmla="*/ 7969 w 7987"/>
                <a:gd name="csY1" fmla="*/ 2921 h 7273"/>
                <a:gd name="csX2" fmla="*/ 5048 w 7987"/>
                <a:gd name="csY2" fmla="*/ 0 h 7273"/>
                <a:gd name="csX3" fmla="*/ 3397 w 7987"/>
                <a:gd name="csY3" fmla="*/ 0 h 7273"/>
                <a:gd name="csX4" fmla="*/ 3270 w 7987"/>
                <a:gd name="csY4" fmla="*/ 7138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87" h="7273">
                  <a:moveTo>
                    <a:pt x="3270" y="7138"/>
                  </a:moveTo>
                  <a:cubicBezTo>
                    <a:pt x="2635" y="7461"/>
                    <a:pt x="7525" y="6274"/>
                    <a:pt x="7969" y="2921"/>
                  </a:cubicBezTo>
                  <a:cubicBezTo>
                    <a:pt x="8160" y="1302"/>
                    <a:pt x="6890" y="0"/>
                    <a:pt x="5048" y="0"/>
                  </a:cubicBezTo>
                  <a:lnTo>
                    <a:pt x="3397" y="0"/>
                  </a:lnTo>
                  <a:cubicBezTo>
                    <a:pt x="-1111" y="0"/>
                    <a:pt x="-1111" y="8439"/>
                    <a:pt x="3270" y="71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BD6390AA-970D-2988-6F46-420D72D41405}"/>
                </a:ext>
              </a:extLst>
            </p:cNvPr>
            <p:cNvSpPr/>
            <p:nvPr/>
          </p:nvSpPr>
          <p:spPr>
            <a:xfrm>
              <a:off x="9186793" y="4787594"/>
              <a:ext cx="10208" cy="26659"/>
            </a:xfrm>
            <a:custGeom>
              <a:avLst/>
              <a:gdLst>
                <a:gd name="csX0" fmla="*/ 11051 w 11773"/>
                <a:gd name="csY0" fmla="*/ 8605 h 30745"/>
                <a:gd name="csX1" fmla="*/ 10098 w 11773"/>
                <a:gd name="csY1" fmla="*/ 3741 h 30745"/>
                <a:gd name="csX2" fmla="*/ 4447 w 11773"/>
                <a:gd name="csY2" fmla="*/ 172 h 30745"/>
                <a:gd name="csX3" fmla="*/ 4003 w 11773"/>
                <a:gd name="csY3" fmla="*/ 9037 h 30745"/>
                <a:gd name="csX4" fmla="*/ 891 w 11773"/>
                <a:gd name="csY4" fmla="*/ 17908 h 30745"/>
                <a:gd name="csX5" fmla="*/ 4447 w 11773"/>
                <a:gd name="csY5" fmla="*/ 28938 h 30745"/>
                <a:gd name="csX6" fmla="*/ 8892 w 11773"/>
                <a:gd name="csY6" fmla="*/ 26448 h 30745"/>
                <a:gd name="csX7" fmla="*/ 7495 w 11773"/>
                <a:gd name="csY7" fmla="*/ 24397 h 30745"/>
                <a:gd name="csX8" fmla="*/ 11051 w 11773"/>
                <a:gd name="csY8" fmla="*/ 8713 h 30745"/>
                <a:gd name="csX9" fmla="*/ 11051 w 11773"/>
                <a:gd name="csY9" fmla="*/ 8605 h 30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73" h="30745">
                  <a:moveTo>
                    <a:pt x="11051" y="8605"/>
                  </a:moveTo>
                  <a:cubicBezTo>
                    <a:pt x="11305" y="9259"/>
                    <a:pt x="9019" y="5360"/>
                    <a:pt x="10098" y="3741"/>
                  </a:cubicBezTo>
                  <a:cubicBezTo>
                    <a:pt x="11368" y="1575"/>
                    <a:pt x="5082" y="496"/>
                    <a:pt x="4447" y="172"/>
                  </a:cubicBezTo>
                  <a:cubicBezTo>
                    <a:pt x="-443" y="-1231"/>
                    <a:pt x="3621" y="6338"/>
                    <a:pt x="4003" y="9037"/>
                  </a:cubicBezTo>
                  <a:cubicBezTo>
                    <a:pt x="5209" y="13367"/>
                    <a:pt x="1399" y="16936"/>
                    <a:pt x="891" y="17908"/>
                  </a:cubicBezTo>
                  <a:cubicBezTo>
                    <a:pt x="-2030" y="21908"/>
                    <a:pt x="3050" y="26016"/>
                    <a:pt x="4447" y="28938"/>
                  </a:cubicBezTo>
                  <a:cubicBezTo>
                    <a:pt x="6923" y="32614"/>
                    <a:pt x="11368" y="30125"/>
                    <a:pt x="8892" y="26448"/>
                  </a:cubicBezTo>
                  <a:lnTo>
                    <a:pt x="7495" y="24397"/>
                  </a:lnTo>
                  <a:cubicBezTo>
                    <a:pt x="3685" y="18771"/>
                    <a:pt x="14607" y="14663"/>
                    <a:pt x="11051" y="8713"/>
                  </a:cubicBezTo>
                  <a:lnTo>
                    <a:pt x="11051" y="86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1521D6AF-F233-AA57-5050-ED291582E3C0}"/>
                </a:ext>
              </a:extLst>
            </p:cNvPr>
            <p:cNvSpPr/>
            <p:nvPr/>
          </p:nvSpPr>
          <p:spPr>
            <a:xfrm>
              <a:off x="9147137" y="4812828"/>
              <a:ext cx="10042" cy="13279"/>
            </a:xfrm>
            <a:custGeom>
              <a:avLst/>
              <a:gdLst>
                <a:gd name="csX0" fmla="*/ 9412 w 11581"/>
                <a:gd name="csY0" fmla="*/ 14759 h 15314"/>
                <a:gd name="csX1" fmla="*/ 8523 w 11581"/>
                <a:gd name="csY1" fmla="*/ 3838 h 15314"/>
                <a:gd name="csX2" fmla="*/ 1919 w 11581"/>
                <a:gd name="csY2" fmla="*/ 53 h 15314"/>
                <a:gd name="csX3" fmla="*/ 1919 w 11581"/>
                <a:gd name="csY3" fmla="*/ 4917 h 15314"/>
                <a:gd name="csX4" fmla="*/ 3760 w 11581"/>
                <a:gd name="csY4" fmla="*/ 12702 h 15314"/>
                <a:gd name="csX5" fmla="*/ 9475 w 11581"/>
                <a:gd name="csY5" fmla="*/ 14759 h 15314"/>
                <a:gd name="csX6" fmla="*/ 9412 w 11581"/>
                <a:gd name="csY6" fmla="*/ 14759 h 1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1" h="15314">
                  <a:moveTo>
                    <a:pt x="9412" y="14759"/>
                  </a:moveTo>
                  <a:cubicBezTo>
                    <a:pt x="14365" y="13680"/>
                    <a:pt x="9412" y="7190"/>
                    <a:pt x="8523" y="3838"/>
                  </a:cubicBezTo>
                  <a:cubicBezTo>
                    <a:pt x="6872" y="-55"/>
                    <a:pt x="2427" y="269"/>
                    <a:pt x="1919" y="53"/>
                  </a:cubicBezTo>
                  <a:cubicBezTo>
                    <a:pt x="-2399" y="-595"/>
                    <a:pt x="1919" y="4917"/>
                    <a:pt x="1919" y="4917"/>
                  </a:cubicBezTo>
                  <a:cubicBezTo>
                    <a:pt x="4078" y="8486"/>
                    <a:pt x="3634" y="12055"/>
                    <a:pt x="3760" y="12702"/>
                  </a:cubicBezTo>
                  <a:cubicBezTo>
                    <a:pt x="3887" y="16925"/>
                    <a:pt x="8968" y="14759"/>
                    <a:pt x="9475" y="14759"/>
                  </a:cubicBezTo>
                  <a:lnTo>
                    <a:pt x="9412" y="14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01AA005D-A9F1-6DCA-F7EC-21882D724395}"/>
                </a:ext>
              </a:extLst>
            </p:cNvPr>
            <p:cNvSpPr/>
            <p:nvPr/>
          </p:nvSpPr>
          <p:spPr>
            <a:xfrm>
              <a:off x="9146676" y="4839220"/>
              <a:ext cx="5319" cy="6978"/>
            </a:xfrm>
            <a:custGeom>
              <a:avLst/>
              <a:gdLst>
                <a:gd name="csX0" fmla="*/ 2451 w 6134"/>
                <a:gd name="csY0" fmla="*/ 0 h 8047"/>
                <a:gd name="csX1" fmla="*/ 6134 w 6134"/>
                <a:gd name="csY1" fmla="*/ 7353 h 8047"/>
                <a:gd name="csX2" fmla="*/ 2768 w 6134"/>
                <a:gd name="csY2" fmla="*/ 4001 h 8047"/>
                <a:gd name="csX3" fmla="*/ 2451 w 6134"/>
                <a:gd name="csY3" fmla="*/ 4001 h 8047"/>
                <a:gd name="csX4" fmla="*/ 2451 w 6134"/>
                <a:gd name="csY4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34" h="8047">
                  <a:moveTo>
                    <a:pt x="2451" y="0"/>
                  </a:moveTo>
                  <a:cubicBezTo>
                    <a:pt x="1879" y="216"/>
                    <a:pt x="6134" y="10814"/>
                    <a:pt x="6134" y="7353"/>
                  </a:cubicBezTo>
                  <a:cubicBezTo>
                    <a:pt x="6134" y="5518"/>
                    <a:pt x="4610" y="4001"/>
                    <a:pt x="2768" y="4001"/>
                  </a:cubicBezTo>
                  <a:lnTo>
                    <a:pt x="2451" y="4001"/>
                  </a:lnTo>
                  <a:cubicBezTo>
                    <a:pt x="-1994" y="4001"/>
                    <a:pt x="610" y="0"/>
                    <a:pt x="24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EEE9FAD5-E5FD-4D89-EFFE-6B785E3744B1}"/>
                </a:ext>
              </a:extLst>
            </p:cNvPr>
            <p:cNvSpPr/>
            <p:nvPr/>
          </p:nvSpPr>
          <p:spPr>
            <a:xfrm>
              <a:off x="8932589" y="4865814"/>
              <a:ext cx="208291" cy="239157"/>
            </a:xfrm>
            <a:custGeom>
              <a:avLst/>
              <a:gdLst>
                <a:gd name="csX0" fmla="*/ 239382 w 240215"/>
                <a:gd name="csY0" fmla="*/ 10858 h 275812"/>
                <a:gd name="csX1" fmla="*/ 235381 w 240215"/>
                <a:gd name="csY1" fmla="*/ 1124 h 275812"/>
                <a:gd name="csX2" fmla="*/ 230810 w 240215"/>
                <a:gd name="csY2" fmla="*/ 908 h 275812"/>
                <a:gd name="csX3" fmla="*/ 201727 w 240215"/>
                <a:gd name="csY3" fmla="*/ 28594 h 275812"/>
                <a:gd name="csX4" fmla="*/ 162420 w 240215"/>
                <a:gd name="csY4" fmla="*/ 28263 h 275812"/>
                <a:gd name="csX5" fmla="*/ 154864 w 240215"/>
                <a:gd name="csY5" fmla="*/ 31185 h 275812"/>
                <a:gd name="csX6" fmla="*/ 144386 w 240215"/>
                <a:gd name="csY6" fmla="*/ 28156 h 275812"/>
                <a:gd name="csX7" fmla="*/ 108001 w 240215"/>
                <a:gd name="csY7" fmla="*/ 23615 h 275812"/>
                <a:gd name="csX8" fmla="*/ 87744 w 240215"/>
                <a:gd name="csY8" fmla="*/ 13995 h 275812"/>
                <a:gd name="csX9" fmla="*/ 78981 w 240215"/>
                <a:gd name="csY9" fmla="*/ 13557 h 275812"/>
                <a:gd name="csX10" fmla="*/ 75616 w 240215"/>
                <a:gd name="csY10" fmla="*/ 23507 h 275812"/>
                <a:gd name="csX11" fmla="*/ 69012 w 240215"/>
                <a:gd name="csY11" fmla="*/ 31292 h 275812"/>
                <a:gd name="csX12" fmla="*/ 54216 w 240215"/>
                <a:gd name="csY12" fmla="*/ 29349 h 275812"/>
                <a:gd name="csX13" fmla="*/ 47676 w 240215"/>
                <a:gd name="csY13" fmla="*/ 35617 h 275812"/>
                <a:gd name="csX14" fmla="*/ 47167 w 240215"/>
                <a:gd name="csY14" fmla="*/ 43732 h 275812"/>
                <a:gd name="csX15" fmla="*/ 43167 w 240215"/>
                <a:gd name="csY15" fmla="*/ 44812 h 275812"/>
                <a:gd name="csX16" fmla="*/ 36436 w 240215"/>
                <a:gd name="csY16" fmla="*/ 65468 h 275812"/>
                <a:gd name="csX17" fmla="*/ 34150 w 240215"/>
                <a:gd name="csY17" fmla="*/ 67843 h 275812"/>
                <a:gd name="csX18" fmla="*/ 40246 w 240215"/>
                <a:gd name="csY18" fmla="*/ 91313 h 275812"/>
                <a:gd name="csX19" fmla="*/ 38405 w 240215"/>
                <a:gd name="csY19" fmla="*/ 92500 h 275812"/>
                <a:gd name="csX20" fmla="*/ 36563 w 240215"/>
                <a:gd name="csY20" fmla="*/ 91097 h 275812"/>
                <a:gd name="csX21" fmla="*/ 31928 w 240215"/>
                <a:gd name="csY21" fmla="*/ 91744 h 275812"/>
                <a:gd name="csX22" fmla="*/ 20307 w 240215"/>
                <a:gd name="csY22" fmla="*/ 108286 h 275812"/>
                <a:gd name="csX23" fmla="*/ 21387 w 240215"/>
                <a:gd name="csY23" fmla="*/ 128079 h 275812"/>
                <a:gd name="csX24" fmla="*/ 17957 w 240215"/>
                <a:gd name="csY24" fmla="*/ 135432 h 275812"/>
                <a:gd name="csX25" fmla="*/ 14465 w 240215"/>
                <a:gd name="csY25" fmla="*/ 151974 h 275812"/>
                <a:gd name="csX26" fmla="*/ 9067 w 240215"/>
                <a:gd name="csY26" fmla="*/ 160953 h 275812"/>
                <a:gd name="csX27" fmla="*/ 3543 w 240215"/>
                <a:gd name="csY27" fmla="*/ 162356 h 275812"/>
                <a:gd name="csX28" fmla="*/ 2781 w 240215"/>
                <a:gd name="csY28" fmla="*/ 162141 h 275812"/>
                <a:gd name="csX29" fmla="*/ 51 w 240215"/>
                <a:gd name="csY29" fmla="*/ 164414 h 275812"/>
                <a:gd name="csX30" fmla="*/ 4495 w 240215"/>
                <a:gd name="csY30" fmla="*/ 191986 h 275812"/>
                <a:gd name="csX31" fmla="*/ 18910 w 240215"/>
                <a:gd name="csY31" fmla="*/ 190042 h 275812"/>
                <a:gd name="csX32" fmla="*/ 27355 w 240215"/>
                <a:gd name="csY32" fmla="*/ 197288 h 275812"/>
                <a:gd name="csX33" fmla="*/ 26911 w 240215"/>
                <a:gd name="csY33" fmla="*/ 198367 h 275812"/>
                <a:gd name="csX34" fmla="*/ 30467 w 240215"/>
                <a:gd name="csY34" fmla="*/ 223672 h 275812"/>
                <a:gd name="csX35" fmla="*/ 21514 w 240215"/>
                <a:gd name="csY35" fmla="*/ 261302 h 275812"/>
                <a:gd name="csX36" fmla="*/ 33642 w 240215"/>
                <a:gd name="csY36" fmla="*/ 274929 h 275812"/>
                <a:gd name="csX37" fmla="*/ 39992 w 240215"/>
                <a:gd name="csY37" fmla="*/ 272872 h 275812"/>
                <a:gd name="csX38" fmla="*/ 50533 w 240215"/>
                <a:gd name="csY38" fmla="*/ 269519 h 275812"/>
                <a:gd name="csX39" fmla="*/ 56883 w 240215"/>
                <a:gd name="csY39" fmla="*/ 254812 h 275812"/>
                <a:gd name="csX40" fmla="*/ 60566 w 240215"/>
                <a:gd name="csY40" fmla="*/ 240106 h 275812"/>
                <a:gd name="csX41" fmla="*/ 60121 w 240215"/>
                <a:gd name="csY41" fmla="*/ 188741 h 275812"/>
                <a:gd name="csX42" fmla="*/ 52438 w 240215"/>
                <a:gd name="csY42" fmla="*/ 172955 h 275812"/>
                <a:gd name="csX43" fmla="*/ 71298 w 240215"/>
                <a:gd name="csY43" fmla="*/ 161061 h 275812"/>
                <a:gd name="csX44" fmla="*/ 83236 w 240215"/>
                <a:gd name="csY44" fmla="*/ 162249 h 275812"/>
                <a:gd name="csX45" fmla="*/ 86474 w 240215"/>
                <a:gd name="csY45" fmla="*/ 179120 h 275812"/>
                <a:gd name="csX46" fmla="*/ 81457 w 240215"/>
                <a:gd name="csY46" fmla="*/ 195446 h 275812"/>
                <a:gd name="csX47" fmla="*/ 95681 w 240215"/>
                <a:gd name="csY47" fmla="*/ 209181 h 275812"/>
                <a:gd name="csX48" fmla="*/ 102603 w 240215"/>
                <a:gd name="csY48" fmla="*/ 212642 h 275812"/>
                <a:gd name="csX49" fmla="*/ 105206 w 240215"/>
                <a:gd name="csY49" fmla="*/ 216643 h 275812"/>
                <a:gd name="csX50" fmla="*/ 101587 w 240215"/>
                <a:gd name="csY50" fmla="*/ 235134 h 275812"/>
                <a:gd name="csX51" fmla="*/ 104191 w 240215"/>
                <a:gd name="csY51" fmla="*/ 239242 h 275812"/>
                <a:gd name="csX52" fmla="*/ 120002 w 240215"/>
                <a:gd name="csY52" fmla="*/ 243135 h 275812"/>
                <a:gd name="csX53" fmla="*/ 125082 w 240215"/>
                <a:gd name="csY53" fmla="*/ 230486 h 275812"/>
                <a:gd name="csX54" fmla="*/ 148894 w 240215"/>
                <a:gd name="csY54" fmla="*/ 226485 h 275812"/>
                <a:gd name="csX55" fmla="*/ 150736 w 240215"/>
                <a:gd name="csY55" fmla="*/ 219240 h 275812"/>
                <a:gd name="csX56" fmla="*/ 130416 w 240215"/>
                <a:gd name="csY56" fmla="*/ 201396 h 275812"/>
                <a:gd name="csX57" fmla="*/ 128003 w 240215"/>
                <a:gd name="csY57" fmla="*/ 191662 h 275812"/>
                <a:gd name="csX58" fmla="*/ 134480 w 240215"/>
                <a:gd name="csY58" fmla="*/ 182473 h 275812"/>
                <a:gd name="csX59" fmla="*/ 112763 w 240215"/>
                <a:gd name="csY59" fmla="*/ 150355 h 275812"/>
                <a:gd name="csX60" fmla="*/ 96380 w 240215"/>
                <a:gd name="csY60" fmla="*/ 139217 h 275812"/>
                <a:gd name="csX61" fmla="*/ 94983 w 240215"/>
                <a:gd name="csY61" fmla="*/ 131540 h 275812"/>
                <a:gd name="csX62" fmla="*/ 111874 w 240215"/>
                <a:gd name="csY62" fmla="*/ 130346 h 275812"/>
                <a:gd name="csX63" fmla="*/ 112445 w 240215"/>
                <a:gd name="csY63" fmla="*/ 128835 h 275812"/>
                <a:gd name="csX64" fmla="*/ 130099 w 240215"/>
                <a:gd name="csY64" fmla="*/ 122021 h 275812"/>
                <a:gd name="csX65" fmla="*/ 148069 w 240215"/>
                <a:gd name="csY65" fmla="*/ 102234 h 275812"/>
                <a:gd name="csX66" fmla="*/ 157975 w 240215"/>
                <a:gd name="csY66" fmla="*/ 97256 h 275812"/>
                <a:gd name="csX67" fmla="*/ 170548 w 240215"/>
                <a:gd name="csY67" fmla="*/ 101911 h 275812"/>
                <a:gd name="csX68" fmla="*/ 175882 w 240215"/>
                <a:gd name="csY68" fmla="*/ 95421 h 275812"/>
                <a:gd name="csX69" fmla="*/ 166420 w 240215"/>
                <a:gd name="csY69" fmla="*/ 83959 h 275812"/>
                <a:gd name="csX70" fmla="*/ 153657 w 240215"/>
                <a:gd name="csY70" fmla="*/ 88500 h 275812"/>
                <a:gd name="csX71" fmla="*/ 133401 w 240215"/>
                <a:gd name="csY71" fmla="*/ 90989 h 275812"/>
                <a:gd name="csX72" fmla="*/ 125082 w 240215"/>
                <a:gd name="csY72" fmla="*/ 97364 h 275812"/>
                <a:gd name="csX73" fmla="*/ 108445 w 240215"/>
                <a:gd name="csY73" fmla="*/ 95745 h 275812"/>
                <a:gd name="csX74" fmla="*/ 89141 w 240215"/>
                <a:gd name="csY74" fmla="*/ 112941 h 275812"/>
                <a:gd name="csX75" fmla="*/ 75425 w 240215"/>
                <a:gd name="csY75" fmla="*/ 115424 h 275812"/>
                <a:gd name="csX76" fmla="*/ 67297 w 240215"/>
                <a:gd name="csY76" fmla="*/ 102667 h 275812"/>
                <a:gd name="csX77" fmla="*/ 52692 w 240215"/>
                <a:gd name="csY77" fmla="*/ 93688 h 275812"/>
                <a:gd name="csX78" fmla="*/ 48374 w 240215"/>
                <a:gd name="csY78" fmla="*/ 75520 h 275812"/>
                <a:gd name="csX79" fmla="*/ 55042 w 240215"/>
                <a:gd name="csY79" fmla="*/ 50762 h 275812"/>
                <a:gd name="csX80" fmla="*/ 66980 w 240215"/>
                <a:gd name="csY80" fmla="*/ 44812 h 275812"/>
                <a:gd name="csX81" fmla="*/ 85458 w 240215"/>
                <a:gd name="csY81" fmla="*/ 47949 h 275812"/>
                <a:gd name="csX82" fmla="*/ 158674 w 240215"/>
                <a:gd name="csY82" fmla="*/ 46539 h 275812"/>
                <a:gd name="csX83" fmla="*/ 167310 w 240215"/>
                <a:gd name="csY83" fmla="*/ 51193 h 275812"/>
                <a:gd name="csX84" fmla="*/ 210680 w 240215"/>
                <a:gd name="csY84" fmla="*/ 46647 h 275812"/>
                <a:gd name="csX85" fmla="*/ 239954 w 240215"/>
                <a:gd name="csY85" fmla="*/ 10858 h 275812"/>
                <a:gd name="csX86" fmla="*/ 239382 w 240215"/>
                <a:gd name="csY86" fmla="*/ 10858 h 275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215" h="275812">
                  <a:moveTo>
                    <a:pt x="239382" y="10858"/>
                  </a:moveTo>
                  <a:cubicBezTo>
                    <a:pt x="242303" y="6965"/>
                    <a:pt x="236715" y="3289"/>
                    <a:pt x="235381" y="1124"/>
                  </a:cubicBezTo>
                  <a:cubicBezTo>
                    <a:pt x="234175" y="-280"/>
                    <a:pt x="232143" y="-388"/>
                    <a:pt x="230810" y="908"/>
                  </a:cubicBezTo>
                  <a:lnTo>
                    <a:pt x="201727" y="28594"/>
                  </a:lnTo>
                  <a:cubicBezTo>
                    <a:pt x="198488" y="31616"/>
                    <a:pt x="197726" y="30753"/>
                    <a:pt x="162420" y="28263"/>
                  </a:cubicBezTo>
                  <a:cubicBezTo>
                    <a:pt x="158102" y="27940"/>
                    <a:pt x="155372" y="30861"/>
                    <a:pt x="154864" y="31185"/>
                  </a:cubicBezTo>
                  <a:cubicBezTo>
                    <a:pt x="150736" y="34213"/>
                    <a:pt x="146545" y="29133"/>
                    <a:pt x="144386" y="28156"/>
                  </a:cubicBezTo>
                  <a:cubicBezTo>
                    <a:pt x="140703" y="25781"/>
                    <a:pt x="140131" y="26212"/>
                    <a:pt x="108001" y="23615"/>
                  </a:cubicBezTo>
                  <a:cubicBezTo>
                    <a:pt x="103555" y="23292"/>
                    <a:pt x="101079" y="21456"/>
                    <a:pt x="87744" y="13995"/>
                  </a:cubicBezTo>
                  <a:cubicBezTo>
                    <a:pt x="83934" y="11938"/>
                    <a:pt x="79553" y="13449"/>
                    <a:pt x="78981" y="13557"/>
                  </a:cubicBezTo>
                  <a:cubicBezTo>
                    <a:pt x="74092" y="14535"/>
                    <a:pt x="76060" y="20802"/>
                    <a:pt x="75616" y="23507"/>
                  </a:cubicBezTo>
                  <a:cubicBezTo>
                    <a:pt x="75616" y="28156"/>
                    <a:pt x="70345" y="30213"/>
                    <a:pt x="69012" y="31292"/>
                  </a:cubicBezTo>
                  <a:cubicBezTo>
                    <a:pt x="63296" y="35293"/>
                    <a:pt x="58661" y="24155"/>
                    <a:pt x="54216" y="29349"/>
                  </a:cubicBezTo>
                  <a:cubicBezTo>
                    <a:pt x="54216" y="29349"/>
                    <a:pt x="48692" y="35617"/>
                    <a:pt x="47676" y="35617"/>
                  </a:cubicBezTo>
                  <a:cubicBezTo>
                    <a:pt x="46723" y="35617"/>
                    <a:pt x="47167" y="42970"/>
                    <a:pt x="47167" y="43732"/>
                  </a:cubicBezTo>
                  <a:cubicBezTo>
                    <a:pt x="47167" y="44488"/>
                    <a:pt x="43167" y="44812"/>
                    <a:pt x="43167" y="44812"/>
                  </a:cubicBezTo>
                  <a:cubicBezTo>
                    <a:pt x="35230" y="45567"/>
                    <a:pt x="43929" y="67519"/>
                    <a:pt x="36436" y="65468"/>
                  </a:cubicBezTo>
                  <a:cubicBezTo>
                    <a:pt x="34849" y="65030"/>
                    <a:pt x="33769" y="66116"/>
                    <a:pt x="34150" y="67843"/>
                  </a:cubicBezTo>
                  <a:lnTo>
                    <a:pt x="40246" y="91313"/>
                  </a:lnTo>
                  <a:cubicBezTo>
                    <a:pt x="40691" y="93040"/>
                    <a:pt x="39929" y="93580"/>
                    <a:pt x="38405" y="92500"/>
                  </a:cubicBezTo>
                  <a:lnTo>
                    <a:pt x="36563" y="91097"/>
                  </a:lnTo>
                  <a:cubicBezTo>
                    <a:pt x="35039" y="90011"/>
                    <a:pt x="33007" y="90227"/>
                    <a:pt x="31928" y="91744"/>
                  </a:cubicBezTo>
                  <a:cubicBezTo>
                    <a:pt x="31928" y="91744"/>
                    <a:pt x="20307" y="107207"/>
                    <a:pt x="20307" y="108286"/>
                  </a:cubicBezTo>
                  <a:cubicBezTo>
                    <a:pt x="20307" y="109372"/>
                    <a:pt x="21387" y="128079"/>
                    <a:pt x="21387" y="128079"/>
                  </a:cubicBezTo>
                  <a:cubicBezTo>
                    <a:pt x="21641" y="132404"/>
                    <a:pt x="18402" y="134670"/>
                    <a:pt x="17957" y="135432"/>
                  </a:cubicBezTo>
                  <a:cubicBezTo>
                    <a:pt x="15037" y="138563"/>
                    <a:pt x="15354" y="142024"/>
                    <a:pt x="14465" y="151974"/>
                  </a:cubicBezTo>
                  <a:cubicBezTo>
                    <a:pt x="14020" y="156622"/>
                    <a:pt x="10020" y="159543"/>
                    <a:pt x="9067" y="160953"/>
                  </a:cubicBezTo>
                  <a:cubicBezTo>
                    <a:pt x="7798" y="162249"/>
                    <a:pt x="5385" y="163004"/>
                    <a:pt x="3543" y="162356"/>
                  </a:cubicBezTo>
                  <a:lnTo>
                    <a:pt x="2781" y="162141"/>
                  </a:lnTo>
                  <a:cubicBezTo>
                    <a:pt x="940" y="161601"/>
                    <a:pt x="-267" y="162680"/>
                    <a:pt x="51" y="164414"/>
                  </a:cubicBezTo>
                  <a:lnTo>
                    <a:pt x="4495" y="191986"/>
                  </a:lnTo>
                  <a:cubicBezTo>
                    <a:pt x="5385" y="197288"/>
                    <a:pt x="12433" y="191770"/>
                    <a:pt x="18910" y="190042"/>
                  </a:cubicBezTo>
                  <a:cubicBezTo>
                    <a:pt x="23355" y="188417"/>
                    <a:pt x="29197" y="193281"/>
                    <a:pt x="27355" y="197288"/>
                  </a:cubicBezTo>
                  <a:lnTo>
                    <a:pt x="26911" y="198367"/>
                  </a:lnTo>
                  <a:cubicBezTo>
                    <a:pt x="25006" y="202476"/>
                    <a:pt x="26403" y="204749"/>
                    <a:pt x="30467" y="223672"/>
                  </a:cubicBezTo>
                  <a:cubicBezTo>
                    <a:pt x="31483" y="228320"/>
                    <a:pt x="30277" y="230162"/>
                    <a:pt x="21514" y="261302"/>
                  </a:cubicBezTo>
                  <a:cubicBezTo>
                    <a:pt x="20307" y="265411"/>
                    <a:pt x="23355" y="266712"/>
                    <a:pt x="33642" y="274929"/>
                  </a:cubicBezTo>
                  <a:cubicBezTo>
                    <a:pt x="37007" y="277634"/>
                    <a:pt x="39357" y="273303"/>
                    <a:pt x="39992" y="272872"/>
                  </a:cubicBezTo>
                  <a:cubicBezTo>
                    <a:pt x="43167" y="269303"/>
                    <a:pt x="48120" y="269951"/>
                    <a:pt x="50533" y="269519"/>
                  </a:cubicBezTo>
                  <a:cubicBezTo>
                    <a:pt x="62979" y="268224"/>
                    <a:pt x="68504" y="281959"/>
                    <a:pt x="56883" y="254812"/>
                  </a:cubicBezTo>
                  <a:cubicBezTo>
                    <a:pt x="55295" y="251136"/>
                    <a:pt x="56883" y="248545"/>
                    <a:pt x="60566" y="240106"/>
                  </a:cubicBezTo>
                  <a:cubicBezTo>
                    <a:pt x="62344" y="235997"/>
                    <a:pt x="61900" y="235134"/>
                    <a:pt x="60121" y="188741"/>
                  </a:cubicBezTo>
                  <a:cubicBezTo>
                    <a:pt x="59804" y="180740"/>
                    <a:pt x="46596" y="176631"/>
                    <a:pt x="52438" y="172955"/>
                  </a:cubicBezTo>
                  <a:lnTo>
                    <a:pt x="71298" y="161061"/>
                  </a:lnTo>
                  <a:cubicBezTo>
                    <a:pt x="75425" y="158356"/>
                    <a:pt x="80505" y="161709"/>
                    <a:pt x="83236" y="162249"/>
                  </a:cubicBezTo>
                  <a:cubicBezTo>
                    <a:pt x="88379" y="163976"/>
                    <a:pt x="85712" y="171113"/>
                    <a:pt x="86474" y="179120"/>
                  </a:cubicBezTo>
                  <a:cubicBezTo>
                    <a:pt x="86474" y="186798"/>
                    <a:pt x="76949" y="191122"/>
                    <a:pt x="81457" y="195446"/>
                  </a:cubicBezTo>
                  <a:lnTo>
                    <a:pt x="95681" y="209181"/>
                  </a:lnTo>
                  <a:cubicBezTo>
                    <a:pt x="98476" y="211994"/>
                    <a:pt x="101905" y="212426"/>
                    <a:pt x="102603" y="212642"/>
                  </a:cubicBezTo>
                  <a:cubicBezTo>
                    <a:pt x="104444" y="213074"/>
                    <a:pt x="105524" y="214909"/>
                    <a:pt x="105206" y="216643"/>
                  </a:cubicBezTo>
                  <a:lnTo>
                    <a:pt x="101587" y="235134"/>
                  </a:lnTo>
                  <a:cubicBezTo>
                    <a:pt x="101269" y="236969"/>
                    <a:pt x="102476" y="238811"/>
                    <a:pt x="104191" y="239242"/>
                  </a:cubicBezTo>
                  <a:lnTo>
                    <a:pt x="120002" y="243135"/>
                  </a:lnTo>
                  <a:cubicBezTo>
                    <a:pt x="126796" y="244868"/>
                    <a:pt x="118161" y="231673"/>
                    <a:pt x="125082" y="230486"/>
                  </a:cubicBezTo>
                  <a:lnTo>
                    <a:pt x="148894" y="226485"/>
                  </a:lnTo>
                  <a:cubicBezTo>
                    <a:pt x="153340" y="225723"/>
                    <a:pt x="150736" y="220211"/>
                    <a:pt x="150736" y="219240"/>
                  </a:cubicBezTo>
                  <a:cubicBezTo>
                    <a:pt x="149783" y="215125"/>
                    <a:pt x="148387" y="214801"/>
                    <a:pt x="130416" y="201396"/>
                  </a:cubicBezTo>
                  <a:cubicBezTo>
                    <a:pt x="126606" y="198583"/>
                    <a:pt x="128130" y="193281"/>
                    <a:pt x="128003" y="191662"/>
                  </a:cubicBezTo>
                  <a:cubicBezTo>
                    <a:pt x="128130" y="186798"/>
                    <a:pt x="132766" y="184416"/>
                    <a:pt x="134480" y="182473"/>
                  </a:cubicBezTo>
                  <a:cubicBezTo>
                    <a:pt x="137973" y="179336"/>
                    <a:pt x="135814" y="178905"/>
                    <a:pt x="112763" y="150355"/>
                  </a:cubicBezTo>
                  <a:cubicBezTo>
                    <a:pt x="109842" y="146678"/>
                    <a:pt x="104444" y="143973"/>
                    <a:pt x="96380" y="139217"/>
                  </a:cubicBezTo>
                  <a:cubicBezTo>
                    <a:pt x="92633" y="136944"/>
                    <a:pt x="94983" y="132188"/>
                    <a:pt x="94983" y="131540"/>
                  </a:cubicBezTo>
                  <a:cubicBezTo>
                    <a:pt x="96761" y="124294"/>
                    <a:pt x="109207" y="137268"/>
                    <a:pt x="111874" y="130346"/>
                  </a:cubicBezTo>
                  <a:lnTo>
                    <a:pt x="112445" y="128835"/>
                  </a:lnTo>
                  <a:cubicBezTo>
                    <a:pt x="113842" y="125050"/>
                    <a:pt x="116319" y="125050"/>
                    <a:pt x="130099" y="122021"/>
                  </a:cubicBezTo>
                  <a:cubicBezTo>
                    <a:pt x="134417" y="121050"/>
                    <a:pt x="135369" y="118561"/>
                    <a:pt x="148069" y="102234"/>
                  </a:cubicBezTo>
                  <a:cubicBezTo>
                    <a:pt x="150990" y="98450"/>
                    <a:pt x="156133" y="97904"/>
                    <a:pt x="157975" y="97256"/>
                  </a:cubicBezTo>
                  <a:cubicBezTo>
                    <a:pt x="162865" y="95745"/>
                    <a:pt x="166865" y="100177"/>
                    <a:pt x="170548" y="101911"/>
                  </a:cubicBezTo>
                  <a:cubicBezTo>
                    <a:pt x="174676" y="104394"/>
                    <a:pt x="174993" y="97040"/>
                    <a:pt x="175882" y="95421"/>
                  </a:cubicBezTo>
                  <a:cubicBezTo>
                    <a:pt x="177279" y="90335"/>
                    <a:pt x="170421" y="87960"/>
                    <a:pt x="166420" y="83959"/>
                  </a:cubicBezTo>
                  <a:cubicBezTo>
                    <a:pt x="162356" y="80714"/>
                    <a:pt x="157785" y="86442"/>
                    <a:pt x="153657" y="88500"/>
                  </a:cubicBezTo>
                  <a:cubicBezTo>
                    <a:pt x="149911" y="90989"/>
                    <a:pt x="146545" y="90443"/>
                    <a:pt x="133401" y="90989"/>
                  </a:cubicBezTo>
                  <a:cubicBezTo>
                    <a:pt x="128638" y="91205"/>
                    <a:pt x="126416" y="96069"/>
                    <a:pt x="125082" y="97364"/>
                  </a:cubicBezTo>
                  <a:cubicBezTo>
                    <a:pt x="121717" y="101581"/>
                    <a:pt x="115557" y="97148"/>
                    <a:pt x="108445" y="95745"/>
                  </a:cubicBezTo>
                  <a:cubicBezTo>
                    <a:pt x="104191" y="94557"/>
                    <a:pt x="103238" y="97040"/>
                    <a:pt x="89141" y="112941"/>
                  </a:cubicBezTo>
                  <a:cubicBezTo>
                    <a:pt x="85712" y="116833"/>
                    <a:pt x="79870" y="114992"/>
                    <a:pt x="75425" y="115424"/>
                  </a:cubicBezTo>
                  <a:cubicBezTo>
                    <a:pt x="70091" y="115424"/>
                    <a:pt x="70028" y="108178"/>
                    <a:pt x="67297" y="102667"/>
                  </a:cubicBezTo>
                  <a:cubicBezTo>
                    <a:pt x="64820" y="95961"/>
                    <a:pt x="54280" y="100501"/>
                    <a:pt x="52692" y="93688"/>
                  </a:cubicBezTo>
                  <a:lnTo>
                    <a:pt x="48374" y="75520"/>
                  </a:lnTo>
                  <a:cubicBezTo>
                    <a:pt x="47294" y="70980"/>
                    <a:pt x="49327" y="67303"/>
                    <a:pt x="55042" y="50762"/>
                  </a:cubicBezTo>
                  <a:cubicBezTo>
                    <a:pt x="56692" y="45891"/>
                    <a:pt x="63424" y="46107"/>
                    <a:pt x="66980" y="44812"/>
                  </a:cubicBezTo>
                  <a:cubicBezTo>
                    <a:pt x="72949" y="43186"/>
                    <a:pt x="78346" y="48056"/>
                    <a:pt x="85458" y="47949"/>
                  </a:cubicBezTo>
                  <a:lnTo>
                    <a:pt x="158674" y="46539"/>
                  </a:lnTo>
                  <a:cubicBezTo>
                    <a:pt x="163182" y="46539"/>
                    <a:pt x="166230" y="50546"/>
                    <a:pt x="167310" y="51193"/>
                  </a:cubicBezTo>
                  <a:cubicBezTo>
                    <a:pt x="170675" y="54330"/>
                    <a:pt x="171183" y="53136"/>
                    <a:pt x="210680" y="46647"/>
                  </a:cubicBezTo>
                  <a:cubicBezTo>
                    <a:pt x="215125" y="45891"/>
                    <a:pt x="214617" y="45351"/>
                    <a:pt x="239954" y="10858"/>
                  </a:cubicBezTo>
                  <a:lnTo>
                    <a:pt x="239382" y="10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11559FBB-01D6-1951-87D3-C49FFC4F1051}"/>
                </a:ext>
              </a:extLst>
            </p:cNvPr>
            <p:cNvSpPr/>
            <p:nvPr/>
          </p:nvSpPr>
          <p:spPr>
            <a:xfrm>
              <a:off x="9025596" y="4929252"/>
              <a:ext cx="15540" cy="8814"/>
            </a:xfrm>
            <a:custGeom>
              <a:avLst/>
              <a:gdLst>
                <a:gd name="csX0" fmla="*/ 8740 w 17922"/>
                <a:gd name="csY0" fmla="*/ 1281 h 10165"/>
                <a:gd name="csX1" fmla="*/ 1628 w 17922"/>
                <a:gd name="csY1" fmla="*/ 9714 h 10165"/>
                <a:gd name="csX2" fmla="*/ 11217 w 17922"/>
                <a:gd name="csY2" fmla="*/ 8418 h 10165"/>
                <a:gd name="csX3" fmla="*/ 16296 w 17922"/>
                <a:gd name="csY3" fmla="*/ 633 h 10165"/>
                <a:gd name="csX4" fmla="*/ 8740 w 17922"/>
                <a:gd name="csY4" fmla="*/ 1389 h 10165"/>
                <a:gd name="csX5" fmla="*/ 8740 w 17922"/>
                <a:gd name="csY5" fmla="*/ 1281 h 10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22" h="10165">
                  <a:moveTo>
                    <a:pt x="8740" y="1281"/>
                  </a:moveTo>
                  <a:cubicBezTo>
                    <a:pt x="5501" y="4310"/>
                    <a:pt x="-3707" y="9066"/>
                    <a:pt x="1628" y="9714"/>
                  </a:cubicBezTo>
                  <a:cubicBezTo>
                    <a:pt x="2898" y="9714"/>
                    <a:pt x="7787" y="11340"/>
                    <a:pt x="11217" y="8418"/>
                  </a:cubicBezTo>
                  <a:cubicBezTo>
                    <a:pt x="13312" y="6253"/>
                    <a:pt x="21313" y="1929"/>
                    <a:pt x="16296" y="633"/>
                  </a:cubicBezTo>
                  <a:cubicBezTo>
                    <a:pt x="16296" y="633"/>
                    <a:pt x="11979" y="-1208"/>
                    <a:pt x="8740" y="1389"/>
                  </a:cubicBezTo>
                  <a:lnTo>
                    <a:pt x="8740" y="12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314C5EE1-9C4B-C55E-4EB4-6163517DA012}"/>
                </a:ext>
              </a:extLst>
            </p:cNvPr>
            <p:cNvSpPr/>
            <p:nvPr/>
          </p:nvSpPr>
          <p:spPr>
            <a:xfrm>
              <a:off x="9063698" y="4960248"/>
              <a:ext cx="10414" cy="9685"/>
            </a:xfrm>
            <a:custGeom>
              <a:avLst/>
              <a:gdLst>
                <a:gd name="csX0" fmla="*/ 11216 w 12010"/>
                <a:gd name="csY0" fmla="*/ 3488 h 11169"/>
                <a:gd name="csX1" fmla="*/ 6136 w 12010"/>
                <a:gd name="csY1" fmla="*/ 27 h 11169"/>
                <a:gd name="csX2" fmla="*/ 1247 w 12010"/>
                <a:gd name="csY2" fmla="*/ 2516 h 11169"/>
                <a:gd name="csX3" fmla="*/ 738 w 12010"/>
                <a:gd name="csY3" fmla="*/ 9762 h 11169"/>
                <a:gd name="csX4" fmla="*/ 11026 w 12010"/>
                <a:gd name="csY4" fmla="*/ 3380 h 11169"/>
                <a:gd name="csX5" fmla="*/ 11216 w 12010"/>
                <a:gd name="csY5" fmla="*/ 3488 h 1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10" h="11169">
                  <a:moveTo>
                    <a:pt x="11216" y="3488"/>
                  </a:moveTo>
                  <a:cubicBezTo>
                    <a:pt x="14391" y="135"/>
                    <a:pt x="7088" y="358"/>
                    <a:pt x="6136" y="27"/>
                  </a:cubicBezTo>
                  <a:cubicBezTo>
                    <a:pt x="4295" y="-189"/>
                    <a:pt x="2136" y="897"/>
                    <a:pt x="1247" y="2516"/>
                  </a:cubicBezTo>
                  <a:cubicBezTo>
                    <a:pt x="1374" y="1869"/>
                    <a:pt x="-1230" y="6409"/>
                    <a:pt x="738" y="9762"/>
                  </a:cubicBezTo>
                  <a:cubicBezTo>
                    <a:pt x="3406" y="14410"/>
                    <a:pt x="7660" y="6301"/>
                    <a:pt x="11026" y="3380"/>
                  </a:cubicBezTo>
                  <a:lnTo>
                    <a:pt x="11216" y="3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E96449E7-82D7-384D-6F05-B718F474E5E2}"/>
                </a:ext>
              </a:extLst>
            </p:cNvPr>
            <p:cNvSpPr/>
            <p:nvPr/>
          </p:nvSpPr>
          <p:spPr>
            <a:xfrm>
              <a:off x="9076921" y="4961144"/>
              <a:ext cx="12621" cy="10798"/>
            </a:xfrm>
            <a:custGeom>
              <a:avLst/>
              <a:gdLst>
                <a:gd name="csX0" fmla="*/ 9619 w 14555"/>
                <a:gd name="csY0" fmla="*/ 7001 h 12453"/>
                <a:gd name="csX1" fmla="*/ 11270 w 14555"/>
                <a:gd name="csY1" fmla="*/ 7001 h 12453"/>
                <a:gd name="csX2" fmla="*/ 11270 w 14555"/>
                <a:gd name="csY2" fmla="*/ 188 h 12453"/>
                <a:gd name="csX3" fmla="*/ 3903 w 14555"/>
                <a:gd name="csY3" fmla="*/ 2130 h 12453"/>
                <a:gd name="csX4" fmla="*/ 94 w 14555"/>
                <a:gd name="csY4" fmla="*/ 10138 h 12453"/>
                <a:gd name="csX5" fmla="*/ 94 w 14555"/>
                <a:gd name="csY5" fmla="*/ 10893 h 12453"/>
                <a:gd name="csX6" fmla="*/ 2824 w 14555"/>
                <a:gd name="csY6" fmla="*/ 11541 h 12453"/>
                <a:gd name="csX7" fmla="*/ 9619 w 14555"/>
                <a:gd name="csY7" fmla="*/ 7001 h 1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555" h="12453">
                  <a:moveTo>
                    <a:pt x="9619" y="7001"/>
                  </a:moveTo>
                  <a:lnTo>
                    <a:pt x="11270" y="7001"/>
                  </a:lnTo>
                  <a:cubicBezTo>
                    <a:pt x="15651" y="7001"/>
                    <a:pt x="15651" y="619"/>
                    <a:pt x="11270" y="188"/>
                  </a:cubicBezTo>
                  <a:cubicBezTo>
                    <a:pt x="10571" y="188"/>
                    <a:pt x="6825" y="-892"/>
                    <a:pt x="3903" y="2130"/>
                  </a:cubicBezTo>
                  <a:cubicBezTo>
                    <a:pt x="3459" y="2785"/>
                    <a:pt x="-668" y="5699"/>
                    <a:pt x="94" y="10138"/>
                  </a:cubicBezTo>
                  <a:lnTo>
                    <a:pt x="94" y="10893"/>
                  </a:lnTo>
                  <a:cubicBezTo>
                    <a:pt x="539" y="12729"/>
                    <a:pt x="1745" y="12944"/>
                    <a:pt x="2824" y="11541"/>
                  </a:cubicBezTo>
                  <a:cubicBezTo>
                    <a:pt x="3332" y="11002"/>
                    <a:pt x="5301" y="7001"/>
                    <a:pt x="9619" y="7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F79D6BE2-A966-A94B-B06E-1B39FA0EFEBF}"/>
                </a:ext>
              </a:extLst>
            </p:cNvPr>
            <p:cNvSpPr/>
            <p:nvPr/>
          </p:nvSpPr>
          <p:spPr>
            <a:xfrm>
              <a:off x="9085192" y="4971818"/>
              <a:ext cx="5850" cy="5521"/>
            </a:xfrm>
            <a:custGeom>
              <a:avLst/>
              <a:gdLst>
                <a:gd name="csX0" fmla="*/ 81 w 6747"/>
                <a:gd name="csY0" fmla="*/ 2800 h 6367"/>
                <a:gd name="csX1" fmla="*/ 81 w 6747"/>
                <a:gd name="csY1" fmla="*/ 3124 h 6367"/>
                <a:gd name="csX2" fmla="*/ 6685 w 6747"/>
                <a:gd name="csY2" fmla="*/ 3448 h 6367"/>
                <a:gd name="csX3" fmla="*/ 81 w 6747"/>
                <a:gd name="csY3" fmla="*/ 2800 h 6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47" h="6367">
                  <a:moveTo>
                    <a:pt x="81" y="2800"/>
                  </a:moveTo>
                  <a:lnTo>
                    <a:pt x="81" y="3124"/>
                  </a:lnTo>
                  <a:cubicBezTo>
                    <a:pt x="-808" y="7448"/>
                    <a:pt x="5923" y="7340"/>
                    <a:pt x="6685" y="3448"/>
                  </a:cubicBezTo>
                  <a:cubicBezTo>
                    <a:pt x="7447" y="-337"/>
                    <a:pt x="970" y="-1632"/>
                    <a:pt x="81" y="28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6FC04C85-C51B-7424-6A12-47CAABFDC239}"/>
                </a:ext>
              </a:extLst>
            </p:cNvPr>
            <p:cNvSpPr/>
            <p:nvPr/>
          </p:nvSpPr>
          <p:spPr>
            <a:xfrm>
              <a:off x="9091119" y="4981368"/>
              <a:ext cx="8726" cy="5998"/>
            </a:xfrm>
            <a:custGeom>
              <a:avLst/>
              <a:gdLst>
                <a:gd name="csX0" fmla="*/ 1372 w 10063"/>
                <a:gd name="csY0" fmla="*/ 4004 h 6917"/>
                <a:gd name="csX1" fmla="*/ 9690 w 10063"/>
                <a:gd name="csY1" fmla="*/ 4975 h 6917"/>
                <a:gd name="csX2" fmla="*/ 3849 w 10063"/>
                <a:gd name="csY2" fmla="*/ 327 h 6917"/>
                <a:gd name="csX3" fmla="*/ 1372 w 10063"/>
                <a:gd name="csY3" fmla="*/ 4004 h 6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3" h="6917">
                  <a:moveTo>
                    <a:pt x="1372" y="4004"/>
                  </a:moveTo>
                  <a:cubicBezTo>
                    <a:pt x="4039" y="4759"/>
                    <a:pt x="11850" y="9522"/>
                    <a:pt x="9690" y="4975"/>
                  </a:cubicBezTo>
                  <a:cubicBezTo>
                    <a:pt x="9690" y="4975"/>
                    <a:pt x="7977" y="-1508"/>
                    <a:pt x="3849" y="327"/>
                  </a:cubicBezTo>
                  <a:cubicBezTo>
                    <a:pt x="3340" y="759"/>
                    <a:pt x="-2628" y="2384"/>
                    <a:pt x="1372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1536849D-095E-AAF5-6FDD-BC9B3559DFD3}"/>
                </a:ext>
              </a:extLst>
            </p:cNvPr>
            <p:cNvSpPr/>
            <p:nvPr/>
          </p:nvSpPr>
          <p:spPr>
            <a:xfrm>
              <a:off x="8494948" y="5112088"/>
              <a:ext cx="300556" cy="92835"/>
            </a:xfrm>
            <a:custGeom>
              <a:avLst/>
              <a:gdLst>
                <a:gd name="csX0" fmla="*/ 338208 w 346622"/>
                <a:gd name="csY0" fmla="*/ 88446 h 107063"/>
                <a:gd name="csX1" fmla="*/ 340810 w 346622"/>
                <a:gd name="csY1" fmla="*/ 69524 h 107063"/>
                <a:gd name="csX2" fmla="*/ 337890 w 346622"/>
                <a:gd name="csY2" fmla="*/ 65955 h 107063"/>
                <a:gd name="csX3" fmla="*/ 307283 w 346622"/>
                <a:gd name="csY3" fmla="*/ 64767 h 107063"/>
                <a:gd name="csX4" fmla="*/ 297948 w 346622"/>
                <a:gd name="csY4" fmla="*/ 67688 h 107063"/>
                <a:gd name="csX5" fmla="*/ 291789 w 346622"/>
                <a:gd name="csY5" fmla="*/ 67149 h 107063"/>
                <a:gd name="csX6" fmla="*/ 280422 w 346622"/>
                <a:gd name="csY6" fmla="*/ 58709 h 107063"/>
                <a:gd name="csX7" fmla="*/ 267023 w 346622"/>
                <a:gd name="csY7" fmla="*/ 34922 h 107063"/>
                <a:gd name="csX8" fmla="*/ 241560 w 346622"/>
                <a:gd name="csY8" fmla="*/ 30598 h 107063"/>
                <a:gd name="csX9" fmla="*/ 233369 w 346622"/>
                <a:gd name="csY9" fmla="*/ 26807 h 107063"/>
                <a:gd name="csX10" fmla="*/ 217430 w 346622"/>
                <a:gd name="csY10" fmla="*/ 25404 h 107063"/>
                <a:gd name="csX11" fmla="*/ 210509 w 346622"/>
                <a:gd name="csY11" fmla="*/ 17942 h 107063"/>
                <a:gd name="csX12" fmla="*/ 200348 w 346622"/>
                <a:gd name="csY12" fmla="*/ 21619 h 107063"/>
                <a:gd name="csX13" fmla="*/ 187648 w 346622"/>
                <a:gd name="csY13" fmla="*/ 38059 h 107063"/>
                <a:gd name="csX14" fmla="*/ 120784 w 346622"/>
                <a:gd name="csY14" fmla="*/ 28972 h 107063"/>
                <a:gd name="csX15" fmla="*/ 109417 w 346622"/>
                <a:gd name="csY15" fmla="*/ 11345 h 107063"/>
                <a:gd name="csX16" fmla="*/ 83446 w 346622"/>
                <a:gd name="csY16" fmla="*/ 8316 h 107063"/>
                <a:gd name="csX17" fmla="*/ 73285 w 346622"/>
                <a:gd name="csY17" fmla="*/ 99 h 107063"/>
                <a:gd name="csX18" fmla="*/ 63316 w 346622"/>
                <a:gd name="csY18" fmla="*/ 3452 h 107063"/>
                <a:gd name="csX19" fmla="*/ 63316 w 346622"/>
                <a:gd name="csY19" fmla="*/ 3667 h 107063"/>
                <a:gd name="csX20" fmla="*/ 60459 w 346622"/>
                <a:gd name="csY20" fmla="*/ 6373 h 107063"/>
                <a:gd name="csX21" fmla="*/ 29724 w 346622"/>
                <a:gd name="csY21" fmla="*/ 747 h 107063"/>
                <a:gd name="csX22" fmla="*/ 25343 w 346622"/>
                <a:gd name="csY22" fmla="*/ 3236 h 107063"/>
                <a:gd name="csX23" fmla="*/ 15373 w 346622"/>
                <a:gd name="csY23" fmla="*/ 21187 h 107063"/>
                <a:gd name="csX24" fmla="*/ 6484 w 346622"/>
                <a:gd name="csY24" fmla="*/ 23676 h 107063"/>
                <a:gd name="csX25" fmla="*/ 1847 w 346622"/>
                <a:gd name="csY25" fmla="*/ 32541 h 107063"/>
                <a:gd name="csX26" fmla="*/ 41662 w 346622"/>
                <a:gd name="csY26" fmla="*/ 35138 h 107063"/>
                <a:gd name="csX27" fmla="*/ 44773 w 346622"/>
                <a:gd name="csY27" fmla="*/ 44327 h 107063"/>
                <a:gd name="csX28" fmla="*/ 40709 w 346622"/>
                <a:gd name="csY28" fmla="*/ 54169 h 107063"/>
                <a:gd name="csX29" fmla="*/ 47822 w 346622"/>
                <a:gd name="csY29" fmla="*/ 58601 h 107063"/>
                <a:gd name="csX30" fmla="*/ 77159 w 346622"/>
                <a:gd name="csY30" fmla="*/ 57198 h 107063"/>
                <a:gd name="csX31" fmla="*/ 100336 w 346622"/>
                <a:gd name="csY31" fmla="*/ 68444 h 107063"/>
                <a:gd name="csX32" fmla="*/ 116338 w 346622"/>
                <a:gd name="csY32" fmla="*/ 68444 h 107063"/>
                <a:gd name="csX33" fmla="*/ 127578 w 346622"/>
                <a:gd name="csY33" fmla="*/ 61522 h 107063"/>
                <a:gd name="csX34" fmla="*/ 180600 w 346622"/>
                <a:gd name="csY34" fmla="*/ 72552 h 107063"/>
                <a:gd name="csX35" fmla="*/ 207397 w 346622"/>
                <a:gd name="csY35" fmla="*/ 87475 h 107063"/>
                <a:gd name="csX36" fmla="*/ 245434 w 346622"/>
                <a:gd name="csY36" fmla="*/ 88231 h 107063"/>
                <a:gd name="csX37" fmla="*/ 279914 w 346622"/>
                <a:gd name="csY37" fmla="*/ 93317 h 107063"/>
                <a:gd name="csX38" fmla="*/ 297948 w 346622"/>
                <a:gd name="csY38" fmla="*/ 86935 h 107063"/>
                <a:gd name="csX39" fmla="*/ 340303 w 346622"/>
                <a:gd name="csY39" fmla="*/ 106722 h 107063"/>
                <a:gd name="csX40" fmla="*/ 345256 w 346622"/>
                <a:gd name="csY40" fmla="*/ 105426 h 107063"/>
                <a:gd name="csX41" fmla="*/ 345827 w 346622"/>
                <a:gd name="csY41" fmla="*/ 104563 h 107063"/>
                <a:gd name="csX42" fmla="*/ 338335 w 346622"/>
                <a:gd name="csY42" fmla="*/ 88662 h 107063"/>
                <a:gd name="csX43" fmla="*/ 338208 w 346622"/>
                <a:gd name="csY43" fmla="*/ 88446 h 107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2" h="107063">
                  <a:moveTo>
                    <a:pt x="338208" y="88446"/>
                  </a:moveTo>
                  <a:lnTo>
                    <a:pt x="340810" y="69524"/>
                  </a:lnTo>
                  <a:cubicBezTo>
                    <a:pt x="341065" y="67688"/>
                    <a:pt x="339731" y="66063"/>
                    <a:pt x="337890" y="65955"/>
                  </a:cubicBezTo>
                  <a:cubicBezTo>
                    <a:pt x="315728" y="64120"/>
                    <a:pt x="311791" y="63358"/>
                    <a:pt x="307283" y="64767"/>
                  </a:cubicBezTo>
                  <a:lnTo>
                    <a:pt x="297948" y="67688"/>
                  </a:lnTo>
                  <a:cubicBezTo>
                    <a:pt x="296234" y="68228"/>
                    <a:pt x="293440" y="68012"/>
                    <a:pt x="291789" y="67149"/>
                  </a:cubicBezTo>
                  <a:cubicBezTo>
                    <a:pt x="285058" y="63580"/>
                    <a:pt x="282073" y="62494"/>
                    <a:pt x="280422" y="58709"/>
                  </a:cubicBezTo>
                  <a:cubicBezTo>
                    <a:pt x="271786" y="38491"/>
                    <a:pt x="271533" y="35354"/>
                    <a:pt x="267023" y="34922"/>
                  </a:cubicBezTo>
                  <a:cubicBezTo>
                    <a:pt x="250450" y="33404"/>
                    <a:pt x="245243" y="33728"/>
                    <a:pt x="241560" y="30598"/>
                  </a:cubicBezTo>
                  <a:cubicBezTo>
                    <a:pt x="240798" y="30052"/>
                    <a:pt x="237877" y="26267"/>
                    <a:pt x="233369" y="26807"/>
                  </a:cubicBezTo>
                  <a:cubicBezTo>
                    <a:pt x="226510" y="26921"/>
                    <a:pt x="219716" y="30268"/>
                    <a:pt x="217430" y="25404"/>
                  </a:cubicBezTo>
                  <a:cubicBezTo>
                    <a:pt x="216351" y="23676"/>
                    <a:pt x="215272" y="17510"/>
                    <a:pt x="210509" y="17942"/>
                  </a:cubicBezTo>
                  <a:cubicBezTo>
                    <a:pt x="208350" y="18374"/>
                    <a:pt x="202572" y="17403"/>
                    <a:pt x="200348" y="21619"/>
                  </a:cubicBezTo>
                  <a:cubicBezTo>
                    <a:pt x="192856" y="35138"/>
                    <a:pt x="191967" y="38383"/>
                    <a:pt x="187648" y="38059"/>
                  </a:cubicBezTo>
                  <a:cubicBezTo>
                    <a:pt x="123259" y="32001"/>
                    <a:pt x="122752" y="33297"/>
                    <a:pt x="120784" y="28972"/>
                  </a:cubicBezTo>
                  <a:cubicBezTo>
                    <a:pt x="114306" y="14697"/>
                    <a:pt x="113734" y="11453"/>
                    <a:pt x="109417" y="11345"/>
                  </a:cubicBezTo>
                  <a:cubicBezTo>
                    <a:pt x="88652" y="11021"/>
                    <a:pt x="86239" y="11777"/>
                    <a:pt x="83446" y="8316"/>
                  </a:cubicBezTo>
                  <a:cubicBezTo>
                    <a:pt x="80715" y="5617"/>
                    <a:pt x="78365" y="99"/>
                    <a:pt x="73285" y="99"/>
                  </a:cubicBezTo>
                  <a:cubicBezTo>
                    <a:pt x="70110" y="530"/>
                    <a:pt x="62554" y="-1628"/>
                    <a:pt x="63316" y="3452"/>
                  </a:cubicBezTo>
                  <a:lnTo>
                    <a:pt x="63316" y="3667"/>
                  </a:lnTo>
                  <a:cubicBezTo>
                    <a:pt x="63506" y="5509"/>
                    <a:pt x="62300" y="6696"/>
                    <a:pt x="60459" y="6373"/>
                  </a:cubicBezTo>
                  <a:lnTo>
                    <a:pt x="29724" y="747"/>
                  </a:lnTo>
                  <a:cubicBezTo>
                    <a:pt x="27883" y="423"/>
                    <a:pt x="25851" y="1509"/>
                    <a:pt x="25343" y="3236"/>
                  </a:cubicBezTo>
                  <a:cubicBezTo>
                    <a:pt x="20135" y="17619"/>
                    <a:pt x="19818" y="21187"/>
                    <a:pt x="15373" y="21187"/>
                  </a:cubicBezTo>
                  <a:cubicBezTo>
                    <a:pt x="14357" y="21295"/>
                    <a:pt x="9531" y="20323"/>
                    <a:pt x="6484" y="23676"/>
                  </a:cubicBezTo>
                  <a:cubicBezTo>
                    <a:pt x="4197" y="26813"/>
                    <a:pt x="-3486" y="32541"/>
                    <a:pt x="1847" y="32541"/>
                  </a:cubicBezTo>
                  <a:cubicBezTo>
                    <a:pt x="32137" y="33513"/>
                    <a:pt x="37852" y="30490"/>
                    <a:pt x="41662" y="35138"/>
                  </a:cubicBezTo>
                  <a:cubicBezTo>
                    <a:pt x="42742" y="36973"/>
                    <a:pt x="47948" y="40758"/>
                    <a:pt x="44773" y="44327"/>
                  </a:cubicBezTo>
                  <a:cubicBezTo>
                    <a:pt x="43186" y="46816"/>
                    <a:pt x="37534" y="50384"/>
                    <a:pt x="40709" y="54169"/>
                  </a:cubicBezTo>
                  <a:cubicBezTo>
                    <a:pt x="41345" y="54709"/>
                    <a:pt x="43504" y="59033"/>
                    <a:pt x="47822" y="58601"/>
                  </a:cubicBezTo>
                  <a:cubicBezTo>
                    <a:pt x="70872" y="55896"/>
                    <a:pt x="73285" y="55033"/>
                    <a:pt x="77159" y="57198"/>
                  </a:cubicBezTo>
                  <a:cubicBezTo>
                    <a:pt x="91319" y="64767"/>
                    <a:pt x="95573" y="67580"/>
                    <a:pt x="100336" y="68444"/>
                  </a:cubicBezTo>
                  <a:cubicBezTo>
                    <a:pt x="110179" y="70171"/>
                    <a:pt x="113227" y="71365"/>
                    <a:pt x="116338" y="68444"/>
                  </a:cubicBezTo>
                  <a:cubicBezTo>
                    <a:pt x="119450" y="66063"/>
                    <a:pt x="122497" y="60551"/>
                    <a:pt x="127578" y="61522"/>
                  </a:cubicBezTo>
                  <a:cubicBezTo>
                    <a:pt x="176410" y="70495"/>
                    <a:pt x="176727" y="70063"/>
                    <a:pt x="180600" y="72552"/>
                  </a:cubicBezTo>
                  <a:cubicBezTo>
                    <a:pt x="200222" y="84986"/>
                    <a:pt x="202698" y="87475"/>
                    <a:pt x="207397" y="87475"/>
                  </a:cubicBezTo>
                  <a:cubicBezTo>
                    <a:pt x="235210" y="87691"/>
                    <a:pt x="239528" y="86935"/>
                    <a:pt x="245434" y="88231"/>
                  </a:cubicBezTo>
                  <a:cubicBezTo>
                    <a:pt x="274009" y="94288"/>
                    <a:pt x="275787" y="95476"/>
                    <a:pt x="279914" y="93317"/>
                  </a:cubicBezTo>
                  <a:cubicBezTo>
                    <a:pt x="291979" y="87043"/>
                    <a:pt x="294075" y="85202"/>
                    <a:pt x="297948" y="86935"/>
                  </a:cubicBezTo>
                  <a:lnTo>
                    <a:pt x="340303" y="106722"/>
                  </a:lnTo>
                  <a:cubicBezTo>
                    <a:pt x="342017" y="107484"/>
                    <a:pt x="344176" y="106938"/>
                    <a:pt x="345256" y="105426"/>
                  </a:cubicBezTo>
                  <a:lnTo>
                    <a:pt x="345827" y="104563"/>
                  </a:lnTo>
                  <a:cubicBezTo>
                    <a:pt x="349828" y="98829"/>
                    <a:pt x="337382" y="96123"/>
                    <a:pt x="338335" y="88662"/>
                  </a:cubicBezTo>
                  <a:lnTo>
                    <a:pt x="338208" y="884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074ED4E9-178D-EA6A-3E2C-A383B45A1DD4}"/>
                </a:ext>
              </a:extLst>
            </p:cNvPr>
            <p:cNvSpPr/>
            <p:nvPr/>
          </p:nvSpPr>
          <p:spPr>
            <a:xfrm>
              <a:off x="8730229" y="5102984"/>
              <a:ext cx="7378" cy="6756"/>
            </a:xfrm>
            <a:custGeom>
              <a:avLst/>
              <a:gdLst>
                <a:gd name="csX0" fmla="*/ 3366 w 8509"/>
                <a:gd name="csY0" fmla="*/ 0 h 7791"/>
                <a:gd name="csX1" fmla="*/ 0 w 8509"/>
                <a:gd name="csY1" fmla="*/ 3353 h 7791"/>
                <a:gd name="csX2" fmla="*/ 0 w 8509"/>
                <a:gd name="csY2" fmla="*/ 4439 h 7791"/>
                <a:gd name="csX3" fmla="*/ 3366 w 8509"/>
                <a:gd name="csY3" fmla="*/ 7792 h 7791"/>
                <a:gd name="csX4" fmla="*/ 5080 w 8509"/>
                <a:gd name="csY4" fmla="*/ 7792 h 7791"/>
                <a:gd name="csX5" fmla="*/ 5080 w 8509"/>
                <a:gd name="csY5" fmla="*/ 0 h 7791"/>
                <a:gd name="csX6" fmla="*/ 3366 w 8509"/>
                <a:gd name="csY6" fmla="*/ 0 h 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09" h="7791">
                  <a:moveTo>
                    <a:pt x="3366" y="0"/>
                  </a:moveTo>
                  <a:cubicBezTo>
                    <a:pt x="1524" y="0"/>
                    <a:pt x="0" y="1518"/>
                    <a:pt x="0" y="3353"/>
                  </a:cubicBezTo>
                  <a:lnTo>
                    <a:pt x="0" y="4439"/>
                  </a:lnTo>
                  <a:cubicBezTo>
                    <a:pt x="0" y="6274"/>
                    <a:pt x="1524" y="7792"/>
                    <a:pt x="3366" y="7792"/>
                  </a:cubicBezTo>
                  <a:lnTo>
                    <a:pt x="5080" y="7792"/>
                  </a:lnTo>
                  <a:cubicBezTo>
                    <a:pt x="9652" y="7792"/>
                    <a:pt x="9652" y="0"/>
                    <a:pt x="5080" y="0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154A1BEC-768F-BA85-7BF8-5D4467C6B75C}"/>
                </a:ext>
              </a:extLst>
            </p:cNvPr>
            <p:cNvSpPr/>
            <p:nvPr/>
          </p:nvSpPr>
          <p:spPr>
            <a:xfrm>
              <a:off x="8737755" y="5140859"/>
              <a:ext cx="44636" cy="12315"/>
            </a:xfrm>
            <a:custGeom>
              <a:avLst/>
              <a:gdLst>
                <a:gd name="csX0" fmla="*/ 43262 w 51477"/>
                <a:gd name="csY0" fmla="*/ 116 h 14202"/>
                <a:gd name="csX1" fmla="*/ 2812 w 51477"/>
                <a:gd name="csY1" fmla="*/ 2821 h 14202"/>
                <a:gd name="csX2" fmla="*/ 527 w 51477"/>
                <a:gd name="csY2" fmla="*/ 6066 h 14202"/>
                <a:gd name="csX3" fmla="*/ 1924 w 51477"/>
                <a:gd name="csY3" fmla="*/ 9527 h 14202"/>
                <a:gd name="csX4" fmla="*/ 28974 w 51477"/>
                <a:gd name="csY4" fmla="*/ 12556 h 14202"/>
                <a:gd name="csX5" fmla="*/ 29927 w 51477"/>
                <a:gd name="csY5" fmla="*/ 11470 h 14202"/>
                <a:gd name="csX6" fmla="*/ 44469 w 51477"/>
                <a:gd name="csY6" fmla="*/ 9851 h 14202"/>
                <a:gd name="csX7" fmla="*/ 50184 w 51477"/>
                <a:gd name="csY7" fmla="*/ 2173 h 14202"/>
                <a:gd name="csX8" fmla="*/ 43262 w 51477"/>
                <a:gd name="csY8" fmla="*/ 116 h 1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1477" h="14202">
                  <a:moveTo>
                    <a:pt x="43262" y="116"/>
                  </a:moveTo>
                  <a:cubicBezTo>
                    <a:pt x="43262" y="116"/>
                    <a:pt x="5480" y="-855"/>
                    <a:pt x="2812" y="2821"/>
                  </a:cubicBezTo>
                  <a:lnTo>
                    <a:pt x="527" y="6066"/>
                  </a:lnTo>
                  <a:cubicBezTo>
                    <a:pt x="-552" y="7577"/>
                    <a:pt x="82" y="9095"/>
                    <a:pt x="1924" y="9527"/>
                  </a:cubicBezTo>
                  <a:cubicBezTo>
                    <a:pt x="23324" y="14175"/>
                    <a:pt x="25863" y="15686"/>
                    <a:pt x="28974" y="12556"/>
                  </a:cubicBezTo>
                  <a:lnTo>
                    <a:pt x="29927" y="11470"/>
                  </a:lnTo>
                  <a:cubicBezTo>
                    <a:pt x="34373" y="6930"/>
                    <a:pt x="39071" y="13635"/>
                    <a:pt x="44469" y="9851"/>
                  </a:cubicBezTo>
                  <a:cubicBezTo>
                    <a:pt x="46818" y="7685"/>
                    <a:pt x="54502" y="4771"/>
                    <a:pt x="50184" y="2173"/>
                  </a:cubicBezTo>
                  <a:cubicBezTo>
                    <a:pt x="49549" y="1958"/>
                    <a:pt x="46945" y="116"/>
                    <a:pt x="43262" y="1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062CD1FA-44E4-BFBC-7D45-20A477676303}"/>
                </a:ext>
              </a:extLst>
            </p:cNvPr>
            <p:cNvSpPr/>
            <p:nvPr/>
          </p:nvSpPr>
          <p:spPr>
            <a:xfrm>
              <a:off x="8785280" y="5148112"/>
              <a:ext cx="9667" cy="4784"/>
            </a:xfrm>
            <a:custGeom>
              <a:avLst/>
              <a:gdLst>
                <a:gd name="csX0" fmla="*/ 1534 w 11149"/>
                <a:gd name="csY0" fmla="*/ 837 h 5517"/>
                <a:gd name="csX1" fmla="*/ 1090 w 11149"/>
                <a:gd name="csY1" fmla="*/ 1053 h 5517"/>
                <a:gd name="csX2" fmla="*/ 9345 w 11149"/>
                <a:gd name="csY2" fmla="*/ 4838 h 5517"/>
                <a:gd name="csX3" fmla="*/ 9980 w 11149"/>
                <a:gd name="csY3" fmla="*/ 4514 h 5517"/>
                <a:gd name="csX4" fmla="*/ 9790 w 11149"/>
                <a:gd name="csY4" fmla="*/ 1485 h 5517"/>
                <a:gd name="csX5" fmla="*/ 1534 w 11149"/>
                <a:gd name="csY5" fmla="*/ 837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49" h="5517">
                  <a:moveTo>
                    <a:pt x="1534" y="837"/>
                  </a:moveTo>
                  <a:lnTo>
                    <a:pt x="1090" y="1053"/>
                  </a:lnTo>
                  <a:cubicBezTo>
                    <a:pt x="-2974" y="3536"/>
                    <a:pt x="5344" y="6997"/>
                    <a:pt x="9345" y="4838"/>
                  </a:cubicBezTo>
                  <a:lnTo>
                    <a:pt x="9980" y="4514"/>
                  </a:lnTo>
                  <a:cubicBezTo>
                    <a:pt x="11631" y="3644"/>
                    <a:pt x="11504" y="2241"/>
                    <a:pt x="9790" y="1485"/>
                  </a:cubicBezTo>
                  <a:cubicBezTo>
                    <a:pt x="9218" y="1377"/>
                    <a:pt x="5217" y="-1328"/>
                    <a:pt x="1534" y="8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DA9D28D2-ADFF-F7D2-856E-0DC91D647A91}"/>
                </a:ext>
              </a:extLst>
            </p:cNvPr>
            <p:cNvSpPr/>
            <p:nvPr/>
          </p:nvSpPr>
          <p:spPr>
            <a:xfrm>
              <a:off x="8816176" y="5140071"/>
              <a:ext cx="21020" cy="12574"/>
            </a:xfrm>
            <a:custGeom>
              <a:avLst/>
              <a:gdLst>
                <a:gd name="csX0" fmla="*/ 21973 w 24242"/>
                <a:gd name="csY0" fmla="*/ 7946 h 14501"/>
                <a:gd name="csX1" fmla="*/ 8448 w 24242"/>
                <a:gd name="csY1" fmla="*/ 485 h 14501"/>
                <a:gd name="csX2" fmla="*/ 5845 w 24242"/>
                <a:gd name="csY2" fmla="*/ 53 h 14501"/>
                <a:gd name="csX3" fmla="*/ 1019 w 24242"/>
                <a:gd name="csY3" fmla="*/ 2543 h 14501"/>
                <a:gd name="csX4" fmla="*/ 320 w 24242"/>
                <a:gd name="csY4" fmla="*/ 3946 h 14501"/>
                <a:gd name="csX5" fmla="*/ 2161 w 24242"/>
                <a:gd name="csY5" fmla="*/ 6975 h 14501"/>
                <a:gd name="csX6" fmla="*/ 13020 w 24242"/>
                <a:gd name="csY6" fmla="*/ 8810 h 14501"/>
                <a:gd name="csX7" fmla="*/ 24133 w 24242"/>
                <a:gd name="csY7" fmla="*/ 12925 h 14501"/>
                <a:gd name="csX8" fmla="*/ 22100 w 24242"/>
                <a:gd name="csY8" fmla="*/ 8054 h 14501"/>
                <a:gd name="csX9" fmla="*/ 21973 w 24242"/>
                <a:gd name="csY9" fmla="*/ 7946 h 14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4242" h="14501">
                  <a:moveTo>
                    <a:pt x="21973" y="7946"/>
                  </a:moveTo>
                  <a:cubicBezTo>
                    <a:pt x="16385" y="4162"/>
                    <a:pt x="12893" y="1133"/>
                    <a:pt x="8448" y="485"/>
                  </a:cubicBezTo>
                  <a:lnTo>
                    <a:pt x="5845" y="53"/>
                  </a:lnTo>
                  <a:cubicBezTo>
                    <a:pt x="4003" y="-270"/>
                    <a:pt x="1844" y="917"/>
                    <a:pt x="1019" y="2543"/>
                  </a:cubicBezTo>
                  <a:lnTo>
                    <a:pt x="320" y="3946"/>
                  </a:lnTo>
                  <a:cubicBezTo>
                    <a:pt x="-505" y="5572"/>
                    <a:pt x="320" y="6975"/>
                    <a:pt x="2161" y="6975"/>
                  </a:cubicBezTo>
                  <a:cubicBezTo>
                    <a:pt x="4130" y="7083"/>
                    <a:pt x="9083" y="6219"/>
                    <a:pt x="13020" y="8810"/>
                  </a:cubicBezTo>
                  <a:cubicBezTo>
                    <a:pt x="17147" y="10976"/>
                    <a:pt x="22989" y="17465"/>
                    <a:pt x="24133" y="12925"/>
                  </a:cubicBezTo>
                  <a:cubicBezTo>
                    <a:pt x="24577" y="11299"/>
                    <a:pt x="23624" y="9134"/>
                    <a:pt x="22100" y="8054"/>
                  </a:cubicBezTo>
                  <a:lnTo>
                    <a:pt x="21973" y="7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195E17F1-BA24-0684-7EEA-0A4795F9B4F4}"/>
                </a:ext>
              </a:extLst>
            </p:cNvPr>
            <p:cNvSpPr/>
            <p:nvPr/>
          </p:nvSpPr>
          <p:spPr>
            <a:xfrm>
              <a:off x="8794470" y="5181583"/>
              <a:ext cx="36037" cy="21545"/>
            </a:xfrm>
            <a:custGeom>
              <a:avLst/>
              <a:gdLst>
                <a:gd name="csX0" fmla="*/ 40340 w 41560"/>
                <a:gd name="csY0" fmla="*/ 8414 h 24847"/>
                <a:gd name="csX1" fmla="*/ 23068 w 41560"/>
                <a:gd name="csY1" fmla="*/ 730 h 24847"/>
                <a:gd name="csX2" fmla="*/ 14749 w 41560"/>
                <a:gd name="csY2" fmla="*/ 3004 h 24847"/>
                <a:gd name="csX3" fmla="*/ 144 w 41560"/>
                <a:gd name="csY3" fmla="*/ 4953 h 24847"/>
                <a:gd name="csX4" fmla="*/ 5542 w 41560"/>
                <a:gd name="csY4" fmla="*/ 11113 h 24847"/>
                <a:gd name="csX5" fmla="*/ 15511 w 41560"/>
                <a:gd name="csY5" fmla="*/ 15113 h 24847"/>
                <a:gd name="csX6" fmla="*/ 25671 w 41560"/>
                <a:gd name="csY6" fmla="*/ 24092 h 24847"/>
                <a:gd name="csX7" fmla="*/ 40530 w 41560"/>
                <a:gd name="csY7" fmla="*/ 12306 h 24847"/>
                <a:gd name="csX8" fmla="*/ 40340 w 41560"/>
                <a:gd name="csY8" fmla="*/ 8414 h 24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560" h="24847">
                  <a:moveTo>
                    <a:pt x="40340" y="8414"/>
                  </a:moveTo>
                  <a:cubicBezTo>
                    <a:pt x="28211" y="514"/>
                    <a:pt x="26560" y="-1213"/>
                    <a:pt x="23068" y="730"/>
                  </a:cubicBezTo>
                  <a:cubicBezTo>
                    <a:pt x="22115" y="1054"/>
                    <a:pt x="19004" y="3436"/>
                    <a:pt x="14749" y="3004"/>
                  </a:cubicBezTo>
                  <a:cubicBezTo>
                    <a:pt x="14749" y="3004"/>
                    <a:pt x="-1697" y="-241"/>
                    <a:pt x="144" y="4953"/>
                  </a:cubicBezTo>
                  <a:cubicBezTo>
                    <a:pt x="589" y="5601"/>
                    <a:pt x="1224" y="10465"/>
                    <a:pt x="5542" y="11113"/>
                  </a:cubicBezTo>
                  <a:cubicBezTo>
                    <a:pt x="7319" y="11653"/>
                    <a:pt x="12844" y="11113"/>
                    <a:pt x="15511" y="15113"/>
                  </a:cubicBezTo>
                  <a:cubicBezTo>
                    <a:pt x="19067" y="19330"/>
                    <a:pt x="21607" y="27337"/>
                    <a:pt x="25671" y="24092"/>
                  </a:cubicBezTo>
                  <a:lnTo>
                    <a:pt x="40530" y="12306"/>
                  </a:lnTo>
                  <a:cubicBezTo>
                    <a:pt x="42054" y="11113"/>
                    <a:pt x="41800" y="9386"/>
                    <a:pt x="40340" y="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5091AAC8-57D4-0207-EAF4-2484838BF80A}"/>
                </a:ext>
              </a:extLst>
            </p:cNvPr>
            <p:cNvSpPr/>
            <p:nvPr/>
          </p:nvSpPr>
          <p:spPr>
            <a:xfrm>
              <a:off x="8839047" y="5186085"/>
              <a:ext cx="24406" cy="22004"/>
            </a:xfrm>
            <a:custGeom>
              <a:avLst/>
              <a:gdLst>
                <a:gd name="csX0" fmla="*/ 20426 w 28147"/>
                <a:gd name="csY0" fmla="*/ 732 h 25377"/>
                <a:gd name="csX1" fmla="*/ 8298 w 28147"/>
                <a:gd name="csY1" fmla="*/ 4193 h 25377"/>
                <a:gd name="csX2" fmla="*/ 6329 w 28147"/>
                <a:gd name="csY2" fmla="*/ 12626 h 25377"/>
                <a:gd name="csX3" fmla="*/ 1122 w 28147"/>
                <a:gd name="csY3" fmla="*/ 19871 h 25377"/>
                <a:gd name="csX4" fmla="*/ 14140 w 28147"/>
                <a:gd name="csY4" fmla="*/ 25275 h 25377"/>
                <a:gd name="csX5" fmla="*/ 19093 w 28147"/>
                <a:gd name="csY5" fmla="*/ 23116 h 25377"/>
                <a:gd name="csX6" fmla="*/ 27729 w 28147"/>
                <a:gd name="csY6" fmla="*/ 8626 h 25377"/>
                <a:gd name="csX7" fmla="*/ 20426 w 28147"/>
                <a:gd name="csY7" fmla="*/ 624 h 25377"/>
                <a:gd name="csX8" fmla="*/ 20426 w 28147"/>
                <a:gd name="csY8" fmla="*/ 732 h 25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147" h="25377">
                  <a:moveTo>
                    <a:pt x="20426" y="732"/>
                  </a:moveTo>
                  <a:cubicBezTo>
                    <a:pt x="15982" y="-1757"/>
                    <a:pt x="11727" y="2783"/>
                    <a:pt x="8298" y="4193"/>
                  </a:cubicBezTo>
                  <a:cubicBezTo>
                    <a:pt x="4361" y="6352"/>
                    <a:pt x="6457" y="11439"/>
                    <a:pt x="6329" y="12626"/>
                  </a:cubicBezTo>
                  <a:cubicBezTo>
                    <a:pt x="6964" y="17166"/>
                    <a:pt x="2011" y="19007"/>
                    <a:pt x="1122" y="19871"/>
                  </a:cubicBezTo>
                  <a:cubicBezTo>
                    <a:pt x="-2561" y="22469"/>
                    <a:pt x="3091" y="22792"/>
                    <a:pt x="14140" y="25275"/>
                  </a:cubicBezTo>
                  <a:cubicBezTo>
                    <a:pt x="15854" y="25707"/>
                    <a:pt x="18140" y="24735"/>
                    <a:pt x="19093" y="23116"/>
                  </a:cubicBezTo>
                  <a:lnTo>
                    <a:pt x="27729" y="8626"/>
                  </a:lnTo>
                  <a:cubicBezTo>
                    <a:pt x="30269" y="4409"/>
                    <a:pt x="20426" y="624"/>
                    <a:pt x="20426" y="624"/>
                  </a:cubicBezTo>
                  <a:lnTo>
                    <a:pt x="20426" y="7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93DB7565-7788-6366-3755-0D04F43B0BB9}"/>
                </a:ext>
              </a:extLst>
            </p:cNvPr>
            <p:cNvSpPr/>
            <p:nvPr/>
          </p:nvSpPr>
          <p:spPr>
            <a:xfrm>
              <a:off x="8823458" y="5202848"/>
              <a:ext cx="6238" cy="5908"/>
            </a:xfrm>
            <a:custGeom>
              <a:avLst/>
              <a:gdLst>
                <a:gd name="csX0" fmla="*/ 4051 w 7194"/>
                <a:gd name="csY0" fmla="*/ 0 h 6813"/>
                <a:gd name="csX1" fmla="*/ 3416 w 7194"/>
                <a:gd name="csY1" fmla="*/ 0 h 6813"/>
                <a:gd name="csX2" fmla="*/ 51 w 7194"/>
                <a:gd name="csY2" fmla="*/ 3353 h 6813"/>
                <a:gd name="csX3" fmla="*/ 3416 w 7194"/>
                <a:gd name="csY3" fmla="*/ 6814 h 6813"/>
                <a:gd name="csX4" fmla="*/ 7100 w 7194"/>
                <a:gd name="csY4" fmla="*/ 3461 h 6813"/>
                <a:gd name="csX5" fmla="*/ 4051 w 7194"/>
                <a:gd name="csY5" fmla="*/ 0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94" h="6813">
                  <a:moveTo>
                    <a:pt x="4051" y="0"/>
                  </a:moveTo>
                  <a:lnTo>
                    <a:pt x="3416" y="0"/>
                  </a:lnTo>
                  <a:cubicBezTo>
                    <a:pt x="1574" y="0"/>
                    <a:pt x="51" y="1511"/>
                    <a:pt x="51" y="3353"/>
                  </a:cubicBezTo>
                  <a:cubicBezTo>
                    <a:pt x="-139" y="2705"/>
                    <a:pt x="51" y="6814"/>
                    <a:pt x="3416" y="6814"/>
                  </a:cubicBezTo>
                  <a:cubicBezTo>
                    <a:pt x="5258" y="6814"/>
                    <a:pt x="6973" y="5296"/>
                    <a:pt x="7100" y="3461"/>
                  </a:cubicBezTo>
                  <a:cubicBezTo>
                    <a:pt x="7290" y="4001"/>
                    <a:pt x="7544" y="0"/>
                    <a:pt x="40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2EBA2196-F586-596C-06A3-CF401D57AEF2}"/>
                </a:ext>
              </a:extLst>
            </p:cNvPr>
            <p:cNvSpPr/>
            <p:nvPr/>
          </p:nvSpPr>
          <p:spPr>
            <a:xfrm>
              <a:off x="8865918" y="5182210"/>
              <a:ext cx="79517" cy="31570"/>
            </a:xfrm>
            <a:custGeom>
              <a:avLst/>
              <a:gdLst>
                <a:gd name="csX0" fmla="*/ 78781 w 91704"/>
                <a:gd name="csY0" fmla="*/ 22175 h 36409"/>
                <a:gd name="csX1" fmla="*/ 91481 w 91704"/>
                <a:gd name="csY1" fmla="*/ 20555 h 36409"/>
                <a:gd name="csX2" fmla="*/ 91671 w 91704"/>
                <a:gd name="csY2" fmla="*/ 18930 h 36409"/>
                <a:gd name="csX3" fmla="*/ 89004 w 91704"/>
                <a:gd name="csY3" fmla="*/ 16339 h 36409"/>
                <a:gd name="csX4" fmla="*/ 85194 w 91704"/>
                <a:gd name="csY4" fmla="*/ 13742 h 36409"/>
                <a:gd name="csX5" fmla="*/ 83226 w 91704"/>
                <a:gd name="csY5" fmla="*/ 6389 h 36409"/>
                <a:gd name="csX6" fmla="*/ 68431 w 91704"/>
                <a:gd name="csY6" fmla="*/ 5525 h 36409"/>
                <a:gd name="csX7" fmla="*/ 58144 w 91704"/>
                <a:gd name="csY7" fmla="*/ 8446 h 36409"/>
                <a:gd name="csX8" fmla="*/ 53190 w 91704"/>
                <a:gd name="csY8" fmla="*/ 2820 h 36409"/>
                <a:gd name="csX9" fmla="*/ 48428 w 91704"/>
                <a:gd name="csY9" fmla="*/ 7 h 36409"/>
                <a:gd name="csX10" fmla="*/ 40045 w 91704"/>
                <a:gd name="csY10" fmla="*/ 3467 h 36409"/>
                <a:gd name="csX11" fmla="*/ 44046 w 91704"/>
                <a:gd name="csY11" fmla="*/ 9202 h 36409"/>
                <a:gd name="csX12" fmla="*/ 52174 w 91704"/>
                <a:gd name="csY12" fmla="*/ 14821 h 36409"/>
                <a:gd name="csX13" fmla="*/ 52492 w 91704"/>
                <a:gd name="csY13" fmla="*/ 18174 h 36409"/>
                <a:gd name="csX14" fmla="*/ 41887 w 91704"/>
                <a:gd name="csY14" fmla="*/ 21527 h 36409"/>
                <a:gd name="csX15" fmla="*/ 34204 w 91704"/>
                <a:gd name="csY15" fmla="*/ 14281 h 36409"/>
                <a:gd name="csX16" fmla="*/ 27536 w 91704"/>
                <a:gd name="csY16" fmla="*/ 13310 h 36409"/>
                <a:gd name="csX17" fmla="*/ 21123 w 91704"/>
                <a:gd name="csY17" fmla="*/ 13094 h 36409"/>
                <a:gd name="csX18" fmla="*/ 12550 w 91704"/>
                <a:gd name="csY18" fmla="*/ 12770 h 36409"/>
                <a:gd name="csX19" fmla="*/ 3152 w 91704"/>
                <a:gd name="csY19" fmla="*/ 22498 h 36409"/>
                <a:gd name="csX20" fmla="*/ 549 w 91704"/>
                <a:gd name="csY20" fmla="*/ 30068 h 36409"/>
                <a:gd name="csX21" fmla="*/ 1756 w 91704"/>
                <a:gd name="csY21" fmla="*/ 33744 h 36409"/>
                <a:gd name="csX22" fmla="*/ 8868 w 91704"/>
                <a:gd name="csY22" fmla="*/ 36125 h 36409"/>
                <a:gd name="csX23" fmla="*/ 20234 w 91704"/>
                <a:gd name="csY23" fmla="*/ 33097 h 36409"/>
                <a:gd name="csX24" fmla="*/ 29695 w 91704"/>
                <a:gd name="csY24" fmla="*/ 32341 h 36409"/>
                <a:gd name="csX25" fmla="*/ 54269 w 91704"/>
                <a:gd name="csY25" fmla="*/ 27261 h 36409"/>
                <a:gd name="csX26" fmla="*/ 57826 w 91704"/>
                <a:gd name="csY26" fmla="*/ 23800 h 36409"/>
                <a:gd name="csX27" fmla="*/ 64176 w 91704"/>
                <a:gd name="csY27" fmla="*/ 24664 h 36409"/>
                <a:gd name="csX28" fmla="*/ 63794 w 91704"/>
                <a:gd name="csY28" fmla="*/ 26067 h 36409"/>
                <a:gd name="csX29" fmla="*/ 66018 w 91704"/>
                <a:gd name="csY29" fmla="*/ 28772 h 36409"/>
                <a:gd name="csX30" fmla="*/ 76749 w 91704"/>
                <a:gd name="csY30" fmla="*/ 24556 h 36409"/>
                <a:gd name="csX31" fmla="*/ 78907 w 91704"/>
                <a:gd name="csY31" fmla="*/ 22283 h 36409"/>
                <a:gd name="csX32" fmla="*/ 78781 w 91704"/>
                <a:gd name="csY32" fmla="*/ 22175 h 36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91704" h="36409">
                  <a:moveTo>
                    <a:pt x="78781" y="22175"/>
                  </a:moveTo>
                  <a:cubicBezTo>
                    <a:pt x="83480" y="22175"/>
                    <a:pt x="90845" y="25744"/>
                    <a:pt x="91481" y="20555"/>
                  </a:cubicBezTo>
                  <a:lnTo>
                    <a:pt x="91671" y="18930"/>
                  </a:lnTo>
                  <a:cubicBezTo>
                    <a:pt x="91925" y="17095"/>
                    <a:pt x="90718" y="15907"/>
                    <a:pt x="89004" y="16339"/>
                  </a:cubicBezTo>
                  <a:cubicBezTo>
                    <a:pt x="87226" y="16663"/>
                    <a:pt x="85512" y="15577"/>
                    <a:pt x="85194" y="13742"/>
                  </a:cubicBezTo>
                  <a:cubicBezTo>
                    <a:pt x="85194" y="13742"/>
                    <a:pt x="83797" y="6389"/>
                    <a:pt x="83226" y="6389"/>
                  </a:cubicBezTo>
                  <a:cubicBezTo>
                    <a:pt x="82718" y="6389"/>
                    <a:pt x="68431" y="5525"/>
                    <a:pt x="68431" y="5525"/>
                  </a:cubicBezTo>
                  <a:cubicBezTo>
                    <a:pt x="63985" y="5201"/>
                    <a:pt x="62017" y="9417"/>
                    <a:pt x="58144" y="8446"/>
                  </a:cubicBezTo>
                  <a:cubicBezTo>
                    <a:pt x="54778" y="7576"/>
                    <a:pt x="52809" y="2280"/>
                    <a:pt x="53190" y="2820"/>
                  </a:cubicBezTo>
                  <a:cubicBezTo>
                    <a:pt x="52428" y="1093"/>
                    <a:pt x="50332" y="-101"/>
                    <a:pt x="48428" y="7"/>
                  </a:cubicBezTo>
                  <a:cubicBezTo>
                    <a:pt x="45697" y="547"/>
                    <a:pt x="37252" y="-641"/>
                    <a:pt x="40045" y="3467"/>
                  </a:cubicBezTo>
                  <a:lnTo>
                    <a:pt x="44046" y="9202"/>
                  </a:lnTo>
                  <a:cubicBezTo>
                    <a:pt x="46586" y="12878"/>
                    <a:pt x="52809" y="15145"/>
                    <a:pt x="52174" y="14821"/>
                  </a:cubicBezTo>
                  <a:cubicBezTo>
                    <a:pt x="53889" y="15583"/>
                    <a:pt x="54016" y="17095"/>
                    <a:pt x="52492" y="18174"/>
                  </a:cubicBezTo>
                  <a:cubicBezTo>
                    <a:pt x="49698" y="19584"/>
                    <a:pt x="45444" y="24988"/>
                    <a:pt x="41887" y="21527"/>
                  </a:cubicBezTo>
                  <a:lnTo>
                    <a:pt x="34204" y="14281"/>
                  </a:lnTo>
                  <a:cubicBezTo>
                    <a:pt x="31410" y="11792"/>
                    <a:pt x="26965" y="13310"/>
                    <a:pt x="27536" y="13310"/>
                  </a:cubicBezTo>
                  <a:cubicBezTo>
                    <a:pt x="25758" y="13850"/>
                    <a:pt x="22837" y="13742"/>
                    <a:pt x="21123" y="13094"/>
                  </a:cubicBezTo>
                  <a:cubicBezTo>
                    <a:pt x="20361" y="12878"/>
                    <a:pt x="16233" y="10389"/>
                    <a:pt x="12550" y="12770"/>
                  </a:cubicBezTo>
                  <a:cubicBezTo>
                    <a:pt x="8804" y="15799"/>
                    <a:pt x="1945" y="17742"/>
                    <a:pt x="3152" y="22498"/>
                  </a:cubicBezTo>
                  <a:cubicBezTo>
                    <a:pt x="4105" y="26283"/>
                    <a:pt x="231" y="30614"/>
                    <a:pt x="549" y="30068"/>
                  </a:cubicBezTo>
                  <a:cubicBezTo>
                    <a:pt x="-531" y="31477"/>
                    <a:pt x="41" y="33205"/>
                    <a:pt x="1756" y="33744"/>
                  </a:cubicBezTo>
                  <a:lnTo>
                    <a:pt x="8868" y="36125"/>
                  </a:lnTo>
                  <a:cubicBezTo>
                    <a:pt x="13630" y="37643"/>
                    <a:pt x="15154" y="32557"/>
                    <a:pt x="20234" y="33097"/>
                  </a:cubicBezTo>
                  <a:cubicBezTo>
                    <a:pt x="21631" y="33097"/>
                    <a:pt x="27156" y="34614"/>
                    <a:pt x="29695" y="32341"/>
                  </a:cubicBezTo>
                  <a:cubicBezTo>
                    <a:pt x="34140" y="28233"/>
                    <a:pt x="48936" y="32341"/>
                    <a:pt x="54269" y="27261"/>
                  </a:cubicBezTo>
                  <a:lnTo>
                    <a:pt x="57826" y="23800"/>
                  </a:lnTo>
                  <a:cubicBezTo>
                    <a:pt x="60937" y="20771"/>
                    <a:pt x="65636" y="20340"/>
                    <a:pt x="64176" y="24664"/>
                  </a:cubicBezTo>
                  <a:lnTo>
                    <a:pt x="63794" y="26067"/>
                  </a:lnTo>
                  <a:cubicBezTo>
                    <a:pt x="63096" y="27801"/>
                    <a:pt x="64176" y="29096"/>
                    <a:pt x="66018" y="28772"/>
                  </a:cubicBezTo>
                  <a:cubicBezTo>
                    <a:pt x="70144" y="27801"/>
                    <a:pt x="78590" y="28772"/>
                    <a:pt x="76749" y="24556"/>
                  </a:cubicBezTo>
                  <a:cubicBezTo>
                    <a:pt x="76114" y="23044"/>
                    <a:pt x="77066" y="22067"/>
                    <a:pt x="78907" y="22283"/>
                  </a:cubicBezTo>
                  <a:lnTo>
                    <a:pt x="78781" y="22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A2B9A5D9-1DA7-EAE2-7D9A-7734FFD29A27}"/>
                </a:ext>
              </a:extLst>
            </p:cNvPr>
            <p:cNvSpPr/>
            <p:nvPr/>
          </p:nvSpPr>
          <p:spPr>
            <a:xfrm>
              <a:off x="8887042" y="5180403"/>
              <a:ext cx="7080" cy="6554"/>
            </a:xfrm>
            <a:custGeom>
              <a:avLst/>
              <a:gdLst>
                <a:gd name="csX0" fmla="*/ 3239 w 8165"/>
                <a:gd name="csY0" fmla="*/ 149 h 7558"/>
                <a:gd name="csX1" fmla="*/ 0 w 8165"/>
                <a:gd name="csY1" fmla="*/ 2415 h 7558"/>
                <a:gd name="csX2" fmla="*/ 0 w 8165"/>
                <a:gd name="csY2" fmla="*/ 3285 h 7558"/>
                <a:gd name="csX3" fmla="*/ 3366 w 8165"/>
                <a:gd name="csY3" fmla="*/ 7286 h 7558"/>
                <a:gd name="csX4" fmla="*/ 4318 w 8165"/>
                <a:gd name="csY4" fmla="*/ 7502 h 7558"/>
                <a:gd name="csX5" fmla="*/ 8128 w 8165"/>
                <a:gd name="csY5" fmla="*/ 5013 h 7558"/>
                <a:gd name="csX6" fmla="*/ 3239 w 8165"/>
                <a:gd name="csY6" fmla="*/ 149 h 7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65" h="7558">
                  <a:moveTo>
                    <a:pt x="3239" y="149"/>
                  </a:moveTo>
                  <a:cubicBezTo>
                    <a:pt x="1524" y="-391"/>
                    <a:pt x="0" y="580"/>
                    <a:pt x="0" y="2415"/>
                  </a:cubicBezTo>
                  <a:lnTo>
                    <a:pt x="0" y="3285"/>
                  </a:lnTo>
                  <a:cubicBezTo>
                    <a:pt x="0" y="5120"/>
                    <a:pt x="1524" y="6962"/>
                    <a:pt x="3366" y="7286"/>
                  </a:cubicBezTo>
                  <a:lnTo>
                    <a:pt x="4318" y="7502"/>
                  </a:lnTo>
                  <a:cubicBezTo>
                    <a:pt x="6096" y="7826"/>
                    <a:pt x="7810" y="6746"/>
                    <a:pt x="8128" y="5013"/>
                  </a:cubicBezTo>
                  <a:cubicBezTo>
                    <a:pt x="8636" y="1012"/>
                    <a:pt x="3810" y="472"/>
                    <a:pt x="3239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B10C3D8E-159B-37BA-72D3-1ACA27F8B8D5}"/>
                </a:ext>
              </a:extLst>
            </p:cNvPr>
            <p:cNvSpPr/>
            <p:nvPr/>
          </p:nvSpPr>
          <p:spPr>
            <a:xfrm>
              <a:off x="8952643" y="5193353"/>
              <a:ext cx="6811" cy="9588"/>
            </a:xfrm>
            <a:custGeom>
              <a:avLst/>
              <a:gdLst>
                <a:gd name="csX0" fmla="*/ 5307 w 7855"/>
                <a:gd name="csY0" fmla="*/ 136 h 11058"/>
                <a:gd name="csX1" fmla="*/ 101 w 7855"/>
                <a:gd name="csY1" fmla="*/ 7813 h 11058"/>
                <a:gd name="csX2" fmla="*/ 2386 w 7855"/>
                <a:gd name="csY2" fmla="*/ 11058 h 11058"/>
                <a:gd name="csX3" fmla="*/ 7720 w 7855"/>
                <a:gd name="csY3" fmla="*/ 4137 h 11058"/>
                <a:gd name="csX4" fmla="*/ 5434 w 7855"/>
                <a:gd name="csY4" fmla="*/ 136 h 11058"/>
                <a:gd name="csX5" fmla="*/ 5307 w 7855"/>
                <a:gd name="csY5" fmla="*/ 136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55" h="11058">
                  <a:moveTo>
                    <a:pt x="5307" y="136"/>
                  </a:moveTo>
                  <a:cubicBezTo>
                    <a:pt x="418" y="-1051"/>
                    <a:pt x="990" y="5864"/>
                    <a:pt x="101" y="7813"/>
                  </a:cubicBezTo>
                  <a:cubicBezTo>
                    <a:pt x="-344" y="9648"/>
                    <a:pt x="735" y="11058"/>
                    <a:pt x="2386" y="11058"/>
                  </a:cubicBezTo>
                  <a:cubicBezTo>
                    <a:pt x="6514" y="11058"/>
                    <a:pt x="7022" y="5216"/>
                    <a:pt x="7720" y="4137"/>
                  </a:cubicBezTo>
                  <a:cubicBezTo>
                    <a:pt x="8228" y="2403"/>
                    <a:pt x="7276" y="568"/>
                    <a:pt x="5434" y="136"/>
                  </a:cubicBezTo>
                  <a:lnTo>
                    <a:pt x="5307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8011A1B8-11CD-0F6E-F82E-AB90E05FD28B}"/>
                </a:ext>
              </a:extLst>
            </p:cNvPr>
            <p:cNvSpPr/>
            <p:nvPr/>
          </p:nvSpPr>
          <p:spPr>
            <a:xfrm>
              <a:off x="8938565" y="5221873"/>
              <a:ext cx="58875" cy="29076"/>
            </a:xfrm>
            <a:custGeom>
              <a:avLst/>
              <a:gdLst>
                <a:gd name="csX0" fmla="*/ 52913 w 67899"/>
                <a:gd name="csY0" fmla="*/ 12012 h 33532"/>
                <a:gd name="csX1" fmla="*/ 33227 w 67899"/>
                <a:gd name="csY1" fmla="*/ 442 h 33532"/>
                <a:gd name="csX2" fmla="*/ 32783 w 67899"/>
                <a:gd name="csY2" fmla="*/ 658 h 33532"/>
                <a:gd name="csX3" fmla="*/ 11700 w 67899"/>
                <a:gd name="csY3" fmla="*/ 1306 h 33532"/>
                <a:gd name="csX4" fmla="*/ 1604 w 67899"/>
                <a:gd name="csY4" fmla="*/ 4875 h 33532"/>
                <a:gd name="csX5" fmla="*/ 2366 w 67899"/>
                <a:gd name="csY5" fmla="*/ 11796 h 33532"/>
                <a:gd name="csX6" fmla="*/ 19892 w 67899"/>
                <a:gd name="csY6" fmla="*/ 15149 h 33532"/>
                <a:gd name="csX7" fmla="*/ 48150 w 67899"/>
                <a:gd name="csY7" fmla="*/ 33532 h 33532"/>
                <a:gd name="csX8" fmla="*/ 59643 w 67899"/>
                <a:gd name="csY8" fmla="*/ 33532 h 33532"/>
                <a:gd name="csX9" fmla="*/ 67009 w 67899"/>
                <a:gd name="csY9" fmla="*/ 28338 h 33532"/>
                <a:gd name="csX10" fmla="*/ 58246 w 67899"/>
                <a:gd name="csY10" fmla="*/ 13523 h 33532"/>
                <a:gd name="csX11" fmla="*/ 52849 w 67899"/>
                <a:gd name="csY11" fmla="*/ 11796 h 33532"/>
                <a:gd name="csX12" fmla="*/ 52913 w 67899"/>
                <a:gd name="csY12" fmla="*/ 12012 h 33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7899" h="33532">
                  <a:moveTo>
                    <a:pt x="52913" y="12012"/>
                  </a:moveTo>
                  <a:cubicBezTo>
                    <a:pt x="45228" y="13961"/>
                    <a:pt x="40275" y="-2911"/>
                    <a:pt x="33227" y="442"/>
                  </a:cubicBezTo>
                  <a:lnTo>
                    <a:pt x="32783" y="658"/>
                  </a:lnTo>
                  <a:cubicBezTo>
                    <a:pt x="28464" y="2709"/>
                    <a:pt x="22496" y="1846"/>
                    <a:pt x="11700" y="1306"/>
                  </a:cubicBezTo>
                  <a:cubicBezTo>
                    <a:pt x="7065" y="1090"/>
                    <a:pt x="3255" y="4119"/>
                    <a:pt x="1604" y="4875"/>
                  </a:cubicBezTo>
                  <a:cubicBezTo>
                    <a:pt x="-2269" y="7040"/>
                    <a:pt x="2049" y="11148"/>
                    <a:pt x="2366" y="11796"/>
                  </a:cubicBezTo>
                  <a:cubicBezTo>
                    <a:pt x="4779" y="15365"/>
                    <a:pt x="8208" y="14717"/>
                    <a:pt x="19892" y="15149"/>
                  </a:cubicBezTo>
                  <a:cubicBezTo>
                    <a:pt x="28592" y="15473"/>
                    <a:pt x="39387" y="33532"/>
                    <a:pt x="48150" y="33532"/>
                  </a:cubicBezTo>
                  <a:lnTo>
                    <a:pt x="59643" y="33532"/>
                  </a:lnTo>
                  <a:cubicBezTo>
                    <a:pt x="64088" y="33532"/>
                    <a:pt x="66374" y="28992"/>
                    <a:pt x="67009" y="28338"/>
                  </a:cubicBezTo>
                  <a:cubicBezTo>
                    <a:pt x="70438" y="24121"/>
                    <a:pt x="63199" y="20121"/>
                    <a:pt x="58246" y="13523"/>
                  </a:cubicBezTo>
                  <a:cubicBezTo>
                    <a:pt x="57039" y="12120"/>
                    <a:pt x="54563" y="11364"/>
                    <a:pt x="52849" y="11796"/>
                  </a:cubicBezTo>
                  <a:lnTo>
                    <a:pt x="52913" y="12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2EBA43A7-5243-318E-C327-AF572D87BC2C}"/>
                </a:ext>
              </a:extLst>
            </p:cNvPr>
            <p:cNvSpPr/>
            <p:nvPr/>
          </p:nvSpPr>
          <p:spPr>
            <a:xfrm>
              <a:off x="8964567" y="5180823"/>
              <a:ext cx="113452" cy="28503"/>
            </a:xfrm>
            <a:custGeom>
              <a:avLst/>
              <a:gdLst>
                <a:gd name="csX0" fmla="*/ 125540 w 130841"/>
                <a:gd name="csY0" fmla="*/ 14155 h 32872"/>
                <a:gd name="csX1" fmla="*/ 129985 w 130841"/>
                <a:gd name="csY1" fmla="*/ 10586 h 32872"/>
                <a:gd name="csX2" fmla="*/ 130620 w 130841"/>
                <a:gd name="csY2" fmla="*/ 8852 h 32872"/>
                <a:gd name="csX3" fmla="*/ 128461 w 130841"/>
                <a:gd name="csY3" fmla="*/ 5716 h 32872"/>
                <a:gd name="csX4" fmla="*/ 119952 w 130841"/>
                <a:gd name="csY4" fmla="*/ 2909 h 32872"/>
                <a:gd name="csX5" fmla="*/ 118936 w 130841"/>
                <a:gd name="csY5" fmla="*/ 1391 h 32872"/>
                <a:gd name="csX6" fmla="*/ 114427 w 130841"/>
                <a:gd name="csY6" fmla="*/ 636 h 32872"/>
                <a:gd name="csX7" fmla="*/ 113983 w 130841"/>
                <a:gd name="csY7" fmla="*/ 1068 h 32872"/>
                <a:gd name="csX8" fmla="*/ 109982 w 130841"/>
                <a:gd name="csY8" fmla="*/ 9500 h 32872"/>
                <a:gd name="csX9" fmla="*/ 92456 w 130841"/>
                <a:gd name="csY9" fmla="*/ 17400 h 32872"/>
                <a:gd name="csX10" fmla="*/ 80201 w 130841"/>
                <a:gd name="csY10" fmla="*/ 13723 h 32872"/>
                <a:gd name="csX11" fmla="*/ 67945 w 130841"/>
                <a:gd name="csY11" fmla="*/ 16098 h 32872"/>
                <a:gd name="csX12" fmla="*/ 66866 w 130841"/>
                <a:gd name="csY12" fmla="*/ 17178 h 32872"/>
                <a:gd name="csX13" fmla="*/ 61341 w 130841"/>
                <a:gd name="csY13" fmla="*/ 18371 h 32872"/>
                <a:gd name="csX14" fmla="*/ 0 w 130841"/>
                <a:gd name="csY14" fmla="*/ 19991 h 32872"/>
                <a:gd name="csX15" fmla="*/ 0 w 130841"/>
                <a:gd name="csY15" fmla="*/ 21292 h 32872"/>
                <a:gd name="csX16" fmla="*/ 7493 w 130841"/>
                <a:gd name="csY16" fmla="*/ 28969 h 32872"/>
                <a:gd name="csX17" fmla="*/ 39498 w 130841"/>
                <a:gd name="csY17" fmla="*/ 29401 h 32872"/>
                <a:gd name="csX18" fmla="*/ 47308 w 130841"/>
                <a:gd name="csY18" fmla="*/ 32862 h 32872"/>
                <a:gd name="csX19" fmla="*/ 58865 w 130841"/>
                <a:gd name="csY19" fmla="*/ 29725 h 32872"/>
                <a:gd name="csX20" fmla="*/ 79566 w 130841"/>
                <a:gd name="csY20" fmla="*/ 29941 h 32872"/>
                <a:gd name="csX21" fmla="*/ 91123 w 130841"/>
                <a:gd name="csY21" fmla="*/ 25832 h 32872"/>
                <a:gd name="csX22" fmla="*/ 103505 w 130841"/>
                <a:gd name="csY22" fmla="*/ 25293 h 32872"/>
                <a:gd name="csX23" fmla="*/ 117412 w 130841"/>
                <a:gd name="csY23" fmla="*/ 16422 h 32872"/>
                <a:gd name="csX24" fmla="*/ 125476 w 130841"/>
                <a:gd name="csY24" fmla="*/ 14047 h 32872"/>
                <a:gd name="csX25" fmla="*/ 125540 w 130841"/>
                <a:gd name="csY25" fmla="*/ 14155 h 3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0841" h="32872">
                  <a:moveTo>
                    <a:pt x="125540" y="14155"/>
                  </a:moveTo>
                  <a:cubicBezTo>
                    <a:pt x="127381" y="13939"/>
                    <a:pt x="129477" y="12313"/>
                    <a:pt x="129985" y="10586"/>
                  </a:cubicBezTo>
                  <a:lnTo>
                    <a:pt x="130620" y="8852"/>
                  </a:lnTo>
                  <a:cubicBezTo>
                    <a:pt x="131318" y="7125"/>
                    <a:pt x="130302" y="5716"/>
                    <a:pt x="128461" y="5716"/>
                  </a:cubicBezTo>
                  <a:cubicBezTo>
                    <a:pt x="127509" y="5500"/>
                    <a:pt x="122555" y="6586"/>
                    <a:pt x="119952" y="2909"/>
                  </a:cubicBezTo>
                  <a:lnTo>
                    <a:pt x="118936" y="1391"/>
                  </a:lnTo>
                  <a:cubicBezTo>
                    <a:pt x="117856" y="-120"/>
                    <a:pt x="115951" y="-444"/>
                    <a:pt x="114427" y="636"/>
                  </a:cubicBezTo>
                  <a:lnTo>
                    <a:pt x="113983" y="1068"/>
                  </a:lnTo>
                  <a:cubicBezTo>
                    <a:pt x="109855" y="4204"/>
                    <a:pt x="114174" y="6694"/>
                    <a:pt x="109982" y="9500"/>
                  </a:cubicBezTo>
                  <a:cubicBezTo>
                    <a:pt x="98489" y="16746"/>
                    <a:pt x="96520" y="19019"/>
                    <a:pt x="92456" y="17400"/>
                  </a:cubicBezTo>
                  <a:cubicBezTo>
                    <a:pt x="88202" y="15666"/>
                    <a:pt x="84455" y="13723"/>
                    <a:pt x="80201" y="13723"/>
                  </a:cubicBezTo>
                  <a:cubicBezTo>
                    <a:pt x="76962" y="14047"/>
                    <a:pt x="71438" y="12529"/>
                    <a:pt x="67945" y="16098"/>
                  </a:cubicBezTo>
                  <a:lnTo>
                    <a:pt x="66866" y="17178"/>
                  </a:lnTo>
                  <a:cubicBezTo>
                    <a:pt x="65596" y="18479"/>
                    <a:pt x="63119" y="19019"/>
                    <a:pt x="61341" y="18371"/>
                  </a:cubicBezTo>
                  <a:cubicBezTo>
                    <a:pt x="16574" y="1391"/>
                    <a:pt x="35751" y="3773"/>
                    <a:pt x="0" y="19991"/>
                  </a:cubicBezTo>
                  <a:lnTo>
                    <a:pt x="0" y="21292"/>
                  </a:lnTo>
                  <a:cubicBezTo>
                    <a:pt x="1398" y="23235"/>
                    <a:pt x="2604" y="29185"/>
                    <a:pt x="7493" y="28969"/>
                  </a:cubicBezTo>
                  <a:cubicBezTo>
                    <a:pt x="34735" y="27452"/>
                    <a:pt x="36132" y="26696"/>
                    <a:pt x="39498" y="29401"/>
                  </a:cubicBezTo>
                  <a:cubicBezTo>
                    <a:pt x="40132" y="29833"/>
                    <a:pt x="42990" y="33078"/>
                    <a:pt x="47308" y="32862"/>
                  </a:cubicBezTo>
                  <a:cubicBezTo>
                    <a:pt x="50674" y="32322"/>
                    <a:pt x="56960" y="33509"/>
                    <a:pt x="58865" y="29725"/>
                  </a:cubicBezTo>
                  <a:cubicBezTo>
                    <a:pt x="61786" y="24207"/>
                    <a:pt x="72644" y="33833"/>
                    <a:pt x="79566" y="29941"/>
                  </a:cubicBezTo>
                  <a:cubicBezTo>
                    <a:pt x="84963" y="27020"/>
                    <a:pt x="87376" y="25401"/>
                    <a:pt x="91123" y="25832"/>
                  </a:cubicBezTo>
                  <a:cubicBezTo>
                    <a:pt x="94298" y="25941"/>
                    <a:pt x="99378" y="27883"/>
                    <a:pt x="103505" y="25293"/>
                  </a:cubicBezTo>
                  <a:lnTo>
                    <a:pt x="117412" y="16422"/>
                  </a:lnTo>
                  <a:cubicBezTo>
                    <a:pt x="120777" y="14263"/>
                    <a:pt x="125985" y="13831"/>
                    <a:pt x="125476" y="14047"/>
                  </a:cubicBezTo>
                  <a:lnTo>
                    <a:pt x="125540" y="141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C2884AF7-7F18-6C51-CC4A-790377196CB7}"/>
                </a:ext>
              </a:extLst>
            </p:cNvPr>
            <p:cNvSpPr/>
            <p:nvPr/>
          </p:nvSpPr>
          <p:spPr>
            <a:xfrm>
              <a:off x="9080852" y="5184836"/>
              <a:ext cx="16976" cy="11599"/>
            </a:xfrm>
            <a:custGeom>
              <a:avLst/>
              <a:gdLst>
                <a:gd name="csX0" fmla="*/ 4514 w 19578"/>
                <a:gd name="csY0" fmla="*/ 13203 h 13377"/>
                <a:gd name="csX1" fmla="*/ 18738 w 19578"/>
                <a:gd name="csY1" fmla="*/ 3037 h 13377"/>
                <a:gd name="csX2" fmla="*/ 12197 w 19578"/>
                <a:gd name="csY2" fmla="*/ 1741 h 13377"/>
                <a:gd name="csX3" fmla="*/ 5720 w 19578"/>
                <a:gd name="csY3" fmla="*/ 5958 h 13377"/>
                <a:gd name="csX4" fmla="*/ 513 w 19578"/>
                <a:gd name="csY4" fmla="*/ 10498 h 13377"/>
                <a:gd name="csX5" fmla="*/ 4641 w 19578"/>
                <a:gd name="csY5" fmla="*/ 13311 h 13377"/>
                <a:gd name="csX6" fmla="*/ 4514 w 19578"/>
                <a:gd name="csY6" fmla="*/ 13203 h 13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578" h="13377">
                  <a:moveTo>
                    <a:pt x="4514" y="13203"/>
                  </a:moveTo>
                  <a:cubicBezTo>
                    <a:pt x="9213" y="13203"/>
                    <a:pt x="12451" y="8879"/>
                    <a:pt x="18738" y="3037"/>
                  </a:cubicBezTo>
                  <a:cubicBezTo>
                    <a:pt x="21849" y="116"/>
                    <a:pt x="15563" y="-1395"/>
                    <a:pt x="12197" y="1741"/>
                  </a:cubicBezTo>
                  <a:cubicBezTo>
                    <a:pt x="12896" y="1309"/>
                    <a:pt x="8895" y="5418"/>
                    <a:pt x="5720" y="5958"/>
                  </a:cubicBezTo>
                  <a:cubicBezTo>
                    <a:pt x="2609" y="6497"/>
                    <a:pt x="1085" y="9850"/>
                    <a:pt x="513" y="10498"/>
                  </a:cubicBezTo>
                  <a:cubicBezTo>
                    <a:pt x="-1836" y="14067"/>
                    <a:pt x="4641" y="13311"/>
                    <a:pt x="4641" y="13311"/>
                  </a:cubicBezTo>
                  <a:lnTo>
                    <a:pt x="4514" y="13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54A4F5F-E1DC-4C30-227F-E6E35200C9AF}"/>
                </a:ext>
              </a:extLst>
            </p:cNvPr>
            <p:cNvSpPr/>
            <p:nvPr/>
          </p:nvSpPr>
          <p:spPr>
            <a:xfrm>
              <a:off x="9100533" y="5186810"/>
              <a:ext cx="9993" cy="8278"/>
            </a:xfrm>
            <a:custGeom>
              <a:avLst/>
              <a:gdLst>
                <a:gd name="csX0" fmla="*/ 8232 w 11525"/>
                <a:gd name="csY0" fmla="*/ 8222 h 9547"/>
                <a:gd name="csX1" fmla="*/ 10645 w 11525"/>
                <a:gd name="csY1" fmla="*/ 4977 h 9547"/>
                <a:gd name="csX2" fmla="*/ 5629 w 11525"/>
                <a:gd name="csY2" fmla="*/ 653 h 9547"/>
                <a:gd name="csX3" fmla="*/ 993 w 11525"/>
                <a:gd name="csY3" fmla="*/ 6272 h 9547"/>
                <a:gd name="csX4" fmla="*/ 8232 w 11525"/>
                <a:gd name="csY4" fmla="*/ 8222 h 9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5" h="9547">
                  <a:moveTo>
                    <a:pt x="8232" y="8222"/>
                  </a:moveTo>
                  <a:lnTo>
                    <a:pt x="10645" y="4977"/>
                  </a:lnTo>
                  <a:cubicBezTo>
                    <a:pt x="13248" y="1408"/>
                    <a:pt x="9629" y="-1297"/>
                    <a:pt x="5629" y="653"/>
                  </a:cubicBezTo>
                  <a:cubicBezTo>
                    <a:pt x="4485" y="1516"/>
                    <a:pt x="-2563" y="3142"/>
                    <a:pt x="993" y="6272"/>
                  </a:cubicBezTo>
                  <a:cubicBezTo>
                    <a:pt x="1882" y="6818"/>
                    <a:pt x="5565" y="11898"/>
                    <a:pt x="8232" y="82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F3853A98-2EF6-6525-FF90-03F222F64AC2}"/>
                </a:ext>
              </a:extLst>
            </p:cNvPr>
            <p:cNvSpPr/>
            <p:nvPr/>
          </p:nvSpPr>
          <p:spPr>
            <a:xfrm>
              <a:off x="9114823" y="5184224"/>
              <a:ext cx="23748" cy="8248"/>
            </a:xfrm>
            <a:custGeom>
              <a:avLst/>
              <a:gdLst>
                <a:gd name="csX0" fmla="*/ 23057 w 27388"/>
                <a:gd name="csY0" fmla="*/ 67 h 9512"/>
                <a:gd name="csX1" fmla="*/ 3055 w 27388"/>
                <a:gd name="csY1" fmla="*/ 2880 h 9512"/>
                <a:gd name="csX2" fmla="*/ 1976 w 27388"/>
                <a:gd name="csY2" fmla="*/ 9477 h 9512"/>
                <a:gd name="csX3" fmla="*/ 24772 w 27388"/>
                <a:gd name="csY3" fmla="*/ 7312 h 9512"/>
                <a:gd name="csX4" fmla="*/ 27312 w 27388"/>
                <a:gd name="csY4" fmla="*/ 3744 h 9512"/>
                <a:gd name="csX5" fmla="*/ 27312 w 27388"/>
                <a:gd name="csY5" fmla="*/ 3312 h 9512"/>
                <a:gd name="csX6" fmla="*/ 23057 w 27388"/>
                <a:gd name="csY6" fmla="*/ 67 h 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8" h="9512">
                  <a:moveTo>
                    <a:pt x="23057" y="67"/>
                  </a:moveTo>
                  <a:cubicBezTo>
                    <a:pt x="8326" y="67"/>
                    <a:pt x="5277" y="-689"/>
                    <a:pt x="3055" y="2880"/>
                  </a:cubicBezTo>
                  <a:cubicBezTo>
                    <a:pt x="2484" y="4175"/>
                    <a:pt x="-2787" y="10017"/>
                    <a:pt x="1976" y="9477"/>
                  </a:cubicBezTo>
                  <a:lnTo>
                    <a:pt x="24772" y="7312"/>
                  </a:lnTo>
                  <a:cubicBezTo>
                    <a:pt x="26614" y="7096"/>
                    <a:pt x="27693" y="5579"/>
                    <a:pt x="27312" y="3744"/>
                  </a:cubicBezTo>
                  <a:lnTo>
                    <a:pt x="27312" y="3312"/>
                  </a:lnTo>
                  <a:cubicBezTo>
                    <a:pt x="26740" y="1470"/>
                    <a:pt x="24899" y="67"/>
                    <a:pt x="23057" y="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539723D0-E3E0-14D0-5423-688AD6E6DECB}"/>
                </a:ext>
              </a:extLst>
            </p:cNvPr>
            <p:cNvSpPr/>
            <p:nvPr/>
          </p:nvSpPr>
          <p:spPr>
            <a:xfrm>
              <a:off x="9027814" y="5257793"/>
              <a:ext cx="9707" cy="7652"/>
            </a:xfrm>
            <a:custGeom>
              <a:avLst/>
              <a:gdLst>
                <a:gd name="csX0" fmla="*/ 8785 w 11195"/>
                <a:gd name="csY0" fmla="*/ 0 h 8825"/>
                <a:gd name="csX1" fmla="*/ 7452 w 11195"/>
                <a:gd name="csY1" fmla="*/ 0 h 8825"/>
                <a:gd name="csX2" fmla="*/ 467 w 11195"/>
                <a:gd name="csY2" fmla="*/ 7893 h 8825"/>
                <a:gd name="csX3" fmla="*/ 11072 w 11195"/>
                <a:gd name="csY3" fmla="*/ 3245 h 8825"/>
                <a:gd name="csX4" fmla="*/ 8658 w 11195"/>
                <a:gd name="csY4" fmla="*/ 0 h 8825"/>
                <a:gd name="csX5" fmla="*/ 8785 w 11195"/>
                <a:gd name="csY5" fmla="*/ 0 h 8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95" h="8825">
                  <a:moveTo>
                    <a:pt x="8785" y="0"/>
                  </a:moveTo>
                  <a:lnTo>
                    <a:pt x="7452" y="0"/>
                  </a:lnTo>
                  <a:cubicBezTo>
                    <a:pt x="2498" y="0"/>
                    <a:pt x="-1375" y="5734"/>
                    <a:pt x="467" y="7893"/>
                  </a:cubicBezTo>
                  <a:cubicBezTo>
                    <a:pt x="2626" y="10382"/>
                    <a:pt x="9674" y="7569"/>
                    <a:pt x="11072" y="3245"/>
                  </a:cubicBezTo>
                  <a:cubicBezTo>
                    <a:pt x="11072" y="3785"/>
                    <a:pt x="12023" y="0"/>
                    <a:pt x="8658" y="0"/>
                  </a:cubicBezTo>
                  <a:lnTo>
                    <a:pt x="878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FB48A682-C830-6EB1-3CFD-EA22B331C4EB}"/>
                </a:ext>
              </a:extLst>
            </p:cNvPr>
            <p:cNvSpPr/>
            <p:nvPr/>
          </p:nvSpPr>
          <p:spPr>
            <a:xfrm>
              <a:off x="9063373" y="5260724"/>
              <a:ext cx="18914" cy="15196"/>
            </a:xfrm>
            <a:custGeom>
              <a:avLst/>
              <a:gdLst>
                <a:gd name="csX0" fmla="*/ 20290 w 21813"/>
                <a:gd name="csY0" fmla="*/ 405 h 17525"/>
                <a:gd name="csX1" fmla="*/ 19401 w 21813"/>
                <a:gd name="csY1" fmla="*/ 190 h 17525"/>
                <a:gd name="csX2" fmla="*/ 14003 w 21813"/>
                <a:gd name="csY2" fmla="*/ 1701 h 17525"/>
                <a:gd name="csX3" fmla="*/ 12162 w 21813"/>
                <a:gd name="csY3" fmla="*/ 3758 h 17525"/>
                <a:gd name="csX4" fmla="*/ 2827 w 21813"/>
                <a:gd name="csY4" fmla="*/ 8514 h 17525"/>
                <a:gd name="csX5" fmla="*/ 34 w 21813"/>
                <a:gd name="csY5" fmla="*/ 12845 h 17525"/>
                <a:gd name="csX6" fmla="*/ 351 w 21813"/>
                <a:gd name="csY6" fmla="*/ 15436 h 17525"/>
                <a:gd name="csX7" fmla="*/ 3844 w 21813"/>
                <a:gd name="csY7" fmla="*/ 17169 h 17525"/>
                <a:gd name="csX8" fmla="*/ 15274 w 21813"/>
                <a:gd name="csY8" fmla="*/ 10032 h 17525"/>
                <a:gd name="csX9" fmla="*/ 20163 w 21813"/>
                <a:gd name="csY9" fmla="*/ 513 h 17525"/>
                <a:gd name="csX10" fmla="*/ 20290 w 21813"/>
                <a:gd name="csY10" fmla="*/ 405 h 17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13" h="17525">
                  <a:moveTo>
                    <a:pt x="20290" y="405"/>
                  </a:moveTo>
                  <a:lnTo>
                    <a:pt x="19401" y="190"/>
                  </a:lnTo>
                  <a:cubicBezTo>
                    <a:pt x="17687" y="-350"/>
                    <a:pt x="15210" y="297"/>
                    <a:pt x="14003" y="1701"/>
                  </a:cubicBezTo>
                  <a:lnTo>
                    <a:pt x="12162" y="3758"/>
                  </a:lnTo>
                  <a:cubicBezTo>
                    <a:pt x="9114" y="7219"/>
                    <a:pt x="2193" y="8730"/>
                    <a:pt x="2827" y="8514"/>
                  </a:cubicBezTo>
                  <a:cubicBezTo>
                    <a:pt x="986" y="9054"/>
                    <a:pt x="-221" y="11004"/>
                    <a:pt x="34" y="12845"/>
                  </a:cubicBezTo>
                  <a:lnTo>
                    <a:pt x="351" y="15436"/>
                  </a:lnTo>
                  <a:cubicBezTo>
                    <a:pt x="541" y="17277"/>
                    <a:pt x="2193" y="18033"/>
                    <a:pt x="3844" y="17169"/>
                  </a:cubicBezTo>
                  <a:cubicBezTo>
                    <a:pt x="8162" y="14896"/>
                    <a:pt x="12225" y="13169"/>
                    <a:pt x="15274" y="10032"/>
                  </a:cubicBezTo>
                  <a:cubicBezTo>
                    <a:pt x="17560" y="7003"/>
                    <a:pt x="25116" y="2031"/>
                    <a:pt x="20163" y="513"/>
                  </a:cubicBezTo>
                  <a:lnTo>
                    <a:pt x="20290" y="4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E9A0F1FD-9605-CFD9-DC90-9E7042859DB0}"/>
                </a:ext>
              </a:extLst>
            </p:cNvPr>
            <p:cNvSpPr/>
            <p:nvPr/>
          </p:nvSpPr>
          <p:spPr>
            <a:xfrm>
              <a:off x="9156362" y="5164554"/>
              <a:ext cx="39072" cy="16586"/>
            </a:xfrm>
            <a:custGeom>
              <a:avLst/>
              <a:gdLst>
                <a:gd name="csX0" fmla="*/ 7410 w 45061"/>
                <a:gd name="csY0" fmla="*/ 5878 h 19128"/>
                <a:gd name="csX1" fmla="*/ 1695 w 45061"/>
                <a:gd name="csY1" fmla="*/ 18750 h 19128"/>
                <a:gd name="csX2" fmla="*/ 19856 w 45061"/>
                <a:gd name="csY2" fmla="*/ 12692 h 19128"/>
                <a:gd name="csX3" fmla="*/ 31858 w 45061"/>
                <a:gd name="csY3" fmla="*/ 13340 h 19128"/>
                <a:gd name="csX4" fmla="*/ 39033 w 45061"/>
                <a:gd name="csY4" fmla="*/ 8152 h 19128"/>
                <a:gd name="csX5" fmla="*/ 43986 w 45061"/>
                <a:gd name="csY5" fmla="*/ 5339 h 19128"/>
                <a:gd name="csX6" fmla="*/ 31858 w 45061"/>
                <a:gd name="csY6" fmla="*/ 474 h 19128"/>
                <a:gd name="csX7" fmla="*/ 19284 w 45061"/>
                <a:gd name="csY7" fmla="*/ 4259 h 19128"/>
                <a:gd name="csX8" fmla="*/ 7410 w 45061"/>
                <a:gd name="csY8" fmla="*/ 5878 h 19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5061" h="19128">
                  <a:moveTo>
                    <a:pt x="7410" y="5878"/>
                  </a:moveTo>
                  <a:cubicBezTo>
                    <a:pt x="1885" y="14965"/>
                    <a:pt x="-2560" y="20693"/>
                    <a:pt x="1695" y="18750"/>
                  </a:cubicBezTo>
                  <a:cubicBezTo>
                    <a:pt x="11855" y="13886"/>
                    <a:pt x="15538" y="11289"/>
                    <a:pt x="19856" y="12692"/>
                  </a:cubicBezTo>
                  <a:cubicBezTo>
                    <a:pt x="23348" y="13340"/>
                    <a:pt x="28746" y="17346"/>
                    <a:pt x="31858" y="13340"/>
                  </a:cubicBezTo>
                  <a:cubicBezTo>
                    <a:pt x="32493" y="12800"/>
                    <a:pt x="34651" y="8584"/>
                    <a:pt x="39033" y="8152"/>
                  </a:cubicBezTo>
                  <a:cubicBezTo>
                    <a:pt x="40112" y="7828"/>
                    <a:pt x="47859" y="7936"/>
                    <a:pt x="43986" y="5339"/>
                  </a:cubicBezTo>
                  <a:cubicBezTo>
                    <a:pt x="40747" y="3611"/>
                    <a:pt x="36620" y="-1583"/>
                    <a:pt x="31858" y="474"/>
                  </a:cubicBezTo>
                  <a:cubicBezTo>
                    <a:pt x="27095" y="2640"/>
                    <a:pt x="23539" y="4691"/>
                    <a:pt x="19284" y="4259"/>
                  </a:cubicBezTo>
                  <a:cubicBezTo>
                    <a:pt x="19284" y="4259"/>
                    <a:pt x="9886" y="1662"/>
                    <a:pt x="7410" y="58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8B9A40E1-EEDF-A488-2500-592DBE1FB130}"/>
                </a:ext>
              </a:extLst>
            </p:cNvPr>
            <p:cNvSpPr/>
            <p:nvPr/>
          </p:nvSpPr>
          <p:spPr>
            <a:xfrm>
              <a:off x="8985704" y="5107321"/>
              <a:ext cx="6482" cy="21573"/>
            </a:xfrm>
            <a:custGeom>
              <a:avLst/>
              <a:gdLst>
                <a:gd name="csX0" fmla="*/ 3882 w 7476"/>
                <a:gd name="csY0" fmla="*/ 1056 h 24879"/>
                <a:gd name="csX1" fmla="*/ 9 w 7476"/>
                <a:gd name="csY1" fmla="*/ 22360 h 24879"/>
                <a:gd name="csX2" fmla="*/ 2930 w 7476"/>
                <a:gd name="csY2" fmla="*/ 24741 h 24879"/>
                <a:gd name="csX3" fmla="*/ 7438 w 7476"/>
                <a:gd name="csY3" fmla="*/ 8949 h 24879"/>
                <a:gd name="csX4" fmla="*/ 4009 w 7476"/>
                <a:gd name="csY4" fmla="*/ 1056 h 24879"/>
                <a:gd name="csX5" fmla="*/ 3882 w 7476"/>
                <a:gd name="csY5" fmla="*/ 1056 h 2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76" h="24879">
                  <a:moveTo>
                    <a:pt x="3882" y="1056"/>
                  </a:moveTo>
                  <a:cubicBezTo>
                    <a:pt x="961" y="-2513"/>
                    <a:pt x="1406" y="2573"/>
                    <a:pt x="9" y="22360"/>
                  </a:cubicBezTo>
                  <a:cubicBezTo>
                    <a:pt x="-118" y="24195"/>
                    <a:pt x="1151" y="25281"/>
                    <a:pt x="2930" y="24741"/>
                  </a:cubicBezTo>
                  <a:cubicBezTo>
                    <a:pt x="6803" y="23547"/>
                    <a:pt x="6359" y="19871"/>
                    <a:pt x="7438" y="8949"/>
                  </a:cubicBezTo>
                  <a:cubicBezTo>
                    <a:pt x="7883" y="4624"/>
                    <a:pt x="4326" y="1703"/>
                    <a:pt x="4009" y="1056"/>
                  </a:cubicBezTo>
                  <a:lnTo>
                    <a:pt x="3882" y="1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93598C19-69E3-3E4E-C157-38E8E0B3B8D7}"/>
                </a:ext>
              </a:extLst>
            </p:cNvPr>
            <p:cNvSpPr/>
            <p:nvPr/>
          </p:nvSpPr>
          <p:spPr>
            <a:xfrm>
              <a:off x="8990183" y="5145371"/>
              <a:ext cx="7108" cy="6034"/>
            </a:xfrm>
            <a:custGeom>
              <a:avLst/>
              <a:gdLst>
                <a:gd name="csX0" fmla="*/ 1955 w 8198"/>
                <a:gd name="csY0" fmla="*/ 863 h 6959"/>
                <a:gd name="csX1" fmla="*/ 1002 w 8198"/>
                <a:gd name="csY1" fmla="*/ 1726 h 6959"/>
                <a:gd name="csX2" fmla="*/ 1193 w 8198"/>
                <a:gd name="csY2" fmla="*/ 5943 h 6959"/>
                <a:gd name="csX3" fmla="*/ 1637 w 8198"/>
                <a:gd name="csY3" fmla="*/ 6266 h 6959"/>
                <a:gd name="csX4" fmla="*/ 7161 w 8198"/>
                <a:gd name="csY4" fmla="*/ 5727 h 6959"/>
                <a:gd name="csX5" fmla="*/ 1955 w 8198"/>
                <a:gd name="csY5" fmla="*/ 970 h 6959"/>
                <a:gd name="csX6" fmla="*/ 1955 w 8198"/>
                <a:gd name="csY6" fmla="*/ 863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98" h="6959">
                  <a:moveTo>
                    <a:pt x="1955" y="863"/>
                  </a:moveTo>
                  <a:lnTo>
                    <a:pt x="1002" y="1726"/>
                  </a:lnTo>
                  <a:cubicBezTo>
                    <a:pt x="-395" y="3022"/>
                    <a:pt x="-331" y="4863"/>
                    <a:pt x="1193" y="5943"/>
                  </a:cubicBezTo>
                  <a:lnTo>
                    <a:pt x="1637" y="6266"/>
                  </a:lnTo>
                  <a:cubicBezTo>
                    <a:pt x="4431" y="8216"/>
                    <a:pt x="7670" y="5403"/>
                    <a:pt x="7161" y="5727"/>
                  </a:cubicBezTo>
                  <a:cubicBezTo>
                    <a:pt x="10400" y="2698"/>
                    <a:pt x="5320" y="-2058"/>
                    <a:pt x="1955" y="970"/>
                  </a:cubicBezTo>
                  <a:lnTo>
                    <a:pt x="1955" y="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C4E956E8-587E-0FFE-F848-DA928E6DCBD7}"/>
                </a:ext>
              </a:extLst>
            </p:cNvPr>
            <p:cNvSpPr/>
            <p:nvPr/>
          </p:nvSpPr>
          <p:spPr>
            <a:xfrm>
              <a:off x="9027324" y="5153528"/>
              <a:ext cx="6482" cy="8334"/>
            </a:xfrm>
            <a:custGeom>
              <a:avLst/>
              <a:gdLst>
                <a:gd name="csX0" fmla="*/ 5794 w 7476"/>
                <a:gd name="csY0" fmla="*/ 974 h 9611"/>
                <a:gd name="csX1" fmla="*/ 587 w 7476"/>
                <a:gd name="csY1" fmla="*/ 6162 h 9611"/>
                <a:gd name="csX2" fmla="*/ 1666 w 7476"/>
                <a:gd name="csY2" fmla="*/ 8327 h 9611"/>
                <a:gd name="csX3" fmla="*/ 5095 w 7476"/>
                <a:gd name="csY3" fmla="*/ 8543 h 9611"/>
                <a:gd name="csX4" fmla="*/ 6111 w 7476"/>
                <a:gd name="csY4" fmla="*/ 1189 h 9611"/>
                <a:gd name="csX5" fmla="*/ 5794 w 7476"/>
                <a:gd name="csY5" fmla="*/ 866 h 9611"/>
                <a:gd name="csX6" fmla="*/ 5794 w 7476"/>
                <a:gd name="csY6" fmla="*/ 974 h 9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476" h="9611">
                  <a:moveTo>
                    <a:pt x="5794" y="974"/>
                  </a:moveTo>
                  <a:cubicBezTo>
                    <a:pt x="2428" y="-1947"/>
                    <a:pt x="-1509" y="2269"/>
                    <a:pt x="587" y="6162"/>
                  </a:cubicBezTo>
                  <a:lnTo>
                    <a:pt x="1666" y="8327"/>
                  </a:lnTo>
                  <a:cubicBezTo>
                    <a:pt x="2555" y="9946"/>
                    <a:pt x="4015" y="10054"/>
                    <a:pt x="5095" y="8543"/>
                  </a:cubicBezTo>
                  <a:cubicBezTo>
                    <a:pt x="5476" y="7673"/>
                    <a:pt x="9540" y="4219"/>
                    <a:pt x="6111" y="1189"/>
                  </a:cubicBezTo>
                  <a:lnTo>
                    <a:pt x="5794" y="866"/>
                  </a:lnTo>
                  <a:lnTo>
                    <a:pt x="5794" y="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09489681-C77C-F95E-79F4-896592E7AABB}"/>
                </a:ext>
              </a:extLst>
            </p:cNvPr>
            <p:cNvSpPr/>
            <p:nvPr/>
          </p:nvSpPr>
          <p:spPr>
            <a:xfrm>
              <a:off x="8999917" y="5154551"/>
              <a:ext cx="11099" cy="6335"/>
            </a:xfrm>
            <a:custGeom>
              <a:avLst/>
              <a:gdLst>
                <a:gd name="csX0" fmla="*/ 889 w 12800"/>
                <a:gd name="csY0" fmla="*/ 1414 h 7306"/>
                <a:gd name="csX1" fmla="*/ 825 w 12800"/>
                <a:gd name="csY1" fmla="*/ 1414 h 7306"/>
                <a:gd name="csX2" fmla="*/ 1524 w 12800"/>
                <a:gd name="csY2" fmla="*/ 4875 h 7306"/>
                <a:gd name="csX3" fmla="*/ 12700 w 12800"/>
                <a:gd name="csY3" fmla="*/ 5846 h 7306"/>
                <a:gd name="csX4" fmla="*/ 10350 w 12800"/>
                <a:gd name="csY4" fmla="*/ 2170 h 7306"/>
                <a:gd name="csX5" fmla="*/ 825 w 12800"/>
                <a:gd name="csY5" fmla="*/ 1306 h 7306"/>
                <a:gd name="csX6" fmla="*/ 889 w 12800"/>
                <a:gd name="csY6" fmla="*/ 1414 h 7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800" h="7306">
                  <a:moveTo>
                    <a:pt x="889" y="1414"/>
                  </a:moveTo>
                  <a:lnTo>
                    <a:pt x="825" y="1414"/>
                  </a:lnTo>
                  <a:cubicBezTo>
                    <a:pt x="-508" y="2817"/>
                    <a:pt x="-191" y="4335"/>
                    <a:pt x="1524" y="4875"/>
                  </a:cubicBezTo>
                  <a:cubicBezTo>
                    <a:pt x="4889" y="5630"/>
                    <a:pt x="11620" y="9307"/>
                    <a:pt x="12700" y="5846"/>
                  </a:cubicBezTo>
                  <a:cubicBezTo>
                    <a:pt x="13145" y="4551"/>
                    <a:pt x="12065" y="2925"/>
                    <a:pt x="10350" y="2170"/>
                  </a:cubicBezTo>
                  <a:cubicBezTo>
                    <a:pt x="8890" y="1845"/>
                    <a:pt x="4255" y="-1939"/>
                    <a:pt x="825" y="1306"/>
                  </a:cubicBezTo>
                  <a:lnTo>
                    <a:pt x="889" y="1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9A356EBD-4975-7117-14D2-8360108BE404}"/>
                </a:ext>
              </a:extLst>
            </p:cNvPr>
            <p:cNvSpPr/>
            <p:nvPr/>
          </p:nvSpPr>
          <p:spPr>
            <a:xfrm>
              <a:off x="9113326" y="4972602"/>
              <a:ext cx="65458" cy="13748"/>
            </a:xfrm>
            <a:custGeom>
              <a:avLst/>
              <a:gdLst>
                <a:gd name="csX0" fmla="*/ 74377 w 75491"/>
                <a:gd name="csY0" fmla="*/ 7299 h 15855"/>
                <a:gd name="csX1" fmla="*/ 67836 w 75491"/>
                <a:gd name="csY1" fmla="*/ 5464 h 15855"/>
                <a:gd name="csX2" fmla="*/ 36277 w 75491"/>
                <a:gd name="csY2" fmla="*/ 4708 h 15855"/>
                <a:gd name="csX3" fmla="*/ 12654 w 75491"/>
                <a:gd name="csY3" fmla="*/ 54 h 15855"/>
                <a:gd name="csX4" fmla="*/ 18 w 75491"/>
                <a:gd name="csY4" fmla="*/ 4378 h 15855"/>
                <a:gd name="csX5" fmla="*/ 4463 w 75491"/>
                <a:gd name="csY5" fmla="*/ 15738 h 15855"/>
                <a:gd name="csX6" fmla="*/ 26307 w 75491"/>
                <a:gd name="csY6" fmla="*/ 11846 h 15855"/>
                <a:gd name="csX7" fmla="*/ 48405 w 75491"/>
                <a:gd name="csY7" fmla="*/ 13033 h 15855"/>
                <a:gd name="csX8" fmla="*/ 74377 w 75491"/>
                <a:gd name="csY8" fmla="*/ 7299 h 15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491" h="15855">
                  <a:moveTo>
                    <a:pt x="74377" y="7299"/>
                  </a:moveTo>
                  <a:cubicBezTo>
                    <a:pt x="72916" y="6759"/>
                    <a:pt x="71202" y="5464"/>
                    <a:pt x="67836" y="5464"/>
                  </a:cubicBezTo>
                  <a:cubicBezTo>
                    <a:pt x="42753" y="5464"/>
                    <a:pt x="40467" y="5680"/>
                    <a:pt x="36277" y="4708"/>
                  </a:cubicBezTo>
                  <a:cubicBezTo>
                    <a:pt x="23069" y="1463"/>
                    <a:pt x="17417" y="-270"/>
                    <a:pt x="12654" y="54"/>
                  </a:cubicBezTo>
                  <a:cubicBezTo>
                    <a:pt x="12654" y="54"/>
                    <a:pt x="-553" y="-810"/>
                    <a:pt x="18" y="4378"/>
                  </a:cubicBezTo>
                  <a:cubicBezTo>
                    <a:pt x="971" y="8817"/>
                    <a:pt x="-680" y="16926"/>
                    <a:pt x="4463" y="15738"/>
                  </a:cubicBezTo>
                  <a:cubicBezTo>
                    <a:pt x="16020" y="13141"/>
                    <a:pt x="21545" y="11407"/>
                    <a:pt x="26307" y="11846"/>
                  </a:cubicBezTo>
                  <a:cubicBezTo>
                    <a:pt x="38118" y="12925"/>
                    <a:pt x="43515" y="13681"/>
                    <a:pt x="48405" y="13033"/>
                  </a:cubicBezTo>
                  <a:cubicBezTo>
                    <a:pt x="72599" y="9680"/>
                    <a:pt x="78250" y="9680"/>
                    <a:pt x="74377" y="7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6E4C8C4B-E138-765B-CE92-B67E9C6FEDCE}"/>
                </a:ext>
              </a:extLst>
            </p:cNvPr>
            <p:cNvSpPr/>
            <p:nvPr/>
          </p:nvSpPr>
          <p:spPr>
            <a:xfrm>
              <a:off x="9162517" y="4988385"/>
              <a:ext cx="8646" cy="12696"/>
            </a:xfrm>
            <a:custGeom>
              <a:avLst/>
              <a:gdLst>
                <a:gd name="csX0" fmla="*/ 9836 w 9971"/>
                <a:gd name="csY0" fmla="*/ 12891 h 14642"/>
                <a:gd name="csX1" fmla="*/ 8439 w 9971"/>
                <a:gd name="csY1" fmla="*/ 7049 h 14642"/>
                <a:gd name="csX2" fmla="*/ 629 w 9971"/>
                <a:gd name="csY2" fmla="*/ 1645 h 14642"/>
                <a:gd name="csX3" fmla="*/ 2153 w 9971"/>
                <a:gd name="csY3" fmla="*/ 10941 h 14642"/>
                <a:gd name="csX4" fmla="*/ 9836 w 9971"/>
                <a:gd name="csY4" fmla="*/ 12891 h 14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71" h="14642">
                  <a:moveTo>
                    <a:pt x="9836" y="12891"/>
                  </a:moveTo>
                  <a:cubicBezTo>
                    <a:pt x="10281" y="11157"/>
                    <a:pt x="9582" y="8566"/>
                    <a:pt x="8439" y="7049"/>
                  </a:cubicBezTo>
                  <a:cubicBezTo>
                    <a:pt x="5963" y="4674"/>
                    <a:pt x="1518" y="-3441"/>
                    <a:pt x="629" y="1645"/>
                  </a:cubicBezTo>
                  <a:cubicBezTo>
                    <a:pt x="629" y="3156"/>
                    <a:pt x="-1530" y="8135"/>
                    <a:pt x="2153" y="10941"/>
                  </a:cubicBezTo>
                  <a:cubicBezTo>
                    <a:pt x="3740" y="11811"/>
                    <a:pt x="8757" y="17431"/>
                    <a:pt x="9836" y="128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D6606955-57E5-9F36-6DF7-3BC3BF34C5D1}"/>
                </a:ext>
              </a:extLst>
            </p:cNvPr>
            <p:cNvSpPr/>
            <p:nvPr/>
          </p:nvSpPr>
          <p:spPr>
            <a:xfrm>
              <a:off x="9169085" y="5019852"/>
              <a:ext cx="38742" cy="23565"/>
            </a:xfrm>
            <a:custGeom>
              <a:avLst/>
              <a:gdLst>
                <a:gd name="csX0" fmla="*/ 38711 w 44680"/>
                <a:gd name="csY0" fmla="*/ 10662 h 27177"/>
                <a:gd name="csX1" fmla="*/ 37124 w 44680"/>
                <a:gd name="csY1" fmla="*/ 7633 h 27177"/>
                <a:gd name="csX2" fmla="*/ 32361 w 44680"/>
                <a:gd name="csY2" fmla="*/ 1365 h 27177"/>
                <a:gd name="csX3" fmla="*/ 5056 w 44680"/>
                <a:gd name="csY3" fmla="*/ 1257 h 27177"/>
                <a:gd name="csX4" fmla="*/ 103 w 44680"/>
                <a:gd name="csY4" fmla="*/ 10554 h 27177"/>
                <a:gd name="csX5" fmla="*/ 21629 w 44680"/>
                <a:gd name="csY5" fmla="*/ 26346 h 27177"/>
                <a:gd name="csX6" fmla="*/ 41569 w 44680"/>
                <a:gd name="csY6" fmla="*/ 21152 h 27177"/>
                <a:gd name="csX7" fmla="*/ 44680 w 44680"/>
                <a:gd name="csY7" fmla="*/ 16504 h 27177"/>
                <a:gd name="csX8" fmla="*/ 44680 w 44680"/>
                <a:gd name="csY8" fmla="*/ 14878 h 27177"/>
                <a:gd name="csX9" fmla="*/ 38838 w 44680"/>
                <a:gd name="csY9" fmla="*/ 10770 h 27177"/>
                <a:gd name="csX10" fmla="*/ 38711 w 44680"/>
                <a:gd name="csY10" fmla="*/ 10662 h 2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680" h="27177">
                  <a:moveTo>
                    <a:pt x="38711" y="10662"/>
                  </a:moveTo>
                  <a:cubicBezTo>
                    <a:pt x="36870" y="10446"/>
                    <a:pt x="36235" y="9043"/>
                    <a:pt x="37124" y="7633"/>
                  </a:cubicBezTo>
                  <a:cubicBezTo>
                    <a:pt x="39473" y="4064"/>
                    <a:pt x="33186" y="2121"/>
                    <a:pt x="32361" y="1365"/>
                  </a:cubicBezTo>
                  <a:cubicBezTo>
                    <a:pt x="28424" y="-800"/>
                    <a:pt x="25948" y="-44"/>
                    <a:pt x="5056" y="1257"/>
                  </a:cubicBezTo>
                  <a:cubicBezTo>
                    <a:pt x="103" y="1581"/>
                    <a:pt x="928" y="8064"/>
                    <a:pt x="103" y="10554"/>
                  </a:cubicBezTo>
                  <a:cubicBezTo>
                    <a:pt x="-659" y="14986"/>
                    <a:pt x="2452" y="15532"/>
                    <a:pt x="21629" y="26346"/>
                  </a:cubicBezTo>
                  <a:cubicBezTo>
                    <a:pt x="25503" y="28505"/>
                    <a:pt x="28551" y="26346"/>
                    <a:pt x="41569" y="21152"/>
                  </a:cubicBezTo>
                  <a:cubicBezTo>
                    <a:pt x="43283" y="20504"/>
                    <a:pt x="44680" y="18447"/>
                    <a:pt x="44680" y="16504"/>
                  </a:cubicBezTo>
                  <a:lnTo>
                    <a:pt x="44680" y="14878"/>
                  </a:lnTo>
                  <a:cubicBezTo>
                    <a:pt x="44680" y="10554"/>
                    <a:pt x="39473" y="10986"/>
                    <a:pt x="38838" y="10770"/>
                  </a:cubicBezTo>
                  <a:lnTo>
                    <a:pt x="38711" y="10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1EFB4F54-8282-1D1D-5332-FAD392E41273}"/>
                </a:ext>
              </a:extLst>
            </p:cNvPr>
            <p:cNvSpPr/>
            <p:nvPr/>
          </p:nvSpPr>
          <p:spPr>
            <a:xfrm>
              <a:off x="9068374" y="5049910"/>
              <a:ext cx="10390" cy="7120"/>
            </a:xfrm>
            <a:custGeom>
              <a:avLst/>
              <a:gdLst>
                <a:gd name="csX0" fmla="*/ 8681 w 11983"/>
                <a:gd name="csY0" fmla="*/ 7 h 8211"/>
                <a:gd name="csX1" fmla="*/ 553 w 11983"/>
                <a:gd name="csY1" fmla="*/ 3360 h 8211"/>
                <a:gd name="csX2" fmla="*/ 7347 w 11983"/>
                <a:gd name="csY2" fmla="*/ 7685 h 8211"/>
                <a:gd name="csX3" fmla="*/ 11983 w 11983"/>
                <a:gd name="csY3" fmla="*/ 2382 h 8211"/>
                <a:gd name="csX4" fmla="*/ 8681 w 11983"/>
                <a:gd name="csY4" fmla="*/ 7 h 8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3" h="8211">
                  <a:moveTo>
                    <a:pt x="8681" y="7"/>
                  </a:moveTo>
                  <a:cubicBezTo>
                    <a:pt x="5950" y="547"/>
                    <a:pt x="-2178" y="-856"/>
                    <a:pt x="553" y="3360"/>
                  </a:cubicBezTo>
                  <a:cubicBezTo>
                    <a:pt x="1315" y="4224"/>
                    <a:pt x="3347" y="9952"/>
                    <a:pt x="7347" y="7685"/>
                  </a:cubicBezTo>
                  <a:cubicBezTo>
                    <a:pt x="7919" y="7145"/>
                    <a:pt x="11983" y="5627"/>
                    <a:pt x="11983" y="2382"/>
                  </a:cubicBezTo>
                  <a:cubicBezTo>
                    <a:pt x="11983" y="979"/>
                    <a:pt x="10459" y="-100"/>
                    <a:pt x="8681" y="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6744F142-DA24-F38D-4148-93B32E220DF0}"/>
                </a:ext>
              </a:extLst>
            </p:cNvPr>
            <p:cNvSpPr/>
            <p:nvPr/>
          </p:nvSpPr>
          <p:spPr>
            <a:xfrm>
              <a:off x="9046443" y="5063743"/>
              <a:ext cx="31315" cy="40287"/>
            </a:xfrm>
            <a:custGeom>
              <a:avLst/>
              <a:gdLst>
                <a:gd name="csX0" fmla="*/ 34289 w 36115"/>
                <a:gd name="csY0" fmla="*/ 12058 h 46462"/>
                <a:gd name="csX1" fmla="*/ 32321 w 36115"/>
                <a:gd name="csY1" fmla="*/ 1460 h 46462"/>
                <a:gd name="csX2" fmla="*/ 25273 w 36115"/>
                <a:gd name="csY2" fmla="*/ 3625 h 46462"/>
                <a:gd name="csX3" fmla="*/ 19431 w 36115"/>
                <a:gd name="csY3" fmla="*/ 26441 h 46462"/>
                <a:gd name="csX4" fmla="*/ 13715 w 36115"/>
                <a:gd name="csY4" fmla="*/ 27310 h 46462"/>
                <a:gd name="csX5" fmla="*/ 12636 w 36115"/>
                <a:gd name="csY5" fmla="*/ 20821 h 46462"/>
                <a:gd name="csX6" fmla="*/ 13843 w 36115"/>
                <a:gd name="csY6" fmla="*/ 12166 h 46462"/>
                <a:gd name="csX7" fmla="*/ 5143 w 36115"/>
                <a:gd name="csY7" fmla="*/ 13144 h 46462"/>
                <a:gd name="csX8" fmla="*/ 2476 w 36115"/>
                <a:gd name="csY8" fmla="*/ 21144 h 46462"/>
                <a:gd name="csX9" fmla="*/ 253 w 36115"/>
                <a:gd name="csY9" fmla="*/ 30441 h 46462"/>
                <a:gd name="csX10" fmla="*/ 6032 w 36115"/>
                <a:gd name="csY10" fmla="*/ 35959 h 46462"/>
                <a:gd name="csX11" fmla="*/ 10540 w 36115"/>
                <a:gd name="csY11" fmla="*/ 43528 h 46462"/>
                <a:gd name="csX12" fmla="*/ 20510 w 36115"/>
                <a:gd name="csY12" fmla="*/ 45910 h 46462"/>
                <a:gd name="csX13" fmla="*/ 23875 w 36115"/>
                <a:gd name="csY13" fmla="*/ 42233 h 46462"/>
                <a:gd name="csX14" fmla="*/ 23875 w 36115"/>
                <a:gd name="csY14" fmla="*/ 41255 h 46462"/>
                <a:gd name="csX15" fmla="*/ 32638 w 36115"/>
                <a:gd name="csY15" fmla="*/ 32714 h 46462"/>
                <a:gd name="csX16" fmla="*/ 30607 w 36115"/>
                <a:gd name="csY16" fmla="*/ 26764 h 46462"/>
                <a:gd name="csX17" fmla="*/ 28828 w 36115"/>
                <a:gd name="csY17" fmla="*/ 17252 h 46462"/>
                <a:gd name="csX18" fmla="*/ 34036 w 36115"/>
                <a:gd name="csY18" fmla="*/ 11950 h 46462"/>
                <a:gd name="csX19" fmla="*/ 34289 w 36115"/>
                <a:gd name="csY19" fmla="*/ 12058 h 464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15" h="46462">
                  <a:moveTo>
                    <a:pt x="34289" y="12058"/>
                  </a:moveTo>
                  <a:cubicBezTo>
                    <a:pt x="38925" y="10114"/>
                    <a:pt x="33400" y="4597"/>
                    <a:pt x="32321" y="1460"/>
                  </a:cubicBezTo>
                  <a:cubicBezTo>
                    <a:pt x="30162" y="-2541"/>
                    <a:pt x="26352" y="2869"/>
                    <a:pt x="25273" y="3625"/>
                  </a:cubicBezTo>
                  <a:cubicBezTo>
                    <a:pt x="22034" y="6546"/>
                    <a:pt x="22351" y="8927"/>
                    <a:pt x="19431" y="26441"/>
                  </a:cubicBezTo>
                  <a:cubicBezTo>
                    <a:pt x="18669" y="30663"/>
                    <a:pt x="14350" y="27418"/>
                    <a:pt x="13715" y="27310"/>
                  </a:cubicBezTo>
                  <a:cubicBezTo>
                    <a:pt x="9906" y="25469"/>
                    <a:pt x="12509" y="21360"/>
                    <a:pt x="12636" y="20821"/>
                  </a:cubicBezTo>
                  <a:cubicBezTo>
                    <a:pt x="13906" y="17468"/>
                    <a:pt x="13843" y="14439"/>
                    <a:pt x="13843" y="12166"/>
                  </a:cubicBezTo>
                  <a:cubicBezTo>
                    <a:pt x="13843" y="7194"/>
                    <a:pt x="7556" y="12388"/>
                    <a:pt x="5143" y="13144"/>
                  </a:cubicBezTo>
                  <a:cubicBezTo>
                    <a:pt x="1143" y="15195"/>
                    <a:pt x="2476" y="21144"/>
                    <a:pt x="2476" y="21144"/>
                  </a:cubicBezTo>
                  <a:cubicBezTo>
                    <a:pt x="2666" y="24821"/>
                    <a:pt x="1397" y="27742"/>
                    <a:pt x="253" y="30441"/>
                  </a:cubicBezTo>
                  <a:cubicBezTo>
                    <a:pt x="-1334" y="34771"/>
                    <a:pt x="5016" y="35311"/>
                    <a:pt x="6032" y="35959"/>
                  </a:cubicBezTo>
                  <a:cubicBezTo>
                    <a:pt x="10350" y="37362"/>
                    <a:pt x="10160" y="42665"/>
                    <a:pt x="10540" y="43528"/>
                  </a:cubicBezTo>
                  <a:cubicBezTo>
                    <a:pt x="11557" y="48285"/>
                    <a:pt x="17907" y="45801"/>
                    <a:pt x="20510" y="45910"/>
                  </a:cubicBezTo>
                  <a:cubicBezTo>
                    <a:pt x="22351" y="45694"/>
                    <a:pt x="23875" y="44068"/>
                    <a:pt x="23875" y="42233"/>
                  </a:cubicBezTo>
                  <a:lnTo>
                    <a:pt x="23875" y="41255"/>
                  </a:lnTo>
                  <a:cubicBezTo>
                    <a:pt x="23875" y="36283"/>
                    <a:pt x="29845" y="34880"/>
                    <a:pt x="32638" y="32714"/>
                  </a:cubicBezTo>
                  <a:cubicBezTo>
                    <a:pt x="36449" y="30441"/>
                    <a:pt x="31114" y="27418"/>
                    <a:pt x="30607" y="26764"/>
                  </a:cubicBezTo>
                  <a:cubicBezTo>
                    <a:pt x="26987" y="23742"/>
                    <a:pt x="28956" y="18655"/>
                    <a:pt x="28828" y="17252"/>
                  </a:cubicBezTo>
                  <a:cubicBezTo>
                    <a:pt x="29273" y="13036"/>
                    <a:pt x="33400" y="12381"/>
                    <a:pt x="34036" y="11950"/>
                  </a:cubicBezTo>
                  <a:lnTo>
                    <a:pt x="34289" y="12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353B29EF-591E-F2F8-A488-70B0536DB8E1}"/>
                </a:ext>
              </a:extLst>
            </p:cNvPr>
            <p:cNvSpPr/>
            <p:nvPr/>
          </p:nvSpPr>
          <p:spPr>
            <a:xfrm>
              <a:off x="9031696" y="5084566"/>
              <a:ext cx="8453" cy="12840"/>
            </a:xfrm>
            <a:custGeom>
              <a:avLst/>
              <a:gdLst>
                <a:gd name="csX0" fmla="*/ 9578 w 9749"/>
                <a:gd name="csY0" fmla="*/ 6750 h 14808"/>
                <a:gd name="csX1" fmla="*/ 7038 w 9749"/>
                <a:gd name="csY1" fmla="*/ 1238 h 14808"/>
                <a:gd name="csX2" fmla="*/ 6340 w 9749"/>
                <a:gd name="csY2" fmla="*/ 698 h 14808"/>
                <a:gd name="csX3" fmla="*/ 498 w 9749"/>
                <a:gd name="csY3" fmla="*/ 4483 h 14808"/>
                <a:gd name="csX4" fmla="*/ 7102 w 9749"/>
                <a:gd name="csY4" fmla="*/ 14103 h 14808"/>
                <a:gd name="csX5" fmla="*/ 9706 w 9749"/>
                <a:gd name="csY5" fmla="*/ 6858 h 14808"/>
                <a:gd name="csX6" fmla="*/ 9578 w 9749"/>
                <a:gd name="csY6" fmla="*/ 6750 h 14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49" h="14808">
                  <a:moveTo>
                    <a:pt x="9578" y="6750"/>
                  </a:moveTo>
                  <a:cubicBezTo>
                    <a:pt x="9578" y="4914"/>
                    <a:pt x="8435" y="2425"/>
                    <a:pt x="7038" y="1238"/>
                  </a:cubicBezTo>
                  <a:lnTo>
                    <a:pt x="6340" y="698"/>
                  </a:lnTo>
                  <a:cubicBezTo>
                    <a:pt x="2911" y="-2115"/>
                    <a:pt x="498" y="4483"/>
                    <a:pt x="498" y="4483"/>
                  </a:cubicBezTo>
                  <a:cubicBezTo>
                    <a:pt x="-1852" y="8915"/>
                    <a:pt x="4752" y="11512"/>
                    <a:pt x="7102" y="14103"/>
                  </a:cubicBezTo>
                  <a:cubicBezTo>
                    <a:pt x="10912" y="17240"/>
                    <a:pt x="9388" y="9023"/>
                    <a:pt x="9706" y="6858"/>
                  </a:cubicBezTo>
                  <a:lnTo>
                    <a:pt x="9578" y="67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A5F47DBA-46D7-4EB9-07BB-230939ABABCB}"/>
                </a:ext>
              </a:extLst>
            </p:cNvPr>
            <p:cNvSpPr/>
            <p:nvPr/>
          </p:nvSpPr>
          <p:spPr>
            <a:xfrm>
              <a:off x="9086277" y="5088828"/>
              <a:ext cx="5647" cy="6095"/>
            </a:xfrm>
            <a:custGeom>
              <a:avLst/>
              <a:gdLst>
                <a:gd name="csX0" fmla="*/ 36 w 6512"/>
                <a:gd name="csY0" fmla="*/ 0 h 7029"/>
                <a:gd name="csX1" fmla="*/ 36 w 6512"/>
                <a:gd name="csY1" fmla="*/ 648 h 7029"/>
                <a:gd name="csX2" fmla="*/ 3273 w 6512"/>
                <a:gd name="csY2" fmla="*/ 7029 h 7029"/>
                <a:gd name="csX3" fmla="*/ 3273 w 6512"/>
                <a:gd name="csY3" fmla="*/ 324 h 7029"/>
                <a:gd name="csX4" fmla="*/ 36 w 6512"/>
                <a:gd name="csY4" fmla="*/ 0 h 7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512" h="7029">
                  <a:moveTo>
                    <a:pt x="36" y="0"/>
                  </a:moveTo>
                  <a:lnTo>
                    <a:pt x="36" y="648"/>
                  </a:lnTo>
                  <a:cubicBezTo>
                    <a:pt x="226" y="1619"/>
                    <a:pt x="-1044" y="7029"/>
                    <a:pt x="3273" y="7029"/>
                  </a:cubicBezTo>
                  <a:cubicBezTo>
                    <a:pt x="7592" y="7029"/>
                    <a:pt x="7592" y="756"/>
                    <a:pt x="3273" y="324"/>
                  </a:cubicBezTo>
                  <a:cubicBezTo>
                    <a:pt x="1432" y="21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6951057D-A874-9DE6-8EE5-E4A0B79F0941}"/>
                </a:ext>
              </a:extLst>
            </p:cNvPr>
            <p:cNvSpPr/>
            <p:nvPr/>
          </p:nvSpPr>
          <p:spPr>
            <a:xfrm>
              <a:off x="9093706" y="5097573"/>
              <a:ext cx="6676" cy="5649"/>
            </a:xfrm>
            <a:custGeom>
              <a:avLst/>
              <a:gdLst>
                <a:gd name="csX0" fmla="*/ 5946 w 7699"/>
                <a:gd name="csY0" fmla="*/ 6241 h 6515"/>
                <a:gd name="csX1" fmla="*/ 7026 w 7699"/>
                <a:gd name="csY1" fmla="*/ 3218 h 6515"/>
                <a:gd name="csX2" fmla="*/ 5629 w 7699"/>
                <a:gd name="csY2" fmla="*/ 1701 h 6515"/>
                <a:gd name="csX3" fmla="*/ 421 w 7699"/>
                <a:gd name="csY3" fmla="*/ 4082 h 6515"/>
                <a:gd name="csX4" fmla="*/ 5120 w 7699"/>
                <a:gd name="csY4" fmla="*/ 6457 h 6515"/>
                <a:gd name="csX5" fmla="*/ 5819 w 7699"/>
                <a:gd name="csY5" fmla="*/ 6457 h 6515"/>
                <a:gd name="csX6" fmla="*/ 5946 w 7699"/>
                <a:gd name="csY6" fmla="*/ 6241 h 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9" h="6515">
                  <a:moveTo>
                    <a:pt x="5946" y="6241"/>
                  </a:moveTo>
                  <a:cubicBezTo>
                    <a:pt x="7788" y="5917"/>
                    <a:pt x="8232" y="4514"/>
                    <a:pt x="7026" y="3218"/>
                  </a:cubicBezTo>
                  <a:lnTo>
                    <a:pt x="5629" y="1701"/>
                  </a:lnTo>
                  <a:cubicBezTo>
                    <a:pt x="2581" y="-1544"/>
                    <a:pt x="-1293" y="189"/>
                    <a:pt x="421" y="4082"/>
                  </a:cubicBezTo>
                  <a:cubicBezTo>
                    <a:pt x="1183" y="5701"/>
                    <a:pt x="3343" y="6787"/>
                    <a:pt x="5120" y="6457"/>
                  </a:cubicBezTo>
                  <a:lnTo>
                    <a:pt x="5819" y="6457"/>
                  </a:lnTo>
                  <a:lnTo>
                    <a:pt x="5946" y="6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A718AAD1-B463-CE1A-9740-00D7D82A46A9}"/>
                </a:ext>
              </a:extLst>
            </p:cNvPr>
            <p:cNvSpPr/>
            <p:nvPr/>
          </p:nvSpPr>
          <p:spPr>
            <a:xfrm>
              <a:off x="9100424" y="5109938"/>
              <a:ext cx="5643" cy="5647"/>
            </a:xfrm>
            <a:custGeom>
              <a:avLst/>
              <a:gdLst>
                <a:gd name="csX0" fmla="*/ 1881 w 6508"/>
                <a:gd name="csY0" fmla="*/ 5175 h 6512"/>
                <a:gd name="csX1" fmla="*/ 2833 w 6508"/>
                <a:gd name="csY1" fmla="*/ 5823 h 6512"/>
                <a:gd name="csX2" fmla="*/ 4484 w 6508"/>
                <a:gd name="csY2" fmla="*/ 1067 h 6512"/>
                <a:gd name="csX3" fmla="*/ 4167 w 6508"/>
                <a:gd name="csY3" fmla="*/ 851 h 6512"/>
                <a:gd name="csX4" fmla="*/ 1881 w 6508"/>
                <a:gd name="csY4" fmla="*/ 5283 h 6512"/>
                <a:gd name="csX5" fmla="*/ 1881 w 6508"/>
                <a:gd name="csY5" fmla="*/ 5175 h 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508" h="6512">
                  <a:moveTo>
                    <a:pt x="1881" y="5175"/>
                  </a:moveTo>
                  <a:lnTo>
                    <a:pt x="2833" y="5823"/>
                  </a:lnTo>
                  <a:cubicBezTo>
                    <a:pt x="6643" y="8204"/>
                    <a:pt x="7977" y="3880"/>
                    <a:pt x="4484" y="1067"/>
                  </a:cubicBezTo>
                  <a:lnTo>
                    <a:pt x="4167" y="851"/>
                  </a:lnTo>
                  <a:cubicBezTo>
                    <a:pt x="674" y="-1962"/>
                    <a:pt x="-1930" y="2902"/>
                    <a:pt x="1881" y="5283"/>
                  </a:cubicBezTo>
                  <a:lnTo>
                    <a:pt x="1881" y="5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988069D5-7A54-FA01-0291-070737C6D4A5}"/>
                </a:ext>
              </a:extLst>
            </p:cNvPr>
            <p:cNvSpPr/>
            <p:nvPr/>
          </p:nvSpPr>
          <p:spPr>
            <a:xfrm>
              <a:off x="9241058" y="4840349"/>
              <a:ext cx="11919" cy="14093"/>
            </a:xfrm>
            <a:custGeom>
              <a:avLst/>
              <a:gdLst>
                <a:gd name="csX0" fmla="*/ 4538 w 13746"/>
                <a:gd name="csY0" fmla="*/ 15246 h 16253"/>
                <a:gd name="csX1" fmla="*/ 5491 w 13746"/>
                <a:gd name="csY1" fmla="*/ 15246 h 16253"/>
                <a:gd name="csX2" fmla="*/ 10063 w 13746"/>
                <a:gd name="csY2" fmla="*/ 15678 h 16253"/>
                <a:gd name="csX3" fmla="*/ 12476 w 13746"/>
                <a:gd name="csY3" fmla="*/ 2375 h 16253"/>
                <a:gd name="csX4" fmla="*/ 11143 w 13746"/>
                <a:gd name="csY4" fmla="*/ 972 h 16253"/>
                <a:gd name="csX5" fmla="*/ 6824 w 13746"/>
                <a:gd name="csY5" fmla="*/ 972 h 16253"/>
                <a:gd name="csX6" fmla="*/ 94 w 13746"/>
                <a:gd name="csY6" fmla="*/ 12325 h 16253"/>
                <a:gd name="csX7" fmla="*/ 4666 w 13746"/>
                <a:gd name="csY7" fmla="*/ 15246 h 16253"/>
                <a:gd name="csX8" fmla="*/ 4538 w 13746"/>
                <a:gd name="csY8" fmla="*/ 15246 h 1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746" h="16253">
                  <a:moveTo>
                    <a:pt x="4538" y="15246"/>
                  </a:moveTo>
                  <a:lnTo>
                    <a:pt x="5491" y="15246"/>
                  </a:lnTo>
                  <a:cubicBezTo>
                    <a:pt x="7332" y="15246"/>
                    <a:pt x="9428" y="17190"/>
                    <a:pt x="10063" y="15678"/>
                  </a:cubicBezTo>
                  <a:cubicBezTo>
                    <a:pt x="11460" y="10922"/>
                    <a:pt x="15905" y="5944"/>
                    <a:pt x="12476" y="2375"/>
                  </a:cubicBezTo>
                  <a:lnTo>
                    <a:pt x="11143" y="972"/>
                  </a:lnTo>
                  <a:cubicBezTo>
                    <a:pt x="9936" y="-324"/>
                    <a:pt x="8031" y="-324"/>
                    <a:pt x="6824" y="972"/>
                  </a:cubicBezTo>
                  <a:cubicBezTo>
                    <a:pt x="4094" y="4648"/>
                    <a:pt x="-732" y="7677"/>
                    <a:pt x="94" y="12325"/>
                  </a:cubicBezTo>
                  <a:cubicBezTo>
                    <a:pt x="538" y="13189"/>
                    <a:pt x="94" y="15246"/>
                    <a:pt x="4666" y="15246"/>
                  </a:cubicBezTo>
                  <a:lnTo>
                    <a:pt x="4538" y="15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875A3F46-6D0D-B36D-ABA6-8FB255A52773}"/>
                </a:ext>
              </a:extLst>
            </p:cNvPr>
            <p:cNvSpPr/>
            <p:nvPr/>
          </p:nvSpPr>
          <p:spPr>
            <a:xfrm>
              <a:off x="9212638" y="4850239"/>
              <a:ext cx="43568" cy="98549"/>
            </a:xfrm>
            <a:custGeom>
              <a:avLst/>
              <a:gdLst>
                <a:gd name="csX0" fmla="*/ 25440 w 50246"/>
                <a:gd name="csY0" fmla="*/ 63962 h 113653"/>
                <a:gd name="csX1" fmla="*/ 47728 w 50246"/>
                <a:gd name="csY1" fmla="*/ 70236 h 113653"/>
                <a:gd name="csX2" fmla="*/ 49316 w 50246"/>
                <a:gd name="csY2" fmla="*/ 63099 h 113653"/>
                <a:gd name="csX3" fmla="*/ 32361 w 50246"/>
                <a:gd name="csY3" fmla="*/ 50665 h 113653"/>
                <a:gd name="csX4" fmla="*/ 44681 w 50246"/>
                <a:gd name="csY4" fmla="*/ 41794 h 113653"/>
                <a:gd name="csX5" fmla="*/ 47411 w 50246"/>
                <a:gd name="csY5" fmla="*/ 25253 h 113653"/>
                <a:gd name="csX6" fmla="*/ 44490 w 50246"/>
                <a:gd name="csY6" fmla="*/ 23627 h 113653"/>
                <a:gd name="csX7" fmla="*/ 32552 w 50246"/>
                <a:gd name="csY7" fmla="*/ 30225 h 113653"/>
                <a:gd name="csX8" fmla="*/ 30393 w 50246"/>
                <a:gd name="csY8" fmla="*/ 35089 h 113653"/>
                <a:gd name="csX9" fmla="*/ 28107 w 50246"/>
                <a:gd name="csY9" fmla="*/ 39959 h 113653"/>
                <a:gd name="csX10" fmla="*/ 25058 w 50246"/>
                <a:gd name="csY10" fmla="*/ 41363 h 113653"/>
                <a:gd name="csX11" fmla="*/ 20360 w 50246"/>
                <a:gd name="csY11" fmla="*/ 49364 h 113653"/>
                <a:gd name="csX12" fmla="*/ 10073 w 50246"/>
                <a:gd name="csY12" fmla="*/ 45363 h 113653"/>
                <a:gd name="csX13" fmla="*/ 19344 w 50246"/>
                <a:gd name="csY13" fmla="*/ 34009 h 113653"/>
                <a:gd name="csX14" fmla="*/ 22074 w 50246"/>
                <a:gd name="csY14" fmla="*/ 19843 h 113653"/>
                <a:gd name="csX15" fmla="*/ 19344 w 50246"/>
                <a:gd name="csY15" fmla="*/ 14762 h 113653"/>
                <a:gd name="csX16" fmla="*/ 23345 w 50246"/>
                <a:gd name="csY16" fmla="*/ 2761 h 113653"/>
                <a:gd name="csX17" fmla="*/ 16423 w 50246"/>
                <a:gd name="csY17" fmla="*/ 2431 h 113653"/>
                <a:gd name="csX18" fmla="*/ 8739 w 50246"/>
                <a:gd name="csY18" fmla="*/ 11194 h 113653"/>
                <a:gd name="csX19" fmla="*/ 6581 w 50246"/>
                <a:gd name="csY19" fmla="*/ 17030 h 113653"/>
                <a:gd name="csX20" fmla="*/ 5374 w 50246"/>
                <a:gd name="csY20" fmla="*/ 25360 h 113653"/>
                <a:gd name="csX21" fmla="*/ 611 w 50246"/>
                <a:gd name="csY21" fmla="*/ 35959 h 113653"/>
                <a:gd name="csX22" fmla="*/ 4421 w 50246"/>
                <a:gd name="csY22" fmla="*/ 50665 h 113653"/>
                <a:gd name="csX23" fmla="*/ 8739 w 50246"/>
                <a:gd name="csY23" fmla="*/ 66667 h 113653"/>
                <a:gd name="csX24" fmla="*/ 13820 w 50246"/>
                <a:gd name="csY24" fmla="*/ 92080 h 113653"/>
                <a:gd name="csX25" fmla="*/ 19344 w 50246"/>
                <a:gd name="csY25" fmla="*/ 97484 h 113653"/>
                <a:gd name="csX26" fmla="*/ 22138 w 50246"/>
                <a:gd name="csY26" fmla="*/ 103434 h 113653"/>
                <a:gd name="csX27" fmla="*/ 29885 w 50246"/>
                <a:gd name="csY27" fmla="*/ 111543 h 113653"/>
                <a:gd name="csX28" fmla="*/ 37758 w 50246"/>
                <a:gd name="csY28" fmla="*/ 111219 h 113653"/>
                <a:gd name="csX29" fmla="*/ 31028 w 50246"/>
                <a:gd name="csY29" fmla="*/ 102786 h 113653"/>
                <a:gd name="csX30" fmla="*/ 20106 w 50246"/>
                <a:gd name="csY30" fmla="*/ 81914 h 113653"/>
                <a:gd name="csX31" fmla="*/ 21821 w 50246"/>
                <a:gd name="csY31" fmla="*/ 66344 h 113653"/>
                <a:gd name="csX32" fmla="*/ 25631 w 50246"/>
                <a:gd name="csY32" fmla="*/ 63962 h 113653"/>
                <a:gd name="csX33" fmla="*/ 25440 w 50246"/>
                <a:gd name="csY33" fmla="*/ 63962 h 113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0246" h="113653">
                  <a:moveTo>
                    <a:pt x="25440" y="63962"/>
                  </a:moveTo>
                  <a:lnTo>
                    <a:pt x="47728" y="70236"/>
                  </a:lnTo>
                  <a:cubicBezTo>
                    <a:pt x="52237" y="71531"/>
                    <a:pt x="49316" y="64718"/>
                    <a:pt x="49316" y="63099"/>
                  </a:cubicBezTo>
                  <a:cubicBezTo>
                    <a:pt x="47792" y="55529"/>
                    <a:pt x="26202" y="55205"/>
                    <a:pt x="32361" y="50665"/>
                  </a:cubicBezTo>
                  <a:lnTo>
                    <a:pt x="44681" y="41794"/>
                  </a:lnTo>
                  <a:cubicBezTo>
                    <a:pt x="48173" y="39311"/>
                    <a:pt x="47411" y="36067"/>
                    <a:pt x="47411" y="25253"/>
                  </a:cubicBezTo>
                  <a:cubicBezTo>
                    <a:pt x="47411" y="23411"/>
                    <a:pt x="46077" y="22656"/>
                    <a:pt x="44490" y="23627"/>
                  </a:cubicBezTo>
                  <a:lnTo>
                    <a:pt x="32552" y="30225"/>
                  </a:lnTo>
                  <a:cubicBezTo>
                    <a:pt x="30964" y="31088"/>
                    <a:pt x="29948" y="33361"/>
                    <a:pt x="30393" y="35089"/>
                  </a:cubicBezTo>
                  <a:cubicBezTo>
                    <a:pt x="30393" y="34549"/>
                    <a:pt x="31155" y="38550"/>
                    <a:pt x="28107" y="39959"/>
                  </a:cubicBezTo>
                  <a:lnTo>
                    <a:pt x="25058" y="41363"/>
                  </a:lnTo>
                  <a:cubicBezTo>
                    <a:pt x="20995" y="43204"/>
                    <a:pt x="20741" y="48284"/>
                    <a:pt x="20360" y="49364"/>
                  </a:cubicBezTo>
                  <a:cubicBezTo>
                    <a:pt x="19026" y="54342"/>
                    <a:pt x="13502" y="47420"/>
                    <a:pt x="10073" y="45363"/>
                  </a:cubicBezTo>
                  <a:cubicBezTo>
                    <a:pt x="5691" y="42118"/>
                    <a:pt x="14137" y="38981"/>
                    <a:pt x="19344" y="34009"/>
                  </a:cubicBezTo>
                  <a:cubicBezTo>
                    <a:pt x="23471" y="30764"/>
                    <a:pt x="21503" y="24713"/>
                    <a:pt x="22074" y="19843"/>
                  </a:cubicBezTo>
                  <a:cubicBezTo>
                    <a:pt x="22074" y="18007"/>
                    <a:pt x="20868" y="15626"/>
                    <a:pt x="19344" y="14762"/>
                  </a:cubicBezTo>
                  <a:cubicBezTo>
                    <a:pt x="15153" y="11949"/>
                    <a:pt x="21312" y="6977"/>
                    <a:pt x="23345" y="2761"/>
                  </a:cubicBezTo>
                  <a:cubicBezTo>
                    <a:pt x="25758" y="-808"/>
                    <a:pt x="19470" y="-916"/>
                    <a:pt x="16423" y="2431"/>
                  </a:cubicBezTo>
                  <a:lnTo>
                    <a:pt x="8739" y="11194"/>
                  </a:lnTo>
                  <a:cubicBezTo>
                    <a:pt x="7533" y="12597"/>
                    <a:pt x="6581" y="15194"/>
                    <a:pt x="6581" y="17030"/>
                  </a:cubicBezTo>
                  <a:cubicBezTo>
                    <a:pt x="6581" y="16490"/>
                    <a:pt x="7025" y="21684"/>
                    <a:pt x="5374" y="25360"/>
                  </a:cubicBezTo>
                  <a:lnTo>
                    <a:pt x="611" y="35959"/>
                  </a:lnTo>
                  <a:cubicBezTo>
                    <a:pt x="-976" y="39636"/>
                    <a:pt x="611" y="42226"/>
                    <a:pt x="4421" y="50665"/>
                  </a:cubicBezTo>
                  <a:cubicBezTo>
                    <a:pt x="7533" y="57911"/>
                    <a:pt x="3469" y="65156"/>
                    <a:pt x="8739" y="66667"/>
                  </a:cubicBezTo>
                  <a:cubicBezTo>
                    <a:pt x="15978" y="68725"/>
                    <a:pt x="6708" y="87864"/>
                    <a:pt x="13820" y="92080"/>
                  </a:cubicBezTo>
                  <a:cubicBezTo>
                    <a:pt x="13184" y="91540"/>
                    <a:pt x="17757" y="94137"/>
                    <a:pt x="19344" y="97484"/>
                  </a:cubicBezTo>
                  <a:lnTo>
                    <a:pt x="22138" y="103434"/>
                  </a:lnTo>
                  <a:cubicBezTo>
                    <a:pt x="23916" y="107002"/>
                    <a:pt x="26900" y="109060"/>
                    <a:pt x="29885" y="111543"/>
                  </a:cubicBezTo>
                  <a:cubicBezTo>
                    <a:pt x="33441" y="114356"/>
                    <a:pt x="40871" y="114464"/>
                    <a:pt x="37758" y="111219"/>
                  </a:cubicBezTo>
                  <a:cubicBezTo>
                    <a:pt x="38267" y="111759"/>
                    <a:pt x="33123" y="107110"/>
                    <a:pt x="31028" y="102786"/>
                  </a:cubicBezTo>
                  <a:cubicBezTo>
                    <a:pt x="31028" y="102786"/>
                    <a:pt x="20868" y="81482"/>
                    <a:pt x="20106" y="81914"/>
                  </a:cubicBezTo>
                  <a:cubicBezTo>
                    <a:pt x="19344" y="82453"/>
                    <a:pt x="21821" y="66344"/>
                    <a:pt x="21821" y="66344"/>
                  </a:cubicBezTo>
                  <a:cubicBezTo>
                    <a:pt x="22138" y="64502"/>
                    <a:pt x="23916" y="63422"/>
                    <a:pt x="25631" y="63962"/>
                  </a:cubicBezTo>
                  <a:lnTo>
                    <a:pt x="25440" y="63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318EBB67-E685-6F7E-2AEB-FB15D2404ADA}"/>
                </a:ext>
              </a:extLst>
            </p:cNvPr>
            <p:cNvSpPr/>
            <p:nvPr/>
          </p:nvSpPr>
          <p:spPr>
            <a:xfrm>
              <a:off x="9206738" y="4892434"/>
              <a:ext cx="6092" cy="8444"/>
            </a:xfrm>
            <a:custGeom>
              <a:avLst/>
              <a:gdLst>
                <a:gd name="csX0" fmla="*/ 6336 w 7026"/>
                <a:gd name="csY0" fmla="*/ 3623 h 9738"/>
                <a:gd name="csX1" fmla="*/ 5256 w 7026"/>
                <a:gd name="csY1" fmla="*/ 1566 h 9738"/>
                <a:gd name="csX2" fmla="*/ 1128 w 7026"/>
                <a:gd name="csY2" fmla="*/ 594 h 9738"/>
                <a:gd name="csX3" fmla="*/ 2652 w 7026"/>
                <a:gd name="csY3" fmla="*/ 8379 h 9738"/>
                <a:gd name="csX4" fmla="*/ 6336 w 7026"/>
                <a:gd name="csY4" fmla="*/ 3731 h 9738"/>
                <a:gd name="csX5" fmla="*/ 6336 w 7026"/>
                <a:gd name="csY5" fmla="*/ 3623 h 9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26" h="9738">
                  <a:moveTo>
                    <a:pt x="6336" y="3623"/>
                  </a:moveTo>
                  <a:lnTo>
                    <a:pt x="5256" y="1566"/>
                  </a:lnTo>
                  <a:cubicBezTo>
                    <a:pt x="4303" y="-54"/>
                    <a:pt x="2462" y="-485"/>
                    <a:pt x="1128" y="594"/>
                  </a:cubicBezTo>
                  <a:cubicBezTo>
                    <a:pt x="-2110" y="3191"/>
                    <a:pt x="2652" y="8379"/>
                    <a:pt x="2652" y="8379"/>
                  </a:cubicBezTo>
                  <a:cubicBezTo>
                    <a:pt x="5129" y="12056"/>
                    <a:pt x="8495" y="7516"/>
                    <a:pt x="6336" y="3731"/>
                  </a:cubicBezTo>
                  <a:lnTo>
                    <a:pt x="6336" y="36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ED997B2A-139B-3651-5E4C-00DD9956A9D4}"/>
                </a:ext>
              </a:extLst>
            </p:cNvPr>
            <p:cNvSpPr/>
            <p:nvPr/>
          </p:nvSpPr>
          <p:spPr>
            <a:xfrm>
              <a:off x="9214190" y="4964421"/>
              <a:ext cx="22221" cy="11514"/>
            </a:xfrm>
            <a:custGeom>
              <a:avLst/>
              <a:gdLst>
                <a:gd name="csX0" fmla="*/ 4600 w 25627"/>
                <a:gd name="csY0" fmla="*/ 13279 h 13279"/>
                <a:gd name="csX1" fmla="*/ 21364 w 25627"/>
                <a:gd name="csY1" fmla="*/ 13279 h 13279"/>
                <a:gd name="csX2" fmla="*/ 25492 w 25627"/>
                <a:gd name="csY2" fmla="*/ 10682 h 13279"/>
                <a:gd name="csX3" fmla="*/ 11903 w 25627"/>
                <a:gd name="csY3" fmla="*/ 624 h 13279"/>
                <a:gd name="csX4" fmla="*/ 2187 w 25627"/>
                <a:gd name="csY4" fmla="*/ 3221 h 13279"/>
                <a:gd name="csX5" fmla="*/ 4473 w 25627"/>
                <a:gd name="csY5" fmla="*/ 13279 h 13279"/>
                <a:gd name="csX6" fmla="*/ 4600 w 25627"/>
                <a:gd name="csY6" fmla="*/ 13279 h 1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627" h="13279">
                  <a:moveTo>
                    <a:pt x="4600" y="13279"/>
                  </a:moveTo>
                  <a:lnTo>
                    <a:pt x="21364" y="13279"/>
                  </a:lnTo>
                  <a:cubicBezTo>
                    <a:pt x="23206" y="13279"/>
                    <a:pt x="25047" y="12086"/>
                    <a:pt x="25492" y="10682"/>
                  </a:cubicBezTo>
                  <a:cubicBezTo>
                    <a:pt x="26444" y="7329"/>
                    <a:pt x="22443" y="6142"/>
                    <a:pt x="11903" y="624"/>
                  </a:cubicBezTo>
                  <a:cubicBezTo>
                    <a:pt x="7711" y="-1541"/>
                    <a:pt x="3711" y="2573"/>
                    <a:pt x="2187" y="3221"/>
                  </a:cubicBezTo>
                  <a:cubicBezTo>
                    <a:pt x="-1686" y="5704"/>
                    <a:pt x="-99" y="13279"/>
                    <a:pt x="4473" y="13279"/>
                  </a:cubicBezTo>
                  <a:lnTo>
                    <a:pt x="4600" y="132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722A10EF-EC45-83FD-251A-49E2ECA23533}"/>
                </a:ext>
              </a:extLst>
            </p:cNvPr>
            <p:cNvSpPr/>
            <p:nvPr/>
          </p:nvSpPr>
          <p:spPr>
            <a:xfrm>
              <a:off x="9210954" y="4931885"/>
              <a:ext cx="16054" cy="17150"/>
            </a:xfrm>
            <a:custGeom>
              <a:avLst/>
              <a:gdLst>
                <a:gd name="csX0" fmla="*/ 9792 w 18515"/>
                <a:gd name="csY0" fmla="*/ 2244 h 19778"/>
                <a:gd name="csX1" fmla="*/ 8967 w 18515"/>
                <a:gd name="csY1" fmla="*/ 1272 h 19778"/>
                <a:gd name="csX2" fmla="*/ 1284 w 18515"/>
                <a:gd name="csY2" fmla="*/ 2892 h 19778"/>
                <a:gd name="csX3" fmla="*/ 839 w 18515"/>
                <a:gd name="csY3" fmla="*/ 7216 h 19778"/>
                <a:gd name="csX4" fmla="*/ 2236 w 18515"/>
                <a:gd name="csY4" fmla="*/ 8626 h 19778"/>
                <a:gd name="csX5" fmla="*/ 7634 w 18515"/>
                <a:gd name="csY5" fmla="*/ 17382 h 19778"/>
                <a:gd name="csX6" fmla="*/ 12333 w 18515"/>
                <a:gd name="csY6" fmla="*/ 19439 h 19778"/>
                <a:gd name="csX7" fmla="*/ 17413 w 18515"/>
                <a:gd name="csY7" fmla="*/ 18138 h 19778"/>
                <a:gd name="csX8" fmla="*/ 17857 w 18515"/>
                <a:gd name="csY8" fmla="*/ 17598 h 19778"/>
                <a:gd name="csX9" fmla="*/ 12523 w 18515"/>
                <a:gd name="csY9" fmla="*/ 11655 h 19778"/>
                <a:gd name="csX10" fmla="*/ 9792 w 18515"/>
                <a:gd name="csY10" fmla="*/ 2244 h 1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515" h="19778">
                  <a:moveTo>
                    <a:pt x="9792" y="2244"/>
                  </a:moveTo>
                  <a:lnTo>
                    <a:pt x="8967" y="1272"/>
                  </a:lnTo>
                  <a:cubicBezTo>
                    <a:pt x="6046" y="-2188"/>
                    <a:pt x="2109" y="2460"/>
                    <a:pt x="1284" y="2892"/>
                  </a:cubicBezTo>
                  <a:cubicBezTo>
                    <a:pt x="-240" y="3977"/>
                    <a:pt x="-431" y="5921"/>
                    <a:pt x="839" y="7216"/>
                  </a:cubicBezTo>
                  <a:lnTo>
                    <a:pt x="2236" y="8626"/>
                  </a:lnTo>
                  <a:cubicBezTo>
                    <a:pt x="5728" y="12194"/>
                    <a:pt x="3188" y="15439"/>
                    <a:pt x="7634" y="17382"/>
                  </a:cubicBezTo>
                  <a:lnTo>
                    <a:pt x="12333" y="19439"/>
                  </a:lnTo>
                  <a:cubicBezTo>
                    <a:pt x="14047" y="20195"/>
                    <a:pt x="16333" y="19656"/>
                    <a:pt x="17413" y="18138"/>
                  </a:cubicBezTo>
                  <a:lnTo>
                    <a:pt x="17857" y="17598"/>
                  </a:lnTo>
                  <a:cubicBezTo>
                    <a:pt x="20651" y="13813"/>
                    <a:pt x="13729" y="12518"/>
                    <a:pt x="12523" y="11655"/>
                  </a:cubicBezTo>
                  <a:cubicBezTo>
                    <a:pt x="7951" y="9597"/>
                    <a:pt x="13158" y="6028"/>
                    <a:pt x="9792" y="22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CD63441E-0CBE-118B-F65B-770EFFF356EE}"/>
                </a:ext>
              </a:extLst>
            </p:cNvPr>
            <p:cNvSpPr/>
            <p:nvPr/>
          </p:nvSpPr>
          <p:spPr>
            <a:xfrm>
              <a:off x="9200074" y="4925630"/>
              <a:ext cx="6307" cy="9229"/>
            </a:xfrm>
            <a:custGeom>
              <a:avLst/>
              <a:gdLst>
                <a:gd name="csX0" fmla="*/ 52 w 7274"/>
                <a:gd name="csY0" fmla="*/ 7731 h 10644"/>
                <a:gd name="csX1" fmla="*/ 7227 w 7274"/>
                <a:gd name="csY1" fmla="*/ 6753 h 10644"/>
                <a:gd name="csX2" fmla="*/ 4497 w 7274"/>
                <a:gd name="csY2" fmla="*/ 486 h 10644"/>
                <a:gd name="csX3" fmla="*/ 52 w 7274"/>
                <a:gd name="csY3" fmla="*/ 7839 h 10644"/>
                <a:gd name="csX4" fmla="*/ 52 w 7274"/>
                <a:gd name="csY4" fmla="*/ 7731 h 10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4" h="10644">
                  <a:moveTo>
                    <a:pt x="52" y="7731"/>
                  </a:moveTo>
                  <a:cubicBezTo>
                    <a:pt x="-710" y="12163"/>
                    <a:pt x="7227" y="11300"/>
                    <a:pt x="7227" y="6753"/>
                  </a:cubicBezTo>
                  <a:cubicBezTo>
                    <a:pt x="7291" y="7293"/>
                    <a:pt x="7672" y="2429"/>
                    <a:pt x="4497" y="486"/>
                  </a:cubicBezTo>
                  <a:cubicBezTo>
                    <a:pt x="496" y="-2004"/>
                    <a:pt x="814" y="5782"/>
                    <a:pt x="52" y="7839"/>
                  </a:cubicBezTo>
                  <a:lnTo>
                    <a:pt x="52" y="77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43A686B4-DAF5-969B-6584-6F8C4CB95C63}"/>
                </a:ext>
              </a:extLst>
            </p:cNvPr>
            <p:cNvSpPr/>
            <p:nvPr/>
          </p:nvSpPr>
          <p:spPr>
            <a:xfrm>
              <a:off x="9202348" y="4942453"/>
              <a:ext cx="6157" cy="5674"/>
            </a:xfrm>
            <a:custGeom>
              <a:avLst/>
              <a:gdLst>
                <a:gd name="csX0" fmla="*/ 5684 w 7101"/>
                <a:gd name="csY0" fmla="*/ 1302 h 6544"/>
                <a:gd name="csX1" fmla="*/ 1239 w 7101"/>
                <a:gd name="csY1" fmla="*/ 762 h 6544"/>
                <a:gd name="csX2" fmla="*/ 1049 w 7101"/>
                <a:gd name="csY2" fmla="*/ 978 h 6544"/>
                <a:gd name="csX3" fmla="*/ 1049 w 7101"/>
                <a:gd name="csY3" fmla="*/ 5302 h 6544"/>
                <a:gd name="csX4" fmla="*/ 6319 w 7101"/>
                <a:gd name="csY4" fmla="*/ 2387 h 6544"/>
                <a:gd name="csX5" fmla="*/ 5557 w 7101"/>
                <a:gd name="csY5" fmla="*/ 1410 h 6544"/>
                <a:gd name="csX6" fmla="*/ 5684 w 7101"/>
                <a:gd name="csY6" fmla="*/ 1302 h 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01" h="6544">
                  <a:moveTo>
                    <a:pt x="5684" y="1302"/>
                  </a:moveTo>
                  <a:cubicBezTo>
                    <a:pt x="4604" y="-210"/>
                    <a:pt x="2509" y="-426"/>
                    <a:pt x="1239" y="762"/>
                  </a:cubicBezTo>
                  <a:lnTo>
                    <a:pt x="1049" y="978"/>
                  </a:lnTo>
                  <a:cubicBezTo>
                    <a:pt x="-412" y="2172"/>
                    <a:pt x="-285" y="4115"/>
                    <a:pt x="1049" y="5302"/>
                  </a:cubicBezTo>
                  <a:cubicBezTo>
                    <a:pt x="4477" y="8007"/>
                    <a:pt x="8923" y="5956"/>
                    <a:pt x="6319" y="2387"/>
                  </a:cubicBezTo>
                  <a:lnTo>
                    <a:pt x="5557" y="1410"/>
                  </a:lnTo>
                  <a:lnTo>
                    <a:pt x="5684" y="13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66BFB378-5C1C-86C6-2B07-4938CA77CD0A}"/>
                </a:ext>
              </a:extLst>
            </p:cNvPr>
            <p:cNvSpPr/>
            <p:nvPr/>
          </p:nvSpPr>
          <p:spPr>
            <a:xfrm>
              <a:off x="9227803" y="5010135"/>
              <a:ext cx="96893" cy="33923"/>
            </a:xfrm>
            <a:custGeom>
              <a:avLst/>
              <a:gdLst>
                <a:gd name="csX0" fmla="*/ 111710 w 111743"/>
                <a:gd name="csY0" fmla="*/ 37008 h 39122"/>
                <a:gd name="csX1" fmla="*/ 110631 w 111743"/>
                <a:gd name="csY1" fmla="*/ 28251 h 39122"/>
                <a:gd name="csX2" fmla="*/ 103264 w 111743"/>
                <a:gd name="csY2" fmla="*/ 20034 h 39122"/>
                <a:gd name="csX3" fmla="*/ 99073 w 111743"/>
                <a:gd name="csY3" fmla="*/ 11055 h 39122"/>
                <a:gd name="csX4" fmla="*/ 89231 w 111743"/>
                <a:gd name="csY4" fmla="*/ 7163 h 39122"/>
                <a:gd name="csX5" fmla="*/ 76785 w 111743"/>
                <a:gd name="csY5" fmla="*/ 7163 h 39122"/>
                <a:gd name="csX6" fmla="*/ 56083 w 111743"/>
                <a:gd name="csY6" fmla="*/ 1543 h 39122"/>
                <a:gd name="csX7" fmla="*/ 46876 w 111743"/>
                <a:gd name="csY7" fmla="*/ 4026 h 39122"/>
                <a:gd name="csX8" fmla="*/ 45924 w 111743"/>
                <a:gd name="csY8" fmla="*/ 2514 h 39122"/>
                <a:gd name="csX9" fmla="*/ 40844 w 111743"/>
                <a:gd name="csY9" fmla="*/ 25 h 39122"/>
                <a:gd name="csX10" fmla="*/ 7951 w 111743"/>
                <a:gd name="csY10" fmla="*/ 5327 h 39122"/>
                <a:gd name="csX11" fmla="*/ 268 w 111743"/>
                <a:gd name="csY11" fmla="*/ 16573 h 39122"/>
                <a:gd name="csX12" fmla="*/ 4585 w 111743"/>
                <a:gd name="csY12" fmla="*/ 21006 h 39122"/>
                <a:gd name="csX13" fmla="*/ 13666 w 111743"/>
                <a:gd name="csY13" fmla="*/ 14624 h 39122"/>
                <a:gd name="csX14" fmla="*/ 23635 w 111743"/>
                <a:gd name="csY14" fmla="*/ 22409 h 39122"/>
                <a:gd name="csX15" fmla="*/ 30874 w 111743"/>
                <a:gd name="csY15" fmla="*/ 20250 h 39122"/>
                <a:gd name="csX16" fmla="*/ 40399 w 111743"/>
                <a:gd name="csY16" fmla="*/ 14408 h 39122"/>
                <a:gd name="csX17" fmla="*/ 40844 w 111743"/>
                <a:gd name="csY17" fmla="*/ 14624 h 39122"/>
                <a:gd name="csX18" fmla="*/ 42432 w 111743"/>
                <a:gd name="csY18" fmla="*/ 18193 h 39122"/>
                <a:gd name="csX19" fmla="*/ 44209 w 111743"/>
                <a:gd name="csY19" fmla="*/ 21545 h 39122"/>
                <a:gd name="csX20" fmla="*/ 59322 w 111743"/>
                <a:gd name="csY20" fmla="*/ 25114 h 39122"/>
                <a:gd name="csX21" fmla="*/ 61926 w 111743"/>
                <a:gd name="csY21" fmla="*/ 22625 h 39122"/>
                <a:gd name="csX22" fmla="*/ 61926 w 111743"/>
                <a:gd name="csY22" fmla="*/ 22193 h 39122"/>
                <a:gd name="csX23" fmla="*/ 64657 w 111743"/>
                <a:gd name="csY23" fmla="*/ 19164 h 39122"/>
                <a:gd name="csX24" fmla="*/ 74182 w 111743"/>
                <a:gd name="csY24" fmla="*/ 20034 h 39122"/>
                <a:gd name="csX25" fmla="*/ 79261 w 111743"/>
                <a:gd name="csY25" fmla="*/ 23927 h 39122"/>
                <a:gd name="csX26" fmla="*/ 83769 w 111743"/>
                <a:gd name="csY26" fmla="*/ 28251 h 39122"/>
                <a:gd name="csX27" fmla="*/ 109043 w 111743"/>
                <a:gd name="csY27" fmla="*/ 38849 h 39122"/>
                <a:gd name="csX28" fmla="*/ 111710 w 111743"/>
                <a:gd name="csY28" fmla="*/ 36900 h 39122"/>
                <a:gd name="csX29" fmla="*/ 111710 w 111743"/>
                <a:gd name="csY29" fmla="*/ 37008 h 39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11743" h="39122">
                  <a:moveTo>
                    <a:pt x="111710" y="37008"/>
                  </a:moveTo>
                  <a:lnTo>
                    <a:pt x="110631" y="28251"/>
                  </a:lnTo>
                  <a:cubicBezTo>
                    <a:pt x="110122" y="23279"/>
                    <a:pt x="104281" y="25006"/>
                    <a:pt x="103264" y="20034"/>
                  </a:cubicBezTo>
                  <a:cubicBezTo>
                    <a:pt x="102819" y="18732"/>
                    <a:pt x="102947" y="13652"/>
                    <a:pt x="99073" y="11055"/>
                  </a:cubicBezTo>
                  <a:cubicBezTo>
                    <a:pt x="97676" y="10300"/>
                    <a:pt x="93994" y="6515"/>
                    <a:pt x="89231" y="7163"/>
                  </a:cubicBezTo>
                  <a:cubicBezTo>
                    <a:pt x="84531" y="7810"/>
                    <a:pt x="80785" y="8896"/>
                    <a:pt x="76785" y="7163"/>
                  </a:cubicBezTo>
                  <a:cubicBezTo>
                    <a:pt x="62688" y="1219"/>
                    <a:pt x="59767" y="-1054"/>
                    <a:pt x="56083" y="1543"/>
                  </a:cubicBezTo>
                  <a:cubicBezTo>
                    <a:pt x="53925" y="2623"/>
                    <a:pt x="49353" y="8134"/>
                    <a:pt x="46876" y="4026"/>
                  </a:cubicBezTo>
                  <a:lnTo>
                    <a:pt x="45924" y="2514"/>
                  </a:lnTo>
                  <a:cubicBezTo>
                    <a:pt x="44971" y="997"/>
                    <a:pt x="42685" y="-190"/>
                    <a:pt x="40844" y="25"/>
                  </a:cubicBezTo>
                  <a:cubicBezTo>
                    <a:pt x="12904" y="2730"/>
                    <a:pt x="11189" y="2299"/>
                    <a:pt x="7951" y="5327"/>
                  </a:cubicBezTo>
                  <a:cubicBezTo>
                    <a:pt x="5030" y="8680"/>
                    <a:pt x="-1384" y="11595"/>
                    <a:pt x="268" y="16573"/>
                  </a:cubicBezTo>
                  <a:cubicBezTo>
                    <a:pt x="648" y="17437"/>
                    <a:pt x="1728" y="24682"/>
                    <a:pt x="4585" y="21006"/>
                  </a:cubicBezTo>
                  <a:cubicBezTo>
                    <a:pt x="7189" y="18517"/>
                    <a:pt x="10173" y="10623"/>
                    <a:pt x="13666" y="14624"/>
                  </a:cubicBezTo>
                  <a:cubicBezTo>
                    <a:pt x="16143" y="17005"/>
                    <a:pt x="18556" y="22085"/>
                    <a:pt x="23635" y="22409"/>
                  </a:cubicBezTo>
                  <a:cubicBezTo>
                    <a:pt x="24144" y="22409"/>
                    <a:pt x="28081" y="23279"/>
                    <a:pt x="30874" y="20250"/>
                  </a:cubicBezTo>
                  <a:cubicBezTo>
                    <a:pt x="32907" y="18517"/>
                    <a:pt x="35637" y="12897"/>
                    <a:pt x="40399" y="14408"/>
                  </a:cubicBezTo>
                  <a:lnTo>
                    <a:pt x="40844" y="14624"/>
                  </a:lnTo>
                  <a:cubicBezTo>
                    <a:pt x="42558" y="15164"/>
                    <a:pt x="43320" y="16789"/>
                    <a:pt x="42432" y="18193"/>
                  </a:cubicBezTo>
                  <a:cubicBezTo>
                    <a:pt x="41606" y="19602"/>
                    <a:pt x="42432" y="21114"/>
                    <a:pt x="44209" y="21545"/>
                  </a:cubicBezTo>
                  <a:lnTo>
                    <a:pt x="59322" y="25114"/>
                  </a:lnTo>
                  <a:cubicBezTo>
                    <a:pt x="61164" y="25546"/>
                    <a:pt x="62370" y="24467"/>
                    <a:pt x="61926" y="22625"/>
                  </a:cubicBezTo>
                  <a:lnTo>
                    <a:pt x="61926" y="22193"/>
                  </a:lnTo>
                  <a:cubicBezTo>
                    <a:pt x="61608" y="20358"/>
                    <a:pt x="62815" y="19056"/>
                    <a:pt x="64657" y="19164"/>
                  </a:cubicBezTo>
                  <a:lnTo>
                    <a:pt x="74182" y="20034"/>
                  </a:lnTo>
                  <a:cubicBezTo>
                    <a:pt x="77737" y="20358"/>
                    <a:pt x="79706" y="24574"/>
                    <a:pt x="79261" y="23927"/>
                  </a:cubicBezTo>
                  <a:cubicBezTo>
                    <a:pt x="80023" y="25546"/>
                    <a:pt x="82056" y="27495"/>
                    <a:pt x="83769" y="28251"/>
                  </a:cubicBezTo>
                  <a:lnTo>
                    <a:pt x="109043" y="38849"/>
                  </a:lnTo>
                  <a:cubicBezTo>
                    <a:pt x="110757" y="39605"/>
                    <a:pt x="111964" y="38741"/>
                    <a:pt x="111710" y="36900"/>
                  </a:cubicBezTo>
                  <a:lnTo>
                    <a:pt x="111710" y="370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467A3A7A-A732-7B46-FE71-60B8C1CB414D}"/>
                </a:ext>
              </a:extLst>
            </p:cNvPr>
            <p:cNvSpPr/>
            <p:nvPr/>
          </p:nvSpPr>
          <p:spPr>
            <a:xfrm>
              <a:off x="9229907" y="5035543"/>
              <a:ext cx="11617" cy="8728"/>
            </a:xfrm>
            <a:custGeom>
              <a:avLst/>
              <a:gdLst>
                <a:gd name="csX0" fmla="*/ 2984 w 13398"/>
                <a:gd name="csY0" fmla="*/ 3489 h 10066"/>
                <a:gd name="csX1" fmla="*/ 0 w 13398"/>
                <a:gd name="csY1" fmla="*/ 8029 h 10066"/>
                <a:gd name="csX2" fmla="*/ 10287 w 13398"/>
                <a:gd name="csY2" fmla="*/ 7058 h 10066"/>
                <a:gd name="csX3" fmla="*/ 13398 w 13398"/>
                <a:gd name="csY3" fmla="*/ 2517 h 10066"/>
                <a:gd name="csX4" fmla="*/ 13398 w 13398"/>
                <a:gd name="csY4" fmla="*/ 2194 h 10066"/>
                <a:gd name="csX5" fmla="*/ 3111 w 13398"/>
                <a:gd name="csY5" fmla="*/ 3597 h 10066"/>
                <a:gd name="csX6" fmla="*/ 2984 w 13398"/>
                <a:gd name="csY6" fmla="*/ 3489 h 10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98" h="10066">
                  <a:moveTo>
                    <a:pt x="2984" y="3489"/>
                  </a:moveTo>
                  <a:cubicBezTo>
                    <a:pt x="1270" y="4245"/>
                    <a:pt x="0" y="6302"/>
                    <a:pt x="0" y="8029"/>
                  </a:cubicBezTo>
                  <a:cubicBezTo>
                    <a:pt x="0" y="12792"/>
                    <a:pt x="6985" y="7814"/>
                    <a:pt x="10287" y="7058"/>
                  </a:cubicBezTo>
                  <a:cubicBezTo>
                    <a:pt x="12002" y="6410"/>
                    <a:pt x="13398" y="4352"/>
                    <a:pt x="13398" y="2517"/>
                  </a:cubicBezTo>
                  <a:lnTo>
                    <a:pt x="13398" y="2194"/>
                  </a:lnTo>
                  <a:cubicBezTo>
                    <a:pt x="13398" y="-3001"/>
                    <a:pt x="6668" y="2517"/>
                    <a:pt x="3111" y="3597"/>
                  </a:cubicBezTo>
                  <a:lnTo>
                    <a:pt x="2984" y="34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E74C3D3D-C3CE-C4B7-D302-B5F706502F64}"/>
                </a:ext>
              </a:extLst>
            </p:cNvPr>
            <p:cNvSpPr/>
            <p:nvPr/>
          </p:nvSpPr>
          <p:spPr>
            <a:xfrm>
              <a:off x="9247361" y="5034331"/>
              <a:ext cx="9755" cy="5706"/>
            </a:xfrm>
            <a:custGeom>
              <a:avLst/>
              <a:gdLst>
                <a:gd name="csX0" fmla="*/ 11113 w 11250"/>
                <a:gd name="csY0" fmla="*/ 3807 h 6581"/>
                <a:gd name="csX1" fmla="*/ 11113 w 11250"/>
                <a:gd name="csY1" fmla="*/ 3267 h 6581"/>
                <a:gd name="csX2" fmla="*/ 6794 w 11250"/>
                <a:gd name="csY2" fmla="*/ 22 h 6581"/>
                <a:gd name="csX3" fmla="*/ 0 w 11250"/>
                <a:gd name="csY3" fmla="*/ 2721 h 6581"/>
                <a:gd name="csX4" fmla="*/ 3238 w 11250"/>
                <a:gd name="csY4" fmla="*/ 5858 h 6581"/>
                <a:gd name="csX5" fmla="*/ 11113 w 11250"/>
                <a:gd name="csY5" fmla="*/ 3807 h 6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50" h="6581">
                  <a:moveTo>
                    <a:pt x="11113" y="3807"/>
                  </a:moveTo>
                  <a:lnTo>
                    <a:pt x="11113" y="3267"/>
                  </a:lnTo>
                  <a:cubicBezTo>
                    <a:pt x="10477" y="1533"/>
                    <a:pt x="8636" y="22"/>
                    <a:pt x="6794" y="22"/>
                  </a:cubicBezTo>
                  <a:cubicBezTo>
                    <a:pt x="5842" y="238"/>
                    <a:pt x="0" y="-956"/>
                    <a:pt x="0" y="2721"/>
                  </a:cubicBezTo>
                  <a:cubicBezTo>
                    <a:pt x="0" y="4239"/>
                    <a:pt x="1524" y="5534"/>
                    <a:pt x="3238" y="5858"/>
                  </a:cubicBezTo>
                  <a:cubicBezTo>
                    <a:pt x="5270" y="5858"/>
                    <a:pt x="12319" y="8455"/>
                    <a:pt x="11113" y="3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1C0FCE7E-600D-BD30-3AD7-389DEA90B14A}"/>
                </a:ext>
              </a:extLst>
            </p:cNvPr>
            <p:cNvSpPr/>
            <p:nvPr/>
          </p:nvSpPr>
          <p:spPr>
            <a:xfrm>
              <a:off x="9217337" y="5023920"/>
              <a:ext cx="5449" cy="5724"/>
            </a:xfrm>
            <a:custGeom>
              <a:avLst/>
              <a:gdLst>
                <a:gd name="csX0" fmla="*/ 5797 w 6284"/>
                <a:gd name="csY0" fmla="*/ 1323 h 6601"/>
                <a:gd name="csX1" fmla="*/ 1923 w 6284"/>
                <a:gd name="csY1" fmla="*/ 891 h 6601"/>
                <a:gd name="csX2" fmla="*/ 1161 w 6284"/>
                <a:gd name="csY2" fmla="*/ 1755 h 6601"/>
                <a:gd name="csX3" fmla="*/ 527 w 6284"/>
                <a:gd name="csY3" fmla="*/ 5863 h 6601"/>
                <a:gd name="csX4" fmla="*/ 5797 w 6284"/>
                <a:gd name="csY4" fmla="*/ 1323 h 6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84" h="6601">
                  <a:moveTo>
                    <a:pt x="5797" y="1323"/>
                  </a:moveTo>
                  <a:cubicBezTo>
                    <a:pt x="4971" y="-303"/>
                    <a:pt x="3193" y="-410"/>
                    <a:pt x="1923" y="891"/>
                  </a:cubicBezTo>
                  <a:lnTo>
                    <a:pt x="1161" y="1755"/>
                  </a:lnTo>
                  <a:cubicBezTo>
                    <a:pt x="-109" y="3050"/>
                    <a:pt x="-363" y="4892"/>
                    <a:pt x="527" y="5863"/>
                  </a:cubicBezTo>
                  <a:cubicBezTo>
                    <a:pt x="2685" y="8029"/>
                    <a:pt x="7892" y="5107"/>
                    <a:pt x="5797" y="13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706A9BE2-279D-E130-0141-FF39CD679AEA}"/>
                </a:ext>
              </a:extLst>
            </p:cNvPr>
            <p:cNvSpPr/>
            <p:nvPr/>
          </p:nvSpPr>
          <p:spPr>
            <a:xfrm>
              <a:off x="9382327" y="5099467"/>
              <a:ext cx="5521" cy="13600"/>
            </a:xfrm>
            <a:custGeom>
              <a:avLst/>
              <a:gdLst>
                <a:gd name="csX0" fmla="*/ 50 w 6367"/>
                <a:gd name="csY0" fmla="*/ 6221 h 15685"/>
                <a:gd name="csX1" fmla="*/ 3416 w 6367"/>
                <a:gd name="csY1" fmla="*/ 15631 h 15685"/>
                <a:gd name="csX2" fmla="*/ 6336 w 6367"/>
                <a:gd name="csY2" fmla="*/ 11847 h 15685"/>
                <a:gd name="csX3" fmla="*/ 5194 w 6367"/>
                <a:gd name="csY3" fmla="*/ 1788 h 15685"/>
                <a:gd name="csX4" fmla="*/ 50 w 6367"/>
                <a:gd name="csY4" fmla="*/ 6221 h 15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7" h="15685">
                  <a:moveTo>
                    <a:pt x="50" y="6221"/>
                  </a:moveTo>
                  <a:cubicBezTo>
                    <a:pt x="495" y="9034"/>
                    <a:pt x="-1538" y="16387"/>
                    <a:pt x="3416" y="15631"/>
                  </a:cubicBezTo>
                  <a:cubicBezTo>
                    <a:pt x="5257" y="15302"/>
                    <a:pt x="6591" y="13682"/>
                    <a:pt x="6336" y="11847"/>
                  </a:cubicBezTo>
                  <a:lnTo>
                    <a:pt x="5194" y="1788"/>
                  </a:lnTo>
                  <a:cubicBezTo>
                    <a:pt x="4622" y="-2536"/>
                    <a:pt x="50" y="1788"/>
                    <a:pt x="50" y="62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02F07D9A-18B3-00B7-0340-C6FCAD5B863F}"/>
                </a:ext>
              </a:extLst>
            </p:cNvPr>
            <p:cNvSpPr/>
            <p:nvPr/>
          </p:nvSpPr>
          <p:spPr>
            <a:xfrm>
              <a:off x="9392792" y="5088547"/>
              <a:ext cx="11518" cy="21472"/>
            </a:xfrm>
            <a:custGeom>
              <a:avLst/>
              <a:gdLst>
                <a:gd name="csX0" fmla="*/ 11096 w 13283"/>
                <a:gd name="csY0" fmla="*/ 0 h 24763"/>
                <a:gd name="csX1" fmla="*/ 10397 w 13283"/>
                <a:gd name="csY1" fmla="*/ 0 h 24763"/>
                <a:gd name="csX2" fmla="*/ 5762 w 13283"/>
                <a:gd name="csY2" fmla="*/ 3137 h 24763"/>
                <a:gd name="csX3" fmla="*/ 555 w 13283"/>
                <a:gd name="csY3" fmla="*/ 22060 h 24763"/>
                <a:gd name="csX4" fmla="*/ 1127 w 13283"/>
                <a:gd name="csY4" fmla="*/ 23463 h 24763"/>
                <a:gd name="csX5" fmla="*/ 3730 w 13283"/>
                <a:gd name="csY5" fmla="*/ 23463 h 24763"/>
                <a:gd name="csX6" fmla="*/ 13001 w 13283"/>
                <a:gd name="csY6" fmla="*/ 3029 h 24763"/>
                <a:gd name="csX7" fmla="*/ 11096 w 13283"/>
                <a:gd name="csY7" fmla="*/ 0 h 24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83" h="24763">
                  <a:moveTo>
                    <a:pt x="11096" y="0"/>
                  </a:moveTo>
                  <a:lnTo>
                    <a:pt x="10397" y="0"/>
                  </a:lnTo>
                  <a:cubicBezTo>
                    <a:pt x="8556" y="0"/>
                    <a:pt x="6397" y="1403"/>
                    <a:pt x="5762" y="3137"/>
                  </a:cubicBezTo>
                  <a:cubicBezTo>
                    <a:pt x="809" y="15246"/>
                    <a:pt x="-1032" y="17951"/>
                    <a:pt x="555" y="22060"/>
                  </a:cubicBezTo>
                  <a:lnTo>
                    <a:pt x="1127" y="23463"/>
                  </a:lnTo>
                  <a:cubicBezTo>
                    <a:pt x="1761" y="25197"/>
                    <a:pt x="2968" y="25197"/>
                    <a:pt x="3730" y="23463"/>
                  </a:cubicBezTo>
                  <a:lnTo>
                    <a:pt x="13001" y="3029"/>
                  </a:lnTo>
                  <a:cubicBezTo>
                    <a:pt x="13763" y="1295"/>
                    <a:pt x="12937" y="0"/>
                    <a:pt x="1109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A2FB19C8-78DA-A23D-B0D8-CA243857AE26}"/>
                </a:ext>
              </a:extLst>
            </p:cNvPr>
            <p:cNvSpPr/>
            <p:nvPr/>
          </p:nvSpPr>
          <p:spPr>
            <a:xfrm>
              <a:off x="9248482" y="5147495"/>
              <a:ext cx="6628" cy="7239"/>
            </a:xfrm>
            <a:custGeom>
              <a:avLst/>
              <a:gdLst>
                <a:gd name="csX0" fmla="*/ 6707 w 7644"/>
                <a:gd name="csY0" fmla="*/ 1225 h 8349"/>
                <a:gd name="csX1" fmla="*/ 2135 w 7644"/>
                <a:gd name="csY1" fmla="*/ 901 h 8349"/>
                <a:gd name="csX2" fmla="*/ 993 w 7644"/>
                <a:gd name="csY2" fmla="*/ 2089 h 8349"/>
                <a:gd name="csX3" fmla="*/ 1056 w 7644"/>
                <a:gd name="csY3" fmla="*/ 6629 h 8349"/>
                <a:gd name="csX4" fmla="*/ 2072 w 7644"/>
                <a:gd name="csY4" fmla="*/ 7499 h 8349"/>
                <a:gd name="csX5" fmla="*/ 6581 w 7644"/>
                <a:gd name="csY5" fmla="*/ 7061 h 8349"/>
                <a:gd name="csX6" fmla="*/ 6834 w 7644"/>
                <a:gd name="csY6" fmla="*/ 6737 h 8349"/>
                <a:gd name="csX7" fmla="*/ 6834 w 7644"/>
                <a:gd name="csY7" fmla="*/ 1441 h 8349"/>
                <a:gd name="csX8" fmla="*/ 6581 w 7644"/>
                <a:gd name="csY8" fmla="*/ 1117 h 8349"/>
                <a:gd name="csX9" fmla="*/ 6707 w 7644"/>
                <a:gd name="csY9" fmla="*/ 1225 h 8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4" h="8349">
                  <a:moveTo>
                    <a:pt x="6707" y="1225"/>
                  </a:moveTo>
                  <a:cubicBezTo>
                    <a:pt x="5501" y="-292"/>
                    <a:pt x="3532" y="-400"/>
                    <a:pt x="2135" y="901"/>
                  </a:cubicBezTo>
                  <a:lnTo>
                    <a:pt x="993" y="2089"/>
                  </a:lnTo>
                  <a:cubicBezTo>
                    <a:pt x="-341" y="3384"/>
                    <a:pt x="-341" y="5442"/>
                    <a:pt x="1056" y="6629"/>
                  </a:cubicBezTo>
                  <a:lnTo>
                    <a:pt x="2072" y="7499"/>
                  </a:lnTo>
                  <a:cubicBezTo>
                    <a:pt x="3469" y="8795"/>
                    <a:pt x="5501" y="8578"/>
                    <a:pt x="6581" y="7061"/>
                  </a:cubicBezTo>
                  <a:lnTo>
                    <a:pt x="6834" y="6737"/>
                  </a:lnTo>
                  <a:cubicBezTo>
                    <a:pt x="7914" y="5334"/>
                    <a:pt x="7914" y="2952"/>
                    <a:pt x="6834" y="1441"/>
                  </a:cubicBezTo>
                  <a:lnTo>
                    <a:pt x="6581" y="1117"/>
                  </a:lnTo>
                  <a:lnTo>
                    <a:pt x="6707" y="12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65C2BF75-13E7-E7C9-D8AC-CD7BD2C15710}"/>
                </a:ext>
              </a:extLst>
            </p:cNvPr>
            <p:cNvSpPr/>
            <p:nvPr/>
          </p:nvSpPr>
          <p:spPr>
            <a:xfrm>
              <a:off x="9282253" y="5171554"/>
              <a:ext cx="10051" cy="9328"/>
            </a:xfrm>
            <a:custGeom>
              <a:avLst/>
              <a:gdLst>
                <a:gd name="csX0" fmla="*/ 9608 w 11592"/>
                <a:gd name="csY0" fmla="*/ 1807 h 10758"/>
                <a:gd name="csX1" fmla="*/ 1607 w 11592"/>
                <a:gd name="csY1" fmla="*/ 1267 h 10758"/>
                <a:gd name="csX2" fmla="*/ 845 w 11592"/>
                <a:gd name="csY2" fmla="*/ 2137 h 10758"/>
                <a:gd name="csX3" fmla="*/ 1226 w 11592"/>
                <a:gd name="csY3" fmla="*/ 6569 h 10758"/>
                <a:gd name="csX4" fmla="*/ 10179 w 11592"/>
                <a:gd name="csY4" fmla="*/ 9052 h 10758"/>
                <a:gd name="csX5" fmla="*/ 9544 w 11592"/>
                <a:gd name="csY5" fmla="*/ 1807 h 10758"/>
                <a:gd name="csX6" fmla="*/ 9608 w 11592"/>
                <a:gd name="csY6" fmla="*/ 1807 h 10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92" h="10758">
                  <a:moveTo>
                    <a:pt x="9608" y="1807"/>
                  </a:moveTo>
                  <a:cubicBezTo>
                    <a:pt x="9608" y="1807"/>
                    <a:pt x="4782" y="-1870"/>
                    <a:pt x="1607" y="1267"/>
                  </a:cubicBezTo>
                  <a:lnTo>
                    <a:pt x="845" y="2137"/>
                  </a:lnTo>
                  <a:cubicBezTo>
                    <a:pt x="-426" y="3432"/>
                    <a:pt x="-235" y="5483"/>
                    <a:pt x="1226" y="6569"/>
                  </a:cubicBezTo>
                  <a:cubicBezTo>
                    <a:pt x="3575" y="7757"/>
                    <a:pt x="8338" y="13598"/>
                    <a:pt x="10179" y="9052"/>
                  </a:cubicBezTo>
                  <a:cubicBezTo>
                    <a:pt x="10306" y="8080"/>
                    <a:pt x="13672" y="3864"/>
                    <a:pt x="9544" y="1807"/>
                  </a:cubicBezTo>
                  <a:lnTo>
                    <a:pt x="9608" y="18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280DFB63-9598-9E39-03A6-7F23787BED29}"/>
                </a:ext>
              </a:extLst>
            </p:cNvPr>
            <p:cNvSpPr/>
            <p:nvPr/>
          </p:nvSpPr>
          <p:spPr>
            <a:xfrm>
              <a:off x="9221277" y="5182454"/>
              <a:ext cx="18265" cy="6997"/>
            </a:xfrm>
            <a:custGeom>
              <a:avLst/>
              <a:gdLst>
                <a:gd name="csX0" fmla="*/ 17699 w 21064"/>
                <a:gd name="csY0" fmla="*/ 1567 h 8069"/>
                <a:gd name="csX1" fmla="*/ 1062 w 21064"/>
                <a:gd name="csY1" fmla="*/ 2107 h 8069"/>
                <a:gd name="csX2" fmla="*/ 618 w 21064"/>
                <a:gd name="csY2" fmla="*/ 2647 h 8069"/>
                <a:gd name="csX3" fmla="*/ 1887 w 21064"/>
                <a:gd name="csY3" fmla="*/ 5244 h 8069"/>
                <a:gd name="csX4" fmla="*/ 11984 w 21064"/>
                <a:gd name="csY4" fmla="*/ 6216 h 8069"/>
                <a:gd name="csX5" fmla="*/ 21064 w 21064"/>
                <a:gd name="csY5" fmla="*/ 5676 h 8069"/>
                <a:gd name="csX6" fmla="*/ 21064 w 21064"/>
                <a:gd name="csY6" fmla="*/ 5460 h 8069"/>
                <a:gd name="csX7" fmla="*/ 17699 w 21064"/>
                <a:gd name="csY7" fmla="*/ 1675 h 8069"/>
                <a:gd name="csX8" fmla="*/ 17699 w 21064"/>
                <a:gd name="csY8" fmla="*/ 1567 h 8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064" h="8069">
                  <a:moveTo>
                    <a:pt x="17699" y="1567"/>
                  </a:moveTo>
                  <a:cubicBezTo>
                    <a:pt x="7031" y="50"/>
                    <a:pt x="3729" y="-1246"/>
                    <a:pt x="1062" y="2107"/>
                  </a:cubicBezTo>
                  <a:lnTo>
                    <a:pt x="618" y="2647"/>
                  </a:lnTo>
                  <a:cubicBezTo>
                    <a:pt x="-589" y="4056"/>
                    <a:pt x="46" y="5244"/>
                    <a:pt x="1887" y="5244"/>
                  </a:cubicBezTo>
                  <a:cubicBezTo>
                    <a:pt x="3031" y="5244"/>
                    <a:pt x="7666" y="4920"/>
                    <a:pt x="11984" y="6216"/>
                  </a:cubicBezTo>
                  <a:cubicBezTo>
                    <a:pt x="14460" y="6539"/>
                    <a:pt x="21064" y="10540"/>
                    <a:pt x="21064" y="5676"/>
                  </a:cubicBezTo>
                  <a:lnTo>
                    <a:pt x="21064" y="5460"/>
                  </a:lnTo>
                  <a:cubicBezTo>
                    <a:pt x="21064" y="3619"/>
                    <a:pt x="19541" y="1891"/>
                    <a:pt x="17699" y="1675"/>
                  </a:cubicBezTo>
                  <a:lnTo>
                    <a:pt x="17699" y="1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56FD0E2F-4E15-A3BE-1D7E-C94729ECD4EF}"/>
                </a:ext>
              </a:extLst>
            </p:cNvPr>
            <p:cNvSpPr/>
            <p:nvPr/>
          </p:nvSpPr>
          <p:spPr>
            <a:xfrm>
              <a:off x="9209803" y="5161453"/>
              <a:ext cx="7149" cy="7334"/>
            </a:xfrm>
            <a:custGeom>
              <a:avLst/>
              <a:gdLst>
                <a:gd name="csX0" fmla="*/ 6612 w 8245"/>
                <a:gd name="csY0" fmla="*/ 807 h 8458"/>
                <a:gd name="csX1" fmla="*/ 4643 w 8245"/>
                <a:gd name="csY1" fmla="*/ 159 h 8458"/>
                <a:gd name="csX2" fmla="*/ 515 w 8245"/>
                <a:gd name="csY2" fmla="*/ 2324 h 8458"/>
                <a:gd name="csX3" fmla="*/ 198 w 8245"/>
                <a:gd name="csY3" fmla="*/ 3511 h 8458"/>
                <a:gd name="csX4" fmla="*/ 1278 w 8245"/>
                <a:gd name="csY4" fmla="*/ 8052 h 8458"/>
                <a:gd name="csX5" fmla="*/ 7564 w 8245"/>
                <a:gd name="csY5" fmla="*/ 4375 h 8458"/>
                <a:gd name="csX6" fmla="*/ 6612 w 8245"/>
                <a:gd name="csY6" fmla="*/ 807 h 8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45" h="8458">
                  <a:moveTo>
                    <a:pt x="6612" y="807"/>
                  </a:moveTo>
                  <a:lnTo>
                    <a:pt x="4643" y="159"/>
                  </a:lnTo>
                  <a:cubicBezTo>
                    <a:pt x="2928" y="-381"/>
                    <a:pt x="1087" y="483"/>
                    <a:pt x="515" y="2324"/>
                  </a:cubicBezTo>
                  <a:lnTo>
                    <a:pt x="198" y="3511"/>
                  </a:lnTo>
                  <a:cubicBezTo>
                    <a:pt x="-310" y="5239"/>
                    <a:pt x="198" y="7296"/>
                    <a:pt x="1278" y="8052"/>
                  </a:cubicBezTo>
                  <a:cubicBezTo>
                    <a:pt x="4008" y="9893"/>
                    <a:pt x="7056" y="4915"/>
                    <a:pt x="7564" y="4375"/>
                  </a:cubicBezTo>
                  <a:cubicBezTo>
                    <a:pt x="8770" y="2972"/>
                    <a:pt x="8326" y="1346"/>
                    <a:pt x="6612" y="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5DAFCC6A-F2DA-0A4F-286B-C77C1C920402}"/>
                </a:ext>
              </a:extLst>
            </p:cNvPr>
            <p:cNvSpPr/>
            <p:nvPr/>
          </p:nvSpPr>
          <p:spPr>
            <a:xfrm>
              <a:off x="9290827" y="4975965"/>
              <a:ext cx="19761" cy="9944"/>
            </a:xfrm>
            <a:custGeom>
              <a:avLst/>
              <a:gdLst>
                <a:gd name="csX0" fmla="*/ 12420 w 22790"/>
                <a:gd name="csY0" fmla="*/ 11099 h 11468"/>
                <a:gd name="csX1" fmla="*/ 21627 w 22790"/>
                <a:gd name="csY1" fmla="*/ 6882 h 11468"/>
                <a:gd name="csX2" fmla="*/ 22072 w 22790"/>
                <a:gd name="csY2" fmla="*/ 2018 h 11468"/>
                <a:gd name="csX3" fmla="*/ 21055 w 22790"/>
                <a:gd name="csY3" fmla="*/ 939 h 11468"/>
                <a:gd name="csX4" fmla="*/ 1371 w 22790"/>
                <a:gd name="csY4" fmla="*/ 4292 h 11468"/>
                <a:gd name="csX5" fmla="*/ 12547 w 22790"/>
                <a:gd name="csY5" fmla="*/ 11099 h 11468"/>
                <a:gd name="csX6" fmla="*/ 12420 w 22790"/>
                <a:gd name="csY6" fmla="*/ 11099 h 1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0" h="11468">
                  <a:moveTo>
                    <a:pt x="12420" y="11099"/>
                  </a:moveTo>
                  <a:cubicBezTo>
                    <a:pt x="16864" y="12832"/>
                    <a:pt x="19912" y="7968"/>
                    <a:pt x="21627" y="6882"/>
                  </a:cubicBezTo>
                  <a:cubicBezTo>
                    <a:pt x="23024" y="5587"/>
                    <a:pt x="23151" y="3422"/>
                    <a:pt x="22072" y="2018"/>
                  </a:cubicBezTo>
                  <a:lnTo>
                    <a:pt x="21055" y="939"/>
                  </a:lnTo>
                  <a:cubicBezTo>
                    <a:pt x="18388" y="-2414"/>
                    <a:pt x="1371" y="4292"/>
                    <a:pt x="1371" y="4292"/>
                  </a:cubicBezTo>
                  <a:cubicBezTo>
                    <a:pt x="-2948" y="5695"/>
                    <a:pt x="3529" y="7422"/>
                    <a:pt x="12547" y="11099"/>
                  </a:cubicBezTo>
                  <a:lnTo>
                    <a:pt x="12420" y="110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C8AA36FB-2C49-EF59-5353-3EEA078F9548}"/>
                </a:ext>
              </a:extLst>
            </p:cNvPr>
            <p:cNvSpPr/>
            <p:nvPr/>
          </p:nvSpPr>
          <p:spPr>
            <a:xfrm>
              <a:off x="9451896" y="4950410"/>
              <a:ext cx="7648" cy="8273"/>
            </a:xfrm>
            <a:custGeom>
              <a:avLst/>
              <a:gdLst>
                <a:gd name="csX0" fmla="*/ 591 w 8820"/>
                <a:gd name="csY0" fmla="*/ 1753 h 9541"/>
                <a:gd name="csX1" fmla="*/ 1226 w 8820"/>
                <a:gd name="csY1" fmla="*/ 6833 h 9541"/>
                <a:gd name="csX2" fmla="*/ 7830 w 8820"/>
                <a:gd name="csY2" fmla="*/ 8135 h 9541"/>
                <a:gd name="csX3" fmla="*/ 8274 w 8820"/>
                <a:gd name="csY3" fmla="*/ 7481 h 9541"/>
                <a:gd name="csX4" fmla="*/ 7512 w 8820"/>
                <a:gd name="csY4" fmla="*/ 2617 h 9541"/>
                <a:gd name="csX5" fmla="*/ 781 w 8820"/>
                <a:gd name="csY5" fmla="*/ 1429 h 9541"/>
                <a:gd name="csX6" fmla="*/ 591 w 8820"/>
                <a:gd name="csY6" fmla="*/ 1861 h 9541"/>
                <a:gd name="csX7" fmla="*/ 591 w 8820"/>
                <a:gd name="csY7" fmla="*/ 1753 h 9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20" h="9541">
                  <a:moveTo>
                    <a:pt x="591" y="1753"/>
                  </a:moveTo>
                  <a:cubicBezTo>
                    <a:pt x="-362" y="3264"/>
                    <a:pt x="-171" y="5538"/>
                    <a:pt x="1226" y="6833"/>
                  </a:cubicBezTo>
                  <a:cubicBezTo>
                    <a:pt x="1861" y="7157"/>
                    <a:pt x="5353" y="11811"/>
                    <a:pt x="7830" y="8135"/>
                  </a:cubicBezTo>
                  <a:lnTo>
                    <a:pt x="8274" y="7481"/>
                  </a:lnTo>
                  <a:cubicBezTo>
                    <a:pt x="9227" y="5969"/>
                    <a:pt x="8909" y="3696"/>
                    <a:pt x="7512" y="2617"/>
                  </a:cubicBezTo>
                  <a:cubicBezTo>
                    <a:pt x="7004" y="2293"/>
                    <a:pt x="3194" y="-2247"/>
                    <a:pt x="781" y="1429"/>
                  </a:cubicBezTo>
                  <a:lnTo>
                    <a:pt x="591" y="1861"/>
                  </a:lnTo>
                  <a:lnTo>
                    <a:pt x="591" y="1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67C284C5-C3CF-91FB-0CFC-42EC8BB97185}"/>
                </a:ext>
              </a:extLst>
            </p:cNvPr>
            <p:cNvSpPr/>
            <p:nvPr/>
          </p:nvSpPr>
          <p:spPr>
            <a:xfrm>
              <a:off x="9472039" y="4941486"/>
              <a:ext cx="31530" cy="16517"/>
            </a:xfrm>
            <a:custGeom>
              <a:avLst/>
              <a:gdLst>
                <a:gd name="csX0" fmla="*/ 8220 w 36362"/>
                <a:gd name="csY0" fmla="*/ 8800 h 19049"/>
                <a:gd name="csX1" fmla="*/ 15904 w 36362"/>
                <a:gd name="csY1" fmla="*/ 12045 h 19049"/>
                <a:gd name="csX2" fmla="*/ 20348 w 36362"/>
                <a:gd name="csY2" fmla="*/ 18966 h 19049"/>
                <a:gd name="csX3" fmla="*/ 35461 w 36362"/>
                <a:gd name="csY3" fmla="*/ 16693 h 19049"/>
                <a:gd name="csX4" fmla="*/ 16094 w 36362"/>
                <a:gd name="csY4" fmla="*/ 1446 h 19049"/>
                <a:gd name="csX5" fmla="*/ 219 w 36362"/>
                <a:gd name="csY5" fmla="*/ 1770 h 19049"/>
                <a:gd name="csX6" fmla="*/ 8093 w 36362"/>
                <a:gd name="csY6" fmla="*/ 8800 h 19049"/>
                <a:gd name="csX7" fmla="*/ 8220 w 36362"/>
                <a:gd name="csY7" fmla="*/ 880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362" h="19049">
                  <a:moveTo>
                    <a:pt x="8220" y="8800"/>
                  </a:moveTo>
                  <a:cubicBezTo>
                    <a:pt x="9427" y="9016"/>
                    <a:pt x="15142" y="7612"/>
                    <a:pt x="15904" y="12045"/>
                  </a:cubicBezTo>
                  <a:cubicBezTo>
                    <a:pt x="16222" y="13124"/>
                    <a:pt x="15904" y="18966"/>
                    <a:pt x="20348" y="18966"/>
                  </a:cubicBezTo>
                  <a:cubicBezTo>
                    <a:pt x="32541" y="18966"/>
                    <a:pt x="38827" y="19722"/>
                    <a:pt x="35461" y="16693"/>
                  </a:cubicBezTo>
                  <a:cubicBezTo>
                    <a:pt x="24095" y="6203"/>
                    <a:pt x="20857" y="2202"/>
                    <a:pt x="16094" y="1446"/>
                  </a:cubicBezTo>
                  <a:cubicBezTo>
                    <a:pt x="16094" y="1446"/>
                    <a:pt x="-2194" y="-2014"/>
                    <a:pt x="219" y="1770"/>
                  </a:cubicBezTo>
                  <a:cubicBezTo>
                    <a:pt x="1616" y="3389"/>
                    <a:pt x="3331" y="8800"/>
                    <a:pt x="8093" y="8800"/>
                  </a:cubicBezTo>
                  <a:lnTo>
                    <a:pt x="8220" y="88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DAB16624-E02B-E7B1-58C2-AC65F1563F12}"/>
                </a:ext>
              </a:extLst>
            </p:cNvPr>
            <p:cNvSpPr/>
            <p:nvPr/>
          </p:nvSpPr>
          <p:spPr>
            <a:xfrm>
              <a:off x="9474732" y="4971140"/>
              <a:ext cx="44301" cy="11152"/>
            </a:xfrm>
            <a:custGeom>
              <a:avLst/>
              <a:gdLst>
                <a:gd name="csX0" fmla="*/ 5306 w 51091"/>
                <a:gd name="csY0" fmla="*/ 6504 h 12861"/>
                <a:gd name="csX1" fmla="*/ 34135 w 51091"/>
                <a:gd name="csY1" fmla="*/ 12555 h 12861"/>
                <a:gd name="csX2" fmla="*/ 49057 w 51091"/>
                <a:gd name="csY2" fmla="*/ 9094 h 12861"/>
                <a:gd name="csX3" fmla="*/ 45692 w 51091"/>
                <a:gd name="csY3" fmla="*/ 3582 h 12861"/>
                <a:gd name="csX4" fmla="*/ 2068 w 51091"/>
                <a:gd name="csY4" fmla="*/ 14 h 12861"/>
                <a:gd name="csX5" fmla="*/ 5306 w 51091"/>
                <a:gd name="csY5" fmla="*/ 6395 h 12861"/>
                <a:gd name="csX6" fmla="*/ 5306 w 51091"/>
                <a:gd name="csY6" fmla="*/ 6504 h 1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1091" h="12861">
                  <a:moveTo>
                    <a:pt x="5306" y="6504"/>
                  </a:moveTo>
                  <a:cubicBezTo>
                    <a:pt x="27150" y="12339"/>
                    <a:pt x="29690" y="13533"/>
                    <a:pt x="34135" y="12555"/>
                  </a:cubicBezTo>
                  <a:lnTo>
                    <a:pt x="49057" y="9094"/>
                  </a:lnTo>
                  <a:cubicBezTo>
                    <a:pt x="53375" y="8123"/>
                    <a:pt x="50137" y="4014"/>
                    <a:pt x="45692" y="3582"/>
                  </a:cubicBezTo>
                  <a:lnTo>
                    <a:pt x="2068" y="14"/>
                  </a:lnTo>
                  <a:cubicBezTo>
                    <a:pt x="-2251" y="-310"/>
                    <a:pt x="861" y="5202"/>
                    <a:pt x="5306" y="6395"/>
                  </a:cubicBezTo>
                  <a:lnTo>
                    <a:pt x="5306" y="65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79A8BC86-F9CB-F0DA-951E-10CDAE18E744}"/>
                </a:ext>
              </a:extLst>
            </p:cNvPr>
            <p:cNvSpPr/>
            <p:nvPr/>
          </p:nvSpPr>
          <p:spPr>
            <a:xfrm>
              <a:off x="9285452" y="4956783"/>
              <a:ext cx="9908" cy="5010"/>
            </a:xfrm>
            <a:custGeom>
              <a:avLst/>
              <a:gdLst>
                <a:gd name="csX0" fmla="*/ 8141 w 11426"/>
                <a:gd name="csY0" fmla="*/ 131 h 5778"/>
                <a:gd name="csX1" fmla="*/ 76 w 11426"/>
                <a:gd name="csY1" fmla="*/ 2512 h 5778"/>
                <a:gd name="csX2" fmla="*/ 2616 w 11426"/>
                <a:gd name="csY2" fmla="*/ 5217 h 5778"/>
                <a:gd name="csX3" fmla="*/ 8141 w 11426"/>
                <a:gd name="csY3" fmla="*/ 5757 h 5778"/>
                <a:gd name="csX4" fmla="*/ 8141 w 11426"/>
                <a:gd name="csY4" fmla="*/ 131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26" h="5778">
                  <a:moveTo>
                    <a:pt x="8141" y="131"/>
                  </a:moveTo>
                  <a:cubicBezTo>
                    <a:pt x="8141" y="131"/>
                    <a:pt x="1219" y="-841"/>
                    <a:pt x="76" y="2512"/>
                  </a:cubicBezTo>
                  <a:cubicBezTo>
                    <a:pt x="-305" y="3807"/>
                    <a:pt x="774" y="5001"/>
                    <a:pt x="2616" y="5217"/>
                  </a:cubicBezTo>
                  <a:lnTo>
                    <a:pt x="8141" y="5757"/>
                  </a:lnTo>
                  <a:cubicBezTo>
                    <a:pt x="12522" y="6189"/>
                    <a:pt x="12522" y="131"/>
                    <a:pt x="8141" y="1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E2D6B096-93C8-6032-5E43-D3729033BDE3}"/>
                </a:ext>
              </a:extLst>
            </p:cNvPr>
            <p:cNvSpPr/>
            <p:nvPr/>
          </p:nvSpPr>
          <p:spPr>
            <a:xfrm>
              <a:off x="9307348" y="4921778"/>
              <a:ext cx="31524" cy="14790"/>
            </a:xfrm>
            <a:custGeom>
              <a:avLst/>
              <a:gdLst>
                <a:gd name="csX0" fmla="*/ 32990 w 36356"/>
                <a:gd name="csY0" fmla="*/ 11957 h 17057"/>
                <a:gd name="csX1" fmla="*/ 36356 w 36356"/>
                <a:gd name="csY1" fmla="*/ 6547 h 17057"/>
                <a:gd name="csX2" fmla="*/ 21624 w 36356"/>
                <a:gd name="csY2" fmla="*/ 57 h 17057"/>
                <a:gd name="csX3" fmla="*/ 17370 w 36356"/>
                <a:gd name="csY3" fmla="*/ 2546 h 17057"/>
                <a:gd name="csX4" fmla="*/ 17052 w 36356"/>
                <a:gd name="csY4" fmla="*/ 3734 h 17057"/>
                <a:gd name="csX5" fmla="*/ 9813 w 36356"/>
                <a:gd name="csY5" fmla="*/ 2438 h 17057"/>
                <a:gd name="csX6" fmla="*/ 1367 w 36356"/>
                <a:gd name="csY6" fmla="*/ 2115 h 17057"/>
                <a:gd name="csX7" fmla="*/ 5368 w 36356"/>
                <a:gd name="csY7" fmla="*/ 8280 h 17057"/>
                <a:gd name="csX8" fmla="*/ 10130 w 36356"/>
                <a:gd name="csY8" fmla="*/ 15310 h 17057"/>
                <a:gd name="csX9" fmla="*/ 21307 w 36356"/>
                <a:gd name="csY9" fmla="*/ 12065 h 17057"/>
                <a:gd name="csX10" fmla="*/ 33054 w 36356"/>
                <a:gd name="csY10" fmla="*/ 12065 h 17057"/>
                <a:gd name="csX11" fmla="*/ 32990 w 36356"/>
                <a:gd name="csY11" fmla="*/ 11957 h 17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356" h="17057">
                  <a:moveTo>
                    <a:pt x="32990" y="11957"/>
                  </a:moveTo>
                  <a:cubicBezTo>
                    <a:pt x="37308" y="12821"/>
                    <a:pt x="36102" y="7087"/>
                    <a:pt x="36356" y="6547"/>
                  </a:cubicBezTo>
                  <a:cubicBezTo>
                    <a:pt x="36356" y="1143"/>
                    <a:pt x="28291" y="2222"/>
                    <a:pt x="21624" y="57"/>
                  </a:cubicBezTo>
                  <a:cubicBezTo>
                    <a:pt x="19782" y="-267"/>
                    <a:pt x="17941" y="819"/>
                    <a:pt x="17370" y="2546"/>
                  </a:cubicBezTo>
                  <a:lnTo>
                    <a:pt x="17052" y="3734"/>
                  </a:lnTo>
                  <a:cubicBezTo>
                    <a:pt x="15782" y="8172"/>
                    <a:pt x="11082" y="2978"/>
                    <a:pt x="9813" y="2438"/>
                  </a:cubicBezTo>
                  <a:cubicBezTo>
                    <a:pt x="6320" y="-51"/>
                    <a:pt x="2129" y="2006"/>
                    <a:pt x="1367" y="2115"/>
                  </a:cubicBezTo>
                  <a:cubicBezTo>
                    <a:pt x="-3268" y="3518"/>
                    <a:pt x="5368" y="8280"/>
                    <a:pt x="5368" y="8280"/>
                  </a:cubicBezTo>
                  <a:cubicBezTo>
                    <a:pt x="8924" y="10763"/>
                    <a:pt x="9686" y="14548"/>
                    <a:pt x="10130" y="15310"/>
                  </a:cubicBezTo>
                  <a:cubicBezTo>
                    <a:pt x="11971" y="20066"/>
                    <a:pt x="17496" y="13792"/>
                    <a:pt x="21307" y="12065"/>
                  </a:cubicBezTo>
                  <a:cubicBezTo>
                    <a:pt x="25370" y="9468"/>
                    <a:pt x="30259" y="11741"/>
                    <a:pt x="33054" y="12065"/>
                  </a:cubicBezTo>
                  <a:lnTo>
                    <a:pt x="32990" y="11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2D6ADA49-6339-B04B-5C2E-5EFACC6699C9}"/>
                </a:ext>
              </a:extLst>
            </p:cNvPr>
            <p:cNvSpPr/>
            <p:nvPr/>
          </p:nvSpPr>
          <p:spPr>
            <a:xfrm>
              <a:off x="9308628" y="4944270"/>
              <a:ext cx="12902" cy="4976"/>
            </a:xfrm>
            <a:custGeom>
              <a:avLst/>
              <a:gdLst>
                <a:gd name="csX0" fmla="*/ 6050 w 14880"/>
                <a:gd name="csY0" fmla="*/ 5697 h 5739"/>
                <a:gd name="csX1" fmla="*/ 14750 w 14880"/>
                <a:gd name="csY1" fmla="*/ 1696 h 5739"/>
                <a:gd name="csX2" fmla="*/ 10368 w 14880"/>
                <a:gd name="csY2" fmla="*/ 71 h 5739"/>
                <a:gd name="csX3" fmla="*/ 526 w 14880"/>
                <a:gd name="csY3" fmla="*/ 2884 h 5739"/>
                <a:gd name="csX4" fmla="*/ 970 w 14880"/>
                <a:gd name="csY4" fmla="*/ 3640 h 5739"/>
                <a:gd name="csX5" fmla="*/ 6050 w 14880"/>
                <a:gd name="csY5" fmla="*/ 5589 h 5739"/>
                <a:gd name="csX6" fmla="*/ 6050 w 14880"/>
                <a:gd name="csY6" fmla="*/ 5697 h 5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880" h="5739">
                  <a:moveTo>
                    <a:pt x="6050" y="5697"/>
                  </a:moveTo>
                  <a:cubicBezTo>
                    <a:pt x="9225" y="4941"/>
                    <a:pt x="15893" y="3855"/>
                    <a:pt x="14750" y="1696"/>
                  </a:cubicBezTo>
                  <a:cubicBezTo>
                    <a:pt x="14179" y="833"/>
                    <a:pt x="12210" y="71"/>
                    <a:pt x="10368" y="71"/>
                  </a:cubicBezTo>
                  <a:cubicBezTo>
                    <a:pt x="6812" y="509"/>
                    <a:pt x="-2268" y="-1441"/>
                    <a:pt x="526" y="2884"/>
                  </a:cubicBezTo>
                  <a:lnTo>
                    <a:pt x="970" y="3640"/>
                  </a:lnTo>
                  <a:cubicBezTo>
                    <a:pt x="1923" y="5157"/>
                    <a:pt x="4336" y="6129"/>
                    <a:pt x="6050" y="5589"/>
                  </a:cubicBezTo>
                  <a:lnTo>
                    <a:pt x="6050" y="5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E51E0A31-8F8C-1D02-1652-54C65C7A1163}"/>
                </a:ext>
              </a:extLst>
            </p:cNvPr>
            <p:cNvSpPr/>
            <p:nvPr/>
          </p:nvSpPr>
          <p:spPr>
            <a:xfrm>
              <a:off x="9338854" y="5049400"/>
              <a:ext cx="4693" cy="5925"/>
            </a:xfrm>
            <a:custGeom>
              <a:avLst/>
              <a:gdLst>
                <a:gd name="csX0" fmla="*/ 4403 w 5412"/>
                <a:gd name="csY0" fmla="*/ 5783 h 6833"/>
                <a:gd name="csX1" fmla="*/ 1482 w 5412"/>
                <a:gd name="csY1" fmla="*/ 1135 h 6833"/>
                <a:gd name="csX2" fmla="*/ 973 w 5412"/>
                <a:gd name="csY2" fmla="*/ 1783 h 6833"/>
                <a:gd name="csX3" fmla="*/ 4403 w 5412"/>
                <a:gd name="csY3" fmla="*/ 5783 h 6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412" h="6833">
                  <a:moveTo>
                    <a:pt x="4403" y="5783"/>
                  </a:moveTo>
                  <a:cubicBezTo>
                    <a:pt x="6943" y="2970"/>
                    <a:pt x="4212" y="-2326"/>
                    <a:pt x="1482" y="1135"/>
                  </a:cubicBezTo>
                  <a:lnTo>
                    <a:pt x="973" y="1783"/>
                  </a:lnTo>
                  <a:cubicBezTo>
                    <a:pt x="-1820" y="5244"/>
                    <a:pt x="2053" y="8596"/>
                    <a:pt x="4403" y="57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1256B4E7-A2B4-E11E-B7CE-64513BAEBCCE}"/>
                </a:ext>
              </a:extLst>
            </p:cNvPr>
            <p:cNvSpPr/>
            <p:nvPr/>
          </p:nvSpPr>
          <p:spPr>
            <a:xfrm>
              <a:off x="9278971" y="4921845"/>
              <a:ext cx="5570" cy="6274"/>
            </a:xfrm>
            <a:custGeom>
              <a:avLst/>
              <a:gdLst>
                <a:gd name="csX0" fmla="*/ 1645 w 6424"/>
                <a:gd name="csY0" fmla="*/ 305 h 7236"/>
                <a:gd name="csX1" fmla="*/ 3486 w 6424"/>
                <a:gd name="csY1" fmla="*/ 6362 h 7236"/>
                <a:gd name="csX2" fmla="*/ 6407 w 6424"/>
                <a:gd name="csY2" fmla="*/ 2686 h 7236"/>
                <a:gd name="csX3" fmla="*/ 3358 w 6424"/>
                <a:gd name="csY3" fmla="*/ 89 h 7236"/>
                <a:gd name="csX4" fmla="*/ 1645 w 6424"/>
                <a:gd name="csY4" fmla="*/ 413 h 7236"/>
                <a:gd name="csX5" fmla="*/ 1645 w 6424"/>
                <a:gd name="csY5" fmla="*/ 305 h 7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424" h="7236">
                  <a:moveTo>
                    <a:pt x="1645" y="305"/>
                  </a:moveTo>
                  <a:cubicBezTo>
                    <a:pt x="-2928" y="1175"/>
                    <a:pt x="3486" y="6362"/>
                    <a:pt x="3486" y="6362"/>
                  </a:cubicBezTo>
                  <a:cubicBezTo>
                    <a:pt x="6470" y="9499"/>
                    <a:pt x="6153" y="3226"/>
                    <a:pt x="6407" y="2686"/>
                  </a:cubicBezTo>
                  <a:cubicBezTo>
                    <a:pt x="6597" y="845"/>
                    <a:pt x="5200" y="-343"/>
                    <a:pt x="3358" y="89"/>
                  </a:cubicBezTo>
                  <a:lnTo>
                    <a:pt x="1645" y="413"/>
                  </a:lnTo>
                  <a:lnTo>
                    <a:pt x="1645" y="3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E3344CE4-B93A-919E-631F-4F8DC6DB4753}"/>
                </a:ext>
              </a:extLst>
            </p:cNvPr>
            <p:cNvSpPr/>
            <p:nvPr/>
          </p:nvSpPr>
          <p:spPr>
            <a:xfrm>
              <a:off x="9429716" y="5093801"/>
              <a:ext cx="21143" cy="48134"/>
            </a:xfrm>
            <a:custGeom>
              <a:avLst/>
              <a:gdLst>
                <a:gd name="csX0" fmla="*/ 22614 w 24384"/>
                <a:gd name="csY0" fmla="*/ 24758 h 55511"/>
                <a:gd name="csX1" fmla="*/ 23821 w 24384"/>
                <a:gd name="csY1" fmla="*/ 14484 h 55511"/>
                <a:gd name="csX2" fmla="*/ 20455 w 24384"/>
                <a:gd name="csY2" fmla="*/ 1403 h 55511"/>
                <a:gd name="csX3" fmla="*/ 14296 w 24384"/>
                <a:gd name="csY3" fmla="*/ 5835 h 55511"/>
                <a:gd name="csX4" fmla="*/ 9406 w 24384"/>
                <a:gd name="csY4" fmla="*/ 8324 h 55511"/>
                <a:gd name="csX5" fmla="*/ 7120 w 24384"/>
                <a:gd name="csY5" fmla="*/ 14700 h 55511"/>
                <a:gd name="csX6" fmla="*/ 8199 w 24384"/>
                <a:gd name="csY6" fmla="*/ 15030 h 55511"/>
                <a:gd name="csX7" fmla="*/ 9279 w 24384"/>
                <a:gd name="csY7" fmla="*/ 24110 h 55511"/>
                <a:gd name="csX8" fmla="*/ 4960 w 24384"/>
                <a:gd name="csY8" fmla="*/ 27355 h 55511"/>
                <a:gd name="csX9" fmla="*/ 1087 w 24384"/>
                <a:gd name="csY9" fmla="*/ 30708 h 55511"/>
                <a:gd name="csX10" fmla="*/ 8 w 24384"/>
                <a:gd name="csY10" fmla="*/ 50711 h 55511"/>
                <a:gd name="csX11" fmla="*/ 2992 w 24384"/>
                <a:gd name="csY11" fmla="*/ 54927 h 55511"/>
                <a:gd name="csX12" fmla="*/ 4771 w 24384"/>
                <a:gd name="csY12" fmla="*/ 55359 h 55511"/>
                <a:gd name="csX13" fmla="*/ 9597 w 24384"/>
                <a:gd name="csY13" fmla="*/ 53308 h 55511"/>
                <a:gd name="csX14" fmla="*/ 23376 w 24384"/>
                <a:gd name="csY14" fmla="*/ 29622 h 55511"/>
                <a:gd name="csX15" fmla="*/ 22487 w 24384"/>
                <a:gd name="csY15" fmla="*/ 24758 h 55511"/>
                <a:gd name="csX16" fmla="*/ 22614 w 24384"/>
                <a:gd name="csY16" fmla="*/ 24758 h 55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4384" h="55511">
                  <a:moveTo>
                    <a:pt x="22614" y="24758"/>
                  </a:moveTo>
                  <a:cubicBezTo>
                    <a:pt x="18931" y="21837"/>
                    <a:pt x="23121" y="16757"/>
                    <a:pt x="23821" y="14484"/>
                  </a:cubicBezTo>
                  <a:cubicBezTo>
                    <a:pt x="25852" y="9836"/>
                    <a:pt x="21852" y="5295"/>
                    <a:pt x="20455" y="1403"/>
                  </a:cubicBezTo>
                  <a:cubicBezTo>
                    <a:pt x="18359" y="-3030"/>
                    <a:pt x="15565" y="4323"/>
                    <a:pt x="14296" y="5835"/>
                  </a:cubicBezTo>
                  <a:cubicBezTo>
                    <a:pt x="13279" y="7346"/>
                    <a:pt x="11121" y="8540"/>
                    <a:pt x="9406" y="8324"/>
                  </a:cubicBezTo>
                  <a:cubicBezTo>
                    <a:pt x="5278" y="7892"/>
                    <a:pt x="2929" y="13620"/>
                    <a:pt x="7120" y="14700"/>
                  </a:cubicBezTo>
                  <a:lnTo>
                    <a:pt x="8199" y="15030"/>
                  </a:lnTo>
                  <a:cubicBezTo>
                    <a:pt x="12834" y="16217"/>
                    <a:pt x="9406" y="22053"/>
                    <a:pt x="9279" y="24110"/>
                  </a:cubicBezTo>
                  <a:cubicBezTo>
                    <a:pt x="8771" y="25837"/>
                    <a:pt x="6802" y="27355"/>
                    <a:pt x="4960" y="27355"/>
                  </a:cubicBezTo>
                  <a:cubicBezTo>
                    <a:pt x="5596" y="27139"/>
                    <a:pt x="1278" y="27355"/>
                    <a:pt x="1087" y="30708"/>
                  </a:cubicBezTo>
                  <a:lnTo>
                    <a:pt x="8" y="50711"/>
                  </a:lnTo>
                  <a:cubicBezTo>
                    <a:pt x="-119" y="52552"/>
                    <a:pt x="1278" y="54495"/>
                    <a:pt x="2992" y="54927"/>
                  </a:cubicBezTo>
                  <a:lnTo>
                    <a:pt x="4771" y="55359"/>
                  </a:lnTo>
                  <a:cubicBezTo>
                    <a:pt x="6484" y="55905"/>
                    <a:pt x="8771" y="54927"/>
                    <a:pt x="9597" y="53308"/>
                  </a:cubicBezTo>
                  <a:lnTo>
                    <a:pt x="23376" y="29622"/>
                  </a:lnTo>
                  <a:cubicBezTo>
                    <a:pt x="24201" y="28003"/>
                    <a:pt x="23884" y="25837"/>
                    <a:pt x="22487" y="24758"/>
                  </a:cubicBezTo>
                  <a:lnTo>
                    <a:pt x="22614" y="247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1A30449F-4AF5-F9DE-D1CE-285F5C609E0F}"/>
                </a:ext>
              </a:extLst>
            </p:cNvPr>
            <p:cNvSpPr/>
            <p:nvPr/>
          </p:nvSpPr>
          <p:spPr>
            <a:xfrm>
              <a:off x="9446364" y="5124154"/>
              <a:ext cx="9673" cy="15109"/>
            </a:xfrm>
            <a:custGeom>
              <a:avLst/>
              <a:gdLst>
                <a:gd name="csX0" fmla="*/ 5763 w 11156"/>
                <a:gd name="csY0" fmla="*/ 2946 h 17425"/>
                <a:gd name="csX1" fmla="*/ 493 w 11156"/>
                <a:gd name="csY1" fmla="*/ 12573 h 17425"/>
                <a:gd name="csX2" fmla="*/ 5573 w 11156"/>
                <a:gd name="csY2" fmla="*/ 15488 h 17425"/>
                <a:gd name="csX3" fmla="*/ 10780 w 11156"/>
                <a:gd name="csY3" fmla="*/ 3054 h 17425"/>
                <a:gd name="csX4" fmla="*/ 5763 w 11156"/>
                <a:gd name="csY4" fmla="*/ 2946 h 17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156" h="17425">
                  <a:moveTo>
                    <a:pt x="5763" y="2946"/>
                  </a:moveTo>
                  <a:lnTo>
                    <a:pt x="493" y="12573"/>
                  </a:lnTo>
                  <a:cubicBezTo>
                    <a:pt x="-1666" y="16466"/>
                    <a:pt x="3859" y="19602"/>
                    <a:pt x="5573" y="15488"/>
                  </a:cubicBezTo>
                  <a:lnTo>
                    <a:pt x="10780" y="3054"/>
                  </a:lnTo>
                  <a:cubicBezTo>
                    <a:pt x="12495" y="-1054"/>
                    <a:pt x="7922" y="-946"/>
                    <a:pt x="5763" y="29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EBC54B61-934D-BDB9-7A54-D12BB6CD2C7C}"/>
                </a:ext>
              </a:extLst>
            </p:cNvPr>
            <p:cNvSpPr/>
            <p:nvPr/>
          </p:nvSpPr>
          <p:spPr>
            <a:xfrm>
              <a:off x="9322817" y="5181230"/>
              <a:ext cx="11552" cy="8307"/>
            </a:xfrm>
            <a:custGeom>
              <a:avLst/>
              <a:gdLst>
                <a:gd name="csX0" fmla="*/ 11911 w 13322"/>
                <a:gd name="csY0" fmla="*/ 706 h 9580"/>
                <a:gd name="csX1" fmla="*/ 11022 w 13322"/>
                <a:gd name="csY1" fmla="*/ 382 h 9580"/>
                <a:gd name="csX2" fmla="*/ 1497 w 13322"/>
                <a:gd name="csY2" fmla="*/ 5138 h 9580"/>
                <a:gd name="csX3" fmla="*/ 4545 w 13322"/>
                <a:gd name="csY3" fmla="*/ 8707 h 9580"/>
                <a:gd name="csX4" fmla="*/ 12229 w 13322"/>
                <a:gd name="csY4" fmla="*/ 3951 h 9580"/>
                <a:gd name="csX5" fmla="*/ 11975 w 13322"/>
                <a:gd name="csY5" fmla="*/ 922 h 9580"/>
                <a:gd name="csX6" fmla="*/ 11911 w 13322"/>
                <a:gd name="csY6" fmla="*/ 706 h 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22" h="9580">
                  <a:moveTo>
                    <a:pt x="11911" y="706"/>
                  </a:moveTo>
                  <a:lnTo>
                    <a:pt x="11022" y="382"/>
                  </a:lnTo>
                  <a:cubicBezTo>
                    <a:pt x="6577" y="-1453"/>
                    <a:pt x="3339" y="3843"/>
                    <a:pt x="1497" y="5138"/>
                  </a:cubicBezTo>
                  <a:cubicBezTo>
                    <a:pt x="-1741" y="8167"/>
                    <a:pt x="735" y="11088"/>
                    <a:pt x="4545" y="8707"/>
                  </a:cubicBezTo>
                  <a:lnTo>
                    <a:pt x="12229" y="3951"/>
                  </a:lnTo>
                  <a:cubicBezTo>
                    <a:pt x="13816" y="2980"/>
                    <a:pt x="13626" y="1570"/>
                    <a:pt x="11975" y="922"/>
                  </a:cubicBezTo>
                  <a:lnTo>
                    <a:pt x="11911" y="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6C537839-F438-FB9D-C0CC-47E3DCEF420E}"/>
                </a:ext>
              </a:extLst>
            </p:cNvPr>
            <p:cNvSpPr/>
            <p:nvPr/>
          </p:nvSpPr>
          <p:spPr>
            <a:xfrm>
              <a:off x="9332002" y="5149397"/>
              <a:ext cx="27184" cy="27970"/>
            </a:xfrm>
            <a:custGeom>
              <a:avLst/>
              <a:gdLst>
                <a:gd name="csX0" fmla="*/ 26974 w 31350"/>
                <a:gd name="csY0" fmla="*/ 4 h 32257"/>
                <a:gd name="csX1" fmla="*/ 16877 w 31350"/>
                <a:gd name="csY1" fmla="*/ 2493 h 32257"/>
                <a:gd name="csX2" fmla="*/ 1511 w 31350"/>
                <a:gd name="csY2" fmla="*/ 22603 h 32257"/>
                <a:gd name="csX3" fmla="*/ 3797 w 31350"/>
                <a:gd name="csY3" fmla="*/ 26712 h 32257"/>
                <a:gd name="csX4" fmla="*/ 3225 w 31350"/>
                <a:gd name="csY4" fmla="*/ 28985 h 32257"/>
                <a:gd name="csX5" fmla="*/ 11163 w 31350"/>
                <a:gd name="csY5" fmla="*/ 29849 h 32257"/>
                <a:gd name="csX6" fmla="*/ 22085 w 31350"/>
                <a:gd name="csY6" fmla="*/ 15142 h 32257"/>
                <a:gd name="csX7" fmla="*/ 22529 w 31350"/>
                <a:gd name="csY7" fmla="*/ 9091 h 32257"/>
                <a:gd name="csX8" fmla="*/ 31165 w 31350"/>
                <a:gd name="csY8" fmla="*/ 2925 h 32257"/>
                <a:gd name="csX9" fmla="*/ 26974 w 31350"/>
                <a:gd name="csY9" fmla="*/ 4 h 32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350" h="32257">
                  <a:moveTo>
                    <a:pt x="26974" y="4"/>
                  </a:moveTo>
                  <a:cubicBezTo>
                    <a:pt x="25196" y="220"/>
                    <a:pt x="19989" y="-860"/>
                    <a:pt x="16877" y="2493"/>
                  </a:cubicBezTo>
                  <a:cubicBezTo>
                    <a:pt x="1066" y="19143"/>
                    <a:pt x="-2490" y="21524"/>
                    <a:pt x="1511" y="22603"/>
                  </a:cubicBezTo>
                  <a:cubicBezTo>
                    <a:pt x="3162" y="23035"/>
                    <a:pt x="4114" y="24877"/>
                    <a:pt x="3797" y="26712"/>
                  </a:cubicBezTo>
                  <a:lnTo>
                    <a:pt x="3225" y="28985"/>
                  </a:lnTo>
                  <a:cubicBezTo>
                    <a:pt x="2145" y="33417"/>
                    <a:pt x="8114" y="32986"/>
                    <a:pt x="11163" y="29849"/>
                  </a:cubicBezTo>
                  <a:cubicBezTo>
                    <a:pt x="18719" y="21848"/>
                    <a:pt x="21767" y="19467"/>
                    <a:pt x="22085" y="15142"/>
                  </a:cubicBezTo>
                  <a:lnTo>
                    <a:pt x="22529" y="9091"/>
                  </a:lnTo>
                  <a:cubicBezTo>
                    <a:pt x="22910" y="3033"/>
                    <a:pt x="32816" y="8113"/>
                    <a:pt x="31165" y="2925"/>
                  </a:cubicBezTo>
                  <a:cubicBezTo>
                    <a:pt x="30720" y="1299"/>
                    <a:pt x="28752" y="4"/>
                    <a:pt x="26974" y="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E238EB5D-1A6C-E8A5-EE2D-156504D74E1B}"/>
                </a:ext>
              </a:extLst>
            </p:cNvPr>
            <p:cNvSpPr/>
            <p:nvPr/>
          </p:nvSpPr>
          <p:spPr>
            <a:xfrm>
              <a:off x="9322019" y="5158196"/>
              <a:ext cx="9674" cy="4855"/>
            </a:xfrm>
            <a:custGeom>
              <a:avLst/>
              <a:gdLst>
                <a:gd name="csX0" fmla="*/ 10738 w 11157"/>
                <a:gd name="csY0" fmla="*/ 3051 h 5599"/>
                <a:gd name="csX1" fmla="*/ 1466 w 11157"/>
                <a:gd name="csY1" fmla="*/ 4886 h 5599"/>
                <a:gd name="csX2" fmla="*/ 10610 w 11157"/>
                <a:gd name="csY2" fmla="*/ 3051 h 5599"/>
                <a:gd name="csX3" fmla="*/ 10738 w 11157"/>
                <a:gd name="csY3" fmla="*/ 3051 h 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57" h="5599">
                  <a:moveTo>
                    <a:pt x="10738" y="3051"/>
                  </a:moveTo>
                  <a:cubicBezTo>
                    <a:pt x="14230" y="-4302"/>
                    <a:pt x="-5392" y="3807"/>
                    <a:pt x="1466" y="4886"/>
                  </a:cubicBezTo>
                  <a:cubicBezTo>
                    <a:pt x="3054" y="4886"/>
                    <a:pt x="8705" y="7376"/>
                    <a:pt x="10610" y="3051"/>
                  </a:cubicBezTo>
                  <a:lnTo>
                    <a:pt x="10738" y="3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0B8274A0-E117-4D1F-BB4F-471A32122EE8}"/>
                </a:ext>
              </a:extLst>
            </p:cNvPr>
            <p:cNvSpPr/>
            <p:nvPr/>
          </p:nvSpPr>
          <p:spPr>
            <a:xfrm>
              <a:off x="9405884" y="5054393"/>
              <a:ext cx="7943" cy="5830"/>
            </a:xfrm>
            <a:custGeom>
              <a:avLst/>
              <a:gdLst>
                <a:gd name="csX0" fmla="*/ 6601 w 9160"/>
                <a:gd name="csY0" fmla="*/ 1103 h 6724"/>
                <a:gd name="csX1" fmla="*/ 61 w 9160"/>
                <a:gd name="csY1" fmla="*/ 1103 h 6724"/>
                <a:gd name="csX2" fmla="*/ 2346 w 9160"/>
                <a:gd name="csY2" fmla="*/ 4672 h 6724"/>
                <a:gd name="csX3" fmla="*/ 5394 w 9160"/>
                <a:gd name="csY3" fmla="*/ 6298 h 6724"/>
                <a:gd name="csX4" fmla="*/ 6601 w 9160"/>
                <a:gd name="csY4" fmla="*/ 996 h 6724"/>
                <a:gd name="csX5" fmla="*/ 6601 w 9160"/>
                <a:gd name="csY5" fmla="*/ 1103 h 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60" h="6724">
                  <a:moveTo>
                    <a:pt x="6601" y="1103"/>
                  </a:moveTo>
                  <a:cubicBezTo>
                    <a:pt x="6601" y="1103"/>
                    <a:pt x="1077" y="-1379"/>
                    <a:pt x="61" y="1103"/>
                  </a:cubicBezTo>
                  <a:cubicBezTo>
                    <a:pt x="-256" y="2189"/>
                    <a:pt x="695" y="3809"/>
                    <a:pt x="2346" y="4672"/>
                  </a:cubicBezTo>
                  <a:lnTo>
                    <a:pt x="5394" y="6298"/>
                  </a:lnTo>
                  <a:cubicBezTo>
                    <a:pt x="9269" y="8349"/>
                    <a:pt x="10919" y="2405"/>
                    <a:pt x="6601" y="996"/>
                  </a:cubicBezTo>
                  <a:lnTo>
                    <a:pt x="6601" y="1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E7868C31-AF6C-8F9B-7A1C-A41766314174}"/>
                </a:ext>
              </a:extLst>
            </p:cNvPr>
            <p:cNvSpPr/>
            <p:nvPr/>
          </p:nvSpPr>
          <p:spPr>
            <a:xfrm>
              <a:off x="9255291" y="5182886"/>
              <a:ext cx="9386" cy="5350"/>
            </a:xfrm>
            <a:custGeom>
              <a:avLst/>
              <a:gdLst>
                <a:gd name="csX0" fmla="*/ 7365 w 10825"/>
                <a:gd name="csY0" fmla="*/ 92 h 6170"/>
                <a:gd name="csX1" fmla="*/ 125 w 10825"/>
                <a:gd name="csY1" fmla="*/ 2797 h 6170"/>
                <a:gd name="csX2" fmla="*/ 2538 w 10825"/>
                <a:gd name="csY2" fmla="*/ 5718 h 6170"/>
                <a:gd name="csX3" fmla="*/ 7492 w 10825"/>
                <a:gd name="csY3" fmla="*/ 6150 h 6170"/>
                <a:gd name="csX4" fmla="*/ 7492 w 10825"/>
                <a:gd name="csY4" fmla="*/ 92 h 6170"/>
                <a:gd name="csX5" fmla="*/ 7365 w 10825"/>
                <a:gd name="csY5" fmla="*/ 92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6170">
                  <a:moveTo>
                    <a:pt x="7365" y="92"/>
                  </a:moveTo>
                  <a:cubicBezTo>
                    <a:pt x="7365" y="92"/>
                    <a:pt x="1459" y="-772"/>
                    <a:pt x="125" y="2797"/>
                  </a:cubicBezTo>
                  <a:cubicBezTo>
                    <a:pt x="-382" y="4315"/>
                    <a:pt x="697" y="5610"/>
                    <a:pt x="2538" y="5718"/>
                  </a:cubicBezTo>
                  <a:lnTo>
                    <a:pt x="7492" y="6150"/>
                  </a:lnTo>
                  <a:cubicBezTo>
                    <a:pt x="11936" y="6582"/>
                    <a:pt x="11936" y="92"/>
                    <a:pt x="7492" y="92"/>
                  </a:cubicBezTo>
                  <a:lnTo>
                    <a:pt x="7365" y="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C1B83DEB-01ED-5272-7EBD-01D23D163B05}"/>
                </a:ext>
              </a:extLst>
            </p:cNvPr>
            <p:cNvSpPr/>
            <p:nvPr/>
          </p:nvSpPr>
          <p:spPr>
            <a:xfrm>
              <a:off x="9316995" y="4932745"/>
              <a:ext cx="337871" cy="282574"/>
            </a:xfrm>
            <a:custGeom>
              <a:avLst/>
              <a:gdLst>
                <a:gd name="csX0" fmla="*/ 381719 w 389656"/>
                <a:gd name="csY0" fmla="*/ 235478 h 325883"/>
                <a:gd name="csX1" fmla="*/ 389657 w 389656"/>
                <a:gd name="csY1" fmla="*/ 221959 h 325883"/>
                <a:gd name="csX2" fmla="*/ 389657 w 389656"/>
                <a:gd name="csY2" fmla="*/ 83218 h 325883"/>
                <a:gd name="csX3" fmla="*/ 379116 w 389656"/>
                <a:gd name="csY3" fmla="*/ 80411 h 325883"/>
                <a:gd name="csX4" fmla="*/ 372639 w 389656"/>
                <a:gd name="csY4" fmla="*/ 74785 h 325883"/>
                <a:gd name="csX5" fmla="*/ 338857 w 389656"/>
                <a:gd name="csY5" fmla="*/ 72296 h 325883"/>
                <a:gd name="csX6" fmla="*/ 267546 w 389656"/>
                <a:gd name="csY6" fmla="*/ 42019 h 325883"/>
                <a:gd name="csX7" fmla="*/ 246528 w 389656"/>
                <a:gd name="csY7" fmla="*/ 52077 h 325883"/>
                <a:gd name="csX8" fmla="*/ 244623 w 389656"/>
                <a:gd name="csY8" fmla="*/ 63971 h 325883"/>
                <a:gd name="csX9" fmla="*/ 230082 w 389656"/>
                <a:gd name="csY9" fmla="*/ 69921 h 325883"/>
                <a:gd name="csX10" fmla="*/ 213191 w 389656"/>
                <a:gd name="csY10" fmla="*/ 74137 h 325883"/>
                <a:gd name="csX11" fmla="*/ 208682 w 389656"/>
                <a:gd name="csY11" fmla="*/ 85275 h 325883"/>
                <a:gd name="csX12" fmla="*/ 200109 w 389656"/>
                <a:gd name="csY12" fmla="*/ 91873 h 325883"/>
                <a:gd name="csX13" fmla="*/ 179662 w 389656"/>
                <a:gd name="csY13" fmla="*/ 111552 h 325883"/>
                <a:gd name="csX14" fmla="*/ 159088 w 389656"/>
                <a:gd name="csY14" fmla="*/ 104414 h 325883"/>
                <a:gd name="csX15" fmla="*/ 154961 w 389656"/>
                <a:gd name="csY15" fmla="*/ 95981 h 325883"/>
                <a:gd name="csX16" fmla="*/ 149373 w 389656"/>
                <a:gd name="csY16" fmla="*/ 79001 h 325883"/>
                <a:gd name="csX17" fmla="*/ 144674 w 389656"/>
                <a:gd name="csY17" fmla="*/ 78785 h 325883"/>
                <a:gd name="csX18" fmla="*/ 143721 w 389656"/>
                <a:gd name="csY18" fmla="*/ 91117 h 325883"/>
                <a:gd name="csX19" fmla="*/ 131466 w 389656"/>
                <a:gd name="csY19" fmla="*/ 63863 h 325883"/>
                <a:gd name="csX20" fmla="*/ 131910 w 389656"/>
                <a:gd name="csY20" fmla="*/ 51754 h 325883"/>
                <a:gd name="csX21" fmla="*/ 134069 w 389656"/>
                <a:gd name="csY21" fmla="*/ 32939 h 325883"/>
                <a:gd name="csX22" fmla="*/ 128545 w 389656"/>
                <a:gd name="csY22" fmla="*/ 21585 h 325883"/>
                <a:gd name="csX23" fmla="*/ 129244 w 389656"/>
                <a:gd name="csY23" fmla="*/ 20823 h 325883"/>
                <a:gd name="csX24" fmla="*/ 122195 w 389656"/>
                <a:gd name="csY24" fmla="*/ 13037 h 325883"/>
                <a:gd name="csX25" fmla="*/ 102129 w 389656"/>
                <a:gd name="csY25" fmla="*/ 12282 h 325883"/>
                <a:gd name="csX26" fmla="*/ 77173 w 389656"/>
                <a:gd name="csY26" fmla="*/ 65 h 325883"/>
                <a:gd name="csX27" fmla="*/ 58758 w 389656"/>
                <a:gd name="csY27" fmla="*/ 2223 h 325883"/>
                <a:gd name="csX28" fmla="*/ 43265 w 389656"/>
                <a:gd name="csY28" fmla="*/ 13253 h 325883"/>
                <a:gd name="csX29" fmla="*/ 26691 w 389656"/>
                <a:gd name="csY29" fmla="*/ 18987 h 325883"/>
                <a:gd name="csX30" fmla="*/ 20849 w 389656"/>
                <a:gd name="csY30" fmla="*/ 31313 h 325883"/>
                <a:gd name="csX31" fmla="*/ 20214 w 389656"/>
                <a:gd name="csY31" fmla="*/ 31313 h 325883"/>
                <a:gd name="csX32" fmla="*/ 11260 w 389656"/>
                <a:gd name="csY32" fmla="*/ 20715 h 325883"/>
                <a:gd name="csX33" fmla="*/ 719 w 389656"/>
                <a:gd name="csY33" fmla="*/ 25369 h 325883"/>
                <a:gd name="csX34" fmla="*/ 17547 w 389656"/>
                <a:gd name="csY34" fmla="*/ 41695 h 325883"/>
                <a:gd name="csX35" fmla="*/ 48154 w 389656"/>
                <a:gd name="csY35" fmla="*/ 48185 h 325883"/>
                <a:gd name="csX36" fmla="*/ 63966 w 389656"/>
                <a:gd name="csY36" fmla="*/ 69597 h 325883"/>
                <a:gd name="csX37" fmla="*/ 115908 w 389656"/>
                <a:gd name="csY37" fmla="*/ 69597 h 325883"/>
                <a:gd name="csX38" fmla="*/ 118639 w 389656"/>
                <a:gd name="csY38" fmla="*/ 72842 h 325883"/>
                <a:gd name="csX39" fmla="*/ 113115 w 389656"/>
                <a:gd name="csY39" fmla="*/ 82462 h 325883"/>
                <a:gd name="csX40" fmla="*/ 95461 w 389656"/>
                <a:gd name="csY40" fmla="*/ 78138 h 325883"/>
                <a:gd name="csX41" fmla="*/ 75522 w 389656"/>
                <a:gd name="csY41" fmla="*/ 89060 h 325883"/>
                <a:gd name="csX42" fmla="*/ 61553 w 389656"/>
                <a:gd name="csY42" fmla="*/ 84844 h 325883"/>
                <a:gd name="csX43" fmla="*/ 52155 w 389656"/>
                <a:gd name="csY43" fmla="*/ 93492 h 325883"/>
                <a:gd name="csX44" fmla="*/ 52472 w 389656"/>
                <a:gd name="csY44" fmla="*/ 94032 h 325883"/>
                <a:gd name="csX45" fmla="*/ 68410 w 389656"/>
                <a:gd name="csY45" fmla="*/ 99334 h 325883"/>
                <a:gd name="csX46" fmla="*/ 84095 w 389656"/>
                <a:gd name="csY46" fmla="*/ 115012 h 325883"/>
                <a:gd name="csX47" fmla="*/ 83523 w 389656"/>
                <a:gd name="csY47" fmla="*/ 118905 h 325883"/>
                <a:gd name="csX48" fmla="*/ 82761 w 389656"/>
                <a:gd name="csY48" fmla="*/ 119229 h 325883"/>
                <a:gd name="csX49" fmla="*/ 80920 w 389656"/>
                <a:gd name="csY49" fmla="*/ 123991 h 325883"/>
                <a:gd name="csX50" fmla="*/ 89683 w 389656"/>
                <a:gd name="csY50" fmla="*/ 137936 h 325883"/>
                <a:gd name="csX51" fmla="*/ 104415 w 389656"/>
                <a:gd name="csY51" fmla="*/ 129719 h 325883"/>
                <a:gd name="csX52" fmla="*/ 106066 w 389656"/>
                <a:gd name="csY52" fmla="*/ 121826 h 325883"/>
                <a:gd name="csX53" fmla="*/ 115273 w 389656"/>
                <a:gd name="csY53" fmla="*/ 115768 h 325883"/>
                <a:gd name="csX54" fmla="*/ 138387 w 389656"/>
                <a:gd name="csY54" fmla="*/ 133396 h 325883"/>
                <a:gd name="csX55" fmla="*/ 150643 w 389656"/>
                <a:gd name="csY55" fmla="*/ 135345 h 325883"/>
                <a:gd name="csX56" fmla="*/ 153564 w 389656"/>
                <a:gd name="csY56" fmla="*/ 142482 h 325883"/>
                <a:gd name="csX57" fmla="*/ 173694 w 389656"/>
                <a:gd name="csY57" fmla="*/ 151779 h 325883"/>
                <a:gd name="csX58" fmla="*/ 204237 w 389656"/>
                <a:gd name="csY58" fmla="*/ 155024 h 325883"/>
                <a:gd name="csX59" fmla="*/ 272309 w 389656"/>
                <a:gd name="csY59" fmla="*/ 186170 h 325883"/>
                <a:gd name="csX60" fmla="*/ 291169 w 389656"/>
                <a:gd name="csY60" fmla="*/ 213094 h 325883"/>
                <a:gd name="csX61" fmla="*/ 294280 w 389656"/>
                <a:gd name="csY61" fmla="*/ 223908 h 325883"/>
                <a:gd name="csX62" fmla="*/ 304249 w 389656"/>
                <a:gd name="csY62" fmla="*/ 237421 h 325883"/>
                <a:gd name="csX63" fmla="*/ 299932 w 389656"/>
                <a:gd name="csY63" fmla="*/ 245536 h 325883"/>
                <a:gd name="csX64" fmla="*/ 312378 w 389656"/>
                <a:gd name="csY64" fmla="*/ 256675 h 325883"/>
                <a:gd name="csX65" fmla="*/ 285961 w 389656"/>
                <a:gd name="csY65" fmla="*/ 264675 h 325883"/>
                <a:gd name="csX66" fmla="*/ 265578 w 389656"/>
                <a:gd name="csY66" fmla="*/ 297549 h 325883"/>
                <a:gd name="csX67" fmla="*/ 305964 w 389656"/>
                <a:gd name="csY67" fmla="*/ 298629 h 325883"/>
                <a:gd name="csX68" fmla="*/ 309647 w 389656"/>
                <a:gd name="csY68" fmla="*/ 295384 h 325883"/>
                <a:gd name="csX69" fmla="*/ 309647 w 389656"/>
                <a:gd name="csY69" fmla="*/ 294520 h 325883"/>
                <a:gd name="csX70" fmla="*/ 313012 w 389656"/>
                <a:gd name="csY70" fmla="*/ 289656 h 325883"/>
                <a:gd name="csX71" fmla="*/ 325205 w 389656"/>
                <a:gd name="csY71" fmla="*/ 286951 h 325883"/>
                <a:gd name="csX72" fmla="*/ 331808 w 389656"/>
                <a:gd name="csY72" fmla="*/ 289440 h 325883"/>
                <a:gd name="csX73" fmla="*/ 347620 w 389656"/>
                <a:gd name="csY73" fmla="*/ 287059 h 325883"/>
                <a:gd name="csX74" fmla="*/ 389403 w 389656"/>
                <a:gd name="csY74" fmla="*/ 325883 h 325883"/>
                <a:gd name="csX75" fmla="*/ 389403 w 389656"/>
                <a:gd name="csY75" fmla="*/ 245645 h 325883"/>
                <a:gd name="csX76" fmla="*/ 381529 w 389656"/>
                <a:gd name="csY76" fmla="*/ 235694 h 325883"/>
                <a:gd name="csX77" fmla="*/ 381719 w 389656"/>
                <a:gd name="csY77" fmla="*/ 235478 h 325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389656" h="325883">
                  <a:moveTo>
                    <a:pt x="381719" y="235478"/>
                  </a:moveTo>
                  <a:lnTo>
                    <a:pt x="389657" y="221959"/>
                  </a:lnTo>
                  <a:lnTo>
                    <a:pt x="389657" y="83218"/>
                  </a:lnTo>
                  <a:cubicBezTo>
                    <a:pt x="386292" y="83218"/>
                    <a:pt x="381275" y="84304"/>
                    <a:pt x="379116" y="80411"/>
                  </a:cubicBezTo>
                  <a:cubicBezTo>
                    <a:pt x="378608" y="79757"/>
                    <a:pt x="377084" y="74893"/>
                    <a:pt x="372639" y="74785"/>
                  </a:cubicBezTo>
                  <a:cubicBezTo>
                    <a:pt x="343937" y="73814"/>
                    <a:pt x="342857" y="74029"/>
                    <a:pt x="338857" y="72296"/>
                  </a:cubicBezTo>
                  <a:cubicBezTo>
                    <a:pt x="270341" y="40724"/>
                    <a:pt x="272119" y="39860"/>
                    <a:pt x="267546" y="42019"/>
                  </a:cubicBezTo>
                  <a:lnTo>
                    <a:pt x="246528" y="52077"/>
                  </a:lnTo>
                  <a:cubicBezTo>
                    <a:pt x="240622" y="54890"/>
                    <a:pt x="250465" y="60942"/>
                    <a:pt x="244623" y="63971"/>
                  </a:cubicBezTo>
                  <a:cubicBezTo>
                    <a:pt x="238781" y="67000"/>
                    <a:pt x="234654" y="69705"/>
                    <a:pt x="230082" y="69921"/>
                  </a:cubicBezTo>
                  <a:cubicBezTo>
                    <a:pt x="221572" y="71108"/>
                    <a:pt x="214207" y="68835"/>
                    <a:pt x="213191" y="74137"/>
                  </a:cubicBezTo>
                  <a:cubicBezTo>
                    <a:pt x="212365" y="77166"/>
                    <a:pt x="212873" y="82570"/>
                    <a:pt x="208682" y="85275"/>
                  </a:cubicBezTo>
                  <a:cubicBezTo>
                    <a:pt x="205951" y="87002"/>
                    <a:pt x="202586" y="88844"/>
                    <a:pt x="200109" y="91873"/>
                  </a:cubicBezTo>
                  <a:cubicBezTo>
                    <a:pt x="184933" y="109824"/>
                    <a:pt x="183981" y="112307"/>
                    <a:pt x="179662" y="111552"/>
                  </a:cubicBezTo>
                  <a:cubicBezTo>
                    <a:pt x="163407" y="108415"/>
                    <a:pt x="159723" y="108846"/>
                    <a:pt x="159088" y="104414"/>
                  </a:cubicBezTo>
                  <a:cubicBezTo>
                    <a:pt x="158326" y="101931"/>
                    <a:pt x="158961" y="94794"/>
                    <a:pt x="154961" y="95981"/>
                  </a:cubicBezTo>
                  <a:cubicBezTo>
                    <a:pt x="149373" y="97709"/>
                    <a:pt x="154961" y="83218"/>
                    <a:pt x="149373" y="79001"/>
                  </a:cubicBezTo>
                  <a:cubicBezTo>
                    <a:pt x="148674" y="78785"/>
                    <a:pt x="144483" y="74461"/>
                    <a:pt x="144674" y="78785"/>
                  </a:cubicBezTo>
                  <a:cubicBezTo>
                    <a:pt x="144992" y="87764"/>
                    <a:pt x="146007" y="95225"/>
                    <a:pt x="143721" y="91117"/>
                  </a:cubicBezTo>
                  <a:cubicBezTo>
                    <a:pt x="131910" y="69597"/>
                    <a:pt x="130323" y="67971"/>
                    <a:pt x="131466" y="63863"/>
                  </a:cubicBezTo>
                  <a:cubicBezTo>
                    <a:pt x="132037" y="60402"/>
                    <a:pt x="135911" y="54459"/>
                    <a:pt x="131910" y="51754"/>
                  </a:cubicBezTo>
                  <a:cubicBezTo>
                    <a:pt x="125878" y="47753"/>
                    <a:pt x="139149" y="38666"/>
                    <a:pt x="134069" y="32939"/>
                  </a:cubicBezTo>
                  <a:cubicBezTo>
                    <a:pt x="131720" y="29370"/>
                    <a:pt x="125116" y="25369"/>
                    <a:pt x="128545" y="21585"/>
                  </a:cubicBezTo>
                  <a:lnTo>
                    <a:pt x="129244" y="20823"/>
                  </a:lnTo>
                  <a:cubicBezTo>
                    <a:pt x="132228" y="17470"/>
                    <a:pt x="126704" y="12822"/>
                    <a:pt x="122195" y="13037"/>
                  </a:cubicBezTo>
                  <a:cubicBezTo>
                    <a:pt x="112225" y="13577"/>
                    <a:pt x="106257" y="14663"/>
                    <a:pt x="102129" y="12282"/>
                  </a:cubicBezTo>
                  <a:cubicBezTo>
                    <a:pt x="83523" y="1684"/>
                    <a:pt x="81619" y="65"/>
                    <a:pt x="77173" y="65"/>
                  </a:cubicBezTo>
                  <a:cubicBezTo>
                    <a:pt x="66569" y="65"/>
                    <a:pt x="62124" y="-583"/>
                    <a:pt x="58758" y="2223"/>
                  </a:cubicBezTo>
                  <a:cubicBezTo>
                    <a:pt x="51583" y="8389"/>
                    <a:pt x="47900" y="12606"/>
                    <a:pt x="43265" y="13253"/>
                  </a:cubicBezTo>
                  <a:cubicBezTo>
                    <a:pt x="30819" y="15311"/>
                    <a:pt x="27580" y="14879"/>
                    <a:pt x="26691" y="18987"/>
                  </a:cubicBezTo>
                  <a:cubicBezTo>
                    <a:pt x="25231" y="23420"/>
                    <a:pt x="26056" y="30449"/>
                    <a:pt x="20849" y="31313"/>
                  </a:cubicBezTo>
                  <a:lnTo>
                    <a:pt x="20214" y="31313"/>
                  </a:lnTo>
                  <a:cubicBezTo>
                    <a:pt x="13293" y="32507"/>
                    <a:pt x="18182" y="19527"/>
                    <a:pt x="11260" y="20715"/>
                  </a:cubicBezTo>
                  <a:cubicBezTo>
                    <a:pt x="7006" y="21909"/>
                    <a:pt x="-2709" y="21254"/>
                    <a:pt x="719" y="25369"/>
                  </a:cubicBezTo>
                  <a:cubicBezTo>
                    <a:pt x="12657" y="39314"/>
                    <a:pt x="13293" y="41155"/>
                    <a:pt x="17547" y="41695"/>
                  </a:cubicBezTo>
                  <a:cubicBezTo>
                    <a:pt x="43709" y="44940"/>
                    <a:pt x="45868" y="44400"/>
                    <a:pt x="48154" y="48185"/>
                  </a:cubicBezTo>
                  <a:cubicBezTo>
                    <a:pt x="57869" y="65051"/>
                    <a:pt x="59203" y="69597"/>
                    <a:pt x="63966" y="69597"/>
                  </a:cubicBezTo>
                  <a:lnTo>
                    <a:pt x="115908" y="69597"/>
                  </a:lnTo>
                  <a:cubicBezTo>
                    <a:pt x="117750" y="69597"/>
                    <a:pt x="118957" y="71000"/>
                    <a:pt x="118639" y="72842"/>
                  </a:cubicBezTo>
                  <a:cubicBezTo>
                    <a:pt x="117306" y="76188"/>
                    <a:pt x="117941" y="83764"/>
                    <a:pt x="113115" y="82462"/>
                  </a:cubicBezTo>
                  <a:lnTo>
                    <a:pt x="95461" y="78138"/>
                  </a:lnTo>
                  <a:cubicBezTo>
                    <a:pt x="87524" y="76195"/>
                    <a:pt x="82381" y="92628"/>
                    <a:pt x="75522" y="89060"/>
                  </a:cubicBezTo>
                  <a:cubicBezTo>
                    <a:pt x="70887" y="87110"/>
                    <a:pt x="66251" y="82462"/>
                    <a:pt x="61553" y="84844"/>
                  </a:cubicBezTo>
                  <a:cubicBezTo>
                    <a:pt x="57679" y="87548"/>
                    <a:pt x="49551" y="88952"/>
                    <a:pt x="52155" y="93492"/>
                  </a:cubicBezTo>
                  <a:lnTo>
                    <a:pt x="52472" y="94032"/>
                  </a:lnTo>
                  <a:cubicBezTo>
                    <a:pt x="55965" y="99874"/>
                    <a:pt x="63331" y="94140"/>
                    <a:pt x="68410" y="99334"/>
                  </a:cubicBezTo>
                  <a:lnTo>
                    <a:pt x="84095" y="115012"/>
                  </a:lnTo>
                  <a:cubicBezTo>
                    <a:pt x="85365" y="116307"/>
                    <a:pt x="85047" y="118041"/>
                    <a:pt x="83523" y="118905"/>
                  </a:cubicBezTo>
                  <a:lnTo>
                    <a:pt x="82761" y="119229"/>
                  </a:lnTo>
                  <a:cubicBezTo>
                    <a:pt x="81174" y="120092"/>
                    <a:pt x="80285" y="122258"/>
                    <a:pt x="80920" y="123991"/>
                  </a:cubicBezTo>
                  <a:cubicBezTo>
                    <a:pt x="84285" y="131014"/>
                    <a:pt x="84412" y="139561"/>
                    <a:pt x="89683" y="137936"/>
                  </a:cubicBezTo>
                  <a:cubicBezTo>
                    <a:pt x="97049" y="134805"/>
                    <a:pt x="104859" y="135129"/>
                    <a:pt x="104415" y="129719"/>
                  </a:cubicBezTo>
                  <a:cubicBezTo>
                    <a:pt x="104415" y="128963"/>
                    <a:pt x="103335" y="125179"/>
                    <a:pt x="106066" y="121826"/>
                  </a:cubicBezTo>
                  <a:cubicBezTo>
                    <a:pt x="108669" y="119445"/>
                    <a:pt x="111591" y="112415"/>
                    <a:pt x="115273" y="115768"/>
                  </a:cubicBezTo>
                  <a:cubicBezTo>
                    <a:pt x="132482" y="131452"/>
                    <a:pt x="133879" y="133935"/>
                    <a:pt x="138387" y="133396"/>
                  </a:cubicBezTo>
                  <a:cubicBezTo>
                    <a:pt x="142959" y="133396"/>
                    <a:pt x="150643" y="130043"/>
                    <a:pt x="150643" y="135345"/>
                  </a:cubicBezTo>
                  <a:cubicBezTo>
                    <a:pt x="150770" y="135993"/>
                    <a:pt x="149881" y="140425"/>
                    <a:pt x="153564" y="142482"/>
                  </a:cubicBezTo>
                  <a:cubicBezTo>
                    <a:pt x="164042" y="148210"/>
                    <a:pt x="168931" y="151455"/>
                    <a:pt x="173694" y="151779"/>
                  </a:cubicBezTo>
                  <a:cubicBezTo>
                    <a:pt x="196236" y="153404"/>
                    <a:pt x="199982" y="153182"/>
                    <a:pt x="204237" y="155024"/>
                  </a:cubicBezTo>
                  <a:cubicBezTo>
                    <a:pt x="265832" y="181840"/>
                    <a:pt x="268944" y="181840"/>
                    <a:pt x="272309" y="186170"/>
                  </a:cubicBezTo>
                  <a:cubicBezTo>
                    <a:pt x="287994" y="206065"/>
                    <a:pt x="290724" y="208446"/>
                    <a:pt x="291169" y="213094"/>
                  </a:cubicBezTo>
                  <a:cubicBezTo>
                    <a:pt x="291549" y="215469"/>
                    <a:pt x="290724" y="220555"/>
                    <a:pt x="294280" y="223908"/>
                  </a:cubicBezTo>
                  <a:cubicBezTo>
                    <a:pt x="303360" y="232233"/>
                    <a:pt x="307615" y="234506"/>
                    <a:pt x="304249" y="237421"/>
                  </a:cubicBezTo>
                  <a:cubicBezTo>
                    <a:pt x="302598" y="239371"/>
                    <a:pt x="295550" y="242939"/>
                    <a:pt x="299932" y="245536"/>
                  </a:cubicBezTo>
                  <a:cubicBezTo>
                    <a:pt x="306599" y="250400"/>
                    <a:pt x="315298" y="252458"/>
                    <a:pt x="312378" y="256675"/>
                  </a:cubicBezTo>
                  <a:cubicBezTo>
                    <a:pt x="307806" y="262942"/>
                    <a:pt x="290470" y="258294"/>
                    <a:pt x="285961" y="264675"/>
                  </a:cubicBezTo>
                  <a:cubicBezTo>
                    <a:pt x="264625" y="294197"/>
                    <a:pt x="260625" y="297441"/>
                    <a:pt x="265578" y="297549"/>
                  </a:cubicBezTo>
                  <a:lnTo>
                    <a:pt x="305964" y="298629"/>
                  </a:lnTo>
                  <a:cubicBezTo>
                    <a:pt x="307806" y="298629"/>
                    <a:pt x="309457" y="297226"/>
                    <a:pt x="309647" y="295384"/>
                  </a:cubicBezTo>
                  <a:lnTo>
                    <a:pt x="309647" y="294520"/>
                  </a:lnTo>
                  <a:cubicBezTo>
                    <a:pt x="309837" y="292685"/>
                    <a:pt x="311361" y="290520"/>
                    <a:pt x="313012" y="289656"/>
                  </a:cubicBezTo>
                  <a:cubicBezTo>
                    <a:pt x="316695" y="288247"/>
                    <a:pt x="321648" y="283274"/>
                    <a:pt x="325205" y="286951"/>
                  </a:cubicBezTo>
                  <a:cubicBezTo>
                    <a:pt x="325776" y="287275"/>
                    <a:pt x="327935" y="290844"/>
                    <a:pt x="331808" y="289440"/>
                  </a:cubicBezTo>
                  <a:cubicBezTo>
                    <a:pt x="338222" y="287815"/>
                    <a:pt x="343746" y="283490"/>
                    <a:pt x="347620" y="287059"/>
                  </a:cubicBezTo>
                  <a:cubicBezTo>
                    <a:pt x="374354" y="311932"/>
                    <a:pt x="384450" y="321883"/>
                    <a:pt x="389403" y="325883"/>
                  </a:cubicBezTo>
                  <a:lnTo>
                    <a:pt x="389403" y="245645"/>
                  </a:lnTo>
                  <a:lnTo>
                    <a:pt x="381529" y="235694"/>
                  </a:lnTo>
                  <a:lnTo>
                    <a:pt x="381719" y="235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FB4E134E-BEFB-F75F-D291-554D2D4EEBC9}"/>
                </a:ext>
              </a:extLst>
            </p:cNvPr>
            <p:cNvSpPr/>
            <p:nvPr/>
          </p:nvSpPr>
          <p:spPr>
            <a:xfrm>
              <a:off x="8611444" y="4794681"/>
              <a:ext cx="328144" cy="259076"/>
            </a:xfrm>
            <a:custGeom>
              <a:avLst/>
              <a:gdLst>
                <a:gd name="csX0" fmla="*/ 20976 w 378438"/>
                <a:gd name="csY0" fmla="*/ 70180 h 298784"/>
                <a:gd name="csX1" fmla="*/ 16213 w 378438"/>
                <a:gd name="csY1" fmla="*/ 73749 h 298784"/>
                <a:gd name="csX2" fmla="*/ 84 w 378438"/>
                <a:gd name="csY2" fmla="*/ 111385 h 298784"/>
                <a:gd name="csX3" fmla="*/ 3195 w 378438"/>
                <a:gd name="csY3" fmla="*/ 132690 h 298784"/>
                <a:gd name="csX4" fmla="*/ 10752 w 378438"/>
                <a:gd name="csY4" fmla="*/ 138741 h 298784"/>
                <a:gd name="csX5" fmla="*/ 10054 w 378438"/>
                <a:gd name="csY5" fmla="*/ 152800 h 298784"/>
                <a:gd name="csX6" fmla="*/ 7450 w 378438"/>
                <a:gd name="csY6" fmla="*/ 160801 h 298784"/>
                <a:gd name="csX7" fmla="*/ 15769 w 378438"/>
                <a:gd name="csY7" fmla="*/ 175076 h 298784"/>
                <a:gd name="csX8" fmla="*/ 17801 w 378438"/>
                <a:gd name="csY8" fmla="*/ 175076 h 298784"/>
                <a:gd name="csX9" fmla="*/ 23135 w 378438"/>
                <a:gd name="csY9" fmla="*/ 181458 h 298784"/>
                <a:gd name="csX10" fmla="*/ 19134 w 378438"/>
                <a:gd name="csY10" fmla="*/ 187623 h 298784"/>
                <a:gd name="csX11" fmla="*/ 22119 w 378438"/>
                <a:gd name="csY11" fmla="*/ 192919 h 298784"/>
                <a:gd name="csX12" fmla="*/ 37169 w 378438"/>
                <a:gd name="csY12" fmla="*/ 187623 h 298784"/>
                <a:gd name="csX13" fmla="*/ 43137 w 378438"/>
                <a:gd name="csY13" fmla="*/ 198653 h 298784"/>
                <a:gd name="csX14" fmla="*/ 39772 w 378438"/>
                <a:gd name="csY14" fmla="*/ 208921 h 298784"/>
                <a:gd name="csX15" fmla="*/ 38820 w 378438"/>
                <a:gd name="csY15" fmla="*/ 209791 h 298784"/>
                <a:gd name="csX16" fmla="*/ 36978 w 378438"/>
                <a:gd name="csY16" fmla="*/ 214331 h 298784"/>
                <a:gd name="csX17" fmla="*/ 41740 w 378438"/>
                <a:gd name="csY17" fmla="*/ 217469 h 298784"/>
                <a:gd name="csX18" fmla="*/ 45614 w 378438"/>
                <a:gd name="csY18" fmla="*/ 221469 h 298784"/>
                <a:gd name="csX19" fmla="*/ 50948 w 378438"/>
                <a:gd name="csY19" fmla="*/ 251746 h 298784"/>
                <a:gd name="csX20" fmla="*/ 54504 w 378438"/>
                <a:gd name="csY20" fmla="*/ 253587 h 298784"/>
                <a:gd name="csX21" fmla="*/ 63902 w 378438"/>
                <a:gd name="csY21" fmla="*/ 249688 h 298784"/>
                <a:gd name="csX22" fmla="*/ 65426 w 378438"/>
                <a:gd name="csY22" fmla="*/ 253149 h 298784"/>
                <a:gd name="csX23" fmla="*/ 70443 w 378438"/>
                <a:gd name="csY23" fmla="*/ 256286 h 298784"/>
                <a:gd name="csX24" fmla="*/ 78888 w 378438"/>
                <a:gd name="csY24" fmla="*/ 256934 h 298784"/>
                <a:gd name="csX25" fmla="*/ 88032 w 378438"/>
                <a:gd name="csY25" fmla="*/ 253587 h 298784"/>
                <a:gd name="csX26" fmla="*/ 93810 w 378438"/>
                <a:gd name="csY26" fmla="*/ 253587 h 298784"/>
                <a:gd name="csX27" fmla="*/ 96477 w 378438"/>
                <a:gd name="csY27" fmla="*/ 255207 h 298784"/>
                <a:gd name="csX28" fmla="*/ 102129 w 378438"/>
                <a:gd name="csY28" fmla="*/ 254343 h 298784"/>
                <a:gd name="csX29" fmla="*/ 107781 w 378438"/>
                <a:gd name="csY29" fmla="*/ 254343 h 298784"/>
                <a:gd name="csX30" fmla="*/ 110130 w 378438"/>
                <a:gd name="csY30" fmla="*/ 259639 h 298784"/>
                <a:gd name="csX31" fmla="*/ 108606 w 378438"/>
                <a:gd name="csY31" fmla="*/ 274129 h 298784"/>
                <a:gd name="csX32" fmla="*/ 116544 w 378438"/>
                <a:gd name="csY32" fmla="*/ 275209 h 298784"/>
                <a:gd name="csX33" fmla="*/ 128227 w 378438"/>
                <a:gd name="csY33" fmla="*/ 269049 h 298784"/>
                <a:gd name="csX34" fmla="*/ 140420 w 378438"/>
                <a:gd name="csY34" fmla="*/ 271316 h 298784"/>
                <a:gd name="csX35" fmla="*/ 150707 w 378438"/>
                <a:gd name="csY35" fmla="*/ 261264 h 298784"/>
                <a:gd name="csX36" fmla="*/ 160232 w 378438"/>
                <a:gd name="csY36" fmla="*/ 259531 h 298784"/>
                <a:gd name="csX37" fmla="*/ 170455 w 378438"/>
                <a:gd name="csY37" fmla="*/ 264401 h 298784"/>
                <a:gd name="csX38" fmla="*/ 171090 w 378438"/>
                <a:gd name="csY38" fmla="*/ 263639 h 298784"/>
                <a:gd name="csX39" fmla="*/ 177440 w 378438"/>
                <a:gd name="csY39" fmla="*/ 267856 h 298784"/>
                <a:gd name="csX40" fmla="*/ 178900 w 378438"/>
                <a:gd name="csY40" fmla="*/ 273914 h 298784"/>
                <a:gd name="csX41" fmla="*/ 187283 w 378438"/>
                <a:gd name="csY41" fmla="*/ 272078 h 298784"/>
                <a:gd name="csX42" fmla="*/ 195220 w 378438"/>
                <a:gd name="csY42" fmla="*/ 269589 h 298784"/>
                <a:gd name="csX43" fmla="*/ 213825 w 378438"/>
                <a:gd name="csY43" fmla="*/ 280727 h 298784"/>
                <a:gd name="csX44" fmla="*/ 214905 w 378438"/>
                <a:gd name="csY44" fmla="*/ 296513 h 298784"/>
                <a:gd name="csX45" fmla="*/ 218271 w 378438"/>
                <a:gd name="csY45" fmla="*/ 298571 h 298784"/>
                <a:gd name="csX46" fmla="*/ 268689 w 378438"/>
                <a:gd name="csY46" fmla="*/ 267316 h 298784"/>
                <a:gd name="csX47" fmla="*/ 280056 w 378438"/>
                <a:gd name="csY47" fmla="*/ 248285 h 298784"/>
                <a:gd name="csX48" fmla="*/ 281897 w 378438"/>
                <a:gd name="csY48" fmla="*/ 238119 h 298784"/>
                <a:gd name="csX49" fmla="*/ 287105 w 378438"/>
                <a:gd name="csY49" fmla="*/ 226657 h 298784"/>
                <a:gd name="csX50" fmla="*/ 279611 w 378438"/>
                <a:gd name="csY50" fmla="*/ 212382 h 298784"/>
                <a:gd name="csX51" fmla="*/ 277770 w 378438"/>
                <a:gd name="csY51" fmla="*/ 211303 h 298784"/>
                <a:gd name="csX52" fmla="*/ 277897 w 378438"/>
                <a:gd name="csY52" fmla="*/ 208166 h 298784"/>
                <a:gd name="csX53" fmla="*/ 286596 w 378438"/>
                <a:gd name="csY53" fmla="*/ 200597 h 298784"/>
                <a:gd name="csX54" fmla="*/ 286596 w 378438"/>
                <a:gd name="csY54" fmla="*/ 200381 h 298784"/>
                <a:gd name="csX55" fmla="*/ 302598 w 378438"/>
                <a:gd name="csY55" fmla="*/ 189998 h 298784"/>
                <a:gd name="csX56" fmla="*/ 317076 w 378438"/>
                <a:gd name="csY56" fmla="*/ 175508 h 298784"/>
                <a:gd name="csX57" fmla="*/ 325839 w 378438"/>
                <a:gd name="csY57" fmla="*/ 170212 h 298784"/>
                <a:gd name="csX58" fmla="*/ 324125 w 378438"/>
                <a:gd name="csY58" fmla="*/ 158750 h 298784"/>
                <a:gd name="csX59" fmla="*/ 319553 w 378438"/>
                <a:gd name="csY59" fmla="*/ 151289 h 298784"/>
                <a:gd name="csX60" fmla="*/ 321204 w 378438"/>
                <a:gd name="csY60" fmla="*/ 147066 h 298784"/>
                <a:gd name="csX61" fmla="*/ 324570 w 378438"/>
                <a:gd name="csY61" fmla="*/ 128905 h 298784"/>
                <a:gd name="csX62" fmla="*/ 342731 w 378438"/>
                <a:gd name="csY62" fmla="*/ 111493 h 298784"/>
                <a:gd name="csX63" fmla="*/ 375560 w 378438"/>
                <a:gd name="csY63" fmla="*/ 112033 h 298784"/>
                <a:gd name="csX64" fmla="*/ 376639 w 378438"/>
                <a:gd name="csY64" fmla="*/ 105975 h 298784"/>
                <a:gd name="csX65" fmla="*/ 369337 w 378438"/>
                <a:gd name="csY65" fmla="*/ 101867 h 298784"/>
                <a:gd name="csX66" fmla="*/ 364511 w 378438"/>
                <a:gd name="csY66" fmla="*/ 95053 h 298784"/>
                <a:gd name="csX67" fmla="*/ 336761 w 378438"/>
                <a:gd name="csY67" fmla="*/ 75374 h 298784"/>
                <a:gd name="csX68" fmla="*/ 342286 w 378438"/>
                <a:gd name="csY68" fmla="*/ 60452 h 298784"/>
                <a:gd name="csX69" fmla="*/ 331618 w 378438"/>
                <a:gd name="csY69" fmla="*/ 57315 h 298784"/>
                <a:gd name="csX70" fmla="*/ 323934 w 378438"/>
                <a:gd name="csY70" fmla="*/ 45962 h 298784"/>
                <a:gd name="csX71" fmla="*/ 316886 w 378438"/>
                <a:gd name="csY71" fmla="*/ 43472 h 298784"/>
                <a:gd name="csX72" fmla="*/ 316632 w 378438"/>
                <a:gd name="csY72" fmla="*/ 43256 h 298784"/>
                <a:gd name="csX73" fmla="*/ 327808 w 378438"/>
                <a:gd name="csY73" fmla="*/ 34499 h 298784"/>
                <a:gd name="csX74" fmla="*/ 328887 w 378438"/>
                <a:gd name="csY74" fmla="*/ 27146 h 298784"/>
                <a:gd name="csX75" fmla="*/ 331364 w 378438"/>
                <a:gd name="csY75" fmla="*/ 17088 h 298784"/>
                <a:gd name="csX76" fmla="*/ 323172 w 378438"/>
                <a:gd name="csY76" fmla="*/ 9951 h 298784"/>
                <a:gd name="csX77" fmla="*/ 309710 w 378438"/>
                <a:gd name="csY77" fmla="*/ 0 h 298784"/>
                <a:gd name="csX78" fmla="*/ 263165 w 378438"/>
                <a:gd name="csY78" fmla="*/ 1841 h 298784"/>
                <a:gd name="csX79" fmla="*/ 252116 w 378438"/>
                <a:gd name="csY79" fmla="*/ 16224 h 298784"/>
                <a:gd name="csX80" fmla="*/ 249449 w 378438"/>
                <a:gd name="csY80" fmla="*/ 44990 h 298784"/>
                <a:gd name="csX81" fmla="*/ 237194 w 378438"/>
                <a:gd name="csY81" fmla="*/ 47473 h 298784"/>
                <a:gd name="csX82" fmla="*/ 233447 w 378438"/>
                <a:gd name="csY82" fmla="*/ 53423 h 298784"/>
                <a:gd name="csX83" fmla="*/ 239289 w 378438"/>
                <a:gd name="csY83" fmla="*/ 59150 h 298784"/>
                <a:gd name="csX84" fmla="*/ 221319 w 378438"/>
                <a:gd name="csY84" fmla="*/ 66504 h 298784"/>
                <a:gd name="csX85" fmla="*/ 215858 w 378438"/>
                <a:gd name="csY85" fmla="*/ 91700 h 298784"/>
                <a:gd name="csX86" fmla="*/ 189378 w 378438"/>
                <a:gd name="csY86" fmla="*/ 90405 h 298784"/>
                <a:gd name="csX87" fmla="*/ 178520 w 378438"/>
                <a:gd name="csY87" fmla="*/ 100031 h 298784"/>
                <a:gd name="csX88" fmla="*/ 154199 w 378438"/>
                <a:gd name="csY88" fmla="*/ 86513 h 298784"/>
                <a:gd name="csX89" fmla="*/ 127211 w 378438"/>
                <a:gd name="csY89" fmla="*/ 90189 h 298784"/>
                <a:gd name="csX90" fmla="*/ 118830 w 378438"/>
                <a:gd name="csY90" fmla="*/ 107169 h 298784"/>
                <a:gd name="csX91" fmla="*/ 84730 w 378438"/>
                <a:gd name="csY91" fmla="*/ 104572 h 298784"/>
                <a:gd name="csX92" fmla="*/ 54821 w 378438"/>
                <a:gd name="csY92" fmla="*/ 115602 h 298784"/>
                <a:gd name="csX93" fmla="*/ 22690 w 378438"/>
                <a:gd name="csY93" fmla="*/ 85973 h 298784"/>
                <a:gd name="csX94" fmla="*/ 22690 w 378438"/>
                <a:gd name="csY94" fmla="*/ 69857 h 298784"/>
                <a:gd name="csX95" fmla="*/ 21294 w 378438"/>
                <a:gd name="csY95" fmla="*/ 69964 h 298784"/>
                <a:gd name="csX96" fmla="*/ 20976 w 378438"/>
                <a:gd name="csY96" fmla="*/ 70180 h 298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378438" h="298784">
                  <a:moveTo>
                    <a:pt x="20976" y="70180"/>
                  </a:moveTo>
                  <a:cubicBezTo>
                    <a:pt x="19134" y="70510"/>
                    <a:pt x="16975" y="72130"/>
                    <a:pt x="16213" y="73749"/>
                  </a:cubicBezTo>
                  <a:cubicBezTo>
                    <a:pt x="1037" y="106083"/>
                    <a:pt x="84" y="106731"/>
                    <a:pt x="84" y="111385"/>
                  </a:cubicBezTo>
                  <a:cubicBezTo>
                    <a:pt x="84" y="128683"/>
                    <a:pt x="-804" y="131172"/>
                    <a:pt x="3195" y="132690"/>
                  </a:cubicBezTo>
                  <a:cubicBezTo>
                    <a:pt x="4529" y="133445"/>
                    <a:pt x="10371" y="134093"/>
                    <a:pt x="10752" y="138741"/>
                  </a:cubicBezTo>
                  <a:cubicBezTo>
                    <a:pt x="11451" y="144691"/>
                    <a:pt x="12594" y="149232"/>
                    <a:pt x="10054" y="152800"/>
                  </a:cubicBezTo>
                  <a:cubicBezTo>
                    <a:pt x="9673" y="153556"/>
                    <a:pt x="5990" y="156693"/>
                    <a:pt x="7450" y="160801"/>
                  </a:cubicBezTo>
                  <a:cubicBezTo>
                    <a:pt x="10435" y="167507"/>
                    <a:pt x="10245" y="175184"/>
                    <a:pt x="15769" y="175076"/>
                  </a:cubicBezTo>
                  <a:lnTo>
                    <a:pt x="17801" y="175076"/>
                  </a:lnTo>
                  <a:cubicBezTo>
                    <a:pt x="22245" y="174968"/>
                    <a:pt x="26818" y="178969"/>
                    <a:pt x="23135" y="181458"/>
                  </a:cubicBezTo>
                  <a:cubicBezTo>
                    <a:pt x="22563" y="181997"/>
                    <a:pt x="18881" y="183401"/>
                    <a:pt x="19134" y="187623"/>
                  </a:cubicBezTo>
                  <a:cubicBezTo>
                    <a:pt x="19325" y="188487"/>
                    <a:pt x="18246" y="195193"/>
                    <a:pt x="22119" y="192919"/>
                  </a:cubicBezTo>
                  <a:cubicBezTo>
                    <a:pt x="28659" y="189783"/>
                    <a:pt x="33866" y="183509"/>
                    <a:pt x="37169" y="187623"/>
                  </a:cubicBezTo>
                  <a:cubicBezTo>
                    <a:pt x="39010" y="190430"/>
                    <a:pt x="43709" y="193675"/>
                    <a:pt x="43137" y="198653"/>
                  </a:cubicBezTo>
                  <a:cubicBezTo>
                    <a:pt x="42693" y="200597"/>
                    <a:pt x="43264" y="205677"/>
                    <a:pt x="39772" y="208921"/>
                  </a:cubicBezTo>
                  <a:lnTo>
                    <a:pt x="38820" y="209791"/>
                  </a:lnTo>
                  <a:cubicBezTo>
                    <a:pt x="37486" y="210979"/>
                    <a:pt x="36660" y="213144"/>
                    <a:pt x="36978" y="214331"/>
                  </a:cubicBezTo>
                  <a:cubicBezTo>
                    <a:pt x="37613" y="216929"/>
                    <a:pt x="42248" y="217793"/>
                    <a:pt x="41740" y="217469"/>
                  </a:cubicBezTo>
                  <a:cubicBezTo>
                    <a:pt x="43582" y="217793"/>
                    <a:pt x="45296" y="219628"/>
                    <a:pt x="45614" y="221469"/>
                  </a:cubicBezTo>
                  <a:lnTo>
                    <a:pt x="50948" y="251746"/>
                  </a:lnTo>
                  <a:cubicBezTo>
                    <a:pt x="51265" y="253587"/>
                    <a:pt x="52853" y="254343"/>
                    <a:pt x="54504" y="253587"/>
                  </a:cubicBezTo>
                  <a:cubicBezTo>
                    <a:pt x="54504" y="253587"/>
                    <a:pt x="63902" y="248933"/>
                    <a:pt x="63902" y="249688"/>
                  </a:cubicBezTo>
                  <a:cubicBezTo>
                    <a:pt x="63902" y="250450"/>
                    <a:pt x="65426" y="253149"/>
                    <a:pt x="65426" y="253149"/>
                  </a:cubicBezTo>
                  <a:cubicBezTo>
                    <a:pt x="66315" y="254775"/>
                    <a:pt x="68601" y="256178"/>
                    <a:pt x="70443" y="256286"/>
                  </a:cubicBezTo>
                  <a:lnTo>
                    <a:pt x="78888" y="256934"/>
                  </a:lnTo>
                  <a:cubicBezTo>
                    <a:pt x="83396" y="257264"/>
                    <a:pt x="88603" y="253257"/>
                    <a:pt x="88032" y="253587"/>
                  </a:cubicBezTo>
                  <a:cubicBezTo>
                    <a:pt x="89683" y="252609"/>
                    <a:pt x="92159" y="252609"/>
                    <a:pt x="93810" y="253587"/>
                  </a:cubicBezTo>
                  <a:lnTo>
                    <a:pt x="96477" y="255207"/>
                  </a:lnTo>
                  <a:cubicBezTo>
                    <a:pt x="99525" y="257042"/>
                    <a:pt x="102764" y="254019"/>
                    <a:pt x="102129" y="254343"/>
                  </a:cubicBezTo>
                  <a:cubicBezTo>
                    <a:pt x="104733" y="251854"/>
                    <a:pt x="108288" y="254451"/>
                    <a:pt x="107781" y="254343"/>
                  </a:cubicBezTo>
                  <a:cubicBezTo>
                    <a:pt x="109305" y="255422"/>
                    <a:pt x="110384" y="257804"/>
                    <a:pt x="110130" y="259639"/>
                  </a:cubicBezTo>
                  <a:lnTo>
                    <a:pt x="108606" y="274129"/>
                  </a:lnTo>
                  <a:cubicBezTo>
                    <a:pt x="108161" y="278562"/>
                    <a:pt x="113305" y="278130"/>
                    <a:pt x="116544" y="275209"/>
                  </a:cubicBezTo>
                  <a:cubicBezTo>
                    <a:pt x="119972" y="272834"/>
                    <a:pt x="123592" y="266992"/>
                    <a:pt x="128227" y="269049"/>
                  </a:cubicBezTo>
                  <a:cubicBezTo>
                    <a:pt x="131783" y="270129"/>
                    <a:pt x="136228" y="274129"/>
                    <a:pt x="140420" y="271316"/>
                  </a:cubicBezTo>
                  <a:cubicBezTo>
                    <a:pt x="146515" y="267208"/>
                    <a:pt x="151596" y="264833"/>
                    <a:pt x="150707" y="261264"/>
                  </a:cubicBezTo>
                  <a:cubicBezTo>
                    <a:pt x="149754" y="257696"/>
                    <a:pt x="156930" y="256394"/>
                    <a:pt x="160232" y="259531"/>
                  </a:cubicBezTo>
                  <a:cubicBezTo>
                    <a:pt x="163152" y="261588"/>
                    <a:pt x="166962" y="268186"/>
                    <a:pt x="170455" y="264401"/>
                  </a:cubicBezTo>
                  <a:lnTo>
                    <a:pt x="171090" y="263639"/>
                  </a:lnTo>
                  <a:cubicBezTo>
                    <a:pt x="174011" y="260395"/>
                    <a:pt x="178773" y="263639"/>
                    <a:pt x="177440" y="267856"/>
                  </a:cubicBezTo>
                  <a:cubicBezTo>
                    <a:pt x="177440" y="268402"/>
                    <a:pt x="174456" y="273698"/>
                    <a:pt x="178900" y="273914"/>
                  </a:cubicBezTo>
                  <a:cubicBezTo>
                    <a:pt x="179599" y="273914"/>
                    <a:pt x="183853" y="274777"/>
                    <a:pt x="187283" y="272078"/>
                  </a:cubicBezTo>
                  <a:cubicBezTo>
                    <a:pt x="188045" y="271640"/>
                    <a:pt x="191093" y="267856"/>
                    <a:pt x="195220" y="269589"/>
                  </a:cubicBezTo>
                  <a:cubicBezTo>
                    <a:pt x="210587" y="276079"/>
                    <a:pt x="213508" y="276511"/>
                    <a:pt x="213825" y="280727"/>
                  </a:cubicBezTo>
                  <a:lnTo>
                    <a:pt x="214905" y="296513"/>
                  </a:lnTo>
                  <a:cubicBezTo>
                    <a:pt x="215032" y="298355"/>
                    <a:pt x="216556" y="299219"/>
                    <a:pt x="218271" y="298571"/>
                  </a:cubicBezTo>
                  <a:cubicBezTo>
                    <a:pt x="282151" y="271101"/>
                    <a:pt x="257259" y="283108"/>
                    <a:pt x="268689" y="267316"/>
                  </a:cubicBezTo>
                  <a:cubicBezTo>
                    <a:pt x="278151" y="254343"/>
                    <a:pt x="280183" y="252718"/>
                    <a:pt x="280056" y="248285"/>
                  </a:cubicBezTo>
                  <a:cubicBezTo>
                    <a:pt x="280183" y="246882"/>
                    <a:pt x="279103" y="241795"/>
                    <a:pt x="281897" y="238119"/>
                  </a:cubicBezTo>
                  <a:cubicBezTo>
                    <a:pt x="283866" y="234874"/>
                    <a:pt x="288819" y="231305"/>
                    <a:pt x="287105" y="226657"/>
                  </a:cubicBezTo>
                  <a:cubicBezTo>
                    <a:pt x="284310" y="218872"/>
                    <a:pt x="283548" y="214656"/>
                    <a:pt x="279611" y="212382"/>
                  </a:cubicBezTo>
                  <a:lnTo>
                    <a:pt x="277770" y="211303"/>
                  </a:lnTo>
                  <a:cubicBezTo>
                    <a:pt x="276183" y="210331"/>
                    <a:pt x="276309" y="208921"/>
                    <a:pt x="277897" y="208166"/>
                  </a:cubicBezTo>
                  <a:cubicBezTo>
                    <a:pt x="280500" y="206439"/>
                    <a:pt x="286596" y="205568"/>
                    <a:pt x="286596" y="200597"/>
                  </a:cubicBezTo>
                  <a:lnTo>
                    <a:pt x="286596" y="200381"/>
                  </a:lnTo>
                  <a:cubicBezTo>
                    <a:pt x="286596" y="193999"/>
                    <a:pt x="297519" y="196164"/>
                    <a:pt x="302598" y="189998"/>
                  </a:cubicBezTo>
                  <a:cubicBezTo>
                    <a:pt x="311044" y="179724"/>
                    <a:pt x="312632" y="176486"/>
                    <a:pt x="317076" y="175508"/>
                  </a:cubicBezTo>
                  <a:cubicBezTo>
                    <a:pt x="319045" y="174752"/>
                    <a:pt x="325395" y="174860"/>
                    <a:pt x="325839" y="170212"/>
                  </a:cubicBezTo>
                  <a:cubicBezTo>
                    <a:pt x="325839" y="167183"/>
                    <a:pt x="327998" y="161773"/>
                    <a:pt x="324125" y="158750"/>
                  </a:cubicBezTo>
                  <a:cubicBezTo>
                    <a:pt x="323363" y="157880"/>
                    <a:pt x="317965" y="155505"/>
                    <a:pt x="319553" y="151289"/>
                  </a:cubicBezTo>
                  <a:lnTo>
                    <a:pt x="321204" y="147066"/>
                  </a:lnTo>
                  <a:cubicBezTo>
                    <a:pt x="323934" y="139935"/>
                    <a:pt x="320569" y="133661"/>
                    <a:pt x="324570" y="128905"/>
                  </a:cubicBezTo>
                  <a:cubicBezTo>
                    <a:pt x="337015" y="113976"/>
                    <a:pt x="338285" y="110954"/>
                    <a:pt x="342731" y="111493"/>
                  </a:cubicBezTo>
                  <a:cubicBezTo>
                    <a:pt x="370544" y="114414"/>
                    <a:pt x="372702" y="115602"/>
                    <a:pt x="375560" y="112033"/>
                  </a:cubicBezTo>
                  <a:cubicBezTo>
                    <a:pt x="375941" y="111170"/>
                    <a:pt x="381084" y="106731"/>
                    <a:pt x="376639" y="105975"/>
                  </a:cubicBezTo>
                  <a:cubicBezTo>
                    <a:pt x="375877" y="105651"/>
                    <a:pt x="371115" y="105759"/>
                    <a:pt x="369337" y="101867"/>
                  </a:cubicBezTo>
                  <a:cubicBezTo>
                    <a:pt x="368956" y="101219"/>
                    <a:pt x="367940" y="97542"/>
                    <a:pt x="364511" y="95053"/>
                  </a:cubicBezTo>
                  <a:lnTo>
                    <a:pt x="336761" y="75374"/>
                  </a:lnTo>
                  <a:cubicBezTo>
                    <a:pt x="330538" y="70942"/>
                    <a:pt x="347302" y="65856"/>
                    <a:pt x="342286" y="60452"/>
                  </a:cubicBezTo>
                  <a:cubicBezTo>
                    <a:pt x="337460" y="55042"/>
                    <a:pt x="333333" y="61747"/>
                    <a:pt x="331618" y="57315"/>
                  </a:cubicBezTo>
                  <a:cubicBezTo>
                    <a:pt x="329396" y="53099"/>
                    <a:pt x="329205" y="45962"/>
                    <a:pt x="323934" y="45962"/>
                  </a:cubicBezTo>
                  <a:cubicBezTo>
                    <a:pt x="323236" y="45853"/>
                    <a:pt x="319553" y="46501"/>
                    <a:pt x="316886" y="43472"/>
                  </a:cubicBezTo>
                  <a:lnTo>
                    <a:pt x="316632" y="43256"/>
                  </a:lnTo>
                  <a:cubicBezTo>
                    <a:pt x="311679" y="37745"/>
                    <a:pt x="328887" y="41529"/>
                    <a:pt x="327808" y="34499"/>
                  </a:cubicBezTo>
                  <a:cubicBezTo>
                    <a:pt x="327808" y="33960"/>
                    <a:pt x="326728" y="30499"/>
                    <a:pt x="328887" y="27146"/>
                  </a:cubicBezTo>
                  <a:cubicBezTo>
                    <a:pt x="329840" y="24765"/>
                    <a:pt x="335301" y="20117"/>
                    <a:pt x="331364" y="17088"/>
                  </a:cubicBezTo>
                  <a:cubicBezTo>
                    <a:pt x="325014" y="12224"/>
                    <a:pt x="322855" y="10490"/>
                    <a:pt x="323172" y="9951"/>
                  </a:cubicBezTo>
                  <a:lnTo>
                    <a:pt x="309710" y="0"/>
                  </a:lnTo>
                  <a:lnTo>
                    <a:pt x="263165" y="1841"/>
                  </a:lnTo>
                  <a:lnTo>
                    <a:pt x="252116" y="16224"/>
                  </a:lnTo>
                  <a:lnTo>
                    <a:pt x="249449" y="44990"/>
                  </a:lnTo>
                  <a:lnTo>
                    <a:pt x="237194" y="47473"/>
                  </a:lnTo>
                  <a:lnTo>
                    <a:pt x="233447" y="53423"/>
                  </a:lnTo>
                  <a:lnTo>
                    <a:pt x="239289" y="59150"/>
                  </a:lnTo>
                  <a:lnTo>
                    <a:pt x="221319" y="66504"/>
                  </a:lnTo>
                  <a:lnTo>
                    <a:pt x="215858" y="91700"/>
                  </a:lnTo>
                  <a:lnTo>
                    <a:pt x="189378" y="90405"/>
                  </a:lnTo>
                  <a:lnTo>
                    <a:pt x="178520" y="100031"/>
                  </a:lnTo>
                  <a:lnTo>
                    <a:pt x="154199" y="86513"/>
                  </a:lnTo>
                  <a:lnTo>
                    <a:pt x="127211" y="90189"/>
                  </a:lnTo>
                  <a:lnTo>
                    <a:pt x="118830" y="107169"/>
                  </a:lnTo>
                  <a:lnTo>
                    <a:pt x="84730" y="104572"/>
                  </a:lnTo>
                  <a:lnTo>
                    <a:pt x="54821" y="115602"/>
                  </a:lnTo>
                  <a:lnTo>
                    <a:pt x="22690" y="85973"/>
                  </a:lnTo>
                  <a:lnTo>
                    <a:pt x="22690" y="69857"/>
                  </a:lnTo>
                  <a:cubicBezTo>
                    <a:pt x="22056" y="69857"/>
                    <a:pt x="21357" y="69964"/>
                    <a:pt x="21294" y="69964"/>
                  </a:cubicBezTo>
                  <a:lnTo>
                    <a:pt x="20976" y="70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4D7E58BB-8487-9CE4-41DF-0A75461DF435}"/>
                </a:ext>
              </a:extLst>
            </p:cNvPr>
            <p:cNvSpPr/>
            <p:nvPr/>
          </p:nvSpPr>
          <p:spPr>
            <a:xfrm>
              <a:off x="9080916" y="5209973"/>
              <a:ext cx="56929" cy="45491"/>
            </a:xfrm>
            <a:custGeom>
              <a:avLst/>
              <a:gdLst>
                <a:gd name="csX0" fmla="*/ 58161 w 65654"/>
                <a:gd name="csY0" fmla="*/ 0 h 52463"/>
                <a:gd name="csX1" fmla="*/ 49081 w 65654"/>
                <a:gd name="csY1" fmla="*/ 6166 h 52463"/>
                <a:gd name="csX2" fmla="*/ 40000 w 65654"/>
                <a:gd name="csY2" fmla="*/ 5842 h 52463"/>
                <a:gd name="csX3" fmla="*/ 17267 w 65654"/>
                <a:gd name="csY3" fmla="*/ 19901 h 52463"/>
                <a:gd name="csX4" fmla="*/ 10981 w 65654"/>
                <a:gd name="csY4" fmla="*/ 32550 h 52463"/>
                <a:gd name="csX5" fmla="*/ 13267 w 65654"/>
                <a:gd name="csY5" fmla="*/ 36550 h 52463"/>
                <a:gd name="csX6" fmla="*/ 14092 w 65654"/>
                <a:gd name="csY6" fmla="*/ 36766 h 52463"/>
                <a:gd name="csX7" fmla="*/ 16886 w 65654"/>
                <a:gd name="csY7" fmla="*/ 40983 h 52463"/>
                <a:gd name="csX8" fmla="*/ 16886 w 65654"/>
                <a:gd name="csY8" fmla="*/ 41853 h 52463"/>
                <a:gd name="csX9" fmla="*/ 13013 w 65654"/>
                <a:gd name="csY9" fmla="*/ 44983 h 52463"/>
                <a:gd name="csX10" fmla="*/ 6663 w 65654"/>
                <a:gd name="csY10" fmla="*/ 44444 h 52463"/>
                <a:gd name="csX11" fmla="*/ 440 w 65654"/>
                <a:gd name="csY11" fmla="*/ 48552 h 52463"/>
                <a:gd name="csX12" fmla="*/ 1964 w 65654"/>
                <a:gd name="csY12" fmla="*/ 51581 h 52463"/>
                <a:gd name="csX13" fmla="*/ 16251 w 65654"/>
                <a:gd name="csY13" fmla="*/ 52444 h 52463"/>
                <a:gd name="csX14" fmla="*/ 25585 w 65654"/>
                <a:gd name="csY14" fmla="*/ 47904 h 52463"/>
                <a:gd name="csX15" fmla="*/ 40191 w 65654"/>
                <a:gd name="csY15" fmla="*/ 43472 h 52463"/>
                <a:gd name="csX16" fmla="*/ 63368 w 65654"/>
                <a:gd name="csY16" fmla="*/ 18491 h 52463"/>
                <a:gd name="csX17" fmla="*/ 65654 w 65654"/>
                <a:gd name="csY17" fmla="*/ 16764 h 52463"/>
                <a:gd name="csX18" fmla="*/ 58161 w 65654"/>
                <a:gd name="csY18" fmla="*/ 0 h 52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5654" h="52463">
                  <a:moveTo>
                    <a:pt x="58161" y="0"/>
                  </a:moveTo>
                  <a:cubicBezTo>
                    <a:pt x="55240" y="3461"/>
                    <a:pt x="52192" y="6166"/>
                    <a:pt x="49081" y="6166"/>
                  </a:cubicBezTo>
                  <a:cubicBezTo>
                    <a:pt x="49081" y="6166"/>
                    <a:pt x="41143" y="6166"/>
                    <a:pt x="40000" y="5842"/>
                  </a:cubicBezTo>
                  <a:cubicBezTo>
                    <a:pt x="38667" y="5518"/>
                    <a:pt x="17267" y="19901"/>
                    <a:pt x="17267" y="19901"/>
                  </a:cubicBezTo>
                  <a:cubicBezTo>
                    <a:pt x="13902" y="22168"/>
                    <a:pt x="13330" y="25197"/>
                    <a:pt x="10981" y="32550"/>
                  </a:cubicBezTo>
                  <a:cubicBezTo>
                    <a:pt x="10409" y="34277"/>
                    <a:pt x="11425" y="36119"/>
                    <a:pt x="13267" y="36550"/>
                  </a:cubicBezTo>
                  <a:lnTo>
                    <a:pt x="14092" y="36766"/>
                  </a:lnTo>
                  <a:cubicBezTo>
                    <a:pt x="15933" y="37306"/>
                    <a:pt x="17140" y="39148"/>
                    <a:pt x="16886" y="40983"/>
                  </a:cubicBezTo>
                  <a:lnTo>
                    <a:pt x="16886" y="41853"/>
                  </a:lnTo>
                  <a:cubicBezTo>
                    <a:pt x="16569" y="43688"/>
                    <a:pt x="14854" y="45091"/>
                    <a:pt x="13013" y="44983"/>
                  </a:cubicBezTo>
                  <a:lnTo>
                    <a:pt x="6663" y="44444"/>
                  </a:lnTo>
                  <a:cubicBezTo>
                    <a:pt x="2408" y="44120"/>
                    <a:pt x="1138" y="47904"/>
                    <a:pt x="440" y="48552"/>
                  </a:cubicBezTo>
                  <a:cubicBezTo>
                    <a:pt x="-513" y="50070"/>
                    <a:pt x="122" y="51473"/>
                    <a:pt x="1964" y="51581"/>
                  </a:cubicBezTo>
                  <a:lnTo>
                    <a:pt x="16251" y="52444"/>
                  </a:lnTo>
                  <a:cubicBezTo>
                    <a:pt x="20950" y="52775"/>
                    <a:pt x="24189" y="48768"/>
                    <a:pt x="25585" y="47904"/>
                  </a:cubicBezTo>
                  <a:cubicBezTo>
                    <a:pt x="29142" y="45091"/>
                    <a:pt x="33777" y="44767"/>
                    <a:pt x="40191" y="43472"/>
                  </a:cubicBezTo>
                  <a:cubicBezTo>
                    <a:pt x="44635" y="42609"/>
                    <a:pt x="44826" y="41199"/>
                    <a:pt x="63368" y="18491"/>
                  </a:cubicBezTo>
                  <a:cubicBezTo>
                    <a:pt x="63813" y="17952"/>
                    <a:pt x="64638" y="17412"/>
                    <a:pt x="65654" y="16764"/>
                  </a:cubicBezTo>
                  <a:lnTo>
                    <a:pt x="5816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F2E78F8C-38D8-8CA0-37C3-8B4B7C3A197A}"/>
                </a:ext>
              </a:extLst>
            </p:cNvPr>
            <p:cNvSpPr/>
            <p:nvPr/>
          </p:nvSpPr>
          <p:spPr>
            <a:xfrm>
              <a:off x="8078455" y="4494714"/>
              <a:ext cx="18952" cy="75707"/>
            </a:xfrm>
            <a:custGeom>
              <a:avLst/>
              <a:gdLst>
                <a:gd name="csX0" fmla="*/ 14117 w 21857"/>
                <a:gd name="csY0" fmla="*/ 2718 h 87310"/>
                <a:gd name="csX1" fmla="*/ 5925 w 21857"/>
                <a:gd name="csY1" fmla="*/ 42730 h 87310"/>
                <a:gd name="csX2" fmla="*/ 1353 w 21857"/>
                <a:gd name="csY2" fmla="*/ 55811 h 87310"/>
                <a:gd name="csX3" fmla="*/ 84 w 21857"/>
                <a:gd name="csY3" fmla="*/ 75603 h 87310"/>
                <a:gd name="csX4" fmla="*/ 8402 w 21857"/>
                <a:gd name="csY4" fmla="*/ 86526 h 87310"/>
                <a:gd name="csX5" fmla="*/ 9164 w 21857"/>
                <a:gd name="csY5" fmla="*/ 65113 h 87310"/>
                <a:gd name="csX6" fmla="*/ 16721 w 21857"/>
                <a:gd name="csY6" fmla="*/ 51918 h 87310"/>
                <a:gd name="csX7" fmla="*/ 17610 w 21857"/>
                <a:gd name="csY7" fmla="*/ 32779 h 87310"/>
                <a:gd name="csX8" fmla="*/ 19896 w 21857"/>
                <a:gd name="csY8" fmla="*/ 25534 h 87310"/>
                <a:gd name="csX9" fmla="*/ 21737 w 21857"/>
                <a:gd name="csY9" fmla="*/ 2070 h 87310"/>
                <a:gd name="csX10" fmla="*/ 14117 w 21857"/>
                <a:gd name="csY10" fmla="*/ 2718 h 87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57" h="87310">
                  <a:moveTo>
                    <a:pt x="14117" y="2718"/>
                  </a:moveTo>
                  <a:cubicBezTo>
                    <a:pt x="10117" y="4877"/>
                    <a:pt x="5925" y="42730"/>
                    <a:pt x="5925" y="42730"/>
                  </a:cubicBezTo>
                  <a:cubicBezTo>
                    <a:pt x="5354" y="47162"/>
                    <a:pt x="3322" y="51162"/>
                    <a:pt x="1353" y="55811"/>
                  </a:cubicBezTo>
                  <a:cubicBezTo>
                    <a:pt x="-488" y="60135"/>
                    <a:pt x="84" y="66193"/>
                    <a:pt x="84" y="75603"/>
                  </a:cubicBezTo>
                  <a:cubicBezTo>
                    <a:pt x="84" y="80792"/>
                    <a:pt x="5354" y="83281"/>
                    <a:pt x="8402" y="86526"/>
                  </a:cubicBezTo>
                  <a:cubicBezTo>
                    <a:pt x="11895" y="89656"/>
                    <a:pt x="10561" y="83605"/>
                    <a:pt x="9164" y="65113"/>
                  </a:cubicBezTo>
                  <a:cubicBezTo>
                    <a:pt x="8847" y="60681"/>
                    <a:pt x="12212" y="57652"/>
                    <a:pt x="16721" y="51918"/>
                  </a:cubicBezTo>
                  <a:cubicBezTo>
                    <a:pt x="19451" y="48457"/>
                    <a:pt x="18499" y="44349"/>
                    <a:pt x="17610" y="32779"/>
                  </a:cubicBezTo>
                  <a:cubicBezTo>
                    <a:pt x="17292" y="28778"/>
                    <a:pt x="19642" y="26181"/>
                    <a:pt x="19896" y="25534"/>
                  </a:cubicBezTo>
                  <a:cubicBezTo>
                    <a:pt x="22562" y="21533"/>
                    <a:pt x="21737" y="15907"/>
                    <a:pt x="21737" y="2070"/>
                  </a:cubicBezTo>
                  <a:cubicBezTo>
                    <a:pt x="21737" y="-2692"/>
                    <a:pt x="15768" y="2179"/>
                    <a:pt x="14117" y="2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138EAC82-B4E0-0AB5-D39C-F48D6A16B206}"/>
                </a:ext>
              </a:extLst>
            </p:cNvPr>
            <p:cNvSpPr/>
            <p:nvPr/>
          </p:nvSpPr>
          <p:spPr>
            <a:xfrm>
              <a:off x="8073433" y="4582938"/>
              <a:ext cx="8111" cy="12600"/>
            </a:xfrm>
            <a:custGeom>
              <a:avLst/>
              <a:gdLst>
                <a:gd name="csX0" fmla="*/ 3462 w 9354"/>
                <a:gd name="csY0" fmla="*/ 781 h 14531"/>
                <a:gd name="csX1" fmla="*/ 2382 w 9354"/>
                <a:gd name="csY1" fmla="*/ 1861 h 14531"/>
                <a:gd name="csX2" fmla="*/ 2953 w 9354"/>
                <a:gd name="csY2" fmla="*/ 14192 h 14531"/>
                <a:gd name="csX3" fmla="*/ 8668 w 9354"/>
                <a:gd name="csY3" fmla="*/ 9970 h 14531"/>
                <a:gd name="csX4" fmla="*/ 7399 w 9354"/>
                <a:gd name="csY4" fmla="*/ 1429 h 14531"/>
                <a:gd name="csX5" fmla="*/ 3462 w 9354"/>
                <a:gd name="csY5" fmla="*/ 889 h 14531"/>
                <a:gd name="csX6" fmla="*/ 3462 w 9354"/>
                <a:gd name="csY6" fmla="*/ 781 h 14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54" h="14531">
                  <a:moveTo>
                    <a:pt x="3462" y="781"/>
                  </a:moveTo>
                  <a:lnTo>
                    <a:pt x="2382" y="1861"/>
                  </a:lnTo>
                  <a:cubicBezTo>
                    <a:pt x="-730" y="5106"/>
                    <a:pt x="-1047" y="12351"/>
                    <a:pt x="2953" y="14192"/>
                  </a:cubicBezTo>
                  <a:cubicBezTo>
                    <a:pt x="6700" y="15920"/>
                    <a:pt x="8224" y="10510"/>
                    <a:pt x="8668" y="9970"/>
                  </a:cubicBezTo>
                  <a:cubicBezTo>
                    <a:pt x="10701" y="5969"/>
                    <a:pt x="7589" y="2077"/>
                    <a:pt x="7399" y="1429"/>
                  </a:cubicBezTo>
                  <a:cubicBezTo>
                    <a:pt x="6510" y="-190"/>
                    <a:pt x="4795" y="-520"/>
                    <a:pt x="3462" y="889"/>
                  </a:cubicBezTo>
                  <a:lnTo>
                    <a:pt x="3462" y="7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DA12FD84-EDA2-A23B-935B-B1AFB5A609A8}"/>
                </a:ext>
              </a:extLst>
            </p:cNvPr>
            <p:cNvSpPr/>
            <p:nvPr/>
          </p:nvSpPr>
          <p:spPr>
            <a:xfrm>
              <a:off x="8115686" y="4701163"/>
              <a:ext cx="8431" cy="13742"/>
            </a:xfrm>
            <a:custGeom>
              <a:avLst/>
              <a:gdLst>
                <a:gd name="csX0" fmla="*/ 6612 w 9723"/>
                <a:gd name="csY0" fmla="*/ 257 h 15848"/>
                <a:gd name="csX1" fmla="*/ 452 w 9723"/>
                <a:gd name="csY1" fmla="*/ 5984 h 15848"/>
                <a:gd name="csX2" fmla="*/ 7882 w 9723"/>
                <a:gd name="csY2" fmla="*/ 15503 h 15848"/>
                <a:gd name="csX3" fmla="*/ 9724 w 9723"/>
                <a:gd name="csY3" fmla="*/ 10963 h 15848"/>
                <a:gd name="csX4" fmla="*/ 9724 w 9723"/>
                <a:gd name="csY4" fmla="*/ 2415 h 15848"/>
                <a:gd name="csX5" fmla="*/ 6612 w 9723"/>
                <a:gd name="csY5" fmla="*/ 149 h 15848"/>
                <a:gd name="csX6" fmla="*/ 6612 w 9723"/>
                <a:gd name="csY6" fmla="*/ 257 h 1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23" h="15848">
                  <a:moveTo>
                    <a:pt x="6612" y="257"/>
                  </a:moveTo>
                  <a:cubicBezTo>
                    <a:pt x="5215" y="1120"/>
                    <a:pt x="-1833" y="1768"/>
                    <a:pt x="452" y="5984"/>
                  </a:cubicBezTo>
                  <a:cubicBezTo>
                    <a:pt x="4009" y="12906"/>
                    <a:pt x="5533" y="17122"/>
                    <a:pt x="7882" y="15503"/>
                  </a:cubicBezTo>
                  <a:cubicBezTo>
                    <a:pt x="8962" y="14855"/>
                    <a:pt x="9724" y="12798"/>
                    <a:pt x="9724" y="10963"/>
                  </a:cubicBezTo>
                  <a:lnTo>
                    <a:pt x="9724" y="2415"/>
                  </a:lnTo>
                  <a:cubicBezTo>
                    <a:pt x="9724" y="580"/>
                    <a:pt x="8326" y="-391"/>
                    <a:pt x="6612" y="149"/>
                  </a:cubicBezTo>
                  <a:lnTo>
                    <a:pt x="6612" y="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52E42D8A-F4C9-6329-410E-E9AE682528B4}"/>
                </a:ext>
              </a:extLst>
            </p:cNvPr>
            <p:cNvSpPr/>
            <p:nvPr/>
          </p:nvSpPr>
          <p:spPr>
            <a:xfrm>
              <a:off x="8102875" y="4673422"/>
              <a:ext cx="8252" cy="7696"/>
            </a:xfrm>
            <a:custGeom>
              <a:avLst/>
              <a:gdLst>
                <a:gd name="csX0" fmla="*/ 7099 w 9517"/>
                <a:gd name="csY0" fmla="*/ 1649 h 8875"/>
                <a:gd name="csX1" fmla="*/ 51 w 9517"/>
                <a:gd name="csY1" fmla="*/ 5218 h 8875"/>
                <a:gd name="csX2" fmla="*/ 51 w 9517"/>
                <a:gd name="csY2" fmla="*/ 6189 h 8875"/>
                <a:gd name="csX3" fmla="*/ 2718 w 9517"/>
                <a:gd name="csY3" fmla="*/ 8787 h 8875"/>
                <a:gd name="csX4" fmla="*/ 8941 w 9517"/>
                <a:gd name="csY4" fmla="*/ 4240 h 8875"/>
                <a:gd name="csX5" fmla="*/ 7099 w 9517"/>
                <a:gd name="csY5" fmla="*/ 1649 h 8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17" h="8875">
                  <a:moveTo>
                    <a:pt x="7099" y="1649"/>
                  </a:moveTo>
                  <a:cubicBezTo>
                    <a:pt x="4560" y="-1920"/>
                    <a:pt x="559" y="779"/>
                    <a:pt x="51" y="5218"/>
                  </a:cubicBezTo>
                  <a:lnTo>
                    <a:pt x="51" y="6189"/>
                  </a:lnTo>
                  <a:cubicBezTo>
                    <a:pt x="-266" y="8025"/>
                    <a:pt x="940" y="9218"/>
                    <a:pt x="2718" y="8787"/>
                  </a:cubicBezTo>
                  <a:cubicBezTo>
                    <a:pt x="4242" y="8132"/>
                    <a:pt x="11608" y="8132"/>
                    <a:pt x="8941" y="4240"/>
                  </a:cubicBezTo>
                  <a:lnTo>
                    <a:pt x="7099" y="1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CDED1984-E755-B5A6-52A9-C99B76DE5214}"/>
                </a:ext>
              </a:extLst>
            </p:cNvPr>
            <p:cNvSpPr/>
            <p:nvPr/>
          </p:nvSpPr>
          <p:spPr>
            <a:xfrm>
              <a:off x="8111556" y="4657666"/>
              <a:ext cx="5485" cy="6038"/>
            </a:xfrm>
            <a:custGeom>
              <a:avLst/>
              <a:gdLst>
                <a:gd name="csX0" fmla="*/ 6295 w 6326"/>
                <a:gd name="csY0" fmla="*/ 4028 h 6963"/>
                <a:gd name="csX1" fmla="*/ 6295 w 6326"/>
                <a:gd name="csY1" fmla="*/ 3596 h 6963"/>
                <a:gd name="csX2" fmla="*/ 73 w 6326"/>
                <a:gd name="csY2" fmla="*/ 3056 h 6963"/>
                <a:gd name="csX3" fmla="*/ 6295 w 6326"/>
                <a:gd name="csY3" fmla="*/ 3920 h 6963"/>
                <a:gd name="csX4" fmla="*/ 6295 w 6326"/>
                <a:gd name="csY4" fmla="*/ 4028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26" h="6963">
                  <a:moveTo>
                    <a:pt x="6295" y="4028"/>
                  </a:moveTo>
                  <a:lnTo>
                    <a:pt x="6295" y="3596"/>
                  </a:lnTo>
                  <a:cubicBezTo>
                    <a:pt x="6803" y="-1160"/>
                    <a:pt x="962" y="-1052"/>
                    <a:pt x="73" y="3056"/>
                  </a:cubicBezTo>
                  <a:cubicBezTo>
                    <a:pt x="-753" y="7165"/>
                    <a:pt x="5724" y="8899"/>
                    <a:pt x="6295" y="3920"/>
                  </a:cubicBezTo>
                  <a:lnTo>
                    <a:pt x="6295" y="40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3CF1387D-5AAC-2753-5AFE-A1BF9559949C}"/>
                </a:ext>
              </a:extLst>
            </p:cNvPr>
            <p:cNvSpPr/>
            <p:nvPr/>
          </p:nvSpPr>
          <p:spPr>
            <a:xfrm>
              <a:off x="8083648" y="4634531"/>
              <a:ext cx="6387" cy="6376"/>
            </a:xfrm>
            <a:custGeom>
              <a:avLst/>
              <a:gdLst>
                <a:gd name="csX0" fmla="*/ 3302 w 7366"/>
                <a:gd name="csY0" fmla="*/ 0 h 7353"/>
                <a:gd name="csX1" fmla="*/ 4064 w 7366"/>
                <a:gd name="csY1" fmla="*/ 0 h 7353"/>
                <a:gd name="csX2" fmla="*/ 7366 w 7366"/>
                <a:gd name="csY2" fmla="*/ 3353 h 7353"/>
                <a:gd name="csX3" fmla="*/ 7366 w 7366"/>
                <a:gd name="csY3" fmla="*/ 4001 h 7353"/>
                <a:gd name="csX4" fmla="*/ 4064 w 7366"/>
                <a:gd name="csY4" fmla="*/ 7353 h 7353"/>
                <a:gd name="csX5" fmla="*/ 3366 w 7366"/>
                <a:gd name="csY5" fmla="*/ 7353 h 7353"/>
                <a:gd name="csX6" fmla="*/ 0 w 7366"/>
                <a:gd name="csY6" fmla="*/ 4001 h 7353"/>
                <a:gd name="csX7" fmla="*/ 0 w 7366"/>
                <a:gd name="csY7" fmla="*/ 3353 h 7353"/>
                <a:gd name="csX8" fmla="*/ 3366 w 7366"/>
                <a:gd name="csY8" fmla="*/ 0 h 7353"/>
                <a:gd name="csX9" fmla="*/ 3302 w 7366"/>
                <a:gd name="csY9" fmla="*/ 0 h 7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366" h="7353">
                  <a:moveTo>
                    <a:pt x="3302" y="0"/>
                  </a:moveTo>
                  <a:lnTo>
                    <a:pt x="4064" y="0"/>
                  </a:lnTo>
                  <a:cubicBezTo>
                    <a:pt x="5906" y="0"/>
                    <a:pt x="7366" y="1512"/>
                    <a:pt x="7366" y="3353"/>
                  </a:cubicBezTo>
                  <a:lnTo>
                    <a:pt x="7366" y="4001"/>
                  </a:lnTo>
                  <a:cubicBezTo>
                    <a:pt x="7366" y="5836"/>
                    <a:pt x="5906" y="7353"/>
                    <a:pt x="4064" y="7353"/>
                  </a:cubicBezTo>
                  <a:lnTo>
                    <a:pt x="3366" y="7353"/>
                  </a:lnTo>
                  <a:cubicBezTo>
                    <a:pt x="1524" y="7353"/>
                    <a:pt x="0" y="5836"/>
                    <a:pt x="0" y="4001"/>
                  </a:cubicBezTo>
                  <a:lnTo>
                    <a:pt x="0" y="3353"/>
                  </a:lnTo>
                  <a:cubicBezTo>
                    <a:pt x="0" y="1512"/>
                    <a:pt x="1524" y="0"/>
                    <a:pt x="3366" y="0"/>
                  </a:cubicBezTo>
                  <a:lnTo>
                    <a:pt x="330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4B821D32-FFCC-C0E3-14EC-6158DAA4B5E3}"/>
                </a:ext>
              </a:extLst>
            </p:cNvPr>
            <p:cNvSpPr/>
            <p:nvPr/>
          </p:nvSpPr>
          <p:spPr>
            <a:xfrm>
              <a:off x="7417724" y="4556114"/>
              <a:ext cx="5087" cy="5496"/>
            </a:xfrm>
            <a:custGeom>
              <a:avLst/>
              <a:gdLst>
                <a:gd name="csX0" fmla="*/ 2115 w 5867"/>
                <a:gd name="csY0" fmla="*/ 354 h 6338"/>
                <a:gd name="csX1" fmla="*/ 3449 w 5867"/>
                <a:gd name="csY1" fmla="*/ 5764 h 6338"/>
                <a:gd name="csX2" fmla="*/ 3766 w 5867"/>
                <a:gd name="csY2" fmla="*/ 5548 h 6338"/>
                <a:gd name="csX3" fmla="*/ 2115 w 5867"/>
                <a:gd name="csY3" fmla="*/ 354 h 6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867" h="6338">
                  <a:moveTo>
                    <a:pt x="2115" y="354"/>
                  </a:moveTo>
                  <a:cubicBezTo>
                    <a:pt x="-1314" y="1979"/>
                    <a:pt x="-362" y="8247"/>
                    <a:pt x="3449" y="5764"/>
                  </a:cubicBezTo>
                  <a:lnTo>
                    <a:pt x="3766" y="5548"/>
                  </a:lnTo>
                  <a:cubicBezTo>
                    <a:pt x="7639" y="3059"/>
                    <a:pt x="5607" y="-1266"/>
                    <a:pt x="2115" y="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02A0DBE8-FC77-E996-B27E-AAE6186D7A3C}"/>
                </a:ext>
              </a:extLst>
            </p:cNvPr>
            <p:cNvSpPr/>
            <p:nvPr/>
          </p:nvSpPr>
          <p:spPr>
            <a:xfrm>
              <a:off x="7418198" y="4580630"/>
              <a:ext cx="4257" cy="5492"/>
            </a:xfrm>
            <a:custGeom>
              <a:avLst/>
              <a:gdLst>
                <a:gd name="csX0" fmla="*/ 1568 w 4909"/>
                <a:gd name="csY0" fmla="*/ 307 h 6334"/>
                <a:gd name="csX1" fmla="*/ 2648 w 4909"/>
                <a:gd name="csY1" fmla="*/ 6257 h 6334"/>
                <a:gd name="csX2" fmla="*/ 1568 w 4909"/>
                <a:gd name="csY2" fmla="*/ 307 h 6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09" h="6334">
                  <a:moveTo>
                    <a:pt x="1568" y="307"/>
                  </a:moveTo>
                  <a:cubicBezTo>
                    <a:pt x="-1860" y="2040"/>
                    <a:pt x="1188" y="7012"/>
                    <a:pt x="2648" y="6257"/>
                  </a:cubicBezTo>
                  <a:cubicBezTo>
                    <a:pt x="6331" y="4631"/>
                    <a:pt x="5188" y="-1420"/>
                    <a:pt x="1568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46511971-C871-C41E-419B-A46E718F01E8}"/>
                </a:ext>
              </a:extLst>
            </p:cNvPr>
            <p:cNvSpPr/>
            <p:nvPr/>
          </p:nvSpPr>
          <p:spPr>
            <a:xfrm>
              <a:off x="7464639" y="4608211"/>
              <a:ext cx="4746" cy="4494"/>
            </a:xfrm>
            <a:custGeom>
              <a:avLst/>
              <a:gdLst>
                <a:gd name="csX0" fmla="*/ 206 w 5473"/>
                <a:gd name="csY0" fmla="*/ 1265 h 5183"/>
                <a:gd name="csX1" fmla="*/ 5413 w 5473"/>
                <a:gd name="csY1" fmla="*/ 3538 h 5183"/>
                <a:gd name="csX2" fmla="*/ 206 w 5473"/>
                <a:gd name="csY2" fmla="*/ 1265 h 5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73" h="5183">
                  <a:moveTo>
                    <a:pt x="206" y="1265"/>
                  </a:moveTo>
                  <a:cubicBezTo>
                    <a:pt x="-1064" y="4618"/>
                    <a:pt x="3889" y="6885"/>
                    <a:pt x="5413" y="3538"/>
                  </a:cubicBezTo>
                  <a:cubicBezTo>
                    <a:pt x="6048" y="2128"/>
                    <a:pt x="1476" y="-2088"/>
                    <a:pt x="206" y="12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40658A78-0AAA-5BDE-0D64-791316737479}"/>
                </a:ext>
              </a:extLst>
            </p:cNvPr>
            <p:cNvSpPr/>
            <p:nvPr/>
          </p:nvSpPr>
          <p:spPr>
            <a:xfrm>
              <a:off x="7430763" y="4591770"/>
              <a:ext cx="5699" cy="4947"/>
            </a:xfrm>
            <a:custGeom>
              <a:avLst/>
              <a:gdLst>
                <a:gd name="csX0" fmla="*/ 3334 w 6572"/>
                <a:gd name="csY0" fmla="*/ 0 h 5705"/>
                <a:gd name="csX1" fmla="*/ 3334 w 6572"/>
                <a:gd name="csY1" fmla="*/ 5626 h 5705"/>
                <a:gd name="csX2" fmla="*/ 3334 w 6572"/>
                <a:gd name="csY2" fmla="*/ 0 h 5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72" h="5705">
                  <a:moveTo>
                    <a:pt x="3334" y="0"/>
                  </a:moveTo>
                  <a:cubicBezTo>
                    <a:pt x="-1111" y="0"/>
                    <a:pt x="-1111" y="6490"/>
                    <a:pt x="3334" y="5626"/>
                  </a:cubicBezTo>
                  <a:cubicBezTo>
                    <a:pt x="7652" y="4870"/>
                    <a:pt x="7652" y="0"/>
                    <a:pt x="3334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BDB8FBF4-435D-1E25-77DE-D4906A94A58E}"/>
                </a:ext>
              </a:extLst>
            </p:cNvPr>
            <p:cNvSpPr/>
            <p:nvPr/>
          </p:nvSpPr>
          <p:spPr>
            <a:xfrm>
              <a:off x="7463419" y="4583557"/>
              <a:ext cx="5172" cy="5018"/>
            </a:xfrm>
            <a:custGeom>
              <a:avLst/>
              <a:gdLst>
                <a:gd name="csX0" fmla="*/ 5804 w 5965"/>
                <a:gd name="csY0" fmla="*/ 4824 h 5787"/>
                <a:gd name="csX1" fmla="*/ 850 w 5965"/>
                <a:gd name="csY1" fmla="*/ 607 h 5787"/>
                <a:gd name="csX2" fmla="*/ 5804 w 5965"/>
                <a:gd name="csY2" fmla="*/ 4824 h 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5" h="5787">
                  <a:moveTo>
                    <a:pt x="5804" y="4824"/>
                  </a:moveTo>
                  <a:cubicBezTo>
                    <a:pt x="6693" y="3528"/>
                    <a:pt x="3772" y="-1774"/>
                    <a:pt x="850" y="607"/>
                  </a:cubicBezTo>
                  <a:cubicBezTo>
                    <a:pt x="-2197" y="2988"/>
                    <a:pt x="3772" y="7853"/>
                    <a:pt x="5804" y="48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9EE48E17-355F-2AAF-FC5E-3975703EAB92}"/>
                </a:ext>
              </a:extLst>
            </p:cNvPr>
            <p:cNvSpPr/>
            <p:nvPr/>
          </p:nvSpPr>
          <p:spPr>
            <a:xfrm>
              <a:off x="7435525" y="4569093"/>
              <a:ext cx="5061" cy="6545"/>
            </a:xfrm>
            <a:custGeom>
              <a:avLst/>
              <a:gdLst>
                <a:gd name="csX0" fmla="*/ 3175 w 5837"/>
                <a:gd name="csY0" fmla="*/ 639 h 7548"/>
                <a:gd name="csX1" fmla="*/ 2731 w 5837"/>
                <a:gd name="csY1" fmla="*/ 963 h 7548"/>
                <a:gd name="csX2" fmla="*/ 0 w 5837"/>
                <a:gd name="csY2" fmla="*/ 5287 h 7548"/>
                <a:gd name="csX3" fmla="*/ 5779 w 5837"/>
                <a:gd name="csY3" fmla="*/ 4201 h 7548"/>
                <a:gd name="csX4" fmla="*/ 3048 w 5837"/>
                <a:gd name="csY4" fmla="*/ 639 h 7548"/>
                <a:gd name="csX5" fmla="*/ 3175 w 5837"/>
                <a:gd name="csY5" fmla="*/ 639 h 7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837" h="7548">
                  <a:moveTo>
                    <a:pt x="3175" y="639"/>
                  </a:moveTo>
                  <a:lnTo>
                    <a:pt x="2731" y="963"/>
                  </a:lnTo>
                  <a:cubicBezTo>
                    <a:pt x="1333" y="2042"/>
                    <a:pt x="0" y="3985"/>
                    <a:pt x="0" y="5287"/>
                  </a:cubicBezTo>
                  <a:cubicBezTo>
                    <a:pt x="0" y="8208"/>
                    <a:pt x="5779" y="8748"/>
                    <a:pt x="5779" y="4201"/>
                  </a:cubicBezTo>
                  <a:cubicBezTo>
                    <a:pt x="5779" y="4201"/>
                    <a:pt x="6477" y="-1958"/>
                    <a:pt x="3048" y="639"/>
                  </a:cubicBezTo>
                  <a:lnTo>
                    <a:pt x="3175" y="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568DBAFA-1D79-BAAF-00F4-0E98D6387A47}"/>
                </a:ext>
              </a:extLst>
            </p:cNvPr>
            <p:cNvSpPr/>
            <p:nvPr/>
          </p:nvSpPr>
          <p:spPr>
            <a:xfrm>
              <a:off x="7299901" y="3739344"/>
              <a:ext cx="941717" cy="934032"/>
            </a:xfrm>
            <a:custGeom>
              <a:avLst/>
              <a:gdLst>
                <a:gd name="csX0" fmla="*/ 917967 w 1086051"/>
                <a:gd name="csY0" fmla="*/ 546741 h 1077188"/>
                <a:gd name="csX1" fmla="*/ 927492 w 1086051"/>
                <a:gd name="csY1" fmla="*/ 536251 h 1077188"/>
                <a:gd name="csX2" fmla="*/ 921968 w 1086051"/>
                <a:gd name="csY2" fmla="*/ 509111 h 1077188"/>
                <a:gd name="csX3" fmla="*/ 932572 w 1086051"/>
                <a:gd name="csY3" fmla="*/ 504895 h 1077188"/>
                <a:gd name="csX4" fmla="*/ 926857 w 1086051"/>
                <a:gd name="csY4" fmla="*/ 471697 h 1077188"/>
                <a:gd name="csX5" fmla="*/ 930413 w 1086051"/>
                <a:gd name="csY5" fmla="*/ 463372 h 1077188"/>
                <a:gd name="csX6" fmla="*/ 960321 w 1086051"/>
                <a:gd name="csY6" fmla="*/ 473856 h 1077188"/>
                <a:gd name="csX7" fmla="*/ 982039 w 1086051"/>
                <a:gd name="csY7" fmla="*/ 428117 h 1077188"/>
                <a:gd name="csX8" fmla="*/ 974038 w 1086051"/>
                <a:gd name="csY8" fmla="*/ 417303 h 1077188"/>
                <a:gd name="csX9" fmla="*/ 996961 w 1086051"/>
                <a:gd name="csY9" fmla="*/ 389947 h 1077188"/>
                <a:gd name="csX10" fmla="*/ 996199 w 1086051"/>
                <a:gd name="csY10" fmla="*/ 364204 h 1077188"/>
                <a:gd name="csX11" fmla="*/ 1014868 w 1086051"/>
                <a:gd name="csY11" fmla="*/ 359232 h 1077188"/>
                <a:gd name="csX12" fmla="*/ 1044840 w 1086051"/>
                <a:gd name="csY12" fmla="*/ 339770 h 1077188"/>
                <a:gd name="csX13" fmla="*/ 1057477 w 1086051"/>
                <a:gd name="csY13" fmla="*/ 347339 h 1077188"/>
                <a:gd name="csX14" fmla="*/ 1074939 w 1086051"/>
                <a:gd name="csY14" fmla="*/ 344418 h 1077188"/>
                <a:gd name="csX15" fmla="*/ 1063763 w 1086051"/>
                <a:gd name="csY15" fmla="*/ 325063 h 1077188"/>
                <a:gd name="csX16" fmla="*/ 1086052 w 1086051"/>
                <a:gd name="csY16" fmla="*/ 313601 h 1077188"/>
                <a:gd name="csX17" fmla="*/ 1079765 w 1086051"/>
                <a:gd name="csY17" fmla="*/ 303759 h 1077188"/>
                <a:gd name="csX18" fmla="*/ 1071256 w 1086051"/>
                <a:gd name="csY18" fmla="*/ 292081 h 1077188"/>
                <a:gd name="csX19" fmla="*/ 1047126 w 1086051"/>
                <a:gd name="csY19" fmla="*/ 294456 h 1077188"/>
                <a:gd name="csX20" fmla="*/ 1052524 w 1086051"/>
                <a:gd name="csY20" fmla="*/ 278778 h 1077188"/>
                <a:gd name="csX21" fmla="*/ 1036141 w 1086051"/>
                <a:gd name="csY21" fmla="*/ 272180 h 1077188"/>
                <a:gd name="csX22" fmla="*/ 1030743 w 1086051"/>
                <a:gd name="csY22" fmla="*/ 261150 h 1077188"/>
                <a:gd name="csX23" fmla="*/ 1042427 w 1086051"/>
                <a:gd name="csY23" fmla="*/ 254121 h 1077188"/>
                <a:gd name="csX24" fmla="*/ 1027060 w 1086051"/>
                <a:gd name="csY24" fmla="*/ 236176 h 1077188"/>
                <a:gd name="csX25" fmla="*/ 1007566 w 1086051"/>
                <a:gd name="csY25" fmla="*/ 242875 h 1077188"/>
                <a:gd name="csX26" fmla="*/ 1002740 w 1086051"/>
                <a:gd name="csY26" fmla="*/ 258013 h 1077188"/>
                <a:gd name="csX27" fmla="*/ 973276 w 1086051"/>
                <a:gd name="csY27" fmla="*/ 253797 h 1077188"/>
                <a:gd name="csX28" fmla="*/ 945653 w 1086051"/>
                <a:gd name="csY28" fmla="*/ 278346 h 1077188"/>
                <a:gd name="csX29" fmla="*/ 928826 w 1086051"/>
                <a:gd name="csY29" fmla="*/ 280511 h 1077188"/>
                <a:gd name="csX30" fmla="*/ 905521 w 1086051"/>
                <a:gd name="csY30" fmla="*/ 298024 h 1077188"/>
                <a:gd name="csX31" fmla="*/ 905521 w 1086051"/>
                <a:gd name="csY31" fmla="*/ 309816 h 1077188"/>
                <a:gd name="csX32" fmla="*/ 866468 w 1086051"/>
                <a:gd name="csY32" fmla="*/ 316516 h 1077188"/>
                <a:gd name="csX33" fmla="*/ 867104 w 1086051"/>
                <a:gd name="csY33" fmla="*/ 336633 h 1077188"/>
                <a:gd name="csX34" fmla="*/ 882470 w 1086051"/>
                <a:gd name="csY34" fmla="*/ 336957 h 1077188"/>
                <a:gd name="csX35" fmla="*/ 888884 w 1086051"/>
                <a:gd name="csY35" fmla="*/ 360528 h 1077188"/>
                <a:gd name="csX36" fmla="*/ 833893 w 1086051"/>
                <a:gd name="csY36" fmla="*/ 362477 h 1077188"/>
                <a:gd name="csX37" fmla="*/ 817510 w 1086051"/>
                <a:gd name="csY37" fmla="*/ 352527 h 1077188"/>
                <a:gd name="csX38" fmla="*/ 794904 w 1086051"/>
                <a:gd name="csY38" fmla="*/ 361721 h 1077188"/>
                <a:gd name="csX39" fmla="*/ 783538 w 1086051"/>
                <a:gd name="csY39" fmla="*/ 353613 h 1077188"/>
                <a:gd name="csX40" fmla="*/ 769377 w 1086051"/>
                <a:gd name="csY40" fmla="*/ 356203 h 1077188"/>
                <a:gd name="csX41" fmla="*/ 757693 w 1086051"/>
                <a:gd name="csY41" fmla="*/ 343770 h 1077188"/>
                <a:gd name="csX42" fmla="*/ 764043 w 1086051"/>
                <a:gd name="csY42" fmla="*/ 334467 h 1077188"/>
                <a:gd name="csX43" fmla="*/ 762138 w 1086051"/>
                <a:gd name="csY43" fmla="*/ 314789 h 1077188"/>
                <a:gd name="csX44" fmla="*/ 753248 w 1086051"/>
                <a:gd name="csY44" fmla="*/ 305270 h 1077188"/>
                <a:gd name="csX45" fmla="*/ 728991 w 1086051"/>
                <a:gd name="csY45" fmla="*/ 312623 h 1077188"/>
                <a:gd name="csX46" fmla="*/ 729435 w 1086051"/>
                <a:gd name="csY46" fmla="*/ 355016 h 1077188"/>
                <a:gd name="csX47" fmla="*/ 723276 w 1086051"/>
                <a:gd name="csY47" fmla="*/ 375234 h 1077188"/>
                <a:gd name="csX48" fmla="*/ 701940 w 1086051"/>
                <a:gd name="csY48" fmla="*/ 374479 h 1077188"/>
                <a:gd name="csX49" fmla="*/ 694447 w 1086051"/>
                <a:gd name="csY49" fmla="*/ 364096 h 1077188"/>
                <a:gd name="csX50" fmla="*/ 680921 w 1086051"/>
                <a:gd name="csY50" fmla="*/ 372967 h 1077188"/>
                <a:gd name="csX51" fmla="*/ 651394 w 1086051"/>
                <a:gd name="csY51" fmla="*/ 366046 h 1077188"/>
                <a:gd name="csX52" fmla="*/ 643266 w 1086051"/>
                <a:gd name="csY52" fmla="*/ 353936 h 1077188"/>
                <a:gd name="csX53" fmla="*/ 626375 w 1086051"/>
                <a:gd name="csY53" fmla="*/ 362477 h 1077188"/>
                <a:gd name="csX54" fmla="*/ 603959 w 1086051"/>
                <a:gd name="csY54" fmla="*/ 348742 h 1077188"/>
                <a:gd name="csX55" fmla="*/ 605166 w 1086051"/>
                <a:gd name="csY55" fmla="*/ 335661 h 1077188"/>
                <a:gd name="csX56" fmla="*/ 580401 w 1086051"/>
                <a:gd name="csY56" fmla="*/ 327006 h 1077188"/>
                <a:gd name="csX57" fmla="*/ 551699 w 1086051"/>
                <a:gd name="csY57" fmla="*/ 335661 h 1077188"/>
                <a:gd name="csX58" fmla="*/ 431430 w 1086051"/>
                <a:gd name="csY58" fmla="*/ 276942 h 1077188"/>
                <a:gd name="csX59" fmla="*/ 441717 w 1086051"/>
                <a:gd name="csY59" fmla="*/ 238658 h 1077188"/>
                <a:gd name="csX60" fmla="*/ 465212 w 1086051"/>
                <a:gd name="csY60" fmla="*/ 219304 h 1077188"/>
                <a:gd name="csX61" fmla="*/ 399743 w 1086051"/>
                <a:gd name="csY61" fmla="*/ 174212 h 1077188"/>
                <a:gd name="csX62" fmla="*/ 384122 w 1086051"/>
                <a:gd name="csY62" fmla="*/ 175184 h 1077188"/>
                <a:gd name="csX63" fmla="*/ 369771 w 1086051"/>
                <a:gd name="csY63" fmla="*/ 125330 h 1077188"/>
                <a:gd name="csX64" fmla="*/ 383805 w 1086051"/>
                <a:gd name="csY64" fmla="*/ 121437 h 1077188"/>
                <a:gd name="csX65" fmla="*/ 392251 w 1086051"/>
                <a:gd name="csY65" fmla="*/ 132036 h 1077188"/>
                <a:gd name="csX66" fmla="*/ 415618 w 1086051"/>
                <a:gd name="csY66" fmla="*/ 119818 h 1077188"/>
                <a:gd name="csX67" fmla="*/ 406093 w 1086051"/>
                <a:gd name="csY67" fmla="*/ 97758 h 1077188"/>
                <a:gd name="csX68" fmla="*/ 389774 w 1086051"/>
                <a:gd name="csY68" fmla="*/ 89211 h 1077188"/>
                <a:gd name="csX69" fmla="*/ 383297 w 1086051"/>
                <a:gd name="csY69" fmla="*/ 60884 h 1077188"/>
                <a:gd name="csX70" fmla="*/ 392949 w 1086051"/>
                <a:gd name="csY70" fmla="*/ 57855 h 1077188"/>
                <a:gd name="csX71" fmla="*/ 392949 w 1086051"/>
                <a:gd name="csY71" fmla="*/ 45523 h 1077188"/>
                <a:gd name="csX72" fmla="*/ 365834 w 1086051"/>
                <a:gd name="csY72" fmla="*/ 34931 h 1077188"/>
                <a:gd name="csX73" fmla="*/ 354849 w 1086051"/>
                <a:gd name="csY73" fmla="*/ 0 h 1077188"/>
                <a:gd name="csX74" fmla="*/ 319226 w 1086051"/>
                <a:gd name="csY74" fmla="*/ 18059 h 1077188"/>
                <a:gd name="csX75" fmla="*/ 313130 w 1086051"/>
                <a:gd name="csY75" fmla="*/ 36659 h 1077188"/>
                <a:gd name="csX76" fmla="*/ 271601 w 1086051"/>
                <a:gd name="csY76" fmla="*/ 46825 h 1077188"/>
                <a:gd name="csX77" fmla="*/ 218197 w 1086051"/>
                <a:gd name="csY77" fmla="*/ 31363 h 1077188"/>
                <a:gd name="csX78" fmla="*/ 200290 w 1086051"/>
                <a:gd name="csY78" fmla="*/ 43688 h 1077188"/>
                <a:gd name="csX79" fmla="*/ 215720 w 1086051"/>
                <a:gd name="csY79" fmla="*/ 64452 h 1077188"/>
                <a:gd name="csX80" fmla="*/ 207529 w 1086051"/>
                <a:gd name="csY80" fmla="*/ 99809 h 1077188"/>
                <a:gd name="csX81" fmla="*/ 253185 w 1086051"/>
                <a:gd name="csY81" fmla="*/ 125114 h 1077188"/>
                <a:gd name="csX82" fmla="*/ 256297 w 1086051"/>
                <a:gd name="csY82" fmla="*/ 137985 h 1077188"/>
                <a:gd name="csX83" fmla="*/ 225817 w 1086051"/>
                <a:gd name="csY83" fmla="*/ 153772 h 1077188"/>
                <a:gd name="csX84" fmla="*/ 230643 w 1086051"/>
                <a:gd name="csY84" fmla="*/ 184696 h 1077188"/>
                <a:gd name="csX85" fmla="*/ 204291 w 1086051"/>
                <a:gd name="csY85" fmla="*/ 209677 h 1077188"/>
                <a:gd name="csX86" fmla="*/ 208164 w 1086051"/>
                <a:gd name="csY86" fmla="*/ 222441 h 1077188"/>
                <a:gd name="csX87" fmla="*/ 184796 w 1086051"/>
                <a:gd name="csY87" fmla="*/ 230550 h 1077188"/>
                <a:gd name="csX88" fmla="*/ 165809 w 1086051"/>
                <a:gd name="csY88" fmla="*/ 267856 h 1077188"/>
                <a:gd name="csX89" fmla="*/ 142695 w 1086051"/>
                <a:gd name="csY89" fmla="*/ 280295 h 1077188"/>
                <a:gd name="csX90" fmla="*/ 126630 w 1086051"/>
                <a:gd name="csY90" fmla="*/ 310032 h 1077188"/>
                <a:gd name="csX91" fmla="*/ 86498 w 1086051"/>
                <a:gd name="csY91" fmla="*/ 322358 h 1077188"/>
                <a:gd name="csX92" fmla="*/ 74369 w 1086051"/>
                <a:gd name="csY92" fmla="*/ 306464 h 1077188"/>
                <a:gd name="csX93" fmla="*/ 34238 w 1086051"/>
                <a:gd name="csY93" fmla="*/ 354152 h 1077188"/>
                <a:gd name="csX94" fmla="*/ 48525 w 1086051"/>
                <a:gd name="csY94" fmla="*/ 366694 h 1077188"/>
                <a:gd name="csX95" fmla="*/ 62495 w 1086051"/>
                <a:gd name="csY95" fmla="*/ 366694 h 1077188"/>
                <a:gd name="csX96" fmla="*/ 58494 w 1086051"/>
                <a:gd name="csY96" fmla="*/ 390271 h 1077188"/>
                <a:gd name="csX97" fmla="*/ 68655 w 1086051"/>
                <a:gd name="csY97" fmla="*/ 402380 h 1077188"/>
                <a:gd name="csX98" fmla="*/ 81291 w 1086051"/>
                <a:gd name="csY98" fmla="*/ 399999 h 1077188"/>
                <a:gd name="csX99" fmla="*/ 98309 w 1086051"/>
                <a:gd name="csY99" fmla="*/ 454285 h 1077188"/>
                <a:gd name="csX100" fmla="*/ 81291 w 1086051"/>
                <a:gd name="csY100" fmla="*/ 461207 h 1077188"/>
                <a:gd name="csX101" fmla="*/ 75703 w 1086051"/>
                <a:gd name="csY101" fmla="*/ 452126 h 1077188"/>
                <a:gd name="csX102" fmla="*/ 57732 w 1086051"/>
                <a:gd name="csY102" fmla="*/ 461207 h 1077188"/>
                <a:gd name="csX103" fmla="*/ 3377 w 1086051"/>
                <a:gd name="csY103" fmla="*/ 453206 h 1077188"/>
                <a:gd name="csX104" fmla="*/ 3377 w 1086051"/>
                <a:gd name="csY104" fmla="*/ 469640 h 1077188"/>
                <a:gd name="csX105" fmla="*/ 646 w 1086051"/>
                <a:gd name="csY105" fmla="*/ 484131 h 1077188"/>
                <a:gd name="csX106" fmla="*/ 10616 w 1086051"/>
                <a:gd name="csY106" fmla="*/ 497002 h 1077188"/>
                <a:gd name="csX107" fmla="*/ 32586 w 1086051"/>
                <a:gd name="csY107" fmla="*/ 508248 h 1077188"/>
                <a:gd name="csX108" fmla="*/ 50049 w 1086051"/>
                <a:gd name="csY108" fmla="*/ 508464 h 1077188"/>
                <a:gd name="csX109" fmla="*/ 66940 w 1086051"/>
                <a:gd name="csY109" fmla="*/ 502298 h 1077188"/>
                <a:gd name="csX110" fmla="*/ 71258 w 1086051"/>
                <a:gd name="csY110" fmla="*/ 508032 h 1077188"/>
                <a:gd name="csX111" fmla="*/ 62685 w 1086051"/>
                <a:gd name="csY111" fmla="*/ 518954 h 1077188"/>
                <a:gd name="csX112" fmla="*/ 28268 w 1086051"/>
                <a:gd name="csY112" fmla="*/ 528466 h 1077188"/>
                <a:gd name="csX113" fmla="*/ 22617 w 1086051"/>
                <a:gd name="csY113" fmla="*/ 523818 h 1077188"/>
                <a:gd name="csX114" fmla="*/ 21156 w 1086051"/>
                <a:gd name="csY114" fmla="*/ 524034 h 1077188"/>
                <a:gd name="csX115" fmla="*/ 21982 w 1086051"/>
                <a:gd name="csY115" fmla="*/ 534632 h 1077188"/>
                <a:gd name="csX116" fmla="*/ 71004 w 1086051"/>
                <a:gd name="csY116" fmla="*/ 582213 h 1077188"/>
                <a:gd name="csX117" fmla="*/ 95134 w 1086051"/>
                <a:gd name="csY117" fmla="*/ 589890 h 1077188"/>
                <a:gd name="csX118" fmla="*/ 132917 w 1086051"/>
                <a:gd name="csY118" fmla="*/ 569779 h 1077188"/>
                <a:gd name="csX119" fmla="*/ 139076 w 1086051"/>
                <a:gd name="csY119" fmla="*/ 552259 h 1077188"/>
                <a:gd name="csX120" fmla="*/ 138695 w 1086051"/>
                <a:gd name="csY120" fmla="*/ 539496 h 1077188"/>
                <a:gd name="csX121" fmla="*/ 146696 w 1086051"/>
                <a:gd name="csY121" fmla="*/ 528034 h 1077188"/>
                <a:gd name="csX122" fmla="*/ 156411 w 1086051"/>
                <a:gd name="csY122" fmla="*/ 530847 h 1077188"/>
                <a:gd name="csX123" fmla="*/ 155459 w 1086051"/>
                <a:gd name="csY123" fmla="*/ 533876 h 1077188"/>
                <a:gd name="csX124" fmla="*/ 149934 w 1086051"/>
                <a:gd name="csY124" fmla="*/ 538201 h 1077188"/>
                <a:gd name="csX125" fmla="*/ 152411 w 1086051"/>
                <a:gd name="csY125" fmla="*/ 565233 h 1077188"/>
                <a:gd name="csX126" fmla="*/ 163143 w 1086051"/>
                <a:gd name="csY126" fmla="*/ 597567 h 1077188"/>
                <a:gd name="csX127" fmla="*/ 155142 w 1086051"/>
                <a:gd name="csY127" fmla="*/ 627520 h 1077188"/>
                <a:gd name="csX128" fmla="*/ 162190 w 1086051"/>
                <a:gd name="csY128" fmla="*/ 657911 h 1077188"/>
                <a:gd name="csX129" fmla="*/ 166508 w 1086051"/>
                <a:gd name="csY129" fmla="*/ 656501 h 1077188"/>
                <a:gd name="csX130" fmla="*/ 166064 w 1086051"/>
                <a:gd name="csY130" fmla="*/ 663315 h 1077188"/>
                <a:gd name="csX131" fmla="*/ 163269 w 1086051"/>
                <a:gd name="csY131" fmla="*/ 673157 h 1077188"/>
                <a:gd name="csX132" fmla="*/ 187272 w 1086051"/>
                <a:gd name="csY132" fmla="*/ 780428 h 1077188"/>
                <a:gd name="csX133" fmla="*/ 202640 w 1086051"/>
                <a:gd name="csY133" fmla="*/ 810381 h 1077188"/>
                <a:gd name="csX134" fmla="*/ 220419 w 1086051"/>
                <a:gd name="csY134" fmla="*/ 841204 h 1077188"/>
                <a:gd name="csX135" fmla="*/ 237628 w 1086051"/>
                <a:gd name="csY135" fmla="*/ 904355 h 1077188"/>
                <a:gd name="csX136" fmla="*/ 249947 w 1086051"/>
                <a:gd name="csY136" fmla="*/ 928796 h 1077188"/>
                <a:gd name="csX137" fmla="*/ 265822 w 1086051"/>
                <a:gd name="csY137" fmla="*/ 950208 h 1077188"/>
                <a:gd name="csX138" fmla="*/ 289254 w 1086051"/>
                <a:gd name="csY138" fmla="*/ 1004811 h 1077188"/>
                <a:gd name="csX139" fmla="*/ 290841 w 1086051"/>
                <a:gd name="csY139" fmla="*/ 1009790 h 1077188"/>
                <a:gd name="csX140" fmla="*/ 288174 w 1086051"/>
                <a:gd name="csY140" fmla="*/ 1012819 h 1077188"/>
                <a:gd name="csX141" fmla="*/ 291920 w 1086051"/>
                <a:gd name="csY141" fmla="*/ 1029900 h 1077188"/>
                <a:gd name="csX142" fmla="*/ 305002 w 1086051"/>
                <a:gd name="csY142" fmla="*/ 1052938 h 1077188"/>
                <a:gd name="csX143" fmla="*/ 327734 w 1086051"/>
                <a:gd name="csY143" fmla="*/ 1074998 h 1077188"/>
                <a:gd name="csX144" fmla="*/ 339038 w 1086051"/>
                <a:gd name="csY144" fmla="*/ 1076077 h 1077188"/>
                <a:gd name="csX145" fmla="*/ 358088 w 1086051"/>
                <a:gd name="csY145" fmla="*/ 1060399 h 1077188"/>
                <a:gd name="csX146" fmla="*/ 363803 w 1086051"/>
                <a:gd name="csY146" fmla="*/ 1043312 h 1077188"/>
                <a:gd name="csX147" fmla="*/ 384504 w 1086051"/>
                <a:gd name="csY147" fmla="*/ 1034771 h 1077188"/>
                <a:gd name="csX148" fmla="*/ 403427 w 1086051"/>
                <a:gd name="csY148" fmla="*/ 1036930 h 1077188"/>
                <a:gd name="csX149" fmla="*/ 406475 w 1086051"/>
                <a:gd name="csY149" fmla="*/ 1038009 h 1077188"/>
                <a:gd name="csX150" fmla="*/ 404696 w 1086051"/>
                <a:gd name="csY150" fmla="*/ 1033253 h 1077188"/>
                <a:gd name="csX151" fmla="*/ 388377 w 1086051"/>
                <a:gd name="csY151" fmla="*/ 1025792 h 1077188"/>
                <a:gd name="csX152" fmla="*/ 388377 w 1086051"/>
                <a:gd name="csY152" fmla="*/ 1024928 h 1077188"/>
                <a:gd name="csX153" fmla="*/ 398029 w 1086051"/>
                <a:gd name="csY153" fmla="*/ 1008596 h 1077188"/>
                <a:gd name="csX154" fmla="*/ 399743 w 1086051"/>
                <a:gd name="csY154" fmla="*/ 1001459 h 1077188"/>
                <a:gd name="csX155" fmla="*/ 406856 w 1086051"/>
                <a:gd name="csY155" fmla="*/ 993673 h 1077188"/>
                <a:gd name="csX156" fmla="*/ 423111 w 1086051"/>
                <a:gd name="csY156" fmla="*/ 992054 h 1077188"/>
                <a:gd name="csX157" fmla="*/ 422159 w 1086051"/>
                <a:gd name="csY157" fmla="*/ 955827 h 1077188"/>
                <a:gd name="csX158" fmla="*/ 419556 w 1086051"/>
                <a:gd name="csY158" fmla="*/ 941553 h 1077188"/>
                <a:gd name="csX159" fmla="*/ 426668 w 1086051"/>
                <a:gd name="csY159" fmla="*/ 923601 h 1077188"/>
                <a:gd name="csX160" fmla="*/ 435240 w 1086051"/>
                <a:gd name="csY160" fmla="*/ 909981 h 1077188"/>
                <a:gd name="csX161" fmla="*/ 438288 w 1086051"/>
                <a:gd name="csY161" fmla="*/ 878402 h 1077188"/>
                <a:gd name="csX162" fmla="*/ 431430 w 1086051"/>
                <a:gd name="csY162" fmla="*/ 871804 h 1077188"/>
                <a:gd name="csX163" fmla="*/ 434478 w 1086051"/>
                <a:gd name="csY163" fmla="*/ 870509 h 1077188"/>
                <a:gd name="csX164" fmla="*/ 435113 w 1086051"/>
                <a:gd name="csY164" fmla="*/ 870941 h 1077188"/>
                <a:gd name="csX165" fmla="*/ 438161 w 1086051"/>
                <a:gd name="csY165" fmla="*/ 869639 h 1077188"/>
                <a:gd name="csX166" fmla="*/ 438352 w 1086051"/>
                <a:gd name="csY166" fmla="*/ 867588 h 1077188"/>
                <a:gd name="csX167" fmla="*/ 434795 w 1086051"/>
                <a:gd name="csY167" fmla="*/ 857314 h 1077188"/>
                <a:gd name="csX168" fmla="*/ 434605 w 1086051"/>
                <a:gd name="csY168" fmla="*/ 830390 h 1077188"/>
                <a:gd name="csX169" fmla="*/ 431240 w 1086051"/>
                <a:gd name="csY169" fmla="*/ 812006 h 1077188"/>
                <a:gd name="csX170" fmla="*/ 442034 w 1086051"/>
                <a:gd name="csY170" fmla="*/ 786918 h 1077188"/>
                <a:gd name="csX171" fmla="*/ 456258 w 1086051"/>
                <a:gd name="csY171" fmla="*/ 783565 h 1077188"/>
                <a:gd name="csX172" fmla="*/ 462926 w 1086051"/>
                <a:gd name="csY172" fmla="*/ 788645 h 1077188"/>
                <a:gd name="csX173" fmla="*/ 476896 w 1086051"/>
                <a:gd name="csY173" fmla="*/ 766369 h 1077188"/>
                <a:gd name="csX174" fmla="*/ 489977 w 1086051"/>
                <a:gd name="csY174" fmla="*/ 765721 h 1077188"/>
                <a:gd name="csX175" fmla="*/ 514488 w 1086051"/>
                <a:gd name="csY175" fmla="*/ 754475 h 1077188"/>
                <a:gd name="csX176" fmla="*/ 517409 w 1086051"/>
                <a:gd name="csY176" fmla="*/ 749503 h 1077188"/>
                <a:gd name="csX177" fmla="*/ 517409 w 1086051"/>
                <a:gd name="csY177" fmla="*/ 749071 h 1077188"/>
                <a:gd name="csX178" fmla="*/ 514488 w 1086051"/>
                <a:gd name="csY178" fmla="*/ 744201 h 1077188"/>
                <a:gd name="csX179" fmla="*/ 513408 w 1086051"/>
                <a:gd name="csY179" fmla="*/ 739877 h 1077188"/>
                <a:gd name="csX180" fmla="*/ 522489 w 1086051"/>
                <a:gd name="csY180" fmla="*/ 728631 h 1077188"/>
                <a:gd name="csX181" fmla="*/ 553541 w 1086051"/>
                <a:gd name="csY181" fmla="*/ 710140 h 1077188"/>
                <a:gd name="csX182" fmla="*/ 569479 w 1086051"/>
                <a:gd name="csY182" fmla="*/ 692296 h 1077188"/>
                <a:gd name="csX183" fmla="*/ 579830 w 1086051"/>
                <a:gd name="csY183" fmla="*/ 687756 h 1077188"/>
                <a:gd name="csX184" fmla="*/ 622247 w 1086051"/>
                <a:gd name="csY184" fmla="*/ 641255 h 1077188"/>
                <a:gd name="csX185" fmla="*/ 637868 w 1086051"/>
                <a:gd name="csY185" fmla="*/ 631958 h 1077188"/>
                <a:gd name="csX186" fmla="*/ 663268 w 1086051"/>
                <a:gd name="csY186" fmla="*/ 623627 h 1077188"/>
                <a:gd name="csX187" fmla="*/ 670317 w 1086051"/>
                <a:gd name="csY187" fmla="*/ 616814 h 1077188"/>
                <a:gd name="csX188" fmla="*/ 682318 w 1086051"/>
                <a:gd name="csY188" fmla="*/ 603517 h 1077188"/>
                <a:gd name="csX189" fmla="*/ 682318 w 1086051"/>
                <a:gd name="csY189" fmla="*/ 600164 h 1077188"/>
                <a:gd name="csX190" fmla="*/ 689050 w 1086051"/>
                <a:gd name="csY190" fmla="*/ 594646 h 1077188"/>
                <a:gd name="csX191" fmla="*/ 686129 w 1086051"/>
                <a:gd name="csY191" fmla="*/ 572046 h 1077188"/>
                <a:gd name="csX192" fmla="*/ 699019 w 1086051"/>
                <a:gd name="csY192" fmla="*/ 558095 h 1077188"/>
                <a:gd name="csX193" fmla="*/ 716101 w 1086051"/>
                <a:gd name="csY193" fmla="*/ 554749 h 1077188"/>
                <a:gd name="csX194" fmla="*/ 728356 w 1086051"/>
                <a:gd name="csY194" fmla="*/ 542093 h 1077188"/>
                <a:gd name="csX195" fmla="*/ 735913 w 1086051"/>
                <a:gd name="csY195" fmla="*/ 541769 h 1077188"/>
                <a:gd name="csX196" fmla="*/ 734706 w 1086051"/>
                <a:gd name="csY196" fmla="*/ 558533 h 1077188"/>
                <a:gd name="csX197" fmla="*/ 742643 w 1086051"/>
                <a:gd name="csY197" fmla="*/ 557771 h 1077188"/>
                <a:gd name="csX198" fmla="*/ 752994 w 1086051"/>
                <a:gd name="csY198" fmla="*/ 541553 h 1077188"/>
                <a:gd name="csX199" fmla="*/ 753883 w 1086051"/>
                <a:gd name="csY199" fmla="*/ 541014 h 1077188"/>
                <a:gd name="csX200" fmla="*/ 756296 w 1086051"/>
                <a:gd name="csY200" fmla="*/ 542525 h 1077188"/>
                <a:gd name="csX201" fmla="*/ 757693 w 1086051"/>
                <a:gd name="csY201" fmla="*/ 558857 h 1077188"/>
                <a:gd name="csX202" fmla="*/ 770774 w 1086051"/>
                <a:gd name="csY202" fmla="*/ 556476 h 1077188"/>
                <a:gd name="csX203" fmla="*/ 773568 w 1086051"/>
                <a:gd name="csY203" fmla="*/ 542201 h 1077188"/>
                <a:gd name="csX204" fmla="*/ 756804 w 1086051"/>
                <a:gd name="csY204" fmla="*/ 490188 h 1077188"/>
                <a:gd name="csX205" fmla="*/ 764805 w 1086051"/>
                <a:gd name="csY205" fmla="*/ 479698 h 1077188"/>
                <a:gd name="csX206" fmla="*/ 762964 w 1086051"/>
                <a:gd name="csY206" fmla="*/ 464991 h 1077188"/>
                <a:gd name="csX207" fmla="*/ 735023 w 1086051"/>
                <a:gd name="csY207" fmla="*/ 448773 h 1077188"/>
                <a:gd name="csX208" fmla="*/ 747723 w 1086051"/>
                <a:gd name="csY208" fmla="*/ 431470 h 1077188"/>
                <a:gd name="csX209" fmla="*/ 768297 w 1086051"/>
                <a:gd name="csY209" fmla="*/ 428657 h 1077188"/>
                <a:gd name="csX210" fmla="*/ 743596 w 1086051"/>
                <a:gd name="csY210" fmla="*/ 406813 h 1077188"/>
                <a:gd name="csX211" fmla="*/ 755597 w 1086051"/>
                <a:gd name="csY211" fmla="*/ 380860 h 1077188"/>
                <a:gd name="csX212" fmla="*/ 784427 w 1086051"/>
                <a:gd name="csY212" fmla="*/ 397408 h 1077188"/>
                <a:gd name="csX213" fmla="*/ 790142 w 1086051"/>
                <a:gd name="csY213" fmla="*/ 387782 h 1077188"/>
                <a:gd name="csX214" fmla="*/ 805508 w 1086051"/>
                <a:gd name="csY214" fmla="*/ 395999 h 1077188"/>
                <a:gd name="csX215" fmla="*/ 804556 w 1086051"/>
                <a:gd name="csY215" fmla="*/ 422929 h 1077188"/>
                <a:gd name="csX216" fmla="*/ 823162 w 1086051"/>
                <a:gd name="csY216" fmla="*/ 428981 h 1077188"/>
                <a:gd name="csX217" fmla="*/ 884439 w 1086051"/>
                <a:gd name="csY217" fmla="*/ 414706 h 1077188"/>
                <a:gd name="csX218" fmla="*/ 897393 w 1086051"/>
                <a:gd name="csY218" fmla="*/ 426167 h 1077188"/>
                <a:gd name="csX219" fmla="*/ 878788 w 1086051"/>
                <a:gd name="csY219" fmla="*/ 450609 h 1077188"/>
                <a:gd name="csX220" fmla="*/ 846021 w 1086051"/>
                <a:gd name="csY220" fmla="*/ 461423 h 1077188"/>
                <a:gd name="csX221" fmla="*/ 848244 w 1086051"/>
                <a:gd name="csY221" fmla="*/ 488131 h 1077188"/>
                <a:gd name="csX222" fmla="*/ 866468 w 1086051"/>
                <a:gd name="csY222" fmla="*/ 499161 h 1077188"/>
                <a:gd name="csX223" fmla="*/ 869580 w 1086051"/>
                <a:gd name="csY223" fmla="*/ 476237 h 1077188"/>
                <a:gd name="csX224" fmla="*/ 890789 w 1086051"/>
                <a:gd name="csY224" fmla="*/ 480994 h 1077188"/>
                <a:gd name="csX225" fmla="*/ 902282 w 1086051"/>
                <a:gd name="csY225" fmla="*/ 542849 h 1077188"/>
                <a:gd name="csX226" fmla="*/ 918412 w 1086051"/>
                <a:gd name="csY226" fmla="*/ 546310 h 1077188"/>
                <a:gd name="csX227" fmla="*/ 917967 w 1086051"/>
                <a:gd name="csY227" fmla="*/ 546741 h 1077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</a:cxnLst>
              <a:rect l="l" t="t" r="r" b="b"/>
              <a:pathLst>
                <a:path w="1086051" h="1077188">
                  <a:moveTo>
                    <a:pt x="917967" y="546741"/>
                  </a:moveTo>
                  <a:lnTo>
                    <a:pt x="927492" y="536251"/>
                  </a:lnTo>
                  <a:lnTo>
                    <a:pt x="921968" y="509111"/>
                  </a:lnTo>
                  <a:lnTo>
                    <a:pt x="932572" y="504895"/>
                  </a:lnTo>
                  <a:lnTo>
                    <a:pt x="926857" y="471697"/>
                  </a:lnTo>
                  <a:lnTo>
                    <a:pt x="930413" y="463372"/>
                  </a:lnTo>
                  <a:lnTo>
                    <a:pt x="960321" y="473856"/>
                  </a:lnTo>
                  <a:lnTo>
                    <a:pt x="982039" y="428117"/>
                  </a:lnTo>
                  <a:lnTo>
                    <a:pt x="974038" y="417303"/>
                  </a:lnTo>
                  <a:lnTo>
                    <a:pt x="996961" y="389947"/>
                  </a:lnTo>
                  <a:lnTo>
                    <a:pt x="996199" y="364204"/>
                  </a:lnTo>
                  <a:lnTo>
                    <a:pt x="1014868" y="359232"/>
                  </a:lnTo>
                  <a:lnTo>
                    <a:pt x="1044840" y="339770"/>
                  </a:lnTo>
                  <a:lnTo>
                    <a:pt x="1057477" y="347339"/>
                  </a:lnTo>
                  <a:lnTo>
                    <a:pt x="1074939" y="344418"/>
                  </a:lnTo>
                  <a:lnTo>
                    <a:pt x="1063763" y="325063"/>
                  </a:lnTo>
                  <a:lnTo>
                    <a:pt x="1086052" y="313601"/>
                  </a:lnTo>
                  <a:lnTo>
                    <a:pt x="1079765" y="303759"/>
                  </a:lnTo>
                  <a:lnTo>
                    <a:pt x="1071256" y="292081"/>
                  </a:lnTo>
                  <a:lnTo>
                    <a:pt x="1047126" y="294456"/>
                  </a:lnTo>
                  <a:lnTo>
                    <a:pt x="1052524" y="278778"/>
                  </a:lnTo>
                  <a:lnTo>
                    <a:pt x="1036141" y="272180"/>
                  </a:lnTo>
                  <a:lnTo>
                    <a:pt x="1030743" y="261150"/>
                  </a:lnTo>
                  <a:lnTo>
                    <a:pt x="1042427" y="254121"/>
                  </a:lnTo>
                  <a:lnTo>
                    <a:pt x="1027060" y="236176"/>
                  </a:lnTo>
                  <a:lnTo>
                    <a:pt x="1007566" y="242875"/>
                  </a:lnTo>
                  <a:lnTo>
                    <a:pt x="1002740" y="258013"/>
                  </a:lnTo>
                  <a:lnTo>
                    <a:pt x="973276" y="253797"/>
                  </a:lnTo>
                  <a:lnTo>
                    <a:pt x="945653" y="278346"/>
                  </a:lnTo>
                  <a:lnTo>
                    <a:pt x="928826" y="280511"/>
                  </a:lnTo>
                  <a:lnTo>
                    <a:pt x="905521" y="298024"/>
                  </a:lnTo>
                  <a:lnTo>
                    <a:pt x="905521" y="309816"/>
                  </a:lnTo>
                  <a:lnTo>
                    <a:pt x="866468" y="316516"/>
                  </a:lnTo>
                  <a:lnTo>
                    <a:pt x="867104" y="336633"/>
                  </a:lnTo>
                  <a:lnTo>
                    <a:pt x="882470" y="336957"/>
                  </a:lnTo>
                  <a:lnTo>
                    <a:pt x="888884" y="360528"/>
                  </a:lnTo>
                  <a:lnTo>
                    <a:pt x="833893" y="362477"/>
                  </a:lnTo>
                  <a:lnTo>
                    <a:pt x="817510" y="352527"/>
                  </a:lnTo>
                  <a:lnTo>
                    <a:pt x="794904" y="361721"/>
                  </a:lnTo>
                  <a:lnTo>
                    <a:pt x="783538" y="353613"/>
                  </a:lnTo>
                  <a:lnTo>
                    <a:pt x="769377" y="356203"/>
                  </a:lnTo>
                  <a:lnTo>
                    <a:pt x="757693" y="343770"/>
                  </a:lnTo>
                  <a:lnTo>
                    <a:pt x="764043" y="334467"/>
                  </a:lnTo>
                  <a:lnTo>
                    <a:pt x="762138" y="314789"/>
                  </a:lnTo>
                  <a:lnTo>
                    <a:pt x="753248" y="305270"/>
                  </a:lnTo>
                  <a:lnTo>
                    <a:pt x="728991" y="312623"/>
                  </a:lnTo>
                  <a:lnTo>
                    <a:pt x="729435" y="355016"/>
                  </a:lnTo>
                  <a:lnTo>
                    <a:pt x="723276" y="375234"/>
                  </a:lnTo>
                  <a:lnTo>
                    <a:pt x="701940" y="374479"/>
                  </a:lnTo>
                  <a:lnTo>
                    <a:pt x="694447" y="364096"/>
                  </a:lnTo>
                  <a:lnTo>
                    <a:pt x="680921" y="372967"/>
                  </a:lnTo>
                  <a:lnTo>
                    <a:pt x="651394" y="366046"/>
                  </a:lnTo>
                  <a:lnTo>
                    <a:pt x="643266" y="353936"/>
                  </a:lnTo>
                  <a:lnTo>
                    <a:pt x="626375" y="362477"/>
                  </a:lnTo>
                  <a:lnTo>
                    <a:pt x="603959" y="348742"/>
                  </a:lnTo>
                  <a:lnTo>
                    <a:pt x="605166" y="335661"/>
                  </a:lnTo>
                  <a:lnTo>
                    <a:pt x="580401" y="327006"/>
                  </a:lnTo>
                  <a:lnTo>
                    <a:pt x="551699" y="335661"/>
                  </a:lnTo>
                  <a:lnTo>
                    <a:pt x="431430" y="276942"/>
                  </a:lnTo>
                  <a:lnTo>
                    <a:pt x="441717" y="238658"/>
                  </a:lnTo>
                  <a:lnTo>
                    <a:pt x="465212" y="219304"/>
                  </a:lnTo>
                  <a:lnTo>
                    <a:pt x="399743" y="174212"/>
                  </a:lnTo>
                  <a:lnTo>
                    <a:pt x="384122" y="175184"/>
                  </a:lnTo>
                  <a:lnTo>
                    <a:pt x="369771" y="125330"/>
                  </a:lnTo>
                  <a:lnTo>
                    <a:pt x="383805" y="121437"/>
                  </a:lnTo>
                  <a:lnTo>
                    <a:pt x="392251" y="132036"/>
                  </a:lnTo>
                  <a:lnTo>
                    <a:pt x="415618" y="119818"/>
                  </a:lnTo>
                  <a:lnTo>
                    <a:pt x="406093" y="97758"/>
                  </a:lnTo>
                  <a:lnTo>
                    <a:pt x="389774" y="89211"/>
                  </a:lnTo>
                  <a:lnTo>
                    <a:pt x="383297" y="60884"/>
                  </a:lnTo>
                  <a:lnTo>
                    <a:pt x="392949" y="57855"/>
                  </a:lnTo>
                  <a:lnTo>
                    <a:pt x="392949" y="45523"/>
                  </a:lnTo>
                  <a:lnTo>
                    <a:pt x="365834" y="34931"/>
                  </a:lnTo>
                  <a:lnTo>
                    <a:pt x="354849" y="0"/>
                  </a:lnTo>
                  <a:lnTo>
                    <a:pt x="319226" y="18059"/>
                  </a:lnTo>
                  <a:lnTo>
                    <a:pt x="313130" y="36659"/>
                  </a:lnTo>
                  <a:lnTo>
                    <a:pt x="271601" y="46825"/>
                  </a:lnTo>
                  <a:lnTo>
                    <a:pt x="218197" y="31363"/>
                  </a:lnTo>
                  <a:lnTo>
                    <a:pt x="200290" y="43688"/>
                  </a:lnTo>
                  <a:lnTo>
                    <a:pt x="215720" y="64452"/>
                  </a:lnTo>
                  <a:lnTo>
                    <a:pt x="207529" y="99809"/>
                  </a:lnTo>
                  <a:lnTo>
                    <a:pt x="253185" y="125114"/>
                  </a:lnTo>
                  <a:lnTo>
                    <a:pt x="256297" y="137985"/>
                  </a:lnTo>
                  <a:lnTo>
                    <a:pt x="225817" y="153772"/>
                  </a:lnTo>
                  <a:lnTo>
                    <a:pt x="230643" y="184696"/>
                  </a:lnTo>
                  <a:lnTo>
                    <a:pt x="204291" y="209677"/>
                  </a:lnTo>
                  <a:lnTo>
                    <a:pt x="208164" y="222441"/>
                  </a:lnTo>
                  <a:lnTo>
                    <a:pt x="184796" y="230550"/>
                  </a:lnTo>
                  <a:lnTo>
                    <a:pt x="165809" y="267856"/>
                  </a:lnTo>
                  <a:lnTo>
                    <a:pt x="142695" y="280295"/>
                  </a:lnTo>
                  <a:lnTo>
                    <a:pt x="126630" y="310032"/>
                  </a:lnTo>
                  <a:lnTo>
                    <a:pt x="86498" y="322358"/>
                  </a:lnTo>
                  <a:lnTo>
                    <a:pt x="74369" y="306464"/>
                  </a:lnTo>
                  <a:lnTo>
                    <a:pt x="34238" y="354152"/>
                  </a:lnTo>
                  <a:lnTo>
                    <a:pt x="48525" y="366694"/>
                  </a:lnTo>
                  <a:lnTo>
                    <a:pt x="62495" y="366694"/>
                  </a:lnTo>
                  <a:lnTo>
                    <a:pt x="58494" y="390271"/>
                  </a:lnTo>
                  <a:lnTo>
                    <a:pt x="68655" y="402380"/>
                  </a:lnTo>
                  <a:lnTo>
                    <a:pt x="81291" y="399999"/>
                  </a:lnTo>
                  <a:lnTo>
                    <a:pt x="98309" y="454285"/>
                  </a:lnTo>
                  <a:lnTo>
                    <a:pt x="81291" y="461207"/>
                  </a:lnTo>
                  <a:lnTo>
                    <a:pt x="75703" y="452126"/>
                  </a:lnTo>
                  <a:lnTo>
                    <a:pt x="57732" y="461207"/>
                  </a:lnTo>
                  <a:lnTo>
                    <a:pt x="3377" y="453206"/>
                  </a:lnTo>
                  <a:lnTo>
                    <a:pt x="3377" y="469640"/>
                  </a:lnTo>
                  <a:cubicBezTo>
                    <a:pt x="10552" y="469316"/>
                    <a:pt x="-3037" y="478187"/>
                    <a:pt x="646" y="484131"/>
                  </a:cubicBezTo>
                  <a:cubicBezTo>
                    <a:pt x="4456" y="490080"/>
                    <a:pt x="6869" y="494728"/>
                    <a:pt x="10616" y="497002"/>
                  </a:cubicBezTo>
                  <a:cubicBezTo>
                    <a:pt x="26109" y="505975"/>
                    <a:pt x="28142" y="507708"/>
                    <a:pt x="32586" y="508248"/>
                  </a:cubicBezTo>
                  <a:cubicBezTo>
                    <a:pt x="43763" y="509651"/>
                    <a:pt x="46366" y="510515"/>
                    <a:pt x="50049" y="508464"/>
                  </a:cubicBezTo>
                  <a:cubicBezTo>
                    <a:pt x="60400" y="502729"/>
                    <a:pt x="63003" y="500462"/>
                    <a:pt x="66940" y="502298"/>
                  </a:cubicBezTo>
                  <a:cubicBezTo>
                    <a:pt x="67639" y="502838"/>
                    <a:pt x="73290" y="503923"/>
                    <a:pt x="71258" y="508032"/>
                  </a:cubicBezTo>
                  <a:cubicBezTo>
                    <a:pt x="68781" y="512140"/>
                    <a:pt x="67893" y="518954"/>
                    <a:pt x="62685" y="518954"/>
                  </a:cubicBezTo>
                  <a:cubicBezTo>
                    <a:pt x="45350" y="518954"/>
                    <a:pt x="31634" y="535712"/>
                    <a:pt x="28268" y="528466"/>
                  </a:cubicBezTo>
                  <a:cubicBezTo>
                    <a:pt x="27824" y="527818"/>
                    <a:pt x="26871" y="523278"/>
                    <a:pt x="22617" y="523818"/>
                  </a:cubicBezTo>
                  <a:lnTo>
                    <a:pt x="21156" y="524034"/>
                  </a:lnTo>
                  <a:cubicBezTo>
                    <a:pt x="16457" y="524682"/>
                    <a:pt x="19061" y="531603"/>
                    <a:pt x="21982" y="534632"/>
                  </a:cubicBezTo>
                  <a:cubicBezTo>
                    <a:pt x="67004" y="580047"/>
                    <a:pt x="66559" y="580377"/>
                    <a:pt x="71004" y="582213"/>
                  </a:cubicBezTo>
                  <a:cubicBezTo>
                    <a:pt x="89546" y="590105"/>
                    <a:pt x="91260" y="591623"/>
                    <a:pt x="95134" y="589890"/>
                  </a:cubicBezTo>
                  <a:cubicBezTo>
                    <a:pt x="133932" y="573024"/>
                    <a:pt x="130884" y="573887"/>
                    <a:pt x="132917" y="569779"/>
                  </a:cubicBezTo>
                  <a:cubicBezTo>
                    <a:pt x="137616" y="559829"/>
                    <a:pt x="139838" y="556584"/>
                    <a:pt x="139076" y="552259"/>
                  </a:cubicBezTo>
                  <a:cubicBezTo>
                    <a:pt x="138251" y="547719"/>
                    <a:pt x="137044" y="543389"/>
                    <a:pt x="138695" y="539496"/>
                  </a:cubicBezTo>
                  <a:cubicBezTo>
                    <a:pt x="141044" y="534956"/>
                    <a:pt x="141362" y="527602"/>
                    <a:pt x="146696" y="528034"/>
                  </a:cubicBezTo>
                  <a:cubicBezTo>
                    <a:pt x="147966" y="528250"/>
                    <a:pt x="153173" y="527495"/>
                    <a:pt x="156411" y="530847"/>
                  </a:cubicBezTo>
                  <a:cubicBezTo>
                    <a:pt x="156666" y="531495"/>
                    <a:pt x="158507" y="533336"/>
                    <a:pt x="155459" y="533876"/>
                  </a:cubicBezTo>
                  <a:cubicBezTo>
                    <a:pt x="154888" y="534092"/>
                    <a:pt x="149490" y="533876"/>
                    <a:pt x="149934" y="538201"/>
                  </a:cubicBezTo>
                  <a:lnTo>
                    <a:pt x="152411" y="565233"/>
                  </a:lnTo>
                  <a:cubicBezTo>
                    <a:pt x="153300" y="574103"/>
                    <a:pt x="165175" y="591077"/>
                    <a:pt x="163143" y="597567"/>
                  </a:cubicBezTo>
                  <a:cubicBezTo>
                    <a:pt x="156094" y="619519"/>
                    <a:pt x="154380" y="622872"/>
                    <a:pt x="155142" y="627520"/>
                  </a:cubicBezTo>
                  <a:cubicBezTo>
                    <a:pt x="159269" y="654126"/>
                    <a:pt x="159269" y="662127"/>
                    <a:pt x="162190" y="657911"/>
                  </a:cubicBezTo>
                  <a:cubicBezTo>
                    <a:pt x="162698" y="657479"/>
                    <a:pt x="165175" y="652393"/>
                    <a:pt x="166508" y="656501"/>
                  </a:cubicBezTo>
                  <a:cubicBezTo>
                    <a:pt x="166508" y="657041"/>
                    <a:pt x="167778" y="660070"/>
                    <a:pt x="166064" y="663315"/>
                  </a:cubicBezTo>
                  <a:cubicBezTo>
                    <a:pt x="165492" y="664725"/>
                    <a:pt x="162190" y="668725"/>
                    <a:pt x="163269" y="673157"/>
                  </a:cubicBezTo>
                  <a:cubicBezTo>
                    <a:pt x="183018" y="751015"/>
                    <a:pt x="179589" y="766909"/>
                    <a:pt x="187272" y="780428"/>
                  </a:cubicBezTo>
                  <a:cubicBezTo>
                    <a:pt x="199083" y="801084"/>
                    <a:pt x="202322" y="805409"/>
                    <a:pt x="202640" y="810381"/>
                  </a:cubicBezTo>
                  <a:cubicBezTo>
                    <a:pt x="205053" y="822389"/>
                    <a:pt x="217371" y="831901"/>
                    <a:pt x="220419" y="841204"/>
                  </a:cubicBezTo>
                  <a:cubicBezTo>
                    <a:pt x="237056" y="892892"/>
                    <a:pt x="233056" y="895382"/>
                    <a:pt x="237628" y="904355"/>
                  </a:cubicBezTo>
                  <a:cubicBezTo>
                    <a:pt x="245311" y="919925"/>
                    <a:pt x="248614" y="927602"/>
                    <a:pt x="249947" y="928796"/>
                  </a:cubicBezTo>
                  <a:cubicBezTo>
                    <a:pt x="259218" y="940797"/>
                    <a:pt x="263345" y="943934"/>
                    <a:pt x="265822" y="950208"/>
                  </a:cubicBezTo>
                  <a:cubicBezTo>
                    <a:pt x="284999" y="996378"/>
                    <a:pt x="284999" y="1000271"/>
                    <a:pt x="289254" y="1004811"/>
                  </a:cubicBezTo>
                  <a:cubicBezTo>
                    <a:pt x="289634" y="1005465"/>
                    <a:pt x="295159" y="1010114"/>
                    <a:pt x="290841" y="1009790"/>
                  </a:cubicBezTo>
                  <a:cubicBezTo>
                    <a:pt x="289000" y="1009682"/>
                    <a:pt x="287793" y="1010977"/>
                    <a:pt x="288174" y="1012819"/>
                  </a:cubicBezTo>
                  <a:cubicBezTo>
                    <a:pt x="289444" y="1019734"/>
                    <a:pt x="289444" y="1025144"/>
                    <a:pt x="291920" y="1029900"/>
                  </a:cubicBezTo>
                  <a:cubicBezTo>
                    <a:pt x="299541" y="1043743"/>
                    <a:pt x="301128" y="1048823"/>
                    <a:pt x="305002" y="1052938"/>
                  </a:cubicBezTo>
                  <a:cubicBezTo>
                    <a:pt x="319733" y="1067969"/>
                    <a:pt x="322146" y="1072940"/>
                    <a:pt x="327734" y="1074998"/>
                  </a:cubicBezTo>
                  <a:cubicBezTo>
                    <a:pt x="330147" y="1075538"/>
                    <a:pt x="334910" y="1078890"/>
                    <a:pt x="339038" y="1076077"/>
                  </a:cubicBezTo>
                  <a:cubicBezTo>
                    <a:pt x="350404" y="1067645"/>
                    <a:pt x="357008" y="1066019"/>
                    <a:pt x="358088" y="1060399"/>
                  </a:cubicBezTo>
                  <a:cubicBezTo>
                    <a:pt x="359993" y="1052608"/>
                    <a:pt x="358850" y="1045693"/>
                    <a:pt x="363803" y="1043312"/>
                  </a:cubicBezTo>
                  <a:cubicBezTo>
                    <a:pt x="374534" y="1038447"/>
                    <a:pt x="378852" y="1034663"/>
                    <a:pt x="384504" y="1034771"/>
                  </a:cubicBezTo>
                  <a:cubicBezTo>
                    <a:pt x="393140" y="1035418"/>
                    <a:pt x="398791" y="1034117"/>
                    <a:pt x="403427" y="1036930"/>
                  </a:cubicBezTo>
                  <a:cubicBezTo>
                    <a:pt x="403427" y="1036930"/>
                    <a:pt x="406475" y="1038663"/>
                    <a:pt x="406475" y="1038009"/>
                  </a:cubicBezTo>
                  <a:cubicBezTo>
                    <a:pt x="406475" y="1037362"/>
                    <a:pt x="404696" y="1033253"/>
                    <a:pt x="404696" y="1033253"/>
                  </a:cubicBezTo>
                  <a:cubicBezTo>
                    <a:pt x="401776" y="1026332"/>
                    <a:pt x="389266" y="1032929"/>
                    <a:pt x="388377" y="1025792"/>
                  </a:cubicBezTo>
                  <a:lnTo>
                    <a:pt x="388377" y="1024928"/>
                  </a:lnTo>
                  <a:cubicBezTo>
                    <a:pt x="387742" y="1019518"/>
                    <a:pt x="393140" y="1015841"/>
                    <a:pt x="398029" y="1008596"/>
                  </a:cubicBezTo>
                  <a:cubicBezTo>
                    <a:pt x="400506" y="1005465"/>
                    <a:pt x="399743" y="1002005"/>
                    <a:pt x="399743" y="1001459"/>
                  </a:cubicBezTo>
                  <a:cubicBezTo>
                    <a:pt x="399553" y="996702"/>
                    <a:pt x="405268" y="995083"/>
                    <a:pt x="406856" y="993673"/>
                  </a:cubicBezTo>
                  <a:cubicBezTo>
                    <a:pt x="413142" y="989781"/>
                    <a:pt x="423111" y="998652"/>
                    <a:pt x="423111" y="992054"/>
                  </a:cubicBezTo>
                  <a:cubicBezTo>
                    <a:pt x="422794" y="965994"/>
                    <a:pt x="424001" y="961453"/>
                    <a:pt x="422159" y="955827"/>
                  </a:cubicBezTo>
                  <a:cubicBezTo>
                    <a:pt x="420953" y="951287"/>
                    <a:pt x="417905" y="946525"/>
                    <a:pt x="419556" y="941553"/>
                  </a:cubicBezTo>
                  <a:cubicBezTo>
                    <a:pt x="422604" y="933336"/>
                    <a:pt x="423429" y="927926"/>
                    <a:pt x="426668" y="923601"/>
                  </a:cubicBezTo>
                  <a:cubicBezTo>
                    <a:pt x="430033" y="918845"/>
                    <a:pt x="434288" y="915168"/>
                    <a:pt x="435240" y="909981"/>
                  </a:cubicBezTo>
                  <a:cubicBezTo>
                    <a:pt x="438732" y="887375"/>
                    <a:pt x="443558" y="880891"/>
                    <a:pt x="438288" y="878402"/>
                  </a:cubicBezTo>
                  <a:cubicBezTo>
                    <a:pt x="437081" y="877538"/>
                    <a:pt x="431049" y="876236"/>
                    <a:pt x="431430" y="871804"/>
                  </a:cubicBezTo>
                  <a:cubicBezTo>
                    <a:pt x="431684" y="869969"/>
                    <a:pt x="432954" y="869423"/>
                    <a:pt x="434478" y="870509"/>
                  </a:cubicBezTo>
                  <a:lnTo>
                    <a:pt x="435113" y="870941"/>
                  </a:lnTo>
                  <a:cubicBezTo>
                    <a:pt x="436637" y="872020"/>
                    <a:pt x="437970" y="871372"/>
                    <a:pt x="438161" y="869639"/>
                  </a:cubicBezTo>
                  <a:lnTo>
                    <a:pt x="438352" y="867588"/>
                  </a:lnTo>
                  <a:cubicBezTo>
                    <a:pt x="438796" y="862832"/>
                    <a:pt x="435557" y="858939"/>
                    <a:pt x="434795" y="857314"/>
                  </a:cubicBezTo>
                  <a:cubicBezTo>
                    <a:pt x="431430" y="851256"/>
                    <a:pt x="436891" y="838174"/>
                    <a:pt x="434605" y="830390"/>
                  </a:cubicBezTo>
                  <a:cubicBezTo>
                    <a:pt x="432764" y="822280"/>
                    <a:pt x="429525" y="817194"/>
                    <a:pt x="431240" y="812006"/>
                  </a:cubicBezTo>
                  <a:cubicBezTo>
                    <a:pt x="437272" y="795890"/>
                    <a:pt x="436891" y="789515"/>
                    <a:pt x="442034" y="786918"/>
                  </a:cubicBezTo>
                  <a:cubicBezTo>
                    <a:pt x="447686" y="784860"/>
                    <a:pt x="453338" y="779240"/>
                    <a:pt x="456258" y="783565"/>
                  </a:cubicBezTo>
                  <a:cubicBezTo>
                    <a:pt x="456767" y="784104"/>
                    <a:pt x="458862" y="788969"/>
                    <a:pt x="462926" y="788645"/>
                  </a:cubicBezTo>
                  <a:cubicBezTo>
                    <a:pt x="468260" y="788213"/>
                    <a:pt x="468895" y="780859"/>
                    <a:pt x="476896" y="766369"/>
                  </a:cubicBezTo>
                  <a:cubicBezTo>
                    <a:pt x="479309" y="761721"/>
                    <a:pt x="485595" y="765289"/>
                    <a:pt x="489977" y="765721"/>
                  </a:cubicBezTo>
                  <a:cubicBezTo>
                    <a:pt x="495756" y="766909"/>
                    <a:pt x="499629" y="762152"/>
                    <a:pt x="514488" y="754475"/>
                  </a:cubicBezTo>
                  <a:cubicBezTo>
                    <a:pt x="516076" y="753612"/>
                    <a:pt x="517409" y="751338"/>
                    <a:pt x="517409" y="749503"/>
                  </a:cubicBezTo>
                  <a:lnTo>
                    <a:pt x="517409" y="749071"/>
                  </a:lnTo>
                  <a:cubicBezTo>
                    <a:pt x="517409" y="747230"/>
                    <a:pt x="516076" y="745065"/>
                    <a:pt x="514488" y="744201"/>
                  </a:cubicBezTo>
                  <a:cubicBezTo>
                    <a:pt x="512837" y="743337"/>
                    <a:pt x="512393" y="741388"/>
                    <a:pt x="513408" y="739877"/>
                  </a:cubicBezTo>
                  <a:cubicBezTo>
                    <a:pt x="516076" y="736200"/>
                    <a:pt x="517917" y="731012"/>
                    <a:pt x="522489" y="728631"/>
                  </a:cubicBezTo>
                  <a:cubicBezTo>
                    <a:pt x="545095" y="715759"/>
                    <a:pt x="549984" y="714788"/>
                    <a:pt x="553541" y="710140"/>
                  </a:cubicBezTo>
                  <a:cubicBezTo>
                    <a:pt x="561795" y="700189"/>
                    <a:pt x="564145" y="694569"/>
                    <a:pt x="569479" y="692296"/>
                  </a:cubicBezTo>
                  <a:lnTo>
                    <a:pt x="579830" y="687756"/>
                  </a:lnTo>
                  <a:cubicBezTo>
                    <a:pt x="588529" y="684079"/>
                    <a:pt x="613612" y="646449"/>
                    <a:pt x="622247" y="641255"/>
                  </a:cubicBezTo>
                  <a:lnTo>
                    <a:pt x="637868" y="631958"/>
                  </a:lnTo>
                  <a:cubicBezTo>
                    <a:pt x="642821" y="629037"/>
                    <a:pt x="648029" y="628390"/>
                    <a:pt x="663268" y="623627"/>
                  </a:cubicBezTo>
                  <a:cubicBezTo>
                    <a:pt x="667714" y="622332"/>
                    <a:pt x="669492" y="617900"/>
                    <a:pt x="670317" y="616814"/>
                  </a:cubicBezTo>
                  <a:cubicBezTo>
                    <a:pt x="674571" y="610222"/>
                    <a:pt x="682445" y="609568"/>
                    <a:pt x="682318" y="603517"/>
                  </a:cubicBezTo>
                  <a:cubicBezTo>
                    <a:pt x="682318" y="603517"/>
                    <a:pt x="682255" y="600488"/>
                    <a:pt x="682318" y="600164"/>
                  </a:cubicBezTo>
                  <a:cubicBezTo>
                    <a:pt x="682445" y="599840"/>
                    <a:pt x="689050" y="594646"/>
                    <a:pt x="689050" y="594646"/>
                  </a:cubicBezTo>
                  <a:cubicBezTo>
                    <a:pt x="695145" y="589890"/>
                    <a:pt x="681366" y="578644"/>
                    <a:pt x="686129" y="572046"/>
                  </a:cubicBezTo>
                  <a:cubicBezTo>
                    <a:pt x="691653" y="565233"/>
                    <a:pt x="693621" y="559181"/>
                    <a:pt x="699019" y="558095"/>
                  </a:cubicBezTo>
                  <a:lnTo>
                    <a:pt x="716101" y="554749"/>
                  </a:lnTo>
                  <a:cubicBezTo>
                    <a:pt x="721434" y="553663"/>
                    <a:pt x="723467" y="547827"/>
                    <a:pt x="728356" y="542093"/>
                  </a:cubicBezTo>
                  <a:cubicBezTo>
                    <a:pt x="730959" y="538632"/>
                    <a:pt x="737246" y="537337"/>
                    <a:pt x="735913" y="541769"/>
                  </a:cubicBezTo>
                  <a:cubicBezTo>
                    <a:pt x="734516" y="549554"/>
                    <a:pt x="729563" y="556800"/>
                    <a:pt x="734706" y="558533"/>
                  </a:cubicBezTo>
                  <a:cubicBezTo>
                    <a:pt x="735785" y="558641"/>
                    <a:pt x="740548" y="561772"/>
                    <a:pt x="742643" y="557771"/>
                  </a:cubicBezTo>
                  <a:cubicBezTo>
                    <a:pt x="747089" y="550202"/>
                    <a:pt x="748485" y="544582"/>
                    <a:pt x="752994" y="541553"/>
                  </a:cubicBezTo>
                  <a:lnTo>
                    <a:pt x="753883" y="541014"/>
                  </a:lnTo>
                  <a:cubicBezTo>
                    <a:pt x="755407" y="540042"/>
                    <a:pt x="756487" y="540690"/>
                    <a:pt x="756296" y="542525"/>
                  </a:cubicBezTo>
                  <a:cubicBezTo>
                    <a:pt x="756042" y="550418"/>
                    <a:pt x="752168" y="558425"/>
                    <a:pt x="757693" y="558857"/>
                  </a:cubicBezTo>
                  <a:cubicBezTo>
                    <a:pt x="762456" y="558641"/>
                    <a:pt x="769821" y="561664"/>
                    <a:pt x="770774" y="556476"/>
                  </a:cubicBezTo>
                  <a:cubicBezTo>
                    <a:pt x="772171" y="550526"/>
                    <a:pt x="772171" y="545446"/>
                    <a:pt x="773568" y="542201"/>
                  </a:cubicBezTo>
                  <a:lnTo>
                    <a:pt x="756804" y="490188"/>
                  </a:lnTo>
                  <a:lnTo>
                    <a:pt x="764805" y="479698"/>
                  </a:lnTo>
                  <a:lnTo>
                    <a:pt x="762964" y="464991"/>
                  </a:lnTo>
                  <a:lnTo>
                    <a:pt x="735023" y="448773"/>
                  </a:lnTo>
                  <a:lnTo>
                    <a:pt x="747723" y="431470"/>
                  </a:lnTo>
                  <a:lnTo>
                    <a:pt x="768297" y="428657"/>
                  </a:lnTo>
                  <a:lnTo>
                    <a:pt x="743596" y="406813"/>
                  </a:lnTo>
                  <a:lnTo>
                    <a:pt x="755597" y="380860"/>
                  </a:lnTo>
                  <a:lnTo>
                    <a:pt x="784427" y="397408"/>
                  </a:lnTo>
                  <a:lnTo>
                    <a:pt x="790142" y="387782"/>
                  </a:lnTo>
                  <a:lnTo>
                    <a:pt x="805508" y="395999"/>
                  </a:lnTo>
                  <a:lnTo>
                    <a:pt x="804556" y="422929"/>
                  </a:lnTo>
                  <a:lnTo>
                    <a:pt x="823162" y="428981"/>
                  </a:lnTo>
                  <a:lnTo>
                    <a:pt x="884439" y="414706"/>
                  </a:lnTo>
                  <a:lnTo>
                    <a:pt x="897393" y="426167"/>
                  </a:lnTo>
                  <a:lnTo>
                    <a:pt x="878788" y="450609"/>
                  </a:lnTo>
                  <a:lnTo>
                    <a:pt x="846021" y="461423"/>
                  </a:lnTo>
                  <a:lnTo>
                    <a:pt x="848244" y="488131"/>
                  </a:lnTo>
                  <a:lnTo>
                    <a:pt x="866468" y="499161"/>
                  </a:lnTo>
                  <a:lnTo>
                    <a:pt x="869580" y="476237"/>
                  </a:lnTo>
                  <a:lnTo>
                    <a:pt x="890789" y="480994"/>
                  </a:lnTo>
                  <a:lnTo>
                    <a:pt x="902282" y="542849"/>
                  </a:lnTo>
                  <a:lnTo>
                    <a:pt x="918412" y="546310"/>
                  </a:lnTo>
                  <a:lnTo>
                    <a:pt x="917967" y="5467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101078A2-F1E5-539C-03E0-76A63C0C2A16}"/>
                </a:ext>
              </a:extLst>
            </p:cNvPr>
            <p:cNvSpPr/>
            <p:nvPr/>
          </p:nvSpPr>
          <p:spPr>
            <a:xfrm>
              <a:off x="6583017" y="3937377"/>
              <a:ext cx="67614" cy="51950"/>
            </a:xfrm>
            <a:custGeom>
              <a:avLst/>
              <a:gdLst>
                <a:gd name="csX0" fmla="*/ 43688 w 77977"/>
                <a:gd name="csY0" fmla="*/ 59912 h 59912"/>
                <a:gd name="csX1" fmla="*/ 77977 w 77977"/>
                <a:gd name="csY1" fmla="*/ 59912 h 59912"/>
                <a:gd name="csX2" fmla="*/ 57848 w 77977"/>
                <a:gd name="csY2" fmla="*/ 23578 h 59912"/>
                <a:gd name="csX3" fmla="*/ 49340 w 77977"/>
                <a:gd name="csY3" fmla="*/ 21736 h 59912"/>
                <a:gd name="csX4" fmla="*/ 56769 w 77977"/>
                <a:gd name="csY4" fmla="*/ 13195 h 59912"/>
                <a:gd name="csX5" fmla="*/ 63055 w 77977"/>
                <a:gd name="csY5" fmla="*/ 12764 h 59912"/>
                <a:gd name="csX6" fmla="*/ 54610 w 77977"/>
                <a:gd name="csY6" fmla="*/ 1086 h 59912"/>
                <a:gd name="csX7" fmla="*/ 22289 w 77977"/>
                <a:gd name="csY7" fmla="*/ 0 h 59912"/>
                <a:gd name="csX8" fmla="*/ 0 w 77977"/>
                <a:gd name="csY8" fmla="*/ 39040 h 59912"/>
                <a:gd name="csX9" fmla="*/ 35369 w 77977"/>
                <a:gd name="csY9" fmla="*/ 40881 h 59912"/>
                <a:gd name="csX10" fmla="*/ 43814 w 77977"/>
                <a:gd name="csY10" fmla="*/ 59912 h 59912"/>
                <a:gd name="csX11" fmla="*/ 43688 w 77977"/>
                <a:gd name="csY11" fmla="*/ 59912 h 59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7977" h="59912">
                  <a:moveTo>
                    <a:pt x="43688" y="59912"/>
                  </a:moveTo>
                  <a:lnTo>
                    <a:pt x="77977" y="59912"/>
                  </a:lnTo>
                  <a:cubicBezTo>
                    <a:pt x="60706" y="21412"/>
                    <a:pt x="61658" y="23146"/>
                    <a:pt x="57848" y="23578"/>
                  </a:cubicBezTo>
                  <a:cubicBezTo>
                    <a:pt x="55054" y="23578"/>
                    <a:pt x="47180" y="26168"/>
                    <a:pt x="49340" y="21736"/>
                  </a:cubicBezTo>
                  <a:cubicBezTo>
                    <a:pt x="50864" y="19469"/>
                    <a:pt x="51815" y="13411"/>
                    <a:pt x="56769" y="13195"/>
                  </a:cubicBezTo>
                  <a:cubicBezTo>
                    <a:pt x="57976" y="12979"/>
                    <a:pt x="60452" y="13303"/>
                    <a:pt x="63055" y="12764"/>
                  </a:cubicBezTo>
                  <a:lnTo>
                    <a:pt x="54610" y="1086"/>
                  </a:lnTo>
                  <a:lnTo>
                    <a:pt x="22289" y="0"/>
                  </a:lnTo>
                  <a:lnTo>
                    <a:pt x="0" y="39040"/>
                  </a:lnTo>
                  <a:lnTo>
                    <a:pt x="35369" y="40881"/>
                  </a:lnTo>
                  <a:lnTo>
                    <a:pt x="43814" y="59912"/>
                  </a:lnTo>
                  <a:lnTo>
                    <a:pt x="43688" y="599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825903F6-591B-2700-9973-06624D678E77}"/>
                </a:ext>
              </a:extLst>
            </p:cNvPr>
            <p:cNvSpPr/>
            <p:nvPr/>
          </p:nvSpPr>
          <p:spPr>
            <a:xfrm>
              <a:off x="6374996" y="3430573"/>
              <a:ext cx="216279" cy="105392"/>
            </a:xfrm>
            <a:custGeom>
              <a:avLst/>
              <a:gdLst>
                <a:gd name="csX0" fmla="*/ 194310 w 249428"/>
                <a:gd name="csY0" fmla="*/ 98298 h 121545"/>
                <a:gd name="csX1" fmla="*/ 240602 w 249428"/>
                <a:gd name="csY1" fmla="*/ 121545 h 121545"/>
                <a:gd name="csX2" fmla="*/ 249428 w 249428"/>
                <a:gd name="csY2" fmla="*/ 108350 h 121545"/>
                <a:gd name="csX3" fmla="*/ 227647 w 249428"/>
                <a:gd name="csY3" fmla="*/ 91161 h 121545"/>
                <a:gd name="csX4" fmla="*/ 242697 w 249428"/>
                <a:gd name="csY4" fmla="*/ 78505 h 121545"/>
                <a:gd name="csX5" fmla="*/ 211518 w 249428"/>
                <a:gd name="csY5" fmla="*/ 65532 h 121545"/>
                <a:gd name="csX6" fmla="*/ 213043 w 249428"/>
                <a:gd name="csY6" fmla="*/ 51581 h 121545"/>
                <a:gd name="csX7" fmla="*/ 178054 w 249428"/>
                <a:gd name="csY7" fmla="*/ 39795 h 121545"/>
                <a:gd name="csX8" fmla="*/ 145415 w 249428"/>
                <a:gd name="csY8" fmla="*/ 47904 h 121545"/>
                <a:gd name="csX9" fmla="*/ 103822 w 249428"/>
                <a:gd name="csY9" fmla="*/ 18383 h 121545"/>
                <a:gd name="csX10" fmla="*/ 68834 w 249428"/>
                <a:gd name="csY10" fmla="*/ 19895 h 121545"/>
                <a:gd name="csX11" fmla="*/ 8699 w 249428"/>
                <a:gd name="csY11" fmla="*/ 0 h 121545"/>
                <a:gd name="csX12" fmla="*/ 0 w 249428"/>
                <a:gd name="csY12" fmla="*/ 9512 h 121545"/>
                <a:gd name="csX13" fmla="*/ 9017 w 249428"/>
                <a:gd name="csY13" fmla="*/ 15786 h 121545"/>
                <a:gd name="csX14" fmla="*/ 13906 w 249428"/>
                <a:gd name="csY14" fmla="*/ 21196 h 121545"/>
                <a:gd name="csX15" fmla="*/ 31623 w 249428"/>
                <a:gd name="csY15" fmla="*/ 26168 h 121545"/>
                <a:gd name="csX16" fmla="*/ 40704 w 249428"/>
                <a:gd name="csY16" fmla="*/ 32766 h 121545"/>
                <a:gd name="csX17" fmla="*/ 45910 w 249428"/>
                <a:gd name="csY17" fmla="*/ 38818 h 121545"/>
                <a:gd name="csX18" fmla="*/ 53848 w 249428"/>
                <a:gd name="csY18" fmla="*/ 43364 h 121545"/>
                <a:gd name="csX19" fmla="*/ 64833 w 249428"/>
                <a:gd name="csY19" fmla="*/ 76346 h 121545"/>
                <a:gd name="csX20" fmla="*/ 62929 w 249428"/>
                <a:gd name="csY20" fmla="*/ 86944 h 121545"/>
                <a:gd name="csX21" fmla="*/ 55753 w 249428"/>
                <a:gd name="csY21" fmla="*/ 93859 h 121545"/>
                <a:gd name="csX22" fmla="*/ 53721 w 249428"/>
                <a:gd name="csY22" fmla="*/ 96349 h 121545"/>
                <a:gd name="csX23" fmla="*/ 89980 w 249428"/>
                <a:gd name="csY23" fmla="*/ 100673 h 121545"/>
                <a:gd name="csX24" fmla="*/ 95504 w 249428"/>
                <a:gd name="csY24" fmla="*/ 92240 h 121545"/>
                <a:gd name="csX25" fmla="*/ 105855 w 249428"/>
                <a:gd name="csY25" fmla="*/ 92240 h 121545"/>
                <a:gd name="csX26" fmla="*/ 128905 w 249428"/>
                <a:gd name="csY26" fmla="*/ 114840 h 121545"/>
                <a:gd name="csX27" fmla="*/ 184214 w 249428"/>
                <a:gd name="csY27" fmla="*/ 110839 h 121545"/>
                <a:gd name="csX28" fmla="*/ 194183 w 249428"/>
                <a:gd name="csY28" fmla="*/ 98514 h 121545"/>
                <a:gd name="csX29" fmla="*/ 194310 w 249428"/>
                <a:gd name="csY29" fmla="*/ 98298 h 121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9428" h="121545">
                  <a:moveTo>
                    <a:pt x="194310" y="98298"/>
                  </a:moveTo>
                  <a:lnTo>
                    <a:pt x="240602" y="121545"/>
                  </a:lnTo>
                  <a:lnTo>
                    <a:pt x="249428" y="108350"/>
                  </a:lnTo>
                  <a:lnTo>
                    <a:pt x="227647" y="91161"/>
                  </a:lnTo>
                  <a:lnTo>
                    <a:pt x="242697" y="78505"/>
                  </a:lnTo>
                  <a:lnTo>
                    <a:pt x="211518" y="65532"/>
                  </a:lnTo>
                  <a:lnTo>
                    <a:pt x="213043" y="51581"/>
                  </a:lnTo>
                  <a:lnTo>
                    <a:pt x="178054" y="39795"/>
                  </a:lnTo>
                  <a:lnTo>
                    <a:pt x="145415" y="47904"/>
                  </a:lnTo>
                  <a:lnTo>
                    <a:pt x="103822" y="18383"/>
                  </a:lnTo>
                  <a:lnTo>
                    <a:pt x="68834" y="19895"/>
                  </a:lnTo>
                  <a:lnTo>
                    <a:pt x="8699" y="0"/>
                  </a:lnTo>
                  <a:lnTo>
                    <a:pt x="0" y="9512"/>
                  </a:lnTo>
                  <a:cubicBezTo>
                    <a:pt x="4001" y="11138"/>
                    <a:pt x="7683" y="11894"/>
                    <a:pt x="9017" y="15786"/>
                  </a:cubicBezTo>
                  <a:cubicBezTo>
                    <a:pt x="9334" y="16434"/>
                    <a:pt x="9652" y="20542"/>
                    <a:pt x="13906" y="21196"/>
                  </a:cubicBezTo>
                  <a:cubicBezTo>
                    <a:pt x="26988" y="23032"/>
                    <a:pt x="29591" y="22708"/>
                    <a:pt x="31623" y="26168"/>
                  </a:cubicBezTo>
                  <a:cubicBezTo>
                    <a:pt x="34099" y="30385"/>
                    <a:pt x="39116" y="28004"/>
                    <a:pt x="40704" y="32766"/>
                  </a:cubicBezTo>
                  <a:cubicBezTo>
                    <a:pt x="41021" y="33306"/>
                    <a:pt x="41719" y="38062"/>
                    <a:pt x="45910" y="38818"/>
                  </a:cubicBezTo>
                  <a:cubicBezTo>
                    <a:pt x="47117" y="39256"/>
                    <a:pt x="52388" y="38926"/>
                    <a:pt x="53848" y="43364"/>
                  </a:cubicBezTo>
                  <a:lnTo>
                    <a:pt x="64833" y="76346"/>
                  </a:lnTo>
                  <a:cubicBezTo>
                    <a:pt x="66357" y="80778"/>
                    <a:pt x="62802" y="87592"/>
                    <a:pt x="62929" y="86944"/>
                  </a:cubicBezTo>
                  <a:cubicBezTo>
                    <a:pt x="61151" y="91269"/>
                    <a:pt x="59118" y="89859"/>
                    <a:pt x="55753" y="93859"/>
                  </a:cubicBezTo>
                  <a:cubicBezTo>
                    <a:pt x="54991" y="94729"/>
                    <a:pt x="54356" y="95593"/>
                    <a:pt x="53721" y="96349"/>
                  </a:cubicBezTo>
                  <a:lnTo>
                    <a:pt x="89980" y="100673"/>
                  </a:lnTo>
                  <a:lnTo>
                    <a:pt x="95504" y="92240"/>
                  </a:lnTo>
                  <a:lnTo>
                    <a:pt x="105855" y="92240"/>
                  </a:lnTo>
                  <a:lnTo>
                    <a:pt x="128905" y="114840"/>
                  </a:lnTo>
                  <a:lnTo>
                    <a:pt x="184214" y="110839"/>
                  </a:lnTo>
                  <a:lnTo>
                    <a:pt x="194183" y="98514"/>
                  </a:lnTo>
                  <a:lnTo>
                    <a:pt x="194310" y="98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9CC1E015-FF26-01FF-EB51-7FFF8A99D472}"/>
                </a:ext>
              </a:extLst>
            </p:cNvPr>
            <p:cNvSpPr/>
            <p:nvPr/>
          </p:nvSpPr>
          <p:spPr>
            <a:xfrm>
              <a:off x="7424764" y="5153293"/>
              <a:ext cx="5258" cy="7361"/>
            </a:xfrm>
            <a:custGeom>
              <a:avLst/>
              <a:gdLst>
                <a:gd name="csX0" fmla="*/ 5045 w 6064"/>
                <a:gd name="csY0" fmla="*/ 2216 h 8489"/>
                <a:gd name="csX1" fmla="*/ 282 w 6064"/>
                <a:gd name="csY1" fmla="*/ 6108 h 8489"/>
                <a:gd name="csX2" fmla="*/ 5045 w 6064"/>
                <a:gd name="csY2" fmla="*/ 2216 h 8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64" h="8489">
                  <a:moveTo>
                    <a:pt x="5045" y="2216"/>
                  </a:moveTo>
                  <a:cubicBezTo>
                    <a:pt x="1616" y="-3734"/>
                    <a:pt x="-861" y="3943"/>
                    <a:pt x="282" y="6108"/>
                  </a:cubicBezTo>
                  <a:cubicBezTo>
                    <a:pt x="3013" y="10865"/>
                    <a:pt x="8283" y="7943"/>
                    <a:pt x="5045" y="2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F63EDD22-16AE-A0E3-1E23-688D2D5AE76D}"/>
                </a:ext>
              </a:extLst>
            </p:cNvPr>
            <p:cNvSpPr/>
            <p:nvPr/>
          </p:nvSpPr>
          <p:spPr>
            <a:xfrm>
              <a:off x="9036900" y="3927551"/>
              <a:ext cx="10369" cy="7779"/>
            </a:xfrm>
            <a:custGeom>
              <a:avLst/>
              <a:gdLst>
                <a:gd name="csX0" fmla="*/ 21 w 11958"/>
                <a:gd name="csY0" fmla="*/ 1818 h 8971"/>
                <a:gd name="csX1" fmla="*/ 2751 w 11958"/>
                <a:gd name="csY1" fmla="*/ 6142 h 8971"/>
                <a:gd name="csX2" fmla="*/ 11959 w 11958"/>
                <a:gd name="csY2" fmla="*/ 7222 h 8971"/>
                <a:gd name="csX3" fmla="*/ 9038 w 11958"/>
                <a:gd name="csY3" fmla="*/ 2898 h 8971"/>
                <a:gd name="csX4" fmla="*/ 21 w 11958"/>
                <a:gd name="csY4" fmla="*/ 1818 h 8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58" h="8971">
                  <a:moveTo>
                    <a:pt x="21" y="1818"/>
                  </a:moveTo>
                  <a:cubicBezTo>
                    <a:pt x="-169" y="3438"/>
                    <a:pt x="973" y="5387"/>
                    <a:pt x="2751" y="6142"/>
                  </a:cubicBezTo>
                  <a:cubicBezTo>
                    <a:pt x="5228" y="6790"/>
                    <a:pt x="11831" y="11438"/>
                    <a:pt x="11959" y="7222"/>
                  </a:cubicBezTo>
                  <a:cubicBezTo>
                    <a:pt x="11959" y="5711"/>
                    <a:pt x="10625" y="3761"/>
                    <a:pt x="9038" y="2898"/>
                  </a:cubicBezTo>
                  <a:cubicBezTo>
                    <a:pt x="6625" y="2142"/>
                    <a:pt x="465" y="-2506"/>
                    <a:pt x="21" y="18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17ABBEE3-F90A-03A4-C7BF-850F5F82E908}"/>
                </a:ext>
              </a:extLst>
            </p:cNvPr>
            <p:cNvSpPr/>
            <p:nvPr/>
          </p:nvSpPr>
          <p:spPr>
            <a:xfrm>
              <a:off x="9042273" y="3920304"/>
              <a:ext cx="8091" cy="4648"/>
            </a:xfrm>
            <a:custGeom>
              <a:avLst/>
              <a:gdLst>
                <a:gd name="csX0" fmla="*/ 238 w 9331"/>
                <a:gd name="csY0" fmla="*/ 2715 h 5360"/>
                <a:gd name="csX1" fmla="*/ 4747 w 9331"/>
                <a:gd name="csY1" fmla="*/ 5306 h 5360"/>
                <a:gd name="csX2" fmla="*/ 6715 w 9331"/>
                <a:gd name="csY2" fmla="*/ 4982 h 5360"/>
                <a:gd name="csX3" fmla="*/ 5001 w 9331"/>
                <a:gd name="csY3" fmla="*/ 334 h 5360"/>
                <a:gd name="csX4" fmla="*/ 238 w 9331"/>
                <a:gd name="csY4" fmla="*/ 2607 h 5360"/>
                <a:gd name="csX5" fmla="*/ 238 w 9331"/>
                <a:gd name="csY5" fmla="*/ 2715 h 5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31" h="5360">
                  <a:moveTo>
                    <a:pt x="238" y="2715"/>
                  </a:moveTo>
                  <a:cubicBezTo>
                    <a:pt x="873" y="4442"/>
                    <a:pt x="2905" y="5636"/>
                    <a:pt x="4747" y="5306"/>
                  </a:cubicBezTo>
                  <a:lnTo>
                    <a:pt x="6715" y="4982"/>
                  </a:lnTo>
                  <a:cubicBezTo>
                    <a:pt x="11160" y="4442"/>
                    <a:pt x="9510" y="873"/>
                    <a:pt x="5001" y="334"/>
                  </a:cubicBezTo>
                  <a:cubicBezTo>
                    <a:pt x="5001" y="334"/>
                    <a:pt x="-1286" y="-1285"/>
                    <a:pt x="238" y="2607"/>
                  </a:cubicBezTo>
                  <a:lnTo>
                    <a:pt x="238" y="2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9D52AAF6-5717-9C3E-3283-DF49D3FD740F}"/>
                </a:ext>
              </a:extLst>
            </p:cNvPr>
            <p:cNvSpPr/>
            <p:nvPr/>
          </p:nvSpPr>
          <p:spPr>
            <a:xfrm>
              <a:off x="9048219" y="3913185"/>
              <a:ext cx="4712" cy="4022"/>
            </a:xfrm>
            <a:custGeom>
              <a:avLst/>
              <a:gdLst>
                <a:gd name="csX0" fmla="*/ 5064 w 5434"/>
                <a:gd name="csY0" fmla="*/ 4004 h 4638"/>
                <a:gd name="csX1" fmla="*/ 1063 w 5434"/>
                <a:gd name="csY1" fmla="*/ 435 h 4638"/>
                <a:gd name="csX2" fmla="*/ 5064 w 5434"/>
                <a:gd name="csY2" fmla="*/ 4004 h 4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4" h="4638">
                  <a:moveTo>
                    <a:pt x="5064" y="4004"/>
                  </a:moveTo>
                  <a:cubicBezTo>
                    <a:pt x="6334" y="3140"/>
                    <a:pt x="4175" y="-1406"/>
                    <a:pt x="1063" y="435"/>
                  </a:cubicBezTo>
                  <a:cubicBezTo>
                    <a:pt x="-1858" y="2270"/>
                    <a:pt x="1825" y="6163"/>
                    <a:pt x="5064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87F96014-68A9-AA96-6E28-15BCF35E22D8}"/>
                </a:ext>
              </a:extLst>
            </p:cNvPr>
            <p:cNvSpPr/>
            <p:nvPr/>
          </p:nvSpPr>
          <p:spPr>
            <a:xfrm>
              <a:off x="8603592" y="4273734"/>
              <a:ext cx="74585" cy="64966"/>
            </a:xfrm>
            <a:custGeom>
              <a:avLst/>
              <a:gdLst>
                <a:gd name="csX0" fmla="*/ 69527 w 86017"/>
                <a:gd name="csY0" fmla="*/ 88 h 74923"/>
                <a:gd name="csX1" fmla="*/ 34539 w 86017"/>
                <a:gd name="csY1" fmla="*/ 7010 h 74923"/>
                <a:gd name="csX2" fmla="*/ 21268 w 86017"/>
                <a:gd name="csY2" fmla="*/ 10362 h 74923"/>
                <a:gd name="csX3" fmla="*/ 15616 w 86017"/>
                <a:gd name="csY3" fmla="*/ 18363 h 74923"/>
                <a:gd name="csX4" fmla="*/ 122 w 86017"/>
                <a:gd name="csY4" fmla="*/ 34048 h 74923"/>
                <a:gd name="csX5" fmla="*/ 3297 w 86017"/>
                <a:gd name="csY5" fmla="*/ 62813 h 74923"/>
                <a:gd name="csX6" fmla="*/ 34539 w 86017"/>
                <a:gd name="csY6" fmla="*/ 74707 h 74923"/>
                <a:gd name="csX7" fmla="*/ 39111 w 86017"/>
                <a:gd name="csY7" fmla="*/ 72865 h 74923"/>
                <a:gd name="csX8" fmla="*/ 40952 w 86017"/>
                <a:gd name="csY8" fmla="*/ 67785 h 74923"/>
                <a:gd name="csX9" fmla="*/ 61908 w 86017"/>
                <a:gd name="csY9" fmla="*/ 56540 h 74923"/>
                <a:gd name="csX10" fmla="*/ 65908 w 86017"/>
                <a:gd name="csY10" fmla="*/ 51891 h 74923"/>
                <a:gd name="csX11" fmla="*/ 76767 w 86017"/>
                <a:gd name="csY11" fmla="*/ 24961 h 74923"/>
                <a:gd name="csX12" fmla="*/ 85975 w 86017"/>
                <a:gd name="csY12" fmla="*/ 14903 h 74923"/>
                <a:gd name="csX13" fmla="*/ 81529 w 86017"/>
                <a:gd name="csY13" fmla="*/ 3225 h 74923"/>
                <a:gd name="csX14" fmla="*/ 69210 w 86017"/>
                <a:gd name="csY14" fmla="*/ 88 h 74923"/>
                <a:gd name="csX15" fmla="*/ 69527 w 86017"/>
                <a:gd name="csY15" fmla="*/ 88 h 7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6017" h="74923">
                  <a:moveTo>
                    <a:pt x="69527" y="88"/>
                  </a:moveTo>
                  <a:cubicBezTo>
                    <a:pt x="38095" y="4088"/>
                    <a:pt x="35746" y="3441"/>
                    <a:pt x="34539" y="7010"/>
                  </a:cubicBezTo>
                  <a:cubicBezTo>
                    <a:pt x="32825" y="12204"/>
                    <a:pt x="24188" y="4635"/>
                    <a:pt x="21268" y="10362"/>
                  </a:cubicBezTo>
                  <a:cubicBezTo>
                    <a:pt x="20061" y="12743"/>
                    <a:pt x="18727" y="15880"/>
                    <a:pt x="15616" y="18363"/>
                  </a:cubicBezTo>
                  <a:cubicBezTo>
                    <a:pt x="2535" y="28854"/>
                    <a:pt x="122" y="29939"/>
                    <a:pt x="122" y="34048"/>
                  </a:cubicBezTo>
                  <a:cubicBezTo>
                    <a:pt x="122" y="58482"/>
                    <a:pt x="-957" y="61295"/>
                    <a:pt x="3297" y="62813"/>
                  </a:cubicBezTo>
                  <a:lnTo>
                    <a:pt x="34539" y="74707"/>
                  </a:lnTo>
                  <a:cubicBezTo>
                    <a:pt x="36254" y="75355"/>
                    <a:pt x="38350" y="74491"/>
                    <a:pt x="39111" y="72865"/>
                  </a:cubicBezTo>
                  <a:cubicBezTo>
                    <a:pt x="39111" y="72865"/>
                    <a:pt x="40952" y="68541"/>
                    <a:pt x="40952" y="67785"/>
                  </a:cubicBezTo>
                  <a:cubicBezTo>
                    <a:pt x="40952" y="67030"/>
                    <a:pt x="61908" y="56540"/>
                    <a:pt x="61908" y="56540"/>
                  </a:cubicBezTo>
                  <a:cubicBezTo>
                    <a:pt x="63686" y="55784"/>
                    <a:pt x="65401" y="53618"/>
                    <a:pt x="65908" y="51891"/>
                  </a:cubicBezTo>
                  <a:cubicBezTo>
                    <a:pt x="73275" y="29069"/>
                    <a:pt x="73275" y="27450"/>
                    <a:pt x="76767" y="24961"/>
                  </a:cubicBezTo>
                  <a:cubicBezTo>
                    <a:pt x="80132" y="22040"/>
                    <a:pt x="86609" y="19989"/>
                    <a:pt x="85975" y="14903"/>
                  </a:cubicBezTo>
                  <a:cubicBezTo>
                    <a:pt x="85085" y="11226"/>
                    <a:pt x="86164" y="5066"/>
                    <a:pt x="81529" y="3225"/>
                  </a:cubicBezTo>
                  <a:cubicBezTo>
                    <a:pt x="77275" y="1606"/>
                    <a:pt x="73528" y="-452"/>
                    <a:pt x="69210" y="88"/>
                  </a:cubicBezTo>
                  <a:lnTo>
                    <a:pt x="69527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475C45BF-6844-1CD1-742C-D29E3A218A8C}"/>
                </a:ext>
              </a:extLst>
            </p:cNvPr>
            <p:cNvSpPr/>
            <p:nvPr/>
          </p:nvSpPr>
          <p:spPr>
            <a:xfrm>
              <a:off x="8913739" y="4123238"/>
              <a:ext cx="7975" cy="6961"/>
            </a:xfrm>
            <a:custGeom>
              <a:avLst/>
              <a:gdLst>
                <a:gd name="csX0" fmla="*/ 5470 w 9197"/>
                <a:gd name="csY0" fmla="*/ 7229 h 8028"/>
                <a:gd name="csX1" fmla="*/ 8074 w 9197"/>
                <a:gd name="csY1" fmla="*/ 4956 h 8028"/>
                <a:gd name="csX2" fmla="*/ 2549 w 9197"/>
                <a:gd name="csY2" fmla="*/ 524 h 8028"/>
                <a:gd name="csX3" fmla="*/ 1787 w 9197"/>
                <a:gd name="csY3" fmla="*/ 847 h 8028"/>
                <a:gd name="csX4" fmla="*/ 390 w 9197"/>
                <a:gd name="csY4" fmla="*/ 5172 h 8028"/>
                <a:gd name="csX5" fmla="*/ 1152 w 9197"/>
                <a:gd name="csY5" fmla="*/ 6581 h 8028"/>
                <a:gd name="csX6" fmla="*/ 5344 w 9197"/>
                <a:gd name="csY6" fmla="*/ 7229 h 8028"/>
                <a:gd name="csX7" fmla="*/ 5470 w 9197"/>
                <a:gd name="csY7" fmla="*/ 7229 h 8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197" h="8028">
                  <a:moveTo>
                    <a:pt x="5470" y="7229"/>
                  </a:moveTo>
                  <a:lnTo>
                    <a:pt x="8074" y="4956"/>
                  </a:lnTo>
                  <a:cubicBezTo>
                    <a:pt x="11439" y="2041"/>
                    <a:pt x="6550" y="-1312"/>
                    <a:pt x="2549" y="524"/>
                  </a:cubicBezTo>
                  <a:lnTo>
                    <a:pt x="1787" y="847"/>
                  </a:lnTo>
                  <a:cubicBezTo>
                    <a:pt x="200" y="1603"/>
                    <a:pt x="-499" y="3552"/>
                    <a:pt x="390" y="5172"/>
                  </a:cubicBezTo>
                  <a:lnTo>
                    <a:pt x="1152" y="6581"/>
                  </a:lnTo>
                  <a:cubicBezTo>
                    <a:pt x="2105" y="8201"/>
                    <a:pt x="3946" y="8525"/>
                    <a:pt x="5344" y="7229"/>
                  </a:cubicBezTo>
                  <a:lnTo>
                    <a:pt x="5470" y="7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BC21DBC9-BE26-ACDA-B990-D1A39DC66EB9}"/>
                </a:ext>
              </a:extLst>
            </p:cNvPr>
            <p:cNvSpPr/>
            <p:nvPr/>
          </p:nvSpPr>
          <p:spPr>
            <a:xfrm>
              <a:off x="8962583" y="4081002"/>
              <a:ext cx="6860" cy="8181"/>
            </a:xfrm>
            <a:custGeom>
              <a:avLst/>
              <a:gdLst>
                <a:gd name="csX0" fmla="*/ 4448 w 7911"/>
                <a:gd name="csY0" fmla="*/ 897 h 9435"/>
                <a:gd name="csX1" fmla="*/ 575 w 7911"/>
                <a:gd name="csY1" fmla="*/ 6193 h 9435"/>
                <a:gd name="csX2" fmla="*/ 1210 w 7911"/>
                <a:gd name="csY2" fmla="*/ 7818 h 9435"/>
                <a:gd name="csX3" fmla="*/ 4892 w 7911"/>
                <a:gd name="csY3" fmla="*/ 8682 h 9435"/>
                <a:gd name="csX4" fmla="*/ 6734 w 7911"/>
                <a:gd name="csY4" fmla="*/ 2624 h 9435"/>
                <a:gd name="csX5" fmla="*/ 4448 w 7911"/>
                <a:gd name="csY5" fmla="*/ 897 h 9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11" h="9435">
                  <a:moveTo>
                    <a:pt x="4448" y="897"/>
                  </a:moveTo>
                  <a:cubicBezTo>
                    <a:pt x="1019" y="-1808"/>
                    <a:pt x="-1076" y="2085"/>
                    <a:pt x="575" y="6193"/>
                  </a:cubicBezTo>
                  <a:lnTo>
                    <a:pt x="1210" y="7818"/>
                  </a:lnTo>
                  <a:cubicBezTo>
                    <a:pt x="1844" y="9546"/>
                    <a:pt x="3559" y="9978"/>
                    <a:pt x="4892" y="8682"/>
                  </a:cubicBezTo>
                  <a:cubicBezTo>
                    <a:pt x="5210" y="8142"/>
                    <a:pt x="10100" y="5329"/>
                    <a:pt x="6734" y="2624"/>
                  </a:cubicBezTo>
                  <a:lnTo>
                    <a:pt x="4448" y="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5A4046BA-AC13-EF99-949D-2B80D19D16CF}"/>
                </a:ext>
              </a:extLst>
            </p:cNvPr>
            <p:cNvSpPr/>
            <p:nvPr/>
          </p:nvSpPr>
          <p:spPr>
            <a:xfrm>
              <a:off x="7466800" y="2981149"/>
              <a:ext cx="1985772" cy="1286009"/>
            </a:xfrm>
            <a:custGeom>
              <a:avLst/>
              <a:gdLst>
                <a:gd name="csX0" fmla="*/ 34544 w 2290126"/>
                <a:gd name="csY0" fmla="*/ 815359 h 1483112"/>
                <a:gd name="csX1" fmla="*/ 63753 w 2290126"/>
                <a:gd name="csY1" fmla="*/ 818604 h 1483112"/>
                <a:gd name="csX2" fmla="*/ 67437 w 2290126"/>
                <a:gd name="csY2" fmla="*/ 827145 h 1483112"/>
                <a:gd name="csX3" fmla="*/ 84074 w 2290126"/>
                <a:gd name="csY3" fmla="*/ 832663 h 1483112"/>
                <a:gd name="csX4" fmla="*/ 87884 w 2290126"/>
                <a:gd name="csY4" fmla="*/ 858291 h 1483112"/>
                <a:gd name="csX5" fmla="*/ 162115 w 2290126"/>
                <a:gd name="csY5" fmla="*/ 874725 h 1483112"/>
                <a:gd name="csX6" fmla="*/ 173164 w 2290126"/>
                <a:gd name="csY6" fmla="*/ 909657 h 1483112"/>
                <a:gd name="csX7" fmla="*/ 200215 w 2290126"/>
                <a:gd name="csY7" fmla="*/ 920255 h 1483112"/>
                <a:gd name="csX8" fmla="*/ 200215 w 2290126"/>
                <a:gd name="csY8" fmla="*/ 932580 h 1483112"/>
                <a:gd name="csX9" fmla="*/ 190564 w 2290126"/>
                <a:gd name="csY9" fmla="*/ 935609 h 1483112"/>
                <a:gd name="csX10" fmla="*/ 197103 w 2290126"/>
                <a:gd name="csY10" fmla="*/ 963936 h 1483112"/>
                <a:gd name="csX11" fmla="*/ 213423 w 2290126"/>
                <a:gd name="csY11" fmla="*/ 972484 h 1483112"/>
                <a:gd name="csX12" fmla="*/ 222948 w 2290126"/>
                <a:gd name="csY12" fmla="*/ 994543 h 1483112"/>
                <a:gd name="csX13" fmla="*/ 199580 w 2290126"/>
                <a:gd name="csY13" fmla="*/ 1006761 h 1483112"/>
                <a:gd name="csX14" fmla="*/ 191135 w 2290126"/>
                <a:gd name="csY14" fmla="*/ 996162 h 1483112"/>
                <a:gd name="csX15" fmla="*/ 177038 w 2290126"/>
                <a:gd name="csY15" fmla="*/ 1000055 h 1483112"/>
                <a:gd name="csX16" fmla="*/ 191452 w 2290126"/>
                <a:gd name="csY16" fmla="*/ 1049909 h 1483112"/>
                <a:gd name="csX17" fmla="*/ 207073 w 2290126"/>
                <a:gd name="csY17" fmla="*/ 1048938 h 1483112"/>
                <a:gd name="csX18" fmla="*/ 284099 w 2290126"/>
                <a:gd name="csY18" fmla="*/ 1102030 h 1483112"/>
                <a:gd name="csX19" fmla="*/ 290830 w 2290126"/>
                <a:gd name="csY19" fmla="*/ 1086783 h 1483112"/>
                <a:gd name="csX20" fmla="*/ 314706 w 2290126"/>
                <a:gd name="csY20" fmla="*/ 1089704 h 1483112"/>
                <a:gd name="csX21" fmla="*/ 320039 w 2290126"/>
                <a:gd name="csY21" fmla="*/ 1100842 h 1483112"/>
                <a:gd name="csX22" fmla="*/ 356426 w 2290126"/>
                <a:gd name="csY22" fmla="*/ 1119441 h 1483112"/>
                <a:gd name="csX23" fmla="*/ 373951 w 2290126"/>
                <a:gd name="csY23" fmla="*/ 1137825 h 1483112"/>
                <a:gd name="csX24" fmla="*/ 386080 w 2290126"/>
                <a:gd name="csY24" fmla="*/ 1132529 h 1483112"/>
                <a:gd name="csX25" fmla="*/ 393953 w 2290126"/>
                <a:gd name="csY25" fmla="*/ 1136091 h 1483112"/>
                <a:gd name="csX26" fmla="*/ 396748 w 2290126"/>
                <a:gd name="csY26" fmla="*/ 1148099 h 1483112"/>
                <a:gd name="csX27" fmla="*/ 412178 w 2290126"/>
                <a:gd name="csY27" fmla="*/ 1158373 h 1483112"/>
                <a:gd name="csX28" fmla="*/ 423418 w 2290126"/>
                <a:gd name="csY28" fmla="*/ 1153287 h 1483112"/>
                <a:gd name="csX29" fmla="*/ 433705 w 2290126"/>
                <a:gd name="csY29" fmla="*/ 1160964 h 1483112"/>
                <a:gd name="csX30" fmla="*/ 431546 w 2290126"/>
                <a:gd name="csY30" fmla="*/ 1172318 h 1483112"/>
                <a:gd name="csX31" fmla="*/ 452056 w 2290126"/>
                <a:gd name="csY31" fmla="*/ 1173728 h 1483112"/>
                <a:gd name="csX32" fmla="*/ 461835 w 2290126"/>
                <a:gd name="csY32" fmla="*/ 1189298 h 1483112"/>
                <a:gd name="csX33" fmla="*/ 480313 w 2290126"/>
                <a:gd name="csY33" fmla="*/ 1187895 h 1483112"/>
                <a:gd name="csX34" fmla="*/ 485775 w 2290126"/>
                <a:gd name="csY34" fmla="*/ 1178808 h 1483112"/>
                <a:gd name="csX35" fmla="*/ 521652 w 2290126"/>
                <a:gd name="csY35" fmla="*/ 1192219 h 1483112"/>
                <a:gd name="csX36" fmla="*/ 560959 w 2290126"/>
                <a:gd name="csY36" fmla="*/ 1180217 h 1483112"/>
                <a:gd name="csX37" fmla="*/ 569849 w 2290126"/>
                <a:gd name="csY37" fmla="*/ 1189730 h 1483112"/>
                <a:gd name="csX38" fmla="*/ 571817 w 2290126"/>
                <a:gd name="csY38" fmla="*/ 1209408 h 1483112"/>
                <a:gd name="csX39" fmla="*/ 597662 w 2290126"/>
                <a:gd name="csY39" fmla="*/ 1179347 h 1483112"/>
                <a:gd name="csX40" fmla="*/ 627189 w 2290126"/>
                <a:gd name="csY40" fmla="*/ 1172426 h 1483112"/>
                <a:gd name="csX41" fmla="*/ 626427 w 2290126"/>
                <a:gd name="csY41" fmla="*/ 1181729 h 1483112"/>
                <a:gd name="csX42" fmla="*/ 673417 w 2290126"/>
                <a:gd name="csY42" fmla="*/ 1180757 h 1483112"/>
                <a:gd name="csX43" fmla="*/ 674179 w 2290126"/>
                <a:gd name="csY43" fmla="*/ 1191463 h 1483112"/>
                <a:gd name="csX44" fmla="*/ 713232 w 2290126"/>
                <a:gd name="csY44" fmla="*/ 1184758 h 1483112"/>
                <a:gd name="csX45" fmla="*/ 713232 w 2290126"/>
                <a:gd name="csY45" fmla="*/ 1172972 h 1483112"/>
                <a:gd name="csX46" fmla="*/ 736536 w 2290126"/>
                <a:gd name="csY46" fmla="*/ 1155452 h 1483112"/>
                <a:gd name="csX47" fmla="*/ 753427 w 2290126"/>
                <a:gd name="csY47" fmla="*/ 1153287 h 1483112"/>
                <a:gd name="csX48" fmla="*/ 780986 w 2290126"/>
                <a:gd name="csY48" fmla="*/ 1128738 h 1483112"/>
                <a:gd name="csX49" fmla="*/ 810451 w 2290126"/>
                <a:gd name="csY49" fmla="*/ 1132961 h 1483112"/>
                <a:gd name="csX50" fmla="*/ 815339 w 2290126"/>
                <a:gd name="csY50" fmla="*/ 1117816 h 1483112"/>
                <a:gd name="csX51" fmla="*/ 834834 w 2290126"/>
                <a:gd name="csY51" fmla="*/ 1111117 h 1483112"/>
                <a:gd name="csX52" fmla="*/ 850201 w 2290126"/>
                <a:gd name="csY52" fmla="*/ 1129068 h 1483112"/>
                <a:gd name="csX53" fmla="*/ 838517 w 2290126"/>
                <a:gd name="csY53" fmla="*/ 1136091 h 1483112"/>
                <a:gd name="csX54" fmla="*/ 843914 w 2290126"/>
                <a:gd name="csY54" fmla="*/ 1147127 h 1483112"/>
                <a:gd name="csX55" fmla="*/ 860234 w 2290126"/>
                <a:gd name="csY55" fmla="*/ 1153719 h 1483112"/>
                <a:gd name="csX56" fmla="*/ 854837 w 2290126"/>
                <a:gd name="csY56" fmla="*/ 1169403 h 1483112"/>
                <a:gd name="csX57" fmla="*/ 878967 w 2290126"/>
                <a:gd name="csY57" fmla="*/ 1167022 h 1483112"/>
                <a:gd name="csX58" fmla="*/ 887539 w 2290126"/>
                <a:gd name="csY58" fmla="*/ 1178700 h 1483112"/>
                <a:gd name="csX59" fmla="*/ 895731 w 2290126"/>
                <a:gd name="csY59" fmla="*/ 1154366 h 1483112"/>
                <a:gd name="csX60" fmla="*/ 923861 w 2290126"/>
                <a:gd name="csY60" fmla="*/ 1171886 h 1483112"/>
                <a:gd name="csX61" fmla="*/ 929703 w 2290126"/>
                <a:gd name="csY61" fmla="*/ 1202817 h 1483112"/>
                <a:gd name="csX62" fmla="*/ 943610 w 2290126"/>
                <a:gd name="csY62" fmla="*/ 1200544 h 1483112"/>
                <a:gd name="csX63" fmla="*/ 938149 w 2290126"/>
                <a:gd name="csY63" fmla="*/ 1268673 h 1483112"/>
                <a:gd name="csX64" fmla="*/ 907859 w 2290126"/>
                <a:gd name="csY64" fmla="*/ 1294841 h 1483112"/>
                <a:gd name="csX65" fmla="*/ 904176 w 2290126"/>
                <a:gd name="csY65" fmla="*/ 1310519 h 1483112"/>
                <a:gd name="csX66" fmla="*/ 895731 w 2290126"/>
                <a:gd name="csY66" fmla="*/ 1317009 h 1483112"/>
                <a:gd name="csX67" fmla="*/ 896493 w 2290126"/>
                <a:gd name="csY67" fmla="*/ 1347502 h 1483112"/>
                <a:gd name="csX68" fmla="*/ 918337 w 2290126"/>
                <a:gd name="csY68" fmla="*/ 1335069 h 1483112"/>
                <a:gd name="csX69" fmla="*/ 948118 w 2290126"/>
                <a:gd name="csY69" fmla="*/ 1335069 h 1483112"/>
                <a:gd name="csX70" fmla="*/ 938593 w 2290126"/>
                <a:gd name="csY70" fmla="*/ 1349775 h 1483112"/>
                <a:gd name="csX71" fmla="*/ 948118 w 2290126"/>
                <a:gd name="csY71" fmla="*/ 1373562 h 1483112"/>
                <a:gd name="csX72" fmla="*/ 967930 w 2290126"/>
                <a:gd name="csY72" fmla="*/ 1373562 h 1483112"/>
                <a:gd name="csX73" fmla="*/ 970851 w 2290126"/>
                <a:gd name="csY73" fmla="*/ 1393139 h 1483112"/>
                <a:gd name="csX74" fmla="*/ 960501 w 2290126"/>
                <a:gd name="csY74" fmla="*/ 1395730 h 1483112"/>
                <a:gd name="csX75" fmla="*/ 958532 w 2290126"/>
                <a:gd name="csY75" fmla="*/ 1414983 h 1483112"/>
                <a:gd name="csX76" fmla="*/ 985774 w 2290126"/>
                <a:gd name="csY76" fmla="*/ 1417682 h 1483112"/>
                <a:gd name="csX77" fmla="*/ 995235 w 2290126"/>
                <a:gd name="csY77" fmla="*/ 1434770 h 1483112"/>
                <a:gd name="csX78" fmla="*/ 1019556 w 2290126"/>
                <a:gd name="csY78" fmla="*/ 1426985 h 1483112"/>
                <a:gd name="csX79" fmla="*/ 1031050 w 2290126"/>
                <a:gd name="csY79" fmla="*/ 1460183 h 1483112"/>
                <a:gd name="csX80" fmla="*/ 1054100 w 2290126"/>
                <a:gd name="csY80" fmla="*/ 1449476 h 1483112"/>
                <a:gd name="csX81" fmla="*/ 1046289 w 2290126"/>
                <a:gd name="csY81" fmla="*/ 1414659 h 1483112"/>
                <a:gd name="csX82" fmla="*/ 1067181 w 2290126"/>
                <a:gd name="csY82" fmla="*/ 1407522 h 1483112"/>
                <a:gd name="csX83" fmla="*/ 1079437 w 2290126"/>
                <a:gd name="csY83" fmla="*/ 1393463 h 1483112"/>
                <a:gd name="csX84" fmla="*/ 1102360 w 2290126"/>
                <a:gd name="csY84" fmla="*/ 1404169 h 1483112"/>
                <a:gd name="csX85" fmla="*/ 1115060 w 2290126"/>
                <a:gd name="csY85" fmla="*/ 1392707 h 1483112"/>
                <a:gd name="csX86" fmla="*/ 1135697 w 2290126"/>
                <a:gd name="csY86" fmla="*/ 1403299 h 1483112"/>
                <a:gd name="csX87" fmla="*/ 1142746 w 2290126"/>
                <a:gd name="csY87" fmla="*/ 1390218 h 1483112"/>
                <a:gd name="csX88" fmla="*/ 1151509 w 2290126"/>
                <a:gd name="csY88" fmla="*/ 1396276 h 1483112"/>
                <a:gd name="csX89" fmla="*/ 1171829 w 2290126"/>
                <a:gd name="csY89" fmla="*/ 1380268 h 1483112"/>
                <a:gd name="csX90" fmla="*/ 1174687 w 2290126"/>
                <a:gd name="csY90" fmla="*/ 1369994 h 1483112"/>
                <a:gd name="csX91" fmla="*/ 1190879 w 2290126"/>
                <a:gd name="csY91" fmla="*/ 1363510 h 1483112"/>
                <a:gd name="csX92" fmla="*/ 1201864 w 2290126"/>
                <a:gd name="csY92" fmla="*/ 1375404 h 1483112"/>
                <a:gd name="csX93" fmla="*/ 1247076 w 2290126"/>
                <a:gd name="csY93" fmla="*/ 1381893 h 1483112"/>
                <a:gd name="csX94" fmla="*/ 1242123 w 2290126"/>
                <a:gd name="csY94" fmla="*/ 1400924 h 1483112"/>
                <a:gd name="csX95" fmla="*/ 1233995 w 2290126"/>
                <a:gd name="csY95" fmla="*/ 1401248 h 1483112"/>
                <a:gd name="csX96" fmla="*/ 1238440 w 2290126"/>
                <a:gd name="csY96" fmla="*/ 1419523 h 1483112"/>
                <a:gd name="csX97" fmla="*/ 1251394 w 2290126"/>
                <a:gd name="csY97" fmla="*/ 1421251 h 1483112"/>
                <a:gd name="csX98" fmla="*/ 1260601 w 2290126"/>
                <a:gd name="csY98" fmla="*/ 1431525 h 1483112"/>
                <a:gd name="csX99" fmla="*/ 1279017 w 2290126"/>
                <a:gd name="csY99" fmla="*/ 1429690 h 1483112"/>
                <a:gd name="csX100" fmla="*/ 1284414 w 2290126"/>
                <a:gd name="csY100" fmla="*/ 1440720 h 1483112"/>
                <a:gd name="csX101" fmla="*/ 1319085 w 2290126"/>
                <a:gd name="csY101" fmla="*/ 1431741 h 1483112"/>
                <a:gd name="csX102" fmla="*/ 1333119 w 2290126"/>
                <a:gd name="csY102" fmla="*/ 1439742 h 1483112"/>
                <a:gd name="csX103" fmla="*/ 1342200 w 2290126"/>
                <a:gd name="csY103" fmla="*/ 1434554 h 1483112"/>
                <a:gd name="csX104" fmla="*/ 1345057 w 2290126"/>
                <a:gd name="csY104" fmla="*/ 1427848 h 1483112"/>
                <a:gd name="csX105" fmla="*/ 1356296 w 2290126"/>
                <a:gd name="csY105" fmla="*/ 1438555 h 1483112"/>
                <a:gd name="csX106" fmla="*/ 1350454 w 2290126"/>
                <a:gd name="csY106" fmla="*/ 1460075 h 1483112"/>
                <a:gd name="csX107" fmla="*/ 1363345 w 2290126"/>
                <a:gd name="csY107" fmla="*/ 1481595 h 1483112"/>
                <a:gd name="csX108" fmla="*/ 1379347 w 2290126"/>
                <a:gd name="csY108" fmla="*/ 1480623 h 1483112"/>
                <a:gd name="csX109" fmla="*/ 1379791 w 2290126"/>
                <a:gd name="csY109" fmla="*/ 1473048 h 1483112"/>
                <a:gd name="csX110" fmla="*/ 1373060 w 2290126"/>
                <a:gd name="csY110" fmla="*/ 1458341 h 1483112"/>
                <a:gd name="csX111" fmla="*/ 1381062 w 2290126"/>
                <a:gd name="csY111" fmla="*/ 1453153 h 1483112"/>
                <a:gd name="csX112" fmla="*/ 1391031 w 2290126"/>
                <a:gd name="csY112" fmla="*/ 1440936 h 1483112"/>
                <a:gd name="csX113" fmla="*/ 1463357 w 2290126"/>
                <a:gd name="csY113" fmla="*/ 1422337 h 1483112"/>
                <a:gd name="csX114" fmla="*/ 1472755 w 2290126"/>
                <a:gd name="csY114" fmla="*/ 1411738 h 1483112"/>
                <a:gd name="csX115" fmla="*/ 1487932 w 2290126"/>
                <a:gd name="csY115" fmla="*/ 1415523 h 1483112"/>
                <a:gd name="csX116" fmla="*/ 1490852 w 2290126"/>
                <a:gd name="csY116" fmla="*/ 1411522 h 1483112"/>
                <a:gd name="csX117" fmla="*/ 1496251 w 2290126"/>
                <a:gd name="csY117" fmla="*/ 1386757 h 1483112"/>
                <a:gd name="csX118" fmla="*/ 1503807 w 2290126"/>
                <a:gd name="csY118" fmla="*/ 1389787 h 1483112"/>
                <a:gd name="csX119" fmla="*/ 1514983 w 2290126"/>
                <a:gd name="csY119" fmla="*/ 1404277 h 1483112"/>
                <a:gd name="csX120" fmla="*/ 1529461 w 2290126"/>
                <a:gd name="csY120" fmla="*/ 1397895 h 1483112"/>
                <a:gd name="csX121" fmla="*/ 1533462 w 2290126"/>
                <a:gd name="csY121" fmla="*/ 1389894 h 1483112"/>
                <a:gd name="csX122" fmla="*/ 1540319 w 2290126"/>
                <a:gd name="csY122" fmla="*/ 1388701 h 1483112"/>
                <a:gd name="csX123" fmla="*/ 1544066 w 2290126"/>
                <a:gd name="csY123" fmla="*/ 1394758 h 1483112"/>
                <a:gd name="csX124" fmla="*/ 1602867 w 2290126"/>
                <a:gd name="csY124" fmla="*/ 1377239 h 1483112"/>
                <a:gd name="csX125" fmla="*/ 1618234 w 2290126"/>
                <a:gd name="csY125" fmla="*/ 1364266 h 1483112"/>
                <a:gd name="csX126" fmla="*/ 1620583 w 2290126"/>
                <a:gd name="csY126" fmla="*/ 1353128 h 1483112"/>
                <a:gd name="csX127" fmla="*/ 1638998 w 2290126"/>
                <a:gd name="csY127" fmla="*/ 1352150 h 1483112"/>
                <a:gd name="csX128" fmla="*/ 1662049 w 2290126"/>
                <a:gd name="csY128" fmla="*/ 1329334 h 1483112"/>
                <a:gd name="csX129" fmla="*/ 1662302 w 2290126"/>
                <a:gd name="csY129" fmla="*/ 1324470 h 1483112"/>
                <a:gd name="csX130" fmla="*/ 1661096 w 2290126"/>
                <a:gd name="csY130" fmla="*/ 1317980 h 1483112"/>
                <a:gd name="csX131" fmla="*/ 1671129 w 2290126"/>
                <a:gd name="csY131" fmla="*/ 1312253 h 1483112"/>
                <a:gd name="csX132" fmla="*/ 1686496 w 2290126"/>
                <a:gd name="csY132" fmla="*/ 1313440 h 1483112"/>
                <a:gd name="csX133" fmla="*/ 1695958 w 2290126"/>
                <a:gd name="csY133" fmla="*/ 1297654 h 1483112"/>
                <a:gd name="csX134" fmla="*/ 1698180 w 2290126"/>
                <a:gd name="csY134" fmla="*/ 1290625 h 1483112"/>
                <a:gd name="csX135" fmla="*/ 1707642 w 2290126"/>
                <a:gd name="csY135" fmla="*/ 1290625 h 1483112"/>
                <a:gd name="csX136" fmla="*/ 1705483 w 2290126"/>
                <a:gd name="csY136" fmla="*/ 1280242 h 1483112"/>
                <a:gd name="csX137" fmla="*/ 1717230 w 2290126"/>
                <a:gd name="csY137" fmla="*/ 1283487 h 1483112"/>
                <a:gd name="csX138" fmla="*/ 1722438 w 2290126"/>
                <a:gd name="csY138" fmla="*/ 1279703 h 1483112"/>
                <a:gd name="csX139" fmla="*/ 1719834 w 2290126"/>
                <a:gd name="csY139" fmla="*/ 1269105 h 1483112"/>
                <a:gd name="csX140" fmla="*/ 1723326 w 2290126"/>
                <a:gd name="csY140" fmla="*/ 1257427 h 1483112"/>
                <a:gd name="csX141" fmla="*/ 1721612 w 2290126"/>
                <a:gd name="csY141" fmla="*/ 1256665 h 1483112"/>
                <a:gd name="csX142" fmla="*/ 1729486 w 2290126"/>
                <a:gd name="csY142" fmla="*/ 1241203 h 1483112"/>
                <a:gd name="csX143" fmla="*/ 1727137 w 2290126"/>
                <a:gd name="csY143" fmla="*/ 1232338 h 1483112"/>
                <a:gd name="csX144" fmla="*/ 1728088 w 2290126"/>
                <a:gd name="csY144" fmla="*/ 1230713 h 1483112"/>
                <a:gd name="csX145" fmla="*/ 1732407 w 2290126"/>
                <a:gd name="csY145" fmla="*/ 1229957 h 1483112"/>
                <a:gd name="csX146" fmla="*/ 1733740 w 2290126"/>
                <a:gd name="csY146" fmla="*/ 1231037 h 1483112"/>
                <a:gd name="csX147" fmla="*/ 1738122 w 2290126"/>
                <a:gd name="csY147" fmla="*/ 1230389 h 1483112"/>
                <a:gd name="csX148" fmla="*/ 1745932 w 2290126"/>
                <a:gd name="csY148" fmla="*/ 1214603 h 1483112"/>
                <a:gd name="csX149" fmla="*/ 1747901 w 2290126"/>
                <a:gd name="csY149" fmla="*/ 1209408 h 1483112"/>
                <a:gd name="csX150" fmla="*/ 1750251 w 2290126"/>
                <a:gd name="csY150" fmla="*/ 1210062 h 1483112"/>
                <a:gd name="csX151" fmla="*/ 1759776 w 2290126"/>
                <a:gd name="csY151" fmla="*/ 1199356 h 1483112"/>
                <a:gd name="csX152" fmla="*/ 1760855 w 2290126"/>
                <a:gd name="csY152" fmla="*/ 1193190 h 1483112"/>
                <a:gd name="csX153" fmla="*/ 1780350 w 2290126"/>
                <a:gd name="csY153" fmla="*/ 1165835 h 1483112"/>
                <a:gd name="csX154" fmla="*/ 1782445 w 2290126"/>
                <a:gd name="csY154" fmla="*/ 1172750 h 1483112"/>
                <a:gd name="csX155" fmla="*/ 1788922 w 2290126"/>
                <a:gd name="csY155" fmla="*/ 1173944 h 1483112"/>
                <a:gd name="csX156" fmla="*/ 1795081 w 2290126"/>
                <a:gd name="csY156" fmla="*/ 1168533 h 1483112"/>
                <a:gd name="csX157" fmla="*/ 1796732 w 2290126"/>
                <a:gd name="csY157" fmla="*/ 1168857 h 1483112"/>
                <a:gd name="csX158" fmla="*/ 1796034 w 2290126"/>
                <a:gd name="csY158" fmla="*/ 1149718 h 1483112"/>
                <a:gd name="csX159" fmla="*/ 1798764 w 2290126"/>
                <a:gd name="csY159" fmla="*/ 1139552 h 1483112"/>
                <a:gd name="csX160" fmla="*/ 1792477 w 2290126"/>
                <a:gd name="csY160" fmla="*/ 1131443 h 1483112"/>
                <a:gd name="csX161" fmla="*/ 1806321 w 2290126"/>
                <a:gd name="csY161" fmla="*/ 1134256 h 1483112"/>
                <a:gd name="csX162" fmla="*/ 1809242 w 2290126"/>
                <a:gd name="csY162" fmla="*/ 1121277 h 1483112"/>
                <a:gd name="csX163" fmla="*/ 1805876 w 2290126"/>
                <a:gd name="csY163" fmla="*/ 1117492 h 1483112"/>
                <a:gd name="csX164" fmla="*/ 1803526 w 2290126"/>
                <a:gd name="csY164" fmla="*/ 1117168 h 1483112"/>
                <a:gd name="csX165" fmla="*/ 1813496 w 2290126"/>
                <a:gd name="csY165" fmla="*/ 1105167 h 1483112"/>
                <a:gd name="csX166" fmla="*/ 1801495 w 2290126"/>
                <a:gd name="csY166" fmla="*/ 1100950 h 1483112"/>
                <a:gd name="csX167" fmla="*/ 1790192 w 2290126"/>
                <a:gd name="csY167" fmla="*/ 1089489 h 1483112"/>
                <a:gd name="csX168" fmla="*/ 1781683 w 2290126"/>
                <a:gd name="csY168" fmla="*/ 1085812 h 1483112"/>
                <a:gd name="csX169" fmla="*/ 1773110 w 2290126"/>
                <a:gd name="csY169" fmla="*/ 1091108 h 1483112"/>
                <a:gd name="csX170" fmla="*/ 1763902 w 2290126"/>
                <a:gd name="csY170" fmla="*/ 1093921 h 1483112"/>
                <a:gd name="csX171" fmla="*/ 1762189 w 2290126"/>
                <a:gd name="csY171" fmla="*/ 1086999 h 1483112"/>
                <a:gd name="csX172" fmla="*/ 1770697 w 2290126"/>
                <a:gd name="csY172" fmla="*/ 1081157 h 1483112"/>
                <a:gd name="csX173" fmla="*/ 1775142 w 2290126"/>
                <a:gd name="csY173" fmla="*/ 1074890 h 1483112"/>
                <a:gd name="csX174" fmla="*/ 1791588 w 2290126"/>
                <a:gd name="csY174" fmla="*/ 1064723 h 1483112"/>
                <a:gd name="csX175" fmla="*/ 1807083 w 2290126"/>
                <a:gd name="csY175" fmla="*/ 1059859 h 1483112"/>
                <a:gd name="csX176" fmla="*/ 1799717 w 2290126"/>
                <a:gd name="csY176" fmla="*/ 1045908 h 1483112"/>
                <a:gd name="csX177" fmla="*/ 1787080 w 2290126"/>
                <a:gd name="csY177" fmla="*/ 1036390 h 1483112"/>
                <a:gd name="csX178" fmla="*/ 1786445 w 2290126"/>
                <a:gd name="csY178" fmla="*/ 1034555 h 1483112"/>
                <a:gd name="csX179" fmla="*/ 1802892 w 2290126"/>
                <a:gd name="csY179" fmla="*/ 1041038 h 1483112"/>
                <a:gd name="csX180" fmla="*/ 1806448 w 2290126"/>
                <a:gd name="csY180" fmla="*/ 1039419 h 1483112"/>
                <a:gd name="csX181" fmla="*/ 1794763 w 2290126"/>
                <a:gd name="csY181" fmla="*/ 1030230 h 1483112"/>
                <a:gd name="csX182" fmla="*/ 1794319 w 2290126"/>
                <a:gd name="csY182" fmla="*/ 1025252 h 1483112"/>
                <a:gd name="csX183" fmla="*/ 1805813 w 2290126"/>
                <a:gd name="csY183" fmla="*/ 1025792 h 1483112"/>
                <a:gd name="csX184" fmla="*/ 1797240 w 2290126"/>
                <a:gd name="csY184" fmla="*/ 1014762 h 1483112"/>
                <a:gd name="csX185" fmla="*/ 1788033 w 2290126"/>
                <a:gd name="csY185" fmla="*/ 1008710 h 1483112"/>
                <a:gd name="csX186" fmla="*/ 1784287 w 2290126"/>
                <a:gd name="csY186" fmla="*/ 999300 h 1483112"/>
                <a:gd name="csX187" fmla="*/ 1769618 w 2290126"/>
                <a:gd name="csY187" fmla="*/ 990111 h 1483112"/>
                <a:gd name="csX188" fmla="*/ 1767268 w 2290126"/>
                <a:gd name="csY188" fmla="*/ 974427 h 1483112"/>
                <a:gd name="csX189" fmla="*/ 1756854 w 2290126"/>
                <a:gd name="csY189" fmla="*/ 956691 h 1483112"/>
                <a:gd name="csX190" fmla="*/ 1746250 w 2290126"/>
                <a:gd name="csY190" fmla="*/ 923601 h 1483112"/>
                <a:gd name="csX191" fmla="*/ 1708594 w 2290126"/>
                <a:gd name="csY191" fmla="*/ 906520 h 1483112"/>
                <a:gd name="csX192" fmla="*/ 1704594 w 2290126"/>
                <a:gd name="csY192" fmla="*/ 895382 h 1483112"/>
                <a:gd name="csX193" fmla="*/ 1709674 w 2290126"/>
                <a:gd name="csY193" fmla="*/ 890187 h 1483112"/>
                <a:gd name="csX194" fmla="*/ 1727009 w 2290126"/>
                <a:gd name="csY194" fmla="*/ 867696 h 1483112"/>
                <a:gd name="csX195" fmla="*/ 1734566 w 2290126"/>
                <a:gd name="csY195" fmla="*/ 864343 h 1483112"/>
                <a:gd name="csX196" fmla="*/ 1741614 w 2290126"/>
                <a:gd name="csY196" fmla="*/ 849313 h 1483112"/>
                <a:gd name="csX197" fmla="*/ 1741297 w 2290126"/>
                <a:gd name="csY197" fmla="*/ 843801 h 1483112"/>
                <a:gd name="csX198" fmla="*/ 1748980 w 2290126"/>
                <a:gd name="csY198" fmla="*/ 844556 h 1483112"/>
                <a:gd name="csX199" fmla="*/ 1752537 w 2290126"/>
                <a:gd name="csY199" fmla="*/ 849313 h 1483112"/>
                <a:gd name="csX200" fmla="*/ 1760982 w 2290126"/>
                <a:gd name="csY200" fmla="*/ 844232 h 1483112"/>
                <a:gd name="csX201" fmla="*/ 1761426 w 2290126"/>
                <a:gd name="csY201" fmla="*/ 836232 h 1483112"/>
                <a:gd name="csX202" fmla="*/ 1766633 w 2290126"/>
                <a:gd name="csY202" fmla="*/ 834498 h 1483112"/>
                <a:gd name="csX203" fmla="*/ 1767776 w 2290126"/>
                <a:gd name="csY203" fmla="*/ 834714 h 1483112"/>
                <a:gd name="csX204" fmla="*/ 1771396 w 2290126"/>
                <a:gd name="csY204" fmla="*/ 825633 h 1483112"/>
                <a:gd name="csX205" fmla="*/ 1812862 w 2290126"/>
                <a:gd name="csY205" fmla="*/ 810387 h 1483112"/>
                <a:gd name="csX206" fmla="*/ 1822005 w 2290126"/>
                <a:gd name="csY206" fmla="*/ 818064 h 1483112"/>
                <a:gd name="csX207" fmla="*/ 1828101 w 2290126"/>
                <a:gd name="csY207" fmla="*/ 812762 h 1483112"/>
                <a:gd name="csX208" fmla="*/ 1834134 w 2290126"/>
                <a:gd name="csY208" fmla="*/ 796004 h 1483112"/>
                <a:gd name="csX209" fmla="*/ 1815973 w 2290126"/>
                <a:gd name="csY209" fmla="*/ 788867 h 1483112"/>
                <a:gd name="csX210" fmla="*/ 1794510 w 2290126"/>
                <a:gd name="csY210" fmla="*/ 790594 h 1483112"/>
                <a:gd name="csX211" fmla="*/ 1767077 w 2290126"/>
                <a:gd name="csY211" fmla="*/ 775671 h 1483112"/>
                <a:gd name="csX212" fmla="*/ 1750504 w 2290126"/>
                <a:gd name="csY212" fmla="*/ 780752 h 1483112"/>
                <a:gd name="csX213" fmla="*/ 1740535 w 2290126"/>
                <a:gd name="csY213" fmla="*/ 790702 h 1483112"/>
                <a:gd name="csX214" fmla="*/ 1731899 w 2290126"/>
                <a:gd name="csY214" fmla="*/ 797623 h 1483112"/>
                <a:gd name="csX215" fmla="*/ 1727835 w 2290126"/>
                <a:gd name="csY215" fmla="*/ 803466 h 1483112"/>
                <a:gd name="csX216" fmla="*/ 1701355 w 2290126"/>
                <a:gd name="csY216" fmla="*/ 799681 h 1483112"/>
                <a:gd name="csX217" fmla="*/ 1696148 w 2290126"/>
                <a:gd name="csY217" fmla="*/ 785406 h 1483112"/>
                <a:gd name="csX218" fmla="*/ 1699069 w 2290126"/>
                <a:gd name="csY218" fmla="*/ 774052 h 1483112"/>
                <a:gd name="csX219" fmla="*/ 1691703 w 2290126"/>
                <a:gd name="csY219" fmla="*/ 757828 h 1483112"/>
                <a:gd name="csX220" fmla="*/ 1683702 w 2290126"/>
                <a:gd name="csY220" fmla="*/ 761397 h 1483112"/>
                <a:gd name="csX221" fmla="*/ 1661413 w 2290126"/>
                <a:gd name="csY221" fmla="*/ 759454 h 1483112"/>
                <a:gd name="csX222" fmla="*/ 1644205 w 2290126"/>
                <a:gd name="csY222" fmla="*/ 738905 h 1483112"/>
                <a:gd name="csX223" fmla="*/ 1658176 w 2290126"/>
                <a:gd name="csY223" fmla="*/ 713384 h 1483112"/>
                <a:gd name="csX224" fmla="*/ 1668652 w 2290126"/>
                <a:gd name="csY224" fmla="*/ 719982 h 1483112"/>
                <a:gd name="csX225" fmla="*/ 1679892 w 2290126"/>
                <a:gd name="csY225" fmla="*/ 717601 h 1483112"/>
                <a:gd name="csX226" fmla="*/ 1693863 w 2290126"/>
                <a:gd name="csY226" fmla="*/ 716737 h 1483112"/>
                <a:gd name="csX227" fmla="*/ 1705546 w 2290126"/>
                <a:gd name="csY227" fmla="*/ 707218 h 1483112"/>
                <a:gd name="csX228" fmla="*/ 1714754 w 2290126"/>
                <a:gd name="csY228" fmla="*/ 688080 h 1483112"/>
                <a:gd name="csX229" fmla="*/ 1754695 w 2290126"/>
                <a:gd name="csY229" fmla="*/ 668617 h 1483112"/>
                <a:gd name="csX230" fmla="*/ 1780794 w 2290126"/>
                <a:gd name="csY230" fmla="*/ 639204 h 1483112"/>
                <a:gd name="csX231" fmla="*/ 1808797 w 2290126"/>
                <a:gd name="csY231" fmla="*/ 644823 h 1483112"/>
                <a:gd name="csX232" fmla="*/ 1819529 w 2290126"/>
                <a:gd name="csY232" fmla="*/ 662235 h 1483112"/>
                <a:gd name="csX233" fmla="*/ 1802575 w 2290126"/>
                <a:gd name="csY233" fmla="*/ 683000 h 1483112"/>
                <a:gd name="csX234" fmla="*/ 1792795 w 2290126"/>
                <a:gd name="csY234" fmla="*/ 690353 h 1483112"/>
                <a:gd name="csX235" fmla="*/ 1792605 w 2290126"/>
                <a:gd name="csY235" fmla="*/ 692080 h 1483112"/>
                <a:gd name="csX236" fmla="*/ 1789049 w 2290126"/>
                <a:gd name="csY236" fmla="*/ 696620 h 1483112"/>
                <a:gd name="csX237" fmla="*/ 1784476 w 2290126"/>
                <a:gd name="csY237" fmla="*/ 701491 h 1483112"/>
                <a:gd name="csX238" fmla="*/ 1794510 w 2290126"/>
                <a:gd name="csY238" fmla="*/ 706679 h 1483112"/>
                <a:gd name="csX239" fmla="*/ 1801876 w 2290126"/>
                <a:gd name="csY239" fmla="*/ 709168 h 1483112"/>
                <a:gd name="csX240" fmla="*/ 1793050 w 2290126"/>
                <a:gd name="csY240" fmla="*/ 720090 h 1483112"/>
                <a:gd name="csX241" fmla="*/ 1778000 w 2290126"/>
                <a:gd name="csY241" fmla="*/ 728631 h 1483112"/>
                <a:gd name="csX242" fmla="*/ 1782445 w 2290126"/>
                <a:gd name="csY242" fmla="*/ 734797 h 1483112"/>
                <a:gd name="csX243" fmla="*/ 1810638 w 2290126"/>
                <a:gd name="csY243" fmla="*/ 720414 h 1483112"/>
                <a:gd name="csX244" fmla="*/ 1825498 w 2290126"/>
                <a:gd name="csY244" fmla="*/ 705383 h 1483112"/>
                <a:gd name="csX245" fmla="*/ 1868360 w 2290126"/>
                <a:gd name="csY245" fmla="*/ 687432 h 1483112"/>
                <a:gd name="csX246" fmla="*/ 1890458 w 2290126"/>
                <a:gd name="csY246" fmla="*/ 686784 h 1483112"/>
                <a:gd name="csX247" fmla="*/ 1972246 w 2290126"/>
                <a:gd name="csY247" fmla="*/ 633901 h 1483112"/>
                <a:gd name="csX248" fmla="*/ 1981454 w 2290126"/>
                <a:gd name="csY248" fmla="*/ 608489 h 1483112"/>
                <a:gd name="csX249" fmla="*/ 1998535 w 2290126"/>
                <a:gd name="csY249" fmla="*/ 601897 h 1483112"/>
                <a:gd name="csX250" fmla="*/ 2010283 w 2290126"/>
                <a:gd name="csY250" fmla="*/ 617791 h 1483112"/>
                <a:gd name="csX251" fmla="*/ 2040445 w 2290126"/>
                <a:gd name="csY251" fmla="*/ 619303 h 1483112"/>
                <a:gd name="csX252" fmla="*/ 2032571 w 2290126"/>
                <a:gd name="csY252" fmla="*/ 594220 h 1483112"/>
                <a:gd name="csX253" fmla="*/ 2066100 w 2290126"/>
                <a:gd name="csY253" fmla="*/ 592055 h 1483112"/>
                <a:gd name="csX254" fmla="*/ 2074227 w 2290126"/>
                <a:gd name="csY254" fmla="*/ 574319 h 1483112"/>
                <a:gd name="csX255" fmla="*/ 2089594 w 2290126"/>
                <a:gd name="csY255" fmla="*/ 574319 h 1483112"/>
                <a:gd name="csX256" fmla="*/ 2095754 w 2290126"/>
                <a:gd name="csY256" fmla="*/ 538416 h 1483112"/>
                <a:gd name="csX257" fmla="*/ 2118042 w 2290126"/>
                <a:gd name="csY257" fmla="*/ 541661 h 1483112"/>
                <a:gd name="csX258" fmla="*/ 2118042 w 2290126"/>
                <a:gd name="csY258" fmla="*/ 553771 h 1483112"/>
                <a:gd name="csX259" fmla="*/ 2151507 w 2290126"/>
                <a:gd name="csY259" fmla="*/ 540798 h 1483112"/>
                <a:gd name="csX260" fmla="*/ 2159190 w 2290126"/>
                <a:gd name="csY260" fmla="*/ 499383 h 1483112"/>
                <a:gd name="csX261" fmla="*/ 2148776 w 2290126"/>
                <a:gd name="csY261" fmla="*/ 464668 h 1483112"/>
                <a:gd name="csX262" fmla="*/ 2172271 w 2290126"/>
                <a:gd name="csY262" fmla="*/ 456235 h 1483112"/>
                <a:gd name="csX263" fmla="*/ 2174430 w 2290126"/>
                <a:gd name="csY263" fmla="*/ 448234 h 1483112"/>
                <a:gd name="csX264" fmla="*/ 2187639 w 2290126"/>
                <a:gd name="csY264" fmla="*/ 446716 h 1483112"/>
                <a:gd name="csX265" fmla="*/ 2187194 w 2290126"/>
                <a:gd name="csY265" fmla="*/ 445421 h 1483112"/>
                <a:gd name="csX266" fmla="*/ 2189353 w 2290126"/>
                <a:gd name="csY266" fmla="*/ 441312 h 1483112"/>
                <a:gd name="csX267" fmla="*/ 2197735 w 2290126"/>
                <a:gd name="csY267" fmla="*/ 438823 h 1483112"/>
                <a:gd name="csX268" fmla="*/ 2203767 w 2290126"/>
                <a:gd name="csY268" fmla="*/ 439795 h 1483112"/>
                <a:gd name="csX269" fmla="*/ 2216785 w 2290126"/>
                <a:gd name="csY269" fmla="*/ 448774 h 1483112"/>
                <a:gd name="csX270" fmla="*/ 2217864 w 2290126"/>
                <a:gd name="csY270" fmla="*/ 453530 h 1483112"/>
                <a:gd name="csX271" fmla="*/ 2216340 w 2290126"/>
                <a:gd name="csY271" fmla="*/ 456127 h 1483112"/>
                <a:gd name="csX272" fmla="*/ 2228025 w 2290126"/>
                <a:gd name="csY272" fmla="*/ 456127 h 1483112"/>
                <a:gd name="csX273" fmla="*/ 2230945 w 2290126"/>
                <a:gd name="csY273" fmla="*/ 434391 h 1483112"/>
                <a:gd name="csX274" fmla="*/ 2241359 w 2290126"/>
                <a:gd name="csY274" fmla="*/ 430282 h 1483112"/>
                <a:gd name="csX275" fmla="*/ 2267331 w 2290126"/>
                <a:gd name="csY275" fmla="*/ 344633 h 1483112"/>
                <a:gd name="csX276" fmla="*/ 2282126 w 2290126"/>
                <a:gd name="csY276" fmla="*/ 340201 h 1483112"/>
                <a:gd name="csX277" fmla="*/ 2290127 w 2290126"/>
                <a:gd name="csY277" fmla="*/ 326034 h 1483112"/>
                <a:gd name="csX278" fmla="*/ 2281809 w 2290126"/>
                <a:gd name="csY278" fmla="*/ 311004 h 1483112"/>
                <a:gd name="csX279" fmla="*/ 2288095 w 2290126"/>
                <a:gd name="csY279" fmla="*/ 292729 h 1483112"/>
                <a:gd name="csX280" fmla="*/ 2260600 w 2290126"/>
                <a:gd name="csY280" fmla="*/ 292297 h 1483112"/>
                <a:gd name="csX281" fmla="*/ 2243201 w 2290126"/>
                <a:gd name="csY281" fmla="*/ 305708 h 1483112"/>
                <a:gd name="csX282" fmla="*/ 2212340 w 2290126"/>
                <a:gd name="csY282" fmla="*/ 312191 h 1483112"/>
                <a:gd name="csX283" fmla="*/ 2206371 w 2290126"/>
                <a:gd name="csY283" fmla="*/ 325603 h 1483112"/>
                <a:gd name="csX284" fmla="*/ 2148776 w 2290126"/>
                <a:gd name="csY284" fmla="*/ 327660 h 1483112"/>
                <a:gd name="csX285" fmla="*/ 2136140 w 2290126"/>
                <a:gd name="csY285" fmla="*/ 308191 h 1483112"/>
                <a:gd name="csX286" fmla="*/ 2142109 w 2290126"/>
                <a:gd name="csY286" fmla="*/ 293592 h 1483112"/>
                <a:gd name="csX287" fmla="*/ 2131695 w 2290126"/>
                <a:gd name="csY287" fmla="*/ 280187 h 1483112"/>
                <a:gd name="csX288" fmla="*/ 2136457 w 2290126"/>
                <a:gd name="csY288" fmla="*/ 263963 h 1483112"/>
                <a:gd name="csX289" fmla="*/ 2117851 w 2290126"/>
                <a:gd name="csY289" fmla="*/ 262776 h 1483112"/>
                <a:gd name="csX290" fmla="*/ 2096706 w 2290126"/>
                <a:gd name="csY290" fmla="*/ 240500 h 1483112"/>
                <a:gd name="csX291" fmla="*/ 2078545 w 2290126"/>
                <a:gd name="csY291" fmla="*/ 240068 h 1483112"/>
                <a:gd name="csX292" fmla="*/ 2062543 w 2290126"/>
                <a:gd name="csY292" fmla="*/ 225469 h 1483112"/>
                <a:gd name="csX293" fmla="*/ 2037651 w 2290126"/>
                <a:gd name="csY293" fmla="*/ 230225 h 1483112"/>
                <a:gd name="csX294" fmla="*/ 2015363 w 2290126"/>
                <a:gd name="csY294" fmla="*/ 216167 h 1483112"/>
                <a:gd name="csX295" fmla="*/ 2018157 w 2290126"/>
                <a:gd name="csY295" fmla="*/ 188595 h 1483112"/>
                <a:gd name="csX296" fmla="*/ 1963801 w 2290126"/>
                <a:gd name="csY296" fmla="*/ 44012 h 1483112"/>
                <a:gd name="csX297" fmla="*/ 1929638 w 2290126"/>
                <a:gd name="csY297" fmla="*/ 19139 h 1483112"/>
                <a:gd name="csX298" fmla="*/ 1911350 w 2290126"/>
                <a:gd name="csY298" fmla="*/ 22384 h 1483112"/>
                <a:gd name="csX299" fmla="*/ 1876489 w 2290126"/>
                <a:gd name="csY299" fmla="*/ 0 h 1483112"/>
                <a:gd name="csX300" fmla="*/ 1765237 w 2290126"/>
                <a:gd name="csY300" fmla="*/ 13195 h 1483112"/>
                <a:gd name="csX301" fmla="*/ 1735963 w 2290126"/>
                <a:gd name="csY301" fmla="*/ 41853 h 1483112"/>
                <a:gd name="csX302" fmla="*/ 1736534 w 2290126"/>
                <a:gd name="csY302" fmla="*/ 69101 h 1483112"/>
                <a:gd name="csX303" fmla="*/ 1753870 w 2290126"/>
                <a:gd name="csY303" fmla="*/ 62071 h 1483112"/>
                <a:gd name="csX304" fmla="*/ 1763268 w 2290126"/>
                <a:gd name="csY304" fmla="*/ 65316 h 1483112"/>
                <a:gd name="csX305" fmla="*/ 1765237 w 2290126"/>
                <a:gd name="csY305" fmla="*/ 97758 h 1483112"/>
                <a:gd name="csX306" fmla="*/ 1742503 w 2290126"/>
                <a:gd name="csY306" fmla="*/ 110731 h 1483112"/>
                <a:gd name="csX307" fmla="*/ 1704784 w 2290126"/>
                <a:gd name="csY307" fmla="*/ 173241 h 1483112"/>
                <a:gd name="csX308" fmla="*/ 1718246 w 2290126"/>
                <a:gd name="csY308" fmla="*/ 178105 h 1483112"/>
                <a:gd name="csX309" fmla="*/ 1714754 w 2290126"/>
                <a:gd name="csY309" fmla="*/ 198869 h 1483112"/>
                <a:gd name="csX310" fmla="*/ 1684591 w 2290126"/>
                <a:gd name="csY310" fmla="*/ 205892 h 1483112"/>
                <a:gd name="csX311" fmla="*/ 1656842 w 2290126"/>
                <a:gd name="csY311" fmla="*/ 231305 h 1483112"/>
                <a:gd name="csX312" fmla="*/ 1612709 w 2290126"/>
                <a:gd name="csY312" fmla="*/ 210871 h 1483112"/>
                <a:gd name="csX313" fmla="*/ 1566163 w 2290126"/>
                <a:gd name="csY313" fmla="*/ 305384 h 1483112"/>
                <a:gd name="csX314" fmla="*/ 1589405 w 2290126"/>
                <a:gd name="csY314" fmla="*/ 329711 h 1483112"/>
                <a:gd name="csX315" fmla="*/ 1609789 w 2290126"/>
                <a:gd name="csY315" fmla="*/ 313493 h 1483112"/>
                <a:gd name="csX316" fmla="*/ 1638490 w 2290126"/>
                <a:gd name="csY316" fmla="*/ 325926 h 1483112"/>
                <a:gd name="csX317" fmla="*/ 1655001 w 2290126"/>
                <a:gd name="csY317" fmla="*/ 307003 h 1483112"/>
                <a:gd name="csX318" fmla="*/ 1682623 w 2290126"/>
                <a:gd name="csY318" fmla="*/ 310464 h 1483112"/>
                <a:gd name="csX319" fmla="*/ 1733740 w 2290126"/>
                <a:gd name="csY319" fmla="*/ 361398 h 1483112"/>
                <a:gd name="csX320" fmla="*/ 1733740 w 2290126"/>
                <a:gd name="csY320" fmla="*/ 382702 h 1483112"/>
                <a:gd name="csX321" fmla="*/ 1649920 w 2290126"/>
                <a:gd name="csY321" fmla="*/ 376752 h 1483112"/>
                <a:gd name="csX322" fmla="*/ 1638490 w 2290126"/>
                <a:gd name="csY322" fmla="*/ 396215 h 1483112"/>
                <a:gd name="csX323" fmla="*/ 1603819 w 2290126"/>
                <a:gd name="csY323" fmla="*/ 396215 h 1483112"/>
                <a:gd name="csX324" fmla="*/ 1596263 w 2290126"/>
                <a:gd name="csY324" fmla="*/ 421627 h 1483112"/>
                <a:gd name="csX325" fmla="*/ 1566926 w 2290126"/>
                <a:gd name="csY325" fmla="*/ 439039 h 1483112"/>
                <a:gd name="csX326" fmla="*/ 1532953 w 2290126"/>
                <a:gd name="csY326" fmla="*/ 439039 h 1483112"/>
                <a:gd name="csX327" fmla="*/ 1497964 w 2290126"/>
                <a:gd name="csY327" fmla="*/ 469532 h 1483112"/>
                <a:gd name="csX328" fmla="*/ 1438339 w 2290126"/>
                <a:gd name="csY328" fmla="*/ 453314 h 1483112"/>
                <a:gd name="csX329" fmla="*/ 1414970 w 2290126"/>
                <a:gd name="csY329" fmla="*/ 485432 h 1483112"/>
                <a:gd name="csX330" fmla="*/ 1435544 w 2290126"/>
                <a:gd name="csY330" fmla="*/ 513328 h 1483112"/>
                <a:gd name="csX331" fmla="*/ 1357693 w 2290126"/>
                <a:gd name="csY331" fmla="*/ 568700 h 1483112"/>
                <a:gd name="csX332" fmla="*/ 1267333 w 2290126"/>
                <a:gd name="csY332" fmla="*/ 573564 h 1483112"/>
                <a:gd name="csX333" fmla="*/ 1175194 w 2290126"/>
                <a:gd name="csY333" fmla="*/ 611842 h 1483112"/>
                <a:gd name="csX334" fmla="*/ 1155064 w 2290126"/>
                <a:gd name="csY334" fmla="*/ 597459 h 1483112"/>
                <a:gd name="csX335" fmla="*/ 1124776 w 2290126"/>
                <a:gd name="csY335" fmla="*/ 601243 h 1483112"/>
                <a:gd name="csX336" fmla="*/ 1039495 w 2290126"/>
                <a:gd name="csY336" fmla="*/ 563289 h 1483112"/>
                <a:gd name="csX337" fmla="*/ 854265 w 2290126"/>
                <a:gd name="csY337" fmla="*/ 563289 h 1483112"/>
                <a:gd name="csX338" fmla="*/ 813181 w 2290126"/>
                <a:gd name="csY338" fmla="*/ 490620 h 1483112"/>
                <a:gd name="csX339" fmla="*/ 742378 w 2290126"/>
                <a:gd name="csY339" fmla="*/ 459480 h 1483112"/>
                <a:gd name="csX340" fmla="*/ 647128 w 2290126"/>
                <a:gd name="csY340" fmla="*/ 450933 h 1483112"/>
                <a:gd name="csX341" fmla="*/ 635254 w 2290126"/>
                <a:gd name="csY341" fmla="*/ 429196 h 1483112"/>
                <a:gd name="csX342" fmla="*/ 650239 w 2290126"/>
                <a:gd name="csY342" fmla="*/ 412115 h 1483112"/>
                <a:gd name="csX343" fmla="*/ 649732 w 2290126"/>
                <a:gd name="csY343" fmla="*/ 365830 h 1483112"/>
                <a:gd name="csX344" fmla="*/ 634873 w 2290126"/>
                <a:gd name="csY344" fmla="*/ 357073 h 1483112"/>
                <a:gd name="csX345" fmla="*/ 623315 w 2290126"/>
                <a:gd name="csY345" fmla="*/ 323983 h 1483112"/>
                <a:gd name="csX346" fmla="*/ 596455 w 2290126"/>
                <a:gd name="csY346" fmla="*/ 308515 h 1483112"/>
                <a:gd name="csX347" fmla="*/ 577532 w 2290126"/>
                <a:gd name="csY347" fmla="*/ 310356 h 1483112"/>
                <a:gd name="csX348" fmla="*/ 558673 w 2290126"/>
                <a:gd name="csY348" fmla="*/ 301384 h 1483112"/>
                <a:gd name="csX349" fmla="*/ 556958 w 2290126"/>
                <a:gd name="csY349" fmla="*/ 289592 h 1483112"/>
                <a:gd name="csX350" fmla="*/ 538797 w 2290126"/>
                <a:gd name="csY350" fmla="*/ 281267 h 1483112"/>
                <a:gd name="csX351" fmla="*/ 541591 w 2290126"/>
                <a:gd name="csY351" fmla="*/ 271748 h 1483112"/>
                <a:gd name="csX352" fmla="*/ 530479 w 2290126"/>
                <a:gd name="csY352" fmla="*/ 266344 h 1483112"/>
                <a:gd name="csX353" fmla="*/ 532320 w 2290126"/>
                <a:gd name="csY353" fmla="*/ 249149 h 1483112"/>
                <a:gd name="csX354" fmla="*/ 514540 w 2290126"/>
                <a:gd name="csY354" fmla="*/ 252717 h 1483112"/>
                <a:gd name="csX355" fmla="*/ 489965 w 2290126"/>
                <a:gd name="csY355" fmla="*/ 258235 h 1483112"/>
                <a:gd name="csX356" fmla="*/ 491172 w 2290126"/>
                <a:gd name="csY356" fmla="*/ 273698 h 1483112"/>
                <a:gd name="csX357" fmla="*/ 472122 w 2290126"/>
                <a:gd name="csY357" fmla="*/ 287109 h 1483112"/>
                <a:gd name="csX358" fmla="*/ 453898 w 2290126"/>
                <a:gd name="csY358" fmla="*/ 287109 h 1483112"/>
                <a:gd name="csX359" fmla="*/ 442976 w 2290126"/>
                <a:gd name="csY359" fmla="*/ 310032 h 1483112"/>
                <a:gd name="csX360" fmla="*/ 450976 w 2290126"/>
                <a:gd name="csY360" fmla="*/ 350799 h 1483112"/>
                <a:gd name="csX361" fmla="*/ 417639 w 2290126"/>
                <a:gd name="csY361" fmla="*/ 370370 h 1483112"/>
                <a:gd name="csX362" fmla="*/ 352107 w 2290126"/>
                <a:gd name="csY362" fmla="*/ 351123 h 1483112"/>
                <a:gd name="csX363" fmla="*/ 324993 w 2290126"/>
                <a:gd name="csY363" fmla="*/ 428549 h 1483112"/>
                <a:gd name="csX364" fmla="*/ 339407 w 2290126"/>
                <a:gd name="csY364" fmla="*/ 435470 h 1483112"/>
                <a:gd name="csX365" fmla="*/ 333248 w 2290126"/>
                <a:gd name="csY365" fmla="*/ 452234 h 1483112"/>
                <a:gd name="csX366" fmla="*/ 295465 w 2290126"/>
                <a:gd name="csY366" fmla="*/ 444773 h 1483112"/>
                <a:gd name="csX367" fmla="*/ 235965 w 2290126"/>
                <a:gd name="csY367" fmla="*/ 456343 h 1483112"/>
                <a:gd name="csX368" fmla="*/ 231965 w 2290126"/>
                <a:gd name="csY368" fmla="*/ 470509 h 1483112"/>
                <a:gd name="csX369" fmla="*/ 253936 w 2290126"/>
                <a:gd name="csY369" fmla="*/ 472345 h 1483112"/>
                <a:gd name="csX370" fmla="*/ 267526 w 2290126"/>
                <a:gd name="csY370" fmla="*/ 540258 h 1483112"/>
                <a:gd name="csX371" fmla="*/ 248158 w 2290126"/>
                <a:gd name="csY371" fmla="*/ 557016 h 1483112"/>
                <a:gd name="csX372" fmla="*/ 247396 w 2290126"/>
                <a:gd name="csY372" fmla="*/ 589566 h 1483112"/>
                <a:gd name="csX373" fmla="*/ 171005 w 2290126"/>
                <a:gd name="csY373" fmla="*/ 636499 h 1483112"/>
                <a:gd name="csX374" fmla="*/ 116459 w 2290126"/>
                <a:gd name="csY374" fmla="*/ 641255 h 1483112"/>
                <a:gd name="csX375" fmla="*/ 103759 w 2290126"/>
                <a:gd name="csY375" fmla="*/ 664832 h 1483112"/>
                <a:gd name="csX376" fmla="*/ 80327 w 2290126"/>
                <a:gd name="csY376" fmla="*/ 672725 h 1483112"/>
                <a:gd name="csX377" fmla="*/ 73596 w 2290126"/>
                <a:gd name="csY377" fmla="*/ 657587 h 1483112"/>
                <a:gd name="csX378" fmla="*/ 11557 w 2290126"/>
                <a:gd name="csY378" fmla="*/ 682676 h 1483112"/>
                <a:gd name="csX379" fmla="*/ 6603 w 2290126"/>
                <a:gd name="csY379" fmla="*/ 691001 h 1483112"/>
                <a:gd name="csX380" fmla="*/ 10477 w 2290126"/>
                <a:gd name="csY380" fmla="*/ 702247 h 1483112"/>
                <a:gd name="csX381" fmla="*/ 0 w 2290126"/>
                <a:gd name="csY381" fmla="*/ 707326 h 1483112"/>
                <a:gd name="csX382" fmla="*/ 3365 w 2290126"/>
                <a:gd name="csY382" fmla="*/ 742690 h 1483112"/>
                <a:gd name="csX383" fmla="*/ 14732 w 2290126"/>
                <a:gd name="csY383" fmla="*/ 747992 h 1483112"/>
                <a:gd name="csX384" fmla="*/ 19050 w 2290126"/>
                <a:gd name="csY384" fmla="*/ 739553 h 1483112"/>
                <a:gd name="csX385" fmla="*/ 49022 w 2290126"/>
                <a:gd name="csY385" fmla="*/ 746150 h 1483112"/>
                <a:gd name="csX386" fmla="*/ 65341 w 2290126"/>
                <a:gd name="csY386" fmla="*/ 789731 h 1483112"/>
                <a:gd name="csX387" fmla="*/ 43688 w 2290126"/>
                <a:gd name="csY387" fmla="*/ 795680 h 1483112"/>
                <a:gd name="csX388" fmla="*/ 28448 w 2290126"/>
                <a:gd name="csY388" fmla="*/ 798055 h 1483112"/>
                <a:gd name="csX389" fmla="*/ 34417 w 2290126"/>
                <a:gd name="csY389" fmla="*/ 815683 h 1483112"/>
                <a:gd name="csX390" fmla="*/ 34544 w 2290126"/>
                <a:gd name="csY390" fmla="*/ 815359 h 1483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</a:cxnLst>
              <a:rect l="l" t="t" r="r" b="b"/>
              <a:pathLst>
                <a:path w="2290126" h="1483112">
                  <a:moveTo>
                    <a:pt x="34544" y="815359"/>
                  </a:moveTo>
                  <a:lnTo>
                    <a:pt x="63753" y="818604"/>
                  </a:lnTo>
                  <a:lnTo>
                    <a:pt x="67437" y="827145"/>
                  </a:lnTo>
                  <a:lnTo>
                    <a:pt x="84074" y="832663"/>
                  </a:lnTo>
                  <a:lnTo>
                    <a:pt x="87884" y="858291"/>
                  </a:lnTo>
                  <a:lnTo>
                    <a:pt x="162115" y="874725"/>
                  </a:lnTo>
                  <a:lnTo>
                    <a:pt x="173164" y="909657"/>
                  </a:lnTo>
                  <a:lnTo>
                    <a:pt x="200215" y="920255"/>
                  </a:lnTo>
                  <a:lnTo>
                    <a:pt x="200215" y="932580"/>
                  </a:lnTo>
                  <a:lnTo>
                    <a:pt x="190564" y="935609"/>
                  </a:lnTo>
                  <a:lnTo>
                    <a:pt x="197103" y="963936"/>
                  </a:lnTo>
                  <a:lnTo>
                    <a:pt x="213423" y="972484"/>
                  </a:lnTo>
                  <a:lnTo>
                    <a:pt x="222948" y="994543"/>
                  </a:lnTo>
                  <a:lnTo>
                    <a:pt x="199580" y="1006761"/>
                  </a:lnTo>
                  <a:lnTo>
                    <a:pt x="191135" y="996162"/>
                  </a:lnTo>
                  <a:lnTo>
                    <a:pt x="177038" y="1000055"/>
                  </a:lnTo>
                  <a:lnTo>
                    <a:pt x="191452" y="1049909"/>
                  </a:lnTo>
                  <a:lnTo>
                    <a:pt x="207073" y="1048938"/>
                  </a:lnTo>
                  <a:lnTo>
                    <a:pt x="284099" y="1102030"/>
                  </a:lnTo>
                  <a:lnTo>
                    <a:pt x="290830" y="1086783"/>
                  </a:lnTo>
                  <a:lnTo>
                    <a:pt x="314706" y="1089704"/>
                  </a:lnTo>
                  <a:lnTo>
                    <a:pt x="320039" y="1100842"/>
                  </a:lnTo>
                  <a:lnTo>
                    <a:pt x="356426" y="1119441"/>
                  </a:lnTo>
                  <a:lnTo>
                    <a:pt x="373951" y="1137825"/>
                  </a:lnTo>
                  <a:lnTo>
                    <a:pt x="386080" y="1132529"/>
                  </a:lnTo>
                  <a:lnTo>
                    <a:pt x="393953" y="1136091"/>
                  </a:lnTo>
                  <a:lnTo>
                    <a:pt x="396748" y="1148099"/>
                  </a:lnTo>
                  <a:lnTo>
                    <a:pt x="412178" y="1158373"/>
                  </a:lnTo>
                  <a:lnTo>
                    <a:pt x="423418" y="1153287"/>
                  </a:lnTo>
                  <a:lnTo>
                    <a:pt x="433705" y="1160964"/>
                  </a:lnTo>
                  <a:lnTo>
                    <a:pt x="431546" y="1172318"/>
                  </a:lnTo>
                  <a:lnTo>
                    <a:pt x="452056" y="1173728"/>
                  </a:lnTo>
                  <a:lnTo>
                    <a:pt x="461835" y="1189298"/>
                  </a:lnTo>
                  <a:lnTo>
                    <a:pt x="480313" y="1187895"/>
                  </a:lnTo>
                  <a:lnTo>
                    <a:pt x="485775" y="1178808"/>
                  </a:lnTo>
                  <a:lnTo>
                    <a:pt x="521652" y="1192219"/>
                  </a:lnTo>
                  <a:lnTo>
                    <a:pt x="560959" y="1180217"/>
                  </a:lnTo>
                  <a:lnTo>
                    <a:pt x="569849" y="1189730"/>
                  </a:lnTo>
                  <a:lnTo>
                    <a:pt x="571817" y="1209408"/>
                  </a:lnTo>
                  <a:lnTo>
                    <a:pt x="597662" y="1179347"/>
                  </a:lnTo>
                  <a:lnTo>
                    <a:pt x="627189" y="1172426"/>
                  </a:lnTo>
                  <a:lnTo>
                    <a:pt x="626427" y="1181729"/>
                  </a:lnTo>
                  <a:lnTo>
                    <a:pt x="673417" y="1180757"/>
                  </a:lnTo>
                  <a:lnTo>
                    <a:pt x="674179" y="1191463"/>
                  </a:lnTo>
                  <a:lnTo>
                    <a:pt x="713232" y="1184758"/>
                  </a:lnTo>
                  <a:lnTo>
                    <a:pt x="713232" y="1172972"/>
                  </a:lnTo>
                  <a:lnTo>
                    <a:pt x="736536" y="1155452"/>
                  </a:lnTo>
                  <a:lnTo>
                    <a:pt x="753427" y="1153287"/>
                  </a:lnTo>
                  <a:lnTo>
                    <a:pt x="780986" y="1128738"/>
                  </a:lnTo>
                  <a:lnTo>
                    <a:pt x="810451" y="1132961"/>
                  </a:lnTo>
                  <a:lnTo>
                    <a:pt x="815339" y="1117816"/>
                  </a:lnTo>
                  <a:lnTo>
                    <a:pt x="834834" y="1111117"/>
                  </a:lnTo>
                  <a:lnTo>
                    <a:pt x="850201" y="1129068"/>
                  </a:lnTo>
                  <a:lnTo>
                    <a:pt x="838517" y="1136091"/>
                  </a:lnTo>
                  <a:lnTo>
                    <a:pt x="843914" y="1147127"/>
                  </a:lnTo>
                  <a:lnTo>
                    <a:pt x="860234" y="1153719"/>
                  </a:lnTo>
                  <a:lnTo>
                    <a:pt x="854837" y="1169403"/>
                  </a:lnTo>
                  <a:lnTo>
                    <a:pt x="878967" y="1167022"/>
                  </a:lnTo>
                  <a:lnTo>
                    <a:pt x="887539" y="1178700"/>
                  </a:lnTo>
                  <a:lnTo>
                    <a:pt x="895731" y="1154366"/>
                  </a:lnTo>
                  <a:lnTo>
                    <a:pt x="923861" y="1171886"/>
                  </a:lnTo>
                  <a:lnTo>
                    <a:pt x="929703" y="1202817"/>
                  </a:lnTo>
                  <a:lnTo>
                    <a:pt x="943610" y="1200544"/>
                  </a:lnTo>
                  <a:lnTo>
                    <a:pt x="938149" y="1268673"/>
                  </a:lnTo>
                  <a:lnTo>
                    <a:pt x="907859" y="1294841"/>
                  </a:lnTo>
                  <a:lnTo>
                    <a:pt x="904176" y="1310519"/>
                  </a:lnTo>
                  <a:lnTo>
                    <a:pt x="895731" y="1317009"/>
                  </a:lnTo>
                  <a:lnTo>
                    <a:pt x="896493" y="1347502"/>
                  </a:lnTo>
                  <a:lnTo>
                    <a:pt x="918337" y="1335069"/>
                  </a:lnTo>
                  <a:lnTo>
                    <a:pt x="948118" y="1335069"/>
                  </a:lnTo>
                  <a:lnTo>
                    <a:pt x="938593" y="1349775"/>
                  </a:lnTo>
                  <a:lnTo>
                    <a:pt x="948118" y="1373562"/>
                  </a:lnTo>
                  <a:lnTo>
                    <a:pt x="967930" y="1373562"/>
                  </a:lnTo>
                  <a:lnTo>
                    <a:pt x="970851" y="1393139"/>
                  </a:lnTo>
                  <a:lnTo>
                    <a:pt x="960501" y="1395730"/>
                  </a:lnTo>
                  <a:lnTo>
                    <a:pt x="958532" y="1414983"/>
                  </a:lnTo>
                  <a:lnTo>
                    <a:pt x="985774" y="1417682"/>
                  </a:lnTo>
                  <a:lnTo>
                    <a:pt x="995235" y="1434770"/>
                  </a:lnTo>
                  <a:lnTo>
                    <a:pt x="1019556" y="1426985"/>
                  </a:lnTo>
                  <a:lnTo>
                    <a:pt x="1031050" y="1460183"/>
                  </a:lnTo>
                  <a:lnTo>
                    <a:pt x="1054100" y="1449476"/>
                  </a:lnTo>
                  <a:lnTo>
                    <a:pt x="1046289" y="1414659"/>
                  </a:lnTo>
                  <a:lnTo>
                    <a:pt x="1067181" y="1407522"/>
                  </a:lnTo>
                  <a:lnTo>
                    <a:pt x="1079437" y="1393463"/>
                  </a:lnTo>
                  <a:lnTo>
                    <a:pt x="1102360" y="1404169"/>
                  </a:lnTo>
                  <a:lnTo>
                    <a:pt x="1115060" y="1392707"/>
                  </a:lnTo>
                  <a:lnTo>
                    <a:pt x="1135697" y="1403299"/>
                  </a:lnTo>
                  <a:lnTo>
                    <a:pt x="1142746" y="1390218"/>
                  </a:lnTo>
                  <a:lnTo>
                    <a:pt x="1151509" y="1396276"/>
                  </a:lnTo>
                  <a:lnTo>
                    <a:pt x="1171829" y="1380268"/>
                  </a:lnTo>
                  <a:lnTo>
                    <a:pt x="1174687" y="1369994"/>
                  </a:lnTo>
                  <a:lnTo>
                    <a:pt x="1190879" y="1363510"/>
                  </a:lnTo>
                  <a:lnTo>
                    <a:pt x="1201864" y="1375404"/>
                  </a:lnTo>
                  <a:lnTo>
                    <a:pt x="1247076" y="1381893"/>
                  </a:lnTo>
                  <a:lnTo>
                    <a:pt x="1242123" y="1400924"/>
                  </a:lnTo>
                  <a:lnTo>
                    <a:pt x="1233995" y="1401248"/>
                  </a:lnTo>
                  <a:lnTo>
                    <a:pt x="1238440" y="1419523"/>
                  </a:lnTo>
                  <a:lnTo>
                    <a:pt x="1251394" y="1421251"/>
                  </a:lnTo>
                  <a:lnTo>
                    <a:pt x="1260601" y="1431525"/>
                  </a:lnTo>
                  <a:lnTo>
                    <a:pt x="1279017" y="1429690"/>
                  </a:lnTo>
                  <a:lnTo>
                    <a:pt x="1284414" y="1440720"/>
                  </a:lnTo>
                  <a:cubicBezTo>
                    <a:pt x="1310639" y="1432065"/>
                    <a:pt x="1314831" y="1428280"/>
                    <a:pt x="1319085" y="1431741"/>
                  </a:cubicBezTo>
                  <a:cubicBezTo>
                    <a:pt x="1324356" y="1435417"/>
                    <a:pt x="1327912" y="1440828"/>
                    <a:pt x="1333119" y="1439742"/>
                  </a:cubicBezTo>
                  <a:cubicBezTo>
                    <a:pt x="1335532" y="1438878"/>
                    <a:pt x="1342200" y="1439526"/>
                    <a:pt x="1342200" y="1434554"/>
                  </a:cubicBezTo>
                  <a:cubicBezTo>
                    <a:pt x="1342453" y="1432827"/>
                    <a:pt x="1340929" y="1425359"/>
                    <a:pt x="1345057" y="1427848"/>
                  </a:cubicBezTo>
                  <a:cubicBezTo>
                    <a:pt x="1350454" y="1431849"/>
                    <a:pt x="1358264" y="1433582"/>
                    <a:pt x="1356296" y="1438555"/>
                  </a:cubicBezTo>
                  <a:cubicBezTo>
                    <a:pt x="1352614" y="1449692"/>
                    <a:pt x="1348041" y="1454886"/>
                    <a:pt x="1350454" y="1460075"/>
                  </a:cubicBezTo>
                  <a:cubicBezTo>
                    <a:pt x="1357376" y="1473378"/>
                    <a:pt x="1357502" y="1480839"/>
                    <a:pt x="1363345" y="1481595"/>
                  </a:cubicBezTo>
                  <a:cubicBezTo>
                    <a:pt x="1370266" y="1481919"/>
                    <a:pt x="1376934" y="1485379"/>
                    <a:pt x="1379347" y="1480623"/>
                  </a:cubicBezTo>
                  <a:cubicBezTo>
                    <a:pt x="1379474" y="1480077"/>
                    <a:pt x="1382268" y="1476508"/>
                    <a:pt x="1379791" y="1473048"/>
                  </a:cubicBezTo>
                  <a:cubicBezTo>
                    <a:pt x="1375663" y="1466132"/>
                    <a:pt x="1367789" y="1460290"/>
                    <a:pt x="1373060" y="1458341"/>
                  </a:cubicBezTo>
                  <a:cubicBezTo>
                    <a:pt x="1373950" y="1457909"/>
                    <a:pt x="1378776" y="1457046"/>
                    <a:pt x="1381062" y="1453153"/>
                  </a:cubicBezTo>
                  <a:cubicBezTo>
                    <a:pt x="1384554" y="1448289"/>
                    <a:pt x="1385824" y="1442339"/>
                    <a:pt x="1391031" y="1440936"/>
                  </a:cubicBezTo>
                  <a:lnTo>
                    <a:pt x="1463357" y="1422337"/>
                  </a:lnTo>
                  <a:cubicBezTo>
                    <a:pt x="1468310" y="1421035"/>
                    <a:pt x="1470025" y="1415307"/>
                    <a:pt x="1472755" y="1411738"/>
                  </a:cubicBezTo>
                  <a:cubicBezTo>
                    <a:pt x="1476629" y="1405465"/>
                    <a:pt x="1483551" y="1421466"/>
                    <a:pt x="1487932" y="1415523"/>
                  </a:cubicBezTo>
                  <a:lnTo>
                    <a:pt x="1490852" y="1411522"/>
                  </a:lnTo>
                  <a:cubicBezTo>
                    <a:pt x="1496251" y="1404277"/>
                    <a:pt x="1488757" y="1386757"/>
                    <a:pt x="1496251" y="1386757"/>
                  </a:cubicBezTo>
                  <a:cubicBezTo>
                    <a:pt x="1497076" y="1386973"/>
                    <a:pt x="1501775" y="1385894"/>
                    <a:pt x="1503807" y="1389787"/>
                  </a:cubicBezTo>
                  <a:cubicBezTo>
                    <a:pt x="1508823" y="1397571"/>
                    <a:pt x="1509522" y="1405465"/>
                    <a:pt x="1514983" y="1404277"/>
                  </a:cubicBezTo>
                  <a:cubicBezTo>
                    <a:pt x="1521142" y="1402220"/>
                    <a:pt x="1528381" y="1403083"/>
                    <a:pt x="1529461" y="1397895"/>
                  </a:cubicBezTo>
                  <a:cubicBezTo>
                    <a:pt x="1529778" y="1397032"/>
                    <a:pt x="1529778" y="1392377"/>
                    <a:pt x="1533462" y="1389894"/>
                  </a:cubicBezTo>
                  <a:cubicBezTo>
                    <a:pt x="1534795" y="1389354"/>
                    <a:pt x="1539939" y="1383944"/>
                    <a:pt x="1540319" y="1388701"/>
                  </a:cubicBezTo>
                  <a:cubicBezTo>
                    <a:pt x="1540637" y="1389678"/>
                    <a:pt x="1539621" y="1396054"/>
                    <a:pt x="1544066" y="1394758"/>
                  </a:cubicBezTo>
                  <a:cubicBezTo>
                    <a:pt x="1594104" y="1380592"/>
                    <a:pt x="1598104" y="1381239"/>
                    <a:pt x="1602867" y="1377239"/>
                  </a:cubicBezTo>
                  <a:lnTo>
                    <a:pt x="1618234" y="1364266"/>
                  </a:lnTo>
                  <a:cubicBezTo>
                    <a:pt x="1618678" y="1359503"/>
                    <a:pt x="1615630" y="1352696"/>
                    <a:pt x="1620583" y="1353128"/>
                  </a:cubicBezTo>
                  <a:cubicBezTo>
                    <a:pt x="1628584" y="1353236"/>
                    <a:pt x="1634998" y="1355941"/>
                    <a:pt x="1638998" y="1352150"/>
                  </a:cubicBezTo>
                  <a:lnTo>
                    <a:pt x="1662049" y="1329334"/>
                  </a:lnTo>
                  <a:cubicBezTo>
                    <a:pt x="1663382" y="1328039"/>
                    <a:pt x="1663446" y="1325874"/>
                    <a:pt x="1662302" y="1324470"/>
                  </a:cubicBezTo>
                  <a:cubicBezTo>
                    <a:pt x="1661922" y="1323930"/>
                    <a:pt x="1658048" y="1321009"/>
                    <a:pt x="1661096" y="1317980"/>
                  </a:cubicBezTo>
                  <a:cubicBezTo>
                    <a:pt x="1663446" y="1316145"/>
                    <a:pt x="1666367" y="1310843"/>
                    <a:pt x="1671129" y="1312253"/>
                  </a:cubicBezTo>
                  <a:cubicBezTo>
                    <a:pt x="1677288" y="1313332"/>
                    <a:pt x="1683194" y="1317657"/>
                    <a:pt x="1686496" y="1313440"/>
                  </a:cubicBezTo>
                  <a:cubicBezTo>
                    <a:pt x="1691259" y="1306519"/>
                    <a:pt x="1696593" y="1302950"/>
                    <a:pt x="1695958" y="1297654"/>
                  </a:cubicBezTo>
                  <a:cubicBezTo>
                    <a:pt x="1696021" y="1296136"/>
                    <a:pt x="1693672" y="1289215"/>
                    <a:pt x="1698180" y="1290625"/>
                  </a:cubicBezTo>
                  <a:cubicBezTo>
                    <a:pt x="1699704" y="1290841"/>
                    <a:pt x="1704721" y="1293762"/>
                    <a:pt x="1707642" y="1290625"/>
                  </a:cubicBezTo>
                  <a:cubicBezTo>
                    <a:pt x="1711642" y="1286408"/>
                    <a:pt x="1700720" y="1284243"/>
                    <a:pt x="1705483" y="1280242"/>
                  </a:cubicBezTo>
                  <a:cubicBezTo>
                    <a:pt x="1709229" y="1276890"/>
                    <a:pt x="1713801" y="1281970"/>
                    <a:pt x="1717230" y="1283487"/>
                  </a:cubicBezTo>
                  <a:cubicBezTo>
                    <a:pt x="1721040" y="1285755"/>
                    <a:pt x="1724596" y="1283487"/>
                    <a:pt x="1722438" y="1279703"/>
                  </a:cubicBezTo>
                  <a:cubicBezTo>
                    <a:pt x="1721612" y="1277429"/>
                    <a:pt x="1717357" y="1273213"/>
                    <a:pt x="1719834" y="1269105"/>
                  </a:cubicBezTo>
                  <a:cubicBezTo>
                    <a:pt x="1721802" y="1264996"/>
                    <a:pt x="1728088" y="1259478"/>
                    <a:pt x="1723326" y="1257427"/>
                  </a:cubicBezTo>
                  <a:lnTo>
                    <a:pt x="1721612" y="1256665"/>
                  </a:lnTo>
                  <a:cubicBezTo>
                    <a:pt x="1714564" y="1253643"/>
                    <a:pt x="1733740" y="1247477"/>
                    <a:pt x="1729486" y="1241203"/>
                  </a:cubicBezTo>
                  <a:cubicBezTo>
                    <a:pt x="1728977" y="1239907"/>
                    <a:pt x="1724723" y="1236231"/>
                    <a:pt x="1727137" y="1232338"/>
                  </a:cubicBezTo>
                  <a:lnTo>
                    <a:pt x="1728088" y="1230713"/>
                  </a:lnTo>
                  <a:cubicBezTo>
                    <a:pt x="1729041" y="1229093"/>
                    <a:pt x="1731010" y="1228770"/>
                    <a:pt x="1732407" y="1229957"/>
                  </a:cubicBezTo>
                  <a:lnTo>
                    <a:pt x="1733740" y="1231037"/>
                  </a:lnTo>
                  <a:cubicBezTo>
                    <a:pt x="1735138" y="1232230"/>
                    <a:pt x="1737169" y="1232014"/>
                    <a:pt x="1738122" y="1230389"/>
                  </a:cubicBezTo>
                  <a:cubicBezTo>
                    <a:pt x="1742059" y="1223791"/>
                    <a:pt x="1747138" y="1219898"/>
                    <a:pt x="1745932" y="1214603"/>
                  </a:cubicBezTo>
                  <a:cubicBezTo>
                    <a:pt x="1745932" y="1213955"/>
                    <a:pt x="1743646" y="1208221"/>
                    <a:pt x="1747901" y="1209408"/>
                  </a:cubicBezTo>
                  <a:lnTo>
                    <a:pt x="1750251" y="1210062"/>
                  </a:lnTo>
                  <a:cubicBezTo>
                    <a:pt x="1754822" y="1211358"/>
                    <a:pt x="1760664" y="1203896"/>
                    <a:pt x="1759776" y="1199356"/>
                  </a:cubicBezTo>
                  <a:cubicBezTo>
                    <a:pt x="1759776" y="1198378"/>
                    <a:pt x="1759140" y="1196003"/>
                    <a:pt x="1760855" y="1193190"/>
                  </a:cubicBezTo>
                  <a:cubicBezTo>
                    <a:pt x="1774380" y="1172102"/>
                    <a:pt x="1775841" y="1163129"/>
                    <a:pt x="1780350" y="1165835"/>
                  </a:cubicBezTo>
                  <a:cubicBezTo>
                    <a:pt x="1783588" y="1167778"/>
                    <a:pt x="1782318" y="1172210"/>
                    <a:pt x="1782445" y="1172750"/>
                  </a:cubicBezTo>
                  <a:cubicBezTo>
                    <a:pt x="1782001" y="1177188"/>
                    <a:pt x="1787080" y="1177944"/>
                    <a:pt x="1788922" y="1173944"/>
                  </a:cubicBezTo>
                  <a:cubicBezTo>
                    <a:pt x="1789557" y="1173080"/>
                    <a:pt x="1790637" y="1167670"/>
                    <a:pt x="1795081" y="1168533"/>
                  </a:cubicBezTo>
                  <a:lnTo>
                    <a:pt x="1796732" y="1168857"/>
                  </a:lnTo>
                  <a:cubicBezTo>
                    <a:pt x="1803844" y="1170159"/>
                    <a:pt x="1791970" y="1155992"/>
                    <a:pt x="1796034" y="1149718"/>
                  </a:cubicBezTo>
                  <a:cubicBezTo>
                    <a:pt x="1797240" y="1147235"/>
                    <a:pt x="1802892" y="1142689"/>
                    <a:pt x="1798764" y="1139552"/>
                  </a:cubicBezTo>
                  <a:cubicBezTo>
                    <a:pt x="1796732" y="1137609"/>
                    <a:pt x="1790001" y="1134796"/>
                    <a:pt x="1792477" y="1131443"/>
                  </a:cubicBezTo>
                  <a:cubicBezTo>
                    <a:pt x="1795081" y="1127874"/>
                    <a:pt x="1801051" y="1132637"/>
                    <a:pt x="1806321" y="1134256"/>
                  </a:cubicBezTo>
                  <a:cubicBezTo>
                    <a:pt x="1811401" y="1136313"/>
                    <a:pt x="1808734" y="1127118"/>
                    <a:pt x="1809242" y="1121277"/>
                  </a:cubicBezTo>
                  <a:cubicBezTo>
                    <a:pt x="1809242" y="1119441"/>
                    <a:pt x="1807718" y="1117708"/>
                    <a:pt x="1805876" y="1117492"/>
                  </a:cubicBezTo>
                  <a:lnTo>
                    <a:pt x="1803526" y="1117168"/>
                  </a:lnTo>
                  <a:cubicBezTo>
                    <a:pt x="1798002" y="1116413"/>
                    <a:pt x="1807210" y="1111440"/>
                    <a:pt x="1813496" y="1105167"/>
                  </a:cubicBezTo>
                  <a:cubicBezTo>
                    <a:pt x="1817624" y="1101598"/>
                    <a:pt x="1807337" y="1102246"/>
                    <a:pt x="1801495" y="1100950"/>
                  </a:cubicBezTo>
                  <a:cubicBezTo>
                    <a:pt x="1796161" y="1100195"/>
                    <a:pt x="1794319" y="1094353"/>
                    <a:pt x="1790192" y="1089489"/>
                  </a:cubicBezTo>
                  <a:cubicBezTo>
                    <a:pt x="1787589" y="1085812"/>
                    <a:pt x="1782635" y="1086136"/>
                    <a:pt x="1781683" y="1085812"/>
                  </a:cubicBezTo>
                  <a:cubicBezTo>
                    <a:pt x="1776984" y="1085056"/>
                    <a:pt x="1774380" y="1090028"/>
                    <a:pt x="1773110" y="1091108"/>
                  </a:cubicBezTo>
                  <a:cubicBezTo>
                    <a:pt x="1770063" y="1094569"/>
                    <a:pt x="1765109" y="1093705"/>
                    <a:pt x="1763902" y="1093921"/>
                  </a:cubicBezTo>
                  <a:cubicBezTo>
                    <a:pt x="1759458" y="1094137"/>
                    <a:pt x="1758061" y="1088511"/>
                    <a:pt x="1762189" y="1086999"/>
                  </a:cubicBezTo>
                  <a:cubicBezTo>
                    <a:pt x="1763585" y="1086244"/>
                    <a:pt x="1768856" y="1085488"/>
                    <a:pt x="1770697" y="1081157"/>
                  </a:cubicBezTo>
                  <a:cubicBezTo>
                    <a:pt x="1771078" y="1080617"/>
                    <a:pt x="1771904" y="1077265"/>
                    <a:pt x="1775142" y="1074890"/>
                  </a:cubicBezTo>
                  <a:cubicBezTo>
                    <a:pt x="1782508" y="1069912"/>
                    <a:pt x="1786191" y="1065371"/>
                    <a:pt x="1791588" y="1064723"/>
                  </a:cubicBezTo>
                  <a:cubicBezTo>
                    <a:pt x="1799400" y="1063212"/>
                    <a:pt x="1808925" y="1065047"/>
                    <a:pt x="1807083" y="1059859"/>
                  </a:cubicBezTo>
                  <a:cubicBezTo>
                    <a:pt x="1804733" y="1054449"/>
                    <a:pt x="1804288" y="1048398"/>
                    <a:pt x="1799717" y="1045908"/>
                  </a:cubicBezTo>
                  <a:cubicBezTo>
                    <a:pt x="1794891" y="1042772"/>
                    <a:pt x="1789049" y="1041260"/>
                    <a:pt x="1787080" y="1036390"/>
                  </a:cubicBezTo>
                  <a:lnTo>
                    <a:pt x="1786445" y="1034555"/>
                  </a:lnTo>
                  <a:cubicBezTo>
                    <a:pt x="1784350" y="1029360"/>
                    <a:pt x="1792668" y="1036174"/>
                    <a:pt x="1802892" y="1041038"/>
                  </a:cubicBezTo>
                  <a:cubicBezTo>
                    <a:pt x="1804479" y="1041908"/>
                    <a:pt x="1806130" y="1041152"/>
                    <a:pt x="1806448" y="1039419"/>
                  </a:cubicBezTo>
                  <a:cubicBezTo>
                    <a:pt x="1807401" y="1034339"/>
                    <a:pt x="1799844" y="1033361"/>
                    <a:pt x="1794763" y="1030230"/>
                  </a:cubicBezTo>
                  <a:cubicBezTo>
                    <a:pt x="1790764" y="1028281"/>
                    <a:pt x="1790128" y="1024172"/>
                    <a:pt x="1794319" y="1025252"/>
                  </a:cubicBezTo>
                  <a:cubicBezTo>
                    <a:pt x="1799082" y="1026116"/>
                    <a:pt x="1808163" y="1030446"/>
                    <a:pt x="1805813" y="1025792"/>
                  </a:cubicBezTo>
                  <a:cubicBezTo>
                    <a:pt x="1803400" y="1022115"/>
                    <a:pt x="1802193" y="1016279"/>
                    <a:pt x="1797240" y="1014762"/>
                  </a:cubicBezTo>
                  <a:cubicBezTo>
                    <a:pt x="1795081" y="1013790"/>
                    <a:pt x="1788477" y="1013790"/>
                    <a:pt x="1788033" y="1008710"/>
                  </a:cubicBezTo>
                  <a:cubicBezTo>
                    <a:pt x="1787589" y="1006761"/>
                    <a:pt x="1788668" y="1001141"/>
                    <a:pt x="1784287" y="999300"/>
                  </a:cubicBezTo>
                  <a:cubicBezTo>
                    <a:pt x="1777301" y="995731"/>
                    <a:pt x="1769872" y="995515"/>
                    <a:pt x="1769618" y="990111"/>
                  </a:cubicBezTo>
                  <a:cubicBezTo>
                    <a:pt x="1769110" y="984377"/>
                    <a:pt x="1770063" y="978865"/>
                    <a:pt x="1767268" y="974427"/>
                  </a:cubicBezTo>
                  <a:cubicBezTo>
                    <a:pt x="1762189" y="966102"/>
                    <a:pt x="1758632" y="961993"/>
                    <a:pt x="1756854" y="956691"/>
                  </a:cubicBezTo>
                  <a:lnTo>
                    <a:pt x="1746250" y="923601"/>
                  </a:lnTo>
                  <a:cubicBezTo>
                    <a:pt x="1744408" y="917873"/>
                    <a:pt x="1738058" y="918629"/>
                    <a:pt x="1708594" y="906520"/>
                  </a:cubicBezTo>
                  <a:cubicBezTo>
                    <a:pt x="1703959" y="904678"/>
                    <a:pt x="1705356" y="898627"/>
                    <a:pt x="1704594" y="895382"/>
                  </a:cubicBezTo>
                  <a:cubicBezTo>
                    <a:pt x="1704276" y="891057"/>
                    <a:pt x="1709038" y="890619"/>
                    <a:pt x="1709674" y="890187"/>
                  </a:cubicBezTo>
                  <a:cubicBezTo>
                    <a:pt x="1717929" y="887381"/>
                    <a:pt x="1719072" y="868667"/>
                    <a:pt x="1727009" y="867696"/>
                  </a:cubicBezTo>
                  <a:cubicBezTo>
                    <a:pt x="1727644" y="867480"/>
                    <a:pt x="1732089" y="867696"/>
                    <a:pt x="1734566" y="864343"/>
                  </a:cubicBezTo>
                  <a:cubicBezTo>
                    <a:pt x="1738502" y="857853"/>
                    <a:pt x="1744980" y="853529"/>
                    <a:pt x="1741614" y="849313"/>
                  </a:cubicBezTo>
                  <a:cubicBezTo>
                    <a:pt x="1741424" y="848773"/>
                    <a:pt x="1737296" y="845204"/>
                    <a:pt x="1741297" y="843801"/>
                  </a:cubicBezTo>
                  <a:cubicBezTo>
                    <a:pt x="1742694" y="843585"/>
                    <a:pt x="1748853" y="839800"/>
                    <a:pt x="1748980" y="844556"/>
                  </a:cubicBezTo>
                  <a:cubicBezTo>
                    <a:pt x="1749171" y="845096"/>
                    <a:pt x="1748345" y="850284"/>
                    <a:pt x="1752537" y="849313"/>
                  </a:cubicBezTo>
                  <a:cubicBezTo>
                    <a:pt x="1755013" y="848341"/>
                    <a:pt x="1762251" y="848989"/>
                    <a:pt x="1760982" y="844232"/>
                  </a:cubicBezTo>
                  <a:cubicBezTo>
                    <a:pt x="1760982" y="843369"/>
                    <a:pt x="1759014" y="839254"/>
                    <a:pt x="1761426" y="836232"/>
                  </a:cubicBezTo>
                  <a:cubicBezTo>
                    <a:pt x="1762379" y="834930"/>
                    <a:pt x="1764792" y="834066"/>
                    <a:pt x="1766633" y="834498"/>
                  </a:cubicBezTo>
                  <a:lnTo>
                    <a:pt x="1767776" y="834714"/>
                  </a:lnTo>
                  <a:cubicBezTo>
                    <a:pt x="1774063" y="835901"/>
                    <a:pt x="1765744" y="825202"/>
                    <a:pt x="1771396" y="825633"/>
                  </a:cubicBezTo>
                  <a:cubicBezTo>
                    <a:pt x="1776666" y="826065"/>
                    <a:pt x="1780667" y="822820"/>
                    <a:pt x="1812862" y="810387"/>
                  </a:cubicBezTo>
                  <a:cubicBezTo>
                    <a:pt x="1819021" y="807898"/>
                    <a:pt x="1815973" y="820763"/>
                    <a:pt x="1822005" y="818064"/>
                  </a:cubicBezTo>
                  <a:cubicBezTo>
                    <a:pt x="1822704" y="817632"/>
                    <a:pt x="1826577" y="816762"/>
                    <a:pt x="1828101" y="812762"/>
                  </a:cubicBezTo>
                  <a:lnTo>
                    <a:pt x="1834134" y="796004"/>
                  </a:lnTo>
                  <a:cubicBezTo>
                    <a:pt x="1836738" y="788975"/>
                    <a:pt x="1818450" y="795026"/>
                    <a:pt x="1815973" y="788867"/>
                  </a:cubicBezTo>
                  <a:cubicBezTo>
                    <a:pt x="1814322" y="784650"/>
                    <a:pt x="1806765" y="788867"/>
                    <a:pt x="1794510" y="790594"/>
                  </a:cubicBezTo>
                  <a:cubicBezTo>
                    <a:pt x="1786509" y="792328"/>
                    <a:pt x="1775587" y="774160"/>
                    <a:pt x="1767077" y="775671"/>
                  </a:cubicBezTo>
                  <a:cubicBezTo>
                    <a:pt x="1760093" y="777297"/>
                    <a:pt x="1753870" y="776427"/>
                    <a:pt x="1750504" y="780752"/>
                  </a:cubicBezTo>
                  <a:cubicBezTo>
                    <a:pt x="1747647" y="783996"/>
                    <a:pt x="1745297" y="788759"/>
                    <a:pt x="1740535" y="790702"/>
                  </a:cubicBezTo>
                  <a:cubicBezTo>
                    <a:pt x="1738376" y="792004"/>
                    <a:pt x="1732407" y="792759"/>
                    <a:pt x="1731899" y="797623"/>
                  </a:cubicBezTo>
                  <a:cubicBezTo>
                    <a:pt x="1731518" y="798487"/>
                    <a:pt x="1732216" y="803681"/>
                    <a:pt x="1727835" y="803466"/>
                  </a:cubicBezTo>
                  <a:cubicBezTo>
                    <a:pt x="1711071" y="802056"/>
                    <a:pt x="1704276" y="804761"/>
                    <a:pt x="1701355" y="799681"/>
                  </a:cubicBezTo>
                  <a:cubicBezTo>
                    <a:pt x="1698879" y="794487"/>
                    <a:pt x="1693799" y="790054"/>
                    <a:pt x="1696148" y="785406"/>
                  </a:cubicBezTo>
                  <a:cubicBezTo>
                    <a:pt x="1697227" y="782593"/>
                    <a:pt x="1701228" y="778484"/>
                    <a:pt x="1699069" y="774052"/>
                  </a:cubicBezTo>
                  <a:cubicBezTo>
                    <a:pt x="1699069" y="774052"/>
                    <a:pt x="1691703" y="759346"/>
                    <a:pt x="1691703" y="757828"/>
                  </a:cubicBezTo>
                  <a:cubicBezTo>
                    <a:pt x="1691703" y="756317"/>
                    <a:pt x="1683702" y="761397"/>
                    <a:pt x="1683702" y="761397"/>
                  </a:cubicBezTo>
                  <a:cubicBezTo>
                    <a:pt x="1678939" y="764426"/>
                    <a:pt x="1673542" y="761181"/>
                    <a:pt x="1661413" y="759454"/>
                  </a:cubicBezTo>
                  <a:cubicBezTo>
                    <a:pt x="1655699" y="758368"/>
                    <a:pt x="1654239" y="752100"/>
                    <a:pt x="1644205" y="738905"/>
                  </a:cubicBezTo>
                  <a:cubicBezTo>
                    <a:pt x="1640839" y="734149"/>
                    <a:pt x="1647634" y="730148"/>
                    <a:pt x="1658176" y="713384"/>
                  </a:cubicBezTo>
                  <a:cubicBezTo>
                    <a:pt x="1661160" y="709060"/>
                    <a:pt x="1664970" y="716737"/>
                    <a:pt x="1668652" y="719982"/>
                  </a:cubicBezTo>
                  <a:cubicBezTo>
                    <a:pt x="1672018" y="723659"/>
                    <a:pt x="1676971" y="718687"/>
                    <a:pt x="1679892" y="717601"/>
                  </a:cubicBezTo>
                  <a:cubicBezTo>
                    <a:pt x="1684338" y="715226"/>
                    <a:pt x="1689671" y="716737"/>
                    <a:pt x="1693863" y="716737"/>
                  </a:cubicBezTo>
                  <a:cubicBezTo>
                    <a:pt x="1699196" y="717061"/>
                    <a:pt x="1701673" y="711111"/>
                    <a:pt x="1705546" y="707218"/>
                  </a:cubicBezTo>
                  <a:cubicBezTo>
                    <a:pt x="1709166" y="703002"/>
                    <a:pt x="1710309" y="697814"/>
                    <a:pt x="1714754" y="688080"/>
                  </a:cubicBezTo>
                  <a:cubicBezTo>
                    <a:pt x="1717992" y="680510"/>
                    <a:pt x="1748726" y="676510"/>
                    <a:pt x="1754695" y="668617"/>
                  </a:cubicBezTo>
                  <a:cubicBezTo>
                    <a:pt x="1773618" y="645477"/>
                    <a:pt x="1774825" y="638556"/>
                    <a:pt x="1780794" y="639204"/>
                  </a:cubicBezTo>
                  <a:cubicBezTo>
                    <a:pt x="1799082" y="642017"/>
                    <a:pt x="1805051" y="640391"/>
                    <a:pt x="1808797" y="644823"/>
                  </a:cubicBezTo>
                  <a:cubicBezTo>
                    <a:pt x="1815338" y="653586"/>
                    <a:pt x="1822894" y="657587"/>
                    <a:pt x="1819529" y="662235"/>
                  </a:cubicBezTo>
                  <a:cubicBezTo>
                    <a:pt x="1809559" y="675322"/>
                    <a:pt x="1807845" y="680618"/>
                    <a:pt x="1802575" y="683000"/>
                  </a:cubicBezTo>
                  <a:cubicBezTo>
                    <a:pt x="1799653" y="684727"/>
                    <a:pt x="1793430" y="685374"/>
                    <a:pt x="1792795" y="690353"/>
                  </a:cubicBezTo>
                  <a:lnTo>
                    <a:pt x="1792605" y="692080"/>
                  </a:lnTo>
                  <a:cubicBezTo>
                    <a:pt x="1792351" y="693922"/>
                    <a:pt x="1790826" y="695973"/>
                    <a:pt x="1789049" y="696620"/>
                  </a:cubicBezTo>
                  <a:cubicBezTo>
                    <a:pt x="1787906" y="697274"/>
                    <a:pt x="1780667" y="698570"/>
                    <a:pt x="1784476" y="701491"/>
                  </a:cubicBezTo>
                  <a:cubicBezTo>
                    <a:pt x="1786509" y="702786"/>
                    <a:pt x="1789747" y="706895"/>
                    <a:pt x="1794510" y="706679"/>
                  </a:cubicBezTo>
                  <a:cubicBezTo>
                    <a:pt x="1796605" y="706895"/>
                    <a:pt x="1804288" y="704952"/>
                    <a:pt x="1801876" y="709168"/>
                  </a:cubicBezTo>
                  <a:cubicBezTo>
                    <a:pt x="1799400" y="712737"/>
                    <a:pt x="1797876" y="718464"/>
                    <a:pt x="1793050" y="720090"/>
                  </a:cubicBezTo>
                  <a:cubicBezTo>
                    <a:pt x="1785366" y="723443"/>
                    <a:pt x="1776984" y="723335"/>
                    <a:pt x="1778000" y="728631"/>
                  </a:cubicBezTo>
                  <a:cubicBezTo>
                    <a:pt x="1778381" y="729824"/>
                    <a:pt x="1778190" y="736740"/>
                    <a:pt x="1782445" y="734797"/>
                  </a:cubicBezTo>
                  <a:cubicBezTo>
                    <a:pt x="1801368" y="725710"/>
                    <a:pt x="1806956" y="724846"/>
                    <a:pt x="1810638" y="720414"/>
                  </a:cubicBezTo>
                  <a:cubicBezTo>
                    <a:pt x="1818005" y="712413"/>
                    <a:pt x="1820418" y="707542"/>
                    <a:pt x="1825498" y="705383"/>
                  </a:cubicBezTo>
                  <a:lnTo>
                    <a:pt x="1868360" y="687432"/>
                  </a:lnTo>
                  <a:cubicBezTo>
                    <a:pt x="1872805" y="685590"/>
                    <a:pt x="1877123" y="686352"/>
                    <a:pt x="1890458" y="686784"/>
                  </a:cubicBezTo>
                  <a:lnTo>
                    <a:pt x="1972246" y="633901"/>
                  </a:lnTo>
                  <a:lnTo>
                    <a:pt x="1981454" y="608489"/>
                  </a:lnTo>
                  <a:lnTo>
                    <a:pt x="1998535" y="601897"/>
                  </a:lnTo>
                  <a:lnTo>
                    <a:pt x="2010283" y="617791"/>
                  </a:lnTo>
                  <a:lnTo>
                    <a:pt x="2040445" y="619303"/>
                  </a:lnTo>
                  <a:lnTo>
                    <a:pt x="2032571" y="594220"/>
                  </a:lnTo>
                  <a:lnTo>
                    <a:pt x="2066100" y="592055"/>
                  </a:lnTo>
                  <a:lnTo>
                    <a:pt x="2074227" y="574319"/>
                  </a:lnTo>
                  <a:lnTo>
                    <a:pt x="2089594" y="574319"/>
                  </a:lnTo>
                  <a:lnTo>
                    <a:pt x="2095754" y="538416"/>
                  </a:lnTo>
                  <a:lnTo>
                    <a:pt x="2118042" y="541661"/>
                  </a:lnTo>
                  <a:lnTo>
                    <a:pt x="2118042" y="553771"/>
                  </a:lnTo>
                  <a:lnTo>
                    <a:pt x="2151507" y="540798"/>
                  </a:lnTo>
                  <a:lnTo>
                    <a:pt x="2159190" y="499383"/>
                  </a:lnTo>
                  <a:lnTo>
                    <a:pt x="2148776" y="464668"/>
                  </a:lnTo>
                  <a:lnTo>
                    <a:pt x="2172271" y="456235"/>
                  </a:lnTo>
                  <a:lnTo>
                    <a:pt x="2174430" y="448234"/>
                  </a:lnTo>
                  <a:lnTo>
                    <a:pt x="2187639" y="446716"/>
                  </a:lnTo>
                  <a:lnTo>
                    <a:pt x="2187194" y="445421"/>
                  </a:lnTo>
                  <a:cubicBezTo>
                    <a:pt x="2186686" y="443687"/>
                    <a:pt x="2187639" y="441852"/>
                    <a:pt x="2189353" y="441312"/>
                  </a:cubicBezTo>
                  <a:lnTo>
                    <a:pt x="2197735" y="438823"/>
                  </a:lnTo>
                  <a:cubicBezTo>
                    <a:pt x="2199450" y="438283"/>
                    <a:pt x="2202180" y="438823"/>
                    <a:pt x="2203767" y="439795"/>
                  </a:cubicBezTo>
                  <a:lnTo>
                    <a:pt x="2216785" y="448774"/>
                  </a:lnTo>
                  <a:cubicBezTo>
                    <a:pt x="2218309" y="449853"/>
                    <a:pt x="2218690" y="452018"/>
                    <a:pt x="2217864" y="453530"/>
                  </a:cubicBezTo>
                  <a:lnTo>
                    <a:pt x="2216340" y="456127"/>
                  </a:lnTo>
                  <a:lnTo>
                    <a:pt x="2228025" y="456127"/>
                  </a:lnTo>
                  <a:lnTo>
                    <a:pt x="2230945" y="434391"/>
                  </a:lnTo>
                  <a:lnTo>
                    <a:pt x="2241359" y="430282"/>
                  </a:lnTo>
                  <a:lnTo>
                    <a:pt x="2267331" y="344633"/>
                  </a:lnTo>
                  <a:lnTo>
                    <a:pt x="2282126" y="340201"/>
                  </a:lnTo>
                  <a:lnTo>
                    <a:pt x="2290127" y="326034"/>
                  </a:lnTo>
                  <a:lnTo>
                    <a:pt x="2281809" y="311004"/>
                  </a:lnTo>
                  <a:lnTo>
                    <a:pt x="2288095" y="292729"/>
                  </a:lnTo>
                  <a:lnTo>
                    <a:pt x="2260600" y="292297"/>
                  </a:lnTo>
                  <a:lnTo>
                    <a:pt x="2243201" y="305708"/>
                  </a:lnTo>
                  <a:lnTo>
                    <a:pt x="2212340" y="312191"/>
                  </a:lnTo>
                  <a:lnTo>
                    <a:pt x="2206371" y="325603"/>
                  </a:lnTo>
                  <a:lnTo>
                    <a:pt x="2148776" y="327660"/>
                  </a:lnTo>
                  <a:lnTo>
                    <a:pt x="2136140" y="308191"/>
                  </a:lnTo>
                  <a:lnTo>
                    <a:pt x="2142109" y="293592"/>
                  </a:lnTo>
                  <a:lnTo>
                    <a:pt x="2131695" y="280187"/>
                  </a:lnTo>
                  <a:lnTo>
                    <a:pt x="2136457" y="263963"/>
                  </a:lnTo>
                  <a:lnTo>
                    <a:pt x="2117851" y="262776"/>
                  </a:lnTo>
                  <a:lnTo>
                    <a:pt x="2096706" y="240500"/>
                  </a:lnTo>
                  <a:lnTo>
                    <a:pt x="2078545" y="240068"/>
                  </a:lnTo>
                  <a:lnTo>
                    <a:pt x="2062543" y="225469"/>
                  </a:lnTo>
                  <a:lnTo>
                    <a:pt x="2037651" y="230225"/>
                  </a:lnTo>
                  <a:lnTo>
                    <a:pt x="2015363" y="216167"/>
                  </a:lnTo>
                  <a:lnTo>
                    <a:pt x="2018157" y="188595"/>
                  </a:lnTo>
                  <a:lnTo>
                    <a:pt x="1963801" y="44012"/>
                  </a:lnTo>
                  <a:lnTo>
                    <a:pt x="1929638" y="19139"/>
                  </a:lnTo>
                  <a:lnTo>
                    <a:pt x="1911350" y="22384"/>
                  </a:lnTo>
                  <a:lnTo>
                    <a:pt x="1876489" y="0"/>
                  </a:lnTo>
                  <a:lnTo>
                    <a:pt x="1765237" y="13195"/>
                  </a:lnTo>
                  <a:lnTo>
                    <a:pt x="1735963" y="41853"/>
                  </a:lnTo>
                  <a:lnTo>
                    <a:pt x="1736534" y="69101"/>
                  </a:lnTo>
                  <a:lnTo>
                    <a:pt x="1753870" y="62071"/>
                  </a:lnTo>
                  <a:lnTo>
                    <a:pt x="1763268" y="65316"/>
                  </a:lnTo>
                  <a:lnTo>
                    <a:pt x="1765237" y="97758"/>
                  </a:lnTo>
                  <a:lnTo>
                    <a:pt x="1742503" y="110731"/>
                  </a:lnTo>
                  <a:lnTo>
                    <a:pt x="1704784" y="173241"/>
                  </a:lnTo>
                  <a:lnTo>
                    <a:pt x="1718246" y="178105"/>
                  </a:lnTo>
                  <a:lnTo>
                    <a:pt x="1714754" y="198869"/>
                  </a:lnTo>
                  <a:lnTo>
                    <a:pt x="1684591" y="205892"/>
                  </a:lnTo>
                  <a:lnTo>
                    <a:pt x="1656842" y="231305"/>
                  </a:lnTo>
                  <a:lnTo>
                    <a:pt x="1612709" y="210871"/>
                  </a:lnTo>
                  <a:lnTo>
                    <a:pt x="1566163" y="305384"/>
                  </a:lnTo>
                  <a:lnTo>
                    <a:pt x="1589405" y="329711"/>
                  </a:lnTo>
                  <a:lnTo>
                    <a:pt x="1609789" y="313493"/>
                  </a:lnTo>
                  <a:lnTo>
                    <a:pt x="1638490" y="325926"/>
                  </a:lnTo>
                  <a:lnTo>
                    <a:pt x="1655001" y="307003"/>
                  </a:lnTo>
                  <a:lnTo>
                    <a:pt x="1682623" y="310464"/>
                  </a:lnTo>
                  <a:lnTo>
                    <a:pt x="1733740" y="361398"/>
                  </a:lnTo>
                  <a:lnTo>
                    <a:pt x="1733740" y="382702"/>
                  </a:lnTo>
                  <a:lnTo>
                    <a:pt x="1649920" y="376752"/>
                  </a:lnTo>
                  <a:lnTo>
                    <a:pt x="1638490" y="396215"/>
                  </a:lnTo>
                  <a:lnTo>
                    <a:pt x="1603819" y="396215"/>
                  </a:lnTo>
                  <a:lnTo>
                    <a:pt x="1596263" y="421627"/>
                  </a:lnTo>
                  <a:lnTo>
                    <a:pt x="1566926" y="439039"/>
                  </a:lnTo>
                  <a:lnTo>
                    <a:pt x="1532953" y="439039"/>
                  </a:lnTo>
                  <a:lnTo>
                    <a:pt x="1497964" y="469532"/>
                  </a:lnTo>
                  <a:lnTo>
                    <a:pt x="1438339" y="453314"/>
                  </a:lnTo>
                  <a:lnTo>
                    <a:pt x="1414970" y="485432"/>
                  </a:lnTo>
                  <a:lnTo>
                    <a:pt x="1435544" y="513328"/>
                  </a:lnTo>
                  <a:lnTo>
                    <a:pt x="1357693" y="568700"/>
                  </a:lnTo>
                  <a:lnTo>
                    <a:pt x="1267333" y="573564"/>
                  </a:lnTo>
                  <a:lnTo>
                    <a:pt x="1175194" y="611842"/>
                  </a:lnTo>
                  <a:lnTo>
                    <a:pt x="1155064" y="597459"/>
                  </a:lnTo>
                  <a:lnTo>
                    <a:pt x="1124776" y="601243"/>
                  </a:lnTo>
                  <a:lnTo>
                    <a:pt x="1039495" y="563289"/>
                  </a:lnTo>
                  <a:lnTo>
                    <a:pt x="854265" y="563289"/>
                  </a:lnTo>
                  <a:lnTo>
                    <a:pt x="813181" y="490620"/>
                  </a:lnTo>
                  <a:lnTo>
                    <a:pt x="742378" y="459480"/>
                  </a:lnTo>
                  <a:lnTo>
                    <a:pt x="647128" y="450933"/>
                  </a:lnTo>
                  <a:lnTo>
                    <a:pt x="635254" y="429196"/>
                  </a:lnTo>
                  <a:lnTo>
                    <a:pt x="650239" y="412115"/>
                  </a:lnTo>
                  <a:lnTo>
                    <a:pt x="649732" y="365830"/>
                  </a:lnTo>
                  <a:lnTo>
                    <a:pt x="634873" y="357073"/>
                  </a:lnTo>
                  <a:lnTo>
                    <a:pt x="623315" y="323983"/>
                  </a:lnTo>
                  <a:lnTo>
                    <a:pt x="596455" y="308515"/>
                  </a:lnTo>
                  <a:lnTo>
                    <a:pt x="577532" y="310356"/>
                  </a:lnTo>
                  <a:lnTo>
                    <a:pt x="558673" y="301384"/>
                  </a:lnTo>
                  <a:lnTo>
                    <a:pt x="556958" y="289592"/>
                  </a:lnTo>
                  <a:lnTo>
                    <a:pt x="538797" y="281267"/>
                  </a:lnTo>
                  <a:lnTo>
                    <a:pt x="541591" y="271748"/>
                  </a:lnTo>
                  <a:lnTo>
                    <a:pt x="530479" y="266344"/>
                  </a:lnTo>
                  <a:lnTo>
                    <a:pt x="532320" y="249149"/>
                  </a:lnTo>
                  <a:lnTo>
                    <a:pt x="514540" y="252717"/>
                  </a:lnTo>
                  <a:lnTo>
                    <a:pt x="489965" y="258235"/>
                  </a:lnTo>
                  <a:lnTo>
                    <a:pt x="491172" y="273698"/>
                  </a:lnTo>
                  <a:lnTo>
                    <a:pt x="472122" y="287109"/>
                  </a:lnTo>
                  <a:lnTo>
                    <a:pt x="453898" y="287109"/>
                  </a:lnTo>
                  <a:lnTo>
                    <a:pt x="442976" y="310032"/>
                  </a:lnTo>
                  <a:lnTo>
                    <a:pt x="450976" y="350799"/>
                  </a:lnTo>
                  <a:lnTo>
                    <a:pt x="417639" y="370370"/>
                  </a:lnTo>
                  <a:lnTo>
                    <a:pt x="352107" y="351123"/>
                  </a:lnTo>
                  <a:lnTo>
                    <a:pt x="324993" y="428549"/>
                  </a:lnTo>
                  <a:lnTo>
                    <a:pt x="339407" y="435470"/>
                  </a:lnTo>
                  <a:lnTo>
                    <a:pt x="333248" y="452234"/>
                  </a:lnTo>
                  <a:lnTo>
                    <a:pt x="295465" y="444773"/>
                  </a:lnTo>
                  <a:lnTo>
                    <a:pt x="235965" y="456343"/>
                  </a:lnTo>
                  <a:lnTo>
                    <a:pt x="231965" y="470509"/>
                  </a:lnTo>
                  <a:lnTo>
                    <a:pt x="253936" y="472345"/>
                  </a:lnTo>
                  <a:lnTo>
                    <a:pt x="267526" y="540258"/>
                  </a:lnTo>
                  <a:lnTo>
                    <a:pt x="248158" y="557016"/>
                  </a:lnTo>
                  <a:lnTo>
                    <a:pt x="247396" y="589566"/>
                  </a:lnTo>
                  <a:lnTo>
                    <a:pt x="171005" y="636499"/>
                  </a:lnTo>
                  <a:lnTo>
                    <a:pt x="116459" y="641255"/>
                  </a:lnTo>
                  <a:lnTo>
                    <a:pt x="103759" y="664832"/>
                  </a:lnTo>
                  <a:lnTo>
                    <a:pt x="80327" y="672725"/>
                  </a:lnTo>
                  <a:lnTo>
                    <a:pt x="73596" y="657587"/>
                  </a:lnTo>
                  <a:lnTo>
                    <a:pt x="11557" y="682676"/>
                  </a:lnTo>
                  <a:lnTo>
                    <a:pt x="6603" y="691001"/>
                  </a:lnTo>
                  <a:lnTo>
                    <a:pt x="10477" y="702247"/>
                  </a:lnTo>
                  <a:lnTo>
                    <a:pt x="0" y="707326"/>
                  </a:lnTo>
                  <a:lnTo>
                    <a:pt x="3365" y="742690"/>
                  </a:lnTo>
                  <a:lnTo>
                    <a:pt x="14732" y="747992"/>
                  </a:lnTo>
                  <a:lnTo>
                    <a:pt x="19050" y="739553"/>
                  </a:lnTo>
                  <a:lnTo>
                    <a:pt x="49022" y="746150"/>
                  </a:lnTo>
                  <a:lnTo>
                    <a:pt x="65341" y="789731"/>
                  </a:lnTo>
                  <a:lnTo>
                    <a:pt x="43688" y="795680"/>
                  </a:lnTo>
                  <a:lnTo>
                    <a:pt x="28448" y="798055"/>
                  </a:lnTo>
                  <a:lnTo>
                    <a:pt x="34417" y="815683"/>
                  </a:lnTo>
                  <a:lnTo>
                    <a:pt x="34544" y="815359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EEE150C6-A8B8-175F-B9C1-FE0992C3ED70}"/>
                </a:ext>
              </a:extLst>
            </p:cNvPr>
            <p:cNvSpPr/>
            <p:nvPr/>
          </p:nvSpPr>
          <p:spPr>
            <a:xfrm>
              <a:off x="8448251" y="4597171"/>
              <a:ext cx="6445" cy="11961"/>
            </a:xfrm>
            <a:custGeom>
              <a:avLst/>
              <a:gdLst>
                <a:gd name="csX0" fmla="*/ 583 w 7433"/>
                <a:gd name="csY0" fmla="*/ 6104 h 13794"/>
                <a:gd name="csX1" fmla="*/ 3758 w 7433"/>
                <a:gd name="csY1" fmla="*/ 12593 h 13794"/>
                <a:gd name="csX2" fmla="*/ 7314 w 7433"/>
                <a:gd name="csY2" fmla="*/ 4478 h 13794"/>
                <a:gd name="csX3" fmla="*/ 583 w 7433"/>
                <a:gd name="csY3" fmla="*/ 5995 h 13794"/>
                <a:gd name="csX4" fmla="*/ 583 w 7433"/>
                <a:gd name="csY4" fmla="*/ 6104 h 13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33" h="13794">
                  <a:moveTo>
                    <a:pt x="583" y="6104"/>
                  </a:moveTo>
                  <a:lnTo>
                    <a:pt x="3758" y="12593"/>
                  </a:lnTo>
                  <a:cubicBezTo>
                    <a:pt x="5663" y="16702"/>
                    <a:pt x="6298" y="9348"/>
                    <a:pt x="7314" y="4478"/>
                  </a:cubicBezTo>
                  <a:cubicBezTo>
                    <a:pt x="8711" y="-2659"/>
                    <a:pt x="-2655" y="-602"/>
                    <a:pt x="583" y="5995"/>
                  </a:cubicBezTo>
                  <a:lnTo>
                    <a:pt x="583" y="61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F39B8FEE-3250-5383-2140-5F67950222D0}"/>
                </a:ext>
              </a:extLst>
            </p:cNvPr>
            <p:cNvSpPr/>
            <p:nvPr/>
          </p:nvSpPr>
          <p:spPr>
            <a:xfrm>
              <a:off x="8398927" y="4459189"/>
              <a:ext cx="173552" cy="138863"/>
            </a:xfrm>
            <a:custGeom>
              <a:avLst/>
              <a:gdLst>
                <a:gd name="csX0" fmla="*/ 27305 w 200152"/>
                <a:gd name="csY0" fmla="*/ 139821 h 160146"/>
                <a:gd name="csX1" fmla="*/ 33846 w 200152"/>
                <a:gd name="csY1" fmla="*/ 142634 h 160146"/>
                <a:gd name="csX2" fmla="*/ 40577 w 200152"/>
                <a:gd name="csY2" fmla="*/ 134734 h 160146"/>
                <a:gd name="csX3" fmla="*/ 48895 w 200152"/>
                <a:gd name="csY3" fmla="*/ 140684 h 160146"/>
                <a:gd name="csX4" fmla="*/ 45022 w 200152"/>
                <a:gd name="csY4" fmla="*/ 154635 h 160146"/>
                <a:gd name="csX5" fmla="*/ 51943 w 200152"/>
                <a:gd name="csY5" fmla="*/ 158852 h 160146"/>
                <a:gd name="csX6" fmla="*/ 55435 w 200152"/>
                <a:gd name="csY6" fmla="*/ 153556 h 160146"/>
                <a:gd name="csX7" fmla="*/ 60706 w 200152"/>
                <a:gd name="csY7" fmla="*/ 151714 h 160146"/>
                <a:gd name="csX8" fmla="*/ 74549 w 200152"/>
                <a:gd name="csY8" fmla="*/ 157340 h 160146"/>
                <a:gd name="csX9" fmla="*/ 76962 w 200152"/>
                <a:gd name="csY9" fmla="*/ 160147 h 160146"/>
                <a:gd name="csX10" fmla="*/ 76962 w 200152"/>
                <a:gd name="csY10" fmla="*/ 159931 h 160146"/>
                <a:gd name="csX11" fmla="*/ 102362 w 200152"/>
                <a:gd name="csY11" fmla="*/ 150742 h 160146"/>
                <a:gd name="csX12" fmla="*/ 101664 w 200152"/>
                <a:gd name="csY12" fmla="*/ 140576 h 160146"/>
                <a:gd name="csX13" fmla="*/ 120142 w 200152"/>
                <a:gd name="csY13" fmla="*/ 139281 h 160146"/>
                <a:gd name="csX14" fmla="*/ 137351 w 200152"/>
                <a:gd name="csY14" fmla="*/ 148901 h 160146"/>
                <a:gd name="csX15" fmla="*/ 142685 w 200152"/>
                <a:gd name="csY15" fmla="*/ 131273 h 160146"/>
                <a:gd name="csX16" fmla="*/ 131826 w 200152"/>
                <a:gd name="csY16" fmla="*/ 121545 h 160146"/>
                <a:gd name="csX17" fmla="*/ 135827 w 200152"/>
                <a:gd name="csY17" fmla="*/ 105213 h 160146"/>
                <a:gd name="csX18" fmla="*/ 155131 w 200152"/>
                <a:gd name="csY18" fmla="*/ 108889 h 160146"/>
                <a:gd name="csX19" fmla="*/ 157163 w 200152"/>
                <a:gd name="csY19" fmla="*/ 94729 h 160146"/>
                <a:gd name="csX20" fmla="*/ 197866 w 200152"/>
                <a:gd name="csY20" fmla="*/ 83693 h 160146"/>
                <a:gd name="csX21" fmla="*/ 191770 w 200152"/>
                <a:gd name="csY21" fmla="*/ 58070 h 160146"/>
                <a:gd name="csX22" fmla="*/ 200152 w 200152"/>
                <a:gd name="csY22" fmla="*/ 41199 h 160146"/>
                <a:gd name="csX23" fmla="*/ 187770 w 200152"/>
                <a:gd name="csY23" fmla="*/ 18383 h 160146"/>
                <a:gd name="csX24" fmla="*/ 192532 w 200152"/>
                <a:gd name="csY24" fmla="*/ 0 h 160146"/>
                <a:gd name="csX25" fmla="*/ 171323 w 200152"/>
                <a:gd name="csY25" fmla="*/ 11246 h 160146"/>
                <a:gd name="csX26" fmla="*/ 160084 w 200152"/>
                <a:gd name="csY26" fmla="*/ 1403 h 160146"/>
                <a:gd name="csX27" fmla="*/ 146559 w 200152"/>
                <a:gd name="csY27" fmla="*/ 8001 h 160146"/>
                <a:gd name="csX28" fmla="*/ 148908 w 200152"/>
                <a:gd name="csY28" fmla="*/ 21736 h 160146"/>
                <a:gd name="csX29" fmla="*/ 136398 w 200152"/>
                <a:gd name="csY29" fmla="*/ 31140 h 160146"/>
                <a:gd name="csX30" fmla="*/ 127635 w 200152"/>
                <a:gd name="csY30" fmla="*/ 23355 h 160146"/>
                <a:gd name="csX31" fmla="*/ 115380 w 200152"/>
                <a:gd name="csY31" fmla="*/ 24759 h 160146"/>
                <a:gd name="csX32" fmla="*/ 106173 w 200152"/>
                <a:gd name="csY32" fmla="*/ 12325 h 160146"/>
                <a:gd name="csX33" fmla="*/ 29782 w 200152"/>
                <a:gd name="csY33" fmla="*/ 11138 h 160146"/>
                <a:gd name="csX34" fmla="*/ 14860 w 200152"/>
                <a:gd name="csY34" fmla="*/ 37198 h 160146"/>
                <a:gd name="csX35" fmla="*/ 0 w 200152"/>
                <a:gd name="csY35" fmla="*/ 41307 h 160146"/>
                <a:gd name="csX36" fmla="*/ 10478 w 200152"/>
                <a:gd name="csY36" fmla="*/ 71583 h 160146"/>
                <a:gd name="csX37" fmla="*/ 23940 w 200152"/>
                <a:gd name="csY37" fmla="*/ 80994 h 160146"/>
                <a:gd name="csX38" fmla="*/ 29464 w 200152"/>
                <a:gd name="csY38" fmla="*/ 103594 h 160146"/>
                <a:gd name="csX39" fmla="*/ 21844 w 200152"/>
                <a:gd name="csY39" fmla="*/ 114300 h 160146"/>
                <a:gd name="csX40" fmla="*/ 23051 w 200152"/>
                <a:gd name="csY40" fmla="*/ 116567 h 160146"/>
                <a:gd name="csX41" fmla="*/ 27369 w 200152"/>
                <a:gd name="csY41" fmla="*/ 139821 h 160146"/>
                <a:gd name="csX42" fmla="*/ 27305 w 200152"/>
                <a:gd name="csY42" fmla="*/ 139821 h 16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00152" h="160146">
                  <a:moveTo>
                    <a:pt x="27305" y="139821"/>
                  </a:moveTo>
                  <a:cubicBezTo>
                    <a:pt x="27940" y="144145"/>
                    <a:pt x="33210" y="142526"/>
                    <a:pt x="33846" y="142634"/>
                  </a:cubicBezTo>
                  <a:cubicBezTo>
                    <a:pt x="38608" y="142196"/>
                    <a:pt x="39498" y="136468"/>
                    <a:pt x="40577" y="134734"/>
                  </a:cubicBezTo>
                  <a:cubicBezTo>
                    <a:pt x="42673" y="129978"/>
                    <a:pt x="46546" y="138195"/>
                    <a:pt x="48895" y="140684"/>
                  </a:cubicBezTo>
                  <a:cubicBezTo>
                    <a:pt x="53340" y="146310"/>
                    <a:pt x="39053" y="150526"/>
                    <a:pt x="45022" y="154635"/>
                  </a:cubicBezTo>
                  <a:cubicBezTo>
                    <a:pt x="45022" y="154635"/>
                    <a:pt x="52070" y="159391"/>
                    <a:pt x="51943" y="158852"/>
                  </a:cubicBezTo>
                  <a:cubicBezTo>
                    <a:pt x="51753" y="158312"/>
                    <a:pt x="55435" y="153556"/>
                    <a:pt x="55435" y="153556"/>
                  </a:cubicBezTo>
                  <a:cubicBezTo>
                    <a:pt x="56515" y="152038"/>
                    <a:pt x="58865" y="151282"/>
                    <a:pt x="60706" y="151714"/>
                  </a:cubicBezTo>
                  <a:cubicBezTo>
                    <a:pt x="65469" y="153339"/>
                    <a:pt x="71310" y="153339"/>
                    <a:pt x="74549" y="157340"/>
                  </a:cubicBezTo>
                  <a:cubicBezTo>
                    <a:pt x="75438" y="158312"/>
                    <a:pt x="76327" y="159175"/>
                    <a:pt x="76962" y="160147"/>
                  </a:cubicBezTo>
                  <a:lnTo>
                    <a:pt x="76962" y="159931"/>
                  </a:lnTo>
                  <a:lnTo>
                    <a:pt x="102362" y="150742"/>
                  </a:lnTo>
                  <a:lnTo>
                    <a:pt x="101664" y="140576"/>
                  </a:lnTo>
                  <a:lnTo>
                    <a:pt x="120142" y="139281"/>
                  </a:lnTo>
                  <a:lnTo>
                    <a:pt x="137351" y="148901"/>
                  </a:lnTo>
                  <a:lnTo>
                    <a:pt x="142685" y="131273"/>
                  </a:lnTo>
                  <a:lnTo>
                    <a:pt x="131826" y="121545"/>
                  </a:lnTo>
                  <a:lnTo>
                    <a:pt x="135827" y="105213"/>
                  </a:lnTo>
                  <a:lnTo>
                    <a:pt x="155131" y="108889"/>
                  </a:lnTo>
                  <a:lnTo>
                    <a:pt x="157163" y="94729"/>
                  </a:lnTo>
                  <a:lnTo>
                    <a:pt x="197866" y="83693"/>
                  </a:lnTo>
                  <a:lnTo>
                    <a:pt x="191770" y="58070"/>
                  </a:lnTo>
                  <a:lnTo>
                    <a:pt x="200152" y="41199"/>
                  </a:lnTo>
                  <a:lnTo>
                    <a:pt x="187770" y="18383"/>
                  </a:lnTo>
                  <a:lnTo>
                    <a:pt x="192532" y="0"/>
                  </a:lnTo>
                  <a:lnTo>
                    <a:pt x="171323" y="11246"/>
                  </a:lnTo>
                  <a:lnTo>
                    <a:pt x="160084" y="1403"/>
                  </a:lnTo>
                  <a:lnTo>
                    <a:pt x="146559" y="8001"/>
                  </a:lnTo>
                  <a:lnTo>
                    <a:pt x="148908" y="21736"/>
                  </a:lnTo>
                  <a:lnTo>
                    <a:pt x="136398" y="31140"/>
                  </a:lnTo>
                  <a:lnTo>
                    <a:pt x="127635" y="23355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860" y="37198"/>
                  </a:lnTo>
                  <a:lnTo>
                    <a:pt x="0" y="41307"/>
                  </a:lnTo>
                  <a:lnTo>
                    <a:pt x="10478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844" y="114300"/>
                  </a:lnTo>
                  <a:cubicBezTo>
                    <a:pt x="22289" y="115055"/>
                    <a:pt x="22543" y="115703"/>
                    <a:pt x="23051" y="116567"/>
                  </a:cubicBezTo>
                  <a:cubicBezTo>
                    <a:pt x="25527" y="121653"/>
                    <a:pt x="25336" y="127165"/>
                    <a:pt x="27369" y="139821"/>
                  </a:cubicBezTo>
                  <a:lnTo>
                    <a:pt x="27305" y="139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EFAB2BCF-B6DA-4F11-9BC4-3F4C1C4517DF}"/>
                </a:ext>
              </a:extLst>
            </p:cNvPr>
            <p:cNvSpPr/>
            <p:nvPr/>
          </p:nvSpPr>
          <p:spPr>
            <a:xfrm>
              <a:off x="8780169" y="4772594"/>
              <a:ext cx="41186" cy="37932"/>
            </a:xfrm>
            <a:custGeom>
              <a:avLst/>
              <a:gdLst>
                <a:gd name="csX0" fmla="*/ 30036 w 47498"/>
                <a:gd name="csY0" fmla="*/ 23421 h 43746"/>
                <a:gd name="csX1" fmla="*/ 45466 w 47498"/>
                <a:gd name="csY1" fmla="*/ 21795 h 43746"/>
                <a:gd name="csX2" fmla="*/ 47499 w 47498"/>
                <a:gd name="csY2" fmla="*/ 4174 h 43746"/>
                <a:gd name="csX3" fmla="*/ 44704 w 47498"/>
                <a:gd name="csY3" fmla="*/ 3850 h 43746"/>
                <a:gd name="csX4" fmla="*/ 31242 w 47498"/>
                <a:gd name="csY4" fmla="*/ 1037 h 43746"/>
                <a:gd name="csX5" fmla="*/ 9589 w 47498"/>
                <a:gd name="csY5" fmla="*/ 16175 h 43746"/>
                <a:gd name="csX6" fmla="*/ 0 w 47498"/>
                <a:gd name="csY6" fmla="*/ 18334 h 43746"/>
                <a:gd name="csX7" fmla="*/ 13907 w 47498"/>
                <a:gd name="csY7" fmla="*/ 43747 h 43746"/>
                <a:gd name="csX8" fmla="*/ 29973 w 47498"/>
                <a:gd name="csY8" fmla="*/ 23421 h 43746"/>
                <a:gd name="csX9" fmla="*/ 30036 w 47498"/>
                <a:gd name="csY9" fmla="*/ 23421 h 43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498" h="43746">
                  <a:moveTo>
                    <a:pt x="30036" y="23421"/>
                  </a:moveTo>
                  <a:lnTo>
                    <a:pt x="45466" y="21795"/>
                  </a:lnTo>
                  <a:lnTo>
                    <a:pt x="47499" y="4174"/>
                  </a:lnTo>
                  <a:cubicBezTo>
                    <a:pt x="46610" y="4282"/>
                    <a:pt x="45784" y="4282"/>
                    <a:pt x="44704" y="3850"/>
                  </a:cubicBezTo>
                  <a:cubicBezTo>
                    <a:pt x="40449" y="2440"/>
                    <a:pt x="35497" y="-1992"/>
                    <a:pt x="31242" y="1037"/>
                  </a:cubicBezTo>
                  <a:cubicBezTo>
                    <a:pt x="18669" y="9902"/>
                    <a:pt x="13970" y="15096"/>
                    <a:pt x="9589" y="16175"/>
                  </a:cubicBezTo>
                  <a:cubicBezTo>
                    <a:pt x="5271" y="17147"/>
                    <a:pt x="2223" y="17795"/>
                    <a:pt x="0" y="18334"/>
                  </a:cubicBezTo>
                  <a:lnTo>
                    <a:pt x="13907" y="43747"/>
                  </a:lnTo>
                  <a:lnTo>
                    <a:pt x="29973" y="23421"/>
                  </a:lnTo>
                  <a:lnTo>
                    <a:pt x="30036" y="234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6F03904B-46B8-7DB5-75DA-945C2C4ECE09}"/>
                </a:ext>
              </a:extLst>
            </p:cNvPr>
            <p:cNvSpPr/>
            <p:nvPr/>
          </p:nvSpPr>
          <p:spPr>
            <a:xfrm>
              <a:off x="7389669" y="5133169"/>
              <a:ext cx="5110" cy="4711"/>
            </a:xfrm>
            <a:custGeom>
              <a:avLst/>
              <a:gdLst>
                <a:gd name="csX0" fmla="*/ 52 w 5893"/>
                <a:gd name="csY0" fmla="*/ 2501 h 5433"/>
                <a:gd name="csX1" fmla="*/ 5894 w 5893"/>
                <a:gd name="csY1" fmla="*/ 2177 h 5433"/>
                <a:gd name="csX2" fmla="*/ 52 w 5893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93" h="5433">
                  <a:moveTo>
                    <a:pt x="52" y="2501"/>
                  </a:moveTo>
                  <a:cubicBezTo>
                    <a:pt x="-647" y="6825"/>
                    <a:pt x="5894" y="6070"/>
                    <a:pt x="5894" y="2177"/>
                  </a:cubicBezTo>
                  <a:cubicBezTo>
                    <a:pt x="5894" y="552"/>
                    <a:pt x="751" y="-1931"/>
                    <a:pt x="52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C9EC61C5-1BA4-1FF8-FFE9-3AF2FAA8F604}"/>
                </a:ext>
              </a:extLst>
            </p:cNvPr>
            <p:cNvSpPr/>
            <p:nvPr/>
          </p:nvSpPr>
          <p:spPr>
            <a:xfrm>
              <a:off x="7421453" y="5103002"/>
              <a:ext cx="4440" cy="5422"/>
            </a:xfrm>
            <a:custGeom>
              <a:avLst/>
              <a:gdLst>
                <a:gd name="csX0" fmla="*/ 672 w 5120"/>
                <a:gd name="csY0" fmla="*/ 309 h 6253"/>
                <a:gd name="csX1" fmla="*/ 4037 w 5120"/>
                <a:gd name="csY1" fmla="*/ 5713 h 6253"/>
                <a:gd name="csX2" fmla="*/ 672 w 5120"/>
                <a:gd name="csY2" fmla="*/ 309 h 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20" h="6253">
                  <a:moveTo>
                    <a:pt x="672" y="309"/>
                  </a:moveTo>
                  <a:cubicBezTo>
                    <a:pt x="-1106" y="1928"/>
                    <a:pt x="862" y="8094"/>
                    <a:pt x="4037" y="5713"/>
                  </a:cubicBezTo>
                  <a:cubicBezTo>
                    <a:pt x="7275" y="3224"/>
                    <a:pt x="2386" y="-1208"/>
                    <a:pt x="672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9BF213E1-DFFE-74ED-AA04-CD3D2CDB0F27}"/>
                </a:ext>
              </a:extLst>
            </p:cNvPr>
            <p:cNvSpPr/>
            <p:nvPr/>
          </p:nvSpPr>
          <p:spPr>
            <a:xfrm>
              <a:off x="7389987" y="5116973"/>
              <a:ext cx="4310" cy="5388"/>
            </a:xfrm>
            <a:custGeom>
              <a:avLst/>
              <a:gdLst>
                <a:gd name="csX0" fmla="*/ 701 w 4971"/>
                <a:gd name="csY0" fmla="*/ 307 h 6214"/>
                <a:gd name="csX1" fmla="*/ 3939 w 4971"/>
                <a:gd name="csY1" fmla="*/ 5711 h 6214"/>
                <a:gd name="csX2" fmla="*/ 701 w 4971"/>
                <a:gd name="csY2" fmla="*/ 307 h 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1" h="6214">
                  <a:moveTo>
                    <a:pt x="701" y="307"/>
                  </a:moveTo>
                  <a:cubicBezTo>
                    <a:pt x="-1140" y="1926"/>
                    <a:pt x="892" y="7984"/>
                    <a:pt x="3939" y="5711"/>
                  </a:cubicBezTo>
                  <a:cubicBezTo>
                    <a:pt x="7051" y="3228"/>
                    <a:pt x="2288" y="-1205"/>
                    <a:pt x="701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3969A8BA-167B-A1EB-39BE-0E254D81F9B6}"/>
                </a:ext>
              </a:extLst>
            </p:cNvPr>
            <p:cNvSpPr/>
            <p:nvPr/>
          </p:nvSpPr>
          <p:spPr>
            <a:xfrm>
              <a:off x="7957062" y="3997294"/>
              <a:ext cx="113866" cy="56355"/>
            </a:xfrm>
            <a:custGeom>
              <a:avLst/>
              <a:gdLst>
                <a:gd name="csX0" fmla="*/ 11685 w 131318"/>
                <a:gd name="csY0" fmla="*/ 58718 h 64992"/>
                <a:gd name="csX1" fmla="*/ 25908 w 131318"/>
                <a:gd name="csY1" fmla="*/ 56128 h 64992"/>
                <a:gd name="csX2" fmla="*/ 37274 w 131318"/>
                <a:gd name="csY2" fmla="*/ 64236 h 64992"/>
                <a:gd name="csX3" fmla="*/ 59944 w 131318"/>
                <a:gd name="csY3" fmla="*/ 55042 h 64992"/>
                <a:gd name="csX4" fmla="*/ 76327 w 131318"/>
                <a:gd name="csY4" fmla="*/ 64992 h 64992"/>
                <a:gd name="csX5" fmla="*/ 131318 w 131318"/>
                <a:gd name="csY5" fmla="*/ 63043 h 64992"/>
                <a:gd name="csX6" fmla="*/ 124905 w 131318"/>
                <a:gd name="csY6" fmla="*/ 39579 h 64992"/>
                <a:gd name="csX7" fmla="*/ 109410 w 131318"/>
                <a:gd name="csY7" fmla="*/ 39148 h 64992"/>
                <a:gd name="csX8" fmla="*/ 108776 w 131318"/>
                <a:gd name="csY8" fmla="*/ 19139 h 64992"/>
                <a:gd name="csX9" fmla="*/ 108014 w 131318"/>
                <a:gd name="csY9" fmla="*/ 8439 h 64992"/>
                <a:gd name="csX10" fmla="*/ 61087 w 131318"/>
                <a:gd name="csY10" fmla="*/ 9303 h 64992"/>
                <a:gd name="csX11" fmla="*/ 61785 w 131318"/>
                <a:gd name="csY11" fmla="*/ 0 h 64992"/>
                <a:gd name="csX12" fmla="*/ 32258 w 131318"/>
                <a:gd name="csY12" fmla="*/ 6921 h 64992"/>
                <a:gd name="csX13" fmla="*/ 6414 w 131318"/>
                <a:gd name="csY13" fmla="*/ 36982 h 64992"/>
                <a:gd name="csX14" fmla="*/ 0 w 131318"/>
                <a:gd name="csY14" fmla="*/ 46285 h 64992"/>
                <a:gd name="csX15" fmla="*/ 11685 w 131318"/>
                <a:gd name="csY15" fmla="*/ 58718 h 64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1318" h="64992">
                  <a:moveTo>
                    <a:pt x="11685" y="58718"/>
                  </a:moveTo>
                  <a:lnTo>
                    <a:pt x="25908" y="56128"/>
                  </a:lnTo>
                  <a:lnTo>
                    <a:pt x="37274" y="64236"/>
                  </a:lnTo>
                  <a:lnTo>
                    <a:pt x="59944" y="55042"/>
                  </a:lnTo>
                  <a:lnTo>
                    <a:pt x="76327" y="64992"/>
                  </a:lnTo>
                  <a:lnTo>
                    <a:pt x="131318" y="63043"/>
                  </a:lnTo>
                  <a:lnTo>
                    <a:pt x="124905" y="39579"/>
                  </a:lnTo>
                  <a:lnTo>
                    <a:pt x="109410" y="39148"/>
                  </a:lnTo>
                  <a:lnTo>
                    <a:pt x="108776" y="19139"/>
                  </a:lnTo>
                  <a:lnTo>
                    <a:pt x="108014" y="8439"/>
                  </a:lnTo>
                  <a:lnTo>
                    <a:pt x="61087" y="9303"/>
                  </a:lnTo>
                  <a:lnTo>
                    <a:pt x="61785" y="0"/>
                  </a:lnTo>
                  <a:lnTo>
                    <a:pt x="32258" y="6921"/>
                  </a:lnTo>
                  <a:lnTo>
                    <a:pt x="6414" y="36982"/>
                  </a:lnTo>
                  <a:lnTo>
                    <a:pt x="0" y="46285"/>
                  </a:lnTo>
                  <a:lnTo>
                    <a:pt x="11685" y="587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A9B45061-5829-99AF-34EC-2406EE14DC53}"/>
                </a:ext>
              </a:extLst>
            </p:cNvPr>
            <p:cNvSpPr/>
            <p:nvPr/>
          </p:nvSpPr>
          <p:spPr>
            <a:xfrm>
              <a:off x="8041419" y="4190083"/>
              <a:ext cx="6269" cy="9512"/>
            </a:xfrm>
            <a:custGeom>
              <a:avLst/>
              <a:gdLst>
                <a:gd name="csX0" fmla="*/ 1965 w 7230"/>
                <a:gd name="csY0" fmla="*/ 966 h 10970"/>
                <a:gd name="csX1" fmla="*/ 1013 w 7230"/>
                <a:gd name="csY1" fmla="*/ 2160 h 10970"/>
                <a:gd name="csX2" fmla="*/ 2537 w 7230"/>
                <a:gd name="csY2" fmla="*/ 9837 h 10970"/>
                <a:gd name="csX3" fmla="*/ 6284 w 7230"/>
                <a:gd name="csY3" fmla="*/ 9837 h 10970"/>
                <a:gd name="csX4" fmla="*/ 5458 w 7230"/>
                <a:gd name="csY4" fmla="*/ 1404 h 10970"/>
                <a:gd name="csX5" fmla="*/ 1965 w 7230"/>
                <a:gd name="csY5" fmla="*/ 966 h 10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0" h="10970">
                  <a:moveTo>
                    <a:pt x="1965" y="966"/>
                  </a:moveTo>
                  <a:lnTo>
                    <a:pt x="1013" y="2160"/>
                  </a:lnTo>
                  <a:cubicBezTo>
                    <a:pt x="-1845" y="5621"/>
                    <a:pt x="2219" y="9081"/>
                    <a:pt x="2537" y="9837"/>
                  </a:cubicBezTo>
                  <a:cubicBezTo>
                    <a:pt x="3616" y="11348"/>
                    <a:pt x="5331" y="11348"/>
                    <a:pt x="6284" y="9837"/>
                  </a:cubicBezTo>
                  <a:cubicBezTo>
                    <a:pt x="8697" y="6377"/>
                    <a:pt x="5775" y="2376"/>
                    <a:pt x="5458" y="1404"/>
                  </a:cubicBezTo>
                  <a:cubicBezTo>
                    <a:pt x="4696" y="-329"/>
                    <a:pt x="3045" y="-437"/>
                    <a:pt x="1965" y="9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7E102F3E-876D-2F46-E73E-4A0762FA2C24}"/>
                </a:ext>
              </a:extLst>
            </p:cNvPr>
            <p:cNvSpPr/>
            <p:nvPr/>
          </p:nvSpPr>
          <p:spPr>
            <a:xfrm>
              <a:off x="8027159" y="4194511"/>
              <a:ext cx="8022" cy="15277"/>
            </a:xfrm>
            <a:custGeom>
              <a:avLst/>
              <a:gdLst>
                <a:gd name="csX0" fmla="*/ 3995 w 9251"/>
                <a:gd name="csY0" fmla="*/ 292 h 17619"/>
                <a:gd name="csX1" fmla="*/ 1963 w 9251"/>
                <a:gd name="csY1" fmla="*/ 6242 h 17619"/>
                <a:gd name="csX2" fmla="*/ 7678 w 9251"/>
                <a:gd name="csY2" fmla="*/ 11322 h 17619"/>
                <a:gd name="csX3" fmla="*/ 7488 w 9251"/>
                <a:gd name="csY3" fmla="*/ 2026 h 17619"/>
                <a:gd name="csX4" fmla="*/ 3995 w 9251"/>
                <a:gd name="csY4" fmla="*/ 292 h 17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51" h="17619">
                  <a:moveTo>
                    <a:pt x="3995" y="292"/>
                  </a:moveTo>
                  <a:cubicBezTo>
                    <a:pt x="1201" y="1918"/>
                    <a:pt x="2090" y="5703"/>
                    <a:pt x="1963" y="6242"/>
                  </a:cubicBezTo>
                  <a:cubicBezTo>
                    <a:pt x="2407" y="15653"/>
                    <a:pt x="-5530" y="23654"/>
                    <a:pt x="7678" y="11322"/>
                  </a:cubicBezTo>
                  <a:cubicBezTo>
                    <a:pt x="11170" y="8084"/>
                    <a:pt x="7805" y="3645"/>
                    <a:pt x="7488" y="2026"/>
                  </a:cubicBezTo>
                  <a:cubicBezTo>
                    <a:pt x="6853" y="292"/>
                    <a:pt x="5329" y="-463"/>
                    <a:pt x="3995" y="2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2116A155-6A34-2AC4-DB8E-578B24F1CF19}"/>
                </a:ext>
              </a:extLst>
            </p:cNvPr>
            <p:cNvSpPr/>
            <p:nvPr/>
          </p:nvSpPr>
          <p:spPr>
            <a:xfrm>
              <a:off x="7936911" y="4069963"/>
              <a:ext cx="150536" cy="173001"/>
            </a:xfrm>
            <a:custGeom>
              <a:avLst/>
              <a:gdLst>
                <a:gd name="csX0" fmla="*/ 157480 w 173608"/>
                <a:gd name="csY0" fmla="*/ 187509 h 199516"/>
                <a:gd name="csX1" fmla="*/ 173609 w 173608"/>
                <a:gd name="csY1" fmla="*/ 195948 h 199516"/>
                <a:gd name="csX2" fmla="*/ 155701 w 173608"/>
                <a:gd name="csY2" fmla="*/ 100139 h 199516"/>
                <a:gd name="csX3" fmla="*/ 134493 w 173608"/>
                <a:gd name="csY3" fmla="*/ 95377 h 199516"/>
                <a:gd name="csX4" fmla="*/ 131381 w 173608"/>
                <a:gd name="csY4" fmla="*/ 118307 h 199516"/>
                <a:gd name="csX5" fmla="*/ 113220 w 173608"/>
                <a:gd name="csY5" fmla="*/ 107277 h 199516"/>
                <a:gd name="csX6" fmla="*/ 110934 w 173608"/>
                <a:gd name="csY6" fmla="*/ 80562 h 199516"/>
                <a:gd name="csX7" fmla="*/ 143701 w 173608"/>
                <a:gd name="csY7" fmla="*/ 69748 h 199516"/>
                <a:gd name="csX8" fmla="*/ 162306 w 173608"/>
                <a:gd name="csY8" fmla="*/ 45314 h 199516"/>
                <a:gd name="csX9" fmla="*/ 149351 w 173608"/>
                <a:gd name="csY9" fmla="*/ 33845 h 199516"/>
                <a:gd name="csX10" fmla="*/ 88074 w 173608"/>
                <a:gd name="csY10" fmla="*/ 48120 h 199516"/>
                <a:gd name="csX11" fmla="*/ 69469 w 173608"/>
                <a:gd name="csY11" fmla="*/ 42069 h 199516"/>
                <a:gd name="csX12" fmla="*/ 70421 w 173608"/>
                <a:gd name="csY12" fmla="*/ 15138 h 199516"/>
                <a:gd name="csX13" fmla="*/ 55054 w 173608"/>
                <a:gd name="csY13" fmla="*/ 6921 h 199516"/>
                <a:gd name="csX14" fmla="*/ 49339 w 173608"/>
                <a:gd name="csY14" fmla="*/ 16548 h 199516"/>
                <a:gd name="csX15" fmla="*/ 20574 w 173608"/>
                <a:gd name="csY15" fmla="*/ 0 h 199516"/>
                <a:gd name="csX16" fmla="*/ 8509 w 173608"/>
                <a:gd name="csY16" fmla="*/ 25952 h 199516"/>
                <a:gd name="csX17" fmla="*/ 33210 w 173608"/>
                <a:gd name="csY17" fmla="*/ 47796 h 199516"/>
                <a:gd name="csX18" fmla="*/ 12636 w 173608"/>
                <a:gd name="csY18" fmla="*/ 50609 h 199516"/>
                <a:gd name="csX19" fmla="*/ 0 w 173608"/>
                <a:gd name="csY19" fmla="*/ 67913 h 199516"/>
                <a:gd name="csX20" fmla="*/ 27876 w 173608"/>
                <a:gd name="csY20" fmla="*/ 84131 h 199516"/>
                <a:gd name="csX21" fmla="*/ 29718 w 173608"/>
                <a:gd name="csY21" fmla="*/ 98838 h 199516"/>
                <a:gd name="csX22" fmla="*/ 21717 w 173608"/>
                <a:gd name="csY22" fmla="*/ 109328 h 199516"/>
                <a:gd name="csX23" fmla="*/ 38481 w 173608"/>
                <a:gd name="csY23" fmla="*/ 161341 h 199516"/>
                <a:gd name="csX24" fmla="*/ 40894 w 173608"/>
                <a:gd name="csY24" fmla="*/ 158420 h 199516"/>
                <a:gd name="csX25" fmla="*/ 46926 w 173608"/>
                <a:gd name="csY25" fmla="*/ 174212 h 199516"/>
                <a:gd name="csX26" fmla="*/ 62293 w 173608"/>
                <a:gd name="csY26" fmla="*/ 162858 h 199516"/>
                <a:gd name="csX27" fmla="*/ 64706 w 173608"/>
                <a:gd name="csY27" fmla="*/ 151175 h 199516"/>
                <a:gd name="csX28" fmla="*/ 68263 w 173608"/>
                <a:gd name="csY28" fmla="*/ 162204 h 199516"/>
                <a:gd name="csX29" fmla="*/ 85788 w 173608"/>
                <a:gd name="csY29" fmla="*/ 164909 h 199516"/>
                <a:gd name="csX30" fmla="*/ 97409 w 173608"/>
                <a:gd name="csY30" fmla="*/ 156261 h 199516"/>
                <a:gd name="csX31" fmla="*/ 99123 w 173608"/>
                <a:gd name="csY31" fmla="*/ 146094 h 199516"/>
                <a:gd name="csX32" fmla="*/ 93599 w 173608"/>
                <a:gd name="csY32" fmla="*/ 132467 h 199516"/>
                <a:gd name="csX33" fmla="*/ 96520 w 173608"/>
                <a:gd name="csY33" fmla="*/ 126200 h 199516"/>
                <a:gd name="csX34" fmla="*/ 109093 w 173608"/>
                <a:gd name="csY34" fmla="*/ 136690 h 199516"/>
                <a:gd name="csX35" fmla="*/ 115760 w 173608"/>
                <a:gd name="csY35" fmla="*/ 133661 h 199516"/>
                <a:gd name="csX36" fmla="*/ 116332 w 173608"/>
                <a:gd name="csY36" fmla="*/ 132683 h 199516"/>
                <a:gd name="csX37" fmla="*/ 121285 w 173608"/>
                <a:gd name="csY37" fmla="*/ 129877 h 199516"/>
                <a:gd name="csX38" fmla="*/ 121665 w 173608"/>
                <a:gd name="csY38" fmla="*/ 129877 h 199516"/>
                <a:gd name="csX39" fmla="*/ 126936 w 173608"/>
                <a:gd name="csY39" fmla="*/ 132683 h 199516"/>
                <a:gd name="csX40" fmla="*/ 135953 w 173608"/>
                <a:gd name="csY40" fmla="*/ 148044 h 199516"/>
                <a:gd name="csX41" fmla="*/ 142303 w 173608"/>
                <a:gd name="csY41" fmla="*/ 183077 h 199516"/>
                <a:gd name="csX42" fmla="*/ 149987 w 173608"/>
                <a:gd name="csY42" fmla="*/ 199517 h 199516"/>
                <a:gd name="csX43" fmla="*/ 157480 w 173608"/>
                <a:gd name="csY43" fmla="*/ 187833 h 199516"/>
                <a:gd name="csX44" fmla="*/ 157480 w 173608"/>
                <a:gd name="csY44" fmla="*/ 187509 h 199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3608" h="199516">
                  <a:moveTo>
                    <a:pt x="157480" y="187509"/>
                  </a:moveTo>
                  <a:lnTo>
                    <a:pt x="173609" y="195948"/>
                  </a:lnTo>
                  <a:lnTo>
                    <a:pt x="155701" y="100139"/>
                  </a:lnTo>
                  <a:lnTo>
                    <a:pt x="134493" y="95377"/>
                  </a:lnTo>
                  <a:lnTo>
                    <a:pt x="131381" y="118307"/>
                  </a:lnTo>
                  <a:lnTo>
                    <a:pt x="113220" y="107277"/>
                  </a:lnTo>
                  <a:lnTo>
                    <a:pt x="110934" y="80562"/>
                  </a:lnTo>
                  <a:lnTo>
                    <a:pt x="143701" y="69748"/>
                  </a:lnTo>
                  <a:lnTo>
                    <a:pt x="162306" y="45314"/>
                  </a:lnTo>
                  <a:lnTo>
                    <a:pt x="149351" y="33845"/>
                  </a:lnTo>
                  <a:lnTo>
                    <a:pt x="88074" y="48120"/>
                  </a:lnTo>
                  <a:lnTo>
                    <a:pt x="69469" y="42069"/>
                  </a:lnTo>
                  <a:lnTo>
                    <a:pt x="70421" y="15138"/>
                  </a:lnTo>
                  <a:lnTo>
                    <a:pt x="55054" y="6921"/>
                  </a:lnTo>
                  <a:lnTo>
                    <a:pt x="49339" y="16548"/>
                  </a:lnTo>
                  <a:lnTo>
                    <a:pt x="20574" y="0"/>
                  </a:lnTo>
                  <a:lnTo>
                    <a:pt x="8509" y="25952"/>
                  </a:lnTo>
                  <a:lnTo>
                    <a:pt x="33210" y="47796"/>
                  </a:lnTo>
                  <a:lnTo>
                    <a:pt x="12636" y="50609"/>
                  </a:lnTo>
                  <a:lnTo>
                    <a:pt x="0" y="67913"/>
                  </a:lnTo>
                  <a:lnTo>
                    <a:pt x="27876" y="84131"/>
                  </a:lnTo>
                  <a:lnTo>
                    <a:pt x="29718" y="98838"/>
                  </a:lnTo>
                  <a:lnTo>
                    <a:pt x="21717" y="109328"/>
                  </a:lnTo>
                  <a:lnTo>
                    <a:pt x="38481" y="161341"/>
                  </a:lnTo>
                  <a:cubicBezTo>
                    <a:pt x="39052" y="160045"/>
                    <a:pt x="39814" y="159074"/>
                    <a:pt x="40894" y="158420"/>
                  </a:cubicBezTo>
                  <a:cubicBezTo>
                    <a:pt x="46863" y="154851"/>
                    <a:pt x="40322" y="177781"/>
                    <a:pt x="46926" y="174212"/>
                  </a:cubicBezTo>
                  <a:cubicBezTo>
                    <a:pt x="54863" y="169342"/>
                    <a:pt x="62420" y="168370"/>
                    <a:pt x="62293" y="162858"/>
                  </a:cubicBezTo>
                  <a:cubicBezTo>
                    <a:pt x="62738" y="157556"/>
                    <a:pt x="60578" y="148475"/>
                    <a:pt x="64706" y="151175"/>
                  </a:cubicBezTo>
                  <a:cubicBezTo>
                    <a:pt x="68580" y="153663"/>
                    <a:pt x="67754" y="159505"/>
                    <a:pt x="68263" y="162204"/>
                  </a:cubicBezTo>
                  <a:cubicBezTo>
                    <a:pt x="68897" y="167722"/>
                    <a:pt x="76835" y="164370"/>
                    <a:pt x="85788" y="164909"/>
                  </a:cubicBezTo>
                  <a:cubicBezTo>
                    <a:pt x="90995" y="164693"/>
                    <a:pt x="93789" y="159398"/>
                    <a:pt x="97409" y="156261"/>
                  </a:cubicBezTo>
                  <a:cubicBezTo>
                    <a:pt x="100647" y="152908"/>
                    <a:pt x="98996" y="147936"/>
                    <a:pt x="99123" y="146094"/>
                  </a:cubicBezTo>
                  <a:cubicBezTo>
                    <a:pt x="98678" y="141014"/>
                    <a:pt x="95567" y="136690"/>
                    <a:pt x="93599" y="132467"/>
                  </a:cubicBezTo>
                  <a:cubicBezTo>
                    <a:pt x="91630" y="128575"/>
                    <a:pt x="93599" y="122847"/>
                    <a:pt x="96520" y="126200"/>
                  </a:cubicBezTo>
                  <a:cubicBezTo>
                    <a:pt x="101155" y="130848"/>
                    <a:pt x="103695" y="136798"/>
                    <a:pt x="109093" y="136690"/>
                  </a:cubicBezTo>
                  <a:cubicBezTo>
                    <a:pt x="109727" y="136582"/>
                    <a:pt x="113728" y="137338"/>
                    <a:pt x="115760" y="133661"/>
                  </a:cubicBezTo>
                  <a:lnTo>
                    <a:pt x="116332" y="132683"/>
                  </a:lnTo>
                  <a:cubicBezTo>
                    <a:pt x="117221" y="131064"/>
                    <a:pt x="119443" y="129768"/>
                    <a:pt x="121285" y="129877"/>
                  </a:cubicBezTo>
                  <a:lnTo>
                    <a:pt x="121665" y="129877"/>
                  </a:lnTo>
                  <a:cubicBezTo>
                    <a:pt x="123507" y="129877"/>
                    <a:pt x="125857" y="131172"/>
                    <a:pt x="126936" y="132683"/>
                  </a:cubicBezTo>
                  <a:cubicBezTo>
                    <a:pt x="130937" y="138957"/>
                    <a:pt x="135064" y="142742"/>
                    <a:pt x="135953" y="148044"/>
                  </a:cubicBezTo>
                  <a:cubicBezTo>
                    <a:pt x="140017" y="173019"/>
                    <a:pt x="139826" y="177781"/>
                    <a:pt x="142303" y="183077"/>
                  </a:cubicBezTo>
                  <a:cubicBezTo>
                    <a:pt x="145478" y="189459"/>
                    <a:pt x="147955" y="194970"/>
                    <a:pt x="149987" y="199517"/>
                  </a:cubicBezTo>
                  <a:lnTo>
                    <a:pt x="157480" y="187833"/>
                  </a:lnTo>
                  <a:lnTo>
                    <a:pt x="157480" y="187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A88D4D29-7474-AA45-532D-BAC2286C8C2E}"/>
                </a:ext>
              </a:extLst>
            </p:cNvPr>
            <p:cNvSpPr/>
            <p:nvPr/>
          </p:nvSpPr>
          <p:spPr>
            <a:xfrm>
              <a:off x="6714079" y="4063618"/>
              <a:ext cx="6286" cy="12667"/>
            </a:xfrm>
            <a:custGeom>
              <a:avLst/>
              <a:gdLst>
                <a:gd name="csX0" fmla="*/ 4679 w 7249"/>
                <a:gd name="csY0" fmla="*/ 721 h 14609"/>
                <a:gd name="csX1" fmla="*/ 3727 w 7249"/>
                <a:gd name="csY1" fmla="*/ 289 h 14609"/>
                <a:gd name="csX2" fmla="*/ 2520 w 7249"/>
                <a:gd name="csY2" fmla="*/ 13484 h 14609"/>
                <a:gd name="csX3" fmla="*/ 6330 w 7249"/>
                <a:gd name="csY3" fmla="*/ 12836 h 14609"/>
                <a:gd name="csX4" fmla="*/ 4679 w 7249"/>
                <a:gd name="csY4" fmla="*/ 721 h 14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9" h="14609">
                  <a:moveTo>
                    <a:pt x="4679" y="721"/>
                  </a:moveTo>
                  <a:lnTo>
                    <a:pt x="3727" y="289"/>
                  </a:lnTo>
                  <a:cubicBezTo>
                    <a:pt x="-1354" y="-2086"/>
                    <a:pt x="-719" y="10887"/>
                    <a:pt x="2520" y="13484"/>
                  </a:cubicBezTo>
                  <a:cubicBezTo>
                    <a:pt x="2520" y="13484"/>
                    <a:pt x="5886" y="16405"/>
                    <a:pt x="6330" y="12836"/>
                  </a:cubicBezTo>
                  <a:cubicBezTo>
                    <a:pt x="6330" y="9160"/>
                    <a:pt x="9251" y="2886"/>
                    <a:pt x="4679" y="7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2A5890DF-99A2-7967-A3B0-70D461196C09}"/>
                </a:ext>
              </a:extLst>
            </p:cNvPr>
            <p:cNvSpPr/>
            <p:nvPr/>
          </p:nvSpPr>
          <p:spPr>
            <a:xfrm>
              <a:off x="6534949" y="3498645"/>
              <a:ext cx="176338" cy="134084"/>
            </a:xfrm>
            <a:custGeom>
              <a:avLst/>
              <a:gdLst>
                <a:gd name="csX0" fmla="*/ 126111 w 203365"/>
                <a:gd name="csY0" fmla="*/ 112249 h 154635"/>
                <a:gd name="csX1" fmla="*/ 117665 w 203365"/>
                <a:gd name="csY1" fmla="*/ 119278 h 154635"/>
                <a:gd name="csX2" fmla="*/ 113284 w 203365"/>
                <a:gd name="csY2" fmla="*/ 135172 h 154635"/>
                <a:gd name="csX3" fmla="*/ 135826 w 203365"/>
                <a:gd name="csY3" fmla="*/ 154635 h 154635"/>
                <a:gd name="csX4" fmla="*/ 147638 w 203365"/>
                <a:gd name="csY4" fmla="*/ 154635 h 154635"/>
                <a:gd name="csX5" fmla="*/ 151002 w 203365"/>
                <a:gd name="csY5" fmla="*/ 119063 h 154635"/>
                <a:gd name="csX6" fmla="*/ 159194 w 203365"/>
                <a:gd name="csY6" fmla="*/ 123927 h 154635"/>
                <a:gd name="csX7" fmla="*/ 160718 w 203365"/>
                <a:gd name="csY7" fmla="*/ 115926 h 154635"/>
                <a:gd name="csX8" fmla="*/ 165925 w 203365"/>
                <a:gd name="csY8" fmla="*/ 113868 h 154635"/>
                <a:gd name="csX9" fmla="*/ 167894 w 203365"/>
                <a:gd name="csY9" fmla="*/ 111601 h 154635"/>
                <a:gd name="csX10" fmla="*/ 164846 w 203365"/>
                <a:gd name="csY10" fmla="*/ 104680 h 154635"/>
                <a:gd name="csX11" fmla="*/ 165798 w 203365"/>
                <a:gd name="csY11" fmla="*/ 98190 h 154635"/>
                <a:gd name="csX12" fmla="*/ 170052 w 203365"/>
                <a:gd name="csY12" fmla="*/ 76994 h 154635"/>
                <a:gd name="csX13" fmla="*/ 180403 w 203365"/>
                <a:gd name="csY13" fmla="*/ 68669 h 154635"/>
                <a:gd name="csX14" fmla="*/ 193103 w 203365"/>
                <a:gd name="csY14" fmla="*/ 66719 h 154635"/>
                <a:gd name="csX15" fmla="*/ 200787 w 203365"/>
                <a:gd name="csY15" fmla="*/ 70834 h 154635"/>
                <a:gd name="csX16" fmla="*/ 203263 w 203365"/>
                <a:gd name="csY16" fmla="*/ 69209 h 154635"/>
                <a:gd name="csX17" fmla="*/ 188531 w 203365"/>
                <a:gd name="csY17" fmla="*/ 56667 h 154635"/>
                <a:gd name="csX18" fmla="*/ 182563 w 203365"/>
                <a:gd name="csY18" fmla="*/ 57315 h 154635"/>
                <a:gd name="csX19" fmla="*/ 171132 w 203365"/>
                <a:gd name="csY19" fmla="*/ 49206 h 154635"/>
                <a:gd name="csX20" fmla="*/ 158750 w 203365"/>
                <a:gd name="csY20" fmla="*/ 35687 h 154635"/>
                <a:gd name="csX21" fmla="*/ 154114 w 203365"/>
                <a:gd name="csY21" fmla="*/ 22708 h 154635"/>
                <a:gd name="csX22" fmla="*/ 140017 w 203365"/>
                <a:gd name="csY22" fmla="*/ 6058 h 154635"/>
                <a:gd name="csX23" fmla="*/ 110299 w 203365"/>
                <a:gd name="csY23" fmla="*/ 31902 h 154635"/>
                <a:gd name="csX24" fmla="*/ 73151 w 203365"/>
                <a:gd name="csY24" fmla="*/ 6166 h 154635"/>
                <a:gd name="csX25" fmla="*/ 58356 w 203365"/>
                <a:gd name="csY25" fmla="*/ 0 h 154635"/>
                <a:gd name="csX26" fmla="*/ 43307 w 203365"/>
                <a:gd name="csY26" fmla="*/ 12656 h 154635"/>
                <a:gd name="csX27" fmla="*/ 65024 w 203365"/>
                <a:gd name="csY27" fmla="*/ 29845 h 154635"/>
                <a:gd name="csX28" fmla="*/ 56261 w 203365"/>
                <a:gd name="csY28" fmla="*/ 43040 h 154635"/>
                <a:gd name="csX29" fmla="*/ 9969 w 203365"/>
                <a:gd name="csY29" fmla="*/ 19793 h 154635"/>
                <a:gd name="csX30" fmla="*/ 0 w 203365"/>
                <a:gd name="csY30" fmla="*/ 32118 h 154635"/>
                <a:gd name="csX31" fmla="*/ 15811 w 203365"/>
                <a:gd name="csY31" fmla="*/ 46285 h 154635"/>
                <a:gd name="csX32" fmla="*/ 15112 w 203365"/>
                <a:gd name="csY32" fmla="*/ 57099 h 154635"/>
                <a:gd name="csX33" fmla="*/ 38735 w 203365"/>
                <a:gd name="csY33" fmla="*/ 72777 h 154635"/>
                <a:gd name="csX34" fmla="*/ 37655 w 203365"/>
                <a:gd name="csY34" fmla="*/ 81756 h 154635"/>
                <a:gd name="csX35" fmla="*/ 58102 w 203365"/>
                <a:gd name="csY35" fmla="*/ 104896 h 154635"/>
                <a:gd name="csX36" fmla="*/ 61150 w 203365"/>
                <a:gd name="csY36" fmla="*/ 136360 h 154635"/>
                <a:gd name="csX37" fmla="*/ 110299 w 203365"/>
                <a:gd name="csY37" fmla="*/ 99162 h 154635"/>
                <a:gd name="csX38" fmla="*/ 126111 w 203365"/>
                <a:gd name="csY38" fmla="*/ 112141 h 154635"/>
                <a:gd name="csX39" fmla="*/ 126111 w 203365"/>
                <a:gd name="csY39" fmla="*/ 112249 h 154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03365" h="154635">
                  <a:moveTo>
                    <a:pt x="126111" y="112249"/>
                  </a:moveTo>
                  <a:lnTo>
                    <a:pt x="117665" y="119278"/>
                  </a:lnTo>
                  <a:lnTo>
                    <a:pt x="113284" y="135172"/>
                  </a:lnTo>
                  <a:lnTo>
                    <a:pt x="135826" y="154635"/>
                  </a:lnTo>
                  <a:lnTo>
                    <a:pt x="147638" y="154635"/>
                  </a:lnTo>
                  <a:cubicBezTo>
                    <a:pt x="145923" y="139821"/>
                    <a:pt x="145034" y="123495"/>
                    <a:pt x="151002" y="119063"/>
                  </a:cubicBezTo>
                  <a:cubicBezTo>
                    <a:pt x="155828" y="115386"/>
                    <a:pt x="157987" y="130632"/>
                    <a:pt x="159194" y="123927"/>
                  </a:cubicBezTo>
                  <a:lnTo>
                    <a:pt x="160718" y="115926"/>
                  </a:lnTo>
                  <a:cubicBezTo>
                    <a:pt x="161480" y="112141"/>
                    <a:pt x="166433" y="113760"/>
                    <a:pt x="165925" y="113868"/>
                  </a:cubicBezTo>
                  <a:cubicBezTo>
                    <a:pt x="167767" y="114300"/>
                    <a:pt x="168592" y="113328"/>
                    <a:pt x="167894" y="111601"/>
                  </a:cubicBezTo>
                  <a:lnTo>
                    <a:pt x="164846" y="104680"/>
                  </a:lnTo>
                  <a:cubicBezTo>
                    <a:pt x="163449" y="101327"/>
                    <a:pt x="166052" y="97542"/>
                    <a:pt x="165798" y="98190"/>
                  </a:cubicBezTo>
                  <a:cubicBezTo>
                    <a:pt x="170052" y="91808"/>
                    <a:pt x="165290" y="82404"/>
                    <a:pt x="170052" y="76994"/>
                  </a:cubicBezTo>
                  <a:cubicBezTo>
                    <a:pt x="173736" y="72885"/>
                    <a:pt x="176085" y="69317"/>
                    <a:pt x="180403" y="68669"/>
                  </a:cubicBezTo>
                  <a:lnTo>
                    <a:pt x="193103" y="66719"/>
                  </a:lnTo>
                  <a:cubicBezTo>
                    <a:pt x="197421" y="66072"/>
                    <a:pt x="201295" y="71266"/>
                    <a:pt x="200787" y="70834"/>
                  </a:cubicBezTo>
                  <a:cubicBezTo>
                    <a:pt x="203263" y="73425"/>
                    <a:pt x="203581" y="68669"/>
                    <a:pt x="203263" y="69209"/>
                  </a:cubicBezTo>
                  <a:cubicBezTo>
                    <a:pt x="203581" y="63805"/>
                    <a:pt x="193167" y="56128"/>
                    <a:pt x="188531" y="56667"/>
                  </a:cubicBezTo>
                  <a:lnTo>
                    <a:pt x="182563" y="57315"/>
                  </a:lnTo>
                  <a:cubicBezTo>
                    <a:pt x="171323" y="58719"/>
                    <a:pt x="170814" y="48336"/>
                    <a:pt x="171132" y="49206"/>
                  </a:cubicBezTo>
                  <a:cubicBezTo>
                    <a:pt x="170243" y="42285"/>
                    <a:pt x="160400" y="42608"/>
                    <a:pt x="158750" y="35687"/>
                  </a:cubicBezTo>
                  <a:cubicBezTo>
                    <a:pt x="157480" y="30169"/>
                    <a:pt x="156845" y="26060"/>
                    <a:pt x="154114" y="22708"/>
                  </a:cubicBezTo>
                  <a:lnTo>
                    <a:pt x="140017" y="6058"/>
                  </a:lnTo>
                  <a:lnTo>
                    <a:pt x="110299" y="31902"/>
                  </a:lnTo>
                  <a:lnTo>
                    <a:pt x="73151" y="6166"/>
                  </a:lnTo>
                  <a:lnTo>
                    <a:pt x="58356" y="0"/>
                  </a:lnTo>
                  <a:lnTo>
                    <a:pt x="43307" y="12656"/>
                  </a:lnTo>
                  <a:lnTo>
                    <a:pt x="65024" y="29845"/>
                  </a:lnTo>
                  <a:lnTo>
                    <a:pt x="56261" y="43040"/>
                  </a:lnTo>
                  <a:lnTo>
                    <a:pt x="9969" y="19793"/>
                  </a:lnTo>
                  <a:lnTo>
                    <a:pt x="0" y="32118"/>
                  </a:lnTo>
                  <a:lnTo>
                    <a:pt x="15811" y="46285"/>
                  </a:lnTo>
                  <a:lnTo>
                    <a:pt x="15112" y="57099"/>
                  </a:lnTo>
                  <a:lnTo>
                    <a:pt x="38735" y="72777"/>
                  </a:lnTo>
                  <a:lnTo>
                    <a:pt x="37655" y="81756"/>
                  </a:lnTo>
                  <a:lnTo>
                    <a:pt x="58102" y="104896"/>
                  </a:lnTo>
                  <a:lnTo>
                    <a:pt x="61150" y="136360"/>
                  </a:lnTo>
                  <a:lnTo>
                    <a:pt x="110299" y="99162"/>
                  </a:lnTo>
                  <a:lnTo>
                    <a:pt x="126111" y="112141"/>
                  </a:lnTo>
                  <a:lnTo>
                    <a:pt x="126111" y="11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08398390-C015-CA75-93C6-095702DCF377}"/>
                </a:ext>
              </a:extLst>
            </p:cNvPr>
            <p:cNvSpPr/>
            <p:nvPr/>
          </p:nvSpPr>
          <p:spPr>
            <a:xfrm>
              <a:off x="6529222" y="3575912"/>
              <a:ext cx="44103" cy="40315"/>
            </a:xfrm>
            <a:custGeom>
              <a:avLst/>
              <a:gdLst>
                <a:gd name="csX0" fmla="*/ 23241 w 50863"/>
                <a:gd name="csY0" fmla="*/ 17729 h 46494"/>
                <a:gd name="csX1" fmla="*/ 18161 w 50863"/>
                <a:gd name="csY1" fmla="*/ 6807 h 46494"/>
                <a:gd name="csX2" fmla="*/ 0 w 50863"/>
                <a:gd name="csY2" fmla="*/ 0 h 46494"/>
                <a:gd name="csX3" fmla="*/ 0 w 50863"/>
                <a:gd name="csY3" fmla="*/ 22276 h 46494"/>
                <a:gd name="csX4" fmla="*/ 21717 w 50863"/>
                <a:gd name="csY4" fmla="*/ 44983 h 46494"/>
                <a:gd name="csX5" fmla="*/ 50864 w 50863"/>
                <a:gd name="csY5" fmla="*/ 46495 h 46494"/>
                <a:gd name="csX6" fmla="*/ 38417 w 50863"/>
                <a:gd name="csY6" fmla="*/ 17729 h 46494"/>
                <a:gd name="csX7" fmla="*/ 23241 w 50863"/>
                <a:gd name="csY7" fmla="*/ 17729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0863" h="46494">
                  <a:moveTo>
                    <a:pt x="23241" y="17729"/>
                  </a:moveTo>
                  <a:lnTo>
                    <a:pt x="18161" y="6807"/>
                  </a:lnTo>
                  <a:lnTo>
                    <a:pt x="0" y="0"/>
                  </a:lnTo>
                  <a:lnTo>
                    <a:pt x="0" y="22276"/>
                  </a:lnTo>
                  <a:lnTo>
                    <a:pt x="21717" y="44983"/>
                  </a:lnTo>
                  <a:lnTo>
                    <a:pt x="50864" y="46495"/>
                  </a:lnTo>
                  <a:lnTo>
                    <a:pt x="38417" y="17729"/>
                  </a:lnTo>
                  <a:lnTo>
                    <a:pt x="23241" y="177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9C311974-8666-2875-B615-7F3CE7B30FD8}"/>
                </a:ext>
              </a:extLst>
            </p:cNvPr>
            <p:cNvSpPr/>
            <p:nvPr/>
          </p:nvSpPr>
          <p:spPr>
            <a:xfrm>
              <a:off x="6486880" y="3526589"/>
              <a:ext cx="101091" cy="90388"/>
            </a:xfrm>
            <a:custGeom>
              <a:avLst/>
              <a:gdLst>
                <a:gd name="csX0" fmla="*/ 113538 w 116585"/>
                <a:gd name="csY0" fmla="*/ 72778 h 104241"/>
                <a:gd name="csX1" fmla="*/ 93091 w 116585"/>
                <a:gd name="csY1" fmla="*/ 49638 h 104241"/>
                <a:gd name="csX2" fmla="*/ 94171 w 116585"/>
                <a:gd name="csY2" fmla="*/ 40659 h 104241"/>
                <a:gd name="csX3" fmla="*/ 70548 w 116585"/>
                <a:gd name="csY3" fmla="*/ 24981 h 104241"/>
                <a:gd name="csX4" fmla="*/ 71248 w 116585"/>
                <a:gd name="csY4" fmla="*/ 14167 h 104241"/>
                <a:gd name="csX5" fmla="*/ 55309 w 116585"/>
                <a:gd name="csY5" fmla="*/ 0 h 104241"/>
                <a:gd name="csX6" fmla="*/ 0 w 116585"/>
                <a:gd name="csY6" fmla="*/ 4001 h 104241"/>
                <a:gd name="csX7" fmla="*/ 6795 w 116585"/>
                <a:gd name="csY7" fmla="*/ 10706 h 104241"/>
                <a:gd name="csX8" fmla="*/ 8890 w 116585"/>
                <a:gd name="csY8" fmla="*/ 23463 h 104241"/>
                <a:gd name="csX9" fmla="*/ 2032 w 116585"/>
                <a:gd name="csY9" fmla="*/ 32766 h 104241"/>
                <a:gd name="csX10" fmla="*/ 7557 w 116585"/>
                <a:gd name="csY10" fmla="*/ 49422 h 104241"/>
                <a:gd name="csX11" fmla="*/ 33211 w 116585"/>
                <a:gd name="csY11" fmla="*/ 49638 h 104241"/>
                <a:gd name="csX12" fmla="*/ 48832 w 116585"/>
                <a:gd name="csY12" fmla="*/ 56883 h 104241"/>
                <a:gd name="csX13" fmla="*/ 66993 w 116585"/>
                <a:gd name="csY13" fmla="*/ 63691 h 104241"/>
                <a:gd name="csX14" fmla="*/ 72073 w 116585"/>
                <a:gd name="csY14" fmla="*/ 74613 h 104241"/>
                <a:gd name="csX15" fmla="*/ 87249 w 116585"/>
                <a:gd name="csY15" fmla="*/ 74613 h 104241"/>
                <a:gd name="csX16" fmla="*/ 99695 w 116585"/>
                <a:gd name="csY16" fmla="*/ 103378 h 104241"/>
                <a:gd name="csX17" fmla="*/ 116586 w 116585"/>
                <a:gd name="csY17" fmla="*/ 104242 h 104241"/>
                <a:gd name="csX18" fmla="*/ 113538 w 116585"/>
                <a:gd name="csY18" fmla="*/ 72778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6585" h="104241">
                  <a:moveTo>
                    <a:pt x="113538" y="72778"/>
                  </a:moveTo>
                  <a:lnTo>
                    <a:pt x="93091" y="49638"/>
                  </a:lnTo>
                  <a:lnTo>
                    <a:pt x="94171" y="40659"/>
                  </a:lnTo>
                  <a:lnTo>
                    <a:pt x="70548" y="24981"/>
                  </a:lnTo>
                  <a:lnTo>
                    <a:pt x="71248" y="14167"/>
                  </a:lnTo>
                  <a:lnTo>
                    <a:pt x="55309" y="0"/>
                  </a:lnTo>
                  <a:lnTo>
                    <a:pt x="0" y="4001"/>
                  </a:lnTo>
                  <a:lnTo>
                    <a:pt x="6795" y="10706"/>
                  </a:lnTo>
                  <a:lnTo>
                    <a:pt x="8890" y="23463"/>
                  </a:lnTo>
                  <a:lnTo>
                    <a:pt x="2032" y="32766"/>
                  </a:lnTo>
                  <a:lnTo>
                    <a:pt x="7557" y="49422"/>
                  </a:lnTo>
                  <a:lnTo>
                    <a:pt x="33211" y="49638"/>
                  </a:lnTo>
                  <a:lnTo>
                    <a:pt x="48832" y="56883"/>
                  </a:lnTo>
                  <a:lnTo>
                    <a:pt x="66993" y="63691"/>
                  </a:lnTo>
                  <a:lnTo>
                    <a:pt x="72073" y="74613"/>
                  </a:lnTo>
                  <a:lnTo>
                    <a:pt x="87249" y="74613"/>
                  </a:lnTo>
                  <a:lnTo>
                    <a:pt x="99695" y="103378"/>
                  </a:lnTo>
                  <a:lnTo>
                    <a:pt x="116586" y="104242"/>
                  </a:lnTo>
                  <a:lnTo>
                    <a:pt x="113538" y="727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76CE2058-3656-6368-79D8-A088B88DE41A}"/>
                </a:ext>
              </a:extLst>
            </p:cNvPr>
            <p:cNvSpPr/>
            <p:nvPr/>
          </p:nvSpPr>
          <p:spPr>
            <a:xfrm>
              <a:off x="7038371" y="3634514"/>
              <a:ext cx="466421" cy="328086"/>
            </a:xfrm>
            <a:custGeom>
              <a:avLst/>
              <a:gdLst>
                <a:gd name="csX0" fmla="*/ 215900 w 537908"/>
                <a:gd name="csY0" fmla="*/ 356095 h 378371"/>
                <a:gd name="csX1" fmla="*/ 228156 w 537908"/>
                <a:gd name="csY1" fmla="*/ 302787 h 378371"/>
                <a:gd name="csX2" fmla="*/ 268224 w 537908"/>
                <a:gd name="csY2" fmla="*/ 297485 h 378371"/>
                <a:gd name="csX3" fmla="*/ 268224 w 537908"/>
                <a:gd name="csY3" fmla="*/ 282886 h 378371"/>
                <a:gd name="csX4" fmla="*/ 302641 w 537908"/>
                <a:gd name="csY4" fmla="*/ 272612 h 378371"/>
                <a:gd name="csX5" fmla="*/ 317436 w 537908"/>
                <a:gd name="csY5" fmla="*/ 282454 h 378371"/>
                <a:gd name="csX6" fmla="*/ 333375 w 537908"/>
                <a:gd name="csY6" fmla="*/ 272612 h 378371"/>
                <a:gd name="csX7" fmla="*/ 328168 w 537908"/>
                <a:gd name="csY7" fmla="*/ 250336 h 378371"/>
                <a:gd name="csX8" fmla="*/ 340932 w 537908"/>
                <a:gd name="csY8" fmla="*/ 223088 h 378371"/>
                <a:gd name="csX9" fmla="*/ 361188 w 537908"/>
                <a:gd name="csY9" fmla="*/ 223088 h 378371"/>
                <a:gd name="csX10" fmla="*/ 368745 w 537908"/>
                <a:gd name="csY10" fmla="*/ 211734 h 378371"/>
                <a:gd name="csX11" fmla="*/ 355219 w 537908"/>
                <a:gd name="csY11" fmla="*/ 193351 h 378371"/>
                <a:gd name="csX12" fmla="*/ 353695 w 537908"/>
                <a:gd name="csY12" fmla="*/ 182105 h 378371"/>
                <a:gd name="csX13" fmla="*/ 393002 w 537908"/>
                <a:gd name="csY13" fmla="*/ 188049 h 378371"/>
                <a:gd name="csX14" fmla="*/ 398653 w 537908"/>
                <a:gd name="csY14" fmla="*/ 174860 h 378371"/>
                <a:gd name="csX15" fmla="*/ 394526 w 537908"/>
                <a:gd name="csY15" fmla="*/ 161449 h 378371"/>
                <a:gd name="csX16" fmla="*/ 417449 w 537908"/>
                <a:gd name="csY16" fmla="*/ 137770 h 378371"/>
                <a:gd name="csX17" fmla="*/ 412242 w 537908"/>
                <a:gd name="csY17" fmla="*/ 110515 h 378371"/>
                <a:gd name="csX18" fmla="*/ 402082 w 537908"/>
                <a:gd name="csY18" fmla="*/ 102730 h 378371"/>
                <a:gd name="csX19" fmla="*/ 451104 w 537908"/>
                <a:gd name="csY19" fmla="*/ 70288 h 378371"/>
                <a:gd name="csX20" fmla="*/ 528638 w 537908"/>
                <a:gd name="csY20" fmla="*/ 61855 h 378371"/>
                <a:gd name="csX21" fmla="*/ 522669 w 537908"/>
                <a:gd name="csY21" fmla="*/ 44228 h 378371"/>
                <a:gd name="csX22" fmla="*/ 537908 w 537908"/>
                <a:gd name="csY22" fmla="*/ 41846 h 378371"/>
                <a:gd name="csX23" fmla="*/ 525780 w 537908"/>
                <a:gd name="csY23" fmla="*/ 22924 h 378371"/>
                <a:gd name="csX24" fmla="*/ 475679 w 537908"/>
                <a:gd name="csY24" fmla="*/ 27686 h 378371"/>
                <a:gd name="csX25" fmla="*/ 420180 w 537908"/>
                <a:gd name="csY25" fmla="*/ 57099 h 378371"/>
                <a:gd name="csX26" fmla="*/ 411607 w 537908"/>
                <a:gd name="csY26" fmla="*/ 47473 h 378371"/>
                <a:gd name="csX27" fmla="*/ 416560 w 537908"/>
                <a:gd name="csY27" fmla="*/ 21844 h 378371"/>
                <a:gd name="csX28" fmla="*/ 401765 w 537908"/>
                <a:gd name="csY28" fmla="*/ 19355 h 378371"/>
                <a:gd name="csX29" fmla="*/ 404495 w 537908"/>
                <a:gd name="csY29" fmla="*/ 7137 h 378371"/>
                <a:gd name="csX30" fmla="*/ 385445 w 537908"/>
                <a:gd name="csY30" fmla="*/ 0 h 378371"/>
                <a:gd name="csX31" fmla="*/ 365379 w 537908"/>
                <a:gd name="csY31" fmla="*/ 18491 h 378371"/>
                <a:gd name="csX32" fmla="*/ 369697 w 537908"/>
                <a:gd name="csY32" fmla="*/ 26384 h 378371"/>
                <a:gd name="csX33" fmla="*/ 365316 w 537908"/>
                <a:gd name="csY33" fmla="*/ 35255 h 378371"/>
                <a:gd name="csX34" fmla="*/ 339852 w 537908"/>
                <a:gd name="csY34" fmla="*/ 35579 h 378371"/>
                <a:gd name="csX35" fmla="*/ 343980 w 537908"/>
                <a:gd name="csY35" fmla="*/ 50502 h 378371"/>
                <a:gd name="csX36" fmla="*/ 326961 w 537908"/>
                <a:gd name="csY36" fmla="*/ 56013 h 378371"/>
                <a:gd name="csX37" fmla="*/ 316674 w 537908"/>
                <a:gd name="csY37" fmla="*/ 45523 h 378371"/>
                <a:gd name="csX38" fmla="*/ 283972 w 537908"/>
                <a:gd name="csY38" fmla="*/ 61639 h 378371"/>
                <a:gd name="csX39" fmla="*/ 272097 w 537908"/>
                <a:gd name="csY39" fmla="*/ 49200 h 378371"/>
                <a:gd name="csX40" fmla="*/ 256095 w 537908"/>
                <a:gd name="csY40" fmla="*/ 52229 h 378371"/>
                <a:gd name="csX41" fmla="*/ 245491 w 537908"/>
                <a:gd name="csY41" fmla="*/ 42716 h 378371"/>
                <a:gd name="csX42" fmla="*/ 228282 w 537908"/>
                <a:gd name="csY42" fmla="*/ 42716 h 378371"/>
                <a:gd name="csX43" fmla="*/ 194691 w 537908"/>
                <a:gd name="csY43" fmla="*/ 34169 h 378371"/>
                <a:gd name="csX44" fmla="*/ 189929 w 537908"/>
                <a:gd name="csY44" fmla="*/ 48660 h 378371"/>
                <a:gd name="csX45" fmla="*/ 162878 w 537908"/>
                <a:gd name="csY45" fmla="*/ 52445 h 378371"/>
                <a:gd name="csX46" fmla="*/ 153670 w 537908"/>
                <a:gd name="csY46" fmla="*/ 86404 h 378371"/>
                <a:gd name="csX47" fmla="*/ 98361 w 537908"/>
                <a:gd name="csY47" fmla="*/ 107702 h 378371"/>
                <a:gd name="csX48" fmla="*/ 98171 w 537908"/>
                <a:gd name="csY48" fmla="*/ 124898 h 378371"/>
                <a:gd name="csX49" fmla="*/ 79756 w 537908"/>
                <a:gd name="csY49" fmla="*/ 137446 h 378371"/>
                <a:gd name="csX50" fmla="*/ 28321 w 537908"/>
                <a:gd name="csY50" fmla="*/ 124358 h 378371"/>
                <a:gd name="csX51" fmla="*/ 0 w 537908"/>
                <a:gd name="csY51" fmla="*/ 194431 h 378371"/>
                <a:gd name="csX52" fmla="*/ 15684 w 537908"/>
                <a:gd name="csY52" fmla="*/ 204489 h 378371"/>
                <a:gd name="csX53" fmla="*/ 5270 w 537908"/>
                <a:gd name="csY53" fmla="*/ 220167 h 378371"/>
                <a:gd name="csX54" fmla="*/ 12192 w 537908"/>
                <a:gd name="csY54" fmla="*/ 286023 h 378371"/>
                <a:gd name="csX55" fmla="*/ 46419 w 537908"/>
                <a:gd name="csY55" fmla="*/ 293916 h 378371"/>
                <a:gd name="csX56" fmla="*/ 49911 w 537908"/>
                <a:gd name="csY56" fmla="*/ 313601 h 378371"/>
                <a:gd name="csX57" fmla="*/ 15113 w 537908"/>
                <a:gd name="csY57" fmla="*/ 355340 h 378371"/>
                <a:gd name="csX58" fmla="*/ 78549 w 537908"/>
                <a:gd name="csY58" fmla="*/ 378371 h 378371"/>
                <a:gd name="csX59" fmla="*/ 215900 w 537908"/>
                <a:gd name="csY59" fmla="*/ 356095 h 378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37908" h="378371">
                  <a:moveTo>
                    <a:pt x="215900" y="356095"/>
                  </a:moveTo>
                  <a:lnTo>
                    <a:pt x="228156" y="302787"/>
                  </a:lnTo>
                  <a:lnTo>
                    <a:pt x="268224" y="297485"/>
                  </a:lnTo>
                  <a:lnTo>
                    <a:pt x="268224" y="282886"/>
                  </a:lnTo>
                  <a:lnTo>
                    <a:pt x="302641" y="272612"/>
                  </a:lnTo>
                  <a:lnTo>
                    <a:pt x="317436" y="282454"/>
                  </a:lnTo>
                  <a:lnTo>
                    <a:pt x="333375" y="272612"/>
                  </a:lnTo>
                  <a:lnTo>
                    <a:pt x="328168" y="250336"/>
                  </a:lnTo>
                  <a:lnTo>
                    <a:pt x="340932" y="223088"/>
                  </a:lnTo>
                  <a:lnTo>
                    <a:pt x="361188" y="223088"/>
                  </a:lnTo>
                  <a:lnTo>
                    <a:pt x="368745" y="211734"/>
                  </a:lnTo>
                  <a:lnTo>
                    <a:pt x="355219" y="193351"/>
                  </a:lnTo>
                  <a:lnTo>
                    <a:pt x="353695" y="182105"/>
                  </a:lnTo>
                  <a:lnTo>
                    <a:pt x="393002" y="188049"/>
                  </a:lnTo>
                  <a:lnTo>
                    <a:pt x="398653" y="174860"/>
                  </a:lnTo>
                  <a:lnTo>
                    <a:pt x="394526" y="161449"/>
                  </a:lnTo>
                  <a:lnTo>
                    <a:pt x="417449" y="137770"/>
                  </a:lnTo>
                  <a:lnTo>
                    <a:pt x="412242" y="110515"/>
                  </a:lnTo>
                  <a:lnTo>
                    <a:pt x="402082" y="102730"/>
                  </a:lnTo>
                  <a:lnTo>
                    <a:pt x="451104" y="70288"/>
                  </a:lnTo>
                  <a:lnTo>
                    <a:pt x="528638" y="61855"/>
                  </a:lnTo>
                  <a:lnTo>
                    <a:pt x="522669" y="44228"/>
                  </a:lnTo>
                  <a:lnTo>
                    <a:pt x="537908" y="41846"/>
                  </a:lnTo>
                  <a:lnTo>
                    <a:pt x="525780" y="22924"/>
                  </a:lnTo>
                  <a:lnTo>
                    <a:pt x="475679" y="27686"/>
                  </a:lnTo>
                  <a:lnTo>
                    <a:pt x="420180" y="57099"/>
                  </a:lnTo>
                  <a:lnTo>
                    <a:pt x="411607" y="47473"/>
                  </a:lnTo>
                  <a:lnTo>
                    <a:pt x="416560" y="21844"/>
                  </a:lnTo>
                  <a:lnTo>
                    <a:pt x="401765" y="19355"/>
                  </a:lnTo>
                  <a:lnTo>
                    <a:pt x="404495" y="7137"/>
                  </a:lnTo>
                  <a:lnTo>
                    <a:pt x="385445" y="0"/>
                  </a:lnTo>
                  <a:lnTo>
                    <a:pt x="365379" y="18491"/>
                  </a:lnTo>
                  <a:lnTo>
                    <a:pt x="369697" y="26384"/>
                  </a:lnTo>
                  <a:lnTo>
                    <a:pt x="365316" y="35255"/>
                  </a:lnTo>
                  <a:lnTo>
                    <a:pt x="339852" y="35579"/>
                  </a:lnTo>
                  <a:lnTo>
                    <a:pt x="343980" y="50502"/>
                  </a:lnTo>
                  <a:lnTo>
                    <a:pt x="326961" y="56013"/>
                  </a:lnTo>
                  <a:lnTo>
                    <a:pt x="316674" y="45523"/>
                  </a:lnTo>
                  <a:lnTo>
                    <a:pt x="283972" y="61639"/>
                  </a:lnTo>
                  <a:lnTo>
                    <a:pt x="272097" y="49200"/>
                  </a:lnTo>
                  <a:lnTo>
                    <a:pt x="256095" y="52229"/>
                  </a:lnTo>
                  <a:lnTo>
                    <a:pt x="245491" y="42716"/>
                  </a:lnTo>
                  <a:lnTo>
                    <a:pt x="228282" y="42716"/>
                  </a:lnTo>
                  <a:lnTo>
                    <a:pt x="194691" y="34169"/>
                  </a:lnTo>
                  <a:lnTo>
                    <a:pt x="189929" y="48660"/>
                  </a:lnTo>
                  <a:lnTo>
                    <a:pt x="162878" y="52445"/>
                  </a:lnTo>
                  <a:lnTo>
                    <a:pt x="153670" y="86404"/>
                  </a:lnTo>
                  <a:lnTo>
                    <a:pt x="98361" y="107702"/>
                  </a:lnTo>
                  <a:lnTo>
                    <a:pt x="98171" y="124898"/>
                  </a:lnTo>
                  <a:lnTo>
                    <a:pt x="79756" y="137446"/>
                  </a:lnTo>
                  <a:lnTo>
                    <a:pt x="28321" y="124358"/>
                  </a:lnTo>
                  <a:lnTo>
                    <a:pt x="0" y="194431"/>
                  </a:lnTo>
                  <a:lnTo>
                    <a:pt x="15684" y="204489"/>
                  </a:lnTo>
                  <a:lnTo>
                    <a:pt x="5270" y="220167"/>
                  </a:lnTo>
                  <a:lnTo>
                    <a:pt x="12192" y="286023"/>
                  </a:lnTo>
                  <a:lnTo>
                    <a:pt x="46419" y="293916"/>
                  </a:lnTo>
                  <a:lnTo>
                    <a:pt x="49911" y="313601"/>
                  </a:lnTo>
                  <a:lnTo>
                    <a:pt x="15113" y="355340"/>
                  </a:lnTo>
                  <a:lnTo>
                    <a:pt x="78549" y="378371"/>
                  </a:lnTo>
                  <a:lnTo>
                    <a:pt x="215900" y="3560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47F167AE-B1FE-28C0-C97D-5236738FCF7E}"/>
                </a:ext>
              </a:extLst>
            </p:cNvPr>
            <p:cNvSpPr/>
            <p:nvPr/>
          </p:nvSpPr>
          <p:spPr>
            <a:xfrm>
              <a:off x="5892166" y="5431356"/>
              <a:ext cx="254712" cy="224285"/>
            </a:xfrm>
            <a:custGeom>
              <a:avLst/>
              <a:gdLst>
                <a:gd name="csX0" fmla="*/ 163640 w 293751"/>
                <a:gd name="csY0" fmla="*/ 0 h 258660"/>
                <a:gd name="csX1" fmla="*/ 139065 w 293751"/>
                <a:gd name="csY1" fmla="*/ 14815 h 258660"/>
                <a:gd name="csX2" fmla="*/ 131509 w 293751"/>
                <a:gd name="csY2" fmla="*/ 42494 h 258660"/>
                <a:gd name="csX3" fmla="*/ 103251 w 293751"/>
                <a:gd name="csY3" fmla="*/ 46927 h 258660"/>
                <a:gd name="csX4" fmla="*/ 58611 w 293751"/>
                <a:gd name="csY4" fmla="*/ 94837 h 258660"/>
                <a:gd name="csX5" fmla="*/ 25972 w 293751"/>
                <a:gd name="csY5" fmla="*/ 83807 h 258660"/>
                <a:gd name="csX6" fmla="*/ 0 w 293751"/>
                <a:gd name="csY6" fmla="*/ 83807 h 258660"/>
                <a:gd name="csX7" fmla="*/ 27687 w 293751"/>
                <a:gd name="csY7" fmla="*/ 126517 h 258660"/>
                <a:gd name="csX8" fmla="*/ 33084 w 293751"/>
                <a:gd name="csY8" fmla="*/ 149549 h 258660"/>
                <a:gd name="csX9" fmla="*/ 73787 w 293751"/>
                <a:gd name="csY9" fmla="*/ 170745 h 258660"/>
                <a:gd name="csX10" fmla="*/ 77153 w 293751"/>
                <a:gd name="csY10" fmla="*/ 184912 h 258660"/>
                <a:gd name="csX11" fmla="*/ 92075 w 293751"/>
                <a:gd name="csY11" fmla="*/ 187401 h 258660"/>
                <a:gd name="csX12" fmla="*/ 92647 w 293751"/>
                <a:gd name="csY12" fmla="*/ 209569 h 258660"/>
                <a:gd name="csX13" fmla="*/ 105918 w 293751"/>
                <a:gd name="csY13" fmla="*/ 229140 h 258660"/>
                <a:gd name="csX14" fmla="*/ 140589 w 293751"/>
                <a:gd name="csY14" fmla="*/ 235630 h 258660"/>
                <a:gd name="csX15" fmla="*/ 153036 w 293751"/>
                <a:gd name="csY15" fmla="*/ 250336 h 258660"/>
                <a:gd name="csX16" fmla="*/ 153480 w 293751"/>
                <a:gd name="csY16" fmla="*/ 250984 h 258660"/>
                <a:gd name="csX17" fmla="*/ 169482 w 293751"/>
                <a:gd name="csY17" fmla="*/ 248609 h 258660"/>
                <a:gd name="csX18" fmla="*/ 191643 w 293751"/>
                <a:gd name="csY18" fmla="*/ 258661 h 258660"/>
                <a:gd name="csX19" fmla="*/ 225299 w 293751"/>
                <a:gd name="csY19" fmla="*/ 257690 h 258660"/>
                <a:gd name="csX20" fmla="*/ 273368 w 293751"/>
                <a:gd name="csY20" fmla="*/ 217354 h 258660"/>
                <a:gd name="csX21" fmla="*/ 269939 w 293751"/>
                <a:gd name="csY21" fmla="*/ 190430 h 258660"/>
                <a:gd name="csX22" fmla="*/ 281813 w 293751"/>
                <a:gd name="csY22" fmla="*/ 185992 h 258660"/>
                <a:gd name="csX23" fmla="*/ 293751 w 293751"/>
                <a:gd name="csY23" fmla="*/ 160363 h 258660"/>
                <a:gd name="csX24" fmla="*/ 281813 w 293751"/>
                <a:gd name="csY24" fmla="*/ 149117 h 258660"/>
                <a:gd name="csX25" fmla="*/ 286259 w 293751"/>
                <a:gd name="csY25" fmla="*/ 133871 h 258660"/>
                <a:gd name="csX26" fmla="*/ 278385 w 293751"/>
                <a:gd name="csY26" fmla="*/ 124035 h 258660"/>
                <a:gd name="csX27" fmla="*/ 290703 w 293751"/>
                <a:gd name="csY27" fmla="*/ 113761 h 258660"/>
                <a:gd name="csX28" fmla="*/ 288735 w 293751"/>
                <a:gd name="csY28" fmla="*/ 40551 h 258660"/>
                <a:gd name="csX29" fmla="*/ 251651 w 293751"/>
                <a:gd name="csY29" fmla="*/ 30709 h 258660"/>
                <a:gd name="csX30" fmla="*/ 236284 w 293751"/>
                <a:gd name="csY30" fmla="*/ 16974 h 258660"/>
                <a:gd name="csX31" fmla="*/ 195580 w 293751"/>
                <a:gd name="csY31" fmla="*/ 13513 h 258660"/>
                <a:gd name="csX32" fmla="*/ 192723 w 293751"/>
                <a:gd name="csY32" fmla="*/ 432 h 258660"/>
                <a:gd name="csX33" fmla="*/ 192405 w 293751"/>
                <a:gd name="csY33" fmla="*/ 432 h 258660"/>
                <a:gd name="csX34" fmla="*/ 163640 w 293751"/>
                <a:gd name="csY34" fmla="*/ 0 h 25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3751" h="258660">
                  <a:moveTo>
                    <a:pt x="163640" y="0"/>
                  </a:moveTo>
                  <a:lnTo>
                    <a:pt x="139065" y="14815"/>
                  </a:lnTo>
                  <a:lnTo>
                    <a:pt x="131509" y="42494"/>
                  </a:lnTo>
                  <a:lnTo>
                    <a:pt x="103251" y="46927"/>
                  </a:lnTo>
                  <a:lnTo>
                    <a:pt x="58611" y="94837"/>
                  </a:lnTo>
                  <a:lnTo>
                    <a:pt x="25972" y="83807"/>
                  </a:lnTo>
                  <a:lnTo>
                    <a:pt x="0" y="83807"/>
                  </a:lnTo>
                  <a:lnTo>
                    <a:pt x="27687" y="126517"/>
                  </a:lnTo>
                  <a:lnTo>
                    <a:pt x="33084" y="149549"/>
                  </a:lnTo>
                  <a:lnTo>
                    <a:pt x="73787" y="170745"/>
                  </a:lnTo>
                  <a:lnTo>
                    <a:pt x="77153" y="184912"/>
                  </a:lnTo>
                  <a:lnTo>
                    <a:pt x="92075" y="187401"/>
                  </a:lnTo>
                  <a:lnTo>
                    <a:pt x="92647" y="209569"/>
                  </a:lnTo>
                  <a:lnTo>
                    <a:pt x="105918" y="229140"/>
                  </a:lnTo>
                  <a:lnTo>
                    <a:pt x="140589" y="235630"/>
                  </a:lnTo>
                  <a:lnTo>
                    <a:pt x="153036" y="250336"/>
                  </a:lnTo>
                  <a:lnTo>
                    <a:pt x="153480" y="250984"/>
                  </a:lnTo>
                  <a:lnTo>
                    <a:pt x="169482" y="248609"/>
                  </a:lnTo>
                  <a:lnTo>
                    <a:pt x="191643" y="258661"/>
                  </a:lnTo>
                  <a:lnTo>
                    <a:pt x="225299" y="257690"/>
                  </a:lnTo>
                  <a:lnTo>
                    <a:pt x="273368" y="217354"/>
                  </a:lnTo>
                  <a:lnTo>
                    <a:pt x="269939" y="190430"/>
                  </a:lnTo>
                  <a:lnTo>
                    <a:pt x="281813" y="185992"/>
                  </a:lnTo>
                  <a:lnTo>
                    <a:pt x="293751" y="160363"/>
                  </a:lnTo>
                  <a:lnTo>
                    <a:pt x="281813" y="149117"/>
                  </a:lnTo>
                  <a:lnTo>
                    <a:pt x="286259" y="133871"/>
                  </a:lnTo>
                  <a:lnTo>
                    <a:pt x="278385" y="124035"/>
                  </a:lnTo>
                  <a:lnTo>
                    <a:pt x="290703" y="113761"/>
                  </a:lnTo>
                  <a:lnTo>
                    <a:pt x="288735" y="40551"/>
                  </a:lnTo>
                  <a:lnTo>
                    <a:pt x="251651" y="30709"/>
                  </a:lnTo>
                  <a:lnTo>
                    <a:pt x="236284" y="16974"/>
                  </a:lnTo>
                  <a:lnTo>
                    <a:pt x="195580" y="13513"/>
                  </a:lnTo>
                  <a:lnTo>
                    <a:pt x="192723" y="432"/>
                  </a:lnTo>
                  <a:lnTo>
                    <a:pt x="192405" y="432"/>
                  </a:lnTo>
                  <a:lnTo>
                    <a:pt x="163640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685E1998-417C-3BCD-1631-2E40DA866D95}"/>
                </a:ext>
              </a:extLst>
            </p:cNvPr>
            <p:cNvSpPr/>
            <p:nvPr/>
          </p:nvSpPr>
          <p:spPr>
            <a:xfrm>
              <a:off x="4515216" y="4021955"/>
              <a:ext cx="275583" cy="225329"/>
            </a:xfrm>
            <a:custGeom>
              <a:avLst/>
              <a:gdLst>
                <a:gd name="csX0" fmla="*/ 147133 w 317821"/>
                <a:gd name="csY0" fmla="*/ 216 h 259865"/>
                <a:gd name="csX1" fmla="*/ 146593 w 317821"/>
                <a:gd name="csY1" fmla="*/ 216 h 259865"/>
                <a:gd name="csX2" fmla="*/ 128623 w 317821"/>
                <a:gd name="csY2" fmla="*/ 30600 h 259865"/>
                <a:gd name="csX3" fmla="*/ 103299 w 317821"/>
                <a:gd name="csY3" fmla="*/ 47580 h 259865"/>
                <a:gd name="csX4" fmla="*/ 88357 w 317821"/>
                <a:gd name="csY4" fmla="*/ 77965 h 259865"/>
                <a:gd name="csX5" fmla="*/ 84249 w 317821"/>
                <a:gd name="csY5" fmla="*/ 106191 h 259865"/>
                <a:gd name="csX6" fmla="*/ 81328 w 317821"/>
                <a:gd name="csY6" fmla="*/ 111703 h 259865"/>
                <a:gd name="csX7" fmla="*/ 49178 w 317821"/>
                <a:gd name="csY7" fmla="*/ 141770 h 259865"/>
                <a:gd name="csX8" fmla="*/ 35436 w 317821"/>
                <a:gd name="csY8" fmla="*/ 173126 h 259865"/>
                <a:gd name="csX9" fmla="*/ 35652 w 317821"/>
                <a:gd name="csY9" fmla="*/ 173666 h 259865"/>
                <a:gd name="csX10" fmla="*/ 27207 w 317821"/>
                <a:gd name="csY10" fmla="*/ 183832 h 259865"/>
                <a:gd name="csX11" fmla="*/ 21581 w 317821"/>
                <a:gd name="csY11" fmla="*/ 199618 h 259865"/>
                <a:gd name="csX12" fmla="*/ 15300 w 317821"/>
                <a:gd name="csY12" fmla="*/ 203949 h 259865"/>
                <a:gd name="csX13" fmla="*/ 42 w 317821"/>
                <a:gd name="csY13" fmla="*/ 258343 h 259865"/>
                <a:gd name="csX14" fmla="*/ 1445 w 317821"/>
                <a:gd name="csY14" fmla="*/ 258775 h 259865"/>
                <a:gd name="csX15" fmla="*/ 7185 w 317821"/>
                <a:gd name="csY15" fmla="*/ 251098 h 259865"/>
                <a:gd name="csX16" fmla="*/ 155248 w 317821"/>
                <a:gd name="csY16" fmla="*/ 251098 h 259865"/>
                <a:gd name="csX17" fmla="*/ 151463 w 317821"/>
                <a:gd name="csY17" fmla="*/ 190430 h 259865"/>
                <a:gd name="csX18" fmla="*/ 193780 w 317821"/>
                <a:gd name="csY18" fmla="*/ 167615 h 259865"/>
                <a:gd name="csX19" fmla="*/ 193780 w 317821"/>
                <a:gd name="csY19" fmla="*/ 66611 h 259865"/>
                <a:gd name="csX20" fmla="*/ 317821 w 317821"/>
                <a:gd name="csY20" fmla="*/ 66611 h 259865"/>
                <a:gd name="csX21" fmla="*/ 317821 w 317821"/>
                <a:gd name="csY21" fmla="*/ 0 h 259865"/>
                <a:gd name="csX22" fmla="*/ 317605 w 317821"/>
                <a:gd name="csY22" fmla="*/ 0 h 259865"/>
                <a:gd name="csX23" fmla="*/ 147025 w 317821"/>
                <a:gd name="csY23" fmla="*/ 0 h 259865"/>
                <a:gd name="csX24" fmla="*/ 147133 w 317821"/>
                <a:gd name="csY24" fmla="*/ 216 h 259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17821" h="259865">
                  <a:moveTo>
                    <a:pt x="147133" y="216"/>
                  </a:moveTo>
                  <a:lnTo>
                    <a:pt x="146593" y="216"/>
                  </a:lnTo>
                  <a:cubicBezTo>
                    <a:pt x="131766" y="28765"/>
                    <a:pt x="131982" y="28658"/>
                    <a:pt x="128623" y="30600"/>
                  </a:cubicBezTo>
                  <a:cubicBezTo>
                    <a:pt x="108601" y="42392"/>
                    <a:pt x="105356" y="43472"/>
                    <a:pt x="103299" y="47580"/>
                  </a:cubicBezTo>
                  <a:lnTo>
                    <a:pt x="88357" y="77965"/>
                  </a:lnTo>
                  <a:cubicBezTo>
                    <a:pt x="85868" y="83052"/>
                    <a:pt x="84141" y="106731"/>
                    <a:pt x="84249" y="106191"/>
                  </a:cubicBezTo>
                  <a:cubicBezTo>
                    <a:pt x="84033" y="108026"/>
                    <a:pt x="82731" y="110515"/>
                    <a:pt x="81328" y="111703"/>
                  </a:cubicBezTo>
                  <a:cubicBezTo>
                    <a:pt x="48962" y="139173"/>
                    <a:pt x="44955" y="141338"/>
                    <a:pt x="49178" y="141770"/>
                  </a:cubicBezTo>
                  <a:cubicBezTo>
                    <a:pt x="57077" y="142418"/>
                    <a:pt x="32509" y="164909"/>
                    <a:pt x="35436" y="173126"/>
                  </a:cubicBezTo>
                  <a:lnTo>
                    <a:pt x="35652" y="173666"/>
                  </a:lnTo>
                  <a:cubicBezTo>
                    <a:pt x="37596" y="179076"/>
                    <a:pt x="29480" y="177667"/>
                    <a:pt x="27207" y="183832"/>
                  </a:cubicBezTo>
                  <a:lnTo>
                    <a:pt x="21581" y="199618"/>
                  </a:lnTo>
                  <a:cubicBezTo>
                    <a:pt x="20279" y="203403"/>
                    <a:pt x="14761" y="204273"/>
                    <a:pt x="15300" y="203949"/>
                  </a:cubicBezTo>
                  <a:cubicBezTo>
                    <a:pt x="2746" y="206864"/>
                    <a:pt x="-390" y="262020"/>
                    <a:pt x="42" y="258343"/>
                  </a:cubicBezTo>
                  <a:cubicBezTo>
                    <a:pt x="-174" y="260178"/>
                    <a:pt x="473" y="260394"/>
                    <a:pt x="1445" y="258775"/>
                  </a:cubicBezTo>
                  <a:cubicBezTo>
                    <a:pt x="3070" y="256718"/>
                    <a:pt x="5236" y="251098"/>
                    <a:pt x="7185" y="251098"/>
                  </a:cubicBezTo>
                  <a:lnTo>
                    <a:pt x="155248" y="251098"/>
                  </a:lnTo>
                  <a:lnTo>
                    <a:pt x="151463" y="190430"/>
                  </a:lnTo>
                  <a:lnTo>
                    <a:pt x="193780" y="167615"/>
                  </a:lnTo>
                  <a:lnTo>
                    <a:pt x="193780" y="66611"/>
                  </a:lnTo>
                  <a:lnTo>
                    <a:pt x="317821" y="66611"/>
                  </a:lnTo>
                  <a:lnTo>
                    <a:pt x="317821" y="0"/>
                  </a:lnTo>
                  <a:lnTo>
                    <a:pt x="317605" y="0"/>
                  </a:lnTo>
                  <a:lnTo>
                    <a:pt x="147025" y="0"/>
                  </a:lnTo>
                  <a:lnTo>
                    <a:pt x="147133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4AD1E2FC-0AB2-0C1E-A6A0-0706D575A8EF}"/>
                </a:ext>
              </a:extLst>
            </p:cNvPr>
            <p:cNvSpPr/>
            <p:nvPr/>
          </p:nvSpPr>
          <p:spPr>
            <a:xfrm>
              <a:off x="6117531" y="4927736"/>
              <a:ext cx="7115" cy="7833"/>
            </a:xfrm>
            <a:custGeom>
              <a:avLst/>
              <a:gdLst>
                <a:gd name="csX0" fmla="*/ 572 w 8205"/>
                <a:gd name="csY0" fmla="*/ 3568 h 9034"/>
                <a:gd name="csX1" fmla="*/ 2668 w 8205"/>
                <a:gd name="csY1" fmla="*/ 8871 h 9034"/>
                <a:gd name="csX2" fmla="*/ 8192 w 8205"/>
                <a:gd name="csY2" fmla="*/ 3784 h 9034"/>
                <a:gd name="csX3" fmla="*/ 8192 w 8205"/>
                <a:gd name="csY3" fmla="*/ 3029 h 9034"/>
                <a:gd name="csX4" fmla="*/ 572 w 8205"/>
                <a:gd name="csY4" fmla="*/ 3568 h 9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05" h="9034">
                  <a:moveTo>
                    <a:pt x="572" y="3568"/>
                  </a:moveTo>
                  <a:cubicBezTo>
                    <a:pt x="572" y="4439"/>
                    <a:pt x="-1651" y="10058"/>
                    <a:pt x="2668" y="8871"/>
                  </a:cubicBezTo>
                  <a:cubicBezTo>
                    <a:pt x="3175" y="8547"/>
                    <a:pt x="8509" y="8115"/>
                    <a:pt x="8192" y="3784"/>
                  </a:cubicBezTo>
                  <a:lnTo>
                    <a:pt x="8192" y="3029"/>
                  </a:lnTo>
                  <a:cubicBezTo>
                    <a:pt x="7747" y="-1403"/>
                    <a:pt x="1461" y="-756"/>
                    <a:pt x="572" y="35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0401A9F3-D4E2-1467-6237-81F51ED657F7}"/>
                </a:ext>
              </a:extLst>
            </p:cNvPr>
            <p:cNvSpPr/>
            <p:nvPr/>
          </p:nvSpPr>
          <p:spPr>
            <a:xfrm>
              <a:off x="6032077" y="4800963"/>
              <a:ext cx="180214" cy="168591"/>
            </a:xfrm>
            <a:custGeom>
              <a:avLst/>
              <a:gdLst>
                <a:gd name="csX0" fmla="*/ 172974 w 207835"/>
                <a:gd name="csY0" fmla="*/ 118523 h 194430"/>
                <a:gd name="csX1" fmla="*/ 181864 w 207835"/>
                <a:gd name="csY1" fmla="*/ 116358 h 194430"/>
                <a:gd name="csX2" fmla="*/ 185865 w 207835"/>
                <a:gd name="csY2" fmla="*/ 100356 h 194430"/>
                <a:gd name="csX3" fmla="*/ 198501 w 207835"/>
                <a:gd name="csY3" fmla="*/ 95161 h 194430"/>
                <a:gd name="csX4" fmla="*/ 197612 w 207835"/>
                <a:gd name="csY4" fmla="*/ 87376 h 194430"/>
                <a:gd name="csX5" fmla="*/ 207835 w 207835"/>
                <a:gd name="csY5" fmla="*/ 75590 h 194430"/>
                <a:gd name="csX6" fmla="*/ 198374 w 207835"/>
                <a:gd name="csY6" fmla="*/ 58395 h 194430"/>
                <a:gd name="csX7" fmla="*/ 203073 w 207835"/>
                <a:gd name="csY7" fmla="*/ 52343 h 194430"/>
                <a:gd name="csX8" fmla="*/ 197548 w 207835"/>
                <a:gd name="csY8" fmla="*/ 52775 h 194430"/>
                <a:gd name="csX9" fmla="*/ 188023 w 207835"/>
                <a:gd name="csY9" fmla="*/ 44990 h 194430"/>
                <a:gd name="csX10" fmla="*/ 182817 w 207835"/>
                <a:gd name="csY10" fmla="*/ 29851 h 194430"/>
                <a:gd name="csX11" fmla="*/ 185293 w 207835"/>
                <a:gd name="csY11" fmla="*/ 18599 h 194430"/>
                <a:gd name="csX12" fmla="*/ 167577 w 207835"/>
                <a:gd name="csY12" fmla="*/ 0 h 194430"/>
                <a:gd name="csX13" fmla="*/ 149161 w 207835"/>
                <a:gd name="csY13" fmla="*/ 17304 h 194430"/>
                <a:gd name="csX14" fmla="*/ 130620 w 207835"/>
                <a:gd name="csY14" fmla="*/ 12872 h 194430"/>
                <a:gd name="csX15" fmla="*/ 106744 w 207835"/>
                <a:gd name="csY15" fmla="*/ 20333 h 194430"/>
                <a:gd name="csX16" fmla="*/ 103696 w 207835"/>
                <a:gd name="csY16" fmla="*/ 26931 h 194430"/>
                <a:gd name="csX17" fmla="*/ 84772 w 207835"/>
                <a:gd name="csY17" fmla="*/ 23794 h 194430"/>
                <a:gd name="csX18" fmla="*/ 74930 w 207835"/>
                <a:gd name="csY18" fmla="*/ 12979 h 194430"/>
                <a:gd name="csX19" fmla="*/ 61468 w 207835"/>
                <a:gd name="csY19" fmla="*/ 14707 h 194430"/>
                <a:gd name="csX20" fmla="*/ 51626 w 207835"/>
                <a:gd name="csY20" fmla="*/ 26499 h 194430"/>
                <a:gd name="csX21" fmla="*/ 45974 w 207835"/>
                <a:gd name="csY21" fmla="*/ 52235 h 194430"/>
                <a:gd name="csX22" fmla="*/ 63564 w 207835"/>
                <a:gd name="csY22" fmla="*/ 62071 h 194430"/>
                <a:gd name="csX23" fmla="*/ 35941 w 207835"/>
                <a:gd name="csY23" fmla="*/ 97218 h 194430"/>
                <a:gd name="csX24" fmla="*/ 16446 w 207835"/>
                <a:gd name="csY24" fmla="*/ 110414 h 194430"/>
                <a:gd name="csX25" fmla="*/ 0 w 207835"/>
                <a:gd name="csY25" fmla="*/ 161671 h 194430"/>
                <a:gd name="csX26" fmla="*/ 3239 w 207835"/>
                <a:gd name="csY26" fmla="*/ 191516 h 194430"/>
                <a:gd name="csX27" fmla="*/ 17780 w 207835"/>
                <a:gd name="csY27" fmla="*/ 194431 h 194430"/>
                <a:gd name="csX28" fmla="*/ 32576 w 207835"/>
                <a:gd name="csY28" fmla="*/ 178969 h 194430"/>
                <a:gd name="csX29" fmla="*/ 88202 w 207835"/>
                <a:gd name="csY29" fmla="*/ 179293 h 194430"/>
                <a:gd name="csX30" fmla="*/ 87440 w 207835"/>
                <a:gd name="csY30" fmla="*/ 176486 h 194430"/>
                <a:gd name="csX31" fmla="*/ 83439 w 207835"/>
                <a:gd name="csY31" fmla="*/ 164910 h 194430"/>
                <a:gd name="csX32" fmla="*/ 92329 w 207835"/>
                <a:gd name="csY32" fmla="*/ 145447 h 194430"/>
                <a:gd name="csX33" fmla="*/ 93853 w 207835"/>
                <a:gd name="csY33" fmla="*/ 140907 h 194430"/>
                <a:gd name="csX34" fmla="*/ 119634 w 207835"/>
                <a:gd name="csY34" fmla="*/ 130524 h 194430"/>
                <a:gd name="csX35" fmla="*/ 130746 w 207835"/>
                <a:gd name="csY35" fmla="*/ 132474 h 194430"/>
                <a:gd name="csX36" fmla="*/ 137351 w 207835"/>
                <a:gd name="csY36" fmla="*/ 123819 h 194430"/>
                <a:gd name="csX37" fmla="*/ 146241 w 207835"/>
                <a:gd name="csY37" fmla="*/ 123819 h 194430"/>
                <a:gd name="csX38" fmla="*/ 149606 w 207835"/>
                <a:gd name="csY38" fmla="*/ 130092 h 194430"/>
                <a:gd name="csX39" fmla="*/ 159004 w 207835"/>
                <a:gd name="csY39" fmla="*/ 128035 h 194430"/>
                <a:gd name="csX40" fmla="*/ 159639 w 207835"/>
                <a:gd name="csY40" fmla="*/ 128689 h 194430"/>
                <a:gd name="csX41" fmla="*/ 165164 w 207835"/>
                <a:gd name="csY41" fmla="*/ 129661 h 194430"/>
                <a:gd name="csX42" fmla="*/ 167449 w 207835"/>
                <a:gd name="csY42" fmla="*/ 129877 h 194430"/>
                <a:gd name="csX43" fmla="*/ 172847 w 207835"/>
                <a:gd name="csY43" fmla="*/ 118631 h 194430"/>
                <a:gd name="csX44" fmla="*/ 172974 w 207835"/>
                <a:gd name="csY44" fmla="*/ 118523 h 194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7835" h="194430">
                  <a:moveTo>
                    <a:pt x="172974" y="118523"/>
                  </a:moveTo>
                  <a:lnTo>
                    <a:pt x="181864" y="116358"/>
                  </a:lnTo>
                  <a:lnTo>
                    <a:pt x="185865" y="100356"/>
                  </a:lnTo>
                  <a:lnTo>
                    <a:pt x="198501" y="95161"/>
                  </a:lnTo>
                  <a:lnTo>
                    <a:pt x="197612" y="87376"/>
                  </a:lnTo>
                  <a:lnTo>
                    <a:pt x="207835" y="75590"/>
                  </a:lnTo>
                  <a:lnTo>
                    <a:pt x="198374" y="58395"/>
                  </a:lnTo>
                  <a:lnTo>
                    <a:pt x="203073" y="52343"/>
                  </a:lnTo>
                  <a:lnTo>
                    <a:pt x="197548" y="52775"/>
                  </a:lnTo>
                  <a:lnTo>
                    <a:pt x="188023" y="44990"/>
                  </a:lnTo>
                  <a:lnTo>
                    <a:pt x="182817" y="29851"/>
                  </a:lnTo>
                  <a:lnTo>
                    <a:pt x="185293" y="18599"/>
                  </a:lnTo>
                  <a:lnTo>
                    <a:pt x="167577" y="0"/>
                  </a:lnTo>
                  <a:lnTo>
                    <a:pt x="149161" y="17304"/>
                  </a:lnTo>
                  <a:lnTo>
                    <a:pt x="130620" y="12872"/>
                  </a:lnTo>
                  <a:lnTo>
                    <a:pt x="106744" y="20333"/>
                  </a:lnTo>
                  <a:lnTo>
                    <a:pt x="103696" y="26931"/>
                  </a:lnTo>
                  <a:lnTo>
                    <a:pt x="84772" y="23794"/>
                  </a:lnTo>
                  <a:lnTo>
                    <a:pt x="74930" y="12979"/>
                  </a:lnTo>
                  <a:lnTo>
                    <a:pt x="61468" y="14707"/>
                  </a:lnTo>
                  <a:lnTo>
                    <a:pt x="51626" y="26499"/>
                  </a:lnTo>
                  <a:lnTo>
                    <a:pt x="45974" y="52235"/>
                  </a:lnTo>
                  <a:lnTo>
                    <a:pt x="63564" y="62071"/>
                  </a:lnTo>
                  <a:lnTo>
                    <a:pt x="35941" y="97218"/>
                  </a:lnTo>
                  <a:lnTo>
                    <a:pt x="16446" y="110414"/>
                  </a:lnTo>
                  <a:lnTo>
                    <a:pt x="0" y="161671"/>
                  </a:lnTo>
                  <a:lnTo>
                    <a:pt x="3239" y="191516"/>
                  </a:lnTo>
                  <a:lnTo>
                    <a:pt x="17780" y="194431"/>
                  </a:lnTo>
                  <a:lnTo>
                    <a:pt x="32576" y="178969"/>
                  </a:lnTo>
                  <a:lnTo>
                    <a:pt x="88202" y="179293"/>
                  </a:lnTo>
                  <a:cubicBezTo>
                    <a:pt x="88202" y="178213"/>
                    <a:pt x="87884" y="177241"/>
                    <a:pt x="87440" y="176486"/>
                  </a:cubicBezTo>
                  <a:cubicBezTo>
                    <a:pt x="85725" y="173025"/>
                    <a:pt x="80772" y="169132"/>
                    <a:pt x="83439" y="164910"/>
                  </a:cubicBezTo>
                  <a:cubicBezTo>
                    <a:pt x="91567" y="151936"/>
                    <a:pt x="94297" y="149339"/>
                    <a:pt x="92329" y="145447"/>
                  </a:cubicBezTo>
                  <a:cubicBezTo>
                    <a:pt x="91567" y="143828"/>
                    <a:pt x="92202" y="141770"/>
                    <a:pt x="93853" y="140907"/>
                  </a:cubicBezTo>
                  <a:cubicBezTo>
                    <a:pt x="113729" y="130416"/>
                    <a:pt x="115570" y="128467"/>
                    <a:pt x="119634" y="130524"/>
                  </a:cubicBezTo>
                  <a:cubicBezTo>
                    <a:pt x="122746" y="131604"/>
                    <a:pt x="127698" y="136474"/>
                    <a:pt x="130746" y="132474"/>
                  </a:cubicBezTo>
                  <a:lnTo>
                    <a:pt x="137351" y="123819"/>
                  </a:lnTo>
                  <a:cubicBezTo>
                    <a:pt x="139954" y="120358"/>
                    <a:pt x="145986" y="119278"/>
                    <a:pt x="146241" y="123819"/>
                  </a:cubicBezTo>
                  <a:cubicBezTo>
                    <a:pt x="146368" y="124466"/>
                    <a:pt x="145669" y="129121"/>
                    <a:pt x="149606" y="130092"/>
                  </a:cubicBezTo>
                  <a:cubicBezTo>
                    <a:pt x="154369" y="131280"/>
                    <a:pt x="155511" y="124575"/>
                    <a:pt x="159004" y="128035"/>
                  </a:cubicBezTo>
                  <a:lnTo>
                    <a:pt x="159639" y="128689"/>
                  </a:lnTo>
                  <a:cubicBezTo>
                    <a:pt x="161925" y="130956"/>
                    <a:pt x="165735" y="129661"/>
                    <a:pt x="165164" y="129661"/>
                  </a:cubicBezTo>
                  <a:cubicBezTo>
                    <a:pt x="166116" y="129229"/>
                    <a:pt x="166878" y="129337"/>
                    <a:pt x="167449" y="129877"/>
                  </a:cubicBezTo>
                  <a:lnTo>
                    <a:pt x="172847" y="118631"/>
                  </a:lnTo>
                  <a:lnTo>
                    <a:pt x="172974" y="1185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B07E8CAD-08FE-2C3E-6B8A-B04B9500A8FC}"/>
                </a:ext>
              </a:extLst>
            </p:cNvPr>
            <p:cNvSpPr/>
            <p:nvPr/>
          </p:nvSpPr>
          <p:spPr>
            <a:xfrm>
              <a:off x="5316929" y="3670118"/>
              <a:ext cx="131672" cy="264824"/>
            </a:xfrm>
            <a:custGeom>
              <a:avLst/>
              <a:gdLst>
                <a:gd name="csX0" fmla="*/ 28251 w 151853"/>
                <a:gd name="csY0" fmla="*/ 41559 h 305413"/>
                <a:gd name="csX1" fmla="*/ 33230 w 151853"/>
                <a:gd name="csY1" fmla="*/ 114222 h 305413"/>
                <a:gd name="csX2" fmla="*/ 0 w 151853"/>
                <a:gd name="csY2" fmla="*/ 140721 h 305413"/>
                <a:gd name="csX3" fmla="*/ 6382 w 151853"/>
                <a:gd name="csY3" fmla="*/ 176077 h 305413"/>
                <a:gd name="csX4" fmla="*/ 27274 w 151853"/>
                <a:gd name="csY4" fmla="*/ 185920 h 305413"/>
                <a:gd name="csX5" fmla="*/ 31280 w 151853"/>
                <a:gd name="csY5" fmla="*/ 207548 h 305413"/>
                <a:gd name="csX6" fmla="*/ 57036 w 151853"/>
                <a:gd name="csY6" fmla="*/ 227227 h 305413"/>
                <a:gd name="csX7" fmla="*/ 75762 w 151853"/>
                <a:gd name="csY7" fmla="*/ 305414 h 305413"/>
                <a:gd name="csX8" fmla="*/ 90697 w 151853"/>
                <a:gd name="csY8" fmla="*/ 299896 h 305413"/>
                <a:gd name="csX9" fmla="*/ 104013 w 151853"/>
                <a:gd name="csY9" fmla="*/ 275785 h 305413"/>
                <a:gd name="csX10" fmla="*/ 96653 w 151853"/>
                <a:gd name="csY10" fmla="*/ 252208 h 305413"/>
                <a:gd name="csX11" fmla="*/ 103365 w 151853"/>
                <a:gd name="csY11" fmla="*/ 241933 h 305413"/>
                <a:gd name="csX12" fmla="*/ 113538 w 151853"/>
                <a:gd name="csY12" fmla="*/ 239990 h 305413"/>
                <a:gd name="csX13" fmla="*/ 120034 w 151853"/>
                <a:gd name="csY13" fmla="*/ 229176 h 305413"/>
                <a:gd name="csX14" fmla="*/ 151854 w 151853"/>
                <a:gd name="csY14" fmla="*/ 211872 h 305413"/>
                <a:gd name="csX15" fmla="*/ 149689 w 151853"/>
                <a:gd name="csY15" fmla="*/ 175106 h 305413"/>
                <a:gd name="csX16" fmla="*/ 150768 w 151853"/>
                <a:gd name="csY16" fmla="*/ 174458 h 305413"/>
                <a:gd name="csX17" fmla="*/ 135293 w 151853"/>
                <a:gd name="csY17" fmla="*/ 167860 h 305413"/>
                <a:gd name="csX18" fmla="*/ 131286 w 151853"/>
                <a:gd name="csY18" fmla="*/ 156183 h 305413"/>
                <a:gd name="csX19" fmla="*/ 123711 w 151853"/>
                <a:gd name="csY19" fmla="*/ 160831 h 305413"/>
                <a:gd name="csX20" fmla="*/ 121761 w 151853"/>
                <a:gd name="csY20" fmla="*/ 153586 h 305413"/>
                <a:gd name="csX21" fmla="*/ 129121 w 151853"/>
                <a:gd name="csY21" fmla="*/ 145477 h 305413"/>
                <a:gd name="csX22" fmla="*/ 119380 w 151853"/>
                <a:gd name="csY22" fmla="*/ 142772 h 305413"/>
                <a:gd name="csX23" fmla="*/ 101740 w 151853"/>
                <a:gd name="csY23" fmla="*/ 148182 h 305413"/>
                <a:gd name="csX24" fmla="*/ 106178 w 151853"/>
                <a:gd name="csY24" fmla="*/ 120928 h 305413"/>
                <a:gd name="csX25" fmla="*/ 134753 w 151853"/>
                <a:gd name="csY25" fmla="*/ 84377 h 305413"/>
                <a:gd name="csX26" fmla="*/ 130207 w 151853"/>
                <a:gd name="csY26" fmla="*/ 71188 h 305413"/>
                <a:gd name="csX27" fmla="*/ 120142 w 151853"/>
                <a:gd name="csY27" fmla="*/ 64806 h 305413"/>
                <a:gd name="csX28" fmla="*/ 111913 w 151853"/>
                <a:gd name="csY28" fmla="*/ 50855 h 305413"/>
                <a:gd name="csX29" fmla="*/ 117107 w 151853"/>
                <a:gd name="csY29" fmla="*/ 39933 h 305413"/>
                <a:gd name="csX30" fmla="*/ 125876 w 151853"/>
                <a:gd name="csY30" fmla="*/ 35177 h 305413"/>
                <a:gd name="csX31" fmla="*/ 135725 w 151853"/>
                <a:gd name="csY31" fmla="*/ 17118 h 305413"/>
                <a:gd name="csX32" fmla="*/ 130747 w 151853"/>
                <a:gd name="csY32" fmla="*/ 12362 h 305413"/>
                <a:gd name="csX33" fmla="*/ 113754 w 151853"/>
                <a:gd name="csY33" fmla="*/ 23391 h 305413"/>
                <a:gd name="csX34" fmla="*/ 113322 w 151853"/>
                <a:gd name="csY34" fmla="*/ 24039 h 305413"/>
                <a:gd name="csX35" fmla="*/ 103689 w 151853"/>
                <a:gd name="csY35" fmla="*/ 21118 h 305413"/>
                <a:gd name="csX36" fmla="*/ 96977 w 151853"/>
                <a:gd name="csY36" fmla="*/ 3922 h 305413"/>
                <a:gd name="csX37" fmla="*/ 84424 w 151853"/>
                <a:gd name="csY37" fmla="*/ 246 h 305413"/>
                <a:gd name="csX38" fmla="*/ 61690 w 151853"/>
                <a:gd name="csY38" fmla="*/ 6088 h 305413"/>
                <a:gd name="csX39" fmla="*/ 51518 w 151853"/>
                <a:gd name="csY39" fmla="*/ 14089 h 305413"/>
                <a:gd name="csX40" fmla="*/ 50222 w 151853"/>
                <a:gd name="csY40" fmla="*/ 14952 h 305413"/>
                <a:gd name="csX41" fmla="*/ 50222 w 151853"/>
                <a:gd name="csY41" fmla="*/ 15168 h 305413"/>
                <a:gd name="csX42" fmla="*/ 28575 w 151853"/>
                <a:gd name="csY42" fmla="*/ 41451 h 305413"/>
                <a:gd name="csX43" fmla="*/ 28251 w 151853"/>
                <a:gd name="csY43" fmla="*/ 41559 h 305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51853" h="305413">
                  <a:moveTo>
                    <a:pt x="28251" y="41559"/>
                  </a:moveTo>
                  <a:lnTo>
                    <a:pt x="33230" y="114222"/>
                  </a:lnTo>
                  <a:lnTo>
                    <a:pt x="0" y="140721"/>
                  </a:lnTo>
                  <a:lnTo>
                    <a:pt x="6382" y="176077"/>
                  </a:lnTo>
                  <a:lnTo>
                    <a:pt x="27274" y="185920"/>
                  </a:lnTo>
                  <a:lnTo>
                    <a:pt x="31280" y="207548"/>
                  </a:lnTo>
                  <a:lnTo>
                    <a:pt x="57036" y="227227"/>
                  </a:lnTo>
                  <a:lnTo>
                    <a:pt x="75762" y="305414"/>
                  </a:lnTo>
                  <a:lnTo>
                    <a:pt x="90697" y="299896"/>
                  </a:lnTo>
                  <a:lnTo>
                    <a:pt x="104013" y="275785"/>
                  </a:lnTo>
                  <a:lnTo>
                    <a:pt x="96653" y="252208"/>
                  </a:lnTo>
                  <a:lnTo>
                    <a:pt x="103365" y="241933"/>
                  </a:lnTo>
                  <a:lnTo>
                    <a:pt x="113538" y="239990"/>
                  </a:lnTo>
                  <a:lnTo>
                    <a:pt x="120034" y="229176"/>
                  </a:lnTo>
                  <a:lnTo>
                    <a:pt x="151854" y="211872"/>
                  </a:lnTo>
                  <a:lnTo>
                    <a:pt x="149689" y="175106"/>
                  </a:lnTo>
                  <a:lnTo>
                    <a:pt x="150768" y="174458"/>
                  </a:lnTo>
                  <a:cubicBezTo>
                    <a:pt x="138106" y="171969"/>
                    <a:pt x="135833" y="171537"/>
                    <a:pt x="135293" y="167860"/>
                  </a:cubicBezTo>
                  <a:cubicBezTo>
                    <a:pt x="133991" y="158558"/>
                    <a:pt x="133991" y="152614"/>
                    <a:pt x="131286" y="156183"/>
                  </a:cubicBezTo>
                  <a:cubicBezTo>
                    <a:pt x="129775" y="157586"/>
                    <a:pt x="126848" y="164508"/>
                    <a:pt x="123711" y="160831"/>
                  </a:cubicBezTo>
                  <a:cubicBezTo>
                    <a:pt x="123171" y="159859"/>
                    <a:pt x="117977" y="156183"/>
                    <a:pt x="121761" y="153586"/>
                  </a:cubicBezTo>
                  <a:cubicBezTo>
                    <a:pt x="125121" y="150772"/>
                    <a:pt x="134322" y="146664"/>
                    <a:pt x="129121" y="145477"/>
                  </a:cubicBezTo>
                  <a:lnTo>
                    <a:pt x="119380" y="142772"/>
                  </a:lnTo>
                  <a:cubicBezTo>
                    <a:pt x="115919" y="155535"/>
                    <a:pt x="108128" y="152614"/>
                    <a:pt x="101740" y="148182"/>
                  </a:cubicBezTo>
                  <a:cubicBezTo>
                    <a:pt x="90697" y="140613"/>
                    <a:pt x="93186" y="127525"/>
                    <a:pt x="106178" y="120928"/>
                  </a:cubicBezTo>
                  <a:cubicBezTo>
                    <a:pt x="116567" y="115632"/>
                    <a:pt x="135941" y="94003"/>
                    <a:pt x="134753" y="84377"/>
                  </a:cubicBezTo>
                  <a:cubicBezTo>
                    <a:pt x="133667" y="79945"/>
                    <a:pt x="134753" y="73455"/>
                    <a:pt x="130207" y="71188"/>
                  </a:cubicBezTo>
                  <a:cubicBezTo>
                    <a:pt x="126416" y="69346"/>
                    <a:pt x="122739" y="67943"/>
                    <a:pt x="120142" y="64806"/>
                  </a:cubicBezTo>
                  <a:cubicBezTo>
                    <a:pt x="112782" y="56050"/>
                    <a:pt x="111157" y="54856"/>
                    <a:pt x="111913" y="50855"/>
                  </a:cubicBezTo>
                  <a:cubicBezTo>
                    <a:pt x="112999" y="47502"/>
                    <a:pt x="112236" y="41451"/>
                    <a:pt x="117107" y="39933"/>
                  </a:cubicBezTo>
                  <a:cubicBezTo>
                    <a:pt x="118301" y="39502"/>
                    <a:pt x="123279" y="38854"/>
                    <a:pt x="125876" y="35177"/>
                  </a:cubicBezTo>
                  <a:cubicBezTo>
                    <a:pt x="134753" y="22953"/>
                    <a:pt x="137027" y="21118"/>
                    <a:pt x="135725" y="17118"/>
                  </a:cubicBezTo>
                  <a:cubicBezTo>
                    <a:pt x="135293" y="16362"/>
                    <a:pt x="134646" y="10196"/>
                    <a:pt x="130747" y="12362"/>
                  </a:cubicBezTo>
                  <a:cubicBezTo>
                    <a:pt x="121977" y="17118"/>
                    <a:pt x="116351" y="19391"/>
                    <a:pt x="113754" y="23391"/>
                  </a:cubicBezTo>
                  <a:lnTo>
                    <a:pt x="113322" y="24039"/>
                  </a:lnTo>
                  <a:cubicBezTo>
                    <a:pt x="110725" y="27932"/>
                    <a:pt x="102711" y="24903"/>
                    <a:pt x="103689" y="21118"/>
                  </a:cubicBezTo>
                  <a:cubicBezTo>
                    <a:pt x="104661" y="17550"/>
                    <a:pt x="101956" y="6412"/>
                    <a:pt x="96977" y="3922"/>
                  </a:cubicBezTo>
                  <a:cubicBezTo>
                    <a:pt x="92863" y="1871"/>
                    <a:pt x="88754" y="-834"/>
                    <a:pt x="84424" y="246"/>
                  </a:cubicBezTo>
                  <a:lnTo>
                    <a:pt x="61690" y="6088"/>
                  </a:lnTo>
                  <a:cubicBezTo>
                    <a:pt x="56712" y="7383"/>
                    <a:pt x="50870" y="14736"/>
                    <a:pt x="51518" y="14089"/>
                  </a:cubicBezTo>
                  <a:cubicBezTo>
                    <a:pt x="51194" y="14413"/>
                    <a:pt x="50654" y="14628"/>
                    <a:pt x="50222" y="14952"/>
                  </a:cubicBezTo>
                  <a:lnTo>
                    <a:pt x="50222" y="15168"/>
                  </a:lnTo>
                  <a:lnTo>
                    <a:pt x="28575" y="41451"/>
                  </a:lnTo>
                  <a:lnTo>
                    <a:pt x="28251" y="41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B788384F-17C9-AECC-541B-EA6A5187505C}"/>
                </a:ext>
              </a:extLst>
            </p:cNvPr>
            <p:cNvSpPr/>
            <p:nvPr/>
          </p:nvSpPr>
          <p:spPr>
            <a:xfrm>
              <a:off x="5435292" y="3758846"/>
              <a:ext cx="7343" cy="5765"/>
            </a:xfrm>
            <a:custGeom>
              <a:avLst/>
              <a:gdLst>
                <a:gd name="csX0" fmla="*/ 2687 w 8468"/>
                <a:gd name="csY0" fmla="*/ 6598 h 6649"/>
                <a:gd name="csX1" fmla="*/ 7342 w 8468"/>
                <a:gd name="csY1" fmla="*/ 2813 h 6649"/>
                <a:gd name="csX2" fmla="*/ 5068 w 8468"/>
                <a:gd name="csY2" fmla="*/ 756 h 6649"/>
                <a:gd name="csX3" fmla="*/ 2687 w 8468"/>
                <a:gd name="csY3" fmla="*/ 6598 h 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8" h="6649">
                  <a:moveTo>
                    <a:pt x="2687" y="6598"/>
                  </a:moveTo>
                  <a:cubicBezTo>
                    <a:pt x="3443" y="6382"/>
                    <a:pt x="11348" y="6274"/>
                    <a:pt x="7342" y="2813"/>
                  </a:cubicBezTo>
                  <a:lnTo>
                    <a:pt x="5068" y="756"/>
                  </a:lnTo>
                  <a:cubicBezTo>
                    <a:pt x="1061" y="-2813"/>
                    <a:pt x="-2723" y="7461"/>
                    <a:pt x="2687" y="6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A1E497E4-19A0-046C-AA90-78C29DEA3D14}"/>
                </a:ext>
              </a:extLst>
            </p:cNvPr>
            <p:cNvSpPr/>
            <p:nvPr/>
          </p:nvSpPr>
          <p:spPr>
            <a:xfrm>
              <a:off x="6853955" y="5430365"/>
              <a:ext cx="6668" cy="6487"/>
            </a:xfrm>
            <a:custGeom>
              <a:avLst/>
              <a:gdLst>
                <a:gd name="csX0" fmla="*/ 400 w 7690"/>
                <a:gd name="csY0" fmla="*/ 3632 h 7481"/>
                <a:gd name="csX1" fmla="*/ 209 w 7690"/>
                <a:gd name="csY1" fmla="*/ 4496 h 7481"/>
                <a:gd name="csX2" fmla="*/ 4972 w 7690"/>
                <a:gd name="csY2" fmla="*/ 7417 h 7481"/>
                <a:gd name="csX3" fmla="*/ 7638 w 7690"/>
                <a:gd name="csY3" fmla="*/ 3956 h 7481"/>
                <a:gd name="csX4" fmla="*/ 7448 w 7690"/>
                <a:gd name="csY4" fmla="*/ 2762 h 7481"/>
                <a:gd name="csX5" fmla="*/ 526 w 7690"/>
                <a:gd name="csY5" fmla="*/ 3740 h 7481"/>
                <a:gd name="csX6" fmla="*/ 400 w 7690"/>
                <a:gd name="csY6" fmla="*/ 3632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0" h="7481">
                  <a:moveTo>
                    <a:pt x="400" y="3632"/>
                  </a:moveTo>
                  <a:lnTo>
                    <a:pt x="209" y="4496"/>
                  </a:lnTo>
                  <a:cubicBezTo>
                    <a:pt x="-1125" y="8604"/>
                    <a:pt x="4337" y="7201"/>
                    <a:pt x="4972" y="7417"/>
                  </a:cubicBezTo>
                  <a:cubicBezTo>
                    <a:pt x="6813" y="7309"/>
                    <a:pt x="7956" y="5791"/>
                    <a:pt x="7638" y="3956"/>
                  </a:cubicBezTo>
                  <a:lnTo>
                    <a:pt x="7448" y="2762"/>
                  </a:lnTo>
                  <a:cubicBezTo>
                    <a:pt x="6559" y="-1562"/>
                    <a:pt x="1797" y="-483"/>
                    <a:pt x="526" y="3740"/>
                  </a:cubicBezTo>
                  <a:lnTo>
                    <a:pt x="400" y="36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474D870A-E670-9707-D2A8-EAAB2517ECE9}"/>
                </a:ext>
              </a:extLst>
            </p:cNvPr>
            <p:cNvSpPr/>
            <p:nvPr/>
          </p:nvSpPr>
          <p:spPr>
            <a:xfrm>
              <a:off x="4668391" y="6171008"/>
              <a:ext cx="11236" cy="12166"/>
            </a:xfrm>
            <a:custGeom>
              <a:avLst/>
              <a:gdLst>
                <a:gd name="csX0" fmla="*/ 3272 w 12958"/>
                <a:gd name="csY0" fmla="*/ 1161 h 14031"/>
                <a:gd name="csX1" fmla="*/ 1107 w 12958"/>
                <a:gd name="csY1" fmla="*/ 8729 h 14031"/>
                <a:gd name="csX2" fmla="*/ 9552 w 12958"/>
                <a:gd name="csY2" fmla="*/ 12730 h 14031"/>
                <a:gd name="csX3" fmla="*/ 11819 w 12958"/>
                <a:gd name="csY3" fmla="*/ 4513 h 14031"/>
                <a:gd name="csX4" fmla="*/ 3380 w 12958"/>
                <a:gd name="csY4" fmla="*/ 1052 h 14031"/>
                <a:gd name="csX5" fmla="*/ 3272 w 12958"/>
                <a:gd name="csY5" fmla="*/ 1161 h 1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8" h="14031">
                  <a:moveTo>
                    <a:pt x="3272" y="1161"/>
                  </a:moveTo>
                  <a:cubicBezTo>
                    <a:pt x="2732" y="2024"/>
                    <a:pt x="-2138" y="5269"/>
                    <a:pt x="1107" y="8729"/>
                  </a:cubicBezTo>
                  <a:cubicBezTo>
                    <a:pt x="2840" y="10025"/>
                    <a:pt x="6193" y="16839"/>
                    <a:pt x="9552" y="12730"/>
                  </a:cubicBezTo>
                  <a:cubicBezTo>
                    <a:pt x="10092" y="11758"/>
                    <a:pt x="15178" y="7866"/>
                    <a:pt x="11819" y="4513"/>
                  </a:cubicBezTo>
                  <a:cubicBezTo>
                    <a:pt x="11819" y="4513"/>
                    <a:pt x="6733" y="-2624"/>
                    <a:pt x="3380" y="1052"/>
                  </a:cubicBezTo>
                  <a:lnTo>
                    <a:pt x="3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7F3BAF4E-39D9-4182-6C3F-553A6EE0E1BE}"/>
                </a:ext>
              </a:extLst>
            </p:cNvPr>
            <p:cNvSpPr/>
            <p:nvPr/>
          </p:nvSpPr>
          <p:spPr>
            <a:xfrm>
              <a:off x="4655277" y="6180518"/>
              <a:ext cx="7808" cy="10097"/>
            </a:xfrm>
            <a:custGeom>
              <a:avLst/>
              <a:gdLst>
                <a:gd name="csX0" fmla="*/ 3569 w 9005"/>
                <a:gd name="csY0" fmla="*/ 251 h 11645"/>
                <a:gd name="csX1" fmla="*/ 0 w 9005"/>
                <a:gd name="csY1" fmla="*/ 7605 h 11645"/>
                <a:gd name="csX2" fmla="*/ 3245 w 9005"/>
                <a:gd name="csY2" fmla="*/ 11605 h 11645"/>
                <a:gd name="csX3" fmla="*/ 4763 w 9005"/>
                <a:gd name="csY3" fmla="*/ 11605 h 11645"/>
                <a:gd name="csX4" fmla="*/ 8979 w 9005"/>
                <a:gd name="csY4" fmla="*/ 3280 h 11645"/>
                <a:gd name="csX5" fmla="*/ 3677 w 9005"/>
                <a:gd name="csY5" fmla="*/ 143 h 11645"/>
                <a:gd name="csX6" fmla="*/ 3569 w 9005"/>
                <a:gd name="csY6" fmla="*/ 251 h 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05" h="11645">
                  <a:moveTo>
                    <a:pt x="3569" y="251"/>
                  </a:moveTo>
                  <a:cubicBezTo>
                    <a:pt x="-978" y="683"/>
                    <a:pt x="216" y="6633"/>
                    <a:pt x="0" y="7605"/>
                  </a:cubicBezTo>
                  <a:cubicBezTo>
                    <a:pt x="0" y="9656"/>
                    <a:pt x="1403" y="11389"/>
                    <a:pt x="3245" y="11605"/>
                  </a:cubicBezTo>
                  <a:lnTo>
                    <a:pt x="4763" y="11605"/>
                  </a:lnTo>
                  <a:cubicBezTo>
                    <a:pt x="9525" y="12253"/>
                    <a:pt x="8547" y="5007"/>
                    <a:pt x="8979" y="3280"/>
                  </a:cubicBezTo>
                  <a:cubicBezTo>
                    <a:pt x="9417" y="-1374"/>
                    <a:pt x="4331" y="359"/>
                    <a:pt x="3677" y="143"/>
                  </a:cubicBezTo>
                  <a:lnTo>
                    <a:pt x="3569" y="2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E785A75F-B0E0-7FFC-D0BB-659D4BE5B13E}"/>
                </a:ext>
              </a:extLst>
            </p:cNvPr>
            <p:cNvSpPr/>
            <p:nvPr/>
          </p:nvSpPr>
          <p:spPr>
            <a:xfrm>
              <a:off x="5070850" y="4577614"/>
              <a:ext cx="56498" cy="160811"/>
            </a:xfrm>
            <a:custGeom>
              <a:avLst/>
              <a:gdLst>
                <a:gd name="csX0" fmla="*/ 52388 w 65157"/>
                <a:gd name="csY0" fmla="*/ 63474 h 185458"/>
                <a:gd name="csX1" fmla="*/ 53905 w 65157"/>
                <a:gd name="csY1" fmla="*/ 42608 h 185458"/>
                <a:gd name="csX2" fmla="*/ 36042 w 65157"/>
                <a:gd name="csY2" fmla="*/ 31471 h 185458"/>
                <a:gd name="csX3" fmla="*/ 37020 w 65157"/>
                <a:gd name="csY3" fmla="*/ 4216 h 185458"/>
                <a:gd name="csX4" fmla="*/ 37020 w 65157"/>
                <a:gd name="csY4" fmla="*/ 3892 h 185458"/>
                <a:gd name="csX5" fmla="*/ 4654 w 65157"/>
                <a:gd name="csY5" fmla="*/ 0 h 185458"/>
                <a:gd name="csX6" fmla="*/ 0 w 65157"/>
                <a:gd name="csY6" fmla="*/ 19247 h 185458"/>
                <a:gd name="csX7" fmla="*/ 13748 w 65157"/>
                <a:gd name="csY7" fmla="*/ 32766 h 185458"/>
                <a:gd name="csX8" fmla="*/ 14503 w 65157"/>
                <a:gd name="csY8" fmla="*/ 90729 h 185458"/>
                <a:gd name="csX9" fmla="*/ 27172 w 65157"/>
                <a:gd name="csY9" fmla="*/ 105111 h 185458"/>
                <a:gd name="csX10" fmla="*/ 22301 w 65157"/>
                <a:gd name="csY10" fmla="*/ 157124 h 185458"/>
                <a:gd name="csX11" fmla="*/ 41021 w 65157"/>
                <a:gd name="csY11" fmla="*/ 185458 h 185458"/>
                <a:gd name="csX12" fmla="*/ 43726 w 65157"/>
                <a:gd name="csY12" fmla="*/ 183833 h 185458"/>
                <a:gd name="csX13" fmla="*/ 65157 w 65157"/>
                <a:gd name="csY13" fmla="*/ 178752 h 185458"/>
                <a:gd name="csX14" fmla="*/ 64186 w 65157"/>
                <a:gd name="csY14" fmla="*/ 77533 h 185458"/>
                <a:gd name="csX15" fmla="*/ 52279 w 65157"/>
                <a:gd name="csY15" fmla="*/ 63583 h 185458"/>
                <a:gd name="csX16" fmla="*/ 52388 w 65157"/>
                <a:gd name="csY16" fmla="*/ 63474 h 18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5157" h="185458">
                  <a:moveTo>
                    <a:pt x="52388" y="63474"/>
                  </a:moveTo>
                  <a:lnTo>
                    <a:pt x="53905" y="42608"/>
                  </a:lnTo>
                  <a:lnTo>
                    <a:pt x="36042" y="31471"/>
                  </a:lnTo>
                  <a:lnTo>
                    <a:pt x="37020" y="4216"/>
                  </a:lnTo>
                  <a:lnTo>
                    <a:pt x="37020" y="3892"/>
                  </a:lnTo>
                  <a:lnTo>
                    <a:pt x="4654" y="0"/>
                  </a:lnTo>
                  <a:lnTo>
                    <a:pt x="0" y="19247"/>
                  </a:lnTo>
                  <a:lnTo>
                    <a:pt x="13748" y="32766"/>
                  </a:lnTo>
                  <a:lnTo>
                    <a:pt x="14503" y="90729"/>
                  </a:lnTo>
                  <a:lnTo>
                    <a:pt x="27172" y="105111"/>
                  </a:lnTo>
                  <a:lnTo>
                    <a:pt x="22301" y="157124"/>
                  </a:lnTo>
                  <a:lnTo>
                    <a:pt x="41021" y="185458"/>
                  </a:lnTo>
                  <a:cubicBezTo>
                    <a:pt x="41891" y="184696"/>
                    <a:pt x="42754" y="184156"/>
                    <a:pt x="43726" y="183833"/>
                  </a:cubicBezTo>
                  <a:cubicBezTo>
                    <a:pt x="52711" y="181781"/>
                    <a:pt x="59639" y="180048"/>
                    <a:pt x="65157" y="178752"/>
                  </a:cubicBezTo>
                  <a:lnTo>
                    <a:pt x="64186" y="77533"/>
                  </a:lnTo>
                  <a:lnTo>
                    <a:pt x="52279" y="63583"/>
                  </a:lnTo>
                  <a:lnTo>
                    <a:pt x="52388" y="634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FCAEAE36-EE65-06B5-53CF-28C5735FF163}"/>
                </a:ext>
              </a:extLst>
            </p:cNvPr>
            <p:cNvSpPr/>
            <p:nvPr/>
          </p:nvSpPr>
          <p:spPr>
            <a:xfrm>
              <a:off x="6360833" y="5078783"/>
              <a:ext cx="8046" cy="17717"/>
            </a:xfrm>
            <a:custGeom>
              <a:avLst/>
              <a:gdLst>
                <a:gd name="csX0" fmla="*/ 650 w 9279"/>
                <a:gd name="csY0" fmla="*/ 14937 h 20432"/>
                <a:gd name="csX1" fmla="*/ 1412 w 9279"/>
                <a:gd name="csY1" fmla="*/ 19801 h 20432"/>
                <a:gd name="csX2" fmla="*/ 5222 w 9279"/>
                <a:gd name="csY2" fmla="*/ 338 h 20432"/>
                <a:gd name="csX3" fmla="*/ 4333 w 9279"/>
                <a:gd name="csY3" fmla="*/ 122 h 20432"/>
                <a:gd name="csX4" fmla="*/ 1285 w 9279"/>
                <a:gd name="csY4" fmla="*/ 13965 h 20432"/>
                <a:gd name="csX5" fmla="*/ 523 w 9279"/>
                <a:gd name="csY5" fmla="*/ 14937 h 20432"/>
                <a:gd name="csX6" fmla="*/ 650 w 9279"/>
                <a:gd name="csY6" fmla="*/ 14937 h 2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79" h="20432">
                  <a:moveTo>
                    <a:pt x="650" y="14937"/>
                  </a:moveTo>
                  <a:cubicBezTo>
                    <a:pt x="-1319" y="17642"/>
                    <a:pt x="1856" y="20341"/>
                    <a:pt x="1412" y="19801"/>
                  </a:cubicBezTo>
                  <a:cubicBezTo>
                    <a:pt x="7444" y="24449"/>
                    <a:pt x="13540" y="1957"/>
                    <a:pt x="5222" y="338"/>
                  </a:cubicBezTo>
                  <a:lnTo>
                    <a:pt x="4333" y="122"/>
                  </a:lnTo>
                  <a:cubicBezTo>
                    <a:pt x="-2081" y="-1180"/>
                    <a:pt x="5539" y="8231"/>
                    <a:pt x="1285" y="13965"/>
                  </a:cubicBezTo>
                  <a:lnTo>
                    <a:pt x="523" y="14937"/>
                  </a:lnTo>
                  <a:lnTo>
                    <a:pt x="650" y="149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B2EA696D-6F33-FD7D-02BB-A5BDD8211F5C}"/>
                </a:ext>
              </a:extLst>
            </p:cNvPr>
            <p:cNvSpPr/>
            <p:nvPr/>
          </p:nvSpPr>
          <p:spPr>
            <a:xfrm>
              <a:off x="6346998" y="5106932"/>
              <a:ext cx="12266" cy="22512"/>
            </a:xfrm>
            <a:custGeom>
              <a:avLst/>
              <a:gdLst>
                <a:gd name="csX0" fmla="*/ 10128 w 14146"/>
                <a:gd name="csY0" fmla="*/ 13398 h 25962"/>
                <a:gd name="csX1" fmla="*/ 7397 w 14146"/>
                <a:gd name="csY1" fmla="*/ 11023 h 25962"/>
                <a:gd name="csX2" fmla="*/ 2127 w 14146"/>
                <a:gd name="csY2" fmla="*/ 1289 h 25962"/>
                <a:gd name="csX3" fmla="*/ 32 w 14146"/>
                <a:gd name="csY3" fmla="*/ 10154 h 25962"/>
                <a:gd name="csX4" fmla="*/ 2445 w 14146"/>
                <a:gd name="csY4" fmla="*/ 18377 h 25962"/>
                <a:gd name="csX5" fmla="*/ 5873 w 14146"/>
                <a:gd name="csY5" fmla="*/ 19240 h 25962"/>
                <a:gd name="csX6" fmla="*/ 9557 w 14146"/>
                <a:gd name="csY6" fmla="*/ 24536 h 25962"/>
                <a:gd name="csX7" fmla="*/ 13874 w 14146"/>
                <a:gd name="csY7" fmla="*/ 19888 h 25962"/>
                <a:gd name="csX8" fmla="*/ 10001 w 14146"/>
                <a:gd name="csY8" fmla="*/ 13398 h 25962"/>
                <a:gd name="csX9" fmla="*/ 10128 w 14146"/>
                <a:gd name="csY9" fmla="*/ 13398 h 2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146" h="25962">
                  <a:moveTo>
                    <a:pt x="10128" y="13398"/>
                  </a:moveTo>
                  <a:cubicBezTo>
                    <a:pt x="9112" y="13830"/>
                    <a:pt x="7969" y="12751"/>
                    <a:pt x="7397" y="11023"/>
                  </a:cubicBezTo>
                  <a:cubicBezTo>
                    <a:pt x="5111" y="3562"/>
                    <a:pt x="3842" y="-2820"/>
                    <a:pt x="2127" y="1289"/>
                  </a:cubicBezTo>
                  <a:cubicBezTo>
                    <a:pt x="1873" y="1937"/>
                    <a:pt x="-286" y="5937"/>
                    <a:pt x="32" y="10154"/>
                  </a:cubicBezTo>
                  <a:cubicBezTo>
                    <a:pt x="603" y="15995"/>
                    <a:pt x="603" y="20644"/>
                    <a:pt x="2445" y="18377"/>
                  </a:cubicBezTo>
                  <a:cubicBezTo>
                    <a:pt x="3270" y="17291"/>
                    <a:pt x="4921" y="17729"/>
                    <a:pt x="5873" y="19240"/>
                  </a:cubicBezTo>
                  <a:lnTo>
                    <a:pt x="9557" y="24536"/>
                  </a:lnTo>
                  <a:cubicBezTo>
                    <a:pt x="12033" y="28213"/>
                    <a:pt x="15081" y="24104"/>
                    <a:pt x="13874" y="19888"/>
                  </a:cubicBezTo>
                  <a:cubicBezTo>
                    <a:pt x="13494" y="18808"/>
                    <a:pt x="12478" y="12319"/>
                    <a:pt x="10001" y="13398"/>
                  </a:cubicBezTo>
                  <a:lnTo>
                    <a:pt x="10128" y="133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B68033D7-FEE7-D435-5C26-F2A1B13EA783}"/>
                </a:ext>
              </a:extLst>
            </p:cNvPr>
            <p:cNvSpPr/>
            <p:nvPr/>
          </p:nvSpPr>
          <p:spPr>
            <a:xfrm>
              <a:off x="6360887" y="5167207"/>
              <a:ext cx="8507" cy="11550"/>
            </a:xfrm>
            <a:custGeom>
              <a:avLst/>
              <a:gdLst>
                <a:gd name="csX0" fmla="*/ 1539 w 9811"/>
                <a:gd name="csY0" fmla="*/ 12662 h 13320"/>
                <a:gd name="csX1" fmla="*/ 2239 w 9811"/>
                <a:gd name="csY1" fmla="*/ 12986 h 13320"/>
                <a:gd name="csX2" fmla="*/ 9477 w 9811"/>
                <a:gd name="csY2" fmla="*/ 4445 h 13320"/>
                <a:gd name="csX3" fmla="*/ 7953 w 9811"/>
                <a:gd name="csY3" fmla="*/ 876 h 13320"/>
                <a:gd name="csX4" fmla="*/ 1539 w 9811"/>
                <a:gd name="csY4" fmla="*/ 12662 h 13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11" h="13320">
                  <a:moveTo>
                    <a:pt x="1539" y="12662"/>
                  </a:moveTo>
                  <a:lnTo>
                    <a:pt x="2239" y="12986"/>
                  </a:lnTo>
                  <a:cubicBezTo>
                    <a:pt x="6429" y="14827"/>
                    <a:pt x="8906" y="8661"/>
                    <a:pt x="9477" y="4445"/>
                  </a:cubicBezTo>
                  <a:cubicBezTo>
                    <a:pt x="9477" y="4445"/>
                    <a:pt x="10874" y="-2369"/>
                    <a:pt x="7953" y="876"/>
                  </a:cubicBezTo>
                  <a:cubicBezTo>
                    <a:pt x="4461" y="5632"/>
                    <a:pt x="-3286" y="10503"/>
                    <a:pt x="1539" y="1266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7E6F902A-6DF7-2415-DD3B-86CCE780DBAE}"/>
                </a:ext>
              </a:extLst>
            </p:cNvPr>
            <p:cNvSpPr/>
            <p:nvPr/>
          </p:nvSpPr>
          <p:spPr>
            <a:xfrm>
              <a:off x="6139610" y="4982164"/>
              <a:ext cx="10005" cy="6878"/>
            </a:xfrm>
            <a:custGeom>
              <a:avLst/>
              <a:gdLst>
                <a:gd name="csX0" fmla="*/ 1778 w 11538"/>
                <a:gd name="csY0" fmla="*/ 272 h 7932"/>
                <a:gd name="csX1" fmla="*/ 127 w 11538"/>
                <a:gd name="csY1" fmla="*/ 2222 h 7932"/>
                <a:gd name="csX2" fmla="*/ 127 w 11538"/>
                <a:gd name="csY2" fmla="*/ 2977 h 7932"/>
                <a:gd name="csX3" fmla="*/ 9207 w 11538"/>
                <a:gd name="csY3" fmla="*/ 7848 h 7932"/>
                <a:gd name="csX4" fmla="*/ 10541 w 11538"/>
                <a:gd name="csY4" fmla="*/ 3517 h 7932"/>
                <a:gd name="csX5" fmla="*/ 1778 w 11538"/>
                <a:gd name="csY5" fmla="*/ 272 h 7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8" h="7932">
                  <a:moveTo>
                    <a:pt x="1778" y="272"/>
                  </a:moveTo>
                  <a:cubicBezTo>
                    <a:pt x="444" y="-483"/>
                    <a:pt x="-318" y="387"/>
                    <a:pt x="127" y="2222"/>
                  </a:cubicBezTo>
                  <a:lnTo>
                    <a:pt x="127" y="2977"/>
                  </a:lnTo>
                  <a:cubicBezTo>
                    <a:pt x="1206" y="7518"/>
                    <a:pt x="7493" y="7194"/>
                    <a:pt x="9207" y="7848"/>
                  </a:cubicBezTo>
                  <a:cubicBezTo>
                    <a:pt x="13462" y="8604"/>
                    <a:pt x="10605" y="4063"/>
                    <a:pt x="10541" y="3517"/>
                  </a:cubicBezTo>
                  <a:cubicBezTo>
                    <a:pt x="8763" y="-915"/>
                    <a:pt x="5652" y="2546"/>
                    <a:pt x="1778" y="2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3D26CE0B-349D-4463-947D-A5B8E54A7C52}"/>
                </a:ext>
              </a:extLst>
            </p:cNvPr>
            <p:cNvSpPr/>
            <p:nvPr/>
          </p:nvSpPr>
          <p:spPr>
            <a:xfrm>
              <a:off x="6035074" y="4955305"/>
              <a:ext cx="350547" cy="348623"/>
            </a:xfrm>
            <a:custGeom>
              <a:avLst/>
              <a:gdLst>
                <a:gd name="csX0" fmla="*/ 297660 w 404275"/>
                <a:gd name="csY0" fmla="*/ 92672 h 402056"/>
                <a:gd name="csX1" fmla="*/ 303057 w 404275"/>
                <a:gd name="csY1" fmla="*/ 85535 h 402056"/>
                <a:gd name="csX2" fmla="*/ 301660 w 404275"/>
                <a:gd name="csY2" fmla="*/ 76130 h 402056"/>
                <a:gd name="csX3" fmla="*/ 165199 w 404275"/>
                <a:gd name="csY3" fmla="*/ 0 h 402056"/>
                <a:gd name="csX4" fmla="*/ 164945 w 404275"/>
                <a:gd name="csY4" fmla="*/ 0 h 402056"/>
                <a:gd name="csX5" fmla="*/ 160436 w 404275"/>
                <a:gd name="csY5" fmla="*/ 5950 h 402056"/>
                <a:gd name="csX6" fmla="*/ 155864 w 404275"/>
                <a:gd name="csY6" fmla="*/ 14599 h 402056"/>
                <a:gd name="csX7" fmla="*/ 152181 w 404275"/>
                <a:gd name="csY7" fmla="*/ 18491 h 402056"/>
                <a:gd name="csX8" fmla="*/ 148815 w 404275"/>
                <a:gd name="csY8" fmla="*/ 23571 h 402056"/>
                <a:gd name="csX9" fmla="*/ 141894 w 404275"/>
                <a:gd name="csY9" fmla="*/ 27902 h 402056"/>
                <a:gd name="csX10" fmla="*/ 142212 w 404275"/>
                <a:gd name="csY10" fmla="*/ 31140 h 402056"/>
                <a:gd name="csX11" fmla="*/ 142656 w 404275"/>
                <a:gd name="csY11" fmla="*/ 34817 h 402056"/>
                <a:gd name="csX12" fmla="*/ 143291 w 404275"/>
                <a:gd name="csY12" fmla="*/ 37954 h 402056"/>
                <a:gd name="csX13" fmla="*/ 152752 w 404275"/>
                <a:gd name="csY13" fmla="*/ 37954 h 402056"/>
                <a:gd name="csX14" fmla="*/ 152943 w 404275"/>
                <a:gd name="csY14" fmla="*/ 37738 h 402056"/>
                <a:gd name="csX15" fmla="*/ 157389 w 404275"/>
                <a:gd name="csY15" fmla="*/ 39040 h 402056"/>
                <a:gd name="csX16" fmla="*/ 145577 w 404275"/>
                <a:gd name="csY16" fmla="*/ 50826 h 402056"/>
                <a:gd name="csX17" fmla="*/ 141069 w 404275"/>
                <a:gd name="csY17" fmla="*/ 53423 h 402056"/>
                <a:gd name="csX18" fmla="*/ 137576 w 404275"/>
                <a:gd name="csY18" fmla="*/ 53092 h 402056"/>
                <a:gd name="csX19" fmla="*/ 128496 w 404275"/>
                <a:gd name="csY19" fmla="*/ 47149 h 402056"/>
                <a:gd name="csX20" fmla="*/ 123288 w 404275"/>
                <a:gd name="csY20" fmla="*/ 50178 h 402056"/>
                <a:gd name="csX21" fmla="*/ 118336 w 404275"/>
                <a:gd name="csY21" fmla="*/ 52337 h 402056"/>
                <a:gd name="csX22" fmla="*/ 109573 w 404275"/>
                <a:gd name="csY22" fmla="*/ 50394 h 402056"/>
                <a:gd name="csX23" fmla="*/ 104683 w 404275"/>
                <a:gd name="csY23" fmla="*/ 44012 h 402056"/>
                <a:gd name="csX24" fmla="*/ 94269 w 404275"/>
                <a:gd name="csY24" fmla="*/ 49746 h 402056"/>
                <a:gd name="csX25" fmla="*/ 94269 w 404275"/>
                <a:gd name="csY25" fmla="*/ 49962 h 402056"/>
                <a:gd name="csX26" fmla="*/ 92110 w 404275"/>
                <a:gd name="csY26" fmla="*/ 52984 h 402056"/>
                <a:gd name="csX27" fmla="*/ 89316 w 404275"/>
                <a:gd name="csY27" fmla="*/ 56769 h 402056"/>
                <a:gd name="csX28" fmla="*/ 85633 w 404275"/>
                <a:gd name="csY28" fmla="*/ 60662 h 402056"/>
                <a:gd name="csX29" fmla="*/ 80553 w 404275"/>
                <a:gd name="csY29" fmla="*/ 56661 h 402056"/>
                <a:gd name="csX30" fmla="*/ 82712 w 404275"/>
                <a:gd name="csY30" fmla="*/ 50178 h 402056"/>
                <a:gd name="csX31" fmla="*/ 79855 w 404275"/>
                <a:gd name="csY31" fmla="*/ 44660 h 402056"/>
                <a:gd name="csX32" fmla="*/ 76616 w 404275"/>
                <a:gd name="csY32" fmla="*/ 34493 h 402056"/>
                <a:gd name="csX33" fmla="*/ 84553 w 404275"/>
                <a:gd name="csY33" fmla="*/ 972 h 402056"/>
                <a:gd name="csX34" fmla="*/ 28927 w 404275"/>
                <a:gd name="csY34" fmla="*/ 648 h 402056"/>
                <a:gd name="csX35" fmla="*/ 44485 w 404275"/>
                <a:gd name="csY35" fmla="*/ 17952 h 402056"/>
                <a:gd name="csX36" fmla="*/ 47851 w 404275"/>
                <a:gd name="csY36" fmla="*/ 49632 h 402056"/>
                <a:gd name="csX37" fmla="*/ 35214 w 404275"/>
                <a:gd name="csY37" fmla="*/ 52553 h 402056"/>
                <a:gd name="csX38" fmla="*/ 31087 w 404275"/>
                <a:gd name="csY38" fmla="*/ 69857 h 402056"/>
                <a:gd name="csX39" fmla="*/ 46644 w 404275"/>
                <a:gd name="csY39" fmla="*/ 74289 h 402056"/>
                <a:gd name="csX40" fmla="*/ 46326 w 404275"/>
                <a:gd name="csY40" fmla="*/ 84563 h 402056"/>
                <a:gd name="csX41" fmla="*/ 18069 w 404275"/>
                <a:gd name="csY41" fmla="*/ 120682 h 402056"/>
                <a:gd name="csX42" fmla="*/ 1750 w 404275"/>
                <a:gd name="csY42" fmla="*/ 123495 h 402056"/>
                <a:gd name="csX43" fmla="*/ 1750 w 404275"/>
                <a:gd name="csY43" fmla="*/ 126626 h 402056"/>
                <a:gd name="csX44" fmla="*/ 99 w 404275"/>
                <a:gd name="csY44" fmla="*/ 136252 h 402056"/>
                <a:gd name="csX45" fmla="*/ 7909 w 404275"/>
                <a:gd name="csY45" fmla="*/ 154312 h 402056"/>
                <a:gd name="csX46" fmla="*/ 6957 w 404275"/>
                <a:gd name="csY46" fmla="*/ 164046 h 402056"/>
                <a:gd name="csX47" fmla="*/ 10386 w 404275"/>
                <a:gd name="csY47" fmla="*/ 179832 h 402056"/>
                <a:gd name="csX48" fmla="*/ 4989 w 404275"/>
                <a:gd name="csY48" fmla="*/ 187941 h 402056"/>
                <a:gd name="csX49" fmla="*/ 8100 w 404275"/>
                <a:gd name="csY49" fmla="*/ 195726 h 402056"/>
                <a:gd name="csX50" fmla="*/ 15783 w 404275"/>
                <a:gd name="csY50" fmla="*/ 198863 h 402056"/>
                <a:gd name="csX51" fmla="*/ 20926 w 404275"/>
                <a:gd name="csY51" fmla="*/ 200489 h 402056"/>
                <a:gd name="csX52" fmla="*/ 33753 w 404275"/>
                <a:gd name="csY52" fmla="*/ 216167 h 402056"/>
                <a:gd name="csX53" fmla="*/ 34960 w 404275"/>
                <a:gd name="csY53" fmla="*/ 222872 h 402056"/>
                <a:gd name="csX54" fmla="*/ 36611 w 404275"/>
                <a:gd name="csY54" fmla="*/ 230550 h 402056"/>
                <a:gd name="csX55" fmla="*/ 38008 w 404275"/>
                <a:gd name="csY55" fmla="*/ 238011 h 402056"/>
                <a:gd name="csX56" fmla="*/ 39405 w 404275"/>
                <a:gd name="csY56" fmla="*/ 244285 h 402056"/>
                <a:gd name="csX57" fmla="*/ 50201 w 404275"/>
                <a:gd name="csY57" fmla="*/ 264935 h 402056"/>
                <a:gd name="csX58" fmla="*/ 55089 w 404275"/>
                <a:gd name="csY58" fmla="*/ 269805 h 402056"/>
                <a:gd name="csX59" fmla="*/ 58582 w 404275"/>
                <a:gd name="csY59" fmla="*/ 274777 h 402056"/>
                <a:gd name="csX60" fmla="*/ 59662 w 404275"/>
                <a:gd name="csY60" fmla="*/ 280943 h 402056"/>
                <a:gd name="csX61" fmla="*/ 58773 w 404275"/>
                <a:gd name="csY61" fmla="*/ 284188 h 402056"/>
                <a:gd name="csX62" fmla="*/ 73632 w 404275"/>
                <a:gd name="csY62" fmla="*/ 284943 h 402056"/>
                <a:gd name="csX63" fmla="*/ 82458 w 404275"/>
                <a:gd name="csY63" fmla="*/ 297809 h 402056"/>
                <a:gd name="csX64" fmla="*/ 161706 w 404275"/>
                <a:gd name="csY64" fmla="*/ 322358 h 402056"/>
                <a:gd name="csX65" fmla="*/ 162786 w 404275"/>
                <a:gd name="csY65" fmla="*/ 313271 h 402056"/>
                <a:gd name="csX66" fmla="*/ 182089 w 404275"/>
                <a:gd name="csY66" fmla="*/ 330359 h 402056"/>
                <a:gd name="csX67" fmla="*/ 187360 w 404275"/>
                <a:gd name="csY67" fmla="*/ 355016 h 402056"/>
                <a:gd name="csX68" fmla="*/ 189837 w 404275"/>
                <a:gd name="csY68" fmla="*/ 364096 h 402056"/>
                <a:gd name="csX69" fmla="*/ 189011 w 404275"/>
                <a:gd name="csY69" fmla="*/ 369615 h 402056"/>
                <a:gd name="csX70" fmla="*/ 197838 w 404275"/>
                <a:gd name="csY70" fmla="*/ 383997 h 402056"/>
                <a:gd name="csX71" fmla="*/ 199679 w 404275"/>
                <a:gd name="csY71" fmla="*/ 395783 h 402056"/>
                <a:gd name="csX72" fmla="*/ 223809 w 404275"/>
                <a:gd name="csY72" fmla="*/ 396107 h 402056"/>
                <a:gd name="csX73" fmla="*/ 234985 w 404275"/>
                <a:gd name="csY73" fmla="*/ 387998 h 402056"/>
                <a:gd name="csX74" fmla="*/ 256512 w 404275"/>
                <a:gd name="csY74" fmla="*/ 402057 h 402056"/>
                <a:gd name="csX75" fmla="*/ 271371 w 404275"/>
                <a:gd name="csY75" fmla="*/ 393186 h 402056"/>
                <a:gd name="csX76" fmla="*/ 293976 w 404275"/>
                <a:gd name="csY76" fmla="*/ 401295 h 402056"/>
                <a:gd name="csX77" fmla="*/ 314106 w 404275"/>
                <a:gd name="csY77" fmla="*/ 382480 h 402056"/>
                <a:gd name="csX78" fmla="*/ 336522 w 404275"/>
                <a:gd name="csY78" fmla="*/ 389185 h 402056"/>
                <a:gd name="csX79" fmla="*/ 404276 w 404275"/>
                <a:gd name="csY79" fmla="*/ 351447 h 402056"/>
                <a:gd name="csX80" fmla="*/ 403832 w 404275"/>
                <a:gd name="csY80" fmla="*/ 349282 h 402056"/>
                <a:gd name="csX81" fmla="*/ 401546 w 404275"/>
                <a:gd name="csY81" fmla="*/ 343554 h 402056"/>
                <a:gd name="csX82" fmla="*/ 380908 w 404275"/>
                <a:gd name="csY82" fmla="*/ 328308 h 402056"/>
                <a:gd name="csX83" fmla="*/ 373098 w 404275"/>
                <a:gd name="csY83" fmla="*/ 298787 h 402056"/>
                <a:gd name="csX84" fmla="*/ 372907 w 404275"/>
                <a:gd name="csY84" fmla="*/ 299110 h 402056"/>
                <a:gd name="csX85" fmla="*/ 369859 w 404275"/>
                <a:gd name="csY85" fmla="*/ 298457 h 402056"/>
                <a:gd name="csX86" fmla="*/ 369605 w 404275"/>
                <a:gd name="csY86" fmla="*/ 289916 h 402056"/>
                <a:gd name="csX87" fmla="*/ 364017 w 404275"/>
                <a:gd name="csY87" fmla="*/ 267532 h 402056"/>
                <a:gd name="csX88" fmla="*/ 368780 w 404275"/>
                <a:gd name="csY88" fmla="*/ 253905 h 402056"/>
                <a:gd name="csX89" fmla="*/ 364843 w 404275"/>
                <a:gd name="csY89" fmla="*/ 249365 h 402056"/>
                <a:gd name="csX90" fmla="*/ 364335 w 404275"/>
                <a:gd name="csY90" fmla="*/ 249365 h 402056"/>
                <a:gd name="csX91" fmla="*/ 361922 w 404275"/>
                <a:gd name="csY91" fmla="*/ 246983 h 402056"/>
                <a:gd name="csX92" fmla="*/ 370176 w 404275"/>
                <a:gd name="csY92" fmla="*/ 225685 h 402056"/>
                <a:gd name="csX93" fmla="*/ 371574 w 404275"/>
                <a:gd name="csY93" fmla="*/ 218332 h 402056"/>
                <a:gd name="csX94" fmla="*/ 366684 w 404275"/>
                <a:gd name="csY94" fmla="*/ 213678 h 402056"/>
                <a:gd name="csX95" fmla="*/ 361540 w 404275"/>
                <a:gd name="csY95" fmla="*/ 210109 h 402056"/>
                <a:gd name="csX96" fmla="*/ 357159 w 404275"/>
                <a:gd name="csY96" fmla="*/ 204273 h 402056"/>
                <a:gd name="csX97" fmla="*/ 350682 w 404275"/>
                <a:gd name="csY97" fmla="*/ 199403 h 402056"/>
                <a:gd name="csX98" fmla="*/ 347126 w 404275"/>
                <a:gd name="csY98" fmla="*/ 194647 h 402056"/>
                <a:gd name="csX99" fmla="*/ 345729 w 404275"/>
                <a:gd name="csY99" fmla="*/ 176803 h 402056"/>
                <a:gd name="csX100" fmla="*/ 353730 w 404275"/>
                <a:gd name="csY100" fmla="*/ 157772 h 402056"/>
                <a:gd name="csX101" fmla="*/ 359445 w 404275"/>
                <a:gd name="csY101" fmla="*/ 136252 h 402056"/>
                <a:gd name="csX102" fmla="*/ 297977 w 404275"/>
                <a:gd name="csY102" fmla="*/ 92024 h 402056"/>
                <a:gd name="csX103" fmla="*/ 297660 w 404275"/>
                <a:gd name="csY103" fmla="*/ 92672 h 402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404275" h="402056">
                  <a:moveTo>
                    <a:pt x="297660" y="92672"/>
                  </a:moveTo>
                  <a:lnTo>
                    <a:pt x="303057" y="85535"/>
                  </a:lnTo>
                  <a:lnTo>
                    <a:pt x="301660" y="76130"/>
                  </a:lnTo>
                  <a:lnTo>
                    <a:pt x="165199" y="0"/>
                  </a:lnTo>
                  <a:lnTo>
                    <a:pt x="164945" y="0"/>
                  </a:lnTo>
                  <a:lnTo>
                    <a:pt x="160436" y="5950"/>
                  </a:lnTo>
                  <a:cubicBezTo>
                    <a:pt x="157389" y="10058"/>
                    <a:pt x="160436" y="13735"/>
                    <a:pt x="155864" y="14599"/>
                  </a:cubicBezTo>
                  <a:cubicBezTo>
                    <a:pt x="154023" y="14923"/>
                    <a:pt x="152372" y="16650"/>
                    <a:pt x="152181" y="18491"/>
                  </a:cubicBezTo>
                  <a:cubicBezTo>
                    <a:pt x="151990" y="20326"/>
                    <a:pt x="150466" y="22600"/>
                    <a:pt x="148815" y="23571"/>
                  </a:cubicBezTo>
                  <a:lnTo>
                    <a:pt x="141894" y="27902"/>
                  </a:lnTo>
                  <a:cubicBezTo>
                    <a:pt x="138973" y="29737"/>
                    <a:pt x="142783" y="31686"/>
                    <a:pt x="142212" y="31140"/>
                  </a:cubicBezTo>
                  <a:cubicBezTo>
                    <a:pt x="145260" y="32550"/>
                    <a:pt x="142465" y="35363"/>
                    <a:pt x="142656" y="34817"/>
                  </a:cubicBezTo>
                  <a:cubicBezTo>
                    <a:pt x="141259" y="36011"/>
                    <a:pt x="141576" y="37414"/>
                    <a:pt x="143291" y="37954"/>
                  </a:cubicBezTo>
                  <a:cubicBezTo>
                    <a:pt x="144498" y="38170"/>
                    <a:pt x="149133" y="40875"/>
                    <a:pt x="152752" y="37954"/>
                  </a:cubicBezTo>
                  <a:lnTo>
                    <a:pt x="152943" y="37738"/>
                  </a:lnTo>
                  <a:cubicBezTo>
                    <a:pt x="155737" y="35471"/>
                    <a:pt x="158023" y="39580"/>
                    <a:pt x="157389" y="39040"/>
                  </a:cubicBezTo>
                  <a:cubicBezTo>
                    <a:pt x="160436" y="44660"/>
                    <a:pt x="148498" y="44012"/>
                    <a:pt x="145577" y="50826"/>
                  </a:cubicBezTo>
                  <a:cubicBezTo>
                    <a:pt x="144942" y="52445"/>
                    <a:pt x="142847" y="53639"/>
                    <a:pt x="141069" y="53423"/>
                  </a:cubicBezTo>
                  <a:lnTo>
                    <a:pt x="137576" y="53092"/>
                  </a:lnTo>
                  <a:cubicBezTo>
                    <a:pt x="132623" y="52553"/>
                    <a:pt x="133322" y="47473"/>
                    <a:pt x="128496" y="47149"/>
                  </a:cubicBezTo>
                  <a:cubicBezTo>
                    <a:pt x="125003" y="46933"/>
                    <a:pt x="122653" y="50717"/>
                    <a:pt x="123288" y="50178"/>
                  </a:cubicBezTo>
                  <a:cubicBezTo>
                    <a:pt x="122336" y="51797"/>
                    <a:pt x="120051" y="52661"/>
                    <a:pt x="118336" y="52337"/>
                  </a:cubicBezTo>
                  <a:lnTo>
                    <a:pt x="109573" y="50394"/>
                  </a:lnTo>
                  <a:cubicBezTo>
                    <a:pt x="104556" y="49308"/>
                    <a:pt x="109573" y="42932"/>
                    <a:pt x="104683" y="44012"/>
                  </a:cubicBezTo>
                  <a:cubicBezTo>
                    <a:pt x="101001" y="45415"/>
                    <a:pt x="93634" y="44767"/>
                    <a:pt x="94269" y="49746"/>
                  </a:cubicBezTo>
                  <a:lnTo>
                    <a:pt x="94269" y="49962"/>
                  </a:lnTo>
                  <a:cubicBezTo>
                    <a:pt x="94587" y="51797"/>
                    <a:pt x="93634" y="53092"/>
                    <a:pt x="92110" y="52984"/>
                  </a:cubicBezTo>
                  <a:cubicBezTo>
                    <a:pt x="89062" y="52768"/>
                    <a:pt x="89062" y="57423"/>
                    <a:pt x="89316" y="56769"/>
                  </a:cubicBezTo>
                  <a:cubicBezTo>
                    <a:pt x="89189" y="60122"/>
                    <a:pt x="84998" y="60992"/>
                    <a:pt x="85633" y="60662"/>
                  </a:cubicBezTo>
                  <a:cubicBezTo>
                    <a:pt x="81696" y="61208"/>
                    <a:pt x="80109" y="56013"/>
                    <a:pt x="80553" y="56661"/>
                  </a:cubicBezTo>
                  <a:cubicBezTo>
                    <a:pt x="79156" y="52984"/>
                    <a:pt x="83157" y="49632"/>
                    <a:pt x="82712" y="50178"/>
                  </a:cubicBezTo>
                  <a:cubicBezTo>
                    <a:pt x="85824" y="47041"/>
                    <a:pt x="84236" y="44012"/>
                    <a:pt x="79855" y="44660"/>
                  </a:cubicBezTo>
                  <a:cubicBezTo>
                    <a:pt x="73632" y="45631"/>
                    <a:pt x="80426" y="36983"/>
                    <a:pt x="76616" y="34493"/>
                  </a:cubicBezTo>
                  <a:cubicBezTo>
                    <a:pt x="72615" y="31686"/>
                    <a:pt x="85062" y="10382"/>
                    <a:pt x="84553" y="972"/>
                  </a:cubicBezTo>
                  <a:lnTo>
                    <a:pt x="28927" y="648"/>
                  </a:lnTo>
                  <a:lnTo>
                    <a:pt x="44485" y="17952"/>
                  </a:lnTo>
                  <a:lnTo>
                    <a:pt x="47851" y="49632"/>
                  </a:lnTo>
                  <a:lnTo>
                    <a:pt x="35214" y="52553"/>
                  </a:lnTo>
                  <a:lnTo>
                    <a:pt x="31087" y="69857"/>
                  </a:lnTo>
                  <a:lnTo>
                    <a:pt x="46644" y="74289"/>
                  </a:lnTo>
                  <a:lnTo>
                    <a:pt x="46326" y="84563"/>
                  </a:lnTo>
                  <a:lnTo>
                    <a:pt x="18069" y="120682"/>
                  </a:lnTo>
                  <a:lnTo>
                    <a:pt x="1750" y="123495"/>
                  </a:lnTo>
                  <a:cubicBezTo>
                    <a:pt x="1940" y="124574"/>
                    <a:pt x="1940" y="125546"/>
                    <a:pt x="1750" y="126626"/>
                  </a:cubicBezTo>
                  <a:lnTo>
                    <a:pt x="99" y="136252"/>
                  </a:lnTo>
                  <a:cubicBezTo>
                    <a:pt x="-1172" y="143713"/>
                    <a:pt x="10259" y="147390"/>
                    <a:pt x="7909" y="154312"/>
                  </a:cubicBezTo>
                  <a:cubicBezTo>
                    <a:pt x="7591" y="155499"/>
                    <a:pt x="5115" y="159829"/>
                    <a:pt x="6957" y="164046"/>
                  </a:cubicBezTo>
                  <a:cubicBezTo>
                    <a:pt x="9179" y="170637"/>
                    <a:pt x="14640" y="176371"/>
                    <a:pt x="10386" y="179832"/>
                  </a:cubicBezTo>
                  <a:cubicBezTo>
                    <a:pt x="9306" y="181020"/>
                    <a:pt x="4416" y="183401"/>
                    <a:pt x="4989" y="187941"/>
                  </a:cubicBezTo>
                  <a:cubicBezTo>
                    <a:pt x="5178" y="188919"/>
                    <a:pt x="4989" y="192811"/>
                    <a:pt x="8100" y="195726"/>
                  </a:cubicBezTo>
                  <a:cubicBezTo>
                    <a:pt x="8671" y="196050"/>
                    <a:pt x="11783" y="200165"/>
                    <a:pt x="15783" y="198863"/>
                  </a:cubicBezTo>
                  <a:cubicBezTo>
                    <a:pt x="17434" y="198323"/>
                    <a:pt x="19720" y="199079"/>
                    <a:pt x="20926" y="200489"/>
                  </a:cubicBezTo>
                  <a:lnTo>
                    <a:pt x="33753" y="216167"/>
                  </a:lnTo>
                  <a:cubicBezTo>
                    <a:pt x="36166" y="219088"/>
                    <a:pt x="34960" y="223520"/>
                    <a:pt x="34960" y="222872"/>
                  </a:cubicBezTo>
                  <a:cubicBezTo>
                    <a:pt x="34008" y="226765"/>
                    <a:pt x="36801" y="231197"/>
                    <a:pt x="36611" y="230550"/>
                  </a:cubicBezTo>
                  <a:cubicBezTo>
                    <a:pt x="38326" y="233902"/>
                    <a:pt x="38135" y="238658"/>
                    <a:pt x="38008" y="238011"/>
                  </a:cubicBezTo>
                  <a:cubicBezTo>
                    <a:pt x="38008" y="239846"/>
                    <a:pt x="38516" y="242659"/>
                    <a:pt x="39405" y="244285"/>
                  </a:cubicBezTo>
                  <a:lnTo>
                    <a:pt x="50201" y="264935"/>
                  </a:lnTo>
                  <a:cubicBezTo>
                    <a:pt x="51851" y="268072"/>
                    <a:pt x="55661" y="270345"/>
                    <a:pt x="55089" y="269805"/>
                  </a:cubicBezTo>
                  <a:cubicBezTo>
                    <a:pt x="56740" y="270777"/>
                    <a:pt x="58264" y="273044"/>
                    <a:pt x="58582" y="274777"/>
                  </a:cubicBezTo>
                  <a:lnTo>
                    <a:pt x="59662" y="280943"/>
                  </a:lnTo>
                  <a:cubicBezTo>
                    <a:pt x="59852" y="282239"/>
                    <a:pt x="59408" y="283318"/>
                    <a:pt x="58773" y="284188"/>
                  </a:cubicBezTo>
                  <a:lnTo>
                    <a:pt x="73632" y="284943"/>
                  </a:lnTo>
                  <a:lnTo>
                    <a:pt x="82458" y="297809"/>
                  </a:lnTo>
                  <a:lnTo>
                    <a:pt x="161706" y="322358"/>
                  </a:lnTo>
                  <a:cubicBezTo>
                    <a:pt x="162024" y="319868"/>
                    <a:pt x="162341" y="316948"/>
                    <a:pt x="162786" y="313271"/>
                  </a:cubicBezTo>
                  <a:cubicBezTo>
                    <a:pt x="163230" y="308731"/>
                    <a:pt x="166151" y="313271"/>
                    <a:pt x="182089" y="330359"/>
                  </a:cubicBezTo>
                  <a:cubicBezTo>
                    <a:pt x="186726" y="335439"/>
                    <a:pt x="183804" y="347878"/>
                    <a:pt x="187360" y="355016"/>
                  </a:cubicBezTo>
                  <a:cubicBezTo>
                    <a:pt x="187170" y="354476"/>
                    <a:pt x="190472" y="359880"/>
                    <a:pt x="189837" y="364096"/>
                  </a:cubicBezTo>
                  <a:lnTo>
                    <a:pt x="189011" y="369615"/>
                  </a:lnTo>
                  <a:cubicBezTo>
                    <a:pt x="188249" y="374155"/>
                    <a:pt x="192567" y="377723"/>
                    <a:pt x="197838" y="383997"/>
                  </a:cubicBezTo>
                  <a:cubicBezTo>
                    <a:pt x="199933" y="386372"/>
                    <a:pt x="199997" y="388753"/>
                    <a:pt x="199679" y="395783"/>
                  </a:cubicBezTo>
                  <a:lnTo>
                    <a:pt x="223809" y="396107"/>
                  </a:lnTo>
                  <a:lnTo>
                    <a:pt x="234985" y="387998"/>
                  </a:lnTo>
                  <a:lnTo>
                    <a:pt x="256512" y="402057"/>
                  </a:lnTo>
                  <a:lnTo>
                    <a:pt x="271371" y="393186"/>
                  </a:lnTo>
                  <a:lnTo>
                    <a:pt x="293976" y="401295"/>
                  </a:lnTo>
                  <a:lnTo>
                    <a:pt x="314106" y="382480"/>
                  </a:lnTo>
                  <a:lnTo>
                    <a:pt x="336522" y="389185"/>
                  </a:lnTo>
                  <a:lnTo>
                    <a:pt x="404276" y="351447"/>
                  </a:lnTo>
                  <a:cubicBezTo>
                    <a:pt x="404276" y="351447"/>
                    <a:pt x="403641" y="350476"/>
                    <a:pt x="403832" y="349282"/>
                  </a:cubicBezTo>
                  <a:cubicBezTo>
                    <a:pt x="403832" y="348742"/>
                    <a:pt x="404784" y="345389"/>
                    <a:pt x="401546" y="343554"/>
                  </a:cubicBezTo>
                  <a:cubicBezTo>
                    <a:pt x="384464" y="333388"/>
                    <a:pt x="381670" y="332740"/>
                    <a:pt x="380908" y="328308"/>
                  </a:cubicBezTo>
                  <a:cubicBezTo>
                    <a:pt x="375891" y="300298"/>
                    <a:pt x="375891" y="295218"/>
                    <a:pt x="373098" y="298787"/>
                  </a:cubicBezTo>
                  <a:lnTo>
                    <a:pt x="372907" y="299110"/>
                  </a:lnTo>
                  <a:cubicBezTo>
                    <a:pt x="371701" y="300514"/>
                    <a:pt x="370367" y="300298"/>
                    <a:pt x="369859" y="298457"/>
                  </a:cubicBezTo>
                  <a:cubicBezTo>
                    <a:pt x="369605" y="296837"/>
                    <a:pt x="367065" y="291427"/>
                    <a:pt x="369605" y="289916"/>
                  </a:cubicBezTo>
                  <a:cubicBezTo>
                    <a:pt x="374177" y="287211"/>
                    <a:pt x="360525" y="274238"/>
                    <a:pt x="364017" y="267532"/>
                  </a:cubicBezTo>
                  <a:cubicBezTo>
                    <a:pt x="366811" y="262014"/>
                    <a:pt x="369288" y="258337"/>
                    <a:pt x="368780" y="253905"/>
                  </a:cubicBezTo>
                  <a:cubicBezTo>
                    <a:pt x="368526" y="253365"/>
                    <a:pt x="368970" y="248393"/>
                    <a:pt x="364843" y="249365"/>
                  </a:cubicBezTo>
                  <a:lnTo>
                    <a:pt x="364335" y="249365"/>
                  </a:lnTo>
                  <a:cubicBezTo>
                    <a:pt x="362493" y="249796"/>
                    <a:pt x="361540" y="248717"/>
                    <a:pt x="361922" y="246983"/>
                  </a:cubicBezTo>
                  <a:cubicBezTo>
                    <a:pt x="367128" y="228600"/>
                    <a:pt x="367446" y="225139"/>
                    <a:pt x="370176" y="225685"/>
                  </a:cubicBezTo>
                  <a:cubicBezTo>
                    <a:pt x="373098" y="226225"/>
                    <a:pt x="371574" y="217678"/>
                    <a:pt x="371574" y="218332"/>
                  </a:cubicBezTo>
                  <a:cubicBezTo>
                    <a:pt x="371256" y="214433"/>
                    <a:pt x="366176" y="213354"/>
                    <a:pt x="366684" y="213678"/>
                  </a:cubicBezTo>
                  <a:cubicBezTo>
                    <a:pt x="364970" y="213138"/>
                    <a:pt x="362620" y="211518"/>
                    <a:pt x="361540" y="210109"/>
                  </a:cubicBezTo>
                  <a:lnTo>
                    <a:pt x="357159" y="204273"/>
                  </a:lnTo>
                  <a:cubicBezTo>
                    <a:pt x="354810" y="201136"/>
                    <a:pt x="350174" y="199079"/>
                    <a:pt x="350682" y="199403"/>
                  </a:cubicBezTo>
                  <a:cubicBezTo>
                    <a:pt x="349095" y="198539"/>
                    <a:pt x="347444" y="196488"/>
                    <a:pt x="347126" y="194647"/>
                  </a:cubicBezTo>
                  <a:cubicBezTo>
                    <a:pt x="345476" y="186106"/>
                    <a:pt x="343888" y="181020"/>
                    <a:pt x="345729" y="176803"/>
                  </a:cubicBezTo>
                  <a:lnTo>
                    <a:pt x="353730" y="157772"/>
                  </a:lnTo>
                  <a:cubicBezTo>
                    <a:pt x="355254" y="154203"/>
                    <a:pt x="358048" y="142310"/>
                    <a:pt x="359445" y="136252"/>
                  </a:cubicBezTo>
                  <a:lnTo>
                    <a:pt x="297977" y="92024"/>
                  </a:lnTo>
                  <a:lnTo>
                    <a:pt x="297660" y="926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C09EF1E4-E976-9BD0-461C-EE361372AC79}"/>
                </a:ext>
              </a:extLst>
            </p:cNvPr>
            <p:cNvSpPr/>
            <p:nvPr/>
          </p:nvSpPr>
          <p:spPr>
            <a:xfrm>
              <a:off x="6074199" y="5771165"/>
              <a:ext cx="38322" cy="54103"/>
            </a:xfrm>
            <a:custGeom>
              <a:avLst/>
              <a:gdLst>
                <a:gd name="csX0" fmla="*/ 19812 w 44195"/>
                <a:gd name="csY0" fmla="*/ 0 h 62395"/>
                <a:gd name="csX1" fmla="*/ 0 w 44195"/>
                <a:gd name="csY1" fmla="*/ 26060 h 62395"/>
                <a:gd name="csX2" fmla="*/ 13462 w 44195"/>
                <a:gd name="csY2" fmla="*/ 59366 h 62395"/>
                <a:gd name="csX3" fmla="*/ 44196 w 44195"/>
                <a:gd name="csY3" fmla="*/ 62395 h 62395"/>
                <a:gd name="csX4" fmla="*/ 44196 w 44195"/>
                <a:gd name="csY4" fmla="*/ 9836 h 62395"/>
                <a:gd name="csX5" fmla="*/ 19812 w 44195"/>
                <a:gd name="csY5" fmla="*/ 0 h 62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4195" h="62395">
                  <a:moveTo>
                    <a:pt x="19812" y="0"/>
                  </a:moveTo>
                  <a:lnTo>
                    <a:pt x="0" y="26060"/>
                  </a:lnTo>
                  <a:lnTo>
                    <a:pt x="13462" y="59366"/>
                  </a:lnTo>
                  <a:lnTo>
                    <a:pt x="44196" y="62395"/>
                  </a:lnTo>
                  <a:lnTo>
                    <a:pt x="44196" y="9836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3C644DB6-3443-2910-D13D-B17B03A4C2AF}"/>
                </a:ext>
              </a:extLst>
            </p:cNvPr>
            <p:cNvSpPr/>
            <p:nvPr/>
          </p:nvSpPr>
          <p:spPr>
            <a:xfrm>
              <a:off x="5783642" y="4173483"/>
              <a:ext cx="544553" cy="465452"/>
            </a:xfrm>
            <a:custGeom>
              <a:avLst/>
              <a:gdLst>
                <a:gd name="csX0" fmla="*/ 616648 w 628015"/>
                <a:gd name="csY0" fmla="*/ 189560 h 536790"/>
                <a:gd name="csX1" fmla="*/ 609156 w 628015"/>
                <a:gd name="csY1" fmla="*/ 184912 h 536790"/>
                <a:gd name="csX2" fmla="*/ 606489 w 628015"/>
                <a:gd name="csY2" fmla="*/ 178860 h 536790"/>
                <a:gd name="csX3" fmla="*/ 591630 w 628015"/>
                <a:gd name="csY3" fmla="*/ 169558 h 536790"/>
                <a:gd name="csX4" fmla="*/ 584835 w 628015"/>
                <a:gd name="csY4" fmla="*/ 165881 h 536790"/>
                <a:gd name="csX5" fmla="*/ 577025 w 628015"/>
                <a:gd name="csY5" fmla="*/ 132899 h 536790"/>
                <a:gd name="csX6" fmla="*/ 574866 w 628015"/>
                <a:gd name="csY6" fmla="*/ 107595 h 536790"/>
                <a:gd name="csX7" fmla="*/ 575691 w 628015"/>
                <a:gd name="csY7" fmla="*/ 96241 h 536790"/>
                <a:gd name="csX8" fmla="*/ 572071 w 628015"/>
                <a:gd name="csY8" fmla="*/ 75584 h 536790"/>
                <a:gd name="csX9" fmla="*/ 576390 w 628015"/>
                <a:gd name="csY9" fmla="*/ 78613 h 536790"/>
                <a:gd name="csX10" fmla="*/ 578993 w 628015"/>
                <a:gd name="csY10" fmla="*/ 73425 h 536790"/>
                <a:gd name="csX11" fmla="*/ 564007 w 628015"/>
                <a:gd name="csY11" fmla="*/ 51473 h 536790"/>
                <a:gd name="csX12" fmla="*/ 560895 w 628015"/>
                <a:gd name="csY12" fmla="*/ 34493 h 536790"/>
                <a:gd name="csX13" fmla="*/ 546926 w 628015"/>
                <a:gd name="csY13" fmla="*/ 24981 h 536790"/>
                <a:gd name="csX14" fmla="*/ 535813 w 628015"/>
                <a:gd name="csY14" fmla="*/ 13513 h 536790"/>
                <a:gd name="csX15" fmla="*/ 522351 w 628015"/>
                <a:gd name="csY15" fmla="*/ 6052 h 536790"/>
                <a:gd name="csX16" fmla="*/ 519557 w 628015"/>
                <a:gd name="csY16" fmla="*/ 0 h 536790"/>
                <a:gd name="csX17" fmla="*/ 519430 w 628015"/>
                <a:gd name="csY17" fmla="*/ 0 h 536790"/>
                <a:gd name="csX18" fmla="*/ 500634 w 628015"/>
                <a:gd name="csY18" fmla="*/ 19679 h 536790"/>
                <a:gd name="csX19" fmla="*/ 490093 w 628015"/>
                <a:gd name="csY19" fmla="*/ 17082 h 536790"/>
                <a:gd name="csX20" fmla="*/ 480505 w 628015"/>
                <a:gd name="csY20" fmla="*/ 38926 h 536790"/>
                <a:gd name="csX21" fmla="*/ 460693 w 628015"/>
                <a:gd name="csY21" fmla="*/ 41954 h 536790"/>
                <a:gd name="csX22" fmla="*/ 454914 w 628015"/>
                <a:gd name="csY22" fmla="*/ 58934 h 536790"/>
                <a:gd name="csX23" fmla="*/ 439103 w 628015"/>
                <a:gd name="csY23" fmla="*/ 61094 h 536790"/>
                <a:gd name="csX24" fmla="*/ 423355 w 628015"/>
                <a:gd name="csY24" fmla="*/ 49740 h 536790"/>
                <a:gd name="csX25" fmla="*/ 360870 w 628015"/>
                <a:gd name="csY25" fmla="*/ 49740 h 536790"/>
                <a:gd name="csX26" fmla="*/ 363474 w 628015"/>
                <a:gd name="csY26" fmla="*/ 41415 h 536790"/>
                <a:gd name="csX27" fmla="*/ 347980 w 628015"/>
                <a:gd name="csY27" fmla="*/ 41415 h 536790"/>
                <a:gd name="csX28" fmla="*/ 342265 w 628015"/>
                <a:gd name="csY28" fmla="*/ 50064 h 536790"/>
                <a:gd name="csX29" fmla="*/ 117094 w 628015"/>
                <a:gd name="csY29" fmla="*/ 50064 h 536790"/>
                <a:gd name="csX30" fmla="*/ 117094 w 628015"/>
                <a:gd name="csY30" fmla="*/ 127495 h 536790"/>
                <a:gd name="csX31" fmla="*/ 78359 w 628015"/>
                <a:gd name="csY31" fmla="*/ 127495 h 536790"/>
                <a:gd name="csX32" fmla="*/ 78359 w 628015"/>
                <a:gd name="csY32" fmla="*/ 289700 h 536790"/>
                <a:gd name="csX33" fmla="*/ 46863 w 628015"/>
                <a:gd name="csY33" fmla="*/ 289700 h 536790"/>
                <a:gd name="csX34" fmla="*/ 36513 w 628015"/>
                <a:gd name="csY34" fmla="*/ 298348 h 536790"/>
                <a:gd name="csX35" fmla="*/ 42799 w 628015"/>
                <a:gd name="csY35" fmla="*/ 308731 h 536790"/>
                <a:gd name="csX36" fmla="*/ 19367 w 628015"/>
                <a:gd name="csY36" fmla="*/ 334467 h 536790"/>
                <a:gd name="csX37" fmla="*/ 25336 w 628015"/>
                <a:gd name="csY37" fmla="*/ 350685 h 536790"/>
                <a:gd name="csX38" fmla="*/ 8255 w 628015"/>
                <a:gd name="csY38" fmla="*/ 362801 h 536790"/>
                <a:gd name="csX39" fmla="*/ 14542 w 628015"/>
                <a:gd name="csY39" fmla="*/ 381940 h 536790"/>
                <a:gd name="csX40" fmla="*/ 0 w 628015"/>
                <a:gd name="csY40" fmla="*/ 393402 h 536790"/>
                <a:gd name="csX41" fmla="*/ 762 w 628015"/>
                <a:gd name="csY41" fmla="*/ 409626 h 536790"/>
                <a:gd name="csX42" fmla="*/ 21209 w 628015"/>
                <a:gd name="csY42" fmla="*/ 408540 h 536790"/>
                <a:gd name="csX43" fmla="*/ 29782 w 628015"/>
                <a:gd name="csY43" fmla="*/ 424002 h 536790"/>
                <a:gd name="csX44" fmla="*/ 25654 w 628015"/>
                <a:gd name="csY44" fmla="*/ 442392 h 536790"/>
                <a:gd name="csX45" fmla="*/ 41275 w 628015"/>
                <a:gd name="csY45" fmla="*/ 450501 h 536790"/>
                <a:gd name="csX46" fmla="*/ 38545 w 628015"/>
                <a:gd name="csY46" fmla="*/ 472561 h 536790"/>
                <a:gd name="csX47" fmla="*/ 67310 w 628015"/>
                <a:gd name="csY47" fmla="*/ 509867 h 536790"/>
                <a:gd name="csX48" fmla="*/ 65278 w 628015"/>
                <a:gd name="csY48" fmla="*/ 525113 h 536790"/>
                <a:gd name="csX49" fmla="*/ 113347 w 628015"/>
                <a:gd name="csY49" fmla="*/ 520681 h 536790"/>
                <a:gd name="csX50" fmla="*/ 122238 w 628015"/>
                <a:gd name="csY50" fmla="*/ 501002 h 536790"/>
                <a:gd name="csX51" fmla="*/ 149479 w 628015"/>
                <a:gd name="csY51" fmla="*/ 497542 h 536790"/>
                <a:gd name="csX52" fmla="*/ 170815 w 628015"/>
                <a:gd name="csY52" fmla="*/ 530416 h 536790"/>
                <a:gd name="csX53" fmla="*/ 192595 w 628015"/>
                <a:gd name="csY53" fmla="*/ 525545 h 536790"/>
                <a:gd name="csX54" fmla="*/ 225806 w 628015"/>
                <a:gd name="csY54" fmla="*/ 527495 h 536790"/>
                <a:gd name="csX55" fmla="*/ 231775 w 628015"/>
                <a:gd name="csY55" fmla="*/ 536791 h 536790"/>
                <a:gd name="csX56" fmla="*/ 256540 w 628015"/>
                <a:gd name="csY56" fmla="*/ 536791 h 536790"/>
                <a:gd name="csX57" fmla="*/ 267462 w 628015"/>
                <a:gd name="csY57" fmla="*/ 523062 h 536790"/>
                <a:gd name="csX58" fmla="*/ 286830 w 628015"/>
                <a:gd name="csY58" fmla="*/ 522084 h 536790"/>
                <a:gd name="csX59" fmla="*/ 285877 w 628015"/>
                <a:gd name="csY59" fmla="*/ 511270 h 536790"/>
                <a:gd name="csX60" fmla="*/ 303720 w 628015"/>
                <a:gd name="csY60" fmla="*/ 502406 h 536790"/>
                <a:gd name="csX61" fmla="*/ 331978 w 628015"/>
                <a:gd name="csY61" fmla="*/ 521976 h 536790"/>
                <a:gd name="csX62" fmla="*/ 352743 w 628015"/>
                <a:gd name="csY62" fmla="*/ 521976 h 536790"/>
                <a:gd name="csX63" fmla="*/ 392938 w 628015"/>
                <a:gd name="csY63" fmla="*/ 475805 h 536790"/>
                <a:gd name="csX64" fmla="*/ 392938 w 628015"/>
                <a:gd name="csY64" fmla="*/ 454609 h 536790"/>
                <a:gd name="csX65" fmla="*/ 381953 w 628015"/>
                <a:gd name="csY65" fmla="*/ 442824 h 536790"/>
                <a:gd name="csX66" fmla="*/ 425577 w 628015"/>
                <a:gd name="csY66" fmla="*/ 432981 h 536790"/>
                <a:gd name="csX67" fmla="*/ 419671 w 628015"/>
                <a:gd name="csY67" fmla="*/ 453854 h 536790"/>
                <a:gd name="csX68" fmla="*/ 423355 w 628015"/>
                <a:gd name="csY68" fmla="*/ 484778 h 536790"/>
                <a:gd name="csX69" fmla="*/ 445071 w 628015"/>
                <a:gd name="csY69" fmla="*/ 502730 h 536790"/>
                <a:gd name="csX70" fmla="*/ 442023 w 628015"/>
                <a:gd name="csY70" fmla="*/ 526301 h 536790"/>
                <a:gd name="csX71" fmla="*/ 459677 w 628015"/>
                <a:gd name="csY71" fmla="*/ 531171 h 536790"/>
                <a:gd name="csX72" fmla="*/ 464883 w 628015"/>
                <a:gd name="csY72" fmla="*/ 487699 h 536790"/>
                <a:gd name="csX73" fmla="*/ 475297 w 628015"/>
                <a:gd name="csY73" fmla="*/ 473748 h 536790"/>
                <a:gd name="csX74" fmla="*/ 489458 w 628015"/>
                <a:gd name="csY74" fmla="*/ 481102 h 536790"/>
                <a:gd name="csX75" fmla="*/ 495427 w 628015"/>
                <a:gd name="csY75" fmla="*/ 438385 h 536790"/>
                <a:gd name="csX76" fmla="*/ 516192 w 628015"/>
                <a:gd name="csY76" fmla="*/ 408216 h 536790"/>
                <a:gd name="csX77" fmla="*/ 536194 w 628015"/>
                <a:gd name="csY77" fmla="*/ 404540 h 536790"/>
                <a:gd name="csX78" fmla="*/ 548894 w 628015"/>
                <a:gd name="csY78" fmla="*/ 346577 h 536790"/>
                <a:gd name="csX79" fmla="*/ 545973 w 628015"/>
                <a:gd name="csY79" fmla="*/ 311652 h 536790"/>
                <a:gd name="csX80" fmla="*/ 564769 w 628015"/>
                <a:gd name="csY80" fmla="*/ 270345 h 536790"/>
                <a:gd name="csX81" fmla="*/ 565785 w 628015"/>
                <a:gd name="csY81" fmla="*/ 241364 h 536790"/>
                <a:gd name="csX82" fmla="*/ 583629 w 628015"/>
                <a:gd name="csY82" fmla="*/ 240932 h 536790"/>
                <a:gd name="csX83" fmla="*/ 589026 w 628015"/>
                <a:gd name="csY83" fmla="*/ 226225 h 536790"/>
                <a:gd name="csX84" fmla="*/ 613283 w 628015"/>
                <a:gd name="csY84" fmla="*/ 222326 h 536790"/>
                <a:gd name="csX85" fmla="*/ 628015 w 628015"/>
                <a:gd name="csY85" fmla="*/ 200920 h 536790"/>
                <a:gd name="csX86" fmla="*/ 616839 w 628015"/>
                <a:gd name="csY86" fmla="*/ 189237 h 536790"/>
                <a:gd name="csX87" fmla="*/ 616648 w 628015"/>
                <a:gd name="csY87" fmla="*/ 189560 h 536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628015" h="536790">
                  <a:moveTo>
                    <a:pt x="616648" y="189560"/>
                  </a:moveTo>
                  <a:cubicBezTo>
                    <a:pt x="615315" y="189021"/>
                    <a:pt x="609156" y="189567"/>
                    <a:pt x="609156" y="184912"/>
                  </a:cubicBezTo>
                  <a:cubicBezTo>
                    <a:pt x="609029" y="184372"/>
                    <a:pt x="609409" y="181127"/>
                    <a:pt x="606489" y="178860"/>
                  </a:cubicBezTo>
                  <a:cubicBezTo>
                    <a:pt x="600266" y="173990"/>
                    <a:pt x="596265" y="169990"/>
                    <a:pt x="591630" y="169558"/>
                  </a:cubicBezTo>
                  <a:cubicBezTo>
                    <a:pt x="590995" y="169342"/>
                    <a:pt x="585978" y="170097"/>
                    <a:pt x="584835" y="165881"/>
                  </a:cubicBezTo>
                  <a:cubicBezTo>
                    <a:pt x="577025" y="138633"/>
                    <a:pt x="576072" y="137332"/>
                    <a:pt x="577025" y="132899"/>
                  </a:cubicBezTo>
                  <a:cubicBezTo>
                    <a:pt x="579819" y="118732"/>
                    <a:pt x="573024" y="117221"/>
                    <a:pt x="574866" y="107595"/>
                  </a:cubicBezTo>
                  <a:cubicBezTo>
                    <a:pt x="575628" y="103702"/>
                    <a:pt x="576580" y="100241"/>
                    <a:pt x="575691" y="96241"/>
                  </a:cubicBezTo>
                  <a:cubicBezTo>
                    <a:pt x="572580" y="81966"/>
                    <a:pt x="571500" y="78505"/>
                    <a:pt x="572071" y="75584"/>
                  </a:cubicBezTo>
                  <a:cubicBezTo>
                    <a:pt x="572707" y="72561"/>
                    <a:pt x="576897" y="79153"/>
                    <a:pt x="576390" y="78613"/>
                  </a:cubicBezTo>
                  <a:cubicBezTo>
                    <a:pt x="578993" y="82182"/>
                    <a:pt x="581787" y="76886"/>
                    <a:pt x="578993" y="73425"/>
                  </a:cubicBezTo>
                  <a:cubicBezTo>
                    <a:pt x="566293" y="57525"/>
                    <a:pt x="564007" y="56014"/>
                    <a:pt x="564007" y="51473"/>
                  </a:cubicBezTo>
                  <a:cubicBezTo>
                    <a:pt x="563944" y="39796"/>
                    <a:pt x="564579" y="36551"/>
                    <a:pt x="560895" y="34493"/>
                  </a:cubicBezTo>
                  <a:cubicBezTo>
                    <a:pt x="554165" y="30709"/>
                    <a:pt x="549720" y="28658"/>
                    <a:pt x="546926" y="24981"/>
                  </a:cubicBezTo>
                  <a:cubicBezTo>
                    <a:pt x="542608" y="19463"/>
                    <a:pt x="540131" y="15139"/>
                    <a:pt x="535813" y="13513"/>
                  </a:cubicBezTo>
                  <a:cubicBezTo>
                    <a:pt x="527114" y="10382"/>
                    <a:pt x="524066" y="9836"/>
                    <a:pt x="522351" y="6052"/>
                  </a:cubicBezTo>
                  <a:cubicBezTo>
                    <a:pt x="521398" y="3893"/>
                    <a:pt x="520383" y="1835"/>
                    <a:pt x="519557" y="0"/>
                  </a:cubicBezTo>
                  <a:lnTo>
                    <a:pt x="519430" y="0"/>
                  </a:lnTo>
                  <a:lnTo>
                    <a:pt x="500634" y="19679"/>
                  </a:lnTo>
                  <a:lnTo>
                    <a:pt x="490093" y="17082"/>
                  </a:lnTo>
                  <a:lnTo>
                    <a:pt x="480505" y="38926"/>
                  </a:lnTo>
                  <a:lnTo>
                    <a:pt x="460693" y="41954"/>
                  </a:lnTo>
                  <a:lnTo>
                    <a:pt x="454914" y="58934"/>
                  </a:lnTo>
                  <a:lnTo>
                    <a:pt x="439103" y="61094"/>
                  </a:lnTo>
                  <a:lnTo>
                    <a:pt x="423355" y="49740"/>
                  </a:lnTo>
                  <a:lnTo>
                    <a:pt x="360870" y="49740"/>
                  </a:lnTo>
                  <a:lnTo>
                    <a:pt x="363474" y="41415"/>
                  </a:lnTo>
                  <a:lnTo>
                    <a:pt x="347980" y="41415"/>
                  </a:lnTo>
                  <a:lnTo>
                    <a:pt x="342265" y="50064"/>
                  </a:lnTo>
                  <a:lnTo>
                    <a:pt x="117094" y="50064"/>
                  </a:lnTo>
                  <a:lnTo>
                    <a:pt x="117094" y="127495"/>
                  </a:lnTo>
                  <a:lnTo>
                    <a:pt x="78359" y="127495"/>
                  </a:lnTo>
                  <a:lnTo>
                    <a:pt x="78359" y="289700"/>
                  </a:lnTo>
                  <a:lnTo>
                    <a:pt x="46863" y="289700"/>
                  </a:lnTo>
                  <a:lnTo>
                    <a:pt x="36513" y="298348"/>
                  </a:lnTo>
                  <a:lnTo>
                    <a:pt x="42799" y="308731"/>
                  </a:lnTo>
                  <a:lnTo>
                    <a:pt x="19367" y="334467"/>
                  </a:lnTo>
                  <a:lnTo>
                    <a:pt x="25336" y="350685"/>
                  </a:lnTo>
                  <a:lnTo>
                    <a:pt x="8255" y="362801"/>
                  </a:lnTo>
                  <a:lnTo>
                    <a:pt x="14542" y="381940"/>
                  </a:lnTo>
                  <a:lnTo>
                    <a:pt x="0" y="393402"/>
                  </a:lnTo>
                  <a:lnTo>
                    <a:pt x="762" y="409626"/>
                  </a:lnTo>
                  <a:lnTo>
                    <a:pt x="21209" y="408540"/>
                  </a:lnTo>
                  <a:lnTo>
                    <a:pt x="29782" y="424002"/>
                  </a:lnTo>
                  <a:lnTo>
                    <a:pt x="25654" y="442392"/>
                  </a:lnTo>
                  <a:lnTo>
                    <a:pt x="41275" y="450501"/>
                  </a:lnTo>
                  <a:lnTo>
                    <a:pt x="38545" y="472561"/>
                  </a:lnTo>
                  <a:lnTo>
                    <a:pt x="67310" y="509867"/>
                  </a:lnTo>
                  <a:lnTo>
                    <a:pt x="65278" y="525113"/>
                  </a:lnTo>
                  <a:lnTo>
                    <a:pt x="113347" y="520681"/>
                  </a:lnTo>
                  <a:lnTo>
                    <a:pt x="122238" y="501002"/>
                  </a:lnTo>
                  <a:lnTo>
                    <a:pt x="149479" y="497542"/>
                  </a:lnTo>
                  <a:lnTo>
                    <a:pt x="170815" y="530416"/>
                  </a:lnTo>
                  <a:lnTo>
                    <a:pt x="192595" y="525545"/>
                  </a:lnTo>
                  <a:lnTo>
                    <a:pt x="225806" y="527495"/>
                  </a:lnTo>
                  <a:lnTo>
                    <a:pt x="231775" y="536791"/>
                  </a:lnTo>
                  <a:lnTo>
                    <a:pt x="256540" y="536791"/>
                  </a:lnTo>
                  <a:lnTo>
                    <a:pt x="267462" y="523062"/>
                  </a:lnTo>
                  <a:lnTo>
                    <a:pt x="286830" y="522084"/>
                  </a:lnTo>
                  <a:lnTo>
                    <a:pt x="285877" y="511270"/>
                  </a:lnTo>
                  <a:lnTo>
                    <a:pt x="303720" y="502406"/>
                  </a:lnTo>
                  <a:lnTo>
                    <a:pt x="331978" y="521976"/>
                  </a:lnTo>
                  <a:lnTo>
                    <a:pt x="352743" y="521976"/>
                  </a:lnTo>
                  <a:lnTo>
                    <a:pt x="392938" y="475805"/>
                  </a:lnTo>
                  <a:lnTo>
                    <a:pt x="392938" y="454609"/>
                  </a:lnTo>
                  <a:lnTo>
                    <a:pt x="381953" y="442824"/>
                  </a:lnTo>
                  <a:lnTo>
                    <a:pt x="425577" y="432981"/>
                  </a:lnTo>
                  <a:lnTo>
                    <a:pt x="419671" y="453854"/>
                  </a:lnTo>
                  <a:lnTo>
                    <a:pt x="423355" y="484778"/>
                  </a:lnTo>
                  <a:lnTo>
                    <a:pt x="445071" y="502730"/>
                  </a:lnTo>
                  <a:lnTo>
                    <a:pt x="442023" y="526301"/>
                  </a:lnTo>
                  <a:lnTo>
                    <a:pt x="459677" y="531171"/>
                  </a:lnTo>
                  <a:lnTo>
                    <a:pt x="464883" y="487699"/>
                  </a:lnTo>
                  <a:lnTo>
                    <a:pt x="475297" y="473748"/>
                  </a:lnTo>
                  <a:lnTo>
                    <a:pt x="489458" y="481102"/>
                  </a:lnTo>
                  <a:lnTo>
                    <a:pt x="495427" y="438385"/>
                  </a:lnTo>
                  <a:lnTo>
                    <a:pt x="516192" y="408216"/>
                  </a:lnTo>
                  <a:lnTo>
                    <a:pt x="536194" y="404540"/>
                  </a:lnTo>
                  <a:lnTo>
                    <a:pt x="548894" y="346577"/>
                  </a:lnTo>
                  <a:lnTo>
                    <a:pt x="545973" y="311652"/>
                  </a:lnTo>
                  <a:lnTo>
                    <a:pt x="564769" y="270345"/>
                  </a:lnTo>
                  <a:lnTo>
                    <a:pt x="565785" y="241364"/>
                  </a:lnTo>
                  <a:lnTo>
                    <a:pt x="583629" y="240932"/>
                  </a:lnTo>
                  <a:lnTo>
                    <a:pt x="589026" y="226225"/>
                  </a:lnTo>
                  <a:lnTo>
                    <a:pt x="613283" y="222326"/>
                  </a:lnTo>
                  <a:lnTo>
                    <a:pt x="628015" y="200920"/>
                  </a:lnTo>
                  <a:cubicBezTo>
                    <a:pt x="621157" y="190862"/>
                    <a:pt x="620078" y="189783"/>
                    <a:pt x="616839" y="189237"/>
                  </a:cubicBezTo>
                  <a:lnTo>
                    <a:pt x="616648" y="1895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78AC46D7-53E9-BCFF-6E95-694F88FA5769}"/>
                </a:ext>
              </a:extLst>
            </p:cNvPr>
            <p:cNvSpPr/>
            <p:nvPr/>
          </p:nvSpPr>
          <p:spPr>
            <a:xfrm>
              <a:off x="5833857" y="4549765"/>
              <a:ext cx="409764" cy="275111"/>
            </a:xfrm>
            <a:custGeom>
              <a:avLst/>
              <a:gdLst>
                <a:gd name="csX0" fmla="*/ 463614 w 472567"/>
                <a:gd name="csY0" fmla="*/ 248933 h 317277"/>
                <a:gd name="csX1" fmla="*/ 451041 w 472567"/>
                <a:gd name="csY1" fmla="*/ 242341 h 317277"/>
                <a:gd name="csX2" fmla="*/ 443421 w 472567"/>
                <a:gd name="csY2" fmla="*/ 248285 h 317277"/>
                <a:gd name="csX3" fmla="*/ 423735 w 472567"/>
                <a:gd name="csY3" fmla="*/ 198215 h 317277"/>
                <a:gd name="csX4" fmla="*/ 402399 w 472567"/>
                <a:gd name="csY4" fmla="*/ 183509 h 317277"/>
                <a:gd name="csX5" fmla="*/ 394526 w 472567"/>
                <a:gd name="csY5" fmla="*/ 167291 h 317277"/>
                <a:gd name="csX6" fmla="*/ 359918 w 472567"/>
                <a:gd name="csY6" fmla="*/ 157988 h 317277"/>
                <a:gd name="csX7" fmla="*/ 356426 w 472567"/>
                <a:gd name="csY7" fmla="*/ 152152 h 317277"/>
                <a:gd name="csX8" fmla="*/ 365316 w 472567"/>
                <a:gd name="csY8" fmla="*/ 142850 h 317277"/>
                <a:gd name="csX9" fmla="*/ 364744 w 472567"/>
                <a:gd name="csY9" fmla="*/ 133553 h 317277"/>
                <a:gd name="csX10" fmla="*/ 401892 w 472567"/>
                <a:gd name="csY10" fmla="*/ 130092 h 317277"/>
                <a:gd name="csX11" fmla="*/ 401320 w 472567"/>
                <a:gd name="csY11" fmla="*/ 98190 h 317277"/>
                <a:gd name="csX12" fmla="*/ 383731 w 472567"/>
                <a:gd name="csY12" fmla="*/ 93326 h 317277"/>
                <a:gd name="csX13" fmla="*/ 386715 w 472567"/>
                <a:gd name="csY13" fmla="*/ 69748 h 317277"/>
                <a:gd name="csX14" fmla="*/ 364998 w 472567"/>
                <a:gd name="csY14" fmla="*/ 51797 h 317277"/>
                <a:gd name="csX15" fmla="*/ 361315 w 472567"/>
                <a:gd name="csY15" fmla="*/ 20873 h 317277"/>
                <a:gd name="csX16" fmla="*/ 367284 w 472567"/>
                <a:gd name="csY16" fmla="*/ 0 h 317277"/>
                <a:gd name="csX17" fmla="*/ 323659 w 472567"/>
                <a:gd name="csY17" fmla="*/ 9843 h 317277"/>
                <a:gd name="csX18" fmla="*/ 334582 w 472567"/>
                <a:gd name="csY18" fmla="*/ 21628 h 317277"/>
                <a:gd name="csX19" fmla="*/ 334582 w 472567"/>
                <a:gd name="csY19" fmla="*/ 42825 h 317277"/>
                <a:gd name="csX20" fmla="*/ 294386 w 472567"/>
                <a:gd name="csY20" fmla="*/ 89002 h 317277"/>
                <a:gd name="csX21" fmla="*/ 273621 w 472567"/>
                <a:gd name="csY21" fmla="*/ 89002 h 317277"/>
                <a:gd name="csX22" fmla="*/ 245364 w 472567"/>
                <a:gd name="csY22" fmla="*/ 69425 h 317277"/>
                <a:gd name="csX23" fmla="*/ 227521 w 472567"/>
                <a:gd name="csY23" fmla="*/ 78296 h 317277"/>
                <a:gd name="csX24" fmla="*/ 228473 w 472567"/>
                <a:gd name="csY24" fmla="*/ 89110 h 317277"/>
                <a:gd name="csX25" fmla="*/ 209106 w 472567"/>
                <a:gd name="csY25" fmla="*/ 90081 h 317277"/>
                <a:gd name="csX26" fmla="*/ 198183 w 472567"/>
                <a:gd name="csY26" fmla="*/ 103816 h 317277"/>
                <a:gd name="csX27" fmla="*/ 173419 w 472567"/>
                <a:gd name="csY27" fmla="*/ 103816 h 317277"/>
                <a:gd name="csX28" fmla="*/ 167449 w 472567"/>
                <a:gd name="csY28" fmla="*/ 94514 h 317277"/>
                <a:gd name="csX29" fmla="*/ 134239 w 472567"/>
                <a:gd name="csY29" fmla="*/ 92570 h 317277"/>
                <a:gd name="csX30" fmla="*/ 112458 w 472567"/>
                <a:gd name="csY30" fmla="*/ 97435 h 317277"/>
                <a:gd name="csX31" fmla="*/ 91122 w 472567"/>
                <a:gd name="csY31" fmla="*/ 64561 h 317277"/>
                <a:gd name="csX32" fmla="*/ 63881 w 472567"/>
                <a:gd name="csY32" fmla="*/ 68021 h 317277"/>
                <a:gd name="csX33" fmla="*/ 54991 w 472567"/>
                <a:gd name="csY33" fmla="*/ 87700 h 317277"/>
                <a:gd name="csX34" fmla="*/ 6921 w 472567"/>
                <a:gd name="csY34" fmla="*/ 92132 h 317277"/>
                <a:gd name="csX35" fmla="*/ 0 w 472567"/>
                <a:gd name="csY35" fmla="*/ 122092 h 317277"/>
                <a:gd name="csX36" fmla="*/ 30734 w 472567"/>
                <a:gd name="csY36" fmla="*/ 123495 h 317277"/>
                <a:gd name="csX37" fmla="*/ 26733 w 472567"/>
                <a:gd name="csY37" fmla="*/ 136258 h 317277"/>
                <a:gd name="csX38" fmla="*/ 53467 w 472567"/>
                <a:gd name="csY38" fmla="*/ 143612 h 317277"/>
                <a:gd name="csX39" fmla="*/ 70231 w 472567"/>
                <a:gd name="csY39" fmla="*/ 160801 h 317277"/>
                <a:gd name="csX40" fmla="*/ 65278 w 472567"/>
                <a:gd name="csY40" fmla="*/ 167183 h 317277"/>
                <a:gd name="csX41" fmla="*/ 110871 w 472567"/>
                <a:gd name="csY41" fmla="*/ 197136 h 317277"/>
                <a:gd name="csX42" fmla="*/ 106807 w 472567"/>
                <a:gd name="csY42" fmla="*/ 208921 h 317277"/>
                <a:gd name="csX43" fmla="*/ 117221 w 472567"/>
                <a:gd name="csY43" fmla="*/ 222657 h 317277"/>
                <a:gd name="csX44" fmla="*/ 140081 w 472567"/>
                <a:gd name="csY44" fmla="*/ 231527 h 317277"/>
                <a:gd name="csX45" fmla="*/ 148082 w 472567"/>
                <a:gd name="csY45" fmla="*/ 256394 h 317277"/>
                <a:gd name="csX46" fmla="*/ 185230 w 472567"/>
                <a:gd name="csY46" fmla="*/ 288080 h 317277"/>
                <a:gd name="csX47" fmla="*/ 198438 w 472567"/>
                <a:gd name="csY47" fmla="*/ 277482 h 317277"/>
                <a:gd name="csX48" fmla="*/ 215646 w 472567"/>
                <a:gd name="csY48" fmla="*/ 285591 h 317277"/>
                <a:gd name="csX49" fmla="*/ 226314 w 472567"/>
                <a:gd name="csY49" fmla="*/ 273482 h 317277"/>
                <a:gd name="csX50" fmla="*/ 237490 w 472567"/>
                <a:gd name="csY50" fmla="*/ 277051 h 317277"/>
                <a:gd name="csX51" fmla="*/ 249174 w 472567"/>
                <a:gd name="csY51" fmla="*/ 298247 h 317277"/>
                <a:gd name="csX52" fmla="*/ 279718 w 472567"/>
                <a:gd name="csY52" fmla="*/ 316846 h 317277"/>
                <a:gd name="csX53" fmla="*/ 289560 w 472567"/>
                <a:gd name="csY53" fmla="*/ 305060 h 317277"/>
                <a:gd name="csX54" fmla="*/ 302958 w 472567"/>
                <a:gd name="csY54" fmla="*/ 303327 h 317277"/>
                <a:gd name="csX55" fmla="*/ 312801 w 472567"/>
                <a:gd name="csY55" fmla="*/ 314141 h 317277"/>
                <a:gd name="csX56" fmla="*/ 331724 w 472567"/>
                <a:gd name="csY56" fmla="*/ 317278 h 317277"/>
                <a:gd name="csX57" fmla="*/ 334772 w 472567"/>
                <a:gd name="csY57" fmla="*/ 310680 h 317277"/>
                <a:gd name="csX58" fmla="*/ 358711 w 472567"/>
                <a:gd name="csY58" fmla="*/ 303219 h 317277"/>
                <a:gd name="csX59" fmla="*/ 377190 w 472567"/>
                <a:gd name="csY59" fmla="*/ 307651 h 317277"/>
                <a:gd name="csX60" fmla="*/ 409702 w 472567"/>
                <a:gd name="csY60" fmla="*/ 276727 h 317277"/>
                <a:gd name="csX61" fmla="*/ 469011 w 472567"/>
                <a:gd name="csY61" fmla="*/ 282569 h 317277"/>
                <a:gd name="csX62" fmla="*/ 472567 w 472567"/>
                <a:gd name="csY62" fmla="*/ 271425 h 317277"/>
                <a:gd name="csX63" fmla="*/ 462915 w 472567"/>
                <a:gd name="csY63" fmla="*/ 265589 h 317277"/>
                <a:gd name="csX64" fmla="*/ 462915 w 472567"/>
                <a:gd name="csY64" fmla="*/ 249365 h 317277"/>
                <a:gd name="csX65" fmla="*/ 463614 w 472567"/>
                <a:gd name="csY65" fmla="*/ 248933 h 317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72567" h="317277">
                  <a:moveTo>
                    <a:pt x="463614" y="248933"/>
                  </a:moveTo>
                  <a:lnTo>
                    <a:pt x="451041" y="242341"/>
                  </a:lnTo>
                  <a:lnTo>
                    <a:pt x="443421" y="248285"/>
                  </a:lnTo>
                  <a:lnTo>
                    <a:pt x="423735" y="198215"/>
                  </a:lnTo>
                  <a:lnTo>
                    <a:pt x="402399" y="183509"/>
                  </a:lnTo>
                  <a:lnTo>
                    <a:pt x="394526" y="167291"/>
                  </a:lnTo>
                  <a:lnTo>
                    <a:pt x="359918" y="157988"/>
                  </a:lnTo>
                  <a:lnTo>
                    <a:pt x="356426" y="152152"/>
                  </a:lnTo>
                  <a:lnTo>
                    <a:pt x="365316" y="142850"/>
                  </a:lnTo>
                  <a:lnTo>
                    <a:pt x="364744" y="133553"/>
                  </a:lnTo>
                  <a:lnTo>
                    <a:pt x="401892" y="130092"/>
                  </a:lnTo>
                  <a:lnTo>
                    <a:pt x="401320" y="98190"/>
                  </a:lnTo>
                  <a:lnTo>
                    <a:pt x="383731" y="93326"/>
                  </a:lnTo>
                  <a:lnTo>
                    <a:pt x="386715" y="69748"/>
                  </a:lnTo>
                  <a:lnTo>
                    <a:pt x="364998" y="51797"/>
                  </a:lnTo>
                  <a:lnTo>
                    <a:pt x="361315" y="20873"/>
                  </a:lnTo>
                  <a:lnTo>
                    <a:pt x="367284" y="0"/>
                  </a:lnTo>
                  <a:lnTo>
                    <a:pt x="323659" y="9843"/>
                  </a:lnTo>
                  <a:lnTo>
                    <a:pt x="334582" y="21628"/>
                  </a:lnTo>
                  <a:lnTo>
                    <a:pt x="334582" y="42825"/>
                  </a:lnTo>
                  <a:lnTo>
                    <a:pt x="294386" y="89002"/>
                  </a:lnTo>
                  <a:lnTo>
                    <a:pt x="273621" y="89002"/>
                  </a:lnTo>
                  <a:lnTo>
                    <a:pt x="245364" y="69425"/>
                  </a:lnTo>
                  <a:lnTo>
                    <a:pt x="227521" y="78296"/>
                  </a:lnTo>
                  <a:lnTo>
                    <a:pt x="228473" y="89110"/>
                  </a:lnTo>
                  <a:lnTo>
                    <a:pt x="209106" y="90081"/>
                  </a:lnTo>
                  <a:lnTo>
                    <a:pt x="198183" y="103816"/>
                  </a:lnTo>
                  <a:lnTo>
                    <a:pt x="173419" y="103816"/>
                  </a:lnTo>
                  <a:lnTo>
                    <a:pt x="167449" y="94514"/>
                  </a:lnTo>
                  <a:lnTo>
                    <a:pt x="134239" y="92570"/>
                  </a:lnTo>
                  <a:lnTo>
                    <a:pt x="112458" y="97435"/>
                  </a:lnTo>
                  <a:lnTo>
                    <a:pt x="91122" y="64561"/>
                  </a:lnTo>
                  <a:lnTo>
                    <a:pt x="63881" y="68021"/>
                  </a:lnTo>
                  <a:lnTo>
                    <a:pt x="54991" y="87700"/>
                  </a:lnTo>
                  <a:lnTo>
                    <a:pt x="6921" y="92132"/>
                  </a:lnTo>
                  <a:lnTo>
                    <a:pt x="0" y="122092"/>
                  </a:lnTo>
                  <a:lnTo>
                    <a:pt x="30734" y="123495"/>
                  </a:lnTo>
                  <a:lnTo>
                    <a:pt x="26733" y="136258"/>
                  </a:lnTo>
                  <a:lnTo>
                    <a:pt x="53467" y="143612"/>
                  </a:lnTo>
                  <a:lnTo>
                    <a:pt x="70231" y="160801"/>
                  </a:lnTo>
                  <a:lnTo>
                    <a:pt x="65278" y="167183"/>
                  </a:lnTo>
                  <a:lnTo>
                    <a:pt x="110871" y="197136"/>
                  </a:lnTo>
                  <a:lnTo>
                    <a:pt x="106807" y="208921"/>
                  </a:lnTo>
                  <a:lnTo>
                    <a:pt x="117221" y="222657"/>
                  </a:lnTo>
                  <a:lnTo>
                    <a:pt x="140081" y="231527"/>
                  </a:lnTo>
                  <a:lnTo>
                    <a:pt x="148082" y="256394"/>
                  </a:lnTo>
                  <a:lnTo>
                    <a:pt x="185230" y="288080"/>
                  </a:lnTo>
                  <a:lnTo>
                    <a:pt x="198438" y="277482"/>
                  </a:lnTo>
                  <a:lnTo>
                    <a:pt x="215646" y="285591"/>
                  </a:lnTo>
                  <a:lnTo>
                    <a:pt x="226314" y="273482"/>
                  </a:lnTo>
                  <a:lnTo>
                    <a:pt x="237490" y="277051"/>
                  </a:lnTo>
                  <a:lnTo>
                    <a:pt x="249174" y="298247"/>
                  </a:lnTo>
                  <a:lnTo>
                    <a:pt x="279718" y="316846"/>
                  </a:lnTo>
                  <a:lnTo>
                    <a:pt x="289560" y="305060"/>
                  </a:lnTo>
                  <a:lnTo>
                    <a:pt x="302958" y="303327"/>
                  </a:lnTo>
                  <a:lnTo>
                    <a:pt x="312801" y="314141"/>
                  </a:lnTo>
                  <a:lnTo>
                    <a:pt x="331724" y="317278"/>
                  </a:lnTo>
                  <a:lnTo>
                    <a:pt x="334772" y="310680"/>
                  </a:lnTo>
                  <a:lnTo>
                    <a:pt x="358711" y="303219"/>
                  </a:lnTo>
                  <a:lnTo>
                    <a:pt x="377190" y="307651"/>
                  </a:lnTo>
                  <a:lnTo>
                    <a:pt x="409702" y="276727"/>
                  </a:lnTo>
                  <a:lnTo>
                    <a:pt x="469011" y="282569"/>
                  </a:lnTo>
                  <a:cubicBezTo>
                    <a:pt x="469773" y="279432"/>
                    <a:pt x="470726" y="271863"/>
                    <a:pt x="472567" y="271425"/>
                  </a:cubicBezTo>
                  <a:lnTo>
                    <a:pt x="462915" y="265589"/>
                  </a:lnTo>
                  <a:lnTo>
                    <a:pt x="462915" y="249365"/>
                  </a:lnTo>
                  <a:lnTo>
                    <a:pt x="463614" y="2489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A3C44BE9-A2E5-3EE4-61EC-87CE3485DECD}"/>
                </a:ext>
              </a:extLst>
            </p:cNvPr>
            <p:cNvSpPr/>
            <p:nvPr/>
          </p:nvSpPr>
          <p:spPr>
            <a:xfrm>
              <a:off x="5609087" y="5646926"/>
              <a:ext cx="531294" cy="439754"/>
            </a:xfrm>
            <a:custGeom>
              <a:avLst/>
              <a:gdLst>
                <a:gd name="csX0" fmla="*/ 580593 w 612724"/>
                <a:gd name="csY0" fmla="*/ 187941 h 507154"/>
                <a:gd name="csX1" fmla="*/ 580593 w 612724"/>
                <a:gd name="csY1" fmla="*/ 205677 h 507154"/>
                <a:gd name="csX2" fmla="*/ 549859 w 612724"/>
                <a:gd name="csY2" fmla="*/ 202756 h 507154"/>
                <a:gd name="csX3" fmla="*/ 536397 w 612724"/>
                <a:gd name="csY3" fmla="*/ 169342 h 507154"/>
                <a:gd name="csX4" fmla="*/ 556209 w 612724"/>
                <a:gd name="csY4" fmla="*/ 143282 h 507154"/>
                <a:gd name="csX5" fmla="*/ 580466 w 612724"/>
                <a:gd name="csY5" fmla="*/ 153124 h 507154"/>
                <a:gd name="csX6" fmla="*/ 580466 w 612724"/>
                <a:gd name="csY6" fmla="*/ 91701 h 507154"/>
                <a:gd name="csX7" fmla="*/ 562178 w 612724"/>
                <a:gd name="csY7" fmla="*/ 54826 h 507154"/>
                <a:gd name="csX8" fmla="*/ 563702 w 612724"/>
                <a:gd name="csY8" fmla="*/ 40551 h 507154"/>
                <a:gd name="csX9" fmla="*/ 551764 w 612724"/>
                <a:gd name="csY9" fmla="*/ 9081 h 507154"/>
                <a:gd name="csX10" fmla="*/ 518109 w 612724"/>
                <a:gd name="csY10" fmla="*/ 10059 h 507154"/>
                <a:gd name="csX11" fmla="*/ 495948 w 612724"/>
                <a:gd name="csY11" fmla="*/ 0 h 507154"/>
                <a:gd name="csX12" fmla="*/ 469404 w 612724"/>
                <a:gd name="csY12" fmla="*/ 3893 h 507154"/>
                <a:gd name="csX13" fmla="*/ 464578 w 612724"/>
                <a:gd name="csY13" fmla="*/ 16110 h 507154"/>
                <a:gd name="csX14" fmla="*/ 439687 w 612724"/>
                <a:gd name="csY14" fmla="*/ 22924 h 507154"/>
                <a:gd name="csX15" fmla="*/ 396570 w 612724"/>
                <a:gd name="csY15" fmla="*/ 59043 h 507154"/>
                <a:gd name="csX16" fmla="*/ 386601 w 612724"/>
                <a:gd name="csY16" fmla="*/ 84347 h 507154"/>
                <a:gd name="csX17" fmla="*/ 352438 w 612724"/>
                <a:gd name="csY17" fmla="*/ 104997 h 507154"/>
                <a:gd name="csX18" fmla="*/ 340500 w 612724"/>
                <a:gd name="csY18" fmla="*/ 140360 h 507154"/>
                <a:gd name="csX19" fmla="*/ 315290 w 612724"/>
                <a:gd name="csY19" fmla="*/ 147066 h 507154"/>
                <a:gd name="csX20" fmla="*/ 279603 w 612724"/>
                <a:gd name="csY20" fmla="*/ 140360 h 507154"/>
                <a:gd name="csX21" fmla="*/ 261696 w 612724"/>
                <a:gd name="csY21" fmla="*/ 125654 h 507154"/>
                <a:gd name="csX22" fmla="*/ 240931 w 612724"/>
                <a:gd name="csY22" fmla="*/ 126410 h 507154"/>
                <a:gd name="csX23" fmla="*/ 231978 w 612724"/>
                <a:gd name="csY23" fmla="*/ 155175 h 507154"/>
                <a:gd name="csX24" fmla="*/ 196990 w 612724"/>
                <a:gd name="csY24" fmla="*/ 188373 h 507154"/>
                <a:gd name="csX25" fmla="*/ 155397 w 612724"/>
                <a:gd name="csY25" fmla="*/ 190538 h 507154"/>
                <a:gd name="csX26" fmla="*/ 152476 w 612724"/>
                <a:gd name="csY26" fmla="*/ 172803 h 507154"/>
                <a:gd name="csX27" fmla="*/ 163652 w 612724"/>
                <a:gd name="csY27" fmla="*/ 154312 h 507154"/>
                <a:gd name="csX28" fmla="*/ 130187 w 612724"/>
                <a:gd name="csY28" fmla="*/ 106407 h 507154"/>
                <a:gd name="csX29" fmla="*/ 130950 w 612724"/>
                <a:gd name="csY29" fmla="*/ 250876 h 507154"/>
                <a:gd name="csX30" fmla="*/ 103454 w 612724"/>
                <a:gd name="csY30" fmla="*/ 270777 h 507154"/>
                <a:gd name="csX31" fmla="*/ 41783 w 612724"/>
                <a:gd name="csY31" fmla="*/ 264179 h 507154"/>
                <a:gd name="csX32" fmla="*/ 21755 w 612724"/>
                <a:gd name="csY32" fmla="*/ 234658 h 507154"/>
                <a:gd name="csX33" fmla="*/ 0 w 612724"/>
                <a:gd name="csY33" fmla="*/ 259315 h 507154"/>
                <a:gd name="csX34" fmla="*/ 0 w 612724"/>
                <a:gd name="csY34" fmla="*/ 259531 h 507154"/>
                <a:gd name="csX35" fmla="*/ 4007 w 612724"/>
                <a:gd name="csY35" fmla="*/ 264719 h 507154"/>
                <a:gd name="csX36" fmla="*/ 17424 w 612724"/>
                <a:gd name="csY36" fmla="*/ 291427 h 507154"/>
                <a:gd name="csX37" fmla="*/ 33769 w 612724"/>
                <a:gd name="csY37" fmla="*/ 334467 h 507154"/>
                <a:gd name="csX38" fmla="*/ 64833 w 612724"/>
                <a:gd name="csY38" fmla="*/ 386912 h 507154"/>
                <a:gd name="csX39" fmla="*/ 67107 w 612724"/>
                <a:gd name="csY39" fmla="*/ 415570 h 507154"/>
                <a:gd name="csX40" fmla="*/ 58667 w 612724"/>
                <a:gd name="csY40" fmla="*/ 423678 h 507154"/>
                <a:gd name="csX41" fmla="*/ 51524 w 612724"/>
                <a:gd name="csY41" fmla="*/ 424333 h 507154"/>
                <a:gd name="csX42" fmla="*/ 53581 w 612724"/>
                <a:gd name="csY42" fmla="*/ 436010 h 507154"/>
                <a:gd name="csX43" fmla="*/ 58014 w 612724"/>
                <a:gd name="csY43" fmla="*/ 439363 h 507154"/>
                <a:gd name="csX44" fmla="*/ 60287 w 612724"/>
                <a:gd name="csY44" fmla="*/ 444875 h 507154"/>
                <a:gd name="csX45" fmla="*/ 72409 w 612724"/>
                <a:gd name="csY45" fmla="*/ 466071 h 507154"/>
                <a:gd name="csX46" fmla="*/ 68409 w 612724"/>
                <a:gd name="csY46" fmla="*/ 475914 h 507154"/>
                <a:gd name="csX47" fmla="*/ 69920 w 612724"/>
                <a:gd name="csY47" fmla="*/ 484131 h 507154"/>
                <a:gd name="csX48" fmla="*/ 73495 w 612724"/>
                <a:gd name="csY48" fmla="*/ 485210 h 507154"/>
                <a:gd name="csX49" fmla="*/ 77171 w 612724"/>
                <a:gd name="csY49" fmla="*/ 477209 h 507154"/>
                <a:gd name="csX50" fmla="*/ 84861 w 612724"/>
                <a:gd name="csY50" fmla="*/ 478289 h 507154"/>
                <a:gd name="csX51" fmla="*/ 85833 w 612724"/>
                <a:gd name="csY51" fmla="*/ 486080 h 507154"/>
                <a:gd name="csX52" fmla="*/ 88430 w 612724"/>
                <a:gd name="csY52" fmla="*/ 488455 h 507154"/>
                <a:gd name="csX53" fmla="*/ 93085 w 612724"/>
                <a:gd name="csY53" fmla="*/ 487268 h 507154"/>
                <a:gd name="csX54" fmla="*/ 101612 w 612724"/>
                <a:gd name="csY54" fmla="*/ 491160 h 507154"/>
                <a:gd name="csX55" fmla="*/ 102057 w 612724"/>
                <a:gd name="csY55" fmla="*/ 491160 h 507154"/>
                <a:gd name="csX56" fmla="*/ 104661 w 612724"/>
                <a:gd name="csY56" fmla="*/ 495269 h 507154"/>
                <a:gd name="csX57" fmla="*/ 106819 w 612724"/>
                <a:gd name="csY57" fmla="*/ 498729 h 507154"/>
                <a:gd name="csX58" fmla="*/ 115138 w 612724"/>
                <a:gd name="csY58" fmla="*/ 502622 h 507154"/>
                <a:gd name="csX59" fmla="*/ 128346 w 612724"/>
                <a:gd name="csY59" fmla="*/ 507054 h 507154"/>
                <a:gd name="csX60" fmla="*/ 132918 w 612724"/>
                <a:gd name="csY60" fmla="*/ 504679 h 507154"/>
                <a:gd name="csX61" fmla="*/ 137046 w 612724"/>
                <a:gd name="csY61" fmla="*/ 499809 h 507154"/>
                <a:gd name="csX62" fmla="*/ 147015 w 612724"/>
                <a:gd name="csY62" fmla="*/ 493541 h 507154"/>
                <a:gd name="csX63" fmla="*/ 157683 w 612724"/>
                <a:gd name="csY63" fmla="*/ 493211 h 507154"/>
                <a:gd name="csX64" fmla="*/ 166573 w 612724"/>
                <a:gd name="csY64" fmla="*/ 489210 h 507154"/>
                <a:gd name="csX65" fmla="*/ 182575 w 612724"/>
                <a:gd name="csY65" fmla="*/ 489426 h 507154"/>
                <a:gd name="csX66" fmla="*/ 188544 w 612724"/>
                <a:gd name="csY66" fmla="*/ 487807 h 507154"/>
                <a:gd name="csX67" fmla="*/ 195910 w 612724"/>
                <a:gd name="csY67" fmla="*/ 488239 h 507154"/>
                <a:gd name="csX68" fmla="*/ 201181 w 612724"/>
                <a:gd name="csY68" fmla="*/ 485318 h 507154"/>
                <a:gd name="csX69" fmla="*/ 210642 w 612724"/>
                <a:gd name="csY69" fmla="*/ 479482 h 507154"/>
                <a:gd name="csX70" fmla="*/ 214833 w 612724"/>
                <a:gd name="csY70" fmla="*/ 475914 h 507154"/>
                <a:gd name="csX71" fmla="*/ 231534 w 612724"/>
                <a:gd name="csY71" fmla="*/ 473856 h 507154"/>
                <a:gd name="csX72" fmla="*/ 258140 w 612724"/>
                <a:gd name="csY72" fmla="*/ 476885 h 507154"/>
                <a:gd name="csX73" fmla="*/ 268999 w 612724"/>
                <a:gd name="csY73" fmla="*/ 472777 h 507154"/>
                <a:gd name="csX74" fmla="*/ 307734 w 612724"/>
                <a:gd name="csY74" fmla="*/ 480886 h 507154"/>
                <a:gd name="csX75" fmla="*/ 314338 w 612724"/>
                <a:gd name="csY75" fmla="*/ 476993 h 507154"/>
                <a:gd name="csX76" fmla="*/ 342468 w 612724"/>
                <a:gd name="csY76" fmla="*/ 472345 h 507154"/>
                <a:gd name="csX77" fmla="*/ 341389 w 612724"/>
                <a:gd name="csY77" fmla="*/ 471043 h 507154"/>
                <a:gd name="csX78" fmla="*/ 342151 w 612724"/>
                <a:gd name="csY78" fmla="*/ 466611 h 507154"/>
                <a:gd name="csX79" fmla="*/ 354469 w 612724"/>
                <a:gd name="csY79" fmla="*/ 461423 h 507154"/>
                <a:gd name="csX80" fmla="*/ 375043 w 612724"/>
                <a:gd name="csY80" fmla="*/ 462502 h 507154"/>
                <a:gd name="csX81" fmla="*/ 405904 w 612724"/>
                <a:gd name="csY81" fmla="*/ 447904 h 507154"/>
                <a:gd name="csX82" fmla="*/ 441274 w 612724"/>
                <a:gd name="csY82" fmla="*/ 420980 h 507154"/>
                <a:gd name="csX83" fmla="*/ 477405 w 612724"/>
                <a:gd name="csY83" fmla="*/ 385185 h 507154"/>
                <a:gd name="csX84" fmla="*/ 499377 w 612724"/>
                <a:gd name="csY84" fmla="*/ 368637 h 507154"/>
                <a:gd name="csX85" fmla="*/ 544969 w 612724"/>
                <a:gd name="csY85" fmla="*/ 304298 h 507154"/>
                <a:gd name="csX86" fmla="*/ 571703 w 612724"/>
                <a:gd name="csY86" fmla="*/ 269691 h 507154"/>
                <a:gd name="csX87" fmla="*/ 595706 w 612724"/>
                <a:gd name="csY87" fmla="*/ 249905 h 507154"/>
                <a:gd name="csX88" fmla="*/ 602437 w 612724"/>
                <a:gd name="csY88" fmla="*/ 219628 h 507154"/>
                <a:gd name="csX89" fmla="*/ 610692 w 612724"/>
                <a:gd name="csY89" fmla="*/ 199511 h 507154"/>
                <a:gd name="csX90" fmla="*/ 612724 w 612724"/>
                <a:gd name="csY90" fmla="*/ 188157 h 507154"/>
                <a:gd name="csX91" fmla="*/ 580022 w 612724"/>
                <a:gd name="csY91" fmla="*/ 188157 h 507154"/>
                <a:gd name="csX92" fmla="*/ 580593 w 612724"/>
                <a:gd name="csY92" fmla="*/ 187941 h 507154"/>
                <a:gd name="csX93" fmla="*/ 473532 w 612724"/>
                <a:gd name="csY93" fmla="*/ 309810 h 507154"/>
                <a:gd name="csX94" fmla="*/ 438543 w 612724"/>
                <a:gd name="csY94" fmla="*/ 324517 h 507154"/>
                <a:gd name="csX95" fmla="*/ 434924 w 612724"/>
                <a:gd name="csY95" fmla="*/ 339223 h 507154"/>
                <a:gd name="csX96" fmla="*/ 419303 w 612724"/>
                <a:gd name="csY96" fmla="*/ 339223 h 507154"/>
                <a:gd name="csX97" fmla="*/ 394728 w 612724"/>
                <a:gd name="csY97" fmla="*/ 299434 h 507154"/>
                <a:gd name="csX98" fmla="*/ 409588 w 612724"/>
                <a:gd name="csY98" fmla="*/ 290563 h 507154"/>
                <a:gd name="csX99" fmla="*/ 419176 w 612724"/>
                <a:gd name="csY99" fmla="*/ 270669 h 507154"/>
                <a:gd name="csX100" fmla="*/ 454800 w 612724"/>
                <a:gd name="csY100" fmla="*/ 257366 h 507154"/>
                <a:gd name="csX101" fmla="*/ 483819 w 612724"/>
                <a:gd name="csY101" fmla="*/ 281699 h 507154"/>
                <a:gd name="csX102" fmla="*/ 473405 w 612724"/>
                <a:gd name="csY102" fmla="*/ 309702 h 507154"/>
                <a:gd name="csX103" fmla="*/ 473532 w 612724"/>
                <a:gd name="csY103" fmla="*/ 309810 h 5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612724" h="507154">
                  <a:moveTo>
                    <a:pt x="580593" y="187941"/>
                  </a:moveTo>
                  <a:lnTo>
                    <a:pt x="580593" y="205677"/>
                  </a:lnTo>
                  <a:lnTo>
                    <a:pt x="549859" y="202756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466" y="153124"/>
                  </a:lnTo>
                  <a:lnTo>
                    <a:pt x="580466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404" y="3893"/>
                  </a:lnTo>
                  <a:lnTo>
                    <a:pt x="464578" y="16110"/>
                  </a:lnTo>
                  <a:lnTo>
                    <a:pt x="439687" y="22924"/>
                  </a:lnTo>
                  <a:lnTo>
                    <a:pt x="396570" y="59043"/>
                  </a:lnTo>
                  <a:lnTo>
                    <a:pt x="386601" y="84347"/>
                  </a:lnTo>
                  <a:lnTo>
                    <a:pt x="352438" y="104997"/>
                  </a:lnTo>
                  <a:lnTo>
                    <a:pt x="340500" y="140360"/>
                  </a:lnTo>
                  <a:lnTo>
                    <a:pt x="315290" y="147066"/>
                  </a:lnTo>
                  <a:lnTo>
                    <a:pt x="279603" y="140360"/>
                  </a:lnTo>
                  <a:lnTo>
                    <a:pt x="261696" y="125654"/>
                  </a:lnTo>
                  <a:lnTo>
                    <a:pt x="240931" y="126410"/>
                  </a:lnTo>
                  <a:lnTo>
                    <a:pt x="231978" y="155175"/>
                  </a:lnTo>
                  <a:lnTo>
                    <a:pt x="196990" y="188373"/>
                  </a:lnTo>
                  <a:lnTo>
                    <a:pt x="155397" y="190538"/>
                  </a:lnTo>
                  <a:lnTo>
                    <a:pt x="152476" y="172803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179"/>
                  </a:lnTo>
                  <a:lnTo>
                    <a:pt x="21755" y="234658"/>
                  </a:lnTo>
                  <a:lnTo>
                    <a:pt x="0" y="259315"/>
                  </a:lnTo>
                  <a:lnTo>
                    <a:pt x="0" y="259531"/>
                  </a:lnTo>
                  <a:cubicBezTo>
                    <a:pt x="2489" y="262014"/>
                    <a:pt x="3143" y="263100"/>
                    <a:pt x="4007" y="264719"/>
                  </a:cubicBezTo>
                  <a:cubicBezTo>
                    <a:pt x="14072" y="283966"/>
                    <a:pt x="15913" y="286995"/>
                    <a:pt x="17424" y="291427"/>
                  </a:cubicBezTo>
                  <a:cubicBezTo>
                    <a:pt x="32258" y="331978"/>
                    <a:pt x="31712" y="330683"/>
                    <a:pt x="33769" y="334467"/>
                  </a:cubicBezTo>
                  <a:cubicBezTo>
                    <a:pt x="60941" y="382264"/>
                    <a:pt x="63754" y="379990"/>
                    <a:pt x="64833" y="386912"/>
                  </a:cubicBezTo>
                  <a:cubicBezTo>
                    <a:pt x="67646" y="405511"/>
                    <a:pt x="69596" y="411245"/>
                    <a:pt x="67107" y="415570"/>
                  </a:cubicBezTo>
                  <a:cubicBezTo>
                    <a:pt x="64941" y="418383"/>
                    <a:pt x="63430" y="425520"/>
                    <a:pt x="58667" y="423678"/>
                  </a:cubicBezTo>
                  <a:cubicBezTo>
                    <a:pt x="57474" y="423463"/>
                    <a:pt x="52063" y="419786"/>
                    <a:pt x="51524" y="424333"/>
                  </a:cubicBezTo>
                  <a:cubicBezTo>
                    <a:pt x="51632" y="428225"/>
                    <a:pt x="48596" y="435578"/>
                    <a:pt x="53581" y="436010"/>
                  </a:cubicBezTo>
                  <a:cubicBezTo>
                    <a:pt x="55308" y="436118"/>
                    <a:pt x="57366" y="437630"/>
                    <a:pt x="58014" y="439363"/>
                  </a:cubicBezTo>
                  <a:lnTo>
                    <a:pt x="60287" y="444875"/>
                  </a:lnTo>
                  <a:cubicBezTo>
                    <a:pt x="62344" y="449853"/>
                    <a:pt x="72733" y="466611"/>
                    <a:pt x="72409" y="466071"/>
                  </a:cubicBezTo>
                  <a:cubicBezTo>
                    <a:pt x="74898" y="470179"/>
                    <a:pt x="68840" y="470935"/>
                    <a:pt x="68409" y="475914"/>
                  </a:cubicBezTo>
                  <a:cubicBezTo>
                    <a:pt x="68409" y="476885"/>
                    <a:pt x="67323" y="480670"/>
                    <a:pt x="69920" y="484131"/>
                  </a:cubicBezTo>
                  <a:cubicBezTo>
                    <a:pt x="70466" y="484562"/>
                    <a:pt x="73279" y="489426"/>
                    <a:pt x="73495" y="485210"/>
                  </a:cubicBezTo>
                  <a:cubicBezTo>
                    <a:pt x="73819" y="483915"/>
                    <a:pt x="72517" y="477965"/>
                    <a:pt x="77171" y="477209"/>
                  </a:cubicBezTo>
                  <a:cubicBezTo>
                    <a:pt x="77717" y="477209"/>
                    <a:pt x="82150" y="475806"/>
                    <a:pt x="84861" y="478289"/>
                  </a:cubicBezTo>
                  <a:cubicBezTo>
                    <a:pt x="87459" y="480778"/>
                    <a:pt x="85833" y="486620"/>
                    <a:pt x="85833" y="486080"/>
                  </a:cubicBezTo>
                  <a:cubicBezTo>
                    <a:pt x="85509" y="487915"/>
                    <a:pt x="86696" y="488995"/>
                    <a:pt x="88430" y="488455"/>
                  </a:cubicBezTo>
                  <a:lnTo>
                    <a:pt x="93085" y="487268"/>
                  </a:lnTo>
                  <a:cubicBezTo>
                    <a:pt x="97955" y="485966"/>
                    <a:pt x="96545" y="491700"/>
                    <a:pt x="101612" y="491160"/>
                  </a:cubicBezTo>
                  <a:lnTo>
                    <a:pt x="102057" y="491160"/>
                  </a:lnTo>
                  <a:cubicBezTo>
                    <a:pt x="105994" y="490728"/>
                    <a:pt x="104787" y="495916"/>
                    <a:pt x="104661" y="495269"/>
                  </a:cubicBezTo>
                  <a:cubicBezTo>
                    <a:pt x="104343" y="497110"/>
                    <a:pt x="105296" y="498621"/>
                    <a:pt x="106819" y="498729"/>
                  </a:cubicBezTo>
                  <a:cubicBezTo>
                    <a:pt x="110503" y="498837"/>
                    <a:pt x="115837" y="503053"/>
                    <a:pt x="115138" y="502622"/>
                  </a:cubicBezTo>
                  <a:cubicBezTo>
                    <a:pt x="119519" y="505543"/>
                    <a:pt x="129044" y="507162"/>
                    <a:pt x="128346" y="507054"/>
                  </a:cubicBezTo>
                  <a:cubicBezTo>
                    <a:pt x="131585" y="507810"/>
                    <a:pt x="133553" y="504025"/>
                    <a:pt x="132918" y="504679"/>
                  </a:cubicBezTo>
                  <a:cubicBezTo>
                    <a:pt x="133553" y="502946"/>
                    <a:pt x="135522" y="500780"/>
                    <a:pt x="137046" y="499809"/>
                  </a:cubicBezTo>
                  <a:lnTo>
                    <a:pt x="147015" y="493541"/>
                  </a:lnTo>
                  <a:cubicBezTo>
                    <a:pt x="151016" y="490944"/>
                    <a:pt x="158255" y="493319"/>
                    <a:pt x="157683" y="493211"/>
                  </a:cubicBezTo>
                  <a:cubicBezTo>
                    <a:pt x="162763" y="494189"/>
                    <a:pt x="161366" y="488455"/>
                    <a:pt x="166573" y="489210"/>
                  </a:cubicBezTo>
                  <a:cubicBezTo>
                    <a:pt x="176733" y="490836"/>
                    <a:pt x="179463" y="491700"/>
                    <a:pt x="182575" y="489426"/>
                  </a:cubicBezTo>
                  <a:cubicBezTo>
                    <a:pt x="183972" y="488455"/>
                    <a:pt x="186703" y="487699"/>
                    <a:pt x="188544" y="487807"/>
                  </a:cubicBezTo>
                  <a:lnTo>
                    <a:pt x="195910" y="488239"/>
                  </a:lnTo>
                  <a:cubicBezTo>
                    <a:pt x="199403" y="488347"/>
                    <a:pt x="201752" y="484778"/>
                    <a:pt x="201181" y="485318"/>
                  </a:cubicBezTo>
                  <a:cubicBezTo>
                    <a:pt x="203784" y="481318"/>
                    <a:pt x="209309" y="483699"/>
                    <a:pt x="210642" y="479482"/>
                  </a:cubicBezTo>
                  <a:cubicBezTo>
                    <a:pt x="211150" y="477857"/>
                    <a:pt x="212992" y="476238"/>
                    <a:pt x="214833" y="475914"/>
                  </a:cubicBezTo>
                  <a:cubicBezTo>
                    <a:pt x="222199" y="474396"/>
                    <a:pt x="227088" y="472992"/>
                    <a:pt x="231534" y="473856"/>
                  </a:cubicBezTo>
                  <a:cubicBezTo>
                    <a:pt x="252425" y="478073"/>
                    <a:pt x="254457" y="479266"/>
                    <a:pt x="258140" y="476885"/>
                  </a:cubicBezTo>
                  <a:cubicBezTo>
                    <a:pt x="260553" y="475698"/>
                    <a:pt x="264236" y="471697"/>
                    <a:pt x="268999" y="472777"/>
                  </a:cubicBezTo>
                  <a:lnTo>
                    <a:pt x="307734" y="480886"/>
                  </a:lnTo>
                  <a:cubicBezTo>
                    <a:pt x="311798" y="481749"/>
                    <a:pt x="314846" y="476453"/>
                    <a:pt x="314338" y="476993"/>
                  </a:cubicBezTo>
                  <a:cubicBezTo>
                    <a:pt x="319290" y="469964"/>
                    <a:pt x="347675" y="479051"/>
                    <a:pt x="342468" y="472345"/>
                  </a:cubicBezTo>
                  <a:lnTo>
                    <a:pt x="341389" y="471043"/>
                  </a:lnTo>
                  <a:cubicBezTo>
                    <a:pt x="340309" y="469640"/>
                    <a:pt x="340627" y="467582"/>
                    <a:pt x="342151" y="466611"/>
                  </a:cubicBezTo>
                  <a:cubicBezTo>
                    <a:pt x="345897" y="464230"/>
                    <a:pt x="350025" y="460883"/>
                    <a:pt x="354469" y="461423"/>
                  </a:cubicBezTo>
                  <a:cubicBezTo>
                    <a:pt x="367551" y="463258"/>
                    <a:pt x="370916" y="464344"/>
                    <a:pt x="375043" y="462502"/>
                  </a:cubicBezTo>
                  <a:cubicBezTo>
                    <a:pt x="396888" y="452768"/>
                    <a:pt x="402094" y="450717"/>
                    <a:pt x="405904" y="447904"/>
                  </a:cubicBezTo>
                  <a:cubicBezTo>
                    <a:pt x="436956" y="424872"/>
                    <a:pt x="438163" y="424117"/>
                    <a:pt x="441274" y="420980"/>
                  </a:cubicBezTo>
                  <a:lnTo>
                    <a:pt x="477405" y="385185"/>
                  </a:lnTo>
                  <a:cubicBezTo>
                    <a:pt x="481342" y="381292"/>
                    <a:pt x="499948" y="368097"/>
                    <a:pt x="499377" y="368637"/>
                  </a:cubicBezTo>
                  <a:cubicBezTo>
                    <a:pt x="516712" y="355988"/>
                    <a:pt x="536715" y="315328"/>
                    <a:pt x="544969" y="304298"/>
                  </a:cubicBezTo>
                  <a:cubicBezTo>
                    <a:pt x="568020" y="272936"/>
                    <a:pt x="568020" y="272288"/>
                    <a:pt x="571703" y="269691"/>
                  </a:cubicBezTo>
                  <a:cubicBezTo>
                    <a:pt x="593229" y="254445"/>
                    <a:pt x="594753" y="254121"/>
                    <a:pt x="595706" y="249905"/>
                  </a:cubicBezTo>
                  <a:lnTo>
                    <a:pt x="602437" y="219628"/>
                  </a:lnTo>
                  <a:cubicBezTo>
                    <a:pt x="603643" y="214541"/>
                    <a:pt x="611010" y="198863"/>
                    <a:pt x="610692" y="199511"/>
                  </a:cubicBezTo>
                  <a:cubicBezTo>
                    <a:pt x="611327" y="198000"/>
                    <a:pt x="612089" y="193675"/>
                    <a:pt x="612724" y="188157"/>
                  </a:cubicBezTo>
                  <a:lnTo>
                    <a:pt x="580022" y="188157"/>
                  </a:lnTo>
                  <a:lnTo>
                    <a:pt x="580593" y="187941"/>
                  </a:lnTo>
                  <a:close/>
                  <a:moveTo>
                    <a:pt x="473532" y="309810"/>
                  </a:moveTo>
                  <a:lnTo>
                    <a:pt x="438543" y="324517"/>
                  </a:lnTo>
                  <a:lnTo>
                    <a:pt x="434924" y="339223"/>
                  </a:lnTo>
                  <a:lnTo>
                    <a:pt x="419303" y="339223"/>
                  </a:lnTo>
                  <a:lnTo>
                    <a:pt x="394728" y="299434"/>
                  </a:lnTo>
                  <a:lnTo>
                    <a:pt x="409588" y="290563"/>
                  </a:lnTo>
                  <a:lnTo>
                    <a:pt x="419176" y="270669"/>
                  </a:lnTo>
                  <a:lnTo>
                    <a:pt x="454800" y="257366"/>
                  </a:lnTo>
                  <a:lnTo>
                    <a:pt x="483819" y="281699"/>
                  </a:lnTo>
                  <a:lnTo>
                    <a:pt x="473405" y="309702"/>
                  </a:lnTo>
                  <a:lnTo>
                    <a:pt x="473532" y="3098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814C247C-0C09-067C-8385-81B43EB1DF93}"/>
                </a:ext>
              </a:extLst>
            </p:cNvPr>
            <p:cNvSpPr/>
            <p:nvPr/>
          </p:nvSpPr>
          <p:spPr>
            <a:xfrm>
              <a:off x="6403738" y="4548535"/>
              <a:ext cx="335728" cy="424775"/>
            </a:xfrm>
            <a:custGeom>
              <a:avLst/>
              <a:gdLst>
                <a:gd name="csX0" fmla="*/ 0 w 387184"/>
                <a:gd name="csY0" fmla="*/ 465114 h 489879"/>
                <a:gd name="csX1" fmla="*/ 22098 w 387184"/>
                <a:gd name="csY1" fmla="*/ 489879 h 489879"/>
                <a:gd name="csX2" fmla="*/ 46863 w 387184"/>
                <a:gd name="csY2" fmla="*/ 455704 h 489879"/>
                <a:gd name="csX3" fmla="*/ 125730 w 387184"/>
                <a:gd name="csY3" fmla="*/ 378278 h 489879"/>
                <a:gd name="csX4" fmla="*/ 159448 w 387184"/>
                <a:gd name="csY4" fmla="*/ 354383 h 489879"/>
                <a:gd name="csX5" fmla="*/ 193739 w 387184"/>
                <a:gd name="csY5" fmla="*/ 339892 h 489879"/>
                <a:gd name="csX6" fmla="*/ 261620 w 387184"/>
                <a:gd name="csY6" fmla="*/ 278900 h 489879"/>
                <a:gd name="csX7" fmla="*/ 304673 w 387184"/>
                <a:gd name="csY7" fmla="*/ 210879 h 489879"/>
                <a:gd name="csX8" fmla="*/ 308484 w 387184"/>
                <a:gd name="csY8" fmla="*/ 197043 h 489879"/>
                <a:gd name="csX9" fmla="*/ 332359 w 387184"/>
                <a:gd name="csY9" fmla="*/ 154758 h 489879"/>
                <a:gd name="csX10" fmla="*/ 335534 w 387184"/>
                <a:gd name="csY10" fmla="*/ 147729 h 489879"/>
                <a:gd name="csX11" fmla="*/ 346139 w 387184"/>
                <a:gd name="csY11" fmla="*/ 137023 h 489879"/>
                <a:gd name="csX12" fmla="*/ 352743 w 387184"/>
                <a:gd name="csY12" fmla="*/ 124157 h 489879"/>
                <a:gd name="csX13" fmla="*/ 357949 w 387184"/>
                <a:gd name="csY13" fmla="*/ 112480 h 489879"/>
                <a:gd name="csX14" fmla="*/ 364427 w 387184"/>
                <a:gd name="csY14" fmla="*/ 104364 h 489879"/>
                <a:gd name="csX15" fmla="*/ 371031 w 387184"/>
                <a:gd name="csY15" fmla="*/ 93335 h 489879"/>
                <a:gd name="csX16" fmla="*/ 370078 w 387184"/>
                <a:gd name="csY16" fmla="*/ 86959 h 489879"/>
                <a:gd name="csX17" fmla="*/ 375920 w 387184"/>
                <a:gd name="csY17" fmla="*/ 58949 h 489879"/>
                <a:gd name="csX18" fmla="*/ 380238 w 387184"/>
                <a:gd name="csY18" fmla="*/ 53107 h 489879"/>
                <a:gd name="csX19" fmla="*/ 381953 w 387184"/>
                <a:gd name="csY19" fmla="*/ 27371 h 489879"/>
                <a:gd name="csX20" fmla="*/ 381064 w 387184"/>
                <a:gd name="csY20" fmla="*/ 20017 h 489879"/>
                <a:gd name="csX21" fmla="*/ 385001 w 387184"/>
                <a:gd name="csY21" fmla="*/ 2504 h 489879"/>
                <a:gd name="csX22" fmla="*/ 361188 w 387184"/>
                <a:gd name="csY22" fmla="*/ 2504 h 489879"/>
                <a:gd name="csX23" fmla="*/ 354774 w 387184"/>
                <a:gd name="csY23" fmla="*/ 10397 h 489879"/>
                <a:gd name="csX24" fmla="*/ 341821 w 387184"/>
                <a:gd name="csY24" fmla="*/ 17211 h 489879"/>
                <a:gd name="csX25" fmla="*/ 322771 w 387184"/>
                <a:gd name="csY25" fmla="*/ 18938 h 489879"/>
                <a:gd name="csX26" fmla="*/ 304673 w 387184"/>
                <a:gd name="csY26" fmla="*/ 26075 h 489879"/>
                <a:gd name="csX27" fmla="*/ 296418 w 387184"/>
                <a:gd name="csY27" fmla="*/ 24126 h 489879"/>
                <a:gd name="csX28" fmla="*/ 290258 w 387184"/>
                <a:gd name="csY28" fmla="*/ 22723 h 489879"/>
                <a:gd name="csX29" fmla="*/ 282575 w 387184"/>
                <a:gd name="csY29" fmla="*/ 23694 h 489879"/>
                <a:gd name="csX30" fmla="*/ 273177 w 387184"/>
                <a:gd name="csY30" fmla="*/ 29104 h 489879"/>
                <a:gd name="csX31" fmla="*/ 267209 w 387184"/>
                <a:gd name="csY31" fmla="*/ 31371 h 489879"/>
                <a:gd name="csX32" fmla="*/ 256731 w 387184"/>
                <a:gd name="csY32" fmla="*/ 31809 h 489879"/>
                <a:gd name="csX33" fmla="*/ 239649 w 387184"/>
                <a:gd name="csY33" fmla="*/ 29644 h 489879"/>
                <a:gd name="csX34" fmla="*/ 205549 w 387184"/>
                <a:gd name="csY34" fmla="*/ 46186 h 489879"/>
                <a:gd name="csX35" fmla="*/ 177927 w 387184"/>
                <a:gd name="csY35" fmla="*/ 42731 h 489879"/>
                <a:gd name="csX36" fmla="*/ 144907 w 387184"/>
                <a:gd name="csY36" fmla="*/ 58086 h 489879"/>
                <a:gd name="csX37" fmla="*/ 126111 w 387184"/>
                <a:gd name="csY37" fmla="*/ 56784 h 489879"/>
                <a:gd name="csX38" fmla="*/ 97599 w 387184"/>
                <a:gd name="csY38" fmla="*/ 30616 h 489879"/>
                <a:gd name="csX39" fmla="*/ 95759 w 387184"/>
                <a:gd name="csY39" fmla="*/ 24456 h 489879"/>
                <a:gd name="csX40" fmla="*/ 93282 w 387184"/>
                <a:gd name="csY40" fmla="*/ 19478 h 489879"/>
                <a:gd name="csX41" fmla="*/ 87249 w 387184"/>
                <a:gd name="csY41" fmla="*/ 16017 h 489879"/>
                <a:gd name="csX42" fmla="*/ 63436 w 387184"/>
                <a:gd name="csY42" fmla="*/ 52460 h 489879"/>
                <a:gd name="csX43" fmla="*/ 71882 w 387184"/>
                <a:gd name="csY43" fmla="*/ 70627 h 489879"/>
                <a:gd name="csX44" fmla="*/ 85154 w 387184"/>
                <a:gd name="csY44" fmla="*/ 77872 h 489879"/>
                <a:gd name="csX45" fmla="*/ 109538 w 387184"/>
                <a:gd name="csY45" fmla="*/ 110530 h 489879"/>
                <a:gd name="csX46" fmla="*/ 229870 w 387184"/>
                <a:gd name="csY46" fmla="*/ 150866 h 489879"/>
                <a:gd name="csX47" fmla="*/ 262001 w 387184"/>
                <a:gd name="csY47" fmla="*/ 150866 h 489879"/>
                <a:gd name="csX48" fmla="*/ 149161 w 387184"/>
                <a:gd name="csY48" fmla="*/ 266359 h 489879"/>
                <a:gd name="csX49" fmla="*/ 107442 w 387184"/>
                <a:gd name="csY49" fmla="*/ 263438 h 489879"/>
                <a:gd name="csX50" fmla="*/ 75756 w 387184"/>
                <a:gd name="csY50" fmla="*/ 275764 h 489879"/>
                <a:gd name="csX51" fmla="*/ 72834 w 387184"/>
                <a:gd name="csY51" fmla="*/ 286578 h 489879"/>
                <a:gd name="csX52" fmla="*/ 41148 w 387184"/>
                <a:gd name="csY52" fmla="*/ 291010 h 489879"/>
                <a:gd name="csX53" fmla="*/ 32703 w 387184"/>
                <a:gd name="csY53" fmla="*/ 301824 h 489879"/>
                <a:gd name="csX54" fmla="*/ 0 w 387184"/>
                <a:gd name="csY54" fmla="*/ 344109 h 489879"/>
                <a:gd name="csX55" fmla="*/ 0 w 387184"/>
                <a:gd name="csY55" fmla="*/ 465222 h 489879"/>
                <a:gd name="csX56" fmla="*/ 0 w 387184"/>
                <a:gd name="csY56" fmla="*/ 465114 h 489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87184" h="489879">
                  <a:moveTo>
                    <a:pt x="0" y="465114"/>
                  </a:moveTo>
                  <a:lnTo>
                    <a:pt x="22098" y="489879"/>
                  </a:lnTo>
                  <a:cubicBezTo>
                    <a:pt x="41021" y="463057"/>
                    <a:pt x="43942" y="458948"/>
                    <a:pt x="46863" y="455704"/>
                  </a:cubicBezTo>
                  <a:cubicBezTo>
                    <a:pt x="70104" y="430075"/>
                    <a:pt x="95250" y="400554"/>
                    <a:pt x="125730" y="378278"/>
                  </a:cubicBezTo>
                  <a:cubicBezTo>
                    <a:pt x="152591" y="358599"/>
                    <a:pt x="155448" y="356542"/>
                    <a:pt x="159448" y="354383"/>
                  </a:cubicBezTo>
                  <a:cubicBezTo>
                    <a:pt x="189294" y="338591"/>
                    <a:pt x="190500" y="343029"/>
                    <a:pt x="193739" y="339892"/>
                  </a:cubicBezTo>
                  <a:lnTo>
                    <a:pt x="261620" y="278900"/>
                  </a:lnTo>
                  <a:cubicBezTo>
                    <a:pt x="265176" y="275116"/>
                    <a:pt x="303594" y="216613"/>
                    <a:pt x="304673" y="210879"/>
                  </a:cubicBezTo>
                  <a:cubicBezTo>
                    <a:pt x="305753" y="204936"/>
                    <a:pt x="306324" y="200719"/>
                    <a:pt x="308484" y="197043"/>
                  </a:cubicBezTo>
                  <a:cubicBezTo>
                    <a:pt x="331724" y="158651"/>
                    <a:pt x="331851" y="159190"/>
                    <a:pt x="332359" y="154758"/>
                  </a:cubicBezTo>
                  <a:cubicBezTo>
                    <a:pt x="332613" y="154218"/>
                    <a:pt x="332359" y="150434"/>
                    <a:pt x="335534" y="147729"/>
                  </a:cubicBezTo>
                  <a:cubicBezTo>
                    <a:pt x="340423" y="143512"/>
                    <a:pt x="343980" y="140699"/>
                    <a:pt x="346139" y="137023"/>
                  </a:cubicBezTo>
                  <a:cubicBezTo>
                    <a:pt x="348933" y="132266"/>
                    <a:pt x="351536" y="128590"/>
                    <a:pt x="352743" y="124157"/>
                  </a:cubicBezTo>
                  <a:cubicBezTo>
                    <a:pt x="353949" y="119617"/>
                    <a:pt x="354584" y="115179"/>
                    <a:pt x="357949" y="112480"/>
                  </a:cubicBezTo>
                  <a:cubicBezTo>
                    <a:pt x="359093" y="111286"/>
                    <a:pt x="364427" y="108257"/>
                    <a:pt x="364427" y="104364"/>
                  </a:cubicBezTo>
                  <a:cubicBezTo>
                    <a:pt x="364427" y="100040"/>
                    <a:pt x="371475" y="92795"/>
                    <a:pt x="371031" y="93335"/>
                  </a:cubicBezTo>
                  <a:cubicBezTo>
                    <a:pt x="374079" y="89550"/>
                    <a:pt x="369507" y="91931"/>
                    <a:pt x="370078" y="86959"/>
                  </a:cubicBezTo>
                  <a:cubicBezTo>
                    <a:pt x="372745" y="64029"/>
                    <a:pt x="372237" y="61438"/>
                    <a:pt x="375920" y="58949"/>
                  </a:cubicBezTo>
                  <a:cubicBezTo>
                    <a:pt x="376555" y="58410"/>
                    <a:pt x="379667" y="57000"/>
                    <a:pt x="380238" y="53107"/>
                  </a:cubicBezTo>
                  <a:cubicBezTo>
                    <a:pt x="382524" y="36673"/>
                    <a:pt x="384111" y="31701"/>
                    <a:pt x="381953" y="27371"/>
                  </a:cubicBezTo>
                  <a:cubicBezTo>
                    <a:pt x="381826" y="26831"/>
                    <a:pt x="379476" y="23802"/>
                    <a:pt x="381064" y="20017"/>
                  </a:cubicBezTo>
                  <a:cubicBezTo>
                    <a:pt x="386588" y="7044"/>
                    <a:pt x="389446" y="3152"/>
                    <a:pt x="385001" y="2504"/>
                  </a:cubicBezTo>
                  <a:cubicBezTo>
                    <a:pt x="366014" y="-93"/>
                    <a:pt x="363220" y="-1503"/>
                    <a:pt x="361188" y="2504"/>
                  </a:cubicBezTo>
                  <a:cubicBezTo>
                    <a:pt x="360426" y="3583"/>
                    <a:pt x="358775" y="8232"/>
                    <a:pt x="354774" y="10397"/>
                  </a:cubicBezTo>
                  <a:lnTo>
                    <a:pt x="341821" y="17211"/>
                  </a:lnTo>
                  <a:cubicBezTo>
                    <a:pt x="335724" y="20341"/>
                    <a:pt x="329438" y="16341"/>
                    <a:pt x="322771" y="18938"/>
                  </a:cubicBezTo>
                  <a:lnTo>
                    <a:pt x="304673" y="26075"/>
                  </a:lnTo>
                  <a:cubicBezTo>
                    <a:pt x="300672" y="27694"/>
                    <a:pt x="295910" y="23910"/>
                    <a:pt x="296418" y="24126"/>
                  </a:cubicBezTo>
                  <a:cubicBezTo>
                    <a:pt x="294831" y="23154"/>
                    <a:pt x="292100" y="22507"/>
                    <a:pt x="290258" y="22723"/>
                  </a:cubicBezTo>
                  <a:lnTo>
                    <a:pt x="282575" y="23694"/>
                  </a:lnTo>
                  <a:cubicBezTo>
                    <a:pt x="277940" y="24348"/>
                    <a:pt x="272669" y="29536"/>
                    <a:pt x="273177" y="29104"/>
                  </a:cubicBezTo>
                  <a:cubicBezTo>
                    <a:pt x="271780" y="30291"/>
                    <a:pt x="269049" y="31263"/>
                    <a:pt x="267209" y="31371"/>
                  </a:cubicBezTo>
                  <a:lnTo>
                    <a:pt x="256731" y="31809"/>
                  </a:lnTo>
                  <a:cubicBezTo>
                    <a:pt x="249174" y="32133"/>
                    <a:pt x="244920" y="26723"/>
                    <a:pt x="239649" y="29644"/>
                  </a:cubicBezTo>
                  <a:cubicBezTo>
                    <a:pt x="210312" y="45970"/>
                    <a:pt x="209995" y="47056"/>
                    <a:pt x="205549" y="46186"/>
                  </a:cubicBezTo>
                  <a:cubicBezTo>
                    <a:pt x="183642" y="41754"/>
                    <a:pt x="181801" y="40674"/>
                    <a:pt x="177927" y="42731"/>
                  </a:cubicBezTo>
                  <a:cubicBezTo>
                    <a:pt x="150114" y="57330"/>
                    <a:pt x="149352" y="58301"/>
                    <a:pt x="144907" y="58086"/>
                  </a:cubicBezTo>
                  <a:cubicBezTo>
                    <a:pt x="144907" y="58086"/>
                    <a:pt x="127826" y="57222"/>
                    <a:pt x="126111" y="56784"/>
                  </a:cubicBezTo>
                  <a:cubicBezTo>
                    <a:pt x="124270" y="56460"/>
                    <a:pt x="97599" y="30616"/>
                    <a:pt x="97599" y="30616"/>
                  </a:cubicBezTo>
                  <a:cubicBezTo>
                    <a:pt x="95123" y="28133"/>
                    <a:pt x="95695" y="23910"/>
                    <a:pt x="95759" y="24456"/>
                  </a:cubicBezTo>
                  <a:cubicBezTo>
                    <a:pt x="96012" y="22614"/>
                    <a:pt x="94933" y="20341"/>
                    <a:pt x="93282" y="19478"/>
                  </a:cubicBezTo>
                  <a:cubicBezTo>
                    <a:pt x="90932" y="18182"/>
                    <a:pt x="88964" y="16995"/>
                    <a:pt x="87249" y="16017"/>
                  </a:cubicBezTo>
                  <a:lnTo>
                    <a:pt x="63436" y="52460"/>
                  </a:lnTo>
                  <a:lnTo>
                    <a:pt x="71882" y="70627"/>
                  </a:lnTo>
                  <a:lnTo>
                    <a:pt x="85154" y="77872"/>
                  </a:lnTo>
                  <a:lnTo>
                    <a:pt x="109538" y="110530"/>
                  </a:lnTo>
                  <a:lnTo>
                    <a:pt x="229870" y="150866"/>
                  </a:lnTo>
                  <a:lnTo>
                    <a:pt x="262001" y="150866"/>
                  </a:lnTo>
                  <a:lnTo>
                    <a:pt x="149161" y="266359"/>
                  </a:lnTo>
                  <a:lnTo>
                    <a:pt x="107442" y="263438"/>
                  </a:lnTo>
                  <a:lnTo>
                    <a:pt x="75756" y="275764"/>
                  </a:lnTo>
                  <a:lnTo>
                    <a:pt x="72834" y="286578"/>
                  </a:lnTo>
                  <a:lnTo>
                    <a:pt x="41148" y="291010"/>
                  </a:lnTo>
                  <a:lnTo>
                    <a:pt x="32703" y="301824"/>
                  </a:lnTo>
                  <a:lnTo>
                    <a:pt x="0" y="344109"/>
                  </a:lnTo>
                  <a:lnTo>
                    <a:pt x="0" y="465222"/>
                  </a:lnTo>
                  <a:lnTo>
                    <a:pt x="0" y="465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23A8016A-5B81-4792-E669-265F76AA8A76}"/>
                </a:ext>
              </a:extLst>
            </p:cNvPr>
            <p:cNvSpPr/>
            <p:nvPr/>
          </p:nvSpPr>
          <p:spPr>
            <a:xfrm>
              <a:off x="6736306" y="4594331"/>
              <a:ext cx="9170" cy="6013"/>
            </a:xfrm>
            <a:custGeom>
              <a:avLst/>
              <a:gdLst>
                <a:gd name="csX0" fmla="*/ 8827 w 10575"/>
                <a:gd name="csY0" fmla="*/ 832 h 6935"/>
                <a:gd name="csX1" fmla="*/ 381 w 10575"/>
                <a:gd name="csY1" fmla="*/ 2457 h 6935"/>
                <a:gd name="csX2" fmla="*/ 6287 w 10575"/>
                <a:gd name="csY2" fmla="*/ 6134 h 6935"/>
                <a:gd name="csX3" fmla="*/ 8891 w 10575"/>
                <a:gd name="csY3" fmla="*/ 832 h 6935"/>
                <a:gd name="csX4" fmla="*/ 8827 w 10575"/>
                <a:gd name="csY4" fmla="*/ 832 h 6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75" h="6935">
                  <a:moveTo>
                    <a:pt x="8827" y="832"/>
                  </a:moveTo>
                  <a:cubicBezTo>
                    <a:pt x="8827" y="832"/>
                    <a:pt x="-2158" y="-1867"/>
                    <a:pt x="381" y="2457"/>
                  </a:cubicBezTo>
                  <a:cubicBezTo>
                    <a:pt x="890" y="3105"/>
                    <a:pt x="2858" y="9055"/>
                    <a:pt x="6287" y="6134"/>
                  </a:cubicBezTo>
                  <a:cubicBezTo>
                    <a:pt x="7049" y="5270"/>
                    <a:pt x="13590" y="1486"/>
                    <a:pt x="8891" y="832"/>
                  </a:cubicBezTo>
                  <a:lnTo>
                    <a:pt x="8827" y="8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D25029E8-A3CD-D0FF-C617-96D8467F64DE}"/>
                </a:ext>
              </a:extLst>
            </p:cNvPr>
            <p:cNvSpPr/>
            <p:nvPr/>
          </p:nvSpPr>
          <p:spPr>
            <a:xfrm>
              <a:off x="4651179" y="4687887"/>
              <a:ext cx="11368" cy="7109"/>
            </a:xfrm>
            <a:custGeom>
              <a:avLst/>
              <a:gdLst>
                <a:gd name="csX0" fmla="*/ 3209 w 13110"/>
                <a:gd name="csY0" fmla="*/ 106 h 8199"/>
                <a:gd name="csX1" fmla="*/ 3209 w 13110"/>
                <a:gd name="csY1" fmla="*/ 5402 h 8199"/>
                <a:gd name="csX2" fmla="*/ 10460 w 13110"/>
                <a:gd name="csY2" fmla="*/ 7999 h 8199"/>
                <a:gd name="csX3" fmla="*/ 13058 w 13110"/>
                <a:gd name="csY3" fmla="*/ 5834 h 8199"/>
                <a:gd name="csX4" fmla="*/ 13058 w 13110"/>
                <a:gd name="csY4" fmla="*/ 5294 h 8199"/>
                <a:gd name="csX5" fmla="*/ 3101 w 13110"/>
                <a:gd name="csY5" fmla="*/ 214 h 8199"/>
                <a:gd name="csX6" fmla="*/ 3209 w 13110"/>
                <a:gd name="csY6" fmla="*/ 106 h 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0" h="8199">
                  <a:moveTo>
                    <a:pt x="3209" y="106"/>
                  </a:moveTo>
                  <a:cubicBezTo>
                    <a:pt x="-1230" y="-758"/>
                    <a:pt x="-906" y="3890"/>
                    <a:pt x="3209" y="5402"/>
                  </a:cubicBezTo>
                  <a:lnTo>
                    <a:pt x="10460" y="7999"/>
                  </a:lnTo>
                  <a:cubicBezTo>
                    <a:pt x="12187" y="8647"/>
                    <a:pt x="13382" y="7675"/>
                    <a:pt x="13058" y="5834"/>
                  </a:cubicBezTo>
                  <a:lnTo>
                    <a:pt x="13058" y="5294"/>
                  </a:lnTo>
                  <a:cubicBezTo>
                    <a:pt x="12187" y="322"/>
                    <a:pt x="5698" y="1077"/>
                    <a:pt x="3101" y="214"/>
                  </a:cubicBezTo>
                  <a:lnTo>
                    <a:pt x="3209" y="1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565080F2-5FA0-E1DE-1B7E-877602AD88D8}"/>
                </a:ext>
              </a:extLst>
            </p:cNvPr>
            <p:cNvSpPr/>
            <p:nvPr/>
          </p:nvSpPr>
          <p:spPr>
            <a:xfrm>
              <a:off x="4639160" y="4613338"/>
              <a:ext cx="105084" cy="99016"/>
            </a:xfrm>
            <a:custGeom>
              <a:avLst/>
              <a:gdLst>
                <a:gd name="csX0" fmla="*/ 119895 w 121190"/>
                <a:gd name="csY0" fmla="*/ 76022 h 114192"/>
                <a:gd name="csX1" fmla="*/ 121191 w 121190"/>
                <a:gd name="csY1" fmla="*/ 55797 h 114192"/>
                <a:gd name="csX2" fmla="*/ 104630 w 121190"/>
                <a:gd name="csY2" fmla="*/ 55690 h 114192"/>
                <a:gd name="csX3" fmla="*/ 98248 w 121190"/>
                <a:gd name="csY3" fmla="*/ 62611 h 114192"/>
                <a:gd name="csX4" fmla="*/ 86990 w 121190"/>
                <a:gd name="csY4" fmla="*/ 55581 h 114192"/>
                <a:gd name="csX5" fmla="*/ 93594 w 121190"/>
                <a:gd name="csY5" fmla="*/ 35795 h 114192"/>
                <a:gd name="csX6" fmla="*/ 87097 w 121190"/>
                <a:gd name="csY6" fmla="*/ 30931 h 114192"/>
                <a:gd name="csX7" fmla="*/ 89371 w 121190"/>
                <a:gd name="csY7" fmla="*/ 19685 h 114192"/>
                <a:gd name="csX8" fmla="*/ 72702 w 121190"/>
                <a:gd name="csY8" fmla="*/ 0 h 114192"/>
                <a:gd name="csX9" fmla="*/ 29084 w 121190"/>
                <a:gd name="csY9" fmla="*/ 3892 h 114192"/>
                <a:gd name="csX10" fmla="*/ 11768 w 121190"/>
                <a:gd name="csY10" fmla="*/ 37306 h 114192"/>
                <a:gd name="csX11" fmla="*/ 3214 w 121190"/>
                <a:gd name="csY11" fmla="*/ 38392 h 114192"/>
                <a:gd name="csX12" fmla="*/ 2998 w 121190"/>
                <a:gd name="csY12" fmla="*/ 38392 h 114192"/>
                <a:gd name="csX13" fmla="*/ 2998 w 121190"/>
                <a:gd name="csY13" fmla="*/ 41421 h 114192"/>
                <a:gd name="csX14" fmla="*/ 2458 w 121190"/>
                <a:gd name="csY14" fmla="*/ 43148 h 114192"/>
                <a:gd name="csX15" fmla="*/ 5379 w 121190"/>
                <a:gd name="csY15" fmla="*/ 49206 h 114192"/>
                <a:gd name="csX16" fmla="*/ 7005 w 121190"/>
                <a:gd name="csY16" fmla="*/ 53423 h 114192"/>
                <a:gd name="csX17" fmla="*/ 2134 w 121190"/>
                <a:gd name="csY17" fmla="*/ 54826 h 114192"/>
                <a:gd name="csX18" fmla="*/ 293 w 121190"/>
                <a:gd name="csY18" fmla="*/ 57099 h 114192"/>
                <a:gd name="csX19" fmla="*/ 2566 w 121190"/>
                <a:gd name="csY19" fmla="*/ 61747 h 114192"/>
                <a:gd name="csX20" fmla="*/ 8300 w 121190"/>
                <a:gd name="csY20" fmla="*/ 63481 h 114192"/>
                <a:gd name="csX21" fmla="*/ 17070 w 121190"/>
                <a:gd name="csY21" fmla="*/ 78511 h 114192"/>
                <a:gd name="csX22" fmla="*/ 32005 w 121190"/>
                <a:gd name="csY22" fmla="*/ 89865 h 114192"/>
                <a:gd name="csX23" fmla="*/ 35034 w 121190"/>
                <a:gd name="csY23" fmla="*/ 96787 h 114192"/>
                <a:gd name="csX24" fmla="*/ 69781 w 121190"/>
                <a:gd name="csY24" fmla="*/ 114192 h 114192"/>
                <a:gd name="csX25" fmla="*/ 69781 w 121190"/>
                <a:gd name="csY25" fmla="*/ 114084 h 114192"/>
                <a:gd name="csX26" fmla="*/ 119895 w 121190"/>
                <a:gd name="csY26" fmla="*/ 76238 h 114192"/>
                <a:gd name="csX27" fmla="*/ 119895 w 121190"/>
                <a:gd name="csY27" fmla="*/ 76022 h 114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1190" h="114192">
                  <a:moveTo>
                    <a:pt x="119895" y="76022"/>
                  </a:moveTo>
                  <a:lnTo>
                    <a:pt x="121191" y="55797"/>
                  </a:lnTo>
                  <a:lnTo>
                    <a:pt x="104630" y="55690"/>
                  </a:lnTo>
                  <a:lnTo>
                    <a:pt x="98248" y="62611"/>
                  </a:lnTo>
                  <a:lnTo>
                    <a:pt x="86990" y="55581"/>
                  </a:lnTo>
                  <a:lnTo>
                    <a:pt x="93594" y="35795"/>
                  </a:lnTo>
                  <a:lnTo>
                    <a:pt x="87097" y="30931"/>
                  </a:lnTo>
                  <a:lnTo>
                    <a:pt x="89371" y="19685"/>
                  </a:lnTo>
                  <a:lnTo>
                    <a:pt x="72702" y="0"/>
                  </a:lnTo>
                  <a:lnTo>
                    <a:pt x="29084" y="3892"/>
                  </a:lnTo>
                  <a:lnTo>
                    <a:pt x="11768" y="37306"/>
                  </a:lnTo>
                  <a:lnTo>
                    <a:pt x="3214" y="38392"/>
                  </a:lnTo>
                  <a:lnTo>
                    <a:pt x="2998" y="38392"/>
                  </a:lnTo>
                  <a:cubicBezTo>
                    <a:pt x="3322" y="39256"/>
                    <a:pt x="3430" y="40119"/>
                    <a:pt x="2998" y="41421"/>
                  </a:cubicBezTo>
                  <a:lnTo>
                    <a:pt x="2458" y="43148"/>
                  </a:lnTo>
                  <a:cubicBezTo>
                    <a:pt x="1265" y="46825"/>
                    <a:pt x="5919" y="49746"/>
                    <a:pt x="5379" y="49206"/>
                  </a:cubicBezTo>
                  <a:cubicBezTo>
                    <a:pt x="6897" y="50286"/>
                    <a:pt x="7653" y="52235"/>
                    <a:pt x="7005" y="53423"/>
                  </a:cubicBezTo>
                  <a:cubicBezTo>
                    <a:pt x="5811" y="55690"/>
                    <a:pt x="1588" y="54826"/>
                    <a:pt x="2134" y="54826"/>
                  </a:cubicBezTo>
                  <a:cubicBezTo>
                    <a:pt x="293" y="54394"/>
                    <a:pt x="-469" y="55474"/>
                    <a:pt x="293" y="57099"/>
                  </a:cubicBezTo>
                  <a:lnTo>
                    <a:pt x="2566" y="61747"/>
                  </a:lnTo>
                  <a:cubicBezTo>
                    <a:pt x="4185" y="65100"/>
                    <a:pt x="8840" y="63481"/>
                    <a:pt x="8300" y="63481"/>
                  </a:cubicBezTo>
                  <a:cubicBezTo>
                    <a:pt x="15120" y="61424"/>
                    <a:pt x="10250" y="74835"/>
                    <a:pt x="17070" y="78511"/>
                  </a:cubicBezTo>
                  <a:cubicBezTo>
                    <a:pt x="28652" y="84671"/>
                    <a:pt x="32005" y="85649"/>
                    <a:pt x="32005" y="89865"/>
                  </a:cubicBezTo>
                  <a:cubicBezTo>
                    <a:pt x="32113" y="90405"/>
                    <a:pt x="31249" y="94945"/>
                    <a:pt x="35034" y="96787"/>
                  </a:cubicBezTo>
                  <a:cubicBezTo>
                    <a:pt x="60472" y="108896"/>
                    <a:pt x="67400" y="111601"/>
                    <a:pt x="69781" y="114192"/>
                  </a:cubicBezTo>
                  <a:lnTo>
                    <a:pt x="69781" y="114084"/>
                  </a:lnTo>
                  <a:lnTo>
                    <a:pt x="119895" y="76238"/>
                  </a:lnTo>
                  <a:lnTo>
                    <a:pt x="119895" y="76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53DC798A-705C-F822-1BE6-EF8C4A91743A}"/>
                </a:ext>
              </a:extLst>
            </p:cNvPr>
            <p:cNvSpPr/>
            <p:nvPr/>
          </p:nvSpPr>
          <p:spPr>
            <a:xfrm>
              <a:off x="4501030" y="4395428"/>
              <a:ext cx="201357" cy="143648"/>
            </a:xfrm>
            <a:custGeom>
              <a:avLst/>
              <a:gdLst>
                <a:gd name="csX0" fmla="*/ 222046 w 232218"/>
                <a:gd name="csY0" fmla="*/ 123920 h 165665"/>
                <a:gd name="csX1" fmla="*/ 214147 w 232218"/>
                <a:gd name="csY1" fmla="*/ 126841 h 165665"/>
                <a:gd name="csX2" fmla="*/ 204183 w 232218"/>
                <a:gd name="csY2" fmla="*/ 113544 h 165665"/>
                <a:gd name="csX3" fmla="*/ 210680 w 232218"/>
                <a:gd name="csY3" fmla="*/ 106623 h 165665"/>
                <a:gd name="csX4" fmla="*/ 200723 w 232218"/>
                <a:gd name="csY4" fmla="*/ 84023 h 165665"/>
                <a:gd name="csX5" fmla="*/ 204183 w 232218"/>
                <a:gd name="csY5" fmla="*/ 75692 h 165665"/>
                <a:gd name="csX6" fmla="*/ 173989 w 232218"/>
                <a:gd name="csY6" fmla="*/ 54064 h 165665"/>
                <a:gd name="csX7" fmla="*/ 154616 w 232218"/>
                <a:gd name="csY7" fmla="*/ 19139 h 165665"/>
                <a:gd name="csX8" fmla="*/ 137299 w 232218"/>
                <a:gd name="csY8" fmla="*/ 19139 h 165665"/>
                <a:gd name="csX9" fmla="*/ 118357 w 232218"/>
                <a:gd name="csY9" fmla="*/ 0 h 165665"/>
                <a:gd name="csX10" fmla="*/ 61747 w 232218"/>
                <a:gd name="csY10" fmla="*/ 5188 h 165665"/>
                <a:gd name="csX11" fmla="*/ 53200 w 232218"/>
                <a:gd name="csY11" fmla="*/ 25406 h 165665"/>
                <a:gd name="csX12" fmla="*/ 37718 w 232218"/>
                <a:gd name="csY12" fmla="*/ 27032 h 165665"/>
                <a:gd name="csX13" fmla="*/ 37179 w 232218"/>
                <a:gd name="csY13" fmla="*/ 27032 h 165665"/>
                <a:gd name="csX14" fmla="*/ 35877 w 232218"/>
                <a:gd name="csY14" fmla="*/ 29845 h 165665"/>
                <a:gd name="csX15" fmla="*/ 10121 w 232218"/>
                <a:gd name="csY15" fmla="*/ 64662 h 165665"/>
                <a:gd name="csX16" fmla="*/ 1892 w 232218"/>
                <a:gd name="csY16" fmla="*/ 67799 h 165665"/>
                <a:gd name="csX17" fmla="*/ 812 w 232218"/>
                <a:gd name="csY17" fmla="*/ 72663 h 165665"/>
                <a:gd name="csX18" fmla="*/ 10121 w 232218"/>
                <a:gd name="csY18" fmla="*/ 72015 h 165665"/>
                <a:gd name="csX19" fmla="*/ 14776 w 232218"/>
                <a:gd name="csY19" fmla="*/ 76232 h 165665"/>
                <a:gd name="csX20" fmla="*/ 31337 w 232218"/>
                <a:gd name="csY20" fmla="*/ 101645 h 165665"/>
                <a:gd name="csX21" fmla="*/ 74301 w 232218"/>
                <a:gd name="csY21" fmla="*/ 101645 h 165665"/>
                <a:gd name="csX22" fmla="*/ 92379 w 232218"/>
                <a:gd name="csY22" fmla="*/ 90938 h 165665"/>
                <a:gd name="csX23" fmla="*/ 119868 w 232218"/>
                <a:gd name="csY23" fmla="*/ 103162 h 165665"/>
                <a:gd name="csX24" fmla="*/ 129717 w 232218"/>
                <a:gd name="csY24" fmla="*/ 99054 h 165665"/>
                <a:gd name="csX25" fmla="*/ 143357 w 232218"/>
                <a:gd name="csY25" fmla="*/ 118085 h 165665"/>
                <a:gd name="csX26" fmla="*/ 122573 w 232218"/>
                <a:gd name="csY26" fmla="*/ 128467 h 165665"/>
                <a:gd name="csX27" fmla="*/ 95840 w 232218"/>
                <a:gd name="csY27" fmla="*/ 115056 h 165665"/>
                <a:gd name="csX28" fmla="*/ 66833 w 232218"/>
                <a:gd name="csY28" fmla="*/ 130302 h 165665"/>
                <a:gd name="csX29" fmla="*/ 26790 w 232218"/>
                <a:gd name="csY29" fmla="*/ 130302 h 165665"/>
                <a:gd name="csX30" fmla="*/ 30359 w 232218"/>
                <a:gd name="csY30" fmla="*/ 159931 h 165665"/>
                <a:gd name="csX31" fmla="*/ 37179 w 232218"/>
                <a:gd name="csY31" fmla="*/ 164471 h 165665"/>
                <a:gd name="csX32" fmla="*/ 44754 w 232218"/>
                <a:gd name="csY32" fmla="*/ 164693 h 165665"/>
                <a:gd name="csX33" fmla="*/ 45732 w 232218"/>
                <a:gd name="csY33" fmla="*/ 164586 h 165665"/>
                <a:gd name="csX34" fmla="*/ 67811 w 232218"/>
                <a:gd name="csY34" fmla="*/ 164586 h 165665"/>
                <a:gd name="csX35" fmla="*/ 89134 w 232218"/>
                <a:gd name="csY35" fmla="*/ 150959 h 165665"/>
                <a:gd name="csX36" fmla="*/ 169767 w 232218"/>
                <a:gd name="csY36" fmla="*/ 150959 h 165665"/>
                <a:gd name="csX37" fmla="*/ 197478 w 232218"/>
                <a:gd name="csY37" fmla="*/ 165665 h 165665"/>
                <a:gd name="csX38" fmla="*/ 232219 w 232218"/>
                <a:gd name="csY38" fmla="*/ 160255 h 165665"/>
                <a:gd name="csX39" fmla="*/ 232219 w 232218"/>
                <a:gd name="csY39" fmla="*/ 140145 h 165665"/>
                <a:gd name="csX40" fmla="*/ 221830 w 232218"/>
                <a:gd name="csY40" fmla="*/ 123920 h 165665"/>
                <a:gd name="csX41" fmla="*/ 222046 w 232218"/>
                <a:gd name="csY41" fmla="*/ 123920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32218" h="165665">
                  <a:moveTo>
                    <a:pt x="222046" y="123920"/>
                  </a:moveTo>
                  <a:lnTo>
                    <a:pt x="214147" y="126841"/>
                  </a:lnTo>
                  <a:lnTo>
                    <a:pt x="204183" y="113544"/>
                  </a:lnTo>
                  <a:lnTo>
                    <a:pt x="210680" y="106623"/>
                  </a:lnTo>
                  <a:lnTo>
                    <a:pt x="200723" y="84023"/>
                  </a:lnTo>
                  <a:lnTo>
                    <a:pt x="204183" y="75692"/>
                  </a:lnTo>
                  <a:lnTo>
                    <a:pt x="173989" y="54064"/>
                  </a:lnTo>
                  <a:lnTo>
                    <a:pt x="154616" y="19139"/>
                  </a:lnTo>
                  <a:lnTo>
                    <a:pt x="137299" y="19139"/>
                  </a:lnTo>
                  <a:lnTo>
                    <a:pt x="118357" y="0"/>
                  </a:lnTo>
                  <a:lnTo>
                    <a:pt x="61747" y="5188"/>
                  </a:lnTo>
                  <a:lnTo>
                    <a:pt x="53200" y="25406"/>
                  </a:lnTo>
                  <a:lnTo>
                    <a:pt x="37718" y="27032"/>
                  </a:lnTo>
                  <a:lnTo>
                    <a:pt x="37179" y="27032"/>
                  </a:lnTo>
                  <a:cubicBezTo>
                    <a:pt x="36854" y="28111"/>
                    <a:pt x="36423" y="28975"/>
                    <a:pt x="35877" y="29845"/>
                  </a:cubicBezTo>
                  <a:cubicBezTo>
                    <a:pt x="13798" y="62503"/>
                    <a:pt x="14338" y="63043"/>
                    <a:pt x="10121" y="64662"/>
                  </a:cubicBezTo>
                  <a:lnTo>
                    <a:pt x="1892" y="67799"/>
                  </a:lnTo>
                  <a:cubicBezTo>
                    <a:pt x="-1677" y="69094"/>
                    <a:pt x="920" y="73317"/>
                    <a:pt x="812" y="72663"/>
                  </a:cubicBezTo>
                  <a:cubicBezTo>
                    <a:pt x="3193" y="76886"/>
                    <a:pt x="5575" y="70180"/>
                    <a:pt x="10121" y="72015"/>
                  </a:cubicBezTo>
                  <a:cubicBezTo>
                    <a:pt x="11848" y="72663"/>
                    <a:pt x="13906" y="74613"/>
                    <a:pt x="14776" y="76232"/>
                  </a:cubicBezTo>
                  <a:lnTo>
                    <a:pt x="31337" y="101645"/>
                  </a:lnTo>
                  <a:lnTo>
                    <a:pt x="74301" y="101645"/>
                  </a:lnTo>
                  <a:lnTo>
                    <a:pt x="92379" y="90938"/>
                  </a:lnTo>
                  <a:lnTo>
                    <a:pt x="119868" y="103162"/>
                  </a:lnTo>
                  <a:lnTo>
                    <a:pt x="129717" y="99054"/>
                  </a:lnTo>
                  <a:lnTo>
                    <a:pt x="143357" y="118085"/>
                  </a:lnTo>
                  <a:lnTo>
                    <a:pt x="122573" y="128467"/>
                  </a:lnTo>
                  <a:lnTo>
                    <a:pt x="95840" y="115056"/>
                  </a:lnTo>
                  <a:lnTo>
                    <a:pt x="66833" y="130302"/>
                  </a:lnTo>
                  <a:lnTo>
                    <a:pt x="26790" y="130302"/>
                  </a:lnTo>
                  <a:cubicBezTo>
                    <a:pt x="27329" y="149765"/>
                    <a:pt x="27006" y="157772"/>
                    <a:pt x="30359" y="159931"/>
                  </a:cubicBezTo>
                  <a:lnTo>
                    <a:pt x="37179" y="164471"/>
                  </a:lnTo>
                  <a:cubicBezTo>
                    <a:pt x="40531" y="166637"/>
                    <a:pt x="45294" y="164693"/>
                    <a:pt x="44754" y="164693"/>
                  </a:cubicBezTo>
                  <a:cubicBezTo>
                    <a:pt x="45186" y="164579"/>
                    <a:pt x="45510" y="164471"/>
                    <a:pt x="45732" y="164586"/>
                  </a:cubicBezTo>
                  <a:lnTo>
                    <a:pt x="67811" y="164586"/>
                  </a:lnTo>
                  <a:lnTo>
                    <a:pt x="89134" y="150959"/>
                  </a:lnTo>
                  <a:lnTo>
                    <a:pt x="169767" y="150959"/>
                  </a:lnTo>
                  <a:lnTo>
                    <a:pt x="197478" y="165665"/>
                  </a:lnTo>
                  <a:lnTo>
                    <a:pt x="232219" y="160255"/>
                  </a:lnTo>
                  <a:lnTo>
                    <a:pt x="232219" y="140145"/>
                  </a:lnTo>
                  <a:lnTo>
                    <a:pt x="221830" y="123920"/>
                  </a:lnTo>
                  <a:lnTo>
                    <a:pt x="222046" y="12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6D8BD549-3CDF-564B-23D2-B76936D3DED0}"/>
                </a:ext>
              </a:extLst>
            </p:cNvPr>
            <p:cNvSpPr/>
            <p:nvPr/>
          </p:nvSpPr>
          <p:spPr>
            <a:xfrm>
              <a:off x="6573843" y="5220665"/>
              <a:ext cx="11577" cy="6206"/>
            </a:xfrm>
            <a:custGeom>
              <a:avLst/>
              <a:gdLst>
                <a:gd name="csX0" fmla="*/ 9246 w 13351"/>
                <a:gd name="csY0" fmla="*/ 0 h 7157"/>
                <a:gd name="csX1" fmla="*/ 39 w 13351"/>
                <a:gd name="csY1" fmla="*/ 3568 h 7157"/>
                <a:gd name="csX2" fmla="*/ 39 w 13351"/>
                <a:gd name="csY2" fmla="*/ 4324 h 7157"/>
                <a:gd name="csX3" fmla="*/ 3976 w 13351"/>
                <a:gd name="csY3" fmla="*/ 7131 h 7157"/>
                <a:gd name="csX4" fmla="*/ 13247 w 13351"/>
                <a:gd name="csY4" fmla="*/ 2699 h 7157"/>
                <a:gd name="csX5" fmla="*/ 9120 w 13351"/>
                <a:gd name="csY5" fmla="*/ 0 h 7157"/>
                <a:gd name="csX6" fmla="*/ 9246 w 13351"/>
                <a:gd name="csY6" fmla="*/ 0 h 7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51" h="7157">
                  <a:moveTo>
                    <a:pt x="9246" y="0"/>
                  </a:moveTo>
                  <a:cubicBezTo>
                    <a:pt x="6643" y="432"/>
                    <a:pt x="-596" y="-1302"/>
                    <a:pt x="39" y="3568"/>
                  </a:cubicBezTo>
                  <a:lnTo>
                    <a:pt x="39" y="4324"/>
                  </a:lnTo>
                  <a:cubicBezTo>
                    <a:pt x="483" y="6159"/>
                    <a:pt x="2198" y="7353"/>
                    <a:pt x="3976" y="7131"/>
                  </a:cubicBezTo>
                  <a:cubicBezTo>
                    <a:pt x="6770" y="6267"/>
                    <a:pt x="14327" y="6807"/>
                    <a:pt x="13247" y="2699"/>
                  </a:cubicBezTo>
                  <a:cubicBezTo>
                    <a:pt x="12803" y="1187"/>
                    <a:pt x="10961" y="0"/>
                    <a:pt x="9120" y="0"/>
                  </a:cubicBezTo>
                  <a:lnTo>
                    <a:pt x="924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B1405C47-B241-98C6-ABE5-9FDCCA4024EC}"/>
                </a:ext>
              </a:extLst>
            </p:cNvPr>
            <p:cNvSpPr/>
            <p:nvPr/>
          </p:nvSpPr>
          <p:spPr>
            <a:xfrm>
              <a:off x="6870311" y="5068735"/>
              <a:ext cx="8810" cy="11849"/>
            </a:xfrm>
            <a:custGeom>
              <a:avLst/>
              <a:gdLst>
                <a:gd name="csX0" fmla="*/ 9350 w 10160"/>
                <a:gd name="csY0" fmla="*/ 12682 h 13665"/>
                <a:gd name="csX1" fmla="*/ 9350 w 10160"/>
                <a:gd name="csY1" fmla="*/ 6738 h 13665"/>
                <a:gd name="csX2" fmla="*/ 1667 w 10160"/>
                <a:gd name="csY2" fmla="*/ 1328 h 13665"/>
                <a:gd name="csX3" fmla="*/ 1032 w 10160"/>
                <a:gd name="csY3" fmla="*/ 2192 h 13665"/>
                <a:gd name="csX4" fmla="*/ 1159 w 10160"/>
                <a:gd name="csY4" fmla="*/ 8358 h 13665"/>
                <a:gd name="csX5" fmla="*/ 9477 w 10160"/>
                <a:gd name="csY5" fmla="*/ 12682 h 13665"/>
                <a:gd name="csX6" fmla="*/ 9350 w 10160"/>
                <a:gd name="csY6" fmla="*/ 12682 h 13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0" h="13665">
                  <a:moveTo>
                    <a:pt x="9350" y="12682"/>
                  </a:moveTo>
                  <a:cubicBezTo>
                    <a:pt x="10430" y="11386"/>
                    <a:pt x="10430" y="8682"/>
                    <a:pt x="9350" y="6738"/>
                  </a:cubicBezTo>
                  <a:cubicBezTo>
                    <a:pt x="8081" y="5221"/>
                    <a:pt x="5351" y="-3212"/>
                    <a:pt x="1667" y="1328"/>
                  </a:cubicBezTo>
                  <a:lnTo>
                    <a:pt x="1032" y="2192"/>
                  </a:lnTo>
                  <a:cubicBezTo>
                    <a:pt x="-365" y="3925"/>
                    <a:pt x="-365" y="6732"/>
                    <a:pt x="1159" y="8358"/>
                  </a:cubicBezTo>
                  <a:cubicBezTo>
                    <a:pt x="2556" y="9437"/>
                    <a:pt x="6684" y="16143"/>
                    <a:pt x="9477" y="12682"/>
                  </a:cubicBezTo>
                  <a:lnTo>
                    <a:pt x="9350" y="126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1307B48F-F313-FB6A-1C04-A57B0694BC65}"/>
                </a:ext>
              </a:extLst>
            </p:cNvPr>
            <p:cNvSpPr/>
            <p:nvPr/>
          </p:nvSpPr>
          <p:spPr>
            <a:xfrm>
              <a:off x="6880014" y="5058982"/>
              <a:ext cx="11484" cy="7989"/>
            </a:xfrm>
            <a:custGeom>
              <a:avLst/>
              <a:gdLst>
                <a:gd name="csX0" fmla="*/ 13083 w 13244"/>
                <a:gd name="csY0" fmla="*/ 4683 h 9214"/>
                <a:gd name="csX1" fmla="*/ 9210 w 13244"/>
                <a:gd name="csY1" fmla="*/ 358 h 9214"/>
                <a:gd name="csX2" fmla="*/ 2 w 13244"/>
                <a:gd name="csY2" fmla="*/ 2409 h 9214"/>
                <a:gd name="csX3" fmla="*/ 3558 w 13244"/>
                <a:gd name="csY3" fmla="*/ 6625 h 9214"/>
                <a:gd name="csX4" fmla="*/ 9083 w 13244"/>
                <a:gd name="csY4" fmla="*/ 8899 h 9214"/>
                <a:gd name="csX5" fmla="*/ 13083 w 13244"/>
                <a:gd name="csY5" fmla="*/ 4683 h 9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244" h="9214">
                  <a:moveTo>
                    <a:pt x="13083" y="4683"/>
                  </a:moveTo>
                  <a:cubicBezTo>
                    <a:pt x="13083" y="2517"/>
                    <a:pt x="11496" y="574"/>
                    <a:pt x="9210" y="358"/>
                  </a:cubicBezTo>
                  <a:cubicBezTo>
                    <a:pt x="7685" y="358"/>
                    <a:pt x="320" y="-1268"/>
                    <a:pt x="2" y="2409"/>
                  </a:cubicBezTo>
                  <a:cubicBezTo>
                    <a:pt x="-62" y="3927"/>
                    <a:pt x="1526" y="5762"/>
                    <a:pt x="3558" y="6625"/>
                  </a:cubicBezTo>
                  <a:lnTo>
                    <a:pt x="9083" y="8899"/>
                  </a:lnTo>
                  <a:cubicBezTo>
                    <a:pt x="13527" y="10734"/>
                    <a:pt x="13464" y="3927"/>
                    <a:pt x="13083" y="46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BF35640B-3FE7-296B-ADDB-BF49A0BAAE65}"/>
                </a:ext>
              </a:extLst>
            </p:cNvPr>
            <p:cNvSpPr/>
            <p:nvPr/>
          </p:nvSpPr>
          <p:spPr>
            <a:xfrm>
              <a:off x="6869035" y="5109987"/>
              <a:ext cx="9307" cy="6028"/>
            </a:xfrm>
            <a:custGeom>
              <a:avLst/>
              <a:gdLst>
                <a:gd name="csX0" fmla="*/ 2185 w 10734"/>
                <a:gd name="csY0" fmla="*/ 6091 h 6952"/>
                <a:gd name="csX1" fmla="*/ 9996 w 10734"/>
                <a:gd name="csY1" fmla="*/ 4364 h 6952"/>
                <a:gd name="csX2" fmla="*/ 2630 w 10734"/>
                <a:gd name="csY2" fmla="*/ 1119 h 6952"/>
                <a:gd name="csX3" fmla="*/ 2185 w 10734"/>
                <a:gd name="csY3" fmla="*/ 6199 h 6952"/>
                <a:gd name="csX4" fmla="*/ 2185 w 10734"/>
                <a:gd name="csY4" fmla="*/ 6091 h 6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4" h="6952">
                  <a:moveTo>
                    <a:pt x="2185" y="6091"/>
                  </a:moveTo>
                  <a:cubicBezTo>
                    <a:pt x="3900" y="6091"/>
                    <a:pt x="13425" y="8904"/>
                    <a:pt x="9996" y="4364"/>
                  </a:cubicBezTo>
                  <a:cubicBezTo>
                    <a:pt x="9996" y="4364"/>
                    <a:pt x="6376" y="-2665"/>
                    <a:pt x="2630" y="1119"/>
                  </a:cubicBezTo>
                  <a:cubicBezTo>
                    <a:pt x="2185" y="1875"/>
                    <a:pt x="-2767" y="5443"/>
                    <a:pt x="2185" y="6199"/>
                  </a:cubicBezTo>
                  <a:lnTo>
                    <a:pt x="2185" y="6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605B874C-6137-A130-EB68-06EB489E9B94}"/>
                </a:ext>
              </a:extLst>
            </p:cNvPr>
            <p:cNvSpPr/>
            <p:nvPr/>
          </p:nvSpPr>
          <p:spPr>
            <a:xfrm>
              <a:off x="6897842" y="5150180"/>
              <a:ext cx="6339" cy="7286"/>
            </a:xfrm>
            <a:custGeom>
              <a:avLst/>
              <a:gdLst>
                <a:gd name="csX0" fmla="*/ 967 w 7310"/>
                <a:gd name="csY0" fmla="*/ 2346 h 8403"/>
                <a:gd name="csX1" fmla="*/ 205 w 7310"/>
                <a:gd name="csY1" fmla="*/ 4505 h 8403"/>
                <a:gd name="csX2" fmla="*/ 2745 w 7310"/>
                <a:gd name="csY2" fmla="*/ 8404 h 8403"/>
                <a:gd name="csX3" fmla="*/ 7254 w 7310"/>
                <a:gd name="csY3" fmla="*/ 3857 h 8403"/>
                <a:gd name="csX4" fmla="*/ 967 w 7310"/>
                <a:gd name="csY4" fmla="*/ 2346 h 8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0" h="8403">
                  <a:moveTo>
                    <a:pt x="967" y="2346"/>
                  </a:moveTo>
                  <a:lnTo>
                    <a:pt x="205" y="4505"/>
                  </a:lnTo>
                  <a:cubicBezTo>
                    <a:pt x="-493" y="6562"/>
                    <a:pt x="649" y="8404"/>
                    <a:pt x="2745" y="8404"/>
                  </a:cubicBezTo>
                  <a:cubicBezTo>
                    <a:pt x="6619" y="8404"/>
                    <a:pt x="7571" y="3210"/>
                    <a:pt x="7254" y="3857"/>
                  </a:cubicBezTo>
                  <a:cubicBezTo>
                    <a:pt x="7699" y="1698"/>
                    <a:pt x="2618" y="-2734"/>
                    <a:pt x="967" y="23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AAB12069-6065-B2AF-5384-6EFDC3D06508}"/>
                </a:ext>
              </a:extLst>
            </p:cNvPr>
            <p:cNvSpPr/>
            <p:nvPr/>
          </p:nvSpPr>
          <p:spPr>
            <a:xfrm>
              <a:off x="6908227" y="5255037"/>
              <a:ext cx="6626" cy="8024"/>
            </a:xfrm>
            <a:custGeom>
              <a:avLst/>
              <a:gdLst>
                <a:gd name="csX0" fmla="*/ 39 w 7641"/>
                <a:gd name="csY0" fmla="*/ 5559 h 9254"/>
                <a:gd name="csX1" fmla="*/ 3659 w 7641"/>
                <a:gd name="csY1" fmla="*/ 9236 h 9254"/>
                <a:gd name="csX2" fmla="*/ 5373 w 7641"/>
                <a:gd name="csY2" fmla="*/ 9236 h 9254"/>
                <a:gd name="csX3" fmla="*/ 3532 w 7641"/>
                <a:gd name="csY3" fmla="*/ 1235 h 9254"/>
                <a:gd name="csX4" fmla="*/ 39 w 7641"/>
                <a:gd name="csY4" fmla="*/ 5668 h 9254"/>
                <a:gd name="csX5" fmla="*/ 39 w 7641"/>
                <a:gd name="csY5" fmla="*/ 5559 h 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1" h="9254">
                  <a:moveTo>
                    <a:pt x="39" y="5559"/>
                  </a:moveTo>
                  <a:cubicBezTo>
                    <a:pt x="-278" y="7719"/>
                    <a:pt x="1372" y="9452"/>
                    <a:pt x="3659" y="9236"/>
                  </a:cubicBezTo>
                  <a:lnTo>
                    <a:pt x="5373" y="9236"/>
                  </a:lnTo>
                  <a:cubicBezTo>
                    <a:pt x="11088" y="8588"/>
                    <a:pt x="4294" y="2638"/>
                    <a:pt x="3532" y="1235"/>
                  </a:cubicBezTo>
                  <a:cubicBezTo>
                    <a:pt x="293" y="-2988"/>
                    <a:pt x="293" y="4912"/>
                    <a:pt x="39" y="5668"/>
                  </a:cubicBezTo>
                  <a:lnTo>
                    <a:pt x="39" y="5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6F40A51A-5DEE-9D69-72E5-BD7E6367B636}"/>
                </a:ext>
              </a:extLst>
            </p:cNvPr>
            <p:cNvSpPr/>
            <p:nvPr/>
          </p:nvSpPr>
          <p:spPr>
            <a:xfrm>
              <a:off x="6621349" y="5245549"/>
              <a:ext cx="6439" cy="8261"/>
            </a:xfrm>
            <a:custGeom>
              <a:avLst/>
              <a:gdLst>
                <a:gd name="csX0" fmla="*/ 3164 w 7426"/>
                <a:gd name="csY0" fmla="*/ 925 h 9527"/>
                <a:gd name="csX1" fmla="*/ 1894 w 7426"/>
                <a:gd name="csY1" fmla="*/ 8500 h 9527"/>
                <a:gd name="csX2" fmla="*/ 7291 w 7426"/>
                <a:gd name="csY2" fmla="*/ 7198 h 9527"/>
                <a:gd name="csX3" fmla="*/ 3164 w 7426"/>
                <a:gd name="csY3" fmla="*/ 925 h 9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26" h="9527">
                  <a:moveTo>
                    <a:pt x="3164" y="925"/>
                  </a:moveTo>
                  <a:cubicBezTo>
                    <a:pt x="2656" y="2227"/>
                    <a:pt x="-2805" y="7091"/>
                    <a:pt x="1894" y="8500"/>
                  </a:cubicBezTo>
                  <a:cubicBezTo>
                    <a:pt x="2656" y="8500"/>
                    <a:pt x="8370" y="11523"/>
                    <a:pt x="7291" y="7198"/>
                  </a:cubicBezTo>
                  <a:cubicBezTo>
                    <a:pt x="7291" y="7198"/>
                    <a:pt x="5957" y="-3076"/>
                    <a:pt x="3164" y="9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71C7FCD7-EA71-A604-B212-895F35BF5961}"/>
                </a:ext>
              </a:extLst>
            </p:cNvPr>
            <p:cNvSpPr/>
            <p:nvPr/>
          </p:nvSpPr>
          <p:spPr>
            <a:xfrm>
              <a:off x="5308986" y="4863144"/>
              <a:ext cx="8263" cy="6932"/>
            </a:xfrm>
            <a:custGeom>
              <a:avLst/>
              <a:gdLst>
                <a:gd name="csX0" fmla="*/ 7108 w 9529"/>
                <a:gd name="csY0" fmla="*/ 95 h 7995"/>
                <a:gd name="csX1" fmla="*/ 6130 w 9529"/>
                <a:gd name="csY1" fmla="*/ 95 h 7995"/>
                <a:gd name="csX2" fmla="*/ 1368 w 9529"/>
                <a:gd name="csY2" fmla="*/ 2477 h 7995"/>
                <a:gd name="csX3" fmla="*/ 289 w 9529"/>
                <a:gd name="csY3" fmla="*/ 4851 h 7995"/>
                <a:gd name="csX4" fmla="*/ 2238 w 9529"/>
                <a:gd name="csY4" fmla="*/ 7988 h 7995"/>
                <a:gd name="csX5" fmla="*/ 4619 w 9529"/>
                <a:gd name="csY5" fmla="*/ 7988 h 7995"/>
                <a:gd name="csX6" fmla="*/ 9382 w 9529"/>
                <a:gd name="csY6" fmla="*/ 3772 h 7995"/>
                <a:gd name="csX7" fmla="*/ 7108 w 9529"/>
                <a:gd name="csY7" fmla="*/ 95 h 7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29" h="7995">
                  <a:moveTo>
                    <a:pt x="7108" y="95"/>
                  </a:moveTo>
                  <a:lnTo>
                    <a:pt x="6130" y="95"/>
                  </a:lnTo>
                  <a:cubicBezTo>
                    <a:pt x="4295" y="-337"/>
                    <a:pt x="2130" y="743"/>
                    <a:pt x="1368" y="2477"/>
                  </a:cubicBezTo>
                  <a:lnTo>
                    <a:pt x="289" y="4851"/>
                  </a:lnTo>
                  <a:cubicBezTo>
                    <a:pt x="-467" y="6477"/>
                    <a:pt x="289" y="7880"/>
                    <a:pt x="2238" y="7988"/>
                  </a:cubicBezTo>
                  <a:lnTo>
                    <a:pt x="4619" y="7988"/>
                  </a:lnTo>
                  <a:cubicBezTo>
                    <a:pt x="8512" y="8204"/>
                    <a:pt x="9814" y="3232"/>
                    <a:pt x="9382" y="3772"/>
                  </a:cubicBezTo>
                  <a:cubicBezTo>
                    <a:pt x="9921" y="2038"/>
                    <a:pt x="8943" y="311"/>
                    <a:pt x="7108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143C18FD-CBCC-D592-22B4-1EE932F2C66F}"/>
                </a:ext>
              </a:extLst>
            </p:cNvPr>
            <p:cNvSpPr/>
            <p:nvPr/>
          </p:nvSpPr>
          <p:spPr>
            <a:xfrm>
              <a:off x="5281547" y="4907092"/>
              <a:ext cx="9495" cy="12226"/>
            </a:xfrm>
            <a:custGeom>
              <a:avLst/>
              <a:gdLst>
                <a:gd name="csX0" fmla="*/ 1734 w 10950"/>
                <a:gd name="csY0" fmla="*/ 3697 h 14100"/>
                <a:gd name="csX1" fmla="*/ 1302 w 10950"/>
                <a:gd name="csY1" fmla="*/ 12454 h 14100"/>
                <a:gd name="csX2" fmla="*/ 9532 w 10950"/>
                <a:gd name="csY2" fmla="*/ 8669 h 14100"/>
                <a:gd name="csX3" fmla="*/ 9532 w 10950"/>
                <a:gd name="csY3" fmla="*/ 1424 h 14100"/>
                <a:gd name="csX4" fmla="*/ 1734 w 10950"/>
                <a:gd name="csY4" fmla="*/ 3697 h 1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50" h="14100">
                  <a:moveTo>
                    <a:pt x="1734" y="3697"/>
                  </a:moveTo>
                  <a:cubicBezTo>
                    <a:pt x="-1835" y="6618"/>
                    <a:pt x="1194" y="11266"/>
                    <a:pt x="1302" y="12454"/>
                  </a:cubicBezTo>
                  <a:cubicBezTo>
                    <a:pt x="2820" y="17217"/>
                    <a:pt x="7258" y="10295"/>
                    <a:pt x="9532" y="8669"/>
                  </a:cubicBezTo>
                  <a:cubicBezTo>
                    <a:pt x="12669" y="5748"/>
                    <a:pt x="9640" y="2072"/>
                    <a:pt x="9532" y="1424"/>
                  </a:cubicBezTo>
                  <a:cubicBezTo>
                    <a:pt x="7366" y="-2792"/>
                    <a:pt x="1734" y="3697"/>
                    <a:pt x="1734" y="3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9D8A8644-45BF-69BA-C8FA-43F80961A3E6}"/>
                </a:ext>
              </a:extLst>
            </p:cNvPr>
            <p:cNvSpPr/>
            <p:nvPr/>
          </p:nvSpPr>
          <p:spPr>
            <a:xfrm>
              <a:off x="4882538" y="5436417"/>
              <a:ext cx="11586" cy="6234"/>
            </a:xfrm>
            <a:custGeom>
              <a:avLst/>
              <a:gdLst>
                <a:gd name="csX0" fmla="*/ 9149 w 13362"/>
                <a:gd name="csY0" fmla="*/ 108 h 7190"/>
                <a:gd name="csX1" fmla="*/ 56 w 13362"/>
                <a:gd name="csY1" fmla="*/ 3677 h 7190"/>
                <a:gd name="csX2" fmla="*/ 56 w 13362"/>
                <a:gd name="csY2" fmla="*/ 4439 h 7190"/>
                <a:gd name="csX3" fmla="*/ 3948 w 13362"/>
                <a:gd name="csY3" fmla="*/ 7138 h 7190"/>
                <a:gd name="csX4" fmla="*/ 13257 w 13362"/>
                <a:gd name="csY4" fmla="*/ 2705 h 7190"/>
                <a:gd name="csX5" fmla="*/ 9149 w 13362"/>
                <a:gd name="csY5" fmla="*/ 0 h 7190"/>
                <a:gd name="csX6" fmla="*/ 9149 w 13362"/>
                <a:gd name="csY6" fmla="*/ 108 h 7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62" h="7190">
                  <a:moveTo>
                    <a:pt x="9149" y="108"/>
                  </a:moveTo>
                  <a:cubicBezTo>
                    <a:pt x="6545" y="654"/>
                    <a:pt x="-706" y="-1187"/>
                    <a:pt x="56" y="3677"/>
                  </a:cubicBezTo>
                  <a:lnTo>
                    <a:pt x="56" y="4439"/>
                  </a:lnTo>
                  <a:cubicBezTo>
                    <a:pt x="379" y="6274"/>
                    <a:pt x="2113" y="7462"/>
                    <a:pt x="3948" y="7138"/>
                  </a:cubicBezTo>
                  <a:cubicBezTo>
                    <a:pt x="6768" y="6274"/>
                    <a:pt x="14343" y="6922"/>
                    <a:pt x="13257" y="2705"/>
                  </a:cubicBezTo>
                  <a:cubicBezTo>
                    <a:pt x="12826" y="1194"/>
                    <a:pt x="10984" y="0"/>
                    <a:pt x="9149" y="0"/>
                  </a:cubicBezTo>
                  <a:lnTo>
                    <a:pt x="9149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D0C79071-1F28-B048-D657-D6CA95371820}"/>
                </a:ext>
              </a:extLst>
            </p:cNvPr>
            <p:cNvSpPr/>
            <p:nvPr/>
          </p:nvSpPr>
          <p:spPr>
            <a:xfrm>
              <a:off x="6009997" y="4956241"/>
              <a:ext cx="66733" cy="57104"/>
            </a:xfrm>
            <a:custGeom>
              <a:avLst/>
              <a:gdLst>
                <a:gd name="csX0" fmla="*/ 28575 w 76961"/>
                <a:gd name="csY0" fmla="*/ 12548 h 65856"/>
                <a:gd name="csX1" fmla="*/ 16129 w 76961"/>
                <a:gd name="csY1" fmla="*/ 22822 h 65856"/>
                <a:gd name="csX2" fmla="*/ 0 w 76961"/>
                <a:gd name="csY2" fmla="*/ 49854 h 65856"/>
                <a:gd name="csX3" fmla="*/ 3683 w 76961"/>
                <a:gd name="csY3" fmla="*/ 62287 h 65856"/>
                <a:gd name="csX4" fmla="*/ 3937 w 76961"/>
                <a:gd name="csY4" fmla="*/ 62071 h 65856"/>
                <a:gd name="csX5" fmla="*/ 16510 w 76961"/>
                <a:gd name="csY5" fmla="*/ 57423 h 65856"/>
                <a:gd name="csX6" fmla="*/ 25464 w 76961"/>
                <a:gd name="csY6" fmla="*/ 65856 h 65856"/>
                <a:gd name="csX7" fmla="*/ 38481 w 76961"/>
                <a:gd name="csY7" fmla="*/ 64453 h 65856"/>
                <a:gd name="csX8" fmla="*/ 41466 w 76961"/>
                <a:gd name="csY8" fmla="*/ 48775 h 65856"/>
                <a:gd name="csX9" fmla="*/ 56197 w 76961"/>
                <a:gd name="csY9" fmla="*/ 46933 h 65856"/>
                <a:gd name="csX10" fmla="*/ 64326 w 76961"/>
                <a:gd name="csY10" fmla="*/ 52019 h 65856"/>
                <a:gd name="csX11" fmla="*/ 76962 w 76961"/>
                <a:gd name="csY11" fmla="*/ 49099 h 65856"/>
                <a:gd name="csX12" fmla="*/ 73660 w 76961"/>
                <a:gd name="csY12" fmla="*/ 17412 h 65856"/>
                <a:gd name="csX13" fmla="*/ 57912 w 76961"/>
                <a:gd name="csY13" fmla="*/ 0 h 65856"/>
                <a:gd name="csX14" fmla="*/ 43117 w 76961"/>
                <a:gd name="csY14" fmla="*/ 15469 h 65856"/>
                <a:gd name="csX15" fmla="*/ 28575 w 76961"/>
                <a:gd name="csY15" fmla="*/ 12548 h 6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6961" h="65856">
                  <a:moveTo>
                    <a:pt x="28575" y="12548"/>
                  </a:moveTo>
                  <a:lnTo>
                    <a:pt x="16129" y="22822"/>
                  </a:lnTo>
                  <a:lnTo>
                    <a:pt x="0" y="49854"/>
                  </a:lnTo>
                  <a:lnTo>
                    <a:pt x="3683" y="62287"/>
                  </a:lnTo>
                  <a:lnTo>
                    <a:pt x="3937" y="62071"/>
                  </a:lnTo>
                  <a:lnTo>
                    <a:pt x="16510" y="57423"/>
                  </a:lnTo>
                  <a:lnTo>
                    <a:pt x="25464" y="65856"/>
                  </a:lnTo>
                  <a:lnTo>
                    <a:pt x="38481" y="64453"/>
                  </a:lnTo>
                  <a:lnTo>
                    <a:pt x="41466" y="48775"/>
                  </a:lnTo>
                  <a:lnTo>
                    <a:pt x="56197" y="46933"/>
                  </a:lnTo>
                  <a:lnTo>
                    <a:pt x="64326" y="52019"/>
                  </a:lnTo>
                  <a:lnTo>
                    <a:pt x="76962" y="49099"/>
                  </a:lnTo>
                  <a:lnTo>
                    <a:pt x="73660" y="17412"/>
                  </a:lnTo>
                  <a:lnTo>
                    <a:pt x="57912" y="0"/>
                  </a:lnTo>
                  <a:lnTo>
                    <a:pt x="43117" y="15469"/>
                  </a:lnTo>
                  <a:lnTo>
                    <a:pt x="28575" y="125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AA397BA0-DC03-0009-F4FD-1BDCEC3FD12E}"/>
                </a:ext>
              </a:extLst>
            </p:cNvPr>
            <p:cNvSpPr/>
            <p:nvPr/>
          </p:nvSpPr>
          <p:spPr>
            <a:xfrm>
              <a:off x="6866051" y="5605054"/>
              <a:ext cx="23393" cy="19514"/>
            </a:xfrm>
            <a:custGeom>
              <a:avLst/>
              <a:gdLst>
                <a:gd name="csX0" fmla="*/ 2262 w 26978"/>
                <a:gd name="csY0" fmla="*/ 3191 h 22505"/>
                <a:gd name="csX1" fmla="*/ 1817 w 26978"/>
                <a:gd name="csY1" fmla="*/ 12710 h 22505"/>
                <a:gd name="csX2" fmla="*/ 15343 w 26978"/>
                <a:gd name="csY2" fmla="*/ 21904 h 22505"/>
                <a:gd name="csX3" fmla="*/ 25122 w 26978"/>
                <a:gd name="csY3" fmla="*/ 20063 h 22505"/>
                <a:gd name="csX4" fmla="*/ 20360 w 26978"/>
                <a:gd name="csY4" fmla="*/ 1356 h 22505"/>
                <a:gd name="csX5" fmla="*/ 2262 w 26978"/>
                <a:gd name="csY5" fmla="*/ 3191 h 22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978" h="22505">
                  <a:moveTo>
                    <a:pt x="2262" y="3191"/>
                  </a:moveTo>
                  <a:cubicBezTo>
                    <a:pt x="-2374" y="4601"/>
                    <a:pt x="1500" y="10436"/>
                    <a:pt x="1817" y="12710"/>
                  </a:cubicBezTo>
                  <a:cubicBezTo>
                    <a:pt x="3214" y="17034"/>
                    <a:pt x="8866" y="18875"/>
                    <a:pt x="15343" y="21904"/>
                  </a:cubicBezTo>
                  <a:cubicBezTo>
                    <a:pt x="19598" y="23847"/>
                    <a:pt x="23725" y="20495"/>
                    <a:pt x="25122" y="20063"/>
                  </a:cubicBezTo>
                  <a:cubicBezTo>
                    <a:pt x="28995" y="18120"/>
                    <a:pt x="26519" y="15199"/>
                    <a:pt x="20360" y="1356"/>
                  </a:cubicBezTo>
                  <a:cubicBezTo>
                    <a:pt x="18581" y="-2537"/>
                    <a:pt x="2262" y="3191"/>
                    <a:pt x="2262" y="31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84E1597F-9FEF-5CE7-1106-703BDAA23BA9}"/>
                </a:ext>
              </a:extLst>
            </p:cNvPr>
            <p:cNvSpPr/>
            <p:nvPr/>
          </p:nvSpPr>
          <p:spPr>
            <a:xfrm>
              <a:off x="6302849" y="6580516"/>
              <a:ext cx="7634" cy="7573"/>
            </a:xfrm>
            <a:custGeom>
              <a:avLst/>
              <a:gdLst>
                <a:gd name="csX0" fmla="*/ 6687 w 8804"/>
                <a:gd name="csY0" fmla="*/ 1481 h 8734"/>
                <a:gd name="csX1" fmla="*/ 401 w 8804"/>
                <a:gd name="csY1" fmla="*/ 2180 h 8734"/>
                <a:gd name="csX2" fmla="*/ 210 w 8804"/>
                <a:gd name="csY2" fmla="*/ 2751 h 8734"/>
                <a:gd name="csX3" fmla="*/ 8656 w 8804"/>
                <a:gd name="csY3" fmla="*/ 6562 h 8734"/>
                <a:gd name="csX4" fmla="*/ 6687 w 8804"/>
                <a:gd name="csY4" fmla="*/ 1481 h 8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04" h="8734">
                  <a:moveTo>
                    <a:pt x="6687" y="1481"/>
                  </a:moveTo>
                  <a:cubicBezTo>
                    <a:pt x="6052" y="1355"/>
                    <a:pt x="1861" y="-2201"/>
                    <a:pt x="401" y="2180"/>
                  </a:cubicBezTo>
                  <a:lnTo>
                    <a:pt x="210" y="2751"/>
                  </a:lnTo>
                  <a:cubicBezTo>
                    <a:pt x="-1440" y="7705"/>
                    <a:pt x="7132" y="11197"/>
                    <a:pt x="8656" y="6562"/>
                  </a:cubicBezTo>
                  <a:cubicBezTo>
                    <a:pt x="9164" y="4720"/>
                    <a:pt x="8338" y="2307"/>
                    <a:pt x="6687" y="14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581088CE-E415-C2EB-B192-833B0ECB3D81}"/>
                </a:ext>
              </a:extLst>
            </p:cNvPr>
            <p:cNvSpPr/>
            <p:nvPr/>
          </p:nvSpPr>
          <p:spPr>
            <a:xfrm>
              <a:off x="6293549" y="6592199"/>
              <a:ext cx="11484" cy="9841"/>
            </a:xfrm>
            <a:custGeom>
              <a:avLst/>
              <a:gdLst>
                <a:gd name="csX0" fmla="*/ 7125 w 13244"/>
                <a:gd name="csY0" fmla="*/ 389 h 11349"/>
                <a:gd name="csX1" fmla="*/ 2173 w 13244"/>
                <a:gd name="csY1" fmla="*/ 1723 h 11349"/>
                <a:gd name="csX2" fmla="*/ 1537 w 13244"/>
                <a:gd name="csY2" fmla="*/ 2675 h 11349"/>
                <a:gd name="csX3" fmla="*/ 77 w 13244"/>
                <a:gd name="csY3" fmla="*/ 8517 h 11349"/>
                <a:gd name="csX4" fmla="*/ 6681 w 13244"/>
                <a:gd name="csY4" fmla="*/ 11248 h 11349"/>
                <a:gd name="csX5" fmla="*/ 12586 w 13244"/>
                <a:gd name="csY5" fmla="*/ 7311 h 11349"/>
                <a:gd name="csX6" fmla="*/ 7125 w 13244"/>
                <a:gd name="csY6" fmla="*/ 326 h 11349"/>
                <a:gd name="csX7" fmla="*/ 7125 w 13244"/>
                <a:gd name="csY7" fmla="*/ 389 h 11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44" h="11349">
                  <a:moveTo>
                    <a:pt x="7125" y="389"/>
                  </a:moveTo>
                  <a:cubicBezTo>
                    <a:pt x="5538" y="-436"/>
                    <a:pt x="3252" y="72"/>
                    <a:pt x="2173" y="1723"/>
                  </a:cubicBezTo>
                  <a:lnTo>
                    <a:pt x="1537" y="2675"/>
                  </a:lnTo>
                  <a:cubicBezTo>
                    <a:pt x="458" y="4326"/>
                    <a:pt x="-240" y="6930"/>
                    <a:pt x="77" y="8517"/>
                  </a:cubicBezTo>
                  <a:cubicBezTo>
                    <a:pt x="966" y="12391"/>
                    <a:pt x="5983" y="11121"/>
                    <a:pt x="6681" y="11248"/>
                  </a:cubicBezTo>
                  <a:cubicBezTo>
                    <a:pt x="10491" y="11121"/>
                    <a:pt x="12015" y="7882"/>
                    <a:pt x="12586" y="7311"/>
                  </a:cubicBezTo>
                  <a:cubicBezTo>
                    <a:pt x="15381" y="3120"/>
                    <a:pt x="8459" y="1405"/>
                    <a:pt x="7125" y="326"/>
                  </a:cubicBezTo>
                  <a:lnTo>
                    <a:pt x="7125" y="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20EC07ED-416B-8EE4-5669-29C6336C14C0}"/>
                </a:ext>
              </a:extLst>
            </p:cNvPr>
            <p:cNvSpPr/>
            <p:nvPr/>
          </p:nvSpPr>
          <p:spPr>
            <a:xfrm>
              <a:off x="5162543" y="4485067"/>
              <a:ext cx="382161" cy="309096"/>
            </a:xfrm>
            <a:custGeom>
              <a:avLst/>
              <a:gdLst>
                <a:gd name="csX0" fmla="*/ 226860 w 440734"/>
                <a:gd name="csY0" fmla="*/ 303651 h 356470"/>
                <a:gd name="csX1" fmla="*/ 270694 w 440734"/>
                <a:gd name="csY1" fmla="*/ 261690 h 356470"/>
                <a:gd name="csX2" fmla="*/ 283794 w 440734"/>
                <a:gd name="csY2" fmla="*/ 267532 h 356470"/>
                <a:gd name="csX3" fmla="*/ 294399 w 440734"/>
                <a:gd name="csY3" fmla="*/ 256934 h 356470"/>
                <a:gd name="csX4" fmla="*/ 308470 w 440734"/>
                <a:gd name="csY4" fmla="*/ 266776 h 356470"/>
                <a:gd name="csX5" fmla="*/ 312153 w 440734"/>
                <a:gd name="csY5" fmla="*/ 283966 h 356470"/>
                <a:gd name="csX6" fmla="*/ 329038 w 440734"/>
                <a:gd name="csY6" fmla="*/ 277044 h 356470"/>
                <a:gd name="csX7" fmla="*/ 354038 w 440734"/>
                <a:gd name="csY7" fmla="*/ 209245 h 356470"/>
                <a:gd name="csX8" fmla="*/ 377635 w 440734"/>
                <a:gd name="csY8" fmla="*/ 193027 h 356470"/>
                <a:gd name="csX9" fmla="*/ 381311 w 440734"/>
                <a:gd name="csY9" fmla="*/ 168047 h 356470"/>
                <a:gd name="csX10" fmla="*/ 396901 w 440734"/>
                <a:gd name="csY10" fmla="*/ 153340 h 356470"/>
                <a:gd name="csX11" fmla="*/ 414217 w 440734"/>
                <a:gd name="csY11" fmla="*/ 102299 h 356470"/>
                <a:gd name="csX12" fmla="*/ 439001 w 440734"/>
                <a:gd name="csY12" fmla="*/ 94405 h 356470"/>
                <a:gd name="csX13" fmla="*/ 440735 w 440734"/>
                <a:gd name="csY13" fmla="*/ 67907 h 356470"/>
                <a:gd name="csX14" fmla="*/ 425152 w 440734"/>
                <a:gd name="csY14" fmla="*/ 59043 h 356470"/>
                <a:gd name="csX15" fmla="*/ 422878 w 440734"/>
                <a:gd name="csY15" fmla="*/ 31033 h 356470"/>
                <a:gd name="csX16" fmla="*/ 406749 w 440734"/>
                <a:gd name="csY16" fmla="*/ 8973 h 356470"/>
                <a:gd name="csX17" fmla="*/ 394843 w 440734"/>
                <a:gd name="csY17" fmla="*/ 8001 h 356470"/>
                <a:gd name="csX18" fmla="*/ 389433 w 440734"/>
                <a:gd name="csY18" fmla="*/ 17843 h 356470"/>
                <a:gd name="csX19" fmla="*/ 377095 w 440734"/>
                <a:gd name="csY19" fmla="*/ 17304 h 356470"/>
                <a:gd name="csX20" fmla="*/ 366160 w 440734"/>
                <a:gd name="csY20" fmla="*/ 32982 h 356470"/>
                <a:gd name="csX21" fmla="*/ 347326 w 440734"/>
                <a:gd name="csY21" fmla="*/ 32442 h 356470"/>
                <a:gd name="csX22" fmla="*/ 323514 w 440734"/>
                <a:gd name="csY22" fmla="*/ 18707 h 356470"/>
                <a:gd name="csX23" fmla="*/ 271240 w 440734"/>
                <a:gd name="csY23" fmla="*/ 26169 h 356470"/>
                <a:gd name="csX24" fmla="*/ 255651 w 440734"/>
                <a:gd name="csY24" fmla="*/ 43472 h 356470"/>
                <a:gd name="csX25" fmla="*/ 210300 w 440734"/>
                <a:gd name="csY25" fmla="*/ 33522 h 356470"/>
                <a:gd name="csX26" fmla="*/ 201422 w 440734"/>
                <a:gd name="csY26" fmla="*/ 22816 h 356470"/>
                <a:gd name="csX27" fmla="*/ 187681 w 440734"/>
                <a:gd name="csY27" fmla="*/ 21305 h 356470"/>
                <a:gd name="csX28" fmla="*/ 168739 w 440734"/>
                <a:gd name="csY28" fmla="*/ 35687 h 356470"/>
                <a:gd name="csX29" fmla="*/ 154235 w 440734"/>
                <a:gd name="csY29" fmla="*/ 34925 h 356470"/>
                <a:gd name="csX30" fmla="*/ 133020 w 440734"/>
                <a:gd name="csY30" fmla="*/ 8433 h 356470"/>
                <a:gd name="csX31" fmla="*/ 102172 w 440734"/>
                <a:gd name="csY31" fmla="*/ 0 h 356470"/>
                <a:gd name="csX32" fmla="*/ 91999 w 440734"/>
                <a:gd name="csY32" fmla="*/ 7246 h 356470"/>
                <a:gd name="csX33" fmla="*/ 69488 w 440734"/>
                <a:gd name="csY33" fmla="*/ 6706 h 356470"/>
                <a:gd name="csX34" fmla="*/ 50978 w 440734"/>
                <a:gd name="csY34" fmla="*/ 19571 h 356470"/>
                <a:gd name="csX35" fmla="*/ 47511 w 440734"/>
                <a:gd name="csY35" fmla="*/ 41199 h 356470"/>
                <a:gd name="csX36" fmla="*/ 33007 w 440734"/>
                <a:gd name="csY36" fmla="*/ 51905 h 356470"/>
                <a:gd name="csX37" fmla="*/ 35604 w 440734"/>
                <a:gd name="csY37" fmla="*/ 79915 h 356470"/>
                <a:gd name="csX38" fmla="*/ 28899 w 440734"/>
                <a:gd name="csY38" fmla="*/ 85103 h 356470"/>
                <a:gd name="csX39" fmla="*/ 25216 w 440734"/>
                <a:gd name="csY39" fmla="*/ 98730 h 356470"/>
                <a:gd name="csX40" fmla="*/ 42101 w 440734"/>
                <a:gd name="csY40" fmla="*/ 124251 h 356470"/>
                <a:gd name="csX41" fmla="*/ 14827 w 440734"/>
                <a:gd name="csY41" fmla="*/ 180804 h 356470"/>
                <a:gd name="csX42" fmla="*/ 1512 w 440734"/>
                <a:gd name="csY42" fmla="*/ 184264 h 356470"/>
                <a:gd name="csX43" fmla="*/ 0 w 440734"/>
                <a:gd name="csY43" fmla="*/ 279102 h 356470"/>
                <a:gd name="csX44" fmla="*/ 32144 w 440734"/>
                <a:gd name="csY44" fmla="*/ 277482 h 356470"/>
                <a:gd name="csX45" fmla="*/ 65697 w 440734"/>
                <a:gd name="csY45" fmla="*/ 283534 h 356470"/>
                <a:gd name="csX46" fmla="*/ 89078 w 440734"/>
                <a:gd name="csY46" fmla="*/ 310680 h 356470"/>
                <a:gd name="csX47" fmla="*/ 105963 w 440734"/>
                <a:gd name="csY47" fmla="*/ 343770 h 356470"/>
                <a:gd name="csX48" fmla="*/ 123711 w 440734"/>
                <a:gd name="csY48" fmla="*/ 356419 h 356470"/>
                <a:gd name="csX49" fmla="*/ 203264 w 440734"/>
                <a:gd name="csY49" fmla="*/ 348202 h 356470"/>
                <a:gd name="csX50" fmla="*/ 206185 w 440734"/>
                <a:gd name="csY50" fmla="*/ 343338 h 356470"/>
                <a:gd name="csX51" fmla="*/ 209328 w 440734"/>
                <a:gd name="csY51" fmla="*/ 339985 h 356470"/>
                <a:gd name="csX52" fmla="*/ 215926 w 440734"/>
                <a:gd name="csY52" fmla="*/ 339985 h 356470"/>
                <a:gd name="csX53" fmla="*/ 218961 w 440734"/>
                <a:gd name="csY53" fmla="*/ 340741 h 356470"/>
                <a:gd name="csX54" fmla="*/ 227724 w 440734"/>
                <a:gd name="csY54" fmla="*/ 323869 h 356470"/>
                <a:gd name="csX55" fmla="*/ 226428 w 440734"/>
                <a:gd name="csY55" fmla="*/ 303651 h 356470"/>
                <a:gd name="csX56" fmla="*/ 226860 w 440734"/>
                <a:gd name="csY56" fmla="*/ 303651 h 35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40734" h="356470">
                  <a:moveTo>
                    <a:pt x="226860" y="303651"/>
                  </a:moveTo>
                  <a:lnTo>
                    <a:pt x="270694" y="261690"/>
                  </a:lnTo>
                  <a:lnTo>
                    <a:pt x="283794" y="267532"/>
                  </a:lnTo>
                  <a:lnTo>
                    <a:pt x="294399" y="256934"/>
                  </a:lnTo>
                  <a:lnTo>
                    <a:pt x="308470" y="266776"/>
                  </a:lnTo>
                  <a:lnTo>
                    <a:pt x="312153" y="283966"/>
                  </a:lnTo>
                  <a:lnTo>
                    <a:pt x="329038" y="277044"/>
                  </a:lnTo>
                  <a:lnTo>
                    <a:pt x="354038" y="209245"/>
                  </a:lnTo>
                  <a:lnTo>
                    <a:pt x="377635" y="193027"/>
                  </a:lnTo>
                  <a:lnTo>
                    <a:pt x="381311" y="168047"/>
                  </a:lnTo>
                  <a:lnTo>
                    <a:pt x="396901" y="153340"/>
                  </a:lnTo>
                  <a:lnTo>
                    <a:pt x="414217" y="102299"/>
                  </a:lnTo>
                  <a:lnTo>
                    <a:pt x="439001" y="94405"/>
                  </a:lnTo>
                  <a:lnTo>
                    <a:pt x="440735" y="67907"/>
                  </a:lnTo>
                  <a:lnTo>
                    <a:pt x="425152" y="59043"/>
                  </a:lnTo>
                  <a:lnTo>
                    <a:pt x="422878" y="31033"/>
                  </a:lnTo>
                  <a:lnTo>
                    <a:pt x="406749" y="8973"/>
                  </a:lnTo>
                  <a:lnTo>
                    <a:pt x="394843" y="8001"/>
                  </a:lnTo>
                  <a:lnTo>
                    <a:pt x="389433" y="17843"/>
                  </a:lnTo>
                  <a:lnTo>
                    <a:pt x="377095" y="17304"/>
                  </a:lnTo>
                  <a:lnTo>
                    <a:pt x="366160" y="32982"/>
                  </a:lnTo>
                  <a:lnTo>
                    <a:pt x="347326" y="32442"/>
                  </a:lnTo>
                  <a:lnTo>
                    <a:pt x="323514" y="18707"/>
                  </a:lnTo>
                  <a:lnTo>
                    <a:pt x="271240" y="26169"/>
                  </a:lnTo>
                  <a:lnTo>
                    <a:pt x="255651" y="43472"/>
                  </a:lnTo>
                  <a:lnTo>
                    <a:pt x="210300" y="33522"/>
                  </a:lnTo>
                  <a:lnTo>
                    <a:pt x="201422" y="22816"/>
                  </a:lnTo>
                  <a:lnTo>
                    <a:pt x="187681" y="21305"/>
                  </a:lnTo>
                  <a:lnTo>
                    <a:pt x="168739" y="35687"/>
                  </a:lnTo>
                  <a:lnTo>
                    <a:pt x="154235" y="34925"/>
                  </a:lnTo>
                  <a:lnTo>
                    <a:pt x="133020" y="8433"/>
                  </a:lnTo>
                  <a:lnTo>
                    <a:pt x="102172" y="0"/>
                  </a:lnTo>
                  <a:lnTo>
                    <a:pt x="91999" y="7246"/>
                  </a:lnTo>
                  <a:lnTo>
                    <a:pt x="69488" y="6706"/>
                  </a:lnTo>
                  <a:lnTo>
                    <a:pt x="50978" y="19571"/>
                  </a:lnTo>
                  <a:lnTo>
                    <a:pt x="47511" y="41199"/>
                  </a:lnTo>
                  <a:lnTo>
                    <a:pt x="33007" y="51905"/>
                  </a:lnTo>
                  <a:lnTo>
                    <a:pt x="35604" y="79915"/>
                  </a:lnTo>
                  <a:lnTo>
                    <a:pt x="28899" y="85103"/>
                  </a:lnTo>
                  <a:lnTo>
                    <a:pt x="25216" y="98730"/>
                  </a:lnTo>
                  <a:lnTo>
                    <a:pt x="42101" y="124251"/>
                  </a:lnTo>
                  <a:lnTo>
                    <a:pt x="14827" y="180804"/>
                  </a:lnTo>
                  <a:lnTo>
                    <a:pt x="1512" y="184264"/>
                  </a:lnTo>
                  <a:lnTo>
                    <a:pt x="0" y="279102"/>
                  </a:lnTo>
                  <a:cubicBezTo>
                    <a:pt x="28029" y="277159"/>
                    <a:pt x="28353" y="277051"/>
                    <a:pt x="32144" y="277482"/>
                  </a:cubicBezTo>
                  <a:cubicBezTo>
                    <a:pt x="60827" y="280727"/>
                    <a:pt x="62668" y="280181"/>
                    <a:pt x="65697" y="283534"/>
                  </a:cubicBezTo>
                  <a:cubicBezTo>
                    <a:pt x="85719" y="305486"/>
                    <a:pt x="87128" y="306458"/>
                    <a:pt x="89078" y="310680"/>
                  </a:cubicBezTo>
                  <a:cubicBezTo>
                    <a:pt x="102711" y="339878"/>
                    <a:pt x="102711" y="340849"/>
                    <a:pt x="105963" y="343770"/>
                  </a:cubicBezTo>
                  <a:cubicBezTo>
                    <a:pt x="117977" y="354692"/>
                    <a:pt x="119380" y="356851"/>
                    <a:pt x="123711" y="356419"/>
                  </a:cubicBezTo>
                  <a:cubicBezTo>
                    <a:pt x="195364" y="348634"/>
                    <a:pt x="202940" y="348202"/>
                    <a:pt x="203264" y="348202"/>
                  </a:cubicBezTo>
                  <a:cubicBezTo>
                    <a:pt x="207054" y="347771"/>
                    <a:pt x="206407" y="342792"/>
                    <a:pt x="206185" y="343338"/>
                  </a:cubicBezTo>
                  <a:cubicBezTo>
                    <a:pt x="206077" y="341497"/>
                    <a:pt x="207486" y="339985"/>
                    <a:pt x="209328" y="339985"/>
                  </a:cubicBezTo>
                  <a:lnTo>
                    <a:pt x="215926" y="339985"/>
                  </a:lnTo>
                  <a:cubicBezTo>
                    <a:pt x="217011" y="339878"/>
                    <a:pt x="218091" y="340201"/>
                    <a:pt x="218961" y="340741"/>
                  </a:cubicBezTo>
                  <a:lnTo>
                    <a:pt x="227724" y="323869"/>
                  </a:lnTo>
                  <a:lnTo>
                    <a:pt x="226428" y="303651"/>
                  </a:lnTo>
                  <a:lnTo>
                    <a:pt x="226860" y="303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CC6170AA-AA3A-25BE-E04F-3826EE4B9A4B}"/>
                </a:ext>
              </a:extLst>
            </p:cNvPr>
            <p:cNvSpPr/>
            <p:nvPr/>
          </p:nvSpPr>
          <p:spPr>
            <a:xfrm>
              <a:off x="5077981" y="4166166"/>
              <a:ext cx="514495" cy="392695"/>
            </a:xfrm>
            <a:custGeom>
              <a:avLst/>
              <a:gdLst>
                <a:gd name="csX0" fmla="*/ 577767 w 593350"/>
                <a:gd name="csY0" fmla="*/ 107601 h 452882"/>
                <a:gd name="csX1" fmla="*/ 579279 w 593350"/>
                <a:gd name="csY1" fmla="*/ 94297 h 452882"/>
                <a:gd name="csX2" fmla="*/ 563912 w 593350"/>
                <a:gd name="csY2" fmla="*/ 77756 h 452882"/>
                <a:gd name="csX3" fmla="*/ 555574 w 593350"/>
                <a:gd name="csY3" fmla="*/ 20009 h 452882"/>
                <a:gd name="csX4" fmla="*/ 527215 w 593350"/>
                <a:gd name="csY4" fmla="*/ 35147 h 452882"/>
                <a:gd name="csX5" fmla="*/ 502431 w 593350"/>
                <a:gd name="csY5" fmla="*/ 12655 h 452882"/>
                <a:gd name="csX6" fmla="*/ 442900 w 593350"/>
                <a:gd name="csY6" fmla="*/ 0 h 452882"/>
                <a:gd name="csX7" fmla="*/ 273190 w 593350"/>
                <a:gd name="csY7" fmla="*/ 100787 h 452882"/>
                <a:gd name="csX8" fmla="*/ 211601 w 593350"/>
                <a:gd name="csY8" fmla="*/ 158534 h 452882"/>
                <a:gd name="csX9" fmla="*/ 152724 w 593350"/>
                <a:gd name="csY9" fmla="*/ 171075 h 452882"/>
                <a:gd name="csX10" fmla="*/ 152724 w 593350"/>
                <a:gd name="csY10" fmla="*/ 273374 h 452882"/>
                <a:gd name="csX11" fmla="*/ 128149 w 593350"/>
                <a:gd name="csY11" fmla="*/ 313169 h 452882"/>
                <a:gd name="csX12" fmla="*/ 44920 w 593350"/>
                <a:gd name="csY12" fmla="*/ 315328 h 452882"/>
                <a:gd name="csX13" fmla="*/ 28575 w 593350"/>
                <a:gd name="csY13" fmla="*/ 330905 h 452882"/>
                <a:gd name="csX14" fmla="*/ 2597 w 593350"/>
                <a:gd name="csY14" fmla="*/ 327768 h 452882"/>
                <a:gd name="csX15" fmla="*/ 0 w 593350"/>
                <a:gd name="csY15" fmla="*/ 347878 h 452882"/>
                <a:gd name="csX16" fmla="*/ 15913 w 593350"/>
                <a:gd name="csY16" fmla="*/ 373939 h 452882"/>
                <a:gd name="csX17" fmla="*/ 39618 w 593350"/>
                <a:gd name="csY17" fmla="*/ 390055 h 452882"/>
                <a:gd name="csX18" fmla="*/ 30416 w 593350"/>
                <a:gd name="csY18" fmla="*/ 403466 h 452882"/>
                <a:gd name="csX19" fmla="*/ 68948 w 593350"/>
                <a:gd name="csY19" fmla="*/ 412439 h 452882"/>
                <a:gd name="csX20" fmla="*/ 77603 w 593350"/>
                <a:gd name="csY20" fmla="*/ 423037 h 452882"/>
                <a:gd name="csX21" fmla="*/ 67970 w 593350"/>
                <a:gd name="csY21" fmla="*/ 427145 h 452882"/>
                <a:gd name="csX22" fmla="*/ 81394 w 593350"/>
                <a:gd name="csY22" fmla="*/ 451803 h 452882"/>
                <a:gd name="csX23" fmla="*/ 100660 w 593350"/>
                <a:gd name="csY23" fmla="*/ 426282 h 452882"/>
                <a:gd name="csX24" fmla="*/ 126638 w 593350"/>
                <a:gd name="csY24" fmla="*/ 452882 h 452882"/>
                <a:gd name="csX25" fmla="*/ 133350 w 593350"/>
                <a:gd name="csY25" fmla="*/ 447694 h 452882"/>
                <a:gd name="csX26" fmla="*/ 130753 w 593350"/>
                <a:gd name="csY26" fmla="*/ 419684 h 452882"/>
                <a:gd name="csX27" fmla="*/ 145256 w 593350"/>
                <a:gd name="csY27" fmla="*/ 408978 h 452882"/>
                <a:gd name="csX28" fmla="*/ 148717 w 593350"/>
                <a:gd name="csY28" fmla="*/ 387350 h 452882"/>
                <a:gd name="csX29" fmla="*/ 167227 w 593350"/>
                <a:gd name="csY29" fmla="*/ 374485 h 452882"/>
                <a:gd name="csX30" fmla="*/ 189738 w 593350"/>
                <a:gd name="csY30" fmla="*/ 375133 h 452882"/>
                <a:gd name="csX31" fmla="*/ 199911 w 593350"/>
                <a:gd name="csY31" fmla="*/ 367779 h 452882"/>
                <a:gd name="csX32" fmla="*/ 230759 w 593350"/>
                <a:gd name="csY32" fmla="*/ 376212 h 452882"/>
                <a:gd name="csX33" fmla="*/ 251866 w 593350"/>
                <a:gd name="csY33" fmla="*/ 402704 h 452882"/>
                <a:gd name="csX34" fmla="*/ 266370 w 593350"/>
                <a:gd name="csY34" fmla="*/ 403466 h 452882"/>
                <a:gd name="csX35" fmla="*/ 285312 w 593350"/>
                <a:gd name="csY35" fmla="*/ 389084 h 452882"/>
                <a:gd name="csX36" fmla="*/ 299060 w 593350"/>
                <a:gd name="csY36" fmla="*/ 390595 h 452882"/>
                <a:gd name="csX37" fmla="*/ 308039 w 593350"/>
                <a:gd name="csY37" fmla="*/ 401301 h 452882"/>
                <a:gd name="csX38" fmla="*/ 353282 w 593350"/>
                <a:gd name="csY38" fmla="*/ 411251 h 452882"/>
                <a:gd name="csX39" fmla="*/ 368979 w 593350"/>
                <a:gd name="csY39" fmla="*/ 393948 h 452882"/>
                <a:gd name="csX40" fmla="*/ 421253 w 593350"/>
                <a:gd name="csY40" fmla="*/ 386378 h 452882"/>
                <a:gd name="csX41" fmla="*/ 444957 w 593350"/>
                <a:gd name="csY41" fmla="*/ 400114 h 452882"/>
                <a:gd name="csX42" fmla="*/ 463791 w 593350"/>
                <a:gd name="csY42" fmla="*/ 400653 h 452882"/>
                <a:gd name="csX43" fmla="*/ 474726 w 593350"/>
                <a:gd name="csY43" fmla="*/ 384969 h 452882"/>
                <a:gd name="csX44" fmla="*/ 487064 w 593350"/>
                <a:gd name="csY44" fmla="*/ 385407 h 452882"/>
                <a:gd name="csX45" fmla="*/ 492582 w 593350"/>
                <a:gd name="csY45" fmla="*/ 375564 h 452882"/>
                <a:gd name="csX46" fmla="*/ 504488 w 593350"/>
                <a:gd name="csY46" fmla="*/ 376536 h 452882"/>
                <a:gd name="csX47" fmla="*/ 497453 w 593350"/>
                <a:gd name="csY47" fmla="*/ 349288 h 452882"/>
                <a:gd name="csX48" fmla="*/ 508279 w 593350"/>
                <a:gd name="csY48" fmla="*/ 343446 h 452882"/>
                <a:gd name="csX49" fmla="*/ 514229 w 593350"/>
                <a:gd name="csY49" fmla="*/ 322034 h 452882"/>
                <a:gd name="csX50" fmla="*/ 574840 w 593350"/>
                <a:gd name="csY50" fmla="*/ 254235 h 452882"/>
                <a:gd name="csX51" fmla="*/ 580688 w 593350"/>
                <a:gd name="csY51" fmla="*/ 146634 h 452882"/>
                <a:gd name="csX52" fmla="*/ 593350 w 593350"/>
                <a:gd name="csY52" fmla="*/ 123711 h 452882"/>
                <a:gd name="csX53" fmla="*/ 577767 w 593350"/>
                <a:gd name="csY53" fmla="*/ 107601 h 452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593350" h="452882">
                  <a:moveTo>
                    <a:pt x="577767" y="107601"/>
                  </a:moveTo>
                  <a:lnTo>
                    <a:pt x="579279" y="94297"/>
                  </a:lnTo>
                  <a:lnTo>
                    <a:pt x="563912" y="77756"/>
                  </a:lnTo>
                  <a:lnTo>
                    <a:pt x="555574" y="20009"/>
                  </a:lnTo>
                  <a:lnTo>
                    <a:pt x="527215" y="35147"/>
                  </a:lnTo>
                  <a:lnTo>
                    <a:pt x="502431" y="12655"/>
                  </a:lnTo>
                  <a:lnTo>
                    <a:pt x="442900" y="0"/>
                  </a:lnTo>
                  <a:lnTo>
                    <a:pt x="273190" y="100787"/>
                  </a:lnTo>
                  <a:lnTo>
                    <a:pt x="211601" y="158534"/>
                  </a:lnTo>
                  <a:lnTo>
                    <a:pt x="152724" y="171075"/>
                  </a:lnTo>
                  <a:lnTo>
                    <a:pt x="152724" y="273374"/>
                  </a:lnTo>
                  <a:lnTo>
                    <a:pt x="128149" y="313169"/>
                  </a:lnTo>
                  <a:lnTo>
                    <a:pt x="44920" y="315328"/>
                  </a:lnTo>
                  <a:lnTo>
                    <a:pt x="28575" y="330905"/>
                  </a:lnTo>
                  <a:lnTo>
                    <a:pt x="2597" y="327768"/>
                  </a:lnTo>
                  <a:lnTo>
                    <a:pt x="0" y="347878"/>
                  </a:lnTo>
                  <a:lnTo>
                    <a:pt x="15913" y="373939"/>
                  </a:lnTo>
                  <a:lnTo>
                    <a:pt x="39618" y="390055"/>
                  </a:lnTo>
                  <a:lnTo>
                    <a:pt x="30416" y="403466"/>
                  </a:lnTo>
                  <a:lnTo>
                    <a:pt x="68948" y="412439"/>
                  </a:lnTo>
                  <a:lnTo>
                    <a:pt x="77603" y="423037"/>
                  </a:lnTo>
                  <a:lnTo>
                    <a:pt x="67970" y="427145"/>
                  </a:lnTo>
                  <a:lnTo>
                    <a:pt x="81394" y="451803"/>
                  </a:lnTo>
                  <a:lnTo>
                    <a:pt x="100660" y="426282"/>
                  </a:lnTo>
                  <a:lnTo>
                    <a:pt x="126638" y="452882"/>
                  </a:lnTo>
                  <a:lnTo>
                    <a:pt x="133350" y="447694"/>
                  </a:lnTo>
                  <a:lnTo>
                    <a:pt x="130753" y="419684"/>
                  </a:lnTo>
                  <a:lnTo>
                    <a:pt x="145256" y="408978"/>
                  </a:lnTo>
                  <a:lnTo>
                    <a:pt x="148717" y="387350"/>
                  </a:lnTo>
                  <a:lnTo>
                    <a:pt x="167227" y="374485"/>
                  </a:lnTo>
                  <a:lnTo>
                    <a:pt x="189738" y="375133"/>
                  </a:lnTo>
                  <a:lnTo>
                    <a:pt x="199911" y="367779"/>
                  </a:lnTo>
                  <a:lnTo>
                    <a:pt x="230759" y="376212"/>
                  </a:lnTo>
                  <a:lnTo>
                    <a:pt x="251866" y="402704"/>
                  </a:lnTo>
                  <a:lnTo>
                    <a:pt x="266370" y="403466"/>
                  </a:lnTo>
                  <a:lnTo>
                    <a:pt x="285312" y="389084"/>
                  </a:lnTo>
                  <a:lnTo>
                    <a:pt x="299060" y="390595"/>
                  </a:lnTo>
                  <a:lnTo>
                    <a:pt x="308039" y="401301"/>
                  </a:lnTo>
                  <a:lnTo>
                    <a:pt x="353282" y="411251"/>
                  </a:lnTo>
                  <a:lnTo>
                    <a:pt x="368979" y="393948"/>
                  </a:lnTo>
                  <a:lnTo>
                    <a:pt x="421253" y="386378"/>
                  </a:lnTo>
                  <a:lnTo>
                    <a:pt x="444957" y="400114"/>
                  </a:lnTo>
                  <a:lnTo>
                    <a:pt x="463791" y="400653"/>
                  </a:lnTo>
                  <a:lnTo>
                    <a:pt x="474726" y="384969"/>
                  </a:lnTo>
                  <a:lnTo>
                    <a:pt x="487064" y="385407"/>
                  </a:lnTo>
                  <a:lnTo>
                    <a:pt x="492582" y="375564"/>
                  </a:lnTo>
                  <a:lnTo>
                    <a:pt x="504488" y="376536"/>
                  </a:lnTo>
                  <a:lnTo>
                    <a:pt x="497453" y="349288"/>
                  </a:lnTo>
                  <a:lnTo>
                    <a:pt x="508279" y="343446"/>
                  </a:lnTo>
                  <a:lnTo>
                    <a:pt x="514229" y="322034"/>
                  </a:lnTo>
                  <a:lnTo>
                    <a:pt x="574840" y="254235"/>
                  </a:lnTo>
                  <a:lnTo>
                    <a:pt x="580688" y="146634"/>
                  </a:lnTo>
                  <a:lnTo>
                    <a:pt x="593350" y="123711"/>
                  </a:lnTo>
                  <a:lnTo>
                    <a:pt x="577767" y="1076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EF76C3A6-AEB6-D7FC-3F9B-660A1AF34FBC}"/>
                </a:ext>
              </a:extLst>
            </p:cNvPr>
            <p:cNvSpPr/>
            <p:nvPr/>
          </p:nvSpPr>
          <p:spPr>
            <a:xfrm>
              <a:off x="5454224" y="5472707"/>
              <a:ext cx="438273" cy="409290"/>
            </a:xfrm>
            <a:custGeom>
              <a:avLst/>
              <a:gdLst>
                <a:gd name="csX0" fmla="*/ 464870 w 505446"/>
                <a:gd name="csY0" fmla="*/ 19139 h 472021"/>
                <a:gd name="csX1" fmla="*/ 359333 w 505446"/>
                <a:gd name="csY1" fmla="*/ 40551 h 472021"/>
                <a:gd name="csX2" fmla="*/ 270173 w 505446"/>
                <a:gd name="csY2" fmla="*/ 36874 h 472021"/>
                <a:gd name="csX3" fmla="*/ 247872 w 505446"/>
                <a:gd name="csY3" fmla="*/ 19895 h 472021"/>
                <a:gd name="csX4" fmla="*/ 83680 w 505446"/>
                <a:gd name="csY4" fmla="*/ 19895 h 472021"/>
                <a:gd name="csX5" fmla="*/ 50234 w 505446"/>
                <a:gd name="csY5" fmla="*/ 0 h 472021"/>
                <a:gd name="csX6" fmla="*/ 990 w 505446"/>
                <a:gd name="csY6" fmla="*/ 12002 h 472021"/>
                <a:gd name="csX7" fmla="*/ 12 w 505446"/>
                <a:gd name="csY7" fmla="*/ 38932 h 472021"/>
                <a:gd name="csX8" fmla="*/ 2069 w 505446"/>
                <a:gd name="csY8" fmla="*/ 44767 h 472021"/>
                <a:gd name="csX9" fmla="*/ 7911 w 505446"/>
                <a:gd name="csY9" fmla="*/ 51365 h 472021"/>
                <a:gd name="csX10" fmla="*/ 10731 w 505446"/>
                <a:gd name="csY10" fmla="*/ 61640 h 472021"/>
                <a:gd name="csX11" fmla="*/ 27399 w 505446"/>
                <a:gd name="csY11" fmla="*/ 80455 h 472021"/>
                <a:gd name="csX12" fmla="*/ 50234 w 505446"/>
                <a:gd name="csY12" fmla="*/ 122517 h 472021"/>
                <a:gd name="csX13" fmla="*/ 64090 w 505446"/>
                <a:gd name="csY13" fmla="*/ 159938 h 472021"/>
                <a:gd name="csX14" fmla="*/ 101866 w 505446"/>
                <a:gd name="csY14" fmla="*/ 217031 h 472021"/>
                <a:gd name="csX15" fmla="*/ 101866 w 505446"/>
                <a:gd name="csY15" fmla="*/ 234658 h 472021"/>
                <a:gd name="csX16" fmla="*/ 99371 w 505446"/>
                <a:gd name="csY16" fmla="*/ 237687 h 472021"/>
                <a:gd name="csX17" fmla="*/ 102946 w 505446"/>
                <a:gd name="csY17" fmla="*/ 262014 h 472021"/>
                <a:gd name="csX18" fmla="*/ 102730 w 505446"/>
                <a:gd name="csY18" fmla="*/ 283642 h 472021"/>
                <a:gd name="csX19" fmla="*/ 116585 w 505446"/>
                <a:gd name="csY19" fmla="*/ 320732 h 472021"/>
                <a:gd name="csX20" fmla="*/ 116039 w 505446"/>
                <a:gd name="csY20" fmla="*/ 343230 h 472021"/>
                <a:gd name="csX21" fmla="*/ 120694 w 505446"/>
                <a:gd name="csY21" fmla="*/ 360096 h 472021"/>
                <a:gd name="csX22" fmla="*/ 122967 w 505446"/>
                <a:gd name="csY22" fmla="*/ 366802 h 472021"/>
                <a:gd name="csX23" fmla="*/ 128161 w 505446"/>
                <a:gd name="csY23" fmla="*/ 373831 h 472021"/>
                <a:gd name="csX24" fmla="*/ 126434 w 505446"/>
                <a:gd name="csY24" fmla="*/ 379673 h 472021"/>
                <a:gd name="csX25" fmla="*/ 124485 w 505446"/>
                <a:gd name="csY25" fmla="*/ 383134 h 472021"/>
                <a:gd name="csX26" fmla="*/ 134118 w 505446"/>
                <a:gd name="csY26" fmla="*/ 409302 h 472021"/>
                <a:gd name="csX27" fmla="*/ 152190 w 505446"/>
                <a:gd name="csY27" fmla="*/ 436226 h 472021"/>
                <a:gd name="csX28" fmla="*/ 178930 w 505446"/>
                <a:gd name="csY28" fmla="*/ 460775 h 472021"/>
                <a:gd name="csX29" fmla="*/ 178930 w 505446"/>
                <a:gd name="csY29" fmla="*/ 460559 h 472021"/>
                <a:gd name="csX30" fmla="*/ 200793 w 505446"/>
                <a:gd name="csY30" fmla="*/ 435902 h 472021"/>
                <a:gd name="csX31" fmla="*/ 220814 w 505446"/>
                <a:gd name="csY31" fmla="*/ 465424 h 472021"/>
                <a:gd name="csX32" fmla="*/ 282498 w 505446"/>
                <a:gd name="csY32" fmla="*/ 472021 h 472021"/>
                <a:gd name="csX33" fmla="*/ 309993 w 505446"/>
                <a:gd name="csY33" fmla="*/ 452120 h 472021"/>
                <a:gd name="csX34" fmla="*/ 309231 w 505446"/>
                <a:gd name="csY34" fmla="*/ 307651 h 472021"/>
                <a:gd name="csX35" fmla="*/ 309231 w 505446"/>
                <a:gd name="csY35" fmla="*/ 199295 h 472021"/>
                <a:gd name="csX36" fmla="*/ 347903 w 505446"/>
                <a:gd name="csY36" fmla="*/ 199295 h 472021"/>
                <a:gd name="csX37" fmla="*/ 347903 w 505446"/>
                <a:gd name="csY37" fmla="*/ 72670 h 472021"/>
                <a:gd name="csX38" fmla="*/ 432612 w 505446"/>
                <a:gd name="csY38" fmla="*/ 56014 h 472021"/>
                <a:gd name="csX39" fmla="*/ 442074 w 505446"/>
                <a:gd name="csY39" fmla="*/ 72777 h 472021"/>
                <a:gd name="csX40" fmla="*/ 469887 w 505446"/>
                <a:gd name="csY40" fmla="*/ 51689 h 472021"/>
                <a:gd name="csX41" fmla="*/ 480237 w 505446"/>
                <a:gd name="csY41" fmla="*/ 57531 h 472021"/>
                <a:gd name="csX42" fmla="*/ 505447 w 505446"/>
                <a:gd name="csY42" fmla="*/ 36443 h 472021"/>
                <a:gd name="csX43" fmla="*/ 489699 w 505446"/>
                <a:gd name="csY43" fmla="*/ 21736 h 472021"/>
                <a:gd name="csX44" fmla="*/ 465441 w 505446"/>
                <a:gd name="csY44" fmla="*/ 19463 h 472021"/>
                <a:gd name="csX45" fmla="*/ 464870 w 505446"/>
                <a:gd name="csY45" fmla="*/ 19139 h 472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505446" h="472021">
                  <a:moveTo>
                    <a:pt x="464870" y="19139"/>
                  </a:moveTo>
                  <a:lnTo>
                    <a:pt x="359333" y="40551"/>
                  </a:lnTo>
                  <a:lnTo>
                    <a:pt x="270173" y="36874"/>
                  </a:lnTo>
                  <a:lnTo>
                    <a:pt x="247872" y="19895"/>
                  </a:lnTo>
                  <a:lnTo>
                    <a:pt x="83680" y="19895"/>
                  </a:lnTo>
                  <a:lnTo>
                    <a:pt x="50234" y="0"/>
                  </a:lnTo>
                  <a:lnTo>
                    <a:pt x="990" y="12002"/>
                  </a:lnTo>
                  <a:cubicBezTo>
                    <a:pt x="552" y="25953"/>
                    <a:pt x="-96" y="39148"/>
                    <a:pt x="12" y="38932"/>
                  </a:cubicBezTo>
                  <a:cubicBezTo>
                    <a:pt x="12" y="40767"/>
                    <a:pt x="875" y="43364"/>
                    <a:pt x="2069" y="44767"/>
                  </a:cubicBezTo>
                  <a:lnTo>
                    <a:pt x="7911" y="51365"/>
                  </a:lnTo>
                  <a:cubicBezTo>
                    <a:pt x="11055" y="54934"/>
                    <a:pt x="10731" y="62179"/>
                    <a:pt x="10731" y="61640"/>
                  </a:cubicBezTo>
                  <a:cubicBezTo>
                    <a:pt x="11162" y="68129"/>
                    <a:pt x="23285" y="72885"/>
                    <a:pt x="27399" y="80455"/>
                  </a:cubicBezTo>
                  <a:lnTo>
                    <a:pt x="50234" y="122517"/>
                  </a:lnTo>
                  <a:cubicBezTo>
                    <a:pt x="54457" y="130201"/>
                    <a:pt x="60083" y="153988"/>
                    <a:pt x="64090" y="159938"/>
                  </a:cubicBezTo>
                  <a:cubicBezTo>
                    <a:pt x="102514" y="215303"/>
                    <a:pt x="101212" y="212598"/>
                    <a:pt x="101866" y="217031"/>
                  </a:cubicBezTo>
                  <a:cubicBezTo>
                    <a:pt x="103917" y="229686"/>
                    <a:pt x="105866" y="234982"/>
                    <a:pt x="101866" y="234658"/>
                  </a:cubicBezTo>
                  <a:cubicBezTo>
                    <a:pt x="100240" y="234550"/>
                    <a:pt x="99047" y="235845"/>
                    <a:pt x="99371" y="237687"/>
                  </a:cubicBezTo>
                  <a:lnTo>
                    <a:pt x="102946" y="262014"/>
                  </a:lnTo>
                  <a:cubicBezTo>
                    <a:pt x="104025" y="269583"/>
                    <a:pt x="100240" y="277806"/>
                    <a:pt x="102730" y="283642"/>
                  </a:cubicBezTo>
                  <a:cubicBezTo>
                    <a:pt x="115823" y="315004"/>
                    <a:pt x="116909" y="316084"/>
                    <a:pt x="116585" y="320732"/>
                  </a:cubicBezTo>
                  <a:cubicBezTo>
                    <a:pt x="115391" y="334467"/>
                    <a:pt x="114420" y="338684"/>
                    <a:pt x="116039" y="343230"/>
                  </a:cubicBezTo>
                  <a:cubicBezTo>
                    <a:pt x="118643" y="350584"/>
                    <a:pt x="120910" y="355556"/>
                    <a:pt x="120694" y="360096"/>
                  </a:cubicBezTo>
                  <a:cubicBezTo>
                    <a:pt x="120694" y="360636"/>
                    <a:pt x="119938" y="364205"/>
                    <a:pt x="122967" y="366802"/>
                  </a:cubicBezTo>
                  <a:cubicBezTo>
                    <a:pt x="123507" y="367449"/>
                    <a:pt x="127082" y="369615"/>
                    <a:pt x="128161" y="373831"/>
                  </a:cubicBezTo>
                  <a:cubicBezTo>
                    <a:pt x="128161" y="374479"/>
                    <a:pt x="130219" y="379343"/>
                    <a:pt x="126434" y="379673"/>
                  </a:cubicBezTo>
                  <a:cubicBezTo>
                    <a:pt x="124809" y="379781"/>
                    <a:pt x="123945" y="381400"/>
                    <a:pt x="124485" y="383134"/>
                  </a:cubicBezTo>
                  <a:cubicBezTo>
                    <a:pt x="130543" y="401079"/>
                    <a:pt x="131521" y="405302"/>
                    <a:pt x="134118" y="409302"/>
                  </a:cubicBezTo>
                  <a:cubicBezTo>
                    <a:pt x="147319" y="430060"/>
                    <a:pt x="148621" y="433089"/>
                    <a:pt x="152190" y="436226"/>
                  </a:cubicBezTo>
                  <a:cubicBezTo>
                    <a:pt x="168427" y="450933"/>
                    <a:pt x="175462" y="457314"/>
                    <a:pt x="178930" y="460775"/>
                  </a:cubicBezTo>
                  <a:lnTo>
                    <a:pt x="178930" y="460559"/>
                  </a:lnTo>
                  <a:lnTo>
                    <a:pt x="200793" y="435902"/>
                  </a:lnTo>
                  <a:lnTo>
                    <a:pt x="220814" y="465424"/>
                  </a:lnTo>
                  <a:lnTo>
                    <a:pt x="282498" y="472021"/>
                  </a:lnTo>
                  <a:lnTo>
                    <a:pt x="309993" y="452120"/>
                  </a:lnTo>
                  <a:lnTo>
                    <a:pt x="309231" y="307651"/>
                  </a:lnTo>
                  <a:lnTo>
                    <a:pt x="309231" y="199295"/>
                  </a:lnTo>
                  <a:lnTo>
                    <a:pt x="347903" y="199295"/>
                  </a:lnTo>
                  <a:lnTo>
                    <a:pt x="347903" y="72670"/>
                  </a:lnTo>
                  <a:lnTo>
                    <a:pt x="432612" y="56014"/>
                  </a:lnTo>
                  <a:lnTo>
                    <a:pt x="442074" y="72777"/>
                  </a:lnTo>
                  <a:lnTo>
                    <a:pt x="469887" y="51689"/>
                  </a:lnTo>
                  <a:lnTo>
                    <a:pt x="480237" y="57531"/>
                  </a:lnTo>
                  <a:lnTo>
                    <a:pt x="505447" y="36443"/>
                  </a:lnTo>
                  <a:lnTo>
                    <a:pt x="489699" y="21736"/>
                  </a:lnTo>
                  <a:lnTo>
                    <a:pt x="465441" y="19463"/>
                  </a:lnTo>
                  <a:lnTo>
                    <a:pt x="464870" y="191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61486D76-35FD-E72C-11E8-8254D521E0EE}"/>
                </a:ext>
              </a:extLst>
            </p:cNvPr>
            <p:cNvSpPr/>
            <p:nvPr/>
          </p:nvSpPr>
          <p:spPr>
            <a:xfrm>
              <a:off x="6054487" y="5260981"/>
              <a:ext cx="345955" cy="549095"/>
            </a:xfrm>
            <a:custGeom>
              <a:avLst/>
              <a:gdLst>
                <a:gd name="csX0" fmla="*/ 291719 w 398979"/>
                <a:gd name="csY0" fmla="*/ 30715 h 633253"/>
                <a:gd name="csX1" fmla="*/ 271589 w 398979"/>
                <a:gd name="csY1" fmla="*/ 49530 h 633253"/>
                <a:gd name="csX2" fmla="*/ 248983 w 398979"/>
                <a:gd name="csY2" fmla="*/ 41421 h 633253"/>
                <a:gd name="csX3" fmla="*/ 234124 w 398979"/>
                <a:gd name="csY3" fmla="*/ 50286 h 633253"/>
                <a:gd name="csX4" fmla="*/ 212598 w 398979"/>
                <a:gd name="csY4" fmla="*/ 36227 h 633253"/>
                <a:gd name="csX5" fmla="*/ 201422 w 398979"/>
                <a:gd name="csY5" fmla="*/ 44336 h 633253"/>
                <a:gd name="csX6" fmla="*/ 177292 w 398979"/>
                <a:gd name="csY6" fmla="*/ 44012 h 633253"/>
                <a:gd name="csX7" fmla="*/ 176784 w 398979"/>
                <a:gd name="csY7" fmla="*/ 55366 h 633253"/>
                <a:gd name="csX8" fmla="*/ 174180 w 398979"/>
                <a:gd name="csY8" fmla="*/ 60992 h 633253"/>
                <a:gd name="csX9" fmla="*/ 169863 w 398979"/>
                <a:gd name="csY9" fmla="*/ 68237 h 633253"/>
                <a:gd name="csX10" fmla="*/ 169863 w 398979"/>
                <a:gd name="csY10" fmla="*/ 71158 h 633253"/>
                <a:gd name="csX11" fmla="*/ 172465 w 398979"/>
                <a:gd name="csY11" fmla="*/ 82080 h 633253"/>
                <a:gd name="csX12" fmla="*/ 172021 w 398979"/>
                <a:gd name="csY12" fmla="*/ 90513 h 633253"/>
                <a:gd name="csX13" fmla="*/ 172021 w 398979"/>
                <a:gd name="csY13" fmla="*/ 98298 h 633253"/>
                <a:gd name="csX14" fmla="*/ 172656 w 398979"/>
                <a:gd name="csY14" fmla="*/ 101003 h 633253"/>
                <a:gd name="csX15" fmla="*/ 174625 w 398979"/>
                <a:gd name="csY15" fmla="*/ 104032 h 633253"/>
                <a:gd name="csX16" fmla="*/ 212280 w 398979"/>
                <a:gd name="csY16" fmla="*/ 145663 h 633253"/>
                <a:gd name="csX17" fmla="*/ 212280 w 398979"/>
                <a:gd name="csY17" fmla="*/ 211950 h 633253"/>
                <a:gd name="csX18" fmla="*/ 191833 w 398979"/>
                <a:gd name="csY18" fmla="*/ 218980 h 633253"/>
                <a:gd name="csX19" fmla="*/ 191833 w 398979"/>
                <a:gd name="csY19" fmla="*/ 257372 h 633253"/>
                <a:gd name="csX20" fmla="*/ 171386 w 398979"/>
                <a:gd name="csY20" fmla="*/ 244069 h 633253"/>
                <a:gd name="csX21" fmla="*/ 173989 w 398979"/>
                <a:gd name="csY21" fmla="*/ 233794 h 633253"/>
                <a:gd name="csX22" fmla="*/ 150177 w 398979"/>
                <a:gd name="csY22" fmla="*/ 204813 h 633253"/>
                <a:gd name="csX23" fmla="*/ 163131 w 398979"/>
                <a:gd name="csY23" fmla="*/ 183077 h 633253"/>
                <a:gd name="csX24" fmla="*/ 157924 w 398979"/>
                <a:gd name="csY24" fmla="*/ 151073 h 633253"/>
                <a:gd name="csX25" fmla="*/ 128588 w 398979"/>
                <a:gd name="csY25" fmla="*/ 157664 h 633253"/>
                <a:gd name="csX26" fmla="*/ 116713 w 398979"/>
                <a:gd name="csY26" fmla="*/ 141878 h 633253"/>
                <a:gd name="csX27" fmla="*/ 0 w 398979"/>
                <a:gd name="csY27" fmla="*/ 172479 h 633253"/>
                <a:gd name="csX28" fmla="*/ 8445 w 398979"/>
                <a:gd name="csY28" fmla="*/ 210223 h 633253"/>
                <a:gd name="csX29" fmla="*/ 49085 w 398979"/>
                <a:gd name="csY29" fmla="*/ 213684 h 633253"/>
                <a:gd name="csX30" fmla="*/ 64452 w 398979"/>
                <a:gd name="csY30" fmla="*/ 227413 h 633253"/>
                <a:gd name="csX31" fmla="*/ 101536 w 398979"/>
                <a:gd name="csY31" fmla="*/ 237255 h 633253"/>
                <a:gd name="csX32" fmla="*/ 103505 w 398979"/>
                <a:gd name="csY32" fmla="*/ 310464 h 633253"/>
                <a:gd name="csX33" fmla="*/ 91186 w 398979"/>
                <a:gd name="csY33" fmla="*/ 320739 h 633253"/>
                <a:gd name="csX34" fmla="*/ 99060 w 398979"/>
                <a:gd name="csY34" fmla="*/ 330581 h 633253"/>
                <a:gd name="csX35" fmla="*/ 94614 w 398979"/>
                <a:gd name="csY35" fmla="*/ 345827 h 633253"/>
                <a:gd name="csX36" fmla="*/ 106552 w 398979"/>
                <a:gd name="csY36" fmla="*/ 357073 h 633253"/>
                <a:gd name="csX37" fmla="*/ 94614 w 398979"/>
                <a:gd name="csY37" fmla="*/ 382594 h 633253"/>
                <a:gd name="csX38" fmla="*/ 82740 w 398979"/>
                <a:gd name="csY38" fmla="*/ 387026 h 633253"/>
                <a:gd name="csX39" fmla="*/ 86169 w 398979"/>
                <a:gd name="csY39" fmla="*/ 414058 h 633253"/>
                <a:gd name="csX40" fmla="*/ 38100 w 398979"/>
                <a:gd name="csY40" fmla="*/ 454394 h 633253"/>
                <a:gd name="csX41" fmla="*/ 50038 w 398979"/>
                <a:gd name="csY41" fmla="*/ 485864 h 633253"/>
                <a:gd name="csX42" fmla="*/ 48513 w 398979"/>
                <a:gd name="csY42" fmla="*/ 500139 h 633253"/>
                <a:gd name="csX43" fmla="*/ 66801 w 398979"/>
                <a:gd name="csY43" fmla="*/ 537013 h 633253"/>
                <a:gd name="csX44" fmla="*/ 66801 w 398979"/>
                <a:gd name="csY44" fmla="*/ 633254 h 633253"/>
                <a:gd name="csX45" fmla="*/ 99504 w 398979"/>
                <a:gd name="csY45" fmla="*/ 633254 h 633253"/>
                <a:gd name="csX46" fmla="*/ 102933 w 398979"/>
                <a:gd name="csY46" fmla="*/ 597027 h 633253"/>
                <a:gd name="csX47" fmla="*/ 101536 w 398979"/>
                <a:gd name="csY47" fmla="*/ 596595 h 633253"/>
                <a:gd name="csX48" fmla="*/ 93027 w 398979"/>
                <a:gd name="csY48" fmla="*/ 604488 h 633253"/>
                <a:gd name="csX49" fmla="*/ 88646 w 398979"/>
                <a:gd name="csY49" fmla="*/ 594544 h 633253"/>
                <a:gd name="csX50" fmla="*/ 103505 w 398979"/>
                <a:gd name="csY50" fmla="*/ 573456 h 633253"/>
                <a:gd name="csX51" fmla="*/ 185547 w 398979"/>
                <a:gd name="csY51" fmla="*/ 541662 h 633253"/>
                <a:gd name="csX52" fmla="*/ 197548 w 398979"/>
                <a:gd name="csY52" fmla="*/ 523386 h 633253"/>
                <a:gd name="csX53" fmla="*/ 197040 w 398979"/>
                <a:gd name="csY53" fmla="*/ 513544 h 633253"/>
                <a:gd name="csX54" fmla="*/ 191833 w 398979"/>
                <a:gd name="csY54" fmla="*/ 513766 h 633253"/>
                <a:gd name="csX55" fmla="*/ 200723 w 398979"/>
                <a:gd name="csY55" fmla="*/ 476129 h 633253"/>
                <a:gd name="csX56" fmla="*/ 197865 w 398979"/>
                <a:gd name="csY56" fmla="*/ 446716 h 633253"/>
                <a:gd name="csX57" fmla="*/ 190817 w 398979"/>
                <a:gd name="csY57" fmla="*/ 448126 h 633253"/>
                <a:gd name="csX58" fmla="*/ 187896 w 398979"/>
                <a:gd name="csY58" fmla="*/ 426390 h 633253"/>
                <a:gd name="csX59" fmla="*/ 182054 w 398979"/>
                <a:gd name="csY59" fmla="*/ 411252 h 633253"/>
                <a:gd name="csX60" fmla="*/ 181990 w 398979"/>
                <a:gd name="csY60" fmla="*/ 398272 h 633253"/>
                <a:gd name="csX61" fmla="*/ 167894 w 398979"/>
                <a:gd name="csY61" fmla="*/ 381076 h 633253"/>
                <a:gd name="csX62" fmla="*/ 173418 w 398979"/>
                <a:gd name="csY62" fmla="*/ 362261 h 633253"/>
                <a:gd name="csX63" fmla="*/ 211518 w 398979"/>
                <a:gd name="csY63" fmla="*/ 327228 h 633253"/>
                <a:gd name="csX64" fmla="*/ 222123 w 398979"/>
                <a:gd name="csY64" fmla="*/ 323983 h 633253"/>
                <a:gd name="csX65" fmla="*/ 224917 w 398979"/>
                <a:gd name="csY65" fmla="*/ 319443 h 633253"/>
                <a:gd name="csX66" fmla="*/ 228282 w 398979"/>
                <a:gd name="csY66" fmla="*/ 317602 h 633253"/>
                <a:gd name="csX67" fmla="*/ 233045 w 398979"/>
                <a:gd name="csY67" fmla="*/ 315875 h 633253"/>
                <a:gd name="csX68" fmla="*/ 235203 w 398979"/>
                <a:gd name="csY68" fmla="*/ 312090 h 633253"/>
                <a:gd name="csX69" fmla="*/ 263017 w 398979"/>
                <a:gd name="csY69" fmla="*/ 278022 h 633253"/>
                <a:gd name="csX70" fmla="*/ 290004 w 398979"/>
                <a:gd name="csY70" fmla="*/ 263316 h 633253"/>
                <a:gd name="csX71" fmla="*/ 302323 w 398979"/>
                <a:gd name="csY71" fmla="*/ 258452 h 633253"/>
                <a:gd name="csX72" fmla="*/ 333184 w 398979"/>
                <a:gd name="csY72" fmla="*/ 248501 h 633253"/>
                <a:gd name="csX73" fmla="*/ 338391 w 398979"/>
                <a:gd name="csY73" fmla="*/ 242881 h 633253"/>
                <a:gd name="csX74" fmla="*/ 360552 w 398979"/>
                <a:gd name="csY74" fmla="*/ 228714 h 633253"/>
                <a:gd name="csX75" fmla="*/ 364553 w 398979"/>
                <a:gd name="csY75" fmla="*/ 220606 h 633253"/>
                <a:gd name="csX76" fmla="*/ 368871 w 398979"/>
                <a:gd name="csY76" fmla="*/ 217793 h 633253"/>
                <a:gd name="csX77" fmla="*/ 385318 w 398979"/>
                <a:gd name="csY77" fmla="*/ 196380 h 633253"/>
                <a:gd name="csX78" fmla="*/ 391858 w 398979"/>
                <a:gd name="csY78" fmla="*/ 184919 h 633253"/>
                <a:gd name="csX79" fmla="*/ 390842 w 398979"/>
                <a:gd name="csY79" fmla="*/ 177889 h 633253"/>
                <a:gd name="csX80" fmla="*/ 394335 w 398979"/>
                <a:gd name="csY80" fmla="*/ 173133 h 633253"/>
                <a:gd name="csX81" fmla="*/ 398652 w 398979"/>
                <a:gd name="csY81" fmla="*/ 164046 h 633253"/>
                <a:gd name="csX82" fmla="*/ 398970 w 398979"/>
                <a:gd name="csY82" fmla="*/ 154527 h 633253"/>
                <a:gd name="csX83" fmla="*/ 393764 w 398979"/>
                <a:gd name="csY83" fmla="*/ 146634 h 633253"/>
                <a:gd name="csX84" fmla="*/ 391413 w 398979"/>
                <a:gd name="csY84" fmla="*/ 142958 h 633253"/>
                <a:gd name="csX85" fmla="*/ 388810 w 398979"/>
                <a:gd name="csY85" fmla="*/ 138094 h 633253"/>
                <a:gd name="csX86" fmla="*/ 390525 w 398979"/>
                <a:gd name="csY86" fmla="*/ 132143 h 633253"/>
                <a:gd name="csX87" fmla="*/ 389445 w 398979"/>
                <a:gd name="csY87" fmla="*/ 123063 h 633253"/>
                <a:gd name="csX88" fmla="*/ 387286 w 398979"/>
                <a:gd name="csY88" fmla="*/ 113652 h 633253"/>
                <a:gd name="csX89" fmla="*/ 389318 w 398979"/>
                <a:gd name="csY89" fmla="*/ 107817 h 633253"/>
                <a:gd name="csX90" fmla="*/ 385889 w 398979"/>
                <a:gd name="csY90" fmla="*/ 97434 h 633253"/>
                <a:gd name="csX91" fmla="*/ 382397 w 398979"/>
                <a:gd name="csY91" fmla="*/ 95701 h 633253"/>
                <a:gd name="csX92" fmla="*/ 385699 w 398979"/>
                <a:gd name="csY92" fmla="*/ 91161 h 633253"/>
                <a:gd name="csX93" fmla="*/ 386842 w 398979"/>
                <a:gd name="csY93" fmla="*/ 79483 h 633253"/>
                <a:gd name="csX94" fmla="*/ 386651 w 398979"/>
                <a:gd name="csY94" fmla="*/ 69317 h 633253"/>
                <a:gd name="csX95" fmla="*/ 384556 w 398979"/>
                <a:gd name="csY95" fmla="*/ 44768 h 633253"/>
                <a:gd name="csX96" fmla="*/ 385572 w 398979"/>
                <a:gd name="csY96" fmla="*/ 37636 h 633253"/>
                <a:gd name="csX97" fmla="*/ 383095 w 398979"/>
                <a:gd name="csY97" fmla="*/ 29089 h 633253"/>
                <a:gd name="csX98" fmla="*/ 386778 w 398979"/>
                <a:gd name="csY98" fmla="*/ 24009 h 633253"/>
                <a:gd name="csX99" fmla="*/ 387731 w 398979"/>
                <a:gd name="csY99" fmla="*/ 15577 h 633253"/>
                <a:gd name="csX100" fmla="*/ 387603 w 398979"/>
                <a:gd name="csY100" fmla="*/ 8001 h 633253"/>
                <a:gd name="csX101" fmla="*/ 388176 w 398979"/>
                <a:gd name="csY101" fmla="*/ 2274 h 633253"/>
                <a:gd name="csX102" fmla="*/ 381635 w 398979"/>
                <a:gd name="csY102" fmla="*/ 0 h 633253"/>
                <a:gd name="csX103" fmla="*/ 313880 w 398979"/>
                <a:gd name="csY103" fmla="*/ 37745 h 633253"/>
                <a:gd name="csX104" fmla="*/ 291528 w 398979"/>
                <a:gd name="csY104" fmla="*/ 31039 h 633253"/>
                <a:gd name="csX105" fmla="*/ 291719 w 398979"/>
                <a:gd name="csY105" fmla="*/ 30715 h 633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398979" h="633253">
                  <a:moveTo>
                    <a:pt x="291719" y="30715"/>
                  </a:moveTo>
                  <a:lnTo>
                    <a:pt x="271589" y="49530"/>
                  </a:lnTo>
                  <a:lnTo>
                    <a:pt x="248983" y="41421"/>
                  </a:lnTo>
                  <a:lnTo>
                    <a:pt x="234124" y="50286"/>
                  </a:lnTo>
                  <a:lnTo>
                    <a:pt x="212598" y="36227"/>
                  </a:lnTo>
                  <a:lnTo>
                    <a:pt x="201422" y="44336"/>
                  </a:lnTo>
                  <a:lnTo>
                    <a:pt x="177292" y="44012"/>
                  </a:lnTo>
                  <a:cubicBezTo>
                    <a:pt x="177228" y="46933"/>
                    <a:pt x="176974" y="50502"/>
                    <a:pt x="176784" y="55366"/>
                  </a:cubicBezTo>
                  <a:cubicBezTo>
                    <a:pt x="176657" y="57207"/>
                    <a:pt x="175451" y="59696"/>
                    <a:pt x="174180" y="60992"/>
                  </a:cubicBezTo>
                  <a:cubicBezTo>
                    <a:pt x="174625" y="60452"/>
                    <a:pt x="169926" y="64129"/>
                    <a:pt x="169863" y="68237"/>
                  </a:cubicBezTo>
                  <a:lnTo>
                    <a:pt x="169863" y="71158"/>
                  </a:lnTo>
                  <a:cubicBezTo>
                    <a:pt x="169608" y="75159"/>
                    <a:pt x="171132" y="78511"/>
                    <a:pt x="172465" y="82080"/>
                  </a:cubicBezTo>
                  <a:cubicBezTo>
                    <a:pt x="173989" y="86081"/>
                    <a:pt x="172212" y="89541"/>
                    <a:pt x="172021" y="90513"/>
                  </a:cubicBezTo>
                  <a:cubicBezTo>
                    <a:pt x="170688" y="94729"/>
                    <a:pt x="171576" y="93110"/>
                    <a:pt x="172021" y="98298"/>
                  </a:cubicBezTo>
                  <a:cubicBezTo>
                    <a:pt x="172021" y="99162"/>
                    <a:pt x="172338" y="100140"/>
                    <a:pt x="172656" y="101003"/>
                  </a:cubicBezTo>
                  <a:lnTo>
                    <a:pt x="174625" y="104032"/>
                  </a:lnTo>
                  <a:lnTo>
                    <a:pt x="212280" y="145663"/>
                  </a:lnTo>
                  <a:lnTo>
                    <a:pt x="212280" y="211950"/>
                  </a:lnTo>
                  <a:lnTo>
                    <a:pt x="191833" y="218980"/>
                  </a:lnTo>
                  <a:lnTo>
                    <a:pt x="191833" y="257372"/>
                  </a:lnTo>
                  <a:lnTo>
                    <a:pt x="171386" y="244069"/>
                  </a:lnTo>
                  <a:lnTo>
                    <a:pt x="173989" y="233794"/>
                  </a:lnTo>
                  <a:lnTo>
                    <a:pt x="150177" y="204813"/>
                  </a:lnTo>
                  <a:lnTo>
                    <a:pt x="163131" y="183077"/>
                  </a:lnTo>
                  <a:lnTo>
                    <a:pt x="157924" y="151073"/>
                  </a:lnTo>
                  <a:lnTo>
                    <a:pt x="128588" y="157664"/>
                  </a:lnTo>
                  <a:lnTo>
                    <a:pt x="116713" y="141878"/>
                  </a:lnTo>
                  <a:lnTo>
                    <a:pt x="0" y="172479"/>
                  </a:lnTo>
                  <a:lnTo>
                    <a:pt x="8445" y="210223"/>
                  </a:lnTo>
                  <a:lnTo>
                    <a:pt x="49085" y="213684"/>
                  </a:lnTo>
                  <a:lnTo>
                    <a:pt x="64452" y="227413"/>
                  </a:lnTo>
                  <a:lnTo>
                    <a:pt x="101536" y="237255"/>
                  </a:lnTo>
                  <a:lnTo>
                    <a:pt x="103505" y="310464"/>
                  </a:lnTo>
                  <a:lnTo>
                    <a:pt x="91186" y="320739"/>
                  </a:lnTo>
                  <a:lnTo>
                    <a:pt x="99060" y="330581"/>
                  </a:lnTo>
                  <a:lnTo>
                    <a:pt x="94614" y="345827"/>
                  </a:lnTo>
                  <a:lnTo>
                    <a:pt x="106552" y="357073"/>
                  </a:lnTo>
                  <a:lnTo>
                    <a:pt x="94614" y="382594"/>
                  </a:lnTo>
                  <a:lnTo>
                    <a:pt x="82740" y="387026"/>
                  </a:lnTo>
                  <a:lnTo>
                    <a:pt x="86169" y="414058"/>
                  </a:lnTo>
                  <a:lnTo>
                    <a:pt x="38100" y="454394"/>
                  </a:lnTo>
                  <a:lnTo>
                    <a:pt x="50038" y="485864"/>
                  </a:lnTo>
                  <a:lnTo>
                    <a:pt x="48513" y="500139"/>
                  </a:lnTo>
                  <a:lnTo>
                    <a:pt x="66801" y="537013"/>
                  </a:lnTo>
                  <a:lnTo>
                    <a:pt x="66801" y="633254"/>
                  </a:lnTo>
                  <a:lnTo>
                    <a:pt x="99504" y="633254"/>
                  </a:lnTo>
                  <a:cubicBezTo>
                    <a:pt x="101346" y="618871"/>
                    <a:pt x="102933" y="596595"/>
                    <a:pt x="102933" y="597027"/>
                  </a:cubicBezTo>
                  <a:cubicBezTo>
                    <a:pt x="103188" y="595192"/>
                    <a:pt x="102552" y="594976"/>
                    <a:pt x="101536" y="596595"/>
                  </a:cubicBezTo>
                  <a:cubicBezTo>
                    <a:pt x="98933" y="599948"/>
                    <a:pt x="96456" y="608489"/>
                    <a:pt x="93027" y="604488"/>
                  </a:cubicBezTo>
                  <a:cubicBezTo>
                    <a:pt x="91821" y="602545"/>
                    <a:pt x="86296" y="598653"/>
                    <a:pt x="88646" y="594544"/>
                  </a:cubicBezTo>
                  <a:cubicBezTo>
                    <a:pt x="98869" y="577240"/>
                    <a:pt x="99251" y="574967"/>
                    <a:pt x="103505" y="573456"/>
                  </a:cubicBezTo>
                  <a:cubicBezTo>
                    <a:pt x="184467" y="543935"/>
                    <a:pt x="182626" y="545554"/>
                    <a:pt x="185547" y="541662"/>
                  </a:cubicBezTo>
                  <a:cubicBezTo>
                    <a:pt x="192786" y="532149"/>
                    <a:pt x="196596" y="528034"/>
                    <a:pt x="197548" y="523386"/>
                  </a:cubicBezTo>
                  <a:cubicBezTo>
                    <a:pt x="197865" y="519709"/>
                    <a:pt x="201422" y="510953"/>
                    <a:pt x="197040" y="513544"/>
                  </a:cubicBezTo>
                  <a:cubicBezTo>
                    <a:pt x="196342" y="513766"/>
                    <a:pt x="190753" y="518198"/>
                    <a:pt x="191833" y="513766"/>
                  </a:cubicBezTo>
                  <a:cubicBezTo>
                    <a:pt x="198627" y="487159"/>
                    <a:pt x="200723" y="481216"/>
                    <a:pt x="200723" y="476129"/>
                  </a:cubicBezTo>
                  <a:cubicBezTo>
                    <a:pt x="200723" y="447802"/>
                    <a:pt x="201676" y="444126"/>
                    <a:pt x="197865" y="446716"/>
                  </a:cubicBezTo>
                  <a:cubicBezTo>
                    <a:pt x="196596" y="447364"/>
                    <a:pt x="191198" y="452882"/>
                    <a:pt x="190817" y="448126"/>
                  </a:cubicBezTo>
                  <a:cubicBezTo>
                    <a:pt x="189864" y="433851"/>
                    <a:pt x="190182" y="430390"/>
                    <a:pt x="187896" y="426390"/>
                  </a:cubicBezTo>
                  <a:cubicBezTo>
                    <a:pt x="184023" y="419469"/>
                    <a:pt x="181101" y="415684"/>
                    <a:pt x="182054" y="411252"/>
                  </a:cubicBezTo>
                  <a:cubicBezTo>
                    <a:pt x="182499" y="407245"/>
                    <a:pt x="185674" y="401733"/>
                    <a:pt x="181990" y="398272"/>
                  </a:cubicBezTo>
                  <a:cubicBezTo>
                    <a:pt x="170370" y="387350"/>
                    <a:pt x="167132" y="385401"/>
                    <a:pt x="167894" y="381076"/>
                  </a:cubicBezTo>
                  <a:cubicBezTo>
                    <a:pt x="170052" y="369507"/>
                    <a:pt x="170180" y="365290"/>
                    <a:pt x="173418" y="362261"/>
                  </a:cubicBezTo>
                  <a:lnTo>
                    <a:pt x="211518" y="327228"/>
                  </a:lnTo>
                  <a:cubicBezTo>
                    <a:pt x="215011" y="324091"/>
                    <a:pt x="222694" y="323876"/>
                    <a:pt x="222123" y="323983"/>
                  </a:cubicBezTo>
                  <a:cubicBezTo>
                    <a:pt x="225806" y="323552"/>
                    <a:pt x="224917" y="318789"/>
                    <a:pt x="224917" y="319443"/>
                  </a:cubicBezTo>
                  <a:cubicBezTo>
                    <a:pt x="224409" y="315766"/>
                    <a:pt x="228917" y="317602"/>
                    <a:pt x="228282" y="317602"/>
                  </a:cubicBezTo>
                  <a:cubicBezTo>
                    <a:pt x="229997" y="318250"/>
                    <a:pt x="232219" y="317602"/>
                    <a:pt x="233045" y="315875"/>
                  </a:cubicBezTo>
                  <a:lnTo>
                    <a:pt x="235203" y="312090"/>
                  </a:lnTo>
                  <a:cubicBezTo>
                    <a:pt x="237680" y="307543"/>
                    <a:pt x="258190" y="280835"/>
                    <a:pt x="263017" y="278022"/>
                  </a:cubicBezTo>
                  <a:cubicBezTo>
                    <a:pt x="283273" y="266560"/>
                    <a:pt x="285876" y="264941"/>
                    <a:pt x="290004" y="263316"/>
                  </a:cubicBezTo>
                  <a:lnTo>
                    <a:pt x="302323" y="258452"/>
                  </a:lnTo>
                  <a:cubicBezTo>
                    <a:pt x="315976" y="253041"/>
                    <a:pt x="329501" y="254451"/>
                    <a:pt x="333184" y="248501"/>
                  </a:cubicBezTo>
                  <a:cubicBezTo>
                    <a:pt x="333628" y="247853"/>
                    <a:pt x="335026" y="245040"/>
                    <a:pt x="338391" y="242881"/>
                  </a:cubicBezTo>
                  <a:lnTo>
                    <a:pt x="360552" y="228714"/>
                  </a:lnTo>
                  <a:cubicBezTo>
                    <a:pt x="364807" y="226009"/>
                    <a:pt x="361188" y="220821"/>
                    <a:pt x="364553" y="220606"/>
                  </a:cubicBezTo>
                  <a:cubicBezTo>
                    <a:pt x="365760" y="220606"/>
                    <a:pt x="367728" y="219304"/>
                    <a:pt x="368871" y="217793"/>
                  </a:cubicBezTo>
                  <a:lnTo>
                    <a:pt x="385318" y="196380"/>
                  </a:lnTo>
                  <a:cubicBezTo>
                    <a:pt x="388493" y="192380"/>
                    <a:pt x="392176" y="184271"/>
                    <a:pt x="391858" y="184919"/>
                  </a:cubicBezTo>
                  <a:cubicBezTo>
                    <a:pt x="394017" y="180486"/>
                    <a:pt x="386397" y="180264"/>
                    <a:pt x="390842" y="177889"/>
                  </a:cubicBezTo>
                  <a:cubicBezTo>
                    <a:pt x="391413" y="177349"/>
                    <a:pt x="395541" y="176047"/>
                    <a:pt x="394335" y="173133"/>
                  </a:cubicBezTo>
                  <a:cubicBezTo>
                    <a:pt x="392938" y="169564"/>
                    <a:pt x="398463" y="168910"/>
                    <a:pt x="398652" y="164046"/>
                  </a:cubicBezTo>
                  <a:lnTo>
                    <a:pt x="398970" y="154527"/>
                  </a:lnTo>
                  <a:cubicBezTo>
                    <a:pt x="399224" y="149339"/>
                    <a:pt x="393890" y="151829"/>
                    <a:pt x="393764" y="146634"/>
                  </a:cubicBezTo>
                  <a:cubicBezTo>
                    <a:pt x="393573" y="146095"/>
                    <a:pt x="394081" y="141338"/>
                    <a:pt x="391413" y="142958"/>
                  </a:cubicBezTo>
                  <a:cubicBezTo>
                    <a:pt x="388365" y="144799"/>
                    <a:pt x="386080" y="141446"/>
                    <a:pt x="388810" y="138094"/>
                  </a:cubicBezTo>
                  <a:cubicBezTo>
                    <a:pt x="390017" y="136690"/>
                    <a:pt x="390778" y="133985"/>
                    <a:pt x="390525" y="132143"/>
                  </a:cubicBezTo>
                  <a:lnTo>
                    <a:pt x="389445" y="123063"/>
                  </a:lnTo>
                  <a:cubicBezTo>
                    <a:pt x="388810" y="117869"/>
                    <a:pt x="384048" y="117005"/>
                    <a:pt x="387286" y="113652"/>
                  </a:cubicBezTo>
                  <a:cubicBezTo>
                    <a:pt x="388620" y="112249"/>
                    <a:pt x="389445" y="109652"/>
                    <a:pt x="389318" y="107817"/>
                  </a:cubicBezTo>
                  <a:cubicBezTo>
                    <a:pt x="388620" y="103816"/>
                    <a:pt x="389572" y="93434"/>
                    <a:pt x="385889" y="97434"/>
                  </a:cubicBezTo>
                  <a:cubicBezTo>
                    <a:pt x="383413" y="100248"/>
                    <a:pt x="382015" y="95161"/>
                    <a:pt x="382397" y="95701"/>
                  </a:cubicBezTo>
                  <a:cubicBezTo>
                    <a:pt x="381317" y="92024"/>
                    <a:pt x="386334" y="90621"/>
                    <a:pt x="385699" y="91161"/>
                  </a:cubicBezTo>
                  <a:cubicBezTo>
                    <a:pt x="390461" y="89650"/>
                    <a:pt x="389318" y="81102"/>
                    <a:pt x="386842" y="79483"/>
                  </a:cubicBezTo>
                  <a:cubicBezTo>
                    <a:pt x="384048" y="77750"/>
                    <a:pt x="387286" y="74403"/>
                    <a:pt x="386651" y="69317"/>
                  </a:cubicBezTo>
                  <a:cubicBezTo>
                    <a:pt x="384556" y="51797"/>
                    <a:pt x="383921" y="49098"/>
                    <a:pt x="384556" y="44768"/>
                  </a:cubicBezTo>
                  <a:lnTo>
                    <a:pt x="385572" y="37636"/>
                  </a:lnTo>
                  <a:cubicBezTo>
                    <a:pt x="386334" y="32658"/>
                    <a:pt x="380174" y="33090"/>
                    <a:pt x="383095" y="29089"/>
                  </a:cubicBezTo>
                  <a:lnTo>
                    <a:pt x="386778" y="24009"/>
                  </a:lnTo>
                  <a:cubicBezTo>
                    <a:pt x="389763" y="19901"/>
                    <a:pt x="384048" y="19031"/>
                    <a:pt x="387731" y="15577"/>
                  </a:cubicBezTo>
                  <a:cubicBezTo>
                    <a:pt x="391413" y="12116"/>
                    <a:pt x="384048" y="11354"/>
                    <a:pt x="387603" y="8001"/>
                  </a:cubicBezTo>
                  <a:cubicBezTo>
                    <a:pt x="390080" y="5626"/>
                    <a:pt x="388048" y="1626"/>
                    <a:pt x="388176" y="2274"/>
                  </a:cubicBezTo>
                  <a:cubicBezTo>
                    <a:pt x="386397" y="-1079"/>
                    <a:pt x="382968" y="870"/>
                    <a:pt x="381635" y="0"/>
                  </a:cubicBezTo>
                  <a:lnTo>
                    <a:pt x="313880" y="37745"/>
                  </a:lnTo>
                  <a:lnTo>
                    <a:pt x="291528" y="31039"/>
                  </a:lnTo>
                  <a:lnTo>
                    <a:pt x="291719" y="30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9ACB3523-9431-7F0B-D100-8F2999D7E99E}"/>
                </a:ext>
              </a:extLst>
            </p:cNvPr>
            <p:cNvSpPr/>
            <p:nvPr/>
          </p:nvSpPr>
          <p:spPr>
            <a:xfrm>
              <a:off x="4642135" y="3722655"/>
              <a:ext cx="399527" cy="299675"/>
            </a:xfrm>
            <a:custGeom>
              <a:avLst/>
              <a:gdLst>
                <a:gd name="csX0" fmla="*/ 228809 w 460762"/>
                <a:gd name="csY0" fmla="*/ 265259 h 345605"/>
                <a:gd name="csX1" fmla="*/ 250133 w 460762"/>
                <a:gd name="csY1" fmla="*/ 269475 h 345605"/>
                <a:gd name="csX2" fmla="*/ 255651 w 460762"/>
                <a:gd name="csY2" fmla="*/ 260071 h 345605"/>
                <a:gd name="csX3" fmla="*/ 296456 w 460762"/>
                <a:gd name="csY3" fmla="*/ 252070 h 345605"/>
                <a:gd name="csX4" fmla="*/ 312045 w 460762"/>
                <a:gd name="csY4" fmla="*/ 229902 h 345605"/>
                <a:gd name="csX5" fmla="*/ 361829 w 460762"/>
                <a:gd name="csY5" fmla="*/ 208490 h 345605"/>
                <a:gd name="csX6" fmla="*/ 352196 w 460762"/>
                <a:gd name="csY6" fmla="*/ 185668 h 345605"/>
                <a:gd name="csX7" fmla="*/ 381209 w 460762"/>
                <a:gd name="csY7" fmla="*/ 178314 h 345605"/>
                <a:gd name="csX8" fmla="*/ 388353 w 460762"/>
                <a:gd name="csY8" fmla="*/ 164802 h 345605"/>
                <a:gd name="csX9" fmla="*/ 451777 w 460762"/>
                <a:gd name="csY9" fmla="*/ 167723 h 345605"/>
                <a:gd name="csX10" fmla="*/ 460762 w 460762"/>
                <a:gd name="csY10" fmla="*/ 148038 h 345605"/>
                <a:gd name="csX11" fmla="*/ 436950 w 460762"/>
                <a:gd name="csY11" fmla="*/ 129330 h 345605"/>
                <a:gd name="csX12" fmla="*/ 430993 w 460762"/>
                <a:gd name="csY12" fmla="*/ 57639 h 345605"/>
                <a:gd name="csX13" fmla="*/ 404692 w 460762"/>
                <a:gd name="csY13" fmla="*/ 33414 h 345605"/>
                <a:gd name="csX14" fmla="*/ 387591 w 460762"/>
                <a:gd name="csY14" fmla="*/ 29197 h 345605"/>
                <a:gd name="csX15" fmla="*/ 382505 w 460762"/>
                <a:gd name="csY15" fmla="*/ 24003 h 345605"/>
                <a:gd name="csX16" fmla="*/ 369303 w 460762"/>
                <a:gd name="csY16" fmla="*/ 28658 h 345605"/>
                <a:gd name="csX17" fmla="*/ 359886 w 460762"/>
                <a:gd name="csY17" fmla="*/ 25737 h 345605"/>
                <a:gd name="csX18" fmla="*/ 354800 w 460762"/>
                <a:gd name="csY18" fmla="*/ 28219 h 345605"/>
                <a:gd name="csX19" fmla="*/ 350253 w 460762"/>
                <a:gd name="csY19" fmla="*/ 29521 h 345605"/>
                <a:gd name="csX20" fmla="*/ 347764 w 460762"/>
                <a:gd name="csY20" fmla="*/ 28219 h 345605"/>
                <a:gd name="csX21" fmla="*/ 294945 w 460762"/>
                <a:gd name="csY21" fmla="*/ 0 h 345605"/>
                <a:gd name="csX22" fmla="*/ 270808 w 460762"/>
                <a:gd name="csY22" fmla="*/ 9836 h 345605"/>
                <a:gd name="csX23" fmla="*/ 258140 w 460762"/>
                <a:gd name="csY23" fmla="*/ 46171 h 345605"/>
                <a:gd name="csX24" fmla="*/ 235090 w 460762"/>
                <a:gd name="csY24" fmla="*/ 81858 h 345605"/>
                <a:gd name="csX25" fmla="*/ 179349 w 460762"/>
                <a:gd name="csY25" fmla="*/ 107810 h 345605"/>
                <a:gd name="csX26" fmla="*/ 171443 w 460762"/>
                <a:gd name="csY26" fmla="*/ 116142 h 345605"/>
                <a:gd name="csX27" fmla="*/ 148501 w 460762"/>
                <a:gd name="csY27" fmla="*/ 141656 h 345605"/>
                <a:gd name="csX28" fmla="*/ 146120 w 460762"/>
                <a:gd name="csY28" fmla="*/ 158312 h 345605"/>
                <a:gd name="csX29" fmla="*/ 128689 w 460762"/>
                <a:gd name="csY29" fmla="*/ 184372 h 345605"/>
                <a:gd name="csX30" fmla="*/ 128149 w 460762"/>
                <a:gd name="csY30" fmla="*/ 217786 h 345605"/>
                <a:gd name="csX31" fmla="*/ 134753 w 460762"/>
                <a:gd name="csY31" fmla="*/ 229572 h 345605"/>
                <a:gd name="csX32" fmla="*/ 130422 w 460762"/>
                <a:gd name="csY32" fmla="*/ 244608 h 345605"/>
                <a:gd name="csX33" fmla="*/ 99682 w 460762"/>
                <a:gd name="csY33" fmla="*/ 285159 h 345605"/>
                <a:gd name="csX34" fmla="*/ 75006 w 460762"/>
                <a:gd name="csY34" fmla="*/ 297269 h 345605"/>
                <a:gd name="csX35" fmla="*/ 59963 w 460762"/>
                <a:gd name="csY35" fmla="*/ 313271 h 345605"/>
                <a:gd name="csX36" fmla="*/ 8115 w 460762"/>
                <a:gd name="csY36" fmla="*/ 330035 h 345605"/>
                <a:gd name="csX37" fmla="*/ 0 w 460762"/>
                <a:gd name="csY37" fmla="*/ 345605 h 345605"/>
                <a:gd name="csX38" fmla="*/ 540 w 460762"/>
                <a:gd name="csY38" fmla="*/ 345605 h 345605"/>
                <a:gd name="csX39" fmla="*/ 171120 w 460762"/>
                <a:gd name="csY39" fmla="*/ 345605 h 345605"/>
                <a:gd name="csX40" fmla="*/ 171336 w 460762"/>
                <a:gd name="csY40" fmla="*/ 345605 h 345605"/>
                <a:gd name="csX41" fmla="*/ 171336 w 460762"/>
                <a:gd name="csY41" fmla="*/ 306026 h 345605"/>
                <a:gd name="csX42" fmla="*/ 228593 w 460762"/>
                <a:gd name="csY42" fmla="*/ 265475 h 345605"/>
                <a:gd name="csX43" fmla="*/ 228809 w 460762"/>
                <a:gd name="csY43" fmla="*/ 265259 h 345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460762" h="345605">
                  <a:moveTo>
                    <a:pt x="228809" y="265259"/>
                  </a:moveTo>
                  <a:lnTo>
                    <a:pt x="250133" y="269475"/>
                  </a:lnTo>
                  <a:lnTo>
                    <a:pt x="255651" y="260071"/>
                  </a:lnTo>
                  <a:lnTo>
                    <a:pt x="296456" y="252070"/>
                  </a:lnTo>
                  <a:lnTo>
                    <a:pt x="312045" y="229902"/>
                  </a:lnTo>
                  <a:lnTo>
                    <a:pt x="361829" y="208490"/>
                  </a:lnTo>
                  <a:lnTo>
                    <a:pt x="352196" y="185668"/>
                  </a:lnTo>
                  <a:lnTo>
                    <a:pt x="381209" y="178314"/>
                  </a:lnTo>
                  <a:lnTo>
                    <a:pt x="388353" y="164802"/>
                  </a:lnTo>
                  <a:lnTo>
                    <a:pt x="451777" y="167723"/>
                  </a:lnTo>
                  <a:lnTo>
                    <a:pt x="460762" y="148038"/>
                  </a:lnTo>
                  <a:lnTo>
                    <a:pt x="436950" y="129330"/>
                  </a:lnTo>
                  <a:lnTo>
                    <a:pt x="430993" y="57639"/>
                  </a:lnTo>
                  <a:lnTo>
                    <a:pt x="404692" y="33414"/>
                  </a:lnTo>
                  <a:cubicBezTo>
                    <a:pt x="390080" y="32658"/>
                    <a:pt x="388677" y="32442"/>
                    <a:pt x="387591" y="29197"/>
                  </a:cubicBezTo>
                  <a:cubicBezTo>
                    <a:pt x="387051" y="28219"/>
                    <a:pt x="386512" y="21628"/>
                    <a:pt x="382505" y="24003"/>
                  </a:cubicBezTo>
                  <a:cubicBezTo>
                    <a:pt x="378498" y="25845"/>
                    <a:pt x="374281" y="30169"/>
                    <a:pt x="369303" y="28658"/>
                  </a:cubicBezTo>
                  <a:lnTo>
                    <a:pt x="359886" y="25737"/>
                  </a:lnTo>
                  <a:cubicBezTo>
                    <a:pt x="356419" y="24651"/>
                    <a:pt x="354146" y="28658"/>
                    <a:pt x="354800" y="28219"/>
                  </a:cubicBezTo>
                  <a:cubicBezTo>
                    <a:pt x="353930" y="29845"/>
                    <a:pt x="351872" y="30493"/>
                    <a:pt x="350253" y="29521"/>
                  </a:cubicBezTo>
                  <a:lnTo>
                    <a:pt x="347764" y="28219"/>
                  </a:lnTo>
                  <a:cubicBezTo>
                    <a:pt x="316046" y="36119"/>
                    <a:pt x="299383" y="16218"/>
                    <a:pt x="294945" y="0"/>
                  </a:cubicBezTo>
                  <a:cubicBezTo>
                    <a:pt x="279895" y="5188"/>
                    <a:pt x="272643" y="4324"/>
                    <a:pt x="270808" y="9836"/>
                  </a:cubicBezTo>
                  <a:cubicBezTo>
                    <a:pt x="262363" y="35573"/>
                    <a:pt x="260737" y="41739"/>
                    <a:pt x="258140" y="46171"/>
                  </a:cubicBezTo>
                  <a:cubicBezTo>
                    <a:pt x="239528" y="78073"/>
                    <a:pt x="239306" y="79915"/>
                    <a:pt x="235090" y="81858"/>
                  </a:cubicBezTo>
                  <a:lnTo>
                    <a:pt x="179349" y="107810"/>
                  </a:lnTo>
                  <a:cubicBezTo>
                    <a:pt x="174911" y="109868"/>
                    <a:pt x="171012" y="116789"/>
                    <a:pt x="171443" y="116142"/>
                  </a:cubicBezTo>
                  <a:cubicBezTo>
                    <a:pt x="163652" y="127279"/>
                    <a:pt x="148717" y="134195"/>
                    <a:pt x="148501" y="141656"/>
                  </a:cubicBezTo>
                  <a:cubicBezTo>
                    <a:pt x="148285" y="149447"/>
                    <a:pt x="148933" y="154743"/>
                    <a:pt x="146120" y="158312"/>
                  </a:cubicBezTo>
                  <a:cubicBezTo>
                    <a:pt x="130746" y="178645"/>
                    <a:pt x="129019" y="179940"/>
                    <a:pt x="128689" y="184372"/>
                  </a:cubicBezTo>
                  <a:cubicBezTo>
                    <a:pt x="126200" y="212706"/>
                    <a:pt x="125228" y="214433"/>
                    <a:pt x="128149" y="217786"/>
                  </a:cubicBezTo>
                  <a:cubicBezTo>
                    <a:pt x="130530" y="221139"/>
                    <a:pt x="135725" y="224492"/>
                    <a:pt x="134753" y="229572"/>
                  </a:cubicBezTo>
                  <a:cubicBezTo>
                    <a:pt x="133559" y="235845"/>
                    <a:pt x="133020" y="240932"/>
                    <a:pt x="130422" y="244608"/>
                  </a:cubicBezTo>
                  <a:cubicBezTo>
                    <a:pt x="103149" y="283426"/>
                    <a:pt x="104013" y="283318"/>
                    <a:pt x="99682" y="285159"/>
                  </a:cubicBezTo>
                  <a:cubicBezTo>
                    <a:pt x="80200" y="293269"/>
                    <a:pt x="77711" y="293808"/>
                    <a:pt x="75006" y="297269"/>
                  </a:cubicBezTo>
                  <a:cubicBezTo>
                    <a:pt x="66243" y="308515"/>
                    <a:pt x="64294" y="311976"/>
                    <a:pt x="59963" y="313271"/>
                  </a:cubicBezTo>
                  <a:cubicBezTo>
                    <a:pt x="9201" y="327222"/>
                    <a:pt x="10280" y="326034"/>
                    <a:pt x="8115" y="330035"/>
                  </a:cubicBezTo>
                  <a:cubicBezTo>
                    <a:pt x="4978" y="336093"/>
                    <a:pt x="2273" y="341173"/>
                    <a:pt x="0" y="345605"/>
                  </a:cubicBezTo>
                  <a:lnTo>
                    <a:pt x="540" y="345605"/>
                  </a:lnTo>
                  <a:lnTo>
                    <a:pt x="171120" y="345605"/>
                  </a:lnTo>
                  <a:lnTo>
                    <a:pt x="171336" y="345605"/>
                  </a:lnTo>
                  <a:lnTo>
                    <a:pt x="171336" y="306026"/>
                  </a:lnTo>
                  <a:lnTo>
                    <a:pt x="228593" y="265475"/>
                  </a:lnTo>
                  <a:lnTo>
                    <a:pt x="228809" y="265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B77CC0D1-8746-1BE7-E284-DBBD9BFA767B}"/>
                </a:ext>
              </a:extLst>
            </p:cNvPr>
            <p:cNvSpPr/>
            <p:nvPr/>
          </p:nvSpPr>
          <p:spPr>
            <a:xfrm>
              <a:off x="6933357" y="5572472"/>
              <a:ext cx="19328" cy="21812"/>
            </a:xfrm>
            <a:custGeom>
              <a:avLst/>
              <a:gdLst>
                <a:gd name="csX0" fmla="*/ 15000 w 22290"/>
                <a:gd name="csY0" fmla="*/ 1188 h 25155"/>
                <a:gd name="csX1" fmla="*/ 7254 w 22290"/>
                <a:gd name="csY1" fmla="*/ 2166 h 25155"/>
                <a:gd name="csX2" fmla="*/ 2110 w 22290"/>
                <a:gd name="csY2" fmla="*/ 23140 h 25155"/>
                <a:gd name="csX3" fmla="*/ 18683 w 22290"/>
                <a:gd name="csY3" fmla="*/ 22816 h 25155"/>
                <a:gd name="csX4" fmla="*/ 21858 w 22290"/>
                <a:gd name="csY4" fmla="*/ 11462 h 25155"/>
                <a:gd name="csX5" fmla="*/ 15000 w 22290"/>
                <a:gd name="csY5" fmla="*/ 1296 h 25155"/>
                <a:gd name="csX6" fmla="*/ 15000 w 22290"/>
                <a:gd name="csY6" fmla="*/ 1188 h 25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290" h="25155">
                  <a:moveTo>
                    <a:pt x="15000" y="1188"/>
                  </a:moveTo>
                  <a:cubicBezTo>
                    <a:pt x="15000" y="1188"/>
                    <a:pt x="8967" y="-2050"/>
                    <a:pt x="7254" y="2166"/>
                  </a:cubicBezTo>
                  <a:cubicBezTo>
                    <a:pt x="522" y="18384"/>
                    <a:pt x="-2271" y="22276"/>
                    <a:pt x="2110" y="23140"/>
                  </a:cubicBezTo>
                  <a:cubicBezTo>
                    <a:pt x="9285" y="23686"/>
                    <a:pt x="16079" y="27579"/>
                    <a:pt x="18683" y="22816"/>
                  </a:cubicBezTo>
                  <a:cubicBezTo>
                    <a:pt x="19699" y="20441"/>
                    <a:pt x="23573" y="16009"/>
                    <a:pt x="21858" y="11462"/>
                  </a:cubicBezTo>
                  <a:cubicBezTo>
                    <a:pt x="20334" y="8541"/>
                    <a:pt x="19763" y="2814"/>
                    <a:pt x="15000" y="1296"/>
                  </a:cubicBezTo>
                  <a:lnTo>
                    <a:pt x="15000" y="1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39B712ED-FCC1-98E7-DC50-D88397429AEF}"/>
                </a:ext>
              </a:extLst>
            </p:cNvPr>
            <p:cNvSpPr/>
            <p:nvPr/>
          </p:nvSpPr>
          <p:spPr>
            <a:xfrm>
              <a:off x="7127231" y="5559690"/>
              <a:ext cx="10089" cy="9660"/>
            </a:xfrm>
            <a:custGeom>
              <a:avLst/>
              <a:gdLst>
                <a:gd name="csX0" fmla="*/ 4136 w 11635"/>
                <a:gd name="csY0" fmla="*/ 1228 h 11140"/>
                <a:gd name="csX1" fmla="*/ 1977 w 11635"/>
                <a:gd name="csY1" fmla="*/ 9984 h 11140"/>
                <a:gd name="csX2" fmla="*/ 11248 w 11635"/>
                <a:gd name="csY2" fmla="*/ 8689 h 11140"/>
                <a:gd name="csX3" fmla="*/ 4200 w 11635"/>
                <a:gd name="csY3" fmla="*/ 1120 h 11140"/>
                <a:gd name="csX4" fmla="*/ 4136 w 11635"/>
                <a:gd name="csY4" fmla="*/ 1228 h 11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35" h="11140">
                  <a:moveTo>
                    <a:pt x="4136" y="1228"/>
                  </a:moveTo>
                  <a:cubicBezTo>
                    <a:pt x="2929" y="3711"/>
                    <a:pt x="-3039" y="9229"/>
                    <a:pt x="1977" y="9984"/>
                  </a:cubicBezTo>
                  <a:cubicBezTo>
                    <a:pt x="5089" y="10093"/>
                    <a:pt x="13534" y="13230"/>
                    <a:pt x="11248" y="8689"/>
                  </a:cubicBezTo>
                  <a:cubicBezTo>
                    <a:pt x="9343" y="5768"/>
                    <a:pt x="7121" y="-3103"/>
                    <a:pt x="4200" y="1120"/>
                  </a:cubicBezTo>
                  <a:lnTo>
                    <a:pt x="4136" y="1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829B6426-F9EB-D9E7-9874-9A3F14A3BEE4}"/>
                </a:ext>
              </a:extLst>
            </p:cNvPr>
            <p:cNvSpPr/>
            <p:nvPr/>
          </p:nvSpPr>
          <p:spPr>
            <a:xfrm>
              <a:off x="4521540" y="4033865"/>
              <a:ext cx="396334" cy="427196"/>
            </a:xfrm>
            <a:custGeom>
              <a:avLst/>
              <a:gdLst>
                <a:gd name="csX0" fmla="*/ 310636 w 457079"/>
                <a:gd name="csY0" fmla="*/ 52984 h 492671"/>
                <a:gd name="csX1" fmla="*/ 186595 w 457079"/>
                <a:gd name="csY1" fmla="*/ 52984 h 492671"/>
                <a:gd name="csX2" fmla="*/ 186595 w 457079"/>
                <a:gd name="csY2" fmla="*/ 153988 h 492671"/>
                <a:gd name="csX3" fmla="*/ 144278 w 457079"/>
                <a:gd name="csY3" fmla="*/ 176803 h 492671"/>
                <a:gd name="csX4" fmla="*/ 148063 w 457079"/>
                <a:gd name="csY4" fmla="*/ 237471 h 492671"/>
                <a:gd name="csX5" fmla="*/ 0 w 457079"/>
                <a:gd name="csY5" fmla="*/ 237471 h 492671"/>
                <a:gd name="csX6" fmla="*/ 1512 w 457079"/>
                <a:gd name="csY6" fmla="*/ 238658 h 492671"/>
                <a:gd name="csX7" fmla="*/ 13526 w 457079"/>
                <a:gd name="csY7" fmla="*/ 254984 h 492671"/>
                <a:gd name="csX8" fmla="*/ 14503 w 457079"/>
                <a:gd name="csY8" fmla="*/ 253365 h 492671"/>
                <a:gd name="csX9" fmla="*/ 17532 w 457079"/>
                <a:gd name="csY9" fmla="*/ 253581 h 492671"/>
                <a:gd name="csX10" fmla="*/ 24352 w 457079"/>
                <a:gd name="csY10" fmla="*/ 269583 h 492671"/>
                <a:gd name="csX11" fmla="*/ 25216 w 457079"/>
                <a:gd name="csY11" fmla="*/ 285915 h 492671"/>
                <a:gd name="csX12" fmla="*/ 19158 w 457079"/>
                <a:gd name="csY12" fmla="*/ 288728 h 492671"/>
                <a:gd name="csX13" fmla="*/ 15259 w 457079"/>
                <a:gd name="csY13" fmla="*/ 292297 h 492671"/>
                <a:gd name="csX14" fmla="*/ 17640 w 457079"/>
                <a:gd name="csY14" fmla="*/ 301161 h 492671"/>
                <a:gd name="csX15" fmla="*/ 16669 w 457079"/>
                <a:gd name="csY15" fmla="*/ 301917 h 492671"/>
                <a:gd name="csX16" fmla="*/ 21539 w 457079"/>
                <a:gd name="csY16" fmla="*/ 313487 h 492671"/>
                <a:gd name="csX17" fmla="*/ 25108 w 457079"/>
                <a:gd name="csY17" fmla="*/ 318573 h 492671"/>
                <a:gd name="csX18" fmla="*/ 32360 w 457079"/>
                <a:gd name="csY18" fmla="*/ 348418 h 492671"/>
                <a:gd name="csX19" fmla="*/ 30956 w 457079"/>
                <a:gd name="csY19" fmla="*/ 376320 h 492671"/>
                <a:gd name="csX20" fmla="*/ 14288 w 457079"/>
                <a:gd name="csY20" fmla="*/ 426707 h 492671"/>
                <a:gd name="csX21" fmla="*/ 13741 w 457079"/>
                <a:gd name="csY21" fmla="*/ 444011 h 492671"/>
                <a:gd name="csX22" fmla="*/ 14288 w 457079"/>
                <a:gd name="csY22" fmla="*/ 444011 h 492671"/>
                <a:gd name="csX23" fmla="*/ 29763 w 457079"/>
                <a:gd name="csY23" fmla="*/ 442392 h 492671"/>
                <a:gd name="csX24" fmla="*/ 38316 w 457079"/>
                <a:gd name="csY24" fmla="*/ 422167 h 492671"/>
                <a:gd name="csX25" fmla="*/ 94920 w 457079"/>
                <a:gd name="csY25" fmla="*/ 416979 h 492671"/>
                <a:gd name="csX26" fmla="*/ 113862 w 457079"/>
                <a:gd name="csY26" fmla="*/ 436118 h 492671"/>
                <a:gd name="csX27" fmla="*/ 131178 w 457079"/>
                <a:gd name="csY27" fmla="*/ 436118 h 492671"/>
                <a:gd name="csX28" fmla="*/ 150552 w 457079"/>
                <a:gd name="csY28" fmla="*/ 471043 h 492671"/>
                <a:gd name="csX29" fmla="*/ 180753 w 457079"/>
                <a:gd name="csY29" fmla="*/ 492671 h 492671"/>
                <a:gd name="csX30" fmla="*/ 194609 w 457079"/>
                <a:gd name="csY30" fmla="*/ 481425 h 492671"/>
                <a:gd name="csX31" fmla="*/ 195148 w 457079"/>
                <a:gd name="csY31" fmla="*/ 460775 h 492671"/>
                <a:gd name="csX32" fmla="*/ 207054 w 457079"/>
                <a:gd name="csY32" fmla="*/ 454825 h 492671"/>
                <a:gd name="csX33" fmla="*/ 226860 w 457079"/>
                <a:gd name="csY33" fmla="*/ 475050 h 492671"/>
                <a:gd name="csX34" fmla="*/ 235738 w 457079"/>
                <a:gd name="csY34" fmla="*/ 462287 h 492671"/>
                <a:gd name="csX35" fmla="*/ 276866 w 457079"/>
                <a:gd name="csY35" fmla="*/ 464236 h 492671"/>
                <a:gd name="csX36" fmla="*/ 281305 w 457079"/>
                <a:gd name="csY36" fmla="*/ 453961 h 492671"/>
                <a:gd name="csX37" fmla="*/ 297758 w 457079"/>
                <a:gd name="csY37" fmla="*/ 452990 h 492671"/>
                <a:gd name="csX38" fmla="*/ 299269 w 457079"/>
                <a:gd name="csY38" fmla="*/ 460883 h 492671"/>
                <a:gd name="csX39" fmla="*/ 428504 w 457079"/>
                <a:gd name="csY39" fmla="*/ 460883 h 492671"/>
                <a:gd name="csX40" fmla="*/ 434892 w 457079"/>
                <a:gd name="csY40" fmla="*/ 429952 h 492671"/>
                <a:gd name="csX41" fmla="*/ 424498 w 457079"/>
                <a:gd name="csY41" fmla="*/ 422059 h 492671"/>
                <a:gd name="csX42" fmla="*/ 389757 w 457079"/>
                <a:gd name="csY42" fmla="*/ 93859 h 492671"/>
                <a:gd name="csX43" fmla="*/ 457079 w 457079"/>
                <a:gd name="csY43" fmla="*/ 93859 h 492671"/>
                <a:gd name="csX44" fmla="*/ 310636 w 457079"/>
                <a:gd name="csY44" fmla="*/ 0 h 492671"/>
                <a:gd name="csX45" fmla="*/ 310636 w 457079"/>
                <a:gd name="csY45" fmla="*/ 53092 h 492671"/>
                <a:gd name="csX46" fmla="*/ 310636 w 457079"/>
                <a:gd name="csY46" fmla="*/ 52984 h 49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7079" h="492671">
                  <a:moveTo>
                    <a:pt x="310636" y="52984"/>
                  </a:moveTo>
                  <a:lnTo>
                    <a:pt x="186595" y="52984"/>
                  </a:lnTo>
                  <a:lnTo>
                    <a:pt x="186595" y="153988"/>
                  </a:lnTo>
                  <a:lnTo>
                    <a:pt x="144278" y="176803"/>
                  </a:lnTo>
                  <a:lnTo>
                    <a:pt x="148063" y="237471"/>
                  </a:lnTo>
                  <a:lnTo>
                    <a:pt x="0" y="237471"/>
                  </a:lnTo>
                  <a:cubicBezTo>
                    <a:pt x="0" y="237471"/>
                    <a:pt x="972" y="237795"/>
                    <a:pt x="1512" y="238658"/>
                  </a:cubicBezTo>
                  <a:cubicBezTo>
                    <a:pt x="9633" y="253689"/>
                    <a:pt x="11144" y="258883"/>
                    <a:pt x="13526" y="254984"/>
                  </a:cubicBezTo>
                  <a:lnTo>
                    <a:pt x="14503" y="253365"/>
                  </a:lnTo>
                  <a:cubicBezTo>
                    <a:pt x="15475" y="251746"/>
                    <a:pt x="16777" y="251854"/>
                    <a:pt x="17532" y="253581"/>
                  </a:cubicBezTo>
                  <a:lnTo>
                    <a:pt x="24352" y="269583"/>
                  </a:lnTo>
                  <a:cubicBezTo>
                    <a:pt x="26410" y="274346"/>
                    <a:pt x="25108" y="286455"/>
                    <a:pt x="25216" y="285915"/>
                  </a:cubicBezTo>
                  <a:cubicBezTo>
                    <a:pt x="25000" y="290456"/>
                    <a:pt x="20129" y="292297"/>
                    <a:pt x="19158" y="288728"/>
                  </a:cubicBezTo>
                  <a:cubicBezTo>
                    <a:pt x="18180" y="285159"/>
                    <a:pt x="12446" y="288728"/>
                    <a:pt x="15259" y="292297"/>
                  </a:cubicBezTo>
                  <a:cubicBezTo>
                    <a:pt x="16123" y="294024"/>
                    <a:pt x="21539" y="298240"/>
                    <a:pt x="17640" y="301161"/>
                  </a:cubicBezTo>
                  <a:lnTo>
                    <a:pt x="16669" y="301917"/>
                  </a:lnTo>
                  <a:cubicBezTo>
                    <a:pt x="9849" y="307112"/>
                    <a:pt x="22511" y="314357"/>
                    <a:pt x="21539" y="313487"/>
                  </a:cubicBezTo>
                  <a:cubicBezTo>
                    <a:pt x="23051" y="314465"/>
                    <a:pt x="24784" y="316732"/>
                    <a:pt x="25108" y="318573"/>
                  </a:cubicBezTo>
                  <a:lnTo>
                    <a:pt x="32360" y="348418"/>
                  </a:lnTo>
                  <a:cubicBezTo>
                    <a:pt x="33662" y="353822"/>
                    <a:pt x="30956" y="376968"/>
                    <a:pt x="30956" y="376320"/>
                  </a:cubicBezTo>
                  <a:cubicBezTo>
                    <a:pt x="30194" y="384645"/>
                    <a:pt x="14288" y="419354"/>
                    <a:pt x="14288" y="426707"/>
                  </a:cubicBezTo>
                  <a:cubicBezTo>
                    <a:pt x="14288" y="436550"/>
                    <a:pt x="14612" y="440874"/>
                    <a:pt x="13741" y="444011"/>
                  </a:cubicBezTo>
                  <a:lnTo>
                    <a:pt x="14288" y="444011"/>
                  </a:lnTo>
                  <a:lnTo>
                    <a:pt x="29763" y="442392"/>
                  </a:lnTo>
                  <a:lnTo>
                    <a:pt x="38316" y="422167"/>
                  </a:lnTo>
                  <a:lnTo>
                    <a:pt x="94920" y="416979"/>
                  </a:lnTo>
                  <a:lnTo>
                    <a:pt x="113862" y="436118"/>
                  </a:lnTo>
                  <a:lnTo>
                    <a:pt x="131178" y="436118"/>
                  </a:lnTo>
                  <a:lnTo>
                    <a:pt x="150552" y="471043"/>
                  </a:lnTo>
                  <a:lnTo>
                    <a:pt x="180753" y="492671"/>
                  </a:lnTo>
                  <a:lnTo>
                    <a:pt x="194609" y="481425"/>
                  </a:lnTo>
                  <a:lnTo>
                    <a:pt x="195148" y="460775"/>
                  </a:lnTo>
                  <a:lnTo>
                    <a:pt x="207054" y="454825"/>
                  </a:lnTo>
                  <a:lnTo>
                    <a:pt x="226860" y="475050"/>
                  </a:lnTo>
                  <a:lnTo>
                    <a:pt x="235738" y="462287"/>
                  </a:lnTo>
                  <a:lnTo>
                    <a:pt x="276866" y="464236"/>
                  </a:lnTo>
                  <a:lnTo>
                    <a:pt x="281305" y="453961"/>
                  </a:lnTo>
                  <a:lnTo>
                    <a:pt x="297758" y="452990"/>
                  </a:lnTo>
                  <a:lnTo>
                    <a:pt x="299269" y="460883"/>
                  </a:lnTo>
                  <a:lnTo>
                    <a:pt x="428504" y="460883"/>
                  </a:lnTo>
                  <a:lnTo>
                    <a:pt x="434892" y="429952"/>
                  </a:lnTo>
                  <a:lnTo>
                    <a:pt x="424498" y="422059"/>
                  </a:lnTo>
                  <a:lnTo>
                    <a:pt x="389757" y="93859"/>
                  </a:lnTo>
                  <a:lnTo>
                    <a:pt x="457079" y="93859"/>
                  </a:lnTo>
                  <a:lnTo>
                    <a:pt x="310636" y="0"/>
                  </a:lnTo>
                  <a:lnTo>
                    <a:pt x="310636" y="53092"/>
                  </a:lnTo>
                  <a:lnTo>
                    <a:pt x="310636" y="529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1AE4A6FB-CBE9-EA6E-801B-6038552F7AF3}"/>
                </a:ext>
              </a:extLst>
            </p:cNvPr>
            <p:cNvSpPr/>
            <p:nvPr/>
          </p:nvSpPr>
          <p:spPr>
            <a:xfrm>
              <a:off x="4675171" y="4115158"/>
              <a:ext cx="535236" cy="493026"/>
            </a:xfrm>
            <a:custGeom>
              <a:avLst/>
              <a:gdLst>
                <a:gd name="csX0" fmla="*/ 585882 w 617270"/>
                <a:gd name="csY0" fmla="*/ 236607 h 568591"/>
                <a:gd name="csX1" fmla="*/ 573214 w 617270"/>
                <a:gd name="csY1" fmla="*/ 229254 h 568591"/>
                <a:gd name="csX2" fmla="*/ 581876 w 617270"/>
                <a:gd name="csY2" fmla="*/ 216713 h 568591"/>
                <a:gd name="csX3" fmla="*/ 577221 w 617270"/>
                <a:gd name="csY3" fmla="*/ 200812 h 568591"/>
                <a:gd name="csX4" fmla="*/ 551351 w 617270"/>
                <a:gd name="csY4" fmla="*/ 194545 h 568591"/>
                <a:gd name="csX5" fmla="*/ 541719 w 617270"/>
                <a:gd name="csY5" fmla="*/ 185458 h 568591"/>
                <a:gd name="csX6" fmla="*/ 527107 w 617270"/>
                <a:gd name="csY6" fmla="*/ 185026 h 568591"/>
                <a:gd name="csX7" fmla="*/ 520509 w 617270"/>
                <a:gd name="csY7" fmla="*/ 173780 h 568591"/>
                <a:gd name="csX8" fmla="*/ 504056 w 617270"/>
                <a:gd name="csY8" fmla="*/ 167938 h 568591"/>
                <a:gd name="csX9" fmla="*/ 500805 w 617270"/>
                <a:gd name="csY9" fmla="*/ 152368 h 568591"/>
                <a:gd name="csX10" fmla="*/ 279895 w 617270"/>
                <a:gd name="csY10" fmla="*/ 0 h 568591"/>
                <a:gd name="csX11" fmla="*/ 212465 w 617270"/>
                <a:gd name="csY11" fmla="*/ 0 h 568591"/>
                <a:gd name="csX12" fmla="*/ 247212 w 617270"/>
                <a:gd name="csY12" fmla="*/ 328307 h 568591"/>
                <a:gd name="csX13" fmla="*/ 257600 w 617270"/>
                <a:gd name="csY13" fmla="*/ 336200 h 568591"/>
                <a:gd name="csX14" fmla="*/ 251104 w 617270"/>
                <a:gd name="csY14" fmla="*/ 367131 h 568591"/>
                <a:gd name="csX15" fmla="*/ 121876 w 617270"/>
                <a:gd name="csY15" fmla="*/ 367131 h 568591"/>
                <a:gd name="csX16" fmla="*/ 120466 w 617270"/>
                <a:gd name="csY16" fmla="*/ 359239 h 568591"/>
                <a:gd name="csX17" fmla="*/ 104013 w 617270"/>
                <a:gd name="csY17" fmla="*/ 360210 h 568591"/>
                <a:gd name="csX18" fmla="*/ 99574 w 617270"/>
                <a:gd name="csY18" fmla="*/ 370592 h 568591"/>
                <a:gd name="csX19" fmla="*/ 58445 w 617270"/>
                <a:gd name="csY19" fmla="*/ 368535 h 568591"/>
                <a:gd name="csX20" fmla="*/ 49466 w 617270"/>
                <a:gd name="csY20" fmla="*/ 381406 h 568591"/>
                <a:gd name="csX21" fmla="*/ 29654 w 617270"/>
                <a:gd name="csY21" fmla="*/ 361181 h 568591"/>
                <a:gd name="csX22" fmla="*/ 17748 w 617270"/>
                <a:gd name="csY22" fmla="*/ 367131 h 568591"/>
                <a:gd name="csX23" fmla="*/ 17316 w 617270"/>
                <a:gd name="csY23" fmla="*/ 387782 h 568591"/>
                <a:gd name="csX24" fmla="*/ 3353 w 617270"/>
                <a:gd name="csY24" fmla="*/ 399028 h 568591"/>
                <a:gd name="csX25" fmla="*/ 0 w 617270"/>
                <a:gd name="csY25" fmla="*/ 407359 h 568591"/>
                <a:gd name="csX26" fmla="*/ 9849 w 617270"/>
                <a:gd name="csY26" fmla="*/ 429958 h 568591"/>
                <a:gd name="csX27" fmla="*/ 3353 w 617270"/>
                <a:gd name="csY27" fmla="*/ 436880 h 568591"/>
                <a:gd name="csX28" fmla="*/ 13316 w 617270"/>
                <a:gd name="csY28" fmla="*/ 450177 h 568591"/>
                <a:gd name="csX29" fmla="*/ 21215 w 617270"/>
                <a:gd name="csY29" fmla="*/ 447154 h 568591"/>
                <a:gd name="csX30" fmla="*/ 31712 w 617270"/>
                <a:gd name="csY30" fmla="*/ 463372 h 568591"/>
                <a:gd name="csX31" fmla="*/ 31712 w 617270"/>
                <a:gd name="csY31" fmla="*/ 483597 h 568591"/>
                <a:gd name="csX32" fmla="*/ 28251 w 617270"/>
                <a:gd name="csY32" fmla="*/ 493325 h 568591"/>
                <a:gd name="csX33" fmla="*/ 38100 w 617270"/>
                <a:gd name="csY33" fmla="*/ 500786 h 568591"/>
                <a:gd name="csX34" fmla="*/ 48057 w 617270"/>
                <a:gd name="csY34" fmla="*/ 493325 h 568591"/>
                <a:gd name="csX35" fmla="*/ 58445 w 617270"/>
                <a:gd name="csY35" fmla="*/ 503707 h 568591"/>
                <a:gd name="csX36" fmla="*/ 71761 w 617270"/>
                <a:gd name="csY36" fmla="*/ 491922 h 568591"/>
                <a:gd name="csX37" fmla="*/ 95034 w 617270"/>
                <a:gd name="csY37" fmla="*/ 498843 h 568591"/>
                <a:gd name="csX38" fmla="*/ 108452 w 617270"/>
                <a:gd name="csY38" fmla="*/ 489433 h 568591"/>
                <a:gd name="csX39" fmla="*/ 106934 w 617270"/>
                <a:gd name="csY39" fmla="*/ 481107 h 568591"/>
                <a:gd name="csX40" fmla="*/ 122307 w 617270"/>
                <a:gd name="csY40" fmla="*/ 486511 h 568591"/>
                <a:gd name="csX41" fmla="*/ 128041 w 617270"/>
                <a:gd name="csY41" fmla="*/ 508679 h 568591"/>
                <a:gd name="csX42" fmla="*/ 141681 w 617270"/>
                <a:gd name="csY42" fmla="*/ 521335 h 568591"/>
                <a:gd name="csX43" fmla="*/ 137027 w 617270"/>
                <a:gd name="csY43" fmla="*/ 538416 h 568591"/>
                <a:gd name="csX44" fmla="*/ 150342 w 617270"/>
                <a:gd name="csY44" fmla="*/ 544151 h 568591"/>
                <a:gd name="csX45" fmla="*/ 163436 w 617270"/>
                <a:gd name="csY45" fmla="*/ 566642 h 568591"/>
                <a:gd name="csX46" fmla="*/ 163652 w 617270"/>
                <a:gd name="csY46" fmla="*/ 566858 h 568591"/>
                <a:gd name="csX47" fmla="*/ 172853 w 617270"/>
                <a:gd name="csY47" fmla="*/ 559721 h 568591"/>
                <a:gd name="csX48" fmla="*/ 192227 w 617270"/>
                <a:gd name="csY48" fmla="*/ 568592 h 568591"/>
                <a:gd name="csX49" fmla="*/ 210953 w 617270"/>
                <a:gd name="csY49" fmla="*/ 550424 h 568591"/>
                <a:gd name="csX50" fmla="*/ 224917 w 617270"/>
                <a:gd name="csY50" fmla="*/ 548906 h 568591"/>
                <a:gd name="csX51" fmla="*/ 224917 w 617270"/>
                <a:gd name="csY51" fmla="*/ 563613 h 568591"/>
                <a:gd name="csX52" fmla="*/ 233788 w 617270"/>
                <a:gd name="csY52" fmla="*/ 568592 h 568591"/>
                <a:gd name="csX53" fmla="*/ 252082 w 617270"/>
                <a:gd name="csY53" fmla="*/ 557238 h 568591"/>
                <a:gd name="csX54" fmla="*/ 253054 w 617270"/>
                <a:gd name="csY54" fmla="*/ 536149 h 568591"/>
                <a:gd name="csX55" fmla="*/ 264528 w 617270"/>
                <a:gd name="csY55" fmla="*/ 525335 h 568591"/>
                <a:gd name="csX56" fmla="*/ 261067 w 617270"/>
                <a:gd name="csY56" fmla="*/ 504679 h 568591"/>
                <a:gd name="csX57" fmla="*/ 281305 w 617270"/>
                <a:gd name="csY57" fmla="*/ 500247 h 568591"/>
                <a:gd name="csX58" fmla="*/ 292240 w 617270"/>
                <a:gd name="csY58" fmla="*/ 475697 h 568591"/>
                <a:gd name="csX59" fmla="*/ 301650 w 617270"/>
                <a:gd name="csY59" fmla="*/ 469862 h 568591"/>
                <a:gd name="csX60" fmla="*/ 297218 w 617270"/>
                <a:gd name="csY60" fmla="*/ 456019 h 568591"/>
                <a:gd name="csX61" fmla="*/ 307606 w 617270"/>
                <a:gd name="csY61" fmla="*/ 445745 h 568591"/>
                <a:gd name="csX62" fmla="*/ 326980 w 617270"/>
                <a:gd name="csY62" fmla="*/ 456990 h 568591"/>
                <a:gd name="csX63" fmla="*/ 336397 w 617270"/>
                <a:gd name="csY63" fmla="*/ 438823 h 568591"/>
                <a:gd name="csX64" fmla="*/ 349167 w 617270"/>
                <a:gd name="csY64" fmla="*/ 436880 h 568591"/>
                <a:gd name="csX65" fmla="*/ 352742 w 617270"/>
                <a:gd name="csY65" fmla="*/ 422173 h 568591"/>
                <a:gd name="csX66" fmla="*/ 366052 w 617270"/>
                <a:gd name="csY66" fmla="*/ 413302 h 568591"/>
                <a:gd name="csX67" fmla="*/ 381641 w 617270"/>
                <a:gd name="csY67" fmla="*/ 419144 h 568591"/>
                <a:gd name="csX68" fmla="*/ 386080 w 617270"/>
                <a:gd name="csY68" fmla="*/ 401517 h 568591"/>
                <a:gd name="csX69" fmla="*/ 435432 w 617270"/>
                <a:gd name="csY69" fmla="*/ 382810 h 568591"/>
                <a:gd name="csX70" fmla="*/ 493122 w 617270"/>
                <a:gd name="csY70" fmla="*/ 389731 h 568591"/>
                <a:gd name="csX71" fmla="*/ 509467 w 617270"/>
                <a:gd name="csY71" fmla="*/ 374161 h 568591"/>
                <a:gd name="csX72" fmla="*/ 592703 w 617270"/>
                <a:gd name="csY72" fmla="*/ 371996 h 568591"/>
                <a:gd name="csX73" fmla="*/ 617270 w 617270"/>
                <a:gd name="csY73" fmla="*/ 332200 h 568591"/>
                <a:gd name="csX74" fmla="*/ 617270 w 617270"/>
                <a:gd name="csY74" fmla="*/ 229901 h 568591"/>
                <a:gd name="csX75" fmla="*/ 585882 w 617270"/>
                <a:gd name="csY75" fmla="*/ 236607 h 568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17270" h="568591">
                  <a:moveTo>
                    <a:pt x="585882" y="236607"/>
                  </a:moveTo>
                  <a:lnTo>
                    <a:pt x="573214" y="229254"/>
                  </a:lnTo>
                  <a:lnTo>
                    <a:pt x="581876" y="216713"/>
                  </a:lnTo>
                  <a:lnTo>
                    <a:pt x="577221" y="200812"/>
                  </a:lnTo>
                  <a:lnTo>
                    <a:pt x="551351" y="194545"/>
                  </a:lnTo>
                  <a:lnTo>
                    <a:pt x="541719" y="185458"/>
                  </a:lnTo>
                  <a:lnTo>
                    <a:pt x="527107" y="185026"/>
                  </a:lnTo>
                  <a:lnTo>
                    <a:pt x="520509" y="173780"/>
                  </a:lnTo>
                  <a:lnTo>
                    <a:pt x="504056" y="167938"/>
                  </a:lnTo>
                  <a:lnTo>
                    <a:pt x="500805" y="152368"/>
                  </a:lnTo>
                  <a:lnTo>
                    <a:pt x="279895" y="0"/>
                  </a:lnTo>
                  <a:lnTo>
                    <a:pt x="212465" y="0"/>
                  </a:lnTo>
                  <a:lnTo>
                    <a:pt x="247212" y="328307"/>
                  </a:lnTo>
                  <a:lnTo>
                    <a:pt x="257600" y="336200"/>
                  </a:lnTo>
                  <a:lnTo>
                    <a:pt x="251104" y="367131"/>
                  </a:lnTo>
                  <a:lnTo>
                    <a:pt x="121876" y="367131"/>
                  </a:lnTo>
                  <a:lnTo>
                    <a:pt x="120466" y="359239"/>
                  </a:lnTo>
                  <a:lnTo>
                    <a:pt x="104013" y="360210"/>
                  </a:lnTo>
                  <a:lnTo>
                    <a:pt x="99574" y="370592"/>
                  </a:lnTo>
                  <a:lnTo>
                    <a:pt x="58445" y="368535"/>
                  </a:lnTo>
                  <a:lnTo>
                    <a:pt x="49466" y="381406"/>
                  </a:lnTo>
                  <a:lnTo>
                    <a:pt x="29654" y="361181"/>
                  </a:lnTo>
                  <a:lnTo>
                    <a:pt x="17748" y="367131"/>
                  </a:lnTo>
                  <a:lnTo>
                    <a:pt x="17316" y="387782"/>
                  </a:lnTo>
                  <a:lnTo>
                    <a:pt x="3353" y="399028"/>
                  </a:lnTo>
                  <a:lnTo>
                    <a:pt x="0" y="407359"/>
                  </a:lnTo>
                  <a:lnTo>
                    <a:pt x="9849" y="429958"/>
                  </a:lnTo>
                  <a:lnTo>
                    <a:pt x="3353" y="436880"/>
                  </a:lnTo>
                  <a:lnTo>
                    <a:pt x="13316" y="450177"/>
                  </a:lnTo>
                  <a:lnTo>
                    <a:pt x="21215" y="447154"/>
                  </a:lnTo>
                  <a:lnTo>
                    <a:pt x="31712" y="463372"/>
                  </a:lnTo>
                  <a:lnTo>
                    <a:pt x="31712" y="483597"/>
                  </a:lnTo>
                  <a:lnTo>
                    <a:pt x="28251" y="493325"/>
                  </a:lnTo>
                  <a:lnTo>
                    <a:pt x="38100" y="500786"/>
                  </a:lnTo>
                  <a:lnTo>
                    <a:pt x="48057" y="493325"/>
                  </a:lnTo>
                  <a:lnTo>
                    <a:pt x="58445" y="503707"/>
                  </a:lnTo>
                  <a:lnTo>
                    <a:pt x="71761" y="491922"/>
                  </a:lnTo>
                  <a:lnTo>
                    <a:pt x="95034" y="498843"/>
                  </a:lnTo>
                  <a:lnTo>
                    <a:pt x="108452" y="489433"/>
                  </a:lnTo>
                  <a:lnTo>
                    <a:pt x="106934" y="481107"/>
                  </a:lnTo>
                  <a:lnTo>
                    <a:pt x="122307" y="486511"/>
                  </a:lnTo>
                  <a:lnTo>
                    <a:pt x="128041" y="508679"/>
                  </a:lnTo>
                  <a:lnTo>
                    <a:pt x="141681" y="521335"/>
                  </a:lnTo>
                  <a:lnTo>
                    <a:pt x="137027" y="538416"/>
                  </a:lnTo>
                  <a:lnTo>
                    <a:pt x="150342" y="544151"/>
                  </a:lnTo>
                  <a:lnTo>
                    <a:pt x="163436" y="566642"/>
                  </a:lnTo>
                  <a:lnTo>
                    <a:pt x="163652" y="566858"/>
                  </a:lnTo>
                  <a:lnTo>
                    <a:pt x="172853" y="559721"/>
                  </a:lnTo>
                  <a:lnTo>
                    <a:pt x="192227" y="568592"/>
                  </a:lnTo>
                  <a:lnTo>
                    <a:pt x="210953" y="550424"/>
                  </a:lnTo>
                  <a:lnTo>
                    <a:pt x="224917" y="548906"/>
                  </a:lnTo>
                  <a:lnTo>
                    <a:pt x="224917" y="563613"/>
                  </a:lnTo>
                  <a:lnTo>
                    <a:pt x="233788" y="568592"/>
                  </a:lnTo>
                  <a:lnTo>
                    <a:pt x="252082" y="557238"/>
                  </a:lnTo>
                  <a:lnTo>
                    <a:pt x="253054" y="536149"/>
                  </a:lnTo>
                  <a:lnTo>
                    <a:pt x="264528" y="525335"/>
                  </a:lnTo>
                  <a:lnTo>
                    <a:pt x="261067" y="504679"/>
                  </a:lnTo>
                  <a:lnTo>
                    <a:pt x="281305" y="500247"/>
                  </a:lnTo>
                  <a:lnTo>
                    <a:pt x="292240" y="475697"/>
                  </a:lnTo>
                  <a:lnTo>
                    <a:pt x="301650" y="469862"/>
                  </a:lnTo>
                  <a:lnTo>
                    <a:pt x="297218" y="456019"/>
                  </a:lnTo>
                  <a:lnTo>
                    <a:pt x="307606" y="445745"/>
                  </a:lnTo>
                  <a:lnTo>
                    <a:pt x="326980" y="456990"/>
                  </a:lnTo>
                  <a:lnTo>
                    <a:pt x="336397" y="438823"/>
                  </a:lnTo>
                  <a:lnTo>
                    <a:pt x="349167" y="436880"/>
                  </a:lnTo>
                  <a:lnTo>
                    <a:pt x="352742" y="422173"/>
                  </a:lnTo>
                  <a:lnTo>
                    <a:pt x="366052" y="413302"/>
                  </a:lnTo>
                  <a:lnTo>
                    <a:pt x="381641" y="419144"/>
                  </a:lnTo>
                  <a:lnTo>
                    <a:pt x="386080" y="401517"/>
                  </a:lnTo>
                  <a:lnTo>
                    <a:pt x="435432" y="382810"/>
                  </a:lnTo>
                  <a:lnTo>
                    <a:pt x="493122" y="389731"/>
                  </a:lnTo>
                  <a:lnTo>
                    <a:pt x="509467" y="374161"/>
                  </a:lnTo>
                  <a:lnTo>
                    <a:pt x="592703" y="371996"/>
                  </a:lnTo>
                  <a:lnTo>
                    <a:pt x="617270" y="332200"/>
                  </a:lnTo>
                  <a:lnTo>
                    <a:pt x="617270" y="229901"/>
                  </a:lnTo>
                  <a:lnTo>
                    <a:pt x="585882" y="2366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777F0066-CC21-CA9C-A4C5-201A2CE3ECF2}"/>
                </a:ext>
              </a:extLst>
            </p:cNvPr>
            <p:cNvSpPr/>
            <p:nvPr/>
          </p:nvSpPr>
          <p:spPr>
            <a:xfrm>
              <a:off x="6135481" y="5225632"/>
              <a:ext cx="103515" cy="258703"/>
            </a:xfrm>
            <a:custGeom>
              <a:avLst/>
              <a:gdLst>
                <a:gd name="csX0" fmla="*/ 81090 w 119380"/>
                <a:gd name="csY0" fmla="*/ 144907 h 298354"/>
                <a:gd name="csX1" fmla="*/ 79121 w 119380"/>
                <a:gd name="csY1" fmla="*/ 141878 h 298354"/>
                <a:gd name="csX2" fmla="*/ 80455 w 119380"/>
                <a:gd name="csY2" fmla="*/ 143929 h 298354"/>
                <a:gd name="csX3" fmla="*/ 81280 w 119380"/>
                <a:gd name="csY3" fmla="*/ 159722 h 298354"/>
                <a:gd name="csX4" fmla="*/ 85407 w 119380"/>
                <a:gd name="csY4" fmla="*/ 166967 h 298354"/>
                <a:gd name="csX5" fmla="*/ 97092 w 119380"/>
                <a:gd name="csY5" fmla="*/ 187293 h 298354"/>
                <a:gd name="csX6" fmla="*/ 91249 w 119380"/>
                <a:gd name="csY6" fmla="*/ 200381 h 298354"/>
                <a:gd name="csX7" fmla="*/ 91059 w 119380"/>
                <a:gd name="csY7" fmla="*/ 198863 h 298354"/>
                <a:gd name="csX8" fmla="*/ 90615 w 119380"/>
                <a:gd name="csY8" fmla="*/ 188379 h 298354"/>
                <a:gd name="csX9" fmla="*/ 82486 w 119380"/>
                <a:gd name="csY9" fmla="*/ 178213 h 298354"/>
                <a:gd name="csX10" fmla="*/ 78930 w 119380"/>
                <a:gd name="csY10" fmla="*/ 185350 h 298354"/>
                <a:gd name="csX11" fmla="*/ 69405 w 119380"/>
                <a:gd name="csY11" fmla="*/ 177781 h 298354"/>
                <a:gd name="csX12" fmla="*/ 69279 w 119380"/>
                <a:gd name="csY12" fmla="*/ 173019 h 298354"/>
                <a:gd name="csX13" fmla="*/ 68770 w 119380"/>
                <a:gd name="csY13" fmla="*/ 160909 h 298354"/>
                <a:gd name="csX14" fmla="*/ 62929 w 119380"/>
                <a:gd name="csY14" fmla="*/ 156261 h 298354"/>
                <a:gd name="csX15" fmla="*/ 59880 w 119380"/>
                <a:gd name="csY15" fmla="*/ 147606 h 298354"/>
                <a:gd name="csX16" fmla="*/ 60516 w 119380"/>
                <a:gd name="csY16" fmla="*/ 136576 h 298354"/>
                <a:gd name="csX17" fmla="*/ 53149 w 119380"/>
                <a:gd name="csY17" fmla="*/ 113436 h 298354"/>
                <a:gd name="csX18" fmla="*/ 50482 w 119380"/>
                <a:gd name="csY18" fmla="*/ 109652 h 298354"/>
                <a:gd name="csX19" fmla="*/ 58801 w 119380"/>
                <a:gd name="csY19" fmla="*/ 89211 h 298354"/>
                <a:gd name="csX20" fmla="*/ 56642 w 119380"/>
                <a:gd name="csY20" fmla="*/ 66288 h 298354"/>
                <a:gd name="csX21" fmla="*/ 57468 w 119380"/>
                <a:gd name="csY21" fmla="*/ 40551 h 298354"/>
                <a:gd name="csX22" fmla="*/ 47561 w 119380"/>
                <a:gd name="csY22" fmla="*/ 22492 h 298354"/>
                <a:gd name="csX23" fmla="*/ 46482 w 119380"/>
                <a:gd name="csY23" fmla="*/ 11570 h 298354"/>
                <a:gd name="csX24" fmla="*/ 9017 w 119380"/>
                <a:gd name="csY24" fmla="*/ 0 h 298354"/>
                <a:gd name="csX25" fmla="*/ 12255 w 119380"/>
                <a:gd name="csY25" fmla="*/ 14491 h 298354"/>
                <a:gd name="csX26" fmla="*/ 25781 w 119380"/>
                <a:gd name="csY26" fmla="*/ 21736 h 298354"/>
                <a:gd name="csX27" fmla="*/ 37909 w 119380"/>
                <a:gd name="csY27" fmla="*/ 47257 h 298354"/>
                <a:gd name="csX28" fmla="*/ 21145 w 119380"/>
                <a:gd name="csY28" fmla="*/ 58287 h 298354"/>
                <a:gd name="csX29" fmla="*/ 20574 w 119380"/>
                <a:gd name="csY29" fmla="*/ 102838 h 298354"/>
                <a:gd name="csX30" fmla="*/ 33465 w 119380"/>
                <a:gd name="csY30" fmla="*/ 111277 h 298354"/>
                <a:gd name="csX31" fmla="*/ 9144 w 119380"/>
                <a:gd name="csY31" fmla="*/ 130632 h 298354"/>
                <a:gd name="csX32" fmla="*/ 9652 w 119380"/>
                <a:gd name="csY32" fmla="*/ 150311 h 298354"/>
                <a:gd name="csX33" fmla="*/ 0 w 119380"/>
                <a:gd name="csY33" fmla="*/ 158420 h 298354"/>
                <a:gd name="csX34" fmla="*/ 7176 w 119380"/>
                <a:gd name="csY34" fmla="*/ 171183 h 298354"/>
                <a:gd name="csX35" fmla="*/ 14605 w 119380"/>
                <a:gd name="csY35" fmla="*/ 169774 h 298354"/>
                <a:gd name="csX36" fmla="*/ 23813 w 119380"/>
                <a:gd name="csY36" fmla="*/ 182861 h 298354"/>
                <a:gd name="csX37" fmla="*/ 35751 w 119380"/>
                <a:gd name="csY37" fmla="*/ 198647 h 298354"/>
                <a:gd name="csX38" fmla="*/ 65088 w 119380"/>
                <a:gd name="csY38" fmla="*/ 192056 h 298354"/>
                <a:gd name="csX39" fmla="*/ 70294 w 119380"/>
                <a:gd name="csY39" fmla="*/ 224060 h 298354"/>
                <a:gd name="csX40" fmla="*/ 57277 w 119380"/>
                <a:gd name="csY40" fmla="*/ 245796 h 298354"/>
                <a:gd name="csX41" fmla="*/ 81090 w 119380"/>
                <a:gd name="csY41" fmla="*/ 274777 h 298354"/>
                <a:gd name="csX42" fmla="*/ 78486 w 119380"/>
                <a:gd name="csY42" fmla="*/ 285052 h 298354"/>
                <a:gd name="csX43" fmla="*/ 98933 w 119380"/>
                <a:gd name="csY43" fmla="*/ 298355 h 298354"/>
                <a:gd name="csX44" fmla="*/ 98933 w 119380"/>
                <a:gd name="csY44" fmla="*/ 259963 h 298354"/>
                <a:gd name="csX45" fmla="*/ 119380 w 119380"/>
                <a:gd name="csY45" fmla="*/ 252933 h 298354"/>
                <a:gd name="csX46" fmla="*/ 119380 w 119380"/>
                <a:gd name="csY46" fmla="*/ 186646 h 298354"/>
                <a:gd name="csX47" fmla="*/ 81724 w 119380"/>
                <a:gd name="csY47" fmla="*/ 145015 h 298354"/>
                <a:gd name="csX48" fmla="*/ 81090 w 119380"/>
                <a:gd name="csY48" fmla="*/ 144907 h 298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19380" h="298354">
                  <a:moveTo>
                    <a:pt x="81090" y="144907"/>
                  </a:moveTo>
                  <a:lnTo>
                    <a:pt x="79121" y="141878"/>
                  </a:lnTo>
                  <a:cubicBezTo>
                    <a:pt x="79439" y="142742"/>
                    <a:pt x="79883" y="143497"/>
                    <a:pt x="80455" y="143929"/>
                  </a:cubicBezTo>
                  <a:cubicBezTo>
                    <a:pt x="82359" y="145663"/>
                    <a:pt x="81661" y="155505"/>
                    <a:pt x="81280" y="159722"/>
                  </a:cubicBezTo>
                  <a:cubicBezTo>
                    <a:pt x="80963" y="164046"/>
                    <a:pt x="84963" y="166427"/>
                    <a:pt x="85407" y="166967"/>
                  </a:cubicBezTo>
                  <a:cubicBezTo>
                    <a:pt x="88964" y="170104"/>
                    <a:pt x="90424" y="174104"/>
                    <a:pt x="97092" y="187293"/>
                  </a:cubicBezTo>
                  <a:cubicBezTo>
                    <a:pt x="104140" y="201136"/>
                    <a:pt x="92011" y="205568"/>
                    <a:pt x="91249" y="200381"/>
                  </a:cubicBezTo>
                  <a:lnTo>
                    <a:pt x="91059" y="198863"/>
                  </a:lnTo>
                  <a:cubicBezTo>
                    <a:pt x="90297" y="193783"/>
                    <a:pt x="93663" y="191948"/>
                    <a:pt x="90615" y="188379"/>
                  </a:cubicBezTo>
                  <a:lnTo>
                    <a:pt x="82486" y="178213"/>
                  </a:lnTo>
                  <a:cubicBezTo>
                    <a:pt x="79375" y="174320"/>
                    <a:pt x="79566" y="182969"/>
                    <a:pt x="78930" y="185350"/>
                  </a:cubicBezTo>
                  <a:cubicBezTo>
                    <a:pt x="78295" y="189890"/>
                    <a:pt x="74676" y="184156"/>
                    <a:pt x="69405" y="177781"/>
                  </a:cubicBezTo>
                  <a:cubicBezTo>
                    <a:pt x="68199" y="176371"/>
                    <a:pt x="68199" y="174212"/>
                    <a:pt x="69279" y="173019"/>
                  </a:cubicBezTo>
                  <a:cubicBezTo>
                    <a:pt x="72009" y="170104"/>
                    <a:pt x="72834" y="162966"/>
                    <a:pt x="68770" y="160909"/>
                  </a:cubicBezTo>
                  <a:cubicBezTo>
                    <a:pt x="69405" y="161341"/>
                    <a:pt x="65088" y="159290"/>
                    <a:pt x="62929" y="156261"/>
                  </a:cubicBezTo>
                  <a:cubicBezTo>
                    <a:pt x="63246" y="156801"/>
                    <a:pt x="58928" y="151936"/>
                    <a:pt x="59880" y="147606"/>
                  </a:cubicBezTo>
                  <a:cubicBezTo>
                    <a:pt x="59754" y="148152"/>
                    <a:pt x="61849" y="141231"/>
                    <a:pt x="60516" y="136576"/>
                  </a:cubicBezTo>
                  <a:cubicBezTo>
                    <a:pt x="60769" y="137230"/>
                    <a:pt x="56324" y="117977"/>
                    <a:pt x="53149" y="113436"/>
                  </a:cubicBezTo>
                  <a:lnTo>
                    <a:pt x="50482" y="109652"/>
                  </a:lnTo>
                  <a:cubicBezTo>
                    <a:pt x="47943" y="106083"/>
                    <a:pt x="50229" y="104032"/>
                    <a:pt x="58801" y="89211"/>
                  </a:cubicBezTo>
                  <a:cubicBezTo>
                    <a:pt x="62040" y="83483"/>
                    <a:pt x="56324" y="76130"/>
                    <a:pt x="56642" y="66288"/>
                  </a:cubicBezTo>
                  <a:lnTo>
                    <a:pt x="57468" y="40551"/>
                  </a:lnTo>
                  <a:cubicBezTo>
                    <a:pt x="57468" y="36659"/>
                    <a:pt x="56388" y="35363"/>
                    <a:pt x="47561" y="22492"/>
                  </a:cubicBezTo>
                  <a:cubicBezTo>
                    <a:pt x="45783" y="20009"/>
                    <a:pt x="45783" y="17088"/>
                    <a:pt x="46482" y="11570"/>
                  </a:cubicBezTo>
                  <a:lnTo>
                    <a:pt x="9017" y="0"/>
                  </a:lnTo>
                  <a:lnTo>
                    <a:pt x="12255" y="14491"/>
                  </a:lnTo>
                  <a:lnTo>
                    <a:pt x="25781" y="21736"/>
                  </a:lnTo>
                  <a:lnTo>
                    <a:pt x="37909" y="47257"/>
                  </a:lnTo>
                  <a:lnTo>
                    <a:pt x="21145" y="58287"/>
                  </a:lnTo>
                  <a:lnTo>
                    <a:pt x="20574" y="102838"/>
                  </a:lnTo>
                  <a:lnTo>
                    <a:pt x="33465" y="111277"/>
                  </a:lnTo>
                  <a:lnTo>
                    <a:pt x="9144" y="130632"/>
                  </a:lnTo>
                  <a:lnTo>
                    <a:pt x="9652" y="150311"/>
                  </a:lnTo>
                  <a:lnTo>
                    <a:pt x="0" y="158420"/>
                  </a:lnTo>
                  <a:lnTo>
                    <a:pt x="7176" y="171183"/>
                  </a:lnTo>
                  <a:lnTo>
                    <a:pt x="14605" y="169774"/>
                  </a:lnTo>
                  <a:lnTo>
                    <a:pt x="23813" y="182861"/>
                  </a:lnTo>
                  <a:lnTo>
                    <a:pt x="35751" y="198647"/>
                  </a:lnTo>
                  <a:lnTo>
                    <a:pt x="65088" y="192056"/>
                  </a:lnTo>
                  <a:lnTo>
                    <a:pt x="70294" y="224060"/>
                  </a:lnTo>
                  <a:lnTo>
                    <a:pt x="57277" y="245796"/>
                  </a:lnTo>
                  <a:lnTo>
                    <a:pt x="81090" y="274777"/>
                  </a:lnTo>
                  <a:lnTo>
                    <a:pt x="78486" y="285052"/>
                  </a:lnTo>
                  <a:lnTo>
                    <a:pt x="98933" y="298355"/>
                  </a:lnTo>
                  <a:lnTo>
                    <a:pt x="98933" y="259963"/>
                  </a:lnTo>
                  <a:lnTo>
                    <a:pt x="119380" y="252933"/>
                  </a:lnTo>
                  <a:lnTo>
                    <a:pt x="119380" y="186646"/>
                  </a:lnTo>
                  <a:lnTo>
                    <a:pt x="81724" y="145015"/>
                  </a:lnTo>
                  <a:lnTo>
                    <a:pt x="81090" y="1449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0AE170C9-8AC0-AA22-ACC7-ABABCCD22882}"/>
                </a:ext>
              </a:extLst>
            </p:cNvPr>
            <p:cNvSpPr/>
            <p:nvPr/>
          </p:nvSpPr>
          <p:spPr>
            <a:xfrm>
              <a:off x="6638007" y="5350146"/>
              <a:ext cx="7180" cy="7890"/>
            </a:xfrm>
            <a:custGeom>
              <a:avLst/>
              <a:gdLst>
                <a:gd name="csX0" fmla="*/ 5161 w 8281"/>
                <a:gd name="csY0" fmla="*/ 9094 h 9099"/>
                <a:gd name="csX1" fmla="*/ 7638 w 8281"/>
                <a:gd name="csY1" fmla="*/ 2389 h 9099"/>
                <a:gd name="csX2" fmla="*/ 81 w 8281"/>
                <a:gd name="csY2" fmla="*/ 4116 h 9099"/>
                <a:gd name="csX3" fmla="*/ 5161 w 8281"/>
                <a:gd name="csY3" fmla="*/ 9094 h 9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81" h="9099">
                  <a:moveTo>
                    <a:pt x="5161" y="9094"/>
                  </a:moveTo>
                  <a:cubicBezTo>
                    <a:pt x="10241" y="9310"/>
                    <a:pt x="7574" y="3036"/>
                    <a:pt x="7638" y="2389"/>
                  </a:cubicBezTo>
                  <a:cubicBezTo>
                    <a:pt x="6495" y="-2913"/>
                    <a:pt x="-491" y="1957"/>
                    <a:pt x="81" y="4116"/>
                  </a:cubicBezTo>
                  <a:cubicBezTo>
                    <a:pt x="-363" y="3360"/>
                    <a:pt x="971" y="8879"/>
                    <a:pt x="5161" y="9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B5820410-E619-61EB-FE26-51C67F53A39F}"/>
                </a:ext>
              </a:extLst>
            </p:cNvPr>
            <p:cNvSpPr/>
            <p:nvPr/>
          </p:nvSpPr>
          <p:spPr>
            <a:xfrm>
              <a:off x="6478901" y="5310027"/>
              <a:ext cx="234310" cy="455098"/>
            </a:xfrm>
            <a:custGeom>
              <a:avLst/>
              <a:gdLst>
                <a:gd name="csX0" fmla="*/ 259137 w 270222"/>
                <a:gd name="csY0" fmla="*/ 88344 h 524850"/>
                <a:gd name="csX1" fmla="*/ 258058 w 270222"/>
                <a:gd name="csY1" fmla="*/ 72659 h 524850"/>
                <a:gd name="csX2" fmla="*/ 251963 w 270222"/>
                <a:gd name="csY2" fmla="*/ 52225 h 524850"/>
                <a:gd name="csX3" fmla="*/ 250819 w 270222"/>
                <a:gd name="csY3" fmla="*/ 44871 h 524850"/>
                <a:gd name="csX4" fmla="*/ 246692 w 270222"/>
                <a:gd name="csY4" fmla="*/ 34705 h 524850"/>
                <a:gd name="csX5" fmla="*/ 239325 w 270222"/>
                <a:gd name="csY5" fmla="*/ 28216 h 524850"/>
                <a:gd name="csX6" fmla="*/ 236532 w 270222"/>
                <a:gd name="csY6" fmla="*/ 22596 h 524850"/>
                <a:gd name="csX7" fmla="*/ 232595 w 270222"/>
                <a:gd name="csY7" fmla="*/ 13833 h 524850"/>
                <a:gd name="csX8" fmla="*/ 227705 w 270222"/>
                <a:gd name="csY8" fmla="*/ 8753 h 524850"/>
                <a:gd name="csX9" fmla="*/ 227514 w 270222"/>
                <a:gd name="csY9" fmla="*/ 2047 h 524850"/>
                <a:gd name="csX10" fmla="*/ 227197 w 270222"/>
                <a:gd name="csY10" fmla="*/ 1399 h 524850"/>
                <a:gd name="csX11" fmla="*/ 219640 w 270222"/>
                <a:gd name="csY11" fmla="*/ 7235 h 524850"/>
                <a:gd name="csX12" fmla="*/ 217799 w 270222"/>
                <a:gd name="csY12" fmla="*/ 12537 h 524850"/>
                <a:gd name="csX13" fmla="*/ 214307 w 270222"/>
                <a:gd name="csY13" fmla="*/ 17186 h 524850"/>
                <a:gd name="csX14" fmla="*/ 209671 w 270222"/>
                <a:gd name="csY14" fmla="*/ 17725 h 524850"/>
                <a:gd name="csX15" fmla="*/ 212719 w 270222"/>
                <a:gd name="csY15" fmla="*/ 38058 h 524850"/>
                <a:gd name="csX16" fmla="*/ 210497 w 270222"/>
                <a:gd name="csY16" fmla="*/ 41735 h 524850"/>
                <a:gd name="csX17" fmla="*/ 207702 w 270222"/>
                <a:gd name="csY17" fmla="*/ 52117 h 524850"/>
                <a:gd name="csX18" fmla="*/ 203385 w 270222"/>
                <a:gd name="csY18" fmla="*/ 56117 h 524850"/>
                <a:gd name="csX19" fmla="*/ 196336 w 270222"/>
                <a:gd name="csY19" fmla="*/ 55146 h 524850"/>
                <a:gd name="csX20" fmla="*/ 193225 w 270222"/>
                <a:gd name="csY20" fmla="*/ 60442 h 524850"/>
                <a:gd name="csX21" fmla="*/ 190621 w 270222"/>
                <a:gd name="csY21" fmla="*/ 66931 h 524850"/>
                <a:gd name="csX22" fmla="*/ 184208 w 270222"/>
                <a:gd name="csY22" fmla="*/ 68119 h 524850"/>
                <a:gd name="csX23" fmla="*/ 177413 w 270222"/>
                <a:gd name="csY23" fmla="*/ 60765 h 524850"/>
                <a:gd name="csX24" fmla="*/ 177159 w 270222"/>
                <a:gd name="csY24" fmla="*/ 60765 h 524850"/>
                <a:gd name="csX25" fmla="*/ 174048 w 270222"/>
                <a:gd name="csY25" fmla="*/ 64982 h 524850"/>
                <a:gd name="csX26" fmla="*/ 176334 w 270222"/>
                <a:gd name="csY26" fmla="*/ 76552 h 524850"/>
                <a:gd name="csX27" fmla="*/ 177603 w 270222"/>
                <a:gd name="csY27" fmla="*/ 81962 h 524850"/>
                <a:gd name="csX28" fmla="*/ 172650 w 270222"/>
                <a:gd name="csY28" fmla="*/ 87912 h 524850"/>
                <a:gd name="csX29" fmla="*/ 167126 w 270222"/>
                <a:gd name="csY29" fmla="*/ 96561 h 524850"/>
                <a:gd name="csX30" fmla="*/ 167253 w 270222"/>
                <a:gd name="csY30" fmla="*/ 105317 h 524850"/>
                <a:gd name="csX31" fmla="*/ 157284 w 270222"/>
                <a:gd name="csY31" fmla="*/ 118620 h 524850"/>
                <a:gd name="csX32" fmla="*/ 157284 w 270222"/>
                <a:gd name="csY32" fmla="*/ 112994 h 524850"/>
                <a:gd name="csX33" fmla="*/ 157474 w 270222"/>
                <a:gd name="csY33" fmla="*/ 112670 h 524850"/>
                <a:gd name="csX34" fmla="*/ 158490 w 270222"/>
                <a:gd name="csY34" fmla="*/ 106511 h 524850"/>
                <a:gd name="csX35" fmla="*/ 155760 w 270222"/>
                <a:gd name="csY35" fmla="*/ 106073 h 524850"/>
                <a:gd name="csX36" fmla="*/ 144393 w 270222"/>
                <a:gd name="csY36" fmla="*/ 124024 h 524850"/>
                <a:gd name="csX37" fmla="*/ 144393 w 270222"/>
                <a:gd name="csY37" fmla="*/ 133111 h 524850"/>
                <a:gd name="csX38" fmla="*/ 135630 w 270222"/>
                <a:gd name="csY38" fmla="*/ 127377 h 524850"/>
                <a:gd name="csX39" fmla="*/ 118295 w 270222"/>
                <a:gd name="csY39" fmla="*/ 143602 h 524850"/>
                <a:gd name="csX40" fmla="*/ 119311 w 270222"/>
                <a:gd name="csY40" fmla="*/ 147494 h 524850"/>
                <a:gd name="csX41" fmla="*/ 117660 w 270222"/>
                <a:gd name="csY41" fmla="*/ 154631 h 524850"/>
                <a:gd name="csX42" fmla="*/ 114865 w 270222"/>
                <a:gd name="csY42" fmla="*/ 154200 h 524850"/>
                <a:gd name="csX43" fmla="*/ 112707 w 270222"/>
                <a:gd name="csY43" fmla="*/ 147278 h 524850"/>
                <a:gd name="csX44" fmla="*/ 104642 w 270222"/>
                <a:gd name="csY44" fmla="*/ 147494 h 524850"/>
                <a:gd name="csX45" fmla="*/ 95053 w 270222"/>
                <a:gd name="csY45" fmla="*/ 146630 h 524850"/>
                <a:gd name="csX46" fmla="*/ 93402 w 270222"/>
                <a:gd name="csY46" fmla="*/ 146630 h 524850"/>
                <a:gd name="csX47" fmla="*/ 89085 w 270222"/>
                <a:gd name="csY47" fmla="*/ 149977 h 524850"/>
                <a:gd name="csX48" fmla="*/ 83877 w 270222"/>
                <a:gd name="csY48" fmla="*/ 153654 h 524850"/>
                <a:gd name="csX49" fmla="*/ 78289 w 270222"/>
                <a:gd name="csY49" fmla="*/ 157876 h 524850"/>
                <a:gd name="csX50" fmla="*/ 75369 w 270222"/>
                <a:gd name="csY50" fmla="*/ 155387 h 524850"/>
                <a:gd name="csX51" fmla="*/ 57779 w 270222"/>
                <a:gd name="csY51" fmla="*/ 162848 h 524850"/>
                <a:gd name="csX52" fmla="*/ 44190 w 270222"/>
                <a:gd name="csY52" fmla="*/ 171173 h 524850"/>
                <a:gd name="csX53" fmla="*/ 44190 w 270222"/>
                <a:gd name="csY53" fmla="*/ 181447 h 524850"/>
                <a:gd name="csX54" fmla="*/ 25965 w 270222"/>
                <a:gd name="csY54" fmla="*/ 213782 h 524850"/>
                <a:gd name="csX55" fmla="*/ 25965 w 270222"/>
                <a:gd name="csY55" fmla="*/ 214213 h 524850"/>
                <a:gd name="csX56" fmla="*/ 28378 w 270222"/>
                <a:gd name="csY56" fmla="*/ 221351 h 524850"/>
                <a:gd name="csX57" fmla="*/ 30728 w 270222"/>
                <a:gd name="csY57" fmla="*/ 249253 h 524850"/>
                <a:gd name="csX58" fmla="*/ 37014 w 270222"/>
                <a:gd name="csY58" fmla="*/ 260283 h 524850"/>
                <a:gd name="csX59" fmla="*/ 37332 w 270222"/>
                <a:gd name="csY59" fmla="*/ 270227 h 524850"/>
                <a:gd name="csX60" fmla="*/ 45588 w 270222"/>
                <a:gd name="csY60" fmla="*/ 291531 h 524850"/>
                <a:gd name="csX61" fmla="*/ 43936 w 270222"/>
                <a:gd name="csY61" fmla="*/ 297913 h 524850"/>
                <a:gd name="csX62" fmla="*/ 44952 w 270222"/>
                <a:gd name="csY62" fmla="*/ 309158 h 524850"/>
                <a:gd name="csX63" fmla="*/ 32125 w 270222"/>
                <a:gd name="csY63" fmla="*/ 331758 h 524850"/>
                <a:gd name="csX64" fmla="*/ 29140 w 270222"/>
                <a:gd name="csY64" fmla="*/ 338896 h 524850"/>
                <a:gd name="csX65" fmla="*/ 22854 w 270222"/>
                <a:gd name="csY65" fmla="*/ 346141 h 524850"/>
                <a:gd name="csX66" fmla="*/ 15933 w 270222"/>
                <a:gd name="csY66" fmla="*/ 359660 h 524850"/>
                <a:gd name="csX67" fmla="*/ 8249 w 270222"/>
                <a:gd name="csY67" fmla="*/ 364308 h 524850"/>
                <a:gd name="csX68" fmla="*/ 6281 w 270222"/>
                <a:gd name="csY68" fmla="*/ 375015 h 524850"/>
                <a:gd name="csX69" fmla="*/ 121 w 270222"/>
                <a:gd name="csY69" fmla="*/ 391886 h 524850"/>
                <a:gd name="csX70" fmla="*/ 6598 w 270222"/>
                <a:gd name="csY70" fmla="*/ 419782 h 524850"/>
                <a:gd name="csX71" fmla="*/ 13774 w 270222"/>
                <a:gd name="csY71" fmla="*/ 430920 h 524850"/>
                <a:gd name="csX72" fmla="*/ 16568 w 270222"/>
                <a:gd name="csY72" fmla="*/ 439359 h 524850"/>
                <a:gd name="csX73" fmla="*/ 17647 w 270222"/>
                <a:gd name="csY73" fmla="*/ 447576 h 524850"/>
                <a:gd name="csX74" fmla="*/ 14853 w 270222"/>
                <a:gd name="csY74" fmla="*/ 448440 h 524850"/>
                <a:gd name="csX75" fmla="*/ 13520 w 270222"/>
                <a:gd name="csY75" fmla="*/ 448655 h 524850"/>
                <a:gd name="csX76" fmla="*/ 20377 w 270222"/>
                <a:gd name="csY76" fmla="*/ 481637 h 524850"/>
                <a:gd name="csX77" fmla="*/ 27045 w 270222"/>
                <a:gd name="csY77" fmla="*/ 490940 h 524850"/>
                <a:gd name="csX78" fmla="*/ 33586 w 270222"/>
                <a:gd name="csY78" fmla="*/ 504453 h 524850"/>
                <a:gd name="csX79" fmla="*/ 48063 w 270222"/>
                <a:gd name="csY79" fmla="*/ 513108 h 524850"/>
                <a:gd name="csX80" fmla="*/ 63875 w 270222"/>
                <a:gd name="csY80" fmla="*/ 518512 h 524850"/>
                <a:gd name="csX81" fmla="*/ 72638 w 270222"/>
                <a:gd name="csY81" fmla="*/ 524570 h 524850"/>
                <a:gd name="csX82" fmla="*/ 89656 w 270222"/>
                <a:gd name="csY82" fmla="*/ 521864 h 524850"/>
                <a:gd name="csX83" fmla="*/ 93530 w 270222"/>
                <a:gd name="csY83" fmla="*/ 518404 h 524850"/>
                <a:gd name="csX84" fmla="*/ 116136 w 270222"/>
                <a:gd name="csY84" fmla="*/ 508130 h 524850"/>
                <a:gd name="csX85" fmla="*/ 130423 w 270222"/>
                <a:gd name="csY85" fmla="*/ 508453 h 524850"/>
                <a:gd name="csX86" fmla="*/ 145663 w 270222"/>
                <a:gd name="csY86" fmla="*/ 495912 h 524850"/>
                <a:gd name="csX87" fmla="*/ 163570 w 270222"/>
                <a:gd name="csY87" fmla="*/ 448548 h 524850"/>
                <a:gd name="csX88" fmla="*/ 175763 w 270222"/>
                <a:gd name="csY88" fmla="*/ 396319 h 524850"/>
                <a:gd name="csX89" fmla="*/ 188145 w 270222"/>
                <a:gd name="csY89" fmla="*/ 371014 h 524850"/>
                <a:gd name="csX90" fmla="*/ 233039 w 270222"/>
                <a:gd name="csY90" fmla="*/ 218322 h 524850"/>
                <a:gd name="csX91" fmla="*/ 231960 w 270222"/>
                <a:gd name="csY91" fmla="*/ 203507 h 524850"/>
                <a:gd name="csX92" fmla="*/ 240850 w 270222"/>
                <a:gd name="csY92" fmla="*/ 188585 h 524850"/>
                <a:gd name="csX93" fmla="*/ 243961 w 270222"/>
                <a:gd name="csY93" fmla="*/ 185340 h 524850"/>
                <a:gd name="csX94" fmla="*/ 245168 w 270222"/>
                <a:gd name="csY94" fmla="*/ 178850 h 524850"/>
                <a:gd name="csX95" fmla="*/ 247136 w 270222"/>
                <a:gd name="csY95" fmla="*/ 166525 h 524850"/>
                <a:gd name="csX96" fmla="*/ 241802 w 270222"/>
                <a:gd name="csY96" fmla="*/ 159171 h 524850"/>
                <a:gd name="csX97" fmla="*/ 241485 w 270222"/>
                <a:gd name="csY97" fmla="*/ 148250 h 524850"/>
                <a:gd name="csX98" fmla="*/ 239961 w 270222"/>
                <a:gd name="csY98" fmla="*/ 135708 h 524850"/>
                <a:gd name="csX99" fmla="*/ 249168 w 270222"/>
                <a:gd name="csY99" fmla="*/ 136140 h 524850"/>
                <a:gd name="csX100" fmla="*/ 257169 w 270222"/>
                <a:gd name="csY100" fmla="*/ 152358 h 524850"/>
                <a:gd name="csX101" fmla="*/ 257613 w 270222"/>
                <a:gd name="csY101" fmla="*/ 152682 h 524850"/>
                <a:gd name="csX102" fmla="*/ 261805 w 270222"/>
                <a:gd name="csY102" fmla="*/ 151603 h 524850"/>
                <a:gd name="csX103" fmla="*/ 269298 w 270222"/>
                <a:gd name="csY103" fmla="*/ 124132 h 524850"/>
                <a:gd name="csX104" fmla="*/ 258820 w 270222"/>
                <a:gd name="csY104" fmla="*/ 88452 h 524850"/>
                <a:gd name="csX105" fmla="*/ 259137 w 270222"/>
                <a:gd name="csY105" fmla="*/ 88344 h 52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70222" h="524850">
                  <a:moveTo>
                    <a:pt x="259137" y="88344"/>
                  </a:moveTo>
                  <a:cubicBezTo>
                    <a:pt x="257169" y="84883"/>
                    <a:pt x="258058" y="72119"/>
                    <a:pt x="258058" y="72659"/>
                  </a:cubicBezTo>
                  <a:cubicBezTo>
                    <a:pt x="258058" y="67363"/>
                    <a:pt x="251772" y="51577"/>
                    <a:pt x="251963" y="52225"/>
                  </a:cubicBezTo>
                  <a:cubicBezTo>
                    <a:pt x="250692" y="48656"/>
                    <a:pt x="250692" y="44332"/>
                    <a:pt x="250819" y="44871"/>
                  </a:cubicBezTo>
                  <a:cubicBezTo>
                    <a:pt x="250692" y="40001"/>
                    <a:pt x="246374" y="34057"/>
                    <a:pt x="246692" y="34705"/>
                  </a:cubicBezTo>
                  <a:cubicBezTo>
                    <a:pt x="244406" y="30705"/>
                    <a:pt x="238690" y="27892"/>
                    <a:pt x="239325" y="28216"/>
                  </a:cubicBezTo>
                  <a:cubicBezTo>
                    <a:pt x="236277" y="26380"/>
                    <a:pt x="236405" y="22056"/>
                    <a:pt x="236532" y="22596"/>
                  </a:cubicBezTo>
                  <a:cubicBezTo>
                    <a:pt x="236595" y="18157"/>
                    <a:pt x="232277" y="13293"/>
                    <a:pt x="232595" y="13833"/>
                  </a:cubicBezTo>
                  <a:cubicBezTo>
                    <a:pt x="229547" y="9724"/>
                    <a:pt x="225990" y="13185"/>
                    <a:pt x="227705" y="8753"/>
                  </a:cubicBezTo>
                  <a:cubicBezTo>
                    <a:pt x="227705" y="8105"/>
                    <a:pt x="229356" y="5184"/>
                    <a:pt x="227514" y="2047"/>
                  </a:cubicBezTo>
                  <a:lnTo>
                    <a:pt x="227197" y="1399"/>
                  </a:lnTo>
                  <a:cubicBezTo>
                    <a:pt x="224784" y="-2601"/>
                    <a:pt x="218561" y="2803"/>
                    <a:pt x="219640" y="7235"/>
                  </a:cubicBezTo>
                  <a:cubicBezTo>
                    <a:pt x="219640" y="7889"/>
                    <a:pt x="220466" y="10696"/>
                    <a:pt x="217799" y="12537"/>
                  </a:cubicBezTo>
                  <a:cubicBezTo>
                    <a:pt x="217227" y="13077"/>
                    <a:pt x="214561" y="14697"/>
                    <a:pt x="214307" y="17186"/>
                  </a:cubicBezTo>
                  <a:cubicBezTo>
                    <a:pt x="213989" y="19999"/>
                    <a:pt x="209100" y="17617"/>
                    <a:pt x="209671" y="17725"/>
                  </a:cubicBezTo>
                  <a:cubicBezTo>
                    <a:pt x="202496" y="14703"/>
                    <a:pt x="216465" y="31568"/>
                    <a:pt x="212719" y="38058"/>
                  </a:cubicBezTo>
                  <a:lnTo>
                    <a:pt x="210497" y="41735"/>
                  </a:lnTo>
                  <a:cubicBezTo>
                    <a:pt x="208147" y="45843"/>
                    <a:pt x="207575" y="52657"/>
                    <a:pt x="207702" y="52117"/>
                  </a:cubicBezTo>
                  <a:cubicBezTo>
                    <a:pt x="207195" y="55578"/>
                    <a:pt x="202750" y="56441"/>
                    <a:pt x="203385" y="56117"/>
                  </a:cubicBezTo>
                  <a:cubicBezTo>
                    <a:pt x="198495" y="56981"/>
                    <a:pt x="196653" y="50384"/>
                    <a:pt x="196336" y="55146"/>
                  </a:cubicBezTo>
                  <a:cubicBezTo>
                    <a:pt x="196146" y="55794"/>
                    <a:pt x="196336" y="59038"/>
                    <a:pt x="193225" y="60442"/>
                  </a:cubicBezTo>
                  <a:cubicBezTo>
                    <a:pt x="189732" y="61953"/>
                    <a:pt x="190621" y="67471"/>
                    <a:pt x="190621" y="66931"/>
                  </a:cubicBezTo>
                  <a:cubicBezTo>
                    <a:pt x="190812" y="71364"/>
                    <a:pt x="186049" y="72119"/>
                    <a:pt x="184208" y="68119"/>
                  </a:cubicBezTo>
                  <a:cubicBezTo>
                    <a:pt x="182937" y="66068"/>
                    <a:pt x="182175" y="59470"/>
                    <a:pt x="177413" y="60765"/>
                  </a:cubicBezTo>
                  <a:lnTo>
                    <a:pt x="177159" y="60765"/>
                  </a:lnTo>
                  <a:cubicBezTo>
                    <a:pt x="175445" y="61305"/>
                    <a:pt x="173921" y="63147"/>
                    <a:pt x="174048" y="64982"/>
                  </a:cubicBezTo>
                  <a:cubicBezTo>
                    <a:pt x="174238" y="67579"/>
                    <a:pt x="173286" y="72767"/>
                    <a:pt x="176334" y="76552"/>
                  </a:cubicBezTo>
                  <a:cubicBezTo>
                    <a:pt x="176651" y="77098"/>
                    <a:pt x="180080" y="80228"/>
                    <a:pt x="177603" y="81962"/>
                  </a:cubicBezTo>
                  <a:cubicBezTo>
                    <a:pt x="174619" y="84121"/>
                    <a:pt x="176842" y="88020"/>
                    <a:pt x="172650" y="87912"/>
                  </a:cubicBezTo>
                  <a:cubicBezTo>
                    <a:pt x="168713" y="87798"/>
                    <a:pt x="165793" y="92452"/>
                    <a:pt x="167126" y="96561"/>
                  </a:cubicBezTo>
                  <a:cubicBezTo>
                    <a:pt x="167253" y="97424"/>
                    <a:pt x="169285" y="101425"/>
                    <a:pt x="167253" y="105317"/>
                  </a:cubicBezTo>
                  <a:cubicBezTo>
                    <a:pt x="161411" y="116779"/>
                    <a:pt x="159633" y="122513"/>
                    <a:pt x="157284" y="118620"/>
                  </a:cubicBezTo>
                  <a:cubicBezTo>
                    <a:pt x="157157" y="118081"/>
                    <a:pt x="155569" y="115592"/>
                    <a:pt x="157284" y="112994"/>
                  </a:cubicBezTo>
                  <a:lnTo>
                    <a:pt x="157474" y="112670"/>
                  </a:lnTo>
                  <a:cubicBezTo>
                    <a:pt x="159315" y="109864"/>
                    <a:pt x="158490" y="105857"/>
                    <a:pt x="158490" y="106511"/>
                  </a:cubicBezTo>
                  <a:cubicBezTo>
                    <a:pt x="157919" y="104669"/>
                    <a:pt x="156839" y="104562"/>
                    <a:pt x="155760" y="106073"/>
                  </a:cubicBezTo>
                  <a:cubicBezTo>
                    <a:pt x="146108" y="120348"/>
                    <a:pt x="142361" y="119268"/>
                    <a:pt x="144393" y="124024"/>
                  </a:cubicBezTo>
                  <a:cubicBezTo>
                    <a:pt x="144711" y="125326"/>
                    <a:pt x="147886" y="131270"/>
                    <a:pt x="144393" y="133111"/>
                  </a:cubicBezTo>
                  <a:cubicBezTo>
                    <a:pt x="139631" y="135816"/>
                    <a:pt x="140583" y="123700"/>
                    <a:pt x="135630" y="127377"/>
                  </a:cubicBezTo>
                  <a:cubicBezTo>
                    <a:pt x="119057" y="139709"/>
                    <a:pt x="117215" y="139277"/>
                    <a:pt x="118295" y="143602"/>
                  </a:cubicBezTo>
                  <a:lnTo>
                    <a:pt x="119311" y="147494"/>
                  </a:lnTo>
                  <a:cubicBezTo>
                    <a:pt x="120136" y="150739"/>
                    <a:pt x="117469" y="155279"/>
                    <a:pt x="117660" y="154631"/>
                  </a:cubicBezTo>
                  <a:cubicBezTo>
                    <a:pt x="116707" y="156143"/>
                    <a:pt x="115374" y="156035"/>
                    <a:pt x="114865" y="154200"/>
                  </a:cubicBezTo>
                  <a:lnTo>
                    <a:pt x="112707" y="147278"/>
                  </a:lnTo>
                  <a:cubicBezTo>
                    <a:pt x="111373" y="143170"/>
                    <a:pt x="106420" y="144033"/>
                    <a:pt x="104642" y="147494"/>
                  </a:cubicBezTo>
                  <a:cubicBezTo>
                    <a:pt x="102800" y="151063"/>
                    <a:pt x="100134" y="146192"/>
                    <a:pt x="95053" y="146630"/>
                  </a:cubicBezTo>
                  <a:lnTo>
                    <a:pt x="93402" y="146630"/>
                  </a:lnTo>
                  <a:cubicBezTo>
                    <a:pt x="91561" y="146954"/>
                    <a:pt x="89656" y="148357"/>
                    <a:pt x="89085" y="149977"/>
                  </a:cubicBezTo>
                  <a:cubicBezTo>
                    <a:pt x="88132" y="153114"/>
                    <a:pt x="83243" y="153876"/>
                    <a:pt x="83877" y="153654"/>
                  </a:cubicBezTo>
                  <a:cubicBezTo>
                    <a:pt x="80322" y="154416"/>
                    <a:pt x="77591" y="158416"/>
                    <a:pt x="78289" y="157876"/>
                  </a:cubicBezTo>
                  <a:cubicBezTo>
                    <a:pt x="75876" y="161337"/>
                    <a:pt x="74987" y="154847"/>
                    <a:pt x="75369" y="155387"/>
                  </a:cubicBezTo>
                  <a:cubicBezTo>
                    <a:pt x="73908" y="148573"/>
                    <a:pt x="65462" y="163496"/>
                    <a:pt x="57779" y="162848"/>
                  </a:cubicBezTo>
                  <a:cubicBezTo>
                    <a:pt x="54477" y="163820"/>
                    <a:pt x="40698" y="157114"/>
                    <a:pt x="44190" y="171173"/>
                  </a:cubicBezTo>
                  <a:cubicBezTo>
                    <a:pt x="44381" y="172907"/>
                    <a:pt x="46667" y="177555"/>
                    <a:pt x="44190" y="181447"/>
                  </a:cubicBezTo>
                  <a:cubicBezTo>
                    <a:pt x="27299" y="208479"/>
                    <a:pt x="26093" y="209241"/>
                    <a:pt x="25965" y="213782"/>
                  </a:cubicBezTo>
                  <a:lnTo>
                    <a:pt x="25965" y="214213"/>
                  </a:lnTo>
                  <a:cubicBezTo>
                    <a:pt x="25965" y="217998"/>
                    <a:pt x="28569" y="221999"/>
                    <a:pt x="28378" y="221351"/>
                  </a:cubicBezTo>
                  <a:cubicBezTo>
                    <a:pt x="32697" y="228165"/>
                    <a:pt x="26727" y="242008"/>
                    <a:pt x="30728" y="249253"/>
                  </a:cubicBezTo>
                  <a:lnTo>
                    <a:pt x="37014" y="260283"/>
                  </a:lnTo>
                  <a:cubicBezTo>
                    <a:pt x="39174" y="264283"/>
                    <a:pt x="37332" y="270874"/>
                    <a:pt x="37332" y="270227"/>
                  </a:cubicBezTo>
                  <a:cubicBezTo>
                    <a:pt x="36063" y="277688"/>
                    <a:pt x="47492" y="284286"/>
                    <a:pt x="45588" y="291531"/>
                  </a:cubicBezTo>
                  <a:lnTo>
                    <a:pt x="43936" y="297913"/>
                  </a:lnTo>
                  <a:cubicBezTo>
                    <a:pt x="42666" y="302777"/>
                    <a:pt x="47619" y="305050"/>
                    <a:pt x="44952" y="309158"/>
                  </a:cubicBezTo>
                  <a:cubicBezTo>
                    <a:pt x="35618" y="323434"/>
                    <a:pt x="32379" y="327002"/>
                    <a:pt x="32125" y="331758"/>
                  </a:cubicBezTo>
                  <a:cubicBezTo>
                    <a:pt x="32062" y="332298"/>
                    <a:pt x="32570" y="336406"/>
                    <a:pt x="29140" y="338896"/>
                  </a:cubicBezTo>
                  <a:cubicBezTo>
                    <a:pt x="28378" y="339651"/>
                    <a:pt x="24061" y="341817"/>
                    <a:pt x="22854" y="346141"/>
                  </a:cubicBezTo>
                  <a:cubicBezTo>
                    <a:pt x="20695" y="351767"/>
                    <a:pt x="21203" y="358790"/>
                    <a:pt x="15933" y="359660"/>
                  </a:cubicBezTo>
                  <a:cubicBezTo>
                    <a:pt x="14599" y="360200"/>
                    <a:pt x="8567" y="359660"/>
                    <a:pt x="8249" y="364308"/>
                  </a:cubicBezTo>
                  <a:cubicBezTo>
                    <a:pt x="7995" y="367553"/>
                    <a:pt x="7995" y="371338"/>
                    <a:pt x="6281" y="375015"/>
                  </a:cubicBezTo>
                  <a:cubicBezTo>
                    <a:pt x="2280" y="383123"/>
                    <a:pt x="-641" y="387340"/>
                    <a:pt x="121" y="391886"/>
                  </a:cubicBezTo>
                  <a:cubicBezTo>
                    <a:pt x="3931" y="413946"/>
                    <a:pt x="3550" y="416429"/>
                    <a:pt x="6598" y="419782"/>
                  </a:cubicBezTo>
                  <a:cubicBezTo>
                    <a:pt x="10281" y="423782"/>
                    <a:pt x="13647" y="426704"/>
                    <a:pt x="13774" y="430920"/>
                  </a:cubicBezTo>
                  <a:cubicBezTo>
                    <a:pt x="13964" y="431675"/>
                    <a:pt x="13329" y="436330"/>
                    <a:pt x="16568" y="439359"/>
                  </a:cubicBezTo>
                  <a:cubicBezTo>
                    <a:pt x="17013" y="439899"/>
                    <a:pt x="24061" y="445627"/>
                    <a:pt x="17647" y="447576"/>
                  </a:cubicBezTo>
                  <a:cubicBezTo>
                    <a:pt x="15996" y="448008"/>
                    <a:pt x="14853" y="448440"/>
                    <a:pt x="14853" y="448440"/>
                  </a:cubicBezTo>
                  <a:lnTo>
                    <a:pt x="13520" y="448655"/>
                  </a:lnTo>
                  <a:cubicBezTo>
                    <a:pt x="17520" y="471579"/>
                    <a:pt x="16250" y="477421"/>
                    <a:pt x="20377" y="481637"/>
                  </a:cubicBezTo>
                  <a:cubicBezTo>
                    <a:pt x="23172" y="484558"/>
                    <a:pt x="25965" y="486933"/>
                    <a:pt x="27045" y="490940"/>
                  </a:cubicBezTo>
                  <a:cubicBezTo>
                    <a:pt x="28887" y="496128"/>
                    <a:pt x="28442" y="503049"/>
                    <a:pt x="33586" y="504453"/>
                  </a:cubicBezTo>
                  <a:cubicBezTo>
                    <a:pt x="42349" y="508237"/>
                    <a:pt x="42222" y="511806"/>
                    <a:pt x="48063" y="513108"/>
                  </a:cubicBezTo>
                  <a:cubicBezTo>
                    <a:pt x="55620" y="514727"/>
                    <a:pt x="60700" y="515267"/>
                    <a:pt x="63875" y="518512"/>
                  </a:cubicBezTo>
                  <a:cubicBezTo>
                    <a:pt x="66034" y="520353"/>
                    <a:pt x="69908" y="526189"/>
                    <a:pt x="72638" y="524570"/>
                  </a:cubicBezTo>
                  <a:cubicBezTo>
                    <a:pt x="77400" y="521757"/>
                    <a:pt x="84767" y="526189"/>
                    <a:pt x="89656" y="521864"/>
                  </a:cubicBezTo>
                  <a:lnTo>
                    <a:pt x="93530" y="518404"/>
                  </a:lnTo>
                  <a:cubicBezTo>
                    <a:pt x="97657" y="514727"/>
                    <a:pt x="116771" y="507914"/>
                    <a:pt x="116136" y="508130"/>
                  </a:cubicBezTo>
                  <a:cubicBezTo>
                    <a:pt x="121977" y="505755"/>
                    <a:pt x="125470" y="511806"/>
                    <a:pt x="130423" y="508453"/>
                  </a:cubicBezTo>
                  <a:cubicBezTo>
                    <a:pt x="138424" y="503157"/>
                    <a:pt x="143949" y="500344"/>
                    <a:pt x="145663" y="495912"/>
                  </a:cubicBezTo>
                  <a:cubicBezTo>
                    <a:pt x="161601" y="455037"/>
                    <a:pt x="162554" y="453196"/>
                    <a:pt x="163570" y="448548"/>
                  </a:cubicBezTo>
                  <a:cubicBezTo>
                    <a:pt x="174238" y="399017"/>
                    <a:pt x="173730" y="400211"/>
                    <a:pt x="175763" y="396319"/>
                  </a:cubicBezTo>
                  <a:cubicBezTo>
                    <a:pt x="185605" y="377173"/>
                    <a:pt x="186811" y="375230"/>
                    <a:pt x="188145" y="371014"/>
                  </a:cubicBezTo>
                  <a:cubicBezTo>
                    <a:pt x="190303" y="364308"/>
                    <a:pt x="234436" y="225243"/>
                    <a:pt x="233039" y="218322"/>
                  </a:cubicBezTo>
                  <a:cubicBezTo>
                    <a:pt x="231769" y="211940"/>
                    <a:pt x="230309" y="207724"/>
                    <a:pt x="231960" y="203507"/>
                  </a:cubicBezTo>
                  <a:cubicBezTo>
                    <a:pt x="235325" y="195291"/>
                    <a:pt x="236405" y="190096"/>
                    <a:pt x="240850" y="188585"/>
                  </a:cubicBezTo>
                  <a:cubicBezTo>
                    <a:pt x="241358" y="188261"/>
                    <a:pt x="245930" y="187290"/>
                    <a:pt x="243961" y="185340"/>
                  </a:cubicBezTo>
                  <a:cubicBezTo>
                    <a:pt x="241929" y="183397"/>
                    <a:pt x="245358" y="178203"/>
                    <a:pt x="245168" y="178850"/>
                  </a:cubicBezTo>
                  <a:cubicBezTo>
                    <a:pt x="247644" y="174526"/>
                    <a:pt x="247200" y="165877"/>
                    <a:pt x="247136" y="166525"/>
                  </a:cubicBezTo>
                  <a:cubicBezTo>
                    <a:pt x="247326" y="161769"/>
                    <a:pt x="243771" y="162956"/>
                    <a:pt x="241802" y="159171"/>
                  </a:cubicBezTo>
                  <a:cubicBezTo>
                    <a:pt x="240087" y="155819"/>
                    <a:pt x="243009" y="152790"/>
                    <a:pt x="241485" y="148250"/>
                  </a:cubicBezTo>
                  <a:cubicBezTo>
                    <a:pt x="240596" y="144573"/>
                    <a:pt x="237167" y="139385"/>
                    <a:pt x="239961" y="135708"/>
                  </a:cubicBezTo>
                  <a:cubicBezTo>
                    <a:pt x="242438" y="132463"/>
                    <a:pt x="247644" y="132032"/>
                    <a:pt x="249168" y="136140"/>
                  </a:cubicBezTo>
                  <a:cubicBezTo>
                    <a:pt x="252216" y="144681"/>
                    <a:pt x="253359" y="149761"/>
                    <a:pt x="257169" y="152358"/>
                  </a:cubicBezTo>
                  <a:lnTo>
                    <a:pt x="257613" y="152682"/>
                  </a:lnTo>
                  <a:cubicBezTo>
                    <a:pt x="259137" y="153761"/>
                    <a:pt x="261043" y="153330"/>
                    <a:pt x="261805" y="151603"/>
                  </a:cubicBezTo>
                  <a:cubicBezTo>
                    <a:pt x="264663" y="146084"/>
                    <a:pt x="272981" y="130730"/>
                    <a:pt x="269298" y="124132"/>
                  </a:cubicBezTo>
                  <a:cubicBezTo>
                    <a:pt x="254565" y="97316"/>
                    <a:pt x="262694" y="95373"/>
                    <a:pt x="258820" y="88452"/>
                  </a:cubicBezTo>
                  <a:lnTo>
                    <a:pt x="259137" y="883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70B10E30-EFBC-E6E8-DE14-20EA31FAF47C}"/>
                </a:ext>
              </a:extLst>
            </p:cNvPr>
            <p:cNvSpPr/>
            <p:nvPr/>
          </p:nvSpPr>
          <p:spPr>
            <a:xfrm>
              <a:off x="5375684" y="3821484"/>
              <a:ext cx="516923" cy="479895"/>
            </a:xfrm>
            <a:custGeom>
              <a:avLst/>
              <a:gdLst>
                <a:gd name="csX0" fmla="*/ 573355 w 596150"/>
                <a:gd name="csY0" fmla="*/ 129547 h 553447"/>
                <a:gd name="csX1" fmla="*/ 587515 w 596150"/>
                <a:gd name="csY1" fmla="*/ 109652 h 553447"/>
                <a:gd name="csX2" fmla="*/ 578625 w 596150"/>
                <a:gd name="csY2" fmla="*/ 87484 h 553447"/>
                <a:gd name="csX3" fmla="*/ 596151 w 596150"/>
                <a:gd name="csY3" fmla="*/ 65964 h 553447"/>
                <a:gd name="csX4" fmla="*/ 594309 w 596150"/>
                <a:gd name="csY4" fmla="*/ 63690 h 553447"/>
                <a:gd name="csX5" fmla="*/ 585419 w 596150"/>
                <a:gd name="csY5" fmla="*/ 47688 h 553447"/>
                <a:gd name="csX6" fmla="*/ 573100 w 596150"/>
                <a:gd name="csY6" fmla="*/ 45523 h 553447"/>
                <a:gd name="csX7" fmla="*/ 553860 w 596150"/>
                <a:gd name="csY7" fmla="*/ 44768 h 553447"/>
                <a:gd name="csX8" fmla="*/ 537413 w 596150"/>
                <a:gd name="csY8" fmla="*/ 38494 h 553447"/>
                <a:gd name="csX9" fmla="*/ 525285 w 596150"/>
                <a:gd name="csY9" fmla="*/ 37954 h 553447"/>
                <a:gd name="csX10" fmla="*/ 517157 w 596150"/>
                <a:gd name="csY10" fmla="*/ 29953 h 553447"/>
                <a:gd name="csX11" fmla="*/ 514744 w 596150"/>
                <a:gd name="csY11" fmla="*/ 19139 h 553447"/>
                <a:gd name="csX12" fmla="*/ 464007 w 596150"/>
                <a:gd name="csY12" fmla="*/ 9728 h 553447"/>
                <a:gd name="csX13" fmla="*/ 452196 w 596150"/>
                <a:gd name="csY13" fmla="*/ 14707 h 553447"/>
                <a:gd name="csX14" fmla="*/ 432511 w 596150"/>
                <a:gd name="csY14" fmla="*/ 17843 h 553447"/>
                <a:gd name="csX15" fmla="*/ 402666 w 596150"/>
                <a:gd name="csY15" fmla="*/ 42062 h 553447"/>
                <a:gd name="csX16" fmla="*/ 404127 w 596150"/>
                <a:gd name="csY16" fmla="*/ 73533 h 553447"/>
                <a:gd name="csX17" fmla="*/ 360096 w 596150"/>
                <a:gd name="csY17" fmla="*/ 115811 h 553447"/>
                <a:gd name="csX18" fmla="*/ 330657 w 596150"/>
                <a:gd name="csY18" fmla="*/ 95485 h 553447"/>
                <a:gd name="csX19" fmla="*/ 285852 w 596150"/>
                <a:gd name="csY19" fmla="*/ 80131 h 553447"/>
                <a:gd name="csX20" fmla="*/ 252622 w 596150"/>
                <a:gd name="csY20" fmla="*/ 76130 h 553447"/>
                <a:gd name="csX21" fmla="*/ 232594 w 596150"/>
                <a:gd name="csY21" fmla="*/ 61424 h 553447"/>
                <a:gd name="csX22" fmla="*/ 218523 w 596150"/>
                <a:gd name="csY22" fmla="*/ 30493 h 553447"/>
                <a:gd name="csX23" fmla="*/ 198933 w 596150"/>
                <a:gd name="csY23" fmla="*/ 26816 h 553447"/>
                <a:gd name="csX24" fmla="*/ 179991 w 596150"/>
                <a:gd name="csY24" fmla="*/ 16650 h 553447"/>
                <a:gd name="csX25" fmla="*/ 146221 w 596150"/>
                <a:gd name="csY25" fmla="*/ 10058 h 553447"/>
                <a:gd name="csX26" fmla="*/ 116783 w 596150"/>
                <a:gd name="csY26" fmla="*/ 12973 h 553447"/>
                <a:gd name="csX27" fmla="*/ 92754 w 596150"/>
                <a:gd name="csY27" fmla="*/ 1943 h 553447"/>
                <a:gd name="csX28" fmla="*/ 83338 w 596150"/>
                <a:gd name="csY28" fmla="*/ 0 h 553447"/>
                <a:gd name="csX29" fmla="*/ 82258 w 596150"/>
                <a:gd name="csY29" fmla="*/ 648 h 553447"/>
                <a:gd name="csX30" fmla="*/ 84423 w 596150"/>
                <a:gd name="csY30" fmla="*/ 37414 h 553447"/>
                <a:gd name="csX31" fmla="*/ 52597 w 596150"/>
                <a:gd name="csY31" fmla="*/ 54718 h 553447"/>
                <a:gd name="csX32" fmla="*/ 46107 w 596150"/>
                <a:gd name="csY32" fmla="*/ 65532 h 553447"/>
                <a:gd name="csX33" fmla="*/ 35935 w 596150"/>
                <a:gd name="csY33" fmla="*/ 67475 h 553447"/>
                <a:gd name="csX34" fmla="*/ 29223 w 596150"/>
                <a:gd name="csY34" fmla="*/ 77749 h 553447"/>
                <a:gd name="csX35" fmla="*/ 36582 w 596150"/>
                <a:gd name="csY35" fmla="*/ 101321 h 553447"/>
                <a:gd name="csX36" fmla="*/ 23266 w 596150"/>
                <a:gd name="csY36" fmla="*/ 125438 h 553447"/>
                <a:gd name="csX37" fmla="*/ 1619 w 596150"/>
                <a:gd name="csY37" fmla="*/ 133331 h 553447"/>
                <a:gd name="csX38" fmla="*/ 21539 w 596150"/>
                <a:gd name="csY38" fmla="*/ 172802 h 553447"/>
                <a:gd name="csX39" fmla="*/ 14173 w 596150"/>
                <a:gd name="csY39" fmla="*/ 205029 h 553447"/>
                <a:gd name="csX40" fmla="*/ 24568 w 596150"/>
                <a:gd name="csY40" fmla="*/ 224168 h 553447"/>
                <a:gd name="csX41" fmla="*/ 14173 w 596150"/>
                <a:gd name="csY41" fmla="*/ 251415 h 553447"/>
                <a:gd name="csX42" fmla="*/ 23813 w 596150"/>
                <a:gd name="csY42" fmla="*/ 265367 h 553447"/>
                <a:gd name="csX43" fmla="*/ 20777 w 596150"/>
                <a:gd name="csY43" fmla="*/ 280073 h 553447"/>
                <a:gd name="csX44" fmla="*/ 0 w 596150"/>
                <a:gd name="csY44" fmla="*/ 288944 h 553447"/>
                <a:gd name="csX45" fmla="*/ 26734 w 596150"/>
                <a:gd name="csY45" fmla="*/ 325819 h 553447"/>
                <a:gd name="csX46" fmla="*/ 25216 w 596150"/>
                <a:gd name="csY46" fmla="*/ 342792 h 553447"/>
                <a:gd name="csX47" fmla="*/ 40805 w 596150"/>
                <a:gd name="csY47" fmla="*/ 359772 h 553447"/>
                <a:gd name="csX48" fmla="*/ 54870 w 596150"/>
                <a:gd name="csY48" fmla="*/ 356095 h 553447"/>
                <a:gd name="csX49" fmla="*/ 84639 w 596150"/>
                <a:gd name="csY49" fmla="*/ 365722 h 553447"/>
                <a:gd name="csX50" fmla="*/ 99898 w 596150"/>
                <a:gd name="csY50" fmla="*/ 397510 h 553447"/>
                <a:gd name="csX51" fmla="*/ 159429 w 596150"/>
                <a:gd name="csY51" fmla="*/ 410058 h 553447"/>
                <a:gd name="csX52" fmla="*/ 184214 w 596150"/>
                <a:gd name="csY52" fmla="*/ 432657 h 553447"/>
                <a:gd name="csX53" fmla="*/ 249695 w 596150"/>
                <a:gd name="csY53" fmla="*/ 397510 h 553447"/>
                <a:gd name="csX54" fmla="*/ 548970 w 596150"/>
                <a:gd name="csY54" fmla="*/ 553447 h 553447"/>
                <a:gd name="csX55" fmla="*/ 548970 w 596150"/>
                <a:gd name="csY55" fmla="*/ 533546 h 553447"/>
                <a:gd name="csX56" fmla="*/ 587705 w 596150"/>
                <a:gd name="csY56" fmla="*/ 533546 h 553447"/>
                <a:gd name="csX57" fmla="*/ 587705 w 596150"/>
                <a:gd name="csY57" fmla="*/ 165018 h 553447"/>
                <a:gd name="csX58" fmla="*/ 573544 w 596150"/>
                <a:gd name="csY58" fmla="*/ 129654 h 553447"/>
                <a:gd name="csX59" fmla="*/ 573355 w 596150"/>
                <a:gd name="csY59" fmla="*/ 129547 h 55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6150" h="553447">
                  <a:moveTo>
                    <a:pt x="573355" y="129547"/>
                  </a:moveTo>
                  <a:lnTo>
                    <a:pt x="587515" y="109652"/>
                  </a:lnTo>
                  <a:lnTo>
                    <a:pt x="578625" y="87484"/>
                  </a:lnTo>
                  <a:lnTo>
                    <a:pt x="596151" y="65964"/>
                  </a:lnTo>
                  <a:cubicBezTo>
                    <a:pt x="595389" y="65424"/>
                    <a:pt x="594754" y="64770"/>
                    <a:pt x="594309" y="63690"/>
                  </a:cubicBezTo>
                  <a:cubicBezTo>
                    <a:pt x="589864" y="51581"/>
                    <a:pt x="589547" y="48768"/>
                    <a:pt x="585419" y="47688"/>
                  </a:cubicBezTo>
                  <a:cubicBezTo>
                    <a:pt x="581038" y="46495"/>
                    <a:pt x="577354" y="45307"/>
                    <a:pt x="573100" y="45523"/>
                  </a:cubicBezTo>
                  <a:cubicBezTo>
                    <a:pt x="563892" y="45955"/>
                    <a:pt x="558051" y="46825"/>
                    <a:pt x="553860" y="44768"/>
                  </a:cubicBezTo>
                  <a:cubicBezTo>
                    <a:pt x="546811" y="41199"/>
                    <a:pt x="541922" y="37954"/>
                    <a:pt x="537413" y="38494"/>
                  </a:cubicBezTo>
                  <a:cubicBezTo>
                    <a:pt x="531952" y="39141"/>
                    <a:pt x="528714" y="39903"/>
                    <a:pt x="525285" y="37954"/>
                  </a:cubicBezTo>
                  <a:cubicBezTo>
                    <a:pt x="522808" y="36119"/>
                    <a:pt x="516712" y="34817"/>
                    <a:pt x="517157" y="29953"/>
                  </a:cubicBezTo>
                  <a:cubicBezTo>
                    <a:pt x="516903" y="26816"/>
                    <a:pt x="519760" y="20218"/>
                    <a:pt x="514744" y="19139"/>
                  </a:cubicBezTo>
                  <a:cubicBezTo>
                    <a:pt x="469532" y="8757"/>
                    <a:pt x="468135" y="7353"/>
                    <a:pt x="464007" y="9728"/>
                  </a:cubicBezTo>
                  <a:cubicBezTo>
                    <a:pt x="460134" y="11894"/>
                    <a:pt x="456514" y="14383"/>
                    <a:pt x="452196" y="14707"/>
                  </a:cubicBezTo>
                  <a:cubicBezTo>
                    <a:pt x="442227" y="15462"/>
                    <a:pt x="436512" y="15138"/>
                    <a:pt x="432511" y="17843"/>
                  </a:cubicBezTo>
                  <a:cubicBezTo>
                    <a:pt x="432511" y="17843"/>
                    <a:pt x="412572" y="31248"/>
                    <a:pt x="402666" y="42062"/>
                  </a:cubicBezTo>
                  <a:cubicBezTo>
                    <a:pt x="392697" y="52876"/>
                    <a:pt x="398602" y="62719"/>
                    <a:pt x="404127" y="73533"/>
                  </a:cubicBezTo>
                  <a:cubicBezTo>
                    <a:pt x="415811" y="96888"/>
                    <a:pt x="377520" y="126733"/>
                    <a:pt x="360096" y="115811"/>
                  </a:cubicBezTo>
                  <a:cubicBezTo>
                    <a:pt x="343865" y="105652"/>
                    <a:pt x="337261" y="97866"/>
                    <a:pt x="330657" y="95485"/>
                  </a:cubicBezTo>
                  <a:cubicBezTo>
                    <a:pt x="291586" y="81210"/>
                    <a:pt x="290500" y="80455"/>
                    <a:pt x="285852" y="80131"/>
                  </a:cubicBezTo>
                  <a:cubicBezTo>
                    <a:pt x="259874" y="78181"/>
                    <a:pt x="256515" y="78505"/>
                    <a:pt x="252622" y="76130"/>
                  </a:cubicBezTo>
                  <a:cubicBezTo>
                    <a:pt x="235738" y="65856"/>
                    <a:pt x="234004" y="65532"/>
                    <a:pt x="232594" y="61424"/>
                  </a:cubicBezTo>
                  <a:cubicBezTo>
                    <a:pt x="222745" y="33845"/>
                    <a:pt x="222961" y="31356"/>
                    <a:pt x="218523" y="30493"/>
                  </a:cubicBezTo>
                  <a:lnTo>
                    <a:pt x="198933" y="26816"/>
                  </a:lnTo>
                  <a:cubicBezTo>
                    <a:pt x="192005" y="25521"/>
                    <a:pt x="187242" y="18275"/>
                    <a:pt x="179991" y="16650"/>
                  </a:cubicBezTo>
                  <a:cubicBezTo>
                    <a:pt x="152178" y="10166"/>
                    <a:pt x="150768" y="9404"/>
                    <a:pt x="146221" y="10058"/>
                  </a:cubicBezTo>
                  <a:cubicBezTo>
                    <a:pt x="122955" y="13843"/>
                    <a:pt x="120790" y="14923"/>
                    <a:pt x="116783" y="12973"/>
                  </a:cubicBezTo>
                  <a:cubicBezTo>
                    <a:pt x="103035" y="6160"/>
                    <a:pt x="97517" y="3029"/>
                    <a:pt x="92754" y="1943"/>
                  </a:cubicBezTo>
                  <a:cubicBezTo>
                    <a:pt x="89078" y="1188"/>
                    <a:pt x="85935" y="540"/>
                    <a:pt x="83338" y="0"/>
                  </a:cubicBezTo>
                  <a:lnTo>
                    <a:pt x="82258" y="648"/>
                  </a:lnTo>
                  <a:lnTo>
                    <a:pt x="84423" y="37414"/>
                  </a:lnTo>
                  <a:lnTo>
                    <a:pt x="52597" y="54718"/>
                  </a:lnTo>
                  <a:lnTo>
                    <a:pt x="46107" y="65532"/>
                  </a:lnTo>
                  <a:lnTo>
                    <a:pt x="35935" y="67475"/>
                  </a:lnTo>
                  <a:lnTo>
                    <a:pt x="29223" y="77749"/>
                  </a:lnTo>
                  <a:lnTo>
                    <a:pt x="36582" y="101321"/>
                  </a:lnTo>
                  <a:lnTo>
                    <a:pt x="23266" y="125438"/>
                  </a:lnTo>
                  <a:lnTo>
                    <a:pt x="1619" y="133331"/>
                  </a:lnTo>
                  <a:lnTo>
                    <a:pt x="21539" y="172802"/>
                  </a:lnTo>
                  <a:lnTo>
                    <a:pt x="14173" y="205029"/>
                  </a:lnTo>
                  <a:lnTo>
                    <a:pt x="24568" y="224168"/>
                  </a:lnTo>
                  <a:lnTo>
                    <a:pt x="14173" y="251415"/>
                  </a:lnTo>
                  <a:lnTo>
                    <a:pt x="23813" y="265367"/>
                  </a:lnTo>
                  <a:lnTo>
                    <a:pt x="20777" y="280073"/>
                  </a:lnTo>
                  <a:lnTo>
                    <a:pt x="0" y="288944"/>
                  </a:lnTo>
                  <a:lnTo>
                    <a:pt x="26734" y="325819"/>
                  </a:lnTo>
                  <a:lnTo>
                    <a:pt x="25216" y="342792"/>
                  </a:lnTo>
                  <a:lnTo>
                    <a:pt x="40805" y="359772"/>
                  </a:lnTo>
                  <a:lnTo>
                    <a:pt x="54870" y="356095"/>
                  </a:lnTo>
                  <a:lnTo>
                    <a:pt x="84639" y="365722"/>
                  </a:lnTo>
                  <a:lnTo>
                    <a:pt x="99898" y="397510"/>
                  </a:lnTo>
                  <a:lnTo>
                    <a:pt x="159429" y="410058"/>
                  </a:lnTo>
                  <a:lnTo>
                    <a:pt x="184214" y="432657"/>
                  </a:lnTo>
                  <a:lnTo>
                    <a:pt x="249695" y="397510"/>
                  </a:lnTo>
                  <a:lnTo>
                    <a:pt x="548970" y="553447"/>
                  </a:lnTo>
                  <a:lnTo>
                    <a:pt x="548970" y="533546"/>
                  </a:lnTo>
                  <a:lnTo>
                    <a:pt x="587705" y="533546"/>
                  </a:lnTo>
                  <a:lnTo>
                    <a:pt x="587705" y="165018"/>
                  </a:lnTo>
                  <a:lnTo>
                    <a:pt x="573544" y="129654"/>
                  </a:lnTo>
                  <a:lnTo>
                    <a:pt x="573355" y="1295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0417B389-480F-107B-8419-B55CEB7BB283}"/>
                </a:ext>
              </a:extLst>
            </p:cNvPr>
            <p:cNvSpPr/>
            <p:nvPr/>
          </p:nvSpPr>
          <p:spPr>
            <a:xfrm>
              <a:off x="4699668" y="4661720"/>
              <a:ext cx="133615" cy="130468"/>
            </a:xfrm>
            <a:custGeom>
              <a:avLst/>
              <a:gdLst>
                <a:gd name="csX0" fmla="*/ 154019 w 154094"/>
                <a:gd name="csY0" fmla="*/ 102622 h 150465"/>
                <a:gd name="csX1" fmla="*/ 138113 w 154094"/>
                <a:gd name="csY1" fmla="*/ 96463 h 150465"/>
                <a:gd name="csX2" fmla="*/ 135839 w 154094"/>
                <a:gd name="csY2" fmla="*/ 85217 h 150465"/>
                <a:gd name="csX3" fmla="*/ 107372 w 154094"/>
                <a:gd name="csY3" fmla="*/ 76346 h 150465"/>
                <a:gd name="csX4" fmla="*/ 119926 w 154094"/>
                <a:gd name="csY4" fmla="*/ 61100 h 150465"/>
                <a:gd name="csX5" fmla="*/ 113214 w 154094"/>
                <a:gd name="csY5" fmla="*/ 34932 h 150465"/>
                <a:gd name="csX6" fmla="*/ 98171 w 154094"/>
                <a:gd name="csY6" fmla="*/ 31686 h 150465"/>
                <a:gd name="csX7" fmla="*/ 92545 w 154094"/>
                <a:gd name="csY7" fmla="*/ 46393 h 150465"/>
                <a:gd name="csX8" fmla="*/ 88430 w 154094"/>
                <a:gd name="csY8" fmla="*/ 49746 h 150465"/>
                <a:gd name="csX9" fmla="*/ 74359 w 154094"/>
                <a:gd name="csY9" fmla="*/ 40881 h 150465"/>
                <a:gd name="csX10" fmla="*/ 79121 w 154094"/>
                <a:gd name="csY10" fmla="*/ 29089 h 150465"/>
                <a:gd name="csX11" fmla="*/ 67970 w 154094"/>
                <a:gd name="csY11" fmla="*/ 0 h 150465"/>
                <a:gd name="csX12" fmla="*/ 51416 w 154094"/>
                <a:gd name="csY12" fmla="*/ 0 h 150465"/>
                <a:gd name="csX13" fmla="*/ 50114 w 154094"/>
                <a:gd name="csY13" fmla="*/ 20225 h 150465"/>
                <a:gd name="csX14" fmla="*/ 0 w 154094"/>
                <a:gd name="csY14" fmla="*/ 58071 h 150465"/>
                <a:gd name="csX15" fmla="*/ 0 w 154094"/>
                <a:gd name="csY15" fmla="*/ 58179 h 150465"/>
                <a:gd name="csX16" fmla="*/ 1302 w 154094"/>
                <a:gd name="csY16" fmla="*/ 60776 h 150465"/>
                <a:gd name="csX17" fmla="*/ 5087 w 154094"/>
                <a:gd name="csY17" fmla="*/ 65424 h 150465"/>
                <a:gd name="csX18" fmla="*/ 19590 w 154094"/>
                <a:gd name="csY18" fmla="*/ 72238 h 150465"/>
                <a:gd name="csX19" fmla="*/ 23597 w 154094"/>
                <a:gd name="csY19" fmla="*/ 77102 h 150465"/>
                <a:gd name="csX20" fmla="*/ 45244 w 154094"/>
                <a:gd name="csY20" fmla="*/ 87808 h 150465"/>
                <a:gd name="csX21" fmla="*/ 76848 w 154094"/>
                <a:gd name="csY21" fmla="*/ 118739 h 150465"/>
                <a:gd name="csX22" fmla="*/ 133242 w 154094"/>
                <a:gd name="csY22" fmla="*/ 148800 h 150465"/>
                <a:gd name="csX23" fmla="*/ 146120 w 154094"/>
                <a:gd name="csY23" fmla="*/ 150419 h 150465"/>
                <a:gd name="csX24" fmla="*/ 154019 w 154094"/>
                <a:gd name="csY24" fmla="*/ 102407 h 150465"/>
                <a:gd name="csX25" fmla="*/ 154019 w 154094"/>
                <a:gd name="csY25" fmla="*/ 102622 h 150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54094" h="150465">
                  <a:moveTo>
                    <a:pt x="154019" y="102622"/>
                  </a:moveTo>
                  <a:cubicBezTo>
                    <a:pt x="153048" y="102838"/>
                    <a:pt x="138113" y="96463"/>
                    <a:pt x="138113" y="96463"/>
                  </a:cubicBezTo>
                  <a:lnTo>
                    <a:pt x="135839" y="85217"/>
                  </a:lnTo>
                  <a:cubicBezTo>
                    <a:pt x="135839" y="85217"/>
                    <a:pt x="108128" y="76346"/>
                    <a:pt x="107372" y="76346"/>
                  </a:cubicBezTo>
                  <a:cubicBezTo>
                    <a:pt x="106616" y="76346"/>
                    <a:pt x="119926" y="61100"/>
                    <a:pt x="119926" y="61100"/>
                  </a:cubicBezTo>
                  <a:lnTo>
                    <a:pt x="113214" y="34932"/>
                  </a:lnTo>
                  <a:lnTo>
                    <a:pt x="98171" y="31686"/>
                  </a:lnTo>
                  <a:lnTo>
                    <a:pt x="92545" y="46393"/>
                  </a:lnTo>
                  <a:lnTo>
                    <a:pt x="88430" y="49746"/>
                  </a:lnTo>
                  <a:lnTo>
                    <a:pt x="74359" y="40881"/>
                  </a:lnTo>
                  <a:lnTo>
                    <a:pt x="79121" y="29089"/>
                  </a:lnTo>
                  <a:lnTo>
                    <a:pt x="67970" y="0"/>
                  </a:lnTo>
                  <a:lnTo>
                    <a:pt x="51416" y="0"/>
                  </a:lnTo>
                  <a:lnTo>
                    <a:pt x="50114" y="20225"/>
                  </a:lnTo>
                  <a:lnTo>
                    <a:pt x="0" y="58071"/>
                  </a:lnTo>
                  <a:cubicBezTo>
                    <a:pt x="0" y="58071"/>
                    <a:pt x="0" y="58071"/>
                    <a:pt x="0" y="58179"/>
                  </a:cubicBezTo>
                  <a:cubicBezTo>
                    <a:pt x="762" y="58934"/>
                    <a:pt x="978" y="59804"/>
                    <a:pt x="1302" y="60776"/>
                  </a:cubicBezTo>
                  <a:cubicBezTo>
                    <a:pt x="1734" y="62611"/>
                    <a:pt x="3359" y="64669"/>
                    <a:pt x="5087" y="65424"/>
                  </a:cubicBezTo>
                  <a:lnTo>
                    <a:pt x="19590" y="72238"/>
                  </a:lnTo>
                  <a:cubicBezTo>
                    <a:pt x="22625" y="73749"/>
                    <a:pt x="23920" y="77648"/>
                    <a:pt x="23597" y="77102"/>
                  </a:cubicBezTo>
                  <a:cubicBezTo>
                    <a:pt x="25546" y="83915"/>
                    <a:pt x="38964" y="81540"/>
                    <a:pt x="45244" y="87808"/>
                  </a:cubicBezTo>
                  <a:lnTo>
                    <a:pt x="76848" y="118739"/>
                  </a:lnTo>
                  <a:cubicBezTo>
                    <a:pt x="81070" y="122847"/>
                    <a:pt x="133890" y="149123"/>
                    <a:pt x="133242" y="148800"/>
                  </a:cubicBezTo>
                  <a:cubicBezTo>
                    <a:pt x="135731" y="150095"/>
                    <a:pt x="141034" y="150635"/>
                    <a:pt x="146120" y="150419"/>
                  </a:cubicBezTo>
                  <a:cubicBezTo>
                    <a:pt x="146120" y="150419"/>
                    <a:pt x="154997" y="102083"/>
                    <a:pt x="154019" y="102407"/>
                  </a:cubicBezTo>
                  <a:lnTo>
                    <a:pt x="154019" y="1026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36F93173-2298-558E-3591-E6D1CFFCFAE9}"/>
                </a:ext>
              </a:extLst>
            </p:cNvPr>
            <p:cNvSpPr/>
            <p:nvPr/>
          </p:nvSpPr>
          <p:spPr>
            <a:xfrm>
              <a:off x="5951357" y="5870181"/>
              <a:ext cx="77360" cy="70979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15 w 89217"/>
                <a:gd name="csY3" fmla="*/ 67044 h 81858"/>
                <a:gd name="csX4" fmla="*/ 40132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15" y="67044"/>
                  </a:lnTo>
                  <a:lnTo>
                    <a:pt x="40132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7389BB0E-AA64-8B50-598F-BCE08DD6180E}"/>
                </a:ext>
              </a:extLst>
            </p:cNvPr>
            <p:cNvSpPr/>
            <p:nvPr/>
          </p:nvSpPr>
          <p:spPr>
            <a:xfrm>
              <a:off x="6406372" y="4985883"/>
              <a:ext cx="6332" cy="5701"/>
            </a:xfrm>
            <a:custGeom>
              <a:avLst/>
              <a:gdLst>
                <a:gd name="csX0" fmla="*/ 74 w 7302"/>
                <a:gd name="csY0" fmla="*/ 5178 h 6575"/>
                <a:gd name="csX1" fmla="*/ 5853 w 7302"/>
                <a:gd name="csY1" fmla="*/ 5178 h 6575"/>
                <a:gd name="csX2" fmla="*/ 6933 w 7302"/>
                <a:gd name="csY2" fmla="*/ 422 h 6575"/>
                <a:gd name="csX3" fmla="*/ 74 w 7302"/>
                <a:gd name="csY3" fmla="*/ 5286 h 6575"/>
                <a:gd name="csX4" fmla="*/ 74 w 7302"/>
                <a:gd name="csY4" fmla="*/ 5178 h 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02" h="6575">
                  <a:moveTo>
                    <a:pt x="74" y="5178"/>
                  </a:moveTo>
                  <a:cubicBezTo>
                    <a:pt x="836" y="7451"/>
                    <a:pt x="4075" y="6582"/>
                    <a:pt x="5853" y="5178"/>
                  </a:cubicBezTo>
                  <a:cubicBezTo>
                    <a:pt x="7695" y="3337"/>
                    <a:pt x="7441" y="1070"/>
                    <a:pt x="6933" y="422"/>
                  </a:cubicBezTo>
                  <a:cubicBezTo>
                    <a:pt x="5535" y="-1312"/>
                    <a:pt x="-751" y="2689"/>
                    <a:pt x="74" y="5286"/>
                  </a:cubicBezTo>
                  <a:lnTo>
                    <a:pt x="74" y="51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2114935F-93A9-4C32-0656-0A53FF1E74EE}"/>
                </a:ext>
              </a:extLst>
            </p:cNvPr>
            <p:cNvSpPr/>
            <p:nvPr/>
          </p:nvSpPr>
          <p:spPr>
            <a:xfrm>
              <a:off x="6177382" y="4788960"/>
              <a:ext cx="254491" cy="285237"/>
            </a:xfrm>
            <a:custGeom>
              <a:avLst/>
              <a:gdLst>
                <a:gd name="csX0" fmla="*/ 2349 w 293496"/>
                <a:gd name="csY0" fmla="*/ 153772 h 328955"/>
                <a:gd name="csX1" fmla="*/ 12636 w 293496"/>
                <a:gd name="csY1" fmla="*/ 160693 h 328955"/>
                <a:gd name="csX2" fmla="*/ 18161 w 293496"/>
                <a:gd name="csY2" fmla="*/ 156693 h 328955"/>
                <a:gd name="csX3" fmla="*/ 29083 w 293496"/>
                <a:gd name="csY3" fmla="*/ 157016 h 328955"/>
                <a:gd name="csX4" fmla="*/ 29718 w 293496"/>
                <a:gd name="csY4" fmla="*/ 163830 h 328955"/>
                <a:gd name="csX5" fmla="*/ 18923 w 293496"/>
                <a:gd name="csY5" fmla="*/ 167939 h 328955"/>
                <a:gd name="csX6" fmla="*/ 18923 w 293496"/>
                <a:gd name="csY6" fmla="*/ 168370 h 328955"/>
                <a:gd name="csX7" fmla="*/ 6223 w 293496"/>
                <a:gd name="csY7" fmla="*/ 171939 h 328955"/>
                <a:gd name="csX8" fmla="*/ 4826 w 293496"/>
                <a:gd name="csY8" fmla="*/ 180162 h 328955"/>
                <a:gd name="csX9" fmla="*/ 5397 w 293496"/>
                <a:gd name="csY9" fmla="*/ 180810 h 328955"/>
                <a:gd name="csX10" fmla="*/ 5397 w 293496"/>
                <a:gd name="csY10" fmla="*/ 186106 h 328955"/>
                <a:gd name="csX11" fmla="*/ 826 w 293496"/>
                <a:gd name="csY11" fmla="*/ 192056 h 328955"/>
                <a:gd name="csX12" fmla="*/ 1080 w 293496"/>
                <a:gd name="csY12" fmla="*/ 192056 h 328955"/>
                <a:gd name="csX13" fmla="*/ 137541 w 293496"/>
                <a:gd name="csY13" fmla="*/ 268186 h 328955"/>
                <a:gd name="csX14" fmla="*/ 138938 w 293496"/>
                <a:gd name="csY14" fmla="*/ 277590 h 328955"/>
                <a:gd name="csX15" fmla="*/ 133541 w 293496"/>
                <a:gd name="csY15" fmla="*/ 284728 h 328955"/>
                <a:gd name="csX16" fmla="*/ 195008 w 293496"/>
                <a:gd name="csY16" fmla="*/ 328956 h 328955"/>
                <a:gd name="csX17" fmla="*/ 195770 w 293496"/>
                <a:gd name="csY17" fmla="*/ 325387 h 328955"/>
                <a:gd name="csX18" fmla="*/ 199327 w 293496"/>
                <a:gd name="csY18" fmla="*/ 323983 h 328955"/>
                <a:gd name="csX19" fmla="*/ 203771 w 293496"/>
                <a:gd name="csY19" fmla="*/ 322796 h 328955"/>
                <a:gd name="csX20" fmla="*/ 216471 w 293496"/>
                <a:gd name="csY20" fmla="*/ 298463 h 328955"/>
                <a:gd name="csX21" fmla="*/ 226060 w 293496"/>
                <a:gd name="csY21" fmla="*/ 276943 h 328955"/>
                <a:gd name="csX22" fmla="*/ 231077 w 293496"/>
                <a:gd name="csY22" fmla="*/ 270453 h 328955"/>
                <a:gd name="csX23" fmla="*/ 233426 w 293496"/>
                <a:gd name="csY23" fmla="*/ 253695 h 328955"/>
                <a:gd name="csX24" fmla="*/ 241427 w 293496"/>
                <a:gd name="csY24" fmla="*/ 247314 h 328955"/>
                <a:gd name="csX25" fmla="*/ 251206 w 293496"/>
                <a:gd name="csY25" fmla="*/ 244716 h 328955"/>
                <a:gd name="csX26" fmla="*/ 255715 w 293496"/>
                <a:gd name="csY26" fmla="*/ 239204 h 328955"/>
                <a:gd name="csX27" fmla="*/ 258445 w 293496"/>
                <a:gd name="csY27" fmla="*/ 236391 h 328955"/>
                <a:gd name="csX28" fmla="*/ 260604 w 293496"/>
                <a:gd name="csY28" fmla="*/ 231851 h 328955"/>
                <a:gd name="csX29" fmla="*/ 262572 w 293496"/>
                <a:gd name="csY29" fmla="*/ 226873 h 328955"/>
                <a:gd name="csX30" fmla="*/ 267081 w 293496"/>
                <a:gd name="csY30" fmla="*/ 224174 h 328955"/>
                <a:gd name="csX31" fmla="*/ 276733 w 293496"/>
                <a:gd name="csY31" fmla="*/ 221361 h 328955"/>
                <a:gd name="csX32" fmla="*/ 282893 w 293496"/>
                <a:gd name="csY32" fmla="*/ 212490 h 328955"/>
                <a:gd name="csX33" fmla="*/ 260794 w 293496"/>
                <a:gd name="csY33" fmla="*/ 187732 h 328955"/>
                <a:gd name="csX34" fmla="*/ 260794 w 293496"/>
                <a:gd name="csY34" fmla="*/ 66618 h 328955"/>
                <a:gd name="csX35" fmla="*/ 293497 w 293496"/>
                <a:gd name="csY35" fmla="*/ 24333 h 328955"/>
                <a:gd name="csX36" fmla="*/ 265811 w 293496"/>
                <a:gd name="csY36" fmla="*/ 24873 h 328955"/>
                <a:gd name="csX37" fmla="*/ 253492 w 293496"/>
                <a:gd name="csY37" fmla="*/ 12548 h 328955"/>
                <a:gd name="csX38" fmla="*/ 219773 w 293496"/>
                <a:gd name="csY38" fmla="*/ 27254 h 328955"/>
                <a:gd name="csX39" fmla="*/ 207455 w 293496"/>
                <a:gd name="csY39" fmla="*/ 45422 h 328955"/>
                <a:gd name="csX40" fmla="*/ 169228 w 293496"/>
                <a:gd name="csY40" fmla="*/ 35579 h 328955"/>
                <a:gd name="csX41" fmla="*/ 151956 w 293496"/>
                <a:gd name="csY41" fmla="*/ 37529 h 328955"/>
                <a:gd name="csX42" fmla="*/ 108839 w 293496"/>
                <a:gd name="csY42" fmla="*/ 6058 h 328955"/>
                <a:gd name="csX43" fmla="*/ 83630 w 293496"/>
                <a:gd name="csY43" fmla="*/ 5518 h 328955"/>
                <a:gd name="csX44" fmla="*/ 83566 w 293496"/>
                <a:gd name="csY44" fmla="*/ 5518 h 328955"/>
                <a:gd name="csX45" fmla="*/ 86360 w 293496"/>
                <a:gd name="csY45" fmla="*/ 40335 h 328955"/>
                <a:gd name="csX46" fmla="*/ 97472 w 293496"/>
                <a:gd name="csY46" fmla="*/ 56776 h 328955"/>
                <a:gd name="csX47" fmla="*/ 98234 w 293496"/>
                <a:gd name="csY47" fmla="*/ 56776 h 328955"/>
                <a:gd name="csX48" fmla="*/ 101727 w 293496"/>
                <a:gd name="csY48" fmla="*/ 60560 h 328955"/>
                <a:gd name="csX49" fmla="*/ 98996 w 293496"/>
                <a:gd name="csY49" fmla="*/ 66618 h 328955"/>
                <a:gd name="csX50" fmla="*/ 94361 w 293496"/>
                <a:gd name="csY50" fmla="*/ 64453 h 328955"/>
                <a:gd name="csX51" fmla="*/ 85471 w 293496"/>
                <a:gd name="csY51" fmla="*/ 59912 h 328955"/>
                <a:gd name="csX52" fmla="*/ 79629 w 293496"/>
                <a:gd name="csY52" fmla="*/ 53854 h 328955"/>
                <a:gd name="csX53" fmla="*/ 77470 w 293496"/>
                <a:gd name="csY53" fmla="*/ 45422 h 328955"/>
                <a:gd name="csX54" fmla="*/ 68897 w 293496"/>
                <a:gd name="csY54" fmla="*/ 31363 h 328955"/>
                <a:gd name="csX55" fmla="*/ 73343 w 293496"/>
                <a:gd name="csY55" fmla="*/ 5950 h 328955"/>
                <a:gd name="csX56" fmla="*/ 14033 w 293496"/>
                <a:gd name="csY56" fmla="*/ 0 h 328955"/>
                <a:gd name="csX57" fmla="*/ 0 w 293496"/>
                <a:gd name="csY57" fmla="*/ 13519 h 328955"/>
                <a:gd name="csX58" fmla="*/ 17717 w 293496"/>
                <a:gd name="csY58" fmla="*/ 32118 h 328955"/>
                <a:gd name="csX59" fmla="*/ 15240 w 293496"/>
                <a:gd name="csY59" fmla="*/ 43364 h 328955"/>
                <a:gd name="csX60" fmla="*/ 20447 w 293496"/>
                <a:gd name="csY60" fmla="*/ 58503 h 328955"/>
                <a:gd name="csX61" fmla="*/ 29972 w 293496"/>
                <a:gd name="csY61" fmla="*/ 66294 h 328955"/>
                <a:gd name="csX62" fmla="*/ 35496 w 293496"/>
                <a:gd name="csY62" fmla="*/ 65856 h 328955"/>
                <a:gd name="csX63" fmla="*/ 30797 w 293496"/>
                <a:gd name="csY63" fmla="*/ 71914 h 328955"/>
                <a:gd name="csX64" fmla="*/ 40259 w 293496"/>
                <a:gd name="csY64" fmla="*/ 89110 h 328955"/>
                <a:gd name="csX65" fmla="*/ 30035 w 293496"/>
                <a:gd name="csY65" fmla="*/ 100895 h 328955"/>
                <a:gd name="csX66" fmla="*/ 30924 w 293496"/>
                <a:gd name="csY66" fmla="*/ 108680 h 328955"/>
                <a:gd name="csX67" fmla="*/ 18288 w 293496"/>
                <a:gd name="csY67" fmla="*/ 113874 h 328955"/>
                <a:gd name="csX68" fmla="*/ 14288 w 293496"/>
                <a:gd name="csY68" fmla="*/ 129877 h 328955"/>
                <a:gd name="csX69" fmla="*/ 5397 w 293496"/>
                <a:gd name="csY69" fmla="*/ 132042 h 328955"/>
                <a:gd name="csX70" fmla="*/ 0 w 293496"/>
                <a:gd name="csY70" fmla="*/ 143180 h 328955"/>
                <a:gd name="csX71" fmla="*/ 635 w 293496"/>
                <a:gd name="csY71" fmla="*/ 145123 h 328955"/>
                <a:gd name="csX72" fmla="*/ 2604 w 293496"/>
                <a:gd name="csY72" fmla="*/ 153448 h 328955"/>
                <a:gd name="csX73" fmla="*/ 2349 w 293496"/>
                <a:gd name="csY73" fmla="*/ 153772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293496" h="328955">
                  <a:moveTo>
                    <a:pt x="2349" y="153772"/>
                  </a:moveTo>
                  <a:cubicBezTo>
                    <a:pt x="5842" y="156909"/>
                    <a:pt x="9716" y="165024"/>
                    <a:pt x="12636" y="160693"/>
                  </a:cubicBezTo>
                  <a:cubicBezTo>
                    <a:pt x="13271" y="160153"/>
                    <a:pt x="14669" y="157556"/>
                    <a:pt x="18161" y="156693"/>
                  </a:cubicBezTo>
                  <a:cubicBezTo>
                    <a:pt x="20955" y="156369"/>
                    <a:pt x="26480" y="152692"/>
                    <a:pt x="29083" y="157016"/>
                  </a:cubicBezTo>
                  <a:cubicBezTo>
                    <a:pt x="29528" y="158211"/>
                    <a:pt x="34417" y="163398"/>
                    <a:pt x="29718" y="163830"/>
                  </a:cubicBezTo>
                  <a:cubicBezTo>
                    <a:pt x="26607" y="164478"/>
                    <a:pt x="20193" y="163075"/>
                    <a:pt x="18923" y="167939"/>
                  </a:cubicBezTo>
                  <a:lnTo>
                    <a:pt x="18923" y="168370"/>
                  </a:lnTo>
                  <a:cubicBezTo>
                    <a:pt x="17208" y="174536"/>
                    <a:pt x="9716" y="166319"/>
                    <a:pt x="6223" y="171939"/>
                  </a:cubicBezTo>
                  <a:cubicBezTo>
                    <a:pt x="5906" y="172809"/>
                    <a:pt x="2032" y="176593"/>
                    <a:pt x="4826" y="180162"/>
                  </a:cubicBezTo>
                  <a:lnTo>
                    <a:pt x="5397" y="180810"/>
                  </a:lnTo>
                  <a:cubicBezTo>
                    <a:pt x="6604" y="182213"/>
                    <a:pt x="6604" y="184703"/>
                    <a:pt x="5397" y="186106"/>
                  </a:cubicBezTo>
                  <a:lnTo>
                    <a:pt x="826" y="192056"/>
                  </a:lnTo>
                  <a:lnTo>
                    <a:pt x="1080" y="192056"/>
                  </a:lnTo>
                  <a:lnTo>
                    <a:pt x="137541" y="268186"/>
                  </a:lnTo>
                  <a:lnTo>
                    <a:pt x="138938" y="277590"/>
                  </a:lnTo>
                  <a:lnTo>
                    <a:pt x="133541" y="284728"/>
                  </a:lnTo>
                  <a:lnTo>
                    <a:pt x="195008" y="328956"/>
                  </a:lnTo>
                  <a:cubicBezTo>
                    <a:pt x="195580" y="326796"/>
                    <a:pt x="195897" y="325279"/>
                    <a:pt x="195770" y="325387"/>
                  </a:cubicBezTo>
                  <a:cubicBezTo>
                    <a:pt x="196532" y="322250"/>
                    <a:pt x="200025" y="324091"/>
                    <a:pt x="199327" y="323983"/>
                  </a:cubicBezTo>
                  <a:cubicBezTo>
                    <a:pt x="200851" y="324955"/>
                    <a:pt x="202946" y="324415"/>
                    <a:pt x="203771" y="322796"/>
                  </a:cubicBezTo>
                  <a:cubicBezTo>
                    <a:pt x="213741" y="304629"/>
                    <a:pt x="214947" y="302679"/>
                    <a:pt x="216471" y="298463"/>
                  </a:cubicBezTo>
                  <a:cubicBezTo>
                    <a:pt x="222314" y="281699"/>
                    <a:pt x="222377" y="279324"/>
                    <a:pt x="226060" y="276943"/>
                  </a:cubicBezTo>
                  <a:cubicBezTo>
                    <a:pt x="226758" y="276403"/>
                    <a:pt x="230949" y="274885"/>
                    <a:pt x="231077" y="270453"/>
                  </a:cubicBezTo>
                  <a:cubicBezTo>
                    <a:pt x="231267" y="260071"/>
                    <a:pt x="230822" y="256940"/>
                    <a:pt x="233426" y="253695"/>
                  </a:cubicBezTo>
                  <a:cubicBezTo>
                    <a:pt x="234632" y="252502"/>
                    <a:pt x="236792" y="247853"/>
                    <a:pt x="241427" y="247314"/>
                  </a:cubicBezTo>
                  <a:cubicBezTo>
                    <a:pt x="244284" y="246990"/>
                    <a:pt x="247841" y="246882"/>
                    <a:pt x="251206" y="244716"/>
                  </a:cubicBezTo>
                  <a:cubicBezTo>
                    <a:pt x="251841" y="244177"/>
                    <a:pt x="256604" y="242018"/>
                    <a:pt x="255715" y="239204"/>
                  </a:cubicBezTo>
                  <a:cubicBezTo>
                    <a:pt x="255080" y="237039"/>
                    <a:pt x="259080" y="236176"/>
                    <a:pt x="258445" y="236391"/>
                  </a:cubicBezTo>
                  <a:cubicBezTo>
                    <a:pt x="262128" y="235852"/>
                    <a:pt x="260731" y="231311"/>
                    <a:pt x="260604" y="231851"/>
                  </a:cubicBezTo>
                  <a:cubicBezTo>
                    <a:pt x="260096" y="230118"/>
                    <a:pt x="260921" y="227851"/>
                    <a:pt x="262572" y="226873"/>
                  </a:cubicBezTo>
                  <a:lnTo>
                    <a:pt x="267081" y="224174"/>
                  </a:lnTo>
                  <a:cubicBezTo>
                    <a:pt x="271463" y="221577"/>
                    <a:pt x="273939" y="225254"/>
                    <a:pt x="276733" y="221361"/>
                  </a:cubicBezTo>
                  <a:cubicBezTo>
                    <a:pt x="279019" y="218116"/>
                    <a:pt x="281051" y="215195"/>
                    <a:pt x="282893" y="212490"/>
                  </a:cubicBezTo>
                  <a:lnTo>
                    <a:pt x="260794" y="187732"/>
                  </a:lnTo>
                  <a:lnTo>
                    <a:pt x="260794" y="66618"/>
                  </a:lnTo>
                  <a:lnTo>
                    <a:pt x="293497" y="24333"/>
                  </a:lnTo>
                  <a:lnTo>
                    <a:pt x="265811" y="24873"/>
                  </a:lnTo>
                  <a:lnTo>
                    <a:pt x="253492" y="12548"/>
                  </a:lnTo>
                  <a:lnTo>
                    <a:pt x="219773" y="27254"/>
                  </a:lnTo>
                  <a:lnTo>
                    <a:pt x="207455" y="45422"/>
                  </a:lnTo>
                  <a:lnTo>
                    <a:pt x="169228" y="35579"/>
                  </a:lnTo>
                  <a:lnTo>
                    <a:pt x="151956" y="37529"/>
                  </a:lnTo>
                  <a:lnTo>
                    <a:pt x="108839" y="6058"/>
                  </a:lnTo>
                  <a:lnTo>
                    <a:pt x="83630" y="5518"/>
                  </a:lnTo>
                  <a:lnTo>
                    <a:pt x="83566" y="5518"/>
                  </a:lnTo>
                  <a:cubicBezTo>
                    <a:pt x="84709" y="35687"/>
                    <a:pt x="84645" y="36767"/>
                    <a:pt x="86360" y="40335"/>
                  </a:cubicBezTo>
                  <a:cubicBezTo>
                    <a:pt x="92393" y="52775"/>
                    <a:pt x="93028" y="56343"/>
                    <a:pt x="97472" y="56776"/>
                  </a:cubicBezTo>
                  <a:lnTo>
                    <a:pt x="98234" y="56776"/>
                  </a:lnTo>
                  <a:cubicBezTo>
                    <a:pt x="100076" y="56991"/>
                    <a:pt x="101727" y="58719"/>
                    <a:pt x="101727" y="60560"/>
                  </a:cubicBezTo>
                  <a:cubicBezTo>
                    <a:pt x="102171" y="73425"/>
                    <a:pt x="103251" y="65748"/>
                    <a:pt x="98996" y="66618"/>
                  </a:cubicBezTo>
                  <a:cubicBezTo>
                    <a:pt x="98361" y="66618"/>
                    <a:pt x="95568" y="67158"/>
                    <a:pt x="94361" y="64453"/>
                  </a:cubicBezTo>
                  <a:cubicBezTo>
                    <a:pt x="90488" y="55696"/>
                    <a:pt x="89598" y="61747"/>
                    <a:pt x="85471" y="59912"/>
                  </a:cubicBezTo>
                  <a:cubicBezTo>
                    <a:pt x="84836" y="59373"/>
                    <a:pt x="79629" y="58287"/>
                    <a:pt x="79629" y="53854"/>
                  </a:cubicBezTo>
                  <a:cubicBezTo>
                    <a:pt x="79502" y="52991"/>
                    <a:pt x="80201" y="48775"/>
                    <a:pt x="77470" y="45422"/>
                  </a:cubicBezTo>
                  <a:cubicBezTo>
                    <a:pt x="72834" y="39796"/>
                    <a:pt x="68135" y="35903"/>
                    <a:pt x="68897" y="31363"/>
                  </a:cubicBezTo>
                  <a:cubicBezTo>
                    <a:pt x="72263" y="11360"/>
                    <a:pt x="73343" y="5950"/>
                    <a:pt x="73343" y="5950"/>
                  </a:cubicBezTo>
                  <a:lnTo>
                    <a:pt x="14033" y="0"/>
                  </a:lnTo>
                  <a:lnTo>
                    <a:pt x="0" y="13519"/>
                  </a:lnTo>
                  <a:lnTo>
                    <a:pt x="17717" y="32118"/>
                  </a:lnTo>
                  <a:lnTo>
                    <a:pt x="15240" y="43364"/>
                  </a:lnTo>
                  <a:lnTo>
                    <a:pt x="20447" y="58503"/>
                  </a:lnTo>
                  <a:lnTo>
                    <a:pt x="29972" y="66294"/>
                  </a:lnTo>
                  <a:lnTo>
                    <a:pt x="35496" y="65856"/>
                  </a:lnTo>
                  <a:lnTo>
                    <a:pt x="30797" y="71914"/>
                  </a:lnTo>
                  <a:lnTo>
                    <a:pt x="40259" y="89110"/>
                  </a:lnTo>
                  <a:lnTo>
                    <a:pt x="30035" y="100895"/>
                  </a:lnTo>
                  <a:lnTo>
                    <a:pt x="30924" y="108680"/>
                  </a:lnTo>
                  <a:lnTo>
                    <a:pt x="18288" y="113874"/>
                  </a:lnTo>
                  <a:lnTo>
                    <a:pt x="14288" y="129877"/>
                  </a:lnTo>
                  <a:lnTo>
                    <a:pt x="5397" y="132042"/>
                  </a:lnTo>
                  <a:lnTo>
                    <a:pt x="0" y="143180"/>
                  </a:lnTo>
                  <a:cubicBezTo>
                    <a:pt x="0" y="143180"/>
                    <a:pt x="762" y="144259"/>
                    <a:pt x="635" y="145123"/>
                  </a:cubicBezTo>
                  <a:cubicBezTo>
                    <a:pt x="635" y="145879"/>
                    <a:pt x="-318" y="150095"/>
                    <a:pt x="2604" y="153448"/>
                  </a:cubicBezTo>
                  <a:lnTo>
                    <a:pt x="2349" y="153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BB77E319-6DDF-707C-0477-9434AE0EB483}"/>
                </a:ext>
              </a:extLst>
            </p:cNvPr>
            <p:cNvSpPr/>
            <p:nvPr/>
          </p:nvSpPr>
          <p:spPr>
            <a:xfrm>
              <a:off x="7588209" y="6238940"/>
              <a:ext cx="7318" cy="5438"/>
            </a:xfrm>
            <a:custGeom>
              <a:avLst/>
              <a:gdLst>
                <a:gd name="csX0" fmla="*/ 0 w 8440"/>
                <a:gd name="csY0" fmla="*/ 3595 h 6271"/>
                <a:gd name="csX1" fmla="*/ 8382 w 8440"/>
                <a:gd name="csY1" fmla="*/ 2299 h 6271"/>
                <a:gd name="csX2" fmla="*/ 0 w 8440"/>
                <a:gd name="csY2" fmla="*/ 3595 h 6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40" h="6271">
                  <a:moveTo>
                    <a:pt x="0" y="3595"/>
                  </a:moveTo>
                  <a:cubicBezTo>
                    <a:pt x="1016" y="6624"/>
                    <a:pt x="9208" y="8135"/>
                    <a:pt x="8382" y="2299"/>
                  </a:cubicBezTo>
                  <a:cubicBezTo>
                    <a:pt x="7176" y="-1054"/>
                    <a:pt x="318" y="-838"/>
                    <a:pt x="0" y="35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214839BD-9108-DCF8-7347-E46DF670F787}"/>
                </a:ext>
              </a:extLst>
            </p:cNvPr>
            <p:cNvSpPr/>
            <p:nvPr/>
          </p:nvSpPr>
          <p:spPr>
            <a:xfrm>
              <a:off x="6458083" y="5477680"/>
              <a:ext cx="4680" cy="3749"/>
            </a:xfrm>
            <a:custGeom>
              <a:avLst/>
              <a:gdLst>
                <a:gd name="csX0" fmla="*/ 5397 w 5397"/>
                <a:gd name="csY0" fmla="*/ 2159 h 4324"/>
                <a:gd name="csX1" fmla="*/ 2667 w 5397"/>
                <a:gd name="csY1" fmla="*/ 4325 h 4324"/>
                <a:gd name="csX2" fmla="*/ 0 w 5397"/>
                <a:gd name="csY2" fmla="*/ 2159 h 4324"/>
                <a:gd name="csX3" fmla="*/ 2667 w 5397"/>
                <a:gd name="csY3" fmla="*/ 0 h 4324"/>
                <a:gd name="csX4" fmla="*/ 5397 w 5397"/>
                <a:gd name="csY4" fmla="*/ 2159 h 4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97" h="4324">
                  <a:moveTo>
                    <a:pt x="5397" y="2159"/>
                  </a:moveTo>
                  <a:cubicBezTo>
                    <a:pt x="5397" y="3346"/>
                    <a:pt x="4191" y="4325"/>
                    <a:pt x="2667" y="4325"/>
                  </a:cubicBezTo>
                  <a:cubicBezTo>
                    <a:pt x="1207" y="4325"/>
                    <a:pt x="0" y="3346"/>
                    <a:pt x="0" y="2159"/>
                  </a:cubicBezTo>
                  <a:cubicBezTo>
                    <a:pt x="0" y="972"/>
                    <a:pt x="1207" y="0"/>
                    <a:pt x="2667" y="0"/>
                  </a:cubicBezTo>
                  <a:cubicBezTo>
                    <a:pt x="4191" y="0"/>
                    <a:pt x="5397" y="972"/>
                    <a:pt x="5397" y="2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064C322A-A2EA-40CA-6762-BE3CD323866E}"/>
                </a:ext>
              </a:extLst>
            </p:cNvPr>
            <p:cNvSpPr/>
            <p:nvPr/>
          </p:nvSpPr>
          <p:spPr>
            <a:xfrm>
              <a:off x="7306317" y="6676399"/>
              <a:ext cx="56436" cy="48268"/>
            </a:xfrm>
            <a:custGeom>
              <a:avLst/>
              <a:gdLst>
                <a:gd name="csX0" fmla="*/ 61001 w 65086"/>
                <a:gd name="csY0" fmla="*/ 21903 h 55666"/>
                <a:gd name="csX1" fmla="*/ 33505 w 65086"/>
                <a:gd name="csY1" fmla="*/ 30158 h 55666"/>
                <a:gd name="csX2" fmla="*/ 26583 w 65086"/>
                <a:gd name="csY2" fmla="*/ 29205 h 55666"/>
                <a:gd name="csX3" fmla="*/ 30584 w 65086"/>
                <a:gd name="csY3" fmla="*/ 21204 h 55666"/>
                <a:gd name="csX4" fmla="*/ 29441 w 65086"/>
                <a:gd name="csY4" fmla="*/ 12949 h 55666"/>
                <a:gd name="csX5" fmla="*/ 14836 w 65086"/>
                <a:gd name="csY5" fmla="*/ 19236 h 55666"/>
                <a:gd name="csX6" fmla="*/ 13630 w 65086"/>
                <a:gd name="csY6" fmla="*/ 7552 h 55666"/>
                <a:gd name="csX7" fmla="*/ 9946 w 65086"/>
                <a:gd name="csY7" fmla="*/ 312 h 55666"/>
                <a:gd name="csX8" fmla="*/ 612 w 65086"/>
                <a:gd name="csY8" fmla="*/ 18347 h 55666"/>
                <a:gd name="csX9" fmla="*/ 2898 w 65086"/>
                <a:gd name="csY9" fmla="*/ 30349 h 55666"/>
                <a:gd name="csX10" fmla="*/ 612 w 65086"/>
                <a:gd name="csY10" fmla="*/ 44762 h 55666"/>
                <a:gd name="csX11" fmla="*/ 549 w 65086"/>
                <a:gd name="csY11" fmla="*/ 53208 h 55666"/>
                <a:gd name="csX12" fmla="*/ 11026 w 65086"/>
                <a:gd name="csY12" fmla="*/ 52891 h 55666"/>
                <a:gd name="csX13" fmla="*/ 12677 w 65086"/>
                <a:gd name="csY13" fmla="*/ 48319 h 55666"/>
                <a:gd name="csX14" fmla="*/ 12296 w 65086"/>
                <a:gd name="csY14" fmla="*/ 47748 h 55666"/>
                <a:gd name="csX15" fmla="*/ 18837 w 65086"/>
                <a:gd name="csY15" fmla="*/ 43873 h 55666"/>
                <a:gd name="csX16" fmla="*/ 22393 w 65086"/>
                <a:gd name="csY16" fmla="*/ 48192 h 55666"/>
                <a:gd name="csX17" fmla="*/ 28044 w 65086"/>
                <a:gd name="csY17" fmla="*/ 50478 h 55666"/>
                <a:gd name="csX18" fmla="*/ 39728 w 65086"/>
                <a:gd name="csY18" fmla="*/ 50923 h 55666"/>
                <a:gd name="csX19" fmla="*/ 47793 w 65086"/>
                <a:gd name="csY19" fmla="*/ 54669 h 55666"/>
                <a:gd name="csX20" fmla="*/ 57699 w 65086"/>
                <a:gd name="csY20" fmla="*/ 49081 h 55666"/>
                <a:gd name="csX21" fmla="*/ 41443 w 65086"/>
                <a:gd name="csY21" fmla="*/ 42794 h 55666"/>
                <a:gd name="csX22" fmla="*/ 42331 w 65086"/>
                <a:gd name="csY22" fmla="*/ 38667 h 55666"/>
                <a:gd name="csX23" fmla="*/ 62842 w 65086"/>
                <a:gd name="csY23" fmla="*/ 36190 h 55666"/>
                <a:gd name="csX24" fmla="*/ 61001 w 65086"/>
                <a:gd name="csY24" fmla="*/ 22157 h 55666"/>
                <a:gd name="csX25" fmla="*/ 61001 w 65086"/>
                <a:gd name="csY25" fmla="*/ 21903 h 5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5086" h="55666">
                  <a:moveTo>
                    <a:pt x="61001" y="21903"/>
                  </a:moveTo>
                  <a:cubicBezTo>
                    <a:pt x="59286" y="17394"/>
                    <a:pt x="57000" y="19680"/>
                    <a:pt x="33505" y="30158"/>
                  </a:cubicBezTo>
                  <a:cubicBezTo>
                    <a:pt x="29949" y="31745"/>
                    <a:pt x="27155" y="29396"/>
                    <a:pt x="26583" y="29205"/>
                  </a:cubicBezTo>
                  <a:cubicBezTo>
                    <a:pt x="22266" y="26602"/>
                    <a:pt x="29187" y="22919"/>
                    <a:pt x="30584" y="21204"/>
                  </a:cubicBezTo>
                  <a:cubicBezTo>
                    <a:pt x="34204" y="18029"/>
                    <a:pt x="29758" y="13902"/>
                    <a:pt x="29441" y="12949"/>
                  </a:cubicBezTo>
                  <a:cubicBezTo>
                    <a:pt x="25314" y="6662"/>
                    <a:pt x="20868" y="22601"/>
                    <a:pt x="14836" y="19236"/>
                  </a:cubicBezTo>
                  <a:cubicBezTo>
                    <a:pt x="10836" y="17077"/>
                    <a:pt x="13503" y="10473"/>
                    <a:pt x="13630" y="7552"/>
                  </a:cubicBezTo>
                  <a:cubicBezTo>
                    <a:pt x="14392" y="2916"/>
                    <a:pt x="10455" y="948"/>
                    <a:pt x="9946" y="312"/>
                  </a:cubicBezTo>
                  <a:cubicBezTo>
                    <a:pt x="6391" y="-2799"/>
                    <a:pt x="612" y="18347"/>
                    <a:pt x="612" y="18347"/>
                  </a:cubicBezTo>
                  <a:cubicBezTo>
                    <a:pt x="-975" y="23236"/>
                    <a:pt x="2136" y="27745"/>
                    <a:pt x="2898" y="30349"/>
                  </a:cubicBezTo>
                  <a:cubicBezTo>
                    <a:pt x="4930" y="35555"/>
                    <a:pt x="1628" y="40508"/>
                    <a:pt x="612" y="44762"/>
                  </a:cubicBezTo>
                  <a:cubicBezTo>
                    <a:pt x="-658" y="48954"/>
                    <a:pt x="421" y="52510"/>
                    <a:pt x="549" y="53208"/>
                  </a:cubicBezTo>
                  <a:cubicBezTo>
                    <a:pt x="1628" y="58606"/>
                    <a:pt x="7978" y="53525"/>
                    <a:pt x="11026" y="52891"/>
                  </a:cubicBezTo>
                  <a:cubicBezTo>
                    <a:pt x="12741" y="52192"/>
                    <a:pt x="13503" y="50161"/>
                    <a:pt x="12677" y="48319"/>
                  </a:cubicBezTo>
                  <a:lnTo>
                    <a:pt x="12296" y="47748"/>
                  </a:lnTo>
                  <a:cubicBezTo>
                    <a:pt x="10264" y="43429"/>
                    <a:pt x="15916" y="40318"/>
                    <a:pt x="18837" y="43873"/>
                  </a:cubicBezTo>
                  <a:lnTo>
                    <a:pt x="22393" y="48192"/>
                  </a:lnTo>
                  <a:cubicBezTo>
                    <a:pt x="23663" y="49716"/>
                    <a:pt x="26203" y="50668"/>
                    <a:pt x="28044" y="50478"/>
                  </a:cubicBezTo>
                  <a:cubicBezTo>
                    <a:pt x="27472" y="50478"/>
                    <a:pt x="35283" y="48763"/>
                    <a:pt x="39728" y="50923"/>
                  </a:cubicBezTo>
                  <a:lnTo>
                    <a:pt x="47793" y="54669"/>
                  </a:lnTo>
                  <a:cubicBezTo>
                    <a:pt x="52492" y="56891"/>
                    <a:pt x="55603" y="50668"/>
                    <a:pt x="57699" y="49081"/>
                  </a:cubicBezTo>
                  <a:cubicBezTo>
                    <a:pt x="62842" y="43556"/>
                    <a:pt x="45761" y="49271"/>
                    <a:pt x="41443" y="42794"/>
                  </a:cubicBezTo>
                  <a:cubicBezTo>
                    <a:pt x="41569" y="43429"/>
                    <a:pt x="38649" y="39111"/>
                    <a:pt x="42331" y="38667"/>
                  </a:cubicBezTo>
                  <a:lnTo>
                    <a:pt x="62842" y="36190"/>
                  </a:lnTo>
                  <a:cubicBezTo>
                    <a:pt x="68176" y="35555"/>
                    <a:pt x="62525" y="27745"/>
                    <a:pt x="61001" y="22157"/>
                  </a:cubicBezTo>
                  <a:lnTo>
                    <a:pt x="61001" y="219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D9D489F8-B5D3-55E8-5A40-7C3D271709F0}"/>
                </a:ext>
              </a:extLst>
            </p:cNvPr>
            <p:cNvSpPr/>
            <p:nvPr/>
          </p:nvSpPr>
          <p:spPr>
            <a:xfrm>
              <a:off x="6749267" y="6570916"/>
              <a:ext cx="9555" cy="8502"/>
            </a:xfrm>
            <a:custGeom>
              <a:avLst/>
              <a:gdLst>
                <a:gd name="csX0" fmla="*/ 8802 w 11019"/>
                <a:gd name="csY0" fmla="*/ 1249 h 9805"/>
                <a:gd name="csX1" fmla="*/ 356 w 11019"/>
                <a:gd name="csY1" fmla="*/ 2582 h 9805"/>
                <a:gd name="csX2" fmla="*/ 166 w 11019"/>
                <a:gd name="csY2" fmla="*/ 3662 h 9805"/>
                <a:gd name="csX3" fmla="*/ 2324 w 11019"/>
                <a:gd name="csY3" fmla="*/ 8424 h 9805"/>
                <a:gd name="csX4" fmla="*/ 9881 w 11019"/>
                <a:gd name="csY4" fmla="*/ 7535 h 9805"/>
                <a:gd name="csX5" fmla="*/ 8929 w 11019"/>
                <a:gd name="csY5" fmla="*/ 1376 h 9805"/>
                <a:gd name="csX6" fmla="*/ 8802 w 11019"/>
                <a:gd name="csY6" fmla="*/ 1249 h 9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19" h="9805">
                  <a:moveTo>
                    <a:pt x="8802" y="1249"/>
                  </a:moveTo>
                  <a:cubicBezTo>
                    <a:pt x="8802" y="1249"/>
                    <a:pt x="1626" y="-2307"/>
                    <a:pt x="356" y="2582"/>
                  </a:cubicBezTo>
                  <a:lnTo>
                    <a:pt x="166" y="3662"/>
                  </a:lnTo>
                  <a:cubicBezTo>
                    <a:pt x="-406" y="5630"/>
                    <a:pt x="546" y="7789"/>
                    <a:pt x="2324" y="8424"/>
                  </a:cubicBezTo>
                  <a:cubicBezTo>
                    <a:pt x="3277" y="8551"/>
                    <a:pt x="7912" y="11980"/>
                    <a:pt x="9881" y="7535"/>
                  </a:cubicBezTo>
                  <a:cubicBezTo>
                    <a:pt x="9881" y="6900"/>
                    <a:pt x="12993" y="2582"/>
                    <a:pt x="8929" y="1376"/>
                  </a:cubicBezTo>
                  <a:lnTo>
                    <a:pt x="8802" y="1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A717D3C9-0F25-3CBB-B183-881CF1AA64DD}"/>
                </a:ext>
              </a:extLst>
            </p:cNvPr>
            <p:cNvSpPr/>
            <p:nvPr/>
          </p:nvSpPr>
          <p:spPr>
            <a:xfrm>
              <a:off x="6765709" y="6570309"/>
              <a:ext cx="7583" cy="9110"/>
            </a:xfrm>
            <a:custGeom>
              <a:avLst/>
              <a:gdLst>
                <a:gd name="csX0" fmla="*/ 5524 w 8745"/>
                <a:gd name="csY0" fmla="*/ 489 h 10506"/>
                <a:gd name="csX1" fmla="*/ 1333 w 8745"/>
                <a:gd name="csY1" fmla="*/ 7283 h 10506"/>
                <a:gd name="csX2" fmla="*/ 8635 w 8745"/>
                <a:gd name="csY2" fmla="*/ 8236 h 10506"/>
                <a:gd name="csX3" fmla="*/ 5524 w 8745"/>
                <a:gd name="csY3" fmla="*/ 489 h 10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45" h="10506">
                  <a:moveTo>
                    <a:pt x="5524" y="489"/>
                  </a:moveTo>
                  <a:cubicBezTo>
                    <a:pt x="4254" y="1758"/>
                    <a:pt x="-2921" y="4553"/>
                    <a:pt x="1333" y="7283"/>
                  </a:cubicBezTo>
                  <a:cubicBezTo>
                    <a:pt x="3047" y="7918"/>
                    <a:pt x="8762" y="13570"/>
                    <a:pt x="8635" y="8236"/>
                  </a:cubicBezTo>
                  <a:cubicBezTo>
                    <a:pt x="8635" y="8236"/>
                    <a:pt x="9652" y="-2369"/>
                    <a:pt x="5524" y="4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55EC98D4-2FFC-D4F5-EA7E-81619816D54E}"/>
                </a:ext>
              </a:extLst>
            </p:cNvPr>
            <p:cNvSpPr/>
            <p:nvPr/>
          </p:nvSpPr>
          <p:spPr>
            <a:xfrm>
              <a:off x="6701613" y="6557400"/>
              <a:ext cx="6919" cy="6395"/>
            </a:xfrm>
            <a:custGeom>
              <a:avLst/>
              <a:gdLst>
                <a:gd name="csX0" fmla="*/ 7372 w 7979"/>
                <a:gd name="csY0" fmla="*/ 1914 h 7375"/>
                <a:gd name="csX1" fmla="*/ 5 w 7979"/>
                <a:gd name="csY1" fmla="*/ 4073 h 7375"/>
                <a:gd name="csX2" fmla="*/ 5403 w 7979"/>
                <a:gd name="csY2" fmla="*/ 7375 h 7375"/>
                <a:gd name="csX3" fmla="*/ 7879 w 7979"/>
                <a:gd name="csY3" fmla="*/ 3756 h 7375"/>
                <a:gd name="csX4" fmla="*/ 7499 w 7979"/>
                <a:gd name="csY4" fmla="*/ 1914 h 7375"/>
                <a:gd name="csX5" fmla="*/ 7372 w 7979"/>
                <a:gd name="csY5" fmla="*/ 1914 h 7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79" h="7375">
                  <a:moveTo>
                    <a:pt x="7372" y="1914"/>
                  </a:moveTo>
                  <a:cubicBezTo>
                    <a:pt x="6165" y="-2722"/>
                    <a:pt x="132" y="2295"/>
                    <a:pt x="5" y="4073"/>
                  </a:cubicBezTo>
                  <a:cubicBezTo>
                    <a:pt x="-185" y="8201"/>
                    <a:pt x="4768" y="7121"/>
                    <a:pt x="5403" y="7375"/>
                  </a:cubicBezTo>
                  <a:cubicBezTo>
                    <a:pt x="7244" y="7375"/>
                    <a:pt x="8324" y="5724"/>
                    <a:pt x="7879" y="3756"/>
                  </a:cubicBezTo>
                  <a:lnTo>
                    <a:pt x="7499" y="1914"/>
                  </a:lnTo>
                  <a:lnTo>
                    <a:pt x="7372" y="19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1D1818AA-6A51-E970-9874-4946D4550498}"/>
                </a:ext>
              </a:extLst>
            </p:cNvPr>
            <p:cNvSpPr/>
            <p:nvPr/>
          </p:nvSpPr>
          <p:spPr>
            <a:xfrm>
              <a:off x="7589695" y="6202678"/>
              <a:ext cx="6781" cy="10769"/>
            </a:xfrm>
            <a:custGeom>
              <a:avLst/>
              <a:gdLst>
                <a:gd name="csX0" fmla="*/ 3303 w 7820"/>
                <a:gd name="csY0" fmla="*/ 0 h 12420"/>
                <a:gd name="csX1" fmla="*/ 4891 w 7820"/>
                <a:gd name="csY1" fmla="*/ 12325 h 12420"/>
                <a:gd name="csX2" fmla="*/ 3303 w 7820"/>
                <a:gd name="csY2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820" h="12420">
                  <a:moveTo>
                    <a:pt x="3303" y="0"/>
                  </a:moveTo>
                  <a:cubicBezTo>
                    <a:pt x="-380" y="1295"/>
                    <a:pt x="-2348" y="13621"/>
                    <a:pt x="4891" y="12325"/>
                  </a:cubicBezTo>
                  <a:cubicBezTo>
                    <a:pt x="9145" y="10490"/>
                    <a:pt x="8891" y="540"/>
                    <a:pt x="33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243570B5-C388-68BD-871B-EBF8B32810FE}"/>
                </a:ext>
              </a:extLst>
            </p:cNvPr>
            <p:cNvSpPr/>
            <p:nvPr/>
          </p:nvSpPr>
          <p:spPr>
            <a:xfrm>
              <a:off x="4543674" y="4572982"/>
              <a:ext cx="10234" cy="4425"/>
            </a:xfrm>
            <a:custGeom>
              <a:avLst/>
              <a:gdLst>
                <a:gd name="csX0" fmla="*/ 553 w 11803"/>
                <a:gd name="csY0" fmla="*/ 2961 h 5103"/>
                <a:gd name="csX1" fmla="*/ 1855 w 11803"/>
                <a:gd name="csY1" fmla="*/ 5018 h 5103"/>
                <a:gd name="csX2" fmla="*/ 2718 w 11803"/>
                <a:gd name="csY2" fmla="*/ 4802 h 5103"/>
                <a:gd name="csX3" fmla="*/ 11704 w 11803"/>
                <a:gd name="csY3" fmla="*/ 2853 h 5103"/>
                <a:gd name="csX4" fmla="*/ 661 w 11803"/>
                <a:gd name="csY4" fmla="*/ 2853 h 5103"/>
                <a:gd name="csX5" fmla="*/ 553 w 11803"/>
                <a:gd name="csY5" fmla="*/ 2961 h 5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03" h="5103">
                  <a:moveTo>
                    <a:pt x="553" y="2961"/>
                  </a:moveTo>
                  <a:cubicBezTo>
                    <a:pt x="769" y="2421"/>
                    <a:pt x="-1504" y="5666"/>
                    <a:pt x="1855" y="5018"/>
                  </a:cubicBezTo>
                  <a:lnTo>
                    <a:pt x="2718" y="4802"/>
                  </a:lnTo>
                  <a:cubicBezTo>
                    <a:pt x="7697" y="3824"/>
                    <a:pt x="12567" y="6745"/>
                    <a:pt x="11704" y="2853"/>
                  </a:cubicBezTo>
                  <a:cubicBezTo>
                    <a:pt x="10726" y="-1472"/>
                    <a:pt x="3150" y="-392"/>
                    <a:pt x="661" y="2853"/>
                  </a:cubicBezTo>
                  <a:lnTo>
                    <a:pt x="553" y="2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3D40304A-28C8-C20C-E90A-64D38395C5CC}"/>
                </a:ext>
              </a:extLst>
            </p:cNvPr>
            <p:cNvSpPr/>
            <p:nvPr/>
          </p:nvSpPr>
          <p:spPr>
            <a:xfrm>
              <a:off x="4548513" y="4558275"/>
              <a:ext cx="5817" cy="6150"/>
            </a:xfrm>
            <a:custGeom>
              <a:avLst/>
              <a:gdLst>
                <a:gd name="csX0" fmla="*/ 2339 w 6708"/>
                <a:gd name="csY0" fmla="*/ 1107 h 7093"/>
                <a:gd name="csX1" fmla="*/ 2009 w 6708"/>
                <a:gd name="csY1" fmla="*/ 7057 h 7093"/>
                <a:gd name="csX2" fmla="*/ 6339 w 6708"/>
                <a:gd name="csY2" fmla="*/ 3380 h 7093"/>
                <a:gd name="csX3" fmla="*/ 2339 w 6708"/>
                <a:gd name="csY3" fmla="*/ 1215 h 7093"/>
                <a:gd name="csX4" fmla="*/ 2339 w 6708"/>
                <a:gd name="csY4" fmla="*/ 1107 h 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8" h="7093">
                  <a:moveTo>
                    <a:pt x="2339" y="1107"/>
                  </a:moveTo>
                  <a:cubicBezTo>
                    <a:pt x="2009" y="2079"/>
                    <a:pt x="-2538" y="7596"/>
                    <a:pt x="2009" y="7057"/>
                  </a:cubicBezTo>
                  <a:cubicBezTo>
                    <a:pt x="2555" y="6841"/>
                    <a:pt x="8181" y="7273"/>
                    <a:pt x="6339" y="3380"/>
                  </a:cubicBezTo>
                  <a:cubicBezTo>
                    <a:pt x="6339" y="3380"/>
                    <a:pt x="4498" y="-2462"/>
                    <a:pt x="2339" y="1215"/>
                  </a:cubicBezTo>
                  <a:lnTo>
                    <a:pt x="2339" y="11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A597F0E7-EDEE-EE91-48B9-BCAD0CEA36EA}"/>
                </a:ext>
              </a:extLst>
            </p:cNvPr>
            <p:cNvSpPr/>
            <p:nvPr/>
          </p:nvSpPr>
          <p:spPr>
            <a:xfrm>
              <a:off x="4538572" y="4566356"/>
              <a:ext cx="6836" cy="5275"/>
            </a:xfrm>
            <a:custGeom>
              <a:avLst/>
              <a:gdLst>
                <a:gd name="csX0" fmla="*/ 7306 w 7884"/>
                <a:gd name="csY0" fmla="*/ 3358 h 6083"/>
                <a:gd name="csX1" fmla="*/ 5363 w 7884"/>
                <a:gd name="csY1" fmla="*/ 112 h 6083"/>
                <a:gd name="csX2" fmla="*/ 385 w 7884"/>
                <a:gd name="csY2" fmla="*/ 2710 h 6083"/>
                <a:gd name="csX3" fmla="*/ 1896 w 7884"/>
                <a:gd name="csY3" fmla="*/ 6062 h 6083"/>
                <a:gd name="csX4" fmla="*/ 7198 w 7884"/>
                <a:gd name="csY4" fmla="*/ 3358 h 6083"/>
                <a:gd name="csX5" fmla="*/ 7306 w 7884"/>
                <a:gd name="csY5" fmla="*/ 3358 h 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4" h="6083">
                  <a:moveTo>
                    <a:pt x="7306" y="3358"/>
                  </a:moveTo>
                  <a:cubicBezTo>
                    <a:pt x="9472" y="436"/>
                    <a:pt x="4817" y="-319"/>
                    <a:pt x="5363" y="112"/>
                  </a:cubicBezTo>
                  <a:cubicBezTo>
                    <a:pt x="2004" y="-427"/>
                    <a:pt x="-161" y="3249"/>
                    <a:pt x="385" y="2710"/>
                  </a:cubicBezTo>
                  <a:cubicBezTo>
                    <a:pt x="-485" y="4329"/>
                    <a:pt x="163" y="5847"/>
                    <a:pt x="1896" y="6062"/>
                  </a:cubicBezTo>
                  <a:cubicBezTo>
                    <a:pt x="5141" y="6386"/>
                    <a:pt x="7852" y="2925"/>
                    <a:pt x="7198" y="3358"/>
                  </a:cubicBezTo>
                  <a:lnTo>
                    <a:pt x="7306" y="3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EDDE668E-179B-243E-4786-CED9B9801297}"/>
                </a:ext>
              </a:extLst>
            </p:cNvPr>
            <p:cNvSpPr/>
            <p:nvPr/>
          </p:nvSpPr>
          <p:spPr>
            <a:xfrm>
              <a:off x="4536265" y="4558224"/>
              <a:ext cx="7011" cy="4996"/>
            </a:xfrm>
            <a:custGeom>
              <a:avLst/>
              <a:gdLst>
                <a:gd name="csX0" fmla="*/ 6723 w 8085"/>
                <a:gd name="csY0" fmla="*/ 5059 h 5762"/>
                <a:gd name="csX1" fmla="*/ 7155 w 8085"/>
                <a:gd name="csY1" fmla="*/ 1274 h 5762"/>
                <a:gd name="csX2" fmla="*/ 874 w 8085"/>
                <a:gd name="csY2" fmla="*/ 4087 h 5762"/>
                <a:gd name="csX3" fmla="*/ 1306 w 8085"/>
                <a:gd name="csY3" fmla="*/ 4519 h 5762"/>
                <a:gd name="csX4" fmla="*/ 6831 w 8085"/>
                <a:gd name="csY4" fmla="*/ 5167 h 5762"/>
                <a:gd name="csX5" fmla="*/ 6723 w 8085"/>
                <a:gd name="csY5" fmla="*/ 5059 h 5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85" h="5762">
                  <a:moveTo>
                    <a:pt x="6723" y="5059"/>
                  </a:moveTo>
                  <a:cubicBezTo>
                    <a:pt x="8342" y="4195"/>
                    <a:pt x="8558" y="2468"/>
                    <a:pt x="7155" y="1274"/>
                  </a:cubicBezTo>
                  <a:cubicBezTo>
                    <a:pt x="3796" y="-1647"/>
                    <a:pt x="-2263" y="950"/>
                    <a:pt x="874" y="4087"/>
                  </a:cubicBezTo>
                  <a:lnTo>
                    <a:pt x="1306" y="4519"/>
                  </a:lnTo>
                  <a:cubicBezTo>
                    <a:pt x="3687" y="6792"/>
                    <a:pt x="6285" y="5274"/>
                    <a:pt x="6831" y="5167"/>
                  </a:cubicBezTo>
                  <a:lnTo>
                    <a:pt x="6723" y="5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2D77ABA1-B639-C2B9-F5A0-8F40AD5261BB}"/>
                </a:ext>
              </a:extLst>
            </p:cNvPr>
            <p:cNvSpPr/>
            <p:nvPr/>
          </p:nvSpPr>
          <p:spPr>
            <a:xfrm>
              <a:off x="4557645" y="4567549"/>
              <a:ext cx="3681" cy="6071"/>
            </a:xfrm>
            <a:custGeom>
              <a:avLst/>
              <a:gdLst>
                <a:gd name="csX0" fmla="*/ 1656 w 4245"/>
                <a:gd name="csY0" fmla="*/ 146 h 7002"/>
                <a:gd name="csX1" fmla="*/ 138 w 4245"/>
                <a:gd name="csY1" fmla="*/ 5118 h 7002"/>
                <a:gd name="csX2" fmla="*/ 3498 w 4245"/>
                <a:gd name="csY2" fmla="*/ 6414 h 7002"/>
                <a:gd name="csX3" fmla="*/ 1656 w 4245"/>
                <a:gd name="csY3" fmla="*/ 146 h 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45" h="7002">
                  <a:moveTo>
                    <a:pt x="1656" y="146"/>
                  </a:moveTo>
                  <a:cubicBezTo>
                    <a:pt x="-509" y="1117"/>
                    <a:pt x="30" y="5658"/>
                    <a:pt x="138" y="5118"/>
                  </a:cubicBezTo>
                  <a:cubicBezTo>
                    <a:pt x="570" y="8471"/>
                    <a:pt x="4145" y="6305"/>
                    <a:pt x="3498" y="6414"/>
                  </a:cubicBezTo>
                  <a:cubicBezTo>
                    <a:pt x="5009" y="5442"/>
                    <a:pt x="4145" y="-1048"/>
                    <a:pt x="1656" y="1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8132C762-4B95-EE51-C84B-9878FBA00EDC}"/>
                </a:ext>
              </a:extLst>
            </p:cNvPr>
            <p:cNvSpPr/>
            <p:nvPr/>
          </p:nvSpPr>
          <p:spPr>
            <a:xfrm>
              <a:off x="4540214" y="4526325"/>
              <a:ext cx="89344" cy="58990"/>
            </a:xfrm>
            <a:custGeom>
              <a:avLst/>
              <a:gdLst>
                <a:gd name="csX0" fmla="*/ 22946 w 103038"/>
                <a:gd name="csY0" fmla="*/ 13735 h 68031"/>
                <a:gd name="csX1" fmla="*/ 975 w 103038"/>
                <a:gd name="csY1" fmla="*/ 13735 h 68031"/>
                <a:gd name="csX2" fmla="*/ 1731 w 103038"/>
                <a:gd name="csY2" fmla="*/ 15894 h 68031"/>
                <a:gd name="csX3" fmla="*/ 1408 w 103038"/>
                <a:gd name="csY3" fmla="*/ 24765 h 68031"/>
                <a:gd name="csX4" fmla="*/ 9853 w 103038"/>
                <a:gd name="csY4" fmla="*/ 28549 h 68031"/>
                <a:gd name="csX5" fmla="*/ 10716 w 103038"/>
                <a:gd name="csY5" fmla="*/ 27032 h 68031"/>
                <a:gd name="csX6" fmla="*/ 16235 w 103038"/>
                <a:gd name="csY6" fmla="*/ 23355 h 68031"/>
                <a:gd name="csX7" fmla="*/ 17968 w 103038"/>
                <a:gd name="csY7" fmla="*/ 25629 h 68031"/>
                <a:gd name="csX8" fmla="*/ 16127 w 103038"/>
                <a:gd name="csY8" fmla="*/ 29089 h 68031"/>
                <a:gd name="csX9" fmla="*/ 19918 w 103038"/>
                <a:gd name="csY9" fmla="*/ 31464 h 68031"/>
                <a:gd name="csX10" fmla="*/ 30522 w 103038"/>
                <a:gd name="csY10" fmla="*/ 25305 h 68031"/>
                <a:gd name="csX11" fmla="*/ 35716 w 103038"/>
                <a:gd name="csY11" fmla="*/ 28873 h 68031"/>
                <a:gd name="csX12" fmla="*/ 26953 w 103038"/>
                <a:gd name="csY12" fmla="*/ 36335 h 68031"/>
                <a:gd name="csX13" fmla="*/ 27493 w 103038"/>
                <a:gd name="csY13" fmla="*/ 41415 h 68031"/>
                <a:gd name="csX14" fmla="*/ 33875 w 103038"/>
                <a:gd name="csY14" fmla="*/ 41199 h 68031"/>
                <a:gd name="csX15" fmla="*/ 33119 w 103038"/>
                <a:gd name="csY15" fmla="*/ 50502 h 68031"/>
                <a:gd name="csX16" fmla="*/ 43292 w 103038"/>
                <a:gd name="csY16" fmla="*/ 57747 h 68031"/>
                <a:gd name="csX17" fmla="*/ 47191 w 103038"/>
                <a:gd name="csY17" fmla="*/ 58070 h 68031"/>
                <a:gd name="csX18" fmla="*/ 48054 w 103038"/>
                <a:gd name="csY18" fmla="*/ 67367 h 68031"/>
                <a:gd name="csX19" fmla="*/ 48493 w 103038"/>
                <a:gd name="csY19" fmla="*/ 67583 h 68031"/>
                <a:gd name="csX20" fmla="*/ 57909 w 103038"/>
                <a:gd name="csY20" fmla="*/ 59474 h 68031"/>
                <a:gd name="csX21" fmla="*/ 59853 w 103038"/>
                <a:gd name="csY21" fmla="*/ 60770 h 68031"/>
                <a:gd name="csX22" fmla="*/ 67866 w 103038"/>
                <a:gd name="csY22" fmla="*/ 44767 h 68031"/>
                <a:gd name="csX23" fmla="*/ 103039 w 103038"/>
                <a:gd name="csY23" fmla="*/ 37414 h 68031"/>
                <a:gd name="csX24" fmla="*/ 92435 w 103038"/>
                <a:gd name="csY24" fmla="*/ 20542 h 68031"/>
                <a:gd name="csX25" fmla="*/ 101528 w 103038"/>
                <a:gd name="csY25" fmla="*/ 12325 h 68031"/>
                <a:gd name="csX26" fmla="*/ 100010 w 103038"/>
                <a:gd name="csY26" fmla="*/ 0 h 68031"/>
                <a:gd name="csX27" fmla="*/ 44162 w 103038"/>
                <a:gd name="csY27" fmla="*/ 0 h 68031"/>
                <a:gd name="csX28" fmla="*/ 22839 w 103038"/>
                <a:gd name="csY28" fmla="*/ 13627 h 68031"/>
                <a:gd name="csX29" fmla="*/ 22946 w 103038"/>
                <a:gd name="csY29" fmla="*/ 13735 h 68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3038" h="68031">
                  <a:moveTo>
                    <a:pt x="22946" y="13735"/>
                  </a:moveTo>
                  <a:lnTo>
                    <a:pt x="975" y="13735"/>
                  </a:lnTo>
                  <a:cubicBezTo>
                    <a:pt x="1947" y="13735"/>
                    <a:pt x="2271" y="14706"/>
                    <a:pt x="1731" y="15894"/>
                  </a:cubicBezTo>
                  <a:cubicBezTo>
                    <a:pt x="1515" y="17189"/>
                    <a:pt x="-1838" y="21520"/>
                    <a:pt x="1408" y="24765"/>
                  </a:cubicBezTo>
                  <a:cubicBezTo>
                    <a:pt x="3465" y="26276"/>
                    <a:pt x="7364" y="32874"/>
                    <a:pt x="9853" y="28549"/>
                  </a:cubicBezTo>
                  <a:lnTo>
                    <a:pt x="10716" y="27032"/>
                  </a:lnTo>
                  <a:cubicBezTo>
                    <a:pt x="12450" y="23895"/>
                    <a:pt x="16882" y="23032"/>
                    <a:pt x="16235" y="23355"/>
                  </a:cubicBezTo>
                  <a:cubicBezTo>
                    <a:pt x="18076" y="23032"/>
                    <a:pt x="18832" y="24003"/>
                    <a:pt x="17968" y="25629"/>
                  </a:cubicBezTo>
                  <a:lnTo>
                    <a:pt x="16127" y="29089"/>
                  </a:lnTo>
                  <a:cubicBezTo>
                    <a:pt x="14177" y="32766"/>
                    <a:pt x="20458" y="31464"/>
                    <a:pt x="19918" y="31464"/>
                  </a:cubicBezTo>
                  <a:cubicBezTo>
                    <a:pt x="24896" y="30924"/>
                    <a:pt x="31170" y="24873"/>
                    <a:pt x="30522" y="25305"/>
                  </a:cubicBezTo>
                  <a:cubicBezTo>
                    <a:pt x="33989" y="22492"/>
                    <a:pt x="39508" y="26600"/>
                    <a:pt x="35716" y="28873"/>
                  </a:cubicBezTo>
                  <a:cubicBezTo>
                    <a:pt x="33659" y="30385"/>
                    <a:pt x="28788" y="31896"/>
                    <a:pt x="26953" y="36335"/>
                  </a:cubicBezTo>
                  <a:cubicBezTo>
                    <a:pt x="26845" y="36982"/>
                    <a:pt x="23271" y="43148"/>
                    <a:pt x="27493" y="41415"/>
                  </a:cubicBezTo>
                  <a:cubicBezTo>
                    <a:pt x="28788" y="41091"/>
                    <a:pt x="35716" y="36874"/>
                    <a:pt x="33875" y="41199"/>
                  </a:cubicBezTo>
                  <a:cubicBezTo>
                    <a:pt x="33551" y="42602"/>
                    <a:pt x="30198" y="47041"/>
                    <a:pt x="33119" y="50502"/>
                  </a:cubicBezTo>
                  <a:cubicBezTo>
                    <a:pt x="36040" y="53308"/>
                    <a:pt x="38859" y="60446"/>
                    <a:pt x="43292" y="57747"/>
                  </a:cubicBezTo>
                  <a:cubicBezTo>
                    <a:pt x="43838" y="57524"/>
                    <a:pt x="48277" y="53956"/>
                    <a:pt x="47191" y="58070"/>
                  </a:cubicBezTo>
                  <a:cubicBezTo>
                    <a:pt x="47083" y="59798"/>
                    <a:pt x="43838" y="65316"/>
                    <a:pt x="48054" y="67367"/>
                  </a:cubicBezTo>
                  <a:lnTo>
                    <a:pt x="48493" y="67583"/>
                  </a:lnTo>
                  <a:cubicBezTo>
                    <a:pt x="54119" y="70396"/>
                    <a:pt x="52061" y="59042"/>
                    <a:pt x="57909" y="59474"/>
                  </a:cubicBezTo>
                  <a:cubicBezTo>
                    <a:pt x="59205" y="59474"/>
                    <a:pt x="59745" y="60014"/>
                    <a:pt x="59853" y="60770"/>
                  </a:cubicBezTo>
                  <a:lnTo>
                    <a:pt x="67866" y="44767"/>
                  </a:lnTo>
                  <a:lnTo>
                    <a:pt x="103039" y="37414"/>
                  </a:lnTo>
                  <a:lnTo>
                    <a:pt x="92435" y="20542"/>
                  </a:lnTo>
                  <a:lnTo>
                    <a:pt x="101528" y="12325"/>
                  </a:lnTo>
                  <a:lnTo>
                    <a:pt x="100010" y="0"/>
                  </a:lnTo>
                  <a:lnTo>
                    <a:pt x="44162" y="0"/>
                  </a:lnTo>
                  <a:lnTo>
                    <a:pt x="22839" y="13627"/>
                  </a:lnTo>
                  <a:lnTo>
                    <a:pt x="22946" y="137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040E2E14-54BA-0CE5-0916-617F9CEC96F5}"/>
                </a:ext>
              </a:extLst>
            </p:cNvPr>
            <p:cNvSpPr/>
            <p:nvPr/>
          </p:nvSpPr>
          <p:spPr>
            <a:xfrm>
              <a:off x="4590499" y="4526325"/>
              <a:ext cx="232395" cy="178623"/>
            </a:xfrm>
            <a:custGeom>
              <a:avLst/>
              <a:gdLst>
                <a:gd name="csX0" fmla="*/ 1105 w 268014"/>
                <a:gd name="csY0" fmla="*/ 70936 h 206000"/>
                <a:gd name="csX1" fmla="*/ 14307 w 268014"/>
                <a:gd name="csY1" fmla="*/ 88995 h 206000"/>
                <a:gd name="csX2" fmla="*/ 40932 w 268014"/>
                <a:gd name="csY2" fmla="*/ 104781 h 206000"/>
                <a:gd name="csX3" fmla="*/ 41580 w 268014"/>
                <a:gd name="csY3" fmla="*/ 111271 h 206000"/>
                <a:gd name="csX4" fmla="*/ 42773 w 268014"/>
                <a:gd name="csY4" fmla="*/ 116357 h 206000"/>
                <a:gd name="csX5" fmla="*/ 54140 w 268014"/>
                <a:gd name="csY5" fmla="*/ 125114 h 206000"/>
                <a:gd name="csX6" fmla="*/ 55651 w 268014"/>
                <a:gd name="csY6" fmla="*/ 132035 h 206000"/>
                <a:gd name="csX7" fmla="*/ 59010 w 268014"/>
                <a:gd name="csY7" fmla="*/ 138849 h 206000"/>
                <a:gd name="csX8" fmla="*/ 59226 w 268014"/>
                <a:gd name="csY8" fmla="*/ 138849 h 206000"/>
                <a:gd name="csX9" fmla="*/ 67773 w 268014"/>
                <a:gd name="csY9" fmla="*/ 137763 h 206000"/>
                <a:gd name="csX10" fmla="*/ 85096 w 268014"/>
                <a:gd name="csY10" fmla="*/ 104349 h 206000"/>
                <a:gd name="csX11" fmla="*/ 128714 w 268014"/>
                <a:gd name="csY11" fmla="*/ 100457 h 206000"/>
                <a:gd name="csX12" fmla="*/ 145383 w 268014"/>
                <a:gd name="csY12" fmla="*/ 120142 h 206000"/>
                <a:gd name="csX13" fmla="*/ 143110 w 268014"/>
                <a:gd name="csY13" fmla="*/ 131388 h 206000"/>
                <a:gd name="csX14" fmla="*/ 149599 w 268014"/>
                <a:gd name="csY14" fmla="*/ 136252 h 206000"/>
                <a:gd name="csX15" fmla="*/ 143002 w 268014"/>
                <a:gd name="csY15" fmla="*/ 156039 h 206000"/>
                <a:gd name="csX16" fmla="*/ 154254 w 268014"/>
                <a:gd name="csY16" fmla="*/ 163068 h 206000"/>
                <a:gd name="csX17" fmla="*/ 160642 w 268014"/>
                <a:gd name="csY17" fmla="*/ 156146 h 206000"/>
                <a:gd name="csX18" fmla="*/ 177203 w 268014"/>
                <a:gd name="csY18" fmla="*/ 156146 h 206000"/>
                <a:gd name="csX19" fmla="*/ 193764 w 268014"/>
                <a:gd name="csY19" fmla="*/ 156254 h 206000"/>
                <a:gd name="csX20" fmla="*/ 204908 w 268014"/>
                <a:gd name="csY20" fmla="*/ 185344 h 206000"/>
                <a:gd name="csX21" fmla="*/ 200146 w 268014"/>
                <a:gd name="csY21" fmla="*/ 197136 h 206000"/>
                <a:gd name="csX22" fmla="*/ 214217 w 268014"/>
                <a:gd name="csY22" fmla="*/ 206000 h 206000"/>
                <a:gd name="csX23" fmla="*/ 218332 w 268014"/>
                <a:gd name="csY23" fmla="*/ 202647 h 206000"/>
                <a:gd name="csX24" fmla="*/ 223958 w 268014"/>
                <a:gd name="csY24" fmla="*/ 187941 h 206000"/>
                <a:gd name="csX25" fmla="*/ 239008 w 268014"/>
                <a:gd name="csY25" fmla="*/ 191078 h 206000"/>
                <a:gd name="csX26" fmla="*/ 251130 w 268014"/>
                <a:gd name="csY26" fmla="*/ 193459 h 206000"/>
                <a:gd name="csX27" fmla="*/ 257943 w 268014"/>
                <a:gd name="csY27" fmla="*/ 174968 h 206000"/>
                <a:gd name="csX28" fmla="*/ 246151 w 268014"/>
                <a:gd name="csY28" fmla="*/ 168046 h 206000"/>
                <a:gd name="csX29" fmla="*/ 251453 w 268014"/>
                <a:gd name="csY29" fmla="*/ 150959 h 206000"/>
                <a:gd name="csX30" fmla="*/ 268014 w 268014"/>
                <a:gd name="csY30" fmla="*/ 156578 h 206000"/>
                <a:gd name="csX31" fmla="*/ 267690 w 268014"/>
                <a:gd name="csY31" fmla="*/ 134086 h 206000"/>
                <a:gd name="csX32" fmla="*/ 251346 w 268014"/>
                <a:gd name="csY32" fmla="*/ 100133 h 206000"/>
                <a:gd name="csX33" fmla="*/ 261086 w 268014"/>
                <a:gd name="csY33" fmla="*/ 92672 h 206000"/>
                <a:gd name="csX34" fmla="*/ 260871 w 268014"/>
                <a:gd name="csY34" fmla="*/ 92456 h 206000"/>
                <a:gd name="csX35" fmla="*/ 247771 w 268014"/>
                <a:gd name="csY35" fmla="*/ 70072 h 206000"/>
                <a:gd name="csX36" fmla="*/ 234461 w 268014"/>
                <a:gd name="csY36" fmla="*/ 64338 h 206000"/>
                <a:gd name="csX37" fmla="*/ 239008 w 268014"/>
                <a:gd name="csY37" fmla="*/ 47256 h 206000"/>
                <a:gd name="csX38" fmla="*/ 225368 w 268014"/>
                <a:gd name="csY38" fmla="*/ 34493 h 206000"/>
                <a:gd name="csX39" fmla="*/ 219742 w 268014"/>
                <a:gd name="csY39" fmla="*/ 12325 h 206000"/>
                <a:gd name="csX40" fmla="*/ 204368 w 268014"/>
                <a:gd name="csY40" fmla="*/ 6921 h 206000"/>
                <a:gd name="csX41" fmla="*/ 205886 w 268014"/>
                <a:gd name="csY41" fmla="*/ 15246 h 206000"/>
                <a:gd name="csX42" fmla="*/ 192462 w 268014"/>
                <a:gd name="csY42" fmla="*/ 24543 h 206000"/>
                <a:gd name="csX43" fmla="*/ 169196 w 268014"/>
                <a:gd name="csY43" fmla="*/ 17628 h 206000"/>
                <a:gd name="csX44" fmla="*/ 155880 w 268014"/>
                <a:gd name="csY44" fmla="*/ 29413 h 206000"/>
                <a:gd name="csX45" fmla="*/ 145491 w 268014"/>
                <a:gd name="csY45" fmla="*/ 19139 h 206000"/>
                <a:gd name="csX46" fmla="*/ 135534 w 268014"/>
                <a:gd name="csY46" fmla="*/ 26492 h 206000"/>
                <a:gd name="csX47" fmla="*/ 125679 w 268014"/>
                <a:gd name="csY47" fmla="*/ 19139 h 206000"/>
                <a:gd name="csX48" fmla="*/ 129146 w 268014"/>
                <a:gd name="csY48" fmla="*/ 9296 h 206000"/>
                <a:gd name="csX49" fmla="*/ 94399 w 268014"/>
                <a:gd name="csY49" fmla="*/ 14706 h 206000"/>
                <a:gd name="csX50" fmla="*/ 66694 w 268014"/>
                <a:gd name="csY50" fmla="*/ 0 h 206000"/>
                <a:gd name="csX51" fmla="*/ 41910 w 268014"/>
                <a:gd name="csY51" fmla="*/ 0 h 206000"/>
                <a:gd name="csX52" fmla="*/ 43421 w 268014"/>
                <a:gd name="csY52" fmla="*/ 12325 h 206000"/>
                <a:gd name="csX53" fmla="*/ 34328 w 268014"/>
                <a:gd name="csY53" fmla="*/ 20542 h 206000"/>
                <a:gd name="csX54" fmla="*/ 44939 w 268014"/>
                <a:gd name="csY54" fmla="*/ 37414 h 206000"/>
                <a:gd name="csX55" fmla="*/ 9760 w 268014"/>
                <a:gd name="csY55" fmla="*/ 44767 h 206000"/>
                <a:gd name="csX56" fmla="*/ 1752 w 268014"/>
                <a:gd name="csY56" fmla="*/ 60770 h 206000"/>
                <a:gd name="csX57" fmla="*/ 889 w 268014"/>
                <a:gd name="csY57" fmla="*/ 70936 h 206000"/>
                <a:gd name="csX58" fmla="*/ 1105 w 268014"/>
                <a:gd name="csY58" fmla="*/ 70936 h 20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68014" h="206000">
                  <a:moveTo>
                    <a:pt x="1105" y="70936"/>
                  </a:moveTo>
                  <a:cubicBezTo>
                    <a:pt x="9328" y="83807"/>
                    <a:pt x="10522" y="86722"/>
                    <a:pt x="14307" y="88995"/>
                  </a:cubicBezTo>
                  <a:lnTo>
                    <a:pt x="40932" y="104781"/>
                  </a:lnTo>
                  <a:cubicBezTo>
                    <a:pt x="44399" y="106839"/>
                    <a:pt x="41472" y="111811"/>
                    <a:pt x="41580" y="111271"/>
                  </a:cubicBezTo>
                  <a:cubicBezTo>
                    <a:pt x="40716" y="112897"/>
                    <a:pt x="41364" y="115164"/>
                    <a:pt x="42773" y="116357"/>
                  </a:cubicBezTo>
                  <a:lnTo>
                    <a:pt x="54140" y="125114"/>
                  </a:lnTo>
                  <a:cubicBezTo>
                    <a:pt x="57277" y="127603"/>
                    <a:pt x="55651" y="132575"/>
                    <a:pt x="55651" y="132035"/>
                  </a:cubicBezTo>
                  <a:cubicBezTo>
                    <a:pt x="54788" y="135712"/>
                    <a:pt x="57924" y="136684"/>
                    <a:pt x="59010" y="138849"/>
                  </a:cubicBezTo>
                  <a:lnTo>
                    <a:pt x="59226" y="138849"/>
                  </a:lnTo>
                  <a:lnTo>
                    <a:pt x="67773" y="137763"/>
                  </a:lnTo>
                  <a:lnTo>
                    <a:pt x="85096" y="104349"/>
                  </a:lnTo>
                  <a:lnTo>
                    <a:pt x="128714" y="100457"/>
                  </a:lnTo>
                  <a:lnTo>
                    <a:pt x="145383" y="120142"/>
                  </a:lnTo>
                  <a:lnTo>
                    <a:pt x="143110" y="131388"/>
                  </a:lnTo>
                  <a:lnTo>
                    <a:pt x="149599" y="136252"/>
                  </a:lnTo>
                  <a:lnTo>
                    <a:pt x="143002" y="156039"/>
                  </a:lnTo>
                  <a:lnTo>
                    <a:pt x="154254" y="163068"/>
                  </a:lnTo>
                  <a:lnTo>
                    <a:pt x="160642" y="156146"/>
                  </a:lnTo>
                  <a:lnTo>
                    <a:pt x="177203" y="156146"/>
                  </a:lnTo>
                  <a:lnTo>
                    <a:pt x="193764" y="156254"/>
                  </a:lnTo>
                  <a:lnTo>
                    <a:pt x="204908" y="185344"/>
                  </a:lnTo>
                  <a:lnTo>
                    <a:pt x="200146" y="197136"/>
                  </a:lnTo>
                  <a:lnTo>
                    <a:pt x="214217" y="206000"/>
                  </a:lnTo>
                  <a:lnTo>
                    <a:pt x="218332" y="202647"/>
                  </a:lnTo>
                  <a:lnTo>
                    <a:pt x="223958" y="187941"/>
                  </a:lnTo>
                  <a:lnTo>
                    <a:pt x="239008" y="191078"/>
                  </a:lnTo>
                  <a:lnTo>
                    <a:pt x="251130" y="193459"/>
                  </a:lnTo>
                  <a:lnTo>
                    <a:pt x="257943" y="174968"/>
                  </a:lnTo>
                  <a:lnTo>
                    <a:pt x="246151" y="168046"/>
                  </a:lnTo>
                  <a:lnTo>
                    <a:pt x="251453" y="150959"/>
                  </a:lnTo>
                  <a:lnTo>
                    <a:pt x="268014" y="156578"/>
                  </a:lnTo>
                  <a:lnTo>
                    <a:pt x="267690" y="134086"/>
                  </a:lnTo>
                  <a:lnTo>
                    <a:pt x="251346" y="100133"/>
                  </a:lnTo>
                  <a:lnTo>
                    <a:pt x="261086" y="92672"/>
                  </a:lnTo>
                  <a:lnTo>
                    <a:pt x="260871" y="92456"/>
                  </a:lnTo>
                  <a:lnTo>
                    <a:pt x="247771" y="70072"/>
                  </a:lnTo>
                  <a:lnTo>
                    <a:pt x="234461" y="64338"/>
                  </a:lnTo>
                  <a:lnTo>
                    <a:pt x="239008" y="47256"/>
                  </a:lnTo>
                  <a:lnTo>
                    <a:pt x="225368" y="34493"/>
                  </a:lnTo>
                  <a:lnTo>
                    <a:pt x="219742" y="12325"/>
                  </a:lnTo>
                  <a:lnTo>
                    <a:pt x="204368" y="6921"/>
                  </a:lnTo>
                  <a:lnTo>
                    <a:pt x="205886" y="15246"/>
                  </a:lnTo>
                  <a:lnTo>
                    <a:pt x="192462" y="24543"/>
                  </a:lnTo>
                  <a:lnTo>
                    <a:pt x="169196" y="17628"/>
                  </a:lnTo>
                  <a:lnTo>
                    <a:pt x="155880" y="29413"/>
                  </a:lnTo>
                  <a:lnTo>
                    <a:pt x="145491" y="19139"/>
                  </a:lnTo>
                  <a:lnTo>
                    <a:pt x="135534" y="26492"/>
                  </a:lnTo>
                  <a:lnTo>
                    <a:pt x="125679" y="19139"/>
                  </a:lnTo>
                  <a:lnTo>
                    <a:pt x="129146" y="9296"/>
                  </a:lnTo>
                  <a:lnTo>
                    <a:pt x="94399" y="14706"/>
                  </a:lnTo>
                  <a:lnTo>
                    <a:pt x="66694" y="0"/>
                  </a:lnTo>
                  <a:lnTo>
                    <a:pt x="41910" y="0"/>
                  </a:lnTo>
                  <a:lnTo>
                    <a:pt x="43421" y="12325"/>
                  </a:lnTo>
                  <a:lnTo>
                    <a:pt x="34328" y="20542"/>
                  </a:lnTo>
                  <a:lnTo>
                    <a:pt x="44939" y="37414"/>
                  </a:lnTo>
                  <a:lnTo>
                    <a:pt x="9760" y="44767"/>
                  </a:lnTo>
                  <a:lnTo>
                    <a:pt x="1752" y="60770"/>
                  </a:lnTo>
                  <a:cubicBezTo>
                    <a:pt x="1968" y="62935"/>
                    <a:pt x="-1607" y="67043"/>
                    <a:pt x="889" y="70936"/>
                  </a:cubicBezTo>
                  <a:lnTo>
                    <a:pt x="1105" y="70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8C8279FD-93A7-5D50-37AC-E80E65E4C078}"/>
                </a:ext>
              </a:extLst>
            </p:cNvPr>
            <p:cNvSpPr/>
            <p:nvPr/>
          </p:nvSpPr>
          <p:spPr>
            <a:xfrm>
              <a:off x="4744652" y="6301082"/>
              <a:ext cx="9995" cy="17450"/>
            </a:xfrm>
            <a:custGeom>
              <a:avLst/>
              <a:gdLst>
                <a:gd name="csX0" fmla="*/ 724 w 11527"/>
                <a:gd name="csY0" fmla="*/ 1677 h 20125"/>
                <a:gd name="csX1" fmla="*/ 1486 w 11527"/>
                <a:gd name="csY1" fmla="*/ 10872 h 20125"/>
                <a:gd name="csX2" fmla="*/ 10465 w 11527"/>
                <a:gd name="csY2" fmla="*/ 18334 h 20125"/>
                <a:gd name="csX3" fmla="*/ 9602 w 11527"/>
                <a:gd name="csY3" fmla="*/ 6002 h 20125"/>
                <a:gd name="csX4" fmla="*/ 724 w 11527"/>
                <a:gd name="csY4" fmla="*/ 1677 h 20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7" h="20125">
                  <a:moveTo>
                    <a:pt x="724" y="1677"/>
                  </a:moveTo>
                  <a:cubicBezTo>
                    <a:pt x="724" y="2433"/>
                    <a:pt x="-1333" y="7196"/>
                    <a:pt x="1486" y="10872"/>
                  </a:cubicBezTo>
                  <a:cubicBezTo>
                    <a:pt x="4839" y="14549"/>
                    <a:pt x="9602" y="24061"/>
                    <a:pt x="10465" y="18334"/>
                  </a:cubicBezTo>
                  <a:cubicBezTo>
                    <a:pt x="10573" y="15413"/>
                    <a:pt x="13285" y="9678"/>
                    <a:pt x="9602" y="6002"/>
                  </a:cubicBezTo>
                  <a:cubicBezTo>
                    <a:pt x="9602" y="6002"/>
                    <a:pt x="2026" y="-3834"/>
                    <a:pt x="724" y="16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78C946F4-11A4-B392-93F3-2F5737244AEA}"/>
                </a:ext>
              </a:extLst>
            </p:cNvPr>
            <p:cNvSpPr/>
            <p:nvPr/>
          </p:nvSpPr>
          <p:spPr>
            <a:xfrm>
              <a:off x="4968740" y="4576111"/>
              <a:ext cx="137679" cy="204274"/>
            </a:xfrm>
            <a:custGeom>
              <a:avLst/>
              <a:gdLst>
                <a:gd name="csX0" fmla="*/ 140062 w 158781"/>
                <a:gd name="csY0" fmla="*/ 158858 h 235582"/>
                <a:gd name="csX1" fmla="*/ 144933 w 158781"/>
                <a:gd name="csY1" fmla="*/ 106845 h 235582"/>
                <a:gd name="csX2" fmla="*/ 132264 w 158781"/>
                <a:gd name="csY2" fmla="*/ 92462 h 235582"/>
                <a:gd name="csX3" fmla="*/ 131509 w 158781"/>
                <a:gd name="csY3" fmla="*/ 34499 h 235582"/>
                <a:gd name="csX4" fmla="*/ 117761 w 158781"/>
                <a:gd name="csY4" fmla="*/ 20981 h 235582"/>
                <a:gd name="csX5" fmla="*/ 122415 w 158781"/>
                <a:gd name="csY5" fmla="*/ 1734 h 235582"/>
                <a:gd name="csX6" fmla="*/ 109538 w 158781"/>
                <a:gd name="csY6" fmla="*/ 0 h 235582"/>
                <a:gd name="csX7" fmla="*/ 98387 w 158781"/>
                <a:gd name="csY7" fmla="*/ 9627 h 235582"/>
                <a:gd name="csX8" fmla="*/ 89840 w 158781"/>
                <a:gd name="csY8" fmla="*/ 5626 h 235582"/>
                <a:gd name="csX9" fmla="*/ 13316 w 158781"/>
                <a:gd name="csY9" fmla="*/ 6598 h 235582"/>
                <a:gd name="csX10" fmla="*/ 9309 w 158781"/>
                <a:gd name="csY10" fmla="*/ 22822 h 235582"/>
                <a:gd name="csX11" fmla="*/ 16129 w 158781"/>
                <a:gd name="csY11" fmla="*/ 28873 h 235582"/>
                <a:gd name="csX12" fmla="*/ 18942 w 158781"/>
                <a:gd name="csY12" fmla="*/ 63157 h 235582"/>
                <a:gd name="csX13" fmla="*/ 17539 w 158781"/>
                <a:gd name="csY13" fmla="*/ 80454 h 235582"/>
                <a:gd name="csX14" fmla="*/ 28035 w 158781"/>
                <a:gd name="csY14" fmla="*/ 109760 h 235582"/>
                <a:gd name="csX15" fmla="*/ 14180 w 158781"/>
                <a:gd name="csY15" fmla="*/ 123495 h 235582"/>
                <a:gd name="csX16" fmla="*/ 0 w 158781"/>
                <a:gd name="csY16" fmla="*/ 167722 h 235582"/>
                <a:gd name="csX17" fmla="*/ 8230 w 158781"/>
                <a:gd name="csY17" fmla="*/ 204597 h 235582"/>
                <a:gd name="csX18" fmla="*/ 17862 w 158781"/>
                <a:gd name="csY18" fmla="*/ 210439 h 235582"/>
                <a:gd name="csX19" fmla="*/ 16021 w 158781"/>
                <a:gd name="csY19" fmla="*/ 225577 h 235582"/>
                <a:gd name="csX20" fmla="*/ 16021 w 158781"/>
                <a:gd name="csY20" fmla="*/ 225793 h 235582"/>
                <a:gd name="csX21" fmla="*/ 30956 w 158781"/>
                <a:gd name="csY21" fmla="*/ 229902 h 235582"/>
                <a:gd name="csX22" fmla="*/ 45568 w 158781"/>
                <a:gd name="csY22" fmla="*/ 234664 h 235582"/>
                <a:gd name="csX23" fmla="*/ 61481 w 158781"/>
                <a:gd name="csY23" fmla="*/ 225037 h 235582"/>
                <a:gd name="csX24" fmla="*/ 89516 w 158781"/>
                <a:gd name="csY24" fmla="*/ 217145 h 235582"/>
                <a:gd name="csX25" fmla="*/ 104343 w 158781"/>
                <a:gd name="csY25" fmla="*/ 208274 h 235582"/>
                <a:gd name="csX26" fmla="*/ 137243 w 158781"/>
                <a:gd name="csY26" fmla="*/ 195840 h 235582"/>
                <a:gd name="csX27" fmla="*/ 151530 w 158781"/>
                <a:gd name="csY27" fmla="*/ 195840 h 235582"/>
                <a:gd name="csX28" fmla="*/ 154350 w 158781"/>
                <a:gd name="csY28" fmla="*/ 191192 h 235582"/>
                <a:gd name="csX29" fmla="*/ 157163 w 158781"/>
                <a:gd name="csY29" fmla="*/ 189674 h 235582"/>
                <a:gd name="csX30" fmla="*/ 158782 w 158781"/>
                <a:gd name="csY30" fmla="*/ 187299 h 235582"/>
                <a:gd name="csX31" fmla="*/ 140062 w 158781"/>
                <a:gd name="csY31" fmla="*/ 158966 h 235582"/>
                <a:gd name="csX32" fmla="*/ 140062 w 158781"/>
                <a:gd name="csY32" fmla="*/ 158858 h 23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8781" h="235582">
                  <a:moveTo>
                    <a:pt x="140062" y="158858"/>
                  </a:moveTo>
                  <a:lnTo>
                    <a:pt x="144933" y="106845"/>
                  </a:lnTo>
                  <a:lnTo>
                    <a:pt x="132264" y="92462"/>
                  </a:lnTo>
                  <a:lnTo>
                    <a:pt x="131509" y="34499"/>
                  </a:lnTo>
                  <a:lnTo>
                    <a:pt x="117761" y="20981"/>
                  </a:lnTo>
                  <a:cubicBezTo>
                    <a:pt x="117761" y="20981"/>
                    <a:pt x="122415" y="1841"/>
                    <a:pt x="122415" y="1734"/>
                  </a:cubicBezTo>
                  <a:lnTo>
                    <a:pt x="109538" y="0"/>
                  </a:lnTo>
                  <a:lnTo>
                    <a:pt x="98387" y="9627"/>
                  </a:lnTo>
                  <a:lnTo>
                    <a:pt x="89840" y="5626"/>
                  </a:lnTo>
                  <a:lnTo>
                    <a:pt x="13316" y="6598"/>
                  </a:lnTo>
                  <a:lnTo>
                    <a:pt x="9309" y="22822"/>
                  </a:lnTo>
                  <a:lnTo>
                    <a:pt x="16129" y="28873"/>
                  </a:lnTo>
                  <a:lnTo>
                    <a:pt x="18942" y="63157"/>
                  </a:lnTo>
                  <a:lnTo>
                    <a:pt x="17539" y="80454"/>
                  </a:lnTo>
                  <a:lnTo>
                    <a:pt x="28035" y="109760"/>
                  </a:lnTo>
                  <a:lnTo>
                    <a:pt x="14180" y="123495"/>
                  </a:lnTo>
                  <a:lnTo>
                    <a:pt x="0" y="167722"/>
                  </a:lnTo>
                  <a:lnTo>
                    <a:pt x="8230" y="204597"/>
                  </a:lnTo>
                  <a:lnTo>
                    <a:pt x="17862" y="210439"/>
                  </a:lnTo>
                  <a:lnTo>
                    <a:pt x="16021" y="225577"/>
                  </a:lnTo>
                  <a:cubicBezTo>
                    <a:pt x="16021" y="225577"/>
                    <a:pt x="16021" y="225577"/>
                    <a:pt x="16021" y="225793"/>
                  </a:cubicBezTo>
                  <a:cubicBezTo>
                    <a:pt x="28467" y="228283"/>
                    <a:pt x="28575" y="228498"/>
                    <a:pt x="30956" y="229902"/>
                  </a:cubicBezTo>
                  <a:cubicBezTo>
                    <a:pt x="36697" y="232499"/>
                    <a:pt x="41243" y="237687"/>
                    <a:pt x="45568" y="234664"/>
                  </a:cubicBezTo>
                  <a:cubicBezTo>
                    <a:pt x="52064" y="230118"/>
                    <a:pt x="56718" y="226117"/>
                    <a:pt x="61481" y="225037"/>
                  </a:cubicBezTo>
                  <a:cubicBezTo>
                    <a:pt x="79337" y="220713"/>
                    <a:pt x="85401" y="219735"/>
                    <a:pt x="89516" y="217145"/>
                  </a:cubicBezTo>
                  <a:cubicBezTo>
                    <a:pt x="96330" y="212820"/>
                    <a:pt x="100228" y="210115"/>
                    <a:pt x="104343" y="208274"/>
                  </a:cubicBezTo>
                  <a:cubicBezTo>
                    <a:pt x="131616" y="196380"/>
                    <a:pt x="132811" y="195193"/>
                    <a:pt x="137243" y="195840"/>
                  </a:cubicBezTo>
                  <a:cubicBezTo>
                    <a:pt x="146552" y="197244"/>
                    <a:pt x="154019" y="199409"/>
                    <a:pt x="151530" y="195840"/>
                  </a:cubicBezTo>
                  <a:cubicBezTo>
                    <a:pt x="149149" y="192380"/>
                    <a:pt x="152292" y="188055"/>
                    <a:pt x="154350" y="191192"/>
                  </a:cubicBezTo>
                  <a:cubicBezTo>
                    <a:pt x="156077" y="193891"/>
                    <a:pt x="157594" y="189135"/>
                    <a:pt x="157163" y="189674"/>
                  </a:cubicBezTo>
                  <a:cubicBezTo>
                    <a:pt x="157487" y="188811"/>
                    <a:pt x="158026" y="188055"/>
                    <a:pt x="158782" y="187299"/>
                  </a:cubicBezTo>
                  <a:lnTo>
                    <a:pt x="140062" y="158966"/>
                  </a:lnTo>
                  <a:lnTo>
                    <a:pt x="140062" y="158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335C34EE-95F5-0B11-68F3-9413D0EEBDF7}"/>
                </a:ext>
              </a:extLst>
            </p:cNvPr>
            <p:cNvSpPr/>
            <p:nvPr/>
          </p:nvSpPr>
          <p:spPr>
            <a:xfrm>
              <a:off x="4524351" y="4474375"/>
              <a:ext cx="101171" cy="34225"/>
            </a:xfrm>
            <a:custGeom>
              <a:avLst/>
              <a:gdLst>
                <a:gd name="csX0" fmla="*/ 40161 w 116677"/>
                <a:gd name="csY0" fmla="*/ 39363 h 39471"/>
                <a:gd name="csX1" fmla="*/ 69167 w 116677"/>
                <a:gd name="csY1" fmla="*/ 24117 h 39471"/>
                <a:gd name="csX2" fmla="*/ 95901 w 116677"/>
                <a:gd name="csY2" fmla="*/ 37528 h 39471"/>
                <a:gd name="csX3" fmla="*/ 116678 w 116677"/>
                <a:gd name="csY3" fmla="*/ 27146 h 39471"/>
                <a:gd name="csX4" fmla="*/ 103045 w 116677"/>
                <a:gd name="csY4" fmla="*/ 8115 h 39471"/>
                <a:gd name="csX5" fmla="*/ 93196 w 116677"/>
                <a:gd name="csY5" fmla="*/ 12224 h 39471"/>
                <a:gd name="csX6" fmla="*/ 65700 w 116677"/>
                <a:gd name="csY6" fmla="*/ 0 h 39471"/>
                <a:gd name="csX7" fmla="*/ 47628 w 116677"/>
                <a:gd name="csY7" fmla="*/ 10706 h 39471"/>
                <a:gd name="csX8" fmla="*/ 4658 w 116677"/>
                <a:gd name="csY8" fmla="*/ 10706 h 39471"/>
                <a:gd name="csX9" fmla="*/ 13643 w 116677"/>
                <a:gd name="csY9" fmla="*/ 27686 h 39471"/>
                <a:gd name="csX10" fmla="*/ 11370 w 116677"/>
                <a:gd name="csY10" fmla="*/ 29743 h 39471"/>
                <a:gd name="csX11" fmla="*/ 3356 w 116677"/>
                <a:gd name="csY11" fmla="*/ 24765 h 39471"/>
                <a:gd name="csX12" fmla="*/ 3 w 116677"/>
                <a:gd name="csY12" fmla="*/ 30607 h 39471"/>
                <a:gd name="csX13" fmla="*/ 219 w 116677"/>
                <a:gd name="csY13" fmla="*/ 39472 h 39471"/>
                <a:gd name="csX14" fmla="*/ 40268 w 116677"/>
                <a:gd name="csY14" fmla="*/ 39472 h 39471"/>
                <a:gd name="csX15" fmla="*/ 40161 w 116677"/>
                <a:gd name="csY15" fmla="*/ 39363 h 3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6677" h="39471">
                  <a:moveTo>
                    <a:pt x="40161" y="39363"/>
                  </a:moveTo>
                  <a:lnTo>
                    <a:pt x="69167" y="24117"/>
                  </a:lnTo>
                  <a:lnTo>
                    <a:pt x="95901" y="37528"/>
                  </a:lnTo>
                  <a:lnTo>
                    <a:pt x="116678" y="27146"/>
                  </a:lnTo>
                  <a:lnTo>
                    <a:pt x="103045" y="8115"/>
                  </a:lnTo>
                  <a:lnTo>
                    <a:pt x="93196" y="12224"/>
                  </a:lnTo>
                  <a:lnTo>
                    <a:pt x="65700" y="0"/>
                  </a:lnTo>
                  <a:lnTo>
                    <a:pt x="47628" y="10706"/>
                  </a:lnTo>
                  <a:lnTo>
                    <a:pt x="4658" y="10706"/>
                  </a:lnTo>
                  <a:lnTo>
                    <a:pt x="13643" y="27686"/>
                  </a:lnTo>
                  <a:cubicBezTo>
                    <a:pt x="15370" y="30931"/>
                    <a:pt x="10715" y="29743"/>
                    <a:pt x="11370" y="29743"/>
                  </a:cubicBezTo>
                  <a:cubicBezTo>
                    <a:pt x="6499" y="28549"/>
                    <a:pt x="7255" y="21952"/>
                    <a:pt x="3356" y="24765"/>
                  </a:cubicBezTo>
                  <a:cubicBezTo>
                    <a:pt x="2816" y="25412"/>
                    <a:pt x="-105" y="26822"/>
                    <a:pt x="3" y="30607"/>
                  </a:cubicBezTo>
                  <a:cubicBezTo>
                    <a:pt x="3" y="33960"/>
                    <a:pt x="219" y="36881"/>
                    <a:pt x="219" y="39472"/>
                  </a:cubicBezTo>
                  <a:lnTo>
                    <a:pt x="40268" y="39472"/>
                  </a:lnTo>
                  <a:lnTo>
                    <a:pt x="40161" y="39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939AC28D-EEBD-EF1B-919C-6577BEDE0368}"/>
                </a:ext>
              </a:extLst>
            </p:cNvPr>
            <p:cNvSpPr/>
            <p:nvPr/>
          </p:nvSpPr>
          <p:spPr>
            <a:xfrm>
              <a:off x="5355154" y="4852066"/>
              <a:ext cx="189270" cy="195411"/>
            </a:xfrm>
            <a:custGeom>
              <a:avLst/>
              <a:gdLst>
                <a:gd name="csX0" fmla="*/ 99763 w 218279"/>
                <a:gd name="csY0" fmla="*/ 108 h 225361"/>
                <a:gd name="csX1" fmla="*/ 99763 w 218279"/>
                <a:gd name="csY1" fmla="*/ 41529 h 225361"/>
                <a:gd name="csX2" fmla="*/ 35145 w 218279"/>
                <a:gd name="csY2" fmla="*/ 41529 h 225361"/>
                <a:gd name="csX3" fmla="*/ 32548 w 218279"/>
                <a:gd name="csY3" fmla="*/ 48990 h 225361"/>
                <a:gd name="csX4" fmla="*/ 31037 w 218279"/>
                <a:gd name="csY4" fmla="*/ 56020 h 225361"/>
                <a:gd name="csX5" fmla="*/ 25404 w 218279"/>
                <a:gd name="csY5" fmla="*/ 55264 h 225361"/>
                <a:gd name="csX6" fmla="*/ 24757 w 218279"/>
                <a:gd name="csY6" fmla="*/ 55588 h 225361"/>
                <a:gd name="csX7" fmla="*/ 31900 w 218279"/>
                <a:gd name="csY7" fmla="*/ 67050 h 225361"/>
                <a:gd name="csX8" fmla="*/ 39584 w 218279"/>
                <a:gd name="csY8" fmla="*/ 73317 h 225361"/>
                <a:gd name="csX9" fmla="*/ 36231 w 218279"/>
                <a:gd name="csY9" fmla="*/ 75159 h 225361"/>
                <a:gd name="csX10" fmla="*/ 30929 w 218279"/>
                <a:gd name="csY10" fmla="*/ 73209 h 225361"/>
                <a:gd name="csX11" fmla="*/ 24973 w 218279"/>
                <a:gd name="csY11" fmla="*/ 68561 h 225361"/>
                <a:gd name="csX12" fmla="*/ 22699 w 218279"/>
                <a:gd name="csY12" fmla="*/ 69317 h 225361"/>
                <a:gd name="csX13" fmla="*/ 21296 w 218279"/>
                <a:gd name="csY13" fmla="*/ 90081 h 225361"/>
                <a:gd name="csX14" fmla="*/ 16203 w 218279"/>
                <a:gd name="csY14" fmla="*/ 100680 h 225361"/>
                <a:gd name="csX15" fmla="*/ 6900 w 218279"/>
                <a:gd name="csY15" fmla="*/ 104248 h 225361"/>
                <a:gd name="csX16" fmla="*/ 1808 w 218279"/>
                <a:gd name="csY16" fmla="*/ 103708 h 225361"/>
                <a:gd name="csX17" fmla="*/ 296 w 218279"/>
                <a:gd name="csY17" fmla="*/ 104896 h 225361"/>
                <a:gd name="csX18" fmla="*/ 12635 w 218279"/>
                <a:gd name="csY18" fmla="*/ 131712 h 225361"/>
                <a:gd name="csX19" fmla="*/ 20102 w 218279"/>
                <a:gd name="csY19" fmla="*/ 144907 h 225361"/>
                <a:gd name="csX20" fmla="*/ 22268 w 218279"/>
                <a:gd name="csY20" fmla="*/ 151613 h 225361"/>
                <a:gd name="csX21" fmla="*/ 32764 w 218279"/>
                <a:gd name="csY21" fmla="*/ 165240 h 225361"/>
                <a:gd name="csX22" fmla="*/ 35907 w 218279"/>
                <a:gd name="csY22" fmla="*/ 170752 h 225361"/>
                <a:gd name="csX23" fmla="*/ 73785 w 218279"/>
                <a:gd name="csY23" fmla="*/ 204489 h 225361"/>
                <a:gd name="csX24" fmla="*/ 77036 w 218279"/>
                <a:gd name="csY24" fmla="*/ 210223 h 225361"/>
                <a:gd name="csX25" fmla="*/ 92187 w 218279"/>
                <a:gd name="csY25" fmla="*/ 225361 h 225361"/>
                <a:gd name="csX26" fmla="*/ 94461 w 218279"/>
                <a:gd name="csY26" fmla="*/ 218440 h 225361"/>
                <a:gd name="csX27" fmla="*/ 105281 w 218279"/>
                <a:gd name="csY27" fmla="*/ 211627 h 225361"/>
                <a:gd name="csX28" fmla="*/ 112101 w 218279"/>
                <a:gd name="csY28" fmla="*/ 219735 h 225361"/>
                <a:gd name="csX29" fmla="*/ 125525 w 218279"/>
                <a:gd name="csY29" fmla="*/ 220390 h 225361"/>
                <a:gd name="csX30" fmla="*/ 128446 w 218279"/>
                <a:gd name="csY30" fmla="*/ 205791 h 225361"/>
                <a:gd name="csX31" fmla="*/ 107231 w 218279"/>
                <a:gd name="csY31" fmla="*/ 185782 h 225361"/>
                <a:gd name="csX32" fmla="*/ 108856 w 218279"/>
                <a:gd name="csY32" fmla="*/ 169564 h 225361"/>
                <a:gd name="csX33" fmla="*/ 133316 w 218279"/>
                <a:gd name="csY33" fmla="*/ 167723 h 225361"/>
                <a:gd name="csX34" fmla="*/ 131043 w 218279"/>
                <a:gd name="csY34" fmla="*/ 152692 h 225361"/>
                <a:gd name="csX35" fmla="*/ 148690 w 218279"/>
                <a:gd name="csY35" fmla="*/ 149771 h 225361"/>
                <a:gd name="csX36" fmla="*/ 158323 w 218279"/>
                <a:gd name="csY36" fmla="*/ 169672 h 225361"/>
                <a:gd name="csX37" fmla="*/ 170769 w 218279"/>
                <a:gd name="csY37" fmla="*/ 171399 h 225361"/>
                <a:gd name="csX38" fmla="*/ 181805 w 218279"/>
                <a:gd name="csY38" fmla="*/ 162859 h 225361"/>
                <a:gd name="csX39" fmla="*/ 189164 w 218279"/>
                <a:gd name="csY39" fmla="*/ 174104 h 225361"/>
                <a:gd name="csX40" fmla="*/ 203128 w 218279"/>
                <a:gd name="csY40" fmla="*/ 174752 h 225361"/>
                <a:gd name="csX41" fmla="*/ 208653 w 218279"/>
                <a:gd name="csY41" fmla="*/ 155613 h 225361"/>
                <a:gd name="csX42" fmla="*/ 215682 w 218279"/>
                <a:gd name="csY42" fmla="*/ 150857 h 225361"/>
                <a:gd name="csX43" fmla="*/ 213301 w 218279"/>
                <a:gd name="csY43" fmla="*/ 119602 h 225361"/>
                <a:gd name="csX44" fmla="*/ 218279 w 218279"/>
                <a:gd name="csY44" fmla="*/ 104680 h 225361"/>
                <a:gd name="csX45" fmla="*/ 192308 w 218279"/>
                <a:gd name="csY45" fmla="*/ 88246 h 225361"/>
                <a:gd name="csX46" fmla="*/ 200963 w 218279"/>
                <a:gd name="csY46" fmla="*/ 62503 h 225361"/>
                <a:gd name="csX47" fmla="*/ 217308 w 218279"/>
                <a:gd name="csY47" fmla="*/ 49206 h 225361"/>
                <a:gd name="csX48" fmla="*/ 208653 w 218279"/>
                <a:gd name="csY48" fmla="*/ 31039 h 225361"/>
                <a:gd name="csX49" fmla="*/ 192092 w 218279"/>
                <a:gd name="csY49" fmla="*/ 28118 h 225361"/>
                <a:gd name="csX50" fmla="*/ 165574 w 218279"/>
                <a:gd name="csY50" fmla="*/ 36011 h 225361"/>
                <a:gd name="csX51" fmla="*/ 173258 w 218279"/>
                <a:gd name="csY51" fmla="*/ 654 h 225361"/>
                <a:gd name="csX52" fmla="*/ 166330 w 218279"/>
                <a:gd name="csY52" fmla="*/ 0 h 225361"/>
                <a:gd name="csX53" fmla="*/ 99439 w 218279"/>
                <a:gd name="csY53" fmla="*/ 0 h 225361"/>
                <a:gd name="csX54" fmla="*/ 99763 w 218279"/>
                <a:gd name="csY54" fmla="*/ 108 h 22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18279" h="225361">
                  <a:moveTo>
                    <a:pt x="99763" y="108"/>
                  </a:moveTo>
                  <a:lnTo>
                    <a:pt x="99763" y="41529"/>
                  </a:lnTo>
                  <a:lnTo>
                    <a:pt x="35145" y="41529"/>
                  </a:lnTo>
                  <a:cubicBezTo>
                    <a:pt x="34606" y="43688"/>
                    <a:pt x="32224" y="45529"/>
                    <a:pt x="32548" y="48990"/>
                  </a:cubicBezTo>
                  <a:cubicBezTo>
                    <a:pt x="32548" y="51041"/>
                    <a:pt x="34822" y="59265"/>
                    <a:pt x="31037" y="56020"/>
                  </a:cubicBezTo>
                  <a:cubicBezTo>
                    <a:pt x="30491" y="55804"/>
                    <a:pt x="28224" y="53854"/>
                    <a:pt x="25404" y="55264"/>
                  </a:cubicBezTo>
                  <a:lnTo>
                    <a:pt x="24757" y="55588"/>
                  </a:lnTo>
                  <a:cubicBezTo>
                    <a:pt x="20102" y="57855"/>
                    <a:pt x="28001" y="65424"/>
                    <a:pt x="31900" y="67050"/>
                  </a:cubicBezTo>
                  <a:cubicBezTo>
                    <a:pt x="33526" y="68021"/>
                    <a:pt x="39692" y="69101"/>
                    <a:pt x="39584" y="73317"/>
                  </a:cubicBezTo>
                  <a:cubicBezTo>
                    <a:pt x="39584" y="74943"/>
                    <a:pt x="37965" y="75806"/>
                    <a:pt x="36231" y="75159"/>
                  </a:cubicBezTo>
                  <a:lnTo>
                    <a:pt x="30929" y="73209"/>
                  </a:lnTo>
                  <a:cubicBezTo>
                    <a:pt x="27354" y="72022"/>
                    <a:pt x="24325" y="68021"/>
                    <a:pt x="24973" y="68561"/>
                  </a:cubicBezTo>
                  <a:cubicBezTo>
                    <a:pt x="23785" y="67158"/>
                    <a:pt x="22807" y="67373"/>
                    <a:pt x="22699" y="69317"/>
                  </a:cubicBezTo>
                  <a:lnTo>
                    <a:pt x="21296" y="90081"/>
                  </a:lnTo>
                  <a:cubicBezTo>
                    <a:pt x="20966" y="94945"/>
                    <a:pt x="15772" y="101219"/>
                    <a:pt x="16203" y="100680"/>
                  </a:cubicBezTo>
                  <a:cubicBezTo>
                    <a:pt x="13282" y="105004"/>
                    <a:pt x="10253" y="101543"/>
                    <a:pt x="6900" y="104248"/>
                  </a:cubicBezTo>
                  <a:cubicBezTo>
                    <a:pt x="4951" y="105867"/>
                    <a:pt x="1268" y="103600"/>
                    <a:pt x="1808" y="103708"/>
                  </a:cubicBezTo>
                  <a:cubicBezTo>
                    <a:pt x="296" y="102731"/>
                    <a:pt x="-459" y="103277"/>
                    <a:pt x="296" y="104896"/>
                  </a:cubicBezTo>
                  <a:cubicBezTo>
                    <a:pt x="9282" y="125876"/>
                    <a:pt x="9930" y="128143"/>
                    <a:pt x="12635" y="131712"/>
                  </a:cubicBezTo>
                  <a:cubicBezTo>
                    <a:pt x="17073" y="137446"/>
                    <a:pt x="20210" y="140475"/>
                    <a:pt x="20102" y="144907"/>
                  </a:cubicBezTo>
                  <a:cubicBezTo>
                    <a:pt x="20102" y="145555"/>
                    <a:pt x="19671" y="148908"/>
                    <a:pt x="22268" y="151613"/>
                  </a:cubicBezTo>
                  <a:cubicBezTo>
                    <a:pt x="27678" y="157232"/>
                    <a:pt x="32116" y="160693"/>
                    <a:pt x="32764" y="165240"/>
                  </a:cubicBezTo>
                  <a:cubicBezTo>
                    <a:pt x="34066" y="168586"/>
                    <a:pt x="34282" y="169348"/>
                    <a:pt x="35907" y="170752"/>
                  </a:cubicBezTo>
                  <a:cubicBezTo>
                    <a:pt x="72813" y="201136"/>
                    <a:pt x="72706" y="200165"/>
                    <a:pt x="73785" y="204489"/>
                  </a:cubicBezTo>
                  <a:cubicBezTo>
                    <a:pt x="75411" y="208166"/>
                    <a:pt x="75519" y="208814"/>
                    <a:pt x="77036" y="210223"/>
                  </a:cubicBezTo>
                  <a:cubicBezTo>
                    <a:pt x="82986" y="216275"/>
                    <a:pt x="87965" y="221145"/>
                    <a:pt x="92187" y="225361"/>
                  </a:cubicBezTo>
                  <a:lnTo>
                    <a:pt x="94461" y="218440"/>
                  </a:lnTo>
                  <a:lnTo>
                    <a:pt x="105281" y="211627"/>
                  </a:lnTo>
                  <a:lnTo>
                    <a:pt x="112101" y="219735"/>
                  </a:lnTo>
                  <a:lnTo>
                    <a:pt x="125525" y="220390"/>
                  </a:lnTo>
                  <a:lnTo>
                    <a:pt x="128446" y="205791"/>
                  </a:lnTo>
                  <a:lnTo>
                    <a:pt x="107231" y="185782"/>
                  </a:lnTo>
                  <a:lnTo>
                    <a:pt x="108856" y="169564"/>
                  </a:lnTo>
                  <a:lnTo>
                    <a:pt x="133316" y="167723"/>
                  </a:lnTo>
                  <a:lnTo>
                    <a:pt x="131043" y="152692"/>
                  </a:lnTo>
                  <a:lnTo>
                    <a:pt x="148690" y="149771"/>
                  </a:lnTo>
                  <a:lnTo>
                    <a:pt x="158323" y="169672"/>
                  </a:lnTo>
                  <a:lnTo>
                    <a:pt x="170769" y="171399"/>
                  </a:lnTo>
                  <a:lnTo>
                    <a:pt x="181805" y="162859"/>
                  </a:lnTo>
                  <a:lnTo>
                    <a:pt x="189164" y="174104"/>
                  </a:lnTo>
                  <a:lnTo>
                    <a:pt x="203128" y="174752"/>
                  </a:lnTo>
                  <a:lnTo>
                    <a:pt x="208653" y="155613"/>
                  </a:lnTo>
                  <a:lnTo>
                    <a:pt x="215682" y="150857"/>
                  </a:lnTo>
                  <a:lnTo>
                    <a:pt x="213301" y="119602"/>
                  </a:lnTo>
                  <a:lnTo>
                    <a:pt x="218279" y="104680"/>
                  </a:lnTo>
                  <a:lnTo>
                    <a:pt x="192308" y="88246"/>
                  </a:lnTo>
                  <a:lnTo>
                    <a:pt x="200963" y="62503"/>
                  </a:lnTo>
                  <a:lnTo>
                    <a:pt x="217308" y="49206"/>
                  </a:lnTo>
                  <a:lnTo>
                    <a:pt x="208653" y="31039"/>
                  </a:lnTo>
                  <a:lnTo>
                    <a:pt x="192092" y="28118"/>
                  </a:lnTo>
                  <a:lnTo>
                    <a:pt x="165574" y="36011"/>
                  </a:lnTo>
                  <a:lnTo>
                    <a:pt x="173258" y="654"/>
                  </a:lnTo>
                  <a:lnTo>
                    <a:pt x="166330" y="0"/>
                  </a:lnTo>
                  <a:lnTo>
                    <a:pt x="99439" y="0"/>
                  </a:lnTo>
                  <a:lnTo>
                    <a:pt x="99763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94544A66-7E30-95E8-4FAB-FEAA3DE0F2F0}"/>
                </a:ext>
              </a:extLst>
            </p:cNvPr>
            <p:cNvSpPr/>
            <p:nvPr/>
          </p:nvSpPr>
          <p:spPr>
            <a:xfrm>
              <a:off x="6381992" y="5649797"/>
              <a:ext cx="9257" cy="8746"/>
            </a:xfrm>
            <a:custGeom>
              <a:avLst/>
              <a:gdLst>
                <a:gd name="csX0" fmla="*/ 631 w 10676"/>
                <a:gd name="csY0" fmla="*/ 1768 h 10086"/>
                <a:gd name="csX1" fmla="*/ 2663 w 10676"/>
                <a:gd name="csY1" fmla="*/ 9877 h 10086"/>
                <a:gd name="csX2" fmla="*/ 9712 w 10676"/>
                <a:gd name="csY2" fmla="*/ 4797 h 10086"/>
                <a:gd name="csX3" fmla="*/ 695 w 10676"/>
                <a:gd name="csY3" fmla="*/ 1768 h 10086"/>
                <a:gd name="csX4" fmla="*/ 631 w 10676"/>
                <a:gd name="csY4" fmla="*/ 1768 h 10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76" h="10086">
                  <a:moveTo>
                    <a:pt x="631" y="1768"/>
                  </a:moveTo>
                  <a:cubicBezTo>
                    <a:pt x="695" y="4257"/>
                    <a:pt x="-1782" y="11395"/>
                    <a:pt x="2663" y="9877"/>
                  </a:cubicBezTo>
                  <a:cubicBezTo>
                    <a:pt x="5267" y="8582"/>
                    <a:pt x="13458" y="7502"/>
                    <a:pt x="9712" y="4797"/>
                  </a:cubicBezTo>
                  <a:cubicBezTo>
                    <a:pt x="6791" y="3178"/>
                    <a:pt x="1139" y="-2988"/>
                    <a:pt x="695" y="1768"/>
                  </a:cubicBezTo>
                  <a:lnTo>
                    <a:pt x="631" y="17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0CFDFA1D-B132-CA29-4ADE-721E86A75B42}"/>
                </a:ext>
              </a:extLst>
            </p:cNvPr>
            <p:cNvSpPr/>
            <p:nvPr/>
          </p:nvSpPr>
          <p:spPr>
            <a:xfrm>
              <a:off x="6143300" y="4455533"/>
              <a:ext cx="487839" cy="372438"/>
            </a:xfrm>
            <a:custGeom>
              <a:avLst/>
              <a:gdLst>
                <a:gd name="csX0" fmla="*/ 530225 w 562609"/>
                <a:gd name="csY0" fmla="*/ 258013 h 429520"/>
                <a:gd name="csX1" fmla="*/ 409892 w 562609"/>
                <a:gd name="csY1" fmla="*/ 217678 h 429520"/>
                <a:gd name="csX2" fmla="*/ 385508 w 562609"/>
                <a:gd name="csY2" fmla="*/ 185020 h 429520"/>
                <a:gd name="csX3" fmla="*/ 372237 w 562609"/>
                <a:gd name="csY3" fmla="*/ 177774 h 429520"/>
                <a:gd name="csX4" fmla="*/ 365823 w 562609"/>
                <a:gd name="csY4" fmla="*/ 164040 h 429520"/>
                <a:gd name="csX5" fmla="*/ 363791 w 562609"/>
                <a:gd name="csY5" fmla="*/ 159715 h 429520"/>
                <a:gd name="csX6" fmla="*/ 372237 w 562609"/>
                <a:gd name="csY6" fmla="*/ 146850 h 429520"/>
                <a:gd name="csX7" fmla="*/ 372110 w 562609"/>
                <a:gd name="csY7" fmla="*/ 146850 h 429520"/>
                <a:gd name="csX8" fmla="*/ 358584 w 562609"/>
                <a:gd name="csY8" fmla="*/ 139928 h 429520"/>
                <a:gd name="csX9" fmla="*/ 350900 w 562609"/>
                <a:gd name="csY9" fmla="*/ 145872 h 429520"/>
                <a:gd name="csX10" fmla="*/ 330771 w 562609"/>
                <a:gd name="csY10" fmla="*/ 145440 h 429520"/>
                <a:gd name="csX11" fmla="*/ 331279 w 562609"/>
                <a:gd name="csY11" fmla="*/ 118624 h 429520"/>
                <a:gd name="csX12" fmla="*/ 356171 w 562609"/>
                <a:gd name="csY12" fmla="*/ 87046 h 429520"/>
                <a:gd name="csX13" fmla="*/ 335534 w 562609"/>
                <a:gd name="csY13" fmla="*/ 74397 h 429520"/>
                <a:gd name="csX14" fmla="*/ 329120 w 562609"/>
                <a:gd name="csY14" fmla="*/ 59150 h 429520"/>
                <a:gd name="csX15" fmla="*/ 308356 w 562609"/>
                <a:gd name="csY15" fmla="*/ 48768 h 429520"/>
                <a:gd name="csX16" fmla="*/ 299910 w 562609"/>
                <a:gd name="csY16" fmla="*/ 29089 h 429520"/>
                <a:gd name="csX17" fmla="*/ 266255 w 562609"/>
                <a:gd name="csY17" fmla="*/ 11893 h 429520"/>
                <a:gd name="csX18" fmla="*/ 238760 w 562609"/>
                <a:gd name="csY18" fmla="*/ 14052 h 429520"/>
                <a:gd name="csX19" fmla="*/ 230632 w 562609"/>
                <a:gd name="csY19" fmla="*/ 4432 h 429520"/>
                <a:gd name="csX20" fmla="*/ 210820 w 562609"/>
                <a:gd name="csY20" fmla="*/ 14706 h 429520"/>
                <a:gd name="csX21" fmla="*/ 186055 w 562609"/>
                <a:gd name="csY21" fmla="*/ 0 h 429520"/>
                <a:gd name="csX22" fmla="*/ 173355 w 562609"/>
                <a:gd name="csY22" fmla="*/ 25845 h 429520"/>
                <a:gd name="csX23" fmla="*/ 160083 w 562609"/>
                <a:gd name="csY23" fmla="*/ 13297 h 429520"/>
                <a:gd name="csX24" fmla="*/ 134112 w 562609"/>
                <a:gd name="csY24" fmla="*/ 21622 h 429520"/>
                <a:gd name="csX25" fmla="*/ 121412 w 562609"/>
                <a:gd name="csY25" fmla="*/ 79584 h 429520"/>
                <a:gd name="csX26" fmla="*/ 101409 w 562609"/>
                <a:gd name="csY26" fmla="*/ 83261 h 429520"/>
                <a:gd name="csX27" fmla="*/ 80645 w 562609"/>
                <a:gd name="csY27" fmla="*/ 113436 h 429520"/>
                <a:gd name="csX28" fmla="*/ 74675 w 562609"/>
                <a:gd name="csY28" fmla="*/ 156146 h 429520"/>
                <a:gd name="csX29" fmla="*/ 60515 w 562609"/>
                <a:gd name="csY29" fmla="*/ 148793 h 429520"/>
                <a:gd name="csX30" fmla="*/ 50101 w 562609"/>
                <a:gd name="csY30" fmla="*/ 162744 h 429520"/>
                <a:gd name="csX31" fmla="*/ 44894 w 562609"/>
                <a:gd name="csY31" fmla="*/ 206216 h 429520"/>
                <a:gd name="csX32" fmla="*/ 45465 w 562609"/>
                <a:gd name="csY32" fmla="*/ 238118 h 429520"/>
                <a:gd name="csX33" fmla="*/ 8318 w 562609"/>
                <a:gd name="csY33" fmla="*/ 241579 h 429520"/>
                <a:gd name="csX34" fmla="*/ 8889 w 562609"/>
                <a:gd name="csY34" fmla="*/ 250876 h 429520"/>
                <a:gd name="csX35" fmla="*/ 0 w 562609"/>
                <a:gd name="csY35" fmla="*/ 260178 h 429520"/>
                <a:gd name="csX36" fmla="*/ 3428 w 562609"/>
                <a:gd name="csY36" fmla="*/ 266014 h 429520"/>
                <a:gd name="csX37" fmla="*/ 38100 w 562609"/>
                <a:gd name="csY37" fmla="*/ 275317 h 429520"/>
                <a:gd name="csX38" fmla="*/ 45974 w 562609"/>
                <a:gd name="csY38" fmla="*/ 291535 h 429520"/>
                <a:gd name="csX39" fmla="*/ 67310 w 562609"/>
                <a:gd name="csY39" fmla="*/ 306241 h 429520"/>
                <a:gd name="csX40" fmla="*/ 86995 w 562609"/>
                <a:gd name="csY40" fmla="*/ 356311 h 429520"/>
                <a:gd name="csX41" fmla="*/ 94614 w 562609"/>
                <a:gd name="csY41" fmla="*/ 350361 h 429520"/>
                <a:gd name="csX42" fmla="*/ 107124 w 562609"/>
                <a:gd name="csY42" fmla="*/ 356959 h 429520"/>
                <a:gd name="csX43" fmla="*/ 107124 w 562609"/>
                <a:gd name="csY43" fmla="*/ 373183 h 429520"/>
                <a:gd name="csX44" fmla="*/ 116776 w 562609"/>
                <a:gd name="csY44" fmla="*/ 379019 h 429520"/>
                <a:gd name="csX45" fmla="*/ 122936 w 562609"/>
                <a:gd name="csY45" fmla="*/ 380968 h 429520"/>
                <a:gd name="csX46" fmla="*/ 123253 w 562609"/>
                <a:gd name="csY46" fmla="*/ 389617 h 429520"/>
                <a:gd name="csX47" fmla="*/ 123380 w 562609"/>
                <a:gd name="csY47" fmla="*/ 389617 h 429520"/>
                <a:gd name="csX48" fmla="*/ 148589 w 562609"/>
                <a:gd name="csY48" fmla="*/ 390156 h 429520"/>
                <a:gd name="csX49" fmla="*/ 191706 w 562609"/>
                <a:gd name="csY49" fmla="*/ 421627 h 429520"/>
                <a:gd name="csX50" fmla="*/ 208978 w 562609"/>
                <a:gd name="csY50" fmla="*/ 419678 h 429520"/>
                <a:gd name="csX51" fmla="*/ 247205 w 562609"/>
                <a:gd name="csY51" fmla="*/ 429520 h 429520"/>
                <a:gd name="csX52" fmla="*/ 259524 w 562609"/>
                <a:gd name="csY52" fmla="*/ 411353 h 429520"/>
                <a:gd name="csX53" fmla="*/ 293179 w 562609"/>
                <a:gd name="csY53" fmla="*/ 396646 h 429520"/>
                <a:gd name="csX54" fmla="*/ 305562 w 562609"/>
                <a:gd name="csY54" fmla="*/ 408972 h 429520"/>
                <a:gd name="csX55" fmla="*/ 333248 w 562609"/>
                <a:gd name="csY55" fmla="*/ 408432 h 429520"/>
                <a:gd name="csX56" fmla="*/ 341693 w 562609"/>
                <a:gd name="csY56" fmla="*/ 397618 h 429520"/>
                <a:gd name="csX57" fmla="*/ 373380 w 562609"/>
                <a:gd name="csY57" fmla="*/ 393186 h 429520"/>
                <a:gd name="csX58" fmla="*/ 376300 w 562609"/>
                <a:gd name="csY58" fmla="*/ 382372 h 429520"/>
                <a:gd name="csX59" fmla="*/ 408050 w 562609"/>
                <a:gd name="csY59" fmla="*/ 370046 h 429520"/>
                <a:gd name="csX60" fmla="*/ 449707 w 562609"/>
                <a:gd name="csY60" fmla="*/ 372961 h 429520"/>
                <a:gd name="csX61" fmla="*/ 562610 w 562609"/>
                <a:gd name="csY61" fmla="*/ 257473 h 429520"/>
                <a:gd name="csX62" fmla="*/ 530479 w 562609"/>
                <a:gd name="csY62" fmla="*/ 257473 h 429520"/>
                <a:gd name="csX63" fmla="*/ 530225 w 562609"/>
                <a:gd name="csY63" fmla="*/ 258013 h 4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562609" h="429520">
                  <a:moveTo>
                    <a:pt x="530225" y="258013"/>
                  </a:moveTo>
                  <a:lnTo>
                    <a:pt x="409892" y="217678"/>
                  </a:lnTo>
                  <a:lnTo>
                    <a:pt x="385508" y="185020"/>
                  </a:lnTo>
                  <a:lnTo>
                    <a:pt x="372237" y="177774"/>
                  </a:lnTo>
                  <a:lnTo>
                    <a:pt x="365823" y="164040"/>
                  </a:lnTo>
                  <a:lnTo>
                    <a:pt x="363791" y="159715"/>
                  </a:lnTo>
                  <a:lnTo>
                    <a:pt x="372237" y="146850"/>
                  </a:lnTo>
                  <a:lnTo>
                    <a:pt x="372110" y="146850"/>
                  </a:lnTo>
                  <a:lnTo>
                    <a:pt x="358584" y="139928"/>
                  </a:lnTo>
                  <a:lnTo>
                    <a:pt x="350900" y="145872"/>
                  </a:lnTo>
                  <a:lnTo>
                    <a:pt x="330771" y="145440"/>
                  </a:lnTo>
                  <a:lnTo>
                    <a:pt x="331279" y="118624"/>
                  </a:lnTo>
                  <a:lnTo>
                    <a:pt x="356171" y="87046"/>
                  </a:lnTo>
                  <a:lnTo>
                    <a:pt x="335534" y="74397"/>
                  </a:lnTo>
                  <a:lnTo>
                    <a:pt x="329120" y="59150"/>
                  </a:lnTo>
                  <a:lnTo>
                    <a:pt x="308356" y="48768"/>
                  </a:lnTo>
                  <a:lnTo>
                    <a:pt x="299910" y="29089"/>
                  </a:lnTo>
                  <a:lnTo>
                    <a:pt x="266255" y="11893"/>
                  </a:lnTo>
                  <a:lnTo>
                    <a:pt x="238760" y="14052"/>
                  </a:lnTo>
                  <a:lnTo>
                    <a:pt x="230632" y="4432"/>
                  </a:lnTo>
                  <a:lnTo>
                    <a:pt x="210820" y="14706"/>
                  </a:lnTo>
                  <a:lnTo>
                    <a:pt x="186055" y="0"/>
                  </a:lnTo>
                  <a:lnTo>
                    <a:pt x="173355" y="25845"/>
                  </a:lnTo>
                  <a:lnTo>
                    <a:pt x="160083" y="13297"/>
                  </a:lnTo>
                  <a:lnTo>
                    <a:pt x="134112" y="21622"/>
                  </a:lnTo>
                  <a:lnTo>
                    <a:pt x="121412" y="79584"/>
                  </a:lnTo>
                  <a:lnTo>
                    <a:pt x="101409" y="83261"/>
                  </a:lnTo>
                  <a:lnTo>
                    <a:pt x="80645" y="113436"/>
                  </a:lnTo>
                  <a:lnTo>
                    <a:pt x="74675" y="156146"/>
                  </a:lnTo>
                  <a:lnTo>
                    <a:pt x="60515" y="148793"/>
                  </a:lnTo>
                  <a:lnTo>
                    <a:pt x="50101" y="162744"/>
                  </a:lnTo>
                  <a:lnTo>
                    <a:pt x="44894" y="206216"/>
                  </a:lnTo>
                  <a:lnTo>
                    <a:pt x="45465" y="238118"/>
                  </a:lnTo>
                  <a:lnTo>
                    <a:pt x="8318" y="241579"/>
                  </a:lnTo>
                  <a:lnTo>
                    <a:pt x="8889" y="250876"/>
                  </a:lnTo>
                  <a:lnTo>
                    <a:pt x="0" y="260178"/>
                  </a:lnTo>
                  <a:lnTo>
                    <a:pt x="3428" y="266014"/>
                  </a:lnTo>
                  <a:lnTo>
                    <a:pt x="38100" y="275317"/>
                  </a:lnTo>
                  <a:lnTo>
                    <a:pt x="45974" y="291535"/>
                  </a:lnTo>
                  <a:lnTo>
                    <a:pt x="67310" y="306241"/>
                  </a:lnTo>
                  <a:lnTo>
                    <a:pt x="86995" y="356311"/>
                  </a:lnTo>
                  <a:lnTo>
                    <a:pt x="94614" y="350361"/>
                  </a:lnTo>
                  <a:lnTo>
                    <a:pt x="107124" y="356959"/>
                  </a:lnTo>
                  <a:lnTo>
                    <a:pt x="107124" y="373183"/>
                  </a:lnTo>
                  <a:lnTo>
                    <a:pt x="116776" y="379019"/>
                  </a:lnTo>
                  <a:cubicBezTo>
                    <a:pt x="117348" y="379019"/>
                    <a:pt x="122745" y="376529"/>
                    <a:pt x="122936" y="380968"/>
                  </a:cubicBezTo>
                  <a:cubicBezTo>
                    <a:pt x="123063" y="384099"/>
                    <a:pt x="123189" y="386912"/>
                    <a:pt x="123253" y="389617"/>
                  </a:cubicBezTo>
                  <a:lnTo>
                    <a:pt x="123380" y="389617"/>
                  </a:lnTo>
                  <a:lnTo>
                    <a:pt x="148589" y="390156"/>
                  </a:lnTo>
                  <a:lnTo>
                    <a:pt x="191706" y="421627"/>
                  </a:lnTo>
                  <a:lnTo>
                    <a:pt x="208978" y="419678"/>
                  </a:lnTo>
                  <a:lnTo>
                    <a:pt x="247205" y="429520"/>
                  </a:lnTo>
                  <a:lnTo>
                    <a:pt x="259524" y="411353"/>
                  </a:lnTo>
                  <a:lnTo>
                    <a:pt x="293179" y="396646"/>
                  </a:lnTo>
                  <a:lnTo>
                    <a:pt x="305562" y="408972"/>
                  </a:lnTo>
                  <a:lnTo>
                    <a:pt x="333248" y="408432"/>
                  </a:lnTo>
                  <a:lnTo>
                    <a:pt x="341693" y="397618"/>
                  </a:lnTo>
                  <a:lnTo>
                    <a:pt x="373380" y="393186"/>
                  </a:lnTo>
                  <a:lnTo>
                    <a:pt x="376300" y="382372"/>
                  </a:lnTo>
                  <a:lnTo>
                    <a:pt x="408050" y="370046"/>
                  </a:lnTo>
                  <a:lnTo>
                    <a:pt x="449707" y="372961"/>
                  </a:lnTo>
                  <a:lnTo>
                    <a:pt x="562610" y="257473"/>
                  </a:lnTo>
                  <a:lnTo>
                    <a:pt x="530479" y="257473"/>
                  </a:lnTo>
                  <a:lnTo>
                    <a:pt x="530225" y="2580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AC31745F-FEE8-29EB-365C-97B9AFD973BE}"/>
                </a:ext>
              </a:extLst>
            </p:cNvPr>
            <p:cNvSpPr/>
            <p:nvPr/>
          </p:nvSpPr>
          <p:spPr>
            <a:xfrm>
              <a:off x="6382117" y="4441625"/>
              <a:ext cx="4687" cy="5123"/>
            </a:xfrm>
            <a:custGeom>
              <a:avLst/>
              <a:gdLst>
                <a:gd name="csX0" fmla="*/ 3472 w 5405"/>
                <a:gd name="csY0" fmla="*/ 140 h 5908"/>
                <a:gd name="csX1" fmla="*/ 170 w 5405"/>
                <a:gd name="csY1" fmla="*/ 2845 h 5908"/>
                <a:gd name="csX2" fmla="*/ 551 w 5405"/>
                <a:gd name="csY2" fmla="*/ 4248 h 5908"/>
                <a:gd name="csX3" fmla="*/ 4806 w 5405"/>
                <a:gd name="csY3" fmla="*/ 3169 h 5908"/>
                <a:gd name="csX4" fmla="*/ 3472 w 5405"/>
                <a:gd name="csY4" fmla="*/ 140 h 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05" h="5908">
                  <a:moveTo>
                    <a:pt x="3472" y="140"/>
                  </a:moveTo>
                  <a:cubicBezTo>
                    <a:pt x="4043" y="32"/>
                    <a:pt x="-973" y="-724"/>
                    <a:pt x="170" y="2845"/>
                  </a:cubicBezTo>
                  <a:lnTo>
                    <a:pt x="551" y="4248"/>
                  </a:lnTo>
                  <a:cubicBezTo>
                    <a:pt x="1757" y="8357"/>
                    <a:pt x="4234" y="3600"/>
                    <a:pt x="4806" y="3169"/>
                  </a:cubicBezTo>
                  <a:cubicBezTo>
                    <a:pt x="6012" y="1657"/>
                    <a:pt x="5314" y="356"/>
                    <a:pt x="3472" y="1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997119FB-C6B0-2EF6-9282-56BE39595A6C}"/>
                </a:ext>
              </a:extLst>
            </p:cNvPr>
            <p:cNvSpPr/>
            <p:nvPr/>
          </p:nvSpPr>
          <p:spPr>
            <a:xfrm>
              <a:off x="6375210" y="4423677"/>
              <a:ext cx="11869" cy="5296"/>
            </a:xfrm>
            <a:custGeom>
              <a:avLst/>
              <a:gdLst>
                <a:gd name="csX0" fmla="*/ 5088 w 13688"/>
                <a:gd name="csY0" fmla="*/ 5916 h 6108"/>
                <a:gd name="csX1" fmla="*/ 11755 w 13688"/>
                <a:gd name="csY1" fmla="*/ 5052 h 6108"/>
                <a:gd name="csX2" fmla="*/ 13089 w 13688"/>
                <a:gd name="csY2" fmla="*/ 1915 h 6108"/>
                <a:gd name="csX3" fmla="*/ 12834 w 13688"/>
                <a:gd name="csY3" fmla="*/ 1700 h 6108"/>
                <a:gd name="csX4" fmla="*/ 2040 w 13688"/>
                <a:gd name="csY4" fmla="*/ 2671 h 6108"/>
                <a:gd name="csX5" fmla="*/ 4960 w 13688"/>
                <a:gd name="csY5" fmla="*/ 6024 h 6108"/>
                <a:gd name="csX6" fmla="*/ 5088 w 13688"/>
                <a:gd name="csY6" fmla="*/ 5916 h 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8" h="6108">
                  <a:moveTo>
                    <a:pt x="5088" y="5916"/>
                  </a:moveTo>
                  <a:lnTo>
                    <a:pt x="11755" y="5052"/>
                  </a:lnTo>
                  <a:cubicBezTo>
                    <a:pt x="13596" y="4836"/>
                    <a:pt x="14296" y="3427"/>
                    <a:pt x="13089" y="1915"/>
                  </a:cubicBezTo>
                  <a:lnTo>
                    <a:pt x="12834" y="1700"/>
                  </a:lnTo>
                  <a:cubicBezTo>
                    <a:pt x="9914" y="-2301"/>
                    <a:pt x="4834" y="1915"/>
                    <a:pt x="2040" y="2671"/>
                  </a:cubicBezTo>
                  <a:cubicBezTo>
                    <a:pt x="-2088" y="4404"/>
                    <a:pt x="643" y="6564"/>
                    <a:pt x="4960" y="6024"/>
                  </a:cubicBezTo>
                  <a:lnTo>
                    <a:pt x="5088" y="59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C5785AA7-F1DB-E6CC-D3FE-B8429C3BAF4E}"/>
                </a:ext>
              </a:extLst>
            </p:cNvPr>
            <p:cNvSpPr/>
            <p:nvPr/>
          </p:nvSpPr>
          <p:spPr>
            <a:xfrm>
              <a:off x="6372202" y="4417501"/>
              <a:ext cx="5190" cy="5533"/>
            </a:xfrm>
            <a:custGeom>
              <a:avLst/>
              <a:gdLst>
                <a:gd name="csX0" fmla="*/ 4619 w 5985"/>
                <a:gd name="csY0" fmla="*/ 1360 h 6381"/>
                <a:gd name="csX1" fmla="*/ 3666 w 5985"/>
                <a:gd name="csY1" fmla="*/ 712 h 6381"/>
                <a:gd name="csX2" fmla="*/ 1507 w 5985"/>
                <a:gd name="csY2" fmla="*/ 5792 h 6381"/>
                <a:gd name="csX3" fmla="*/ 4555 w 5985"/>
                <a:gd name="csY3" fmla="*/ 1468 h 6381"/>
                <a:gd name="csX4" fmla="*/ 4619 w 5985"/>
                <a:gd name="csY4" fmla="*/ 1360 h 6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85" h="6381">
                  <a:moveTo>
                    <a:pt x="4619" y="1360"/>
                  </a:moveTo>
                  <a:lnTo>
                    <a:pt x="3666" y="712"/>
                  </a:lnTo>
                  <a:cubicBezTo>
                    <a:pt x="238" y="-1993"/>
                    <a:pt x="-1413" y="3735"/>
                    <a:pt x="1507" y="5792"/>
                  </a:cubicBezTo>
                  <a:cubicBezTo>
                    <a:pt x="4555" y="7850"/>
                    <a:pt x="7984" y="4065"/>
                    <a:pt x="4555" y="1468"/>
                  </a:cubicBezTo>
                  <a:lnTo>
                    <a:pt x="4619" y="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8DC619BF-10AF-5CFE-7272-8F1643A606D5}"/>
                </a:ext>
              </a:extLst>
            </p:cNvPr>
            <p:cNvSpPr/>
            <p:nvPr/>
          </p:nvSpPr>
          <p:spPr>
            <a:xfrm>
              <a:off x="6374072" y="4408328"/>
              <a:ext cx="4570" cy="5957"/>
            </a:xfrm>
            <a:custGeom>
              <a:avLst/>
              <a:gdLst>
                <a:gd name="csX0" fmla="*/ 1510 w 5271"/>
                <a:gd name="csY0" fmla="*/ 6206 h 6870"/>
                <a:gd name="csX1" fmla="*/ 2272 w 5271"/>
                <a:gd name="csY1" fmla="*/ 6529 h 6870"/>
                <a:gd name="csX2" fmla="*/ 5194 w 5271"/>
                <a:gd name="csY2" fmla="*/ 4802 h 6870"/>
                <a:gd name="csX3" fmla="*/ 2717 w 5271"/>
                <a:gd name="csY3" fmla="*/ 802 h 6870"/>
                <a:gd name="csX4" fmla="*/ 1510 w 5271"/>
                <a:gd name="csY4" fmla="*/ 6313 h 6870"/>
                <a:gd name="csX5" fmla="*/ 1510 w 5271"/>
                <a:gd name="csY5" fmla="*/ 6206 h 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71" h="6870">
                  <a:moveTo>
                    <a:pt x="1510" y="6206"/>
                  </a:moveTo>
                  <a:lnTo>
                    <a:pt x="2272" y="6529"/>
                  </a:lnTo>
                  <a:cubicBezTo>
                    <a:pt x="3923" y="7399"/>
                    <a:pt x="5194" y="6529"/>
                    <a:pt x="5194" y="4802"/>
                  </a:cubicBezTo>
                  <a:cubicBezTo>
                    <a:pt x="5194" y="4262"/>
                    <a:pt x="5956" y="-2227"/>
                    <a:pt x="2717" y="802"/>
                  </a:cubicBezTo>
                  <a:cubicBezTo>
                    <a:pt x="2399" y="1342"/>
                    <a:pt x="-2363" y="4262"/>
                    <a:pt x="1510" y="6313"/>
                  </a:cubicBezTo>
                  <a:lnTo>
                    <a:pt x="1510" y="62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8CF35059-8E2F-5155-E9A4-945F31C24AE8}"/>
                </a:ext>
              </a:extLst>
            </p:cNvPr>
            <p:cNvSpPr/>
            <p:nvPr/>
          </p:nvSpPr>
          <p:spPr>
            <a:xfrm>
              <a:off x="6256836" y="4348357"/>
              <a:ext cx="219747" cy="189497"/>
            </a:xfrm>
            <a:custGeom>
              <a:avLst/>
              <a:gdLst>
                <a:gd name="csX0" fmla="*/ 43116 w 253427"/>
                <a:gd name="csY0" fmla="*/ 24981 h 218541"/>
                <a:gd name="csX1" fmla="*/ 37655 w 253427"/>
                <a:gd name="csY1" fmla="*/ 39688 h 218541"/>
                <a:gd name="csX2" fmla="*/ 19812 w 253427"/>
                <a:gd name="csY2" fmla="*/ 40119 h 218541"/>
                <a:gd name="csX3" fmla="*/ 18859 w 253427"/>
                <a:gd name="csY3" fmla="*/ 69101 h 218541"/>
                <a:gd name="csX4" fmla="*/ 0 w 253427"/>
                <a:gd name="csY4" fmla="*/ 110408 h 218541"/>
                <a:gd name="csX5" fmla="*/ 2921 w 253427"/>
                <a:gd name="csY5" fmla="*/ 145333 h 218541"/>
                <a:gd name="csX6" fmla="*/ 28892 w 253427"/>
                <a:gd name="csY6" fmla="*/ 137008 h 218541"/>
                <a:gd name="csX7" fmla="*/ 42227 w 253427"/>
                <a:gd name="csY7" fmla="*/ 149555 h 218541"/>
                <a:gd name="csX8" fmla="*/ 54863 w 253427"/>
                <a:gd name="csY8" fmla="*/ 123711 h 218541"/>
                <a:gd name="csX9" fmla="*/ 79692 w 253427"/>
                <a:gd name="csY9" fmla="*/ 138418 h 218541"/>
                <a:gd name="csX10" fmla="*/ 99504 w 253427"/>
                <a:gd name="csY10" fmla="*/ 128143 h 218541"/>
                <a:gd name="csX11" fmla="*/ 107632 w 253427"/>
                <a:gd name="csY11" fmla="*/ 137763 h 218541"/>
                <a:gd name="csX12" fmla="*/ 135064 w 253427"/>
                <a:gd name="csY12" fmla="*/ 135604 h 218541"/>
                <a:gd name="csX13" fmla="*/ 168783 w 253427"/>
                <a:gd name="csY13" fmla="*/ 152794 h 218541"/>
                <a:gd name="csX14" fmla="*/ 177228 w 253427"/>
                <a:gd name="csY14" fmla="*/ 172479 h 218541"/>
                <a:gd name="csX15" fmla="*/ 197993 w 253427"/>
                <a:gd name="csY15" fmla="*/ 182861 h 218541"/>
                <a:gd name="csX16" fmla="*/ 204343 w 253427"/>
                <a:gd name="csY16" fmla="*/ 198107 h 218541"/>
                <a:gd name="csX17" fmla="*/ 225044 w 253427"/>
                <a:gd name="csY17" fmla="*/ 210757 h 218541"/>
                <a:gd name="csX18" fmla="*/ 235076 w 253427"/>
                <a:gd name="csY18" fmla="*/ 218542 h 218541"/>
                <a:gd name="csX19" fmla="*/ 253428 w 253427"/>
                <a:gd name="csY19" fmla="*/ 203835 h 218541"/>
                <a:gd name="csX20" fmla="*/ 245363 w 253427"/>
                <a:gd name="csY20" fmla="*/ 193891 h 218541"/>
                <a:gd name="csX21" fmla="*/ 241681 w 253427"/>
                <a:gd name="csY21" fmla="*/ 197676 h 218541"/>
                <a:gd name="csX22" fmla="*/ 236601 w 253427"/>
                <a:gd name="csY22" fmla="*/ 193243 h 218541"/>
                <a:gd name="csX23" fmla="*/ 232727 w 253427"/>
                <a:gd name="csY23" fmla="*/ 186322 h 218541"/>
                <a:gd name="csX24" fmla="*/ 223520 w 253427"/>
                <a:gd name="csY24" fmla="*/ 182321 h 218541"/>
                <a:gd name="csX25" fmla="*/ 216153 w 253427"/>
                <a:gd name="csY25" fmla="*/ 168910 h 218541"/>
                <a:gd name="csX26" fmla="*/ 209232 w 253427"/>
                <a:gd name="csY26" fmla="*/ 162096 h 218541"/>
                <a:gd name="csX27" fmla="*/ 200787 w 253427"/>
                <a:gd name="csY27" fmla="*/ 157772 h 218541"/>
                <a:gd name="csX28" fmla="*/ 175704 w 253427"/>
                <a:gd name="csY28" fmla="*/ 128575 h 218541"/>
                <a:gd name="csX29" fmla="*/ 165926 w 253427"/>
                <a:gd name="csY29" fmla="*/ 126733 h 218541"/>
                <a:gd name="csX30" fmla="*/ 159321 w 253427"/>
                <a:gd name="csY30" fmla="*/ 117653 h 218541"/>
                <a:gd name="csX31" fmla="*/ 150813 w 253427"/>
                <a:gd name="csY31" fmla="*/ 115919 h 218541"/>
                <a:gd name="csX32" fmla="*/ 143446 w 253427"/>
                <a:gd name="csY32" fmla="*/ 118301 h 218541"/>
                <a:gd name="csX33" fmla="*/ 136906 w 253427"/>
                <a:gd name="csY33" fmla="*/ 103594 h 218541"/>
                <a:gd name="csX34" fmla="*/ 133286 w 253427"/>
                <a:gd name="csY34" fmla="*/ 97104 h 218541"/>
                <a:gd name="csX35" fmla="*/ 127952 w 253427"/>
                <a:gd name="csY35" fmla="*/ 103486 h 218541"/>
                <a:gd name="csX36" fmla="*/ 128524 w 253427"/>
                <a:gd name="csY36" fmla="*/ 109976 h 218541"/>
                <a:gd name="csX37" fmla="*/ 128270 w 253427"/>
                <a:gd name="csY37" fmla="*/ 110839 h 218541"/>
                <a:gd name="csX38" fmla="*/ 123951 w 253427"/>
                <a:gd name="csY38" fmla="*/ 112027 h 218541"/>
                <a:gd name="csX39" fmla="*/ 121665 w 253427"/>
                <a:gd name="csY39" fmla="*/ 107379 h 218541"/>
                <a:gd name="csX40" fmla="*/ 119951 w 253427"/>
                <a:gd name="csY40" fmla="*/ 96349 h 218541"/>
                <a:gd name="csX41" fmla="*/ 113474 w 253427"/>
                <a:gd name="csY41" fmla="*/ 91053 h 218541"/>
                <a:gd name="csX42" fmla="*/ 110553 w 253427"/>
                <a:gd name="csY42" fmla="*/ 80454 h 218541"/>
                <a:gd name="csX43" fmla="*/ 105790 w 253427"/>
                <a:gd name="csY43" fmla="*/ 73641 h 218541"/>
                <a:gd name="csX44" fmla="*/ 101853 w 253427"/>
                <a:gd name="csY44" fmla="*/ 47689 h 218541"/>
                <a:gd name="csX45" fmla="*/ 92139 w 253427"/>
                <a:gd name="csY45" fmla="*/ 15246 h 218541"/>
                <a:gd name="csX46" fmla="*/ 81724 w 253427"/>
                <a:gd name="csY46" fmla="*/ 0 h 218541"/>
                <a:gd name="csX47" fmla="*/ 66992 w 253427"/>
                <a:gd name="csY47" fmla="*/ 21412 h 218541"/>
                <a:gd name="csX48" fmla="*/ 42799 w 253427"/>
                <a:gd name="csY48" fmla="*/ 25305 h 218541"/>
                <a:gd name="csX49" fmla="*/ 43116 w 253427"/>
                <a:gd name="csY49" fmla="*/ 24981 h 218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53427" h="218541">
                  <a:moveTo>
                    <a:pt x="43116" y="24981"/>
                  </a:moveTo>
                  <a:lnTo>
                    <a:pt x="37655" y="39688"/>
                  </a:lnTo>
                  <a:lnTo>
                    <a:pt x="19812" y="40119"/>
                  </a:lnTo>
                  <a:lnTo>
                    <a:pt x="18859" y="69101"/>
                  </a:lnTo>
                  <a:lnTo>
                    <a:pt x="0" y="110408"/>
                  </a:lnTo>
                  <a:lnTo>
                    <a:pt x="2921" y="145333"/>
                  </a:lnTo>
                  <a:lnTo>
                    <a:pt x="28892" y="137008"/>
                  </a:lnTo>
                  <a:lnTo>
                    <a:pt x="42227" y="149555"/>
                  </a:lnTo>
                  <a:lnTo>
                    <a:pt x="54863" y="123711"/>
                  </a:lnTo>
                  <a:lnTo>
                    <a:pt x="79692" y="138418"/>
                  </a:lnTo>
                  <a:lnTo>
                    <a:pt x="99504" y="128143"/>
                  </a:lnTo>
                  <a:lnTo>
                    <a:pt x="107632" y="137763"/>
                  </a:lnTo>
                  <a:lnTo>
                    <a:pt x="135064" y="135604"/>
                  </a:lnTo>
                  <a:lnTo>
                    <a:pt x="168783" y="152794"/>
                  </a:lnTo>
                  <a:lnTo>
                    <a:pt x="177228" y="172479"/>
                  </a:lnTo>
                  <a:lnTo>
                    <a:pt x="197993" y="182861"/>
                  </a:lnTo>
                  <a:lnTo>
                    <a:pt x="204343" y="198107"/>
                  </a:lnTo>
                  <a:lnTo>
                    <a:pt x="225044" y="210757"/>
                  </a:lnTo>
                  <a:lnTo>
                    <a:pt x="235076" y="218542"/>
                  </a:lnTo>
                  <a:lnTo>
                    <a:pt x="253428" y="203835"/>
                  </a:lnTo>
                  <a:cubicBezTo>
                    <a:pt x="248665" y="196050"/>
                    <a:pt x="247523" y="194431"/>
                    <a:pt x="245363" y="193891"/>
                  </a:cubicBezTo>
                  <a:cubicBezTo>
                    <a:pt x="242126" y="193021"/>
                    <a:pt x="246252" y="199187"/>
                    <a:pt x="241681" y="197676"/>
                  </a:cubicBezTo>
                  <a:cubicBezTo>
                    <a:pt x="241173" y="197352"/>
                    <a:pt x="237363" y="196805"/>
                    <a:pt x="236601" y="193243"/>
                  </a:cubicBezTo>
                  <a:cubicBezTo>
                    <a:pt x="235838" y="189783"/>
                    <a:pt x="232283" y="185668"/>
                    <a:pt x="232727" y="186322"/>
                  </a:cubicBezTo>
                  <a:cubicBezTo>
                    <a:pt x="229488" y="182429"/>
                    <a:pt x="225171" y="186970"/>
                    <a:pt x="223520" y="182321"/>
                  </a:cubicBezTo>
                  <a:cubicBezTo>
                    <a:pt x="220154" y="172479"/>
                    <a:pt x="219710" y="169666"/>
                    <a:pt x="216153" y="168910"/>
                  </a:cubicBezTo>
                  <a:cubicBezTo>
                    <a:pt x="212026" y="168046"/>
                    <a:pt x="208788" y="161449"/>
                    <a:pt x="209232" y="162096"/>
                  </a:cubicBezTo>
                  <a:cubicBezTo>
                    <a:pt x="206883" y="158312"/>
                    <a:pt x="200278" y="157556"/>
                    <a:pt x="200787" y="157772"/>
                  </a:cubicBezTo>
                  <a:cubicBezTo>
                    <a:pt x="191833" y="155715"/>
                    <a:pt x="184340" y="130302"/>
                    <a:pt x="175704" y="128575"/>
                  </a:cubicBezTo>
                  <a:lnTo>
                    <a:pt x="165926" y="126733"/>
                  </a:lnTo>
                  <a:cubicBezTo>
                    <a:pt x="161163" y="125762"/>
                    <a:pt x="163449" y="120358"/>
                    <a:pt x="159321" y="117653"/>
                  </a:cubicBezTo>
                  <a:cubicBezTo>
                    <a:pt x="158242" y="117221"/>
                    <a:pt x="154368" y="113112"/>
                    <a:pt x="150813" y="115919"/>
                  </a:cubicBezTo>
                  <a:cubicBezTo>
                    <a:pt x="150051" y="116358"/>
                    <a:pt x="146812" y="120250"/>
                    <a:pt x="143446" y="118301"/>
                  </a:cubicBezTo>
                  <a:cubicBezTo>
                    <a:pt x="139764" y="116243"/>
                    <a:pt x="135763" y="107702"/>
                    <a:pt x="136906" y="103594"/>
                  </a:cubicBezTo>
                  <a:cubicBezTo>
                    <a:pt x="138049" y="99917"/>
                    <a:pt x="132842" y="96457"/>
                    <a:pt x="133286" y="97104"/>
                  </a:cubicBezTo>
                  <a:cubicBezTo>
                    <a:pt x="129794" y="94297"/>
                    <a:pt x="126238" y="99485"/>
                    <a:pt x="127952" y="103486"/>
                  </a:cubicBezTo>
                  <a:cubicBezTo>
                    <a:pt x="128270" y="104889"/>
                    <a:pt x="129349" y="106839"/>
                    <a:pt x="128524" y="109976"/>
                  </a:cubicBezTo>
                  <a:lnTo>
                    <a:pt x="128270" y="110839"/>
                  </a:lnTo>
                  <a:cubicBezTo>
                    <a:pt x="127317" y="114408"/>
                    <a:pt x="123317" y="112027"/>
                    <a:pt x="123951" y="112027"/>
                  </a:cubicBezTo>
                  <a:cubicBezTo>
                    <a:pt x="122301" y="111055"/>
                    <a:pt x="121348" y="108998"/>
                    <a:pt x="121665" y="107379"/>
                  </a:cubicBezTo>
                  <a:cubicBezTo>
                    <a:pt x="122555" y="103162"/>
                    <a:pt x="119824" y="95809"/>
                    <a:pt x="119951" y="96349"/>
                  </a:cubicBezTo>
                  <a:cubicBezTo>
                    <a:pt x="118554" y="91484"/>
                    <a:pt x="113664" y="96133"/>
                    <a:pt x="113474" y="91053"/>
                  </a:cubicBezTo>
                  <a:cubicBezTo>
                    <a:pt x="113093" y="88779"/>
                    <a:pt x="114236" y="83484"/>
                    <a:pt x="110553" y="80454"/>
                  </a:cubicBezTo>
                  <a:cubicBezTo>
                    <a:pt x="109855" y="79699"/>
                    <a:pt x="106299" y="77857"/>
                    <a:pt x="105790" y="73641"/>
                  </a:cubicBezTo>
                  <a:cubicBezTo>
                    <a:pt x="103695" y="58610"/>
                    <a:pt x="103060" y="52445"/>
                    <a:pt x="101853" y="47689"/>
                  </a:cubicBezTo>
                  <a:cubicBezTo>
                    <a:pt x="94805" y="20974"/>
                    <a:pt x="94805" y="19031"/>
                    <a:pt x="92139" y="15246"/>
                  </a:cubicBezTo>
                  <a:cubicBezTo>
                    <a:pt x="87566" y="8649"/>
                    <a:pt x="84201" y="3785"/>
                    <a:pt x="81724" y="0"/>
                  </a:cubicBezTo>
                  <a:lnTo>
                    <a:pt x="66992" y="21412"/>
                  </a:lnTo>
                  <a:lnTo>
                    <a:pt x="42799" y="25305"/>
                  </a:lnTo>
                  <a:lnTo>
                    <a:pt x="43116" y="249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431155FC-CD62-2744-9B0E-FFB25F2CF854}"/>
                </a:ext>
              </a:extLst>
            </p:cNvPr>
            <p:cNvSpPr/>
            <p:nvPr/>
          </p:nvSpPr>
          <p:spPr>
            <a:xfrm>
              <a:off x="5375686" y="4853195"/>
              <a:ext cx="66159" cy="35068"/>
            </a:xfrm>
            <a:custGeom>
              <a:avLst/>
              <a:gdLst>
                <a:gd name="csX0" fmla="*/ 16552 w 76299"/>
                <a:gd name="csY0" fmla="*/ 0 h 40443"/>
                <a:gd name="csX1" fmla="*/ 16336 w 76299"/>
                <a:gd name="csY1" fmla="*/ 0 h 40443"/>
                <a:gd name="csX2" fmla="*/ 16012 w 76299"/>
                <a:gd name="csY2" fmla="*/ 8865 h 40443"/>
                <a:gd name="csX3" fmla="*/ 855 w 76299"/>
                <a:gd name="csY3" fmla="*/ 31033 h 40443"/>
                <a:gd name="csX4" fmla="*/ 5618 w 76299"/>
                <a:gd name="csY4" fmla="*/ 36766 h 40443"/>
                <a:gd name="csX5" fmla="*/ 6380 w 76299"/>
                <a:gd name="csY5" fmla="*/ 36443 h 40443"/>
                <a:gd name="csX6" fmla="*/ 11034 w 76299"/>
                <a:gd name="csY6" fmla="*/ 37630 h 40443"/>
                <a:gd name="csX7" fmla="*/ 11574 w 76299"/>
                <a:gd name="csY7" fmla="*/ 40443 h 40443"/>
                <a:gd name="csX8" fmla="*/ 11790 w 76299"/>
                <a:gd name="csY8" fmla="*/ 40443 h 40443"/>
                <a:gd name="csX9" fmla="*/ 76299 w 76299"/>
                <a:gd name="csY9" fmla="*/ 40443 h 40443"/>
                <a:gd name="csX10" fmla="*/ 76299 w 76299"/>
                <a:gd name="csY10" fmla="*/ 864 h 40443"/>
                <a:gd name="csX11" fmla="*/ 25753 w 76299"/>
                <a:gd name="csY11" fmla="*/ 864 h 40443"/>
                <a:gd name="csX12" fmla="*/ 16660 w 76299"/>
                <a:gd name="csY12" fmla="*/ 216 h 40443"/>
                <a:gd name="csX13" fmla="*/ 16552 w 76299"/>
                <a:gd name="csY13" fmla="*/ 0 h 40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6299" h="40443">
                  <a:moveTo>
                    <a:pt x="16552" y="0"/>
                  </a:moveTo>
                  <a:lnTo>
                    <a:pt x="16336" y="0"/>
                  </a:lnTo>
                  <a:cubicBezTo>
                    <a:pt x="16552" y="4756"/>
                    <a:pt x="18610" y="5080"/>
                    <a:pt x="16012" y="8865"/>
                  </a:cubicBezTo>
                  <a:lnTo>
                    <a:pt x="855" y="31033"/>
                  </a:lnTo>
                  <a:cubicBezTo>
                    <a:pt x="-1634" y="34601"/>
                    <a:pt x="1725" y="38817"/>
                    <a:pt x="5618" y="36766"/>
                  </a:cubicBezTo>
                  <a:lnTo>
                    <a:pt x="6380" y="36443"/>
                  </a:lnTo>
                  <a:cubicBezTo>
                    <a:pt x="7999" y="35573"/>
                    <a:pt x="10056" y="36119"/>
                    <a:pt x="11034" y="37630"/>
                  </a:cubicBezTo>
                  <a:cubicBezTo>
                    <a:pt x="11682" y="38710"/>
                    <a:pt x="11790" y="39688"/>
                    <a:pt x="11574" y="40443"/>
                  </a:cubicBezTo>
                  <a:lnTo>
                    <a:pt x="11790" y="40443"/>
                  </a:lnTo>
                  <a:lnTo>
                    <a:pt x="76299" y="40443"/>
                  </a:lnTo>
                  <a:lnTo>
                    <a:pt x="76299" y="864"/>
                  </a:lnTo>
                  <a:lnTo>
                    <a:pt x="25753" y="864"/>
                  </a:lnTo>
                  <a:lnTo>
                    <a:pt x="16660" y="216"/>
                  </a:lnTo>
                  <a:lnTo>
                    <a:pt x="1655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19E94BD5-2CF7-D496-3708-DEFFFDBF4D78}"/>
                </a:ext>
              </a:extLst>
            </p:cNvPr>
            <p:cNvSpPr/>
            <p:nvPr/>
          </p:nvSpPr>
          <p:spPr>
            <a:xfrm>
              <a:off x="5345635" y="4812405"/>
              <a:ext cx="15975" cy="17230"/>
            </a:xfrm>
            <a:custGeom>
              <a:avLst/>
              <a:gdLst>
                <a:gd name="csX0" fmla="*/ 18412 w 18424"/>
                <a:gd name="csY0" fmla="*/ 3353 h 19871"/>
                <a:gd name="csX1" fmla="*/ 12354 w 18424"/>
                <a:gd name="csY1" fmla="*/ 0 h 19871"/>
                <a:gd name="csX2" fmla="*/ 6829 w 18424"/>
                <a:gd name="csY2" fmla="*/ 8325 h 19871"/>
                <a:gd name="csX3" fmla="*/ 124 w 18424"/>
                <a:gd name="csY3" fmla="*/ 14707 h 19871"/>
                <a:gd name="csX4" fmla="*/ 3153 w 18424"/>
                <a:gd name="csY4" fmla="*/ 19355 h 19871"/>
                <a:gd name="csX5" fmla="*/ 11268 w 18424"/>
                <a:gd name="csY5" fmla="*/ 17628 h 19871"/>
                <a:gd name="csX6" fmla="*/ 18412 w 18424"/>
                <a:gd name="csY6" fmla="*/ 3353 h 1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24" h="19871">
                  <a:moveTo>
                    <a:pt x="18412" y="3353"/>
                  </a:moveTo>
                  <a:cubicBezTo>
                    <a:pt x="18735" y="-972"/>
                    <a:pt x="13001" y="216"/>
                    <a:pt x="12354" y="0"/>
                  </a:cubicBezTo>
                  <a:cubicBezTo>
                    <a:pt x="7483" y="0"/>
                    <a:pt x="6829" y="8325"/>
                    <a:pt x="6829" y="8325"/>
                  </a:cubicBezTo>
                  <a:cubicBezTo>
                    <a:pt x="5534" y="13303"/>
                    <a:pt x="447" y="9627"/>
                    <a:pt x="124" y="14707"/>
                  </a:cubicBezTo>
                  <a:cubicBezTo>
                    <a:pt x="-99" y="14167"/>
                    <a:pt x="-422" y="18707"/>
                    <a:pt x="3153" y="19355"/>
                  </a:cubicBezTo>
                  <a:cubicBezTo>
                    <a:pt x="2505" y="19355"/>
                    <a:pt x="8995" y="21305"/>
                    <a:pt x="11268" y="17628"/>
                  </a:cubicBezTo>
                  <a:cubicBezTo>
                    <a:pt x="10944" y="18275"/>
                    <a:pt x="17980" y="8541"/>
                    <a:pt x="18412" y="33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132F0EF6-194D-3105-B6B0-0BC724B20A2F}"/>
                </a:ext>
              </a:extLst>
            </p:cNvPr>
            <p:cNvSpPr/>
            <p:nvPr/>
          </p:nvSpPr>
          <p:spPr>
            <a:xfrm>
              <a:off x="6168573" y="4013549"/>
              <a:ext cx="4716" cy="5463"/>
            </a:xfrm>
            <a:custGeom>
              <a:avLst/>
              <a:gdLst>
                <a:gd name="csX0" fmla="*/ 254 w 5439"/>
                <a:gd name="csY0" fmla="*/ 1910 h 6300"/>
                <a:gd name="csX1" fmla="*/ 5397 w 5439"/>
                <a:gd name="csY1" fmla="*/ 3853 h 6300"/>
                <a:gd name="csX2" fmla="*/ 254 w 5439"/>
                <a:gd name="csY2" fmla="*/ 1910 h 6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9" h="6300">
                  <a:moveTo>
                    <a:pt x="254" y="1910"/>
                  </a:moveTo>
                  <a:cubicBezTo>
                    <a:pt x="-1208" y="6450"/>
                    <a:pt x="4063" y="8076"/>
                    <a:pt x="5397" y="3853"/>
                  </a:cubicBezTo>
                  <a:cubicBezTo>
                    <a:pt x="5904" y="2126"/>
                    <a:pt x="1778" y="-2631"/>
                    <a:pt x="254" y="19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4771DF78-C9BC-4330-DBB4-FC46ECA7FAC1}"/>
                </a:ext>
              </a:extLst>
            </p:cNvPr>
            <p:cNvSpPr/>
            <p:nvPr/>
          </p:nvSpPr>
          <p:spPr>
            <a:xfrm>
              <a:off x="6176316" y="4018301"/>
              <a:ext cx="5545" cy="5446"/>
            </a:xfrm>
            <a:custGeom>
              <a:avLst/>
              <a:gdLst>
                <a:gd name="csX0" fmla="*/ 24 w 6395"/>
                <a:gd name="csY0" fmla="*/ 1834 h 6281"/>
                <a:gd name="csX1" fmla="*/ 6374 w 6395"/>
                <a:gd name="csY1" fmla="*/ 3676 h 6281"/>
                <a:gd name="csX2" fmla="*/ 24 w 6395"/>
                <a:gd name="csY2" fmla="*/ 1834 h 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95" h="6281">
                  <a:moveTo>
                    <a:pt x="24" y="1834"/>
                  </a:moveTo>
                  <a:cubicBezTo>
                    <a:pt x="-421" y="6158"/>
                    <a:pt x="5421" y="8324"/>
                    <a:pt x="6374" y="3676"/>
                  </a:cubicBezTo>
                  <a:cubicBezTo>
                    <a:pt x="6818" y="1726"/>
                    <a:pt x="341" y="-2382"/>
                    <a:pt x="24" y="1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4150E83C-5303-3F3E-CD81-D6B778D18855}"/>
                </a:ext>
              </a:extLst>
            </p:cNvPr>
            <p:cNvSpPr/>
            <p:nvPr/>
          </p:nvSpPr>
          <p:spPr>
            <a:xfrm>
              <a:off x="5872730" y="3874742"/>
              <a:ext cx="363238" cy="351621"/>
            </a:xfrm>
            <a:custGeom>
              <a:avLst/>
              <a:gdLst>
                <a:gd name="csX0" fmla="*/ 416052 w 418910"/>
                <a:gd name="csY0" fmla="*/ 303437 h 405513"/>
                <a:gd name="csX1" fmla="*/ 396239 w 418910"/>
                <a:gd name="csY1" fmla="*/ 286026 h 405513"/>
                <a:gd name="csX2" fmla="*/ 372110 w 418910"/>
                <a:gd name="csY2" fmla="*/ 235308 h 405513"/>
                <a:gd name="csX3" fmla="*/ 351409 w 418910"/>
                <a:gd name="csY3" fmla="*/ 197570 h 405513"/>
                <a:gd name="csX4" fmla="*/ 350583 w 418910"/>
                <a:gd name="csY4" fmla="*/ 188807 h 405513"/>
                <a:gd name="csX5" fmla="*/ 346901 w 418910"/>
                <a:gd name="csY5" fmla="*/ 180159 h 405513"/>
                <a:gd name="csX6" fmla="*/ 343979 w 418910"/>
                <a:gd name="csY6" fmla="*/ 175618 h 405513"/>
                <a:gd name="csX7" fmla="*/ 339407 w 418910"/>
                <a:gd name="csY7" fmla="*/ 171180 h 405513"/>
                <a:gd name="csX8" fmla="*/ 333375 w 418910"/>
                <a:gd name="csY8" fmla="*/ 159394 h 405513"/>
                <a:gd name="csX9" fmla="*/ 333375 w 418910"/>
                <a:gd name="csY9" fmla="*/ 151393 h 405513"/>
                <a:gd name="csX10" fmla="*/ 300989 w 418910"/>
                <a:gd name="csY10" fmla="*/ 110302 h 405513"/>
                <a:gd name="csX11" fmla="*/ 296863 w 418910"/>
                <a:gd name="csY11" fmla="*/ 93215 h 405513"/>
                <a:gd name="csX12" fmla="*/ 288989 w 418910"/>
                <a:gd name="csY12" fmla="*/ 81537 h 405513"/>
                <a:gd name="csX13" fmla="*/ 297497 w 418910"/>
                <a:gd name="csY13" fmla="*/ 68018 h 405513"/>
                <a:gd name="csX14" fmla="*/ 312039 w 418910"/>
                <a:gd name="csY14" fmla="*/ 97970 h 405513"/>
                <a:gd name="csX15" fmla="*/ 320675 w 418910"/>
                <a:gd name="csY15" fmla="*/ 106518 h 405513"/>
                <a:gd name="csX16" fmla="*/ 327533 w 418910"/>
                <a:gd name="csY16" fmla="*/ 126844 h 405513"/>
                <a:gd name="csX17" fmla="*/ 336042 w 418910"/>
                <a:gd name="csY17" fmla="*/ 133981 h 405513"/>
                <a:gd name="csX18" fmla="*/ 347535 w 418910"/>
                <a:gd name="csY18" fmla="*/ 149228 h 405513"/>
                <a:gd name="csX19" fmla="*/ 363029 w 418910"/>
                <a:gd name="csY19" fmla="*/ 154422 h 405513"/>
                <a:gd name="csX20" fmla="*/ 367982 w 418910"/>
                <a:gd name="csY20" fmla="*/ 143824 h 405513"/>
                <a:gd name="csX21" fmla="*/ 368553 w 418910"/>
                <a:gd name="csY21" fmla="*/ 132038 h 405513"/>
                <a:gd name="csX22" fmla="*/ 375665 w 418910"/>
                <a:gd name="csY22" fmla="*/ 116570 h 405513"/>
                <a:gd name="csX23" fmla="*/ 378840 w 418910"/>
                <a:gd name="csY23" fmla="*/ 98301 h 405513"/>
                <a:gd name="csX24" fmla="*/ 357377 w 418910"/>
                <a:gd name="csY24" fmla="*/ 14055 h 405513"/>
                <a:gd name="csX25" fmla="*/ 357377 w 418910"/>
                <a:gd name="csY25" fmla="*/ 13840 h 405513"/>
                <a:gd name="csX26" fmla="*/ 328613 w 418910"/>
                <a:gd name="csY26" fmla="*/ 22494 h 405513"/>
                <a:gd name="csX27" fmla="*/ 322643 w 418910"/>
                <a:gd name="csY27" fmla="*/ 22494 h 405513"/>
                <a:gd name="csX28" fmla="*/ 323596 w 418910"/>
                <a:gd name="csY28" fmla="*/ 19357 h 405513"/>
                <a:gd name="csX29" fmla="*/ 321119 w 418910"/>
                <a:gd name="csY29" fmla="*/ 17624 h 405513"/>
                <a:gd name="csX30" fmla="*/ 310070 w 418910"/>
                <a:gd name="csY30" fmla="*/ 22494 h 405513"/>
                <a:gd name="csX31" fmla="*/ 293751 w 418910"/>
                <a:gd name="csY31" fmla="*/ 17954 h 405513"/>
                <a:gd name="csX32" fmla="*/ 288734 w 418910"/>
                <a:gd name="csY32" fmla="*/ 14709 h 405513"/>
                <a:gd name="csX33" fmla="*/ 286702 w 418910"/>
                <a:gd name="csY33" fmla="*/ 18494 h 405513"/>
                <a:gd name="csX34" fmla="*/ 280289 w 418910"/>
                <a:gd name="csY34" fmla="*/ 19573 h 405513"/>
                <a:gd name="csX35" fmla="*/ 275463 w 418910"/>
                <a:gd name="csY35" fmla="*/ 15465 h 405513"/>
                <a:gd name="csX36" fmla="*/ 276987 w 418910"/>
                <a:gd name="csY36" fmla="*/ 10379 h 405513"/>
                <a:gd name="csX37" fmla="*/ 280415 w 418910"/>
                <a:gd name="csY37" fmla="*/ 8867 h 405513"/>
                <a:gd name="csX38" fmla="*/ 271463 w 418910"/>
                <a:gd name="csY38" fmla="*/ 4219 h 405513"/>
                <a:gd name="csX39" fmla="*/ 258001 w 418910"/>
                <a:gd name="csY39" fmla="*/ 5730 h 405513"/>
                <a:gd name="csX40" fmla="*/ 244284 w 418910"/>
                <a:gd name="csY40" fmla="*/ 759 h 405513"/>
                <a:gd name="csX41" fmla="*/ 244030 w 418910"/>
                <a:gd name="csY41" fmla="*/ 759 h 405513"/>
                <a:gd name="csX42" fmla="*/ 241681 w 418910"/>
                <a:gd name="csY42" fmla="*/ 7464 h 405513"/>
                <a:gd name="csX43" fmla="*/ 235839 w 418910"/>
                <a:gd name="csY43" fmla="*/ 11033 h 405513"/>
                <a:gd name="csX44" fmla="*/ 226504 w 418910"/>
                <a:gd name="csY44" fmla="*/ 10487 h 405513"/>
                <a:gd name="csX45" fmla="*/ 226504 w 418910"/>
                <a:gd name="csY45" fmla="*/ 8112 h 405513"/>
                <a:gd name="csX46" fmla="*/ 230441 w 418910"/>
                <a:gd name="csY46" fmla="*/ 6486 h 405513"/>
                <a:gd name="csX47" fmla="*/ 231077 w 418910"/>
                <a:gd name="csY47" fmla="*/ 1082 h 405513"/>
                <a:gd name="csX48" fmla="*/ 216598 w 418910"/>
                <a:gd name="csY48" fmla="*/ 8112 h 405513"/>
                <a:gd name="csX49" fmla="*/ 210058 w 418910"/>
                <a:gd name="csY49" fmla="*/ 13192 h 405513"/>
                <a:gd name="csX50" fmla="*/ 202184 w 418910"/>
                <a:gd name="csY50" fmla="*/ 15465 h 405513"/>
                <a:gd name="csX51" fmla="*/ 172529 w 418910"/>
                <a:gd name="csY51" fmla="*/ 33093 h 405513"/>
                <a:gd name="csX52" fmla="*/ 161607 w 418910"/>
                <a:gd name="csY52" fmla="*/ 31467 h 405513"/>
                <a:gd name="csX53" fmla="*/ 143383 w 418910"/>
                <a:gd name="csY53" fmla="*/ 22926 h 405513"/>
                <a:gd name="csX54" fmla="*/ 123571 w 418910"/>
                <a:gd name="csY54" fmla="*/ 19466 h 405513"/>
                <a:gd name="csX55" fmla="*/ 123571 w 418910"/>
                <a:gd name="csY55" fmla="*/ 19142 h 405513"/>
                <a:gd name="csX56" fmla="*/ 119063 w 418910"/>
                <a:gd name="csY56" fmla="*/ 16329 h 405513"/>
                <a:gd name="csX57" fmla="*/ 109727 w 418910"/>
                <a:gd name="csY57" fmla="*/ 17300 h 405513"/>
                <a:gd name="csX58" fmla="*/ 104139 w 418910"/>
                <a:gd name="csY58" fmla="*/ 12652 h 405513"/>
                <a:gd name="csX59" fmla="*/ 66739 w 418910"/>
                <a:gd name="csY59" fmla="*/ 4867 h 405513"/>
                <a:gd name="csX60" fmla="*/ 45974 w 418910"/>
                <a:gd name="csY60" fmla="*/ 650 h 405513"/>
                <a:gd name="csX61" fmla="*/ 30480 w 418910"/>
                <a:gd name="csY61" fmla="*/ 5407 h 405513"/>
                <a:gd name="csX62" fmla="*/ 22796 w 418910"/>
                <a:gd name="csY62" fmla="*/ 4435 h 405513"/>
                <a:gd name="csX63" fmla="*/ 5270 w 418910"/>
                <a:gd name="csY63" fmla="*/ 25955 h 405513"/>
                <a:gd name="csX64" fmla="*/ 14160 w 418910"/>
                <a:gd name="csY64" fmla="*/ 48123 h 405513"/>
                <a:gd name="csX65" fmla="*/ 0 w 418910"/>
                <a:gd name="csY65" fmla="*/ 68018 h 405513"/>
                <a:gd name="csX66" fmla="*/ 14160 w 418910"/>
                <a:gd name="csY66" fmla="*/ 103381 h 405513"/>
                <a:gd name="csX67" fmla="*/ 14160 w 418910"/>
                <a:gd name="csY67" fmla="*/ 394484 h 405513"/>
                <a:gd name="csX68" fmla="*/ 239268 w 418910"/>
                <a:gd name="csY68" fmla="*/ 394484 h 405513"/>
                <a:gd name="csX69" fmla="*/ 245046 w 418910"/>
                <a:gd name="csY69" fmla="*/ 385835 h 405513"/>
                <a:gd name="csX70" fmla="*/ 260540 w 418910"/>
                <a:gd name="csY70" fmla="*/ 385835 h 405513"/>
                <a:gd name="csX71" fmla="*/ 257937 w 418910"/>
                <a:gd name="csY71" fmla="*/ 394160 h 405513"/>
                <a:gd name="csX72" fmla="*/ 320357 w 418910"/>
                <a:gd name="csY72" fmla="*/ 394160 h 405513"/>
                <a:gd name="csX73" fmla="*/ 336169 w 418910"/>
                <a:gd name="csY73" fmla="*/ 405514 h 405513"/>
                <a:gd name="csX74" fmla="*/ 351980 w 418910"/>
                <a:gd name="csY74" fmla="*/ 403355 h 405513"/>
                <a:gd name="csX75" fmla="*/ 357695 w 418910"/>
                <a:gd name="csY75" fmla="*/ 386375 h 405513"/>
                <a:gd name="csX76" fmla="*/ 377507 w 418910"/>
                <a:gd name="csY76" fmla="*/ 383346 h 405513"/>
                <a:gd name="csX77" fmla="*/ 387159 w 418910"/>
                <a:gd name="csY77" fmla="*/ 361502 h 405513"/>
                <a:gd name="csX78" fmla="*/ 397637 w 418910"/>
                <a:gd name="csY78" fmla="*/ 364099 h 405513"/>
                <a:gd name="csX79" fmla="*/ 416496 w 418910"/>
                <a:gd name="csY79" fmla="*/ 344528 h 405513"/>
                <a:gd name="csX80" fmla="*/ 416560 w 418910"/>
                <a:gd name="csY80" fmla="*/ 344528 h 405513"/>
                <a:gd name="csX81" fmla="*/ 408051 w 418910"/>
                <a:gd name="csY81" fmla="*/ 322577 h 405513"/>
                <a:gd name="csX82" fmla="*/ 410401 w 418910"/>
                <a:gd name="csY82" fmla="*/ 307546 h 405513"/>
                <a:gd name="csX83" fmla="*/ 416242 w 418910"/>
                <a:gd name="csY83" fmla="*/ 309813 h 405513"/>
                <a:gd name="csX84" fmla="*/ 415734 w 418910"/>
                <a:gd name="csY84" fmla="*/ 303323 h 405513"/>
                <a:gd name="csX85" fmla="*/ 416052 w 418910"/>
                <a:gd name="csY85" fmla="*/ 303437 h 40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418910" h="405513">
                  <a:moveTo>
                    <a:pt x="416052" y="303437"/>
                  </a:moveTo>
                  <a:cubicBezTo>
                    <a:pt x="400558" y="291322"/>
                    <a:pt x="398208" y="290026"/>
                    <a:pt x="396239" y="286026"/>
                  </a:cubicBezTo>
                  <a:cubicBezTo>
                    <a:pt x="375983" y="242554"/>
                    <a:pt x="374459" y="239201"/>
                    <a:pt x="372110" y="235308"/>
                  </a:cubicBezTo>
                  <a:cubicBezTo>
                    <a:pt x="351345" y="201787"/>
                    <a:pt x="350647" y="201895"/>
                    <a:pt x="351409" y="197570"/>
                  </a:cubicBezTo>
                  <a:cubicBezTo>
                    <a:pt x="351409" y="196701"/>
                    <a:pt x="353187" y="192376"/>
                    <a:pt x="350583" y="188807"/>
                  </a:cubicBezTo>
                  <a:cubicBezTo>
                    <a:pt x="350012" y="187836"/>
                    <a:pt x="346265" y="183943"/>
                    <a:pt x="346901" y="180159"/>
                  </a:cubicBezTo>
                  <a:cubicBezTo>
                    <a:pt x="347408" y="177130"/>
                    <a:pt x="343281" y="175072"/>
                    <a:pt x="343979" y="175618"/>
                  </a:cubicBezTo>
                  <a:cubicBezTo>
                    <a:pt x="342328" y="174748"/>
                    <a:pt x="340296" y="172805"/>
                    <a:pt x="339407" y="171180"/>
                  </a:cubicBezTo>
                  <a:lnTo>
                    <a:pt x="333375" y="159394"/>
                  </a:lnTo>
                  <a:cubicBezTo>
                    <a:pt x="330962" y="154854"/>
                    <a:pt x="336614" y="155286"/>
                    <a:pt x="333375" y="151393"/>
                  </a:cubicBezTo>
                  <a:cubicBezTo>
                    <a:pt x="300989" y="113439"/>
                    <a:pt x="301434" y="114627"/>
                    <a:pt x="300989" y="110302"/>
                  </a:cubicBezTo>
                  <a:cubicBezTo>
                    <a:pt x="299910" y="100892"/>
                    <a:pt x="300101" y="96243"/>
                    <a:pt x="296863" y="93215"/>
                  </a:cubicBezTo>
                  <a:cubicBezTo>
                    <a:pt x="293624" y="89430"/>
                    <a:pt x="287020" y="86401"/>
                    <a:pt x="288989" y="81537"/>
                  </a:cubicBezTo>
                  <a:cubicBezTo>
                    <a:pt x="293497" y="70507"/>
                    <a:pt x="293941" y="67154"/>
                    <a:pt x="297497" y="68018"/>
                  </a:cubicBezTo>
                  <a:cubicBezTo>
                    <a:pt x="303466" y="69643"/>
                    <a:pt x="305626" y="91811"/>
                    <a:pt x="312039" y="97970"/>
                  </a:cubicBezTo>
                  <a:lnTo>
                    <a:pt x="320675" y="106518"/>
                  </a:lnTo>
                  <a:cubicBezTo>
                    <a:pt x="326072" y="111813"/>
                    <a:pt x="321881" y="122196"/>
                    <a:pt x="327533" y="126844"/>
                  </a:cubicBezTo>
                  <a:lnTo>
                    <a:pt x="336042" y="133981"/>
                  </a:lnTo>
                  <a:cubicBezTo>
                    <a:pt x="341693" y="138630"/>
                    <a:pt x="341884" y="145989"/>
                    <a:pt x="347535" y="149228"/>
                  </a:cubicBezTo>
                  <a:cubicBezTo>
                    <a:pt x="354330" y="152365"/>
                    <a:pt x="359790" y="158747"/>
                    <a:pt x="363029" y="154422"/>
                  </a:cubicBezTo>
                  <a:cubicBezTo>
                    <a:pt x="364427" y="152041"/>
                    <a:pt x="368617" y="148688"/>
                    <a:pt x="367982" y="143824"/>
                  </a:cubicBezTo>
                  <a:cubicBezTo>
                    <a:pt x="367474" y="139607"/>
                    <a:pt x="366458" y="135715"/>
                    <a:pt x="368553" y="132038"/>
                  </a:cubicBezTo>
                  <a:cubicBezTo>
                    <a:pt x="371983" y="125549"/>
                    <a:pt x="374777" y="121224"/>
                    <a:pt x="375665" y="116570"/>
                  </a:cubicBezTo>
                  <a:lnTo>
                    <a:pt x="378840" y="98301"/>
                  </a:lnTo>
                  <a:lnTo>
                    <a:pt x="357377" y="14055"/>
                  </a:lnTo>
                  <a:lnTo>
                    <a:pt x="357377" y="13840"/>
                  </a:lnTo>
                  <a:cubicBezTo>
                    <a:pt x="349186" y="18926"/>
                    <a:pt x="339089" y="22710"/>
                    <a:pt x="328613" y="22494"/>
                  </a:cubicBezTo>
                  <a:lnTo>
                    <a:pt x="322643" y="22494"/>
                  </a:lnTo>
                  <a:cubicBezTo>
                    <a:pt x="318389" y="22494"/>
                    <a:pt x="324167" y="18710"/>
                    <a:pt x="323596" y="19357"/>
                  </a:cubicBezTo>
                  <a:cubicBezTo>
                    <a:pt x="326961" y="16868"/>
                    <a:pt x="320611" y="17516"/>
                    <a:pt x="321119" y="17624"/>
                  </a:cubicBezTo>
                  <a:cubicBezTo>
                    <a:pt x="316166" y="17846"/>
                    <a:pt x="309435" y="22818"/>
                    <a:pt x="310070" y="22494"/>
                  </a:cubicBezTo>
                  <a:cubicBezTo>
                    <a:pt x="301625" y="27574"/>
                    <a:pt x="292353" y="16868"/>
                    <a:pt x="293751" y="17954"/>
                  </a:cubicBezTo>
                  <a:cubicBezTo>
                    <a:pt x="292417" y="16653"/>
                    <a:pt x="290195" y="15141"/>
                    <a:pt x="288734" y="14709"/>
                  </a:cubicBezTo>
                  <a:cubicBezTo>
                    <a:pt x="285750" y="13731"/>
                    <a:pt x="286576" y="19034"/>
                    <a:pt x="286702" y="18494"/>
                  </a:cubicBezTo>
                  <a:cubicBezTo>
                    <a:pt x="287274" y="22818"/>
                    <a:pt x="282130" y="23034"/>
                    <a:pt x="280289" y="19573"/>
                  </a:cubicBezTo>
                  <a:cubicBezTo>
                    <a:pt x="278892" y="16868"/>
                    <a:pt x="274827" y="15141"/>
                    <a:pt x="275463" y="15465"/>
                  </a:cubicBezTo>
                  <a:cubicBezTo>
                    <a:pt x="271335" y="13731"/>
                    <a:pt x="272542" y="9839"/>
                    <a:pt x="276987" y="10379"/>
                  </a:cubicBezTo>
                  <a:cubicBezTo>
                    <a:pt x="277495" y="10379"/>
                    <a:pt x="283464" y="11789"/>
                    <a:pt x="280415" y="8867"/>
                  </a:cubicBezTo>
                  <a:cubicBezTo>
                    <a:pt x="279019" y="7896"/>
                    <a:pt x="275971" y="2917"/>
                    <a:pt x="271463" y="4219"/>
                  </a:cubicBezTo>
                  <a:cubicBezTo>
                    <a:pt x="266446" y="5623"/>
                    <a:pt x="262001" y="7680"/>
                    <a:pt x="258001" y="5730"/>
                  </a:cubicBezTo>
                  <a:cubicBezTo>
                    <a:pt x="252413" y="2917"/>
                    <a:pt x="248729" y="543"/>
                    <a:pt x="244284" y="759"/>
                  </a:cubicBezTo>
                  <a:lnTo>
                    <a:pt x="244030" y="759"/>
                  </a:lnTo>
                  <a:cubicBezTo>
                    <a:pt x="238951" y="974"/>
                    <a:pt x="245999" y="4867"/>
                    <a:pt x="241681" y="7464"/>
                  </a:cubicBezTo>
                  <a:lnTo>
                    <a:pt x="235839" y="11033"/>
                  </a:lnTo>
                  <a:cubicBezTo>
                    <a:pt x="232028" y="13300"/>
                    <a:pt x="225996" y="10379"/>
                    <a:pt x="226504" y="10487"/>
                  </a:cubicBezTo>
                  <a:cubicBezTo>
                    <a:pt x="224789" y="9839"/>
                    <a:pt x="224789" y="8759"/>
                    <a:pt x="226504" y="8112"/>
                  </a:cubicBezTo>
                  <a:lnTo>
                    <a:pt x="230441" y="6486"/>
                  </a:lnTo>
                  <a:cubicBezTo>
                    <a:pt x="234505" y="4759"/>
                    <a:pt x="235267" y="-321"/>
                    <a:pt x="231077" y="1082"/>
                  </a:cubicBezTo>
                  <a:cubicBezTo>
                    <a:pt x="222821" y="3787"/>
                    <a:pt x="218948" y="4435"/>
                    <a:pt x="216598" y="8112"/>
                  </a:cubicBezTo>
                  <a:cubicBezTo>
                    <a:pt x="216027" y="8759"/>
                    <a:pt x="214376" y="12868"/>
                    <a:pt x="210058" y="13192"/>
                  </a:cubicBezTo>
                  <a:cubicBezTo>
                    <a:pt x="209550" y="13192"/>
                    <a:pt x="205739" y="13192"/>
                    <a:pt x="202184" y="15465"/>
                  </a:cubicBezTo>
                  <a:cubicBezTo>
                    <a:pt x="178562" y="31251"/>
                    <a:pt x="177164" y="33093"/>
                    <a:pt x="172529" y="33093"/>
                  </a:cubicBezTo>
                  <a:cubicBezTo>
                    <a:pt x="168719" y="33093"/>
                    <a:pt x="165036" y="33417"/>
                    <a:pt x="161607" y="31467"/>
                  </a:cubicBezTo>
                  <a:cubicBezTo>
                    <a:pt x="152908" y="26495"/>
                    <a:pt x="148272" y="23034"/>
                    <a:pt x="143383" y="22926"/>
                  </a:cubicBezTo>
                  <a:cubicBezTo>
                    <a:pt x="127826" y="22603"/>
                    <a:pt x="125095" y="23466"/>
                    <a:pt x="123571" y="19466"/>
                  </a:cubicBezTo>
                  <a:lnTo>
                    <a:pt x="123571" y="19142"/>
                  </a:lnTo>
                  <a:cubicBezTo>
                    <a:pt x="122809" y="17408"/>
                    <a:pt x="120903" y="16113"/>
                    <a:pt x="119063" y="16329"/>
                  </a:cubicBezTo>
                  <a:lnTo>
                    <a:pt x="109727" y="17300"/>
                  </a:lnTo>
                  <a:cubicBezTo>
                    <a:pt x="105601" y="17732"/>
                    <a:pt x="103568" y="12004"/>
                    <a:pt x="104139" y="12652"/>
                  </a:cubicBezTo>
                  <a:cubicBezTo>
                    <a:pt x="100964" y="5730"/>
                    <a:pt x="81470" y="9515"/>
                    <a:pt x="66739" y="4867"/>
                  </a:cubicBezTo>
                  <a:cubicBezTo>
                    <a:pt x="53467" y="759"/>
                    <a:pt x="50228" y="-1083"/>
                    <a:pt x="45974" y="650"/>
                  </a:cubicBezTo>
                  <a:cubicBezTo>
                    <a:pt x="39497" y="3248"/>
                    <a:pt x="35052" y="5515"/>
                    <a:pt x="30480" y="5407"/>
                  </a:cubicBezTo>
                  <a:cubicBezTo>
                    <a:pt x="29083" y="5191"/>
                    <a:pt x="25336" y="5946"/>
                    <a:pt x="22796" y="4435"/>
                  </a:cubicBezTo>
                  <a:lnTo>
                    <a:pt x="5270" y="25955"/>
                  </a:lnTo>
                  <a:lnTo>
                    <a:pt x="14160" y="48123"/>
                  </a:lnTo>
                  <a:lnTo>
                    <a:pt x="0" y="68018"/>
                  </a:lnTo>
                  <a:lnTo>
                    <a:pt x="14160" y="103381"/>
                  </a:lnTo>
                  <a:lnTo>
                    <a:pt x="14160" y="394484"/>
                  </a:lnTo>
                  <a:lnTo>
                    <a:pt x="239268" y="394484"/>
                  </a:lnTo>
                  <a:lnTo>
                    <a:pt x="245046" y="385835"/>
                  </a:lnTo>
                  <a:lnTo>
                    <a:pt x="260540" y="385835"/>
                  </a:lnTo>
                  <a:lnTo>
                    <a:pt x="257937" y="394160"/>
                  </a:lnTo>
                  <a:lnTo>
                    <a:pt x="320357" y="394160"/>
                  </a:lnTo>
                  <a:lnTo>
                    <a:pt x="336169" y="405514"/>
                  </a:lnTo>
                  <a:lnTo>
                    <a:pt x="351980" y="403355"/>
                  </a:lnTo>
                  <a:lnTo>
                    <a:pt x="357695" y="386375"/>
                  </a:lnTo>
                  <a:lnTo>
                    <a:pt x="377507" y="383346"/>
                  </a:lnTo>
                  <a:lnTo>
                    <a:pt x="387159" y="361502"/>
                  </a:lnTo>
                  <a:lnTo>
                    <a:pt x="397637" y="364099"/>
                  </a:lnTo>
                  <a:lnTo>
                    <a:pt x="416496" y="344528"/>
                  </a:lnTo>
                  <a:lnTo>
                    <a:pt x="416560" y="344528"/>
                  </a:lnTo>
                  <a:cubicBezTo>
                    <a:pt x="409892" y="329822"/>
                    <a:pt x="408115" y="326685"/>
                    <a:pt x="408051" y="322577"/>
                  </a:cubicBezTo>
                  <a:cubicBezTo>
                    <a:pt x="408368" y="315547"/>
                    <a:pt x="405193" y="305597"/>
                    <a:pt x="410401" y="307546"/>
                  </a:cubicBezTo>
                  <a:lnTo>
                    <a:pt x="416242" y="309813"/>
                  </a:lnTo>
                  <a:cubicBezTo>
                    <a:pt x="420497" y="311438"/>
                    <a:pt x="419164" y="306028"/>
                    <a:pt x="415734" y="303323"/>
                  </a:cubicBezTo>
                  <a:lnTo>
                    <a:pt x="416052" y="3034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A3BA8588-393A-F0A6-0C08-2EF20409E093}"/>
                </a:ext>
              </a:extLst>
            </p:cNvPr>
            <p:cNvSpPr/>
            <p:nvPr/>
          </p:nvSpPr>
          <p:spPr>
            <a:xfrm>
              <a:off x="6430113" y="4524728"/>
              <a:ext cx="54418" cy="58046"/>
            </a:xfrm>
            <a:custGeom>
              <a:avLst/>
              <a:gdLst>
                <a:gd name="csX0" fmla="*/ 35496 w 62759"/>
                <a:gd name="csY0" fmla="*/ 14923 h 66942"/>
                <a:gd name="csX1" fmla="*/ 25400 w 62759"/>
                <a:gd name="csY1" fmla="*/ 7138 h 66942"/>
                <a:gd name="csX2" fmla="*/ 508 w 62759"/>
                <a:gd name="csY2" fmla="*/ 38716 h 66942"/>
                <a:gd name="csX3" fmla="*/ 0 w 62759"/>
                <a:gd name="csY3" fmla="*/ 65532 h 66942"/>
                <a:gd name="csX4" fmla="*/ 20129 w 62759"/>
                <a:gd name="csY4" fmla="*/ 65964 h 66942"/>
                <a:gd name="csX5" fmla="*/ 27813 w 62759"/>
                <a:gd name="csY5" fmla="*/ 60020 h 66942"/>
                <a:gd name="csX6" fmla="*/ 41339 w 62759"/>
                <a:gd name="csY6" fmla="*/ 66942 h 66942"/>
                <a:gd name="csX7" fmla="*/ 41466 w 62759"/>
                <a:gd name="csY7" fmla="*/ 66942 h 66942"/>
                <a:gd name="csX8" fmla="*/ 56832 w 62759"/>
                <a:gd name="csY8" fmla="*/ 43472 h 66942"/>
                <a:gd name="csX9" fmla="*/ 48451 w 62759"/>
                <a:gd name="csY9" fmla="*/ 41313 h 66942"/>
                <a:gd name="csX10" fmla="*/ 33845 w 62759"/>
                <a:gd name="csY10" fmla="*/ 41421 h 66942"/>
                <a:gd name="csX11" fmla="*/ 41973 w 62759"/>
                <a:gd name="csY11" fmla="*/ 33522 h 66942"/>
                <a:gd name="csX12" fmla="*/ 49911 w 62759"/>
                <a:gd name="csY12" fmla="*/ 30283 h 66942"/>
                <a:gd name="csX13" fmla="*/ 57150 w 62759"/>
                <a:gd name="csY13" fmla="*/ 25629 h 66942"/>
                <a:gd name="csX14" fmla="*/ 62357 w 62759"/>
                <a:gd name="csY14" fmla="*/ 22492 h 66942"/>
                <a:gd name="csX15" fmla="*/ 61341 w 62759"/>
                <a:gd name="csY15" fmla="*/ 12656 h 66942"/>
                <a:gd name="csX16" fmla="*/ 53784 w 62759"/>
                <a:gd name="csY16" fmla="*/ 0 h 66942"/>
                <a:gd name="csX17" fmla="*/ 35496 w 62759"/>
                <a:gd name="csY17" fmla="*/ 14707 h 66942"/>
                <a:gd name="csX18" fmla="*/ 35496 w 62759"/>
                <a:gd name="csY18" fmla="*/ 14923 h 6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2759" h="66942">
                  <a:moveTo>
                    <a:pt x="35496" y="14923"/>
                  </a:moveTo>
                  <a:lnTo>
                    <a:pt x="25400" y="7138"/>
                  </a:lnTo>
                  <a:lnTo>
                    <a:pt x="508" y="38716"/>
                  </a:lnTo>
                  <a:lnTo>
                    <a:pt x="0" y="65532"/>
                  </a:lnTo>
                  <a:lnTo>
                    <a:pt x="20129" y="65964"/>
                  </a:lnTo>
                  <a:lnTo>
                    <a:pt x="27813" y="60020"/>
                  </a:lnTo>
                  <a:lnTo>
                    <a:pt x="41339" y="66942"/>
                  </a:lnTo>
                  <a:lnTo>
                    <a:pt x="41466" y="66942"/>
                  </a:lnTo>
                  <a:lnTo>
                    <a:pt x="56832" y="43472"/>
                  </a:lnTo>
                  <a:cubicBezTo>
                    <a:pt x="53657" y="41745"/>
                    <a:pt x="51308" y="40875"/>
                    <a:pt x="48451" y="41313"/>
                  </a:cubicBezTo>
                  <a:cubicBezTo>
                    <a:pt x="36893" y="43364"/>
                    <a:pt x="31496" y="45206"/>
                    <a:pt x="33845" y="41421"/>
                  </a:cubicBezTo>
                  <a:cubicBezTo>
                    <a:pt x="35496" y="39472"/>
                    <a:pt x="37084" y="34068"/>
                    <a:pt x="41973" y="33522"/>
                  </a:cubicBezTo>
                  <a:cubicBezTo>
                    <a:pt x="42608" y="33306"/>
                    <a:pt x="47180" y="33630"/>
                    <a:pt x="49911" y="30283"/>
                  </a:cubicBezTo>
                  <a:cubicBezTo>
                    <a:pt x="50546" y="29737"/>
                    <a:pt x="52705" y="25521"/>
                    <a:pt x="57150" y="25629"/>
                  </a:cubicBezTo>
                  <a:cubicBezTo>
                    <a:pt x="57658" y="25413"/>
                    <a:pt x="61913" y="26492"/>
                    <a:pt x="62357" y="22492"/>
                  </a:cubicBezTo>
                  <a:cubicBezTo>
                    <a:pt x="62357" y="21196"/>
                    <a:pt x="63754" y="16548"/>
                    <a:pt x="61341" y="12656"/>
                  </a:cubicBezTo>
                  <a:cubicBezTo>
                    <a:pt x="57976" y="7246"/>
                    <a:pt x="55626" y="3137"/>
                    <a:pt x="53784" y="0"/>
                  </a:cubicBezTo>
                  <a:lnTo>
                    <a:pt x="35496" y="14707"/>
                  </a:lnTo>
                  <a:lnTo>
                    <a:pt x="35496" y="149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1FB930B3-702E-D70D-3AC6-A3F992F34A42}"/>
                </a:ext>
              </a:extLst>
            </p:cNvPr>
            <p:cNvSpPr/>
            <p:nvPr/>
          </p:nvSpPr>
          <p:spPr>
            <a:xfrm>
              <a:off x="4793024" y="4591209"/>
              <a:ext cx="200025" cy="201132"/>
            </a:xfrm>
            <a:custGeom>
              <a:avLst/>
              <a:gdLst>
                <a:gd name="csX0" fmla="*/ 220509 w 230682"/>
                <a:gd name="csY0" fmla="*/ 193027 h 231959"/>
                <a:gd name="csX1" fmla="*/ 210876 w 230682"/>
                <a:gd name="csY1" fmla="*/ 187185 h 231959"/>
                <a:gd name="csX2" fmla="*/ 202653 w 230682"/>
                <a:gd name="csY2" fmla="*/ 150311 h 231959"/>
                <a:gd name="csX3" fmla="*/ 216826 w 230682"/>
                <a:gd name="csY3" fmla="*/ 106083 h 231959"/>
                <a:gd name="csX4" fmla="*/ 230682 w 230682"/>
                <a:gd name="csY4" fmla="*/ 92348 h 231959"/>
                <a:gd name="csX5" fmla="*/ 220185 w 230682"/>
                <a:gd name="csY5" fmla="*/ 63043 h 231959"/>
                <a:gd name="csX6" fmla="*/ 221589 w 230682"/>
                <a:gd name="csY6" fmla="*/ 45745 h 231959"/>
                <a:gd name="csX7" fmla="*/ 203301 w 230682"/>
                <a:gd name="csY7" fmla="*/ 49098 h 231959"/>
                <a:gd name="csX8" fmla="*/ 185876 w 230682"/>
                <a:gd name="csY8" fmla="*/ 26822 h 231959"/>
                <a:gd name="csX9" fmla="*/ 163683 w 230682"/>
                <a:gd name="csY9" fmla="*/ 33846 h 231959"/>
                <a:gd name="csX10" fmla="*/ 160330 w 230682"/>
                <a:gd name="csY10" fmla="*/ 41529 h 231959"/>
                <a:gd name="csX11" fmla="*/ 144633 w 230682"/>
                <a:gd name="csY11" fmla="*/ 37852 h 231959"/>
                <a:gd name="csX12" fmla="*/ 137928 w 230682"/>
                <a:gd name="csY12" fmla="*/ 15792 h 231959"/>
                <a:gd name="csX13" fmla="*/ 116280 w 230682"/>
                <a:gd name="csY13" fmla="*/ 8331 h 231959"/>
                <a:gd name="csX14" fmla="*/ 97986 w 230682"/>
                <a:gd name="csY14" fmla="*/ 19685 h 231959"/>
                <a:gd name="csX15" fmla="*/ 89109 w 230682"/>
                <a:gd name="csY15" fmla="*/ 14706 h 231959"/>
                <a:gd name="csX16" fmla="*/ 89109 w 230682"/>
                <a:gd name="csY16" fmla="*/ 0 h 231959"/>
                <a:gd name="csX17" fmla="*/ 75253 w 230682"/>
                <a:gd name="csY17" fmla="*/ 1518 h 231959"/>
                <a:gd name="csX18" fmla="*/ 56425 w 230682"/>
                <a:gd name="csY18" fmla="*/ 19685 h 231959"/>
                <a:gd name="csX19" fmla="*/ 37159 w 230682"/>
                <a:gd name="csY19" fmla="*/ 10814 h 231959"/>
                <a:gd name="csX20" fmla="*/ 18217 w 230682"/>
                <a:gd name="csY20" fmla="*/ 25413 h 231959"/>
                <a:gd name="csX21" fmla="*/ 34562 w 230682"/>
                <a:gd name="csY21" fmla="*/ 59366 h 231959"/>
                <a:gd name="csX22" fmla="*/ 34886 w 230682"/>
                <a:gd name="csY22" fmla="*/ 81864 h 231959"/>
                <a:gd name="csX23" fmla="*/ 18325 w 230682"/>
                <a:gd name="csY23" fmla="*/ 76238 h 231959"/>
                <a:gd name="csX24" fmla="*/ 13023 w 230682"/>
                <a:gd name="csY24" fmla="*/ 93326 h 231959"/>
                <a:gd name="csX25" fmla="*/ 24821 w 230682"/>
                <a:gd name="csY25" fmla="*/ 100247 h 231959"/>
                <a:gd name="csX26" fmla="*/ 18001 w 230682"/>
                <a:gd name="csY26" fmla="*/ 118738 h 231959"/>
                <a:gd name="csX27" fmla="*/ 5879 w 230682"/>
                <a:gd name="csY27" fmla="*/ 116357 h 231959"/>
                <a:gd name="csX28" fmla="*/ 12585 w 230682"/>
                <a:gd name="csY28" fmla="*/ 142526 h 231959"/>
                <a:gd name="csX29" fmla="*/ 31 w 230682"/>
                <a:gd name="csY29" fmla="*/ 157772 h 231959"/>
                <a:gd name="csX30" fmla="*/ 28498 w 230682"/>
                <a:gd name="csY30" fmla="*/ 166643 h 231959"/>
                <a:gd name="csX31" fmla="*/ 30771 w 230682"/>
                <a:gd name="csY31" fmla="*/ 177889 h 231959"/>
                <a:gd name="csX32" fmla="*/ 46684 w 230682"/>
                <a:gd name="csY32" fmla="*/ 184048 h 231959"/>
                <a:gd name="csX33" fmla="*/ 38779 w 230682"/>
                <a:gd name="csY33" fmla="*/ 231959 h 231959"/>
                <a:gd name="csX34" fmla="*/ 47332 w 230682"/>
                <a:gd name="csY34" fmla="*/ 230550 h 231959"/>
                <a:gd name="csX35" fmla="*/ 95605 w 230682"/>
                <a:gd name="csY35" fmla="*/ 209353 h 231959"/>
                <a:gd name="csX36" fmla="*/ 174294 w 230682"/>
                <a:gd name="csY36" fmla="*/ 199625 h 231959"/>
                <a:gd name="csX37" fmla="*/ 218884 w 230682"/>
                <a:gd name="csY37" fmla="*/ 208381 h 231959"/>
                <a:gd name="csX38" fmla="*/ 218884 w 230682"/>
                <a:gd name="csY38" fmla="*/ 208166 h 231959"/>
                <a:gd name="csX39" fmla="*/ 220725 w 230682"/>
                <a:gd name="csY39" fmla="*/ 193027 h 231959"/>
                <a:gd name="csX40" fmla="*/ 220509 w 230682"/>
                <a:gd name="csY40" fmla="*/ 193027 h 231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30682" h="231959">
                  <a:moveTo>
                    <a:pt x="220509" y="193027"/>
                  </a:moveTo>
                  <a:lnTo>
                    <a:pt x="210876" y="187185"/>
                  </a:lnTo>
                  <a:lnTo>
                    <a:pt x="202653" y="150311"/>
                  </a:lnTo>
                  <a:lnTo>
                    <a:pt x="216826" y="106083"/>
                  </a:lnTo>
                  <a:lnTo>
                    <a:pt x="230682" y="92348"/>
                  </a:lnTo>
                  <a:lnTo>
                    <a:pt x="220185" y="63043"/>
                  </a:lnTo>
                  <a:lnTo>
                    <a:pt x="221589" y="45745"/>
                  </a:lnTo>
                  <a:lnTo>
                    <a:pt x="203301" y="49098"/>
                  </a:lnTo>
                  <a:lnTo>
                    <a:pt x="185876" y="26822"/>
                  </a:lnTo>
                  <a:lnTo>
                    <a:pt x="163683" y="33846"/>
                  </a:lnTo>
                  <a:lnTo>
                    <a:pt x="160330" y="41529"/>
                  </a:lnTo>
                  <a:lnTo>
                    <a:pt x="144633" y="37852"/>
                  </a:lnTo>
                  <a:lnTo>
                    <a:pt x="137928" y="15792"/>
                  </a:lnTo>
                  <a:lnTo>
                    <a:pt x="116280" y="8331"/>
                  </a:lnTo>
                  <a:lnTo>
                    <a:pt x="97986" y="19685"/>
                  </a:lnTo>
                  <a:lnTo>
                    <a:pt x="89109" y="14706"/>
                  </a:lnTo>
                  <a:lnTo>
                    <a:pt x="89109" y="0"/>
                  </a:lnTo>
                  <a:lnTo>
                    <a:pt x="75253" y="1518"/>
                  </a:lnTo>
                  <a:lnTo>
                    <a:pt x="56425" y="19685"/>
                  </a:lnTo>
                  <a:lnTo>
                    <a:pt x="37159" y="10814"/>
                  </a:lnTo>
                  <a:lnTo>
                    <a:pt x="18217" y="25413"/>
                  </a:lnTo>
                  <a:lnTo>
                    <a:pt x="34562" y="59366"/>
                  </a:lnTo>
                  <a:lnTo>
                    <a:pt x="34886" y="81864"/>
                  </a:lnTo>
                  <a:lnTo>
                    <a:pt x="18325" y="76238"/>
                  </a:lnTo>
                  <a:lnTo>
                    <a:pt x="13023" y="93326"/>
                  </a:lnTo>
                  <a:lnTo>
                    <a:pt x="24821" y="100247"/>
                  </a:lnTo>
                  <a:lnTo>
                    <a:pt x="18001" y="118738"/>
                  </a:lnTo>
                  <a:lnTo>
                    <a:pt x="5879" y="116357"/>
                  </a:lnTo>
                  <a:lnTo>
                    <a:pt x="12585" y="142526"/>
                  </a:lnTo>
                  <a:cubicBezTo>
                    <a:pt x="12585" y="142526"/>
                    <a:pt x="-725" y="157772"/>
                    <a:pt x="31" y="157772"/>
                  </a:cubicBezTo>
                  <a:cubicBezTo>
                    <a:pt x="786" y="157772"/>
                    <a:pt x="28498" y="166643"/>
                    <a:pt x="28498" y="166643"/>
                  </a:cubicBezTo>
                  <a:lnTo>
                    <a:pt x="30771" y="177889"/>
                  </a:lnTo>
                  <a:cubicBezTo>
                    <a:pt x="30771" y="177889"/>
                    <a:pt x="45598" y="184271"/>
                    <a:pt x="46684" y="184048"/>
                  </a:cubicBezTo>
                  <a:cubicBezTo>
                    <a:pt x="47656" y="183833"/>
                    <a:pt x="38779" y="231959"/>
                    <a:pt x="38779" y="231959"/>
                  </a:cubicBezTo>
                  <a:cubicBezTo>
                    <a:pt x="42138" y="231959"/>
                    <a:pt x="45383" y="231413"/>
                    <a:pt x="47332" y="230550"/>
                  </a:cubicBezTo>
                  <a:cubicBezTo>
                    <a:pt x="92792" y="209569"/>
                    <a:pt x="91274" y="210007"/>
                    <a:pt x="95605" y="209353"/>
                  </a:cubicBezTo>
                  <a:cubicBezTo>
                    <a:pt x="170935" y="199085"/>
                    <a:pt x="169532" y="198761"/>
                    <a:pt x="174294" y="199625"/>
                  </a:cubicBezTo>
                  <a:cubicBezTo>
                    <a:pt x="197236" y="204165"/>
                    <a:pt x="210768" y="206762"/>
                    <a:pt x="218884" y="208381"/>
                  </a:cubicBezTo>
                  <a:cubicBezTo>
                    <a:pt x="218884" y="208274"/>
                    <a:pt x="218884" y="208166"/>
                    <a:pt x="218884" y="208166"/>
                  </a:cubicBezTo>
                  <a:lnTo>
                    <a:pt x="220725" y="193027"/>
                  </a:lnTo>
                  <a:lnTo>
                    <a:pt x="220509" y="1930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37D95FCD-A80D-804F-E072-0CC964AE16EA}"/>
                </a:ext>
              </a:extLst>
            </p:cNvPr>
            <p:cNvSpPr/>
            <p:nvPr/>
          </p:nvSpPr>
          <p:spPr>
            <a:xfrm>
              <a:off x="5435558" y="4817372"/>
              <a:ext cx="242791" cy="265173"/>
            </a:xfrm>
            <a:custGeom>
              <a:avLst/>
              <a:gdLst>
                <a:gd name="csX0" fmla="*/ 254787 w 280003"/>
                <a:gd name="csY0" fmla="*/ 7353 h 305815"/>
                <a:gd name="csX1" fmla="*/ 235521 w 280003"/>
                <a:gd name="csY1" fmla="*/ 0 h 305815"/>
                <a:gd name="csX2" fmla="*/ 204997 w 280003"/>
                <a:gd name="csY2" fmla="*/ 7899 h 305815"/>
                <a:gd name="csX3" fmla="*/ 204019 w 280003"/>
                <a:gd name="csY3" fmla="*/ 31902 h 305815"/>
                <a:gd name="csX4" fmla="*/ 195580 w 280003"/>
                <a:gd name="csY4" fmla="*/ 43040 h 305815"/>
                <a:gd name="csX5" fmla="*/ 184213 w 280003"/>
                <a:gd name="csY5" fmla="*/ 43256 h 305815"/>
                <a:gd name="csX6" fmla="*/ 184213 w 280003"/>
                <a:gd name="csY6" fmla="*/ 48666 h 305815"/>
                <a:gd name="csX7" fmla="*/ 188652 w 280003"/>
                <a:gd name="csY7" fmla="*/ 56775 h 305815"/>
                <a:gd name="csX8" fmla="*/ 179775 w 280003"/>
                <a:gd name="csY8" fmla="*/ 61423 h 305815"/>
                <a:gd name="csX9" fmla="*/ 162674 w 280003"/>
                <a:gd name="csY9" fmla="*/ 47365 h 305815"/>
                <a:gd name="csX10" fmla="*/ 142653 w 280003"/>
                <a:gd name="csY10" fmla="*/ 48882 h 305815"/>
                <a:gd name="csX11" fmla="*/ 130315 w 280003"/>
                <a:gd name="csY11" fmla="*/ 40773 h 305815"/>
                <a:gd name="csX12" fmla="*/ 81064 w 280003"/>
                <a:gd name="csY12" fmla="*/ 40773 h 305815"/>
                <a:gd name="csX13" fmla="*/ 73380 w 280003"/>
                <a:gd name="csY13" fmla="*/ 76130 h 305815"/>
                <a:gd name="csX14" fmla="*/ 99898 w 280003"/>
                <a:gd name="csY14" fmla="*/ 68237 h 305815"/>
                <a:gd name="csX15" fmla="*/ 116459 w 280003"/>
                <a:gd name="csY15" fmla="*/ 71158 h 305815"/>
                <a:gd name="csX16" fmla="*/ 125120 w 280003"/>
                <a:gd name="csY16" fmla="*/ 89325 h 305815"/>
                <a:gd name="csX17" fmla="*/ 108775 w 280003"/>
                <a:gd name="csY17" fmla="*/ 102622 h 305815"/>
                <a:gd name="csX18" fmla="*/ 100114 w 280003"/>
                <a:gd name="csY18" fmla="*/ 128359 h 305815"/>
                <a:gd name="csX19" fmla="*/ 126092 w 280003"/>
                <a:gd name="csY19" fmla="*/ 144799 h 305815"/>
                <a:gd name="csX20" fmla="*/ 121114 w 280003"/>
                <a:gd name="csY20" fmla="*/ 159721 h 305815"/>
                <a:gd name="csX21" fmla="*/ 123495 w 280003"/>
                <a:gd name="csY21" fmla="*/ 190970 h 305815"/>
                <a:gd name="csX22" fmla="*/ 116459 w 280003"/>
                <a:gd name="csY22" fmla="*/ 195732 h 305815"/>
                <a:gd name="csX23" fmla="*/ 110941 w 280003"/>
                <a:gd name="csY23" fmla="*/ 214871 h 305815"/>
                <a:gd name="csX24" fmla="*/ 96977 w 280003"/>
                <a:gd name="csY24" fmla="*/ 214223 h 305815"/>
                <a:gd name="csX25" fmla="*/ 89617 w 280003"/>
                <a:gd name="csY25" fmla="*/ 202978 h 305815"/>
                <a:gd name="csX26" fmla="*/ 78575 w 280003"/>
                <a:gd name="csY26" fmla="*/ 211518 h 305815"/>
                <a:gd name="csX27" fmla="*/ 66129 w 280003"/>
                <a:gd name="csY27" fmla="*/ 209791 h 305815"/>
                <a:gd name="csX28" fmla="*/ 56496 w 280003"/>
                <a:gd name="csY28" fmla="*/ 189890 h 305815"/>
                <a:gd name="csX29" fmla="*/ 38855 w 280003"/>
                <a:gd name="csY29" fmla="*/ 192811 h 305815"/>
                <a:gd name="csX30" fmla="*/ 41129 w 280003"/>
                <a:gd name="csY30" fmla="*/ 207842 h 305815"/>
                <a:gd name="csX31" fmla="*/ 16662 w 280003"/>
                <a:gd name="csY31" fmla="*/ 209683 h 305815"/>
                <a:gd name="csX32" fmla="*/ 15043 w 280003"/>
                <a:gd name="csY32" fmla="*/ 225901 h 305815"/>
                <a:gd name="csX33" fmla="*/ 36258 w 280003"/>
                <a:gd name="csY33" fmla="*/ 245910 h 305815"/>
                <a:gd name="csX34" fmla="*/ 33331 w 280003"/>
                <a:gd name="csY34" fmla="*/ 260509 h 305815"/>
                <a:gd name="csX35" fmla="*/ 19914 w 280003"/>
                <a:gd name="csY35" fmla="*/ 259855 h 305815"/>
                <a:gd name="csX36" fmla="*/ 13093 w 280003"/>
                <a:gd name="csY36" fmla="*/ 251745 h 305815"/>
                <a:gd name="csX37" fmla="*/ 2273 w 280003"/>
                <a:gd name="csY37" fmla="*/ 258559 h 305815"/>
                <a:gd name="csX38" fmla="*/ 0 w 280003"/>
                <a:gd name="csY38" fmla="*/ 265373 h 305815"/>
                <a:gd name="csX39" fmla="*/ 23158 w 280003"/>
                <a:gd name="csY39" fmla="*/ 291541 h 305815"/>
                <a:gd name="csX40" fmla="*/ 25648 w 280003"/>
                <a:gd name="csY40" fmla="*/ 299110 h 305815"/>
                <a:gd name="csX41" fmla="*/ 30302 w 280003"/>
                <a:gd name="csY41" fmla="*/ 305816 h 305815"/>
                <a:gd name="csX42" fmla="*/ 30518 w 280003"/>
                <a:gd name="csY42" fmla="*/ 305600 h 305815"/>
                <a:gd name="csX43" fmla="*/ 61690 w 280003"/>
                <a:gd name="csY43" fmla="*/ 282461 h 305815"/>
                <a:gd name="csX44" fmla="*/ 83014 w 280003"/>
                <a:gd name="csY44" fmla="*/ 303543 h 305815"/>
                <a:gd name="csX45" fmla="*/ 95783 w 280003"/>
                <a:gd name="csY45" fmla="*/ 296621 h 305815"/>
                <a:gd name="csX46" fmla="*/ 95783 w 280003"/>
                <a:gd name="csY46" fmla="*/ 285807 h 305815"/>
                <a:gd name="csX47" fmla="*/ 122193 w 280003"/>
                <a:gd name="csY47" fmla="*/ 279864 h 305815"/>
                <a:gd name="csX48" fmla="*/ 122631 w 280003"/>
                <a:gd name="csY48" fmla="*/ 301492 h 305815"/>
                <a:gd name="csX49" fmla="*/ 136480 w 280003"/>
                <a:gd name="csY49" fmla="*/ 303974 h 305815"/>
                <a:gd name="csX50" fmla="*/ 163220 w 280003"/>
                <a:gd name="csY50" fmla="*/ 271970 h 305815"/>
                <a:gd name="csX51" fmla="*/ 178048 w 280003"/>
                <a:gd name="csY51" fmla="*/ 270992 h 305815"/>
                <a:gd name="csX52" fmla="*/ 189954 w 280003"/>
                <a:gd name="csY52" fmla="*/ 247421 h 305815"/>
                <a:gd name="csX53" fmla="*/ 187573 w 280003"/>
                <a:gd name="csY53" fmla="*/ 205029 h 305815"/>
                <a:gd name="csX54" fmla="*/ 202184 w 280003"/>
                <a:gd name="csY54" fmla="*/ 191084 h 305815"/>
                <a:gd name="csX55" fmla="*/ 214630 w 280003"/>
                <a:gd name="csY55" fmla="*/ 165348 h 305815"/>
                <a:gd name="csX56" fmla="*/ 234328 w 280003"/>
                <a:gd name="csY56" fmla="*/ 157448 h 305815"/>
                <a:gd name="csX57" fmla="*/ 246342 w 280003"/>
                <a:gd name="csY57" fmla="*/ 140259 h 305815"/>
                <a:gd name="csX58" fmla="*/ 244824 w 280003"/>
                <a:gd name="csY58" fmla="*/ 125552 h 305815"/>
                <a:gd name="csX59" fmla="*/ 254241 w 280003"/>
                <a:gd name="csY59" fmla="*/ 109868 h 305815"/>
                <a:gd name="csX60" fmla="*/ 249809 w 280003"/>
                <a:gd name="csY60" fmla="*/ 82836 h 305815"/>
                <a:gd name="csX61" fmla="*/ 258680 w 280003"/>
                <a:gd name="csY61" fmla="*/ 63157 h 305815"/>
                <a:gd name="csX62" fmla="*/ 259658 w 280003"/>
                <a:gd name="csY62" fmla="*/ 41205 h 305815"/>
                <a:gd name="csX63" fmla="*/ 280003 w 280003"/>
                <a:gd name="csY63" fmla="*/ 19685 h 305815"/>
                <a:gd name="csX64" fmla="*/ 278593 w 280003"/>
                <a:gd name="csY64" fmla="*/ 2381 h 305815"/>
                <a:gd name="csX65" fmla="*/ 255003 w 280003"/>
                <a:gd name="csY65" fmla="*/ 7029 h 305815"/>
                <a:gd name="csX66" fmla="*/ 254787 w 280003"/>
                <a:gd name="csY66" fmla="*/ 7353 h 30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80003" h="305815">
                  <a:moveTo>
                    <a:pt x="254787" y="7353"/>
                  </a:moveTo>
                  <a:lnTo>
                    <a:pt x="235521" y="0"/>
                  </a:lnTo>
                  <a:lnTo>
                    <a:pt x="204997" y="7899"/>
                  </a:lnTo>
                  <a:lnTo>
                    <a:pt x="204019" y="31902"/>
                  </a:lnTo>
                  <a:lnTo>
                    <a:pt x="195580" y="43040"/>
                  </a:lnTo>
                  <a:lnTo>
                    <a:pt x="184213" y="43256"/>
                  </a:lnTo>
                  <a:lnTo>
                    <a:pt x="184213" y="48666"/>
                  </a:lnTo>
                  <a:lnTo>
                    <a:pt x="188652" y="56775"/>
                  </a:lnTo>
                  <a:lnTo>
                    <a:pt x="179775" y="61423"/>
                  </a:lnTo>
                  <a:lnTo>
                    <a:pt x="162674" y="47365"/>
                  </a:lnTo>
                  <a:lnTo>
                    <a:pt x="142653" y="48882"/>
                  </a:lnTo>
                  <a:lnTo>
                    <a:pt x="130315" y="40773"/>
                  </a:lnTo>
                  <a:lnTo>
                    <a:pt x="81064" y="40773"/>
                  </a:lnTo>
                  <a:lnTo>
                    <a:pt x="73380" y="76130"/>
                  </a:lnTo>
                  <a:lnTo>
                    <a:pt x="99898" y="68237"/>
                  </a:lnTo>
                  <a:lnTo>
                    <a:pt x="116459" y="71158"/>
                  </a:lnTo>
                  <a:lnTo>
                    <a:pt x="125120" y="89325"/>
                  </a:lnTo>
                  <a:lnTo>
                    <a:pt x="108775" y="102622"/>
                  </a:lnTo>
                  <a:lnTo>
                    <a:pt x="100114" y="128359"/>
                  </a:lnTo>
                  <a:lnTo>
                    <a:pt x="126092" y="144799"/>
                  </a:lnTo>
                  <a:lnTo>
                    <a:pt x="121114" y="159721"/>
                  </a:lnTo>
                  <a:lnTo>
                    <a:pt x="123495" y="190970"/>
                  </a:lnTo>
                  <a:lnTo>
                    <a:pt x="116459" y="195732"/>
                  </a:lnTo>
                  <a:lnTo>
                    <a:pt x="110941" y="214871"/>
                  </a:lnTo>
                  <a:lnTo>
                    <a:pt x="96977" y="214223"/>
                  </a:lnTo>
                  <a:lnTo>
                    <a:pt x="89617" y="202978"/>
                  </a:lnTo>
                  <a:lnTo>
                    <a:pt x="78575" y="211518"/>
                  </a:lnTo>
                  <a:lnTo>
                    <a:pt x="66129" y="209791"/>
                  </a:lnTo>
                  <a:lnTo>
                    <a:pt x="56496" y="189890"/>
                  </a:lnTo>
                  <a:lnTo>
                    <a:pt x="38855" y="192811"/>
                  </a:lnTo>
                  <a:lnTo>
                    <a:pt x="41129" y="207842"/>
                  </a:lnTo>
                  <a:lnTo>
                    <a:pt x="16662" y="209683"/>
                  </a:lnTo>
                  <a:lnTo>
                    <a:pt x="15043" y="225901"/>
                  </a:lnTo>
                  <a:lnTo>
                    <a:pt x="36258" y="245910"/>
                  </a:lnTo>
                  <a:lnTo>
                    <a:pt x="33331" y="260509"/>
                  </a:lnTo>
                  <a:lnTo>
                    <a:pt x="19914" y="259855"/>
                  </a:lnTo>
                  <a:lnTo>
                    <a:pt x="13093" y="251745"/>
                  </a:lnTo>
                  <a:lnTo>
                    <a:pt x="2273" y="258559"/>
                  </a:lnTo>
                  <a:lnTo>
                    <a:pt x="0" y="265373"/>
                  </a:lnTo>
                  <a:cubicBezTo>
                    <a:pt x="22942" y="288404"/>
                    <a:pt x="22618" y="287864"/>
                    <a:pt x="23158" y="291541"/>
                  </a:cubicBezTo>
                  <a:cubicBezTo>
                    <a:pt x="23266" y="292189"/>
                    <a:pt x="23374" y="295649"/>
                    <a:pt x="25648" y="299110"/>
                  </a:cubicBezTo>
                  <a:cubicBezTo>
                    <a:pt x="27381" y="301599"/>
                    <a:pt x="28899" y="303866"/>
                    <a:pt x="30302" y="305816"/>
                  </a:cubicBezTo>
                  <a:lnTo>
                    <a:pt x="30518" y="305600"/>
                  </a:lnTo>
                  <a:lnTo>
                    <a:pt x="61690" y="282461"/>
                  </a:lnTo>
                  <a:lnTo>
                    <a:pt x="83014" y="303543"/>
                  </a:lnTo>
                  <a:lnTo>
                    <a:pt x="95783" y="296621"/>
                  </a:lnTo>
                  <a:lnTo>
                    <a:pt x="95783" y="285807"/>
                  </a:lnTo>
                  <a:lnTo>
                    <a:pt x="122193" y="279864"/>
                  </a:lnTo>
                  <a:lnTo>
                    <a:pt x="122631" y="301492"/>
                  </a:lnTo>
                  <a:lnTo>
                    <a:pt x="136480" y="303974"/>
                  </a:lnTo>
                  <a:lnTo>
                    <a:pt x="163220" y="271970"/>
                  </a:lnTo>
                  <a:lnTo>
                    <a:pt x="178048" y="270992"/>
                  </a:lnTo>
                  <a:lnTo>
                    <a:pt x="189954" y="247421"/>
                  </a:lnTo>
                  <a:lnTo>
                    <a:pt x="187573" y="205029"/>
                  </a:lnTo>
                  <a:lnTo>
                    <a:pt x="202184" y="191084"/>
                  </a:lnTo>
                  <a:lnTo>
                    <a:pt x="214630" y="165348"/>
                  </a:lnTo>
                  <a:lnTo>
                    <a:pt x="234328" y="157448"/>
                  </a:lnTo>
                  <a:lnTo>
                    <a:pt x="246342" y="140259"/>
                  </a:lnTo>
                  <a:lnTo>
                    <a:pt x="244824" y="125552"/>
                  </a:lnTo>
                  <a:lnTo>
                    <a:pt x="254241" y="109868"/>
                  </a:lnTo>
                  <a:lnTo>
                    <a:pt x="249809" y="82836"/>
                  </a:lnTo>
                  <a:lnTo>
                    <a:pt x="258680" y="63157"/>
                  </a:lnTo>
                  <a:lnTo>
                    <a:pt x="259658" y="41205"/>
                  </a:lnTo>
                  <a:lnTo>
                    <a:pt x="280003" y="19685"/>
                  </a:lnTo>
                  <a:lnTo>
                    <a:pt x="278593" y="2381"/>
                  </a:lnTo>
                  <a:lnTo>
                    <a:pt x="255003" y="7029"/>
                  </a:lnTo>
                  <a:lnTo>
                    <a:pt x="254787" y="73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096E4695-351F-9C5F-15B7-96E643B9148D}"/>
                </a:ext>
              </a:extLst>
            </p:cNvPr>
            <p:cNvSpPr/>
            <p:nvPr/>
          </p:nvSpPr>
          <p:spPr>
            <a:xfrm>
              <a:off x="6478621" y="5288921"/>
              <a:ext cx="7923" cy="18292"/>
            </a:xfrm>
            <a:custGeom>
              <a:avLst/>
              <a:gdLst>
                <a:gd name="csX0" fmla="*/ 6160 w 9137"/>
                <a:gd name="csY0" fmla="*/ 3465 h 21095"/>
                <a:gd name="csX1" fmla="*/ 3239 w 9137"/>
                <a:gd name="csY1" fmla="*/ 4 h 21095"/>
                <a:gd name="csX2" fmla="*/ 191 w 9137"/>
                <a:gd name="csY2" fmla="*/ 15575 h 21095"/>
                <a:gd name="csX3" fmla="*/ 7049 w 9137"/>
                <a:gd name="csY3" fmla="*/ 20877 h 21095"/>
                <a:gd name="csX4" fmla="*/ 5842 w 9137"/>
                <a:gd name="csY4" fmla="*/ 8005 h 21095"/>
                <a:gd name="csX5" fmla="*/ 6160 w 9137"/>
                <a:gd name="csY5" fmla="*/ 3573 h 21095"/>
                <a:gd name="csX6" fmla="*/ 6160 w 9137"/>
                <a:gd name="csY6" fmla="*/ 3465 h 2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7" h="21095">
                  <a:moveTo>
                    <a:pt x="6160" y="3465"/>
                  </a:moveTo>
                  <a:cubicBezTo>
                    <a:pt x="6287" y="1623"/>
                    <a:pt x="4953" y="112"/>
                    <a:pt x="3239" y="4"/>
                  </a:cubicBezTo>
                  <a:cubicBezTo>
                    <a:pt x="-2032" y="-212"/>
                    <a:pt x="889" y="8005"/>
                    <a:pt x="191" y="15575"/>
                  </a:cubicBezTo>
                  <a:cubicBezTo>
                    <a:pt x="191" y="20115"/>
                    <a:pt x="6033" y="20445"/>
                    <a:pt x="7049" y="20877"/>
                  </a:cubicBezTo>
                  <a:cubicBezTo>
                    <a:pt x="12574" y="22496"/>
                    <a:pt x="5335" y="14819"/>
                    <a:pt x="5842" y="8005"/>
                  </a:cubicBezTo>
                  <a:lnTo>
                    <a:pt x="6160" y="3573"/>
                  </a:lnTo>
                  <a:lnTo>
                    <a:pt x="6160" y="3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FA08AB39-40E4-1D9D-D680-61AF1557D6A5}"/>
                </a:ext>
              </a:extLst>
            </p:cNvPr>
            <p:cNvSpPr/>
            <p:nvPr/>
          </p:nvSpPr>
          <p:spPr>
            <a:xfrm>
              <a:off x="6510307" y="5313930"/>
              <a:ext cx="11113" cy="8748"/>
            </a:xfrm>
            <a:custGeom>
              <a:avLst/>
              <a:gdLst>
                <a:gd name="csX0" fmla="*/ 7718 w 12816"/>
                <a:gd name="csY0" fmla="*/ 36 h 10089"/>
                <a:gd name="csX1" fmla="*/ 1241 w 12816"/>
                <a:gd name="csY1" fmla="*/ 4576 h 10089"/>
                <a:gd name="csX2" fmla="*/ 12734 w 12816"/>
                <a:gd name="csY2" fmla="*/ 8145 h 10089"/>
                <a:gd name="csX3" fmla="*/ 7718 w 12816"/>
                <a:gd name="csY3" fmla="*/ 144 h 10089"/>
                <a:gd name="csX4" fmla="*/ 7718 w 12816"/>
                <a:gd name="csY4" fmla="*/ 36 h 1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16" h="10089">
                  <a:moveTo>
                    <a:pt x="7718" y="36"/>
                  </a:moveTo>
                  <a:cubicBezTo>
                    <a:pt x="5558" y="1007"/>
                    <a:pt x="-3205" y="2087"/>
                    <a:pt x="1241" y="4576"/>
                  </a:cubicBezTo>
                  <a:cubicBezTo>
                    <a:pt x="6131" y="6742"/>
                    <a:pt x="13687" y="13333"/>
                    <a:pt x="12734" y="8145"/>
                  </a:cubicBezTo>
                  <a:cubicBezTo>
                    <a:pt x="12734" y="8145"/>
                    <a:pt x="12353" y="-1266"/>
                    <a:pt x="7718" y="144"/>
                  </a:cubicBezTo>
                  <a:lnTo>
                    <a:pt x="7718" y="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95B170CA-1045-CB09-FD6B-8020401068C9}"/>
                </a:ext>
              </a:extLst>
            </p:cNvPr>
            <p:cNvSpPr/>
            <p:nvPr/>
          </p:nvSpPr>
          <p:spPr>
            <a:xfrm>
              <a:off x="6489836" y="5317267"/>
              <a:ext cx="9470" cy="6705"/>
            </a:xfrm>
            <a:custGeom>
              <a:avLst/>
              <a:gdLst>
                <a:gd name="csX0" fmla="*/ 9481 w 10922"/>
                <a:gd name="csY0" fmla="*/ 3216 h 7733"/>
                <a:gd name="csX1" fmla="*/ 147 w 10922"/>
                <a:gd name="csY1" fmla="*/ 1920 h 7733"/>
                <a:gd name="csX2" fmla="*/ 5353 w 10922"/>
                <a:gd name="csY2" fmla="*/ 7432 h 7733"/>
                <a:gd name="csX3" fmla="*/ 9608 w 10922"/>
                <a:gd name="csY3" fmla="*/ 3216 h 7733"/>
                <a:gd name="csX4" fmla="*/ 9481 w 10922"/>
                <a:gd name="csY4" fmla="*/ 3216 h 7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22" h="7733">
                  <a:moveTo>
                    <a:pt x="9481" y="3216"/>
                  </a:moveTo>
                  <a:cubicBezTo>
                    <a:pt x="9481" y="3216"/>
                    <a:pt x="-1377" y="-3058"/>
                    <a:pt x="147" y="1920"/>
                  </a:cubicBezTo>
                  <a:cubicBezTo>
                    <a:pt x="718" y="2892"/>
                    <a:pt x="909" y="9166"/>
                    <a:pt x="5353" y="7432"/>
                  </a:cubicBezTo>
                  <a:cubicBezTo>
                    <a:pt x="6306" y="6784"/>
                    <a:pt x="13926" y="5159"/>
                    <a:pt x="9608" y="3216"/>
                  </a:cubicBezTo>
                  <a:lnTo>
                    <a:pt x="9481" y="3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003D4F09-0CDB-D849-C585-0403F4D253A4}"/>
                </a:ext>
              </a:extLst>
            </p:cNvPr>
            <p:cNvSpPr/>
            <p:nvPr/>
          </p:nvSpPr>
          <p:spPr>
            <a:xfrm>
              <a:off x="6536973" y="5331923"/>
              <a:ext cx="6789" cy="12040"/>
            </a:xfrm>
            <a:custGeom>
              <a:avLst/>
              <a:gdLst>
                <a:gd name="csX0" fmla="*/ 5031 w 7829"/>
                <a:gd name="csY0" fmla="*/ 1560 h 13885"/>
                <a:gd name="csX1" fmla="*/ 15 w 7829"/>
                <a:gd name="csY1" fmla="*/ 2100 h 13885"/>
                <a:gd name="csX2" fmla="*/ 4269 w 7829"/>
                <a:gd name="csY2" fmla="*/ 13886 h 13885"/>
                <a:gd name="csX3" fmla="*/ 7698 w 7829"/>
                <a:gd name="csY3" fmla="*/ 10533 h 13885"/>
                <a:gd name="csX4" fmla="*/ 5031 w 7829"/>
                <a:gd name="csY4" fmla="*/ 156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29" h="13885">
                  <a:moveTo>
                    <a:pt x="5031" y="1560"/>
                  </a:moveTo>
                  <a:cubicBezTo>
                    <a:pt x="4460" y="1453"/>
                    <a:pt x="-303" y="-2224"/>
                    <a:pt x="15" y="2100"/>
                  </a:cubicBezTo>
                  <a:cubicBezTo>
                    <a:pt x="904" y="6317"/>
                    <a:pt x="-937" y="13886"/>
                    <a:pt x="4269" y="13886"/>
                  </a:cubicBezTo>
                  <a:cubicBezTo>
                    <a:pt x="6111" y="13886"/>
                    <a:pt x="7635" y="12374"/>
                    <a:pt x="7698" y="10533"/>
                  </a:cubicBezTo>
                  <a:cubicBezTo>
                    <a:pt x="7508" y="9021"/>
                    <a:pt x="9032" y="3834"/>
                    <a:pt x="5031" y="15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B0A2922B-630E-D1F2-0A6C-E0F225DCE471}"/>
                </a:ext>
              </a:extLst>
            </p:cNvPr>
            <p:cNvSpPr/>
            <p:nvPr/>
          </p:nvSpPr>
          <p:spPr>
            <a:xfrm>
              <a:off x="5509323" y="4166166"/>
              <a:ext cx="342099" cy="532312"/>
            </a:xfrm>
            <a:custGeom>
              <a:avLst/>
              <a:gdLst>
                <a:gd name="csX0" fmla="*/ 341827 w 394532"/>
                <a:gd name="csY0" fmla="*/ 451047 h 613898"/>
                <a:gd name="csX1" fmla="*/ 345954 w 394532"/>
                <a:gd name="csY1" fmla="*/ 432549 h 613898"/>
                <a:gd name="csX2" fmla="*/ 337382 w 394532"/>
                <a:gd name="csY2" fmla="*/ 417087 h 613898"/>
                <a:gd name="csX3" fmla="*/ 316998 w 394532"/>
                <a:gd name="csY3" fmla="*/ 418173 h 613898"/>
                <a:gd name="csX4" fmla="*/ 316237 w 394532"/>
                <a:gd name="csY4" fmla="*/ 401949 h 613898"/>
                <a:gd name="csX5" fmla="*/ 330778 w 394532"/>
                <a:gd name="csY5" fmla="*/ 390595 h 613898"/>
                <a:gd name="csX6" fmla="*/ 324364 w 394532"/>
                <a:gd name="csY6" fmla="*/ 371456 h 613898"/>
                <a:gd name="csX7" fmla="*/ 341509 w 394532"/>
                <a:gd name="csY7" fmla="*/ 359232 h 613898"/>
                <a:gd name="csX8" fmla="*/ 335540 w 394532"/>
                <a:gd name="csY8" fmla="*/ 343014 h 613898"/>
                <a:gd name="csX9" fmla="*/ 358908 w 394532"/>
                <a:gd name="csY9" fmla="*/ 317278 h 613898"/>
                <a:gd name="csX10" fmla="*/ 352622 w 394532"/>
                <a:gd name="csY10" fmla="*/ 306896 h 613898"/>
                <a:gd name="csX11" fmla="*/ 363036 w 394532"/>
                <a:gd name="csY11" fmla="*/ 298247 h 613898"/>
                <a:gd name="csX12" fmla="*/ 394532 w 394532"/>
                <a:gd name="csY12" fmla="*/ 298247 h 613898"/>
                <a:gd name="csX13" fmla="*/ 394532 w 394532"/>
                <a:gd name="csY13" fmla="*/ 155937 h 613898"/>
                <a:gd name="csX14" fmla="*/ 95250 w 394532"/>
                <a:gd name="csY14" fmla="*/ 0 h 613898"/>
                <a:gd name="csX15" fmla="*/ 58122 w 394532"/>
                <a:gd name="csY15" fmla="*/ 20009 h 613898"/>
                <a:gd name="csX16" fmla="*/ 66459 w 394532"/>
                <a:gd name="csY16" fmla="*/ 77756 h 613898"/>
                <a:gd name="csX17" fmla="*/ 81826 w 394532"/>
                <a:gd name="csY17" fmla="*/ 94297 h 613898"/>
                <a:gd name="csX18" fmla="*/ 80315 w 394532"/>
                <a:gd name="csY18" fmla="*/ 107601 h 613898"/>
                <a:gd name="csX19" fmla="*/ 95898 w 394532"/>
                <a:gd name="csY19" fmla="*/ 123711 h 613898"/>
                <a:gd name="csX20" fmla="*/ 83236 w 394532"/>
                <a:gd name="csY20" fmla="*/ 146634 h 613898"/>
                <a:gd name="csX21" fmla="*/ 77388 w 394532"/>
                <a:gd name="csY21" fmla="*/ 254235 h 613898"/>
                <a:gd name="csX22" fmla="*/ 16777 w 394532"/>
                <a:gd name="csY22" fmla="*/ 322034 h 613898"/>
                <a:gd name="csX23" fmla="*/ 10827 w 394532"/>
                <a:gd name="csY23" fmla="*/ 343446 h 613898"/>
                <a:gd name="csX24" fmla="*/ 0 w 394532"/>
                <a:gd name="csY24" fmla="*/ 349288 h 613898"/>
                <a:gd name="csX25" fmla="*/ 7036 w 394532"/>
                <a:gd name="csY25" fmla="*/ 376536 h 613898"/>
                <a:gd name="csX26" fmla="*/ 23057 w 394532"/>
                <a:gd name="csY26" fmla="*/ 398704 h 613898"/>
                <a:gd name="csX27" fmla="*/ 44596 w 394532"/>
                <a:gd name="csY27" fmla="*/ 399459 h 613898"/>
                <a:gd name="csX28" fmla="*/ 63970 w 394532"/>
                <a:gd name="csY28" fmla="*/ 439255 h 613898"/>
                <a:gd name="csX29" fmla="*/ 59531 w 394532"/>
                <a:gd name="csY29" fmla="*/ 476783 h 613898"/>
                <a:gd name="csX30" fmla="*/ 82582 w 394532"/>
                <a:gd name="csY30" fmla="*/ 517334 h 613898"/>
                <a:gd name="csX31" fmla="*/ 31280 w 394532"/>
                <a:gd name="csY31" fmla="*/ 515169 h 613898"/>
                <a:gd name="csX32" fmla="*/ 19374 w 394532"/>
                <a:gd name="csY32" fmla="*/ 532149 h 613898"/>
                <a:gd name="csX33" fmla="*/ 63208 w 394532"/>
                <a:gd name="csY33" fmla="*/ 568916 h 613898"/>
                <a:gd name="csX34" fmla="*/ 79553 w 394532"/>
                <a:gd name="csY34" fmla="*/ 608711 h 613898"/>
                <a:gd name="csX35" fmla="*/ 90703 w 394532"/>
                <a:gd name="csY35" fmla="*/ 613899 h 613898"/>
                <a:gd name="csX36" fmla="*/ 114948 w 394532"/>
                <a:gd name="csY36" fmla="*/ 596271 h 613898"/>
                <a:gd name="csX37" fmla="*/ 125876 w 394532"/>
                <a:gd name="csY37" fmla="*/ 608057 h 613898"/>
                <a:gd name="csX38" fmla="*/ 155645 w 394532"/>
                <a:gd name="csY38" fmla="*/ 590328 h 613898"/>
                <a:gd name="csX39" fmla="*/ 195256 w 394532"/>
                <a:gd name="csY39" fmla="*/ 590328 h 613898"/>
                <a:gd name="csX40" fmla="*/ 212033 w 394532"/>
                <a:gd name="csY40" fmla="*/ 566750 h 613898"/>
                <a:gd name="csX41" fmla="*/ 201213 w 394532"/>
                <a:gd name="csY41" fmla="*/ 559829 h 613898"/>
                <a:gd name="csX42" fmla="*/ 208572 w 394532"/>
                <a:gd name="csY42" fmla="*/ 551504 h 613898"/>
                <a:gd name="csX43" fmla="*/ 264611 w 394532"/>
                <a:gd name="csY43" fmla="*/ 547611 h 613898"/>
                <a:gd name="csX44" fmla="*/ 309887 w 394532"/>
                <a:gd name="csY44" fmla="*/ 507816 h 613898"/>
                <a:gd name="csX45" fmla="*/ 308489 w 394532"/>
                <a:gd name="csY45" fmla="*/ 491598 h 613898"/>
                <a:gd name="csX46" fmla="*/ 333699 w 394532"/>
                <a:gd name="csY46" fmla="*/ 477539 h 613898"/>
                <a:gd name="csX47" fmla="*/ 354781 w 394532"/>
                <a:gd name="csY47" fmla="*/ 481216 h 613898"/>
                <a:gd name="csX48" fmla="*/ 357512 w 394532"/>
                <a:gd name="csY48" fmla="*/ 459156 h 613898"/>
                <a:gd name="csX49" fmla="*/ 341827 w 394532"/>
                <a:gd name="csY49" fmla="*/ 451047 h 61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394532" h="613898">
                  <a:moveTo>
                    <a:pt x="341827" y="451047"/>
                  </a:moveTo>
                  <a:lnTo>
                    <a:pt x="345954" y="432549"/>
                  </a:lnTo>
                  <a:lnTo>
                    <a:pt x="337382" y="417087"/>
                  </a:lnTo>
                  <a:lnTo>
                    <a:pt x="316998" y="418173"/>
                  </a:lnTo>
                  <a:lnTo>
                    <a:pt x="316237" y="401949"/>
                  </a:lnTo>
                  <a:lnTo>
                    <a:pt x="330778" y="390595"/>
                  </a:lnTo>
                  <a:lnTo>
                    <a:pt x="324364" y="371456"/>
                  </a:lnTo>
                  <a:lnTo>
                    <a:pt x="341509" y="359232"/>
                  </a:lnTo>
                  <a:lnTo>
                    <a:pt x="335540" y="343014"/>
                  </a:lnTo>
                  <a:lnTo>
                    <a:pt x="358908" y="317278"/>
                  </a:lnTo>
                  <a:lnTo>
                    <a:pt x="352622" y="306896"/>
                  </a:lnTo>
                  <a:lnTo>
                    <a:pt x="363036" y="298247"/>
                  </a:lnTo>
                  <a:lnTo>
                    <a:pt x="394532" y="298247"/>
                  </a:lnTo>
                  <a:lnTo>
                    <a:pt x="394532" y="155937"/>
                  </a:lnTo>
                  <a:lnTo>
                    <a:pt x="95250" y="0"/>
                  </a:lnTo>
                  <a:lnTo>
                    <a:pt x="58122" y="20009"/>
                  </a:lnTo>
                  <a:lnTo>
                    <a:pt x="66459" y="77756"/>
                  </a:lnTo>
                  <a:lnTo>
                    <a:pt x="81826" y="94297"/>
                  </a:lnTo>
                  <a:lnTo>
                    <a:pt x="80315" y="107601"/>
                  </a:lnTo>
                  <a:lnTo>
                    <a:pt x="95898" y="123711"/>
                  </a:lnTo>
                  <a:lnTo>
                    <a:pt x="83236" y="146634"/>
                  </a:lnTo>
                  <a:lnTo>
                    <a:pt x="77388" y="254235"/>
                  </a:lnTo>
                  <a:lnTo>
                    <a:pt x="16777" y="322034"/>
                  </a:lnTo>
                  <a:lnTo>
                    <a:pt x="10827" y="343446"/>
                  </a:lnTo>
                  <a:lnTo>
                    <a:pt x="0" y="349288"/>
                  </a:lnTo>
                  <a:lnTo>
                    <a:pt x="7036" y="376536"/>
                  </a:lnTo>
                  <a:lnTo>
                    <a:pt x="23057" y="398704"/>
                  </a:lnTo>
                  <a:lnTo>
                    <a:pt x="44596" y="399459"/>
                  </a:lnTo>
                  <a:lnTo>
                    <a:pt x="63970" y="439255"/>
                  </a:lnTo>
                  <a:lnTo>
                    <a:pt x="59531" y="476783"/>
                  </a:lnTo>
                  <a:lnTo>
                    <a:pt x="82582" y="517334"/>
                  </a:lnTo>
                  <a:lnTo>
                    <a:pt x="31280" y="515169"/>
                  </a:lnTo>
                  <a:lnTo>
                    <a:pt x="19374" y="532149"/>
                  </a:lnTo>
                  <a:lnTo>
                    <a:pt x="63208" y="568916"/>
                  </a:lnTo>
                  <a:lnTo>
                    <a:pt x="79553" y="608711"/>
                  </a:lnTo>
                  <a:lnTo>
                    <a:pt x="90703" y="613899"/>
                  </a:lnTo>
                  <a:lnTo>
                    <a:pt x="114948" y="596271"/>
                  </a:lnTo>
                  <a:lnTo>
                    <a:pt x="125876" y="608057"/>
                  </a:lnTo>
                  <a:lnTo>
                    <a:pt x="155645" y="590328"/>
                  </a:lnTo>
                  <a:lnTo>
                    <a:pt x="195256" y="590328"/>
                  </a:lnTo>
                  <a:lnTo>
                    <a:pt x="212033" y="566750"/>
                  </a:lnTo>
                  <a:lnTo>
                    <a:pt x="201213" y="559829"/>
                  </a:lnTo>
                  <a:lnTo>
                    <a:pt x="208572" y="551504"/>
                  </a:lnTo>
                  <a:lnTo>
                    <a:pt x="264611" y="547611"/>
                  </a:lnTo>
                  <a:lnTo>
                    <a:pt x="309887" y="507816"/>
                  </a:lnTo>
                  <a:lnTo>
                    <a:pt x="308489" y="491598"/>
                  </a:lnTo>
                  <a:lnTo>
                    <a:pt x="333699" y="477539"/>
                  </a:lnTo>
                  <a:lnTo>
                    <a:pt x="354781" y="481216"/>
                  </a:lnTo>
                  <a:lnTo>
                    <a:pt x="357512" y="459156"/>
                  </a:lnTo>
                  <a:lnTo>
                    <a:pt x="341827" y="4510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FD0225A9-26B0-2583-18B4-51953CEF0C18}"/>
                </a:ext>
              </a:extLst>
            </p:cNvPr>
            <p:cNvSpPr/>
            <p:nvPr/>
          </p:nvSpPr>
          <p:spPr>
            <a:xfrm>
              <a:off x="5540394" y="4580428"/>
              <a:ext cx="422416" cy="274638"/>
            </a:xfrm>
            <a:custGeom>
              <a:avLst/>
              <a:gdLst>
                <a:gd name="csX0" fmla="*/ 456108 w 487159"/>
                <a:gd name="csY0" fmla="*/ 186753 h 316731"/>
                <a:gd name="csX1" fmla="*/ 445694 w 487159"/>
                <a:gd name="csY1" fmla="*/ 173019 h 316731"/>
                <a:gd name="csX2" fmla="*/ 449694 w 487159"/>
                <a:gd name="csY2" fmla="*/ 161233 h 316731"/>
                <a:gd name="csX3" fmla="*/ 404164 w 487159"/>
                <a:gd name="csY3" fmla="*/ 131280 h 316731"/>
                <a:gd name="csX4" fmla="*/ 409118 w 487159"/>
                <a:gd name="csY4" fmla="*/ 124898 h 316731"/>
                <a:gd name="csX5" fmla="*/ 392354 w 487159"/>
                <a:gd name="csY5" fmla="*/ 107702 h 316731"/>
                <a:gd name="csX6" fmla="*/ 365620 w 487159"/>
                <a:gd name="csY6" fmla="*/ 100349 h 316731"/>
                <a:gd name="csX7" fmla="*/ 369621 w 487159"/>
                <a:gd name="csY7" fmla="*/ 87592 h 316731"/>
                <a:gd name="csX8" fmla="*/ 338887 w 487159"/>
                <a:gd name="csY8" fmla="*/ 86182 h 316731"/>
                <a:gd name="csX9" fmla="*/ 345808 w 487159"/>
                <a:gd name="csY9" fmla="*/ 56229 h 316731"/>
                <a:gd name="csX10" fmla="*/ 347840 w 487159"/>
                <a:gd name="csY10" fmla="*/ 40983 h 316731"/>
                <a:gd name="csX11" fmla="*/ 319075 w 487159"/>
                <a:gd name="csY11" fmla="*/ 3677 h 316731"/>
                <a:gd name="csX12" fmla="*/ 297993 w 487159"/>
                <a:gd name="csY12" fmla="*/ 0 h 316731"/>
                <a:gd name="csX13" fmla="*/ 272783 w 487159"/>
                <a:gd name="csY13" fmla="*/ 13951 h 316731"/>
                <a:gd name="csX14" fmla="*/ 274180 w 487159"/>
                <a:gd name="csY14" fmla="*/ 30169 h 316731"/>
                <a:gd name="csX15" fmla="*/ 228778 w 487159"/>
                <a:gd name="csY15" fmla="*/ 69964 h 316731"/>
                <a:gd name="csX16" fmla="*/ 172853 w 487159"/>
                <a:gd name="csY16" fmla="*/ 73857 h 316731"/>
                <a:gd name="csX17" fmla="*/ 165494 w 487159"/>
                <a:gd name="csY17" fmla="*/ 82182 h 316731"/>
                <a:gd name="csX18" fmla="*/ 176314 w 487159"/>
                <a:gd name="csY18" fmla="*/ 89103 h 316731"/>
                <a:gd name="csX19" fmla="*/ 159538 w 487159"/>
                <a:gd name="csY19" fmla="*/ 112681 h 316731"/>
                <a:gd name="csX20" fmla="*/ 119926 w 487159"/>
                <a:gd name="csY20" fmla="*/ 112681 h 316731"/>
                <a:gd name="csX21" fmla="*/ 90157 w 487159"/>
                <a:gd name="csY21" fmla="*/ 130416 h 316731"/>
                <a:gd name="csX22" fmla="*/ 79229 w 487159"/>
                <a:gd name="csY22" fmla="*/ 118624 h 316731"/>
                <a:gd name="csX23" fmla="*/ 54985 w 487159"/>
                <a:gd name="csY23" fmla="*/ 136252 h 316731"/>
                <a:gd name="csX24" fmla="*/ 43834 w 487159"/>
                <a:gd name="csY24" fmla="*/ 131172 h 316731"/>
                <a:gd name="csX25" fmla="*/ 19482 w 487159"/>
                <a:gd name="csY25" fmla="*/ 169990 h 316731"/>
                <a:gd name="csX26" fmla="*/ 0 w 487159"/>
                <a:gd name="csY26" fmla="*/ 183509 h 316731"/>
                <a:gd name="csX27" fmla="*/ 9957 w 487159"/>
                <a:gd name="csY27" fmla="*/ 199841 h 316731"/>
                <a:gd name="csX28" fmla="*/ 14395 w 487159"/>
                <a:gd name="csY28" fmla="*/ 242443 h 316731"/>
                <a:gd name="csX29" fmla="*/ 29223 w 487159"/>
                <a:gd name="csY29" fmla="*/ 245364 h 316731"/>
                <a:gd name="csX30" fmla="*/ 32683 w 487159"/>
                <a:gd name="csY30" fmla="*/ 257689 h 316731"/>
                <a:gd name="csX31" fmla="*/ 23813 w 487159"/>
                <a:gd name="csY31" fmla="*/ 263099 h 316731"/>
                <a:gd name="csX32" fmla="*/ 48597 w 487159"/>
                <a:gd name="csY32" fmla="*/ 293592 h 316731"/>
                <a:gd name="csX33" fmla="*/ 62452 w 487159"/>
                <a:gd name="csY33" fmla="*/ 299974 h 316731"/>
                <a:gd name="csX34" fmla="*/ 63424 w 487159"/>
                <a:gd name="csY34" fmla="*/ 316731 h 316731"/>
                <a:gd name="csX35" fmla="*/ 74790 w 487159"/>
                <a:gd name="csY35" fmla="*/ 316516 h 316731"/>
                <a:gd name="csX36" fmla="*/ 83229 w 487159"/>
                <a:gd name="csY36" fmla="*/ 305378 h 316731"/>
                <a:gd name="csX37" fmla="*/ 84207 w 487159"/>
                <a:gd name="csY37" fmla="*/ 281375 h 316731"/>
                <a:gd name="csX38" fmla="*/ 114726 w 487159"/>
                <a:gd name="csY38" fmla="*/ 273482 h 316731"/>
                <a:gd name="csX39" fmla="*/ 133991 w 487159"/>
                <a:gd name="csY39" fmla="*/ 280835 h 316731"/>
                <a:gd name="csX40" fmla="*/ 157588 w 487159"/>
                <a:gd name="csY40" fmla="*/ 276180 h 316731"/>
                <a:gd name="csX41" fmla="*/ 155530 w 487159"/>
                <a:gd name="csY41" fmla="*/ 251314 h 316731"/>
                <a:gd name="csX42" fmla="*/ 164948 w 487159"/>
                <a:gd name="csY42" fmla="*/ 247853 h 316731"/>
                <a:gd name="csX43" fmla="*/ 176854 w 487159"/>
                <a:gd name="csY43" fmla="*/ 228168 h 316731"/>
                <a:gd name="csX44" fmla="*/ 190297 w 487159"/>
                <a:gd name="csY44" fmla="*/ 219843 h 316731"/>
                <a:gd name="csX45" fmla="*/ 204648 w 487159"/>
                <a:gd name="csY45" fmla="*/ 221355 h 316731"/>
                <a:gd name="csX46" fmla="*/ 225476 w 487159"/>
                <a:gd name="csY46" fmla="*/ 235090 h 316731"/>
                <a:gd name="csX47" fmla="*/ 230429 w 487159"/>
                <a:gd name="csY47" fmla="*/ 248393 h 316731"/>
                <a:gd name="csX48" fmla="*/ 300215 w 487159"/>
                <a:gd name="csY48" fmla="*/ 258667 h 316731"/>
                <a:gd name="csX49" fmla="*/ 317360 w 487159"/>
                <a:gd name="csY49" fmla="*/ 233578 h 316731"/>
                <a:gd name="csX50" fmla="*/ 336728 w 487159"/>
                <a:gd name="csY50" fmla="*/ 240932 h 316731"/>
                <a:gd name="csX51" fmla="*/ 374574 w 487159"/>
                <a:gd name="csY51" fmla="*/ 222548 h 316731"/>
                <a:gd name="csX52" fmla="*/ 388798 w 487159"/>
                <a:gd name="csY52" fmla="*/ 229902 h 316731"/>
                <a:gd name="csX53" fmla="*/ 410325 w 487159"/>
                <a:gd name="csY53" fmla="*/ 225470 h 316731"/>
                <a:gd name="csX54" fmla="*/ 410325 w 487159"/>
                <a:gd name="csY54" fmla="*/ 213678 h 316731"/>
                <a:gd name="csX55" fmla="*/ 443788 w 487159"/>
                <a:gd name="csY55" fmla="*/ 215087 h 316731"/>
                <a:gd name="csX56" fmla="*/ 462838 w 487159"/>
                <a:gd name="csY56" fmla="*/ 225139 h 316731"/>
                <a:gd name="csX57" fmla="*/ 469760 w 487159"/>
                <a:gd name="csY57" fmla="*/ 218002 h 316731"/>
                <a:gd name="csX58" fmla="*/ 486842 w 487159"/>
                <a:gd name="csY58" fmla="*/ 220275 h 316731"/>
                <a:gd name="csX59" fmla="*/ 487159 w 487159"/>
                <a:gd name="csY59" fmla="*/ 220599 h 316731"/>
                <a:gd name="csX60" fmla="*/ 479158 w 487159"/>
                <a:gd name="csY60" fmla="*/ 195726 h 316731"/>
                <a:gd name="csX61" fmla="*/ 456299 w 487159"/>
                <a:gd name="csY61" fmla="*/ 186861 h 316731"/>
                <a:gd name="csX62" fmla="*/ 456108 w 487159"/>
                <a:gd name="csY62" fmla="*/ 186753 h 316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7159" h="316731">
                  <a:moveTo>
                    <a:pt x="456108" y="186753"/>
                  </a:moveTo>
                  <a:lnTo>
                    <a:pt x="445694" y="173019"/>
                  </a:lnTo>
                  <a:lnTo>
                    <a:pt x="449694" y="161233"/>
                  </a:lnTo>
                  <a:lnTo>
                    <a:pt x="404164" y="131280"/>
                  </a:lnTo>
                  <a:lnTo>
                    <a:pt x="409118" y="124898"/>
                  </a:lnTo>
                  <a:lnTo>
                    <a:pt x="392354" y="107702"/>
                  </a:lnTo>
                  <a:lnTo>
                    <a:pt x="365620" y="100349"/>
                  </a:lnTo>
                  <a:lnTo>
                    <a:pt x="369621" y="87592"/>
                  </a:lnTo>
                  <a:lnTo>
                    <a:pt x="338887" y="86182"/>
                  </a:lnTo>
                  <a:lnTo>
                    <a:pt x="345808" y="56229"/>
                  </a:lnTo>
                  <a:lnTo>
                    <a:pt x="347840" y="40983"/>
                  </a:lnTo>
                  <a:lnTo>
                    <a:pt x="319075" y="3677"/>
                  </a:lnTo>
                  <a:lnTo>
                    <a:pt x="297993" y="0"/>
                  </a:lnTo>
                  <a:lnTo>
                    <a:pt x="272783" y="13951"/>
                  </a:lnTo>
                  <a:lnTo>
                    <a:pt x="274180" y="30169"/>
                  </a:lnTo>
                  <a:lnTo>
                    <a:pt x="228778" y="69964"/>
                  </a:lnTo>
                  <a:lnTo>
                    <a:pt x="172853" y="73857"/>
                  </a:lnTo>
                  <a:lnTo>
                    <a:pt x="165494" y="82182"/>
                  </a:lnTo>
                  <a:lnTo>
                    <a:pt x="176314" y="89103"/>
                  </a:lnTo>
                  <a:lnTo>
                    <a:pt x="159538" y="112681"/>
                  </a:lnTo>
                  <a:lnTo>
                    <a:pt x="119926" y="112681"/>
                  </a:lnTo>
                  <a:lnTo>
                    <a:pt x="90157" y="130416"/>
                  </a:lnTo>
                  <a:lnTo>
                    <a:pt x="79229" y="118624"/>
                  </a:lnTo>
                  <a:lnTo>
                    <a:pt x="54985" y="136252"/>
                  </a:lnTo>
                  <a:lnTo>
                    <a:pt x="43834" y="131172"/>
                  </a:lnTo>
                  <a:lnTo>
                    <a:pt x="19482" y="169990"/>
                  </a:lnTo>
                  <a:lnTo>
                    <a:pt x="0" y="183509"/>
                  </a:lnTo>
                  <a:lnTo>
                    <a:pt x="9957" y="199841"/>
                  </a:lnTo>
                  <a:lnTo>
                    <a:pt x="14395" y="242443"/>
                  </a:lnTo>
                  <a:lnTo>
                    <a:pt x="29223" y="245364"/>
                  </a:lnTo>
                  <a:lnTo>
                    <a:pt x="32683" y="257689"/>
                  </a:lnTo>
                  <a:lnTo>
                    <a:pt x="23813" y="263099"/>
                  </a:lnTo>
                  <a:lnTo>
                    <a:pt x="48597" y="293592"/>
                  </a:lnTo>
                  <a:lnTo>
                    <a:pt x="62452" y="299974"/>
                  </a:lnTo>
                  <a:lnTo>
                    <a:pt x="63424" y="316731"/>
                  </a:lnTo>
                  <a:lnTo>
                    <a:pt x="74790" y="316516"/>
                  </a:lnTo>
                  <a:lnTo>
                    <a:pt x="83229" y="305378"/>
                  </a:lnTo>
                  <a:lnTo>
                    <a:pt x="84207" y="281375"/>
                  </a:lnTo>
                  <a:lnTo>
                    <a:pt x="114726" y="273482"/>
                  </a:lnTo>
                  <a:lnTo>
                    <a:pt x="133991" y="280835"/>
                  </a:lnTo>
                  <a:lnTo>
                    <a:pt x="157588" y="276180"/>
                  </a:lnTo>
                  <a:lnTo>
                    <a:pt x="155530" y="251314"/>
                  </a:lnTo>
                  <a:lnTo>
                    <a:pt x="164948" y="247853"/>
                  </a:lnTo>
                  <a:lnTo>
                    <a:pt x="176854" y="228168"/>
                  </a:lnTo>
                  <a:lnTo>
                    <a:pt x="190297" y="219843"/>
                  </a:lnTo>
                  <a:lnTo>
                    <a:pt x="204648" y="221355"/>
                  </a:lnTo>
                  <a:lnTo>
                    <a:pt x="225476" y="235090"/>
                  </a:lnTo>
                  <a:lnTo>
                    <a:pt x="230429" y="248393"/>
                  </a:lnTo>
                  <a:lnTo>
                    <a:pt x="300215" y="258667"/>
                  </a:lnTo>
                  <a:lnTo>
                    <a:pt x="317360" y="233578"/>
                  </a:lnTo>
                  <a:lnTo>
                    <a:pt x="336728" y="240932"/>
                  </a:lnTo>
                  <a:lnTo>
                    <a:pt x="374574" y="222548"/>
                  </a:lnTo>
                  <a:lnTo>
                    <a:pt x="388798" y="229902"/>
                  </a:lnTo>
                  <a:lnTo>
                    <a:pt x="410325" y="225470"/>
                  </a:lnTo>
                  <a:lnTo>
                    <a:pt x="410325" y="213678"/>
                  </a:lnTo>
                  <a:lnTo>
                    <a:pt x="443788" y="215087"/>
                  </a:lnTo>
                  <a:lnTo>
                    <a:pt x="462838" y="225139"/>
                  </a:lnTo>
                  <a:lnTo>
                    <a:pt x="469760" y="218002"/>
                  </a:lnTo>
                  <a:lnTo>
                    <a:pt x="486842" y="220275"/>
                  </a:lnTo>
                  <a:lnTo>
                    <a:pt x="487159" y="220599"/>
                  </a:lnTo>
                  <a:lnTo>
                    <a:pt x="479158" y="195726"/>
                  </a:lnTo>
                  <a:lnTo>
                    <a:pt x="456299" y="186861"/>
                  </a:lnTo>
                  <a:lnTo>
                    <a:pt x="456108" y="186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8DE094C3-4CD5-D688-E469-86E63DD25CEA}"/>
                </a:ext>
              </a:extLst>
            </p:cNvPr>
            <p:cNvSpPr/>
            <p:nvPr/>
          </p:nvSpPr>
          <p:spPr>
            <a:xfrm>
              <a:off x="4248413" y="4378084"/>
              <a:ext cx="11289" cy="9391"/>
            </a:xfrm>
            <a:custGeom>
              <a:avLst/>
              <a:gdLst>
                <a:gd name="csX0" fmla="*/ 11706 w 13019"/>
                <a:gd name="csY0" fmla="*/ 1511 h 10830"/>
                <a:gd name="csX1" fmla="*/ 4670 w 13019"/>
                <a:gd name="csY1" fmla="*/ 749 h 10830"/>
                <a:gd name="csX2" fmla="*/ 346 w 13019"/>
                <a:gd name="csY2" fmla="*/ 6914 h 10830"/>
                <a:gd name="csX3" fmla="*/ 5325 w 13019"/>
                <a:gd name="csY3" fmla="*/ 10159 h 10830"/>
                <a:gd name="csX4" fmla="*/ 11706 w 13019"/>
                <a:gd name="csY4" fmla="*/ 1511 h 10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19" h="10830">
                  <a:moveTo>
                    <a:pt x="11706" y="1511"/>
                  </a:moveTo>
                  <a:cubicBezTo>
                    <a:pt x="11706" y="1511"/>
                    <a:pt x="8246" y="-1302"/>
                    <a:pt x="4670" y="749"/>
                  </a:cubicBezTo>
                  <a:cubicBezTo>
                    <a:pt x="3915" y="1403"/>
                    <a:pt x="-1387" y="2806"/>
                    <a:pt x="346" y="6914"/>
                  </a:cubicBezTo>
                  <a:cubicBezTo>
                    <a:pt x="778" y="7454"/>
                    <a:pt x="1750" y="12648"/>
                    <a:pt x="5325" y="10159"/>
                  </a:cubicBezTo>
                  <a:cubicBezTo>
                    <a:pt x="8138" y="7346"/>
                    <a:pt x="16145" y="4209"/>
                    <a:pt x="11706" y="15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81D1DAB4-FAA2-32D8-1461-C71064DAA320}"/>
                </a:ext>
              </a:extLst>
            </p:cNvPr>
            <p:cNvSpPr/>
            <p:nvPr/>
          </p:nvSpPr>
          <p:spPr>
            <a:xfrm>
              <a:off x="4257057" y="4387890"/>
              <a:ext cx="8205" cy="5210"/>
            </a:xfrm>
            <a:custGeom>
              <a:avLst/>
              <a:gdLst>
                <a:gd name="csX0" fmla="*/ 2715 w 9463"/>
                <a:gd name="csY0" fmla="*/ 795 h 6008"/>
                <a:gd name="csX1" fmla="*/ 3902 w 9463"/>
                <a:gd name="csY1" fmla="*/ 5881 h 6008"/>
                <a:gd name="csX2" fmla="*/ 7039 w 9463"/>
                <a:gd name="csY2" fmla="*/ 5234 h 6008"/>
                <a:gd name="csX3" fmla="*/ 9312 w 9463"/>
                <a:gd name="csY3" fmla="*/ 1881 h 6008"/>
                <a:gd name="csX4" fmla="*/ 2607 w 9463"/>
                <a:gd name="csY4" fmla="*/ 795 h 6008"/>
                <a:gd name="csX5" fmla="*/ 2715 w 9463"/>
                <a:gd name="csY5" fmla="*/ 795 h 6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63" h="6008">
                  <a:moveTo>
                    <a:pt x="2715" y="795"/>
                  </a:moveTo>
                  <a:cubicBezTo>
                    <a:pt x="-1616" y="1988"/>
                    <a:pt x="-429" y="6853"/>
                    <a:pt x="3902" y="5881"/>
                  </a:cubicBezTo>
                  <a:lnTo>
                    <a:pt x="7039" y="5234"/>
                  </a:lnTo>
                  <a:cubicBezTo>
                    <a:pt x="8881" y="4802"/>
                    <a:pt x="9858" y="3284"/>
                    <a:pt x="9312" y="1881"/>
                  </a:cubicBezTo>
                  <a:cubicBezTo>
                    <a:pt x="8017" y="-1580"/>
                    <a:pt x="2607" y="795"/>
                    <a:pt x="2607" y="795"/>
                  </a:cubicBezTo>
                  <a:lnTo>
                    <a:pt x="2715" y="7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3C29267E-4A9F-2A58-FB76-A64C52F23F54}"/>
                </a:ext>
              </a:extLst>
            </p:cNvPr>
            <p:cNvSpPr/>
            <p:nvPr/>
          </p:nvSpPr>
          <p:spPr>
            <a:xfrm>
              <a:off x="4278653" y="4393932"/>
              <a:ext cx="15350" cy="7947"/>
            </a:xfrm>
            <a:custGeom>
              <a:avLst/>
              <a:gdLst>
                <a:gd name="csX0" fmla="*/ 16227 w 17703"/>
                <a:gd name="csY0" fmla="*/ 2697 h 9165"/>
                <a:gd name="csX1" fmla="*/ 213 w 17703"/>
                <a:gd name="csY1" fmla="*/ 1401 h 9165"/>
                <a:gd name="csX2" fmla="*/ 8544 w 17703"/>
                <a:gd name="csY2" fmla="*/ 8755 h 9165"/>
                <a:gd name="csX3" fmla="*/ 16227 w 17703"/>
                <a:gd name="csY3" fmla="*/ 2697 h 9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703" h="9165">
                  <a:moveTo>
                    <a:pt x="16227" y="2697"/>
                  </a:moveTo>
                  <a:cubicBezTo>
                    <a:pt x="16227" y="2697"/>
                    <a:pt x="-2169" y="-2383"/>
                    <a:pt x="213" y="1401"/>
                  </a:cubicBezTo>
                  <a:cubicBezTo>
                    <a:pt x="2270" y="3992"/>
                    <a:pt x="3889" y="10914"/>
                    <a:pt x="8544" y="8755"/>
                  </a:cubicBezTo>
                  <a:cubicBezTo>
                    <a:pt x="13853" y="6265"/>
                    <a:pt x="20774" y="3776"/>
                    <a:pt x="16227" y="2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78D2E3F7-9C9D-2F4F-0563-82B7C53DF653}"/>
                </a:ext>
              </a:extLst>
            </p:cNvPr>
            <p:cNvSpPr/>
            <p:nvPr/>
          </p:nvSpPr>
          <p:spPr>
            <a:xfrm>
              <a:off x="4322869" y="4386702"/>
              <a:ext cx="7630" cy="13566"/>
            </a:xfrm>
            <a:custGeom>
              <a:avLst/>
              <a:gdLst>
                <a:gd name="csX0" fmla="*/ 8751 w 8800"/>
                <a:gd name="csY0" fmla="*/ 3467 h 15645"/>
                <a:gd name="csX1" fmla="*/ 5938 w 8800"/>
                <a:gd name="csY1" fmla="*/ 6 h 15645"/>
                <a:gd name="csX2" fmla="*/ 4528 w 8800"/>
                <a:gd name="csY2" fmla="*/ 6 h 15645"/>
                <a:gd name="csX3" fmla="*/ 1176 w 8800"/>
                <a:gd name="csY3" fmla="*/ 9087 h 15645"/>
                <a:gd name="csX4" fmla="*/ 4528 w 8800"/>
                <a:gd name="csY4" fmla="*/ 14497 h 15645"/>
                <a:gd name="csX5" fmla="*/ 8751 w 8800"/>
                <a:gd name="csY5" fmla="*/ 3467 h 15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00" h="15645">
                  <a:moveTo>
                    <a:pt x="8751" y="3467"/>
                  </a:moveTo>
                  <a:cubicBezTo>
                    <a:pt x="9075" y="1625"/>
                    <a:pt x="7773" y="114"/>
                    <a:pt x="5938" y="6"/>
                  </a:cubicBezTo>
                  <a:lnTo>
                    <a:pt x="4528" y="6"/>
                  </a:lnTo>
                  <a:cubicBezTo>
                    <a:pt x="90" y="-210"/>
                    <a:pt x="-1206" y="5302"/>
                    <a:pt x="1176" y="9087"/>
                  </a:cubicBezTo>
                  <a:lnTo>
                    <a:pt x="4528" y="14497"/>
                  </a:lnTo>
                  <a:cubicBezTo>
                    <a:pt x="6909" y="18281"/>
                    <a:pt x="7233" y="12223"/>
                    <a:pt x="8751" y="3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DA816D86-0C2D-B8C5-7B9B-221BC6FEFE95}"/>
                </a:ext>
              </a:extLst>
            </p:cNvPr>
            <p:cNvSpPr/>
            <p:nvPr/>
          </p:nvSpPr>
          <p:spPr>
            <a:xfrm>
              <a:off x="4325423" y="4408671"/>
              <a:ext cx="10913" cy="9001"/>
            </a:xfrm>
            <a:custGeom>
              <a:avLst/>
              <a:gdLst>
                <a:gd name="csX0" fmla="*/ 11540 w 12586"/>
                <a:gd name="csY0" fmla="*/ 2355 h 10381"/>
                <a:gd name="csX1" fmla="*/ 4719 w 12586"/>
                <a:gd name="csY1" fmla="*/ 190 h 10381"/>
                <a:gd name="csX2" fmla="*/ 611 w 12586"/>
                <a:gd name="csY2" fmla="*/ 3758 h 10381"/>
                <a:gd name="csX3" fmla="*/ 2561 w 12586"/>
                <a:gd name="csY3" fmla="*/ 9708 h 10381"/>
                <a:gd name="csX4" fmla="*/ 11647 w 12586"/>
                <a:gd name="csY4" fmla="*/ 8191 h 10381"/>
                <a:gd name="csX5" fmla="*/ 11647 w 12586"/>
                <a:gd name="csY5" fmla="*/ 2571 h 10381"/>
                <a:gd name="csX6" fmla="*/ 11647 w 12586"/>
                <a:gd name="csY6" fmla="*/ 2355 h 10381"/>
                <a:gd name="csX7" fmla="*/ 11540 w 12586"/>
                <a:gd name="csY7" fmla="*/ 2355 h 10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586" h="10381">
                  <a:moveTo>
                    <a:pt x="11540" y="2355"/>
                  </a:moveTo>
                  <a:cubicBezTo>
                    <a:pt x="9158" y="-782"/>
                    <a:pt x="4180" y="81"/>
                    <a:pt x="4719" y="190"/>
                  </a:cubicBezTo>
                  <a:cubicBezTo>
                    <a:pt x="2884" y="297"/>
                    <a:pt x="1043" y="2031"/>
                    <a:pt x="611" y="3758"/>
                  </a:cubicBezTo>
                  <a:cubicBezTo>
                    <a:pt x="611" y="4298"/>
                    <a:pt x="-1662" y="9054"/>
                    <a:pt x="2561" y="9708"/>
                  </a:cubicBezTo>
                  <a:cubicBezTo>
                    <a:pt x="3964" y="9708"/>
                    <a:pt x="9050" y="11975"/>
                    <a:pt x="11647" y="8191"/>
                  </a:cubicBezTo>
                  <a:cubicBezTo>
                    <a:pt x="11755" y="7543"/>
                    <a:pt x="13705" y="5162"/>
                    <a:pt x="11647" y="2571"/>
                  </a:cubicBezTo>
                  <a:lnTo>
                    <a:pt x="11647" y="2355"/>
                  </a:lnTo>
                  <a:lnTo>
                    <a:pt x="11540" y="23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0FAD0A9E-2EFE-2501-891C-BF307AEE696D}"/>
                </a:ext>
              </a:extLst>
            </p:cNvPr>
            <p:cNvSpPr/>
            <p:nvPr/>
          </p:nvSpPr>
          <p:spPr>
            <a:xfrm>
              <a:off x="4316162" y="4438608"/>
              <a:ext cx="6693" cy="7828"/>
            </a:xfrm>
            <a:custGeom>
              <a:avLst/>
              <a:gdLst>
                <a:gd name="csX0" fmla="*/ 7284 w 7719"/>
                <a:gd name="csY0" fmla="*/ 3943 h 9028"/>
                <a:gd name="csX1" fmla="*/ 248 w 7719"/>
                <a:gd name="csY1" fmla="*/ 2755 h 9028"/>
                <a:gd name="csX2" fmla="*/ 3170 w 7719"/>
                <a:gd name="csY2" fmla="*/ 9029 h 9028"/>
                <a:gd name="csX3" fmla="*/ 4903 w 7719"/>
                <a:gd name="csY3" fmla="*/ 9029 h 9028"/>
                <a:gd name="csX4" fmla="*/ 7392 w 7719"/>
                <a:gd name="csY4" fmla="*/ 3943 h 9028"/>
                <a:gd name="csX5" fmla="*/ 7284 w 7719"/>
                <a:gd name="csY5" fmla="*/ 3943 h 9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19" h="9028">
                  <a:moveTo>
                    <a:pt x="7284" y="3943"/>
                  </a:moveTo>
                  <a:cubicBezTo>
                    <a:pt x="6529" y="-382"/>
                    <a:pt x="572" y="-1677"/>
                    <a:pt x="248" y="2755"/>
                  </a:cubicBezTo>
                  <a:cubicBezTo>
                    <a:pt x="248" y="3403"/>
                    <a:pt x="-1263" y="9029"/>
                    <a:pt x="3170" y="9029"/>
                  </a:cubicBezTo>
                  <a:lnTo>
                    <a:pt x="4903" y="9029"/>
                  </a:lnTo>
                  <a:cubicBezTo>
                    <a:pt x="8910" y="9029"/>
                    <a:pt x="7500" y="3403"/>
                    <a:pt x="7392" y="3943"/>
                  </a:cubicBezTo>
                  <a:lnTo>
                    <a:pt x="7284" y="39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B6DE1B9E-E9DB-423A-AE83-0284F659A680}"/>
                </a:ext>
              </a:extLst>
            </p:cNvPr>
            <p:cNvSpPr/>
            <p:nvPr/>
          </p:nvSpPr>
          <p:spPr>
            <a:xfrm>
              <a:off x="4298709" y="4439161"/>
              <a:ext cx="11939" cy="15780"/>
            </a:xfrm>
            <a:custGeom>
              <a:avLst/>
              <a:gdLst>
                <a:gd name="csX0" fmla="*/ 32 w 13769"/>
                <a:gd name="csY0" fmla="*/ 10766 h 18199"/>
                <a:gd name="csX1" fmla="*/ 7931 w 13769"/>
                <a:gd name="csY1" fmla="*/ 17904 h 18199"/>
                <a:gd name="csX2" fmla="*/ 12586 w 13769"/>
                <a:gd name="csY2" fmla="*/ 16392 h 18199"/>
                <a:gd name="csX3" fmla="*/ 13125 w 13769"/>
                <a:gd name="csY3" fmla="*/ 15420 h 18199"/>
                <a:gd name="csX4" fmla="*/ 3823 w 13769"/>
                <a:gd name="csY4" fmla="*/ 714 h 18199"/>
                <a:gd name="csX5" fmla="*/ 32 w 13769"/>
                <a:gd name="csY5" fmla="*/ 10874 h 18199"/>
                <a:gd name="csX6" fmla="*/ 32 w 13769"/>
                <a:gd name="csY6" fmla="*/ 10766 h 1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69" h="18199">
                  <a:moveTo>
                    <a:pt x="32" y="10766"/>
                  </a:moveTo>
                  <a:cubicBezTo>
                    <a:pt x="-508" y="15420"/>
                    <a:pt x="5981" y="16608"/>
                    <a:pt x="7931" y="17904"/>
                  </a:cubicBezTo>
                  <a:cubicBezTo>
                    <a:pt x="9665" y="18659"/>
                    <a:pt x="11722" y="17904"/>
                    <a:pt x="12586" y="16392"/>
                  </a:cubicBezTo>
                  <a:lnTo>
                    <a:pt x="13125" y="15420"/>
                  </a:lnTo>
                  <a:cubicBezTo>
                    <a:pt x="15183" y="11636"/>
                    <a:pt x="12370" y="9902"/>
                    <a:pt x="3823" y="714"/>
                  </a:cubicBezTo>
                  <a:cubicBezTo>
                    <a:pt x="248" y="-3293"/>
                    <a:pt x="32" y="10874"/>
                    <a:pt x="32" y="10874"/>
                  </a:cubicBezTo>
                  <a:lnTo>
                    <a:pt x="32" y="10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EC9AE3BD-1ADB-79D1-E9CB-1E608B03BE8A}"/>
                </a:ext>
              </a:extLst>
            </p:cNvPr>
            <p:cNvSpPr/>
            <p:nvPr/>
          </p:nvSpPr>
          <p:spPr>
            <a:xfrm>
              <a:off x="4275906" y="4447728"/>
              <a:ext cx="8472" cy="10197"/>
            </a:xfrm>
            <a:custGeom>
              <a:avLst/>
              <a:gdLst>
                <a:gd name="csX0" fmla="*/ 3811 w 9770"/>
                <a:gd name="csY0" fmla="*/ 670 h 11760"/>
                <a:gd name="csX1" fmla="*/ 3055 w 9770"/>
                <a:gd name="csY1" fmla="*/ 1317 h 11760"/>
                <a:gd name="csX2" fmla="*/ 20 w 9770"/>
                <a:gd name="csY2" fmla="*/ 9217 h 11760"/>
                <a:gd name="csX3" fmla="*/ 7602 w 9770"/>
                <a:gd name="csY3" fmla="*/ 10512 h 11760"/>
                <a:gd name="csX4" fmla="*/ 7602 w 9770"/>
                <a:gd name="csY4" fmla="*/ 1648 h 11760"/>
                <a:gd name="csX5" fmla="*/ 3811 w 9770"/>
                <a:gd name="csY5" fmla="*/ 670 h 11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70" h="11760">
                  <a:moveTo>
                    <a:pt x="3811" y="670"/>
                  </a:moveTo>
                  <a:lnTo>
                    <a:pt x="3055" y="1317"/>
                  </a:lnTo>
                  <a:cubicBezTo>
                    <a:pt x="-304" y="4023"/>
                    <a:pt x="242" y="8455"/>
                    <a:pt x="20" y="9217"/>
                  </a:cubicBezTo>
                  <a:cubicBezTo>
                    <a:pt x="-412" y="13973"/>
                    <a:pt x="6192" y="10620"/>
                    <a:pt x="7602" y="10512"/>
                  </a:cubicBezTo>
                  <a:cubicBezTo>
                    <a:pt x="12257" y="9217"/>
                    <a:pt x="8034" y="3699"/>
                    <a:pt x="7602" y="1648"/>
                  </a:cubicBezTo>
                  <a:cubicBezTo>
                    <a:pt x="6948" y="-86"/>
                    <a:pt x="5221" y="-518"/>
                    <a:pt x="3811" y="6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00DAC620-3A0D-86A2-EC28-7F1F597FE94F}"/>
                </a:ext>
              </a:extLst>
            </p:cNvPr>
            <p:cNvSpPr/>
            <p:nvPr/>
          </p:nvSpPr>
          <p:spPr>
            <a:xfrm>
              <a:off x="5352873" y="4511789"/>
              <a:ext cx="246266" cy="358749"/>
            </a:xfrm>
            <a:custGeom>
              <a:avLst/>
              <a:gdLst>
                <a:gd name="csX0" fmla="*/ 264636 w 284010"/>
                <a:gd name="csY0" fmla="*/ 372535 h 413734"/>
                <a:gd name="csX1" fmla="*/ 239852 w 284010"/>
                <a:gd name="csY1" fmla="*/ 342043 h 413734"/>
                <a:gd name="csX2" fmla="*/ 248723 w 284010"/>
                <a:gd name="csY2" fmla="*/ 336633 h 413734"/>
                <a:gd name="csX3" fmla="*/ 245263 w 284010"/>
                <a:gd name="csY3" fmla="*/ 324307 h 413734"/>
                <a:gd name="csX4" fmla="*/ 230435 w 284010"/>
                <a:gd name="csY4" fmla="*/ 321386 h 413734"/>
                <a:gd name="csX5" fmla="*/ 225997 w 284010"/>
                <a:gd name="csY5" fmla="*/ 278778 h 413734"/>
                <a:gd name="csX6" fmla="*/ 216040 w 284010"/>
                <a:gd name="csY6" fmla="*/ 262452 h 413734"/>
                <a:gd name="csX7" fmla="*/ 235522 w 284010"/>
                <a:gd name="csY7" fmla="*/ 248933 h 413734"/>
                <a:gd name="csX8" fmla="*/ 259874 w 284010"/>
                <a:gd name="csY8" fmla="*/ 210115 h 413734"/>
                <a:gd name="csX9" fmla="*/ 243529 w 284010"/>
                <a:gd name="csY9" fmla="*/ 170320 h 413734"/>
                <a:gd name="csX10" fmla="*/ 199695 w 284010"/>
                <a:gd name="csY10" fmla="*/ 133445 h 413734"/>
                <a:gd name="csX11" fmla="*/ 211601 w 284010"/>
                <a:gd name="csY11" fmla="*/ 116465 h 413734"/>
                <a:gd name="csX12" fmla="*/ 262903 w 284010"/>
                <a:gd name="csY12" fmla="*/ 118738 h 413734"/>
                <a:gd name="csX13" fmla="*/ 239852 w 284010"/>
                <a:gd name="csY13" fmla="*/ 78181 h 413734"/>
                <a:gd name="csX14" fmla="*/ 244291 w 284010"/>
                <a:gd name="csY14" fmla="*/ 40551 h 413734"/>
                <a:gd name="csX15" fmla="*/ 225025 w 284010"/>
                <a:gd name="csY15" fmla="*/ 756 h 413734"/>
                <a:gd name="csX16" fmla="*/ 203486 w 284010"/>
                <a:gd name="csY16" fmla="*/ 0 h 413734"/>
                <a:gd name="csX17" fmla="*/ 205759 w 284010"/>
                <a:gd name="csY17" fmla="*/ 28010 h 413734"/>
                <a:gd name="csX18" fmla="*/ 221342 w 284010"/>
                <a:gd name="csY18" fmla="*/ 36874 h 413734"/>
                <a:gd name="csX19" fmla="*/ 219608 w 284010"/>
                <a:gd name="csY19" fmla="*/ 63367 h 413734"/>
                <a:gd name="csX20" fmla="*/ 194825 w 284010"/>
                <a:gd name="csY20" fmla="*/ 71266 h 413734"/>
                <a:gd name="csX21" fmla="*/ 177508 w 284010"/>
                <a:gd name="csY21" fmla="*/ 122307 h 413734"/>
                <a:gd name="csX22" fmla="*/ 161919 w 284010"/>
                <a:gd name="csY22" fmla="*/ 137014 h 413734"/>
                <a:gd name="csX23" fmla="*/ 158242 w 284010"/>
                <a:gd name="csY23" fmla="*/ 161989 h 413734"/>
                <a:gd name="csX24" fmla="*/ 134645 w 284010"/>
                <a:gd name="csY24" fmla="*/ 178213 h 413734"/>
                <a:gd name="csX25" fmla="*/ 109646 w 284010"/>
                <a:gd name="csY25" fmla="*/ 246012 h 413734"/>
                <a:gd name="csX26" fmla="*/ 92761 w 284010"/>
                <a:gd name="csY26" fmla="*/ 252933 h 413734"/>
                <a:gd name="csX27" fmla="*/ 89078 w 284010"/>
                <a:gd name="csY27" fmla="*/ 235744 h 413734"/>
                <a:gd name="csX28" fmla="*/ 75006 w 284010"/>
                <a:gd name="csY28" fmla="*/ 225901 h 413734"/>
                <a:gd name="csX29" fmla="*/ 64402 w 284010"/>
                <a:gd name="csY29" fmla="*/ 236500 h 413734"/>
                <a:gd name="csX30" fmla="*/ 51302 w 284010"/>
                <a:gd name="csY30" fmla="*/ 230657 h 413734"/>
                <a:gd name="csX31" fmla="*/ 7468 w 284010"/>
                <a:gd name="csY31" fmla="*/ 272618 h 413734"/>
                <a:gd name="csX32" fmla="*/ 8769 w 284010"/>
                <a:gd name="csY32" fmla="*/ 292837 h 413734"/>
                <a:gd name="csX33" fmla="*/ 0 w 284010"/>
                <a:gd name="csY33" fmla="*/ 309709 h 413734"/>
                <a:gd name="csX34" fmla="*/ 3461 w 284010"/>
                <a:gd name="csY34" fmla="*/ 313062 h 413734"/>
                <a:gd name="csX35" fmla="*/ 10827 w 284010"/>
                <a:gd name="csY35" fmla="*/ 315436 h 413734"/>
                <a:gd name="csX36" fmla="*/ 10173 w 284010"/>
                <a:gd name="csY36" fmla="*/ 324631 h 413734"/>
                <a:gd name="csX37" fmla="*/ 16669 w 284010"/>
                <a:gd name="csY37" fmla="*/ 335337 h 413734"/>
                <a:gd name="csX38" fmla="*/ 31820 w 284010"/>
                <a:gd name="csY38" fmla="*/ 338798 h 413734"/>
                <a:gd name="csX39" fmla="*/ 37668 w 284010"/>
                <a:gd name="csY39" fmla="*/ 339446 h 413734"/>
                <a:gd name="csX40" fmla="*/ 37122 w 284010"/>
                <a:gd name="csY40" fmla="*/ 343446 h 413734"/>
                <a:gd name="csX41" fmla="*/ 35827 w 284010"/>
                <a:gd name="csY41" fmla="*/ 348202 h 413734"/>
                <a:gd name="csX42" fmla="*/ 48057 w 284010"/>
                <a:gd name="csY42" fmla="*/ 368211 h 413734"/>
                <a:gd name="csX43" fmla="*/ 47733 w 284010"/>
                <a:gd name="csY43" fmla="*/ 375672 h 413734"/>
                <a:gd name="csX44" fmla="*/ 42863 w 284010"/>
                <a:gd name="csY44" fmla="*/ 390379 h 413734"/>
                <a:gd name="csX45" fmla="*/ 42754 w 284010"/>
                <a:gd name="csY45" fmla="*/ 393624 h 413734"/>
                <a:gd name="csX46" fmla="*/ 42971 w 284010"/>
                <a:gd name="csY46" fmla="*/ 393624 h 413734"/>
                <a:gd name="csX47" fmla="*/ 52063 w 284010"/>
                <a:gd name="csY47" fmla="*/ 394272 h 413734"/>
                <a:gd name="csX48" fmla="*/ 102610 w 284010"/>
                <a:gd name="csY48" fmla="*/ 394272 h 413734"/>
                <a:gd name="csX49" fmla="*/ 102610 w 284010"/>
                <a:gd name="csY49" fmla="*/ 392430 h 413734"/>
                <a:gd name="csX50" fmla="*/ 169494 w 284010"/>
                <a:gd name="csY50" fmla="*/ 392430 h 413734"/>
                <a:gd name="csX51" fmla="*/ 176422 w 284010"/>
                <a:gd name="csY51" fmla="*/ 393078 h 413734"/>
                <a:gd name="csX52" fmla="*/ 225673 w 284010"/>
                <a:gd name="csY52" fmla="*/ 393078 h 413734"/>
                <a:gd name="csX53" fmla="*/ 238011 w 284010"/>
                <a:gd name="csY53" fmla="*/ 401193 h 413734"/>
                <a:gd name="csX54" fmla="*/ 258032 w 284010"/>
                <a:gd name="csY54" fmla="*/ 399675 h 413734"/>
                <a:gd name="csX55" fmla="*/ 275133 w 284010"/>
                <a:gd name="csY55" fmla="*/ 413734 h 413734"/>
                <a:gd name="csX56" fmla="*/ 284010 w 284010"/>
                <a:gd name="csY56" fmla="*/ 409086 h 413734"/>
                <a:gd name="csX57" fmla="*/ 279571 w 284010"/>
                <a:gd name="csY57" fmla="*/ 400977 h 413734"/>
                <a:gd name="csX58" fmla="*/ 279571 w 284010"/>
                <a:gd name="csY58" fmla="*/ 395567 h 413734"/>
                <a:gd name="csX59" fmla="*/ 278600 w 284010"/>
                <a:gd name="csY59" fmla="*/ 378809 h 413734"/>
                <a:gd name="csX60" fmla="*/ 264744 w 284010"/>
                <a:gd name="csY60" fmla="*/ 372428 h 413734"/>
                <a:gd name="csX61" fmla="*/ 264636 w 284010"/>
                <a:gd name="csY61" fmla="*/ 372535 h 4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284010" h="413734">
                  <a:moveTo>
                    <a:pt x="264636" y="372535"/>
                  </a:moveTo>
                  <a:lnTo>
                    <a:pt x="239852" y="342043"/>
                  </a:lnTo>
                  <a:lnTo>
                    <a:pt x="248723" y="336633"/>
                  </a:lnTo>
                  <a:lnTo>
                    <a:pt x="245263" y="324307"/>
                  </a:lnTo>
                  <a:lnTo>
                    <a:pt x="230435" y="321386"/>
                  </a:lnTo>
                  <a:lnTo>
                    <a:pt x="225997" y="278778"/>
                  </a:lnTo>
                  <a:lnTo>
                    <a:pt x="216040" y="262452"/>
                  </a:lnTo>
                  <a:lnTo>
                    <a:pt x="235522" y="248933"/>
                  </a:lnTo>
                  <a:lnTo>
                    <a:pt x="259874" y="210115"/>
                  </a:lnTo>
                  <a:lnTo>
                    <a:pt x="243529" y="170320"/>
                  </a:lnTo>
                  <a:lnTo>
                    <a:pt x="199695" y="133445"/>
                  </a:lnTo>
                  <a:lnTo>
                    <a:pt x="211601" y="116465"/>
                  </a:lnTo>
                  <a:lnTo>
                    <a:pt x="262903" y="118738"/>
                  </a:lnTo>
                  <a:lnTo>
                    <a:pt x="239852" y="78181"/>
                  </a:lnTo>
                  <a:lnTo>
                    <a:pt x="244291" y="40551"/>
                  </a:lnTo>
                  <a:lnTo>
                    <a:pt x="225025" y="756"/>
                  </a:lnTo>
                  <a:lnTo>
                    <a:pt x="203486" y="0"/>
                  </a:lnTo>
                  <a:lnTo>
                    <a:pt x="205759" y="28010"/>
                  </a:lnTo>
                  <a:lnTo>
                    <a:pt x="221342" y="36874"/>
                  </a:lnTo>
                  <a:lnTo>
                    <a:pt x="219608" y="63367"/>
                  </a:lnTo>
                  <a:lnTo>
                    <a:pt x="194825" y="71266"/>
                  </a:lnTo>
                  <a:lnTo>
                    <a:pt x="177508" y="122307"/>
                  </a:lnTo>
                  <a:lnTo>
                    <a:pt x="161919" y="137014"/>
                  </a:lnTo>
                  <a:lnTo>
                    <a:pt x="158242" y="161989"/>
                  </a:lnTo>
                  <a:lnTo>
                    <a:pt x="134645" y="178213"/>
                  </a:lnTo>
                  <a:lnTo>
                    <a:pt x="109646" y="246012"/>
                  </a:lnTo>
                  <a:lnTo>
                    <a:pt x="92761" y="252933"/>
                  </a:lnTo>
                  <a:lnTo>
                    <a:pt x="89078" y="235744"/>
                  </a:lnTo>
                  <a:lnTo>
                    <a:pt x="75006" y="225901"/>
                  </a:lnTo>
                  <a:lnTo>
                    <a:pt x="64402" y="236500"/>
                  </a:lnTo>
                  <a:lnTo>
                    <a:pt x="51302" y="230657"/>
                  </a:lnTo>
                  <a:lnTo>
                    <a:pt x="7468" y="272618"/>
                  </a:lnTo>
                  <a:lnTo>
                    <a:pt x="8769" y="292837"/>
                  </a:lnTo>
                  <a:lnTo>
                    <a:pt x="0" y="309709"/>
                  </a:lnTo>
                  <a:cubicBezTo>
                    <a:pt x="2489" y="311112"/>
                    <a:pt x="4007" y="313493"/>
                    <a:pt x="3461" y="313062"/>
                  </a:cubicBezTo>
                  <a:cubicBezTo>
                    <a:pt x="6280" y="316846"/>
                    <a:pt x="8223" y="312738"/>
                    <a:pt x="10827" y="315436"/>
                  </a:cubicBezTo>
                  <a:cubicBezTo>
                    <a:pt x="13316" y="318141"/>
                    <a:pt x="8553" y="320091"/>
                    <a:pt x="10173" y="324631"/>
                  </a:cubicBezTo>
                  <a:cubicBezTo>
                    <a:pt x="11582" y="327660"/>
                    <a:pt x="12014" y="333388"/>
                    <a:pt x="16669" y="335337"/>
                  </a:cubicBezTo>
                  <a:cubicBezTo>
                    <a:pt x="26734" y="339554"/>
                    <a:pt x="29654" y="341605"/>
                    <a:pt x="31820" y="338798"/>
                  </a:cubicBezTo>
                  <a:cubicBezTo>
                    <a:pt x="33877" y="336201"/>
                    <a:pt x="38316" y="339661"/>
                    <a:pt x="37668" y="339446"/>
                  </a:cubicBezTo>
                  <a:cubicBezTo>
                    <a:pt x="40589" y="341497"/>
                    <a:pt x="36690" y="343986"/>
                    <a:pt x="37122" y="343446"/>
                  </a:cubicBezTo>
                  <a:cubicBezTo>
                    <a:pt x="35503" y="344418"/>
                    <a:pt x="34963" y="346583"/>
                    <a:pt x="35827" y="348202"/>
                  </a:cubicBezTo>
                  <a:cubicBezTo>
                    <a:pt x="41777" y="359340"/>
                    <a:pt x="48381" y="368751"/>
                    <a:pt x="48057" y="368211"/>
                  </a:cubicBezTo>
                  <a:cubicBezTo>
                    <a:pt x="50222" y="371564"/>
                    <a:pt x="47625" y="376320"/>
                    <a:pt x="47733" y="375672"/>
                  </a:cubicBezTo>
                  <a:cubicBezTo>
                    <a:pt x="45460" y="380644"/>
                    <a:pt x="42863" y="390919"/>
                    <a:pt x="42863" y="390379"/>
                  </a:cubicBezTo>
                  <a:cubicBezTo>
                    <a:pt x="42647" y="391566"/>
                    <a:pt x="42647" y="392646"/>
                    <a:pt x="42754" y="393624"/>
                  </a:cubicBezTo>
                  <a:lnTo>
                    <a:pt x="42971" y="393624"/>
                  </a:lnTo>
                  <a:lnTo>
                    <a:pt x="52063" y="394272"/>
                  </a:lnTo>
                  <a:lnTo>
                    <a:pt x="102610" y="394272"/>
                  </a:lnTo>
                  <a:lnTo>
                    <a:pt x="102610" y="392430"/>
                  </a:lnTo>
                  <a:lnTo>
                    <a:pt x="169494" y="392430"/>
                  </a:lnTo>
                  <a:lnTo>
                    <a:pt x="176422" y="393078"/>
                  </a:lnTo>
                  <a:lnTo>
                    <a:pt x="225673" y="393078"/>
                  </a:lnTo>
                  <a:lnTo>
                    <a:pt x="238011" y="401193"/>
                  </a:lnTo>
                  <a:lnTo>
                    <a:pt x="258032" y="399675"/>
                  </a:lnTo>
                  <a:lnTo>
                    <a:pt x="275133" y="413734"/>
                  </a:lnTo>
                  <a:lnTo>
                    <a:pt x="284010" y="409086"/>
                  </a:lnTo>
                  <a:lnTo>
                    <a:pt x="279571" y="400977"/>
                  </a:lnTo>
                  <a:lnTo>
                    <a:pt x="279571" y="395567"/>
                  </a:lnTo>
                  <a:lnTo>
                    <a:pt x="278600" y="378809"/>
                  </a:lnTo>
                  <a:lnTo>
                    <a:pt x="264744" y="372428"/>
                  </a:lnTo>
                  <a:lnTo>
                    <a:pt x="264636" y="3725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57729004-CC38-FC01-94D1-F7FB592A2F63}"/>
                </a:ext>
              </a:extLst>
            </p:cNvPr>
            <p:cNvSpPr/>
            <p:nvPr/>
          </p:nvSpPr>
          <p:spPr>
            <a:xfrm>
              <a:off x="5346951" y="4783957"/>
              <a:ext cx="7396" cy="6038"/>
            </a:xfrm>
            <a:custGeom>
              <a:avLst/>
              <a:gdLst>
                <a:gd name="csX0" fmla="*/ 6289 w 8529"/>
                <a:gd name="csY0" fmla="*/ 1554 h 6963"/>
                <a:gd name="csX1" fmla="*/ 9 w 8529"/>
                <a:gd name="csY1" fmla="*/ 3179 h 6963"/>
                <a:gd name="csX2" fmla="*/ 6613 w 8529"/>
                <a:gd name="csY2" fmla="*/ 6964 h 6963"/>
                <a:gd name="csX3" fmla="*/ 6397 w 8529"/>
                <a:gd name="csY3" fmla="*/ 1554 h 6963"/>
                <a:gd name="csX4" fmla="*/ 6289 w 8529"/>
                <a:gd name="csY4" fmla="*/ 1554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29" h="6963">
                  <a:moveTo>
                    <a:pt x="6289" y="1554"/>
                  </a:moveTo>
                  <a:cubicBezTo>
                    <a:pt x="3584" y="-2015"/>
                    <a:pt x="-207" y="1446"/>
                    <a:pt x="9" y="3179"/>
                  </a:cubicBezTo>
                  <a:cubicBezTo>
                    <a:pt x="548" y="7180"/>
                    <a:pt x="5965" y="6856"/>
                    <a:pt x="6613" y="6964"/>
                  </a:cubicBezTo>
                  <a:cubicBezTo>
                    <a:pt x="10943" y="6964"/>
                    <a:pt x="6613" y="2201"/>
                    <a:pt x="6397" y="1554"/>
                  </a:cubicBezTo>
                  <a:lnTo>
                    <a:pt x="6289" y="1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2DC31BD5-846D-9B24-D536-2F08AAFFF13D}"/>
                </a:ext>
              </a:extLst>
            </p:cNvPr>
            <p:cNvSpPr/>
            <p:nvPr/>
          </p:nvSpPr>
          <p:spPr>
            <a:xfrm>
              <a:off x="6013300" y="4996937"/>
              <a:ext cx="62329" cy="65919"/>
            </a:xfrm>
            <a:custGeom>
              <a:avLst/>
              <a:gdLst>
                <a:gd name="csX0" fmla="*/ 37656 w 71882"/>
                <a:gd name="csY0" fmla="*/ 1835 h 76022"/>
                <a:gd name="csX1" fmla="*/ 34544 w 71882"/>
                <a:gd name="csY1" fmla="*/ 17519 h 76022"/>
                <a:gd name="csX2" fmla="*/ 21527 w 71882"/>
                <a:gd name="csY2" fmla="*/ 18923 h 76022"/>
                <a:gd name="csX3" fmla="*/ 12574 w 71882"/>
                <a:gd name="csY3" fmla="*/ 10490 h 76022"/>
                <a:gd name="csX4" fmla="*/ 0 w 71882"/>
                <a:gd name="csY4" fmla="*/ 15138 h 76022"/>
                <a:gd name="csX5" fmla="*/ 0 w 71882"/>
                <a:gd name="csY5" fmla="*/ 15354 h 76022"/>
                <a:gd name="csX6" fmla="*/ 7049 w 71882"/>
                <a:gd name="csY6" fmla="*/ 39688 h 76022"/>
                <a:gd name="csX7" fmla="*/ 11621 w 71882"/>
                <a:gd name="csY7" fmla="*/ 39903 h 76022"/>
                <a:gd name="csX8" fmla="*/ 17209 w 71882"/>
                <a:gd name="csY8" fmla="*/ 56445 h 76022"/>
                <a:gd name="csX9" fmla="*/ 26988 w 71882"/>
                <a:gd name="csY9" fmla="*/ 76022 h 76022"/>
                <a:gd name="csX10" fmla="*/ 43307 w 71882"/>
                <a:gd name="csY10" fmla="*/ 73209 h 76022"/>
                <a:gd name="csX11" fmla="*/ 71565 w 71882"/>
                <a:gd name="csY11" fmla="*/ 37090 h 76022"/>
                <a:gd name="csX12" fmla="*/ 71882 w 71882"/>
                <a:gd name="csY12" fmla="*/ 26816 h 76022"/>
                <a:gd name="csX13" fmla="*/ 56262 w 71882"/>
                <a:gd name="csY13" fmla="*/ 22384 h 76022"/>
                <a:gd name="csX14" fmla="*/ 60389 w 71882"/>
                <a:gd name="csY14" fmla="*/ 5080 h 76022"/>
                <a:gd name="csX15" fmla="*/ 52261 w 71882"/>
                <a:gd name="csY15" fmla="*/ 0 h 76022"/>
                <a:gd name="csX16" fmla="*/ 37656 w 71882"/>
                <a:gd name="csY16" fmla="*/ 1835 h 76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882" h="76022">
                  <a:moveTo>
                    <a:pt x="37656" y="1835"/>
                  </a:moveTo>
                  <a:lnTo>
                    <a:pt x="34544" y="17519"/>
                  </a:lnTo>
                  <a:lnTo>
                    <a:pt x="21527" y="18923"/>
                  </a:lnTo>
                  <a:lnTo>
                    <a:pt x="12574" y="10490"/>
                  </a:lnTo>
                  <a:lnTo>
                    <a:pt x="0" y="15138"/>
                  </a:lnTo>
                  <a:lnTo>
                    <a:pt x="0" y="15354"/>
                  </a:lnTo>
                  <a:lnTo>
                    <a:pt x="7049" y="39688"/>
                  </a:lnTo>
                  <a:lnTo>
                    <a:pt x="11621" y="39903"/>
                  </a:lnTo>
                  <a:cubicBezTo>
                    <a:pt x="17653" y="40227"/>
                    <a:pt x="13399" y="49200"/>
                    <a:pt x="17209" y="56445"/>
                  </a:cubicBezTo>
                  <a:cubicBezTo>
                    <a:pt x="23623" y="68453"/>
                    <a:pt x="26289" y="72777"/>
                    <a:pt x="26988" y="76022"/>
                  </a:cubicBezTo>
                  <a:lnTo>
                    <a:pt x="43307" y="73209"/>
                  </a:lnTo>
                  <a:lnTo>
                    <a:pt x="71565" y="37090"/>
                  </a:lnTo>
                  <a:lnTo>
                    <a:pt x="71882" y="26816"/>
                  </a:lnTo>
                  <a:lnTo>
                    <a:pt x="56262" y="22384"/>
                  </a:lnTo>
                  <a:lnTo>
                    <a:pt x="60389" y="5080"/>
                  </a:lnTo>
                  <a:lnTo>
                    <a:pt x="52261" y="0"/>
                  </a:lnTo>
                  <a:lnTo>
                    <a:pt x="37656" y="18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8A56CC79-96D0-6A47-F0E0-8A22C9B86A9D}"/>
                </a:ext>
              </a:extLst>
            </p:cNvPr>
            <p:cNvSpPr/>
            <p:nvPr/>
          </p:nvSpPr>
          <p:spPr>
            <a:xfrm>
              <a:off x="4893753" y="4447092"/>
              <a:ext cx="254805" cy="186596"/>
            </a:xfrm>
            <a:custGeom>
              <a:avLst/>
              <a:gdLst>
                <a:gd name="csX0" fmla="*/ 290074 w 293858"/>
                <a:gd name="csY0" fmla="*/ 99054 h 215195"/>
                <a:gd name="csX1" fmla="*/ 281413 w 293858"/>
                <a:gd name="csY1" fmla="*/ 88455 h 215195"/>
                <a:gd name="csX2" fmla="*/ 242881 w 293858"/>
                <a:gd name="csY2" fmla="*/ 79483 h 215195"/>
                <a:gd name="csX3" fmla="*/ 252082 w 293858"/>
                <a:gd name="csY3" fmla="*/ 66072 h 215195"/>
                <a:gd name="csX4" fmla="*/ 228378 w 293858"/>
                <a:gd name="csY4" fmla="*/ 49962 h 215195"/>
                <a:gd name="csX5" fmla="*/ 212471 w 293858"/>
                <a:gd name="csY5" fmla="*/ 23895 h 215195"/>
                <a:gd name="csX6" fmla="*/ 215068 w 293858"/>
                <a:gd name="csY6" fmla="*/ 3785 h 215195"/>
                <a:gd name="csX7" fmla="*/ 183350 w 293858"/>
                <a:gd name="csY7" fmla="*/ 0 h 215195"/>
                <a:gd name="csX8" fmla="*/ 133998 w 293858"/>
                <a:gd name="csY8" fmla="*/ 18707 h 215195"/>
                <a:gd name="csX9" fmla="*/ 129559 w 293858"/>
                <a:gd name="csY9" fmla="*/ 36335 h 215195"/>
                <a:gd name="csX10" fmla="*/ 113976 w 293858"/>
                <a:gd name="csY10" fmla="*/ 30493 h 215195"/>
                <a:gd name="csX11" fmla="*/ 100660 w 293858"/>
                <a:gd name="csY11" fmla="*/ 39363 h 215195"/>
                <a:gd name="csX12" fmla="*/ 97091 w 293858"/>
                <a:gd name="csY12" fmla="*/ 54070 h 215195"/>
                <a:gd name="csX13" fmla="*/ 84315 w 293858"/>
                <a:gd name="csY13" fmla="*/ 56013 h 215195"/>
                <a:gd name="csX14" fmla="*/ 74898 w 293858"/>
                <a:gd name="csY14" fmla="*/ 74181 h 215195"/>
                <a:gd name="csX15" fmla="*/ 55524 w 293858"/>
                <a:gd name="csY15" fmla="*/ 62935 h 215195"/>
                <a:gd name="csX16" fmla="*/ 45136 w 293858"/>
                <a:gd name="csY16" fmla="*/ 73209 h 215195"/>
                <a:gd name="csX17" fmla="*/ 49574 w 293858"/>
                <a:gd name="csY17" fmla="*/ 87052 h 215195"/>
                <a:gd name="csX18" fmla="*/ 40157 w 293858"/>
                <a:gd name="csY18" fmla="*/ 92888 h 215195"/>
                <a:gd name="csX19" fmla="*/ 29223 w 293858"/>
                <a:gd name="csY19" fmla="*/ 117437 h 215195"/>
                <a:gd name="csX20" fmla="*/ 8985 w 293858"/>
                <a:gd name="csY20" fmla="*/ 121869 h 215195"/>
                <a:gd name="csX21" fmla="*/ 12446 w 293858"/>
                <a:gd name="csY21" fmla="*/ 142526 h 215195"/>
                <a:gd name="csX22" fmla="*/ 978 w 293858"/>
                <a:gd name="csY22" fmla="*/ 153340 h 215195"/>
                <a:gd name="csX23" fmla="*/ 0 w 293858"/>
                <a:gd name="csY23" fmla="*/ 174428 h 215195"/>
                <a:gd name="csX24" fmla="*/ 21647 w 293858"/>
                <a:gd name="csY24" fmla="*/ 181889 h 215195"/>
                <a:gd name="csX25" fmla="*/ 28359 w 293858"/>
                <a:gd name="csY25" fmla="*/ 203949 h 215195"/>
                <a:gd name="csX26" fmla="*/ 44056 w 293858"/>
                <a:gd name="csY26" fmla="*/ 207518 h 215195"/>
                <a:gd name="csX27" fmla="*/ 47517 w 293858"/>
                <a:gd name="csY27" fmla="*/ 199949 h 215195"/>
                <a:gd name="csX28" fmla="*/ 69596 w 293858"/>
                <a:gd name="csY28" fmla="*/ 192919 h 215195"/>
                <a:gd name="csX29" fmla="*/ 87020 w 293858"/>
                <a:gd name="csY29" fmla="*/ 215195 h 215195"/>
                <a:gd name="csX30" fmla="*/ 105423 w 293858"/>
                <a:gd name="csY30" fmla="*/ 211843 h 215195"/>
                <a:gd name="csX31" fmla="*/ 102610 w 293858"/>
                <a:gd name="csY31" fmla="*/ 177559 h 215195"/>
                <a:gd name="csX32" fmla="*/ 95790 w 293858"/>
                <a:gd name="csY32" fmla="*/ 171507 h 215195"/>
                <a:gd name="csX33" fmla="*/ 99796 w 293858"/>
                <a:gd name="csY33" fmla="*/ 155283 h 215195"/>
                <a:gd name="csX34" fmla="*/ 176428 w 293858"/>
                <a:gd name="csY34" fmla="*/ 154312 h 215195"/>
                <a:gd name="csX35" fmla="*/ 184975 w 293858"/>
                <a:gd name="csY35" fmla="*/ 158312 h 215195"/>
                <a:gd name="csX36" fmla="*/ 196126 w 293858"/>
                <a:gd name="csY36" fmla="*/ 148799 h 215195"/>
                <a:gd name="csX37" fmla="*/ 241370 w 293858"/>
                <a:gd name="csY37" fmla="*/ 154419 h 215195"/>
                <a:gd name="csX38" fmla="*/ 248514 w 293858"/>
                <a:gd name="csY38" fmla="*/ 153879 h 215195"/>
                <a:gd name="csX39" fmla="*/ 261499 w 293858"/>
                <a:gd name="csY39" fmla="*/ 137008 h 215195"/>
                <a:gd name="csX40" fmla="*/ 280765 w 293858"/>
                <a:gd name="csY40" fmla="*/ 140252 h 215195"/>
                <a:gd name="csX41" fmla="*/ 293859 w 293858"/>
                <a:gd name="csY41" fmla="*/ 127819 h 215195"/>
                <a:gd name="csX42" fmla="*/ 280441 w 293858"/>
                <a:gd name="csY42" fmla="*/ 103162 h 215195"/>
                <a:gd name="csX43" fmla="*/ 290074 w 293858"/>
                <a:gd name="csY43" fmla="*/ 99054 h 215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3858" h="215195">
                  <a:moveTo>
                    <a:pt x="290074" y="99054"/>
                  </a:moveTo>
                  <a:lnTo>
                    <a:pt x="281413" y="88455"/>
                  </a:lnTo>
                  <a:lnTo>
                    <a:pt x="242881" y="79483"/>
                  </a:lnTo>
                  <a:lnTo>
                    <a:pt x="252082" y="66072"/>
                  </a:lnTo>
                  <a:lnTo>
                    <a:pt x="228378" y="49962"/>
                  </a:lnTo>
                  <a:lnTo>
                    <a:pt x="212471" y="23895"/>
                  </a:lnTo>
                  <a:lnTo>
                    <a:pt x="215068" y="3785"/>
                  </a:lnTo>
                  <a:lnTo>
                    <a:pt x="183350" y="0"/>
                  </a:lnTo>
                  <a:lnTo>
                    <a:pt x="133998" y="18707"/>
                  </a:lnTo>
                  <a:lnTo>
                    <a:pt x="129559" y="36335"/>
                  </a:lnTo>
                  <a:lnTo>
                    <a:pt x="113976" y="30493"/>
                  </a:lnTo>
                  <a:lnTo>
                    <a:pt x="100660" y="39363"/>
                  </a:lnTo>
                  <a:lnTo>
                    <a:pt x="97091" y="54070"/>
                  </a:lnTo>
                  <a:lnTo>
                    <a:pt x="84315" y="56013"/>
                  </a:lnTo>
                  <a:lnTo>
                    <a:pt x="74898" y="74181"/>
                  </a:lnTo>
                  <a:lnTo>
                    <a:pt x="55524" y="62935"/>
                  </a:lnTo>
                  <a:lnTo>
                    <a:pt x="45136" y="73209"/>
                  </a:lnTo>
                  <a:lnTo>
                    <a:pt x="49574" y="87052"/>
                  </a:lnTo>
                  <a:lnTo>
                    <a:pt x="40157" y="92888"/>
                  </a:lnTo>
                  <a:lnTo>
                    <a:pt x="29223" y="117437"/>
                  </a:lnTo>
                  <a:lnTo>
                    <a:pt x="8985" y="121869"/>
                  </a:lnTo>
                  <a:lnTo>
                    <a:pt x="12446" y="142526"/>
                  </a:lnTo>
                  <a:lnTo>
                    <a:pt x="978" y="153340"/>
                  </a:lnTo>
                  <a:lnTo>
                    <a:pt x="0" y="174428"/>
                  </a:lnTo>
                  <a:lnTo>
                    <a:pt x="21647" y="181889"/>
                  </a:lnTo>
                  <a:lnTo>
                    <a:pt x="28359" y="203949"/>
                  </a:lnTo>
                  <a:lnTo>
                    <a:pt x="44056" y="207518"/>
                  </a:lnTo>
                  <a:lnTo>
                    <a:pt x="47517" y="199949"/>
                  </a:lnTo>
                  <a:lnTo>
                    <a:pt x="69596" y="192919"/>
                  </a:lnTo>
                  <a:lnTo>
                    <a:pt x="87020" y="215195"/>
                  </a:lnTo>
                  <a:lnTo>
                    <a:pt x="105423" y="211843"/>
                  </a:lnTo>
                  <a:lnTo>
                    <a:pt x="102610" y="177559"/>
                  </a:lnTo>
                  <a:lnTo>
                    <a:pt x="95790" y="171507"/>
                  </a:lnTo>
                  <a:lnTo>
                    <a:pt x="99796" y="155283"/>
                  </a:lnTo>
                  <a:lnTo>
                    <a:pt x="176428" y="154312"/>
                  </a:lnTo>
                  <a:lnTo>
                    <a:pt x="184975" y="158312"/>
                  </a:lnTo>
                  <a:lnTo>
                    <a:pt x="196126" y="148799"/>
                  </a:lnTo>
                  <a:lnTo>
                    <a:pt x="241370" y="154419"/>
                  </a:lnTo>
                  <a:lnTo>
                    <a:pt x="248514" y="153879"/>
                  </a:lnTo>
                  <a:lnTo>
                    <a:pt x="261499" y="137008"/>
                  </a:lnTo>
                  <a:lnTo>
                    <a:pt x="280765" y="140252"/>
                  </a:lnTo>
                  <a:lnTo>
                    <a:pt x="293859" y="127819"/>
                  </a:lnTo>
                  <a:lnTo>
                    <a:pt x="280441" y="103162"/>
                  </a:lnTo>
                  <a:lnTo>
                    <a:pt x="290074" y="99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9E927B55-7B24-F821-C449-9A6DF752CB52}"/>
                </a:ext>
              </a:extLst>
            </p:cNvPr>
            <p:cNvSpPr/>
            <p:nvPr/>
          </p:nvSpPr>
          <p:spPr>
            <a:xfrm>
              <a:off x="5179898" y="6944001"/>
              <a:ext cx="6938" cy="6289"/>
            </a:xfrm>
            <a:custGeom>
              <a:avLst/>
              <a:gdLst>
                <a:gd name="csX0" fmla="*/ 7366 w 8001"/>
                <a:gd name="csY0" fmla="*/ 1958 h 7253"/>
                <a:gd name="csX1" fmla="*/ 7 w 8001"/>
                <a:gd name="csY1" fmla="*/ 3990 h 7253"/>
                <a:gd name="csX2" fmla="*/ 5417 w 8001"/>
                <a:gd name="csY2" fmla="*/ 7229 h 7253"/>
                <a:gd name="csX3" fmla="*/ 7906 w 8001"/>
                <a:gd name="csY3" fmla="*/ 3672 h 7253"/>
                <a:gd name="csX4" fmla="*/ 7475 w 8001"/>
                <a:gd name="csY4" fmla="*/ 1958 h 7253"/>
                <a:gd name="csX5" fmla="*/ 7366 w 8001"/>
                <a:gd name="csY5" fmla="*/ 1958 h 7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1" h="7253">
                  <a:moveTo>
                    <a:pt x="7366" y="1958"/>
                  </a:moveTo>
                  <a:cubicBezTo>
                    <a:pt x="6179" y="-2741"/>
                    <a:pt x="115" y="2275"/>
                    <a:pt x="7" y="3990"/>
                  </a:cubicBezTo>
                  <a:cubicBezTo>
                    <a:pt x="-209" y="8118"/>
                    <a:pt x="4769" y="7101"/>
                    <a:pt x="5417" y="7229"/>
                  </a:cubicBezTo>
                  <a:cubicBezTo>
                    <a:pt x="7259" y="7229"/>
                    <a:pt x="8338" y="5641"/>
                    <a:pt x="7906" y="3672"/>
                  </a:cubicBezTo>
                  <a:lnTo>
                    <a:pt x="7475" y="1958"/>
                  </a:lnTo>
                  <a:lnTo>
                    <a:pt x="7366" y="19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2E4B64E9-6930-AF4F-EBCE-92F03E737118}"/>
                </a:ext>
              </a:extLst>
            </p:cNvPr>
            <p:cNvSpPr/>
            <p:nvPr/>
          </p:nvSpPr>
          <p:spPr>
            <a:xfrm>
              <a:off x="5721973" y="5504026"/>
              <a:ext cx="303276" cy="308021"/>
            </a:xfrm>
            <a:custGeom>
              <a:avLst/>
              <a:gdLst>
                <a:gd name="csX0" fmla="*/ 22289 w 349758"/>
                <a:gd name="csY0" fmla="*/ 337496 h 355231"/>
                <a:gd name="csX1" fmla="*/ 25337 w 349758"/>
                <a:gd name="csY1" fmla="*/ 355232 h 355231"/>
                <a:gd name="csX2" fmla="*/ 66929 w 349758"/>
                <a:gd name="csY2" fmla="*/ 352959 h 355231"/>
                <a:gd name="csX3" fmla="*/ 101854 w 349758"/>
                <a:gd name="csY3" fmla="*/ 319869 h 355231"/>
                <a:gd name="csX4" fmla="*/ 110744 w 349758"/>
                <a:gd name="csY4" fmla="*/ 291103 h 355231"/>
                <a:gd name="csX5" fmla="*/ 131509 w 349758"/>
                <a:gd name="csY5" fmla="*/ 290347 h 355231"/>
                <a:gd name="csX6" fmla="*/ 149415 w 349758"/>
                <a:gd name="csY6" fmla="*/ 305054 h 355231"/>
                <a:gd name="csX7" fmla="*/ 185103 w 349758"/>
                <a:gd name="csY7" fmla="*/ 311760 h 355231"/>
                <a:gd name="csX8" fmla="*/ 210312 w 349758"/>
                <a:gd name="csY8" fmla="*/ 305054 h 355231"/>
                <a:gd name="csX9" fmla="*/ 222250 w 349758"/>
                <a:gd name="csY9" fmla="*/ 269691 h 355231"/>
                <a:gd name="csX10" fmla="*/ 256413 w 349758"/>
                <a:gd name="csY10" fmla="*/ 249041 h 355231"/>
                <a:gd name="csX11" fmla="*/ 266255 w 349758"/>
                <a:gd name="csY11" fmla="*/ 223736 h 355231"/>
                <a:gd name="csX12" fmla="*/ 309372 w 349758"/>
                <a:gd name="csY12" fmla="*/ 187617 h 355231"/>
                <a:gd name="csX13" fmla="*/ 334264 w 349758"/>
                <a:gd name="csY13" fmla="*/ 180912 h 355231"/>
                <a:gd name="csX14" fmla="*/ 339153 w 349758"/>
                <a:gd name="csY14" fmla="*/ 168694 h 355231"/>
                <a:gd name="csX15" fmla="*/ 349758 w 349758"/>
                <a:gd name="csY15" fmla="*/ 167177 h 355231"/>
                <a:gd name="csX16" fmla="*/ 349314 w 349758"/>
                <a:gd name="csY16" fmla="*/ 166529 h 355231"/>
                <a:gd name="csX17" fmla="*/ 336867 w 349758"/>
                <a:gd name="csY17" fmla="*/ 151823 h 355231"/>
                <a:gd name="csX18" fmla="*/ 302197 w 349758"/>
                <a:gd name="csY18" fmla="*/ 145333 h 355231"/>
                <a:gd name="csX19" fmla="*/ 288925 w 349758"/>
                <a:gd name="csY19" fmla="*/ 125762 h 355231"/>
                <a:gd name="csX20" fmla="*/ 288353 w 349758"/>
                <a:gd name="csY20" fmla="*/ 103594 h 355231"/>
                <a:gd name="csX21" fmla="*/ 273431 w 349758"/>
                <a:gd name="csY21" fmla="*/ 101105 h 355231"/>
                <a:gd name="csX22" fmla="*/ 270065 w 349758"/>
                <a:gd name="csY22" fmla="*/ 86938 h 355231"/>
                <a:gd name="csX23" fmla="*/ 229362 w 349758"/>
                <a:gd name="csY23" fmla="*/ 65748 h 355231"/>
                <a:gd name="csX24" fmla="*/ 223965 w 349758"/>
                <a:gd name="csY24" fmla="*/ 42710 h 355231"/>
                <a:gd name="csX25" fmla="*/ 196278 w 349758"/>
                <a:gd name="csY25" fmla="*/ 0 h 355231"/>
                <a:gd name="csX26" fmla="*/ 170942 w 349758"/>
                <a:gd name="csY26" fmla="*/ 20974 h 355231"/>
                <a:gd name="csX27" fmla="*/ 160528 w 349758"/>
                <a:gd name="csY27" fmla="*/ 15139 h 355231"/>
                <a:gd name="csX28" fmla="*/ 132842 w 349758"/>
                <a:gd name="csY28" fmla="*/ 36227 h 355231"/>
                <a:gd name="csX29" fmla="*/ 123380 w 349758"/>
                <a:gd name="csY29" fmla="*/ 19571 h 355231"/>
                <a:gd name="csX30" fmla="*/ 38672 w 349758"/>
                <a:gd name="csY30" fmla="*/ 36227 h 355231"/>
                <a:gd name="csX31" fmla="*/ 38672 w 349758"/>
                <a:gd name="csY31" fmla="*/ 162852 h 355231"/>
                <a:gd name="csX32" fmla="*/ 0 w 349758"/>
                <a:gd name="csY32" fmla="*/ 162852 h 355231"/>
                <a:gd name="csX33" fmla="*/ 0 w 349758"/>
                <a:gd name="csY33" fmla="*/ 271209 h 355231"/>
                <a:gd name="csX34" fmla="*/ 33465 w 349758"/>
                <a:gd name="csY34" fmla="*/ 319113 h 355231"/>
                <a:gd name="csX35" fmla="*/ 22289 w 349758"/>
                <a:gd name="csY35" fmla="*/ 337496 h 35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49758" h="355231">
                  <a:moveTo>
                    <a:pt x="22289" y="337496"/>
                  </a:moveTo>
                  <a:lnTo>
                    <a:pt x="25337" y="355232"/>
                  </a:lnTo>
                  <a:lnTo>
                    <a:pt x="66929" y="352959"/>
                  </a:lnTo>
                  <a:lnTo>
                    <a:pt x="101854" y="319869"/>
                  </a:lnTo>
                  <a:lnTo>
                    <a:pt x="110744" y="291103"/>
                  </a:lnTo>
                  <a:lnTo>
                    <a:pt x="131509" y="290347"/>
                  </a:lnTo>
                  <a:lnTo>
                    <a:pt x="149415" y="305054"/>
                  </a:lnTo>
                  <a:lnTo>
                    <a:pt x="185103" y="311760"/>
                  </a:lnTo>
                  <a:lnTo>
                    <a:pt x="210312" y="305054"/>
                  </a:lnTo>
                  <a:lnTo>
                    <a:pt x="222250" y="269691"/>
                  </a:lnTo>
                  <a:lnTo>
                    <a:pt x="256413" y="249041"/>
                  </a:lnTo>
                  <a:lnTo>
                    <a:pt x="266255" y="223736"/>
                  </a:lnTo>
                  <a:lnTo>
                    <a:pt x="309372" y="187617"/>
                  </a:lnTo>
                  <a:lnTo>
                    <a:pt x="334264" y="180912"/>
                  </a:lnTo>
                  <a:lnTo>
                    <a:pt x="339153" y="168694"/>
                  </a:lnTo>
                  <a:lnTo>
                    <a:pt x="349758" y="167177"/>
                  </a:lnTo>
                  <a:lnTo>
                    <a:pt x="349314" y="166529"/>
                  </a:lnTo>
                  <a:lnTo>
                    <a:pt x="336867" y="151823"/>
                  </a:lnTo>
                  <a:lnTo>
                    <a:pt x="302197" y="145333"/>
                  </a:lnTo>
                  <a:lnTo>
                    <a:pt x="288925" y="125762"/>
                  </a:lnTo>
                  <a:lnTo>
                    <a:pt x="288353" y="103594"/>
                  </a:lnTo>
                  <a:lnTo>
                    <a:pt x="273431" y="101105"/>
                  </a:lnTo>
                  <a:lnTo>
                    <a:pt x="270065" y="86938"/>
                  </a:lnTo>
                  <a:lnTo>
                    <a:pt x="229362" y="65748"/>
                  </a:lnTo>
                  <a:lnTo>
                    <a:pt x="223965" y="42710"/>
                  </a:lnTo>
                  <a:lnTo>
                    <a:pt x="196278" y="0"/>
                  </a:lnTo>
                  <a:lnTo>
                    <a:pt x="170942" y="20974"/>
                  </a:lnTo>
                  <a:lnTo>
                    <a:pt x="160528" y="15139"/>
                  </a:lnTo>
                  <a:lnTo>
                    <a:pt x="132842" y="36227"/>
                  </a:lnTo>
                  <a:lnTo>
                    <a:pt x="123380" y="19571"/>
                  </a:lnTo>
                  <a:lnTo>
                    <a:pt x="38672" y="36227"/>
                  </a:lnTo>
                  <a:lnTo>
                    <a:pt x="38672" y="162852"/>
                  </a:lnTo>
                  <a:lnTo>
                    <a:pt x="0" y="162852"/>
                  </a:lnTo>
                  <a:lnTo>
                    <a:pt x="0" y="271209"/>
                  </a:lnTo>
                  <a:lnTo>
                    <a:pt x="33465" y="319113"/>
                  </a:lnTo>
                  <a:lnTo>
                    <a:pt x="22289" y="3374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A301C49A-59E5-8841-54EB-BB8BC7FCA1E5}"/>
                </a:ext>
              </a:extLst>
            </p:cNvPr>
            <p:cNvSpPr/>
            <p:nvPr/>
          </p:nvSpPr>
          <p:spPr>
            <a:xfrm>
              <a:off x="5102102" y="4535796"/>
              <a:ext cx="97044" cy="196721"/>
            </a:xfrm>
            <a:custGeom>
              <a:avLst/>
              <a:gdLst>
                <a:gd name="csX0" fmla="*/ 71330 w 111918"/>
                <a:gd name="csY0" fmla="*/ 125654 h 226872"/>
                <a:gd name="csX1" fmla="*/ 84639 w 111918"/>
                <a:gd name="csY1" fmla="*/ 122193 h 226872"/>
                <a:gd name="csX2" fmla="*/ 111919 w 111918"/>
                <a:gd name="csY2" fmla="*/ 65640 h 226872"/>
                <a:gd name="csX3" fmla="*/ 95034 w 111918"/>
                <a:gd name="csY3" fmla="*/ 40119 h 226872"/>
                <a:gd name="csX4" fmla="*/ 98711 w 111918"/>
                <a:gd name="csY4" fmla="*/ 26492 h 226872"/>
                <a:gd name="csX5" fmla="*/ 72733 w 111918"/>
                <a:gd name="csY5" fmla="*/ 0 h 226872"/>
                <a:gd name="csX6" fmla="*/ 53467 w 111918"/>
                <a:gd name="csY6" fmla="*/ 25413 h 226872"/>
                <a:gd name="csX7" fmla="*/ 40481 w 111918"/>
                <a:gd name="csY7" fmla="*/ 37954 h 226872"/>
                <a:gd name="csX8" fmla="*/ 21215 w 111918"/>
                <a:gd name="csY8" fmla="*/ 34601 h 226872"/>
                <a:gd name="csX9" fmla="*/ 8223 w 111918"/>
                <a:gd name="csY9" fmla="*/ 51581 h 226872"/>
                <a:gd name="csX10" fmla="*/ 1079 w 111918"/>
                <a:gd name="csY10" fmla="*/ 52121 h 226872"/>
                <a:gd name="csX11" fmla="*/ 0 w 111918"/>
                <a:gd name="csY11" fmla="*/ 79692 h 226872"/>
                <a:gd name="csX12" fmla="*/ 17856 w 111918"/>
                <a:gd name="csY12" fmla="*/ 90837 h 226872"/>
                <a:gd name="csX13" fmla="*/ 16345 w 111918"/>
                <a:gd name="csY13" fmla="*/ 111703 h 226872"/>
                <a:gd name="csX14" fmla="*/ 28251 w 111918"/>
                <a:gd name="csY14" fmla="*/ 125654 h 226872"/>
                <a:gd name="csX15" fmla="*/ 29223 w 111918"/>
                <a:gd name="csY15" fmla="*/ 226873 h 226872"/>
                <a:gd name="csX16" fmla="*/ 53467 w 111918"/>
                <a:gd name="csY16" fmla="*/ 221679 h 226872"/>
                <a:gd name="csX17" fmla="*/ 69920 w 111918"/>
                <a:gd name="csY17" fmla="*/ 220491 h 226872"/>
                <a:gd name="csX18" fmla="*/ 71438 w 111918"/>
                <a:gd name="csY18" fmla="*/ 125546 h 226872"/>
                <a:gd name="csX19" fmla="*/ 71330 w 111918"/>
                <a:gd name="csY19" fmla="*/ 125654 h 226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1918" h="226872">
                  <a:moveTo>
                    <a:pt x="71330" y="125654"/>
                  </a:moveTo>
                  <a:lnTo>
                    <a:pt x="84639" y="122193"/>
                  </a:lnTo>
                  <a:lnTo>
                    <a:pt x="111919" y="65640"/>
                  </a:lnTo>
                  <a:lnTo>
                    <a:pt x="95034" y="40119"/>
                  </a:lnTo>
                  <a:lnTo>
                    <a:pt x="98711" y="26492"/>
                  </a:lnTo>
                  <a:lnTo>
                    <a:pt x="72733" y="0"/>
                  </a:lnTo>
                  <a:lnTo>
                    <a:pt x="53467" y="25413"/>
                  </a:lnTo>
                  <a:lnTo>
                    <a:pt x="40481" y="37954"/>
                  </a:lnTo>
                  <a:lnTo>
                    <a:pt x="21215" y="34601"/>
                  </a:lnTo>
                  <a:lnTo>
                    <a:pt x="8223" y="51581"/>
                  </a:lnTo>
                  <a:lnTo>
                    <a:pt x="1079" y="52121"/>
                  </a:lnTo>
                  <a:lnTo>
                    <a:pt x="0" y="79692"/>
                  </a:lnTo>
                  <a:lnTo>
                    <a:pt x="17856" y="90837"/>
                  </a:lnTo>
                  <a:lnTo>
                    <a:pt x="16345" y="111703"/>
                  </a:lnTo>
                  <a:lnTo>
                    <a:pt x="28251" y="125654"/>
                  </a:lnTo>
                  <a:lnTo>
                    <a:pt x="29223" y="226873"/>
                  </a:lnTo>
                  <a:cubicBezTo>
                    <a:pt x="49899" y="222002"/>
                    <a:pt x="50114" y="221895"/>
                    <a:pt x="53467" y="221679"/>
                  </a:cubicBezTo>
                  <a:cubicBezTo>
                    <a:pt x="59855" y="221247"/>
                    <a:pt x="65157" y="220815"/>
                    <a:pt x="69920" y="220491"/>
                  </a:cubicBezTo>
                  <a:lnTo>
                    <a:pt x="71438" y="125546"/>
                  </a:lnTo>
                  <a:lnTo>
                    <a:pt x="71330" y="125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531AA885-716D-9E80-FA41-CEEBC989B70C}"/>
                </a:ext>
              </a:extLst>
            </p:cNvPr>
            <p:cNvSpPr/>
            <p:nvPr/>
          </p:nvSpPr>
          <p:spPr>
            <a:xfrm>
              <a:off x="4602524" y="5175143"/>
              <a:ext cx="8053" cy="7974"/>
            </a:xfrm>
            <a:custGeom>
              <a:avLst/>
              <a:gdLst>
                <a:gd name="csX0" fmla="*/ 553 w 9287"/>
                <a:gd name="csY0" fmla="*/ 4481 h 9196"/>
                <a:gd name="csX1" fmla="*/ 229 w 9287"/>
                <a:gd name="csY1" fmla="*/ 5567 h 9196"/>
                <a:gd name="csX2" fmla="*/ 5963 w 9287"/>
                <a:gd name="csY2" fmla="*/ 9028 h 9196"/>
                <a:gd name="csX3" fmla="*/ 9208 w 9287"/>
                <a:gd name="csY3" fmla="*/ 4805 h 9196"/>
                <a:gd name="csX4" fmla="*/ 8884 w 9287"/>
                <a:gd name="csY4" fmla="*/ 3402 h 9196"/>
                <a:gd name="csX5" fmla="*/ 445 w 9287"/>
                <a:gd name="csY5" fmla="*/ 4481 h 9196"/>
                <a:gd name="csX6" fmla="*/ 553 w 9287"/>
                <a:gd name="csY6" fmla="*/ 4481 h 9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87" h="9196">
                  <a:moveTo>
                    <a:pt x="553" y="4481"/>
                  </a:moveTo>
                  <a:lnTo>
                    <a:pt x="229" y="5567"/>
                  </a:lnTo>
                  <a:cubicBezTo>
                    <a:pt x="-1289" y="10539"/>
                    <a:pt x="5207" y="8920"/>
                    <a:pt x="5963" y="9028"/>
                  </a:cubicBezTo>
                  <a:cubicBezTo>
                    <a:pt x="8236" y="8920"/>
                    <a:pt x="9646" y="6970"/>
                    <a:pt x="9208" y="4805"/>
                  </a:cubicBezTo>
                  <a:lnTo>
                    <a:pt x="8884" y="3402"/>
                  </a:lnTo>
                  <a:cubicBezTo>
                    <a:pt x="7912" y="-1894"/>
                    <a:pt x="2064" y="-599"/>
                    <a:pt x="445" y="4481"/>
                  </a:cubicBezTo>
                  <a:lnTo>
                    <a:pt x="553" y="44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DF18200B-B337-6D7F-237D-30C2A38C7C73}"/>
                </a:ext>
              </a:extLst>
            </p:cNvPr>
            <p:cNvSpPr/>
            <p:nvPr/>
          </p:nvSpPr>
          <p:spPr>
            <a:xfrm>
              <a:off x="5453628" y="5116865"/>
              <a:ext cx="401813" cy="390910"/>
            </a:xfrm>
            <a:custGeom>
              <a:avLst/>
              <a:gdLst>
                <a:gd name="csX0" fmla="*/ 391834 w 463398"/>
                <a:gd name="csY0" fmla="*/ 398266 h 450824"/>
                <a:gd name="csX1" fmla="*/ 391834 w 463398"/>
                <a:gd name="csY1" fmla="*/ 387343 h 450824"/>
                <a:gd name="csX2" fmla="*/ 385928 w 463398"/>
                <a:gd name="csY2" fmla="*/ 380320 h 450824"/>
                <a:gd name="csX3" fmla="*/ 385039 w 463398"/>
                <a:gd name="csY3" fmla="*/ 263315 h 450824"/>
                <a:gd name="csX4" fmla="*/ 460731 w 463398"/>
                <a:gd name="csY4" fmla="*/ 263315 h 450824"/>
                <a:gd name="csX5" fmla="*/ 456159 w 463398"/>
                <a:gd name="csY5" fmla="*/ 251961 h 450824"/>
                <a:gd name="csX6" fmla="*/ 463398 w 463398"/>
                <a:gd name="csY6" fmla="*/ 237687 h 450824"/>
                <a:gd name="csX7" fmla="*/ 458127 w 463398"/>
                <a:gd name="csY7" fmla="*/ 229787 h 450824"/>
                <a:gd name="csX8" fmla="*/ 458127 w 463398"/>
                <a:gd name="csY8" fmla="*/ 180696 h 450824"/>
                <a:gd name="csX9" fmla="*/ 429299 w 463398"/>
                <a:gd name="csY9" fmla="*/ 191941 h 450824"/>
                <a:gd name="csX10" fmla="*/ 407582 w 463398"/>
                <a:gd name="csY10" fmla="*/ 189452 h 450824"/>
                <a:gd name="csX11" fmla="*/ 396596 w 463398"/>
                <a:gd name="csY11" fmla="*/ 199834 h 450824"/>
                <a:gd name="csX12" fmla="*/ 388722 w 463398"/>
                <a:gd name="csY12" fmla="*/ 182645 h 450824"/>
                <a:gd name="csX13" fmla="*/ 397167 w 463398"/>
                <a:gd name="csY13" fmla="*/ 164909 h 450824"/>
                <a:gd name="csX14" fmla="*/ 390691 w 463398"/>
                <a:gd name="csY14" fmla="*/ 147282 h 450824"/>
                <a:gd name="csX15" fmla="*/ 376276 w 463398"/>
                <a:gd name="csY15" fmla="*/ 133547 h 450824"/>
                <a:gd name="csX16" fmla="*/ 382245 w 463398"/>
                <a:gd name="csY16" fmla="*/ 91808 h 450824"/>
                <a:gd name="csX17" fmla="*/ 372847 w 463398"/>
                <a:gd name="csY17" fmla="*/ 74073 h 450824"/>
                <a:gd name="csX18" fmla="*/ 378308 w 463398"/>
                <a:gd name="csY18" fmla="*/ 48012 h 450824"/>
                <a:gd name="csX19" fmla="*/ 328524 w 463398"/>
                <a:gd name="csY19" fmla="*/ 47580 h 450824"/>
                <a:gd name="csX20" fmla="*/ 333286 w 463398"/>
                <a:gd name="csY20" fmla="*/ 34277 h 450824"/>
                <a:gd name="csX21" fmla="*/ 290424 w 463398"/>
                <a:gd name="csY21" fmla="*/ 37522 h 450824"/>
                <a:gd name="csX22" fmla="*/ 293028 w 463398"/>
                <a:gd name="csY22" fmla="*/ 56553 h 450824"/>
                <a:gd name="csX23" fmla="*/ 286106 w 463398"/>
                <a:gd name="csY23" fmla="*/ 72885 h 450824"/>
                <a:gd name="csX24" fmla="*/ 255810 w 463398"/>
                <a:gd name="csY24" fmla="*/ 72885 h 450824"/>
                <a:gd name="csX25" fmla="*/ 219552 w 463398"/>
                <a:gd name="csY25" fmla="*/ 79807 h 450824"/>
                <a:gd name="csX26" fmla="*/ 194552 w 463398"/>
                <a:gd name="csY26" fmla="*/ 40443 h 450824"/>
                <a:gd name="csX27" fmla="*/ 185243 w 463398"/>
                <a:gd name="csY27" fmla="*/ 20326 h 450824"/>
                <a:gd name="csX28" fmla="*/ 181128 w 463398"/>
                <a:gd name="csY28" fmla="*/ 864 h 450824"/>
                <a:gd name="csX29" fmla="*/ 61532 w 463398"/>
                <a:gd name="csY29" fmla="*/ 0 h 450824"/>
                <a:gd name="csX30" fmla="*/ 34792 w 463398"/>
                <a:gd name="csY30" fmla="*/ 11354 h 450824"/>
                <a:gd name="csX31" fmla="*/ 33605 w 463398"/>
                <a:gd name="csY31" fmla="*/ 12109 h 450824"/>
                <a:gd name="csX32" fmla="*/ 31979 w 463398"/>
                <a:gd name="csY32" fmla="*/ 12757 h 450824"/>
                <a:gd name="csX33" fmla="*/ 30899 w 463398"/>
                <a:gd name="csY33" fmla="*/ 16758 h 450824"/>
                <a:gd name="csX34" fmla="*/ 38475 w 463398"/>
                <a:gd name="csY34" fmla="*/ 29413 h 450824"/>
                <a:gd name="csX35" fmla="*/ 43454 w 463398"/>
                <a:gd name="csY35" fmla="*/ 49416 h 450824"/>
                <a:gd name="csX36" fmla="*/ 60770 w 463398"/>
                <a:gd name="csY36" fmla="*/ 84239 h 450824"/>
                <a:gd name="csX37" fmla="*/ 63043 w 463398"/>
                <a:gd name="csY37" fmla="*/ 95701 h 450824"/>
                <a:gd name="csX38" fmla="*/ 58713 w 463398"/>
                <a:gd name="csY38" fmla="*/ 99917 h 450824"/>
                <a:gd name="csX39" fmla="*/ 53302 w 463398"/>
                <a:gd name="csY39" fmla="*/ 103162 h 450824"/>
                <a:gd name="csX40" fmla="*/ 48540 w 463398"/>
                <a:gd name="csY40" fmla="*/ 114192 h 450824"/>
                <a:gd name="csX41" fmla="*/ 52223 w 463398"/>
                <a:gd name="csY41" fmla="*/ 120681 h 450824"/>
                <a:gd name="csX42" fmla="*/ 60770 w 463398"/>
                <a:gd name="csY42" fmla="*/ 148901 h 450824"/>
                <a:gd name="csX43" fmla="*/ 73216 w 463398"/>
                <a:gd name="csY43" fmla="*/ 166097 h 450824"/>
                <a:gd name="csX44" fmla="*/ 74950 w 463398"/>
                <a:gd name="csY44" fmla="*/ 172910 h 450824"/>
                <a:gd name="csX45" fmla="*/ 78956 w 463398"/>
                <a:gd name="csY45" fmla="*/ 183185 h 450824"/>
                <a:gd name="csX46" fmla="*/ 79928 w 463398"/>
                <a:gd name="csY46" fmla="*/ 189344 h 450824"/>
                <a:gd name="csX47" fmla="*/ 76899 w 463398"/>
                <a:gd name="csY47" fmla="*/ 202971 h 450824"/>
                <a:gd name="csX48" fmla="*/ 76143 w 463398"/>
                <a:gd name="csY48" fmla="*/ 223412 h 450824"/>
                <a:gd name="csX49" fmla="*/ 62072 w 463398"/>
                <a:gd name="csY49" fmla="*/ 246011 h 450824"/>
                <a:gd name="csX50" fmla="*/ 45295 w 463398"/>
                <a:gd name="csY50" fmla="*/ 257365 h 450824"/>
                <a:gd name="csX51" fmla="*/ 41828 w 463398"/>
                <a:gd name="csY51" fmla="*/ 267424 h 450824"/>
                <a:gd name="csX52" fmla="*/ 29166 w 463398"/>
                <a:gd name="csY52" fmla="*/ 283210 h 450824"/>
                <a:gd name="csX53" fmla="*/ 28734 w 463398"/>
                <a:gd name="csY53" fmla="*/ 292729 h 450824"/>
                <a:gd name="csX54" fmla="*/ 11634 w 463398"/>
                <a:gd name="csY54" fmla="*/ 357714 h 450824"/>
                <a:gd name="csX55" fmla="*/ 51 w 463398"/>
                <a:gd name="csY55" fmla="*/ 374586 h 450824"/>
                <a:gd name="csX56" fmla="*/ 2109 w 463398"/>
                <a:gd name="csY56" fmla="*/ 391674 h 450824"/>
                <a:gd name="csX57" fmla="*/ 1569 w 463398"/>
                <a:gd name="csY57" fmla="*/ 422275 h 450824"/>
                <a:gd name="csX58" fmla="*/ 50813 w 463398"/>
                <a:gd name="csY58" fmla="*/ 410273 h 450824"/>
                <a:gd name="csX59" fmla="*/ 84259 w 463398"/>
                <a:gd name="csY59" fmla="*/ 430168 h 450824"/>
                <a:gd name="csX60" fmla="*/ 248451 w 463398"/>
                <a:gd name="csY60" fmla="*/ 430168 h 450824"/>
                <a:gd name="csX61" fmla="*/ 270752 w 463398"/>
                <a:gd name="csY61" fmla="*/ 447148 h 450824"/>
                <a:gd name="csX62" fmla="*/ 359957 w 463398"/>
                <a:gd name="csY62" fmla="*/ 450824 h 450824"/>
                <a:gd name="csX63" fmla="*/ 430378 w 463398"/>
                <a:gd name="csY63" fmla="*/ 436550 h 450824"/>
                <a:gd name="csX64" fmla="*/ 391770 w 463398"/>
                <a:gd name="csY64" fmla="*/ 398266 h 450824"/>
                <a:gd name="csX65" fmla="*/ 391834 w 463398"/>
                <a:gd name="csY65" fmla="*/ 398266 h 450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63398" h="450824">
                  <a:moveTo>
                    <a:pt x="391834" y="398266"/>
                  </a:moveTo>
                  <a:lnTo>
                    <a:pt x="391834" y="387343"/>
                  </a:lnTo>
                  <a:lnTo>
                    <a:pt x="385928" y="380320"/>
                  </a:lnTo>
                  <a:lnTo>
                    <a:pt x="385039" y="263315"/>
                  </a:lnTo>
                  <a:lnTo>
                    <a:pt x="460731" y="263315"/>
                  </a:lnTo>
                  <a:lnTo>
                    <a:pt x="456159" y="251961"/>
                  </a:lnTo>
                  <a:lnTo>
                    <a:pt x="463398" y="237687"/>
                  </a:lnTo>
                  <a:lnTo>
                    <a:pt x="458127" y="229787"/>
                  </a:lnTo>
                  <a:lnTo>
                    <a:pt x="458127" y="180696"/>
                  </a:lnTo>
                  <a:lnTo>
                    <a:pt x="429299" y="191941"/>
                  </a:lnTo>
                  <a:lnTo>
                    <a:pt x="407582" y="189452"/>
                  </a:lnTo>
                  <a:lnTo>
                    <a:pt x="396596" y="199834"/>
                  </a:lnTo>
                  <a:lnTo>
                    <a:pt x="388722" y="182645"/>
                  </a:lnTo>
                  <a:lnTo>
                    <a:pt x="397167" y="164909"/>
                  </a:lnTo>
                  <a:lnTo>
                    <a:pt x="390691" y="147282"/>
                  </a:lnTo>
                  <a:lnTo>
                    <a:pt x="376276" y="133547"/>
                  </a:lnTo>
                  <a:lnTo>
                    <a:pt x="382245" y="91808"/>
                  </a:lnTo>
                  <a:lnTo>
                    <a:pt x="372847" y="74073"/>
                  </a:lnTo>
                  <a:lnTo>
                    <a:pt x="378308" y="48012"/>
                  </a:lnTo>
                  <a:lnTo>
                    <a:pt x="328524" y="47580"/>
                  </a:lnTo>
                  <a:lnTo>
                    <a:pt x="333286" y="34277"/>
                  </a:lnTo>
                  <a:lnTo>
                    <a:pt x="290424" y="37522"/>
                  </a:lnTo>
                  <a:lnTo>
                    <a:pt x="293028" y="56553"/>
                  </a:lnTo>
                  <a:lnTo>
                    <a:pt x="286106" y="72885"/>
                  </a:lnTo>
                  <a:lnTo>
                    <a:pt x="255810" y="72885"/>
                  </a:lnTo>
                  <a:lnTo>
                    <a:pt x="219552" y="79807"/>
                  </a:lnTo>
                  <a:lnTo>
                    <a:pt x="194552" y="40443"/>
                  </a:lnTo>
                  <a:lnTo>
                    <a:pt x="185243" y="20326"/>
                  </a:lnTo>
                  <a:lnTo>
                    <a:pt x="181128" y="864"/>
                  </a:lnTo>
                  <a:lnTo>
                    <a:pt x="61532" y="0"/>
                  </a:lnTo>
                  <a:lnTo>
                    <a:pt x="34792" y="11354"/>
                  </a:lnTo>
                  <a:cubicBezTo>
                    <a:pt x="34792" y="11354"/>
                    <a:pt x="34145" y="11893"/>
                    <a:pt x="33605" y="12109"/>
                  </a:cubicBezTo>
                  <a:lnTo>
                    <a:pt x="31979" y="12757"/>
                  </a:lnTo>
                  <a:cubicBezTo>
                    <a:pt x="30252" y="13513"/>
                    <a:pt x="29814" y="15246"/>
                    <a:pt x="30899" y="16758"/>
                  </a:cubicBezTo>
                  <a:lnTo>
                    <a:pt x="38475" y="29413"/>
                  </a:lnTo>
                  <a:cubicBezTo>
                    <a:pt x="42482" y="34925"/>
                    <a:pt x="40101" y="42602"/>
                    <a:pt x="43454" y="49416"/>
                  </a:cubicBezTo>
                  <a:lnTo>
                    <a:pt x="60770" y="84239"/>
                  </a:lnTo>
                  <a:cubicBezTo>
                    <a:pt x="62936" y="88563"/>
                    <a:pt x="63043" y="96240"/>
                    <a:pt x="63043" y="95701"/>
                  </a:cubicBezTo>
                  <a:cubicBezTo>
                    <a:pt x="63367" y="99593"/>
                    <a:pt x="58065" y="100241"/>
                    <a:pt x="58713" y="99917"/>
                  </a:cubicBezTo>
                  <a:cubicBezTo>
                    <a:pt x="56877" y="100241"/>
                    <a:pt x="54496" y="101759"/>
                    <a:pt x="53302" y="103162"/>
                  </a:cubicBezTo>
                  <a:cubicBezTo>
                    <a:pt x="51461" y="106299"/>
                    <a:pt x="46159" y="109867"/>
                    <a:pt x="48540" y="114192"/>
                  </a:cubicBezTo>
                  <a:lnTo>
                    <a:pt x="52223" y="120681"/>
                  </a:lnTo>
                  <a:cubicBezTo>
                    <a:pt x="56331" y="127927"/>
                    <a:pt x="56439" y="142849"/>
                    <a:pt x="60770" y="148901"/>
                  </a:cubicBezTo>
                  <a:lnTo>
                    <a:pt x="73216" y="166097"/>
                  </a:lnTo>
                  <a:cubicBezTo>
                    <a:pt x="75274" y="169018"/>
                    <a:pt x="74950" y="173450"/>
                    <a:pt x="74950" y="172910"/>
                  </a:cubicBezTo>
                  <a:cubicBezTo>
                    <a:pt x="74626" y="177559"/>
                    <a:pt x="79173" y="183832"/>
                    <a:pt x="78956" y="183185"/>
                  </a:cubicBezTo>
                  <a:cubicBezTo>
                    <a:pt x="79928" y="184696"/>
                    <a:pt x="80360" y="187509"/>
                    <a:pt x="79928" y="189344"/>
                  </a:cubicBezTo>
                  <a:lnTo>
                    <a:pt x="76899" y="202971"/>
                  </a:lnTo>
                  <a:cubicBezTo>
                    <a:pt x="75274" y="210217"/>
                    <a:pt x="79064" y="217894"/>
                    <a:pt x="76143" y="223412"/>
                  </a:cubicBezTo>
                  <a:cubicBezTo>
                    <a:pt x="66726" y="241471"/>
                    <a:pt x="66072" y="244062"/>
                    <a:pt x="62072" y="246011"/>
                  </a:cubicBezTo>
                  <a:cubicBezTo>
                    <a:pt x="49626" y="252177"/>
                    <a:pt x="45943" y="253041"/>
                    <a:pt x="45295" y="257365"/>
                  </a:cubicBezTo>
                  <a:cubicBezTo>
                    <a:pt x="44971" y="258985"/>
                    <a:pt x="45295" y="264179"/>
                    <a:pt x="41828" y="267424"/>
                  </a:cubicBezTo>
                  <a:cubicBezTo>
                    <a:pt x="32957" y="276180"/>
                    <a:pt x="29382" y="278669"/>
                    <a:pt x="29166" y="283210"/>
                  </a:cubicBezTo>
                  <a:lnTo>
                    <a:pt x="28734" y="292729"/>
                  </a:lnTo>
                  <a:cubicBezTo>
                    <a:pt x="28518" y="298456"/>
                    <a:pt x="11526" y="358368"/>
                    <a:pt x="11634" y="357714"/>
                  </a:cubicBezTo>
                  <a:cubicBezTo>
                    <a:pt x="9468" y="365614"/>
                    <a:pt x="-812" y="367665"/>
                    <a:pt x="51" y="374586"/>
                  </a:cubicBezTo>
                  <a:lnTo>
                    <a:pt x="2109" y="391674"/>
                  </a:lnTo>
                  <a:cubicBezTo>
                    <a:pt x="2433" y="394481"/>
                    <a:pt x="2109" y="408756"/>
                    <a:pt x="1569" y="422275"/>
                  </a:cubicBezTo>
                  <a:lnTo>
                    <a:pt x="50813" y="410273"/>
                  </a:lnTo>
                  <a:lnTo>
                    <a:pt x="84259" y="430168"/>
                  </a:lnTo>
                  <a:lnTo>
                    <a:pt x="248451" y="430168"/>
                  </a:lnTo>
                  <a:lnTo>
                    <a:pt x="270752" y="447148"/>
                  </a:lnTo>
                  <a:lnTo>
                    <a:pt x="359957" y="450824"/>
                  </a:lnTo>
                  <a:lnTo>
                    <a:pt x="430378" y="436550"/>
                  </a:lnTo>
                  <a:lnTo>
                    <a:pt x="391770" y="398266"/>
                  </a:lnTo>
                  <a:lnTo>
                    <a:pt x="391834" y="3982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9046C536-7B46-0D0B-6488-46E07CAA1E45}"/>
                </a:ext>
              </a:extLst>
            </p:cNvPr>
            <p:cNvSpPr/>
            <p:nvPr/>
          </p:nvSpPr>
          <p:spPr>
            <a:xfrm>
              <a:off x="5461463" y="5062668"/>
              <a:ext cx="38382" cy="49224"/>
            </a:xfrm>
            <a:custGeom>
              <a:avLst/>
              <a:gdLst>
                <a:gd name="csX0" fmla="*/ 25864 w 44265"/>
                <a:gd name="csY0" fmla="*/ 47257 h 56769"/>
                <a:gd name="csX1" fmla="*/ 24892 w 44265"/>
                <a:gd name="csY1" fmla="*/ 34709 h 56769"/>
                <a:gd name="csX2" fmla="*/ 44266 w 44265"/>
                <a:gd name="csY2" fmla="*/ 12757 h 56769"/>
                <a:gd name="csX3" fmla="*/ 31388 w 44265"/>
                <a:gd name="csY3" fmla="*/ 0 h 56769"/>
                <a:gd name="csX4" fmla="*/ 216 w 44265"/>
                <a:gd name="csY4" fmla="*/ 23139 h 56769"/>
                <a:gd name="csX5" fmla="*/ 0 w 44265"/>
                <a:gd name="csY5" fmla="*/ 23355 h 56769"/>
                <a:gd name="csX6" fmla="*/ 8655 w 44265"/>
                <a:gd name="csY6" fmla="*/ 41523 h 56769"/>
                <a:gd name="csX7" fmla="*/ 7791 w 44265"/>
                <a:gd name="csY7" fmla="*/ 49631 h 56769"/>
                <a:gd name="csX8" fmla="*/ 13418 w 44265"/>
                <a:gd name="csY8" fmla="*/ 56769 h 56769"/>
                <a:gd name="csX9" fmla="*/ 25756 w 44265"/>
                <a:gd name="csY9" fmla="*/ 47365 h 56769"/>
                <a:gd name="csX10" fmla="*/ 25864 w 44265"/>
                <a:gd name="csY10" fmla="*/ 47257 h 56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265" h="56769">
                  <a:moveTo>
                    <a:pt x="25864" y="47257"/>
                  </a:moveTo>
                  <a:lnTo>
                    <a:pt x="24892" y="34709"/>
                  </a:lnTo>
                  <a:lnTo>
                    <a:pt x="44266" y="12757"/>
                  </a:lnTo>
                  <a:lnTo>
                    <a:pt x="31388" y="0"/>
                  </a:lnTo>
                  <a:lnTo>
                    <a:pt x="216" y="23139"/>
                  </a:lnTo>
                  <a:lnTo>
                    <a:pt x="0" y="23355"/>
                  </a:lnTo>
                  <a:cubicBezTo>
                    <a:pt x="8871" y="36227"/>
                    <a:pt x="10497" y="38062"/>
                    <a:pt x="8655" y="41523"/>
                  </a:cubicBezTo>
                  <a:cubicBezTo>
                    <a:pt x="8439" y="42278"/>
                    <a:pt x="5087" y="46171"/>
                    <a:pt x="7791" y="49631"/>
                  </a:cubicBezTo>
                  <a:cubicBezTo>
                    <a:pt x="9957" y="52444"/>
                    <a:pt x="11799" y="54718"/>
                    <a:pt x="13418" y="56769"/>
                  </a:cubicBezTo>
                  <a:lnTo>
                    <a:pt x="25756" y="47365"/>
                  </a:lnTo>
                  <a:lnTo>
                    <a:pt x="25864" y="47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90AE1AF3-2D83-467B-DDAC-129F4A272F34}"/>
                </a:ext>
              </a:extLst>
            </p:cNvPr>
            <p:cNvSpPr/>
            <p:nvPr/>
          </p:nvSpPr>
          <p:spPr>
            <a:xfrm>
              <a:off x="4790799" y="3679570"/>
              <a:ext cx="671225" cy="641031"/>
            </a:xfrm>
            <a:custGeom>
              <a:avLst/>
              <a:gdLst>
                <a:gd name="csX0" fmla="*/ 729075 w 774102"/>
                <a:gd name="csY0" fmla="*/ 519869 h 739280"/>
                <a:gd name="csX1" fmla="*/ 715004 w 774102"/>
                <a:gd name="csY1" fmla="*/ 523545 h 739280"/>
                <a:gd name="csX2" fmla="*/ 699421 w 774102"/>
                <a:gd name="csY2" fmla="*/ 506572 h 739280"/>
                <a:gd name="csX3" fmla="*/ 700938 w 774102"/>
                <a:gd name="csY3" fmla="*/ 489592 h 739280"/>
                <a:gd name="csX4" fmla="*/ 674205 w 774102"/>
                <a:gd name="csY4" fmla="*/ 452717 h 739280"/>
                <a:gd name="csX5" fmla="*/ 694982 w 774102"/>
                <a:gd name="csY5" fmla="*/ 443847 h 739280"/>
                <a:gd name="csX6" fmla="*/ 698011 w 774102"/>
                <a:gd name="csY6" fmla="*/ 429140 h 739280"/>
                <a:gd name="csX7" fmla="*/ 688378 w 774102"/>
                <a:gd name="csY7" fmla="*/ 415195 h 739280"/>
                <a:gd name="csX8" fmla="*/ 698773 w 774102"/>
                <a:gd name="csY8" fmla="*/ 387941 h 739280"/>
                <a:gd name="csX9" fmla="*/ 688378 w 774102"/>
                <a:gd name="csY9" fmla="*/ 368802 h 739280"/>
                <a:gd name="csX10" fmla="*/ 695737 w 774102"/>
                <a:gd name="csY10" fmla="*/ 336576 h 739280"/>
                <a:gd name="csX11" fmla="*/ 675824 w 774102"/>
                <a:gd name="csY11" fmla="*/ 297104 h 739280"/>
                <a:gd name="csX12" fmla="*/ 682536 w 774102"/>
                <a:gd name="csY12" fmla="*/ 294729 h 739280"/>
                <a:gd name="csX13" fmla="*/ 663810 w 774102"/>
                <a:gd name="csY13" fmla="*/ 216542 h 739280"/>
                <a:gd name="csX14" fmla="*/ 638048 w 774102"/>
                <a:gd name="csY14" fmla="*/ 196863 h 739280"/>
                <a:gd name="csX15" fmla="*/ 634047 w 774102"/>
                <a:gd name="csY15" fmla="*/ 175235 h 739280"/>
                <a:gd name="csX16" fmla="*/ 613156 w 774102"/>
                <a:gd name="csY16" fmla="*/ 165393 h 739280"/>
                <a:gd name="csX17" fmla="*/ 606768 w 774102"/>
                <a:gd name="csY17" fmla="*/ 130036 h 739280"/>
                <a:gd name="csX18" fmla="*/ 639997 w 774102"/>
                <a:gd name="csY18" fmla="*/ 103537 h 739280"/>
                <a:gd name="csX19" fmla="*/ 635019 w 774102"/>
                <a:gd name="csY19" fmla="*/ 30874 h 739280"/>
                <a:gd name="csX20" fmla="*/ 656666 w 774102"/>
                <a:gd name="csY20" fmla="*/ 4592 h 739280"/>
                <a:gd name="csX21" fmla="*/ 656666 w 774102"/>
                <a:gd name="csY21" fmla="*/ 4376 h 739280"/>
                <a:gd name="csX22" fmla="*/ 629285 w 774102"/>
                <a:gd name="csY22" fmla="*/ 8052 h 739280"/>
                <a:gd name="csX23" fmla="*/ 620408 w 774102"/>
                <a:gd name="csY23" fmla="*/ 11513 h 739280"/>
                <a:gd name="csX24" fmla="*/ 615321 w 774102"/>
                <a:gd name="csY24" fmla="*/ 7189 h 739280"/>
                <a:gd name="csX25" fmla="*/ 610667 w 774102"/>
                <a:gd name="csY25" fmla="*/ 3404 h 739280"/>
                <a:gd name="csX26" fmla="*/ 597573 w 774102"/>
                <a:gd name="csY26" fmla="*/ 483 h 739280"/>
                <a:gd name="csX27" fmla="*/ 594861 w 774102"/>
                <a:gd name="csY27" fmla="*/ 3836 h 739280"/>
                <a:gd name="csX28" fmla="*/ 591941 w 774102"/>
                <a:gd name="csY28" fmla="*/ 7297 h 739280"/>
                <a:gd name="csX29" fmla="*/ 580796 w 774102"/>
                <a:gd name="csY29" fmla="*/ 7728 h 739280"/>
                <a:gd name="csX30" fmla="*/ 571919 w 774102"/>
                <a:gd name="csY30" fmla="*/ 2649 h 739280"/>
                <a:gd name="csX31" fmla="*/ 561422 w 774102"/>
                <a:gd name="csY31" fmla="*/ 2649 h 739280"/>
                <a:gd name="csX32" fmla="*/ 555250 w 774102"/>
                <a:gd name="csY32" fmla="*/ 8484 h 739280"/>
                <a:gd name="csX33" fmla="*/ 536524 w 774102"/>
                <a:gd name="csY33" fmla="*/ 13355 h 739280"/>
                <a:gd name="csX34" fmla="*/ 520287 w 774102"/>
                <a:gd name="csY34" fmla="*/ 18111 h 739280"/>
                <a:gd name="csX35" fmla="*/ 501675 w 774102"/>
                <a:gd name="csY35" fmla="*/ 8922 h 739280"/>
                <a:gd name="csX36" fmla="*/ 470395 w 774102"/>
                <a:gd name="csY36" fmla="*/ 7405 h 739280"/>
                <a:gd name="csX37" fmla="*/ 460000 w 774102"/>
                <a:gd name="csY37" fmla="*/ 12167 h 739280"/>
                <a:gd name="csX38" fmla="*/ 451453 w 774102"/>
                <a:gd name="csY38" fmla="*/ 12491 h 739280"/>
                <a:gd name="csX39" fmla="*/ 441496 w 774102"/>
                <a:gd name="csY39" fmla="*/ 14326 h 739280"/>
                <a:gd name="csX40" fmla="*/ 432187 w 774102"/>
                <a:gd name="csY40" fmla="*/ 14002 h 739280"/>
                <a:gd name="csX41" fmla="*/ 419525 w 774102"/>
                <a:gd name="csY41" fmla="*/ 22435 h 739280"/>
                <a:gd name="csX42" fmla="*/ 408806 w 774102"/>
                <a:gd name="csY42" fmla="*/ 19628 h 739280"/>
                <a:gd name="csX43" fmla="*/ 364865 w 774102"/>
                <a:gd name="csY43" fmla="*/ 26651 h 739280"/>
                <a:gd name="csX44" fmla="*/ 329578 w 774102"/>
                <a:gd name="csY44" fmla="*/ 43955 h 739280"/>
                <a:gd name="csX45" fmla="*/ 317887 w 774102"/>
                <a:gd name="csY45" fmla="*/ 54445 h 739280"/>
                <a:gd name="csX46" fmla="*/ 307930 w 774102"/>
                <a:gd name="csY46" fmla="*/ 49797 h 739280"/>
                <a:gd name="csX47" fmla="*/ 299161 w 774102"/>
                <a:gd name="csY47" fmla="*/ 57151 h 739280"/>
                <a:gd name="csX48" fmla="*/ 282930 w 774102"/>
                <a:gd name="csY48" fmla="*/ 62123 h 739280"/>
                <a:gd name="csX49" fmla="*/ 276218 w 774102"/>
                <a:gd name="csY49" fmla="*/ 73692 h 739280"/>
                <a:gd name="csX50" fmla="*/ 262687 w 774102"/>
                <a:gd name="csY50" fmla="*/ 78239 h 739280"/>
                <a:gd name="csX51" fmla="*/ 250133 w 774102"/>
                <a:gd name="csY51" fmla="*/ 84398 h 739280"/>
                <a:gd name="csX52" fmla="*/ 233140 w 774102"/>
                <a:gd name="csY52" fmla="*/ 83427 h 739280"/>
                <a:gd name="csX53" fmla="*/ 259442 w 774102"/>
                <a:gd name="csY53" fmla="*/ 107652 h 739280"/>
                <a:gd name="csX54" fmla="*/ 265392 w 774102"/>
                <a:gd name="csY54" fmla="*/ 179344 h 739280"/>
                <a:gd name="csX55" fmla="*/ 289204 w 774102"/>
                <a:gd name="csY55" fmla="*/ 198051 h 739280"/>
                <a:gd name="csX56" fmla="*/ 280225 w 774102"/>
                <a:gd name="csY56" fmla="*/ 217736 h 739280"/>
                <a:gd name="csX57" fmla="*/ 216795 w 774102"/>
                <a:gd name="csY57" fmla="*/ 214815 h 739280"/>
                <a:gd name="csX58" fmla="*/ 209652 w 774102"/>
                <a:gd name="csY58" fmla="*/ 228334 h 739280"/>
                <a:gd name="csX59" fmla="*/ 180645 w 774102"/>
                <a:gd name="csY59" fmla="*/ 235687 h 739280"/>
                <a:gd name="csX60" fmla="*/ 190278 w 774102"/>
                <a:gd name="csY60" fmla="*/ 258503 h 739280"/>
                <a:gd name="csX61" fmla="*/ 140487 w 774102"/>
                <a:gd name="csY61" fmla="*/ 279915 h 739280"/>
                <a:gd name="csX62" fmla="*/ 124904 w 774102"/>
                <a:gd name="csY62" fmla="*/ 302083 h 739280"/>
                <a:gd name="csX63" fmla="*/ 84099 w 774102"/>
                <a:gd name="csY63" fmla="*/ 310084 h 739280"/>
                <a:gd name="csX64" fmla="*/ 78581 w 774102"/>
                <a:gd name="csY64" fmla="*/ 319488 h 739280"/>
                <a:gd name="csX65" fmla="*/ 57258 w 774102"/>
                <a:gd name="csY65" fmla="*/ 315272 h 739280"/>
                <a:gd name="csX66" fmla="*/ 0 w 774102"/>
                <a:gd name="csY66" fmla="*/ 355823 h 739280"/>
                <a:gd name="csX67" fmla="*/ 0 w 774102"/>
                <a:gd name="csY67" fmla="*/ 408922 h 739280"/>
                <a:gd name="csX68" fmla="*/ 146443 w 774102"/>
                <a:gd name="csY68" fmla="*/ 502781 h 739280"/>
                <a:gd name="csX69" fmla="*/ 367462 w 774102"/>
                <a:gd name="csY69" fmla="*/ 655149 h 739280"/>
                <a:gd name="csX70" fmla="*/ 370706 w 774102"/>
                <a:gd name="csY70" fmla="*/ 670719 h 739280"/>
                <a:gd name="csX71" fmla="*/ 387159 w 774102"/>
                <a:gd name="csY71" fmla="*/ 676561 h 739280"/>
                <a:gd name="csX72" fmla="*/ 393763 w 774102"/>
                <a:gd name="csY72" fmla="*/ 687807 h 739280"/>
                <a:gd name="csX73" fmla="*/ 408375 w 774102"/>
                <a:gd name="csY73" fmla="*/ 688347 h 739280"/>
                <a:gd name="csX74" fmla="*/ 418007 w 774102"/>
                <a:gd name="csY74" fmla="*/ 697326 h 739280"/>
                <a:gd name="csX75" fmla="*/ 443878 w 774102"/>
                <a:gd name="csY75" fmla="*/ 703593 h 739280"/>
                <a:gd name="csX76" fmla="*/ 448532 w 774102"/>
                <a:gd name="csY76" fmla="*/ 719494 h 739280"/>
                <a:gd name="csX77" fmla="*/ 439871 w 774102"/>
                <a:gd name="csY77" fmla="*/ 732035 h 739280"/>
                <a:gd name="csX78" fmla="*/ 452532 w 774102"/>
                <a:gd name="csY78" fmla="*/ 739280 h 739280"/>
                <a:gd name="csX79" fmla="*/ 542804 w 774102"/>
                <a:gd name="csY79" fmla="*/ 720033 h 739280"/>
                <a:gd name="csX80" fmla="*/ 604279 w 774102"/>
                <a:gd name="csY80" fmla="*/ 662286 h 739280"/>
                <a:gd name="csX81" fmla="*/ 774103 w 774102"/>
                <a:gd name="csY81" fmla="*/ 561506 h 739280"/>
                <a:gd name="csX82" fmla="*/ 758844 w 774102"/>
                <a:gd name="csY82" fmla="*/ 529711 h 739280"/>
                <a:gd name="csX83" fmla="*/ 729075 w 774102"/>
                <a:gd name="csY83" fmla="*/ 520085 h 739280"/>
                <a:gd name="csX84" fmla="*/ 729075 w 774102"/>
                <a:gd name="csY84" fmla="*/ 519869 h 739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</a:cxnLst>
              <a:rect l="l" t="t" r="r" b="b"/>
              <a:pathLst>
                <a:path w="774102" h="739280">
                  <a:moveTo>
                    <a:pt x="729075" y="519869"/>
                  </a:moveTo>
                  <a:lnTo>
                    <a:pt x="715004" y="523545"/>
                  </a:lnTo>
                  <a:lnTo>
                    <a:pt x="699421" y="506572"/>
                  </a:lnTo>
                  <a:lnTo>
                    <a:pt x="700938" y="489592"/>
                  </a:lnTo>
                  <a:lnTo>
                    <a:pt x="674205" y="452717"/>
                  </a:lnTo>
                  <a:lnTo>
                    <a:pt x="694982" y="443847"/>
                  </a:lnTo>
                  <a:lnTo>
                    <a:pt x="698011" y="429140"/>
                  </a:lnTo>
                  <a:lnTo>
                    <a:pt x="688378" y="415195"/>
                  </a:lnTo>
                  <a:lnTo>
                    <a:pt x="698773" y="387941"/>
                  </a:lnTo>
                  <a:lnTo>
                    <a:pt x="688378" y="368802"/>
                  </a:lnTo>
                  <a:lnTo>
                    <a:pt x="695737" y="336576"/>
                  </a:lnTo>
                  <a:lnTo>
                    <a:pt x="675824" y="297104"/>
                  </a:lnTo>
                  <a:lnTo>
                    <a:pt x="682536" y="294729"/>
                  </a:lnTo>
                  <a:lnTo>
                    <a:pt x="663810" y="216542"/>
                  </a:lnTo>
                  <a:lnTo>
                    <a:pt x="638048" y="196863"/>
                  </a:lnTo>
                  <a:lnTo>
                    <a:pt x="634047" y="175235"/>
                  </a:lnTo>
                  <a:lnTo>
                    <a:pt x="613156" y="165393"/>
                  </a:lnTo>
                  <a:lnTo>
                    <a:pt x="606768" y="130036"/>
                  </a:lnTo>
                  <a:lnTo>
                    <a:pt x="639997" y="103537"/>
                  </a:lnTo>
                  <a:lnTo>
                    <a:pt x="635019" y="30874"/>
                  </a:lnTo>
                  <a:lnTo>
                    <a:pt x="656666" y="4592"/>
                  </a:lnTo>
                  <a:lnTo>
                    <a:pt x="656666" y="4376"/>
                  </a:lnTo>
                  <a:cubicBezTo>
                    <a:pt x="650608" y="8052"/>
                    <a:pt x="635997" y="3944"/>
                    <a:pt x="629285" y="8052"/>
                  </a:cubicBezTo>
                  <a:cubicBezTo>
                    <a:pt x="628637" y="8376"/>
                    <a:pt x="624522" y="11513"/>
                    <a:pt x="620408" y="11513"/>
                  </a:cubicBezTo>
                  <a:cubicBezTo>
                    <a:pt x="616731" y="11513"/>
                    <a:pt x="614889" y="6541"/>
                    <a:pt x="615321" y="7189"/>
                  </a:cubicBezTo>
                  <a:cubicBezTo>
                    <a:pt x="614566" y="5462"/>
                    <a:pt x="612508" y="3836"/>
                    <a:pt x="610667" y="3404"/>
                  </a:cubicBezTo>
                  <a:lnTo>
                    <a:pt x="597573" y="483"/>
                  </a:lnTo>
                  <a:cubicBezTo>
                    <a:pt x="593890" y="-380"/>
                    <a:pt x="594754" y="4376"/>
                    <a:pt x="594861" y="3836"/>
                  </a:cubicBezTo>
                  <a:cubicBezTo>
                    <a:pt x="595084" y="5677"/>
                    <a:pt x="593890" y="7189"/>
                    <a:pt x="591941" y="7297"/>
                  </a:cubicBezTo>
                  <a:lnTo>
                    <a:pt x="580796" y="7728"/>
                  </a:lnTo>
                  <a:cubicBezTo>
                    <a:pt x="576142" y="7944"/>
                    <a:pt x="571379" y="2217"/>
                    <a:pt x="571919" y="2649"/>
                  </a:cubicBezTo>
                  <a:cubicBezTo>
                    <a:pt x="568782" y="-380"/>
                    <a:pt x="563473" y="-1352"/>
                    <a:pt x="561422" y="2649"/>
                  </a:cubicBezTo>
                  <a:cubicBezTo>
                    <a:pt x="560984" y="3296"/>
                    <a:pt x="559581" y="7836"/>
                    <a:pt x="555250" y="8484"/>
                  </a:cubicBezTo>
                  <a:cubicBezTo>
                    <a:pt x="546157" y="10002"/>
                    <a:pt x="540099" y="10326"/>
                    <a:pt x="536524" y="13355"/>
                  </a:cubicBezTo>
                  <a:cubicBezTo>
                    <a:pt x="531870" y="17247"/>
                    <a:pt x="527107" y="22111"/>
                    <a:pt x="520287" y="18111"/>
                  </a:cubicBezTo>
                  <a:cubicBezTo>
                    <a:pt x="509251" y="11621"/>
                    <a:pt x="506222" y="9138"/>
                    <a:pt x="501675" y="8922"/>
                  </a:cubicBezTo>
                  <a:lnTo>
                    <a:pt x="470395" y="7405"/>
                  </a:lnTo>
                  <a:cubicBezTo>
                    <a:pt x="465632" y="7189"/>
                    <a:pt x="459353" y="12491"/>
                    <a:pt x="460000" y="12167"/>
                  </a:cubicBezTo>
                  <a:cubicBezTo>
                    <a:pt x="456431" y="14650"/>
                    <a:pt x="450805" y="12383"/>
                    <a:pt x="451453" y="12491"/>
                  </a:cubicBezTo>
                  <a:cubicBezTo>
                    <a:pt x="446475" y="11081"/>
                    <a:pt x="446259" y="16168"/>
                    <a:pt x="441496" y="14326"/>
                  </a:cubicBezTo>
                  <a:cubicBezTo>
                    <a:pt x="439979" y="14002"/>
                    <a:pt x="435432" y="10650"/>
                    <a:pt x="432187" y="14002"/>
                  </a:cubicBezTo>
                  <a:cubicBezTo>
                    <a:pt x="427532" y="17895"/>
                    <a:pt x="424396" y="24600"/>
                    <a:pt x="419525" y="22435"/>
                  </a:cubicBezTo>
                  <a:cubicBezTo>
                    <a:pt x="416058" y="20924"/>
                    <a:pt x="412813" y="19082"/>
                    <a:pt x="408806" y="19628"/>
                  </a:cubicBezTo>
                  <a:cubicBezTo>
                    <a:pt x="369195" y="25140"/>
                    <a:pt x="368979" y="24816"/>
                    <a:pt x="364865" y="26651"/>
                  </a:cubicBezTo>
                  <a:cubicBezTo>
                    <a:pt x="333045" y="40494"/>
                    <a:pt x="332175" y="40279"/>
                    <a:pt x="329578" y="43955"/>
                  </a:cubicBezTo>
                  <a:cubicBezTo>
                    <a:pt x="324707" y="49581"/>
                    <a:pt x="321894" y="58122"/>
                    <a:pt x="317887" y="54445"/>
                  </a:cubicBezTo>
                  <a:cubicBezTo>
                    <a:pt x="314966" y="52388"/>
                    <a:pt x="310959" y="45797"/>
                    <a:pt x="307930" y="49797"/>
                  </a:cubicBezTo>
                  <a:cubicBezTo>
                    <a:pt x="306197" y="51632"/>
                    <a:pt x="304031" y="56611"/>
                    <a:pt x="299161" y="57151"/>
                  </a:cubicBezTo>
                  <a:cubicBezTo>
                    <a:pt x="287261" y="58554"/>
                    <a:pt x="284118" y="58122"/>
                    <a:pt x="282930" y="62123"/>
                  </a:cubicBezTo>
                  <a:cubicBezTo>
                    <a:pt x="281197" y="66015"/>
                    <a:pt x="281197" y="72505"/>
                    <a:pt x="276218" y="73692"/>
                  </a:cubicBezTo>
                  <a:cubicBezTo>
                    <a:pt x="270484" y="75102"/>
                    <a:pt x="266262" y="75750"/>
                    <a:pt x="262687" y="78239"/>
                  </a:cubicBezTo>
                  <a:cubicBezTo>
                    <a:pt x="256521" y="82563"/>
                    <a:pt x="254247" y="84722"/>
                    <a:pt x="250133" y="84398"/>
                  </a:cubicBezTo>
                  <a:cubicBezTo>
                    <a:pt x="242989" y="83967"/>
                    <a:pt x="237471" y="83643"/>
                    <a:pt x="233140" y="83427"/>
                  </a:cubicBezTo>
                  <a:lnTo>
                    <a:pt x="259442" y="107652"/>
                  </a:lnTo>
                  <a:lnTo>
                    <a:pt x="265392" y="179344"/>
                  </a:lnTo>
                  <a:lnTo>
                    <a:pt x="289204" y="198051"/>
                  </a:lnTo>
                  <a:lnTo>
                    <a:pt x="280225" y="217736"/>
                  </a:lnTo>
                  <a:lnTo>
                    <a:pt x="216795" y="214815"/>
                  </a:lnTo>
                  <a:lnTo>
                    <a:pt x="209652" y="228334"/>
                  </a:lnTo>
                  <a:lnTo>
                    <a:pt x="180645" y="235687"/>
                  </a:lnTo>
                  <a:lnTo>
                    <a:pt x="190278" y="258503"/>
                  </a:lnTo>
                  <a:lnTo>
                    <a:pt x="140487" y="279915"/>
                  </a:lnTo>
                  <a:lnTo>
                    <a:pt x="124904" y="302083"/>
                  </a:lnTo>
                  <a:lnTo>
                    <a:pt x="84099" y="310084"/>
                  </a:lnTo>
                  <a:lnTo>
                    <a:pt x="78581" y="319488"/>
                  </a:lnTo>
                  <a:lnTo>
                    <a:pt x="57258" y="315272"/>
                  </a:lnTo>
                  <a:lnTo>
                    <a:pt x="0" y="355823"/>
                  </a:lnTo>
                  <a:lnTo>
                    <a:pt x="0" y="408922"/>
                  </a:lnTo>
                  <a:lnTo>
                    <a:pt x="146443" y="502781"/>
                  </a:lnTo>
                  <a:lnTo>
                    <a:pt x="367462" y="655149"/>
                  </a:lnTo>
                  <a:lnTo>
                    <a:pt x="370706" y="670719"/>
                  </a:lnTo>
                  <a:lnTo>
                    <a:pt x="387159" y="676561"/>
                  </a:lnTo>
                  <a:lnTo>
                    <a:pt x="393763" y="687807"/>
                  </a:lnTo>
                  <a:lnTo>
                    <a:pt x="408375" y="688347"/>
                  </a:lnTo>
                  <a:lnTo>
                    <a:pt x="418007" y="697326"/>
                  </a:lnTo>
                  <a:lnTo>
                    <a:pt x="443878" y="703593"/>
                  </a:lnTo>
                  <a:lnTo>
                    <a:pt x="448532" y="719494"/>
                  </a:lnTo>
                  <a:lnTo>
                    <a:pt x="439871" y="732035"/>
                  </a:lnTo>
                  <a:lnTo>
                    <a:pt x="452532" y="739280"/>
                  </a:lnTo>
                  <a:lnTo>
                    <a:pt x="542804" y="720033"/>
                  </a:lnTo>
                  <a:lnTo>
                    <a:pt x="604279" y="662286"/>
                  </a:lnTo>
                  <a:lnTo>
                    <a:pt x="774103" y="561506"/>
                  </a:lnTo>
                  <a:lnTo>
                    <a:pt x="758844" y="529711"/>
                  </a:lnTo>
                  <a:lnTo>
                    <a:pt x="729075" y="520085"/>
                  </a:lnTo>
                  <a:lnTo>
                    <a:pt x="729075" y="5198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554D64B1-565F-D2C0-862B-46FEBAD409D1}"/>
                </a:ext>
              </a:extLst>
            </p:cNvPr>
            <p:cNvSpPr/>
            <p:nvPr/>
          </p:nvSpPr>
          <p:spPr>
            <a:xfrm>
              <a:off x="5473197" y="4765615"/>
              <a:ext cx="613884" cy="594195"/>
            </a:xfrm>
            <a:custGeom>
              <a:avLst/>
              <a:gdLst>
                <a:gd name="csX0" fmla="*/ 671398 w 707973"/>
                <a:gd name="csY0" fmla="*/ 467697 h 685266"/>
                <a:gd name="csX1" fmla="*/ 669874 w 707973"/>
                <a:gd name="csY1" fmla="*/ 456883 h 685266"/>
                <a:gd name="csX2" fmla="*/ 663778 w 707973"/>
                <a:gd name="csY2" fmla="*/ 445529 h 685266"/>
                <a:gd name="csX3" fmla="*/ 656539 w 707973"/>
                <a:gd name="csY3" fmla="*/ 441852 h 685266"/>
                <a:gd name="csX4" fmla="*/ 651269 w 707973"/>
                <a:gd name="csY4" fmla="*/ 438499 h 685266"/>
                <a:gd name="csX5" fmla="*/ 644728 w 707973"/>
                <a:gd name="csY5" fmla="*/ 429304 h 685266"/>
                <a:gd name="csX6" fmla="*/ 640982 w 707973"/>
                <a:gd name="csY6" fmla="*/ 418059 h 685266"/>
                <a:gd name="csX7" fmla="*/ 632219 w 707973"/>
                <a:gd name="csY7" fmla="*/ 402056 h 685266"/>
                <a:gd name="csX8" fmla="*/ 631965 w 707973"/>
                <a:gd name="csY8" fmla="*/ 400869 h 685266"/>
                <a:gd name="csX9" fmla="*/ 634123 w 707973"/>
                <a:gd name="csY9" fmla="*/ 396430 h 685266"/>
                <a:gd name="csX10" fmla="*/ 638187 w 707973"/>
                <a:gd name="csY10" fmla="*/ 390919 h 685266"/>
                <a:gd name="csX11" fmla="*/ 628218 w 707973"/>
                <a:gd name="csY11" fmla="*/ 366154 h 685266"/>
                <a:gd name="csX12" fmla="*/ 628726 w 707973"/>
                <a:gd name="csY12" fmla="*/ 353720 h 685266"/>
                <a:gd name="csX13" fmla="*/ 633743 w 707973"/>
                <a:gd name="csY13" fmla="*/ 338042 h 685266"/>
                <a:gd name="csX14" fmla="*/ 631139 w 707973"/>
                <a:gd name="csY14" fmla="*/ 332956 h 685266"/>
                <a:gd name="csX15" fmla="*/ 627773 w 707973"/>
                <a:gd name="csY15" fmla="*/ 335229 h 685266"/>
                <a:gd name="csX16" fmla="*/ 629933 w 707973"/>
                <a:gd name="csY16" fmla="*/ 306464 h 685266"/>
                <a:gd name="csX17" fmla="*/ 619137 w 707973"/>
                <a:gd name="csY17" fmla="*/ 269589 h 685266"/>
                <a:gd name="csX18" fmla="*/ 635203 w 707973"/>
                <a:gd name="csY18" fmla="*/ 242551 h 685266"/>
                <a:gd name="csX19" fmla="*/ 647649 w 707973"/>
                <a:gd name="csY19" fmla="*/ 232283 h 685266"/>
                <a:gd name="csX20" fmla="*/ 644410 w 707973"/>
                <a:gd name="csY20" fmla="*/ 202438 h 685266"/>
                <a:gd name="csX21" fmla="*/ 660857 w 707973"/>
                <a:gd name="csY21" fmla="*/ 151181 h 685266"/>
                <a:gd name="csX22" fmla="*/ 680352 w 707973"/>
                <a:gd name="csY22" fmla="*/ 138094 h 685266"/>
                <a:gd name="csX23" fmla="*/ 707974 w 707973"/>
                <a:gd name="csY23" fmla="*/ 102946 h 685266"/>
                <a:gd name="csX24" fmla="*/ 690448 w 707973"/>
                <a:gd name="csY24" fmla="*/ 93110 h 685266"/>
                <a:gd name="csX25" fmla="*/ 696036 w 707973"/>
                <a:gd name="csY25" fmla="*/ 67373 h 685266"/>
                <a:gd name="csX26" fmla="*/ 665556 w 707973"/>
                <a:gd name="csY26" fmla="*/ 48775 h 685266"/>
                <a:gd name="csX27" fmla="*/ 653872 w 707973"/>
                <a:gd name="csY27" fmla="*/ 27578 h 685266"/>
                <a:gd name="csX28" fmla="*/ 642696 w 707973"/>
                <a:gd name="csY28" fmla="*/ 24009 h 685266"/>
                <a:gd name="csX29" fmla="*/ 631965 w 707973"/>
                <a:gd name="csY29" fmla="*/ 36119 h 685266"/>
                <a:gd name="csX30" fmla="*/ 614756 w 707973"/>
                <a:gd name="csY30" fmla="*/ 28010 h 685266"/>
                <a:gd name="csX31" fmla="*/ 601548 w 707973"/>
                <a:gd name="csY31" fmla="*/ 38608 h 685266"/>
                <a:gd name="csX32" fmla="*/ 564020 w 707973"/>
                <a:gd name="csY32" fmla="*/ 6598 h 685266"/>
                <a:gd name="csX33" fmla="*/ 546938 w 707973"/>
                <a:gd name="csY33" fmla="*/ 4325 h 685266"/>
                <a:gd name="csX34" fmla="*/ 540017 w 707973"/>
                <a:gd name="csY34" fmla="*/ 11462 h 685266"/>
                <a:gd name="csX35" fmla="*/ 522046 w 707973"/>
                <a:gd name="csY35" fmla="*/ 1410 h 685266"/>
                <a:gd name="csX36" fmla="*/ 489661 w 707973"/>
                <a:gd name="csY36" fmla="*/ 0 h 685266"/>
                <a:gd name="csX37" fmla="*/ 489661 w 707973"/>
                <a:gd name="csY37" fmla="*/ 11786 h 685266"/>
                <a:gd name="csX38" fmla="*/ 467055 w 707973"/>
                <a:gd name="csY38" fmla="*/ 16224 h 685266"/>
                <a:gd name="csX39" fmla="*/ 452450 w 707973"/>
                <a:gd name="csY39" fmla="*/ 8871 h 685266"/>
                <a:gd name="csX40" fmla="*/ 414350 w 707973"/>
                <a:gd name="csY40" fmla="*/ 27254 h 685266"/>
                <a:gd name="csX41" fmla="*/ 394855 w 707973"/>
                <a:gd name="csY41" fmla="*/ 19901 h 685266"/>
                <a:gd name="csX42" fmla="*/ 377711 w 707973"/>
                <a:gd name="csY42" fmla="*/ 44990 h 685266"/>
                <a:gd name="csX43" fmla="*/ 307797 w 707973"/>
                <a:gd name="csY43" fmla="*/ 34715 h 685266"/>
                <a:gd name="csX44" fmla="*/ 302844 w 707973"/>
                <a:gd name="csY44" fmla="*/ 21412 h 685266"/>
                <a:gd name="csX45" fmla="*/ 282080 w 707973"/>
                <a:gd name="csY45" fmla="*/ 7677 h 685266"/>
                <a:gd name="csX46" fmla="*/ 267665 w 707973"/>
                <a:gd name="csY46" fmla="*/ 6166 h 685266"/>
                <a:gd name="csX47" fmla="*/ 254241 w 707973"/>
                <a:gd name="csY47" fmla="*/ 14491 h 685266"/>
                <a:gd name="csX48" fmla="*/ 242335 w 707973"/>
                <a:gd name="csY48" fmla="*/ 34176 h 685266"/>
                <a:gd name="csX49" fmla="*/ 232918 w 707973"/>
                <a:gd name="csY49" fmla="*/ 37636 h 685266"/>
                <a:gd name="csX50" fmla="*/ 236385 w 707973"/>
                <a:gd name="csY50" fmla="*/ 79915 h 685266"/>
                <a:gd name="csX51" fmla="*/ 216033 w 707973"/>
                <a:gd name="csY51" fmla="*/ 101435 h 685266"/>
                <a:gd name="csX52" fmla="*/ 215062 w 707973"/>
                <a:gd name="csY52" fmla="*/ 123387 h 685266"/>
                <a:gd name="csX53" fmla="*/ 206184 w 707973"/>
                <a:gd name="csY53" fmla="*/ 143066 h 685266"/>
                <a:gd name="csX54" fmla="*/ 210623 w 707973"/>
                <a:gd name="csY54" fmla="*/ 170104 h 685266"/>
                <a:gd name="csX55" fmla="*/ 201206 w 707973"/>
                <a:gd name="csY55" fmla="*/ 185782 h 685266"/>
                <a:gd name="csX56" fmla="*/ 202724 w 707973"/>
                <a:gd name="csY56" fmla="*/ 200489 h 685266"/>
                <a:gd name="csX57" fmla="*/ 190709 w 707973"/>
                <a:gd name="csY57" fmla="*/ 217684 h 685266"/>
                <a:gd name="csX58" fmla="*/ 171012 w 707973"/>
                <a:gd name="csY58" fmla="*/ 225577 h 685266"/>
                <a:gd name="csX59" fmla="*/ 158559 w 707973"/>
                <a:gd name="csY59" fmla="*/ 251314 h 685266"/>
                <a:gd name="csX60" fmla="*/ 143948 w 707973"/>
                <a:gd name="csY60" fmla="*/ 265265 h 685266"/>
                <a:gd name="csX61" fmla="*/ 146329 w 707973"/>
                <a:gd name="csY61" fmla="*/ 307651 h 685266"/>
                <a:gd name="csX62" fmla="*/ 134423 w 707973"/>
                <a:gd name="csY62" fmla="*/ 331229 h 685266"/>
                <a:gd name="csX63" fmla="*/ 119596 w 707973"/>
                <a:gd name="csY63" fmla="*/ 332200 h 685266"/>
                <a:gd name="csX64" fmla="*/ 92862 w 707973"/>
                <a:gd name="csY64" fmla="*/ 364211 h 685266"/>
                <a:gd name="csX65" fmla="*/ 79006 w 707973"/>
                <a:gd name="csY65" fmla="*/ 361721 h 685266"/>
                <a:gd name="csX66" fmla="*/ 78467 w 707973"/>
                <a:gd name="csY66" fmla="*/ 340309 h 685266"/>
                <a:gd name="csX67" fmla="*/ 52273 w 707973"/>
                <a:gd name="csY67" fmla="*/ 345827 h 685266"/>
                <a:gd name="csX68" fmla="*/ 52057 w 707973"/>
                <a:gd name="csY68" fmla="*/ 356750 h 685266"/>
                <a:gd name="csX69" fmla="*/ 39611 w 707973"/>
                <a:gd name="csY69" fmla="*/ 363779 h 685266"/>
                <a:gd name="csX70" fmla="*/ 31172 w 707973"/>
                <a:gd name="csY70" fmla="*/ 355448 h 685266"/>
                <a:gd name="csX71" fmla="*/ 11576 w 707973"/>
                <a:gd name="csY71" fmla="*/ 377292 h 685266"/>
                <a:gd name="csX72" fmla="*/ 12230 w 707973"/>
                <a:gd name="csY72" fmla="*/ 389839 h 685266"/>
                <a:gd name="csX73" fmla="*/ 0 w 707973"/>
                <a:gd name="csY73" fmla="*/ 399243 h 685266"/>
                <a:gd name="csX74" fmla="*/ 12338 w 707973"/>
                <a:gd name="csY74" fmla="*/ 416547 h 685266"/>
                <a:gd name="csX75" fmla="*/ 39179 w 707973"/>
                <a:gd name="csY75" fmla="*/ 405194 h 685266"/>
                <a:gd name="csX76" fmla="*/ 158781 w 707973"/>
                <a:gd name="csY76" fmla="*/ 406057 h 685266"/>
                <a:gd name="csX77" fmla="*/ 162890 w 707973"/>
                <a:gd name="csY77" fmla="*/ 425520 h 685266"/>
                <a:gd name="csX78" fmla="*/ 172199 w 707973"/>
                <a:gd name="csY78" fmla="*/ 445637 h 685266"/>
                <a:gd name="csX79" fmla="*/ 197205 w 707973"/>
                <a:gd name="csY79" fmla="*/ 485000 h 685266"/>
                <a:gd name="csX80" fmla="*/ 233026 w 707973"/>
                <a:gd name="csY80" fmla="*/ 478079 h 685266"/>
                <a:gd name="csX81" fmla="*/ 263537 w 707973"/>
                <a:gd name="csY81" fmla="*/ 477863 h 685266"/>
                <a:gd name="csX82" fmla="*/ 270586 w 707973"/>
                <a:gd name="csY82" fmla="*/ 460991 h 685266"/>
                <a:gd name="csX83" fmla="*/ 267982 w 707973"/>
                <a:gd name="csY83" fmla="*/ 442824 h 685266"/>
                <a:gd name="csX84" fmla="*/ 310845 w 707973"/>
                <a:gd name="csY84" fmla="*/ 439363 h 685266"/>
                <a:gd name="csX85" fmla="*/ 306082 w 707973"/>
                <a:gd name="csY85" fmla="*/ 452774 h 685266"/>
                <a:gd name="csX86" fmla="*/ 355867 w 707973"/>
                <a:gd name="csY86" fmla="*/ 453206 h 685266"/>
                <a:gd name="csX87" fmla="*/ 350342 w 707973"/>
                <a:gd name="csY87" fmla="*/ 479266 h 685266"/>
                <a:gd name="csX88" fmla="*/ 359804 w 707973"/>
                <a:gd name="csY88" fmla="*/ 497002 h 685266"/>
                <a:gd name="csX89" fmla="*/ 353835 w 707973"/>
                <a:gd name="csY89" fmla="*/ 538740 h 685266"/>
                <a:gd name="csX90" fmla="*/ 368186 w 707973"/>
                <a:gd name="csY90" fmla="*/ 552476 h 685266"/>
                <a:gd name="csX91" fmla="*/ 374726 w 707973"/>
                <a:gd name="csY91" fmla="*/ 570103 h 685266"/>
                <a:gd name="csX92" fmla="*/ 366280 w 707973"/>
                <a:gd name="csY92" fmla="*/ 587839 h 685266"/>
                <a:gd name="csX93" fmla="*/ 374155 w 707973"/>
                <a:gd name="csY93" fmla="*/ 605028 h 685266"/>
                <a:gd name="csX94" fmla="*/ 385077 w 707973"/>
                <a:gd name="csY94" fmla="*/ 594652 h 685266"/>
                <a:gd name="csX95" fmla="*/ 406857 w 707973"/>
                <a:gd name="csY95" fmla="*/ 597135 h 685266"/>
                <a:gd name="csX96" fmla="*/ 435622 w 707973"/>
                <a:gd name="csY96" fmla="*/ 585889 h 685266"/>
                <a:gd name="csX97" fmla="*/ 456958 w 707973"/>
                <a:gd name="csY97" fmla="*/ 595192 h 685266"/>
                <a:gd name="csX98" fmla="*/ 466928 w 707973"/>
                <a:gd name="csY98" fmla="*/ 610978 h 685266"/>
                <a:gd name="csX99" fmla="*/ 493661 w 707973"/>
                <a:gd name="csY99" fmla="*/ 600164 h 685266"/>
                <a:gd name="csX100" fmla="*/ 500075 w 707973"/>
                <a:gd name="csY100" fmla="*/ 621360 h 685266"/>
                <a:gd name="csX101" fmla="*/ 534809 w 707973"/>
                <a:gd name="csY101" fmla="*/ 630656 h 685266"/>
                <a:gd name="csX102" fmla="*/ 546176 w 707973"/>
                <a:gd name="csY102" fmla="*/ 613467 h 685266"/>
                <a:gd name="csX103" fmla="*/ 559447 w 707973"/>
                <a:gd name="csY103" fmla="*/ 614007 h 685266"/>
                <a:gd name="csX104" fmla="*/ 560463 w 707973"/>
                <a:gd name="csY104" fmla="*/ 623850 h 685266"/>
                <a:gd name="csX105" fmla="*/ 573862 w 707973"/>
                <a:gd name="csY105" fmla="*/ 641039 h 685266"/>
                <a:gd name="csX106" fmla="*/ 600722 w 707973"/>
                <a:gd name="csY106" fmla="*/ 645909 h 685266"/>
                <a:gd name="csX107" fmla="*/ 627646 w 707973"/>
                <a:gd name="csY107" fmla="*/ 685267 h 685266"/>
                <a:gd name="csX108" fmla="*/ 643013 w 707973"/>
                <a:gd name="csY108" fmla="*/ 673049 h 685266"/>
                <a:gd name="csX109" fmla="*/ 645934 w 707973"/>
                <a:gd name="csY109" fmla="*/ 684943 h 685266"/>
                <a:gd name="csX110" fmla="*/ 662508 w 707973"/>
                <a:gd name="csY110" fmla="*/ 684943 h 685266"/>
                <a:gd name="csX111" fmla="*/ 662381 w 707973"/>
                <a:gd name="csY111" fmla="*/ 628390 h 685266"/>
                <a:gd name="csX112" fmla="*/ 643458 w 707973"/>
                <a:gd name="csY112" fmla="*/ 631527 h 685266"/>
                <a:gd name="csX113" fmla="*/ 642379 w 707973"/>
                <a:gd name="csY113" fmla="*/ 641255 h 685266"/>
                <a:gd name="csX114" fmla="*/ 626377 w 707973"/>
                <a:gd name="csY114" fmla="*/ 638772 h 685266"/>
                <a:gd name="csX115" fmla="*/ 616280 w 707973"/>
                <a:gd name="csY115" fmla="*/ 624281 h 685266"/>
                <a:gd name="csX116" fmla="*/ 605358 w 707973"/>
                <a:gd name="csY116" fmla="*/ 619087 h 685266"/>
                <a:gd name="csX117" fmla="*/ 600151 w 707973"/>
                <a:gd name="csY117" fmla="*/ 604380 h 685266"/>
                <a:gd name="csX118" fmla="*/ 612851 w 707973"/>
                <a:gd name="csY118" fmla="*/ 579730 h 685266"/>
                <a:gd name="csX119" fmla="*/ 607644 w 707973"/>
                <a:gd name="csY119" fmla="*/ 529444 h 685266"/>
                <a:gd name="csX120" fmla="*/ 620408 w 707973"/>
                <a:gd name="csY120" fmla="*/ 498405 h 685266"/>
                <a:gd name="csX121" fmla="*/ 680288 w 707973"/>
                <a:gd name="csY121" fmla="*/ 489757 h 685266"/>
                <a:gd name="csX122" fmla="*/ 683971 w 707973"/>
                <a:gd name="csY122" fmla="*/ 483483 h 685266"/>
                <a:gd name="csX123" fmla="*/ 671398 w 707973"/>
                <a:gd name="csY123" fmla="*/ 467913 h 685266"/>
                <a:gd name="csX124" fmla="*/ 671398 w 707973"/>
                <a:gd name="csY124" fmla="*/ 467697 h 685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707973" h="685266">
                  <a:moveTo>
                    <a:pt x="671398" y="467697"/>
                  </a:moveTo>
                  <a:lnTo>
                    <a:pt x="669874" y="456883"/>
                  </a:lnTo>
                  <a:cubicBezTo>
                    <a:pt x="669112" y="451910"/>
                    <a:pt x="663460" y="444989"/>
                    <a:pt x="663778" y="445529"/>
                  </a:cubicBezTo>
                  <a:cubicBezTo>
                    <a:pt x="661556" y="442176"/>
                    <a:pt x="656031" y="441636"/>
                    <a:pt x="656539" y="441852"/>
                  </a:cubicBezTo>
                  <a:cubicBezTo>
                    <a:pt x="654697" y="441528"/>
                    <a:pt x="652348" y="440011"/>
                    <a:pt x="651269" y="438499"/>
                  </a:cubicBezTo>
                  <a:lnTo>
                    <a:pt x="644728" y="429304"/>
                  </a:lnTo>
                  <a:cubicBezTo>
                    <a:pt x="641807" y="425088"/>
                    <a:pt x="643775" y="422389"/>
                    <a:pt x="640982" y="418059"/>
                  </a:cubicBezTo>
                  <a:cubicBezTo>
                    <a:pt x="636854" y="411899"/>
                    <a:pt x="632854" y="406813"/>
                    <a:pt x="632219" y="402056"/>
                  </a:cubicBezTo>
                  <a:lnTo>
                    <a:pt x="631965" y="400869"/>
                  </a:lnTo>
                  <a:cubicBezTo>
                    <a:pt x="631774" y="399028"/>
                    <a:pt x="632727" y="397085"/>
                    <a:pt x="634123" y="396430"/>
                  </a:cubicBezTo>
                  <a:cubicBezTo>
                    <a:pt x="637045" y="395135"/>
                    <a:pt x="638505" y="390271"/>
                    <a:pt x="638187" y="390919"/>
                  </a:cubicBezTo>
                  <a:cubicBezTo>
                    <a:pt x="640410" y="383997"/>
                    <a:pt x="627900" y="374485"/>
                    <a:pt x="628218" y="366154"/>
                  </a:cubicBezTo>
                  <a:lnTo>
                    <a:pt x="628726" y="353720"/>
                  </a:lnTo>
                  <a:cubicBezTo>
                    <a:pt x="628980" y="348634"/>
                    <a:pt x="633933" y="337388"/>
                    <a:pt x="633743" y="338042"/>
                  </a:cubicBezTo>
                  <a:cubicBezTo>
                    <a:pt x="635330" y="333927"/>
                    <a:pt x="633488" y="329171"/>
                    <a:pt x="631139" y="332956"/>
                  </a:cubicBezTo>
                  <a:cubicBezTo>
                    <a:pt x="630568" y="333496"/>
                    <a:pt x="627456" y="339661"/>
                    <a:pt x="627773" y="335229"/>
                  </a:cubicBezTo>
                  <a:cubicBezTo>
                    <a:pt x="627773" y="335229"/>
                    <a:pt x="625615" y="306248"/>
                    <a:pt x="629933" y="306464"/>
                  </a:cubicBezTo>
                  <a:lnTo>
                    <a:pt x="619137" y="269589"/>
                  </a:lnTo>
                  <a:lnTo>
                    <a:pt x="635203" y="242551"/>
                  </a:lnTo>
                  <a:lnTo>
                    <a:pt x="647649" y="232283"/>
                  </a:lnTo>
                  <a:lnTo>
                    <a:pt x="644410" y="202438"/>
                  </a:lnTo>
                  <a:lnTo>
                    <a:pt x="660857" y="151181"/>
                  </a:lnTo>
                  <a:lnTo>
                    <a:pt x="680352" y="138094"/>
                  </a:lnTo>
                  <a:lnTo>
                    <a:pt x="707974" y="102946"/>
                  </a:lnTo>
                  <a:lnTo>
                    <a:pt x="690448" y="93110"/>
                  </a:lnTo>
                  <a:lnTo>
                    <a:pt x="696036" y="67373"/>
                  </a:lnTo>
                  <a:lnTo>
                    <a:pt x="665556" y="48775"/>
                  </a:lnTo>
                  <a:lnTo>
                    <a:pt x="653872" y="27578"/>
                  </a:lnTo>
                  <a:lnTo>
                    <a:pt x="642696" y="24009"/>
                  </a:lnTo>
                  <a:lnTo>
                    <a:pt x="631965" y="36119"/>
                  </a:lnTo>
                  <a:lnTo>
                    <a:pt x="614756" y="28010"/>
                  </a:lnTo>
                  <a:lnTo>
                    <a:pt x="601548" y="38608"/>
                  </a:lnTo>
                  <a:lnTo>
                    <a:pt x="564020" y="6598"/>
                  </a:lnTo>
                  <a:lnTo>
                    <a:pt x="546938" y="4325"/>
                  </a:lnTo>
                  <a:lnTo>
                    <a:pt x="540017" y="11462"/>
                  </a:lnTo>
                  <a:lnTo>
                    <a:pt x="522046" y="1410"/>
                  </a:lnTo>
                  <a:lnTo>
                    <a:pt x="489661" y="0"/>
                  </a:lnTo>
                  <a:lnTo>
                    <a:pt x="489661" y="11786"/>
                  </a:lnTo>
                  <a:lnTo>
                    <a:pt x="467055" y="16224"/>
                  </a:lnTo>
                  <a:lnTo>
                    <a:pt x="452450" y="8871"/>
                  </a:lnTo>
                  <a:lnTo>
                    <a:pt x="414350" y="27254"/>
                  </a:lnTo>
                  <a:lnTo>
                    <a:pt x="394855" y="19901"/>
                  </a:lnTo>
                  <a:lnTo>
                    <a:pt x="377711" y="44990"/>
                  </a:lnTo>
                  <a:lnTo>
                    <a:pt x="307797" y="34715"/>
                  </a:lnTo>
                  <a:lnTo>
                    <a:pt x="302844" y="21412"/>
                  </a:lnTo>
                  <a:lnTo>
                    <a:pt x="282080" y="7677"/>
                  </a:lnTo>
                  <a:lnTo>
                    <a:pt x="267665" y="6166"/>
                  </a:lnTo>
                  <a:lnTo>
                    <a:pt x="254241" y="14491"/>
                  </a:lnTo>
                  <a:lnTo>
                    <a:pt x="242335" y="34176"/>
                  </a:lnTo>
                  <a:lnTo>
                    <a:pt x="232918" y="37636"/>
                  </a:lnTo>
                  <a:lnTo>
                    <a:pt x="236385" y="79915"/>
                  </a:lnTo>
                  <a:lnTo>
                    <a:pt x="216033" y="101435"/>
                  </a:lnTo>
                  <a:lnTo>
                    <a:pt x="215062" y="123387"/>
                  </a:lnTo>
                  <a:lnTo>
                    <a:pt x="206184" y="143066"/>
                  </a:lnTo>
                  <a:lnTo>
                    <a:pt x="210623" y="170104"/>
                  </a:lnTo>
                  <a:lnTo>
                    <a:pt x="201206" y="185782"/>
                  </a:lnTo>
                  <a:lnTo>
                    <a:pt x="202724" y="200489"/>
                  </a:lnTo>
                  <a:lnTo>
                    <a:pt x="190709" y="217684"/>
                  </a:lnTo>
                  <a:lnTo>
                    <a:pt x="171012" y="225577"/>
                  </a:lnTo>
                  <a:lnTo>
                    <a:pt x="158559" y="251314"/>
                  </a:lnTo>
                  <a:lnTo>
                    <a:pt x="143948" y="265265"/>
                  </a:lnTo>
                  <a:lnTo>
                    <a:pt x="146329" y="307651"/>
                  </a:lnTo>
                  <a:lnTo>
                    <a:pt x="134423" y="331229"/>
                  </a:lnTo>
                  <a:lnTo>
                    <a:pt x="119596" y="332200"/>
                  </a:lnTo>
                  <a:lnTo>
                    <a:pt x="92862" y="364211"/>
                  </a:lnTo>
                  <a:lnTo>
                    <a:pt x="79006" y="361721"/>
                  </a:lnTo>
                  <a:lnTo>
                    <a:pt x="78467" y="340309"/>
                  </a:lnTo>
                  <a:lnTo>
                    <a:pt x="52273" y="345827"/>
                  </a:lnTo>
                  <a:lnTo>
                    <a:pt x="52057" y="356750"/>
                  </a:lnTo>
                  <a:lnTo>
                    <a:pt x="39611" y="363779"/>
                  </a:lnTo>
                  <a:lnTo>
                    <a:pt x="31172" y="355448"/>
                  </a:lnTo>
                  <a:lnTo>
                    <a:pt x="11576" y="377292"/>
                  </a:lnTo>
                  <a:lnTo>
                    <a:pt x="12230" y="389839"/>
                  </a:lnTo>
                  <a:lnTo>
                    <a:pt x="0" y="399243"/>
                  </a:lnTo>
                  <a:cubicBezTo>
                    <a:pt x="5842" y="406597"/>
                    <a:pt x="13849" y="415036"/>
                    <a:pt x="12338" y="416547"/>
                  </a:cubicBezTo>
                  <a:lnTo>
                    <a:pt x="39179" y="405194"/>
                  </a:lnTo>
                  <a:lnTo>
                    <a:pt x="158781" y="406057"/>
                  </a:lnTo>
                  <a:lnTo>
                    <a:pt x="162890" y="425520"/>
                  </a:lnTo>
                  <a:lnTo>
                    <a:pt x="172199" y="445637"/>
                  </a:lnTo>
                  <a:lnTo>
                    <a:pt x="197205" y="485000"/>
                  </a:lnTo>
                  <a:lnTo>
                    <a:pt x="233026" y="478079"/>
                  </a:lnTo>
                  <a:lnTo>
                    <a:pt x="263537" y="477863"/>
                  </a:lnTo>
                  <a:lnTo>
                    <a:pt x="270586" y="460991"/>
                  </a:lnTo>
                  <a:lnTo>
                    <a:pt x="267982" y="442824"/>
                  </a:lnTo>
                  <a:lnTo>
                    <a:pt x="310845" y="439363"/>
                  </a:lnTo>
                  <a:lnTo>
                    <a:pt x="306082" y="452774"/>
                  </a:lnTo>
                  <a:lnTo>
                    <a:pt x="355867" y="453206"/>
                  </a:lnTo>
                  <a:lnTo>
                    <a:pt x="350342" y="479266"/>
                  </a:lnTo>
                  <a:lnTo>
                    <a:pt x="359804" y="497002"/>
                  </a:lnTo>
                  <a:lnTo>
                    <a:pt x="353835" y="538740"/>
                  </a:lnTo>
                  <a:lnTo>
                    <a:pt x="368186" y="552476"/>
                  </a:lnTo>
                  <a:lnTo>
                    <a:pt x="374726" y="570103"/>
                  </a:lnTo>
                  <a:lnTo>
                    <a:pt x="366280" y="587839"/>
                  </a:lnTo>
                  <a:lnTo>
                    <a:pt x="374155" y="605028"/>
                  </a:lnTo>
                  <a:lnTo>
                    <a:pt x="385077" y="594652"/>
                  </a:lnTo>
                  <a:lnTo>
                    <a:pt x="406857" y="597135"/>
                  </a:lnTo>
                  <a:lnTo>
                    <a:pt x="435622" y="585889"/>
                  </a:lnTo>
                  <a:lnTo>
                    <a:pt x="456958" y="595192"/>
                  </a:lnTo>
                  <a:lnTo>
                    <a:pt x="466928" y="610978"/>
                  </a:lnTo>
                  <a:lnTo>
                    <a:pt x="493661" y="600164"/>
                  </a:lnTo>
                  <a:lnTo>
                    <a:pt x="500075" y="621360"/>
                  </a:lnTo>
                  <a:lnTo>
                    <a:pt x="534809" y="630656"/>
                  </a:lnTo>
                  <a:lnTo>
                    <a:pt x="546176" y="613467"/>
                  </a:lnTo>
                  <a:lnTo>
                    <a:pt x="559447" y="614007"/>
                  </a:lnTo>
                  <a:lnTo>
                    <a:pt x="560463" y="623850"/>
                  </a:lnTo>
                  <a:lnTo>
                    <a:pt x="573862" y="641039"/>
                  </a:lnTo>
                  <a:lnTo>
                    <a:pt x="600722" y="645909"/>
                  </a:lnTo>
                  <a:lnTo>
                    <a:pt x="627646" y="685267"/>
                  </a:lnTo>
                  <a:lnTo>
                    <a:pt x="643013" y="673049"/>
                  </a:lnTo>
                  <a:lnTo>
                    <a:pt x="645934" y="684943"/>
                  </a:lnTo>
                  <a:lnTo>
                    <a:pt x="662508" y="684943"/>
                  </a:lnTo>
                  <a:lnTo>
                    <a:pt x="662381" y="628390"/>
                  </a:lnTo>
                  <a:lnTo>
                    <a:pt x="643458" y="631527"/>
                  </a:lnTo>
                  <a:lnTo>
                    <a:pt x="642379" y="641255"/>
                  </a:lnTo>
                  <a:lnTo>
                    <a:pt x="626377" y="638772"/>
                  </a:lnTo>
                  <a:lnTo>
                    <a:pt x="616280" y="624281"/>
                  </a:lnTo>
                  <a:lnTo>
                    <a:pt x="605358" y="619087"/>
                  </a:lnTo>
                  <a:lnTo>
                    <a:pt x="600151" y="604380"/>
                  </a:lnTo>
                  <a:lnTo>
                    <a:pt x="612851" y="579730"/>
                  </a:lnTo>
                  <a:lnTo>
                    <a:pt x="607644" y="529444"/>
                  </a:lnTo>
                  <a:lnTo>
                    <a:pt x="620408" y="498405"/>
                  </a:lnTo>
                  <a:lnTo>
                    <a:pt x="680288" y="489757"/>
                  </a:lnTo>
                  <a:cubicBezTo>
                    <a:pt x="681558" y="487375"/>
                    <a:pt x="684288" y="486080"/>
                    <a:pt x="683971" y="483483"/>
                  </a:cubicBezTo>
                  <a:cubicBezTo>
                    <a:pt x="683399" y="478079"/>
                    <a:pt x="672350" y="474834"/>
                    <a:pt x="671398" y="467913"/>
                  </a:cubicBezTo>
                  <a:lnTo>
                    <a:pt x="671398" y="467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BF0C0CD6-7FCA-B606-5ED8-511D39BAE37B}"/>
                </a:ext>
              </a:extLst>
            </p:cNvPr>
            <p:cNvSpPr/>
            <p:nvPr/>
          </p:nvSpPr>
          <p:spPr>
            <a:xfrm>
              <a:off x="5787221" y="5190189"/>
              <a:ext cx="380580" cy="323681"/>
            </a:xfrm>
            <a:custGeom>
              <a:avLst/>
              <a:gdLst>
                <a:gd name="csX0" fmla="*/ 281178 w 438911"/>
                <a:gd name="csY0" fmla="*/ 141770 h 373291"/>
                <a:gd name="csX1" fmla="*/ 280098 w 438911"/>
                <a:gd name="csY1" fmla="*/ 151499 h 373291"/>
                <a:gd name="csX2" fmla="*/ 264096 w 438911"/>
                <a:gd name="csY2" fmla="*/ 149016 h 373291"/>
                <a:gd name="csX3" fmla="*/ 254000 w 438911"/>
                <a:gd name="csY3" fmla="*/ 134525 h 373291"/>
                <a:gd name="csX4" fmla="*/ 243078 w 438911"/>
                <a:gd name="csY4" fmla="*/ 129330 h 373291"/>
                <a:gd name="csX5" fmla="*/ 237871 w 438911"/>
                <a:gd name="csY5" fmla="*/ 114624 h 373291"/>
                <a:gd name="csX6" fmla="*/ 250571 w 438911"/>
                <a:gd name="csY6" fmla="*/ 89967 h 373291"/>
                <a:gd name="csX7" fmla="*/ 245364 w 438911"/>
                <a:gd name="csY7" fmla="*/ 39688 h 373291"/>
                <a:gd name="csX8" fmla="*/ 258128 w 438911"/>
                <a:gd name="csY8" fmla="*/ 8649 h 373291"/>
                <a:gd name="csX9" fmla="*/ 318008 w 438911"/>
                <a:gd name="csY9" fmla="*/ 0 h 373291"/>
                <a:gd name="csX10" fmla="*/ 317246 w 438911"/>
                <a:gd name="csY10" fmla="*/ 3245 h 373291"/>
                <a:gd name="csX11" fmla="*/ 320929 w 438911"/>
                <a:gd name="csY11" fmla="*/ 7138 h 373291"/>
                <a:gd name="csX12" fmla="*/ 329057 w 438911"/>
                <a:gd name="csY12" fmla="*/ 9080 h 373291"/>
                <a:gd name="csX13" fmla="*/ 336486 w 438911"/>
                <a:gd name="csY13" fmla="*/ 15570 h 373291"/>
                <a:gd name="csX14" fmla="*/ 342011 w 438911"/>
                <a:gd name="csY14" fmla="*/ 16218 h 373291"/>
                <a:gd name="csX15" fmla="*/ 344488 w 438911"/>
                <a:gd name="csY15" fmla="*/ 14275 h 373291"/>
                <a:gd name="csX16" fmla="*/ 359346 w 438911"/>
                <a:gd name="csY16" fmla="*/ 15030 h 373291"/>
                <a:gd name="csX17" fmla="*/ 368236 w 438911"/>
                <a:gd name="csY17" fmla="*/ 27902 h 373291"/>
                <a:gd name="csX18" fmla="*/ 410019 w 438911"/>
                <a:gd name="csY18" fmla="*/ 40875 h 373291"/>
                <a:gd name="csX19" fmla="*/ 413258 w 438911"/>
                <a:gd name="csY19" fmla="*/ 55366 h 373291"/>
                <a:gd name="csX20" fmla="*/ 426783 w 438911"/>
                <a:gd name="csY20" fmla="*/ 62611 h 373291"/>
                <a:gd name="csX21" fmla="*/ 438912 w 438911"/>
                <a:gd name="csY21" fmla="*/ 88132 h 373291"/>
                <a:gd name="csX22" fmla="*/ 422148 w 438911"/>
                <a:gd name="csY22" fmla="*/ 99162 h 373291"/>
                <a:gd name="csX23" fmla="*/ 421577 w 438911"/>
                <a:gd name="csY23" fmla="*/ 143713 h 373291"/>
                <a:gd name="csX24" fmla="*/ 434467 w 438911"/>
                <a:gd name="csY24" fmla="*/ 152146 h 373291"/>
                <a:gd name="csX25" fmla="*/ 410083 w 438911"/>
                <a:gd name="csY25" fmla="*/ 171507 h 373291"/>
                <a:gd name="csX26" fmla="*/ 410655 w 438911"/>
                <a:gd name="csY26" fmla="*/ 191186 h 373291"/>
                <a:gd name="csX27" fmla="*/ 401003 w 438911"/>
                <a:gd name="csY27" fmla="*/ 199295 h 373291"/>
                <a:gd name="csX28" fmla="*/ 407860 w 438911"/>
                <a:gd name="csY28" fmla="*/ 211950 h 373291"/>
                <a:gd name="csX29" fmla="*/ 415544 w 438911"/>
                <a:gd name="csY29" fmla="*/ 210541 h 373291"/>
                <a:gd name="csX30" fmla="*/ 424815 w 438911"/>
                <a:gd name="csY30" fmla="*/ 223412 h 373291"/>
                <a:gd name="csX31" fmla="*/ 308229 w 438911"/>
                <a:gd name="csY31" fmla="*/ 254229 h 373291"/>
                <a:gd name="csX32" fmla="*/ 313436 w 438911"/>
                <a:gd name="csY32" fmla="*/ 278670 h 373291"/>
                <a:gd name="csX33" fmla="*/ 284543 w 438911"/>
                <a:gd name="csY33" fmla="*/ 278130 h 373291"/>
                <a:gd name="csX34" fmla="*/ 259842 w 438911"/>
                <a:gd name="csY34" fmla="*/ 293269 h 373291"/>
                <a:gd name="csX35" fmla="*/ 252285 w 438911"/>
                <a:gd name="csY35" fmla="*/ 321063 h 373291"/>
                <a:gd name="csX36" fmla="*/ 224028 w 438911"/>
                <a:gd name="csY36" fmla="*/ 325819 h 373291"/>
                <a:gd name="csX37" fmla="*/ 179578 w 438911"/>
                <a:gd name="csY37" fmla="*/ 373291 h 373291"/>
                <a:gd name="csX38" fmla="*/ 147066 w 438911"/>
                <a:gd name="csY38" fmla="*/ 362261 h 373291"/>
                <a:gd name="csX39" fmla="*/ 120904 w 438911"/>
                <a:gd name="csY39" fmla="*/ 361937 h 373291"/>
                <a:gd name="csX40" fmla="*/ 104902 w 438911"/>
                <a:gd name="csY40" fmla="*/ 347339 h 373291"/>
                <a:gd name="csX41" fmla="*/ 80645 w 438911"/>
                <a:gd name="csY41" fmla="*/ 345174 h 373291"/>
                <a:gd name="csX42" fmla="*/ 45593 w 438911"/>
                <a:gd name="csY42" fmla="*/ 351987 h 373291"/>
                <a:gd name="csX43" fmla="*/ 6731 w 438911"/>
                <a:gd name="csY43" fmla="*/ 313487 h 373291"/>
                <a:gd name="csX44" fmla="*/ 7048 w 438911"/>
                <a:gd name="csY44" fmla="*/ 303003 h 373291"/>
                <a:gd name="csX45" fmla="*/ 762 w 438911"/>
                <a:gd name="csY45" fmla="*/ 296297 h 373291"/>
                <a:gd name="csX46" fmla="*/ 0 w 438911"/>
                <a:gd name="csY46" fmla="*/ 178860 h 373291"/>
                <a:gd name="csX47" fmla="*/ 76009 w 438911"/>
                <a:gd name="csY47" fmla="*/ 179076 h 373291"/>
                <a:gd name="csX48" fmla="*/ 71310 w 438911"/>
                <a:gd name="csY48" fmla="*/ 167507 h 373291"/>
                <a:gd name="csX49" fmla="*/ 78486 w 438911"/>
                <a:gd name="csY49" fmla="*/ 153232 h 373291"/>
                <a:gd name="csX50" fmla="*/ 72961 w 438911"/>
                <a:gd name="csY50" fmla="*/ 145009 h 373291"/>
                <a:gd name="csX51" fmla="*/ 73152 w 438911"/>
                <a:gd name="csY51" fmla="*/ 96349 h 373291"/>
                <a:gd name="csX52" fmla="*/ 94679 w 438911"/>
                <a:gd name="csY52" fmla="*/ 105651 h 373291"/>
                <a:gd name="csX53" fmla="*/ 104330 w 438911"/>
                <a:gd name="csY53" fmla="*/ 121329 h 373291"/>
                <a:gd name="csX54" fmla="*/ 131064 w 438911"/>
                <a:gd name="csY54" fmla="*/ 110515 h 373291"/>
                <a:gd name="csX55" fmla="*/ 137478 w 438911"/>
                <a:gd name="csY55" fmla="*/ 131712 h 373291"/>
                <a:gd name="csX56" fmla="*/ 172085 w 438911"/>
                <a:gd name="csY56" fmla="*/ 141008 h 373291"/>
                <a:gd name="csX57" fmla="*/ 183452 w 438911"/>
                <a:gd name="csY57" fmla="*/ 123819 h 373291"/>
                <a:gd name="csX58" fmla="*/ 196786 w 438911"/>
                <a:gd name="csY58" fmla="*/ 124358 h 373291"/>
                <a:gd name="csX59" fmla="*/ 197739 w 438911"/>
                <a:gd name="csY59" fmla="*/ 134201 h 373291"/>
                <a:gd name="csX60" fmla="*/ 211138 w 438911"/>
                <a:gd name="csY60" fmla="*/ 151390 h 373291"/>
                <a:gd name="csX61" fmla="*/ 237680 w 438911"/>
                <a:gd name="csY61" fmla="*/ 156261 h 373291"/>
                <a:gd name="csX62" fmla="*/ 264985 w 438911"/>
                <a:gd name="csY62" fmla="*/ 195618 h 373291"/>
                <a:gd name="csX63" fmla="*/ 280353 w 438911"/>
                <a:gd name="csY63" fmla="*/ 183401 h 373291"/>
                <a:gd name="csX64" fmla="*/ 283273 w 438911"/>
                <a:gd name="csY64" fmla="*/ 195294 h 373291"/>
                <a:gd name="csX65" fmla="*/ 299783 w 438911"/>
                <a:gd name="csY65" fmla="*/ 195294 h 373291"/>
                <a:gd name="csX66" fmla="*/ 299720 w 438911"/>
                <a:gd name="csY66" fmla="*/ 138741 h 373291"/>
                <a:gd name="csX67" fmla="*/ 280733 w 438911"/>
                <a:gd name="csY67" fmla="*/ 141878 h 373291"/>
                <a:gd name="csX68" fmla="*/ 281178 w 438911"/>
                <a:gd name="csY68" fmla="*/ 141770 h 373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438911" h="373291">
                  <a:moveTo>
                    <a:pt x="281178" y="141770"/>
                  </a:moveTo>
                  <a:lnTo>
                    <a:pt x="280098" y="151499"/>
                  </a:lnTo>
                  <a:lnTo>
                    <a:pt x="264096" y="149016"/>
                  </a:lnTo>
                  <a:lnTo>
                    <a:pt x="254000" y="134525"/>
                  </a:lnTo>
                  <a:lnTo>
                    <a:pt x="243078" y="129330"/>
                  </a:lnTo>
                  <a:lnTo>
                    <a:pt x="237871" y="114624"/>
                  </a:lnTo>
                  <a:lnTo>
                    <a:pt x="250571" y="89967"/>
                  </a:lnTo>
                  <a:lnTo>
                    <a:pt x="245364" y="39688"/>
                  </a:lnTo>
                  <a:lnTo>
                    <a:pt x="258128" y="8649"/>
                  </a:lnTo>
                  <a:lnTo>
                    <a:pt x="318008" y="0"/>
                  </a:lnTo>
                  <a:cubicBezTo>
                    <a:pt x="317436" y="864"/>
                    <a:pt x="317119" y="1943"/>
                    <a:pt x="317246" y="3245"/>
                  </a:cubicBezTo>
                  <a:cubicBezTo>
                    <a:pt x="316992" y="2705"/>
                    <a:pt x="317246" y="7353"/>
                    <a:pt x="320929" y="7138"/>
                  </a:cubicBezTo>
                  <a:cubicBezTo>
                    <a:pt x="320294" y="7138"/>
                    <a:pt x="325882" y="6382"/>
                    <a:pt x="329057" y="9080"/>
                  </a:cubicBezTo>
                  <a:lnTo>
                    <a:pt x="336486" y="15570"/>
                  </a:lnTo>
                  <a:cubicBezTo>
                    <a:pt x="337883" y="16758"/>
                    <a:pt x="340423" y="17088"/>
                    <a:pt x="342011" y="16218"/>
                  </a:cubicBezTo>
                  <a:cubicBezTo>
                    <a:pt x="341693" y="16542"/>
                    <a:pt x="343408" y="15786"/>
                    <a:pt x="344488" y="14275"/>
                  </a:cubicBezTo>
                  <a:lnTo>
                    <a:pt x="359346" y="15030"/>
                  </a:lnTo>
                  <a:lnTo>
                    <a:pt x="368236" y="27902"/>
                  </a:lnTo>
                  <a:lnTo>
                    <a:pt x="410019" y="40875"/>
                  </a:lnTo>
                  <a:lnTo>
                    <a:pt x="413258" y="55366"/>
                  </a:lnTo>
                  <a:lnTo>
                    <a:pt x="426783" y="62611"/>
                  </a:lnTo>
                  <a:lnTo>
                    <a:pt x="438912" y="88132"/>
                  </a:lnTo>
                  <a:lnTo>
                    <a:pt x="422148" y="99162"/>
                  </a:lnTo>
                  <a:lnTo>
                    <a:pt x="421577" y="143713"/>
                  </a:lnTo>
                  <a:lnTo>
                    <a:pt x="434467" y="152146"/>
                  </a:lnTo>
                  <a:lnTo>
                    <a:pt x="410083" y="171507"/>
                  </a:lnTo>
                  <a:lnTo>
                    <a:pt x="410655" y="191186"/>
                  </a:lnTo>
                  <a:lnTo>
                    <a:pt x="401003" y="199295"/>
                  </a:lnTo>
                  <a:lnTo>
                    <a:pt x="407860" y="211950"/>
                  </a:lnTo>
                  <a:lnTo>
                    <a:pt x="415544" y="210541"/>
                  </a:lnTo>
                  <a:lnTo>
                    <a:pt x="424815" y="223412"/>
                  </a:lnTo>
                  <a:lnTo>
                    <a:pt x="308229" y="254229"/>
                  </a:lnTo>
                  <a:lnTo>
                    <a:pt x="313436" y="278670"/>
                  </a:lnTo>
                  <a:lnTo>
                    <a:pt x="284543" y="278130"/>
                  </a:lnTo>
                  <a:lnTo>
                    <a:pt x="259842" y="293269"/>
                  </a:lnTo>
                  <a:lnTo>
                    <a:pt x="252285" y="321063"/>
                  </a:lnTo>
                  <a:lnTo>
                    <a:pt x="224028" y="325819"/>
                  </a:lnTo>
                  <a:lnTo>
                    <a:pt x="179578" y="373291"/>
                  </a:lnTo>
                  <a:lnTo>
                    <a:pt x="147066" y="362261"/>
                  </a:lnTo>
                  <a:lnTo>
                    <a:pt x="120904" y="361937"/>
                  </a:lnTo>
                  <a:lnTo>
                    <a:pt x="104902" y="347339"/>
                  </a:lnTo>
                  <a:lnTo>
                    <a:pt x="80645" y="345174"/>
                  </a:lnTo>
                  <a:lnTo>
                    <a:pt x="45593" y="351987"/>
                  </a:lnTo>
                  <a:lnTo>
                    <a:pt x="6731" y="313487"/>
                  </a:lnTo>
                  <a:lnTo>
                    <a:pt x="7048" y="303003"/>
                  </a:lnTo>
                  <a:lnTo>
                    <a:pt x="762" y="296297"/>
                  </a:lnTo>
                  <a:lnTo>
                    <a:pt x="0" y="178860"/>
                  </a:lnTo>
                  <a:lnTo>
                    <a:pt x="76009" y="179076"/>
                  </a:lnTo>
                  <a:lnTo>
                    <a:pt x="71310" y="167507"/>
                  </a:lnTo>
                  <a:lnTo>
                    <a:pt x="78486" y="153232"/>
                  </a:lnTo>
                  <a:lnTo>
                    <a:pt x="72961" y="145009"/>
                  </a:lnTo>
                  <a:lnTo>
                    <a:pt x="73152" y="96349"/>
                  </a:lnTo>
                  <a:lnTo>
                    <a:pt x="94679" y="105651"/>
                  </a:lnTo>
                  <a:lnTo>
                    <a:pt x="104330" y="121329"/>
                  </a:lnTo>
                  <a:lnTo>
                    <a:pt x="131064" y="110515"/>
                  </a:lnTo>
                  <a:lnTo>
                    <a:pt x="137478" y="131712"/>
                  </a:lnTo>
                  <a:lnTo>
                    <a:pt x="172085" y="141008"/>
                  </a:lnTo>
                  <a:lnTo>
                    <a:pt x="183452" y="123819"/>
                  </a:lnTo>
                  <a:lnTo>
                    <a:pt x="196786" y="124358"/>
                  </a:lnTo>
                  <a:lnTo>
                    <a:pt x="197739" y="134201"/>
                  </a:lnTo>
                  <a:lnTo>
                    <a:pt x="211138" y="151390"/>
                  </a:lnTo>
                  <a:lnTo>
                    <a:pt x="237680" y="156261"/>
                  </a:lnTo>
                  <a:lnTo>
                    <a:pt x="264985" y="195618"/>
                  </a:lnTo>
                  <a:lnTo>
                    <a:pt x="280353" y="183401"/>
                  </a:lnTo>
                  <a:lnTo>
                    <a:pt x="283273" y="195294"/>
                  </a:lnTo>
                  <a:lnTo>
                    <a:pt x="299783" y="195294"/>
                  </a:lnTo>
                  <a:lnTo>
                    <a:pt x="299720" y="138741"/>
                  </a:lnTo>
                  <a:lnTo>
                    <a:pt x="280733" y="141878"/>
                  </a:lnTo>
                  <a:lnTo>
                    <a:pt x="281178" y="1417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DFAD5547-94F5-9FE7-CD00-4DE34113EC9D}"/>
                </a:ext>
              </a:extLst>
            </p:cNvPr>
            <p:cNvSpPr/>
            <p:nvPr/>
          </p:nvSpPr>
          <p:spPr>
            <a:xfrm>
              <a:off x="2778712" y="5274482"/>
              <a:ext cx="62599" cy="242389"/>
            </a:xfrm>
            <a:custGeom>
              <a:avLst/>
              <a:gdLst>
                <a:gd name="csX0" fmla="*/ 0 w 72193"/>
                <a:gd name="csY0" fmla="*/ 279540 h 279539"/>
                <a:gd name="csX1" fmla="*/ 23704 w 72193"/>
                <a:gd name="csY1" fmla="*/ 278238 h 279539"/>
                <a:gd name="csX2" fmla="*/ 31826 w 72193"/>
                <a:gd name="csY2" fmla="*/ 269049 h 279539"/>
                <a:gd name="csX3" fmla="*/ 28791 w 72193"/>
                <a:gd name="csY3" fmla="*/ 256286 h 279539"/>
                <a:gd name="csX4" fmla="*/ 42970 w 72193"/>
                <a:gd name="csY4" fmla="*/ 248717 h 279539"/>
                <a:gd name="csX5" fmla="*/ 33661 w 72193"/>
                <a:gd name="csY5" fmla="*/ 241040 h 279539"/>
                <a:gd name="csX6" fmla="*/ 60287 w 72193"/>
                <a:gd name="csY6" fmla="*/ 213792 h 279539"/>
                <a:gd name="csX7" fmla="*/ 45136 w 72193"/>
                <a:gd name="csY7" fmla="*/ 171291 h 279539"/>
                <a:gd name="csX8" fmla="*/ 56502 w 72193"/>
                <a:gd name="csY8" fmla="*/ 160045 h 279539"/>
                <a:gd name="csX9" fmla="*/ 46545 w 72193"/>
                <a:gd name="csY9" fmla="*/ 148584 h 279539"/>
                <a:gd name="csX10" fmla="*/ 64618 w 72193"/>
                <a:gd name="csY10" fmla="*/ 118847 h 279539"/>
                <a:gd name="csX11" fmla="*/ 57690 w 72193"/>
                <a:gd name="csY11" fmla="*/ 78727 h 279539"/>
                <a:gd name="csX12" fmla="*/ 72193 w 72193"/>
                <a:gd name="csY12" fmla="*/ 59265 h 279539"/>
                <a:gd name="csX13" fmla="*/ 38532 w 72193"/>
                <a:gd name="csY13" fmla="*/ 0 h 279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2193" h="279539">
                  <a:moveTo>
                    <a:pt x="0" y="279540"/>
                  </a:moveTo>
                  <a:lnTo>
                    <a:pt x="23704" y="278238"/>
                  </a:lnTo>
                  <a:lnTo>
                    <a:pt x="31826" y="269049"/>
                  </a:lnTo>
                  <a:lnTo>
                    <a:pt x="28791" y="256286"/>
                  </a:lnTo>
                  <a:lnTo>
                    <a:pt x="42970" y="248717"/>
                  </a:lnTo>
                  <a:lnTo>
                    <a:pt x="33661" y="241040"/>
                  </a:lnTo>
                  <a:lnTo>
                    <a:pt x="60287" y="213792"/>
                  </a:lnTo>
                  <a:lnTo>
                    <a:pt x="45136" y="171291"/>
                  </a:lnTo>
                  <a:lnTo>
                    <a:pt x="56502" y="160045"/>
                  </a:lnTo>
                  <a:lnTo>
                    <a:pt x="46545" y="148584"/>
                  </a:lnTo>
                  <a:lnTo>
                    <a:pt x="64618" y="118847"/>
                  </a:lnTo>
                  <a:lnTo>
                    <a:pt x="57690" y="78727"/>
                  </a:lnTo>
                  <a:lnTo>
                    <a:pt x="72193" y="59265"/>
                  </a:lnTo>
                  <a:lnTo>
                    <a:pt x="3853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A9287D11-7C49-DBDA-7BE4-5A948CFDAA29}"/>
                </a:ext>
              </a:extLst>
            </p:cNvPr>
            <p:cNvSpPr/>
            <p:nvPr/>
          </p:nvSpPr>
          <p:spPr>
            <a:xfrm>
              <a:off x="2667600" y="4764585"/>
              <a:ext cx="725378" cy="1247466"/>
            </a:xfrm>
            <a:custGeom>
              <a:avLst/>
              <a:gdLst>
                <a:gd name="csX0" fmla="*/ 836555 w 836555"/>
                <a:gd name="csY0" fmla="*/ 44876 h 1438662"/>
                <a:gd name="csX1" fmla="*/ 812419 w 836555"/>
                <a:gd name="csY1" fmla="*/ 79051 h 1438662"/>
                <a:gd name="csX2" fmla="*/ 803110 w 836555"/>
                <a:gd name="csY2" fmla="*/ 92456 h 1438662"/>
                <a:gd name="csX3" fmla="*/ 788283 w 836555"/>
                <a:gd name="csY3" fmla="*/ 103054 h 1438662"/>
                <a:gd name="csX4" fmla="*/ 774967 w 836555"/>
                <a:gd name="csY4" fmla="*/ 96781 h 1438662"/>
                <a:gd name="csX5" fmla="*/ 768255 w 836555"/>
                <a:gd name="csY5" fmla="*/ 100349 h 1438662"/>
                <a:gd name="csX6" fmla="*/ 759600 w 836555"/>
                <a:gd name="csY6" fmla="*/ 96133 h 1438662"/>
                <a:gd name="csX7" fmla="*/ 744011 w 836555"/>
                <a:gd name="csY7" fmla="*/ 101975 h 1438662"/>
                <a:gd name="csX8" fmla="*/ 714680 w 836555"/>
                <a:gd name="csY8" fmla="*/ 89643 h 1438662"/>
                <a:gd name="csX9" fmla="*/ 692061 w 836555"/>
                <a:gd name="csY9" fmla="*/ 95593 h 1438662"/>
                <a:gd name="csX10" fmla="*/ 677882 w 836555"/>
                <a:gd name="csY10" fmla="*/ 91268 h 1438662"/>
                <a:gd name="csX11" fmla="*/ 677882 w 836555"/>
                <a:gd name="csY11" fmla="*/ 111817 h 1438662"/>
                <a:gd name="csX12" fmla="*/ 638480 w 836555"/>
                <a:gd name="csY12" fmla="*/ 111703 h 1438662"/>
                <a:gd name="csX13" fmla="*/ 621163 w 836555"/>
                <a:gd name="csY13" fmla="*/ 104464 h 1438662"/>
                <a:gd name="csX14" fmla="*/ 616509 w 836555"/>
                <a:gd name="csY14" fmla="*/ 117329 h 1438662"/>
                <a:gd name="csX15" fmla="*/ 601682 w 836555"/>
                <a:gd name="csY15" fmla="*/ 122301 h 1438662"/>
                <a:gd name="csX16" fmla="*/ 590747 w 836555"/>
                <a:gd name="csY16" fmla="*/ 119710 h 1438662"/>
                <a:gd name="csX17" fmla="*/ 581330 w 836555"/>
                <a:gd name="csY17" fmla="*/ 126193 h 1438662"/>
                <a:gd name="csX18" fmla="*/ 582092 w 836555"/>
                <a:gd name="csY18" fmla="*/ 132359 h 1438662"/>
                <a:gd name="csX19" fmla="*/ 568236 w 836555"/>
                <a:gd name="csY19" fmla="*/ 136360 h 1438662"/>
                <a:gd name="csX20" fmla="*/ 535546 w 836555"/>
                <a:gd name="csY20" fmla="*/ 111595 h 1438662"/>
                <a:gd name="csX21" fmla="*/ 535007 w 836555"/>
                <a:gd name="csY21" fmla="*/ 99162 h 1438662"/>
                <a:gd name="csX22" fmla="*/ 525913 w 836555"/>
                <a:gd name="csY22" fmla="*/ 95161 h 1438662"/>
                <a:gd name="csX23" fmla="*/ 531330 w 836555"/>
                <a:gd name="csY23" fmla="*/ 63151 h 1438662"/>
                <a:gd name="csX24" fmla="*/ 543884 w 836555"/>
                <a:gd name="csY24" fmla="*/ 51581 h 1438662"/>
                <a:gd name="csX25" fmla="*/ 535654 w 836555"/>
                <a:gd name="csY25" fmla="*/ 32874 h 1438662"/>
                <a:gd name="csX26" fmla="*/ 521367 w 836555"/>
                <a:gd name="csY26" fmla="*/ 28550 h 1438662"/>
                <a:gd name="csX27" fmla="*/ 526129 w 836555"/>
                <a:gd name="csY27" fmla="*/ 8433 h 1438662"/>
                <a:gd name="csX28" fmla="*/ 519963 w 836555"/>
                <a:gd name="csY28" fmla="*/ 0 h 1438662"/>
                <a:gd name="csX29" fmla="*/ 499396 w 836555"/>
                <a:gd name="csY29" fmla="*/ 3029 h 1438662"/>
                <a:gd name="csX30" fmla="*/ 503187 w 836555"/>
                <a:gd name="csY30" fmla="*/ 12979 h 1438662"/>
                <a:gd name="csX31" fmla="*/ 488036 w 836555"/>
                <a:gd name="csY31" fmla="*/ 28658 h 1438662"/>
                <a:gd name="csX32" fmla="*/ 471367 w 836555"/>
                <a:gd name="csY32" fmla="*/ 28982 h 1438662"/>
                <a:gd name="csX33" fmla="*/ 467468 w 836555"/>
                <a:gd name="csY33" fmla="*/ 37414 h 1438662"/>
                <a:gd name="csX34" fmla="*/ 451015 w 836555"/>
                <a:gd name="csY34" fmla="*/ 42170 h 1438662"/>
                <a:gd name="csX35" fmla="*/ 442030 w 836555"/>
                <a:gd name="csY35" fmla="*/ 38602 h 1438662"/>
                <a:gd name="csX36" fmla="*/ 427965 w 836555"/>
                <a:gd name="csY36" fmla="*/ 45631 h 1438662"/>
                <a:gd name="csX37" fmla="*/ 427641 w 836555"/>
                <a:gd name="csY37" fmla="*/ 58934 h 1438662"/>
                <a:gd name="csX38" fmla="*/ 415950 w 836555"/>
                <a:gd name="csY38" fmla="*/ 63583 h 1438662"/>
                <a:gd name="csX39" fmla="*/ 401117 w 836555"/>
                <a:gd name="csY39" fmla="*/ 48660 h 1438662"/>
                <a:gd name="csX40" fmla="*/ 383153 w 836555"/>
                <a:gd name="csY40" fmla="*/ 50070 h 1438662"/>
                <a:gd name="csX41" fmla="*/ 374929 w 836555"/>
                <a:gd name="csY41" fmla="*/ 42716 h 1438662"/>
                <a:gd name="csX42" fmla="*/ 360426 w 836555"/>
                <a:gd name="csY42" fmla="*/ 35795 h 1438662"/>
                <a:gd name="csX43" fmla="*/ 343211 w 836555"/>
                <a:gd name="csY43" fmla="*/ 39688 h 1438662"/>
                <a:gd name="csX44" fmla="*/ 367678 w 836555"/>
                <a:gd name="csY44" fmla="*/ 65640 h 1438662"/>
                <a:gd name="csX45" fmla="*/ 367348 w 836555"/>
                <a:gd name="csY45" fmla="*/ 79807 h 1438662"/>
                <a:gd name="csX46" fmla="*/ 377635 w 836555"/>
                <a:gd name="csY46" fmla="*/ 92888 h 1438662"/>
                <a:gd name="csX47" fmla="*/ 375469 w 836555"/>
                <a:gd name="csY47" fmla="*/ 92564 h 1438662"/>
                <a:gd name="csX48" fmla="*/ 399713 w 836555"/>
                <a:gd name="csY48" fmla="*/ 94837 h 1438662"/>
                <a:gd name="csX49" fmla="*/ 397872 w 836555"/>
                <a:gd name="csY49" fmla="*/ 106839 h 1438662"/>
                <a:gd name="csX50" fmla="*/ 375469 w 836555"/>
                <a:gd name="csY50" fmla="*/ 113976 h 1438662"/>
                <a:gd name="csX51" fmla="*/ 362807 w 836555"/>
                <a:gd name="csY51" fmla="*/ 129978 h 1438662"/>
                <a:gd name="csX52" fmla="*/ 353606 w 836555"/>
                <a:gd name="csY52" fmla="*/ 127711 h 1438662"/>
                <a:gd name="csX53" fmla="*/ 343541 w 836555"/>
                <a:gd name="csY53" fmla="*/ 134309 h 1438662"/>
                <a:gd name="csX54" fmla="*/ 330657 w 836555"/>
                <a:gd name="csY54" fmla="*/ 152476 h 1438662"/>
                <a:gd name="csX55" fmla="*/ 314528 w 836555"/>
                <a:gd name="csY55" fmla="*/ 154096 h 1438662"/>
                <a:gd name="csX56" fmla="*/ 315398 w 836555"/>
                <a:gd name="csY56" fmla="*/ 141986 h 1438662"/>
                <a:gd name="csX57" fmla="*/ 304787 w 836555"/>
                <a:gd name="csY57" fmla="*/ 134741 h 1438662"/>
                <a:gd name="csX58" fmla="*/ 287147 w 836555"/>
                <a:gd name="csY58" fmla="*/ 149447 h 1438662"/>
                <a:gd name="csX59" fmla="*/ 271996 w 836555"/>
                <a:gd name="csY59" fmla="*/ 134956 h 1438662"/>
                <a:gd name="csX60" fmla="*/ 240824 w 836555"/>
                <a:gd name="csY60" fmla="*/ 137008 h 1438662"/>
                <a:gd name="csX61" fmla="*/ 240824 w 836555"/>
                <a:gd name="csY61" fmla="*/ 122517 h 1438662"/>
                <a:gd name="csX62" fmla="*/ 225342 w 836555"/>
                <a:gd name="csY62" fmla="*/ 105220 h 1438662"/>
                <a:gd name="csX63" fmla="*/ 214630 w 836555"/>
                <a:gd name="csY63" fmla="*/ 114408 h 1438662"/>
                <a:gd name="csX64" fmla="*/ 197961 w 836555"/>
                <a:gd name="csY64" fmla="*/ 107271 h 1438662"/>
                <a:gd name="csX65" fmla="*/ 194170 w 836555"/>
                <a:gd name="csY65" fmla="*/ 115710 h 1438662"/>
                <a:gd name="csX66" fmla="*/ 160077 w 836555"/>
                <a:gd name="csY66" fmla="*/ 115925 h 1438662"/>
                <a:gd name="csX67" fmla="*/ 156832 w 836555"/>
                <a:gd name="csY67" fmla="*/ 136900 h 1438662"/>
                <a:gd name="csX68" fmla="*/ 175990 w 836555"/>
                <a:gd name="csY68" fmla="*/ 140145 h 1438662"/>
                <a:gd name="csX69" fmla="*/ 182480 w 836555"/>
                <a:gd name="csY69" fmla="*/ 160262 h 1438662"/>
                <a:gd name="csX70" fmla="*/ 151746 w 836555"/>
                <a:gd name="csY70" fmla="*/ 161341 h 1438662"/>
                <a:gd name="csX71" fmla="*/ 148495 w 836555"/>
                <a:gd name="csY71" fmla="*/ 185020 h 1438662"/>
                <a:gd name="csX72" fmla="*/ 164624 w 836555"/>
                <a:gd name="csY72" fmla="*/ 197244 h 1438662"/>
                <a:gd name="csX73" fmla="*/ 166681 w 836555"/>
                <a:gd name="csY73" fmla="*/ 212274 h 1438662"/>
                <a:gd name="csX74" fmla="*/ 175558 w 836555"/>
                <a:gd name="csY74" fmla="*/ 226117 h 1438662"/>
                <a:gd name="csX75" fmla="*/ 171228 w 836555"/>
                <a:gd name="csY75" fmla="*/ 234658 h 1438662"/>
                <a:gd name="csX76" fmla="*/ 153257 w 836555"/>
                <a:gd name="csY76" fmla="*/ 350476 h 1438662"/>
                <a:gd name="csX77" fmla="*/ 138754 w 836555"/>
                <a:gd name="csY77" fmla="*/ 347123 h 1438662"/>
                <a:gd name="csX78" fmla="*/ 136481 w 836555"/>
                <a:gd name="csY78" fmla="*/ 340633 h 1438662"/>
                <a:gd name="csX79" fmla="*/ 120790 w 836555"/>
                <a:gd name="csY79" fmla="*/ 341497 h 1438662"/>
                <a:gd name="csX80" fmla="*/ 114294 w 836555"/>
                <a:gd name="csY80" fmla="*/ 349498 h 1438662"/>
                <a:gd name="csX81" fmla="*/ 81610 w 836555"/>
                <a:gd name="csY81" fmla="*/ 347231 h 1438662"/>
                <a:gd name="csX82" fmla="*/ 42748 w 836555"/>
                <a:gd name="csY82" fmla="*/ 370586 h 1438662"/>
                <a:gd name="csX83" fmla="*/ 32144 w 836555"/>
                <a:gd name="csY83" fmla="*/ 404216 h 1438662"/>
                <a:gd name="csX84" fmla="*/ 33223 w 836555"/>
                <a:gd name="csY84" fmla="*/ 420440 h 1438662"/>
                <a:gd name="csX85" fmla="*/ 10389 w 836555"/>
                <a:gd name="csY85" fmla="*/ 433845 h 1438662"/>
                <a:gd name="csX86" fmla="*/ 11576 w 836555"/>
                <a:gd name="csY86" fmla="*/ 450825 h 1438662"/>
                <a:gd name="csX87" fmla="*/ 0 w 836555"/>
                <a:gd name="csY87" fmla="*/ 454070 h 1438662"/>
                <a:gd name="csX88" fmla="*/ 324 w 836555"/>
                <a:gd name="csY88" fmla="*/ 470395 h 1438662"/>
                <a:gd name="csX89" fmla="*/ 13957 w 836555"/>
                <a:gd name="csY89" fmla="*/ 476345 h 1438662"/>
                <a:gd name="csX90" fmla="*/ 38856 w 836555"/>
                <a:gd name="csY90" fmla="*/ 514191 h 1438662"/>
                <a:gd name="csX91" fmla="*/ 30626 w 836555"/>
                <a:gd name="csY91" fmla="*/ 530632 h 1438662"/>
                <a:gd name="csX92" fmla="*/ 64071 w 836555"/>
                <a:gd name="csY92" fmla="*/ 535388 h 1438662"/>
                <a:gd name="csX93" fmla="*/ 69050 w 836555"/>
                <a:gd name="csY93" fmla="*/ 553231 h 1438662"/>
                <a:gd name="csX94" fmla="*/ 102171 w 836555"/>
                <a:gd name="csY94" fmla="*/ 553231 h 1438662"/>
                <a:gd name="csX95" fmla="*/ 131610 w 836555"/>
                <a:gd name="csY95" fmla="*/ 527063 h 1438662"/>
                <a:gd name="csX96" fmla="*/ 134645 w 836555"/>
                <a:gd name="csY96" fmla="*/ 554311 h 1438662"/>
                <a:gd name="csX97" fmla="*/ 126740 w 836555"/>
                <a:gd name="csY97" fmla="*/ 565017 h 1438662"/>
                <a:gd name="csX98" fmla="*/ 126740 w 836555"/>
                <a:gd name="csY98" fmla="*/ 591401 h 1438662"/>
                <a:gd name="csX99" fmla="*/ 138646 w 836555"/>
                <a:gd name="csY99" fmla="*/ 593567 h 1438662"/>
                <a:gd name="csX100" fmla="*/ 153041 w 836555"/>
                <a:gd name="csY100" fmla="*/ 587401 h 1438662"/>
                <a:gd name="csX101" fmla="*/ 195580 w 836555"/>
                <a:gd name="csY101" fmla="*/ 589242 h 1438662"/>
                <a:gd name="csX102" fmla="*/ 203372 w 836555"/>
                <a:gd name="csY102" fmla="*/ 597243 h 1438662"/>
                <a:gd name="csX103" fmla="*/ 213982 w 836555"/>
                <a:gd name="csY103" fmla="*/ 592379 h 1438662"/>
                <a:gd name="csX104" fmla="*/ 223507 w 836555"/>
                <a:gd name="csY104" fmla="*/ 578428 h 1438662"/>
                <a:gd name="csX105" fmla="*/ 236709 w 836555"/>
                <a:gd name="csY105" fmla="*/ 579400 h 1438662"/>
                <a:gd name="csX106" fmla="*/ 276651 w 836555"/>
                <a:gd name="csY106" fmla="*/ 549663 h 1438662"/>
                <a:gd name="csX107" fmla="*/ 309010 w 836555"/>
                <a:gd name="csY107" fmla="*/ 545446 h 1438662"/>
                <a:gd name="csX108" fmla="*/ 316478 w 836555"/>
                <a:gd name="csY108" fmla="*/ 539172 h 1438662"/>
                <a:gd name="csX109" fmla="*/ 329794 w 836555"/>
                <a:gd name="csY109" fmla="*/ 551174 h 1438662"/>
                <a:gd name="csX110" fmla="*/ 329362 w 836555"/>
                <a:gd name="csY110" fmla="*/ 566642 h 1438662"/>
                <a:gd name="csX111" fmla="*/ 322110 w 836555"/>
                <a:gd name="csY111" fmla="*/ 573996 h 1438662"/>
                <a:gd name="csX112" fmla="*/ 329362 w 836555"/>
                <a:gd name="csY112" fmla="*/ 595078 h 1438662"/>
                <a:gd name="csX113" fmla="*/ 324707 w 836555"/>
                <a:gd name="csY113" fmla="*/ 604812 h 1438662"/>
                <a:gd name="csX114" fmla="*/ 336614 w 836555"/>
                <a:gd name="csY114" fmla="*/ 627628 h 1438662"/>
                <a:gd name="csX115" fmla="*/ 356095 w 836555"/>
                <a:gd name="csY115" fmla="*/ 637146 h 1438662"/>
                <a:gd name="csX116" fmla="*/ 356095 w 836555"/>
                <a:gd name="csY116" fmla="*/ 645903 h 1438662"/>
                <a:gd name="csX117" fmla="*/ 375469 w 836555"/>
                <a:gd name="csY117" fmla="*/ 650449 h 1438662"/>
                <a:gd name="csX118" fmla="*/ 383153 w 836555"/>
                <a:gd name="csY118" fmla="*/ 646011 h 1438662"/>
                <a:gd name="csX119" fmla="*/ 408153 w 836555"/>
                <a:gd name="csY119" fmla="*/ 653364 h 1438662"/>
                <a:gd name="csX120" fmla="*/ 420821 w 836555"/>
                <a:gd name="csY120" fmla="*/ 667747 h 1438662"/>
                <a:gd name="csX121" fmla="*/ 444303 w 836555"/>
                <a:gd name="csY121" fmla="*/ 670668 h 1438662"/>
                <a:gd name="csX122" fmla="*/ 459029 w 836555"/>
                <a:gd name="csY122" fmla="*/ 687648 h 1438662"/>
                <a:gd name="csX123" fmla="*/ 484892 w 836555"/>
                <a:gd name="csY123" fmla="*/ 684079 h 1438662"/>
                <a:gd name="csX124" fmla="*/ 507517 w 836555"/>
                <a:gd name="csY124" fmla="*/ 693484 h 1438662"/>
                <a:gd name="csX125" fmla="*/ 512928 w 836555"/>
                <a:gd name="csY125" fmla="*/ 704298 h 1438662"/>
                <a:gd name="csX126" fmla="*/ 508489 w 836555"/>
                <a:gd name="csY126" fmla="*/ 712845 h 1438662"/>
                <a:gd name="csX127" fmla="*/ 512712 w 836555"/>
                <a:gd name="csY127" fmla="*/ 723659 h 1438662"/>
                <a:gd name="csX128" fmla="*/ 512388 w 836555"/>
                <a:gd name="csY128" fmla="*/ 745611 h 1438662"/>
                <a:gd name="csX129" fmla="*/ 507734 w 836555"/>
                <a:gd name="csY129" fmla="*/ 749935 h 1438662"/>
                <a:gd name="csX130" fmla="*/ 517042 w 836555"/>
                <a:gd name="csY130" fmla="*/ 759879 h 1438662"/>
                <a:gd name="csX131" fmla="*/ 518986 w 836555"/>
                <a:gd name="csY131" fmla="*/ 778263 h 1438662"/>
                <a:gd name="csX132" fmla="*/ 588366 w 836555"/>
                <a:gd name="csY132" fmla="*/ 778263 h 1438662"/>
                <a:gd name="csX133" fmla="*/ 590747 w 836555"/>
                <a:gd name="csY133" fmla="*/ 797732 h 1438662"/>
                <a:gd name="csX134" fmla="*/ 582632 w 836555"/>
                <a:gd name="csY134" fmla="*/ 805193 h 1438662"/>
                <a:gd name="csX135" fmla="*/ 584689 w 836555"/>
                <a:gd name="csY135" fmla="*/ 828008 h 1438662"/>
                <a:gd name="csX136" fmla="*/ 609149 w 836555"/>
                <a:gd name="csY136" fmla="*/ 840226 h 1438662"/>
                <a:gd name="csX137" fmla="*/ 618782 w 836555"/>
                <a:gd name="csY137" fmla="*/ 863587 h 1438662"/>
                <a:gd name="csX138" fmla="*/ 613048 w 836555"/>
                <a:gd name="csY138" fmla="*/ 883050 h 1438662"/>
                <a:gd name="csX139" fmla="*/ 615429 w 836555"/>
                <a:gd name="csY139" fmla="*/ 893432 h 1438662"/>
                <a:gd name="csX140" fmla="*/ 604279 w 836555"/>
                <a:gd name="csY140" fmla="*/ 904894 h 1438662"/>
                <a:gd name="csX141" fmla="*/ 613696 w 836555"/>
                <a:gd name="csY141" fmla="*/ 916896 h 1438662"/>
                <a:gd name="csX142" fmla="*/ 595186 w 836555"/>
                <a:gd name="csY142" fmla="*/ 941013 h 1438662"/>
                <a:gd name="csX143" fmla="*/ 606552 w 836555"/>
                <a:gd name="csY143" fmla="*/ 972915 h 1438662"/>
                <a:gd name="csX144" fmla="*/ 601358 w 836555"/>
                <a:gd name="csY144" fmla="*/ 1014006 h 1438662"/>
                <a:gd name="csX145" fmla="*/ 611746 w 836555"/>
                <a:gd name="csY145" fmla="*/ 1012273 h 1438662"/>
                <a:gd name="csX146" fmla="*/ 619538 w 836555"/>
                <a:gd name="csY146" fmla="*/ 1020058 h 1438662"/>
                <a:gd name="csX147" fmla="*/ 646163 w 836555"/>
                <a:gd name="csY147" fmla="*/ 1023087 h 1438662"/>
                <a:gd name="csX148" fmla="*/ 661213 w 836555"/>
                <a:gd name="csY148" fmla="*/ 1013251 h 1438662"/>
                <a:gd name="csX149" fmla="*/ 666191 w 836555"/>
                <a:gd name="csY149" fmla="*/ 1021683 h 1438662"/>
                <a:gd name="csX150" fmla="*/ 681450 w 836555"/>
                <a:gd name="csY150" fmla="*/ 1022115 h 1438662"/>
                <a:gd name="csX151" fmla="*/ 689458 w 836555"/>
                <a:gd name="csY151" fmla="*/ 1036066 h 1438662"/>
                <a:gd name="csX152" fmla="*/ 690867 w 836555"/>
                <a:gd name="csY152" fmla="*/ 1067530 h 1438662"/>
                <a:gd name="csX153" fmla="*/ 696602 w 836555"/>
                <a:gd name="csY153" fmla="*/ 1078890 h 1438662"/>
                <a:gd name="csX154" fmla="*/ 697471 w 836555"/>
                <a:gd name="csY154" fmla="*/ 1088511 h 1438662"/>
                <a:gd name="csX155" fmla="*/ 709701 w 836555"/>
                <a:gd name="csY155" fmla="*/ 1090784 h 1438662"/>
                <a:gd name="csX156" fmla="*/ 726262 w 836555"/>
                <a:gd name="csY156" fmla="*/ 1081589 h 1438662"/>
                <a:gd name="csX157" fmla="*/ 739680 w 836555"/>
                <a:gd name="csY157" fmla="*/ 1090784 h 1438662"/>
                <a:gd name="csX158" fmla="*/ 727126 w 836555"/>
                <a:gd name="csY158" fmla="*/ 1154799 h 1438662"/>
                <a:gd name="csX159" fmla="*/ 743579 w 836555"/>
                <a:gd name="csY159" fmla="*/ 1156208 h 1438662"/>
                <a:gd name="csX160" fmla="*/ 750183 w 836555"/>
                <a:gd name="csY160" fmla="*/ 1148963 h 1438662"/>
                <a:gd name="csX161" fmla="*/ 760787 w 836555"/>
                <a:gd name="csY161" fmla="*/ 1154259 h 1438662"/>
                <a:gd name="csX162" fmla="*/ 769341 w 836555"/>
                <a:gd name="csY162" fmla="*/ 1176966 h 1438662"/>
                <a:gd name="csX163" fmla="*/ 764578 w 836555"/>
                <a:gd name="csY163" fmla="*/ 1196327 h 1438662"/>
                <a:gd name="csX164" fmla="*/ 770528 w 836555"/>
                <a:gd name="csY164" fmla="*/ 1203135 h 1438662"/>
                <a:gd name="csX165" fmla="*/ 766305 w 836555"/>
                <a:gd name="csY165" fmla="*/ 1214171 h 1438662"/>
                <a:gd name="csX166" fmla="*/ 718687 w 836555"/>
                <a:gd name="csY166" fmla="*/ 1229741 h 1438662"/>
                <a:gd name="csX167" fmla="*/ 716089 w 836555"/>
                <a:gd name="csY167" fmla="*/ 1238066 h 1438662"/>
                <a:gd name="csX168" fmla="*/ 688918 w 836555"/>
                <a:gd name="csY168" fmla="*/ 1255154 h 1438662"/>
                <a:gd name="csX169" fmla="*/ 687514 w 836555"/>
                <a:gd name="csY169" fmla="*/ 1263155 h 1438662"/>
                <a:gd name="csX170" fmla="*/ 678961 w 836555"/>
                <a:gd name="csY170" fmla="*/ 1263911 h 1438662"/>
                <a:gd name="csX171" fmla="*/ 640753 w 836555"/>
                <a:gd name="csY171" fmla="*/ 1315384 h 1438662"/>
                <a:gd name="csX172" fmla="*/ 628199 w 836555"/>
                <a:gd name="csY172" fmla="*/ 1319816 h 1438662"/>
                <a:gd name="csX173" fmla="*/ 614020 w 836555"/>
                <a:gd name="csY173" fmla="*/ 1339285 h 1438662"/>
                <a:gd name="csX174" fmla="*/ 634257 w 836555"/>
                <a:gd name="csY174" fmla="*/ 1345444 h 1438662"/>
                <a:gd name="csX175" fmla="*/ 641731 w 836555"/>
                <a:gd name="csY175" fmla="*/ 1338745 h 1438662"/>
                <a:gd name="csX176" fmla="*/ 651904 w 836555"/>
                <a:gd name="csY176" fmla="*/ 1338745 h 1438662"/>
                <a:gd name="csX177" fmla="*/ 670414 w 836555"/>
                <a:gd name="csY177" fmla="*/ 1356913 h 1438662"/>
                <a:gd name="csX178" fmla="*/ 666407 w 836555"/>
                <a:gd name="csY178" fmla="*/ 1369022 h 1438662"/>
                <a:gd name="csX179" fmla="*/ 682644 w 836555"/>
                <a:gd name="csY179" fmla="*/ 1375073 h 1438662"/>
                <a:gd name="csX180" fmla="*/ 690436 w 836555"/>
                <a:gd name="csY180" fmla="*/ 1365130 h 1438662"/>
                <a:gd name="csX181" fmla="*/ 708615 w 836555"/>
                <a:gd name="csY181" fmla="*/ 1383621 h 1438662"/>
                <a:gd name="csX182" fmla="*/ 728212 w 836555"/>
                <a:gd name="csY182" fmla="*/ 1388916 h 1438662"/>
                <a:gd name="csX183" fmla="*/ 743795 w 836555"/>
                <a:gd name="csY183" fmla="*/ 1406436 h 1438662"/>
                <a:gd name="csX184" fmla="*/ 757435 w 836555"/>
                <a:gd name="csY184" fmla="*/ 1410869 h 1438662"/>
                <a:gd name="csX185" fmla="*/ 767715 w 836555"/>
                <a:gd name="csY185" fmla="*/ 1430446 h 1438662"/>
                <a:gd name="csX186" fmla="*/ 781787 w 836555"/>
                <a:gd name="csY186" fmla="*/ 1438663 h 1438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</a:cxnLst>
              <a:rect l="l" t="t" r="r" b="b"/>
              <a:pathLst>
                <a:path w="836555" h="1438662">
                  <a:moveTo>
                    <a:pt x="836555" y="44876"/>
                  </a:moveTo>
                  <a:lnTo>
                    <a:pt x="812419" y="79051"/>
                  </a:lnTo>
                  <a:lnTo>
                    <a:pt x="803110" y="92456"/>
                  </a:lnTo>
                  <a:lnTo>
                    <a:pt x="788283" y="103054"/>
                  </a:lnTo>
                  <a:lnTo>
                    <a:pt x="774967" y="96781"/>
                  </a:lnTo>
                  <a:lnTo>
                    <a:pt x="768255" y="100349"/>
                  </a:lnTo>
                  <a:lnTo>
                    <a:pt x="759600" y="96133"/>
                  </a:lnTo>
                  <a:lnTo>
                    <a:pt x="744011" y="101975"/>
                  </a:lnTo>
                  <a:lnTo>
                    <a:pt x="714680" y="89643"/>
                  </a:lnTo>
                  <a:lnTo>
                    <a:pt x="692061" y="95593"/>
                  </a:lnTo>
                  <a:lnTo>
                    <a:pt x="677882" y="91268"/>
                  </a:lnTo>
                  <a:lnTo>
                    <a:pt x="677882" y="111817"/>
                  </a:lnTo>
                  <a:lnTo>
                    <a:pt x="638480" y="111703"/>
                  </a:lnTo>
                  <a:lnTo>
                    <a:pt x="621163" y="104464"/>
                  </a:lnTo>
                  <a:lnTo>
                    <a:pt x="616509" y="117329"/>
                  </a:lnTo>
                  <a:lnTo>
                    <a:pt x="601682" y="122301"/>
                  </a:lnTo>
                  <a:lnTo>
                    <a:pt x="590747" y="119710"/>
                  </a:lnTo>
                  <a:lnTo>
                    <a:pt x="581330" y="126193"/>
                  </a:lnTo>
                  <a:lnTo>
                    <a:pt x="582092" y="132359"/>
                  </a:lnTo>
                  <a:lnTo>
                    <a:pt x="568236" y="136360"/>
                  </a:lnTo>
                  <a:lnTo>
                    <a:pt x="535546" y="111595"/>
                  </a:lnTo>
                  <a:lnTo>
                    <a:pt x="535007" y="99162"/>
                  </a:lnTo>
                  <a:lnTo>
                    <a:pt x="525913" y="95161"/>
                  </a:lnTo>
                  <a:lnTo>
                    <a:pt x="531330" y="63151"/>
                  </a:lnTo>
                  <a:lnTo>
                    <a:pt x="543884" y="51581"/>
                  </a:lnTo>
                  <a:lnTo>
                    <a:pt x="535654" y="32874"/>
                  </a:lnTo>
                  <a:lnTo>
                    <a:pt x="521367" y="28550"/>
                  </a:lnTo>
                  <a:lnTo>
                    <a:pt x="526129" y="8433"/>
                  </a:lnTo>
                  <a:lnTo>
                    <a:pt x="519963" y="0"/>
                  </a:lnTo>
                  <a:lnTo>
                    <a:pt x="499396" y="3029"/>
                  </a:lnTo>
                  <a:lnTo>
                    <a:pt x="503187" y="12979"/>
                  </a:lnTo>
                  <a:lnTo>
                    <a:pt x="488036" y="28658"/>
                  </a:lnTo>
                  <a:lnTo>
                    <a:pt x="471367" y="28982"/>
                  </a:lnTo>
                  <a:lnTo>
                    <a:pt x="467468" y="37414"/>
                  </a:lnTo>
                  <a:lnTo>
                    <a:pt x="451015" y="42170"/>
                  </a:lnTo>
                  <a:lnTo>
                    <a:pt x="442030" y="38602"/>
                  </a:lnTo>
                  <a:lnTo>
                    <a:pt x="427965" y="45631"/>
                  </a:lnTo>
                  <a:lnTo>
                    <a:pt x="427641" y="58934"/>
                  </a:lnTo>
                  <a:lnTo>
                    <a:pt x="415950" y="63583"/>
                  </a:lnTo>
                  <a:lnTo>
                    <a:pt x="401117" y="48660"/>
                  </a:lnTo>
                  <a:lnTo>
                    <a:pt x="383153" y="50070"/>
                  </a:lnTo>
                  <a:lnTo>
                    <a:pt x="374929" y="42716"/>
                  </a:lnTo>
                  <a:lnTo>
                    <a:pt x="360426" y="35795"/>
                  </a:lnTo>
                  <a:lnTo>
                    <a:pt x="343211" y="39688"/>
                  </a:lnTo>
                  <a:lnTo>
                    <a:pt x="367678" y="65640"/>
                  </a:lnTo>
                  <a:lnTo>
                    <a:pt x="367348" y="79807"/>
                  </a:lnTo>
                  <a:lnTo>
                    <a:pt x="377635" y="92888"/>
                  </a:lnTo>
                  <a:lnTo>
                    <a:pt x="375469" y="92564"/>
                  </a:lnTo>
                  <a:lnTo>
                    <a:pt x="399713" y="94837"/>
                  </a:lnTo>
                  <a:lnTo>
                    <a:pt x="397872" y="106839"/>
                  </a:lnTo>
                  <a:lnTo>
                    <a:pt x="375469" y="113976"/>
                  </a:lnTo>
                  <a:lnTo>
                    <a:pt x="362807" y="129978"/>
                  </a:lnTo>
                  <a:lnTo>
                    <a:pt x="353606" y="127711"/>
                  </a:lnTo>
                  <a:lnTo>
                    <a:pt x="343541" y="134309"/>
                  </a:lnTo>
                  <a:lnTo>
                    <a:pt x="330657" y="152476"/>
                  </a:lnTo>
                  <a:lnTo>
                    <a:pt x="314528" y="154096"/>
                  </a:lnTo>
                  <a:lnTo>
                    <a:pt x="315398" y="141986"/>
                  </a:lnTo>
                  <a:lnTo>
                    <a:pt x="304787" y="134741"/>
                  </a:lnTo>
                  <a:lnTo>
                    <a:pt x="287147" y="149447"/>
                  </a:lnTo>
                  <a:lnTo>
                    <a:pt x="271996" y="134956"/>
                  </a:lnTo>
                  <a:lnTo>
                    <a:pt x="240824" y="137008"/>
                  </a:lnTo>
                  <a:lnTo>
                    <a:pt x="240824" y="122517"/>
                  </a:lnTo>
                  <a:lnTo>
                    <a:pt x="225342" y="105220"/>
                  </a:lnTo>
                  <a:lnTo>
                    <a:pt x="214630" y="114408"/>
                  </a:lnTo>
                  <a:lnTo>
                    <a:pt x="197961" y="107271"/>
                  </a:lnTo>
                  <a:lnTo>
                    <a:pt x="194170" y="115710"/>
                  </a:lnTo>
                  <a:lnTo>
                    <a:pt x="160077" y="115925"/>
                  </a:lnTo>
                  <a:lnTo>
                    <a:pt x="156832" y="136900"/>
                  </a:lnTo>
                  <a:lnTo>
                    <a:pt x="175990" y="140145"/>
                  </a:lnTo>
                  <a:lnTo>
                    <a:pt x="182480" y="160262"/>
                  </a:lnTo>
                  <a:lnTo>
                    <a:pt x="151746" y="161341"/>
                  </a:lnTo>
                  <a:lnTo>
                    <a:pt x="148495" y="185020"/>
                  </a:lnTo>
                  <a:lnTo>
                    <a:pt x="164624" y="197244"/>
                  </a:lnTo>
                  <a:lnTo>
                    <a:pt x="166681" y="212274"/>
                  </a:lnTo>
                  <a:lnTo>
                    <a:pt x="175558" y="226117"/>
                  </a:lnTo>
                  <a:lnTo>
                    <a:pt x="171228" y="234658"/>
                  </a:lnTo>
                  <a:lnTo>
                    <a:pt x="153257" y="350476"/>
                  </a:lnTo>
                  <a:lnTo>
                    <a:pt x="138754" y="347123"/>
                  </a:lnTo>
                  <a:lnTo>
                    <a:pt x="136481" y="340633"/>
                  </a:lnTo>
                  <a:lnTo>
                    <a:pt x="120790" y="341497"/>
                  </a:lnTo>
                  <a:lnTo>
                    <a:pt x="114294" y="349498"/>
                  </a:lnTo>
                  <a:lnTo>
                    <a:pt x="81610" y="347231"/>
                  </a:lnTo>
                  <a:lnTo>
                    <a:pt x="42748" y="370586"/>
                  </a:lnTo>
                  <a:lnTo>
                    <a:pt x="32144" y="404216"/>
                  </a:lnTo>
                  <a:lnTo>
                    <a:pt x="33223" y="420440"/>
                  </a:lnTo>
                  <a:lnTo>
                    <a:pt x="10389" y="433845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395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626" y="530632"/>
                  </a:lnTo>
                  <a:lnTo>
                    <a:pt x="64071" y="535388"/>
                  </a:lnTo>
                  <a:lnTo>
                    <a:pt x="69050" y="553231"/>
                  </a:lnTo>
                  <a:lnTo>
                    <a:pt x="102171" y="553231"/>
                  </a:lnTo>
                  <a:lnTo>
                    <a:pt x="131610" y="527063"/>
                  </a:lnTo>
                  <a:lnTo>
                    <a:pt x="134645" y="554311"/>
                  </a:lnTo>
                  <a:lnTo>
                    <a:pt x="126740" y="565017"/>
                  </a:lnTo>
                  <a:lnTo>
                    <a:pt x="126740" y="591401"/>
                  </a:lnTo>
                  <a:lnTo>
                    <a:pt x="138646" y="593567"/>
                  </a:lnTo>
                  <a:lnTo>
                    <a:pt x="153041" y="587401"/>
                  </a:lnTo>
                  <a:lnTo>
                    <a:pt x="195580" y="589242"/>
                  </a:lnTo>
                  <a:lnTo>
                    <a:pt x="203372" y="597243"/>
                  </a:lnTo>
                  <a:lnTo>
                    <a:pt x="213982" y="592379"/>
                  </a:lnTo>
                  <a:lnTo>
                    <a:pt x="223507" y="578428"/>
                  </a:lnTo>
                  <a:lnTo>
                    <a:pt x="236709" y="579400"/>
                  </a:lnTo>
                  <a:lnTo>
                    <a:pt x="276651" y="549663"/>
                  </a:lnTo>
                  <a:lnTo>
                    <a:pt x="309010" y="545446"/>
                  </a:lnTo>
                  <a:lnTo>
                    <a:pt x="316478" y="539172"/>
                  </a:lnTo>
                  <a:lnTo>
                    <a:pt x="329794" y="551174"/>
                  </a:lnTo>
                  <a:lnTo>
                    <a:pt x="329362" y="566642"/>
                  </a:lnTo>
                  <a:lnTo>
                    <a:pt x="322110" y="573996"/>
                  </a:lnTo>
                  <a:lnTo>
                    <a:pt x="329362" y="595078"/>
                  </a:lnTo>
                  <a:lnTo>
                    <a:pt x="324707" y="604812"/>
                  </a:lnTo>
                  <a:lnTo>
                    <a:pt x="336614" y="627628"/>
                  </a:lnTo>
                  <a:lnTo>
                    <a:pt x="356095" y="637146"/>
                  </a:lnTo>
                  <a:lnTo>
                    <a:pt x="356095" y="645903"/>
                  </a:lnTo>
                  <a:lnTo>
                    <a:pt x="375469" y="650449"/>
                  </a:lnTo>
                  <a:lnTo>
                    <a:pt x="383153" y="646011"/>
                  </a:lnTo>
                  <a:lnTo>
                    <a:pt x="408153" y="653364"/>
                  </a:lnTo>
                  <a:lnTo>
                    <a:pt x="420821" y="667747"/>
                  </a:lnTo>
                  <a:lnTo>
                    <a:pt x="444303" y="670668"/>
                  </a:lnTo>
                  <a:lnTo>
                    <a:pt x="459029" y="687648"/>
                  </a:lnTo>
                  <a:lnTo>
                    <a:pt x="484892" y="684079"/>
                  </a:lnTo>
                  <a:lnTo>
                    <a:pt x="507517" y="693484"/>
                  </a:lnTo>
                  <a:lnTo>
                    <a:pt x="512928" y="704298"/>
                  </a:lnTo>
                  <a:lnTo>
                    <a:pt x="508489" y="712845"/>
                  </a:lnTo>
                  <a:lnTo>
                    <a:pt x="512712" y="723659"/>
                  </a:lnTo>
                  <a:lnTo>
                    <a:pt x="512388" y="745611"/>
                  </a:lnTo>
                  <a:lnTo>
                    <a:pt x="507734" y="749935"/>
                  </a:lnTo>
                  <a:lnTo>
                    <a:pt x="517042" y="759879"/>
                  </a:lnTo>
                  <a:lnTo>
                    <a:pt x="518986" y="778263"/>
                  </a:lnTo>
                  <a:lnTo>
                    <a:pt x="588366" y="778263"/>
                  </a:lnTo>
                  <a:lnTo>
                    <a:pt x="590747" y="797732"/>
                  </a:lnTo>
                  <a:lnTo>
                    <a:pt x="582632" y="805193"/>
                  </a:lnTo>
                  <a:lnTo>
                    <a:pt x="584689" y="828008"/>
                  </a:lnTo>
                  <a:lnTo>
                    <a:pt x="609149" y="840226"/>
                  </a:lnTo>
                  <a:lnTo>
                    <a:pt x="618782" y="863587"/>
                  </a:lnTo>
                  <a:lnTo>
                    <a:pt x="613048" y="883050"/>
                  </a:lnTo>
                  <a:lnTo>
                    <a:pt x="615429" y="893432"/>
                  </a:lnTo>
                  <a:lnTo>
                    <a:pt x="604279" y="904894"/>
                  </a:lnTo>
                  <a:lnTo>
                    <a:pt x="613696" y="916896"/>
                  </a:lnTo>
                  <a:lnTo>
                    <a:pt x="595186" y="941013"/>
                  </a:lnTo>
                  <a:lnTo>
                    <a:pt x="606552" y="972915"/>
                  </a:lnTo>
                  <a:lnTo>
                    <a:pt x="601358" y="1014006"/>
                  </a:lnTo>
                  <a:lnTo>
                    <a:pt x="611746" y="1012273"/>
                  </a:lnTo>
                  <a:lnTo>
                    <a:pt x="619538" y="1020058"/>
                  </a:lnTo>
                  <a:lnTo>
                    <a:pt x="646163" y="1023087"/>
                  </a:lnTo>
                  <a:lnTo>
                    <a:pt x="661213" y="1013251"/>
                  </a:lnTo>
                  <a:lnTo>
                    <a:pt x="666191" y="1021683"/>
                  </a:lnTo>
                  <a:lnTo>
                    <a:pt x="681450" y="1022115"/>
                  </a:lnTo>
                  <a:lnTo>
                    <a:pt x="689458" y="1036066"/>
                  </a:lnTo>
                  <a:lnTo>
                    <a:pt x="690867" y="1067530"/>
                  </a:lnTo>
                  <a:lnTo>
                    <a:pt x="696602" y="1078890"/>
                  </a:lnTo>
                  <a:lnTo>
                    <a:pt x="697471" y="1088511"/>
                  </a:lnTo>
                  <a:lnTo>
                    <a:pt x="709701" y="1090784"/>
                  </a:lnTo>
                  <a:lnTo>
                    <a:pt x="726262" y="1081589"/>
                  </a:lnTo>
                  <a:lnTo>
                    <a:pt x="739680" y="1090784"/>
                  </a:lnTo>
                  <a:lnTo>
                    <a:pt x="727126" y="1154799"/>
                  </a:lnTo>
                  <a:lnTo>
                    <a:pt x="743579" y="1156208"/>
                  </a:lnTo>
                  <a:lnTo>
                    <a:pt x="750183" y="1148963"/>
                  </a:lnTo>
                  <a:lnTo>
                    <a:pt x="760787" y="1154259"/>
                  </a:lnTo>
                  <a:lnTo>
                    <a:pt x="769341" y="1176966"/>
                  </a:lnTo>
                  <a:lnTo>
                    <a:pt x="764578" y="1196327"/>
                  </a:lnTo>
                  <a:lnTo>
                    <a:pt x="770528" y="1203135"/>
                  </a:lnTo>
                  <a:lnTo>
                    <a:pt x="766305" y="1214171"/>
                  </a:lnTo>
                  <a:lnTo>
                    <a:pt x="718687" y="1229741"/>
                  </a:lnTo>
                  <a:lnTo>
                    <a:pt x="716089" y="1238066"/>
                  </a:lnTo>
                  <a:lnTo>
                    <a:pt x="688918" y="1255154"/>
                  </a:lnTo>
                  <a:lnTo>
                    <a:pt x="687514" y="1263155"/>
                  </a:lnTo>
                  <a:lnTo>
                    <a:pt x="678961" y="1263911"/>
                  </a:lnTo>
                  <a:lnTo>
                    <a:pt x="640753" y="1315384"/>
                  </a:lnTo>
                  <a:lnTo>
                    <a:pt x="628199" y="1319816"/>
                  </a:lnTo>
                  <a:lnTo>
                    <a:pt x="614020" y="1339285"/>
                  </a:lnTo>
                  <a:lnTo>
                    <a:pt x="634257" y="1345444"/>
                  </a:lnTo>
                  <a:lnTo>
                    <a:pt x="641731" y="1338745"/>
                  </a:lnTo>
                  <a:lnTo>
                    <a:pt x="651904" y="1338745"/>
                  </a:lnTo>
                  <a:lnTo>
                    <a:pt x="670414" y="1356913"/>
                  </a:lnTo>
                  <a:lnTo>
                    <a:pt x="666407" y="1369022"/>
                  </a:lnTo>
                  <a:lnTo>
                    <a:pt x="682644" y="1375073"/>
                  </a:lnTo>
                  <a:lnTo>
                    <a:pt x="690436" y="1365130"/>
                  </a:lnTo>
                  <a:lnTo>
                    <a:pt x="708615" y="1383621"/>
                  </a:lnTo>
                  <a:lnTo>
                    <a:pt x="728212" y="1388916"/>
                  </a:lnTo>
                  <a:lnTo>
                    <a:pt x="743795" y="1406436"/>
                  </a:lnTo>
                  <a:lnTo>
                    <a:pt x="757435" y="1410869"/>
                  </a:lnTo>
                  <a:lnTo>
                    <a:pt x="767715" y="1430446"/>
                  </a:lnTo>
                  <a:lnTo>
                    <a:pt x="781787" y="1438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9EE2B85E-5A16-89FF-FF3A-E3ED0C711ACD}"/>
                </a:ext>
              </a:extLst>
            </p:cNvPr>
            <p:cNvSpPr/>
            <p:nvPr/>
          </p:nvSpPr>
          <p:spPr>
            <a:xfrm>
              <a:off x="3301092" y="4750142"/>
              <a:ext cx="18021" cy="99396"/>
            </a:xfrm>
            <a:custGeom>
              <a:avLst/>
              <a:gdLst>
                <a:gd name="csX0" fmla="*/ 20568 w 20783"/>
                <a:gd name="csY0" fmla="*/ 0 h 114630"/>
                <a:gd name="csX1" fmla="*/ 3035 w 20783"/>
                <a:gd name="csY1" fmla="*/ 26714 h 114630"/>
                <a:gd name="csX2" fmla="*/ 6712 w 20783"/>
                <a:gd name="csY2" fmla="*/ 60452 h 114630"/>
                <a:gd name="csX3" fmla="*/ 20784 w 20783"/>
                <a:gd name="csY3" fmla="*/ 78511 h 114630"/>
                <a:gd name="csX4" fmla="*/ 20784 w 20783"/>
                <a:gd name="csY4" fmla="*/ 86836 h 114630"/>
                <a:gd name="csX5" fmla="*/ 11906 w 20783"/>
                <a:gd name="csY5" fmla="*/ 94405 h 114630"/>
                <a:gd name="csX6" fmla="*/ 11906 w 20783"/>
                <a:gd name="csY6" fmla="*/ 109868 h 114630"/>
                <a:gd name="csX7" fmla="*/ 0 w 20783"/>
                <a:gd name="csY7" fmla="*/ 114630 h 11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783" h="114630">
                  <a:moveTo>
                    <a:pt x="20568" y="0"/>
                  </a:moveTo>
                  <a:lnTo>
                    <a:pt x="3035" y="26714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868"/>
                  </a:lnTo>
                  <a:lnTo>
                    <a:pt x="0" y="1146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9FDAFE56-292B-54A4-90E8-7E214ADBBC8B}"/>
                </a:ext>
              </a:extLst>
            </p:cNvPr>
            <p:cNvSpPr/>
            <p:nvPr/>
          </p:nvSpPr>
          <p:spPr>
            <a:xfrm>
              <a:off x="3186318" y="4746860"/>
              <a:ext cx="55369" cy="114675"/>
            </a:xfrm>
            <a:custGeom>
              <a:avLst/>
              <a:gdLst>
                <a:gd name="csX0" fmla="*/ 34956 w 63855"/>
                <a:gd name="csY0" fmla="*/ 0 h 132251"/>
                <a:gd name="csX1" fmla="*/ 28353 w 63855"/>
                <a:gd name="csY1" fmla="*/ 16980 h 132251"/>
                <a:gd name="csX2" fmla="*/ 30842 w 63855"/>
                <a:gd name="csY2" fmla="*/ 24873 h 132251"/>
                <a:gd name="csX3" fmla="*/ 28353 w 63855"/>
                <a:gd name="csY3" fmla="*/ 32226 h 132251"/>
                <a:gd name="csX4" fmla="*/ 14065 w 63855"/>
                <a:gd name="csY4" fmla="*/ 29845 h 132251"/>
                <a:gd name="csX5" fmla="*/ 4763 w 63855"/>
                <a:gd name="csY5" fmla="*/ 38500 h 132251"/>
                <a:gd name="csX6" fmla="*/ 7576 w 63855"/>
                <a:gd name="csY6" fmla="*/ 45098 h 132251"/>
                <a:gd name="csX7" fmla="*/ 0 w 63855"/>
                <a:gd name="csY7" fmla="*/ 65856 h 132251"/>
                <a:gd name="csX8" fmla="*/ 16123 w 63855"/>
                <a:gd name="csY8" fmla="*/ 91916 h 132251"/>
                <a:gd name="csX9" fmla="*/ 28899 w 63855"/>
                <a:gd name="csY9" fmla="*/ 91916 h 132251"/>
                <a:gd name="csX10" fmla="*/ 42532 w 63855"/>
                <a:gd name="csY10" fmla="*/ 114630 h 132251"/>
                <a:gd name="csX11" fmla="*/ 55308 w 63855"/>
                <a:gd name="csY11" fmla="*/ 121329 h 132251"/>
                <a:gd name="csX12" fmla="*/ 63855 w 63855"/>
                <a:gd name="csY12" fmla="*/ 132252 h 132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3855" h="132251">
                  <a:moveTo>
                    <a:pt x="34956" y="0"/>
                  </a:moveTo>
                  <a:lnTo>
                    <a:pt x="28353" y="16980"/>
                  </a:lnTo>
                  <a:lnTo>
                    <a:pt x="30842" y="24873"/>
                  </a:lnTo>
                  <a:lnTo>
                    <a:pt x="28353" y="32226"/>
                  </a:lnTo>
                  <a:lnTo>
                    <a:pt x="14065" y="29845"/>
                  </a:lnTo>
                  <a:lnTo>
                    <a:pt x="4763" y="38500"/>
                  </a:lnTo>
                  <a:lnTo>
                    <a:pt x="7576" y="45098"/>
                  </a:lnTo>
                  <a:lnTo>
                    <a:pt x="0" y="65856"/>
                  </a:lnTo>
                  <a:lnTo>
                    <a:pt x="16123" y="91916"/>
                  </a:lnTo>
                  <a:lnTo>
                    <a:pt x="28899" y="91916"/>
                  </a:lnTo>
                  <a:lnTo>
                    <a:pt x="42532" y="114630"/>
                  </a:lnTo>
                  <a:lnTo>
                    <a:pt x="55308" y="121329"/>
                  </a:lnTo>
                  <a:lnTo>
                    <a:pt x="63855" y="1322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A09A340B-FDC9-E676-296F-A31DABDC4D64}"/>
                </a:ext>
              </a:extLst>
            </p:cNvPr>
            <p:cNvSpPr/>
            <p:nvPr/>
          </p:nvSpPr>
          <p:spPr>
            <a:xfrm>
              <a:off x="3078288" y="4664252"/>
              <a:ext cx="52181" cy="102958"/>
            </a:xfrm>
            <a:custGeom>
              <a:avLst/>
              <a:gdLst>
                <a:gd name="csX0" fmla="*/ 60179 w 60179"/>
                <a:gd name="csY0" fmla="*/ 0 h 118738"/>
                <a:gd name="csX1" fmla="*/ 30093 w 60179"/>
                <a:gd name="csY1" fmla="*/ 26391 h 118738"/>
                <a:gd name="csX2" fmla="*/ 48495 w 60179"/>
                <a:gd name="csY2" fmla="*/ 40335 h 118738"/>
                <a:gd name="csX3" fmla="*/ 34100 w 60179"/>
                <a:gd name="csY3" fmla="*/ 57531 h 118738"/>
                <a:gd name="csX4" fmla="*/ 14396 w 60179"/>
                <a:gd name="csY4" fmla="*/ 59372 h 118738"/>
                <a:gd name="csX5" fmla="*/ 6280 w 60179"/>
                <a:gd name="csY5" fmla="*/ 67158 h 118738"/>
                <a:gd name="csX6" fmla="*/ 10611 w 60179"/>
                <a:gd name="csY6" fmla="*/ 78403 h 118738"/>
                <a:gd name="csX7" fmla="*/ 0 w 60179"/>
                <a:gd name="csY7" fmla="*/ 90621 h 118738"/>
                <a:gd name="csX8" fmla="*/ 25762 w 60179"/>
                <a:gd name="csY8" fmla="*/ 118738 h 118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0179" h="118738">
                  <a:moveTo>
                    <a:pt x="60179" y="0"/>
                  </a:moveTo>
                  <a:lnTo>
                    <a:pt x="30093" y="26391"/>
                  </a:lnTo>
                  <a:lnTo>
                    <a:pt x="48495" y="40335"/>
                  </a:lnTo>
                  <a:lnTo>
                    <a:pt x="34100" y="57531"/>
                  </a:lnTo>
                  <a:lnTo>
                    <a:pt x="14396" y="59372"/>
                  </a:lnTo>
                  <a:lnTo>
                    <a:pt x="6280" y="67158"/>
                  </a:lnTo>
                  <a:lnTo>
                    <a:pt x="10611" y="78403"/>
                  </a:lnTo>
                  <a:lnTo>
                    <a:pt x="0" y="90621"/>
                  </a:lnTo>
                  <a:lnTo>
                    <a:pt x="25762" y="118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CA0A6984-5913-E7AF-A009-84EF80FCACF4}"/>
                </a:ext>
              </a:extLst>
            </p:cNvPr>
            <p:cNvSpPr/>
            <p:nvPr/>
          </p:nvSpPr>
          <p:spPr>
            <a:xfrm>
              <a:off x="2691716" y="4548173"/>
              <a:ext cx="211731" cy="333432"/>
            </a:xfrm>
            <a:custGeom>
              <a:avLst/>
              <a:gdLst>
                <a:gd name="csX0" fmla="*/ 78581 w 244182"/>
                <a:gd name="csY0" fmla="*/ 0 h 384536"/>
                <a:gd name="csX1" fmla="*/ 47301 w 244182"/>
                <a:gd name="csY1" fmla="*/ 6160 h 384536"/>
                <a:gd name="csX2" fmla="*/ 37236 w 244182"/>
                <a:gd name="csY2" fmla="*/ 29629 h 384536"/>
                <a:gd name="csX3" fmla="*/ 28791 w 244182"/>
                <a:gd name="csY3" fmla="*/ 31788 h 384536"/>
                <a:gd name="csX4" fmla="*/ 14072 w 244182"/>
                <a:gd name="csY4" fmla="*/ 56337 h 384536"/>
                <a:gd name="csX5" fmla="*/ 11367 w 244182"/>
                <a:gd name="csY5" fmla="*/ 77750 h 384536"/>
                <a:gd name="csX6" fmla="*/ 0 w 244182"/>
                <a:gd name="csY6" fmla="*/ 106515 h 384536"/>
                <a:gd name="csX7" fmla="*/ 20352 w 244182"/>
                <a:gd name="csY7" fmla="*/ 105759 h 384536"/>
                <a:gd name="csX8" fmla="*/ 23813 w 244182"/>
                <a:gd name="csY8" fmla="*/ 125114 h 384536"/>
                <a:gd name="csX9" fmla="*/ 34423 w 244182"/>
                <a:gd name="csY9" fmla="*/ 133439 h 384536"/>
                <a:gd name="csX10" fmla="*/ 35395 w 244182"/>
                <a:gd name="csY10" fmla="*/ 144685 h 384536"/>
                <a:gd name="csX11" fmla="*/ 31280 w 244182"/>
                <a:gd name="csY11" fmla="*/ 152146 h 384536"/>
                <a:gd name="csX12" fmla="*/ 32690 w 244182"/>
                <a:gd name="csY12" fmla="*/ 169882 h 384536"/>
                <a:gd name="csX13" fmla="*/ 40913 w 244182"/>
                <a:gd name="csY13" fmla="*/ 170961 h 384536"/>
                <a:gd name="csX14" fmla="*/ 48495 w 244182"/>
                <a:gd name="csY14" fmla="*/ 184804 h 384536"/>
                <a:gd name="csX15" fmla="*/ 79013 w 244182"/>
                <a:gd name="csY15" fmla="*/ 186970 h 384536"/>
                <a:gd name="csX16" fmla="*/ 95358 w 244182"/>
                <a:gd name="csY16" fmla="*/ 180696 h 384536"/>
                <a:gd name="csX17" fmla="*/ 111163 w 244182"/>
                <a:gd name="csY17" fmla="*/ 187509 h 384536"/>
                <a:gd name="csX18" fmla="*/ 116789 w 244182"/>
                <a:gd name="csY18" fmla="*/ 185452 h 384536"/>
                <a:gd name="csX19" fmla="*/ 147745 w 244182"/>
                <a:gd name="csY19" fmla="*/ 221463 h 384536"/>
                <a:gd name="csX20" fmla="*/ 159112 w 244182"/>
                <a:gd name="csY20" fmla="*/ 214433 h 384536"/>
                <a:gd name="csX21" fmla="*/ 195694 w 244182"/>
                <a:gd name="csY21" fmla="*/ 216059 h 384536"/>
                <a:gd name="csX22" fmla="*/ 200241 w 244182"/>
                <a:gd name="csY22" fmla="*/ 209245 h 384536"/>
                <a:gd name="csX23" fmla="*/ 214636 w 244182"/>
                <a:gd name="csY23" fmla="*/ 209677 h 384536"/>
                <a:gd name="csX24" fmla="*/ 219615 w 244182"/>
                <a:gd name="csY24" fmla="*/ 222219 h 384536"/>
                <a:gd name="csX25" fmla="*/ 211385 w 244182"/>
                <a:gd name="csY25" fmla="*/ 231629 h 384536"/>
                <a:gd name="csX26" fmla="*/ 212471 w 244182"/>
                <a:gd name="csY26" fmla="*/ 239954 h 384536"/>
                <a:gd name="csX27" fmla="*/ 203162 w 244182"/>
                <a:gd name="csY27" fmla="*/ 249149 h 384536"/>
                <a:gd name="csX28" fmla="*/ 202730 w 244182"/>
                <a:gd name="csY28" fmla="*/ 268612 h 384536"/>
                <a:gd name="csX29" fmla="*/ 211493 w 244182"/>
                <a:gd name="csY29" fmla="*/ 290024 h 384536"/>
                <a:gd name="csX30" fmla="*/ 224269 w 244182"/>
                <a:gd name="csY30" fmla="*/ 303219 h 384536"/>
                <a:gd name="csX31" fmla="*/ 203702 w 244182"/>
                <a:gd name="csY31" fmla="*/ 325927 h 384536"/>
                <a:gd name="csX32" fmla="*/ 217018 w 244182"/>
                <a:gd name="csY32" fmla="*/ 327978 h 384536"/>
                <a:gd name="csX33" fmla="*/ 232169 w 244182"/>
                <a:gd name="csY33" fmla="*/ 330899 h 384536"/>
                <a:gd name="csX34" fmla="*/ 244183 w 244182"/>
                <a:gd name="csY34" fmla="*/ 384537 h 384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44182" h="384536">
                  <a:moveTo>
                    <a:pt x="78581" y="0"/>
                  </a:moveTo>
                  <a:lnTo>
                    <a:pt x="47301" y="6160"/>
                  </a:lnTo>
                  <a:lnTo>
                    <a:pt x="37236" y="29629"/>
                  </a:lnTo>
                  <a:lnTo>
                    <a:pt x="28791" y="31788"/>
                  </a:lnTo>
                  <a:lnTo>
                    <a:pt x="14072" y="56337"/>
                  </a:lnTo>
                  <a:lnTo>
                    <a:pt x="11367" y="77750"/>
                  </a:lnTo>
                  <a:lnTo>
                    <a:pt x="0" y="106515"/>
                  </a:lnTo>
                  <a:lnTo>
                    <a:pt x="20352" y="105759"/>
                  </a:lnTo>
                  <a:lnTo>
                    <a:pt x="23813" y="125114"/>
                  </a:lnTo>
                  <a:lnTo>
                    <a:pt x="34423" y="133439"/>
                  </a:lnTo>
                  <a:lnTo>
                    <a:pt x="35395" y="144685"/>
                  </a:lnTo>
                  <a:lnTo>
                    <a:pt x="31280" y="152146"/>
                  </a:lnTo>
                  <a:lnTo>
                    <a:pt x="32690" y="169882"/>
                  </a:lnTo>
                  <a:lnTo>
                    <a:pt x="40913" y="170961"/>
                  </a:lnTo>
                  <a:lnTo>
                    <a:pt x="48495" y="184804"/>
                  </a:lnTo>
                  <a:lnTo>
                    <a:pt x="79013" y="186970"/>
                  </a:lnTo>
                  <a:lnTo>
                    <a:pt x="95358" y="180696"/>
                  </a:lnTo>
                  <a:lnTo>
                    <a:pt x="111163" y="187509"/>
                  </a:lnTo>
                  <a:lnTo>
                    <a:pt x="116789" y="185452"/>
                  </a:lnTo>
                  <a:lnTo>
                    <a:pt x="147745" y="221463"/>
                  </a:lnTo>
                  <a:lnTo>
                    <a:pt x="159112" y="214433"/>
                  </a:lnTo>
                  <a:lnTo>
                    <a:pt x="195694" y="216059"/>
                  </a:lnTo>
                  <a:lnTo>
                    <a:pt x="200241" y="209245"/>
                  </a:lnTo>
                  <a:lnTo>
                    <a:pt x="214636" y="209677"/>
                  </a:lnTo>
                  <a:lnTo>
                    <a:pt x="219615" y="222219"/>
                  </a:lnTo>
                  <a:lnTo>
                    <a:pt x="211385" y="231629"/>
                  </a:lnTo>
                  <a:lnTo>
                    <a:pt x="212471" y="239954"/>
                  </a:lnTo>
                  <a:lnTo>
                    <a:pt x="203162" y="249149"/>
                  </a:lnTo>
                  <a:lnTo>
                    <a:pt x="202730" y="268612"/>
                  </a:lnTo>
                  <a:lnTo>
                    <a:pt x="211493" y="290024"/>
                  </a:lnTo>
                  <a:lnTo>
                    <a:pt x="224269" y="303219"/>
                  </a:lnTo>
                  <a:lnTo>
                    <a:pt x="203702" y="325927"/>
                  </a:lnTo>
                  <a:lnTo>
                    <a:pt x="217018" y="327978"/>
                  </a:lnTo>
                  <a:lnTo>
                    <a:pt x="232169" y="330899"/>
                  </a:lnTo>
                  <a:lnTo>
                    <a:pt x="244183" y="38453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7C26BF06-573E-944B-A48E-017171580E13}"/>
                </a:ext>
              </a:extLst>
            </p:cNvPr>
            <p:cNvSpPr/>
            <p:nvPr/>
          </p:nvSpPr>
          <p:spPr>
            <a:xfrm>
              <a:off x="2510676" y="4874856"/>
              <a:ext cx="292627" cy="174498"/>
            </a:xfrm>
            <a:custGeom>
              <a:avLst/>
              <a:gdLst>
                <a:gd name="csX0" fmla="*/ 0 w 337477"/>
                <a:gd name="csY0" fmla="*/ 0 h 201243"/>
                <a:gd name="csX1" fmla="*/ 50216 w 337477"/>
                <a:gd name="csY1" fmla="*/ 28111 h 201243"/>
                <a:gd name="csX2" fmla="*/ 57036 w 337477"/>
                <a:gd name="csY2" fmla="*/ 40767 h 201243"/>
                <a:gd name="csX3" fmla="*/ 87344 w 337477"/>
                <a:gd name="csY3" fmla="*/ 44659 h 201243"/>
                <a:gd name="csX4" fmla="*/ 94488 w 337477"/>
                <a:gd name="csY4" fmla="*/ 36119 h 201243"/>
                <a:gd name="csX5" fmla="*/ 136919 w 337477"/>
                <a:gd name="csY5" fmla="*/ 54064 h 201243"/>
                <a:gd name="csX6" fmla="*/ 165818 w 337477"/>
                <a:gd name="csY6" fmla="*/ 73317 h 201243"/>
                <a:gd name="csX7" fmla="*/ 171228 w 337477"/>
                <a:gd name="csY7" fmla="*/ 89103 h 201243"/>
                <a:gd name="csX8" fmla="*/ 197206 w 337477"/>
                <a:gd name="csY8" fmla="*/ 102622 h 201243"/>
                <a:gd name="csX9" fmla="*/ 200019 w 337477"/>
                <a:gd name="csY9" fmla="*/ 118840 h 201243"/>
                <a:gd name="csX10" fmla="*/ 212357 w 337477"/>
                <a:gd name="csY10" fmla="*/ 120028 h 201243"/>
                <a:gd name="csX11" fmla="*/ 216795 w 337477"/>
                <a:gd name="csY11" fmla="*/ 141440 h 201243"/>
                <a:gd name="csX12" fmla="*/ 245046 w 337477"/>
                <a:gd name="csY12" fmla="*/ 144361 h 201243"/>
                <a:gd name="csX13" fmla="*/ 266364 w 337477"/>
                <a:gd name="csY13" fmla="*/ 132359 h 201243"/>
                <a:gd name="csX14" fmla="*/ 278270 w 337477"/>
                <a:gd name="csY14" fmla="*/ 140144 h 201243"/>
                <a:gd name="csX15" fmla="*/ 294939 w 337477"/>
                <a:gd name="csY15" fmla="*/ 135172 h 201243"/>
                <a:gd name="csX16" fmla="*/ 324269 w 337477"/>
                <a:gd name="csY16" fmla="*/ 152254 h 201243"/>
                <a:gd name="csX17" fmla="*/ 308902 w 337477"/>
                <a:gd name="csY17" fmla="*/ 186099 h 201243"/>
                <a:gd name="csX18" fmla="*/ 337477 w 337477"/>
                <a:gd name="csY18" fmla="*/ 201244 h 20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7477" h="201243">
                  <a:moveTo>
                    <a:pt x="0" y="0"/>
                  </a:moveTo>
                  <a:lnTo>
                    <a:pt x="50216" y="28111"/>
                  </a:lnTo>
                  <a:lnTo>
                    <a:pt x="57036" y="40767"/>
                  </a:lnTo>
                  <a:lnTo>
                    <a:pt x="87344" y="44659"/>
                  </a:lnTo>
                  <a:lnTo>
                    <a:pt x="94488" y="36119"/>
                  </a:lnTo>
                  <a:lnTo>
                    <a:pt x="136919" y="54064"/>
                  </a:lnTo>
                  <a:lnTo>
                    <a:pt x="165818" y="73317"/>
                  </a:lnTo>
                  <a:lnTo>
                    <a:pt x="171228" y="89103"/>
                  </a:lnTo>
                  <a:lnTo>
                    <a:pt x="197206" y="102622"/>
                  </a:lnTo>
                  <a:lnTo>
                    <a:pt x="200019" y="118840"/>
                  </a:lnTo>
                  <a:lnTo>
                    <a:pt x="212357" y="120028"/>
                  </a:lnTo>
                  <a:lnTo>
                    <a:pt x="216795" y="141440"/>
                  </a:lnTo>
                  <a:lnTo>
                    <a:pt x="245046" y="144361"/>
                  </a:lnTo>
                  <a:lnTo>
                    <a:pt x="266364" y="132359"/>
                  </a:lnTo>
                  <a:lnTo>
                    <a:pt x="278270" y="140144"/>
                  </a:lnTo>
                  <a:lnTo>
                    <a:pt x="294939" y="135172"/>
                  </a:lnTo>
                  <a:lnTo>
                    <a:pt x="324269" y="152254"/>
                  </a:lnTo>
                  <a:lnTo>
                    <a:pt x="308902" y="186099"/>
                  </a:lnTo>
                  <a:lnTo>
                    <a:pt x="337477" y="2012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642DB4B0-E198-76E5-1FC6-01134369B764}"/>
                </a:ext>
              </a:extLst>
            </p:cNvPr>
            <p:cNvSpPr/>
            <p:nvPr/>
          </p:nvSpPr>
          <p:spPr>
            <a:xfrm>
              <a:off x="2457740" y="4921734"/>
              <a:ext cx="171657" cy="160249"/>
            </a:xfrm>
            <a:custGeom>
              <a:avLst/>
              <a:gdLst>
                <a:gd name="csX0" fmla="*/ 197968 w 197967"/>
                <a:gd name="csY0" fmla="*/ 0 h 184810"/>
                <a:gd name="csX1" fmla="*/ 187141 w 197967"/>
                <a:gd name="csY1" fmla="*/ 12979 h 184810"/>
                <a:gd name="csX2" fmla="*/ 196666 w 197967"/>
                <a:gd name="csY2" fmla="*/ 28334 h 184810"/>
                <a:gd name="csX3" fmla="*/ 196774 w 197967"/>
                <a:gd name="csY3" fmla="*/ 46285 h 184810"/>
                <a:gd name="csX4" fmla="*/ 185191 w 197967"/>
                <a:gd name="csY4" fmla="*/ 44552 h 184810"/>
                <a:gd name="csX5" fmla="*/ 182702 w 197967"/>
                <a:gd name="csY5" fmla="*/ 66942 h 184810"/>
                <a:gd name="csX6" fmla="*/ 143739 w 197967"/>
                <a:gd name="csY6" fmla="*/ 95485 h 184810"/>
                <a:gd name="csX7" fmla="*/ 95358 w 197967"/>
                <a:gd name="csY7" fmla="*/ 111817 h 184810"/>
                <a:gd name="csX8" fmla="*/ 86373 w 197967"/>
                <a:gd name="csY8" fmla="*/ 130524 h 184810"/>
                <a:gd name="csX9" fmla="*/ 77394 w 197967"/>
                <a:gd name="csY9" fmla="*/ 129337 h 184810"/>
                <a:gd name="csX10" fmla="*/ 69488 w 197967"/>
                <a:gd name="csY10" fmla="*/ 166535 h 184810"/>
                <a:gd name="csX11" fmla="*/ 58344 w 197967"/>
                <a:gd name="csY11" fmla="*/ 173672 h 184810"/>
                <a:gd name="csX12" fmla="*/ 54445 w 197967"/>
                <a:gd name="csY12" fmla="*/ 184810 h 184810"/>
                <a:gd name="csX13" fmla="*/ 39510 w 197967"/>
                <a:gd name="csY13" fmla="*/ 184055 h 184810"/>
                <a:gd name="csX14" fmla="*/ 31826 w 197967"/>
                <a:gd name="csY14" fmla="*/ 162642 h 184810"/>
                <a:gd name="csX15" fmla="*/ 3683 w 197967"/>
                <a:gd name="csY15" fmla="*/ 166859 h 184810"/>
                <a:gd name="csX16" fmla="*/ 0 w 197967"/>
                <a:gd name="csY16" fmla="*/ 147612 h 184810"/>
                <a:gd name="csX17" fmla="*/ 13532 w 197967"/>
                <a:gd name="csY17" fmla="*/ 144475 h 184810"/>
                <a:gd name="csX18" fmla="*/ 9093 w 197967"/>
                <a:gd name="csY18" fmla="*/ 125768 h 18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97967" h="184810">
                  <a:moveTo>
                    <a:pt x="197968" y="0"/>
                  </a:moveTo>
                  <a:lnTo>
                    <a:pt x="187141" y="12979"/>
                  </a:lnTo>
                  <a:lnTo>
                    <a:pt x="196666" y="28334"/>
                  </a:lnTo>
                  <a:lnTo>
                    <a:pt x="196774" y="46285"/>
                  </a:lnTo>
                  <a:lnTo>
                    <a:pt x="185191" y="44552"/>
                  </a:lnTo>
                  <a:lnTo>
                    <a:pt x="182702" y="66942"/>
                  </a:lnTo>
                  <a:lnTo>
                    <a:pt x="143739" y="95485"/>
                  </a:lnTo>
                  <a:lnTo>
                    <a:pt x="95358" y="111817"/>
                  </a:lnTo>
                  <a:lnTo>
                    <a:pt x="86373" y="130524"/>
                  </a:lnTo>
                  <a:lnTo>
                    <a:pt x="77394" y="129337"/>
                  </a:lnTo>
                  <a:lnTo>
                    <a:pt x="69488" y="166535"/>
                  </a:lnTo>
                  <a:lnTo>
                    <a:pt x="58344" y="173672"/>
                  </a:lnTo>
                  <a:lnTo>
                    <a:pt x="54445" y="184810"/>
                  </a:lnTo>
                  <a:lnTo>
                    <a:pt x="39510" y="184055"/>
                  </a:lnTo>
                  <a:lnTo>
                    <a:pt x="31826" y="162642"/>
                  </a:lnTo>
                  <a:lnTo>
                    <a:pt x="3683" y="166859"/>
                  </a:lnTo>
                  <a:lnTo>
                    <a:pt x="0" y="147612"/>
                  </a:lnTo>
                  <a:lnTo>
                    <a:pt x="13532" y="144475"/>
                  </a:lnTo>
                  <a:lnTo>
                    <a:pt x="9093" y="1257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1DC7E648-0770-F8A3-C99A-88466D254455}"/>
                </a:ext>
              </a:extLst>
            </p:cNvPr>
            <p:cNvSpPr/>
            <p:nvPr/>
          </p:nvSpPr>
          <p:spPr>
            <a:xfrm>
              <a:off x="2815978" y="5490145"/>
              <a:ext cx="483429" cy="343564"/>
            </a:xfrm>
            <a:custGeom>
              <a:avLst/>
              <a:gdLst>
                <a:gd name="csX0" fmla="*/ 0 w 557523"/>
                <a:gd name="csY0" fmla="*/ 0 h 396221"/>
                <a:gd name="csX1" fmla="*/ 5950 w 557523"/>
                <a:gd name="csY1" fmla="*/ 18383 h 396221"/>
                <a:gd name="csX2" fmla="*/ 13856 w 557523"/>
                <a:gd name="csY2" fmla="*/ 22060 h 396221"/>
                <a:gd name="csX3" fmla="*/ 17748 w 557523"/>
                <a:gd name="csY3" fmla="*/ 56128 h 396221"/>
                <a:gd name="csX4" fmla="*/ 37446 w 557523"/>
                <a:gd name="csY4" fmla="*/ 73533 h 396221"/>
                <a:gd name="csX5" fmla="*/ 28467 w 557523"/>
                <a:gd name="csY5" fmla="*/ 85109 h 396221"/>
                <a:gd name="csX6" fmla="*/ 36151 w 557523"/>
                <a:gd name="csY6" fmla="*/ 91592 h 396221"/>
                <a:gd name="csX7" fmla="*/ 35611 w 557523"/>
                <a:gd name="csY7" fmla="*/ 106521 h 396221"/>
                <a:gd name="csX8" fmla="*/ 26842 w 557523"/>
                <a:gd name="csY8" fmla="*/ 106521 h 396221"/>
                <a:gd name="csX9" fmla="*/ 28467 w 557523"/>
                <a:gd name="csY9" fmla="*/ 120466 h 396221"/>
                <a:gd name="csX10" fmla="*/ 38964 w 557523"/>
                <a:gd name="csY10" fmla="*/ 126956 h 396221"/>
                <a:gd name="csX11" fmla="*/ 35395 w 557523"/>
                <a:gd name="csY11" fmla="*/ 137446 h 396221"/>
                <a:gd name="csX12" fmla="*/ 49460 w 557523"/>
                <a:gd name="csY12" fmla="*/ 154426 h 396221"/>
                <a:gd name="csX13" fmla="*/ 60935 w 557523"/>
                <a:gd name="csY13" fmla="*/ 207626 h 396221"/>
                <a:gd name="csX14" fmla="*/ 84315 w 557523"/>
                <a:gd name="csY14" fmla="*/ 206978 h 396221"/>
                <a:gd name="csX15" fmla="*/ 103905 w 557523"/>
                <a:gd name="csY15" fmla="*/ 182213 h 396221"/>
                <a:gd name="csX16" fmla="*/ 117869 w 557523"/>
                <a:gd name="csY16" fmla="*/ 179623 h 396221"/>
                <a:gd name="csX17" fmla="*/ 120142 w 557523"/>
                <a:gd name="csY17" fmla="*/ 167507 h 396221"/>
                <a:gd name="csX18" fmla="*/ 139732 w 557523"/>
                <a:gd name="csY18" fmla="*/ 178213 h 396221"/>
                <a:gd name="csX19" fmla="*/ 167767 w 557523"/>
                <a:gd name="csY19" fmla="*/ 178213 h 396221"/>
                <a:gd name="csX20" fmla="*/ 183134 w 557523"/>
                <a:gd name="csY20" fmla="*/ 183185 h 396221"/>
                <a:gd name="csX21" fmla="*/ 181077 w 557523"/>
                <a:gd name="csY21" fmla="*/ 190430 h 396221"/>
                <a:gd name="csX22" fmla="*/ 188436 w 557523"/>
                <a:gd name="csY22" fmla="*/ 206870 h 396221"/>
                <a:gd name="csX23" fmla="*/ 209328 w 557523"/>
                <a:gd name="csY23" fmla="*/ 207086 h 396221"/>
                <a:gd name="csX24" fmla="*/ 212573 w 557523"/>
                <a:gd name="csY24" fmla="*/ 175184 h 396221"/>
                <a:gd name="csX25" fmla="*/ 246234 w 557523"/>
                <a:gd name="csY25" fmla="*/ 175184 h 396221"/>
                <a:gd name="csX26" fmla="*/ 247428 w 557523"/>
                <a:gd name="csY26" fmla="*/ 181026 h 396221"/>
                <a:gd name="csX27" fmla="*/ 271240 w 557523"/>
                <a:gd name="csY27" fmla="*/ 194653 h 396221"/>
                <a:gd name="csX28" fmla="*/ 280442 w 557523"/>
                <a:gd name="csY28" fmla="*/ 214764 h 396221"/>
                <a:gd name="csX29" fmla="*/ 311830 w 557523"/>
                <a:gd name="csY29" fmla="*/ 236608 h 396221"/>
                <a:gd name="csX30" fmla="*/ 317996 w 557523"/>
                <a:gd name="csY30" fmla="*/ 248069 h 396221"/>
                <a:gd name="csX31" fmla="*/ 357937 w 557523"/>
                <a:gd name="csY31" fmla="*/ 253804 h 396221"/>
                <a:gd name="csX32" fmla="*/ 379476 w 557523"/>
                <a:gd name="csY32" fmla="*/ 274022 h 396221"/>
                <a:gd name="csX33" fmla="*/ 407829 w 557523"/>
                <a:gd name="csY33" fmla="*/ 282569 h 396221"/>
                <a:gd name="csX34" fmla="*/ 413677 w 557523"/>
                <a:gd name="csY34" fmla="*/ 291973 h 396221"/>
                <a:gd name="csX35" fmla="*/ 423418 w 557523"/>
                <a:gd name="csY35" fmla="*/ 291326 h 396221"/>
                <a:gd name="csX36" fmla="*/ 439115 w 557523"/>
                <a:gd name="csY36" fmla="*/ 296837 h 396221"/>
                <a:gd name="csX37" fmla="*/ 446037 w 557523"/>
                <a:gd name="csY37" fmla="*/ 311220 h 396221"/>
                <a:gd name="csX38" fmla="*/ 443656 w 557523"/>
                <a:gd name="csY38" fmla="*/ 317170 h 396221"/>
                <a:gd name="csX39" fmla="*/ 436950 w 557523"/>
                <a:gd name="csY39" fmla="*/ 320847 h 396221"/>
                <a:gd name="csX40" fmla="*/ 433483 w 557523"/>
                <a:gd name="csY40" fmla="*/ 334690 h 396221"/>
                <a:gd name="csX41" fmla="*/ 422771 w 557523"/>
                <a:gd name="csY41" fmla="*/ 340856 h 396221"/>
                <a:gd name="csX42" fmla="*/ 421793 w 557523"/>
                <a:gd name="csY42" fmla="*/ 360102 h 396221"/>
                <a:gd name="csX43" fmla="*/ 403397 w 557523"/>
                <a:gd name="csY43" fmla="*/ 371456 h 396221"/>
                <a:gd name="csX44" fmla="*/ 406425 w 557523"/>
                <a:gd name="csY44" fmla="*/ 385083 h 396221"/>
                <a:gd name="csX45" fmla="*/ 429368 w 557523"/>
                <a:gd name="csY45" fmla="*/ 382270 h 396221"/>
                <a:gd name="csX46" fmla="*/ 462922 w 557523"/>
                <a:gd name="csY46" fmla="*/ 392545 h 396221"/>
                <a:gd name="csX47" fmla="*/ 478835 w 557523"/>
                <a:gd name="csY47" fmla="*/ 387890 h 396221"/>
                <a:gd name="csX48" fmla="*/ 489985 w 557523"/>
                <a:gd name="csY48" fmla="*/ 396221 h 396221"/>
                <a:gd name="csX49" fmla="*/ 496805 w 557523"/>
                <a:gd name="csY49" fmla="*/ 384867 h 396221"/>
                <a:gd name="csX50" fmla="*/ 506978 w 557523"/>
                <a:gd name="csY50" fmla="*/ 383998 h 396221"/>
                <a:gd name="csX51" fmla="*/ 512172 w 557523"/>
                <a:gd name="csY51" fmla="*/ 389300 h 396221"/>
                <a:gd name="csX52" fmla="*/ 519856 w 557523"/>
                <a:gd name="csY52" fmla="*/ 384213 h 396221"/>
                <a:gd name="csX53" fmla="*/ 521049 w 557523"/>
                <a:gd name="csY53" fmla="*/ 376968 h 396221"/>
                <a:gd name="csX54" fmla="*/ 529597 w 557523"/>
                <a:gd name="csY54" fmla="*/ 369722 h 396221"/>
                <a:gd name="csX55" fmla="*/ 538798 w 557523"/>
                <a:gd name="csY55" fmla="*/ 369722 h 396221"/>
                <a:gd name="csX56" fmla="*/ 552329 w 557523"/>
                <a:gd name="csY56" fmla="*/ 354044 h 396221"/>
                <a:gd name="csX57" fmla="*/ 552869 w 557523"/>
                <a:gd name="csY57" fmla="*/ 333388 h 396221"/>
                <a:gd name="csX58" fmla="*/ 557524 w 557523"/>
                <a:gd name="csY58" fmla="*/ 328524 h 396221"/>
                <a:gd name="csX59" fmla="*/ 556006 w 557523"/>
                <a:gd name="csY59" fmla="*/ 318034 h 39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57523" h="396221">
                  <a:moveTo>
                    <a:pt x="0" y="0"/>
                  </a:moveTo>
                  <a:lnTo>
                    <a:pt x="5950" y="18383"/>
                  </a:lnTo>
                  <a:lnTo>
                    <a:pt x="13856" y="22060"/>
                  </a:lnTo>
                  <a:lnTo>
                    <a:pt x="17748" y="56128"/>
                  </a:lnTo>
                  <a:lnTo>
                    <a:pt x="37446" y="73533"/>
                  </a:lnTo>
                  <a:lnTo>
                    <a:pt x="28467" y="85109"/>
                  </a:lnTo>
                  <a:lnTo>
                    <a:pt x="36151" y="91592"/>
                  </a:lnTo>
                  <a:lnTo>
                    <a:pt x="35611" y="106521"/>
                  </a:lnTo>
                  <a:lnTo>
                    <a:pt x="26842" y="106521"/>
                  </a:lnTo>
                  <a:lnTo>
                    <a:pt x="28467" y="120466"/>
                  </a:lnTo>
                  <a:lnTo>
                    <a:pt x="38964" y="126956"/>
                  </a:lnTo>
                  <a:lnTo>
                    <a:pt x="35395" y="137446"/>
                  </a:lnTo>
                  <a:lnTo>
                    <a:pt x="49460" y="154426"/>
                  </a:lnTo>
                  <a:lnTo>
                    <a:pt x="60935" y="207626"/>
                  </a:lnTo>
                  <a:lnTo>
                    <a:pt x="84315" y="206978"/>
                  </a:lnTo>
                  <a:lnTo>
                    <a:pt x="103905" y="182213"/>
                  </a:lnTo>
                  <a:lnTo>
                    <a:pt x="117869" y="179623"/>
                  </a:lnTo>
                  <a:lnTo>
                    <a:pt x="120142" y="167507"/>
                  </a:lnTo>
                  <a:lnTo>
                    <a:pt x="139732" y="178213"/>
                  </a:lnTo>
                  <a:lnTo>
                    <a:pt x="167767" y="178213"/>
                  </a:lnTo>
                  <a:lnTo>
                    <a:pt x="183134" y="183185"/>
                  </a:lnTo>
                  <a:lnTo>
                    <a:pt x="181077" y="190430"/>
                  </a:lnTo>
                  <a:lnTo>
                    <a:pt x="188436" y="206870"/>
                  </a:lnTo>
                  <a:lnTo>
                    <a:pt x="209328" y="207086"/>
                  </a:lnTo>
                  <a:lnTo>
                    <a:pt x="212573" y="175184"/>
                  </a:lnTo>
                  <a:lnTo>
                    <a:pt x="246234" y="175184"/>
                  </a:lnTo>
                  <a:lnTo>
                    <a:pt x="247428" y="181026"/>
                  </a:lnTo>
                  <a:lnTo>
                    <a:pt x="271240" y="194653"/>
                  </a:lnTo>
                  <a:lnTo>
                    <a:pt x="280442" y="214764"/>
                  </a:lnTo>
                  <a:lnTo>
                    <a:pt x="311830" y="236608"/>
                  </a:lnTo>
                  <a:lnTo>
                    <a:pt x="317996" y="248069"/>
                  </a:lnTo>
                  <a:lnTo>
                    <a:pt x="357937" y="253804"/>
                  </a:lnTo>
                  <a:lnTo>
                    <a:pt x="379476" y="274022"/>
                  </a:lnTo>
                  <a:lnTo>
                    <a:pt x="407829" y="282569"/>
                  </a:lnTo>
                  <a:lnTo>
                    <a:pt x="413677" y="291973"/>
                  </a:lnTo>
                  <a:lnTo>
                    <a:pt x="423418" y="291326"/>
                  </a:lnTo>
                  <a:lnTo>
                    <a:pt x="439115" y="296837"/>
                  </a:lnTo>
                  <a:lnTo>
                    <a:pt x="446037" y="311220"/>
                  </a:lnTo>
                  <a:lnTo>
                    <a:pt x="443656" y="317170"/>
                  </a:lnTo>
                  <a:lnTo>
                    <a:pt x="436950" y="320847"/>
                  </a:lnTo>
                  <a:lnTo>
                    <a:pt x="433483" y="334690"/>
                  </a:lnTo>
                  <a:lnTo>
                    <a:pt x="422771" y="340856"/>
                  </a:lnTo>
                  <a:lnTo>
                    <a:pt x="421793" y="360102"/>
                  </a:lnTo>
                  <a:lnTo>
                    <a:pt x="403397" y="371456"/>
                  </a:lnTo>
                  <a:lnTo>
                    <a:pt x="406425" y="385083"/>
                  </a:lnTo>
                  <a:lnTo>
                    <a:pt x="429368" y="382270"/>
                  </a:lnTo>
                  <a:lnTo>
                    <a:pt x="462922" y="392545"/>
                  </a:lnTo>
                  <a:lnTo>
                    <a:pt x="478835" y="387890"/>
                  </a:lnTo>
                  <a:lnTo>
                    <a:pt x="489985" y="396221"/>
                  </a:lnTo>
                  <a:lnTo>
                    <a:pt x="496805" y="384867"/>
                  </a:lnTo>
                  <a:lnTo>
                    <a:pt x="506978" y="383998"/>
                  </a:lnTo>
                  <a:lnTo>
                    <a:pt x="512172" y="389300"/>
                  </a:lnTo>
                  <a:lnTo>
                    <a:pt x="519856" y="384213"/>
                  </a:lnTo>
                  <a:lnTo>
                    <a:pt x="521049" y="376968"/>
                  </a:lnTo>
                  <a:lnTo>
                    <a:pt x="529597" y="369722"/>
                  </a:lnTo>
                  <a:lnTo>
                    <a:pt x="538798" y="369722"/>
                  </a:lnTo>
                  <a:lnTo>
                    <a:pt x="552329" y="354044"/>
                  </a:lnTo>
                  <a:lnTo>
                    <a:pt x="552869" y="333388"/>
                  </a:lnTo>
                  <a:lnTo>
                    <a:pt x="557524" y="328524"/>
                  </a:lnTo>
                  <a:lnTo>
                    <a:pt x="556006" y="318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CFD9F674-8955-46DD-B92B-878D7C372EFD}"/>
                </a:ext>
              </a:extLst>
            </p:cNvPr>
            <p:cNvSpPr/>
            <p:nvPr/>
          </p:nvSpPr>
          <p:spPr>
            <a:xfrm>
              <a:off x="3037274" y="5550436"/>
              <a:ext cx="146412" cy="100612"/>
            </a:xfrm>
            <a:custGeom>
              <a:avLst/>
              <a:gdLst>
                <a:gd name="csX0" fmla="*/ 168853 w 168852"/>
                <a:gd name="csY0" fmla="*/ 34716 h 116033"/>
                <a:gd name="csX1" fmla="*/ 165386 w 168852"/>
                <a:gd name="csY1" fmla="*/ 21628 h 116033"/>
                <a:gd name="csX2" fmla="*/ 132918 w 168852"/>
                <a:gd name="csY2" fmla="*/ 1949 h 116033"/>
                <a:gd name="csX3" fmla="*/ 99257 w 168852"/>
                <a:gd name="csY3" fmla="*/ 0 h 116033"/>
                <a:gd name="csX4" fmla="*/ 74251 w 168852"/>
                <a:gd name="csY4" fmla="*/ 6598 h 116033"/>
                <a:gd name="csX5" fmla="*/ 33553 w 168852"/>
                <a:gd name="csY5" fmla="*/ 13303 h 116033"/>
                <a:gd name="csX6" fmla="*/ 27603 w 168852"/>
                <a:gd name="csY6" fmla="*/ 29413 h 116033"/>
                <a:gd name="csX7" fmla="*/ 13532 w 168852"/>
                <a:gd name="csY7" fmla="*/ 48876 h 116033"/>
                <a:gd name="csX8" fmla="*/ 14288 w 168852"/>
                <a:gd name="csY8" fmla="*/ 68561 h 116033"/>
                <a:gd name="csX9" fmla="*/ 0 w 168852"/>
                <a:gd name="csY9" fmla="*/ 116034 h 11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8852" h="116033">
                  <a:moveTo>
                    <a:pt x="168853" y="34716"/>
                  </a:move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3" y="29413"/>
                  </a:lnTo>
                  <a:lnTo>
                    <a:pt x="13532" y="48876"/>
                  </a:lnTo>
                  <a:lnTo>
                    <a:pt x="14288" y="68561"/>
                  </a:lnTo>
                  <a:lnTo>
                    <a:pt x="0" y="116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3249D1C3-10EC-A59F-7A41-8D4DA0B01427}"/>
                </a:ext>
              </a:extLst>
            </p:cNvPr>
            <p:cNvSpPr/>
            <p:nvPr/>
          </p:nvSpPr>
          <p:spPr>
            <a:xfrm>
              <a:off x="3169420" y="5925881"/>
              <a:ext cx="30597" cy="136992"/>
            </a:xfrm>
            <a:custGeom>
              <a:avLst/>
              <a:gdLst>
                <a:gd name="csX0" fmla="*/ 35287 w 35286"/>
                <a:gd name="csY0" fmla="*/ 0 h 157988"/>
                <a:gd name="csX1" fmla="*/ 27387 w 35286"/>
                <a:gd name="csY1" fmla="*/ 12649 h 157988"/>
                <a:gd name="csX2" fmla="*/ 31064 w 35286"/>
                <a:gd name="csY2" fmla="*/ 24974 h 157988"/>
                <a:gd name="csX3" fmla="*/ 24352 w 35286"/>
                <a:gd name="csY3" fmla="*/ 31140 h 157988"/>
                <a:gd name="csX4" fmla="*/ 19158 w 35286"/>
                <a:gd name="csY4" fmla="*/ 48552 h 157988"/>
                <a:gd name="csX5" fmla="*/ 23381 w 35286"/>
                <a:gd name="csY5" fmla="*/ 57633 h 157988"/>
                <a:gd name="csX6" fmla="*/ 13963 w 35286"/>
                <a:gd name="csY6" fmla="*/ 67907 h 157988"/>
                <a:gd name="csX7" fmla="*/ 15158 w 35286"/>
                <a:gd name="csY7" fmla="*/ 111055 h 157988"/>
                <a:gd name="csX8" fmla="*/ 5633 w 35286"/>
                <a:gd name="csY8" fmla="*/ 116789 h 157988"/>
                <a:gd name="csX9" fmla="*/ 0 w 35286"/>
                <a:gd name="csY9" fmla="*/ 135928 h 157988"/>
                <a:gd name="csX10" fmla="*/ 8553 w 35286"/>
                <a:gd name="csY10" fmla="*/ 157988 h 157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286" h="157988">
                  <a:moveTo>
                    <a:pt x="35287" y="0"/>
                  </a:moveTo>
                  <a:lnTo>
                    <a:pt x="27387" y="12649"/>
                  </a:lnTo>
                  <a:lnTo>
                    <a:pt x="31064" y="24974"/>
                  </a:lnTo>
                  <a:lnTo>
                    <a:pt x="24352" y="31140"/>
                  </a:lnTo>
                  <a:lnTo>
                    <a:pt x="19158" y="48552"/>
                  </a:lnTo>
                  <a:lnTo>
                    <a:pt x="23381" y="57633"/>
                  </a:lnTo>
                  <a:lnTo>
                    <a:pt x="13963" y="67907"/>
                  </a:lnTo>
                  <a:lnTo>
                    <a:pt x="15158" y="111055"/>
                  </a:lnTo>
                  <a:lnTo>
                    <a:pt x="5633" y="116789"/>
                  </a:lnTo>
                  <a:lnTo>
                    <a:pt x="0" y="135928"/>
                  </a:lnTo>
                  <a:lnTo>
                    <a:pt x="8553" y="15798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DF374AFA-72F0-CEAF-827B-ED2327599036}"/>
                </a:ext>
              </a:extLst>
            </p:cNvPr>
            <p:cNvSpPr/>
            <p:nvPr/>
          </p:nvSpPr>
          <p:spPr>
            <a:xfrm>
              <a:off x="2686651" y="5669616"/>
              <a:ext cx="208818" cy="1180055"/>
            </a:xfrm>
            <a:custGeom>
              <a:avLst/>
              <a:gdLst>
                <a:gd name="csX0" fmla="*/ 233464 w 240823"/>
                <a:gd name="csY0" fmla="*/ 0 h 1360919"/>
                <a:gd name="csX1" fmla="*/ 240824 w 240823"/>
                <a:gd name="csY1" fmla="*/ 7677 h 1360919"/>
                <a:gd name="csX2" fmla="*/ 228917 w 240823"/>
                <a:gd name="csY2" fmla="*/ 45739 h 1360919"/>
                <a:gd name="csX3" fmla="*/ 194824 w 240823"/>
                <a:gd name="csY3" fmla="*/ 61208 h 1360919"/>
                <a:gd name="csX4" fmla="*/ 182702 w 240823"/>
                <a:gd name="csY4" fmla="*/ 76022 h 1360919"/>
                <a:gd name="csX5" fmla="*/ 189192 w 240823"/>
                <a:gd name="csY5" fmla="*/ 88564 h 1360919"/>
                <a:gd name="csX6" fmla="*/ 181184 w 240823"/>
                <a:gd name="csY6" fmla="*/ 103054 h 1360919"/>
                <a:gd name="csX7" fmla="*/ 188328 w 240823"/>
                <a:gd name="csY7" fmla="*/ 130848 h 1360919"/>
                <a:gd name="csX8" fmla="*/ 180861 w 240823"/>
                <a:gd name="csY8" fmla="*/ 143389 h 1360919"/>
                <a:gd name="csX9" fmla="*/ 194062 w 240823"/>
                <a:gd name="csY9" fmla="*/ 162744 h 1360919"/>
                <a:gd name="csX10" fmla="*/ 185299 w 240823"/>
                <a:gd name="csY10" fmla="*/ 173126 h 1360919"/>
                <a:gd name="csX11" fmla="*/ 173393 w 240823"/>
                <a:gd name="csY11" fmla="*/ 169342 h 1360919"/>
                <a:gd name="csX12" fmla="*/ 160293 w 240823"/>
                <a:gd name="csY12" fmla="*/ 201028 h 1360919"/>
                <a:gd name="csX13" fmla="*/ 141243 w 240823"/>
                <a:gd name="csY13" fmla="*/ 221247 h 1360919"/>
                <a:gd name="csX14" fmla="*/ 136480 w 240823"/>
                <a:gd name="csY14" fmla="*/ 247523 h 1360919"/>
                <a:gd name="csX15" fmla="*/ 128365 w 240823"/>
                <a:gd name="csY15" fmla="*/ 256070 h 1360919"/>
                <a:gd name="csX16" fmla="*/ 137242 w 240823"/>
                <a:gd name="csY16" fmla="*/ 293916 h 1360919"/>
                <a:gd name="csX17" fmla="*/ 130746 w 240823"/>
                <a:gd name="csY17" fmla="*/ 300946 h 1360919"/>
                <a:gd name="csX18" fmla="*/ 124250 w 240823"/>
                <a:gd name="csY18" fmla="*/ 300514 h 1360919"/>
                <a:gd name="csX19" fmla="*/ 117322 w 240823"/>
                <a:gd name="csY19" fmla="*/ 328632 h 1360919"/>
                <a:gd name="csX20" fmla="*/ 110617 w 240823"/>
                <a:gd name="csY20" fmla="*/ 331654 h 1360919"/>
                <a:gd name="csX21" fmla="*/ 106394 w 240823"/>
                <a:gd name="csY21" fmla="*/ 347554 h 1360919"/>
                <a:gd name="csX22" fmla="*/ 125660 w 240823"/>
                <a:gd name="csY22" fmla="*/ 398704 h 1360919"/>
                <a:gd name="csX23" fmla="*/ 119704 w 240823"/>
                <a:gd name="csY23" fmla="*/ 404863 h 1360919"/>
                <a:gd name="csX24" fmla="*/ 124790 w 240823"/>
                <a:gd name="csY24" fmla="*/ 420224 h 1360919"/>
                <a:gd name="csX25" fmla="*/ 137242 w 240823"/>
                <a:gd name="csY25" fmla="*/ 420008 h 1360919"/>
                <a:gd name="csX26" fmla="*/ 135509 w 240823"/>
                <a:gd name="csY26" fmla="*/ 459689 h 1360919"/>
                <a:gd name="csX27" fmla="*/ 126416 w 240823"/>
                <a:gd name="csY27" fmla="*/ 463474 h 1360919"/>
                <a:gd name="csX28" fmla="*/ 115595 w 240823"/>
                <a:gd name="csY28" fmla="*/ 489757 h 1360919"/>
                <a:gd name="csX29" fmla="*/ 106394 w 240823"/>
                <a:gd name="csY29" fmla="*/ 494512 h 1360919"/>
                <a:gd name="csX30" fmla="*/ 112998 w 240823"/>
                <a:gd name="csY30" fmla="*/ 508140 h 1360919"/>
                <a:gd name="csX31" fmla="*/ 114402 w 240823"/>
                <a:gd name="csY31" fmla="*/ 535172 h 1360919"/>
                <a:gd name="csX32" fmla="*/ 101632 w 240823"/>
                <a:gd name="csY32" fmla="*/ 551612 h 1360919"/>
                <a:gd name="csX33" fmla="*/ 89833 w 240823"/>
                <a:gd name="csY33" fmla="*/ 554419 h 1360919"/>
                <a:gd name="csX34" fmla="*/ 83445 w 240823"/>
                <a:gd name="csY34" fmla="*/ 577780 h 1360919"/>
                <a:gd name="csX35" fmla="*/ 88424 w 240823"/>
                <a:gd name="csY35" fmla="*/ 583940 h 1360919"/>
                <a:gd name="csX36" fmla="*/ 83445 w 240823"/>
                <a:gd name="csY36" fmla="*/ 595731 h 1360919"/>
                <a:gd name="csX37" fmla="*/ 89725 w 240823"/>
                <a:gd name="csY37" fmla="*/ 602647 h 1360919"/>
                <a:gd name="csX38" fmla="*/ 84207 w 240823"/>
                <a:gd name="csY38" fmla="*/ 610978 h 1360919"/>
                <a:gd name="csX39" fmla="*/ 91567 w 240823"/>
                <a:gd name="csY39" fmla="*/ 643420 h 1360919"/>
                <a:gd name="csX40" fmla="*/ 100114 w 240823"/>
                <a:gd name="csY40" fmla="*/ 651745 h 1360919"/>
                <a:gd name="csX41" fmla="*/ 94164 w 240823"/>
                <a:gd name="csY41" fmla="*/ 660933 h 1360919"/>
                <a:gd name="csX42" fmla="*/ 76086 w 240823"/>
                <a:gd name="csY42" fmla="*/ 669912 h 1360919"/>
                <a:gd name="csX43" fmla="*/ 75978 w 240823"/>
                <a:gd name="csY43" fmla="*/ 699002 h 1360919"/>
                <a:gd name="csX44" fmla="*/ 63748 w 240823"/>
                <a:gd name="csY44" fmla="*/ 707758 h 1360919"/>
                <a:gd name="csX45" fmla="*/ 68510 w 240823"/>
                <a:gd name="csY45" fmla="*/ 723874 h 1360919"/>
                <a:gd name="csX46" fmla="*/ 61150 w 240823"/>
                <a:gd name="csY46" fmla="*/ 735228 h 1360919"/>
                <a:gd name="csX47" fmla="*/ 65157 w 240823"/>
                <a:gd name="csY47" fmla="*/ 747662 h 1360919"/>
                <a:gd name="csX48" fmla="*/ 55956 w 240823"/>
                <a:gd name="csY48" fmla="*/ 765073 h 1360919"/>
                <a:gd name="csX49" fmla="*/ 57798 w 240823"/>
                <a:gd name="csY49" fmla="*/ 802703 h 1360919"/>
                <a:gd name="csX50" fmla="*/ 65913 w 240823"/>
                <a:gd name="csY50" fmla="*/ 818381 h 1360919"/>
                <a:gd name="csX51" fmla="*/ 53251 w 240823"/>
                <a:gd name="csY51" fmla="*/ 832333 h 1360919"/>
                <a:gd name="csX52" fmla="*/ 55848 w 240823"/>
                <a:gd name="csY52" fmla="*/ 840874 h 1360919"/>
                <a:gd name="csX53" fmla="*/ 51086 w 240823"/>
                <a:gd name="csY53" fmla="*/ 847903 h 1360919"/>
                <a:gd name="csX54" fmla="*/ 52927 w 240823"/>
                <a:gd name="csY54" fmla="*/ 871048 h 1360919"/>
                <a:gd name="csX55" fmla="*/ 63424 w 240823"/>
                <a:gd name="csY55" fmla="*/ 879373 h 1360919"/>
                <a:gd name="csX56" fmla="*/ 58877 w 240823"/>
                <a:gd name="csY56" fmla="*/ 895267 h 1360919"/>
                <a:gd name="csX57" fmla="*/ 66237 w 240823"/>
                <a:gd name="csY57" fmla="*/ 916356 h 1360919"/>
                <a:gd name="csX58" fmla="*/ 59417 w 240823"/>
                <a:gd name="csY58" fmla="*/ 933444 h 1360919"/>
                <a:gd name="csX59" fmla="*/ 77927 w 240823"/>
                <a:gd name="csY59" fmla="*/ 936689 h 1360919"/>
                <a:gd name="csX60" fmla="*/ 81496 w 240823"/>
                <a:gd name="csY60" fmla="*/ 955072 h 1360919"/>
                <a:gd name="csX61" fmla="*/ 56712 w 240823"/>
                <a:gd name="csY61" fmla="*/ 956799 h 1360919"/>
                <a:gd name="csX62" fmla="*/ 51086 w 240823"/>
                <a:gd name="csY62" fmla="*/ 973563 h 1360919"/>
                <a:gd name="csX63" fmla="*/ 71971 w 240823"/>
                <a:gd name="csY63" fmla="*/ 978967 h 1360919"/>
                <a:gd name="csX64" fmla="*/ 78899 w 240823"/>
                <a:gd name="csY64" fmla="*/ 989889 h 1360919"/>
                <a:gd name="csX65" fmla="*/ 58985 w 240823"/>
                <a:gd name="csY65" fmla="*/ 1009574 h 1360919"/>
                <a:gd name="csX66" fmla="*/ 66992 w 240823"/>
                <a:gd name="csY66" fmla="*/ 1026147 h 1360919"/>
                <a:gd name="csX67" fmla="*/ 63964 w 240823"/>
                <a:gd name="csY67" fmla="*/ 1054849 h 1360919"/>
                <a:gd name="csX68" fmla="*/ 55086 w 240823"/>
                <a:gd name="csY68" fmla="*/ 1066914 h 1360919"/>
                <a:gd name="csX69" fmla="*/ 59201 w 240823"/>
                <a:gd name="csY69" fmla="*/ 1079424 h 1360919"/>
                <a:gd name="csX70" fmla="*/ 42532 w 240823"/>
                <a:gd name="csY70" fmla="*/ 1092314 h 1360919"/>
                <a:gd name="csX71" fmla="*/ 36366 w 240823"/>
                <a:gd name="csY71" fmla="*/ 1122604 h 1360919"/>
                <a:gd name="csX72" fmla="*/ 42640 w 240823"/>
                <a:gd name="csY72" fmla="*/ 1135685 h 1360919"/>
                <a:gd name="csX73" fmla="*/ 29978 w 240823"/>
                <a:gd name="csY73" fmla="*/ 1167879 h 1360919"/>
                <a:gd name="csX74" fmla="*/ 15691 w 240823"/>
                <a:gd name="csY74" fmla="*/ 1174674 h 1360919"/>
                <a:gd name="csX75" fmla="*/ 15691 w 240823"/>
                <a:gd name="csY75" fmla="*/ 1189215 h 1360919"/>
                <a:gd name="csX76" fmla="*/ 0 w 240823"/>
                <a:gd name="csY76" fmla="*/ 1193914 h 1360919"/>
                <a:gd name="csX77" fmla="*/ 0 w 240823"/>
                <a:gd name="csY77" fmla="*/ 1232903 h 1360919"/>
                <a:gd name="csX78" fmla="*/ 13633 w 240823"/>
                <a:gd name="csY78" fmla="*/ 1268908 h 1360919"/>
                <a:gd name="csX79" fmla="*/ 38424 w 240823"/>
                <a:gd name="csY79" fmla="*/ 1260970 h 1360919"/>
                <a:gd name="csX80" fmla="*/ 44590 w 240823"/>
                <a:gd name="csY80" fmla="*/ 1286942 h 1360919"/>
                <a:gd name="csX81" fmla="*/ 37122 w 240823"/>
                <a:gd name="csY81" fmla="*/ 1311707 h 1360919"/>
                <a:gd name="csX82" fmla="*/ 56388 w 240823"/>
                <a:gd name="csY82" fmla="*/ 1326438 h 1360919"/>
                <a:gd name="csX83" fmla="*/ 58985 w 240823"/>
                <a:gd name="csY83" fmla="*/ 1335837 h 1360919"/>
                <a:gd name="csX84" fmla="*/ 154127 w 240823"/>
                <a:gd name="csY84" fmla="*/ 1335837 h 1360919"/>
                <a:gd name="csX85" fmla="*/ 176422 w 240823"/>
                <a:gd name="csY85" fmla="*/ 1352283 h 1360919"/>
                <a:gd name="csX86" fmla="*/ 176422 w 240823"/>
                <a:gd name="csY86" fmla="*/ 1360919 h 1360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823" h="1360919">
                  <a:moveTo>
                    <a:pt x="233464" y="0"/>
                  </a:moveTo>
                  <a:lnTo>
                    <a:pt x="240824" y="7677"/>
                  </a:lnTo>
                  <a:lnTo>
                    <a:pt x="228917" y="45739"/>
                  </a:lnTo>
                  <a:lnTo>
                    <a:pt x="194824" y="61208"/>
                  </a:lnTo>
                  <a:lnTo>
                    <a:pt x="182702" y="76022"/>
                  </a:lnTo>
                  <a:lnTo>
                    <a:pt x="189192" y="88564"/>
                  </a:lnTo>
                  <a:lnTo>
                    <a:pt x="181184" y="103054"/>
                  </a:lnTo>
                  <a:lnTo>
                    <a:pt x="188328" y="130848"/>
                  </a:lnTo>
                  <a:lnTo>
                    <a:pt x="180861" y="143389"/>
                  </a:lnTo>
                  <a:lnTo>
                    <a:pt x="194062" y="162744"/>
                  </a:lnTo>
                  <a:lnTo>
                    <a:pt x="185299" y="173126"/>
                  </a:lnTo>
                  <a:lnTo>
                    <a:pt x="173393" y="169342"/>
                  </a:lnTo>
                  <a:lnTo>
                    <a:pt x="160293" y="201028"/>
                  </a:lnTo>
                  <a:lnTo>
                    <a:pt x="141243" y="221247"/>
                  </a:lnTo>
                  <a:lnTo>
                    <a:pt x="136480" y="247523"/>
                  </a:lnTo>
                  <a:lnTo>
                    <a:pt x="128365" y="256070"/>
                  </a:lnTo>
                  <a:lnTo>
                    <a:pt x="137242" y="293916"/>
                  </a:lnTo>
                  <a:lnTo>
                    <a:pt x="130746" y="300946"/>
                  </a:lnTo>
                  <a:lnTo>
                    <a:pt x="124250" y="300514"/>
                  </a:lnTo>
                  <a:lnTo>
                    <a:pt x="117322" y="328632"/>
                  </a:lnTo>
                  <a:lnTo>
                    <a:pt x="110617" y="331654"/>
                  </a:lnTo>
                  <a:lnTo>
                    <a:pt x="106394" y="347554"/>
                  </a:lnTo>
                  <a:lnTo>
                    <a:pt x="125660" y="398704"/>
                  </a:lnTo>
                  <a:lnTo>
                    <a:pt x="119704" y="404863"/>
                  </a:lnTo>
                  <a:lnTo>
                    <a:pt x="124790" y="420224"/>
                  </a:lnTo>
                  <a:lnTo>
                    <a:pt x="137242" y="420008"/>
                  </a:lnTo>
                  <a:lnTo>
                    <a:pt x="135509" y="459689"/>
                  </a:lnTo>
                  <a:lnTo>
                    <a:pt x="126416" y="463474"/>
                  </a:lnTo>
                  <a:lnTo>
                    <a:pt x="115595" y="489757"/>
                  </a:lnTo>
                  <a:lnTo>
                    <a:pt x="106394" y="494512"/>
                  </a:lnTo>
                  <a:lnTo>
                    <a:pt x="112998" y="508140"/>
                  </a:lnTo>
                  <a:lnTo>
                    <a:pt x="114402" y="535172"/>
                  </a:lnTo>
                  <a:lnTo>
                    <a:pt x="101632" y="551612"/>
                  </a:lnTo>
                  <a:lnTo>
                    <a:pt x="89833" y="554419"/>
                  </a:lnTo>
                  <a:lnTo>
                    <a:pt x="83445" y="577780"/>
                  </a:lnTo>
                  <a:lnTo>
                    <a:pt x="88424" y="583940"/>
                  </a:lnTo>
                  <a:lnTo>
                    <a:pt x="83445" y="595731"/>
                  </a:lnTo>
                  <a:lnTo>
                    <a:pt x="89725" y="602647"/>
                  </a:lnTo>
                  <a:lnTo>
                    <a:pt x="84207" y="610978"/>
                  </a:lnTo>
                  <a:lnTo>
                    <a:pt x="91567" y="643420"/>
                  </a:lnTo>
                  <a:lnTo>
                    <a:pt x="100114" y="651745"/>
                  </a:lnTo>
                  <a:lnTo>
                    <a:pt x="94164" y="660933"/>
                  </a:lnTo>
                  <a:lnTo>
                    <a:pt x="76086" y="669912"/>
                  </a:lnTo>
                  <a:lnTo>
                    <a:pt x="75978" y="699002"/>
                  </a:lnTo>
                  <a:lnTo>
                    <a:pt x="63748" y="707758"/>
                  </a:lnTo>
                  <a:lnTo>
                    <a:pt x="68510" y="723874"/>
                  </a:lnTo>
                  <a:lnTo>
                    <a:pt x="61150" y="735228"/>
                  </a:lnTo>
                  <a:lnTo>
                    <a:pt x="65157" y="747662"/>
                  </a:lnTo>
                  <a:lnTo>
                    <a:pt x="55956" y="765073"/>
                  </a:lnTo>
                  <a:lnTo>
                    <a:pt x="57798" y="802703"/>
                  </a:lnTo>
                  <a:lnTo>
                    <a:pt x="65913" y="818381"/>
                  </a:lnTo>
                  <a:lnTo>
                    <a:pt x="53251" y="832333"/>
                  </a:lnTo>
                  <a:lnTo>
                    <a:pt x="55848" y="840874"/>
                  </a:lnTo>
                  <a:lnTo>
                    <a:pt x="51086" y="847903"/>
                  </a:lnTo>
                  <a:lnTo>
                    <a:pt x="52927" y="871048"/>
                  </a:lnTo>
                  <a:lnTo>
                    <a:pt x="63424" y="879373"/>
                  </a:lnTo>
                  <a:lnTo>
                    <a:pt x="58877" y="895267"/>
                  </a:lnTo>
                  <a:lnTo>
                    <a:pt x="66237" y="916356"/>
                  </a:lnTo>
                  <a:lnTo>
                    <a:pt x="59417" y="933444"/>
                  </a:lnTo>
                  <a:lnTo>
                    <a:pt x="77927" y="936689"/>
                  </a:lnTo>
                  <a:lnTo>
                    <a:pt x="81496" y="955072"/>
                  </a:lnTo>
                  <a:lnTo>
                    <a:pt x="56712" y="956799"/>
                  </a:lnTo>
                  <a:lnTo>
                    <a:pt x="51086" y="973563"/>
                  </a:lnTo>
                  <a:lnTo>
                    <a:pt x="71971" y="978967"/>
                  </a:lnTo>
                  <a:lnTo>
                    <a:pt x="78899" y="989889"/>
                  </a:lnTo>
                  <a:lnTo>
                    <a:pt x="58985" y="1009574"/>
                  </a:lnTo>
                  <a:lnTo>
                    <a:pt x="66992" y="1026147"/>
                  </a:lnTo>
                  <a:lnTo>
                    <a:pt x="63964" y="1054849"/>
                  </a:lnTo>
                  <a:lnTo>
                    <a:pt x="55086" y="1066914"/>
                  </a:lnTo>
                  <a:lnTo>
                    <a:pt x="59201" y="1079424"/>
                  </a:lnTo>
                  <a:lnTo>
                    <a:pt x="42532" y="1092314"/>
                  </a:lnTo>
                  <a:lnTo>
                    <a:pt x="36366" y="1122604"/>
                  </a:lnTo>
                  <a:lnTo>
                    <a:pt x="42640" y="1135685"/>
                  </a:lnTo>
                  <a:lnTo>
                    <a:pt x="29978" y="1167879"/>
                  </a:lnTo>
                  <a:lnTo>
                    <a:pt x="15691" y="1174674"/>
                  </a:lnTo>
                  <a:lnTo>
                    <a:pt x="15691" y="1189215"/>
                  </a:lnTo>
                  <a:lnTo>
                    <a:pt x="0" y="1193914"/>
                  </a:lnTo>
                  <a:lnTo>
                    <a:pt x="0" y="1232903"/>
                  </a:lnTo>
                  <a:lnTo>
                    <a:pt x="13633" y="1268908"/>
                  </a:lnTo>
                  <a:lnTo>
                    <a:pt x="38424" y="1260970"/>
                  </a:lnTo>
                  <a:lnTo>
                    <a:pt x="44590" y="1286942"/>
                  </a:lnTo>
                  <a:lnTo>
                    <a:pt x="37122" y="1311707"/>
                  </a:lnTo>
                  <a:lnTo>
                    <a:pt x="56388" y="1326438"/>
                  </a:lnTo>
                  <a:lnTo>
                    <a:pt x="58985" y="1335837"/>
                  </a:lnTo>
                  <a:lnTo>
                    <a:pt x="154127" y="1335837"/>
                  </a:lnTo>
                  <a:lnTo>
                    <a:pt x="176422" y="1352283"/>
                  </a:lnTo>
                  <a:lnTo>
                    <a:pt x="176422" y="13609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DF7AA052-E653-9A33-1E8B-616C0C4AF19D}"/>
                </a:ext>
              </a:extLst>
            </p:cNvPr>
            <p:cNvSpPr/>
            <p:nvPr/>
          </p:nvSpPr>
          <p:spPr>
            <a:xfrm>
              <a:off x="3331783" y="6042615"/>
              <a:ext cx="7037" cy="10125"/>
            </a:xfrm>
            <a:custGeom>
              <a:avLst/>
              <a:gdLst>
                <a:gd name="csX0" fmla="*/ 0 w 8115"/>
                <a:gd name="csY0" fmla="*/ 0 h 11677"/>
                <a:gd name="csX1" fmla="*/ 8115 w 8115"/>
                <a:gd name="csY1" fmla="*/ 11678 h 11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115" h="11677">
                  <a:moveTo>
                    <a:pt x="0" y="0"/>
                  </a:moveTo>
                  <a:lnTo>
                    <a:pt x="8115" y="1167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7D754919-DD30-8AA1-2064-38C4273A9A6F}"/>
                </a:ext>
              </a:extLst>
            </p:cNvPr>
            <p:cNvSpPr/>
            <p:nvPr/>
          </p:nvSpPr>
          <p:spPr>
            <a:xfrm>
              <a:off x="2843007" y="6864483"/>
              <a:ext cx="5506" cy="78021"/>
            </a:xfrm>
            <a:custGeom>
              <a:avLst/>
              <a:gdLst>
                <a:gd name="csX0" fmla="*/ 0 w 6350"/>
                <a:gd name="csY0" fmla="*/ 0 h 89979"/>
                <a:gd name="csX1" fmla="*/ 0 w 6350"/>
                <a:gd name="csY1" fmla="*/ 89980 h 8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89979">
                  <a:moveTo>
                    <a:pt x="0" y="0"/>
                  </a:moveTo>
                  <a:lnTo>
                    <a:pt x="0" y="89980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7CAC7305-6F0E-920D-743C-2B93564D636C}"/>
                </a:ext>
              </a:extLst>
            </p:cNvPr>
            <p:cNvSpPr/>
            <p:nvPr/>
          </p:nvSpPr>
          <p:spPr>
            <a:xfrm>
              <a:off x="2843007" y="6952966"/>
              <a:ext cx="5506" cy="15692"/>
            </a:xfrm>
            <a:custGeom>
              <a:avLst/>
              <a:gdLst>
                <a:gd name="csX0" fmla="*/ 0 w 6350"/>
                <a:gd name="csY0" fmla="*/ 0 h 18097"/>
                <a:gd name="csX1" fmla="*/ 0 w 6350"/>
                <a:gd name="csY1" fmla="*/ 18097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18097">
                  <a:moveTo>
                    <a:pt x="0" y="0"/>
                  </a:moveTo>
                  <a:lnTo>
                    <a:pt x="0" y="18097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A1F839F6-72FC-44AB-46BA-7A98FEB9D4E7}"/>
                </a:ext>
              </a:extLst>
            </p:cNvPr>
            <p:cNvSpPr/>
            <p:nvPr/>
          </p:nvSpPr>
          <p:spPr>
            <a:xfrm>
              <a:off x="1084977" y="3203469"/>
              <a:ext cx="1066811" cy="46791"/>
            </a:xfrm>
            <a:custGeom>
              <a:avLst/>
              <a:gdLst>
                <a:gd name="csX0" fmla="*/ 1230319 w 1230318"/>
                <a:gd name="csY0" fmla="*/ 53962 h 53962"/>
                <a:gd name="csX1" fmla="*/ 1220794 w 1230318"/>
                <a:gd name="csY1" fmla="*/ 44012 h 53962"/>
                <a:gd name="csX2" fmla="*/ 1201528 w 1230318"/>
                <a:gd name="csY2" fmla="*/ 46501 h 53962"/>
                <a:gd name="csX3" fmla="*/ 1197845 w 1230318"/>
                <a:gd name="csY3" fmla="*/ 35471 h 53962"/>
                <a:gd name="csX4" fmla="*/ 1183773 w 1230318"/>
                <a:gd name="csY4" fmla="*/ 39580 h 53962"/>
                <a:gd name="csX5" fmla="*/ 1178903 w 1230318"/>
                <a:gd name="csY5" fmla="*/ 50178 h 53962"/>
                <a:gd name="csX6" fmla="*/ 1162348 w 1230318"/>
                <a:gd name="csY6" fmla="*/ 50178 h 53962"/>
                <a:gd name="csX7" fmla="*/ 1159097 w 1230318"/>
                <a:gd name="csY7" fmla="*/ 39688 h 53962"/>
                <a:gd name="csX8" fmla="*/ 1133665 w 1230318"/>
                <a:gd name="csY8" fmla="*/ 41853 h 53962"/>
                <a:gd name="csX9" fmla="*/ 1129335 w 1230318"/>
                <a:gd name="csY9" fmla="*/ 27146 h 53962"/>
                <a:gd name="csX10" fmla="*/ 1101731 w 1230318"/>
                <a:gd name="csY10" fmla="*/ 20765 h 53962"/>
                <a:gd name="csX11" fmla="*/ 1084523 w 1230318"/>
                <a:gd name="csY11" fmla="*/ 26822 h 53962"/>
                <a:gd name="csX12" fmla="*/ 1049350 w 1230318"/>
                <a:gd name="csY12" fmla="*/ 13735 h 53962"/>
                <a:gd name="csX13" fmla="*/ 1026185 w 1230318"/>
                <a:gd name="csY13" fmla="*/ 0 h 53962"/>
                <a:gd name="csX14" fmla="*/ 0 w 1230318"/>
                <a:gd name="csY14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0318" h="53962">
                  <a:moveTo>
                    <a:pt x="1230319" y="53962"/>
                  </a:moveTo>
                  <a:lnTo>
                    <a:pt x="1220794" y="44012"/>
                  </a:lnTo>
                  <a:lnTo>
                    <a:pt x="1201528" y="46501"/>
                  </a:lnTo>
                  <a:lnTo>
                    <a:pt x="1197845" y="35471"/>
                  </a:lnTo>
                  <a:lnTo>
                    <a:pt x="1183773" y="39580"/>
                  </a:lnTo>
                  <a:lnTo>
                    <a:pt x="1178903" y="50178"/>
                  </a:lnTo>
                  <a:lnTo>
                    <a:pt x="1162348" y="50178"/>
                  </a:lnTo>
                  <a:lnTo>
                    <a:pt x="1159097" y="39688"/>
                  </a:lnTo>
                  <a:lnTo>
                    <a:pt x="1133665" y="41853"/>
                  </a:lnTo>
                  <a:lnTo>
                    <a:pt x="1129335" y="27146"/>
                  </a:lnTo>
                  <a:lnTo>
                    <a:pt x="1101731" y="20765"/>
                  </a:lnTo>
                  <a:lnTo>
                    <a:pt x="1084523" y="26822"/>
                  </a:lnTo>
                  <a:lnTo>
                    <a:pt x="1049350" y="13735"/>
                  </a:lnTo>
                  <a:lnTo>
                    <a:pt x="102618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0F23B103-7390-DFA7-C237-009B0FD4CB73}"/>
                </a:ext>
              </a:extLst>
            </p:cNvPr>
            <p:cNvSpPr/>
            <p:nvPr/>
          </p:nvSpPr>
          <p:spPr>
            <a:xfrm>
              <a:off x="493055" y="2089432"/>
              <a:ext cx="357290" cy="843710"/>
            </a:xfrm>
            <a:custGeom>
              <a:avLst/>
              <a:gdLst>
                <a:gd name="csX0" fmla="*/ 0 w 412051"/>
                <a:gd name="csY0" fmla="*/ 0 h 973023"/>
                <a:gd name="csX1" fmla="*/ 0 w 412051"/>
                <a:gd name="csY1" fmla="*/ 644284 h 973023"/>
                <a:gd name="csX2" fmla="*/ 15262 w 412051"/>
                <a:gd name="csY2" fmla="*/ 649046 h 973023"/>
                <a:gd name="csX3" fmla="*/ 22297 w 412051"/>
                <a:gd name="csY3" fmla="*/ 642125 h 973023"/>
                <a:gd name="csX4" fmla="*/ 36259 w 412051"/>
                <a:gd name="csY4" fmla="*/ 651421 h 973023"/>
                <a:gd name="csX5" fmla="*/ 49464 w 412051"/>
                <a:gd name="csY5" fmla="*/ 641039 h 973023"/>
                <a:gd name="csX6" fmla="*/ 70028 w 412051"/>
                <a:gd name="csY6" fmla="*/ 641909 h 973023"/>
                <a:gd name="csX7" fmla="*/ 66998 w 412051"/>
                <a:gd name="csY7" fmla="*/ 659644 h 973023"/>
                <a:gd name="csX8" fmla="*/ 123605 w 412051"/>
                <a:gd name="csY8" fmla="*/ 708088 h 973023"/>
                <a:gd name="csX9" fmla="*/ 129883 w 412051"/>
                <a:gd name="csY9" fmla="*/ 729825 h 973023"/>
                <a:gd name="csX10" fmla="*/ 163869 w 412051"/>
                <a:gd name="csY10" fmla="*/ 712521 h 973023"/>
                <a:gd name="csX11" fmla="*/ 167116 w 412051"/>
                <a:gd name="csY11" fmla="*/ 698462 h 973023"/>
                <a:gd name="csX12" fmla="*/ 177832 w 412051"/>
                <a:gd name="csY12" fmla="*/ 693058 h 973023"/>
                <a:gd name="csX13" fmla="*/ 180321 w 412051"/>
                <a:gd name="csY13" fmla="*/ 684295 h 973023"/>
                <a:gd name="csX14" fmla="*/ 204782 w 412051"/>
                <a:gd name="csY14" fmla="*/ 675430 h 973023"/>
                <a:gd name="csX15" fmla="*/ 221343 w 412051"/>
                <a:gd name="csY15" fmla="*/ 688188 h 973023"/>
                <a:gd name="csX16" fmla="*/ 224481 w 412051"/>
                <a:gd name="csY16" fmla="*/ 708196 h 973023"/>
                <a:gd name="csX17" fmla="*/ 235955 w 412051"/>
                <a:gd name="csY17" fmla="*/ 711117 h 973023"/>
                <a:gd name="csX18" fmla="*/ 250783 w 412051"/>
                <a:gd name="csY18" fmla="*/ 732415 h 973023"/>
                <a:gd name="csX19" fmla="*/ 264096 w 412051"/>
                <a:gd name="csY19" fmla="*/ 739553 h 973023"/>
                <a:gd name="csX20" fmla="*/ 283254 w 412051"/>
                <a:gd name="csY20" fmla="*/ 756425 h 973023"/>
                <a:gd name="csX21" fmla="*/ 281847 w 412051"/>
                <a:gd name="csY21" fmla="*/ 768750 h 973023"/>
                <a:gd name="csX22" fmla="*/ 295808 w 412051"/>
                <a:gd name="csY22" fmla="*/ 776865 h 973023"/>
                <a:gd name="csX23" fmla="*/ 323304 w 412051"/>
                <a:gd name="csY23" fmla="*/ 825202 h 973023"/>
                <a:gd name="csX24" fmla="*/ 322542 w 412051"/>
                <a:gd name="csY24" fmla="*/ 837203 h 973023"/>
                <a:gd name="csX25" fmla="*/ 332823 w 412051"/>
                <a:gd name="csY25" fmla="*/ 840340 h 973023"/>
                <a:gd name="csX26" fmla="*/ 331635 w 412051"/>
                <a:gd name="csY26" fmla="*/ 850614 h 973023"/>
                <a:gd name="csX27" fmla="*/ 340404 w 412051"/>
                <a:gd name="csY27" fmla="*/ 854399 h 973023"/>
                <a:gd name="csX28" fmla="*/ 342678 w 412051"/>
                <a:gd name="csY28" fmla="*/ 866184 h 973023"/>
                <a:gd name="csX29" fmla="*/ 355987 w 412051"/>
                <a:gd name="csY29" fmla="*/ 866940 h 973023"/>
                <a:gd name="csX30" fmla="*/ 382397 w 412051"/>
                <a:gd name="csY30" fmla="*/ 880135 h 973023"/>
                <a:gd name="csX31" fmla="*/ 394627 w 412051"/>
                <a:gd name="csY31" fmla="*/ 891813 h 973023"/>
                <a:gd name="csX32" fmla="*/ 404800 w 412051"/>
                <a:gd name="csY32" fmla="*/ 892569 h 973023"/>
                <a:gd name="csX33" fmla="*/ 410108 w 412051"/>
                <a:gd name="csY33" fmla="*/ 903491 h 973023"/>
                <a:gd name="csX34" fmla="*/ 404476 w 412051"/>
                <a:gd name="csY34" fmla="*/ 922090 h 973023"/>
                <a:gd name="csX35" fmla="*/ 412052 w 412051"/>
                <a:gd name="csY35" fmla="*/ 940905 h 973023"/>
                <a:gd name="csX36" fmla="*/ 382505 w 412051"/>
                <a:gd name="csY36" fmla="*/ 973023 h 97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12051" h="973023">
                  <a:moveTo>
                    <a:pt x="0" y="0"/>
                  </a:moveTo>
                  <a:lnTo>
                    <a:pt x="0" y="644284"/>
                  </a:lnTo>
                  <a:lnTo>
                    <a:pt x="15262" y="649046"/>
                  </a:lnTo>
                  <a:lnTo>
                    <a:pt x="22297" y="642125"/>
                  </a:lnTo>
                  <a:lnTo>
                    <a:pt x="36259" y="651421"/>
                  </a:lnTo>
                  <a:lnTo>
                    <a:pt x="49464" y="641039"/>
                  </a:lnTo>
                  <a:lnTo>
                    <a:pt x="70028" y="641909"/>
                  </a:lnTo>
                  <a:lnTo>
                    <a:pt x="66998" y="659644"/>
                  </a:lnTo>
                  <a:lnTo>
                    <a:pt x="123605" y="708088"/>
                  </a:lnTo>
                  <a:lnTo>
                    <a:pt x="129883" y="729825"/>
                  </a:lnTo>
                  <a:lnTo>
                    <a:pt x="163869" y="712521"/>
                  </a:lnTo>
                  <a:lnTo>
                    <a:pt x="167116" y="698462"/>
                  </a:lnTo>
                  <a:lnTo>
                    <a:pt x="177832" y="693058"/>
                  </a:lnTo>
                  <a:lnTo>
                    <a:pt x="180321" y="684295"/>
                  </a:lnTo>
                  <a:lnTo>
                    <a:pt x="204782" y="675430"/>
                  </a:lnTo>
                  <a:lnTo>
                    <a:pt x="221343" y="688188"/>
                  </a:lnTo>
                  <a:lnTo>
                    <a:pt x="224481" y="708196"/>
                  </a:lnTo>
                  <a:lnTo>
                    <a:pt x="235955" y="711117"/>
                  </a:lnTo>
                  <a:lnTo>
                    <a:pt x="250783" y="732415"/>
                  </a:lnTo>
                  <a:lnTo>
                    <a:pt x="264096" y="739553"/>
                  </a:lnTo>
                  <a:lnTo>
                    <a:pt x="283254" y="756425"/>
                  </a:lnTo>
                  <a:lnTo>
                    <a:pt x="281847" y="768750"/>
                  </a:lnTo>
                  <a:lnTo>
                    <a:pt x="295808" y="776865"/>
                  </a:lnTo>
                  <a:lnTo>
                    <a:pt x="323304" y="825202"/>
                  </a:lnTo>
                  <a:lnTo>
                    <a:pt x="322542" y="837203"/>
                  </a:lnTo>
                  <a:lnTo>
                    <a:pt x="332823" y="840340"/>
                  </a:lnTo>
                  <a:lnTo>
                    <a:pt x="331635" y="850614"/>
                  </a:lnTo>
                  <a:lnTo>
                    <a:pt x="340404" y="854399"/>
                  </a:lnTo>
                  <a:lnTo>
                    <a:pt x="342678" y="866184"/>
                  </a:lnTo>
                  <a:lnTo>
                    <a:pt x="355987" y="866940"/>
                  </a:lnTo>
                  <a:lnTo>
                    <a:pt x="382397" y="880135"/>
                  </a:lnTo>
                  <a:lnTo>
                    <a:pt x="394627" y="891813"/>
                  </a:lnTo>
                  <a:lnTo>
                    <a:pt x="404800" y="892569"/>
                  </a:lnTo>
                  <a:lnTo>
                    <a:pt x="410108" y="903491"/>
                  </a:lnTo>
                  <a:lnTo>
                    <a:pt x="404476" y="922090"/>
                  </a:lnTo>
                  <a:lnTo>
                    <a:pt x="412052" y="940905"/>
                  </a:lnTo>
                  <a:lnTo>
                    <a:pt x="382505" y="9730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55A2CAE8-DB59-54EF-0B7A-B440636AA813}"/>
                </a:ext>
              </a:extLst>
            </p:cNvPr>
            <p:cNvSpPr/>
            <p:nvPr/>
          </p:nvSpPr>
          <p:spPr>
            <a:xfrm>
              <a:off x="2592419" y="3273419"/>
              <a:ext cx="298733" cy="133429"/>
            </a:xfrm>
            <a:custGeom>
              <a:avLst/>
              <a:gdLst>
                <a:gd name="csX0" fmla="*/ 0 w 344519"/>
                <a:gd name="csY0" fmla="*/ 153880 h 153879"/>
                <a:gd name="csX1" fmla="*/ 55632 w 344519"/>
                <a:gd name="csY1" fmla="*/ 114414 h 153879"/>
                <a:gd name="csX2" fmla="*/ 182270 w 344519"/>
                <a:gd name="csY2" fmla="*/ 114414 h 153879"/>
                <a:gd name="csX3" fmla="*/ 187789 w 344519"/>
                <a:gd name="csY3" fmla="*/ 101975 h 153879"/>
                <a:gd name="csX4" fmla="*/ 203702 w 344519"/>
                <a:gd name="csY4" fmla="*/ 107385 h 153879"/>
                <a:gd name="csX5" fmla="*/ 208464 w 344519"/>
                <a:gd name="csY5" fmla="*/ 95701 h 153879"/>
                <a:gd name="csX6" fmla="*/ 228378 w 344519"/>
                <a:gd name="csY6" fmla="*/ 80023 h 153879"/>
                <a:gd name="csX7" fmla="*/ 226866 w 344519"/>
                <a:gd name="csY7" fmla="*/ 64884 h 153879"/>
                <a:gd name="csX8" fmla="*/ 235306 w 344519"/>
                <a:gd name="csY8" fmla="*/ 53530 h 153879"/>
                <a:gd name="csX9" fmla="*/ 237039 w 344519"/>
                <a:gd name="csY9" fmla="*/ 40011 h 153879"/>
                <a:gd name="csX10" fmla="*/ 266802 w 344519"/>
                <a:gd name="csY10" fmla="*/ 0 h 153879"/>
                <a:gd name="csX11" fmla="*/ 273082 w 344519"/>
                <a:gd name="csY11" fmla="*/ 4324 h 153879"/>
                <a:gd name="csX12" fmla="*/ 274269 w 344519"/>
                <a:gd name="csY12" fmla="*/ 12116 h 153879"/>
                <a:gd name="csX13" fmla="*/ 280226 w 344519"/>
                <a:gd name="csY13" fmla="*/ 17088 h 153879"/>
                <a:gd name="csX14" fmla="*/ 301873 w 344519"/>
                <a:gd name="csY14" fmla="*/ 5626 h 153879"/>
                <a:gd name="csX15" fmla="*/ 319837 w 344519"/>
                <a:gd name="csY15" fmla="*/ 21304 h 153879"/>
                <a:gd name="csX16" fmla="*/ 323196 w 344519"/>
                <a:gd name="csY16" fmla="*/ 89217 h 153879"/>
                <a:gd name="csX17" fmla="*/ 338887 w 344519"/>
                <a:gd name="csY17" fmla="*/ 91808 h 153879"/>
                <a:gd name="csX18" fmla="*/ 338887 w 344519"/>
                <a:gd name="csY18" fmla="*/ 109544 h 153879"/>
                <a:gd name="csX19" fmla="*/ 343325 w 344519"/>
                <a:gd name="csY19" fmla="*/ 111277 h 153879"/>
                <a:gd name="csX20" fmla="*/ 344519 w 344519"/>
                <a:gd name="csY20" fmla="*/ 118847 h 153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44519" h="153879">
                  <a:moveTo>
                    <a:pt x="0" y="153880"/>
                  </a:moveTo>
                  <a:lnTo>
                    <a:pt x="55632" y="114414"/>
                  </a:lnTo>
                  <a:lnTo>
                    <a:pt x="182270" y="114414"/>
                  </a:lnTo>
                  <a:lnTo>
                    <a:pt x="187789" y="101975"/>
                  </a:lnTo>
                  <a:lnTo>
                    <a:pt x="203702" y="107385"/>
                  </a:lnTo>
                  <a:lnTo>
                    <a:pt x="208464" y="95701"/>
                  </a:lnTo>
                  <a:lnTo>
                    <a:pt x="228378" y="80023"/>
                  </a:lnTo>
                  <a:lnTo>
                    <a:pt x="226866" y="64884"/>
                  </a:lnTo>
                  <a:lnTo>
                    <a:pt x="235306" y="53530"/>
                  </a:lnTo>
                  <a:lnTo>
                    <a:pt x="237039" y="40011"/>
                  </a:lnTo>
                  <a:lnTo>
                    <a:pt x="266802" y="0"/>
                  </a:lnTo>
                  <a:lnTo>
                    <a:pt x="273082" y="4324"/>
                  </a:lnTo>
                  <a:lnTo>
                    <a:pt x="274269" y="12116"/>
                  </a:lnTo>
                  <a:lnTo>
                    <a:pt x="280226" y="17088"/>
                  </a:lnTo>
                  <a:lnTo>
                    <a:pt x="301873" y="5626"/>
                  </a:lnTo>
                  <a:lnTo>
                    <a:pt x="319837" y="21304"/>
                  </a:lnTo>
                  <a:lnTo>
                    <a:pt x="323196" y="89217"/>
                  </a:lnTo>
                  <a:lnTo>
                    <a:pt x="338887" y="91808"/>
                  </a:lnTo>
                  <a:lnTo>
                    <a:pt x="338887" y="109544"/>
                  </a:lnTo>
                  <a:lnTo>
                    <a:pt x="343325" y="111277"/>
                  </a:lnTo>
                  <a:lnTo>
                    <a:pt x="344519" y="1188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2838F8E3-4CB4-AA24-5AE8-54E2D43F9282}"/>
                </a:ext>
              </a:extLst>
            </p:cNvPr>
            <p:cNvSpPr/>
            <p:nvPr/>
          </p:nvSpPr>
          <p:spPr>
            <a:xfrm>
              <a:off x="2507394" y="3447168"/>
              <a:ext cx="3380" cy="11254"/>
            </a:xfrm>
            <a:custGeom>
              <a:avLst/>
              <a:gdLst>
                <a:gd name="csX0" fmla="*/ 3899 w 3898"/>
                <a:gd name="csY0" fmla="*/ 12979 h 12979"/>
                <a:gd name="csX1" fmla="*/ 0 w 3898"/>
                <a:gd name="csY1" fmla="*/ 0 h 12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98" h="12979">
                  <a:moveTo>
                    <a:pt x="3899" y="12979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F0E87F54-964B-0052-9C7E-90B3018FFB3A}"/>
                </a:ext>
              </a:extLst>
            </p:cNvPr>
            <p:cNvSpPr/>
            <p:nvPr/>
          </p:nvSpPr>
          <p:spPr>
            <a:xfrm>
              <a:off x="2328886" y="3319366"/>
              <a:ext cx="12857" cy="16595"/>
            </a:xfrm>
            <a:custGeom>
              <a:avLst/>
              <a:gdLst>
                <a:gd name="csX0" fmla="*/ 0 w 14827"/>
                <a:gd name="csY0" fmla="*/ 0 h 19138"/>
                <a:gd name="csX1" fmla="*/ 14827 w 14827"/>
                <a:gd name="csY1" fmla="*/ 19139 h 1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827" h="19138">
                  <a:moveTo>
                    <a:pt x="0" y="0"/>
                  </a:moveTo>
                  <a:lnTo>
                    <a:pt x="14827" y="19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468EF6F5-8F55-6AFC-1B65-DB7D5663D309}"/>
                </a:ext>
              </a:extLst>
            </p:cNvPr>
            <p:cNvSpPr/>
            <p:nvPr/>
          </p:nvSpPr>
          <p:spPr>
            <a:xfrm>
              <a:off x="1266673" y="3838922"/>
              <a:ext cx="651800" cy="242109"/>
            </a:xfrm>
            <a:custGeom>
              <a:avLst/>
              <a:gdLst>
                <a:gd name="csX0" fmla="*/ 751700 w 751700"/>
                <a:gd name="csY0" fmla="*/ 278994 h 279216"/>
                <a:gd name="csX1" fmla="*/ 734708 w 751700"/>
                <a:gd name="csY1" fmla="*/ 279216 h 279216"/>
                <a:gd name="csX2" fmla="*/ 729075 w 751700"/>
                <a:gd name="csY2" fmla="*/ 272079 h 279216"/>
                <a:gd name="csX3" fmla="*/ 709486 w 751700"/>
                <a:gd name="csY3" fmla="*/ 272079 h 279216"/>
                <a:gd name="csX4" fmla="*/ 695414 w 751700"/>
                <a:gd name="csY4" fmla="*/ 261912 h 279216"/>
                <a:gd name="csX5" fmla="*/ 675824 w 751700"/>
                <a:gd name="csY5" fmla="*/ 259423 h 279216"/>
                <a:gd name="csX6" fmla="*/ 670846 w 751700"/>
                <a:gd name="csY6" fmla="*/ 241687 h 279216"/>
                <a:gd name="csX7" fmla="*/ 661968 w 751700"/>
                <a:gd name="csY7" fmla="*/ 235306 h 279216"/>
                <a:gd name="csX8" fmla="*/ 660457 w 751700"/>
                <a:gd name="csY8" fmla="*/ 209569 h 279216"/>
                <a:gd name="csX9" fmla="*/ 649307 w 751700"/>
                <a:gd name="csY9" fmla="*/ 206331 h 279216"/>
                <a:gd name="csX10" fmla="*/ 641083 w 751700"/>
                <a:gd name="csY10" fmla="*/ 187401 h 279216"/>
                <a:gd name="csX11" fmla="*/ 630472 w 751700"/>
                <a:gd name="csY11" fmla="*/ 182213 h 279216"/>
                <a:gd name="csX12" fmla="*/ 612832 w 751700"/>
                <a:gd name="csY12" fmla="*/ 146094 h 279216"/>
                <a:gd name="csX13" fmla="*/ 598545 w 751700"/>
                <a:gd name="csY13" fmla="*/ 134093 h 279216"/>
                <a:gd name="csX14" fmla="*/ 596487 w 751700"/>
                <a:gd name="csY14" fmla="*/ 121983 h 279216"/>
                <a:gd name="csX15" fmla="*/ 587070 w 751700"/>
                <a:gd name="csY15" fmla="*/ 116142 h 279216"/>
                <a:gd name="csX16" fmla="*/ 577977 w 751700"/>
                <a:gd name="csY16" fmla="*/ 123819 h 279216"/>
                <a:gd name="csX17" fmla="*/ 557308 w 751700"/>
                <a:gd name="csY17" fmla="*/ 118955 h 279216"/>
                <a:gd name="csX18" fmla="*/ 542481 w 751700"/>
                <a:gd name="csY18" fmla="*/ 125330 h 279216"/>
                <a:gd name="csX19" fmla="*/ 522999 w 751700"/>
                <a:gd name="csY19" fmla="*/ 155721 h 279216"/>
                <a:gd name="csX20" fmla="*/ 470935 w 751700"/>
                <a:gd name="csY20" fmla="*/ 128683 h 279216"/>
                <a:gd name="csX21" fmla="*/ 468014 w 751700"/>
                <a:gd name="csY21" fmla="*/ 108033 h 279216"/>
                <a:gd name="csX22" fmla="*/ 455346 w 751700"/>
                <a:gd name="csY22" fmla="*/ 86405 h 279216"/>
                <a:gd name="csX23" fmla="*/ 440950 w 751700"/>
                <a:gd name="csY23" fmla="*/ 80131 h 279216"/>
                <a:gd name="csX24" fmla="*/ 422662 w 751700"/>
                <a:gd name="csY24" fmla="*/ 59912 h 279216"/>
                <a:gd name="csX25" fmla="*/ 409562 w 751700"/>
                <a:gd name="csY25" fmla="*/ 56236 h 279216"/>
                <a:gd name="csX26" fmla="*/ 398094 w 751700"/>
                <a:gd name="csY26" fmla="*/ 44012 h 279216"/>
                <a:gd name="csX27" fmla="*/ 327844 w 751700"/>
                <a:gd name="csY27" fmla="*/ 44012 h 279216"/>
                <a:gd name="csX28" fmla="*/ 327736 w 751700"/>
                <a:gd name="csY28" fmla="*/ 62395 h 279216"/>
                <a:gd name="csX29" fmla="*/ 224263 w 751700"/>
                <a:gd name="csY29" fmla="*/ 61963 h 279216"/>
                <a:gd name="csX30" fmla="*/ 86157 w 751700"/>
                <a:gd name="csY30" fmla="*/ 8763 h 279216"/>
                <a:gd name="csX31" fmla="*/ 87890 w 751700"/>
                <a:gd name="csY31" fmla="*/ 0 h 279216"/>
                <a:gd name="csX32" fmla="*/ 0 w 751700"/>
                <a:gd name="csY32" fmla="*/ 9519 h 279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751700" h="279216">
                  <a:moveTo>
                    <a:pt x="751700" y="278994"/>
                  </a:moveTo>
                  <a:lnTo>
                    <a:pt x="734708" y="279216"/>
                  </a:lnTo>
                  <a:lnTo>
                    <a:pt x="729075" y="272079"/>
                  </a:lnTo>
                  <a:lnTo>
                    <a:pt x="709486" y="272079"/>
                  </a:lnTo>
                  <a:lnTo>
                    <a:pt x="695414" y="261912"/>
                  </a:lnTo>
                  <a:lnTo>
                    <a:pt x="675824" y="259423"/>
                  </a:lnTo>
                  <a:lnTo>
                    <a:pt x="670846" y="241687"/>
                  </a:lnTo>
                  <a:lnTo>
                    <a:pt x="661968" y="235306"/>
                  </a:lnTo>
                  <a:lnTo>
                    <a:pt x="660457" y="209569"/>
                  </a:lnTo>
                  <a:lnTo>
                    <a:pt x="649307" y="206331"/>
                  </a:lnTo>
                  <a:lnTo>
                    <a:pt x="641083" y="187401"/>
                  </a:lnTo>
                  <a:lnTo>
                    <a:pt x="630472" y="182213"/>
                  </a:lnTo>
                  <a:lnTo>
                    <a:pt x="612832" y="146094"/>
                  </a:lnTo>
                  <a:lnTo>
                    <a:pt x="598545" y="134093"/>
                  </a:lnTo>
                  <a:lnTo>
                    <a:pt x="596487" y="121983"/>
                  </a:lnTo>
                  <a:lnTo>
                    <a:pt x="587070" y="116142"/>
                  </a:lnTo>
                  <a:lnTo>
                    <a:pt x="577977" y="123819"/>
                  </a:lnTo>
                  <a:lnTo>
                    <a:pt x="557308" y="118955"/>
                  </a:lnTo>
                  <a:lnTo>
                    <a:pt x="542481" y="125330"/>
                  </a:lnTo>
                  <a:lnTo>
                    <a:pt x="522999" y="155721"/>
                  </a:lnTo>
                  <a:lnTo>
                    <a:pt x="470935" y="128683"/>
                  </a:lnTo>
                  <a:lnTo>
                    <a:pt x="468014" y="108033"/>
                  </a:lnTo>
                  <a:lnTo>
                    <a:pt x="455346" y="86405"/>
                  </a:lnTo>
                  <a:lnTo>
                    <a:pt x="440950" y="80131"/>
                  </a:lnTo>
                  <a:lnTo>
                    <a:pt x="422662" y="59912"/>
                  </a:lnTo>
                  <a:lnTo>
                    <a:pt x="409562" y="56236"/>
                  </a:lnTo>
                  <a:lnTo>
                    <a:pt x="398094" y="44012"/>
                  </a:lnTo>
                  <a:lnTo>
                    <a:pt x="327844" y="44012"/>
                  </a:lnTo>
                  <a:lnTo>
                    <a:pt x="327736" y="62395"/>
                  </a:lnTo>
                  <a:lnTo>
                    <a:pt x="224263" y="61963"/>
                  </a:lnTo>
                  <a:lnTo>
                    <a:pt x="86157" y="8763"/>
                  </a:lnTo>
                  <a:lnTo>
                    <a:pt x="87890" y="0"/>
                  </a:lnTo>
                  <a:lnTo>
                    <a:pt x="0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0CA8FE16-B00B-74C5-571B-A8D1A30E101C}"/>
                </a:ext>
              </a:extLst>
            </p:cNvPr>
            <p:cNvSpPr/>
            <p:nvPr/>
          </p:nvSpPr>
          <p:spPr>
            <a:xfrm>
              <a:off x="2073701" y="4333633"/>
              <a:ext cx="125104" cy="130148"/>
            </a:xfrm>
            <a:custGeom>
              <a:avLst/>
              <a:gdLst>
                <a:gd name="csX0" fmla="*/ 0 w 144278"/>
                <a:gd name="csY0" fmla="*/ 150095 h 150095"/>
                <a:gd name="csX1" fmla="*/ 5194 w 144278"/>
                <a:gd name="csY1" fmla="*/ 144151 h 150095"/>
                <a:gd name="csX2" fmla="*/ 8877 w 144278"/>
                <a:gd name="csY2" fmla="*/ 130092 h 150095"/>
                <a:gd name="csX3" fmla="*/ 2705 w 144278"/>
                <a:gd name="csY3" fmla="*/ 121869 h 150095"/>
                <a:gd name="csX4" fmla="*/ 21755 w 144278"/>
                <a:gd name="csY4" fmla="*/ 93758 h 150095"/>
                <a:gd name="csX5" fmla="*/ 71761 w 144278"/>
                <a:gd name="csY5" fmla="*/ 94082 h 150095"/>
                <a:gd name="csX6" fmla="*/ 71330 w 144278"/>
                <a:gd name="csY6" fmla="*/ 78511 h 150095"/>
                <a:gd name="csX7" fmla="*/ 62020 w 144278"/>
                <a:gd name="csY7" fmla="*/ 73965 h 150095"/>
                <a:gd name="csX8" fmla="*/ 60611 w 144278"/>
                <a:gd name="csY8" fmla="*/ 65532 h 150095"/>
                <a:gd name="csX9" fmla="*/ 44056 w 144278"/>
                <a:gd name="csY9" fmla="*/ 57639 h 150095"/>
                <a:gd name="csX10" fmla="*/ 33661 w 144278"/>
                <a:gd name="csY10" fmla="*/ 38608 h 150095"/>
                <a:gd name="csX11" fmla="*/ 49143 w 144278"/>
                <a:gd name="csY11" fmla="*/ 38608 h 150095"/>
                <a:gd name="csX12" fmla="*/ 49143 w 144278"/>
                <a:gd name="csY12" fmla="*/ 23902 h 150095"/>
                <a:gd name="csX13" fmla="*/ 110509 w 144278"/>
                <a:gd name="csY13" fmla="*/ 23902 h 150095"/>
                <a:gd name="csX14" fmla="*/ 110509 w 144278"/>
                <a:gd name="csY14" fmla="*/ 17952 h 150095"/>
                <a:gd name="csX15" fmla="*/ 124365 w 144278"/>
                <a:gd name="csY15" fmla="*/ 15030 h 150095"/>
                <a:gd name="csX16" fmla="*/ 130315 w 144278"/>
                <a:gd name="csY16" fmla="*/ 20765 h 150095"/>
                <a:gd name="csX17" fmla="*/ 144278 w 144278"/>
                <a:gd name="csY17" fmla="*/ 0 h 150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44278" h="150095">
                  <a:moveTo>
                    <a:pt x="0" y="150095"/>
                  </a:moveTo>
                  <a:lnTo>
                    <a:pt x="5194" y="144151"/>
                  </a:lnTo>
                  <a:lnTo>
                    <a:pt x="8877" y="130092"/>
                  </a:lnTo>
                  <a:lnTo>
                    <a:pt x="2705" y="121869"/>
                  </a:lnTo>
                  <a:lnTo>
                    <a:pt x="21755" y="93758"/>
                  </a:lnTo>
                  <a:lnTo>
                    <a:pt x="71761" y="94082"/>
                  </a:lnTo>
                  <a:lnTo>
                    <a:pt x="71330" y="78511"/>
                  </a:lnTo>
                  <a:lnTo>
                    <a:pt x="62020" y="73965"/>
                  </a:lnTo>
                  <a:lnTo>
                    <a:pt x="60611" y="65532"/>
                  </a:lnTo>
                  <a:lnTo>
                    <a:pt x="44056" y="57639"/>
                  </a:lnTo>
                  <a:lnTo>
                    <a:pt x="33661" y="38608"/>
                  </a:lnTo>
                  <a:lnTo>
                    <a:pt x="49143" y="38608"/>
                  </a:lnTo>
                  <a:lnTo>
                    <a:pt x="49143" y="23902"/>
                  </a:lnTo>
                  <a:lnTo>
                    <a:pt x="110509" y="23902"/>
                  </a:lnTo>
                  <a:lnTo>
                    <a:pt x="110509" y="17952"/>
                  </a:lnTo>
                  <a:lnTo>
                    <a:pt x="124365" y="15030"/>
                  </a:lnTo>
                  <a:lnTo>
                    <a:pt x="130315" y="20765"/>
                  </a:lnTo>
                  <a:lnTo>
                    <a:pt x="144278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33BC3C88-72F4-08E1-BFE2-E2C7B53A6BE2}"/>
                </a:ext>
              </a:extLst>
            </p:cNvPr>
            <p:cNvSpPr/>
            <p:nvPr/>
          </p:nvSpPr>
          <p:spPr>
            <a:xfrm>
              <a:off x="2167464" y="4354359"/>
              <a:ext cx="13418" cy="63572"/>
            </a:xfrm>
            <a:custGeom>
              <a:avLst/>
              <a:gdLst>
                <a:gd name="csX0" fmla="*/ 2381 w 15474"/>
                <a:gd name="csY0" fmla="*/ 0 h 73316"/>
                <a:gd name="csX1" fmla="*/ 0 w 15474"/>
                <a:gd name="csY1" fmla="*/ 73317 h 73316"/>
                <a:gd name="csX2" fmla="*/ 15475 w 15474"/>
                <a:gd name="csY2" fmla="*/ 72123 h 73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5474" h="73316">
                  <a:moveTo>
                    <a:pt x="2381" y="0"/>
                  </a:moveTo>
                  <a:lnTo>
                    <a:pt x="0" y="73317"/>
                  </a:lnTo>
                  <a:lnTo>
                    <a:pt x="15475" y="721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EF28BE2F-635E-F711-A953-F1BAEE6A5CC1}"/>
                </a:ext>
              </a:extLst>
            </p:cNvPr>
            <p:cNvSpPr/>
            <p:nvPr/>
          </p:nvSpPr>
          <p:spPr>
            <a:xfrm>
              <a:off x="2167740" y="4423933"/>
              <a:ext cx="40359" cy="44912"/>
            </a:xfrm>
            <a:custGeom>
              <a:avLst/>
              <a:gdLst>
                <a:gd name="csX0" fmla="*/ 46545 w 46545"/>
                <a:gd name="csY0" fmla="*/ 0 h 51796"/>
                <a:gd name="csX1" fmla="*/ 6496 w 46545"/>
                <a:gd name="csY1" fmla="*/ 27464 h 51796"/>
                <a:gd name="csX2" fmla="*/ 0 w 46545"/>
                <a:gd name="csY2" fmla="*/ 51797 h 51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45" h="51796">
                  <a:moveTo>
                    <a:pt x="46545" y="0"/>
                  </a:moveTo>
                  <a:lnTo>
                    <a:pt x="6496" y="27464"/>
                  </a:lnTo>
                  <a:lnTo>
                    <a:pt x="0" y="517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0D3D3592-AE23-8557-EB6D-280C4CCED269}"/>
                </a:ext>
              </a:extLst>
            </p:cNvPr>
            <p:cNvSpPr/>
            <p:nvPr/>
          </p:nvSpPr>
          <p:spPr>
            <a:xfrm>
              <a:off x="2235596" y="4447560"/>
              <a:ext cx="134205" cy="66386"/>
            </a:xfrm>
            <a:custGeom>
              <a:avLst/>
              <a:gdLst>
                <a:gd name="csX0" fmla="*/ 154775 w 154774"/>
                <a:gd name="csY0" fmla="*/ 0 h 76561"/>
                <a:gd name="csX1" fmla="*/ 141789 w 154774"/>
                <a:gd name="csY1" fmla="*/ 648 h 76561"/>
                <a:gd name="csX2" fmla="*/ 133559 w 154774"/>
                <a:gd name="csY2" fmla="*/ 8217 h 76561"/>
                <a:gd name="csX3" fmla="*/ 104553 w 154774"/>
                <a:gd name="csY3" fmla="*/ 14059 h 76561"/>
                <a:gd name="csX4" fmla="*/ 92539 w 154774"/>
                <a:gd name="csY4" fmla="*/ 4001 h 76561"/>
                <a:gd name="csX5" fmla="*/ 84099 w 154774"/>
                <a:gd name="csY5" fmla="*/ 11138 h 76561"/>
                <a:gd name="csX6" fmla="*/ 82582 w 154774"/>
                <a:gd name="csY6" fmla="*/ 23247 h 76561"/>
                <a:gd name="csX7" fmla="*/ 58661 w 154774"/>
                <a:gd name="csY7" fmla="*/ 43580 h 76561"/>
                <a:gd name="csX8" fmla="*/ 46539 w 154774"/>
                <a:gd name="csY8" fmla="*/ 35579 h 76561"/>
                <a:gd name="csX9" fmla="*/ 35496 w 154774"/>
                <a:gd name="csY9" fmla="*/ 47580 h 76561"/>
                <a:gd name="csX10" fmla="*/ 20561 w 154774"/>
                <a:gd name="csY10" fmla="*/ 48876 h 76561"/>
                <a:gd name="csX11" fmla="*/ 22835 w 154774"/>
                <a:gd name="csY11" fmla="*/ 64560 h 76561"/>
                <a:gd name="csX12" fmla="*/ 13094 w 154774"/>
                <a:gd name="csY12" fmla="*/ 76562 h 76561"/>
                <a:gd name="csX13" fmla="*/ 0 w 154774"/>
                <a:gd name="csY13" fmla="*/ 75806 h 7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4774" h="76561">
                  <a:moveTo>
                    <a:pt x="154775" y="0"/>
                  </a:moveTo>
                  <a:lnTo>
                    <a:pt x="141789" y="648"/>
                  </a:lnTo>
                  <a:lnTo>
                    <a:pt x="133559" y="8217"/>
                  </a:lnTo>
                  <a:lnTo>
                    <a:pt x="104553" y="14059"/>
                  </a:lnTo>
                  <a:lnTo>
                    <a:pt x="92539" y="4001"/>
                  </a:lnTo>
                  <a:lnTo>
                    <a:pt x="84099" y="11138"/>
                  </a:lnTo>
                  <a:lnTo>
                    <a:pt x="82582" y="23247"/>
                  </a:lnTo>
                  <a:lnTo>
                    <a:pt x="58661" y="43580"/>
                  </a:lnTo>
                  <a:lnTo>
                    <a:pt x="46539" y="35579"/>
                  </a:lnTo>
                  <a:lnTo>
                    <a:pt x="35496" y="47580"/>
                  </a:lnTo>
                  <a:lnTo>
                    <a:pt x="20561" y="48876"/>
                  </a:lnTo>
                  <a:lnTo>
                    <a:pt x="22835" y="64560"/>
                  </a:lnTo>
                  <a:lnTo>
                    <a:pt x="13094" y="76562"/>
                  </a:lnTo>
                  <a:lnTo>
                    <a:pt x="0" y="758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702C0603-FEFF-425E-6E5A-7C3D43354CCD}"/>
                </a:ext>
              </a:extLst>
            </p:cNvPr>
            <p:cNvSpPr/>
            <p:nvPr/>
          </p:nvSpPr>
          <p:spPr>
            <a:xfrm>
              <a:off x="2145594" y="4467718"/>
              <a:ext cx="76771" cy="36665"/>
            </a:xfrm>
            <a:custGeom>
              <a:avLst/>
              <a:gdLst>
                <a:gd name="csX0" fmla="*/ 324 w 88538"/>
                <a:gd name="csY0" fmla="*/ 28766 h 42285"/>
                <a:gd name="csX1" fmla="*/ 0 w 88538"/>
                <a:gd name="csY1" fmla="*/ 17736 h 42285"/>
                <a:gd name="csX2" fmla="*/ 14827 w 88538"/>
                <a:gd name="csY2" fmla="*/ 10382 h 42285"/>
                <a:gd name="csX3" fmla="*/ 18510 w 88538"/>
                <a:gd name="csY3" fmla="*/ 0 h 42285"/>
                <a:gd name="csX4" fmla="*/ 37230 w 88538"/>
                <a:gd name="csY4" fmla="*/ 3245 h 42285"/>
                <a:gd name="csX5" fmla="*/ 56712 w 88538"/>
                <a:gd name="csY5" fmla="*/ 23146 h 42285"/>
                <a:gd name="csX6" fmla="*/ 66675 w 88538"/>
                <a:gd name="csY6" fmla="*/ 23146 h 42285"/>
                <a:gd name="csX7" fmla="*/ 70891 w 88538"/>
                <a:gd name="csY7" fmla="*/ 15037 h 42285"/>
                <a:gd name="csX8" fmla="*/ 88538 w 88538"/>
                <a:gd name="csY8" fmla="*/ 20873 h 42285"/>
                <a:gd name="csX9" fmla="*/ 83776 w 88538"/>
                <a:gd name="csY9" fmla="*/ 42285 h 42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8538" h="42285">
                  <a:moveTo>
                    <a:pt x="324" y="28766"/>
                  </a:moveTo>
                  <a:lnTo>
                    <a:pt x="0" y="17736"/>
                  </a:lnTo>
                  <a:lnTo>
                    <a:pt x="14827" y="10382"/>
                  </a:lnTo>
                  <a:lnTo>
                    <a:pt x="18510" y="0"/>
                  </a:lnTo>
                  <a:lnTo>
                    <a:pt x="37230" y="3245"/>
                  </a:lnTo>
                  <a:lnTo>
                    <a:pt x="56712" y="23146"/>
                  </a:lnTo>
                  <a:lnTo>
                    <a:pt x="66675" y="23146"/>
                  </a:lnTo>
                  <a:lnTo>
                    <a:pt x="70891" y="15037"/>
                  </a:lnTo>
                  <a:lnTo>
                    <a:pt x="88538" y="20873"/>
                  </a:lnTo>
                  <a:lnTo>
                    <a:pt x="83776" y="42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F49F0A16-723C-C3D1-0C29-42219371A495}"/>
                </a:ext>
              </a:extLst>
            </p:cNvPr>
            <p:cNvSpPr/>
            <p:nvPr/>
          </p:nvSpPr>
          <p:spPr>
            <a:xfrm>
              <a:off x="2285713" y="4575456"/>
              <a:ext cx="68886" cy="13412"/>
            </a:xfrm>
            <a:custGeom>
              <a:avLst/>
              <a:gdLst>
                <a:gd name="csX0" fmla="*/ 0 w 79444"/>
                <a:gd name="csY0" fmla="*/ 3137 h 15468"/>
                <a:gd name="csX1" fmla="*/ 6712 w 79444"/>
                <a:gd name="csY1" fmla="*/ 0 h 15468"/>
                <a:gd name="csX2" fmla="*/ 31172 w 79444"/>
                <a:gd name="csY2" fmla="*/ 9087 h 15468"/>
                <a:gd name="csX3" fmla="*/ 41783 w 79444"/>
                <a:gd name="csY3" fmla="*/ 2381 h 15468"/>
                <a:gd name="csX4" fmla="*/ 69596 w 79444"/>
                <a:gd name="csY4" fmla="*/ 15469 h 15468"/>
                <a:gd name="csX5" fmla="*/ 79445 w 79444"/>
                <a:gd name="csY5" fmla="*/ 8223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444" h="15468">
                  <a:moveTo>
                    <a:pt x="0" y="3137"/>
                  </a:moveTo>
                  <a:lnTo>
                    <a:pt x="6712" y="0"/>
                  </a:lnTo>
                  <a:lnTo>
                    <a:pt x="31172" y="9087"/>
                  </a:lnTo>
                  <a:lnTo>
                    <a:pt x="41783" y="2381"/>
                  </a:lnTo>
                  <a:lnTo>
                    <a:pt x="69596" y="15469"/>
                  </a:lnTo>
                  <a:lnTo>
                    <a:pt x="79445" y="82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FB553E5B-7AA7-FF3A-B1AD-14AA96BA0BDA}"/>
                </a:ext>
              </a:extLst>
            </p:cNvPr>
            <p:cNvSpPr/>
            <p:nvPr/>
          </p:nvSpPr>
          <p:spPr>
            <a:xfrm>
              <a:off x="2378254" y="4626558"/>
              <a:ext cx="12201" cy="38916"/>
            </a:xfrm>
            <a:custGeom>
              <a:avLst/>
              <a:gdLst>
                <a:gd name="csX0" fmla="*/ 14072 w 14071"/>
                <a:gd name="csY0" fmla="*/ 0 h 44881"/>
                <a:gd name="csX1" fmla="*/ 8871 w 14071"/>
                <a:gd name="csY1" fmla="*/ 5626 h 44881"/>
                <a:gd name="csX2" fmla="*/ 108 w 14071"/>
                <a:gd name="csY2" fmla="*/ 4871 h 44881"/>
                <a:gd name="csX3" fmla="*/ 0 w 14071"/>
                <a:gd name="csY3" fmla="*/ 22822 h 44881"/>
                <a:gd name="csX4" fmla="*/ 8007 w 14071"/>
                <a:gd name="csY4" fmla="*/ 28442 h 44881"/>
                <a:gd name="csX5" fmla="*/ 3245 w 14071"/>
                <a:gd name="csY5" fmla="*/ 44882 h 44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071" h="44881">
                  <a:moveTo>
                    <a:pt x="14072" y="0"/>
                  </a:moveTo>
                  <a:lnTo>
                    <a:pt x="8871" y="5626"/>
                  </a:lnTo>
                  <a:lnTo>
                    <a:pt x="108" y="4871"/>
                  </a:lnTo>
                  <a:lnTo>
                    <a:pt x="0" y="22822"/>
                  </a:lnTo>
                  <a:lnTo>
                    <a:pt x="8007" y="28442"/>
                  </a:lnTo>
                  <a:lnTo>
                    <a:pt x="3245" y="448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F270288F-94D6-7507-AA4A-64CBBFBCD6A7}"/>
                </a:ext>
              </a:extLst>
            </p:cNvPr>
            <p:cNvSpPr/>
            <p:nvPr/>
          </p:nvSpPr>
          <p:spPr>
            <a:xfrm>
              <a:off x="2737797" y="4285626"/>
              <a:ext cx="8259" cy="58981"/>
            </a:xfrm>
            <a:custGeom>
              <a:avLst/>
              <a:gdLst>
                <a:gd name="csX0" fmla="*/ 971 w 9525"/>
                <a:gd name="csY0" fmla="*/ 0 h 68021"/>
                <a:gd name="csX1" fmla="*/ 5842 w 9525"/>
                <a:gd name="csY1" fmla="*/ 31471 h 68021"/>
                <a:gd name="csX2" fmla="*/ 0 w 9525"/>
                <a:gd name="csY2" fmla="*/ 43256 h 68021"/>
                <a:gd name="csX3" fmla="*/ 9525 w 9525"/>
                <a:gd name="csY3" fmla="*/ 49308 h 68021"/>
                <a:gd name="csX4" fmla="*/ 2705 w 9525"/>
                <a:gd name="csY4" fmla="*/ 68021 h 6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5" h="68021">
                  <a:moveTo>
                    <a:pt x="971" y="0"/>
                  </a:moveTo>
                  <a:lnTo>
                    <a:pt x="5842" y="31471"/>
                  </a:lnTo>
                  <a:lnTo>
                    <a:pt x="0" y="43256"/>
                  </a:lnTo>
                  <a:lnTo>
                    <a:pt x="9525" y="49308"/>
                  </a:lnTo>
                  <a:lnTo>
                    <a:pt x="2705" y="680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95917B48-9A87-F4DA-9E89-3C3E53459C7F}"/>
                </a:ext>
              </a:extLst>
            </p:cNvPr>
            <p:cNvSpPr/>
            <p:nvPr/>
          </p:nvSpPr>
          <p:spPr>
            <a:xfrm>
              <a:off x="2539209" y="4656660"/>
              <a:ext cx="22712" cy="43035"/>
            </a:xfrm>
            <a:custGeom>
              <a:avLst/>
              <a:gdLst>
                <a:gd name="csX0" fmla="*/ 23920 w 26193"/>
                <a:gd name="csY0" fmla="*/ 0 h 49631"/>
                <a:gd name="csX1" fmla="*/ 16129 w 26193"/>
                <a:gd name="csY1" fmla="*/ 8325 h 49631"/>
                <a:gd name="csX2" fmla="*/ 26194 w 26193"/>
                <a:gd name="csY2" fmla="*/ 24549 h 49631"/>
                <a:gd name="csX3" fmla="*/ 15589 w 26193"/>
                <a:gd name="csY3" fmla="*/ 39472 h 49631"/>
                <a:gd name="csX4" fmla="*/ 7899 w 26193"/>
                <a:gd name="csY4" fmla="*/ 33954 h 49631"/>
                <a:gd name="csX5" fmla="*/ 0 w 26193"/>
                <a:gd name="csY5" fmla="*/ 49632 h 49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193" h="49631">
                  <a:moveTo>
                    <a:pt x="23920" y="0"/>
                  </a:moveTo>
                  <a:lnTo>
                    <a:pt x="16129" y="8325"/>
                  </a:lnTo>
                  <a:lnTo>
                    <a:pt x="26194" y="24549"/>
                  </a:lnTo>
                  <a:lnTo>
                    <a:pt x="15589" y="39472"/>
                  </a:lnTo>
                  <a:lnTo>
                    <a:pt x="7899" y="33954"/>
                  </a:lnTo>
                  <a:lnTo>
                    <a:pt x="0" y="496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B031219D-C926-D35A-FFAA-E333C34D96F3}"/>
                </a:ext>
              </a:extLst>
            </p:cNvPr>
            <p:cNvSpPr/>
            <p:nvPr/>
          </p:nvSpPr>
          <p:spPr>
            <a:xfrm>
              <a:off x="2367462" y="3454949"/>
              <a:ext cx="24116" cy="38543"/>
            </a:xfrm>
            <a:custGeom>
              <a:avLst/>
              <a:gdLst>
                <a:gd name="csX0" fmla="*/ 27813 w 27812"/>
                <a:gd name="csY0" fmla="*/ 0 h 44450"/>
                <a:gd name="csX1" fmla="*/ 0 w 27812"/>
                <a:gd name="csY1" fmla="*/ 44450 h 4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812" h="44450">
                  <a:moveTo>
                    <a:pt x="27813" y="0"/>
                  </a:moveTo>
                  <a:lnTo>
                    <a:pt x="0" y="44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BC079172-A836-EAA4-A47F-85BC6FABF806}"/>
                </a:ext>
              </a:extLst>
            </p:cNvPr>
            <p:cNvSpPr/>
            <p:nvPr/>
          </p:nvSpPr>
          <p:spPr>
            <a:xfrm>
              <a:off x="4785172" y="3489268"/>
              <a:ext cx="86247" cy="186970"/>
            </a:xfrm>
            <a:custGeom>
              <a:avLst/>
              <a:gdLst>
                <a:gd name="csX0" fmla="*/ 0 w 99466"/>
                <a:gd name="csY0" fmla="*/ 12332 h 215626"/>
                <a:gd name="csX1" fmla="*/ 25972 w 99466"/>
                <a:gd name="csY1" fmla="*/ 0 h 215626"/>
                <a:gd name="csX2" fmla="*/ 31166 w 99466"/>
                <a:gd name="csY2" fmla="*/ 16332 h 215626"/>
                <a:gd name="csX3" fmla="*/ 83877 w 99466"/>
                <a:gd name="csY3" fmla="*/ 7353 h 215626"/>
                <a:gd name="csX4" fmla="*/ 99466 w 99466"/>
                <a:gd name="csY4" fmla="*/ 27362 h 215626"/>
                <a:gd name="csX5" fmla="*/ 74244 w 99466"/>
                <a:gd name="csY5" fmla="*/ 51581 h 215626"/>
                <a:gd name="csX6" fmla="*/ 70567 w 99466"/>
                <a:gd name="csY6" fmla="*/ 108356 h 215626"/>
                <a:gd name="csX7" fmla="*/ 50432 w 99466"/>
                <a:gd name="csY7" fmla="*/ 111277 h 215626"/>
                <a:gd name="csX8" fmla="*/ 68294 w 99466"/>
                <a:gd name="csY8" fmla="*/ 137878 h 215626"/>
                <a:gd name="csX9" fmla="*/ 56388 w 99466"/>
                <a:gd name="csY9" fmla="*/ 161449 h 215626"/>
                <a:gd name="csX10" fmla="*/ 71215 w 99466"/>
                <a:gd name="csY10" fmla="*/ 174752 h 215626"/>
                <a:gd name="csX11" fmla="*/ 66777 w 99466"/>
                <a:gd name="csY11" fmla="*/ 184271 h 215626"/>
                <a:gd name="csX12" fmla="*/ 52705 w 99466"/>
                <a:gd name="csY12" fmla="*/ 193567 h 215626"/>
                <a:gd name="csX13" fmla="*/ 53575 w 99466"/>
                <a:gd name="csY13" fmla="*/ 215627 h 21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9466" h="215626">
                  <a:moveTo>
                    <a:pt x="0" y="12332"/>
                  </a:moveTo>
                  <a:lnTo>
                    <a:pt x="25972" y="0"/>
                  </a:lnTo>
                  <a:lnTo>
                    <a:pt x="31166" y="16332"/>
                  </a:lnTo>
                  <a:lnTo>
                    <a:pt x="83877" y="7353"/>
                  </a:lnTo>
                  <a:lnTo>
                    <a:pt x="99466" y="27362"/>
                  </a:lnTo>
                  <a:lnTo>
                    <a:pt x="74244" y="51581"/>
                  </a:lnTo>
                  <a:lnTo>
                    <a:pt x="70567" y="108356"/>
                  </a:lnTo>
                  <a:lnTo>
                    <a:pt x="50432" y="111277"/>
                  </a:lnTo>
                  <a:lnTo>
                    <a:pt x="68294" y="137878"/>
                  </a:lnTo>
                  <a:lnTo>
                    <a:pt x="56388" y="161449"/>
                  </a:lnTo>
                  <a:lnTo>
                    <a:pt x="71215" y="174752"/>
                  </a:lnTo>
                  <a:lnTo>
                    <a:pt x="66777" y="184271"/>
                  </a:lnTo>
                  <a:lnTo>
                    <a:pt x="52705" y="193567"/>
                  </a:lnTo>
                  <a:lnTo>
                    <a:pt x="53575" y="21562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7C3D7B2B-AC17-733B-F6CE-1DF326FDE0A0}"/>
                </a:ext>
              </a:extLst>
            </p:cNvPr>
            <p:cNvSpPr/>
            <p:nvPr/>
          </p:nvSpPr>
          <p:spPr>
            <a:xfrm>
              <a:off x="5015481" y="3440043"/>
              <a:ext cx="158234" cy="41538"/>
            </a:xfrm>
            <a:custGeom>
              <a:avLst/>
              <a:gdLst>
                <a:gd name="csX0" fmla="*/ 0 w 182486"/>
                <a:gd name="csY0" fmla="*/ 0 h 47904"/>
                <a:gd name="csX1" fmla="*/ 15907 w 182486"/>
                <a:gd name="csY1" fmla="*/ 16002 h 47904"/>
                <a:gd name="csX2" fmla="*/ 32683 w 182486"/>
                <a:gd name="csY2" fmla="*/ 14167 h 47904"/>
                <a:gd name="csX3" fmla="*/ 45891 w 182486"/>
                <a:gd name="csY3" fmla="*/ 28226 h 47904"/>
                <a:gd name="csX4" fmla="*/ 63316 w 182486"/>
                <a:gd name="csY4" fmla="*/ 23247 h 47904"/>
                <a:gd name="csX5" fmla="*/ 87776 w 182486"/>
                <a:gd name="csY5" fmla="*/ 32442 h 47904"/>
                <a:gd name="csX6" fmla="*/ 95567 w 182486"/>
                <a:gd name="csY6" fmla="*/ 24981 h 47904"/>
                <a:gd name="csX7" fmla="*/ 117869 w 182486"/>
                <a:gd name="csY7" fmla="*/ 31032 h 47904"/>
                <a:gd name="csX8" fmla="*/ 139948 w 182486"/>
                <a:gd name="csY8" fmla="*/ 29413 h 47904"/>
                <a:gd name="csX9" fmla="*/ 143085 w 182486"/>
                <a:gd name="csY9" fmla="*/ 45199 h 47904"/>
                <a:gd name="csX10" fmla="*/ 162998 w 182486"/>
                <a:gd name="csY10" fmla="*/ 47904 h 47904"/>
                <a:gd name="csX11" fmla="*/ 182486 w 182486"/>
                <a:gd name="csY11" fmla="*/ 37738 h 47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2486" h="47904">
                  <a:moveTo>
                    <a:pt x="0" y="0"/>
                  </a:moveTo>
                  <a:lnTo>
                    <a:pt x="15907" y="16002"/>
                  </a:lnTo>
                  <a:lnTo>
                    <a:pt x="32683" y="14167"/>
                  </a:lnTo>
                  <a:lnTo>
                    <a:pt x="45891" y="28226"/>
                  </a:lnTo>
                  <a:lnTo>
                    <a:pt x="63316" y="23247"/>
                  </a:lnTo>
                  <a:lnTo>
                    <a:pt x="87776" y="32442"/>
                  </a:lnTo>
                  <a:lnTo>
                    <a:pt x="95567" y="24981"/>
                  </a:lnTo>
                  <a:lnTo>
                    <a:pt x="117869" y="31032"/>
                  </a:lnTo>
                  <a:lnTo>
                    <a:pt x="139948" y="29413"/>
                  </a:lnTo>
                  <a:lnTo>
                    <a:pt x="143085" y="45199"/>
                  </a:lnTo>
                  <a:lnTo>
                    <a:pt x="162998" y="47904"/>
                  </a:lnTo>
                  <a:lnTo>
                    <a:pt x="18248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C0A49C40-22DD-7E22-7525-686859A1881B}"/>
                </a:ext>
              </a:extLst>
            </p:cNvPr>
            <p:cNvSpPr/>
            <p:nvPr/>
          </p:nvSpPr>
          <p:spPr>
            <a:xfrm>
              <a:off x="4802814" y="2946549"/>
              <a:ext cx="77894" cy="17162"/>
            </a:xfrm>
            <a:custGeom>
              <a:avLst/>
              <a:gdLst>
                <a:gd name="csX0" fmla="*/ 0 w 89833"/>
                <a:gd name="csY0" fmla="*/ 0 h 19792"/>
                <a:gd name="csX1" fmla="*/ 17640 w 89833"/>
                <a:gd name="csY1" fmla="*/ 15684 h 19792"/>
                <a:gd name="csX2" fmla="*/ 37554 w 89833"/>
                <a:gd name="csY2" fmla="*/ 18383 h 19792"/>
                <a:gd name="csX3" fmla="*/ 42101 w 89833"/>
                <a:gd name="csY3" fmla="*/ 7569 h 19792"/>
                <a:gd name="csX4" fmla="*/ 55309 w 89833"/>
                <a:gd name="csY4" fmla="*/ 3029 h 19792"/>
                <a:gd name="csX5" fmla="*/ 65913 w 89833"/>
                <a:gd name="csY5" fmla="*/ 18491 h 19792"/>
                <a:gd name="csX6" fmla="*/ 89834 w 89833"/>
                <a:gd name="csY6" fmla="*/ 19793 h 19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9833" h="19792">
                  <a:moveTo>
                    <a:pt x="0" y="0"/>
                  </a:moveTo>
                  <a:lnTo>
                    <a:pt x="17640" y="15684"/>
                  </a:lnTo>
                  <a:lnTo>
                    <a:pt x="37554" y="18383"/>
                  </a:lnTo>
                  <a:lnTo>
                    <a:pt x="42101" y="7569"/>
                  </a:lnTo>
                  <a:lnTo>
                    <a:pt x="55309" y="3029"/>
                  </a:lnTo>
                  <a:lnTo>
                    <a:pt x="65913" y="18491"/>
                  </a:lnTo>
                  <a:lnTo>
                    <a:pt x="89834" y="1979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5A1D77C3-2A04-6E5A-1641-5A033256CB21}"/>
                </a:ext>
              </a:extLst>
            </p:cNvPr>
            <p:cNvSpPr/>
            <p:nvPr/>
          </p:nvSpPr>
          <p:spPr>
            <a:xfrm>
              <a:off x="5117685" y="3466952"/>
              <a:ext cx="21870" cy="14723"/>
            </a:xfrm>
            <a:custGeom>
              <a:avLst/>
              <a:gdLst>
                <a:gd name="csX0" fmla="*/ 0 w 25222"/>
                <a:gd name="csY0" fmla="*/ 0 h 16979"/>
                <a:gd name="csX1" fmla="*/ 3467 w 25222"/>
                <a:gd name="csY1" fmla="*/ 16980 h 16979"/>
                <a:gd name="csX2" fmla="*/ 25222 w 25222"/>
                <a:gd name="csY2" fmla="*/ 14167 h 1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5222" h="16979">
                  <a:moveTo>
                    <a:pt x="0" y="0"/>
                  </a:moveTo>
                  <a:lnTo>
                    <a:pt x="3467" y="16980"/>
                  </a:lnTo>
                  <a:lnTo>
                    <a:pt x="25222" y="1416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8B47C020-8103-DAB1-29ED-D630E7BD5DC2}"/>
                </a:ext>
              </a:extLst>
            </p:cNvPr>
            <p:cNvSpPr/>
            <p:nvPr/>
          </p:nvSpPr>
          <p:spPr>
            <a:xfrm>
              <a:off x="5151096" y="3106704"/>
              <a:ext cx="189013" cy="318709"/>
            </a:xfrm>
            <a:custGeom>
              <a:avLst/>
              <a:gdLst>
                <a:gd name="csX0" fmla="*/ 0 w 217982"/>
                <a:gd name="csY0" fmla="*/ 0 h 367557"/>
                <a:gd name="csX1" fmla="*/ 9303 w 217982"/>
                <a:gd name="csY1" fmla="*/ 21736 h 367557"/>
                <a:gd name="csX2" fmla="*/ 27489 w 217982"/>
                <a:gd name="csY2" fmla="*/ 18491 h 367557"/>
                <a:gd name="csX3" fmla="*/ 43072 w 217982"/>
                <a:gd name="csY3" fmla="*/ 39903 h 367557"/>
                <a:gd name="csX4" fmla="*/ 62776 w 217982"/>
                <a:gd name="csY4" fmla="*/ 41631 h 367557"/>
                <a:gd name="csX5" fmla="*/ 74682 w 217982"/>
                <a:gd name="csY5" fmla="*/ 63043 h 367557"/>
                <a:gd name="csX6" fmla="*/ 85827 w 217982"/>
                <a:gd name="csY6" fmla="*/ 50063 h 367557"/>
                <a:gd name="csX7" fmla="*/ 98819 w 217982"/>
                <a:gd name="csY7" fmla="*/ 53416 h 367557"/>
                <a:gd name="csX8" fmla="*/ 100546 w 217982"/>
                <a:gd name="csY8" fmla="*/ 76778 h 367557"/>
                <a:gd name="csX9" fmla="*/ 147199 w 217982"/>
                <a:gd name="csY9" fmla="*/ 89319 h 367557"/>
                <a:gd name="csX10" fmla="*/ 164516 w 217982"/>
                <a:gd name="csY10" fmla="*/ 104673 h 367557"/>
                <a:gd name="csX11" fmla="*/ 217983 w 217982"/>
                <a:gd name="csY11" fmla="*/ 114408 h 367557"/>
                <a:gd name="csX12" fmla="*/ 194278 w 217982"/>
                <a:gd name="csY12" fmla="*/ 158960 h 367557"/>
                <a:gd name="csX13" fmla="*/ 192875 w 217982"/>
                <a:gd name="csY13" fmla="*/ 187833 h 367557"/>
                <a:gd name="csX14" fmla="*/ 172199 w 217982"/>
                <a:gd name="csY14" fmla="*/ 194107 h 367557"/>
                <a:gd name="csX15" fmla="*/ 138106 w 217982"/>
                <a:gd name="csY15" fmla="*/ 239198 h 367557"/>
                <a:gd name="csX16" fmla="*/ 133020 w 217982"/>
                <a:gd name="csY16" fmla="*/ 263316 h 367557"/>
                <a:gd name="csX17" fmla="*/ 163544 w 217982"/>
                <a:gd name="csY17" fmla="*/ 245688 h 367557"/>
                <a:gd name="csX18" fmla="*/ 172415 w 217982"/>
                <a:gd name="csY18" fmla="*/ 269583 h 367557"/>
                <a:gd name="csX19" fmla="*/ 165595 w 217982"/>
                <a:gd name="csY19" fmla="*/ 278886 h 367557"/>
                <a:gd name="csX20" fmla="*/ 175336 w 217982"/>
                <a:gd name="csY20" fmla="*/ 298672 h 367557"/>
                <a:gd name="csX21" fmla="*/ 160077 w 217982"/>
                <a:gd name="csY21" fmla="*/ 307975 h 367557"/>
                <a:gd name="csX22" fmla="*/ 171983 w 217982"/>
                <a:gd name="csY22" fmla="*/ 324739 h 367557"/>
                <a:gd name="csX23" fmla="*/ 168630 w 217982"/>
                <a:gd name="csY23" fmla="*/ 342900 h 367557"/>
                <a:gd name="csX24" fmla="*/ 194932 w 217982"/>
                <a:gd name="csY24" fmla="*/ 348310 h 367557"/>
                <a:gd name="csX25" fmla="*/ 187573 w 217982"/>
                <a:gd name="csY25" fmla="*/ 367557 h 367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7982" h="367557">
                  <a:moveTo>
                    <a:pt x="0" y="0"/>
                  </a:moveTo>
                  <a:lnTo>
                    <a:pt x="9303" y="21736"/>
                  </a:lnTo>
                  <a:lnTo>
                    <a:pt x="27489" y="18491"/>
                  </a:lnTo>
                  <a:lnTo>
                    <a:pt x="43072" y="39903"/>
                  </a:lnTo>
                  <a:lnTo>
                    <a:pt x="62776" y="41631"/>
                  </a:lnTo>
                  <a:lnTo>
                    <a:pt x="74682" y="63043"/>
                  </a:lnTo>
                  <a:lnTo>
                    <a:pt x="85827" y="50063"/>
                  </a:lnTo>
                  <a:lnTo>
                    <a:pt x="98819" y="53416"/>
                  </a:lnTo>
                  <a:lnTo>
                    <a:pt x="100546" y="76778"/>
                  </a:lnTo>
                  <a:lnTo>
                    <a:pt x="147199" y="89319"/>
                  </a:lnTo>
                  <a:lnTo>
                    <a:pt x="164516" y="104673"/>
                  </a:lnTo>
                  <a:lnTo>
                    <a:pt x="217983" y="114408"/>
                  </a:lnTo>
                  <a:lnTo>
                    <a:pt x="194278" y="158960"/>
                  </a:lnTo>
                  <a:lnTo>
                    <a:pt x="192875" y="187833"/>
                  </a:lnTo>
                  <a:lnTo>
                    <a:pt x="172199" y="194107"/>
                  </a:lnTo>
                  <a:lnTo>
                    <a:pt x="138106" y="239198"/>
                  </a:lnTo>
                  <a:lnTo>
                    <a:pt x="133020" y="263316"/>
                  </a:lnTo>
                  <a:lnTo>
                    <a:pt x="163544" y="245688"/>
                  </a:lnTo>
                  <a:lnTo>
                    <a:pt x="172415" y="269583"/>
                  </a:lnTo>
                  <a:lnTo>
                    <a:pt x="165595" y="278886"/>
                  </a:lnTo>
                  <a:lnTo>
                    <a:pt x="175336" y="298672"/>
                  </a:lnTo>
                  <a:lnTo>
                    <a:pt x="160077" y="307975"/>
                  </a:lnTo>
                  <a:lnTo>
                    <a:pt x="171983" y="324739"/>
                  </a:lnTo>
                  <a:lnTo>
                    <a:pt x="168630" y="342900"/>
                  </a:lnTo>
                  <a:lnTo>
                    <a:pt x="194932" y="348310"/>
                  </a:lnTo>
                  <a:lnTo>
                    <a:pt x="187573" y="36755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1D2EB8A9-38B0-E13B-7E4F-6C52550AFF1C}"/>
                </a:ext>
              </a:extLst>
            </p:cNvPr>
            <p:cNvSpPr/>
            <p:nvPr/>
          </p:nvSpPr>
          <p:spPr>
            <a:xfrm>
              <a:off x="5266064" y="3001781"/>
              <a:ext cx="44208" cy="182466"/>
            </a:xfrm>
            <a:custGeom>
              <a:avLst/>
              <a:gdLst>
                <a:gd name="csX0" fmla="*/ 39834 w 50984"/>
                <a:gd name="csY0" fmla="*/ 0 h 210432"/>
                <a:gd name="csX1" fmla="*/ 50984 w 50984"/>
                <a:gd name="csY1" fmla="*/ 8217 h 210432"/>
                <a:gd name="csX2" fmla="*/ 43948 w 50984"/>
                <a:gd name="csY2" fmla="*/ 36119 h 210432"/>
                <a:gd name="csX3" fmla="*/ 27927 w 50984"/>
                <a:gd name="csY3" fmla="*/ 36982 h 210432"/>
                <a:gd name="csX4" fmla="*/ 41675 w 50984"/>
                <a:gd name="csY4" fmla="*/ 55150 h 210432"/>
                <a:gd name="csX5" fmla="*/ 32150 w 50984"/>
                <a:gd name="csY5" fmla="*/ 74073 h 210432"/>
                <a:gd name="csX6" fmla="*/ 8877 w 50984"/>
                <a:gd name="csY6" fmla="*/ 71584 h 210432"/>
                <a:gd name="csX7" fmla="*/ 0 w 50984"/>
                <a:gd name="csY7" fmla="*/ 85966 h 210432"/>
                <a:gd name="csX8" fmla="*/ 20244 w 50984"/>
                <a:gd name="csY8" fmla="*/ 103378 h 210432"/>
                <a:gd name="csX9" fmla="*/ 12014 w 50984"/>
                <a:gd name="csY9" fmla="*/ 139929 h 210432"/>
                <a:gd name="csX10" fmla="*/ 23488 w 50984"/>
                <a:gd name="csY10" fmla="*/ 163068 h 210432"/>
                <a:gd name="csX11" fmla="*/ 7144 w 50984"/>
                <a:gd name="csY11" fmla="*/ 175616 h 210432"/>
                <a:gd name="csX12" fmla="*/ 25006 w 50984"/>
                <a:gd name="csY12" fmla="*/ 193021 h 210432"/>
                <a:gd name="csX13" fmla="*/ 14503 w 50984"/>
                <a:gd name="csY13" fmla="*/ 210433 h 2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0984" h="210432">
                  <a:moveTo>
                    <a:pt x="39834" y="0"/>
                  </a:moveTo>
                  <a:lnTo>
                    <a:pt x="50984" y="8217"/>
                  </a:lnTo>
                  <a:lnTo>
                    <a:pt x="43948" y="36119"/>
                  </a:lnTo>
                  <a:lnTo>
                    <a:pt x="27927" y="36982"/>
                  </a:lnTo>
                  <a:lnTo>
                    <a:pt x="41675" y="55150"/>
                  </a:lnTo>
                  <a:lnTo>
                    <a:pt x="32150" y="74073"/>
                  </a:lnTo>
                  <a:lnTo>
                    <a:pt x="8877" y="71584"/>
                  </a:lnTo>
                  <a:lnTo>
                    <a:pt x="0" y="85966"/>
                  </a:lnTo>
                  <a:lnTo>
                    <a:pt x="20244" y="103378"/>
                  </a:lnTo>
                  <a:lnTo>
                    <a:pt x="12014" y="139929"/>
                  </a:lnTo>
                  <a:lnTo>
                    <a:pt x="23488" y="163068"/>
                  </a:lnTo>
                  <a:lnTo>
                    <a:pt x="7144" y="175616"/>
                  </a:lnTo>
                  <a:lnTo>
                    <a:pt x="25006" y="193021"/>
                  </a:lnTo>
                  <a:lnTo>
                    <a:pt x="14503" y="21043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14B87D07-CBB2-2DB7-9FB7-BC06C5510F52}"/>
                </a:ext>
              </a:extLst>
            </p:cNvPr>
            <p:cNvSpPr/>
            <p:nvPr/>
          </p:nvSpPr>
          <p:spPr>
            <a:xfrm>
              <a:off x="5179342" y="3090390"/>
              <a:ext cx="97138" cy="32723"/>
            </a:xfrm>
            <a:custGeom>
              <a:avLst/>
              <a:gdLst>
                <a:gd name="csX0" fmla="*/ 0 w 112026"/>
                <a:gd name="csY0" fmla="*/ 2267 h 37738"/>
                <a:gd name="csX1" fmla="*/ 25762 w 112026"/>
                <a:gd name="csY1" fmla="*/ 13405 h 37738"/>
                <a:gd name="csX2" fmla="*/ 58884 w 112026"/>
                <a:gd name="csY2" fmla="*/ 0 h 37738"/>
                <a:gd name="csX3" fmla="*/ 91567 w 112026"/>
                <a:gd name="csY3" fmla="*/ 15462 h 37738"/>
                <a:gd name="csX4" fmla="*/ 88970 w 112026"/>
                <a:gd name="csY4" fmla="*/ 35681 h 37738"/>
                <a:gd name="csX5" fmla="*/ 112026 w 112026"/>
                <a:gd name="csY5" fmla="*/ 37738 h 37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026" h="37738">
                  <a:moveTo>
                    <a:pt x="0" y="2267"/>
                  </a:moveTo>
                  <a:lnTo>
                    <a:pt x="25762" y="13405"/>
                  </a:lnTo>
                  <a:lnTo>
                    <a:pt x="58884" y="0"/>
                  </a:lnTo>
                  <a:lnTo>
                    <a:pt x="91567" y="15462"/>
                  </a:lnTo>
                  <a:lnTo>
                    <a:pt x="88970" y="35681"/>
                  </a:lnTo>
                  <a:lnTo>
                    <a:pt x="11202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9FD14BC2-E4EE-B487-1A02-FE17DDB5E4A8}"/>
                </a:ext>
              </a:extLst>
            </p:cNvPr>
            <p:cNvSpPr/>
            <p:nvPr/>
          </p:nvSpPr>
          <p:spPr>
            <a:xfrm>
              <a:off x="5258553" y="3149647"/>
              <a:ext cx="13705" cy="30008"/>
            </a:xfrm>
            <a:custGeom>
              <a:avLst/>
              <a:gdLst>
                <a:gd name="csX0" fmla="*/ 4763 w 15805"/>
                <a:gd name="csY0" fmla="*/ 34608 h 34607"/>
                <a:gd name="csX1" fmla="*/ 0 w 15805"/>
                <a:gd name="csY1" fmla="*/ 16872 h 34607"/>
                <a:gd name="csX2" fmla="*/ 10827 w 15805"/>
                <a:gd name="csY2" fmla="*/ 0 h 34607"/>
                <a:gd name="csX3" fmla="*/ 15805 w 15805"/>
                <a:gd name="csY3" fmla="*/ 5086 h 34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805" h="34607">
                  <a:moveTo>
                    <a:pt x="4763" y="34608"/>
                  </a:moveTo>
                  <a:lnTo>
                    <a:pt x="0" y="16872"/>
                  </a:lnTo>
                  <a:lnTo>
                    <a:pt x="10827" y="0"/>
                  </a:lnTo>
                  <a:lnTo>
                    <a:pt x="15805" y="50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3DEA2362-CF37-83C0-17A9-8F81DC561316}"/>
                </a:ext>
              </a:extLst>
            </p:cNvPr>
            <p:cNvSpPr/>
            <p:nvPr/>
          </p:nvSpPr>
          <p:spPr>
            <a:xfrm>
              <a:off x="5383943" y="2984337"/>
              <a:ext cx="175688" cy="362124"/>
            </a:xfrm>
            <a:custGeom>
              <a:avLst/>
              <a:gdLst>
                <a:gd name="csX0" fmla="*/ 149365 w 202615"/>
                <a:gd name="csY0" fmla="*/ 417627 h 417626"/>
                <a:gd name="csX1" fmla="*/ 153803 w 202615"/>
                <a:gd name="csY1" fmla="*/ 403136 h 417626"/>
                <a:gd name="csX2" fmla="*/ 142437 w 202615"/>
                <a:gd name="csY2" fmla="*/ 397732 h 417626"/>
                <a:gd name="csX3" fmla="*/ 155099 w 202615"/>
                <a:gd name="csY3" fmla="*/ 382594 h 417626"/>
                <a:gd name="csX4" fmla="*/ 104985 w 202615"/>
                <a:gd name="csY4" fmla="*/ 372320 h 417626"/>
                <a:gd name="csX5" fmla="*/ 97085 w 202615"/>
                <a:gd name="csY5" fmla="*/ 353936 h 417626"/>
                <a:gd name="csX6" fmla="*/ 60935 w 202615"/>
                <a:gd name="csY6" fmla="*/ 357721 h 417626"/>
                <a:gd name="csX7" fmla="*/ 54007 w 202615"/>
                <a:gd name="csY7" fmla="*/ 373723 h 417626"/>
                <a:gd name="csX8" fmla="*/ 29654 w 202615"/>
                <a:gd name="csY8" fmla="*/ 361829 h 417626"/>
                <a:gd name="csX9" fmla="*/ 19266 w 202615"/>
                <a:gd name="csY9" fmla="*/ 368859 h 417626"/>
                <a:gd name="csX10" fmla="*/ 0 w 202615"/>
                <a:gd name="csY10" fmla="*/ 354476 h 417626"/>
                <a:gd name="csX11" fmla="*/ 7467 w 202615"/>
                <a:gd name="csY11" fmla="*/ 323552 h 417626"/>
                <a:gd name="csX12" fmla="*/ 22511 w 202615"/>
                <a:gd name="csY12" fmla="*/ 337826 h 417626"/>
                <a:gd name="csX13" fmla="*/ 32360 w 202615"/>
                <a:gd name="csY13" fmla="*/ 322250 h 417626"/>
                <a:gd name="csX14" fmla="*/ 49028 w 202615"/>
                <a:gd name="csY14" fmla="*/ 324091 h 417626"/>
                <a:gd name="csX15" fmla="*/ 53791 w 202615"/>
                <a:gd name="csY15" fmla="*/ 332956 h 417626"/>
                <a:gd name="csX16" fmla="*/ 97625 w 202615"/>
                <a:gd name="csY16" fmla="*/ 319875 h 417626"/>
                <a:gd name="csX17" fmla="*/ 126848 w 202615"/>
                <a:gd name="csY17" fmla="*/ 333928 h 417626"/>
                <a:gd name="csX18" fmla="*/ 132048 w 202615"/>
                <a:gd name="csY18" fmla="*/ 318357 h 417626"/>
                <a:gd name="csX19" fmla="*/ 119488 w 202615"/>
                <a:gd name="csY19" fmla="*/ 300730 h 417626"/>
                <a:gd name="csX20" fmla="*/ 155207 w 202615"/>
                <a:gd name="csY20" fmla="*/ 281483 h 417626"/>
                <a:gd name="csX21" fmla="*/ 158782 w 202615"/>
                <a:gd name="csY21" fmla="*/ 265805 h 417626"/>
                <a:gd name="csX22" fmla="*/ 105201 w 202615"/>
                <a:gd name="csY22" fmla="*/ 217145 h 417626"/>
                <a:gd name="csX23" fmla="*/ 110509 w 202615"/>
                <a:gd name="csY23" fmla="*/ 204165 h 417626"/>
                <a:gd name="csX24" fmla="*/ 96329 w 202615"/>
                <a:gd name="csY24" fmla="*/ 183941 h 417626"/>
                <a:gd name="csX25" fmla="*/ 163976 w 202615"/>
                <a:gd name="csY25" fmla="*/ 158312 h 417626"/>
                <a:gd name="csX26" fmla="*/ 173393 w 202615"/>
                <a:gd name="csY26" fmla="*/ 146203 h 417626"/>
                <a:gd name="csX27" fmla="*/ 183134 w 202615"/>
                <a:gd name="csY27" fmla="*/ 156693 h 417626"/>
                <a:gd name="csX28" fmla="*/ 202616 w 202615"/>
                <a:gd name="csY28" fmla="*/ 153124 h 417626"/>
                <a:gd name="csX29" fmla="*/ 202616 w 202615"/>
                <a:gd name="csY29" fmla="*/ 126416 h 417626"/>
                <a:gd name="csX30" fmla="*/ 189954 w 202615"/>
                <a:gd name="csY30" fmla="*/ 106947 h 417626"/>
                <a:gd name="csX31" fmla="*/ 190710 w 202615"/>
                <a:gd name="csY31" fmla="*/ 63913 h 417626"/>
                <a:gd name="csX32" fmla="*/ 173609 w 202615"/>
                <a:gd name="csY32" fmla="*/ 46933 h 417626"/>
                <a:gd name="csX33" fmla="*/ 181508 w 202615"/>
                <a:gd name="csY33" fmla="*/ 23362 h 417626"/>
                <a:gd name="csX34" fmla="*/ 175882 w 202615"/>
                <a:gd name="csY34" fmla="*/ 0 h 41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02615" h="417626">
                  <a:moveTo>
                    <a:pt x="149365" y="417627"/>
                  </a:moveTo>
                  <a:lnTo>
                    <a:pt x="153803" y="403136"/>
                  </a:lnTo>
                  <a:lnTo>
                    <a:pt x="142437" y="397732"/>
                  </a:lnTo>
                  <a:lnTo>
                    <a:pt x="155099" y="382594"/>
                  </a:lnTo>
                  <a:lnTo>
                    <a:pt x="104985" y="372320"/>
                  </a:lnTo>
                  <a:lnTo>
                    <a:pt x="97085" y="353936"/>
                  </a:lnTo>
                  <a:lnTo>
                    <a:pt x="60935" y="357721"/>
                  </a:lnTo>
                  <a:lnTo>
                    <a:pt x="54007" y="373723"/>
                  </a:lnTo>
                  <a:lnTo>
                    <a:pt x="29654" y="361829"/>
                  </a:lnTo>
                  <a:lnTo>
                    <a:pt x="19266" y="368859"/>
                  </a:lnTo>
                  <a:lnTo>
                    <a:pt x="0" y="354476"/>
                  </a:lnTo>
                  <a:lnTo>
                    <a:pt x="7467" y="323552"/>
                  </a:lnTo>
                  <a:lnTo>
                    <a:pt x="22511" y="337826"/>
                  </a:lnTo>
                  <a:lnTo>
                    <a:pt x="32360" y="322250"/>
                  </a:lnTo>
                  <a:lnTo>
                    <a:pt x="49028" y="324091"/>
                  </a:lnTo>
                  <a:lnTo>
                    <a:pt x="53791" y="332956"/>
                  </a:lnTo>
                  <a:lnTo>
                    <a:pt x="97625" y="319875"/>
                  </a:lnTo>
                  <a:lnTo>
                    <a:pt x="126848" y="333928"/>
                  </a:lnTo>
                  <a:lnTo>
                    <a:pt x="132048" y="318357"/>
                  </a:lnTo>
                  <a:lnTo>
                    <a:pt x="119488" y="300730"/>
                  </a:lnTo>
                  <a:lnTo>
                    <a:pt x="155207" y="281483"/>
                  </a:lnTo>
                  <a:lnTo>
                    <a:pt x="158782" y="265805"/>
                  </a:lnTo>
                  <a:lnTo>
                    <a:pt x="105201" y="217145"/>
                  </a:lnTo>
                  <a:lnTo>
                    <a:pt x="110509" y="204165"/>
                  </a:lnTo>
                  <a:lnTo>
                    <a:pt x="96329" y="183941"/>
                  </a:lnTo>
                  <a:lnTo>
                    <a:pt x="163976" y="158312"/>
                  </a:lnTo>
                  <a:lnTo>
                    <a:pt x="173393" y="146203"/>
                  </a:lnTo>
                  <a:lnTo>
                    <a:pt x="183134" y="156693"/>
                  </a:lnTo>
                  <a:lnTo>
                    <a:pt x="202616" y="153124"/>
                  </a:lnTo>
                  <a:lnTo>
                    <a:pt x="202616" y="126416"/>
                  </a:lnTo>
                  <a:lnTo>
                    <a:pt x="189954" y="106947"/>
                  </a:lnTo>
                  <a:lnTo>
                    <a:pt x="190710" y="63913"/>
                  </a:lnTo>
                  <a:lnTo>
                    <a:pt x="173609" y="46933"/>
                  </a:lnTo>
                  <a:lnTo>
                    <a:pt x="181508" y="23362"/>
                  </a:lnTo>
                  <a:lnTo>
                    <a:pt x="17588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7B09B8FE-7F46-45EB-4467-96FAB12DF415}"/>
                </a:ext>
              </a:extLst>
            </p:cNvPr>
            <p:cNvSpPr/>
            <p:nvPr/>
          </p:nvSpPr>
          <p:spPr>
            <a:xfrm>
              <a:off x="5354100" y="2927702"/>
              <a:ext cx="29561" cy="473"/>
            </a:xfrm>
            <a:custGeom>
              <a:avLst/>
              <a:gdLst>
                <a:gd name="csX0" fmla="*/ 0 w 34092"/>
                <a:gd name="csY0" fmla="*/ 0 h 546"/>
                <a:gd name="csX1" fmla="*/ 34093 w 34092"/>
                <a:gd name="csY1" fmla="*/ 546 h 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092" h="546">
                  <a:moveTo>
                    <a:pt x="0" y="0"/>
                  </a:moveTo>
                  <a:lnTo>
                    <a:pt x="34093" y="5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CF5A9259-4C80-199C-8D8A-1C70F651D4CA}"/>
                </a:ext>
              </a:extLst>
            </p:cNvPr>
            <p:cNvSpPr/>
            <p:nvPr/>
          </p:nvSpPr>
          <p:spPr>
            <a:xfrm>
              <a:off x="5300603" y="3304176"/>
              <a:ext cx="121161" cy="41631"/>
            </a:xfrm>
            <a:custGeom>
              <a:avLst/>
              <a:gdLst>
                <a:gd name="csX0" fmla="*/ 139732 w 139731"/>
                <a:gd name="csY0" fmla="*/ 0 h 48012"/>
                <a:gd name="csX1" fmla="*/ 116459 w 139731"/>
                <a:gd name="csY1" fmla="*/ 31255 h 48012"/>
                <a:gd name="csX2" fmla="*/ 85395 w 139731"/>
                <a:gd name="csY2" fmla="*/ 15786 h 48012"/>
                <a:gd name="csX3" fmla="*/ 78689 w 139731"/>
                <a:gd name="csY3" fmla="*/ 44875 h 48012"/>
                <a:gd name="csX4" fmla="*/ 67107 w 139731"/>
                <a:gd name="csY4" fmla="*/ 48012 h 48012"/>
                <a:gd name="csX5" fmla="*/ 50870 w 139731"/>
                <a:gd name="csY5" fmla="*/ 17951 h 48012"/>
                <a:gd name="csX6" fmla="*/ 40913 w 139731"/>
                <a:gd name="csY6" fmla="*/ 26600 h 48012"/>
                <a:gd name="csX7" fmla="*/ 31712 w 139731"/>
                <a:gd name="csY7" fmla="*/ 42501 h 48012"/>
                <a:gd name="csX8" fmla="*/ 0 w 139731"/>
                <a:gd name="csY8" fmla="*/ 41846 h 48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9731" h="48012">
                  <a:moveTo>
                    <a:pt x="139732" y="0"/>
                  </a:moveTo>
                  <a:lnTo>
                    <a:pt x="116459" y="31255"/>
                  </a:lnTo>
                  <a:lnTo>
                    <a:pt x="85395" y="15786"/>
                  </a:lnTo>
                  <a:lnTo>
                    <a:pt x="78689" y="44875"/>
                  </a:lnTo>
                  <a:lnTo>
                    <a:pt x="67107" y="48012"/>
                  </a:lnTo>
                  <a:lnTo>
                    <a:pt x="50870" y="17951"/>
                  </a:lnTo>
                  <a:lnTo>
                    <a:pt x="40913" y="26600"/>
                  </a:lnTo>
                  <a:lnTo>
                    <a:pt x="31712" y="42501"/>
                  </a:lnTo>
                  <a:lnTo>
                    <a:pt x="0" y="418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C3A1EC72-3C43-76CB-C7EE-BFA7BBFA8B66}"/>
                </a:ext>
              </a:extLst>
            </p:cNvPr>
            <p:cNvSpPr/>
            <p:nvPr/>
          </p:nvSpPr>
          <p:spPr>
            <a:xfrm>
              <a:off x="5584877" y="2947772"/>
              <a:ext cx="273372" cy="499116"/>
            </a:xfrm>
            <a:custGeom>
              <a:avLst/>
              <a:gdLst>
                <a:gd name="csX0" fmla="*/ 152838 w 315271"/>
                <a:gd name="csY0" fmla="*/ 0 h 575614"/>
                <a:gd name="csX1" fmla="*/ 257740 w 315271"/>
                <a:gd name="csY1" fmla="*/ 7461 h 575614"/>
                <a:gd name="csX2" fmla="*/ 271139 w 315271"/>
                <a:gd name="csY2" fmla="*/ 1511 h 575614"/>
                <a:gd name="csX3" fmla="*/ 288855 w 315271"/>
                <a:gd name="csY3" fmla="*/ 16650 h 575614"/>
                <a:gd name="csX4" fmla="*/ 305238 w 315271"/>
                <a:gd name="csY4" fmla="*/ 70720 h 575614"/>
                <a:gd name="csX5" fmla="*/ 305238 w 315271"/>
                <a:gd name="csY5" fmla="*/ 96133 h 575614"/>
                <a:gd name="csX6" fmla="*/ 285426 w 315271"/>
                <a:gd name="csY6" fmla="*/ 105327 h 575614"/>
                <a:gd name="csX7" fmla="*/ 277108 w 315271"/>
                <a:gd name="csY7" fmla="*/ 121545 h 575614"/>
                <a:gd name="csX8" fmla="*/ 295396 w 315271"/>
                <a:gd name="csY8" fmla="*/ 130734 h 575614"/>
                <a:gd name="csX9" fmla="*/ 292856 w 315271"/>
                <a:gd name="csY9" fmla="*/ 162097 h 575614"/>
                <a:gd name="csX10" fmla="*/ 315271 w 315271"/>
                <a:gd name="csY10" fmla="*/ 212382 h 575614"/>
                <a:gd name="csX11" fmla="*/ 308985 w 315271"/>
                <a:gd name="csY11" fmla="*/ 223736 h 575614"/>
                <a:gd name="csX12" fmla="*/ 297111 w 315271"/>
                <a:gd name="csY12" fmla="*/ 221679 h 575614"/>
                <a:gd name="csX13" fmla="*/ 259963 w 315271"/>
                <a:gd name="csY13" fmla="*/ 267100 h 575614"/>
                <a:gd name="csX14" fmla="*/ 269170 w 315271"/>
                <a:gd name="csY14" fmla="*/ 294996 h 575614"/>
                <a:gd name="csX15" fmla="*/ 255454 w 315271"/>
                <a:gd name="csY15" fmla="*/ 291751 h 575614"/>
                <a:gd name="csX16" fmla="*/ 239516 w 315271"/>
                <a:gd name="csY16" fmla="*/ 326250 h 575614"/>
                <a:gd name="csX17" fmla="*/ 267011 w 315271"/>
                <a:gd name="csY17" fmla="*/ 350583 h 575614"/>
                <a:gd name="csX18" fmla="*/ 257296 w 315271"/>
                <a:gd name="csY18" fmla="*/ 362585 h 575614"/>
                <a:gd name="csX19" fmla="*/ 242881 w 315271"/>
                <a:gd name="csY19" fmla="*/ 361499 h 575614"/>
                <a:gd name="csX20" fmla="*/ 200781 w 315271"/>
                <a:gd name="csY20" fmla="*/ 438277 h 575614"/>
                <a:gd name="csX21" fmla="*/ 142742 w 315271"/>
                <a:gd name="csY21" fmla="*/ 441738 h 575614"/>
                <a:gd name="csX22" fmla="*/ 116567 w 315271"/>
                <a:gd name="csY22" fmla="*/ 454501 h 575614"/>
                <a:gd name="csX23" fmla="*/ 121653 w 315271"/>
                <a:gd name="csY23" fmla="*/ 470395 h 575614"/>
                <a:gd name="csX24" fmla="*/ 134550 w 315271"/>
                <a:gd name="csY24" fmla="*/ 474612 h 575614"/>
                <a:gd name="csX25" fmla="*/ 136074 w 315271"/>
                <a:gd name="csY25" fmla="*/ 486943 h 575614"/>
                <a:gd name="csX26" fmla="*/ 124689 w 315271"/>
                <a:gd name="csY26" fmla="*/ 488671 h 575614"/>
                <a:gd name="csX27" fmla="*/ 118732 w 315271"/>
                <a:gd name="csY27" fmla="*/ 502730 h 575614"/>
                <a:gd name="csX28" fmla="*/ 109315 w 315271"/>
                <a:gd name="csY28" fmla="*/ 492239 h 575614"/>
                <a:gd name="csX29" fmla="*/ 85833 w 315271"/>
                <a:gd name="csY29" fmla="*/ 488671 h 575614"/>
                <a:gd name="csX30" fmla="*/ 79661 w 315271"/>
                <a:gd name="csY30" fmla="*/ 494189 h 575614"/>
                <a:gd name="csX31" fmla="*/ 46863 w 315271"/>
                <a:gd name="csY31" fmla="*/ 485426 h 575614"/>
                <a:gd name="csX32" fmla="*/ 28575 w 315271"/>
                <a:gd name="csY32" fmla="*/ 486296 h 575614"/>
                <a:gd name="csX33" fmla="*/ 21647 w 315271"/>
                <a:gd name="csY33" fmla="*/ 496780 h 575614"/>
                <a:gd name="csX34" fmla="*/ 2489 w 315271"/>
                <a:gd name="csY34" fmla="*/ 486073 h 575614"/>
                <a:gd name="csX35" fmla="*/ 0 w 315271"/>
                <a:gd name="csY35" fmla="*/ 506298 h 575614"/>
                <a:gd name="csX36" fmla="*/ 13526 w 315271"/>
                <a:gd name="csY36" fmla="*/ 514839 h 575614"/>
                <a:gd name="csX37" fmla="*/ 17532 w 315271"/>
                <a:gd name="csY37" fmla="*/ 528142 h 575614"/>
                <a:gd name="csX38" fmla="*/ 47187 w 315271"/>
                <a:gd name="csY38" fmla="*/ 553771 h 575614"/>
                <a:gd name="csX39" fmla="*/ 56820 w 315271"/>
                <a:gd name="csY39" fmla="*/ 554850 h 575614"/>
                <a:gd name="csX40" fmla="*/ 61690 w 315271"/>
                <a:gd name="csY40" fmla="*/ 568585 h 575614"/>
                <a:gd name="csX41" fmla="*/ 55632 w 315271"/>
                <a:gd name="csY41" fmla="*/ 575615 h 575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15271" h="575614">
                  <a:moveTo>
                    <a:pt x="152838" y="0"/>
                  </a:moveTo>
                  <a:lnTo>
                    <a:pt x="257740" y="7461"/>
                  </a:lnTo>
                  <a:lnTo>
                    <a:pt x="271139" y="1511"/>
                  </a:lnTo>
                  <a:lnTo>
                    <a:pt x="288855" y="16650"/>
                  </a:lnTo>
                  <a:lnTo>
                    <a:pt x="305238" y="70720"/>
                  </a:lnTo>
                  <a:lnTo>
                    <a:pt x="305238" y="96133"/>
                  </a:lnTo>
                  <a:lnTo>
                    <a:pt x="285426" y="105327"/>
                  </a:lnTo>
                  <a:lnTo>
                    <a:pt x="277108" y="121545"/>
                  </a:lnTo>
                  <a:lnTo>
                    <a:pt x="295396" y="130734"/>
                  </a:lnTo>
                  <a:lnTo>
                    <a:pt x="292856" y="162097"/>
                  </a:lnTo>
                  <a:lnTo>
                    <a:pt x="315271" y="212382"/>
                  </a:lnTo>
                  <a:lnTo>
                    <a:pt x="308985" y="223736"/>
                  </a:lnTo>
                  <a:lnTo>
                    <a:pt x="297111" y="221679"/>
                  </a:lnTo>
                  <a:lnTo>
                    <a:pt x="259963" y="267100"/>
                  </a:lnTo>
                  <a:lnTo>
                    <a:pt x="269170" y="294996"/>
                  </a:lnTo>
                  <a:lnTo>
                    <a:pt x="255454" y="291751"/>
                  </a:lnTo>
                  <a:lnTo>
                    <a:pt x="239516" y="326250"/>
                  </a:lnTo>
                  <a:lnTo>
                    <a:pt x="267011" y="350583"/>
                  </a:lnTo>
                  <a:lnTo>
                    <a:pt x="257296" y="362585"/>
                  </a:lnTo>
                  <a:lnTo>
                    <a:pt x="242881" y="361499"/>
                  </a:lnTo>
                  <a:lnTo>
                    <a:pt x="200781" y="438277"/>
                  </a:lnTo>
                  <a:lnTo>
                    <a:pt x="142742" y="441738"/>
                  </a:lnTo>
                  <a:lnTo>
                    <a:pt x="116567" y="454501"/>
                  </a:lnTo>
                  <a:lnTo>
                    <a:pt x="121653" y="470395"/>
                  </a:lnTo>
                  <a:lnTo>
                    <a:pt x="134550" y="474612"/>
                  </a:lnTo>
                  <a:lnTo>
                    <a:pt x="136074" y="486943"/>
                  </a:lnTo>
                  <a:lnTo>
                    <a:pt x="124689" y="488671"/>
                  </a:lnTo>
                  <a:lnTo>
                    <a:pt x="118732" y="502730"/>
                  </a:lnTo>
                  <a:lnTo>
                    <a:pt x="109315" y="492239"/>
                  </a:lnTo>
                  <a:lnTo>
                    <a:pt x="85833" y="488671"/>
                  </a:lnTo>
                  <a:lnTo>
                    <a:pt x="79661" y="494189"/>
                  </a:lnTo>
                  <a:lnTo>
                    <a:pt x="46863" y="485426"/>
                  </a:lnTo>
                  <a:lnTo>
                    <a:pt x="28575" y="486296"/>
                  </a:lnTo>
                  <a:lnTo>
                    <a:pt x="21647" y="496780"/>
                  </a:lnTo>
                  <a:lnTo>
                    <a:pt x="2489" y="486073"/>
                  </a:lnTo>
                  <a:lnTo>
                    <a:pt x="0" y="506298"/>
                  </a:lnTo>
                  <a:lnTo>
                    <a:pt x="13526" y="514839"/>
                  </a:lnTo>
                  <a:lnTo>
                    <a:pt x="17532" y="528142"/>
                  </a:lnTo>
                  <a:lnTo>
                    <a:pt x="47187" y="553771"/>
                  </a:lnTo>
                  <a:lnTo>
                    <a:pt x="56820" y="554850"/>
                  </a:lnTo>
                  <a:lnTo>
                    <a:pt x="61690" y="568585"/>
                  </a:lnTo>
                  <a:lnTo>
                    <a:pt x="55632" y="57561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C7AAE274-8939-3C69-4C1D-F6458720010D}"/>
                </a:ext>
              </a:extLst>
            </p:cNvPr>
            <p:cNvSpPr/>
            <p:nvPr/>
          </p:nvSpPr>
          <p:spPr>
            <a:xfrm>
              <a:off x="5518430" y="3108016"/>
              <a:ext cx="165744" cy="213977"/>
            </a:xfrm>
            <a:custGeom>
              <a:avLst/>
              <a:gdLst>
                <a:gd name="csX0" fmla="*/ 47517 w 191147"/>
                <a:gd name="csY0" fmla="*/ 0 h 246773"/>
                <a:gd name="csX1" fmla="*/ 70358 w 191147"/>
                <a:gd name="csY1" fmla="*/ 1842 h 246773"/>
                <a:gd name="csX2" fmla="*/ 75228 w 191147"/>
                <a:gd name="csY2" fmla="*/ 16980 h 246773"/>
                <a:gd name="csX3" fmla="*/ 101530 w 191147"/>
                <a:gd name="csY3" fmla="*/ 24333 h 246773"/>
                <a:gd name="csX4" fmla="*/ 93625 w 191147"/>
                <a:gd name="csY4" fmla="*/ 36227 h 246773"/>
                <a:gd name="csX5" fmla="*/ 110947 w 191147"/>
                <a:gd name="csY5" fmla="*/ 54070 h 246773"/>
                <a:gd name="csX6" fmla="*/ 122307 w 191147"/>
                <a:gd name="csY6" fmla="*/ 46393 h 246773"/>
                <a:gd name="csX7" fmla="*/ 121768 w 191147"/>
                <a:gd name="csY7" fmla="*/ 35147 h 246773"/>
                <a:gd name="csX8" fmla="*/ 153048 w 191147"/>
                <a:gd name="csY8" fmla="*/ 43256 h 246773"/>
                <a:gd name="csX9" fmla="*/ 147091 w 191147"/>
                <a:gd name="csY9" fmla="*/ 56121 h 246773"/>
                <a:gd name="csX10" fmla="*/ 180321 w 191147"/>
                <a:gd name="csY10" fmla="*/ 62179 h 246773"/>
                <a:gd name="csX11" fmla="*/ 191148 w 191147"/>
                <a:gd name="csY11" fmla="*/ 83160 h 246773"/>
                <a:gd name="csX12" fmla="*/ 166364 w 191147"/>
                <a:gd name="csY12" fmla="*/ 95593 h 246773"/>
                <a:gd name="csX13" fmla="*/ 156947 w 191147"/>
                <a:gd name="csY13" fmla="*/ 114516 h 246773"/>
                <a:gd name="csX14" fmla="*/ 128264 w 191147"/>
                <a:gd name="csY14" fmla="*/ 117761 h 246773"/>
                <a:gd name="csX15" fmla="*/ 116897 w 191147"/>
                <a:gd name="csY15" fmla="*/ 144259 h 246773"/>
                <a:gd name="csX16" fmla="*/ 128696 w 191147"/>
                <a:gd name="csY16" fmla="*/ 162097 h 246773"/>
                <a:gd name="csX17" fmla="*/ 124797 w 191147"/>
                <a:gd name="csY17" fmla="*/ 179940 h 246773"/>
                <a:gd name="csX18" fmla="*/ 105963 w 191147"/>
                <a:gd name="csY18" fmla="*/ 174860 h 246773"/>
                <a:gd name="csX19" fmla="*/ 100444 w 191147"/>
                <a:gd name="csY19" fmla="*/ 186214 h 246773"/>
                <a:gd name="csX20" fmla="*/ 109430 w 191147"/>
                <a:gd name="csY20" fmla="*/ 199517 h 246773"/>
                <a:gd name="csX21" fmla="*/ 104991 w 191147"/>
                <a:gd name="csY21" fmla="*/ 214763 h 246773"/>
                <a:gd name="csX22" fmla="*/ 78905 w 191147"/>
                <a:gd name="csY22" fmla="*/ 220815 h 246773"/>
                <a:gd name="csX23" fmla="*/ 78041 w 191147"/>
                <a:gd name="csY23" fmla="*/ 233363 h 246773"/>
                <a:gd name="csX24" fmla="*/ 45244 w 191147"/>
                <a:gd name="csY24" fmla="*/ 234766 h 246773"/>
                <a:gd name="csX25" fmla="*/ 32690 w 191147"/>
                <a:gd name="csY25" fmla="*/ 246774 h 246773"/>
                <a:gd name="csX26" fmla="*/ 0 w 191147"/>
                <a:gd name="csY26" fmla="*/ 239960 h 246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91147" h="246773">
                  <a:moveTo>
                    <a:pt x="47517" y="0"/>
                  </a:moveTo>
                  <a:lnTo>
                    <a:pt x="70358" y="1842"/>
                  </a:lnTo>
                  <a:lnTo>
                    <a:pt x="75228" y="16980"/>
                  </a:lnTo>
                  <a:lnTo>
                    <a:pt x="101530" y="24333"/>
                  </a:lnTo>
                  <a:lnTo>
                    <a:pt x="93625" y="36227"/>
                  </a:lnTo>
                  <a:lnTo>
                    <a:pt x="110947" y="54070"/>
                  </a:lnTo>
                  <a:lnTo>
                    <a:pt x="122307" y="46393"/>
                  </a:lnTo>
                  <a:lnTo>
                    <a:pt x="121768" y="35147"/>
                  </a:lnTo>
                  <a:lnTo>
                    <a:pt x="153048" y="43256"/>
                  </a:lnTo>
                  <a:lnTo>
                    <a:pt x="147091" y="56121"/>
                  </a:lnTo>
                  <a:lnTo>
                    <a:pt x="180321" y="62179"/>
                  </a:lnTo>
                  <a:lnTo>
                    <a:pt x="191148" y="83160"/>
                  </a:lnTo>
                  <a:lnTo>
                    <a:pt x="166364" y="95593"/>
                  </a:lnTo>
                  <a:lnTo>
                    <a:pt x="156947" y="114516"/>
                  </a:lnTo>
                  <a:lnTo>
                    <a:pt x="128264" y="117761"/>
                  </a:lnTo>
                  <a:lnTo>
                    <a:pt x="116897" y="144259"/>
                  </a:lnTo>
                  <a:lnTo>
                    <a:pt x="128696" y="162097"/>
                  </a:lnTo>
                  <a:lnTo>
                    <a:pt x="124797" y="179940"/>
                  </a:lnTo>
                  <a:lnTo>
                    <a:pt x="105963" y="174860"/>
                  </a:lnTo>
                  <a:lnTo>
                    <a:pt x="100444" y="186214"/>
                  </a:lnTo>
                  <a:lnTo>
                    <a:pt x="109430" y="199517"/>
                  </a:lnTo>
                  <a:lnTo>
                    <a:pt x="104991" y="214763"/>
                  </a:lnTo>
                  <a:lnTo>
                    <a:pt x="78905" y="220815"/>
                  </a:lnTo>
                  <a:lnTo>
                    <a:pt x="78041" y="233363"/>
                  </a:lnTo>
                  <a:lnTo>
                    <a:pt x="45244" y="234766"/>
                  </a:lnTo>
                  <a:lnTo>
                    <a:pt x="32690" y="246774"/>
                  </a:lnTo>
                  <a:lnTo>
                    <a:pt x="0" y="2399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498FFF6C-3270-57C8-AA32-41C9FA44ABB4}"/>
                </a:ext>
              </a:extLst>
            </p:cNvPr>
            <p:cNvSpPr/>
            <p:nvPr/>
          </p:nvSpPr>
          <p:spPr>
            <a:xfrm>
              <a:off x="5318344" y="3255418"/>
              <a:ext cx="72074" cy="18467"/>
            </a:xfrm>
            <a:custGeom>
              <a:avLst/>
              <a:gdLst>
                <a:gd name="csX0" fmla="*/ 0 w 83121"/>
                <a:gd name="csY0" fmla="*/ 16326 h 21297"/>
                <a:gd name="csX1" fmla="*/ 34309 w 83121"/>
                <a:gd name="csY1" fmla="*/ 21298 h 21297"/>
                <a:gd name="csX2" fmla="*/ 31166 w 83121"/>
                <a:gd name="csY2" fmla="*/ 7137 h 21297"/>
                <a:gd name="csX3" fmla="*/ 37770 w 83121"/>
                <a:gd name="csY3" fmla="*/ 0 h 21297"/>
                <a:gd name="csX4" fmla="*/ 83121 w 83121"/>
                <a:gd name="csY4" fmla="*/ 10922 h 2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3121" h="21297">
                  <a:moveTo>
                    <a:pt x="0" y="16326"/>
                  </a:moveTo>
                  <a:lnTo>
                    <a:pt x="34309" y="21298"/>
                  </a:lnTo>
                  <a:lnTo>
                    <a:pt x="31166" y="7137"/>
                  </a:lnTo>
                  <a:lnTo>
                    <a:pt x="37770" y="0"/>
                  </a:lnTo>
                  <a:lnTo>
                    <a:pt x="83121" y="109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9ADA421A-3FAE-1CFC-0E28-F3C942153EE5}"/>
                </a:ext>
              </a:extLst>
            </p:cNvPr>
            <p:cNvSpPr/>
            <p:nvPr/>
          </p:nvSpPr>
          <p:spPr>
            <a:xfrm>
              <a:off x="5521617" y="3203095"/>
              <a:ext cx="102397" cy="20631"/>
            </a:xfrm>
            <a:custGeom>
              <a:avLst/>
              <a:gdLst>
                <a:gd name="csX0" fmla="*/ 0 w 118091"/>
                <a:gd name="csY0" fmla="*/ 13519 h 23793"/>
                <a:gd name="csX1" fmla="*/ 34963 w 118091"/>
                <a:gd name="csY1" fmla="*/ 23794 h 23793"/>
                <a:gd name="csX2" fmla="*/ 46761 w 118091"/>
                <a:gd name="csY2" fmla="*/ 0 h 23793"/>
                <a:gd name="csX3" fmla="*/ 118091 w 118091"/>
                <a:gd name="csY3" fmla="*/ 22168 h 2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091" h="23793">
                  <a:moveTo>
                    <a:pt x="0" y="13519"/>
                  </a:moveTo>
                  <a:lnTo>
                    <a:pt x="34963" y="23794"/>
                  </a:lnTo>
                  <a:lnTo>
                    <a:pt x="46761" y="0"/>
                  </a:lnTo>
                  <a:lnTo>
                    <a:pt x="118091" y="221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9AD52C75-856C-0605-EB3D-7F56BDB79794}"/>
                </a:ext>
              </a:extLst>
            </p:cNvPr>
            <p:cNvSpPr/>
            <p:nvPr/>
          </p:nvSpPr>
          <p:spPr>
            <a:xfrm>
              <a:off x="5684174" y="3177215"/>
              <a:ext cx="122208" cy="23533"/>
            </a:xfrm>
            <a:custGeom>
              <a:avLst/>
              <a:gdLst>
                <a:gd name="csX0" fmla="*/ 0 w 140938"/>
                <a:gd name="csY0" fmla="*/ 3353 h 27140"/>
                <a:gd name="csX1" fmla="*/ 13430 w 140938"/>
                <a:gd name="csY1" fmla="*/ 13627 h 27140"/>
                <a:gd name="csX2" fmla="*/ 24162 w 140938"/>
                <a:gd name="csY2" fmla="*/ 0 h 27140"/>
                <a:gd name="csX3" fmla="*/ 39402 w 140938"/>
                <a:gd name="csY3" fmla="*/ 7569 h 27140"/>
                <a:gd name="csX4" fmla="*/ 38830 w 140938"/>
                <a:gd name="csY4" fmla="*/ 20003 h 27140"/>
                <a:gd name="csX5" fmla="*/ 53880 w 140938"/>
                <a:gd name="csY5" fmla="*/ 21088 h 27140"/>
                <a:gd name="csX6" fmla="*/ 61055 w 140938"/>
                <a:gd name="csY6" fmla="*/ 11678 h 27140"/>
                <a:gd name="csX7" fmla="*/ 91155 w 140938"/>
                <a:gd name="csY7" fmla="*/ 8001 h 27140"/>
                <a:gd name="csX8" fmla="*/ 117634 w 140938"/>
                <a:gd name="csY8" fmla="*/ 12979 h 27140"/>
                <a:gd name="csX9" fmla="*/ 122841 w 140938"/>
                <a:gd name="csY9" fmla="*/ 21088 h 27140"/>
                <a:gd name="csX10" fmla="*/ 140938 w 140938"/>
                <a:gd name="csY10" fmla="*/ 27140 h 27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0938" h="27140">
                  <a:moveTo>
                    <a:pt x="0" y="3353"/>
                  </a:moveTo>
                  <a:lnTo>
                    <a:pt x="13430" y="13627"/>
                  </a:lnTo>
                  <a:lnTo>
                    <a:pt x="24162" y="0"/>
                  </a:lnTo>
                  <a:lnTo>
                    <a:pt x="39402" y="7569"/>
                  </a:lnTo>
                  <a:lnTo>
                    <a:pt x="38830" y="20003"/>
                  </a:lnTo>
                  <a:lnTo>
                    <a:pt x="53880" y="21088"/>
                  </a:lnTo>
                  <a:lnTo>
                    <a:pt x="61055" y="11678"/>
                  </a:lnTo>
                  <a:lnTo>
                    <a:pt x="91155" y="8001"/>
                  </a:lnTo>
                  <a:lnTo>
                    <a:pt x="117634" y="12979"/>
                  </a:lnTo>
                  <a:lnTo>
                    <a:pt x="122841" y="21088"/>
                  </a:lnTo>
                  <a:lnTo>
                    <a:pt x="140938" y="271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91892568-70EE-1E52-E486-5691E397B58C}"/>
                </a:ext>
              </a:extLst>
            </p:cNvPr>
            <p:cNvSpPr/>
            <p:nvPr/>
          </p:nvSpPr>
          <p:spPr>
            <a:xfrm>
              <a:off x="5612749" y="3318145"/>
              <a:ext cx="73203" cy="29259"/>
            </a:xfrm>
            <a:custGeom>
              <a:avLst/>
              <a:gdLst>
                <a:gd name="csX0" fmla="*/ 0 w 84423"/>
                <a:gd name="csY0" fmla="*/ 0 h 33743"/>
                <a:gd name="csX1" fmla="*/ 24137 w 84423"/>
                <a:gd name="csY1" fmla="*/ 22384 h 33743"/>
                <a:gd name="csX2" fmla="*/ 39072 w 84423"/>
                <a:gd name="csY2" fmla="*/ 25629 h 33743"/>
                <a:gd name="csX3" fmla="*/ 45028 w 84423"/>
                <a:gd name="csY3" fmla="*/ 32658 h 33743"/>
                <a:gd name="csX4" fmla="*/ 67647 w 84423"/>
                <a:gd name="csY4" fmla="*/ 33744 h 33743"/>
                <a:gd name="csX5" fmla="*/ 73927 w 84423"/>
                <a:gd name="csY5" fmla="*/ 26060 h 33743"/>
                <a:gd name="csX6" fmla="*/ 84423 w 84423"/>
                <a:gd name="csY6" fmla="*/ 27362 h 33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423" h="33743">
                  <a:moveTo>
                    <a:pt x="0" y="0"/>
                  </a:moveTo>
                  <a:lnTo>
                    <a:pt x="24137" y="22384"/>
                  </a:lnTo>
                  <a:lnTo>
                    <a:pt x="39072" y="25629"/>
                  </a:lnTo>
                  <a:lnTo>
                    <a:pt x="45028" y="32658"/>
                  </a:lnTo>
                  <a:lnTo>
                    <a:pt x="67647" y="33744"/>
                  </a:lnTo>
                  <a:lnTo>
                    <a:pt x="73927" y="26060"/>
                  </a:lnTo>
                  <a:lnTo>
                    <a:pt x="84423" y="273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49B93350-9120-4FB1-FE1D-D2F4C09529AE}"/>
                </a:ext>
              </a:extLst>
            </p:cNvPr>
            <p:cNvSpPr/>
            <p:nvPr/>
          </p:nvSpPr>
          <p:spPr>
            <a:xfrm>
              <a:off x="5513171" y="3318145"/>
              <a:ext cx="99577" cy="40508"/>
            </a:xfrm>
            <a:custGeom>
              <a:avLst/>
              <a:gdLst>
                <a:gd name="csX0" fmla="*/ 114840 w 114839"/>
                <a:gd name="csY0" fmla="*/ 0 h 46716"/>
                <a:gd name="csX1" fmla="*/ 78258 w 114839"/>
                <a:gd name="csY1" fmla="*/ 17412 h 46716"/>
                <a:gd name="csX2" fmla="*/ 81826 w 114839"/>
                <a:gd name="csY2" fmla="*/ 28226 h 46716"/>
                <a:gd name="csX3" fmla="*/ 66136 w 114839"/>
                <a:gd name="csY3" fmla="*/ 33414 h 46716"/>
                <a:gd name="csX4" fmla="*/ 68840 w 114839"/>
                <a:gd name="csY4" fmla="*/ 46717 h 46716"/>
                <a:gd name="csX5" fmla="*/ 40589 w 114839"/>
                <a:gd name="csY5" fmla="*/ 36767 h 46716"/>
                <a:gd name="csX6" fmla="*/ 34639 w 114839"/>
                <a:gd name="csY6" fmla="*/ 44120 h 46716"/>
                <a:gd name="csX7" fmla="*/ 0 w 114839"/>
                <a:gd name="csY7" fmla="*/ 44228 h 46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839" h="46716">
                  <a:moveTo>
                    <a:pt x="114840" y="0"/>
                  </a:moveTo>
                  <a:lnTo>
                    <a:pt x="78258" y="17412"/>
                  </a:lnTo>
                  <a:lnTo>
                    <a:pt x="81826" y="28226"/>
                  </a:lnTo>
                  <a:lnTo>
                    <a:pt x="66136" y="33414"/>
                  </a:lnTo>
                  <a:lnTo>
                    <a:pt x="68840" y="46717"/>
                  </a:lnTo>
                  <a:lnTo>
                    <a:pt x="40589" y="36767"/>
                  </a:lnTo>
                  <a:lnTo>
                    <a:pt x="34639" y="44120"/>
                  </a:lnTo>
                  <a:lnTo>
                    <a:pt x="0" y="442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B40BA246-1D04-DABB-A60D-19AADDAB618C}"/>
                </a:ext>
              </a:extLst>
            </p:cNvPr>
            <p:cNvSpPr/>
            <p:nvPr/>
          </p:nvSpPr>
          <p:spPr>
            <a:xfrm>
              <a:off x="5434241" y="2061588"/>
              <a:ext cx="642599" cy="660489"/>
            </a:xfrm>
            <a:custGeom>
              <a:avLst/>
              <a:gdLst>
                <a:gd name="csX0" fmla="*/ 741089 w 741089"/>
                <a:gd name="csY0" fmla="*/ 14275 h 761720"/>
                <a:gd name="csX1" fmla="*/ 738359 w 741089"/>
                <a:gd name="csY1" fmla="*/ 44012 h 761720"/>
                <a:gd name="csX2" fmla="*/ 716960 w 741089"/>
                <a:gd name="csY2" fmla="*/ 42278 h 761720"/>
                <a:gd name="csX3" fmla="*/ 680891 w 741089"/>
                <a:gd name="csY3" fmla="*/ 86830 h 761720"/>
                <a:gd name="csX4" fmla="*/ 657841 w 741089"/>
                <a:gd name="csY4" fmla="*/ 72561 h 761720"/>
                <a:gd name="csX5" fmla="*/ 676700 w 741089"/>
                <a:gd name="csY5" fmla="*/ 42818 h 761720"/>
                <a:gd name="csX6" fmla="*/ 626154 w 741089"/>
                <a:gd name="csY6" fmla="*/ 0 h 761720"/>
                <a:gd name="csX7" fmla="*/ 601389 w 741089"/>
                <a:gd name="csY7" fmla="*/ 16650 h 761720"/>
                <a:gd name="csX8" fmla="*/ 567671 w 741089"/>
                <a:gd name="csY8" fmla="*/ 11894 h 761720"/>
                <a:gd name="csX9" fmla="*/ 549827 w 741089"/>
                <a:gd name="csY9" fmla="*/ 84455 h 761720"/>
                <a:gd name="csX10" fmla="*/ 520046 w 741089"/>
                <a:gd name="csY10" fmla="*/ 115379 h 761720"/>
                <a:gd name="csX11" fmla="*/ 483470 w 741089"/>
                <a:gd name="csY11" fmla="*/ 91592 h 761720"/>
                <a:gd name="csX12" fmla="*/ 464674 w 741089"/>
                <a:gd name="csY12" fmla="*/ 109436 h 761720"/>
                <a:gd name="csX13" fmla="*/ 423018 w 741089"/>
                <a:gd name="csY13" fmla="*/ 99917 h 761720"/>
                <a:gd name="csX14" fmla="*/ 389300 w 741089"/>
                <a:gd name="csY14" fmla="*/ 59474 h 761720"/>
                <a:gd name="csX15" fmla="*/ 340722 w 741089"/>
                <a:gd name="csY15" fmla="*/ 83261 h 761720"/>
                <a:gd name="csX16" fmla="*/ 331832 w 741089"/>
                <a:gd name="csY16" fmla="*/ 143929 h 761720"/>
                <a:gd name="csX17" fmla="*/ 277413 w 741089"/>
                <a:gd name="csY17" fmla="*/ 116573 h 761720"/>
                <a:gd name="csX18" fmla="*/ 259550 w 741089"/>
                <a:gd name="csY18" fmla="*/ 127273 h 761720"/>
                <a:gd name="csX19" fmla="*/ 263449 w 741089"/>
                <a:gd name="csY19" fmla="*/ 152254 h 761720"/>
                <a:gd name="csX20" fmla="*/ 251651 w 741089"/>
                <a:gd name="csY20" fmla="*/ 168910 h 761720"/>
                <a:gd name="csX21" fmla="*/ 229788 w 741089"/>
                <a:gd name="csY21" fmla="*/ 159391 h 761720"/>
                <a:gd name="csX22" fmla="*/ 190170 w 741089"/>
                <a:gd name="csY22" fmla="*/ 208166 h 761720"/>
                <a:gd name="csX23" fmla="*/ 197098 w 741089"/>
                <a:gd name="csY23" fmla="*/ 239306 h 761720"/>
                <a:gd name="csX24" fmla="*/ 163220 w 741089"/>
                <a:gd name="csY24" fmla="*/ 292297 h 761720"/>
                <a:gd name="csX25" fmla="*/ 127502 w 741089"/>
                <a:gd name="csY25" fmla="*/ 303543 h 761720"/>
                <a:gd name="csX26" fmla="*/ 126746 w 741089"/>
                <a:gd name="csY26" fmla="*/ 355448 h 761720"/>
                <a:gd name="csX27" fmla="*/ 94818 w 741089"/>
                <a:gd name="csY27" fmla="*/ 402488 h 761720"/>
                <a:gd name="csX28" fmla="*/ 112674 w 741089"/>
                <a:gd name="csY28" fmla="*/ 411461 h 761720"/>
                <a:gd name="csX29" fmla="*/ 111163 w 741089"/>
                <a:gd name="csY29" fmla="*/ 440658 h 761720"/>
                <a:gd name="csX30" fmla="*/ 65811 w 741089"/>
                <a:gd name="csY30" fmla="*/ 437413 h 761720"/>
                <a:gd name="csX31" fmla="*/ 30093 w 741089"/>
                <a:gd name="csY31" fmla="*/ 491700 h 761720"/>
                <a:gd name="csX32" fmla="*/ 40589 w 741089"/>
                <a:gd name="csY32" fmla="*/ 507054 h 761720"/>
                <a:gd name="csX33" fmla="*/ 44272 w 741089"/>
                <a:gd name="csY33" fmla="*/ 558203 h 761720"/>
                <a:gd name="csX34" fmla="*/ 36151 w 741089"/>
                <a:gd name="csY34" fmla="*/ 588156 h 761720"/>
                <a:gd name="csX35" fmla="*/ 63646 w 741089"/>
                <a:gd name="csY35" fmla="*/ 608381 h 761720"/>
                <a:gd name="csX36" fmla="*/ 56178 w 741089"/>
                <a:gd name="csY36" fmla="*/ 628707 h 761720"/>
                <a:gd name="csX37" fmla="*/ 40589 w 741089"/>
                <a:gd name="csY37" fmla="*/ 631088 h 761720"/>
                <a:gd name="csX38" fmla="*/ 56178 w 741089"/>
                <a:gd name="csY38" fmla="*/ 666776 h 761720"/>
                <a:gd name="csX39" fmla="*/ 47949 w 741089"/>
                <a:gd name="csY39" fmla="*/ 695217 h 761720"/>
                <a:gd name="csX40" fmla="*/ 23488 w 741089"/>
                <a:gd name="csY40" fmla="*/ 706895 h 761720"/>
                <a:gd name="csX41" fmla="*/ 28683 w 741089"/>
                <a:gd name="csY41" fmla="*/ 743013 h 761720"/>
                <a:gd name="csX42" fmla="*/ 0 w 741089"/>
                <a:gd name="csY42" fmla="*/ 761721 h 761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41089" h="761720">
                  <a:moveTo>
                    <a:pt x="741089" y="14275"/>
                  </a:moveTo>
                  <a:lnTo>
                    <a:pt x="738359" y="44012"/>
                  </a:lnTo>
                  <a:lnTo>
                    <a:pt x="716960" y="42278"/>
                  </a:lnTo>
                  <a:lnTo>
                    <a:pt x="680891" y="86830"/>
                  </a:lnTo>
                  <a:lnTo>
                    <a:pt x="657841" y="72561"/>
                  </a:lnTo>
                  <a:lnTo>
                    <a:pt x="676700" y="42818"/>
                  </a:lnTo>
                  <a:lnTo>
                    <a:pt x="626154" y="0"/>
                  </a:lnTo>
                  <a:lnTo>
                    <a:pt x="601389" y="16650"/>
                  </a:lnTo>
                  <a:lnTo>
                    <a:pt x="567671" y="11894"/>
                  </a:lnTo>
                  <a:lnTo>
                    <a:pt x="549827" y="84455"/>
                  </a:lnTo>
                  <a:lnTo>
                    <a:pt x="520046" y="115379"/>
                  </a:lnTo>
                  <a:lnTo>
                    <a:pt x="483470" y="91592"/>
                  </a:lnTo>
                  <a:lnTo>
                    <a:pt x="464674" y="109436"/>
                  </a:lnTo>
                  <a:lnTo>
                    <a:pt x="423018" y="99917"/>
                  </a:lnTo>
                  <a:lnTo>
                    <a:pt x="389300" y="59474"/>
                  </a:lnTo>
                  <a:lnTo>
                    <a:pt x="340722" y="83261"/>
                  </a:lnTo>
                  <a:lnTo>
                    <a:pt x="331832" y="143929"/>
                  </a:lnTo>
                  <a:lnTo>
                    <a:pt x="277413" y="116573"/>
                  </a:lnTo>
                  <a:lnTo>
                    <a:pt x="259550" y="127273"/>
                  </a:lnTo>
                  <a:lnTo>
                    <a:pt x="263449" y="152254"/>
                  </a:lnTo>
                  <a:lnTo>
                    <a:pt x="251651" y="168910"/>
                  </a:lnTo>
                  <a:lnTo>
                    <a:pt x="229788" y="159391"/>
                  </a:lnTo>
                  <a:lnTo>
                    <a:pt x="190170" y="208166"/>
                  </a:lnTo>
                  <a:lnTo>
                    <a:pt x="197098" y="239306"/>
                  </a:lnTo>
                  <a:lnTo>
                    <a:pt x="163220" y="292297"/>
                  </a:lnTo>
                  <a:lnTo>
                    <a:pt x="127502" y="303543"/>
                  </a:lnTo>
                  <a:lnTo>
                    <a:pt x="126746" y="355448"/>
                  </a:lnTo>
                  <a:lnTo>
                    <a:pt x="94818" y="402488"/>
                  </a:lnTo>
                  <a:lnTo>
                    <a:pt x="112674" y="411461"/>
                  </a:lnTo>
                  <a:lnTo>
                    <a:pt x="111163" y="440658"/>
                  </a:lnTo>
                  <a:lnTo>
                    <a:pt x="65811" y="437413"/>
                  </a:lnTo>
                  <a:lnTo>
                    <a:pt x="30093" y="491700"/>
                  </a:lnTo>
                  <a:lnTo>
                    <a:pt x="40589" y="507054"/>
                  </a:lnTo>
                  <a:lnTo>
                    <a:pt x="44272" y="558203"/>
                  </a:lnTo>
                  <a:lnTo>
                    <a:pt x="36151" y="588156"/>
                  </a:lnTo>
                  <a:lnTo>
                    <a:pt x="63646" y="608381"/>
                  </a:lnTo>
                  <a:lnTo>
                    <a:pt x="56178" y="628707"/>
                  </a:lnTo>
                  <a:lnTo>
                    <a:pt x="40589" y="631088"/>
                  </a:lnTo>
                  <a:lnTo>
                    <a:pt x="56178" y="666776"/>
                  </a:lnTo>
                  <a:lnTo>
                    <a:pt x="47949" y="695217"/>
                  </a:lnTo>
                  <a:lnTo>
                    <a:pt x="23488" y="706895"/>
                  </a:lnTo>
                  <a:lnTo>
                    <a:pt x="28683" y="743013"/>
                  </a:lnTo>
                  <a:lnTo>
                    <a:pt x="0" y="7617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F760DBDA-773F-16F8-C227-521330964ACB}"/>
                </a:ext>
              </a:extLst>
            </p:cNvPr>
            <p:cNvSpPr/>
            <p:nvPr/>
          </p:nvSpPr>
          <p:spPr>
            <a:xfrm>
              <a:off x="5981586" y="2130408"/>
              <a:ext cx="117113" cy="500713"/>
            </a:xfrm>
            <a:custGeom>
              <a:avLst/>
              <a:gdLst>
                <a:gd name="csX0" fmla="*/ 37782 w 135063"/>
                <a:gd name="csY0" fmla="*/ 0 h 577456"/>
                <a:gd name="csX1" fmla="*/ 20700 w 135063"/>
                <a:gd name="csY1" fmla="*/ 17520 h 577456"/>
                <a:gd name="csX2" fmla="*/ 30987 w 135063"/>
                <a:gd name="csY2" fmla="*/ 28658 h 577456"/>
                <a:gd name="csX3" fmla="*/ 18732 w 135063"/>
                <a:gd name="csY3" fmla="*/ 44882 h 577456"/>
                <a:gd name="csX4" fmla="*/ 28575 w 135063"/>
                <a:gd name="csY4" fmla="*/ 70510 h 577456"/>
                <a:gd name="csX5" fmla="*/ 54673 w 135063"/>
                <a:gd name="csY5" fmla="*/ 78727 h 577456"/>
                <a:gd name="csX6" fmla="*/ 60960 w 135063"/>
                <a:gd name="csY6" fmla="*/ 94729 h 577456"/>
                <a:gd name="csX7" fmla="*/ 77850 w 135063"/>
                <a:gd name="csY7" fmla="*/ 107277 h 577456"/>
                <a:gd name="csX8" fmla="*/ 72961 w 135063"/>
                <a:gd name="csY8" fmla="*/ 125876 h 577456"/>
                <a:gd name="csX9" fmla="*/ 41338 w 135063"/>
                <a:gd name="csY9" fmla="*/ 168478 h 577456"/>
                <a:gd name="csX10" fmla="*/ 83438 w 135063"/>
                <a:gd name="csY10" fmla="*/ 251098 h 577456"/>
                <a:gd name="csX11" fmla="*/ 63753 w 135063"/>
                <a:gd name="csY11" fmla="*/ 256502 h 577456"/>
                <a:gd name="csX12" fmla="*/ 69786 w 135063"/>
                <a:gd name="csY12" fmla="*/ 282893 h 577456"/>
                <a:gd name="csX13" fmla="*/ 59944 w 135063"/>
                <a:gd name="csY13" fmla="*/ 291217 h 577456"/>
                <a:gd name="csX14" fmla="*/ 64960 w 135063"/>
                <a:gd name="csY14" fmla="*/ 304298 h 577456"/>
                <a:gd name="csX15" fmla="*/ 80327 w 135063"/>
                <a:gd name="csY15" fmla="*/ 308083 h 577456"/>
                <a:gd name="csX16" fmla="*/ 85153 w 135063"/>
                <a:gd name="csY16" fmla="*/ 323875 h 577456"/>
                <a:gd name="csX17" fmla="*/ 75755 w 135063"/>
                <a:gd name="csY17" fmla="*/ 329279 h 577456"/>
                <a:gd name="csX18" fmla="*/ 81280 w 135063"/>
                <a:gd name="csY18" fmla="*/ 341719 h 577456"/>
                <a:gd name="csX19" fmla="*/ 94614 w 135063"/>
                <a:gd name="csY19" fmla="*/ 344964 h 577456"/>
                <a:gd name="csX20" fmla="*/ 101536 w 135063"/>
                <a:gd name="csY20" fmla="*/ 362801 h 577456"/>
                <a:gd name="csX21" fmla="*/ 76326 w 135063"/>
                <a:gd name="csY21" fmla="*/ 383350 h 577456"/>
                <a:gd name="csX22" fmla="*/ 135064 w 135063"/>
                <a:gd name="csY22" fmla="*/ 430174 h 577456"/>
                <a:gd name="csX23" fmla="*/ 122745 w 135063"/>
                <a:gd name="csY23" fmla="*/ 460127 h 577456"/>
                <a:gd name="csX24" fmla="*/ 58800 w 135063"/>
                <a:gd name="csY24" fmla="*/ 524142 h 577456"/>
                <a:gd name="csX25" fmla="*/ 0 w 135063"/>
                <a:gd name="csY25" fmla="*/ 577456 h 57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5063" h="577456">
                  <a:moveTo>
                    <a:pt x="37782" y="0"/>
                  </a:moveTo>
                  <a:lnTo>
                    <a:pt x="20700" y="17520"/>
                  </a:lnTo>
                  <a:lnTo>
                    <a:pt x="30987" y="28658"/>
                  </a:lnTo>
                  <a:lnTo>
                    <a:pt x="18732" y="44882"/>
                  </a:lnTo>
                  <a:lnTo>
                    <a:pt x="28575" y="70510"/>
                  </a:lnTo>
                  <a:lnTo>
                    <a:pt x="54673" y="78727"/>
                  </a:lnTo>
                  <a:lnTo>
                    <a:pt x="60960" y="94729"/>
                  </a:lnTo>
                  <a:lnTo>
                    <a:pt x="77850" y="107277"/>
                  </a:lnTo>
                  <a:lnTo>
                    <a:pt x="72961" y="125876"/>
                  </a:lnTo>
                  <a:lnTo>
                    <a:pt x="41338" y="168478"/>
                  </a:lnTo>
                  <a:lnTo>
                    <a:pt x="83438" y="251098"/>
                  </a:lnTo>
                  <a:lnTo>
                    <a:pt x="63753" y="256502"/>
                  </a:lnTo>
                  <a:lnTo>
                    <a:pt x="69786" y="282893"/>
                  </a:lnTo>
                  <a:lnTo>
                    <a:pt x="59944" y="291217"/>
                  </a:lnTo>
                  <a:lnTo>
                    <a:pt x="64960" y="304298"/>
                  </a:lnTo>
                  <a:lnTo>
                    <a:pt x="80327" y="308083"/>
                  </a:lnTo>
                  <a:lnTo>
                    <a:pt x="85153" y="323875"/>
                  </a:lnTo>
                  <a:lnTo>
                    <a:pt x="75755" y="329279"/>
                  </a:lnTo>
                  <a:lnTo>
                    <a:pt x="81280" y="341719"/>
                  </a:lnTo>
                  <a:lnTo>
                    <a:pt x="94614" y="344964"/>
                  </a:lnTo>
                  <a:lnTo>
                    <a:pt x="101536" y="362801"/>
                  </a:lnTo>
                  <a:lnTo>
                    <a:pt x="76326" y="383350"/>
                  </a:lnTo>
                  <a:lnTo>
                    <a:pt x="135064" y="430174"/>
                  </a:lnTo>
                  <a:lnTo>
                    <a:pt x="122745" y="460127"/>
                  </a:lnTo>
                  <a:lnTo>
                    <a:pt x="58800" y="524142"/>
                  </a:lnTo>
                  <a:lnTo>
                    <a:pt x="0" y="577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3B320EB2-97A1-8450-AFA3-B35B69839C4B}"/>
                </a:ext>
              </a:extLst>
            </p:cNvPr>
            <p:cNvSpPr/>
            <p:nvPr/>
          </p:nvSpPr>
          <p:spPr>
            <a:xfrm>
              <a:off x="5743007" y="2127127"/>
              <a:ext cx="114692" cy="209567"/>
            </a:xfrm>
            <a:custGeom>
              <a:avLst/>
              <a:gdLst>
                <a:gd name="csX0" fmla="*/ 0 w 132270"/>
                <a:gd name="csY0" fmla="*/ 0 h 241687"/>
                <a:gd name="csX1" fmla="*/ 54864 w 132270"/>
                <a:gd name="csY1" fmla="*/ 53746 h 241687"/>
                <a:gd name="csX2" fmla="*/ 94171 w 132270"/>
                <a:gd name="csY2" fmla="*/ 65424 h 241687"/>
                <a:gd name="csX3" fmla="*/ 112776 w 132270"/>
                <a:gd name="csY3" fmla="*/ 93326 h 241687"/>
                <a:gd name="csX4" fmla="*/ 105664 w 132270"/>
                <a:gd name="csY4" fmla="*/ 121006 h 241687"/>
                <a:gd name="csX5" fmla="*/ 120904 w 132270"/>
                <a:gd name="csY5" fmla="*/ 125120 h 241687"/>
                <a:gd name="csX6" fmla="*/ 120396 w 132270"/>
                <a:gd name="csY6" fmla="*/ 142418 h 241687"/>
                <a:gd name="csX7" fmla="*/ 109030 w 132270"/>
                <a:gd name="csY7" fmla="*/ 152584 h 241687"/>
                <a:gd name="csX8" fmla="*/ 125476 w 132270"/>
                <a:gd name="csY8" fmla="*/ 178861 h 241687"/>
                <a:gd name="csX9" fmla="*/ 122555 w 132270"/>
                <a:gd name="csY9" fmla="*/ 196380 h 241687"/>
                <a:gd name="csX10" fmla="*/ 112395 w 132270"/>
                <a:gd name="csY10" fmla="*/ 204597 h 241687"/>
                <a:gd name="csX11" fmla="*/ 115697 w 132270"/>
                <a:gd name="csY11" fmla="*/ 221253 h 241687"/>
                <a:gd name="csX12" fmla="*/ 132271 w 132270"/>
                <a:gd name="csY12" fmla="*/ 241687 h 241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2270" h="241687">
                  <a:moveTo>
                    <a:pt x="0" y="0"/>
                  </a:moveTo>
                  <a:lnTo>
                    <a:pt x="54864" y="53746"/>
                  </a:lnTo>
                  <a:lnTo>
                    <a:pt x="94171" y="65424"/>
                  </a:lnTo>
                  <a:lnTo>
                    <a:pt x="112776" y="93326"/>
                  </a:lnTo>
                  <a:lnTo>
                    <a:pt x="105664" y="121006"/>
                  </a:lnTo>
                  <a:lnTo>
                    <a:pt x="120904" y="125120"/>
                  </a:lnTo>
                  <a:lnTo>
                    <a:pt x="120396" y="142418"/>
                  </a:lnTo>
                  <a:lnTo>
                    <a:pt x="109030" y="152584"/>
                  </a:lnTo>
                  <a:lnTo>
                    <a:pt x="125476" y="178861"/>
                  </a:lnTo>
                  <a:lnTo>
                    <a:pt x="122555" y="196380"/>
                  </a:lnTo>
                  <a:lnTo>
                    <a:pt x="112395" y="204597"/>
                  </a:lnTo>
                  <a:lnTo>
                    <a:pt x="115697" y="221253"/>
                  </a:lnTo>
                  <a:lnTo>
                    <a:pt x="132271" y="24168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8FAA0908-B580-D6E8-E161-945FD3E7AF74}"/>
                </a:ext>
              </a:extLst>
            </p:cNvPr>
            <p:cNvSpPr/>
            <p:nvPr/>
          </p:nvSpPr>
          <p:spPr>
            <a:xfrm>
              <a:off x="5630022" y="3222410"/>
              <a:ext cx="162539" cy="39385"/>
            </a:xfrm>
            <a:custGeom>
              <a:avLst/>
              <a:gdLst>
                <a:gd name="csX0" fmla="*/ 0 w 187451"/>
                <a:gd name="csY0" fmla="*/ 30169 h 45421"/>
                <a:gd name="csX1" fmla="*/ 26949 w 187451"/>
                <a:gd name="csY1" fmla="*/ 45422 h 45421"/>
                <a:gd name="csX2" fmla="*/ 57905 w 187451"/>
                <a:gd name="csY2" fmla="*/ 43688 h 45421"/>
                <a:gd name="csX3" fmla="*/ 64617 w 187451"/>
                <a:gd name="csY3" fmla="*/ 29089 h 45421"/>
                <a:gd name="csX4" fmla="*/ 84645 w 187451"/>
                <a:gd name="csY4" fmla="*/ 27470 h 45421"/>
                <a:gd name="csX5" fmla="*/ 92456 w 187451"/>
                <a:gd name="csY5" fmla="*/ 18059 h 45421"/>
                <a:gd name="csX6" fmla="*/ 113982 w 187451"/>
                <a:gd name="csY6" fmla="*/ 22276 h 45421"/>
                <a:gd name="csX7" fmla="*/ 125793 w 187451"/>
                <a:gd name="csY7" fmla="*/ 3461 h 45421"/>
                <a:gd name="csX8" fmla="*/ 160718 w 187451"/>
                <a:gd name="csY8" fmla="*/ 0 h 45421"/>
                <a:gd name="csX9" fmla="*/ 172529 w 187451"/>
                <a:gd name="csY9" fmla="*/ 15030 h 45421"/>
                <a:gd name="csX10" fmla="*/ 187452 w 187451"/>
                <a:gd name="csY10" fmla="*/ 9519 h 45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7451" h="45421">
                  <a:moveTo>
                    <a:pt x="0" y="30169"/>
                  </a:moveTo>
                  <a:lnTo>
                    <a:pt x="26949" y="45422"/>
                  </a:lnTo>
                  <a:lnTo>
                    <a:pt x="57905" y="43688"/>
                  </a:lnTo>
                  <a:lnTo>
                    <a:pt x="64617" y="29089"/>
                  </a:lnTo>
                  <a:lnTo>
                    <a:pt x="84645" y="27470"/>
                  </a:lnTo>
                  <a:lnTo>
                    <a:pt x="92456" y="18059"/>
                  </a:lnTo>
                  <a:lnTo>
                    <a:pt x="113982" y="22276"/>
                  </a:lnTo>
                  <a:lnTo>
                    <a:pt x="125793" y="3461"/>
                  </a:lnTo>
                  <a:lnTo>
                    <a:pt x="160718" y="0"/>
                  </a:lnTo>
                  <a:lnTo>
                    <a:pt x="172529" y="15030"/>
                  </a:lnTo>
                  <a:lnTo>
                    <a:pt x="187452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B5E028FF-0184-5FA9-59C3-71F022415198}"/>
                </a:ext>
              </a:extLst>
            </p:cNvPr>
            <p:cNvSpPr/>
            <p:nvPr/>
          </p:nvSpPr>
          <p:spPr>
            <a:xfrm>
              <a:off x="5729296" y="3491240"/>
              <a:ext cx="253996" cy="93576"/>
            </a:xfrm>
            <a:custGeom>
              <a:avLst/>
              <a:gdLst>
                <a:gd name="csX0" fmla="*/ 292926 w 292925"/>
                <a:gd name="csY0" fmla="*/ 10382 h 107918"/>
                <a:gd name="csX1" fmla="*/ 274701 w 292925"/>
                <a:gd name="csY1" fmla="*/ 8433 h 107918"/>
                <a:gd name="csX2" fmla="*/ 264351 w 292925"/>
                <a:gd name="csY2" fmla="*/ 0 h 107918"/>
                <a:gd name="csX3" fmla="*/ 239205 w 292925"/>
                <a:gd name="csY3" fmla="*/ 6490 h 107918"/>
                <a:gd name="csX4" fmla="*/ 230759 w 292925"/>
                <a:gd name="csY4" fmla="*/ 18383 h 107918"/>
                <a:gd name="csX5" fmla="*/ 218440 w 292925"/>
                <a:gd name="csY5" fmla="*/ 16866 h 107918"/>
                <a:gd name="csX6" fmla="*/ 221932 w 292925"/>
                <a:gd name="csY6" fmla="*/ 34061 h 107918"/>
                <a:gd name="csX7" fmla="*/ 187579 w 292925"/>
                <a:gd name="csY7" fmla="*/ 36011 h 107918"/>
                <a:gd name="csX8" fmla="*/ 155575 w 292925"/>
                <a:gd name="csY8" fmla="*/ 23679 h 107918"/>
                <a:gd name="csX9" fmla="*/ 96584 w 292925"/>
                <a:gd name="csY9" fmla="*/ 34493 h 107918"/>
                <a:gd name="csX10" fmla="*/ 91567 w 292925"/>
                <a:gd name="csY10" fmla="*/ 43580 h 107918"/>
                <a:gd name="csX11" fmla="*/ 66167 w 292925"/>
                <a:gd name="csY11" fmla="*/ 44012 h 107918"/>
                <a:gd name="csX12" fmla="*/ 53086 w 292925"/>
                <a:gd name="csY12" fmla="*/ 54718 h 107918"/>
                <a:gd name="csX13" fmla="*/ 28702 w 292925"/>
                <a:gd name="csY13" fmla="*/ 56661 h 107918"/>
                <a:gd name="csX14" fmla="*/ 32576 w 292925"/>
                <a:gd name="csY14" fmla="*/ 68129 h 107918"/>
                <a:gd name="csX15" fmla="*/ 22987 w 292925"/>
                <a:gd name="csY15" fmla="*/ 72669 h 107918"/>
                <a:gd name="csX16" fmla="*/ 17971 w 292925"/>
                <a:gd name="csY16" fmla="*/ 89535 h 107918"/>
                <a:gd name="csX17" fmla="*/ 5652 w 292925"/>
                <a:gd name="csY17" fmla="*/ 92996 h 107918"/>
                <a:gd name="csX18" fmla="*/ 8255 w 292925"/>
                <a:gd name="csY18" fmla="*/ 101327 h 107918"/>
                <a:gd name="csX19" fmla="*/ 0 w 292925"/>
                <a:gd name="csY19" fmla="*/ 107918 h 107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2925" h="107918">
                  <a:moveTo>
                    <a:pt x="292926" y="10382"/>
                  </a:moveTo>
                  <a:lnTo>
                    <a:pt x="274701" y="8433"/>
                  </a:lnTo>
                  <a:lnTo>
                    <a:pt x="264351" y="0"/>
                  </a:lnTo>
                  <a:lnTo>
                    <a:pt x="239205" y="6490"/>
                  </a:lnTo>
                  <a:lnTo>
                    <a:pt x="230759" y="18383"/>
                  </a:lnTo>
                  <a:lnTo>
                    <a:pt x="218440" y="16866"/>
                  </a:lnTo>
                  <a:lnTo>
                    <a:pt x="221932" y="34061"/>
                  </a:lnTo>
                  <a:lnTo>
                    <a:pt x="187579" y="36011"/>
                  </a:lnTo>
                  <a:lnTo>
                    <a:pt x="155575" y="23679"/>
                  </a:lnTo>
                  <a:lnTo>
                    <a:pt x="96584" y="34493"/>
                  </a:lnTo>
                  <a:lnTo>
                    <a:pt x="91567" y="43580"/>
                  </a:lnTo>
                  <a:lnTo>
                    <a:pt x="66167" y="44012"/>
                  </a:lnTo>
                  <a:lnTo>
                    <a:pt x="53086" y="54718"/>
                  </a:lnTo>
                  <a:lnTo>
                    <a:pt x="28702" y="56661"/>
                  </a:lnTo>
                  <a:lnTo>
                    <a:pt x="32576" y="68129"/>
                  </a:lnTo>
                  <a:lnTo>
                    <a:pt x="22987" y="72669"/>
                  </a:lnTo>
                  <a:lnTo>
                    <a:pt x="17971" y="89535"/>
                  </a:lnTo>
                  <a:lnTo>
                    <a:pt x="5652" y="92996"/>
                  </a:lnTo>
                  <a:lnTo>
                    <a:pt x="8255" y="101327"/>
                  </a:lnTo>
                  <a:lnTo>
                    <a:pt x="0" y="1079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F8680A5F-2322-13FF-22AE-D5BEBF205D18}"/>
                </a:ext>
              </a:extLst>
            </p:cNvPr>
            <p:cNvSpPr/>
            <p:nvPr/>
          </p:nvSpPr>
          <p:spPr>
            <a:xfrm>
              <a:off x="5921128" y="3507180"/>
              <a:ext cx="19931" cy="36472"/>
            </a:xfrm>
            <a:custGeom>
              <a:avLst/>
              <a:gdLst>
                <a:gd name="csX0" fmla="*/ 9525 w 22986"/>
                <a:gd name="csY0" fmla="*/ 0 h 42062"/>
                <a:gd name="csX1" fmla="*/ 20828 w 22986"/>
                <a:gd name="csY1" fmla="*/ 2273 h 42062"/>
                <a:gd name="csX2" fmla="*/ 22987 w 22986"/>
                <a:gd name="csY2" fmla="*/ 17304 h 42062"/>
                <a:gd name="csX3" fmla="*/ 11176 w 22986"/>
                <a:gd name="csY3" fmla="*/ 21412 h 42062"/>
                <a:gd name="csX4" fmla="*/ 11494 w 22986"/>
                <a:gd name="csY4" fmla="*/ 29845 h 42062"/>
                <a:gd name="csX5" fmla="*/ 0 w 22986"/>
                <a:gd name="csY5" fmla="*/ 42063 h 42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986" h="42062">
                  <a:moveTo>
                    <a:pt x="9525" y="0"/>
                  </a:moveTo>
                  <a:lnTo>
                    <a:pt x="20828" y="2273"/>
                  </a:lnTo>
                  <a:lnTo>
                    <a:pt x="22987" y="17304"/>
                  </a:lnTo>
                  <a:lnTo>
                    <a:pt x="11176" y="21412"/>
                  </a:lnTo>
                  <a:lnTo>
                    <a:pt x="11494" y="29845"/>
                  </a:lnTo>
                  <a:lnTo>
                    <a:pt x="0" y="420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A2FD2DF0-0C22-4D31-8D29-9BFDA6B81450}"/>
                </a:ext>
              </a:extLst>
            </p:cNvPr>
            <p:cNvSpPr/>
            <p:nvPr/>
          </p:nvSpPr>
          <p:spPr>
            <a:xfrm>
              <a:off x="5865132" y="2764925"/>
              <a:ext cx="512396" cy="522000"/>
            </a:xfrm>
            <a:custGeom>
              <a:avLst/>
              <a:gdLst>
                <a:gd name="csX0" fmla="*/ 0 w 590930"/>
                <a:gd name="csY0" fmla="*/ 11678 h 602005"/>
                <a:gd name="csX1" fmla="*/ 32576 w 590930"/>
                <a:gd name="csY1" fmla="*/ 0 h 602005"/>
                <a:gd name="csX2" fmla="*/ 78677 w 590930"/>
                <a:gd name="csY2" fmla="*/ 32442 h 602005"/>
                <a:gd name="csX3" fmla="*/ 94234 w 590930"/>
                <a:gd name="csY3" fmla="*/ 24333 h 602005"/>
                <a:gd name="csX4" fmla="*/ 130619 w 590930"/>
                <a:gd name="csY4" fmla="*/ 46177 h 602005"/>
                <a:gd name="csX5" fmla="*/ 123127 w 590930"/>
                <a:gd name="csY5" fmla="*/ 70504 h 602005"/>
                <a:gd name="csX6" fmla="*/ 143192 w 590930"/>
                <a:gd name="csY6" fmla="*/ 95701 h 602005"/>
                <a:gd name="csX7" fmla="*/ 141477 w 590930"/>
                <a:gd name="csY7" fmla="*/ 112465 h 602005"/>
                <a:gd name="csX8" fmla="*/ 164719 w 590930"/>
                <a:gd name="csY8" fmla="*/ 124898 h 602005"/>
                <a:gd name="csX9" fmla="*/ 186499 w 590930"/>
                <a:gd name="csY9" fmla="*/ 121114 h 602005"/>
                <a:gd name="csX10" fmla="*/ 189420 w 590930"/>
                <a:gd name="csY10" fmla="*/ 137878 h 602005"/>
                <a:gd name="csX11" fmla="*/ 221107 w 590930"/>
                <a:gd name="csY11" fmla="*/ 129769 h 602005"/>
                <a:gd name="csX12" fmla="*/ 246443 w 590930"/>
                <a:gd name="csY12" fmla="*/ 146526 h 602005"/>
                <a:gd name="csX13" fmla="*/ 240474 w 590930"/>
                <a:gd name="csY13" fmla="*/ 162211 h 602005"/>
                <a:gd name="csX14" fmla="*/ 248920 w 590930"/>
                <a:gd name="csY14" fmla="*/ 173019 h 602005"/>
                <a:gd name="csX15" fmla="*/ 242760 w 590930"/>
                <a:gd name="csY15" fmla="*/ 186754 h 602005"/>
                <a:gd name="csX16" fmla="*/ 254635 w 590930"/>
                <a:gd name="csY16" fmla="*/ 196596 h 602005"/>
                <a:gd name="csX17" fmla="*/ 251206 w 590930"/>
                <a:gd name="csY17" fmla="*/ 207842 h 602005"/>
                <a:gd name="csX18" fmla="*/ 279908 w 590930"/>
                <a:gd name="csY18" fmla="*/ 231521 h 602005"/>
                <a:gd name="csX19" fmla="*/ 276098 w 590930"/>
                <a:gd name="csY19" fmla="*/ 246120 h 602005"/>
                <a:gd name="csX20" fmla="*/ 302958 w 590930"/>
                <a:gd name="csY20" fmla="*/ 250774 h 602005"/>
                <a:gd name="csX21" fmla="*/ 312547 w 590930"/>
                <a:gd name="csY21" fmla="*/ 272079 h 602005"/>
                <a:gd name="csX22" fmla="*/ 291655 w 590930"/>
                <a:gd name="csY22" fmla="*/ 286131 h 602005"/>
                <a:gd name="csX23" fmla="*/ 267017 w 590930"/>
                <a:gd name="csY23" fmla="*/ 277914 h 602005"/>
                <a:gd name="csX24" fmla="*/ 259016 w 590930"/>
                <a:gd name="csY24" fmla="*/ 288728 h 602005"/>
                <a:gd name="csX25" fmla="*/ 269684 w 590930"/>
                <a:gd name="csY25" fmla="*/ 302463 h 602005"/>
                <a:gd name="csX26" fmla="*/ 275336 w 590930"/>
                <a:gd name="csY26" fmla="*/ 339878 h 602005"/>
                <a:gd name="csX27" fmla="*/ 295465 w 590930"/>
                <a:gd name="csY27" fmla="*/ 341719 h 602005"/>
                <a:gd name="csX28" fmla="*/ 300355 w 590930"/>
                <a:gd name="csY28" fmla="*/ 328308 h 602005"/>
                <a:gd name="csX29" fmla="*/ 322199 w 590930"/>
                <a:gd name="csY29" fmla="*/ 331984 h 602005"/>
                <a:gd name="csX30" fmla="*/ 333375 w 590930"/>
                <a:gd name="csY30" fmla="*/ 324307 h 602005"/>
                <a:gd name="csX31" fmla="*/ 354902 w 590930"/>
                <a:gd name="csY31" fmla="*/ 326358 h 602005"/>
                <a:gd name="csX32" fmla="*/ 376427 w 590930"/>
                <a:gd name="csY32" fmla="*/ 359232 h 602005"/>
                <a:gd name="csX33" fmla="*/ 363791 w 590930"/>
                <a:gd name="csY33" fmla="*/ 364103 h 602005"/>
                <a:gd name="csX34" fmla="*/ 369253 w 590930"/>
                <a:gd name="csY34" fmla="*/ 387566 h 602005"/>
                <a:gd name="csX35" fmla="*/ 402717 w 590930"/>
                <a:gd name="csY35" fmla="*/ 389185 h 602005"/>
                <a:gd name="csX36" fmla="*/ 415417 w 590930"/>
                <a:gd name="csY36" fmla="*/ 412547 h 602005"/>
                <a:gd name="csX37" fmla="*/ 411035 w 590930"/>
                <a:gd name="csY37" fmla="*/ 422713 h 602005"/>
                <a:gd name="csX38" fmla="*/ 422656 w 590930"/>
                <a:gd name="csY38" fmla="*/ 437204 h 602005"/>
                <a:gd name="csX39" fmla="*/ 436690 w 590930"/>
                <a:gd name="csY39" fmla="*/ 430498 h 602005"/>
                <a:gd name="csX40" fmla="*/ 459359 w 590930"/>
                <a:gd name="csY40" fmla="*/ 442716 h 602005"/>
                <a:gd name="csX41" fmla="*/ 467233 w 590930"/>
                <a:gd name="csY41" fmla="*/ 435686 h 602005"/>
                <a:gd name="csX42" fmla="*/ 488124 w 590930"/>
                <a:gd name="csY42" fmla="*/ 430175 h 602005"/>
                <a:gd name="csX43" fmla="*/ 510730 w 590930"/>
                <a:gd name="csY43" fmla="*/ 457962 h 602005"/>
                <a:gd name="csX44" fmla="*/ 520827 w 590930"/>
                <a:gd name="csY44" fmla="*/ 449745 h 602005"/>
                <a:gd name="csX45" fmla="*/ 544322 w 590930"/>
                <a:gd name="csY45" fmla="*/ 462833 h 602005"/>
                <a:gd name="csX46" fmla="*/ 557213 w 590930"/>
                <a:gd name="csY46" fmla="*/ 462178 h 602005"/>
                <a:gd name="csX47" fmla="*/ 577088 w 590930"/>
                <a:gd name="csY47" fmla="*/ 476237 h 602005"/>
                <a:gd name="csX48" fmla="*/ 589661 w 590930"/>
                <a:gd name="csY48" fmla="*/ 475482 h 602005"/>
                <a:gd name="csX49" fmla="*/ 590931 w 590930"/>
                <a:gd name="csY49" fmla="*/ 494081 h 602005"/>
                <a:gd name="csX50" fmla="*/ 573850 w 590930"/>
                <a:gd name="csY50" fmla="*/ 504247 h 602005"/>
                <a:gd name="csX51" fmla="*/ 576770 w 590930"/>
                <a:gd name="csY51" fmla="*/ 510521 h 602005"/>
                <a:gd name="csX52" fmla="*/ 587057 w 590930"/>
                <a:gd name="csY52" fmla="*/ 514737 h 602005"/>
                <a:gd name="csX53" fmla="*/ 572579 w 590930"/>
                <a:gd name="csY53" fmla="*/ 528034 h 602005"/>
                <a:gd name="csX54" fmla="*/ 584454 w 590930"/>
                <a:gd name="csY54" fmla="*/ 546310 h 602005"/>
                <a:gd name="csX55" fmla="*/ 575818 w 590930"/>
                <a:gd name="csY55" fmla="*/ 567722 h 602005"/>
                <a:gd name="csX56" fmla="*/ 540703 w 590930"/>
                <a:gd name="csY56" fmla="*/ 567074 h 602005"/>
                <a:gd name="csX57" fmla="*/ 536511 w 590930"/>
                <a:gd name="csY57" fmla="*/ 577241 h 602005"/>
                <a:gd name="csX58" fmla="*/ 522033 w 590930"/>
                <a:gd name="csY58" fmla="*/ 580377 h 602005"/>
                <a:gd name="csX59" fmla="*/ 517589 w 590930"/>
                <a:gd name="csY59" fmla="*/ 602006 h 602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0930" h="602005">
                  <a:moveTo>
                    <a:pt x="0" y="11678"/>
                  </a:moveTo>
                  <a:lnTo>
                    <a:pt x="32576" y="0"/>
                  </a:lnTo>
                  <a:lnTo>
                    <a:pt x="78677" y="32442"/>
                  </a:lnTo>
                  <a:lnTo>
                    <a:pt x="94234" y="24333"/>
                  </a:lnTo>
                  <a:lnTo>
                    <a:pt x="130619" y="46177"/>
                  </a:lnTo>
                  <a:lnTo>
                    <a:pt x="123127" y="70504"/>
                  </a:lnTo>
                  <a:lnTo>
                    <a:pt x="143192" y="95701"/>
                  </a:lnTo>
                  <a:lnTo>
                    <a:pt x="141477" y="112465"/>
                  </a:lnTo>
                  <a:lnTo>
                    <a:pt x="164719" y="124898"/>
                  </a:lnTo>
                  <a:lnTo>
                    <a:pt x="186499" y="121114"/>
                  </a:lnTo>
                  <a:lnTo>
                    <a:pt x="189420" y="137878"/>
                  </a:lnTo>
                  <a:lnTo>
                    <a:pt x="221107" y="129769"/>
                  </a:lnTo>
                  <a:lnTo>
                    <a:pt x="246443" y="146526"/>
                  </a:lnTo>
                  <a:lnTo>
                    <a:pt x="240474" y="162211"/>
                  </a:lnTo>
                  <a:lnTo>
                    <a:pt x="248920" y="173019"/>
                  </a:lnTo>
                  <a:lnTo>
                    <a:pt x="242760" y="186754"/>
                  </a:lnTo>
                  <a:lnTo>
                    <a:pt x="254635" y="196596"/>
                  </a:lnTo>
                  <a:cubicBezTo>
                    <a:pt x="254635" y="196596"/>
                    <a:pt x="251206" y="206870"/>
                    <a:pt x="251206" y="207842"/>
                  </a:cubicBezTo>
                  <a:cubicBezTo>
                    <a:pt x="251206" y="208813"/>
                    <a:pt x="279908" y="231521"/>
                    <a:pt x="279908" y="231521"/>
                  </a:cubicBezTo>
                  <a:lnTo>
                    <a:pt x="276098" y="246120"/>
                  </a:lnTo>
                  <a:lnTo>
                    <a:pt x="302958" y="250774"/>
                  </a:lnTo>
                  <a:lnTo>
                    <a:pt x="312547" y="272079"/>
                  </a:lnTo>
                  <a:lnTo>
                    <a:pt x="291655" y="286131"/>
                  </a:lnTo>
                  <a:lnTo>
                    <a:pt x="267017" y="277914"/>
                  </a:lnTo>
                  <a:lnTo>
                    <a:pt x="259016" y="288728"/>
                  </a:lnTo>
                  <a:lnTo>
                    <a:pt x="269684" y="302463"/>
                  </a:lnTo>
                  <a:lnTo>
                    <a:pt x="275336" y="339878"/>
                  </a:lnTo>
                  <a:lnTo>
                    <a:pt x="295465" y="341719"/>
                  </a:lnTo>
                  <a:lnTo>
                    <a:pt x="300355" y="328308"/>
                  </a:lnTo>
                  <a:lnTo>
                    <a:pt x="322199" y="331984"/>
                  </a:lnTo>
                  <a:lnTo>
                    <a:pt x="333375" y="324307"/>
                  </a:lnTo>
                  <a:lnTo>
                    <a:pt x="354902" y="326358"/>
                  </a:lnTo>
                  <a:lnTo>
                    <a:pt x="376427" y="359232"/>
                  </a:lnTo>
                  <a:lnTo>
                    <a:pt x="363791" y="364103"/>
                  </a:lnTo>
                  <a:lnTo>
                    <a:pt x="369253" y="387566"/>
                  </a:lnTo>
                  <a:lnTo>
                    <a:pt x="402717" y="389185"/>
                  </a:lnTo>
                  <a:lnTo>
                    <a:pt x="415417" y="412547"/>
                  </a:lnTo>
                  <a:lnTo>
                    <a:pt x="411035" y="422713"/>
                  </a:lnTo>
                  <a:lnTo>
                    <a:pt x="422656" y="437204"/>
                  </a:lnTo>
                  <a:lnTo>
                    <a:pt x="436690" y="430498"/>
                  </a:lnTo>
                  <a:lnTo>
                    <a:pt x="459359" y="442716"/>
                  </a:lnTo>
                  <a:lnTo>
                    <a:pt x="467233" y="435686"/>
                  </a:lnTo>
                  <a:lnTo>
                    <a:pt x="488124" y="430175"/>
                  </a:lnTo>
                  <a:lnTo>
                    <a:pt x="510730" y="457962"/>
                  </a:lnTo>
                  <a:lnTo>
                    <a:pt x="520827" y="449745"/>
                  </a:lnTo>
                  <a:lnTo>
                    <a:pt x="544322" y="462833"/>
                  </a:lnTo>
                  <a:lnTo>
                    <a:pt x="557213" y="462178"/>
                  </a:lnTo>
                  <a:lnTo>
                    <a:pt x="577088" y="476237"/>
                  </a:lnTo>
                  <a:lnTo>
                    <a:pt x="589661" y="475482"/>
                  </a:lnTo>
                  <a:lnTo>
                    <a:pt x="590931" y="494081"/>
                  </a:lnTo>
                  <a:lnTo>
                    <a:pt x="573850" y="504247"/>
                  </a:lnTo>
                  <a:lnTo>
                    <a:pt x="576770" y="510521"/>
                  </a:lnTo>
                  <a:lnTo>
                    <a:pt x="587057" y="514737"/>
                  </a:lnTo>
                  <a:lnTo>
                    <a:pt x="572579" y="528034"/>
                  </a:lnTo>
                  <a:lnTo>
                    <a:pt x="584454" y="546310"/>
                  </a:lnTo>
                  <a:lnTo>
                    <a:pt x="575818" y="567722"/>
                  </a:lnTo>
                  <a:lnTo>
                    <a:pt x="540703" y="567074"/>
                  </a:lnTo>
                  <a:lnTo>
                    <a:pt x="536511" y="577241"/>
                  </a:lnTo>
                  <a:lnTo>
                    <a:pt x="522033" y="580377"/>
                  </a:lnTo>
                  <a:lnTo>
                    <a:pt x="517589" y="6020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4F90B09A-512E-FF92-1772-113B5F1C7232}"/>
                </a:ext>
              </a:extLst>
            </p:cNvPr>
            <p:cNvSpPr/>
            <p:nvPr/>
          </p:nvSpPr>
          <p:spPr>
            <a:xfrm>
              <a:off x="6374996" y="3430479"/>
              <a:ext cx="281361" cy="95921"/>
            </a:xfrm>
            <a:custGeom>
              <a:avLst/>
              <a:gdLst>
                <a:gd name="csX0" fmla="*/ 0 w 324484"/>
                <a:gd name="csY0" fmla="*/ 9512 h 110623"/>
                <a:gd name="csX1" fmla="*/ 8572 w 324484"/>
                <a:gd name="csY1" fmla="*/ 0 h 110623"/>
                <a:gd name="csX2" fmla="*/ 68834 w 324484"/>
                <a:gd name="csY2" fmla="*/ 20002 h 110623"/>
                <a:gd name="csX3" fmla="*/ 103695 w 324484"/>
                <a:gd name="csY3" fmla="*/ 18491 h 110623"/>
                <a:gd name="csX4" fmla="*/ 145415 w 324484"/>
                <a:gd name="csY4" fmla="*/ 47904 h 110623"/>
                <a:gd name="csX5" fmla="*/ 178054 w 324484"/>
                <a:gd name="csY5" fmla="*/ 39795 h 110623"/>
                <a:gd name="csX6" fmla="*/ 212916 w 324484"/>
                <a:gd name="csY6" fmla="*/ 51689 h 110623"/>
                <a:gd name="csX7" fmla="*/ 211518 w 324484"/>
                <a:gd name="csY7" fmla="*/ 65640 h 110623"/>
                <a:gd name="csX8" fmla="*/ 257493 w 324484"/>
                <a:gd name="csY8" fmla="*/ 84779 h 110623"/>
                <a:gd name="csX9" fmla="*/ 294767 w 324484"/>
                <a:gd name="csY9" fmla="*/ 110623 h 110623"/>
                <a:gd name="csX10" fmla="*/ 324485 w 324484"/>
                <a:gd name="csY10" fmla="*/ 84779 h 110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484" h="110623">
                  <a:moveTo>
                    <a:pt x="0" y="9512"/>
                  </a:moveTo>
                  <a:lnTo>
                    <a:pt x="8572" y="0"/>
                  </a:lnTo>
                  <a:lnTo>
                    <a:pt x="68834" y="20002"/>
                  </a:lnTo>
                  <a:lnTo>
                    <a:pt x="103695" y="18491"/>
                  </a:lnTo>
                  <a:lnTo>
                    <a:pt x="145415" y="47904"/>
                  </a:lnTo>
                  <a:lnTo>
                    <a:pt x="178054" y="39795"/>
                  </a:lnTo>
                  <a:lnTo>
                    <a:pt x="212916" y="51689"/>
                  </a:lnTo>
                  <a:lnTo>
                    <a:pt x="211518" y="65640"/>
                  </a:lnTo>
                  <a:lnTo>
                    <a:pt x="257493" y="84779"/>
                  </a:lnTo>
                  <a:lnTo>
                    <a:pt x="294767" y="110623"/>
                  </a:lnTo>
                  <a:lnTo>
                    <a:pt x="324485" y="847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4B5364EF-FFD1-D623-117F-1505B981D2C5}"/>
                </a:ext>
              </a:extLst>
            </p:cNvPr>
            <p:cNvSpPr/>
            <p:nvPr/>
          </p:nvSpPr>
          <p:spPr>
            <a:xfrm>
              <a:off x="5838813" y="2862444"/>
              <a:ext cx="149050" cy="114113"/>
            </a:xfrm>
            <a:custGeom>
              <a:avLst/>
              <a:gdLst>
                <a:gd name="csX0" fmla="*/ 171894 w 171894"/>
                <a:gd name="csY0" fmla="*/ 0 h 131603"/>
                <a:gd name="csX1" fmla="*/ 114236 w 171894"/>
                <a:gd name="csY1" fmla="*/ 26168 h 131603"/>
                <a:gd name="csX2" fmla="*/ 109792 w 171894"/>
                <a:gd name="csY2" fmla="*/ 44336 h 131603"/>
                <a:gd name="csX3" fmla="*/ 123063 w 171894"/>
                <a:gd name="csY3" fmla="*/ 51581 h 131603"/>
                <a:gd name="csX4" fmla="*/ 117221 w 171894"/>
                <a:gd name="csY4" fmla="*/ 69317 h 131603"/>
                <a:gd name="csX5" fmla="*/ 84455 w 171894"/>
                <a:gd name="csY5" fmla="*/ 76778 h 131603"/>
                <a:gd name="csX6" fmla="*/ 78042 w 171894"/>
                <a:gd name="csY6" fmla="*/ 99270 h 131603"/>
                <a:gd name="csX7" fmla="*/ 83820 w 171894"/>
                <a:gd name="csY7" fmla="*/ 116465 h 131603"/>
                <a:gd name="csX8" fmla="*/ 63436 w 171894"/>
                <a:gd name="csY8" fmla="*/ 125114 h 131603"/>
                <a:gd name="csX9" fmla="*/ 55118 w 171894"/>
                <a:gd name="csY9" fmla="*/ 116681 h 131603"/>
                <a:gd name="csX10" fmla="*/ 29781 w 171894"/>
                <a:gd name="csY10" fmla="*/ 131604 h 131603"/>
                <a:gd name="csX11" fmla="*/ 0 w 171894"/>
                <a:gd name="csY11" fmla="*/ 128035 h 131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894" h="131603">
                  <a:moveTo>
                    <a:pt x="171894" y="0"/>
                  </a:moveTo>
                  <a:lnTo>
                    <a:pt x="114236" y="26168"/>
                  </a:lnTo>
                  <a:lnTo>
                    <a:pt x="109792" y="44336"/>
                  </a:lnTo>
                  <a:lnTo>
                    <a:pt x="123063" y="51581"/>
                  </a:lnTo>
                  <a:lnTo>
                    <a:pt x="117221" y="69317"/>
                  </a:lnTo>
                  <a:lnTo>
                    <a:pt x="84455" y="76778"/>
                  </a:lnTo>
                  <a:lnTo>
                    <a:pt x="78042" y="99270"/>
                  </a:lnTo>
                  <a:lnTo>
                    <a:pt x="83820" y="116465"/>
                  </a:lnTo>
                  <a:lnTo>
                    <a:pt x="63436" y="125114"/>
                  </a:lnTo>
                  <a:lnTo>
                    <a:pt x="55118" y="116681"/>
                  </a:lnTo>
                  <a:lnTo>
                    <a:pt x="29781" y="131604"/>
                  </a:lnTo>
                  <a:lnTo>
                    <a:pt x="0" y="12803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B421B556-E2EC-0FDC-7122-F8C11A3D6217}"/>
                </a:ext>
              </a:extLst>
            </p:cNvPr>
            <p:cNvSpPr/>
            <p:nvPr/>
          </p:nvSpPr>
          <p:spPr>
            <a:xfrm>
              <a:off x="5765802" y="2906795"/>
              <a:ext cx="49830" cy="47445"/>
            </a:xfrm>
            <a:custGeom>
              <a:avLst/>
              <a:gdLst>
                <a:gd name="csX0" fmla="*/ 0 w 57467"/>
                <a:gd name="csY0" fmla="*/ 0 h 54717"/>
                <a:gd name="csX1" fmla="*/ 57467 w 57467"/>
                <a:gd name="csY1" fmla="*/ 16865 h 54717"/>
                <a:gd name="csX2" fmla="*/ 49085 w 57467"/>
                <a:gd name="csY2" fmla="*/ 54718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467" h="54717">
                  <a:moveTo>
                    <a:pt x="0" y="0"/>
                  </a:moveTo>
                  <a:lnTo>
                    <a:pt x="57467" y="16865"/>
                  </a:lnTo>
                  <a:lnTo>
                    <a:pt x="49085" y="547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B1689AF1-C22A-B513-BE8A-5705568B9238}"/>
                </a:ext>
              </a:extLst>
            </p:cNvPr>
            <p:cNvSpPr/>
            <p:nvPr/>
          </p:nvSpPr>
          <p:spPr>
            <a:xfrm>
              <a:off x="5758478" y="2847908"/>
              <a:ext cx="179389" cy="37226"/>
            </a:xfrm>
            <a:custGeom>
              <a:avLst/>
              <a:gdLst>
                <a:gd name="csX0" fmla="*/ 0 w 206883"/>
                <a:gd name="csY0" fmla="*/ 20549 h 42932"/>
                <a:gd name="csX1" fmla="*/ 35941 w 206883"/>
                <a:gd name="csY1" fmla="*/ 2381 h 42932"/>
                <a:gd name="csX2" fmla="*/ 122873 w 206883"/>
                <a:gd name="csY2" fmla="*/ 10490 h 42932"/>
                <a:gd name="csX3" fmla="*/ 142240 w 206883"/>
                <a:gd name="csY3" fmla="*/ 0 h 42932"/>
                <a:gd name="csX4" fmla="*/ 152654 w 206883"/>
                <a:gd name="csY4" fmla="*/ 14599 h 42932"/>
                <a:gd name="csX5" fmla="*/ 176466 w 206883"/>
                <a:gd name="csY5" fmla="*/ 18599 h 42932"/>
                <a:gd name="csX6" fmla="*/ 206883 w 206883"/>
                <a:gd name="csY6" fmla="*/ 42932 h 42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6883" h="42932">
                  <a:moveTo>
                    <a:pt x="0" y="20549"/>
                  </a:moveTo>
                  <a:lnTo>
                    <a:pt x="35941" y="2381"/>
                  </a:lnTo>
                  <a:lnTo>
                    <a:pt x="122873" y="10490"/>
                  </a:lnTo>
                  <a:lnTo>
                    <a:pt x="142240" y="0"/>
                  </a:lnTo>
                  <a:lnTo>
                    <a:pt x="152654" y="14599"/>
                  </a:lnTo>
                  <a:lnTo>
                    <a:pt x="176466" y="18599"/>
                  </a:lnTo>
                  <a:lnTo>
                    <a:pt x="206883" y="429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E18D22E1-D2D2-617C-50CD-2D72A91A0492}"/>
                </a:ext>
              </a:extLst>
            </p:cNvPr>
            <p:cNvSpPr/>
            <p:nvPr/>
          </p:nvSpPr>
          <p:spPr>
            <a:xfrm>
              <a:off x="5839418" y="3059071"/>
              <a:ext cx="264623" cy="42941"/>
            </a:xfrm>
            <a:custGeom>
              <a:avLst/>
              <a:gdLst>
                <a:gd name="csX0" fmla="*/ 305181 w 305181"/>
                <a:gd name="csY0" fmla="*/ 648 h 49523"/>
                <a:gd name="csX1" fmla="*/ 278384 w 305181"/>
                <a:gd name="csY1" fmla="*/ 0 h 49523"/>
                <a:gd name="csX2" fmla="*/ 262001 w 305181"/>
                <a:gd name="csY2" fmla="*/ 22492 h 49523"/>
                <a:gd name="csX3" fmla="*/ 267843 w 305181"/>
                <a:gd name="csY3" fmla="*/ 40875 h 49523"/>
                <a:gd name="csX4" fmla="*/ 248412 w 305181"/>
                <a:gd name="csY4" fmla="*/ 49524 h 49523"/>
                <a:gd name="csX5" fmla="*/ 238760 w 305181"/>
                <a:gd name="csY5" fmla="*/ 34817 h 49523"/>
                <a:gd name="csX6" fmla="*/ 212154 w 305181"/>
                <a:gd name="csY6" fmla="*/ 38926 h 49523"/>
                <a:gd name="csX7" fmla="*/ 205422 w 305181"/>
                <a:gd name="csY7" fmla="*/ 26816 h 49523"/>
                <a:gd name="csX8" fmla="*/ 150558 w 305181"/>
                <a:gd name="csY8" fmla="*/ 34169 h 49523"/>
                <a:gd name="csX9" fmla="*/ 129349 w 305181"/>
                <a:gd name="csY9" fmla="*/ 17843 h 49523"/>
                <a:gd name="csX10" fmla="*/ 32258 w 305181"/>
                <a:gd name="csY10" fmla="*/ 9944 h 49523"/>
                <a:gd name="csX11" fmla="*/ 19241 w 305181"/>
                <a:gd name="csY11" fmla="*/ 28873 h 49523"/>
                <a:gd name="csX12" fmla="*/ 0 w 305181"/>
                <a:gd name="csY12" fmla="*/ 27356 h 49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5181" h="49523">
                  <a:moveTo>
                    <a:pt x="305181" y="648"/>
                  </a:moveTo>
                  <a:lnTo>
                    <a:pt x="278384" y="0"/>
                  </a:lnTo>
                  <a:lnTo>
                    <a:pt x="262001" y="22492"/>
                  </a:lnTo>
                  <a:lnTo>
                    <a:pt x="267843" y="40875"/>
                  </a:lnTo>
                  <a:lnTo>
                    <a:pt x="248412" y="49524"/>
                  </a:lnTo>
                  <a:lnTo>
                    <a:pt x="238760" y="34817"/>
                  </a:lnTo>
                  <a:lnTo>
                    <a:pt x="212154" y="38926"/>
                  </a:lnTo>
                  <a:lnTo>
                    <a:pt x="205422" y="26816"/>
                  </a:lnTo>
                  <a:lnTo>
                    <a:pt x="150558" y="34169"/>
                  </a:lnTo>
                  <a:lnTo>
                    <a:pt x="129349" y="17843"/>
                  </a:lnTo>
                  <a:lnTo>
                    <a:pt x="32258" y="9944"/>
                  </a:lnTo>
                  <a:lnTo>
                    <a:pt x="19241" y="28873"/>
                  </a:lnTo>
                  <a:lnTo>
                    <a:pt x="0" y="273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D4B9EBE5-1A4C-B3CD-262D-C29457C0612C}"/>
                </a:ext>
              </a:extLst>
            </p:cNvPr>
            <p:cNvSpPr/>
            <p:nvPr/>
          </p:nvSpPr>
          <p:spPr>
            <a:xfrm>
              <a:off x="5816403" y="3228412"/>
              <a:ext cx="247113" cy="101549"/>
            </a:xfrm>
            <a:custGeom>
              <a:avLst/>
              <a:gdLst>
                <a:gd name="csX0" fmla="*/ 0 w 284987"/>
                <a:gd name="csY0" fmla="*/ 26930 h 117113"/>
                <a:gd name="csX1" fmla="*/ 63119 w 284987"/>
                <a:gd name="csY1" fmla="*/ 28118 h 117113"/>
                <a:gd name="csX2" fmla="*/ 79883 w 284987"/>
                <a:gd name="csY2" fmla="*/ 41631 h 117113"/>
                <a:gd name="csX3" fmla="*/ 94298 w 284987"/>
                <a:gd name="csY3" fmla="*/ 29197 h 117113"/>
                <a:gd name="csX4" fmla="*/ 125984 w 284987"/>
                <a:gd name="csY4" fmla="*/ 25952 h 117113"/>
                <a:gd name="csX5" fmla="*/ 142748 w 284987"/>
                <a:gd name="csY5" fmla="*/ 5410 h 117113"/>
                <a:gd name="csX6" fmla="*/ 177927 w 284987"/>
                <a:gd name="csY6" fmla="*/ 0 h 117113"/>
                <a:gd name="csX7" fmla="*/ 235013 w 284987"/>
                <a:gd name="csY7" fmla="*/ 28658 h 117113"/>
                <a:gd name="csX8" fmla="*/ 234442 w 284987"/>
                <a:gd name="csY8" fmla="*/ 51905 h 117113"/>
                <a:gd name="csX9" fmla="*/ 253746 w 284987"/>
                <a:gd name="csY9" fmla="*/ 62719 h 117113"/>
                <a:gd name="csX10" fmla="*/ 251206 w 284987"/>
                <a:gd name="csY10" fmla="*/ 81642 h 117113"/>
                <a:gd name="csX11" fmla="*/ 265621 w 284987"/>
                <a:gd name="csY11" fmla="*/ 88132 h 117113"/>
                <a:gd name="csX12" fmla="*/ 284988 w 284987"/>
                <a:gd name="csY12" fmla="*/ 117113 h 117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4987" h="117113">
                  <a:moveTo>
                    <a:pt x="0" y="26930"/>
                  </a:moveTo>
                  <a:lnTo>
                    <a:pt x="63119" y="28118"/>
                  </a:lnTo>
                  <a:lnTo>
                    <a:pt x="79883" y="41631"/>
                  </a:lnTo>
                  <a:lnTo>
                    <a:pt x="94298" y="29197"/>
                  </a:lnTo>
                  <a:lnTo>
                    <a:pt x="125984" y="25952"/>
                  </a:lnTo>
                  <a:lnTo>
                    <a:pt x="142748" y="5410"/>
                  </a:lnTo>
                  <a:lnTo>
                    <a:pt x="177927" y="0"/>
                  </a:lnTo>
                  <a:lnTo>
                    <a:pt x="235013" y="28658"/>
                  </a:lnTo>
                  <a:lnTo>
                    <a:pt x="234442" y="51905"/>
                  </a:lnTo>
                  <a:lnTo>
                    <a:pt x="253746" y="62719"/>
                  </a:lnTo>
                  <a:lnTo>
                    <a:pt x="251206" y="81642"/>
                  </a:lnTo>
                  <a:lnTo>
                    <a:pt x="265621" y="88132"/>
                  </a:lnTo>
                  <a:lnTo>
                    <a:pt x="284988" y="1171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A3E6956A-F083-3012-3727-2873D6478F35}"/>
                </a:ext>
              </a:extLst>
            </p:cNvPr>
            <p:cNvSpPr/>
            <p:nvPr/>
          </p:nvSpPr>
          <p:spPr>
            <a:xfrm>
              <a:off x="5940180" y="3233103"/>
              <a:ext cx="98558" cy="135769"/>
            </a:xfrm>
            <a:custGeom>
              <a:avLst/>
              <a:gdLst>
                <a:gd name="csX0" fmla="*/ 0 w 113664"/>
                <a:gd name="csY0" fmla="*/ 0 h 156578"/>
                <a:gd name="csX1" fmla="*/ 58229 w 113664"/>
                <a:gd name="csY1" fmla="*/ 94615 h 156578"/>
                <a:gd name="csX2" fmla="*/ 52006 w 113664"/>
                <a:gd name="csY2" fmla="*/ 142526 h 156578"/>
                <a:gd name="csX3" fmla="*/ 74485 w 113664"/>
                <a:gd name="csY3" fmla="*/ 156578 h 156578"/>
                <a:gd name="csX4" fmla="*/ 89408 w 113664"/>
                <a:gd name="csY4" fmla="*/ 145656 h 156578"/>
                <a:gd name="csX5" fmla="*/ 113664 w 113664"/>
                <a:gd name="csY5" fmla="*/ 155931 h 156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664" h="156578">
                  <a:moveTo>
                    <a:pt x="0" y="0"/>
                  </a:moveTo>
                  <a:lnTo>
                    <a:pt x="58229" y="94615"/>
                  </a:lnTo>
                  <a:lnTo>
                    <a:pt x="52006" y="142526"/>
                  </a:lnTo>
                  <a:lnTo>
                    <a:pt x="74485" y="156578"/>
                  </a:lnTo>
                  <a:lnTo>
                    <a:pt x="89408" y="145656"/>
                  </a:lnTo>
                  <a:lnTo>
                    <a:pt x="113664" y="1559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34BDF6F2-4B09-E888-E5B6-5AFD9A339F58}"/>
                </a:ext>
              </a:extLst>
            </p:cNvPr>
            <p:cNvSpPr/>
            <p:nvPr/>
          </p:nvSpPr>
          <p:spPr>
            <a:xfrm>
              <a:off x="5687830" y="3383689"/>
              <a:ext cx="66354" cy="156681"/>
            </a:xfrm>
            <a:custGeom>
              <a:avLst/>
              <a:gdLst>
                <a:gd name="csX0" fmla="*/ 0 w 76524"/>
                <a:gd name="csY0" fmla="*/ 0 h 180695"/>
                <a:gd name="csX1" fmla="*/ 16135 w 76524"/>
                <a:gd name="csY1" fmla="*/ 3677 h 180695"/>
                <a:gd name="csX2" fmla="*/ 8115 w 76524"/>
                <a:gd name="csY2" fmla="*/ 22923 h 180695"/>
                <a:gd name="csX3" fmla="*/ 23375 w 76524"/>
                <a:gd name="csY3" fmla="*/ 37090 h 180695"/>
                <a:gd name="csX4" fmla="*/ 23184 w 76524"/>
                <a:gd name="csY4" fmla="*/ 56559 h 180695"/>
                <a:gd name="csX5" fmla="*/ 16326 w 76524"/>
                <a:gd name="csY5" fmla="*/ 64452 h 180695"/>
                <a:gd name="csX6" fmla="*/ 52902 w 76524"/>
                <a:gd name="csY6" fmla="*/ 88348 h 180695"/>
                <a:gd name="csX7" fmla="*/ 42425 w 76524"/>
                <a:gd name="csY7" fmla="*/ 104134 h 180695"/>
                <a:gd name="csX8" fmla="*/ 63507 w 76524"/>
                <a:gd name="csY8" fmla="*/ 131712 h 180695"/>
                <a:gd name="csX9" fmla="*/ 59442 w 76524"/>
                <a:gd name="csY9" fmla="*/ 163506 h 180695"/>
                <a:gd name="csX10" fmla="*/ 76524 w 76524"/>
                <a:gd name="csY10" fmla="*/ 180696 h 180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524" h="180695">
                  <a:moveTo>
                    <a:pt x="0" y="0"/>
                  </a:moveTo>
                  <a:lnTo>
                    <a:pt x="16135" y="3677"/>
                  </a:lnTo>
                  <a:lnTo>
                    <a:pt x="8115" y="22923"/>
                  </a:lnTo>
                  <a:lnTo>
                    <a:pt x="23375" y="37090"/>
                  </a:lnTo>
                  <a:lnTo>
                    <a:pt x="23184" y="56559"/>
                  </a:lnTo>
                  <a:lnTo>
                    <a:pt x="16326" y="64452"/>
                  </a:lnTo>
                  <a:lnTo>
                    <a:pt x="52902" y="88348"/>
                  </a:lnTo>
                  <a:lnTo>
                    <a:pt x="42425" y="104134"/>
                  </a:lnTo>
                  <a:lnTo>
                    <a:pt x="63507" y="131712"/>
                  </a:lnTo>
                  <a:lnTo>
                    <a:pt x="59442" y="163506"/>
                  </a:lnTo>
                  <a:lnTo>
                    <a:pt x="76524" y="1806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3FAC7191-5120-885A-8EAF-DF0EFF7AAD05}"/>
                </a:ext>
              </a:extLst>
            </p:cNvPr>
            <p:cNvSpPr/>
            <p:nvPr/>
          </p:nvSpPr>
          <p:spPr>
            <a:xfrm>
              <a:off x="5674506" y="3432445"/>
              <a:ext cx="27481" cy="28879"/>
            </a:xfrm>
            <a:custGeom>
              <a:avLst/>
              <a:gdLst>
                <a:gd name="csX0" fmla="*/ 31693 w 31693"/>
                <a:gd name="csY0" fmla="*/ 8223 h 33305"/>
                <a:gd name="csX1" fmla="*/ 17964 w 31693"/>
                <a:gd name="csY1" fmla="*/ 0 h 33305"/>
                <a:gd name="csX2" fmla="*/ 0 w 31693"/>
                <a:gd name="csY2" fmla="*/ 3330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693" h="33305">
                  <a:moveTo>
                    <a:pt x="31693" y="8223"/>
                  </a:moveTo>
                  <a:lnTo>
                    <a:pt x="17964" y="0"/>
                  </a:lnTo>
                  <a:lnTo>
                    <a:pt x="0" y="333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1E4AA45A-4741-7F37-09FF-F754E7ECF8A9}"/>
                </a:ext>
              </a:extLst>
            </p:cNvPr>
            <p:cNvSpPr/>
            <p:nvPr/>
          </p:nvSpPr>
          <p:spPr>
            <a:xfrm>
              <a:off x="5700995" y="3471550"/>
              <a:ext cx="23621" cy="26908"/>
            </a:xfrm>
            <a:custGeom>
              <a:avLst/>
              <a:gdLst>
                <a:gd name="csX0" fmla="*/ 27242 w 27241"/>
                <a:gd name="csY0" fmla="*/ 2807 h 31032"/>
                <a:gd name="csX1" fmla="*/ 18034 w 27241"/>
                <a:gd name="csY1" fmla="*/ 8649 h 31032"/>
                <a:gd name="csX2" fmla="*/ 8827 w 27241"/>
                <a:gd name="csY2" fmla="*/ 0 h 31032"/>
                <a:gd name="csX3" fmla="*/ 0 w 27241"/>
                <a:gd name="csY3" fmla="*/ 31032 h 3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241" h="31032">
                  <a:moveTo>
                    <a:pt x="27242" y="2807"/>
                  </a:moveTo>
                  <a:lnTo>
                    <a:pt x="18034" y="8649"/>
                  </a:lnTo>
                  <a:lnTo>
                    <a:pt x="8827" y="0"/>
                  </a:lnTo>
                  <a:lnTo>
                    <a:pt x="0" y="310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A676568A-1C4E-33C8-20F2-B4739E01EB34}"/>
                </a:ext>
              </a:extLst>
            </p:cNvPr>
            <p:cNvSpPr/>
            <p:nvPr/>
          </p:nvSpPr>
          <p:spPr>
            <a:xfrm>
              <a:off x="5644377" y="3448672"/>
              <a:ext cx="30129" cy="27376"/>
            </a:xfrm>
            <a:custGeom>
              <a:avLst/>
              <a:gdLst>
                <a:gd name="csX0" fmla="*/ 0 w 34747"/>
                <a:gd name="csY0" fmla="*/ 8649 h 31572"/>
                <a:gd name="csX1" fmla="*/ 11906 w 34747"/>
                <a:gd name="csY1" fmla="*/ 0 h 31572"/>
                <a:gd name="csX2" fmla="*/ 34747 w 34747"/>
                <a:gd name="csY2" fmla="*/ 14599 h 31572"/>
                <a:gd name="csX3" fmla="*/ 33122 w 34747"/>
                <a:gd name="csY3" fmla="*/ 31572 h 31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747" h="31572">
                  <a:moveTo>
                    <a:pt x="0" y="8649"/>
                  </a:moveTo>
                  <a:lnTo>
                    <a:pt x="11906" y="0"/>
                  </a:lnTo>
                  <a:lnTo>
                    <a:pt x="34747" y="14599"/>
                  </a:lnTo>
                  <a:lnTo>
                    <a:pt x="33122" y="3157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CDB2E589-E384-CD18-F597-8037DA6F0F42}"/>
                </a:ext>
              </a:extLst>
            </p:cNvPr>
            <p:cNvSpPr/>
            <p:nvPr/>
          </p:nvSpPr>
          <p:spPr>
            <a:xfrm>
              <a:off x="5730839" y="3329492"/>
              <a:ext cx="89969" cy="190064"/>
            </a:xfrm>
            <a:custGeom>
              <a:avLst/>
              <a:gdLst>
                <a:gd name="csX0" fmla="*/ 0 w 103758"/>
                <a:gd name="csY0" fmla="*/ 0 h 219195"/>
                <a:gd name="csX1" fmla="*/ 20955 w 103758"/>
                <a:gd name="csY1" fmla="*/ 34925 h 219195"/>
                <a:gd name="csX2" fmla="*/ 45339 w 103758"/>
                <a:gd name="csY2" fmla="*/ 47257 h 219195"/>
                <a:gd name="csX3" fmla="*/ 44767 w 103758"/>
                <a:gd name="csY3" fmla="*/ 66828 h 219195"/>
                <a:gd name="csX4" fmla="*/ 63500 w 103758"/>
                <a:gd name="csY4" fmla="*/ 73533 h 219195"/>
                <a:gd name="csX5" fmla="*/ 74866 w 103758"/>
                <a:gd name="csY5" fmla="*/ 63690 h 219195"/>
                <a:gd name="csX6" fmla="*/ 93789 w 103758"/>
                <a:gd name="csY6" fmla="*/ 75698 h 219195"/>
                <a:gd name="csX7" fmla="*/ 85344 w 103758"/>
                <a:gd name="csY7" fmla="*/ 84995 h 219195"/>
                <a:gd name="csX8" fmla="*/ 95314 w 103758"/>
                <a:gd name="csY8" fmla="*/ 92456 h 219195"/>
                <a:gd name="csX9" fmla="*/ 78994 w 103758"/>
                <a:gd name="csY9" fmla="*/ 114084 h 219195"/>
                <a:gd name="csX10" fmla="*/ 103759 w 103758"/>
                <a:gd name="csY10" fmla="*/ 140576 h 219195"/>
                <a:gd name="csX11" fmla="*/ 84391 w 103758"/>
                <a:gd name="csY11" fmla="*/ 154851 h 219195"/>
                <a:gd name="csX12" fmla="*/ 80518 w 103758"/>
                <a:gd name="csY12" fmla="*/ 177883 h 219195"/>
                <a:gd name="csX13" fmla="*/ 101790 w 103758"/>
                <a:gd name="csY13" fmla="*/ 197568 h 219195"/>
                <a:gd name="csX14" fmla="*/ 103759 w 103758"/>
                <a:gd name="csY14" fmla="*/ 219196 h 219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3758" h="219195">
                  <a:moveTo>
                    <a:pt x="0" y="0"/>
                  </a:moveTo>
                  <a:lnTo>
                    <a:pt x="20955" y="34925"/>
                  </a:lnTo>
                  <a:lnTo>
                    <a:pt x="45339" y="47257"/>
                  </a:lnTo>
                  <a:lnTo>
                    <a:pt x="44767" y="66828"/>
                  </a:lnTo>
                  <a:lnTo>
                    <a:pt x="63500" y="73533"/>
                  </a:lnTo>
                  <a:lnTo>
                    <a:pt x="74866" y="63690"/>
                  </a:lnTo>
                  <a:lnTo>
                    <a:pt x="93789" y="75698"/>
                  </a:lnTo>
                  <a:lnTo>
                    <a:pt x="85344" y="84995"/>
                  </a:lnTo>
                  <a:lnTo>
                    <a:pt x="95314" y="92456"/>
                  </a:lnTo>
                  <a:lnTo>
                    <a:pt x="78994" y="114084"/>
                  </a:lnTo>
                  <a:lnTo>
                    <a:pt x="103759" y="140576"/>
                  </a:lnTo>
                  <a:lnTo>
                    <a:pt x="84391" y="154851"/>
                  </a:lnTo>
                  <a:lnTo>
                    <a:pt x="80518" y="177883"/>
                  </a:lnTo>
                  <a:lnTo>
                    <a:pt x="101790" y="197568"/>
                  </a:lnTo>
                  <a:lnTo>
                    <a:pt x="103759" y="2191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4E598C09-8D84-92E7-F821-C75CDF9CE05F}"/>
                </a:ext>
              </a:extLst>
            </p:cNvPr>
            <p:cNvSpPr/>
            <p:nvPr/>
          </p:nvSpPr>
          <p:spPr>
            <a:xfrm>
              <a:off x="5742897" y="3483740"/>
              <a:ext cx="57759" cy="14155"/>
            </a:xfrm>
            <a:custGeom>
              <a:avLst/>
              <a:gdLst>
                <a:gd name="csX0" fmla="*/ 0 w 66611"/>
                <a:gd name="csY0" fmla="*/ 16326 h 16325"/>
                <a:gd name="csX1" fmla="*/ 66611 w 66611"/>
                <a:gd name="csY1" fmla="*/ 0 h 16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6611" h="16325">
                  <a:moveTo>
                    <a:pt x="0" y="16326"/>
                  </a:moveTo>
                  <a:lnTo>
                    <a:pt x="666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5E3B8109-465C-8327-6157-3CE4F8992FBB}"/>
                </a:ext>
              </a:extLst>
            </p:cNvPr>
            <p:cNvSpPr/>
            <p:nvPr/>
          </p:nvSpPr>
          <p:spPr>
            <a:xfrm>
              <a:off x="5813485" y="3409661"/>
              <a:ext cx="189905" cy="22503"/>
            </a:xfrm>
            <a:custGeom>
              <a:avLst/>
              <a:gdLst>
                <a:gd name="csX0" fmla="*/ 0 w 219011"/>
                <a:gd name="csY0" fmla="*/ 0 h 25952"/>
                <a:gd name="csX1" fmla="*/ 16383 w 219011"/>
                <a:gd name="csY1" fmla="*/ 3893 h 25952"/>
                <a:gd name="csX2" fmla="*/ 9969 w 219011"/>
                <a:gd name="csY2" fmla="*/ 18167 h 25952"/>
                <a:gd name="csX3" fmla="*/ 108014 w 219011"/>
                <a:gd name="csY3" fmla="*/ 25952 h 25952"/>
                <a:gd name="csX4" fmla="*/ 126302 w 219011"/>
                <a:gd name="csY4" fmla="*/ 8763 h 25952"/>
                <a:gd name="csX5" fmla="*/ 167449 w 219011"/>
                <a:gd name="csY5" fmla="*/ 2381 h 25952"/>
                <a:gd name="csX6" fmla="*/ 191706 w 219011"/>
                <a:gd name="csY6" fmla="*/ 15678 h 25952"/>
                <a:gd name="csX7" fmla="*/ 219011 w 219011"/>
                <a:gd name="csY7" fmla="*/ 17628 h 2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011" h="25952">
                  <a:moveTo>
                    <a:pt x="0" y="0"/>
                  </a:moveTo>
                  <a:lnTo>
                    <a:pt x="16383" y="3893"/>
                  </a:lnTo>
                  <a:lnTo>
                    <a:pt x="9969" y="18167"/>
                  </a:lnTo>
                  <a:lnTo>
                    <a:pt x="108014" y="25952"/>
                  </a:lnTo>
                  <a:lnTo>
                    <a:pt x="126302" y="8763"/>
                  </a:lnTo>
                  <a:lnTo>
                    <a:pt x="167449" y="2381"/>
                  </a:lnTo>
                  <a:lnTo>
                    <a:pt x="191706" y="15678"/>
                  </a:lnTo>
                  <a:lnTo>
                    <a:pt x="219011" y="176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1B3B5FAF-BFA8-AE45-BE86-F30B16AF23C0}"/>
                </a:ext>
              </a:extLst>
            </p:cNvPr>
            <p:cNvSpPr/>
            <p:nvPr/>
          </p:nvSpPr>
          <p:spPr>
            <a:xfrm>
              <a:off x="5966830" y="2690758"/>
              <a:ext cx="15031" cy="85047"/>
            </a:xfrm>
            <a:custGeom>
              <a:avLst/>
              <a:gdLst>
                <a:gd name="csX0" fmla="*/ 16701 w 17335"/>
                <a:gd name="csY0" fmla="*/ 98082 h 98082"/>
                <a:gd name="csX1" fmla="*/ 0 w 17335"/>
                <a:gd name="csY1" fmla="*/ 73425 h 98082"/>
                <a:gd name="csX2" fmla="*/ 17335 w 17335"/>
                <a:gd name="csY2" fmla="*/ 0 h 98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335" h="98082">
                  <a:moveTo>
                    <a:pt x="16701" y="98082"/>
                  </a:moveTo>
                  <a:lnTo>
                    <a:pt x="0" y="73425"/>
                  </a:lnTo>
                  <a:lnTo>
                    <a:pt x="1733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68043041-333E-1280-749D-119416A923A7}"/>
                </a:ext>
              </a:extLst>
            </p:cNvPr>
            <p:cNvSpPr/>
            <p:nvPr/>
          </p:nvSpPr>
          <p:spPr>
            <a:xfrm>
              <a:off x="5963030" y="2775805"/>
              <a:ext cx="18280" cy="20064"/>
            </a:xfrm>
            <a:custGeom>
              <a:avLst/>
              <a:gdLst>
                <a:gd name="csX0" fmla="*/ 21082 w 21082"/>
                <a:gd name="csY0" fmla="*/ 0 h 23139"/>
                <a:gd name="csX1" fmla="*/ 0 w 21082"/>
                <a:gd name="csY1" fmla="*/ 23139 h 2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082" h="23139">
                  <a:moveTo>
                    <a:pt x="21082" y="0"/>
                  </a:moveTo>
                  <a:lnTo>
                    <a:pt x="0" y="23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3AD042E3-1B1B-444C-AF3C-CDB7B04649B1}"/>
                </a:ext>
              </a:extLst>
            </p:cNvPr>
            <p:cNvSpPr/>
            <p:nvPr/>
          </p:nvSpPr>
          <p:spPr>
            <a:xfrm>
              <a:off x="5733701" y="3451106"/>
              <a:ext cx="46031" cy="39853"/>
            </a:xfrm>
            <a:custGeom>
              <a:avLst/>
              <a:gdLst>
                <a:gd name="csX0" fmla="*/ 0 w 53086"/>
                <a:gd name="csY0" fmla="*/ 10598 h 45961"/>
                <a:gd name="csX1" fmla="*/ 19431 w 53086"/>
                <a:gd name="csY1" fmla="*/ 0 h 45961"/>
                <a:gd name="csX2" fmla="*/ 53086 w 53086"/>
                <a:gd name="csY2" fmla="*/ 23578 h 45961"/>
                <a:gd name="csX3" fmla="*/ 43879 w 53086"/>
                <a:gd name="csY3" fmla="*/ 45961 h 45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086" h="45961">
                  <a:moveTo>
                    <a:pt x="0" y="10598"/>
                  </a:moveTo>
                  <a:lnTo>
                    <a:pt x="19431" y="0"/>
                  </a:lnTo>
                  <a:lnTo>
                    <a:pt x="53086" y="23578"/>
                  </a:lnTo>
                  <a:lnTo>
                    <a:pt x="43879" y="4596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3E0581F5-2993-2E20-1E37-F8F7FA1C1EDA}"/>
                </a:ext>
              </a:extLst>
            </p:cNvPr>
            <p:cNvSpPr/>
            <p:nvPr/>
          </p:nvSpPr>
          <p:spPr>
            <a:xfrm>
              <a:off x="6584944" y="2897980"/>
              <a:ext cx="2867739" cy="478490"/>
            </a:xfrm>
            <a:custGeom>
              <a:avLst/>
              <a:gdLst>
                <a:gd name="csX0" fmla="*/ 3233356 w 3307270"/>
                <a:gd name="csY0" fmla="*/ 551828 h 551827"/>
                <a:gd name="csX1" fmla="*/ 3245041 w 3307270"/>
                <a:gd name="csY1" fmla="*/ 551828 h 551827"/>
                <a:gd name="csX2" fmla="*/ 3247962 w 3307270"/>
                <a:gd name="csY2" fmla="*/ 530092 h 551827"/>
                <a:gd name="csX3" fmla="*/ 3258376 w 3307270"/>
                <a:gd name="csY3" fmla="*/ 526091 h 551827"/>
                <a:gd name="csX4" fmla="*/ 3284411 w 3307270"/>
                <a:gd name="csY4" fmla="*/ 440442 h 551827"/>
                <a:gd name="csX5" fmla="*/ 3299269 w 3307270"/>
                <a:gd name="csY5" fmla="*/ 436010 h 551827"/>
                <a:gd name="csX6" fmla="*/ 3307270 w 3307270"/>
                <a:gd name="csY6" fmla="*/ 421735 h 551827"/>
                <a:gd name="csX7" fmla="*/ 3298825 w 3307270"/>
                <a:gd name="csY7" fmla="*/ 406813 h 551827"/>
                <a:gd name="csX8" fmla="*/ 3305239 w 3307270"/>
                <a:gd name="csY8" fmla="*/ 388538 h 551827"/>
                <a:gd name="csX9" fmla="*/ 3277616 w 3307270"/>
                <a:gd name="csY9" fmla="*/ 388106 h 551827"/>
                <a:gd name="csX10" fmla="*/ 3260217 w 3307270"/>
                <a:gd name="csY10" fmla="*/ 401517 h 551827"/>
                <a:gd name="csX11" fmla="*/ 3229356 w 3307270"/>
                <a:gd name="csY11" fmla="*/ 408007 h 551827"/>
                <a:gd name="csX12" fmla="*/ 3223387 w 3307270"/>
                <a:gd name="csY12" fmla="*/ 421412 h 551827"/>
                <a:gd name="csX13" fmla="*/ 3165792 w 3307270"/>
                <a:gd name="csY13" fmla="*/ 423361 h 551827"/>
                <a:gd name="csX14" fmla="*/ 3153283 w 3307270"/>
                <a:gd name="csY14" fmla="*/ 403892 h 551827"/>
                <a:gd name="csX15" fmla="*/ 3159125 w 3307270"/>
                <a:gd name="csY15" fmla="*/ 389293 h 551827"/>
                <a:gd name="csX16" fmla="*/ 3148838 w 3307270"/>
                <a:gd name="csY16" fmla="*/ 375996 h 551827"/>
                <a:gd name="csX17" fmla="*/ 3153601 w 3307270"/>
                <a:gd name="csY17" fmla="*/ 359772 h 551827"/>
                <a:gd name="csX18" fmla="*/ 3134931 w 3307270"/>
                <a:gd name="csY18" fmla="*/ 358585 h 551827"/>
                <a:gd name="csX19" fmla="*/ 3113850 w 3307270"/>
                <a:gd name="csY19" fmla="*/ 336201 h 551827"/>
                <a:gd name="csX20" fmla="*/ 3095689 w 3307270"/>
                <a:gd name="csY20" fmla="*/ 335877 h 551827"/>
                <a:gd name="csX21" fmla="*/ 3079623 w 3307270"/>
                <a:gd name="csY21" fmla="*/ 321278 h 551827"/>
                <a:gd name="csX22" fmla="*/ 3054731 w 3307270"/>
                <a:gd name="csY22" fmla="*/ 325926 h 551827"/>
                <a:gd name="csX23" fmla="*/ 3032442 w 3307270"/>
                <a:gd name="csY23" fmla="*/ 311868 h 551827"/>
                <a:gd name="csX24" fmla="*/ 3035300 w 3307270"/>
                <a:gd name="csY24" fmla="*/ 284296 h 551827"/>
                <a:gd name="csX25" fmla="*/ 2980944 w 3307270"/>
                <a:gd name="csY25" fmla="*/ 139713 h 551827"/>
                <a:gd name="csX26" fmla="*/ 2946717 w 3307270"/>
                <a:gd name="csY26" fmla="*/ 114954 h 551827"/>
                <a:gd name="csX27" fmla="*/ 2928430 w 3307270"/>
                <a:gd name="csY27" fmla="*/ 118193 h 551827"/>
                <a:gd name="csX28" fmla="*/ 2893568 w 3307270"/>
                <a:gd name="csY28" fmla="*/ 95701 h 551827"/>
                <a:gd name="csX29" fmla="*/ 2782189 w 3307270"/>
                <a:gd name="csY29" fmla="*/ 109004 h 551827"/>
                <a:gd name="csX30" fmla="*/ 2752979 w 3307270"/>
                <a:gd name="csY30" fmla="*/ 137662 h 551827"/>
                <a:gd name="csX31" fmla="*/ 2753551 w 3307270"/>
                <a:gd name="csY31" fmla="*/ 164910 h 551827"/>
                <a:gd name="csX32" fmla="*/ 2770886 w 3307270"/>
                <a:gd name="csY32" fmla="*/ 157880 h 551827"/>
                <a:gd name="csX33" fmla="*/ 2780284 w 3307270"/>
                <a:gd name="csY33" fmla="*/ 161125 h 551827"/>
                <a:gd name="csX34" fmla="*/ 2782189 w 3307270"/>
                <a:gd name="csY34" fmla="*/ 193567 h 551827"/>
                <a:gd name="csX35" fmla="*/ 2759519 w 3307270"/>
                <a:gd name="csY35" fmla="*/ 206547 h 551827"/>
                <a:gd name="csX36" fmla="*/ 2721801 w 3307270"/>
                <a:gd name="csY36" fmla="*/ 269049 h 551827"/>
                <a:gd name="csX37" fmla="*/ 2735263 w 3307270"/>
                <a:gd name="csY37" fmla="*/ 273914 h 551827"/>
                <a:gd name="csX38" fmla="*/ 2731770 w 3307270"/>
                <a:gd name="csY38" fmla="*/ 294570 h 551827"/>
                <a:gd name="csX39" fmla="*/ 2701480 w 3307270"/>
                <a:gd name="csY39" fmla="*/ 301593 h 551827"/>
                <a:gd name="csX40" fmla="*/ 2673794 w 3307270"/>
                <a:gd name="csY40" fmla="*/ 327006 h 551827"/>
                <a:gd name="csX41" fmla="*/ 2607437 w 3307270"/>
                <a:gd name="csY41" fmla="*/ 296297 h 551827"/>
                <a:gd name="csX42" fmla="*/ 2589530 w 3307270"/>
                <a:gd name="csY42" fmla="*/ 306464 h 551827"/>
                <a:gd name="csX43" fmla="*/ 2549525 w 3307270"/>
                <a:gd name="csY43" fmla="*/ 284296 h 551827"/>
                <a:gd name="csX44" fmla="*/ 2503868 w 3307270"/>
                <a:gd name="csY44" fmla="*/ 304406 h 551827"/>
                <a:gd name="csX45" fmla="*/ 2492502 w 3307270"/>
                <a:gd name="csY45" fmla="*/ 325926 h 551827"/>
                <a:gd name="csX46" fmla="*/ 2466150 w 3307270"/>
                <a:gd name="csY46" fmla="*/ 324307 h 551827"/>
                <a:gd name="csX47" fmla="*/ 2408238 w 3307270"/>
                <a:gd name="csY47" fmla="*/ 348526 h 551827"/>
                <a:gd name="csX48" fmla="*/ 2366137 w 3307270"/>
                <a:gd name="csY48" fmla="*/ 333172 h 551827"/>
                <a:gd name="csX49" fmla="*/ 2317559 w 3307270"/>
                <a:gd name="csY49" fmla="*/ 330251 h 551827"/>
                <a:gd name="csX50" fmla="*/ 2302637 w 3307270"/>
                <a:gd name="csY50" fmla="*/ 302895 h 551827"/>
                <a:gd name="csX51" fmla="*/ 2271903 w 3307270"/>
                <a:gd name="csY51" fmla="*/ 297593 h 551827"/>
                <a:gd name="csX52" fmla="*/ 2257806 w 3307270"/>
                <a:gd name="csY52" fmla="*/ 281267 h 551827"/>
                <a:gd name="csX53" fmla="*/ 2200974 w 3307270"/>
                <a:gd name="csY53" fmla="*/ 275965 h 551827"/>
                <a:gd name="csX54" fmla="*/ 2159191 w 3307270"/>
                <a:gd name="csY54" fmla="*/ 292837 h 551827"/>
                <a:gd name="csX55" fmla="*/ 2095373 w 3307270"/>
                <a:gd name="csY55" fmla="*/ 276511 h 551827"/>
                <a:gd name="csX56" fmla="*/ 2084006 w 3307270"/>
                <a:gd name="csY56" fmla="*/ 225038 h 551827"/>
                <a:gd name="csX57" fmla="*/ 1961705 w 3307270"/>
                <a:gd name="csY57" fmla="*/ 185026 h 551827"/>
                <a:gd name="csX58" fmla="*/ 1955737 w 3307270"/>
                <a:gd name="csY58" fmla="*/ 203625 h 551827"/>
                <a:gd name="csX59" fmla="*/ 1937893 w 3307270"/>
                <a:gd name="csY59" fmla="*/ 210223 h 551827"/>
                <a:gd name="csX60" fmla="*/ 1923352 w 3307270"/>
                <a:gd name="csY60" fmla="*/ 243421 h 551827"/>
                <a:gd name="csX61" fmla="*/ 1930844 w 3307270"/>
                <a:gd name="csY61" fmla="*/ 267208 h 551827"/>
                <a:gd name="csX62" fmla="*/ 1941258 w 3307270"/>
                <a:gd name="csY62" fmla="*/ 273806 h 551827"/>
                <a:gd name="csX63" fmla="*/ 1935290 w 3307270"/>
                <a:gd name="csY63" fmla="*/ 300730 h 551827"/>
                <a:gd name="csX64" fmla="*/ 1917764 w 3307270"/>
                <a:gd name="csY64" fmla="*/ 300730 h 551827"/>
                <a:gd name="csX65" fmla="*/ 1905953 w 3307270"/>
                <a:gd name="csY65" fmla="*/ 316738 h 551827"/>
                <a:gd name="csX66" fmla="*/ 1887347 w 3307270"/>
                <a:gd name="csY66" fmla="*/ 306248 h 551827"/>
                <a:gd name="csX67" fmla="*/ 1803527 w 3307270"/>
                <a:gd name="csY67" fmla="*/ 299218 h 551827"/>
                <a:gd name="csX68" fmla="*/ 1792732 w 3307270"/>
                <a:gd name="csY68" fmla="*/ 288620 h 551827"/>
                <a:gd name="csX69" fmla="*/ 1790255 w 3307270"/>
                <a:gd name="csY69" fmla="*/ 270021 h 551827"/>
                <a:gd name="csX70" fmla="*/ 1746821 w 3307270"/>
                <a:gd name="csY70" fmla="*/ 267208 h 551827"/>
                <a:gd name="csX71" fmla="*/ 1738185 w 3307270"/>
                <a:gd name="csY71" fmla="*/ 254667 h 551827"/>
                <a:gd name="csX72" fmla="*/ 1727327 w 3307270"/>
                <a:gd name="csY72" fmla="*/ 260071 h 551827"/>
                <a:gd name="csX73" fmla="*/ 1716342 w 3307270"/>
                <a:gd name="csY73" fmla="*/ 253689 h 551827"/>
                <a:gd name="csX74" fmla="*/ 1614043 w 3307270"/>
                <a:gd name="csY74" fmla="*/ 303219 h 551827"/>
                <a:gd name="csX75" fmla="*/ 1616075 w 3307270"/>
                <a:gd name="csY75" fmla="*/ 315328 h 551827"/>
                <a:gd name="csX76" fmla="*/ 1594358 w 3307270"/>
                <a:gd name="csY76" fmla="*/ 328847 h 551827"/>
                <a:gd name="csX77" fmla="*/ 1560893 w 3307270"/>
                <a:gd name="csY77" fmla="*/ 328416 h 551827"/>
                <a:gd name="csX78" fmla="*/ 1563497 w 3307270"/>
                <a:gd name="csY78" fmla="*/ 342043 h 551827"/>
                <a:gd name="csX79" fmla="*/ 1531430 w 3307270"/>
                <a:gd name="csY79" fmla="*/ 348526 h 551827"/>
                <a:gd name="csX80" fmla="*/ 1506220 w 3307270"/>
                <a:gd name="csY80" fmla="*/ 325603 h 551827"/>
                <a:gd name="csX81" fmla="*/ 1514221 w 3307270"/>
                <a:gd name="csY81" fmla="*/ 313925 h 551827"/>
                <a:gd name="csX82" fmla="*/ 1496251 w 3307270"/>
                <a:gd name="csY82" fmla="*/ 304838 h 551827"/>
                <a:gd name="csX83" fmla="*/ 1479042 w 3307270"/>
                <a:gd name="csY83" fmla="*/ 322034 h 551827"/>
                <a:gd name="csX84" fmla="*/ 1451166 w 3307270"/>
                <a:gd name="csY84" fmla="*/ 322466 h 551827"/>
                <a:gd name="csX85" fmla="*/ 1441259 w 3307270"/>
                <a:gd name="csY85" fmla="*/ 295110 h 551827"/>
                <a:gd name="csX86" fmla="*/ 1414653 w 3307270"/>
                <a:gd name="csY86" fmla="*/ 287649 h 551827"/>
                <a:gd name="csX87" fmla="*/ 1410144 w 3307270"/>
                <a:gd name="csY87" fmla="*/ 263639 h 551827"/>
                <a:gd name="csX88" fmla="*/ 1374966 w 3307270"/>
                <a:gd name="csY88" fmla="*/ 245040 h 551827"/>
                <a:gd name="csX89" fmla="*/ 1354836 w 3307270"/>
                <a:gd name="csY89" fmla="*/ 261150 h 551827"/>
                <a:gd name="csX90" fmla="*/ 1311529 w 3307270"/>
                <a:gd name="csY90" fmla="*/ 263639 h 551827"/>
                <a:gd name="csX91" fmla="*/ 1311529 w 3307270"/>
                <a:gd name="csY91" fmla="*/ 250774 h 551827"/>
                <a:gd name="csX92" fmla="*/ 1297115 w 3307270"/>
                <a:gd name="csY92" fmla="*/ 247098 h 551827"/>
                <a:gd name="csX93" fmla="*/ 1298639 w 3307270"/>
                <a:gd name="csY93" fmla="*/ 236283 h 551827"/>
                <a:gd name="csX94" fmla="*/ 1266698 w 3307270"/>
                <a:gd name="csY94" fmla="*/ 229686 h 551827"/>
                <a:gd name="csX95" fmla="*/ 1266698 w 3307270"/>
                <a:gd name="csY95" fmla="*/ 250450 h 551827"/>
                <a:gd name="csX96" fmla="*/ 1240092 w 3307270"/>
                <a:gd name="csY96" fmla="*/ 260718 h 551827"/>
                <a:gd name="csX97" fmla="*/ 1211390 w 3307270"/>
                <a:gd name="csY97" fmla="*/ 175939 h 551827"/>
                <a:gd name="csX98" fmla="*/ 1176528 w 3307270"/>
                <a:gd name="csY98" fmla="*/ 122631 h 551827"/>
                <a:gd name="csX99" fmla="*/ 1123061 w 3307270"/>
                <a:gd name="csY99" fmla="*/ 81534 h 551827"/>
                <a:gd name="csX100" fmla="*/ 1137158 w 3307270"/>
                <a:gd name="csY100" fmla="*/ 71482 h 551827"/>
                <a:gd name="csX101" fmla="*/ 1133919 w 3307270"/>
                <a:gd name="csY101" fmla="*/ 36227 h 551827"/>
                <a:gd name="csX102" fmla="*/ 1015619 w 3307270"/>
                <a:gd name="csY102" fmla="*/ 112465 h 551827"/>
                <a:gd name="csX103" fmla="*/ 994029 w 3307270"/>
                <a:gd name="csY103" fmla="*/ 106839 h 551827"/>
                <a:gd name="csX104" fmla="*/ 1019810 w 3307270"/>
                <a:gd name="csY104" fmla="*/ 72777 h 551827"/>
                <a:gd name="csX105" fmla="*/ 923480 w 3307270"/>
                <a:gd name="csY105" fmla="*/ 71914 h 551827"/>
                <a:gd name="csX106" fmla="*/ 912368 w 3307270"/>
                <a:gd name="csY106" fmla="*/ 8655 h 551827"/>
                <a:gd name="csX107" fmla="*/ 836549 w 3307270"/>
                <a:gd name="csY107" fmla="*/ 0 h 551827"/>
                <a:gd name="csX108" fmla="*/ 811975 w 3307270"/>
                <a:gd name="csY108" fmla="*/ 27362 h 551827"/>
                <a:gd name="csX109" fmla="*/ 612839 w 3307270"/>
                <a:gd name="csY109" fmla="*/ 66504 h 551827"/>
                <a:gd name="csX110" fmla="*/ 551688 w 3307270"/>
                <a:gd name="csY110" fmla="*/ 66504 h 551827"/>
                <a:gd name="csX111" fmla="*/ 551243 w 3307270"/>
                <a:gd name="csY111" fmla="*/ 101435 h 551827"/>
                <a:gd name="csX112" fmla="*/ 585343 w 3307270"/>
                <a:gd name="csY112" fmla="*/ 112789 h 551827"/>
                <a:gd name="csX113" fmla="*/ 585343 w 3307270"/>
                <a:gd name="csY113" fmla="*/ 145663 h 551827"/>
                <a:gd name="csX114" fmla="*/ 553403 w 3307270"/>
                <a:gd name="csY114" fmla="*/ 136792 h 551827"/>
                <a:gd name="csX115" fmla="*/ 536321 w 3307270"/>
                <a:gd name="csY115" fmla="*/ 153016 h 551827"/>
                <a:gd name="csX116" fmla="*/ 543814 w 3307270"/>
                <a:gd name="csY116" fmla="*/ 178105 h 551827"/>
                <a:gd name="csX117" fmla="*/ 518922 w 3307270"/>
                <a:gd name="csY117" fmla="*/ 201136 h 551827"/>
                <a:gd name="csX118" fmla="*/ 567309 w 3307270"/>
                <a:gd name="csY118" fmla="*/ 229254 h 551827"/>
                <a:gd name="csX119" fmla="*/ 556451 w 3307270"/>
                <a:gd name="csY119" fmla="*/ 258451 h 551827"/>
                <a:gd name="csX120" fmla="*/ 486410 w 3307270"/>
                <a:gd name="csY120" fmla="*/ 270561 h 551827"/>
                <a:gd name="csX121" fmla="*/ 447230 w 3307270"/>
                <a:gd name="csY121" fmla="*/ 241040 h 551827"/>
                <a:gd name="csX122" fmla="*/ 373443 w 3307270"/>
                <a:gd name="csY122" fmla="*/ 243313 h 551827"/>
                <a:gd name="csX123" fmla="*/ 346392 w 3307270"/>
                <a:gd name="csY123" fmla="*/ 270561 h 551827"/>
                <a:gd name="csX124" fmla="*/ 311658 w 3307270"/>
                <a:gd name="csY124" fmla="*/ 250450 h 551827"/>
                <a:gd name="csX125" fmla="*/ 306133 w 3307270"/>
                <a:gd name="csY125" fmla="*/ 272942 h 551827"/>
                <a:gd name="csX126" fmla="*/ 281432 w 3307270"/>
                <a:gd name="csY126" fmla="*/ 264287 h 551827"/>
                <a:gd name="csX127" fmla="*/ 280353 w 3307270"/>
                <a:gd name="csY127" fmla="*/ 241795 h 551827"/>
                <a:gd name="csX128" fmla="*/ 221488 w 3307270"/>
                <a:gd name="csY128" fmla="*/ 206654 h 551827"/>
                <a:gd name="csX129" fmla="*/ 161734 w 3307270"/>
                <a:gd name="csY129" fmla="*/ 207842 h 551827"/>
                <a:gd name="csX130" fmla="*/ 83566 w 3307270"/>
                <a:gd name="csY130" fmla="*/ 268180 h 551827"/>
                <a:gd name="csX131" fmla="*/ 87884 w 3307270"/>
                <a:gd name="csY131" fmla="*/ 300190 h 551827"/>
                <a:gd name="csX132" fmla="*/ 68326 w 3307270"/>
                <a:gd name="csY132" fmla="*/ 310896 h 551827"/>
                <a:gd name="csX133" fmla="*/ 40195 w 3307270"/>
                <a:gd name="csY133" fmla="*/ 275317 h 551827"/>
                <a:gd name="csX134" fmla="*/ 10858 w 3307270"/>
                <a:gd name="csY134" fmla="*/ 319221 h 551827"/>
                <a:gd name="csX135" fmla="*/ 18415 w 3307270"/>
                <a:gd name="csY135" fmla="*/ 346367 h 551827"/>
                <a:gd name="csX136" fmla="*/ 0 w 3307270"/>
                <a:gd name="csY136" fmla="*/ 379565 h 551827"/>
                <a:gd name="csX137" fmla="*/ 29337 w 3307270"/>
                <a:gd name="csY137" fmla="*/ 416331 h 551827"/>
                <a:gd name="csX138" fmla="*/ 57467 w 3307270"/>
                <a:gd name="csY138" fmla="*/ 416331 h 551827"/>
                <a:gd name="csX139" fmla="*/ 90742 w 3307270"/>
                <a:gd name="csY139" fmla="*/ 461639 h 551827"/>
                <a:gd name="csX140" fmla="*/ 72834 w 3307270"/>
                <a:gd name="csY140" fmla="*/ 474618 h 551827"/>
                <a:gd name="csX141" fmla="*/ 93726 w 3307270"/>
                <a:gd name="csY141" fmla="*/ 497002 h 551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3307270" h="551827">
                  <a:moveTo>
                    <a:pt x="3233356" y="551828"/>
                  </a:moveTo>
                  <a:lnTo>
                    <a:pt x="3245041" y="551828"/>
                  </a:lnTo>
                  <a:lnTo>
                    <a:pt x="3247962" y="530092"/>
                  </a:lnTo>
                  <a:lnTo>
                    <a:pt x="3258376" y="526091"/>
                  </a:lnTo>
                  <a:lnTo>
                    <a:pt x="3284411" y="440442"/>
                  </a:lnTo>
                  <a:lnTo>
                    <a:pt x="3299269" y="436010"/>
                  </a:lnTo>
                  <a:lnTo>
                    <a:pt x="3307270" y="421735"/>
                  </a:lnTo>
                  <a:lnTo>
                    <a:pt x="3298825" y="406813"/>
                  </a:lnTo>
                  <a:lnTo>
                    <a:pt x="3305239" y="388538"/>
                  </a:lnTo>
                  <a:lnTo>
                    <a:pt x="3277616" y="388106"/>
                  </a:lnTo>
                  <a:lnTo>
                    <a:pt x="3260217" y="401517"/>
                  </a:lnTo>
                  <a:lnTo>
                    <a:pt x="3229356" y="408007"/>
                  </a:lnTo>
                  <a:lnTo>
                    <a:pt x="3223387" y="421412"/>
                  </a:lnTo>
                  <a:lnTo>
                    <a:pt x="3165792" y="423361"/>
                  </a:lnTo>
                  <a:lnTo>
                    <a:pt x="3153283" y="403892"/>
                  </a:lnTo>
                  <a:lnTo>
                    <a:pt x="3159125" y="389293"/>
                  </a:lnTo>
                  <a:lnTo>
                    <a:pt x="3148838" y="375996"/>
                  </a:lnTo>
                  <a:lnTo>
                    <a:pt x="3153601" y="359772"/>
                  </a:lnTo>
                  <a:lnTo>
                    <a:pt x="3134931" y="358585"/>
                  </a:lnTo>
                  <a:lnTo>
                    <a:pt x="3113850" y="336201"/>
                  </a:lnTo>
                  <a:lnTo>
                    <a:pt x="3095689" y="335877"/>
                  </a:lnTo>
                  <a:lnTo>
                    <a:pt x="3079623" y="321278"/>
                  </a:lnTo>
                  <a:lnTo>
                    <a:pt x="3054731" y="325926"/>
                  </a:lnTo>
                  <a:lnTo>
                    <a:pt x="3032442" y="311868"/>
                  </a:lnTo>
                  <a:lnTo>
                    <a:pt x="3035300" y="284296"/>
                  </a:lnTo>
                  <a:lnTo>
                    <a:pt x="2980944" y="139713"/>
                  </a:lnTo>
                  <a:lnTo>
                    <a:pt x="2946717" y="114954"/>
                  </a:lnTo>
                  <a:lnTo>
                    <a:pt x="2928430" y="118193"/>
                  </a:lnTo>
                  <a:lnTo>
                    <a:pt x="2893568" y="95701"/>
                  </a:lnTo>
                  <a:lnTo>
                    <a:pt x="2782189" y="109004"/>
                  </a:lnTo>
                  <a:lnTo>
                    <a:pt x="2752979" y="137662"/>
                  </a:lnTo>
                  <a:lnTo>
                    <a:pt x="2753551" y="164910"/>
                  </a:lnTo>
                  <a:lnTo>
                    <a:pt x="2770886" y="157880"/>
                  </a:lnTo>
                  <a:lnTo>
                    <a:pt x="2780284" y="161125"/>
                  </a:lnTo>
                  <a:lnTo>
                    <a:pt x="2782189" y="193567"/>
                  </a:lnTo>
                  <a:lnTo>
                    <a:pt x="2759519" y="206547"/>
                  </a:lnTo>
                  <a:lnTo>
                    <a:pt x="2721801" y="269049"/>
                  </a:lnTo>
                  <a:lnTo>
                    <a:pt x="2735263" y="273914"/>
                  </a:lnTo>
                  <a:lnTo>
                    <a:pt x="2731770" y="294570"/>
                  </a:lnTo>
                  <a:lnTo>
                    <a:pt x="2701480" y="301593"/>
                  </a:lnTo>
                  <a:lnTo>
                    <a:pt x="2673794" y="327006"/>
                  </a:lnTo>
                  <a:lnTo>
                    <a:pt x="2607437" y="296297"/>
                  </a:lnTo>
                  <a:lnTo>
                    <a:pt x="2589530" y="306464"/>
                  </a:lnTo>
                  <a:lnTo>
                    <a:pt x="2549525" y="284296"/>
                  </a:lnTo>
                  <a:lnTo>
                    <a:pt x="2503868" y="304406"/>
                  </a:lnTo>
                  <a:lnTo>
                    <a:pt x="2492502" y="325926"/>
                  </a:lnTo>
                  <a:lnTo>
                    <a:pt x="2466150" y="324307"/>
                  </a:lnTo>
                  <a:lnTo>
                    <a:pt x="2408238" y="348526"/>
                  </a:lnTo>
                  <a:lnTo>
                    <a:pt x="2366137" y="333172"/>
                  </a:lnTo>
                  <a:lnTo>
                    <a:pt x="2317559" y="330251"/>
                  </a:lnTo>
                  <a:lnTo>
                    <a:pt x="2302637" y="302895"/>
                  </a:lnTo>
                  <a:lnTo>
                    <a:pt x="2271903" y="297593"/>
                  </a:lnTo>
                  <a:lnTo>
                    <a:pt x="2257806" y="281267"/>
                  </a:lnTo>
                  <a:lnTo>
                    <a:pt x="2200974" y="275965"/>
                  </a:lnTo>
                  <a:lnTo>
                    <a:pt x="2159191" y="292837"/>
                  </a:lnTo>
                  <a:lnTo>
                    <a:pt x="2095373" y="276511"/>
                  </a:lnTo>
                  <a:lnTo>
                    <a:pt x="2084006" y="225038"/>
                  </a:lnTo>
                  <a:lnTo>
                    <a:pt x="1961705" y="185026"/>
                  </a:lnTo>
                  <a:lnTo>
                    <a:pt x="1955737" y="203625"/>
                  </a:lnTo>
                  <a:lnTo>
                    <a:pt x="1937893" y="210223"/>
                  </a:lnTo>
                  <a:lnTo>
                    <a:pt x="1923352" y="243421"/>
                  </a:lnTo>
                  <a:lnTo>
                    <a:pt x="1930844" y="267208"/>
                  </a:lnTo>
                  <a:lnTo>
                    <a:pt x="1941258" y="273806"/>
                  </a:lnTo>
                  <a:lnTo>
                    <a:pt x="1935290" y="300730"/>
                  </a:lnTo>
                  <a:lnTo>
                    <a:pt x="1917764" y="300730"/>
                  </a:lnTo>
                  <a:lnTo>
                    <a:pt x="1905953" y="316738"/>
                  </a:lnTo>
                  <a:lnTo>
                    <a:pt x="1887347" y="306248"/>
                  </a:lnTo>
                  <a:lnTo>
                    <a:pt x="1803527" y="299218"/>
                  </a:lnTo>
                  <a:lnTo>
                    <a:pt x="1792732" y="288620"/>
                  </a:lnTo>
                  <a:lnTo>
                    <a:pt x="1790255" y="270021"/>
                  </a:lnTo>
                  <a:lnTo>
                    <a:pt x="1746821" y="267208"/>
                  </a:lnTo>
                  <a:lnTo>
                    <a:pt x="1738185" y="254667"/>
                  </a:lnTo>
                  <a:lnTo>
                    <a:pt x="1727327" y="260071"/>
                  </a:lnTo>
                  <a:lnTo>
                    <a:pt x="1716342" y="253689"/>
                  </a:lnTo>
                  <a:lnTo>
                    <a:pt x="1614043" y="303219"/>
                  </a:lnTo>
                  <a:lnTo>
                    <a:pt x="1616075" y="315328"/>
                  </a:lnTo>
                  <a:lnTo>
                    <a:pt x="1594358" y="328847"/>
                  </a:lnTo>
                  <a:lnTo>
                    <a:pt x="1560893" y="328416"/>
                  </a:lnTo>
                  <a:lnTo>
                    <a:pt x="1563497" y="342043"/>
                  </a:lnTo>
                  <a:lnTo>
                    <a:pt x="1531430" y="348526"/>
                  </a:lnTo>
                  <a:lnTo>
                    <a:pt x="1506220" y="325603"/>
                  </a:lnTo>
                  <a:lnTo>
                    <a:pt x="1514221" y="313925"/>
                  </a:lnTo>
                  <a:lnTo>
                    <a:pt x="1496251" y="304838"/>
                  </a:lnTo>
                  <a:lnTo>
                    <a:pt x="1479042" y="322034"/>
                  </a:lnTo>
                  <a:lnTo>
                    <a:pt x="1451166" y="322466"/>
                  </a:lnTo>
                  <a:lnTo>
                    <a:pt x="1441259" y="295110"/>
                  </a:lnTo>
                  <a:lnTo>
                    <a:pt x="1414653" y="287649"/>
                  </a:lnTo>
                  <a:lnTo>
                    <a:pt x="1410144" y="263639"/>
                  </a:lnTo>
                  <a:lnTo>
                    <a:pt x="1374966" y="245040"/>
                  </a:lnTo>
                  <a:lnTo>
                    <a:pt x="1354836" y="261150"/>
                  </a:lnTo>
                  <a:lnTo>
                    <a:pt x="1311529" y="263639"/>
                  </a:lnTo>
                  <a:lnTo>
                    <a:pt x="1311529" y="250774"/>
                  </a:lnTo>
                  <a:lnTo>
                    <a:pt x="1297115" y="247098"/>
                  </a:lnTo>
                  <a:lnTo>
                    <a:pt x="1298639" y="236283"/>
                  </a:lnTo>
                  <a:lnTo>
                    <a:pt x="1266698" y="229686"/>
                  </a:lnTo>
                  <a:lnTo>
                    <a:pt x="1266698" y="250450"/>
                  </a:lnTo>
                  <a:lnTo>
                    <a:pt x="1240092" y="260718"/>
                  </a:lnTo>
                  <a:lnTo>
                    <a:pt x="1211390" y="175939"/>
                  </a:lnTo>
                  <a:lnTo>
                    <a:pt x="1176528" y="122631"/>
                  </a:lnTo>
                  <a:lnTo>
                    <a:pt x="1123061" y="81534"/>
                  </a:lnTo>
                  <a:lnTo>
                    <a:pt x="1137158" y="71482"/>
                  </a:lnTo>
                  <a:lnTo>
                    <a:pt x="1133919" y="36227"/>
                  </a:lnTo>
                  <a:lnTo>
                    <a:pt x="1015619" y="112465"/>
                  </a:lnTo>
                  <a:lnTo>
                    <a:pt x="994029" y="106839"/>
                  </a:lnTo>
                  <a:lnTo>
                    <a:pt x="1019810" y="72777"/>
                  </a:lnTo>
                  <a:lnTo>
                    <a:pt x="923480" y="71914"/>
                  </a:lnTo>
                  <a:lnTo>
                    <a:pt x="912368" y="8655"/>
                  </a:lnTo>
                  <a:lnTo>
                    <a:pt x="836549" y="0"/>
                  </a:lnTo>
                  <a:lnTo>
                    <a:pt x="811975" y="27362"/>
                  </a:lnTo>
                  <a:lnTo>
                    <a:pt x="612839" y="66504"/>
                  </a:lnTo>
                  <a:lnTo>
                    <a:pt x="551688" y="66504"/>
                  </a:lnTo>
                  <a:lnTo>
                    <a:pt x="551243" y="101435"/>
                  </a:lnTo>
                  <a:lnTo>
                    <a:pt x="585343" y="112789"/>
                  </a:lnTo>
                  <a:lnTo>
                    <a:pt x="585343" y="145663"/>
                  </a:lnTo>
                  <a:lnTo>
                    <a:pt x="553403" y="136792"/>
                  </a:lnTo>
                  <a:lnTo>
                    <a:pt x="536321" y="153016"/>
                  </a:lnTo>
                  <a:lnTo>
                    <a:pt x="543814" y="178105"/>
                  </a:lnTo>
                  <a:lnTo>
                    <a:pt x="518922" y="201136"/>
                  </a:lnTo>
                  <a:lnTo>
                    <a:pt x="567309" y="229254"/>
                  </a:lnTo>
                  <a:lnTo>
                    <a:pt x="556451" y="258451"/>
                  </a:lnTo>
                  <a:lnTo>
                    <a:pt x="486410" y="270561"/>
                  </a:lnTo>
                  <a:lnTo>
                    <a:pt x="447230" y="241040"/>
                  </a:lnTo>
                  <a:lnTo>
                    <a:pt x="373443" y="243313"/>
                  </a:lnTo>
                  <a:lnTo>
                    <a:pt x="346392" y="270561"/>
                  </a:lnTo>
                  <a:lnTo>
                    <a:pt x="311658" y="250450"/>
                  </a:lnTo>
                  <a:lnTo>
                    <a:pt x="306133" y="272942"/>
                  </a:lnTo>
                  <a:lnTo>
                    <a:pt x="281432" y="264287"/>
                  </a:lnTo>
                  <a:lnTo>
                    <a:pt x="280353" y="241795"/>
                  </a:lnTo>
                  <a:lnTo>
                    <a:pt x="221488" y="206654"/>
                  </a:lnTo>
                  <a:lnTo>
                    <a:pt x="161734" y="207842"/>
                  </a:lnTo>
                  <a:lnTo>
                    <a:pt x="83566" y="268180"/>
                  </a:lnTo>
                  <a:lnTo>
                    <a:pt x="87884" y="300190"/>
                  </a:lnTo>
                  <a:lnTo>
                    <a:pt x="68326" y="310896"/>
                  </a:lnTo>
                  <a:lnTo>
                    <a:pt x="40195" y="275317"/>
                  </a:lnTo>
                  <a:lnTo>
                    <a:pt x="10858" y="319221"/>
                  </a:lnTo>
                  <a:lnTo>
                    <a:pt x="18415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467" y="416331"/>
                  </a:lnTo>
                  <a:lnTo>
                    <a:pt x="90742" y="461639"/>
                  </a:lnTo>
                  <a:lnTo>
                    <a:pt x="72834" y="474618"/>
                  </a:lnTo>
                  <a:lnTo>
                    <a:pt x="93726" y="49700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52CDB88F-1971-3DA3-6CAA-D75F43118967}"/>
                </a:ext>
              </a:extLst>
            </p:cNvPr>
            <p:cNvSpPr/>
            <p:nvPr/>
          </p:nvSpPr>
          <p:spPr>
            <a:xfrm>
              <a:off x="9303248" y="3368311"/>
              <a:ext cx="60457" cy="112616"/>
            </a:xfrm>
            <a:custGeom>
              <a:avLst/>
              <a:gdLst>
                <a:gd name="csX0" fmla="*/ 69724 w 69723"/>
                <a:gd name="csY0" fmla="*/ 0 h 129876"/>
                <a:gd name="csX1" fmla="*/ 56515 w 69723"/>
                <a:gd name="csY1" fmla="*/ 1518 h 129876"/>
                <a:gd name="csX2" fmla="*/ 54356 w 69723"/>
                <a:gd name="csY2" fmla="*/ 9411 h 129876"/>
                <a:gd name="csX3" fmla="*/ 30798 w 69723"/>
                <a:gd name="csY3" fmla="*/ 17843 h 129876"/>
                <a:gd name="csX4" fmla="*/ 41275 w 69723"/>
                <a:gd name="csY4" fmla="*/ 52559 h 129876"/>
                <a:gd name="csX5" fmla="*/ 33465 w 69723"/>
                <a:gd name="csY5" fmla="*/ 93974 h 129876"/>
                <a:gd name="csX6" fmla="*/ 0 w 69723"/>
                <a:gd name="csY6" fmla="*/ 106839 h 129876"/>
                <a:gd name="csX7" fmla="*/ 19812 w 69723"/>
                <a:gd name="csY7" fmla="*/ 129876 h 129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9723" h="129876">
                  <a:moveTo>
                    <a:pt x="69724" y="0"/>
                  </a:moveTo>
                  <a:lnTo>
                    <a:pt x="56515" y="1518"/>
                  </a:lnTo>
                  <a:lnTo>
                    <a:pt x="54356" y="9411"/>
                  </a:lnTo>
                  <a:lnTo>
                    <a:pt x="30798" y="17843"/>
                  </a:lnTo>
                  <a:lnTo>
                    <a:pt x="41275" y="52559"/>
                  </a:lnTo>
                  <a:lnTo>
                    <a:pt x="33465" y="93974"/>
                  </a:lnTo>
                  <a:lnTo>
                    <a:pt x="0" y="106839"/>
                  </a:lnTo>
                  <a:lnTo>
                    <a:pt x="19812" y="1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6B99E784-27C5-4124-44B7-9496864F8A53}"/>
                </a:ext>
              </a:extLst>
            </p:cNvPr>
            <p:cNvSpPr/>
            <p:nvPr/>
          </p:nvSpPr>
          <p:spPr>
            <a:xfrm>
              <a:off x="9105799" y="3447637"/>
              <a:ext cx="197503" cy="128743"/>
            </a:xfrm>
            <a:custGeom>
              <a:avLst/>
              <a:gdLst>
                <a:gd name="csX0" fmla="*/ 227774 w 227774"/>
                <a:gd name="csY0" fmla="*/ 15354 h 148475"/>
                <a:gd name="csX1" fmla="*/ 227774 w 227774"/>
                <a:gd name="csY1" fmla="*/ 3245 h 148475"/>
                <a:gd name="csX2" fmla="*/ 205422 w 227774"/>
                <a:gd name="csY2" fmla="*/ 0 h 148475"/>
                <a:gd name="csX3" fmla="*/ 199263 w 227774"/>
                <a:gd name="csY3" fmla="*/ 36011 h 148475"/>
                <a:gd name="csX4" fmla="*/ 183833 w 227774"/>
                <a:gd name="csY4" fmla="*/ 36011 h 148475"/>
                <a:gd name="csX5" fmla="*/ 175705 w 227774"/>
                <a:gd name="csY5" fmla="*/ 53638 h 148475"/>
                <a:gd name="csX6" fmla="*/ 142113 w 227774"/>
                <a:gd name="csY6" fmla="*/ 55798 h 148475"/>
                <a:gd name="csX7" fmla="*/ 150051 w 227774"/>
                <a:gd name="csY7" fmla="*/ 80886 h 148475"/>
                <a:gd name="csX8" fmla="*/ 119824 w 227774"/>
                <a:gd name="csY8" fmla="*/ 79375 h 148475"/>
                <a:gd name="csX9" fmla="*/ 108141 w 227774"/>
                <a:gd name="csY9" fmla="*/ 63589 h 148475"/>
                <a:gd name="csX10" fmla="*/ 91060 w 227774"/>
                <a:gd name="csY10" fmla="*/ 70180 h 148475"/>
                <a:gd name="csX11" fmla="*/ 81852 w 227774"/>
                <a:gd name="csY11" fmla="*/ 95593 h 148475"/>
                <a:gd name="csX12" fmla="*/ 0 w 227774"/>
                <a:gd name="csY12" fmla="*/ 148476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7774" h="148475">
                  <a:moveTo>
                    <a:pt x="227774" y="15354"/>
                  </a:moveTo>
                  <a:lnTo>
                    <a:pt x="227774" y="3245"/>
                  </a:lnTo>
                  <a:lnTo>
                    <a:pt x="205422" y="0"/>
                  </a:lnTo>
                  <a:lnTo>
                    <a:pt x="199263" y="36011"/>
                  </a:lnTo>
                  <a:lnTo>
                    <a:pt x="183833" y="36011"/>
                  </a:lnTo>
                  <a:lnTo>
                    <a:pt x="175705" y="53638"/>
                  </a:lnTo>
                  <a:lnTo>
                    <a:pt x="142113" y="55798"/>
                  </a:lnTo>
                  <a:lnTo>
                    <a:pt x="150051" y="80886"/>
                  </a:lnTo>
                  <a:lnTo>
                    <a:pt x="119824" y="79375"/>
                  </a:lnTo>
                  <a:lnTo>
                    <a:pt x="108141" y="63589"/>
                  </a:lnTo>
                  <a:lnTo>
                    <a:pt x="91060" y="70180"/>
                  </a:lnTo>
                  <a:lnTo>
                    <a:pt x="81852" y="95593"/>
                  </a:lnTo>
                  <a:lnTo>
                    <a:pt x="0" y="1484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6C6A4440-94CE-FB5D-31D5-9F665C7B2EEA}"/>
                </a:ext>
              </a:extLst>
            </p:cNvPr>
            <p:cNvSpPr/>
            <p:nvPr/>
          </p:nvSpPr>
          <p:spPr>
            <a:xfrm>
              <a:off x="6779804" y="3466203"/>
              <a:ext cx="1800327" cy="780323"/>
            </a:xfrm>
            <a:custGeom>
              <a:avLst/>
              <a:gdLst>
                <a:gd name="csX0" fmla="*/ 0 w 2076259"/>
                <a:gd name="csY0" fmla="*/ 34061 h 899921"/>
                <a:gd name="csX1" fmla="*/ 28766 w 2076259"/>
                <a:gd name="csY1" fmla="*/ 10922 h 899921"/>
                <a:gd name="csX2" fmla="*/ 65659 w 2076259"/>
                <a:gd name="csY2" fmla="*/ 10922 h 899921"/>
                <a:gd name="csX3" fmla="*/ 95694 w 2076259"/>
                <a:gd name="csY3" fmla="*/ 39795 h 899921"/>
                <a:gd name="csX4" fmla="*/ 108014 w 2076259"/>
                <a:gd name="csY4" fmla="*/ 69424 h 899921"/>
                <a:gd name="csX5" fmla="*/ 172720 w 2076259"/>
                <a:gd name="csY5" fmla="*/ 66827 h 899921"/>
                <a:gd name="csX6" fmla="*/ 170053 w 2076259"/>
                <a:gd name="csY6" fmla="*/ 39040 h 899921"/>
                <a:gd name="csX7" fmla="*/ 203771 w 2076259"/>
                <a:gd name="csY7" fmla="*/ 14167 h 899921"/>
                <a:gd name="csX8" fmla="*/ 216979 w 2076259"/>
                <a:gd name="csY8" fmla="*/ 23355 h 899921"/>
                <a:gd name="csX9" fmla="*/ 225425 w 2076259"/>
                <a:gd name="csY9" fmla="*/ 18815 h 899921"/>
                <a:gd name="csX10" fmla="*/ 229997 w 2076259"/>
                <a:gd name="csY10" fmla="*/ 0 h 899921"/>
                <a:gd name="csX11" fmla="*/ 257492 w 2076259"/>
                <a:gd name="csY11" fmla="*/ 19463 h 899921"/>
                <a:gd name="csX12" fmla="*/ 282702 w 2076259"/>
                <a:gd name="csY12" fmla="*/ 22276 h 899921"/>
                <a:gd name="csX13" fmla="*/ 283337 w 2076259"/>
                <a:gd name="csY13" fmla="*/ 58610 h 899921"/>
                <a:gd name="csX14" fmla="*/ 301117 w 2076259"/>
                <a:gd name="csY14" fmla="*/ 76994 h 899921"/>
                <a:gd name="csX15" fmla="*/ 329882 w 2076259"/>
                <a:gd name="csY15" fmla="*/ 76994 h 899921"/>
                <a:gd name="csX16" fmla="*/ 329882 w 2076259"/>
                <a:gd name="csY16" fmla="*/ 63906 h 899921"/>
                <a:gd name="csX17" fmla="*/ 353251 w 2076259"/>
                <a:gd name="csY17" fmla="*/ 72669 h 899921"/>
                <a:gd name="csX18" fmla="*/ 358267 w 2076259"/>
                <a:gd name="csY18" fmla="*/ 96672 h 899921"/>
                <a:gd name="csX19" fmla="*/ 372110 w 2076259"/>
                <a:gd name="csY19" fmla="*/ 105867 h 899921"/>
                <a:gd name="csX20" fmla="*/ 376999 w 2076259"/>
                <a:gd name="csY20" fmla="*/ 126416 h 899921"/>
                <a:gd name="csX21" fmla="*/ 430149 w 2076259"/>
                <a:gd name="csY21" fmla="*/ 163830 h 899921"/>
                <a:gd name="csX22" fmla="*/ 446151 w 2076259"/>
                <a:gd name="csY22" fmla="*/ 166643 h 899921"/>
                <a:gd name="csX23" fmla="*/ 490918 w 2076259"/>
                <a:gd name="csY23" fmla="*/ 199079 h 899921"/>
                <a:gd name="csX24" fmla="*/ 502729 w 2076259"/>
                <a:gd name="csY24" fmla="*/ 198323 h 899921"/>
                <a:gd name="csX25" fmla="*/ 529272 w 2076259"/>
                <a:gd name="csY25" fmla="*/ 209893 h 899921"/>
                <a:gd name="csX26" fmla="*/ 526478 w 2076259"/>
                <a:gd name="csY26" fmla="*/ 236823 h 899921"/>
                <a:gd name="csX27" fmla="*/ 543687 w 2076259"/>
                <a:gd name="csY27" fmla="*/ 236823 h 899921"/>
                <a:gd name="csX28" fmla="*/ 554291 w 2076259"/>
                <a:gd name="csY28" fmla="*/ 246336 h 899921"/>
                <a:gd name="csX29" fmla="*/ 570293 w 2076259"/>
                <a:gd name="csY29" fmla="*/ 243307 h 899921"/>
                <a:gd name="csX30" fmla="*/ 582168 w 2076259"/>
                <a:gd name="csY30" fmla="*/ 255746 h 899921"/>
                <a:gd name="csX31" fmla="*/ 614870 w 2076259"/>
                <a:gd name="csY31" fmla="*/ 239630 h 899921"/>
                <a:gd name="csX32" fmla="*/ 625157 w 2076259"/>
                <a:gd name="csY32" fmla="*/ 250120 h 899921"/>
                <a:gd name="csX33" fmla="*/ 642176 w 2076259"/>
                <a:gd name="csY33" fmla="*/ 244608 h 899921"/>
                <a:gd name="csX34" fmla="*/ 638048 w 2076259"/>
                <a:gd name="csY34" fmla="*/ 229686 h 899921"/>
                <a:gd name="csX35" fmla="*/ 663448 w 2076259"/>
                <a:gd name="csY35" fmla="*/ 229362 h 899921"/>
                <a:gd name="csX36" fmla="*/ 667893 w 2076259"/>
                <a:gd name="csY36" fmla="*/ 220491 h 899921"/>
                <a:gd name="csX37" fmla="*/ 663575 w 2076259"/>
                <a:gd name="csY37" fmla="*/ 212598 h 899921"/>
                <a:gd name="csX38" fmla="*/ 683578 w 2076259"/>
                <a:gd name="csY38" fmla="*/ 194107 h 899921"/>
                <a:gd name="csX39" fmla="*/ 702628 w 2076259"/>
                <a:gd name="csY39" fmla="*/ 201244 h 899921"/>
                <a:gd name="csX40" fmla="*/ 699960 w 2076259"/>
                <a:gd name="csY40" fmla="*/ 213462 h 899921"/>
                <a:gd name="csX41" fmla="*/ 714756 w 2076259"/>
                <a:gd name="csY41" fmla="*/ 215951 h 899921"/>
                <a:gd name="csX42" fmla="*/ 709803 w 2076259"/>
                <a:gd name="csY42" fmla="*/ 241579 h 899921"/>
                <a:gd name="csX43" fmla="*/ 718376 w 2076259"/>
                <a:gd name="csY43" fmla="*/ 251206 h 899921"/>
                <a:gd name="csX44" fmla="*/ 773875 w 2076259"/>
                <a:gd name="csY44" fmla="*/ 221793 h 899921"/>
                <a:gd name="csX45" fmla="*/ 823976 w 2076259"/>
                <a:gd name="csY45" fmla="*/ 217030 h 899921"/>
                <a:gd name="csX46" fmla="*/ 836104 w 2076259"/>
                <a:gd name="csY46" fmla="*/ 235953 h 899921"/>
                <a:gd name="csX47" fmla="*/ 820865 w 2076259"/>
                <a:gd name="csY47" fmla="*/ 238334 h 899921"/>
                <a:gd name="csX48" fmla="*/ 826833 w 2076259"/>
                <a:gd name="csY48" fmla="*/ 255962 h 899921"/>
                <a:gd name="csX49" fmla="*/ 856043 w 2076259"/>
                <a:gd name="csY49" fmla="*/ 259207 h 899921"/>
                <a:gd name="csX50" fmla="*/ 859727 w 2076259"/>
                <a:gd name="csY50" fmla="*/ 267640 h 899921"/>
                <a:gd name="csX51" fmla="*/ 876364 w 2076259"/>
                <a:gd name="csY51" fmla="*/ 273266 h 899921"/>
                <a:gd name="csX52" fmla="*/ 880173 w 2076259"/>
                <a:gd name="csY52" fmla="*/ 298895 h 899921"/>
                <a:gd name="csX53" fmla="*/ 954405 w 2076259"/>
                <a:gd name="csY53" fmla="*/ 315220 h 899921"/>
                <a:gd name="csX54" fmla="*/ 965454 w 2076259"/>
                <a:gd name="csY54" fmla="*/ 350260 h 899921"/>
                <a:gd name="csX55" fmla="*/ 992505 w 2076259"/>
                <a:gd name="csY55" fmla="*/ 360744 h 899921"/>
                <a:gd name="csX56" fmla="*/ 992505 w 2076259"/>
                <a:gd name="csY56" fmla="*/ 373075 h 899921"/>
                <a:gd name="csX57" fmla="*/ 982853 w 2076259"/>
                <a:gd name="csY57" fmla="*/ 376104 h 899921"/>
                <a:gd name="csX58" fmla="*/ 989457 w 2076259"/>
                <a:gd name="csY58" fmla="*/ 404432 h 899921"/>
                <a:gd name="csX59" fmla="*/ 1005840 w 2076259"/>
                <a:gd name="csY59" fmla="*/ 412978 h 899921"/>
                <a:gd name="csX60" fmla="*/ 1015365 w 2076259"/>
                <a:gd name="csY60" fmla="*/ 434930 h 899921"/>
                <a:gd name="csX61" fmla="*/ 991997 w 2076259"/>
                <a:gd name="csY61" fmla="*/ 447148 h 899921"/>
                <a:gd name="csX62" fmla="*/ 983425 w 2076259"/>
                <a:gd name="csY62" fmla="*/ 436550 h 899921"/>
                <a:gd name="csX63" fmla="*/ 969454 w 2076259"/>
                <a:gd name="csY63" fmla="*/ 440550 h 899921"/>
                <a:gd name="csX64" fmla="*/ 983869 w 2076259"/>
                <a:gd name="csY64" fmla="*/ 490296 h 899921"/>
                <a:gd name="csX65" fmla="*/ 999427 w 2076259"/>
                <a:gd name="csY65" fmla="*/ 489325 h 899921"/>
                <a:gd name="csX66" fmla="*/ 1076516 w 2076259"/>
                <a:gd name="csY66" fmla="*/ 542417 h 899921"/>
                <a:gd name="csX67" fmla="*/ 1083246 w 2076259"/>
                <a:gd name="csY67" fmla="*/ 527171 h 899921"/>
                <a:gd name="csX68" fmla="*/ 1107122 w 2076259"/>
                <a:gd name="csY68" fmla="*/ 530092 h 899921"/>
                <a:gd name="csX69" fmla="*/ 1112456 w 2076259"/>
                <a:gd name="csY69" fmla="*/ 541229 h 899921"/>
                <a:gd name="csX70" fmla="*/ 1148778 w 2076259"/>
                <a:gd name="csY70" fmla="*/ 559721 h 899921"/>
                <a:gd name="csX71" fmla="*/ 1166368 w 2076259"/>
                <a:gd name="csY71" fmla="*/ 578104 h 899921"/>
                <a:gd name="csX72" fmla="*/ 1178433 w 2076259"/>
                <a:gd name="csY72" fmla="*/ 572802 h 899921"/>
                <a:gd name="csX73" fmla="*/ 1186370 w 2076259"/>
                <a:gd name="csY73" fmla="*/ 576370 h 899921"/>
                <a:gd name="csX74" fmla="*/ 1189101 w 2076259"/>
                <a:gd name="csY74" fmla="*/ 588378 h 899921"/>
                <a:gd name="csX75" fmla="*/ 1204468 w 2076259"/>
                <a:gd name="csY75" fmla="*/ 598646 h 899921"/>
                <a:gd name="csX76" fmla="*/ 1215834 w 2076259"/>
                <a:gd name="csY76" fmla="*/ 593458 h 899921"/>
                <a:gd name="csX77" fmla="*/ 1226058 w 2076259"/>
                <a:gd name="csY77" fmla="*/ 601135 h 899921"/>
                <a:gd name="csX78" fmla="*/ 1223899 w 2076259"/>
                <a:gd name="csY78" fmla="*/ 612489 h 899921"/>
                <a:gd name="csX79" fmla="*/ 1244409 w 2076259"/>
                <a:gd name="csY79" fmla="*/ 613899 h 899921"/>
                <a:gd name="csX80" fmla="*/ 1254125 w 2076259"/>
                <a:gd name="csY80" fmla="*/ 629469 h 899921"/>
                <a:gd name="csX81" fmla="*/ 1272603 w 2076259"/>
                <a:gd name="csY81" fmla="*/ 627952 h 899921"/>
                <a:gd name="csX82" fmla="*/ 1278065 w 2076259"/>
                <a:gd name="csY82" fmla="*/ 618871 h 899921"/>
                <a:gd name="csX83" fmla="*/ 1314005 w 2076259"/>
                <a:gd name="csY83" fmla="*/ 632282 h 899921"/>
                <a:gd name="csX84" fmla="*/ 1353248 w 2076259"/>
                <a:gd name="csY84" fmla="*/ 620274 h 899921"/>
                <a:gd name="csX85" fmla="*/ 1362139 w 2076259"/>
                <a:gd name="csY85" fmla="*/ 629793 h 899921"/>
                <a:gd name="csX86" fmla="*/ 1364107 w 2076259"/>
                <a:gd name="csY86" fmla="*/ 649472 h 899921"/>
                <a:gd name="csX87" fmla="*/ 1389952 w 2076259"/>
                <a:gd name="csY87" fmla="*/ 619411 h 899921"/>
                <a:gd name="csX88" fmla="*/ 1419479 w 2076259"/>
                <a:gd name="csY88" fmla="*/ 612489 h 899921"/>
                <a:gd name="csX89" fmla="*/ 1418717 w 2076259"/>
                <a:gd name="csY89" fmla="*/ 621792 h 899921"/>
                <a:gd name="csX90" fmla="*/ 1465707 w 2076259"/>
                <a:gd name="csY90" fmla="*/ 620928 h 899921"/>
                <a:gd name="csX91" fmla="*/ 1466469 w 2076259"/>
                <a:gd name="csY91" fmla="*/ 631628 h 899921"/>
                <a:gd name="csX92" fmla="*/ 1505521 w 2076259"/>
                <a:gd name="csY92" fmla="*/ 624821 h 899921"/>
                <a:gd name="csX93" fmla="*/ 1505521 w 2076259"/>
                <a:gd name="csY93" fmla="*/ 613029 h 899921"/>
                <a:gd name="csX94" fmla="*/ 1528699 w 2076259"/>
                <a:gd name="csY94" fmla="*/ 595516 h 899921"/>
                <a:gd name="csX95" fmla="*/ 1545590 w 2076259"/>
                <a:gd name="csY95" fmla="*/ 593350 h 899921"/>
                <a:gd name="csX96" fmla="*/ 1573213 w 2076259"/>
                <a:gd name="csY96" fmla="*/ 568801 h 899921"/>
                <a:gd name="csX97" fmla="*/ 1602613 w 2076259"/>
                <a:gd name="csY97" fmla="*/ 573018 h 899921"/>
                <a:gd name="csX98" fmla="*/ 1607629 w 2076259"/>
                <a:gd name="csY98" fmla="*/ 557771 h 899921"/>
                <a:gd name="csX99" fmla="*/ 1626997 w 2076259"/>
                <a:gd name="csY99" fmla="*/ 551180 h 899921"/>
                <a:gd name="csX100" fmla="*/ 1642364 w 2076259"/>
                <a:gd name="csY100" fmla="*/ 569125 h 899921"/>
                <a:gd name="csX101" fmla="*/ 1630680 w 2076259"/>
                <a:gd name="csY101" fmla="*/ 576154 h 899921"/>
                <a:gd name="csX102" fmla="*/ 1636078 w 2076259"/>
                <a:gd name="csY102" fmla="*/ 587184 h 899921"/>
                <a:gd name="csX103" fmla="*/ 1652397 w 2076259"/>
                <a:gd name="csY103" fmla="*/ 593782 h 899921"/>
                <a:gd name="csX104" fmla="*/ 1647000 w 2076259"/>
                <a:gd name="csY104" fmla="*/ 609460 h 899921"/>
                <a:gd name="csX105" fmla="*/ 1671129 w 2076259"/>
                <a:gd name="csY105" fmla="*/ 607085 h 899921"/>
                <a:gd name="csX106" fmla="*/ 1679702 w 2076259"/>
                <a:gd name="csY106" fmla="*/ 618763 h 899921"/>
                <a:gd name="csX107" fmla="*/ 1687830 w 2076259"/>
                <a:gd name="csY107" fmla="*/ 594430 h 899921"/>
                <a:gd name="csX108" fmla="*/ 1715960 w 2076259"/>
                <a:gd name="csY108" fmla="*/ 611950 h 899921"/>
                <a:gd name="csX109" fmla="*/ 1721803 w 2076259"/>
                <a:gd name="csY109" fmla="*/ 642880 h 899921"/>
                <a:gd name="csX110" fmla="*/ 1735645 w 2076259"/>
                <a:gd name="csY110" fmla="*/ 640607 h 899921"/>
                <a:gd name="csX111" fmla="*/ 1730248 w 2076259"/>
                <a:gd name="csY111" fmla="*/ 708730 h 899921"/>
                <a:gd name="csX112" fmla="*/ 1699958 w 2076259"/>
                <a:gd name="csY112" fmla="*/ 734904 h 899921"/>
                <a:gd name="csX113" fmla="*/ 1696276 w 2076259"/>
                <a:gd name="csY113" fmla="*/ 750475 h 899921"/>
                <a:gd name="csX114" fmla="*/ 1687830 w 2076259"/>
                <a:gd name="csY114" fmla="*/ 756964 h 899921"/>
                <a:gd name="csX115" fmla="*/ 1688592 w 2076259"/>
                <a:gd name="csY115" fmla="*/ 787457 h 899921"/>
                <a:gd name="csX116" fmla="*/ 1710436 w 2076259"/>
                <a:gd name="csY116" fmla="*/ 775024 h 899921"/>
                <a:gd name="csX117" fmla="*/ 1740091 w 2076259"/>
                <a:gd name="csY117" fmla="*/ 775024 h 899921"/>
                <a:gd name="csX118" fmla="*/ 1730566 w 2076259"/>
                <a:gd name="csY118" fmla="*/ 789622 h 899921"/>
                <a:gd name="csX119" fmla="*/ 1740091 w 2076259"/>
                <a:gd name="csY119" fmla="*/ 813517 h 899921"/>
                <a:gd name="csX120" fmla="*/ 1759903 w 2076259"/>
                <a:gd name="csY120" fmla="*/ 813517 h 899921"/>
                <a:gd name="csX121" fmla="*/ 1762823 w 2076259"/>
                <a:gd name="csY121" fmla="*/ 832980 h 899921"/>
                <a:gd name="csX122" fmla="*/ 1752409 w 2076259"/>
                <a:gd name="csY122" fmla="*/ 835577 h 899921"/>
                <a:gd name="csX123" fmla="*/ 1750378 w 2076259"/>
                <a:gd name="csY123" fmla="*/ 854824 h 899921"/>
                <a:gd name="csX124" fmla="*/ 1777746 w 2076259"/>
                <a:gd name="csY124" fmla="*/ 857529 h 899921"/>
                <a:gd name="csX125" fmla="*/ 1787080 w 2076259"/>
                <a:gd name="csY125" fmla="*/ 874617 h 899921"/>
                <a:gd name="csX126" fmla="*/ 1811401 w 2076259"/>
                <a:gd name="csY126" fmla="*/ 866832 h 899921"/>
                <a:gd name="csX127" fmla="*/ 1822894 w 2076259"/>
                <a:gd name="csY127" fmla="*/ 899922 h 899921"/>
                <a:gd name="csX128" fmla="*/ 1845945 w 2076259"/>
                <a:gd name="csY128" fmla="*/ 889324 h 899921"/>
                <a:gd name="csX129" fmla="*/ 1838134 w 2076259"/>
                <a:gd name="csY129" fmla="*/ 854392 h 899921"/>
                <a:gd name="csX130" fmla="*/ 1859026 w 2076259"/>
                <a:gd name="csY130" fmla="*/ 847363 h 899921"/>
                <a:gd name="csX131" fmla="*/ 1871281 w 2076259"/>
                <a:gd name="csY131" fmla="*/ 833310 h 899921"/>
                <a:gd name="csX132" fmla="*/ 1894205 w 2076259"/>
                <a:gd name="csY132" fmla="*/ 843902 h 899921"/>
                <a:gd name="csX133" fmla="*/ 1906905 w 2076259"/>
                <a:gd name="csY133" fmla="*/ 832548 h 899921"/>
                <a:gd name="csX134" fmla="*/ 1927542 w 2076259"/>
                <a:gd name="csY134" fmla="*/ 843147 h 899921"/>
                <a:gd name="csX135" fmla="*/ 1934464 w 2076259"/>
                <a:gd name="csY135" fmla="*/ 830066 h 899921"/>
                <a:gd name="csX136" fmla="*/ 1943227 w 2076259"/>
                <a:gd name="csY136" fmla="*/ 836009 h 899921"/>
                <a:gd name="csX137" fmla="*/ 1963610 w 2076259"/>
                <a:gd name="csY137" fmla="*/ 820007 h 899921"/>
                <a:gd name="csX138" fmla="*/ 1966404 w 2076259"/>
                <a:gd name="csY138" fmla="*/ 809733 h 899921"/>
                <a:gd name="csX139" fmla="*/ 1982660 w 2076259"/>
                <a:gd name="csY139" fmla="*/ 803351 h 899921"/>
                <a:gd name="csX140" fmla="*/ 1993709 w 2076259"/>
                <a:gd name="csY140" fmla="*/ 815251 h 899921"/>
                <a:gd name="csX141" fmla="*/ 2038858 w 2076259"/>
                <a:gd name="csY141" fmla="*/ 821734 h 899921"/>
                <a:gd name="csX142" fmla="*/ 2033841 w 2076259"/>
                <a:gd name="csY142" fmla="*/ 840772 h 899921"/>
                <a:gd name="csX143" fmla="*/ 2025714 w 2076259"/>
                <a:gd name="csY143" fmla="*/ 840987 h 899921"/>
                <a:gd name="csX144" fmla="*/ 2030158 w 2076259"/>
                <a:gd name="csY144" fmla="*/ 859263 h 899921"/>
                <a:gd name="csX145" fmla="*/ 2043176 w 2076259"/>
                <a:gd name="csY145" fmla="*/ 860990 h 899921"/>
                <a:gd name="csX146" fmla="*/ 2052383 w 2076259"/>
                <a:gd name="csY146" fmla="*/ 871264 h 899921"/>
                <a:gd name="csX147" fmla="*/ 2070735 w 2076259"/>
                <a:gd name="csY147" fmla="*/ 869423 h 899921"/>
                <a:gd name="csX148" fmla="*/ 2076259 w 2076259"/>
                <a:gd name="csY148" fmla="*/ 880453 h 899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2076259" h="899921">
                  <a:moveTo>
                    <a:pt x="0" y="34061"/>
                  </a:moveTo>
                  <a:lnTo>
                    <a:pt x="28766" y="10922"/>
                  </a:lnTo>
                  <a:lnTo>
                    <a:pt x="65659" y="10922"/>
                  </a:lnTo>
                  <a:lnTo>
                    <a:pt x="95694" y="39795"/>
                  </a:lnTo>
                  <a:lnTo>
                    <a:pt x="108014" y="69424"/>
                  </a:lnTo>
                  <a:lnTo>
                    <a:pt x="172720" y="66827"/>
                  </a:lnTo>
                  <a:lnTo>
                    <a:pt x="170053" y="39040"/>
                  </a:lnTo>
                  <a:lnTo>
                    <a:pt x="203771" y="14167"/>
                  </a:lnTo>
                  <a:lnTo>
                    <a:pt x="216979" y="23355"/>
                  </a:lnTo>
                  <a:lnTo>
                    <a:pt x="225425" y="18815"/>
                  </a:lnTo>
                  <a:lnTo>
                    <a:pt x="229997" y="0"/>
                  </a:lnTo>
                  <a:lnTo>
                    <a:pt x="257492" y="19463"/>
                  </a:lnTo>
                  <a:lnTo>
                    <a:pt x="282702" y="22276"/>
                  </a:lnTo>
                  <a:lnTo>
                    <a:pt x="283337" y="58610"/>
                  </a:lnTo>
                  <a:lnTo>
                    <a:pt x="301117" y="76994"/>
                  </a:lnTo>
                  <a:lnTo>
                    <a:pt x="329882" y="76994"/>
                  </a:lnTo>
                  <a:lnTo>
                    <a:pt x="329882" y="63906"/>
                  </a:lnTo>
                  <a:lnTo>
                    <a:pt x="353251" y="72669"/>
                  </a:lnTo>
                  <a:lnTo>
                    <a:pt x="358267" y="96672"/>
                  </a:lnTo>
                  <a:lnTo>
                    <a:pt x="372110" y="105867"/>
                  </a:lnTo>
                  <a:lnTo>
                    <a:pt x="376999" y="126416"/>
                  </a:lnTo>
                  <a:lnTo>
                    <a:pt x="430149" y="163830"/>
                  </a:lnTo>
                  <a:lnTo>
                    <a:pt x="446151" y="166643"/>
                  </a:lnTo>
                  <a:lnTo>
                    <a:pt x="490918" y="199079"/>
                  </a:lnTo>
                  <a:lnTo>
                    <a:pt x="502729" y="198323"/>
                  </a:lnTo>
                  <a:lnTo>
                    <a:pt x="529272" y="209893"/>
                  </a:lnTo>
                  <a:lnTo>
                    <a:pt x="526478" y="236823"/>
                  </a:lnTo>
                  <a:lnTo>
                    <a:pt x="543687" y="236823"/>
                  </a:lnTo>
                  <a:lnTo>
                    <a:pt x="554291" y="246336"/>
                  </a:lnTo>
                  <a:lnTo>
                    <a:pt x="570293" y="243307"/>
                  </a:lnTo>
                  <a:lnTo>
                    <a:pt x="582168" y="255746"/>
                  </a:lnTo>
                  <a:lnTo>
                    <a:pt x="614870" y="239630"/>
                  </a:lnTo>
                  <a:lnTo>
                    <a:pt x="625157" y="250120"/>
                  </a:lnTo>
                  <a:lnTo>
                    <a:pt x="642176" y="244608"/>
                  </a:lnTo>
                  <a:lnTo>
                    <a:pt x="638048" y="229686"/>
                  </a:lnTo>
                  <a:lnTo>
                    <a:pt x="663448" y="229362"/>
                  </a:lnTo>
                  <a:lnTo>
                    <a:pt x="667893" y="220491"/>
                  </a:lnTo>
                  <a:lnTo>
                    <a:pt x="663575" y="212598"/>
                  </a:lnTo>
                  <a:lnTo>
                    <a:pt x="683578" y="194107"/>
                  </a:lnTo>
                  <a:lnTo>
                    <a:pt x="702628" y="201244"/>
                  </a:lnTo>
                  <a:lnTo>
                    <a:pt x="699960" y="213462"/>
                  </a:lnTo>
                  <a:lnTo>
                    <a:pt x="714756" y="215951"/>
                  </a:lnTo>
                  <a:lnTo>
                    <a:pt x="709803" y="241579"/>
                  </a:lnTo>
                  <a:lnTo>
                    <a:pt x="718376" y="251206"/>
                  </a:lnTo>
                  <a:lnTo>
                    <a:pt x="773875" y="221793"/>
                  </a:lnTo>
                  <a:lnTo>
                    <a:pt x="823976" y="217030"/>
                  </a:lnTo>
                  <a:lnTo>
                    <a:pt x="836104" y="235953"/>
                  </a:lnTo>
                  <a:lnTo>
                    <a:pt x="820865" y="238334"/>
                  </a:lnTo>
                  <a:lnTo>
                    <a:pt x="826833" y="255962"/>
                  </a:lnTo>
                  <a:lnTo>
                    <a:pt x="856043" y="259207"/>
                  </a:lnTo>
                  <a:lnTo>
                    <a:pt x="859727" y="267640"/>
                  </a:lnTo>
                  <a:lnTo>
                    <a:pt x="876364" y="273266"/>
                  </a:lnTo>
                  <a:lnTo>
                    <a:pt x="880173" y="298895"/>
                  </a:lnTo>
                  <a:lnTo>
                    <a:pt x="954405" y="315220"/>
                  </a:lnTo>
                  <a:lnTo>
                    <a:pt x="965454" y="350260"/>
                  </a:lnTo>
                  <a:lnTo>
                    <a:pt x="992505" y="360744"/>
                  </a:lnTo>
                  <a:lnTo>
                    <a:pt x="992505" y="373075"/>
                  </a:lnTo>
                  <a:lnTo>
                    <a:pt x="982853" y="376104"/>
                  </a:lnTo>
                  <a:lnTo>
                    <a:pt x="989457" y="404432"/>
                  </a:lnTo>
                  <a:lnTo>
                    <a:pt x="1005840" y="412978"/>
                  </a:lnTo>
                  <a:lnTo>
                    <a:pt x="1015365" y="434930"/>
                  </a:lnTo>
                  <a:lnTo>
                    <a:pt x="991997" y="447148"/>
                  </a:lnTo>
                  <a:lnTo>
                    <a:pt x="983425" y="436550"/>
                  </a:lnTo>
                  <a:lnTo>
                    <a:pt x="969454" y="440550"/>
                  </a:lnTo>
                  <a:lnTo>
                    <a:pt x="983869" y="490296"/>
                  </a:lnTo>
                  <a:lnTo>
                    <a:pt x="999427" y="489325"/>
                  </a:lnTo>
                  <a:lnTo>
                    <a:pt x="1076516" y="542417"/>
                  </a:lnTo>
                  <a:lnTo>
                    <a:pt x="1083246" y="527171"/>
                  </a:lnTo>
                  <a:lnTo>
                    <a:pt x="1107122" y="530092"/>
                  </a:lnTo>
                  <a:lnTo>
                    <a:pt x="1112456" y="541229"/>
                  </a:lnTo>
                  <a:lnTo>
                    <a:pt x="1148778" y="559721"/>
                  </a:lnTo>
                  <a:lnTo>
                    <a:pt x="1166368" y="578104"/>
                  </a:lnTo>
                  <a:lnTo>
                    <a:pt x="1178433" y="572802"/>
                  </a:lnTo>
                  <a:lnTo>
                    <a:pt x="1186370" y="576370"/>
                  </a:lnTo>
                  <a:lnTo>
                    <a:pt x="1189101" y="588378"/>
                  </a:lnTo>
                  <a:lnTo>
                    <a:pt x="1204468" y="598646"/>
                  </a:lnTo>
                  <a:lnTo>
                    <a:pt x="1215834" y="593458"/>
                  </a:lnTo>
                  <a:lnTo>
                    <a:pt x="1226058" y="601135"/>
                  </a:lnTo>
                  <a:lnTo>
                    <a:pt x="1223899" y="612489"/>
                  </a:lnTo>
                  <a:lnTo>
                    <a:pt x="1244409" y="613899"/>
                  </a:lnTo>
                  <a:lnTo>
                    <a:pt x="1254125" y="629469"/>
                  </a:lnTo>
                  <a:lnTo>
                    <a:pt x="1272603" y="627952"/>
                  </a:lnTo>
                  <a:lnTo>
                    <a:pt x="1278065" y="618871"/>
                  </a:lnTo>
                  <a:lnTo>
                    <a:pt x="1314005" y="632282"/>
                  </a:lnTo>
                  <a:lnTo>
                    <a:pt x="1353248" y="620274"/>
                  </a:lnTo>
                  <a:lnTo>
                    <a:pt x="1362139" y="629793"/>
                  </a:lnTo>
                  <a:lnTo>
                    <a:pt x="1364107" y="649472"/>
                  </a:lnTo>
                  <a:lnTo>
                    <a:pt x="1389952" y="619411"/>
                  </a:lnTo>
                  <a:lnTo>
                    <a:pt x="1419479" y="612489"/>
                  </a:lnTo>
                  <a:lnTo>
                    <a:pt x="1418717" y="621792"/>
                  </a:lnTo>
                  <a:lnTo>
                    <a:pt x="1465707" y="620928"/>
                  </a:lnTo>
                  <a:lnTo>
                    <a:pt x="1466469" y="631628"/>
                  </a:lnTo>
                  <a:lnTo>
                    <a:pt x="1505521" y="624821"/>
                  </a:lnTo>
                  <a:lnTo>
                    <a:pt x="1505521" y="613029"/>
                  </a:lnTo>
                  <a:lnTo>
                    <a:pt x="1528699" y="595516"/>
                  </a:lnTo>
                  <a:lnTo>
                    <a:pt x="1545590" y="593350"/>
                  </a:lnTo>
                  <a:lnTo>
                    <a:pt x="1573213" y="568801"/>
                  </a:lnTo>
                  <a:lnTo>
                    <a:pt x="1602613" y="573018"/>
                  </a:lnTo>
                  <a:lnTo>
                    <a:pt x="1607629" y="557771"/>
                  </a:lnTo>
                  <a:lnTo>
                    <a:pt x="1626997" y="551180"/>
                  </a:lnTo>
                  <a:lnTo>
                    <a:pt x="1642364" y="569125"/>
                  </a:lnTo>
                  <a:lnTo>
                    <a:pt x="1630680" y="576154"/>
                  </a:lnTo>
                  <a:lnTo>
                    <a:pt x="1636078" y="587184"/>
                  </a:lnTo>
                  <a:lnTo>
                    <a:pt x="1652397" y="593782"/>
                  </a:lnTo>
                  <a:lnTo>
                    <a:pt x="1647000" y="609460"/>
                  </a:lnTo>
                  <a:lnTo>
                    <a:pt x="1671129" y="607085"/>
                  </a:lnTo>
                  <a:lnTo>
                    <a:pt x="1679702" y="618763"/>
                  </a:lnTo>
                  <a:lnTo>
                    <a:pt x="1687830" y="594430"/>
                  </a:lnTo>
                  <a:lnTo>
                    <a:pt x="1715960" y="611950"/>
                  </a:lnTo>
                  <a:lnTo>
                    <a:pt x="1721803" y="642880"/>
                  </a:lnTo>
                  <a:lnTo>
                    <a:pt x="1735645" y="640607"/>
                  </a:lnTo>
                  <a:lnTo>
                    <a:pt x="1730248" y="708730"/>
                  </a:lnTo>
                  <a:lnTo>
                    <a:pt x="1699958" y="734904"/>
                  </a:lnTo>
                  <a:lnTo>
                    <a:pt x="1696276" y="750475"/>
                  </a:lnTo>
                  <a:lnTo>
                    <a:pt x="1687830" y="756964"/>
                  </a:lnTo>
                  <a:lnTo>
                    <a:pt x="1688592" y="787457"/>
                  </a:lnTo>
                  <a:lnTo>
                    <a:pt x="1710436" y="775024"/>
                  </a:lnTo>
                  <a:lnTo>
                    <a:pt x="1740091" y="775024"/>
                  </a:lnTo>
                  <a:lnTo>
                    <a:pt x="1730566" y="789622"/>
                  </a:lnTo>
                  <a:lnTo>
                    <a:pt x="1740091" y="813517"/>
                  </a:lnTo>
                  <a:lnTo>
                    <a:pt x="1759903" y="813517"/>
                  </a:lnTo>
                  <a:lnTo>
                    <a:pt x="1762823" y="832980"/>
                  </a:lnTo>
                  <a:lnTo>
                    <a:pt x="1752409" y="835577"/>
                  </a:lnTo>
                  <a:lnTo>
                    <a:pt x="1750378" y="854824"/>
                  </a:lnTo>
                  <a:lnTo>
                    <a:pt x="1777746" y="857529"/>
                  </a:lnTo>
                  <a:lnTo>
                    <a:pt x="1787080" y="874617"/>
                  </a:lnTo>
                  <a:lnTo>
                    <a:pt x="1811401" y="866832"/>
                  </a:lnTo>
                  <a:lnTo>
                    <a:pt x="1822894" y="899922"/>
                  </a:lnTo>
                  <a:lnTo>
                    <a:pt x="1845945" y="889324"/>
                  </a:lnTo>
                  <a:lnTo>
                    <a:pt x="1838134" y="854392"/>
                  </a:lnTo>
                  <a:lnTo>
                    <a:pt x="1859026" y="847363"/>
                  </a:lnTo>
                  <a:lnTo>
                    <a:pt x="1871281" y="833310"/>
                  </a:lnTo>
                  <a:lnTo>
                    <a:pt x="1894205" y="843902"/>
                  </a:lnTo>
                  <a:lnTo>
                    <a:pt x="1906905" y="832548"/>
                  </a:lnTo>
                  <a:lnTo>
                    <a:pt x="1927542" y="843147"/>
                  </a:lnTo>
                  <a:lnTo>
                    <a:pt x="1934464" y="830066"/>
                  </a:lnTo>
                  <a:lnTo>
                    <a:pt x="1943227" y="836009"/>
                  </a:lnTo>
                  <a:lnTo>
                    <a:pt x="1963610" y="820007"/>
                  </a:lnTo>
                  <a:lnTo>
                    <a:pt x="1966404" y="809733"/>
                  </a:lnTo>
                  <a:lnTo>
                    <a:pt x="1982660" y="803351"/>
                  </a:lnTo>
                  <a:lnTo>
                    <a:pt x="1993709" y="815251"/>
                  </a:lnTo>
                  <a:lnTo>
                    <a:pt x="2038858" y="821734"/>
                  </a:lnTo>
                  <a:lnTo>
                    <a:pt x="2033841" y="840772"/>
                  </a:lnTo>
                  <a:lnTo>
                    <a:pt x="2025714" y="840987"/>
                  </a:lnTo>
                  <a:lnTo>
                    <a:pt x="2030158" y="859263"/>
                  </a:lnTo>
                  <a:lnTo>
                    <a:pt x="2043176" y="860990"/>
                  </a:lnTo>
                  <a:lnTo>
                    <a:pt x="2052383" y="871264"/>
                  </a:lnTo>
                  <a:lnTo>
                    <a:pt x="2070735" y="869423"/>
                  </a:lnTo>
                  <a:lnTo>
                    <a:pt x="2076259" y="8804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266CD7BF-AE1C-CA5E-C511-6106592DC39E}"/>
                </a:ext>
              </a:extLst>
            </p:cNvPr>
            <p:cNvSpPr/>
            <p:nvPr/>
          </p:nvSpPr>
          <p:spPr>
            <a:xfrm>
              <a:off x="9172148" y="3624388"/>
              <a:ext cx="73011" cy="29722"/>
            </a:xfrm>
            <a:custGeom>
              <a:avLst/>
              <a:gdLst>
                <a:gd name="csX0" fmla="*/ 0 w 84201"/>
                <a:gd name="csY0" fmla="*/ 34277 h 34277"/>
                <a:gd name="csX1" fmla="*/ 21336 w 84201"/>
                <a:gd name="csY1" fmla="*/ 34277 h 34277"/>
                <a:gd name="csX2" fmla="*/ 35496 w 84201"/>
                <a:gd name="csY2" fmla="*/ 13951 h 34277"/>
                <a:gd name="csX3" fmla="*/ 78613 w 84201"/>
                <a:gd name="csY3" fmla="*/ 12649 h 34277"/>
                <a:gd name="csX4" fmla="*/ 84201 w 84201"/>
                <a:gd name="csY4" fmla="*/ 0 h 34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201" h="34277">
                  <a:moveTo>
                    <a:pt x="0" y="34277"/>
                  </a:moveTo>
                  <a:lnTo>
                    <a:pt x="21336" y="34277"/>
                  </a:lnTo>
                  <a:lnTo>
                    <a:pt x="35496" y="13951"/>
                  </a:lnTo>
                  <a:lnTo>
                    <a:pt x="78613" y="12649"/>
                  </a:lnTo>
                  <a:lnTo>
                    <a:pt x="8420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B0D0B6E5-8F7A-BE20-F651-F0A91176137D}"/>
                </a:ext>
              </a:extLst>
            </p:cNvPr>
            <p:cNvSpPr/>
            <p:nvPr/>
          </p:nvSpPr>
          <p:spPr>
            <a:xfrm>
              <a:off x="9647984" y="5004904"/>
              <a:ext cx="6938" cy="210228"/>
            </a:xfrm>
            <a:custGeom>
              <a:avLst/>
              <a:gdLst>
                <a:gd name="csX0" fmla="*/ 8001 w 8001"/>
                <a:gd name="csY0" fmla="*/ 0 h 242449"/>
                <a:gd name="csX1" fmla="*/ 8001 w 8001"/>
                <a:gd name="csY1" fmla="*/ 138741 h 242449"/>
                <a:gd name="csX2" fmla="*/ 0 w 8001"/>
                <a:gd name="csY2" fmla="*/ 152260 h 242449"/>
                <a:gd name="csX3" fmla="*/ 8001 w 8001"/>
                <a:gd name="csY3" fmla="*/ 162211 h 242449"/>
                <a:gd name="csX4" fmla="*/ 8001 w 8001"/>
                <a:gd name="csY4" fmla="*/ 242450 h 242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01" h="242449">
                  <a:moveTo>
                    <a:pt x="8001" y="0"/>
                  </a:moveTo>
                  <a:lnTo>
                    <a:pt x="8001" y="138741"/>
                  </a:lnTo>
                  <a:lnTo>
                    <a:pt x="0" y="152260"/>
                  </a:lnTo>
                  <a:lnTo>
                    <a:pt x="8001" y="162211"/>
                  </a:lnTo>
                  <a:lnTo>
                    <a:pt x="8001" y="242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0D30BD24-F845-7AA6-C5BC-B7C9FFFF0443}"/>
                </a:ext>
              </a:extLst>
            </p:cNvPr>
            <p:cNvSpPr/>
            <p:nvPr/>
          </p:nvSpPr>
          <p:spPr>
            <a:xfrm>
              <a:off x="9131347" y="5209973"/>
              <a:ext cx="6442" cy="14536"/>
            </a:xfrm>
            <a:custGeom>
              <a:avLst/>
              <a:gdLst>
                <a:gd name="csX0" fmla="*/ 0 w 7429"/>
                <a:gd name="csY0" fmla="*/ 0 h 16764"/>
                <a:gd name="csX1" fmla="*/ 7430 w 7429"/>
                <a:gd name="csY1" fmla="*/ 16764 h 16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429" h="16764">
                  <a:moveTo>
                    <a:pt x="0" y="0"/>
                  </a:moveTo>
                  <a:lnTo>
                    <a:pt x="7430" y="16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9B38DF2A-35C9-D276-4831-852A2C147B49}"/>
                </a:ext>
              </a:extLst>
            </p:cNvPr>
            <p:cNvSpPr/>
            <p:nvPr/>
          </p:nvSpPr>
          <p:spPr>
            <a:xfrm>
              <a:off x="6827377" y="3638450"/>
              <a:ext cx="302780" cy="459456"/>
            </a:xfrm>
            <a:custGeom>
              <a:avLst/>
              <a:gdLst>
                <a:gd name="csX0" fmla="*/ 0 w 349186"/>
                <a:gd name="csY0" fmla="*/ 40767 h 529875"/>
                <a:gd name="csX1" fmla="*/ 31052 w 349186"/>
                <a:gd name="csY1" fmla="*/ 32658 h 529875"/>
                <a:gd name="csX2" fmla="*/ 47815 w 349186"/>
                <a:gd name="csY2" fmla="*/ 11138 h 529875"/>
                <a:gd name="csX3" fmla="*/ 85089 w 349186"/>
                <a:gd name="csY3" fmla="*/ 8547 h 529875"/>
                <a:gd name="csX4" fmla="*/ 92773 w 349186"/>
                <a:gd name="csY4" fmla="*/ 0 h 529875"/>
                <a:gd name="csX5" fmla="*/ 125222 w 349186"/>
                <a:gd name="csY5" fmla="*/ 0 h 529875"/>
                <a:gd name="csX6" fmla="*/ 129667 w 349186"/>
                <a:gd name="csY6" fmla="*/ 12979 h 529875"/>
                <a:gd name="csX7" fmla="*/ 200469 w 349186"/>
                <a:gd name="csY7" fmla="*/ 28226 h 529875"/>
                <a:gd name="csX8" fmla="*/ 209867 w 349186"/>
                <a:gd name="csY8" fmla="*/ 45961 h 529875"/>
                <a:gd name="csX9" fmla="*/ 229044 w 349186"/>
                <a:gd name="csY9" fmla="*/ 51473 h 529875"/>
                <a:gd name="csX10" fmla="*/ 239331 w 349186"/>
                <a:gd name="csY10" fmla="*/ 67805 h 529875"/>
                <a:gd name="csX11" fmla="*/ 267906 w 349186"/>
                <a:gd name="csY11" fmla="*/ 68993 h 529875"/>
                <a:gd name="csX12" fmla="*/ 271652 w 349186"/>
                <a:gd name="csY12" fmla="*/ 119818 h 529875"/>
                <a:gd name="csX13" fmla="*/ 243332 w 349186"/>
                <a:gd name="csY13" fmla="*/ 189890 h 529875"/>
                <a:gd name="csX14" fmla="*/ 259016 w 349186"/>
                <a:gd name="csY14" fmla="*/ 199949 h 529875"/>
                <a:gd name="csX15" fmla="*/ 248602 w 349186"/>
                <a:gd name="csY15" fmla="*/ 215627 h 529875"/>
                <a:gd name="csX16" fmla="*/ 255524 w 349186"/>
                <a:gd name="csY16" fmla="*/ 281483 h 529875"/>
                <a:gd name="csX17" fmla="*/ 289751 w 349186"/>
                <a:gd name="csY17" fmla="*/ 289376 h 529875"/>
                <a:gd name="csX18" fmla="*/ 293179 w 349186"/>
                <a:gd name="csY18" fmla="*/ 309061 h 529875"/>
                <a:gd name="csX19" fmla="*/ 258445 w 349186"/>
                <a:gd name="csY19" fmla="*/ 350799 h 529875"/>
                <a:gd name="csX20" fmla="*/ 293179 w 349186"/>
                <a:gd name="csY20" fmla="*/ 401193 h 529875"/>
                <a:gd name="csX21" fmla="*/ 327851 w 349186"/>
                <a:gd name="csY21" fmla="*/ 415144 h 529875"/>
                <a:gd name="csX22" fmla="*/ 329374 w 349186"/>
                <a:gd name="csY22" fmla="*/ 454501 h 529875"/>
                <a:gd name="csX23" fmla="*/ 349186 w 349186"/>
                <a:gd name="csY23" fmla="*/ 459912 h 529875"/>
                <a:gd name="csX24" fmla="*/ 344741 w 349186"/>
                <a:gd name="csY24" fmla="*/ 482511 h 529875"/>
                <a:gd name="csX25" fmla="*/ 314451 w 349186"/>
                <a:gd name="csY25" fmla="*/ 482511 h 529875"/>
                <a:gd name="csX26" fmla="*/ 293179 w 349186"/>
                <a:gd name="csY26" fmla="*/ 500463 h 529875"/>
                <a:gd name="csX27" fmla="*/ 287274 w 349186"/>
                <a:gd name="csY27" fmla="*/ 529876 h 52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49186" h="529875">
                  <a:moveTo>
                    <a:pt x="0" y="40767"/>
                  </a:moveTo>
                  <a:lnTo>
                    <a:pt x="31052" y="32658"/>
                  </a:lnTo>
                  <a:lnTo>
                    <a:pt x="47815" y="11138"/>
                  </a:lnTo>
                  <a:lnTo>
                    <a:pt x="85089" y="8547"/>
                  </a:lnTo>
                  <a:lnTo>
                    <a:pt x="92773" y="0"/>
                  </a:lnTo>
                  <a:lnTo>
                    <a:pt x="125222" y="0"/>
                  </a:lnTo>
                  <a:lnTo>
                    <a:pt x="129667" y="12979"/>
                  </a:lnTo>
                  <a:lnTo>
                    <a:pt x="200469" y="28226"/>
                  </a:lnTo>
                  <a:lnTo>
                    <a:pt x="209867" y="45961"/>
                  </a:lnTo>
                  <a:lnTo>
                    <a:pt x="229044" y="51473"/>
                  </a:lnTo>
                  <a:lnTo>
                    <a:pt x="239331" y="67805"/>
                  </a:lnTo>
                  <a:lnTo>
                    <a:pt x="267906" y="68993"/>
                  </a:lnTo>
                  <a:lnTo>
                    <a:pt x="271652" y="119818"/>
                  </a:lnTo>
                  <a:lnTo>
                    <a:pt x="243332" y="189890"/>
                  </a:lnTo>
                  <a:lnTo>
                    <a:pt x="259016" y="199949"/>
                  </a:lnTo>
                  <a:lnTo>
                    <a:pt x="248602" y="215627"/>
                  </a:lnTo>
                  <a:lnTo>
                    <a:pt x="255524" y="281483"/>
                  </a:lnTo>
                  <a:lnTo>
                    <a:pt x="289751" y="289376"/>
                  </a:lnTo>
                  <a:lnTo>
                    <a:pt x="293179" y="309061"/>
                  </a:lnTo>
                  <a:lnTo>
                    <a:pt x="258445" y="350799"/>
                  </a:lnTo>
                  <a:lnTo>
                    <a:pt x="293179" y="401193"/>
                  </a:lnTo>
                  <a:lnTo>
                    <a:pt x="327851" y="415144"/>
                  </a:lnTo>
                  <a:lnTo>
                    <a:pt x="329374" y="454501"/>
                  </a:lnTo>
                  <a:lnTo>
                    <a:pt x="349186" y="459912"/>
                  </a:lnTo>
                  <a:lnTo>
                    <a:pt x="344741" y="482511"/>
                  </a:lnTo>
                  <a:lnTo>
                    <a:pt x="314451" y="482511"/>
                  </a:lnTo>
                  <a:lnTo>
                    <a:pt x="293179" y="500463"/>
                  </a:lnTo>
                  <a:lnTo>
                    <a:pt x="287274" y="5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67EBE5D4-865A-E362-5252-2BB6A7CD0BC6}"/>
                </a:ext>
              </a:extLst>
            </p:cNvPr>
            <p:cNvSpPr/>
            <p:nvPr/>
          </p:nvSpPr>
          <p:spPr>
            <a:xfrm>
              <a:off x="6421303" y="3510368"/>
              <a:ext cx="227566" cy="424008"/>
            </a:xfrm>
            <a:custGeom>
              <a:avLst/>
              <a:gdLst>
                <a:gd name="csX0" fmla="*/ 0 w 262445"/>
                <a:gd name="csY0" fmla="*/ 4108 h 488994"/>
                <a:gd name="csX1" fmla="*/ 36576 w 262445"/>
                <a:gd name="csY1" fmla="*/ 8433 h 488994"/>
                <a:gd name="csX2" fmla="*/ 42164 w 262445"/>
                <a:gd name="csY2" fmla="*/ 0 h 488994"/>
                <a:gd name="csX3" fmla="*/ 52577 w 262445"/>
                <a:gd name="csY3" fmla="*/ 0 h 488994"/>
                <a:gd name="csX4" fmla="*/ 82423 w 262445"/>
                <a:gd name="csY4" fmla="*/ 29413 h 488994"/>
                <a:gd name="csX5" fmla="*/ 84518 w 262445"/>
                <a:gd name="csY5" fmla="*/ 42170 h 488994"/>
                <a:gd name="csX6" fmla="*/ 77660 w 262445"/>
                <a:gd name="csY6" fmla="*/ 51473 h 488994"/>
                <a:gd name="csX7" fmla="*/ 83185 w 262445"/>
                <a:gd name="csY7" fmla="*/ 68123 h 488994"/>
                <a:gd name="csX8" fmla="*/ 108839 w 262445"/>
                <a:gd name="csY8" fmla="*/ 68345 h 488994"/>
                <a:gd name="csX9" fmla="*/ 124460 w 262445"/>
                <a:gd name="csY9" fmla="*/ 75590 h 488994"/>
                <a:gd name="csX10" fmla="*/ 124460 w 262445"/>
                <a:gd name="csY10" fmla="*/ 97866 h 488994"/>
                <a:gd name="csX11" fmla="*/ 95250 w 262445"/>
                <a:gd name="csY11" fmla="*/ 98406 h 488994"/>
                <a:gd name="csX12" fmla="*/ 109601 w 262445"/>
                <a:gd name="csY12" fmla="*/ 142094 h 488994"/>
                <a:gd name="csX13" fmla="*/ 102679 w 262445"/>
                <a:gd name="csY13" fmla="*/ 162097 h 488994"/>
                <a:gd name="csX14" fmla="*/ 116141 w 262445"/>
                <a:gd name="csY14" fmla="*/ 169342 h 488994"/>
                <a:gd name="csX15" fmla="*/ 144463 w 262445"/>
                <a:gd name="csY15" fmla="*/ 242119 h 488994"/>
                <a:gd name="csX16" fmla="*/ 181165 w 262445"/>
                <a:gd name="csY16" fmla="*/ 246336 h 488994"/>
                <a:gd name="csX17" fmla="*/ 179133 w 262445"/>
                <a:gd name="csY17" fmla="*/ 260286 h 488994"/>
                <a:gd name="csX18" fmla="*/ 167639 w 262445"/>
                <a:gd name="csY18" fmla="*/ 264935 h 488994"/>
                <a:gd name="csX19" fmla="*/ 175196 w 262445"/>
                <a:gd name="csY19" fmla="*/ 278994 h 488994"/>
                <a:gd name="csX20" fmla="*/ 159956 w 262445"/>
                <a:gd name="csY20" fmla="*/ 301485 h 488994"/>
                <a:gd name="csX21" fmla="*/ 149478 w 262445"/>
                <a:gd name="csY21" fmla="*/ 305918 h 488994"/>
                <a:gd name="csX22" fmla="*/ 147955 w 262445"/>
                <a:gd name="csY22" fmla="*/ 331007 h 488994"/>
                <a:gd name="csX23" fmla="*/ 173291 w 262445"/>
                <a:gd name="csY23" fmla="*/ 356635 h 488994"/>
                <a:gd name="csX24" fmla="*/ 165036 w 262445"/>
                <a:gd name="csY24" fmla="*/ 364204 h 488994"/>
                <a:gd name="csX25" fmla="*/ 173672 w 262445"/>
                <a:gd name="csY25" fmla="*/ 374479 h 488994"/>
                <a:gd name="csX26" fmla="*/ 185293 w 262445"/>
                <a:gd name="csY26" fmla="*/ 372643 h 488994"/>
                <a:gd name="csX27" fmla="*/ 209931 w 262445"/>
                <a:gd name="csY27" fmla="*/ 391243 h 488994"/>
                <a:gd name="csX28" fmla="*/ 220472 w 262445"/>
                <a:gd name="csY28" fmla="*/ 391243 h 488994"/>
                <a:gd name="csX29" fmla="*/ 237871 w 262445"/>
                <a:gd name="csY29" fmla="*/ 418598 h 488994"/>
                <a:gd name="csX30" fmla="*/ 229426 w 262445"/>
                <a:gd name="csY30" fmla="*/ 450069 h 488994"/>
                <a:gd name="csX31" fmla="*/ 245046 w 262445"/>
                <a:gd name="csY31" fmla="*/ 452552 h 488994"/>
                <a:gd name="csX32" fmla="*/ 262445 w 262445"/>
                <a:gd name="csY32" fmla="*/ 488995 h 48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2445" h="488994">
                  <a:moveTo>
                    <a:pt x="0" y="4108"/>
                  </a:moveTo>
                  <a:lnTo>
                    <a:pt x="36576" y="8433"/>
                  </a:lnTo>
                  <a:lnTo>
                    <a:pt x="42164" y="0"/>
                  </a:lnTo>
                  <a:lnTo>
                    <a:pt x="52577" y="0"/>
                  </a:lnTo>
                  <a:lnTo>
                    <a:pt x="82423" y="29413"/>
                  </a:lnTo>
                  <a:lnTo>
                    <a:pt x="84518" y="42170"/>
                  </a:lnTo>
                  <a:lnTo>
                    <a:pt x="77660" y="51473"/>
                  </a:lnTo>
                  <a:lnTo>
                    <a:pt x="83185" y="68123"/>
                  </a:lnTo>
                  <a:lnTo>
                    <a:pt x="108839" y="68345"/>
                  </a:lnTo>
                  <a:lnTo>
                    <a:pt x="124460" y="75590"/>
                  </a:lnTo>
                  <a:lnTo>
                    <a:pt x="124460" y="97866"/>
                  </a:lnTo>
                  <a:lnTo>
                    <a:pt x="95250" y="98406"/>
                  </a:lnTo>
                  <a:lnTo>
                    <a:pt x="109601" y="142094"/>
                  </a:lnTo>
                  <a:lnTo>
                    <a:pt x="102679" y="162097"/>
                  </a:lnTo>
                  <a:lnTo>
                    <a:pt x="116141" y="169342"/>
                  </a:lnTo>
                  <a:lnTo>
                    <a:pt x="144463" y="242119"/>
                  </a:lnTo>
                  <a:lnTo>
                    <a:pt x="181165" y="246336"/>
                  </a:lnTo>
                  <a:lnTo>
                    <a:pt x="179133" y="260286"/>
                  </a:lnTo>
                  <a:lnTo>
                    <a:pt x="167639" y="264935"/>
                  </a:lnTo>
                  <a:lnTo>
                    <a:pt x="175196" y="278994"/>
                  </a:lnTo>
                  <a:lnTo>
                    <a:pt x="159956" y="301485"/>
                  </a:lnTo>
                  <a:lnTo>
                    <a:pt x="149478" y="305918"/>
                  </a:lnTo>
                  <a:lnTo>
                    <a:pt x="147955" y="331007"/>
                  </a:lnTo>
                  <a:lnTo>
                    <a:pt x="173291" y="356635"/>
                  </a:lnTo>
                  <a:lnTo>
                    <a:pt x="165036" y="364204"/>
                  </a:lnTo>
                  <a:lnTo>
                    <a:pt x="173672" y="374479"/>
                  </a:lnTo>
                  <a:lnTo>
                    <a:pt x="185293" y="372643"/>
                  </a:lnTo>
                  <a:lnTo>
                    <a:pt x="209931" y="391243"/>
                  </a:lnTo>
                  <a:lnTo>
                    <a:pt x="220472" y="391243"/>
                  </a:lnTo>
                  <a:lnTo>
                    <a:pt x="237871" y="418598"/>
                  </a:lnTo>
                  <a:lnTo>
                    <a:pt x="229426" y="450069"/>
                  </a:lnTo>
                  <a:lnTo>
                    <a:pt x="245046" y="452552"/>
                  </a:lnTo>
                  <a:lnTo>
                    <a:pt x="262445" y="4889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E9B9594A-9377-BD4D-C6FE-CFA3F32ACD0C}"/>
                </a:ext>
              </a:extLst>
            </p:cNvPr>
            <p:cNvSpPr/>
            <p:nvPr/>
          </p:nvSpPr>
          <p:spPr>
            <a:xfrm>
              <a:off x="6529222" y="3584722"/>
              <a:ext cx="133743" cy="48101"/>
            </a:xfrm>
            <a:custGeom>
              <a:avLst/>
              <a:gdLst>
                <a:gd name="csX0" fmla="*/ 0 w 154241"/>
                <a:gd name="csY0" fmla="*/ 12116 h 55473"/>
                <a:gd name="csX1" fmla="*/ 21717 w 154241"/>
                <a:gd name="csY1" fmla="*/ 34823 h 55473"/>
                <a:gd name="csX2" fmla="*/ 67754 w 154241"/>
                <a:gd name="csY2" fmla="*/ 37198 h 55473"/>
                <a:gd name="csX3" fmla="*/ 116904 w 154241"/>
                <a:gd name="csY3" fmla="*/ 0 h 55473"/>
                <a:gd name="csX4" fmla="*/ 132715 w 154241"/>
                <a:gd name="csY4" fmla="*/ 12979 h 55473"/>
                <a:gd name="csX5" fmla="*/ 124269 w 154241"/>
                <a:gd name="csY5" fmla="*/ 20117 h 55473"/>
                <a:gd name="csX6" fmla="*/ 119888 w 154241"/>
                <a:gd name="csY6" fmla="*/ 35903 h 55473"/>
                <a:gd name="csX7" fmla="*/ 142557 w 154241"/>
                <a:gd name="csY7" fmla="*/ 55474 h 55473"/>
                <a:gd name="csX8" fmla="*/ 154242 w 154241"/>
                <a:gd name="csY8" fmla="*/ 55474 h 5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54241" h="55473">
                  <a:moveTo>
                    <a:pt x="0" y="12116"/>
                  </a:moveTo>
                  <a:lnTo>
                    <a:pt x="21717" y="34823"/>
                  </a:lnTo>
                  <a:lnTo>
                    <a:pt x="67754" y="37198"/>
                  </a:lnTo>
                  <a:lnTo>
                    <a:pt x="116904" y="0"/>
                  </a:lnTo>
                  <a:lnTo>
                    <a:pt x="132715" y="12979"/>
                  </a:lnTo>
                  <a:lnTo>
                    <a:pt x="124269" y="20117"/>
                  </a:lnTo>
                  <a:lnTo>
                    <a:pt x="119888" y="35903"/>
                  </a:lnTo>
                  <a:lnTo>
                    <a:pt x="142557" y="55474"/>
                  </a:lnTo>
                  <a:lnTo>
                    <a:pt x="154242" y="5547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EB388B4E-F8B6-B8CF-0450-417BDA490BA1}"/>
                </a:ext>
              </a:extLst>
            </p:cNvPr>
            <p:cNvSpPr/>
            <p:nvPr/>
          </p:nvSpPr>
          <p:spPr>
            <a:xfrm>
              <a:off x="6529222" y="3575912"/>
              <a:ext cx="44103" cy="40315"/>
            </a:xfrm>
            <a:custGeom>
              <a:avLst/>
              <a:gdLst>
                <a:gd name="csX0" fmla="*/ 0 w 50863"/>
                <a:gd name="csY0" fmla="*/ 0 h 46494"/>
                <a:gd name="csX1" fmla="*/ 18161 w 50863"/>
                <a:gd name="csY1" fmla="*/ 6807 h 46494"/>
                <a:gd name="csX2" fmla="*/ 23241 w 50863"/>
                <a:gd name="csY2" fmla="*/ 17729 h 46494"/>
                <a:gd name="csX3" fmla="*/ 38417 w 50863"/>
                <a:gd name="csY3" fmla="*/ 17729 h 46494"/>
                <a:gd name="csX4" fmla="*/ 50864 w 50863"/>
                <a:gd name="csY4" fmla="*/ 46495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63" h="46494">
                  <a:moveTo>
                    <a:pt x="0" y="0"/>
                  </a:moveTo>
                  <a:lnTo>
                    <a:pt x="18161" y="6807"/>
                  </a:lnTo>
                  <a:lnTo>
                    <a:pt x="23241" y="17729"/>
                  </a:lnTo>
                  <a:lnTo>
                    <a:pt x="38417" y="17729"/>
                  </a:lnTo>
                  <a:lnTo>
                    <a:pt x="50864" y="464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BF118921-8547-E186-7880-903A8B61C8AC}"/>
                </a:ext>
              </a:extLst>
            </p:cNvPr>
            <p:cNvSpPr/>
            <p:nvPr/>
          </p:nvSpPr>
          <p:spPr>
            <a:xfrm>
              <a:off x="6486880" y="3498645"/>
              <a:ext cx="104396" cy="37320"/>
            </a:xfrm>
            <a:custGeom>
              <a:avLst/>
              <a:gdLst>
                <a:gd name="csX0" fmla="*/ 0 w 120396"/>
                <a:gd name="csY0" fmla="*/ 36227 h 43040"/>
                <a:gd name="csX1" fmla="*/ 55309 w 120396"/>
                <a:gd name="csY1" fmla="*/ 32226 h 43040"/>
                <a:gd name="csX2" fmla="*/ 65278 w 120396"/>
                <a:gd name="csY2" fmla="*/ 19793 h 43040"/>
                <a:gd name="csX3" fmla="*/ 111570 w 120396"/>
                <a:gd name="csY3" fmla="*/ 43040 h 43040"/>
                <a:gd name="csX4" fmla="*/ 120397 w 120396"/>
                <a:gd name="csY4" fmla="*/ 29845 h 43040"/>
                <a:gd name="csX5" fmla="*/ 98616 w 120396"/>
                <a:gd name="csY5" fmla="*/ 12656 h 43040"/>
                <a:gd name="csX6" fmla="*/ 113665 w 120396"/>
                <a:gd name="csY6" fmla="*/ 0 h 43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0396" h="43040">
                  <a:moveTo>
                    <a:pt x="0" y="36227"/>
                  </a:moveTo>
                  <a:lnTo>
                    <a:pt x="55309" y="32226"/>
                  </a:lnTo>
                  <a:lnTo>
                    <a:pt x="65278" y="19793"/>
                  </a:lnTo>
                  <a:lnTo>
                    <a:pt x="111570" y="43040"/>
                  </a:lnTo>
                  <a:lnTo>
                    <a:pt x="120397" y="29845"/>
                  </a:lnTo>
                  <a:lnTo>
                    <a:pt x="98616" y="12656"/>
                  </a:lnTo>
                  <a:lnTo>
                    <a:pt x="11366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E1BF8DEF-0F1D-713E-E1F3-9C801DE8625D}"/>
                </a:ext>
              </a:extLst>
            </p:cNvPr>
            <p:cNvSpPr/>
            <p:nvPr/>
          </p:nvSpPr>
          <p:spPr>
            <a:xfrm>
              <a:off x="6534839" y="3526589"/>
              <a:ext cx="53133" cy="90388"/>
            </a:xfrm>
            <a:custGeom>
              <a:avLst/>
              <a:gdLst>
                <a:gd name="csX0" fmla="*/ 0 w 61276"/>
                <a:gd name="csY0" fmla="*/ 0 h 104241"/>
                <a:gd name="csX1" fmla="*/ 15939 w 61276"/>
                <a:gd name="csY1" fmla="*/ 14167 h 104241"/>
                <a:gd name="csX2" fmla="*/ 15239 w 61276"/>
                <a:gd name="csY2" fmla="*/ 24981 h 104241"/>
                <a:gd name="csX3" fmla="*/ 38862 w 61276"/>
                <a:gd name="csY3" fmla="*/ 40659 h 104241"/>
                <a:gd name="csX4" fmla="*/ 37782 w 61276"/>
                <a:gd name="csY4" fmla="*/ 49638 h 104241"/>
                <a:gd name="csX5" fmla="*/ 58229 w 61276"/>
                <a:gd name="csY5" fmla="*/ 72778 h 104241"/>
                <a:gd name="csX6" fmla="*/ 59563 w 61276"/>
                <a:gd name="csY6" fmla="*/ 84887 h 104241"/>
                <a:gd name="csX7" fmla="*/ 61277 w 61276"/>
                <a:gd name="csY7" fmla="*/ 104242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276" h="104241">
                  <a:moveTo>
                    <a:pt x="0" y="0"/>
                  </a:moveTo>
                  <a:lnTo>
                    <a:pt x="15939" y="14167"/>
                  </a:lnTo>
                  <a:lnTo>
                    <a:pt x="15239" y="24981"/>
                  </a:lnTo>
                  <a:lnTo>
                    <a:pt x="38862" y="40659"/>
                  </a:lnTo>
                  <a:lnTo>
                    <a:pt x="37782" y="49638"/>
                  </a:lnTo>
                  <a:lnTo>
                    <a:pt x="58229" y="72778"/>
                  </a:lnTo>
                  <a:lnTo>
                    <a:pt x="59563" y="84887"/>
                  </a:lnTo>
                  <a:lnTo>
                    <a:pt x="61277" y="1042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A9E9BD51-4CFC-09C7-C793-FF399BBA7EA1}"/>
                </a:ext>
              </a:extLst>
            </p:cNvPr>
            <p:cNvSpPr/>
            <p:nvPr/>
          </p:nvSpPr>
          <p:spPr>
            <a:xfrm>
              <a:off x="6464636" y="4113753"/>
              <a:ext cx="443185" cy="287203"/>
            </a:xfrm>
            <a:custGeom>
              <a:avLst/>
              <a:gdLst>
                <a:gd name="csX0" fmla="*/ 0 w 511111"/>
                <a:gd name="csY0" fmla="*/ 331222 h 331222"/>
                <a:gd name="csX1" fmla="*/ 13843 w 511111"/>
                <a:gd name="csY1" fmla="*/ 320624 h 331222"/>
                <a:gd name="csX2" fmla="*/ 14097 w 511111"/>
                <a:gd name="csY2" fmla="*/ 290671 h 331222"/>
                <a:gd name="csX3" fmla="*/ 30416 w 511111"/>
                <a:gd name="csY3" fmla="*/ 286671 h 331222"/>
                <a:gd name="csX4" fmla="*/ 39751 w 511111"/>
                <a:gd name="csY4" fmla="*/ 297377 h 331222"/>
                <a:gd name="csX5" fmla="*/ 83565 w 511111"/>
                <a:gd name="csY5" fmla="*/ 292621 h 331222"/>
                <a:gd name="csX6" fmla="*/ 143446 w 511111"/>
                <a:gd name="csY6" fmla="*/ 300406 h 331222"/>
                <a:gd name="csX7" fmla="*/ 157163 w 511111"/>
                <a:gd name="csY7" fmla="*/ 312947 h 331222"/>
                <a:gd name="csX8" fmla="*/ 172021 w 511111"/>
                <a:gd name="csY8" fmla="*/ 307975 h 331222"/>
                <a:gd name="csX9" fmla="*/ 194310 w 511111"/>
                <a:gd name="csY9" fmla="*/ 270129 h 331222"/>
                <a:gd name="csX10" fmla="*/ 232156 w 511111"/>
                <a:gd name="csY10" fmla="*/ 250228 h 331222"/>
                <a:gd name="csX11" fmla="*/ 338010 w 511111"/>
                <a:gd name="csY11" fmla="*/ 233578 h 331222"/>
                <a:gd name="csX12" fmla="*/ 456120 w 511111"/>
                <a:gd name="csY12" fmla="*/ 193243 h 331222"/>
                <a:gd name="csX13" fmla="*/ 481140 w 511111"/>
                <a:gd name="csY13" fmla="*/ 116141 h 331222"/>
                <a:gd name="csX14" fmla="*/ 463232 w 511111"/>
                <a:gd name="csY14" fmla="*/ 88563 h 331222"/>
                <a:gd name="csX15" fmla="*/ 477774 w 511111"/>
                <a:gd name="csY15" fmla="*/ 42824 h 331222"/>
                <a:gd name="csX16" fmla="*/ 498030 w 511111"/>
                <a:gd name="csY16" fmla="*/ 38926 h 331222"/>
                <a:gd name="csX17" fmla="*/ 495744 w 511111"/>
                <a:gd name="csY17" fmla="*/ 20434 h 331222"/>
                <a:gd name="csX18" fmla="*/ 486092 w 511111"/>
                <a:gd name="csY18" fmla="*/ 19463 h 331222"/>
                <a:gd name="csX19" fmla="*/ 486537 w 511111"/>
                <a:gd name="csY19" fmla="*/ 1619 h 331222"/>
                <a:gd name="csX20" fmla="*/ 511111 w 511111"/>
                <a:gd name="csY20" fmla="*/ 0 h 331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11111" h="331222">
                  <a:moveTo>
                    <a:pt x="0" y="331222"/>
                  </a:moveTo>
                  <a:lnTo>
                    <a:pt x="13843" y="320624"/>
                  </a:lnTo>
                  <a:lnTo>
                    <a:pt x="14097" y="290671"/>
                  </a:lnTo>
                  <a:lnTo>
                    <a:pt x="30416" y="286671"/>
                  </a:lnTo>
                  <a:lnTo>
                    <a:pt x="39751" y="297377"/>
                  </a:lnTo>
                  <a:lnTo>
                    <a:pt x="83565" y="292621"/>
                  </a:lnTo>
                  <a:lnTo>
                    <a:pt x="143446" y="300406"/>
                  </a:lnTo>
                  <a:lnTo>
                    <a:pt x="157163" y="312947"/>
                  </a:lnTo>
                  <a:lnTo>
                    <a:pt x="172021" y="307975"/>
                  </a:lnTo>
                  <a:lnTo>
                    <a:pt x="194310" y="270129"/>
                  </a:lnTo>
                  <a:lnTo>
                    <a:pt x="232156" y="250228"/>
                  </a:lnTo>
                  <a:lnTo>
                    <a:pt x="338010" y="233578"/>
                  </a:lnTo>
                  <a:lnTo>
                    <a:pt x="456120" y="193243"/>
                  </a:lnTo>
                  <a:lnTo>
                    <a:pt x="481140" y="116141"/>
                  </a:lnTo>
                  <a:lnTo>
                    <a:pt x="463232" y="88563"/>
                  </a:lnTo>
                  <a:lnTo>
                    <a:pt x="477774" y="42824"/>
                  </a:lnTo>
                  <a:lnTo>
                    <a:pt x="498030" y="38926"/>
                  </a:lnTo>
                  <a:lnTo>
                    <a:pt x="495744" y="20434"/>
                  </a:lnTo>
                  <a:lnTo>
                    <a:pt x="486092" y="19463"/>
                  </a:lnTo>
                  <a:lnTo>
                    <a:pt x="486537" y="1619"/>
                  </a:lnTo>
                  <a:lnTo>
                    <a:pt x="5111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BE758F24-1975-A867-C4AF-61416C9B1BEF}"/>
                </a:ext>
              </a:extLst>
            </p:cNvPr>
            <p:cNvSpPr/>
            <p:nvPr/>
          </p:nvSpPr>
          <p:spPr>
            <a:xfrm>
              <a:off x="6892515" y="4078216"/>
              <a:ext cx="13489" cy="16408"/>
            </a:xfrm>
            <a:custGeom>
              <a:avLst/>
              <a:gdLst>
                <a:gd name="csX0" fmla="*/ 0 w 15557"/>
                <a:gd name="csY0" fmla="*/ 0 h 18923"/>
                <a:gd name="csX1" fmla="*/ 15557 w 15557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557" h="18923">
                  <a:moveTo>
                    <a:pt x="0" y="0"/>
                  </a:moveTo>
                  <a:lnTo>
                    <a:pt x="15557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F20F51BF-81C9-6C21-6212-3C75338305CA}"/>
                </a:ext>
              </a:extLst>
            </p:cNvPr>
            <p:cNvSpPr/>
            <p:nvPr/>
          </p:nvSpPr>
          <p:spPr>
            <a:xfrm>
              <a:off x="6749576" y="4129225"/>
              <a:ext cx="116728" cy="61321"/>
            </a:xfrm>
            <a:custGeom>
              <a:avLst/>
              <a:gdLst>
                <a:gd name="csX0" fmla="*/ 0 w 134619"/>
                <a:gd name="csY0" fmla="*/ 0 h 70719"/>
                <a:gd name="csX1" fmla="*/ 0 w 134619"/>
                <a:gd name="csY1" fmla="*/ 18167 h 70719"/>
                <a:gd name="csX2" fmla="*/ 29845 w 134619"/>
                <a:gd name="csY2" fmla="*/ 58179 h 70719"/>
                <a:gd name="csX3" fmla="*/ 134620 w 134619"/>
                <a:gd name="csY3" fmla="*/ 70720 h 70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619" h="70719">
                  <a:moveTo>
                    <a:pt x="0" y="0"/>
                  </a:moveTo>
                  <a:lnTo>
                    <a:pt x="0" y="18167"/>
                  </a:lnTo>
                  <a:lnTo>
                    <a:pt x="29845" y="58179"/>
                  </a:lnTo>
                  <a:lnTo>
                    <a:pt x="134620" y="7072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32E420DE-3E48-D722-CD6F-23B0490D3101}"/>
                </a:ext>
              </a:extLst>
            </p:cNvPr>
            <p:cNvSpPr/>
            <p:nvPr/>
          </p:nvSpPr>
          <p:spPr>
            <a:xfrm>
              <a:off x="6208437" y="3863022"/>
              <a:ext cx="442139" cy="126304"/>
            </a:xfrm>
            <a:custGeom>
              <a:avLst/>
              <a:gdLst>
                <a:gd name="csX0" fmla="*/ 0 w 509905"/>
                <a:gd name="csY0" fmla="*/ 115818 h 145662"/>
                <a:gd name="csX1" fmla="*/ 44259 w 509905"/>
                <a:gd name="csY1" fmla="*/ 119387 h 145662"/>
                <a:gd name="csX2" fmla="*/ 65151 w 509905"/>
                <a:gd name="csY2" fmla="*/ 92672 h 145662"/>
                <a:gd name="csX3" fmla="*/ 96012 w 509905"/>
                <a:gd name="csY3" fmla="*/ 86944 h 145662"/>
                <a:gd name="csX4" fmla="*/ 114618 w 509905"/>
                <a:gd name="csY4" fmla="*/ 66396 h 145662"/>
                <a:gd name="csX5" fmla="*/ 83630 w 509905"/>
                <a:gd name="csY5" fmla="*/ 28873 h 145662"/>
                <a:gd name="csX6" fmla="*/ 162369 w 509905"/>
                <a:gd name="csY6" fmla="*/ 0 h 145662"/>
                <a:gd name="csX7" fmla="*/ 210058 w 509905"/>
                <a:gd name="csY7" fmla="*/ 11678 h 145662"/>
                <a:gd name="csX8" fmla="*/ 267208 w 509905"/>
                <a:gd name="csY8" fmla="*/ 41631 h 145662"/>
                <a:gd name="csX9" fmla="*/ 368618 w 509905"/>
                <a:gd name="csY9" fmla="*/ 121438 h 145662"/>
                <a:gd name="csX10" fmla="*/ 467233 w 509905"/>
                <a:gd name="csY10" fmla="*/ 126632 h 145662"/>
                <a:gd name="csX11" fmla="*/ 475679 w 509905"/>
                <a:gd name="csY11" fmla="*/ 145663 h 145662"/>
                <a:gd name="csX12" fmla="*/ 509905 w 509905"/>
                <a:gd name="csY12" fmla="*/ 145663 h 145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09905" h="145662">
                  <a:moveTo>
                    <a:pt x="0" y="115818"/>
                  </a:moveTo>
                  <a:lnTo>
                    <a:pt x="44259" y="119387"/>
                  </a:lnTo>
                  <a:lnTo>
                    <a:pt x="65151" y="92672"/>
                  </a:lnTo>
                  <a:lnTo>
                    <a:pt x="96012" y="86944"/>
                  </a:lnTo>
                  <a:lnTo>
                    <a:pt x="114618" y="66396"/>
                  </a:lnTo>
                  <a:lnTo>
                    <a:pt x="83630" y="28873"/>
                  </a:lnTo>
                  <a:lnTo>
                    <a:pt x="162369" y="0"/>
                  </a:lnTo>
                  <a:lnTo>
                    <a:pt x="210058" y="11678"/>
                  </a:lnTo>
                  <a:lnTo>
                    <a:pt x="267208" y="41631"/>
                  </a:lnTo>
                  <a:lnTo>
                    <a:pt x="368618" y="121438"/>
                  </a:lnTo>
                  <a:lnTo>
                    <a:pt x="467233" y="126632"/>
                  </a:lnTo>
                  <a:lnTo>
                    <a:pt x="475679" y="145663"/>
                  </a:lnTo>
                  <a:lnTo>
                    <a:pt x="509905" y="145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8C153ACA-C346-5520-B9EE-DCC5A7E0FDD5}"/>
                </a:ext>
              </a:extLst>
            </p:cNvPr>
            <p:cNvSpPr/>
            <p:nvPr/>
          </p:nvSpPr>
          <p:spPr>
            <a:xfrm>
              <a:off x="6582906" y="3937283"/>
              <a:ext cx="54675" cy="33851"/>
            </a:xfrm>
            <a:custGeom>
              <a:avLst/>
              <a:gdLst>
                <a:gd name="csX0" fmla="*/ 0 w 63055"/>
                <a:gd name="csY0" fmla="*/ 39040 h 39039"/>
                <a:gd name="csX1" fmla="*/ 22289 w 63055"/>
                <a:gd name="csY1" fmla="*/ 0 h 39039"/>
                <a:gd name="csX2" fmla="*/ 54673 w 63055"/>
                <a:gd name="csY2" fmla="*/ 1086 h 39039"/>
                <a:gd name="csX3" fmla="*/ 63055 w 63055"/>
                <a:gd name="csY3" fmla="*/ 12764 h 39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3055" h="39039">
                  <a:moveTo>
                    <a:pt x="0" y="39040"/>
                  </a:moveTo>
                  <a:lnTo>
                    <a:pt x="22289" y="0"/>
                  </a:lnTo>
                  <a:lnTo>
                    <a:pt x="54673" y="1086"/>
                  </a:lnTo>
                  <a:lnTo>
                    <a:pt x="63055" y="12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78A94BD2-5114-3AD8-9E29-DBC7597E0BD2}"/>
                </a:ext>
              </a:extLst>
            </p:cNvPr>
            <p:cNvSpPr/>
            <p:nvPr/>
          </p:nvSpPr>
          <p:spPr>
            <a:xfrm>
              <a:off x="6724964" y="4115625"/>
              <a:ext cx="17289" cy="8159"/>
            </a:xfrm>
            <a:custGeom>
              <a:avLst/>
              <a:gdLst>
                <a:gd name="csX0" fmla="*/ 0 w 19939"/>
                <a:gd name="csY0" fmla="*/ 0 h 9410"/>
                <a:gd name="csX1" fmla="*/ 19939 w 19939"/>
                <a:gd name="csY1" fmla="*/ 9411 h 9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39" h="9410">
                  <a:moveTo>
                    <a:pt x="0" y="0"/>
                  </a:moveTo>
                  <a:lnTo>
                    <a:pt x="19939" y="941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D0B3A46F-C950-B7AD-1A63-EA9D3BED5C18}"/>
                </a:ext>
              </a:extLst>
            </p:cNvPr>
            <p:cNvSpPr/>
            <p:nvPr/>
          </p:nvSpPr>
          <p:spPr>
            <a:xfrm>
              <a:off x="6239877" y="3671366"/>
              <a:ext cx="289895" cy="53442"/>
            </a:xfrm>
            <a:custGeom>
              <a:avLst/>
              <a:gdLst>
                <a:gd name="csX0" fmla="*/ 0 w 334327"/>
                <a:gd name="csY0" fmla="*/ 61633 h 61633"/>
                <a:gd name="csX1" fmla="*/ 15049 w 334327"/>
                <a:gd name="csY1" fmla="*/ 61633 h 61633"/>
                <a:gd name="csX2" fmla="*/ 30861 w 334327"/>
                <a:gd name="csY2" fmla="*/ 45955 h 61633"/>
                <a:gd name="csX3" fmla="*/ 30861 w 334327"/>
                <a:gd name="csY3" fmla="*/ 22816 h 61633"/>
                <a:gd name="csX4" fmla="*/ 56388 w 334327"/>
                <a:gd name="csY4" fmla="*/ 31033 h 61633"/>
                <a:gd name="csX5" fmla="*/ 84010 w 334327"/>
                <a:gd name="csY5" fmla="*/ 17513 h 61633"/>
                <a:gd name="csX6" fmla="*/ 101727 w 334327"/>
                <a:gd name="csY6" fmla="*/ 19463 h 61633"/>
                <a:gd name="csX7" fmla="*/ 111125 w 334327"/>
                <a:gd name="csY7" fmla="*/ 29197 h 61633"/>
                <a:gd name="csX8" fmla="*/ 147765 w 334327"/>
                <a:gd name="csY8" fmla="*/ 26276 h 61633"/>
                <a:gd name="csX9" fmla="*/ 180848 w 334327"/>
                <a:gd name="csY9" fmla="*/ 11570 h 61633"/>
                <a:gd name="csX10" fmla="*/ 219710 w 334327"/>
                <a:gd name="csY10" fmla="*/ 10706 h 61633"/>
                <a:gd name="csX11" fmla="*/ 227838 w 334327"/>
                <a:gd name="csY11" fmla="*/ 1835 h 61633"/>
                <a:gd name="csX12" fmla="*/ 238951 w 334327"/>
                <a:gd name="csY12" fmla="*/ 1835 h 61633"/>
                <a:gd name="csX13" fmla="*/ 242443 w 334327"/>
                <a:gd name="csY13" fmla="*/ 14815 h 61633"/>
                <a:gd name="csX14" fmla="*/ 259842 w 334327"/>
                <a:gd name="csY14" fmla="*/ 9944 h 61633"/>
                <a:gd name="csX15" fmla="*/ 263017 w 334327"/>
                <a:gd name="csY15" fmla="*/ 0 h 61633"/>
                <a:gd name="csX16" fmla="*/ 310706 w 334327"/>
                <a:gd name="csY16" fmla="*/ 4001 h 61633"/>
                <a:gd name="csX17" fmla="*/ 313119 w 334327"/>
                <a:gd name="csY17" fmla="*/ 16974 h 61633"/>
                <a:gd name="csX18" fmla="*/ 334328 w 334327"/>
                <a:gd name="csY18" fmla="*/ 6807 h 61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4327" h="61633">
                  <a:moveTo>
                    <a:pt x="0" y="61633"/>
                  </a:moveTo>
                  <a:lnTo>
                    <a:pt x="15049" y="61633"/>
                  </a:lnTo>
                  <a:lnTo>
                    <a:pt x="30861" y="45955"/>
                  </a:lnTo>
                  <a:lnTo>
                    <a:pt x="30861" y="22816"/>
                  </a:lnTo>
                  <a:lnTo>
                    <a:pt x="56388" y="31033"/>
                  </a:lnTo>
                  <a:lnTo>
                    <a:pt x="84010" y="17513"/>
                  </a:lnTo>
                  <a:lnTo>
                    <a:pt x="101727" y="19463"/>
                  </a:lnTo>
                  <a:lnTo>
                    <a:pt x="111125" y="29197"/>
                  </a:lnTo>
                  <a:lnTo>
                    <a:pt x="147765" y="26276"/>
                  </a:lnTo>
                  <a:lnTo>
                    <a:pt x="180848" y="11570"/>
                  </a:lnTo>
                  <a:lnTo>
                    <a:pt x="219710" y="10706"/>
                  </a:lnTo>
                  <a:lnTo>
                    <a:pt x="227838" y="1835"/>
                  </a:lnTo>
                  <a:lnTo>
                    <a:pt x="238951" y="1835"/>
                  </a:lnTo>
                  <a:lnTo>
                    <a:pt x="242443" y="14815"/>
                  </a:lnTo>
                  <a:lnTo>
                    <a:pt x="259842" y="9944"/>
                  </a:lnTo>
                  <a:lnTo>
                    <a:pt x="263017" y="0"/>
                  </a:lnTo>
                  <a:lnTo>
                    <a:pt x="310706" y="4001"/>
                  </a:lnTo>
                  <a:lnTo>
                    <a:pt x="313119" y="16974"/>
                  </a:lnTo>
                  <a:lnTo>
                    <a:pt x="334328" y="68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C6DFDE21-DEAD-2D37-D6D5-F6CF4EF9D6B7}"/>
                </a:ext>
              </a:extLst>
            </p:cNvPr>
            <p:cNvSpPr/>
            <p:nvPr/>
          </p:nvSpPr>
          <p:spPr>
            <a:xfrm>
              <a:off x="6210419" y="3771880"/>
              <a:ext cx="51316" cy="177686"/>
            </a:xfrm>
            <a:custGeom>
              <a:avLst/>
              <a:gdLst>
                <a:gd name="csX0" fmla="*/ 37529 w 59181"/>
                <a:gd name="csY0" fmla="*/ 0 h 204920"/>
                <a:gd name="csX1" fmla="*/ 55944 w 59181"/>
                <a:gd name="csY1" fmla="*/ 0 h 204920"/>
                <a:gd name="csX2" fmla="*/ 59182 w 59181"/>
                <a:gd name="csY2" fmla="*/ 18275 h 204920"/>
                <a:gd name="csX3" fmla="*/ 34290 w 59181"/>
                <a:gd name="csY3" fmla="*/ 40767 h 204920"/>
                <a:gd name="csX4" fmla="*/ 27877 w 59181"/>
                <a:gd name="csY4" fmla="*/ 59150 h 204920"/>
                <a:gd name="csX5" fmla="*/ 22923 w 59181"/>
                <a:gd name="csY5" fmla="*/ 134741 h 204920"/>
                <a:gd name="csX6" fmla="*/ 0 w 59181"/>
                <a:gd name="csY6" fmla="*/ 204921 h 204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9181" h="204920">
                  <a:moveTo>
                    <a:pt x="37529" y="0"/>
                  </a:moveTo>
                  <a:lnTo>
                    <a:pt x="55944" y="0"/>
                  </a:lnTo>
                  <a:lnTo>
                    <a:pt x="59182" y="18275"/>
                  </a:lnTo>
                  <a:lnTo>
                    <a:pt x="34290" y="40767"/>
                  </a:lnTo>
                  <a:lnTo>
                    <a:pt x="27877" y="59150"/>
                  </a:lnTo>
                  <a:lnTo>
                    <a:pt x="22923" y="134741"/>
                  </a:lnTo>
                  <a:lnTo>
                    <a:pt x="0" y="2049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DF4FD94A-FCCF-021E-FBC4-3D71FBDD9E8B}"/>
                </a:ext>
              </a:extLst>
            </p:cNvPr>
            <p:cNvSpPr/>
            <p:nvPr/>
          </p:nvSpPr>
          <p:spPr>
            <a:xfrm>
              <a:off x="6207226" y="3848298"/>
              <a:ext cx="25217" cy="43602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EC85002F-60D4-A722-1D47-AB816D93B8C3}"/>
                </a:ext>
              </a:extLst>
            </p:cNvPr>
            <p:cNvSpPr/>
            <p:nvPr/>
          </p:nvSpPr>
          <p:spPr>
            <a:xfrm>
              <a:off x="6213283" y="3823169"/>
              <a:ext cx="21308" cy="4410"/>
            </a:xfrm>
            <a:custGeom>
              <a:avLst/>
              <a:gdLst>
                <a:gd name="csX0" fmla="*/ 0 w 24574"/>
                <a:gd name="csY0" fmla="*/ 5086 h 5086"/>
                <a:gd name="csX1" fmla="*/ 24574 w 24574"/>
                <a:gd name="csY1" fmla="*/ 0 h 5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74" h="5086">
                  <a:moveTo>
                    <a:pt x="0" y="5086"/>
                  </a:moveTo>
                  <a:lnTo>
                    <a:pt x="2457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C3A3DDA5-3F21-BD71-E9AE-2FA1A84C87A3}"/>
                </a:ext>
              </a:extLst>
            </p:cNvPr>
            <p:cNvSpPr/>
            <p:nvPr/>
          </p:nvSpPr>
          <p:spPr>
            <a:xfrm>
              <a:off x="6233380" y="3684212"/>
              <a:ext cx="216719" cy="171025"/>
            </a:xfrm>
            <a:custGeom>
              <a:avLst/>
              <a:gdLst>
                <a:gd name="csX0" fmla="*/ 0 w 249935"/>
                <a:gd name="csY0" fmla="*/ 183077 h 197237"/>
                <a:gd name="csX1" fmla="*/ 13970 w 249935"/>
                <a:gd name="csY1" fmla="*/ 179832 h 197237"/>
                <a:gd name="csX2" fmla="*/ 28575 w 249935"/>
                <a:gd name="csY2" fmla="*/ 194970 h 197237"/>
                <a:gd name="csX3" fmla="*/ 42863 w 249935"/>
                <a:gd name="csY3" fmla="*/ 197237 h 197237"/>
                <a:gd name="csX4" fmla="*/ 196659 w 249935"/>
                <a:gd name="csY4" fmla="*/ 111487 h 197237"/>
                <a:gd name="csX5" fmla="*/ 207581 w 249935"/>
                <a:gd name="csY5" fmla="*/ 92564 h 197237"/>
                <a:gd name="csX6" fmla="*/ 207581 w 249935"/>
                <a:gd name="csY6" fmla="*/ 72231 h 197237"/>
                <a:gd name="csX7" fmla="*/ 212725 w 249935"/>
                <a:gd name="csY7" fmla="*/ 58179 h 197237"/>
                <a:gd name="csX8" fmla="*/ 210883 w 249935"/>
                <a:gd name="csY8" fmla="*/ 24651 h 197237"/>
                <a:gd name="csX9" fmla="*/ 235077 w 249935"/>
                <a:gd name="csY9" fmla="*/ 17621 h 197237"/>
                <a:gd name="csX10" fmla="*/ 249936 w 249935"/>
                <a:gd name="csY10" fmla="*/ 0 h 1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9935" h="197237">
                  <a:moveTo>
                    <a:pt x="0" y="183077"/>
                  </a:moveTo>
                  <a:lnTo>
                    <a:pt x="13970" y="179832"/>
                  </a:lnTo>
                  <a:lnTo>
                    <a:pt x="28575" y="194970"/>
                  </a:lnTo>
                  <a:lnTo>
                    <a:pt x="42863" y="197237"/>
                  </a:lnTo>
                  <a:lnTo>
                    <a:pt x="196659" y="111487"/>
                  </a:lnTo>
                  <a:lnTo>
                    <a:pt x="207581" y="92564"/>
                  </a:lnTo>
                  <a:lnTo>
                    <a:pt x="207581" y="72231"/>
                  </a:lnTo>
                  <a:lnTo>
                    <a:pt x="212725" y="58179"/>
                  </a:lnTo>
                  <a:lnTo>
                    <a:pt x="210883" y="24651"/>
                  </a:lnTo>
                  <a:lnTo>
                    <a:pt x="235077" y="17621"/>
                  </a:lnTo>
                  <a:lnTo>
                    <a:pt x="24993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B9EA1C5E-7F2F-1D61-B1EF-8748FE69D547}"/>
                </a:ext>
              </a:extLst>
            </p:cNvPr>
            <p:cNvSpPr/>
            <p:nvPr/>
          </p:nvSpPr>
          <p:spPr>
            <a:xfrm>
              <a:off x="6334856" y="3819420"/>
              <a:ext cx="17178" cy="43602"/>
            </a:xfrm>
            <a:custGeom>
              <a:avLst/>
              <a:gdLst>
                <a:gd name="csX0" fmla="*/ 0 w 19811"/>
                <a:gd name="csY0" fmla="*/ 0 h 50285"/>
                <a:gd name="csX1" fmla="*/ 8763 w 19811"/>
                <a:gd name="csY1" fmla="*/ 31039 h 50285"/>
                <a:gd name="csX2" fmla="*/ 19812 w 19811"/>
                <a:gd name="csY2" fmla="*/ 31794 h 50285"/>
                <a:gd name="csX3" fmla="*/ 17272 w 19811"/>
                <a:gd name="csY3" fmla="*/ 50285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811" h="50285">
                  <a:moveTo>
                    <a:pt x="0" y="0"/>
                  </a:moveTo>
                  <a:lnTo>
                    <a:pt x="8763" y="31039"/>
                  </a:lnTo>
                  <a:lnTo>
                    <a:pt x="19812" y="31794"/>
                  </a:lnTo>
                  <a:lnTo>
                    <a:pt x="17272" y="50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2F60D0B3-6B07-9AF5-8C44-55BBB2CBA253}"/>
                </a:ext>
              </a:extLst>
            </p:cNvPr>
            <p:cNvSpPr/>
            <p:nvPr/>
          </p:nvSpPr>
          <p:spPr>
            <a:xfrm>
              <a:off x="6757725" y="4316290"/>
              <a:ext cx="39809" cy="75290"/>
            </a:xfrm>
            <a:custGeom>
              <a:avLst/>
              <a:gdLst>
                <a:gd name="csX0" fmla="*/ 0 w 45910"/>
                <a:gd name="csY0" fmla="*/ 0 h 86829"/>
                <a:gd name="csX1" fmla="*/ 45910 w 45910"/>
                <a:gd name="csY1" fmla="*/ 86830 h 86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910" h="86829">
                  <a:moveTo>
                    <a:pt x="0" y="0"/>
                  </a:moveTo>
                  <a:lnTo>
                    <a:pt x="45910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2C650FE3-4CBF-328F-7C47-C0CCC71D27CE}"/>
                </a:ext>
              </a:extLst>
            </p:cNvPr>
            <p:cNvSpPr/>
            <p:nvPr/>
          </p:nvSpPr>
          <p:spPr>
            <a:xfrm>
              <a:off x="7051475" y="3688148"/>
              <a:ext cx="445277" cy="274451"/>
            </a:xfrm>
            <a:custGeom>
              <a:avLst/>
              <a:gdLst>
                <a:gd name="csX0" fmla="*/ 0 w 513524"/>
                <a:gd name="csY0" fmla="*/ 293484 h 316515"/>
                <a:gd name="csX1" fmla="*/ 63436 w 513524"/>
                <a:gd name="csY1" fmla="*/ 316516 h 316515"/>
                <a:gd name="csX2" fmla="*/ 200787 w 513524"/>
                <a:gd name="csY2" fmla="*/ 294240 h 316515"/>
                <a:gd name="csX3" fmla="*/ 213043 w 513524"/>
                <a:gd name="csY3" fmla="*/ 240932 h 316515"/>
                <a:gd name="csX4" fmla="*/ 253111 w 513524"/>
                <a:gd name="csY4" fmla="*/ 235630 h 316515"/>
                <a:gd name="csX5" fmla="*/ 253111 w 513524"/>
                <a:gd name="csY5" fmla="*/ 221031 h 316515"/>
                <a:gd name="csX6" fmla="*/ 287528 w 513524"/>
                <a:gd name="csY6" fmla="*/ 210757 h 316515"/>
                <a:gd name="csX7" fmla="*/ 302323 w 513524"/>
                <a:gd name="csY7" fmla="*/ 220599 h 316515"/>
                <a:gd name="csX8" fmla="*/ 318262 w 513524"/>
                <a:gd name="csY8" fmla="*/ 210757 h 316515"/>
                <a:gd name="csX9" fmla="*/ 313055 w 513524"/>
                <a:gd name="csY9" fmla="*/ 188481 h 316515"/>
                <a:gd name="csX10" fmla="*/ 325819 w 513524"/>
                <a:gd name="csY10" fmla="*/ 161233 h 316515"/>
                <a:gd name="csX11" fmla="*/ 346075 w 513524"/>
                <a:gd name="csY11" fmla="*/ 161233 h 316515"/>
                <a:gd name="csX12" fmla="*/ 353632 w 513524"/>
                <a:gd name="csY12" fmla="*/ 149879 h 316515"/>
                <a:gd name="csX13" fmla="*/ 340106 w 513524"/>
                <a:gd name="csY13" fmla="*/ 131496 h 316515"/>
                <a:gd name="csX14" fmla="*/ 338582 w 513524"/>
                <a:gd name="csY14" fmla="*/ 120250 h 316515"/>
                <a:gd name="csX15" fmla="*/ 377889 w 513524"/>
                <a:gd name="csY15" fmla="*/ 126194 h 316515"/>
                <a:gd name="csX16" fmla="*/ 383477 w 513524"/>
                <a:gd name="csY16" fmla="*/ 113005 h 316515"/>
                <a:gd name="csX17" fmla="*/ 379413 w 513524"/>
                <a:gd name="csY17" fmla="*/ 99593 h 316515"/>
                <a:gd name="csX18" fmla="*/ 402336 w 513524"/>
                <a:gd name="csY18" fmla="*/ 75914 h 316515"/>
                <a:gd name="csX19" fmla="*/ 397129 w 513524"/>
                <a:gd name="csY19" fmla="*/ 48660 h 316515"/>
                <a:gd name="csX20" fmla="*/ 386969 w 513524"/>
                <a:gd name="csY20" fmla="*/ 40875 h 316515"/>
                <a:gd name="csX21" fmla="*/ 435991 w 513524"/>
                <a:gd name="csY21" fmla="*/ 8433 h 316515"/>
                <a:gd name="csX22" fmla="*/ 513524 w 513524"/>
                <a:gd name="csY22" fmla="*/ 0 h 31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13524" h="316515">
                  <a:moveTo>
                    <a:pt x="0" y="293484"/>
                  </a:moveTo>
                  <a:lnTo>
                    <a:pt x="63436" y="316516"/>
                  </a:lnTo>
                  <a:lnTo>
                    <a:pt x="200787" y="294240"/>
                  </a:lnTo>
                  <a:lnTo>
                    <a:pt x="213043" y="240932"/>
                  </a:lnTo>
                  <a:lnTo>
                    <a:pt x="253111" y="235630"/>
                  </a:lnTo>
                  <a:lnTo>
                    <a:pt x="253111" y="221031"/>
                  </a:lnTo>
                  <a:lnTo>
                    <a:pt x="287528" y="210757"/>
                  </a:lnTo>
                  <a:lnTo>
                    <a:pt x="302323" y="220599"/>
                  </a:lnTo>
                  <a:lnTo>
                    <a:pt x="318262" y="210757"/>
                  </a:lnTo>
                  <a:lnTo>
                    <a:pt x="313055" y="188481"/>
                  </a:lnTo>
                  <a:lnTo>
                    <a:pt x="325819" y="161233"/>
                  </a:lnTo>
                  <a:lnTo>
                    <a:pt x="346075" y="161233"/>
                  </a:lnTo>
                  <a:lnTo>
                    <a:pt x="353632" y="149879"/>
                  </a:lnTo>
                  <a:lnTo>
                    <a:pt x="340106" y="131496"/>
                  </a:lnTo>
                  <a:lnTo>
                    <a:pt x="338582" y="120250"/>
                  </a:lnTo>
                  <a:lnTo>
                    <a:pt x="377889" y="126194"/>
                  </a:lnTo>
                  <a:lnTo>
                    <a:pt x="383477" y="113005"/>
                  </a:lnTo>
                  <a:lnTo>
                    <a:pt x="379413" y="99593"/>
                  </a:lnTo>
                  <a:lnTo>
                    <a:pt x="402336" y="75914"/>
                  </a:lnTo>
                  <a:lnTo>
                    <a:pt x="397129" y="48660"/>
                  </a:lnTo>
                  <a:lnTo>
                    <a:pt x="386969" y="40875"/>
                  </a:lnTo>
                  <a:lnTo>
                    <a:pt x="435991" y="8433"/>
                  </a:lnTo>
                  <a:lnTo>
                    <a:pt x="51352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5205AFD8-B7EE-FB04-81E1-2DE6932F19D9}"/>
                </a:ext>
              </a:extLst>
            </p:cNvPr>
            <p:cNvSpPr/>
            <p:nvPr/>
          </p:nvSpPr>
          <p:spPr>
            <a:xfrm>
              <a:off x="7062928" y="3664142"/>
              <a:ext cx="173386" cy="89551"/>
            </a:xfrm>
            <a:custGeom>
              <a:avLst/>
              <a:gdLst>
                <a:gd name="csX0" fmla="*/ 0 w 199961"/>
                <a:gd name="csY0" fmla="*/ 90189 h 103276"/>
                <a:gd name="csX1" fmla="*/ 51436 w 199961"/>
                <a:gd name="csY1" fmla="*/ 103276 h 103276"/>
                <a:gd name="csX2" fmla="*/ 69850 w 199961"/>
                <a:gd name="csY2" fmla="*/ 90729 h 103276"/>
                <a:gd name="csX3" fmla="*/ 70041 w 199961"/>
                <a:gd name="csY3" fmla="*/ 73533 h 103276"/>
                <a:gd name="csX4" fmla="*/ 125349 w 199961"/>
                <a:gd name="csY4" fmla="*/ 52235 h 103276"/>
                <a:gd name="csX5" fmla="*/ 134557 w 199961"/>
                <a:gd name="csY5" fmla="*/ 18275 h 103276"/>
                <a:gd name="csX6" fmla="*/ 161608 w 199961"/>
                <a:gd name="csY6" fmla="*/ 14491 h 103276"/>
                <a:gd name="csX7" fmla="*/ 166370 w 199961"/>
                <a:gd name="csY7" fmla="*/ 0 h 103276"/>
                <a:gd name="csX8" fmla="*/ 199961 w 199961"/>
                <a:gd name="csY8" fmla="*/ 8547 h 10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9961" h="103276">
                  <a:moveTo>
                    <a:pt x="0" y="90189"/>
                  </a:moveTo>
                  <a:lnTo>
                    <a:pt x="51436" y="103276"/>
                  </a:lnTo>
                  <a:lnTo>
                    <a:pt x="69850" y="90729"/>
                  </a:lnTo>
                  <a:lnTo>
                    <a:pt x="70041" y="73533"/>
                  </a:lnTo>
                  <a:lnTo>
                    <a:pt x="125349" y="52235"/>
                  </a:lnTo>
                  <a:lnTo>
                    <a:pt x="134557" y="18275"/>
                  </a:lnTo>
                  <a:lnTo>
                    <a:pt x="161608" y="14491"/>
                  </a:lnTo>
                  <a:lnTo>
                    <a:pt x="166370" y="0"/>
                  </a:lnTo>
                  <a:lnTo>
                    <a:pt x="199961" y="85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9A799457-70D8-6AFC-D974-57E32DC5D9A0}"/>
                </a:ext>
              </a:extLst>
            </p:cNvPr>
            <p:cNvSpPr/>
            <p:nvPr/>
          </p:nvSpPr>
          <p:spPr>
            <a:xfrm>
              <a:off x="7466800" y="3200188"/>
              <a:ext cx="446048" cy="470611"/>
            </a:xfrm>
            <a:custGeom>
              <a:avLst/>
              <a:gdLst>
                <a:gd name="csX0" fmla="*/ 514414 w 514413"/>
                <a:gd name="csY0" fmla="*/ 0 h 542740"/>
                <a:gd name="csX1" fmla="*/ 489838 w 514413"/>
                <a:gd name="csY1" fmla="*/ 5518 h 542740"/>
                <a:gd name="csX2" fmla="*/ 491045 w 514413"/>
                <a:gd name="csY2" fmla="*/ 20873 h 542740"/>
                <a:gd name="csX3" fmla="*/ 471995 w 514413"/>
                <a:gd name="csY3" fmla="*/ 34284 h 542740"/>
                <a:gd name="csX4" fmla="*/ 453898 w 514413"/>
                <a:gd name="csY4" fmla="*/ 34284 h 542740"/>
                <a:gd name="csX5" fmla="*/ 442976 w 514413"/>
                <a:gd name="csY5" fmla="*/ 57207 h 542740"/>
                <a:gd name="csX6" fmla="*/ 451103 w 514413"/>
                <a:gd name="csY6" fmla="*/ 97974 h 542740"/>
                <a:gd name="csX7" fmla="*/ 417766 w 514413"/>
                <a:gd name="csY7" fmla="*/ 117545 h 542740"/>
                <a:gd name="csX8" fmla="*/ 352107 w 514413"/>
                <a:gd name="csY8" fmla="*/ 98298 h 542740"/>
                <a:gd name="csX9" fmla="*/ 324993 w 514413"/>
                <a:gd name="csY9" fmla="*/ 175724 h 542740"/>
                <a:gd name="csX10" fmla="*/ 339534 w 514413"/>
                <a:gd name="csY10" fmla="*/ 182537 h 542740"/>
                <a:gd name="csX11" fmla="*/ 333248 w 514413"/>
                <a:gd name="csY11" fmla="*/ 199301 h 542740"/>
                <a:gd name="csX12" fmla="*/ 295465 w 514413"/>
                <a:gd name="csY12" fmla="*/ 191840 h 542740"/>
                <a:gd name="csX13" fmla="*/ 235965 w 514413"/>
                <a:gd name="csY13" fmla="*/ 203302 h 542740"/>
                <a:gd name="csX14" fmla="*/ 232028 w 514413"/>
                <a:gd name="csY14" fmla="*/ 217469 h 542740"/>
                <a:gd name="csX15" fmla="*/ 253936 w 514413"/>
                <a:gd name="csY15" fmla="*/ 219304 h 542740"/>
                <a:gd name="csX16" fmla="*/ 267526 w 514413"/>
                <a:gd name="csY16" fmla="*/ 287217 h 542740"/>
                <a:gd name="csX17" fmla="*/ 248158 w 514413"/>
                <a:gd name="csY17" fmla="*/ 303975 h 542740"/>
                <a:gd name="csX18" fmla="*/ 247396 w 514413"/>
                <a:gd name="csY18" fmla="*/ 336525 h 542740"/>
                <a:gd name="csX19" fmla="*/ 171005 w 514413"/>
                <a:gd name="csY19" fmla="*/ 383458 h 542740"/>
                <a:gd name="csX20" fmla="*/ 116586 w 514413"/>
                <a:gd name="csY20" fmla="*/ 388214 h 542740"/>
                <a:gd name="csX21" fmla="*/ 103759 w 514413"/>
                <a:gd name="csY21" fmla="*/ 411791 h 542740"/>
                <a:gd name="csX22" fmla="*/ 80390 w 514413"/>
                <a:gd name="csY22" fmla="*/ 419684 h 542740"/>
                <a:gd name="csX23" fmla="*/ 73723 w 514413"/>
                <a:gd name="csY23" fmla="*/ 404546 h 542740"/>
                <a:gd name="csX24" fmla="*/ 11684 w 514413"/>
                <a:gd name="csY24" fmla="*/ 429635 h 542740"/>
                <a:gd name="csX25" fmla="*/ 6667 w 514413"/>
                <a:gd name="csY25" fmla="*/ 437960 h 542740"/>
                <a:gd name="csX26" fmla="*/ 10477 w 514413"/>
                <a:gd name="csY26" fmla="*/ 449097 h 542740"/>
                <a:gd name="csX27" fmla="*/ 0 w 514413"/>
                <a:gd name="csY27" fmla="*/ 454285 h 542740"/>
                <a:gd name="csX28" fmla="*/ 3365 w 514413"/>
                <a:gd name="csY28" fmla="*/ 489649 h 542740"/>
                <a:gd name="csX29" fmla="*/ 14732 w 514413"/>
                <a:gd name="csY29" fmla="*/ 495053 h 542740"/>
                <a:gd name="csX30" fmla="*/ 19114 w 514413"/>
                <a:gd name="csY30" fmla="*/ 486620 h 542740"/>
                <a:gd name="csX31" fmla="*/ 49022 w 514413"/>
                <a:gd name="csY31" fmla="*/ 493217 h 542740"/>
                <a:gd name="csX32" fmla="*/ 65468 w 514413"/>
                <a:gd name="csY32" fmla="*/ 536797 h 542740"/>
                <a:gd name="csX33" fmla="*/ 43814 w 514413"/>
                <a:gd name="csY33" fmla="*/ 542741 h 542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14413" h="542740">
                  <a:moveTo>
                    <a:pt x="514414" y="0"/>
                  </a:moveTo>
                  <a:lnTo>
                    <a:pt x="489838" y="5518"/>
                  </a:lnTo>
                  <a:lnTo>
                    <a:pt x="491045" y="20873"/>
                  </a:lnTo>
                  <a:lnTo>
                    <a:pt x="471995" y="34284"/>
                  </a:lnTo>
                  <a:lnTo>
                    <a:pt x="453898" y="34284"/>
                  </a:lnTo>
                  <a:lnTo>
                    <a:pt x="442976" y="57207"/>
                  </a:lnTo>
                  <a:lnTo>
                    <a:pt x="451103" y="97974"/>
                  </a:lnTo>
                  <a:lnTo>
                    <a:pt x="417766" y="117545"/>
                  </a:lnTo>
                  <a:lnTo>
                    <a:pt x="352107" y="98298"/>
                  </a:lnTo>
                  <a:lnTo>
                    <a:pt x="324993" y="175724"/>
                  </a:lnTo>
                  <a:lnTo>
                    <a:pt x="339534" y="182537"/>
                  </a:lnTo>
                  <a:lnTo>
                    <a:pt x="333248" y="199301"/>
                  </a:lnTo>
                  <a:lnTo>
                    <a:pt x="295465" y="191840"/>
                  </a:lnTo>
                  <a:lnTo>
                    <a:pt x="235965" y="203302"/>
                  </a:lnTo>
                  <a:lnTo>
                    <a:pt x="232028" y="217469"/>
                  </a:lnTo>
                  <a:lnTo>
                    <a:pt x="253936" y="219304"/>
                  </a:lnTo>
                  <a:lnTo>
                    <a:pt x="267526" y="287217"/>
                  </a:lnTo>
                  <a:lnTo>
                    <a:pt x="248158" y="303975"/>
                  </a:lnTo>
                  <a:lnTo>
                    <a:pt x="247396" y="336525"/>
                  </a:lnTo>
                  <a:lnTo>
                    <a:pt x="171005" y="383458"/>
                  </a:lnTo>
                  <a:lnTo>
                    <a:pt x="116586" y="388214"/>
                  </a:lnTo>
                  <a:lnTo>
                    <a:pt x="103759" y="411791"/>
                  </a:lnTo>
                  <a:lnTo>
                    <a:pt x="80390" y="419684"/>
                  </a:lnTo>
                  <a:lnTo>
                    <a:pt x="73723" y="404546"/>
                  </a:lnTo>
                  <a:lnTo>
                    <a:pt x="11684" y="429635"/>
                  </a:lnTo>
                  <a:lnTo>
                    <a:pt x="6667" y="437960"/>
                  </a:lnTo>
                  <a:lnTo>
                    <a:pt x="10477" y="449097"/>
                  </a:lnTo>
                  <a:lnTo>
                    <a:pt x="0" y="454285"/>
                  </a:lnTo>
                  <a:lnTo>
                    <a:pt x="3365" y="489649"/>
                  </a:lnTo>
                  <a:lnTo>
                    <a:pt x="14732" y="495053"/>
                  </a:lnTo>
                  <a:lnTo>
                    <a:pt x="19114" y="486620"/>
                  </a:lnTo>
                  <a:lnTo>
                    <a:pt x="49022" y="493217"/>
                  </a:lnTo>
                  <a:lnTo>
                    <a:pt x="65468" y="536797"/>
                  </a:lnTo>
                  <a:lnTo>
                    <a:pt x="43814" y="54274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E00DCC85-D58E-2B29-62DF-798A8149AE54}"/>
                </a:ext>
              </a:extLst>
            </p:cNvPr>
            <p:cNvSpPr/>
            <p:nvPr/>
          </p:nvSpPr>
          <p:spPr>
            <a:xfrm>
              <a:off x="6892954" y="3355746"/>
              <a:ext cx="83197" cy="169813"/>
            </a:xfrm>
            <a:custGeom>
              <a:avLst/>
              <a:gdLst>
                <a:gd name="csX0" fmla="*/ 95948 w 95948"/>
                <a:gd name="csY0" fmla="*/ 0 h 195840"/>
                <a:gd name="csX1" fmla="*/ 0 w 95948"/>
                <a:gd name="csY1" fmla="*/ 25737 h 195840"/>
                <a:gd name="csX2" fmla="*/ 0 w 95948"/>
                <a:gd name="csY2" fmla="*/ 195840 h 195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948" h="195840">
                  <a:moveTo>
                    <a:pt x="95948" y="0"/>
                  </a:moveTo>
                  <a:lnTo>
                    <a:pt x="0" y="25737"/>
                  </a:lnTo>
                  <a:lnTo>
                    <a:pt x="0" y="1958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EFA90D06-BA06-6793-409F-E02A095F52BB}"/>
                </a:ext>
              </a:extLst>
            </p:cNvPr>
            <p:cNvSpPr/>
            <p:nvPr/>
          </p:nvSpPr>
          <p:spPr>
            <a:xfrm>
              <a:off x="6976152" y="3355746"/>
              <a:ext cx="28301" cy="16408"/>
            </a:xfrm>
            <a:custGeom>
              <a:avLst/>
              <a:gdLst>
                <a:gd name="csX0" fmla="*/ 0 w 32639"/>
                <a:gd name="csY0" fmla="*/ 0 h 18923"/>
                <a:gd name="csX1" fmla="*/ 32639 w 32639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639" h="18923">
                  <a:moveTo>
                    <a:pt x="0" y="0"/>
                  </a:moveTo>
                  <a:lnTo>
                    <a:pt x="32639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4DB6AFC5-F4D1-61CE-A923-7AF7B61AF7A4}"/>
                </a:ext>
              </a:extLst>
            </p:cNvPr>
            <p:cNvSpPr/>
            <p:nvPr/>
          </p:nvSpPr>
          <p:spPr>
            <a:xfrm>
              <a:off x="7039582" y="3392504"/>
              <a:ext cx="412957" cy="171311"/>
            </a:xfrm>
            <a:custGeom>
              <a:avLst/>
              <a:gdLst>
                <a:gd name="csX0" fmla="*/ 0 w 476250"/>
                <a:gd name="csY0" fmla="*/ 0 h 197567"/>
                <a:gd name="csX1" fmla="*/ 19686 w 476250"/>
                <a:gd name="csY1" fmla="*/ 11354 h 197567"/>
                <a:gd name="csX2" fmla="*/ 56579 w 476250"/>
                <a:gd name="csY2" fmla="*/ 52876 h 197567"/>
                <a:gd name="csX3" fmla="*/ 99061 w 476250"/>
                <a:gd name="csY3" fmla="*/ 45739 h 197567"/>
                <a:gd name="csX4" fmla="*/ 147384 w 476250"/>
                <a:gd name="csY4" fmla="*/ 49955 h 197567"/>
                <a:gd name="csX5" fmla="*/ 165609 w 476250"/>
                <a:gd name="csY5" fmla="*/ 40875 h 197567"/>
                <a:gd name="csX6" fmla="*/ 197231 w 476250"/>
                <a:gd name="csY6" fmla="*/ 78073 h 197567"/>
                <a:gd name="csX7" fmla="*/ 209423 w 476250"/>
                <a:gd name="csY7" fmla="*/ 75044 h 197567"/>
                <a:gd name="csX8" fmla="*/ 206058 w 476250"/>
                <a:gd name="csY8" fmla="*/ 119164 h 197567"/>
                <a:gd name="csX9" fmla="*/ 224790 w 476250"/>
                <a:gd name="csY9" fmla="*/ 119380 h 197567"/>
                <a:gd name="csX10" fmla="*/ 232473 w 476250"/>
                <a:gd name="csY10" fmla="*/ 156146 h 197567"/>
                <a:gd name="csX11" fmla="*/ 271335 w 476250"/>
                <a:gd name="csY11" fmla="*/ 145663 h 197567"/>
                <a:gd name="csX12" fmla="*/ 281305 w 476250"/>
                <a:gd name="csY12" fmla="*/ 152908 h 197567"/>
                <a:gd name="csX13" fmla="*/ 278067 w 476250"/>
                <a:gd name="csY13" fmla="*/ 165233 h 197567"/>
                <a:gd name="csX14" fmla="*/ 298069 w 476250"/>
                <a:gd name="csY14" fmla="*/ 176047 h 197567"/>
                <a:gd name="csX15" fmla="*/ 303149 w 476250"/>
                <a:gd name="csY15" fmla="*/ 161233 h 197567"/>
                <a:gd name="csX16" fmla="*/ 319278 w 476250"/>
                <a:gd name="csY16" fmla="*/ 149231 h 197567"/>
                <a:gd name="csX17" fmla="*/ 319849 w 476250"/>
                <a:gd name="csY17" fmla="*/ 140037 h 197567"/>
                <a:gd name="csX18" fmla="*/ 369698 w 476250"/>
                <a:gd name="csY18" fmla="*/ 105651 h 197567"/>
                <a:gd name="csX19" fmla="*/ 394209 w 476250"/>
                <a:gd name="csY19" fmla="*/ 100565 h 197567"/>
                <a:gd name="csX20" fmla="*/ 404051 w 476250"/>
                <a:gd name="csY20" fmla="*/ 114408 h 197567"/>
                <a:gd name="csX21" fmla="*/ 371348 w 476250"/>
                <a:gd name="csY21" fmla="*/ 138087 h 197567"/>
                <a:gd name="csX22" fmla="*/ 384684 w 476250"/>
                <a:gd name="csY22" fmla="*/ 142202 h 197567"/>
                <a:gd name="csX23" fmla="*/ 407924 w 476250"/>
                <a:gd name="csY23" fmla="*/ 157772 h 197567"/>
                <a:gd name="csX24" fmla="*/ 417259 w 476250"/>
                <a:gd name="csY24" fmla="*/ 137979 h 197567"/>
                <a:gd name="csX25" fmla="*/ 433070 w 476250"/>
                <a:gd name="csY25" fmla="*/ 143497 h 197567"/>
                <a:gd name="csX26" fmla="*/ 434213 w 476250"/>
                <a:gd name="csY26" fmla="*/ 155067 h 197567"/>
                <a:gd name="csX27" fmla="*/ 476250 w 476250"/>
                <a:gd name="csY27" fmla="*/ 167507 h 197567"/>
                <a:gd name="csX28" fmla="*/ 460629 w 476250"/>
                <a:gd name="csY28" fmla="*/ 181667 h 197567"/>
                <a:gd name="csX29" fmla="*/ 445516 w 476250"/>
                <a:gd name="csY29" fmla="*/ 180264 h 197567"/>
                <a:gd name="csX30" fmla="*/ 431292 w 476250"/>
                <a:gd name="csY30" fmla="*/ 194755 h 197567"/>
                <a:gd name="csX31" fmla="*/ 402972 w 476250"/>
                <a:gd name="csY31" fmla="*/ 192481 h 197567"/>
                <a:gd name="csX32" fmla="*/ 386398 w 476250"/>
                <a:gd name="csY32" fmla="*/ 197568 h 197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6250" h="197567">
                  <a:moveTo>
                    <a:pt x="0" y="0"/>
                  </a:moveTo>
                  <a:lnTo>
                    <a:pt x="19686" y="11354"/>
                  </a:lnTo>
                  <a:lnTo>
                    <a:pt x="56579" y="52876"/>
                  </a:lnTo>
                  <a:lnTo>
                    <a:pt x="99061" y="45739"/>
                  </a:lnTo>
                  <a:lnTo>
                    <a:pt x="147384" y="49955"/>
                  </a:lnTo>
                  <a:lnTo>
                    <a:pt x="165609" y="40875"/>
                  </a:lnTo>
                  <a:lnTo>
                    <a:pt x="197231" y="78073"/>
                  </a:lnTo>
                  <a:lnTo>
                    <a:pt x="209423" y="75044"/>
                  </a:lnTo>
                  <a:lnTo>
                    <a:pt x="206058" y="119164"/>
                  </a:lnTo>
                  <a:lnTo>
                    <a:pt x="224790" y="119380"/>
                  </a:lnTo>
                  <a:lnTo>
                    <a:pt x="232473" y="156146"/>
                  </a:lnTo>
                  <a:lnTo>
                    <a:pt x="271335" y="145663"/>
                  </a:lnTo>
                  <a:lnTo>
                    <a:pt x="281305" y="152908"/>
                  </a:lnTo>
                  <a:lnTo>
                    <a:pt x="278067" y="165233"/>
                  </a:lnTo>
                  <a:lnTo>
                    <a:pt x="298069" y="176047"/>
                  </a:lnTo>
                  <a:lnTo>
                    <a:pt x="303149" y="161233"/>
                  </a:lnTo>
                  <a:lnTo>
                    <a:pt x="319278" y="149231"/>
                  </a:lnTo>
                  <a:lnTo>
                    <a:pt x="319849" y="140037"/>
                  </a:lnTo>
                  <a:lnTo>
                    <a:pt x="369698" y="105651"/>
                  </a:lnTo>
                  <a:lnTo>
                    <a:pt x="394209" y="100565"/>
                  </a:lnTo>
                  <a:lnTo>
                    <a:pt x="404051" y="114408"/>
                  </a:lnTo>
                  <a:lnTo>
                    <a:pt x="371348" y="138087"/>
                  </a:lnTo>
                  <a:lnTo>
                    <a:pt x="384684" y="142202"/>
                  </a:lnTo>
                  <a:lnTo>
                    <a:pt x="407924" y="157772"/>
                  </a:lnTo>
                  <a:lnTo>
                    <a:pt x="417259" y="137979"/>
                  </a:lnTo>
                  <a:lnTo>
                    <a:pt x="433070" y="143497"/>
                  </a:lnTo>
                  <a:lnTo>
                    <a:pt x="434213" y="155067"/>
                  </a:lnTo>
                  <a:lnTo>
                    <a:pt x="476250" y="167507"/>
                  </a:lnTo>
                  <a:lnTo>
                    <a:pt x="460629" y="181667"/>
                  </a:lnTo>
                  <a:lnTo>
                    <a:pt x="445516" y="180264"/>
                  </a:lnTo>
                  <a:lnTo>
                    <a:pt x="431292" y="194755"/>
                  </a:lnTo>
                  <a:lnTo>
                    <a:pt x="402972" y="192481"/>
                  </a:lnTo>
                  <a:lnTo>
                    <a:pt x="386398" y="1975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A3F83474-4C11-796D-97C7-C4379F74FF6A}"/>
                </a:ext>
              </a:extLst>
            </p:cNvPr>
            <p:cNvSpPr/>
            <p:nvPr/>
          </p:nvSpPr>
          <p:spPr>
            <a:xfrm>
              <a:off x="7381400" y="3446795"/>
              <a:ext cx="299917" cy="45193"/>
            </a:xfrm>
            <a:custGeom>
              <a:avLst/>
              <a:gdLst>
                <a:gd name="csX0" fmla="*/ 0 w 345884"/>
                <a:gd name="csY0" fmla="*/ 37954 h 52120"/>
                <a:gd name="csX1" fmla="*/ 8763 w 345884"/>
                <a:gd name="csY1" fmla="*/ 19139 h 52120"/>
                <a:gd name="csX2" fmla="*/ 35940 w 345884"/>
                <a:gd name="csY2" fmla="*/ 19031 h 52120"/>
                <a:gd name="csX3" fmla="*/ 90488 w 345884"/>
                <a:gd name="csY3" fmla="*/ 41199 h 52120"/>
                <a:gd name="csX4" fmla="*/ 97091 w 345884"/>
                <a:gd name="csY4" fmla="*/ 36227 h 52120"/>
                <a:gd name="csX5" fmla="*/ 90043 w 345884"/>
                <a:gd name="csY5" fmla="*/ 27248 h 52120"/>
                <a:gd name="csX6" fmla="*/ 97091 w 345884"/>
                <a:gd name="csY6" fmla="*/ 6706 h 52120"/>
                <a:gd name="csX7" fmla="*/ 120777 w 345884"/>
                <a:gd name="csY7" fmla="*/ 0 h 52120"/>
                <a:gd name="csX8" fmla="*/ 155067 w 345884"/>
                <a:gd name="csY8" fmla="*/ 20656 h 52120"/>
                <a:gd name="csX9" fmla="*/ 173609 w 345884"/>
                <a:gd name="csY9" fmla="*/ 20656 h 52120"/>
                <a:gd name="csX10" fmla="*/ 180403 w 345884"/>
                <a:gd name="csY10" fmla="*/ 12865 h 52120"/>
                <a:gd name="csX11" fmla="*/ 225234 w 345884"/>
                <a:gd name="csY11" fmla="*/ 10490 h 52120"/>
                <a:gd name="csX12" fmla="*/ 238315 w 345884"/>
                <a:gd name="csY12" fmla="*/ 15786 h 52120"/>
                <a:gd name="csX13" fmla="*/ 306388 w 345884"/>
                <a:gd name="csY13" fmla="*/ 20656 h 52120"/>
                <a:gd name="csX14" fmla="*/ 304864 w 345884"/>
                <a:gd name="csY14" fmla="*/ 28658 h 52120"/>
                <a:gd name="csX15" fmla="*/ 315785 w 345884"/>
                <a:gd name="csY15" fmla="*/ 37198 h 52120"/>
                <a:gd name="csX16" fmla="*/ 332994 w 345884"/>
                <a:gd name="csY16" fmla="*/ 37198 h 52120"/>
                <a:gd name="csX17" fmla="*/ 345884 w 345884"/>
                <a:gd name="csY17" fmla="*/ 52121 h 5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5884" h="52120">
                  <a:moveTo>
                    <a:pt x="0" y="37954"/>
                  </a:moveTo>
                  <a:lnTo>
                    <a:pt x="8763" y="19139"/>
                  </a:lnTo>
                  <a:lnTo>
                    <a:pt x="35940" y="19031"/>
                  </a:lnTo>
                  <a:lnTo>
                    <a:pt x="90488" y="41199"/>
                  </a:lnTo>
                  <a:lnTo>
                    <a:pt x="97091" y="36227"/>
                  </a:lnTo>
                  <a:lnTo>
                    <a:pt x="90043" y="27248"/>
                  </a:lnTo>
                  <a:lnTo>
                    <a:pt x="97091" y="6706"/>
                  </a:lnTo>
                  <a:lnTo>
                    <a:pt x="120777" y="0"/>
                  </a:lnTo>
                  <a:lnTo>
                    <a:pt x="155067" y="20656"/>
                  </a:lnTo>
                  <a:lnTo>
                    <a:pt x="173609" y="20656"/>
                  </a:lnTo>
                  <a:lnTo>
                    <a:pt x="180403" y="12865"/>
                  </a:lnTo>
                  <a:lnTo>
                    <a:pt x="225234" y="10490"/>
                  </a:lnTo>
                  <a:lnTo>
                    <a:pt x="238315" y="15786"/>
                  </a:lnTo>
                  <a:lnTo>
                    <a:pt x="306388" y="20656"/>
                  </a:lnTo>
                  <a:lnTo>
                    <a:pt x="304864" y="28658"/>
                  </a:lnTo>
                  <a:lnTo>
                    <a:pt x="315785" y="37198"/>
                  </a:lnTo>
                  <a:lnTo>
                    <a:pt x="332994" y="37198"/>
                  </a:lnTo>
                  <a:lnTo>
                    <a:pt x="345884" y="521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7DD39CA3-509F-395E-7F9E-47C196CE5119}"/>
                </a:ext>
              </a:extLst>
            </p:cNvPr>
            <p:cNvSpPr/>
            <p:nvPr/>
          </p:nvSpPr>
          <p:spPr>
            <a:xfrm>
              <a:off x="7262304" y="3532684"/>
              <a:ext cx="204496" cy="144490"/>
            </a:xfrm>
            <a:custGeom>
              <a:avLst/>
              <a:gdLst>
                <a:gd name="csX0" fmla="*/ 13843 w 235839"/>
                <a:gd name="csY0" fmla="*/ 166637 h 166636"/>
                <a:gd name="csX1" fmla="*/ 37528 w 235839"/>
                <a:gd name="csY1" fmla="*/ 127171 h 166636"/>
                <a:gd name="csX2" fmla="*/ 28639 w 235839"/>
                <a:gd name="csY2" fmla="*/ 115056 h 166636"/>
                <a:gd name="csX3" fmla="*/ 30290 w 235839"/>
                <a:gd name="csY3" fmla="*/ 93974 h 166636"/>
                <a:gd name="csX4" fmla="*/ 14351 w 235839"/>
                <a:gd name="csY4" fmla="*/ 89973 h 166636"/>
                <a:gd name="csX5" fmla="*/ 0 w 235839"/>
                <a:gd name="csY5" fmla="*/ 77318 h 166636"/>
                <a:gd name="csX6" fmla="*/ 8509 w 235839"/>
                <a:gd name="csY6" fmla="*/ 61639 h 166636"/>
                <a:gd name="csX7" fmla="*/ 42418 w 235839"/>
                <a:gd name="csY7" fmla="*/ 66180 h 166636"/>
                <a:gd name="csX8" fmla="*/ 52388 w 235839"/>
                <a:gd name="csY8" fmla="*/ 43364 h 166636"/>
                <a:gd name="csX9" fmla="*/ 70421 w 235839"/>
                <a:gd name="csY9" fmla="*/ 35903 h 166636"/>
                <a:gd name="csX10" fmla="*/ 68390 w 235839"/>
                <a:gd name="csY10" fmla="*/ 21412 h 166636"/>
                <a:gd name="csX11" fmla="*/ 78041 w 235839"/>
                <a:gd name="csY11" fmla="*/ 8541 h 166636"/>
                <a:gd name="csX12" fmla="*/ 89153 w 235839"/>
                <a:gd name="csY12" fmla="*/ 17843 h 166636"/>
                <a:gd name="csX13" fmla="*/ 113982 w 235839"/>
                <a:gd name="csY13" fmla="*/ 0 h 166636"/>
                <a:gd name="csX14" fmla="*/ 128588 w 235839"/>
                <a:gd name="csY14" fmla="*/ 11138 h 166636"/>
                <a:gd name="csX15" fmla="*/ 111252 w 235839"/>
                <a:gd name="csY15" fmla="*/ 27032 h 166636"/>
                <a:gd name="csX16" fmla="*/ 129540 w 235839"/>
                <a:gd name="csY16" fmla="*/ 35903 h 166636"/>
                <a:gd name="csX17" fmla="*/ 123507 w 235839"/>
                <a:gd name="csY17" fmla="*/ 53423 h 166636"/>
                <a:gd name="csX18" fmla="*/ 98996 w 235839"/>
                <a:gd name="csY18" fmla="*/ 48552 h 166636"/>
                <a:gd name="csX19" fmla="*/ 81280 w 235839"/>
                <a:gd name="csY19" fmla="*/ 58394 h 166636"/>
                <a:gd name="csX20" fmla="*/ 78359 w 235839"/>
                <a:gd name="csY20" fmla="*/ 75152 h 166636"/>
                <a:gd name="csX21" fmla="*/ 121983 w 235839"/>
                <a:gd name="csY21" fmla="*/ 73857 h 166636"/>
                <a:gd name="csX22" fmla="*/ 132270 w 235839"/>
                <a:gd name="csY22" fmla="*/ 82290 h 166636"/>
                <a:gd name="csX23" fmla="*/ 158686 w 235839"/>
                <a:gd name="csY23" fmla="*/ 66396 h 166636"/>
                <a:gd name="csX24" fmla="*/ 166877 w 235839"/>
                <a:gd name="csY24" fmla="*/ 78181 h 166636"/>
                <a:gd name="csX25" fmla="*/ 185165 w 235839"/>
                <a:gd name="csY25" fmla="*/ 83267 h 166636"/>
                <a:gd name="csX26" fmla="*/ 197612 w 235839"/>
                <a:gd name="csY26" fmla="*/ 76562 h 166636"/>
                <a:gd name="csX27" fmla="*/ 235839 w 235839"/>
                <a:gd name="csY27" fmla="*/ 70828 h 166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35839" h="166636">
                  <a:moveTo>
                    <a:pt x="13843" y="166637"/>
                  </a:moveTo>
                  <a:lnTo>
                    <a:pt x="37528" y="127171"/>
                  </a:lnTo>
                  <a:lnTo>
                    <a:pt x="28639" y="115056"/>
                  </a:lnTo>
                  <a:lnTo>
                    <a:pt x="30290" y="93974"/>
                  </a:lnTo>
                  <a:lnTo>
                    <a:pt x="14351" y="89973"/>
                  </a:lnTo>
                  <a:lnTo>
                    <a:pt x="0" y="77318"/>
                  </a:lnTo>
                  <a:lnTo>
                    <a:pt x="8509" y="61639"/>
                  </a:lnTo>
                  <a:lnTo>
                    <a:pt x="42418" y="66180"/>
                  </a:lnTo>
                  <a:lnTo>
                    <a:pt x="52388" y="43364"/>
                  </a:lnTo>
                  <a:lnTo>
                    <a:pt x="70421" y="35903"/>
                  </a:lnTo>
                  <a:lnTo>
                    <a:pt x="68390" y="21412"/>
                  </a:lnTo>
                  <a:lnTo>
                    <a:pt x="78041" y="8541"/>
                  </a:lnTo>
                  <a:lnTo>
                    <a:pt x="89153" y="17843"/>
                  </a:lnTo>
                  <a:lnTo>
                    <a:pt x="113982" y="0"/>
                  </a:lnTo>
                  <a:lnTo>
                    <a:pt x="128588" y="11138"/>
                  </a:lnTo>
                  <a:lnTo>
                    <a:pt x="111252" y="27032"/>
                  </a:lnTo>
                  <a:lnTo>
                    <a:pt x="129540" y="35903"/>
                  </a:lnTo>
                  <a:lnTo>
                    <a:pt x="123507" y="53423"/>
                  </a:lnTo>
                  <a:lnTo>
                    <a:pt x="98996" y="48552"/>
                  </a:lnTo>
                  <a:lnTo>
                    <a:pt x="81280" y="58394"/>
                  </a:lnTo>
                  <a:lnTo>
                    <a:pt x="78359" y="75152"/>
                  </a:lnTo>
                  <a:lnTo>
                    <a:pt x="121983" y="73857"/>
                  </a:lnTo>
                  <a:lnTo>
                    <a:pt x="132270" y="82290"/>
                  </a:lnTo>
                  <a:lnTo>
                    <a:pt x="158686" y="66396"/>
                  </a:lnTo>
                  <a:lnTo>
                    <a:pt x="166877" y="78181"/>
                  </a:lnTo>
                  <a:lnTo>
                    <a:pt x="185165" y="83267"/>
                  </a:lnTo>
                  <a:lnTo>
                    <a:pt x="197612" y="76562"/>
                  </a:lnTo>
                  <a:lnTo>
                    <a:pt x="235839" y="708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4147F427-B868-73C9-B5B4-BDBB0A21202B}"/>
                </a:ext>
              </a:extLst>
            </p:cNvPr>
            <p:cNvSpPr/>
            <p:nvPr/>
          </p:nvSpPr>
          <p:spPr>
            <a:xfrm>
              <a:off x="7302663" y="3739532"/>
              <a:ext cx="304706" cy="407225"/>
            </a:xfrm>
            <a:custGeom>
              <a:avLst/>
              <a:gdLst>
                <a:gd name="csX0" fmla="*/ 351409 w 351408"/>
                <a:gd name="csY0" fmla="*/ 0 h 469639"/>
                <a:gd name="csX1" fmla="*/ 315785 w 351408"/>
                <a:gd name="csY1" fmla="*/ 18059 h 469639"/>
                <a:gd name="csX2" fmla="*/ 309753 w 351408"/>
                <a:gd name="csY2" fmla="*/ 36659 h 469639"/>
                <a:gd name="csX3" fmla="*/ 268160 w 351408"/>
                <a:gd name="csY3" fmla="*/ 46825 h 469639"/>
                <a:gd name="csX4" fmla="*/ 214820 w 351408"/>
                <a:gd name="csY4" fmla="*/ 31363 h 469639"/>
                <a:gd name="csX5" fmla="*/ 196850 w 351408"/>
                <a:gd name="csY5" fmla="*/ 43688 h 469639"/>
                <a:gd name="csX6" fmla="*/ 212344 w 351408"/>
                <a:gd name="csY6" fmla="*/ 64452 h 469639"/>
                <a:gd name="csX7" fmla="*/ 204089 w 351408"/>
                <a:gd name="csY7" fmla="*/ 99809 h 469639"/>
                <a:gd name="csX8" fmla="*/ 249872 w 351408"/>
                <a:gd name="csY8" fmla="*/ 125222 h 469639"/>
                <a:gd name="csX9" fmla="*/ 253047 w 351408"/>
                <a:gd name="csY9" fmla="*/ 137985 h 469639"/>
                <a:gd name="csX10" fmla="*/ 222504 w 351408"/>
                <a:gd name="csY10" fmla="*/ 153772 h 469639"/>
                <a:gd name="csX11" fmla="*/ 227394 w 351408"/>
                <a:gd name="csY11" fmla="*/ 184696 h 469639"/>
                <a:gd name="csX12" fmla="*/ 200851 w 351408"/>
                <a:gd name="csY12" fmla="*/ 209677 h 469639"/>
                <a:gd name="csX13" fmla="*/ 204788 w 351408"/>
                <a:gd name="csY13" fmla="*/ 222441 h 469639"/>
                <a:gd name="csX14" fmla="*/ 181356 w 351408"/>
                <a:gd name="csY14" fmla="*/ 230550 h 469639"/>
                <a:gd name="csX15" fmla="*/ 162306 w 351408"/>
                <a:gd name="csY15" fmla="*/ 267856 h 469639"/>
                <a:gd name="csX16" fmla="*/ 139192 w 351408"/>
                <a:gd name="csY16" fmla="*/ 280295 h 469639"/>
                <a:gd name="csX17" fmla="*/ 123127 w 351408"/>
                <a:gd name="csY17" fmla="*/ 309925 h 469639"/>
                <a:gd name="csX18" fmla="*/ 83121 w 351408"/>
                <a:gd name="csY18" fmla="*/ 322250 h 469639"/>
                <a:gd name="csX19" fmla="*/ 70866 w 351408"/>
                <a:gd name="csY19" fmla="*/ 306356 h 469639"/>
                <a:gd name="csX20" fmla="*/ 30734 w 351408"/>
                <a:gd name="csY20" fmla="*/ 354044 h 469639"/>
                <a:gd name="csX21" fmla="*/ 45021 w 351408"/>
                <a:gd name="csY21" fmla="*/ 366585 h 469639"/>
                <a:gd name="csX22" fmla="*/ 58992 w 351408"/>
                <a:gd name="csY22" fmla="*/ 366585 h 469639"/>
                <a:gd name="csX23" fmla="*/ 55055 w 351408"/>
                <a:gd name="csY23" fmla="*/ 390163 h 469639"/>
                <a:gd name="csX24" fmla="*/ 65215 w 351408"/>
                <a:gd name="csY24" fmla="*/ 402380 h 469639"/>
                <a:gd name="csX25" fmla="*/ 77915 w 351408"/>
                <a:gd name="csY25" fmla="*/ 399999 h 469639"/>
                <a:gd name="csX26" fmla="*/ 94869 w 351408"/>
                <a:gd name="csY26" fmla="*/ 454285 h 469639"/>
                <a:gd name="csX27" fmla="*/ 77915 w 351408"/>
                <a:gd name="csY27" fmla="*/ 461207 h 469639"/>
                <a:gd name="csX28" fmla="*/ 72263 w 351408"/>
                <a:gd name="csY28" fmla="*/ 452120 h 469639"/>
                <a:gd name="csX29" fmla="*/ 54293 w 351408"/>
                <a:gd name="csY29" fmla="*/ 461207 h 469639"/>
                <a:gd name="csX30" fmla="*/ 0 w 351408"/>
                <a:gd name="csY30" fmla="*/ 453206 h 469639"/>
                <a:gd name="csX31" fmla="*/ 0 w 351408"/>
                <a:gd name="csY31" fmla="*/ 469640 h 46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51408" h="469639">
                  <a:moveTo>
                    <a:pt x="351409" y="0"/>
                  </a:moveTo>
                  <a:lnTo>
                    <a:pt x="315785" y="18059"/>
                  </a:lnTo>
                  <a:lnTo>
                    <a:pt x="309753" y="36659"/>
                  </a:lnTo>
                  <a:lnTo>
                    <a:pt x="268160" y="46825"/>
                  </a:lnTo>
                  <a:lnTo>
                    <a:pt x="214820" y="31363"/>
                  </a:lnTo>
                  <a:lnTo>
                    <a:pt x="196850" y="43688"/>
                  </a:lnTo>
                  <a:lnTo>
                    <a:pt x="212344" y="64452"/>
                  </a:lnTo>
                  <a:lnTo>
                    <a:pt x="204089" y="99809"/>
                  </a:lnTo>
                  <a:lnTo>
                    <a:pt x="249872" y="125222"/>
                  </a:lnTo>
                  <a:lnTo>
                    <a:pt x="253047" y="137985"/>
                  </a:lnTo>
                  <a:lnTo>
                    <a:pt x="222504" y="153772"/>
                  </a:lnTo>
                  <a:lnTo>
                    <a:pt x="227394" y="184696"/>
                  </a:lnTo>
                  <a:lnTo>
                    <a:pt x="200851" y="209677"/>
                  </a:lnTo>
                  <a:lnTo>
                    <a:pt x="204788" y="222441"/>
                  </a:lnTo>
                  <a:lnTo>
                    <a:pt x="181356" y="230550"/>
                  </a:lnTo>
                  <a:lnTo>
                    <a:pt x="162306" y="267856"/>
                  </a:lnTo>
                  <a:lnTo>
                    <a:pt x="139192" y="280295"/>
                  </a:lnTo>
                  <a:lnTo>
                    <a:pt x="123127" y="309925"/>
                  </a:lnTo>
                  <a:lnTo>
                    <a:pt x="83121" y="322250"/>
                  </a:lnTo>
                  <a:lnTo>
                    <a:pt x="70866" y="306356"/>
                  </a:lnTo>
                  <a:lnTo>
                    <a:pt x="30734" y="354044"/>
                  </a:lnTo>
                  <a:lnTo>
                    <a:pt x="45021" y="366585"/>
                  </a:lnTo>
                  <a:lnTo>
                    <a:pt x="58992" y="366585"/>
                  </a:lnTo>
                  <a:lnTo>
                    <a:pt x="55055" y="390163"/>
                  </a:lnTo>
                  <a:lnTo>
                    <a:pt x="65215" y="402380"/>
                  </a:lnTo>
                  <a:lnTo>
                    <a:pt x="77915" y="399999"/>
                  </a:lnTo>
                  <a:lnTo>
                    <a:pt x="94869" y="454285"/>
                  </a:lnTo>
                  <a:lnTo>
                    <a:pt x="77915" y="461207"/>
                  </a:lnTo>
                  <a:lnTo>
                    <a:pt x="72263" y="452120"/>
                  </a:lnTo>
                  <a:lnTo>
                    <a:pt x="54293" y="461207"/>
                  </a:lnTo>
                  <a:lnTo>
                    <a:pt x="0" y="453206"/>
                  </a:lnTo>
                  <a:lnTo>
                    <a:pt x="0" y="4696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9BDB0329-6D5A-5042-E684-E6C7C46FDB43}"/>
                </a:ext>
              </a:extLst>
            </p:cNvPr>
            <p:cNvSpPr/>
            <p:nvPr/>
          </p:nvSpPr>
          <p:spPr>
            <a:xfrm>
              <a:off x="7926559" y="3163808"/>
              <a:ext cx="1043349" cy="347588"/>
            </a:xfrm>
            <a:custGeom>
              <a:avLst/>
              <a:gdLst>
                <a:gd name="csX0" fmla="*/ 1082484 w 1203261"/>
                <a:gd name="csY0" fmla="*/ 0 h 400862"/>
                <a:gd name="csX1" fmla="*/ 1035812 w 1203261"/>
                <a:gd name="csY1" fmla="*/ 94513 h 400862"/>
                <a:gd name="csX2" fmla="*/ 1059180 w 1203261"/>
                <a:gd name="csY2" fmla="*/ 118840 h 400862"/>
                <a:gd name="csX3" fmla="*/ 1079437 w 1203261"/>
                <a:gd name="csY3" fmla="*/ 102622 h 400862"/>
                <a:gd name="csX4" fmla="*/ 1108139 w 1203261"/>
                <a:gd name="csY4" fmla="*/ 115056 h 400862"/>
                <a:gd name="csX5" fmla="*/ 1124712 w 1203261"/>
                <a:gd name="csY5" fmla="*/ 96133 h 400862"/>
                <a:gd name="csX6" fmla="*/ 1152271 w 1203261"/>
                <a:gd name="csY6" fmla="*/ 99594 h 400862"/>
                <a:gd name="csX7" fmla="*/ 1203262 w 1203261"/>
                <a:gd name="csY7" fmla="*/ 150527 h 400862"/>
                <a:gd name="csX8" fmla="*/ 1203262 w 1203261"/>
                <a:gd name="csY8" fmla="*/ 171831 h 400862"/>
                <a:gd name="csX9" fmla="*/ 1119632 w 1203261"/>
                <a:gd name="csY9" fmla="*/ 165881 h 400862"/>
                <a:gd name="csX10" fmla="*/ 1108139 w 1203261"/>
                <a:gd name="csY10" fmla="*/ 185344 h 400862"/>
                <a:gd name="csX11" fmla="*/ 1073594 w 1203261"/>
                <a:gd name="csY11" fmla="*/ 185344 h 400862"/>
                <a:gd name="csX12" fmla="*/ 1066038 w 1203261"/>
                <a:gd name="csY12" fmla="*/ 210757 h 400862"/>
                <a:gd name="csX13" fmla="*/ 1036701 w 1203261"/>
                <a:gd name="csY13" fmla="*/ 228168 h 400862"/>
                <a:gd name="csX14" fmla="*/ 1002728 w 1203261"/>
                <a:gd name="csY14" fmla="*/ 228168 h 400862"/>
                <a:gd name="csX15" fmla="*/ 967739 w 1203261"/>
                <a:gd name="csY15" fmla="*/ 258661 h 400862"/>
                <a:gd name="csX16" fmla="*/ 908114 w 1203261"/>
                <a:gd name="csY16" fmla="*/ 242443 h 400862"/>
                <a:gd name="csX17" fmla="*/ 884618 w 1203261"/>
                <a:gd name="csY17" fmla="*/ 274453 h 400862"/>
                <a:gd name="csX18" fmla="*/ 905192 w 1203261"/>
                <a:gd name="csY18" fmla="*/ 302349 h 400862"/>
                <a:gd name="csX19" fmla="*/ 827341 w 1203261"/>
                <a:gd name="csY19" fmla="*/ 357715 h 400862"/>
                <a:gd name="csX20" fmla="*/ 736981 w 1203261"/>
                <a:gd name="csY20" fmla="*/ 362585 h 400862"/>
                <a:gd name="csX21" fmla="*/ 644906 w 1203261"/>
                <a:gd name="csY21" fmla="*/ 400863 h 400862"/>
                <a:gd name="csX22" fmla="*/ 624839 w 1203261"/>
                <a:gd name="csY22" fmla="*/ 386588 h 400862"/>
                <a:gd name="csX23" fmla="*/ 594423 w 1203261"/>
                <a:gd name="csY23" fmla="*/ 390373 h 400862"/>
                <a:gd name="csX24" fmla="*/ 509270 w 1203261"/>
                <a:gd name="csY24" fmla="*/ 352419 h 400862"/>
                <a:gd name="csX25" fmla="*/ 324040 w 1203261"/>
                <a:gd name="csY25" fmla="*/ 352419 h 400862"/>
                <a:gd name="csX26" fmla="*/ 282956 w 1203261"/>
                <a:gd name="csY26" fmla="*/ 279857 h 400862"/>
                <a:gd name="csX27" fmla="*/ 212026 w 1203261"/>
                <a:gd name="csY27" fmla="*/ 248609 h 400862"/>
                <a:gd name="csX28" fmla="*/ 116776 w 1203261"/>
                <a:gd name="csY28" fmla="*/ 240170 h 400862"/>
                <a:gd name="csX29" fmla="*/ 104901 w 1203261"/>
                <a:gd name="csY29" fmla="*/ 218434 h 400862"/>
                <a:gd name="csX30" fmla="*/ 119951 w 1203261"/>
                <a:gd name="csY30" fmla="*/ 201244 h 400862"/>
                <a:gd name="csX31" fmla="*/ 119380 w 1203261"/>
                <a:gd name="csY31" fmla="*/ 154959 h 400862"/>
                <a:gd name="csX32" fmla="*/ 104584 w 1203261"/>
                <a:gd name="csY32" fmla="*/ 146203 h 400862"/>
                <a:gd name="csX33" fmla="*/ 92963 w 1203261"/>
                <a:gd name="csY33" fmla="*/ 113005 h 400862"/>
                <a:gd name="csX34" fmla="*/ 66167 w 1203261"/>
                <a:gd name="csY34" fmla="*/ 97536 h 400862"/>
                <a:gd name="csX35" fmla="*/ 47117 w 1203261"/>
                <a:gd name="csY35" fmla="*/ 99486 h 400862"/>
                <a:gd name="csX36" fmla="*/ 28384 w 1203261"/>
                <a:gd name="csY36" fmla="*/ 90513 h 400862"/>
                <a:gd name="csX37" fmla="*/ 26606 w 1203261"/>
                <a:gd name="csY37" fmla="*/ 78721 h 400862"/>
                <a:gd name="csX38" fmla="*/ 8445 w 1203261"/>
                <a:gd name="csY38" fmla="*/ 70396 h 400862"/>
                <a:gd name="csX39" fmla="*/ 11239 w 1203261"/>
                <a:gd name="csY39" fmla="*/ 60877 h 400862"/>
                <a:gd name="csX40" fmla="*/ 0 w 1203261"/>
                <a:gd name="csY40" fmla="*/ 55474 h 400862"/>
                <a:gd name="csX41" fmla="*/ 1841 w 1203261"/>
                <a:gd name="csY41" fmla="*/ 38386 h 400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03261" h="400862">
                  <a:moveTo>
                    <a:pt x="1082484" y="0"/>
                  </a:moveTo>
                  <a:lnTo>
                    <a:pt x="1035812" y="94513"/>
                  </a:lnTo>
                  <a:lnTo>
                    <a:pt x="1059180" y="118840"/>
                  </a:lnTo>
                  <a:lnTo>
                    <a:pt x="1079437" y="102622"/>
                  </a:lnTo>
                  <a:lnTo>
                    <a:pt x="1108139" y="115056"/>
                  </a:lnTo>
                  <a:lnTo>
                    <a:pt x="1124712" y="96133"/>
                  </a:lnTo>
                  <a:lnTo>
                    <a:pt x="1152271" y="99594"/>
                  </a:lnTo>
                  <a:lnTo>
                    <a:pt x="1203262" y="150527"/>
                  </a:lnTo>
                  <a:lnTo>
                    <a:pt x="1203262" y="171831"/>
                  </a:lnTo>
                  <a:lnTo>
                    <a:pt x="1119632" y="165881"/>
                  </a:lnTo>
                  <a:lnTo>
                    <a:pt x="1108139" y="185344"/>
                  </a:lnTo>
                  <a:lnTo>
                    <a:pt x="1073594" y="185344"/>
                  </a:lnTo>
                  <a:lnTo>
                    <a:pt x="1066038" y="210757"/>
                  </a:lnTo>
                  <a:lnTo>
                    <a:pt x="1036701" y="228168"/>
                  </a:lnTo>
                  <a:lnTo>
                    <a:pt x="1002728" y="228168"/>
                  </a:lnTo>
                  <a:lnTo>
                    <a:pt x="967739" y="258661"/>
                  </a:lnTo>
                  <a:lnTo>
                    <a:pt x="908114" y="242443"/>
                  </a:lnTo>
                  <a:lnTo>
                    <a:pt x="884618" y="274453"/>
                  </a:lnTo>
                  <a:lnTo>
                    <a:pt x="905192" y="302349"/>
                  </a:lnTo>
                  <a:lnTo>
                    <a:pt x="827341" y="357715"/>
                  </a:lnTo>
                  <a:lnTo>
                    <a:pt x="736981" y="362585"/>
                  </a:lnTo>
                  <a:lnTo>
                    <a:pt x="644906" y="400863"/>
                  </a:lnTo>
                  <a:lnTo>
                    <a:pt x="624839" y="386588"/>
                  </a:lnTo>
                  <a:lnTo>
                    <a:pt x="594423" y="390373"/>
                  </a:lnTo>
                  <a:lnTo>
                    <a:pt x="509270" y="352419"/>
                  </a:lnTo>
                  <a:lnTo>
                    <a:pt x="324040" y="352419"/>
                  </a:lnTo>
                  <a:lnTo>
                    <a:pt x="282956" y="279857"/>
                  </a:lnTo>
                  <a:lnTo>
                    <a:pt x="212026" y="248609"/>
                  </a:lnTo>
                  <a:lnTo>
                    <a:pt x="116776" y="240170"/>
                  </a:lnTo>
                  <a:lnTo>
                    <a:pt x="104901" y="218434"/>
                  </a:lnTo>
                  <a:lnTo>
                    <a:pt x="119951" y="201244"/>
                  </a:lnTo>
                  <a:lnTo>
                    <a:pt x="119380" y="154959"/>
                  </a:lnTo>
                  <a:lnTo>
                    <a:pt x="104584" y="146203"/>
                  </a:lnTo>
                  <a:lnTo>
                    <a:pt x="92963" y="113005"/>
                  </a:lnTo>
                  <a:lnTo>
                    <a:pt x="66167" y="97536"/>
                  </a:lnTo>
                  <a:lnTo>
                    <a:pt x="47117" y="99486"/>
                  </a:lnTo>
                  <a:lnTo>
                    <a:pt x="28384" y="90513"/>
                  </a:lnTo>
                  <a:lnTo>
                    <a:pt x="26606" y="78721"/>
                  </a:lnTo>
                  <a:lnTo>
                    <a:pt x="8445" y="70396"/>
                  </a:lnTo>
                  <a:lnTo>
                    <a:pt x="11239" y="60877"/>
                  </a:lnTo>
                  <a:lnTo>
                    <a:pt x="0" y="55474"/>
                  </a:lnTo>
                  <a:lnTo>
                    <a:pt x="1841" y="383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AAB2B3E3-C5A6-50A4-E8AF-EE8E928D3E17}"/>
                </a:ext>
              </a:extLst>
            </p:cNvPr>
            <p:cNvSpPr/>
            <p:nvPr/>
          </p:nvSpPr>
          <p:spPr>
            <a:xfrm>
              <a:off x="7936965" y="4069870"/>
              <a:ext cx="150481" cy="172814"/>
            </a:xfrm>
            <a:custGeom>
              <a:avLst/>
              <a:gdLst>
                <a:gd name="csX0" fmla="*/ 38545 w 173545"/>
                <a:gd name="csY0" fmla="*/ 161233 h 199301"/>
                <a:gd name="csX1" fmla="*/ 21781 w 173545"/>
                <a:gd name="csY1" fmla="*/ 109328 h 199301"/>
                <a:gd name="csX2" fmla="*/ 29782 w 173545"/>
                <a:gd name="csY2" fmla="*/ 98838 h 199301"/>
                <a:gd name="csX3" fmla="*/ 27940 w 173545"/>
                <a:gd name="csY3" fmla="*/ 84131 h 199301"/>
                <a:gd name="csX4" fmla="*/ 0 w 173545"/>
                <a:gd name="csY4" fmla="*/ 67913 h 199301"/>
                <a:gd name="csX5" fmla="*/ 12700 w 173545"/>
                <a:gd name="csY5" fmla="*/ 50502 h 199301"/>
                <a:gd name="csX6" fmla="*/ 33275 w 173545"/>
                <a:gd name="csY6" fmla="*/ 47689 h 199301"/>
                <a:gd name="csX7" fmla="*/ 8573 w 173545"/>
                <a:gd name="csY7" fmla="*/ 25953 h 199301"/>
                <a:gd name="csX8" fmla="*/ 20575 w 173545"/>
                <a:gd name="csY8" fmla="*/ 0 h 199301"/>
                <a:gd name="csX9" fmla="*/ 49403 w 173545"/>
                <a:gd name="csY9" fmla="*/ 16548 h 199301"/>
                <a:gd name="csX10" fmla="*/ 54991 w 173545"/>
                <a:gd name="csY10" fmla="*/ 7029 h 199301"/>
                <a:gd name="csX11" fmla="*/ 70359 w 173545"/>
                <a:gd name="csY11" fmla="*/ 15246 h 199301"/>
                <a:gd name="csX12" fmla="*/ 69406 w 173545"/>
                <a:gd name="csY12" fmla="*/ 42177 h 199301"/>
                <a:gd name="csX13" fmla="*/ 88012 w 173545"/>
                <a:gd name="csY13" fmla="*/ 48228 h 199301"/>
                <a:gd name="csX14" fmla="*/ 149289 w 173545"/>
                <a:gd name="csY14" fmla="*/ 33953 h 199301"/>
                <a:gd name="csX15" fmla="*/ 162243 w 173545"/>
                <a:gd name="csY15" fmla="*/ 45415 h 199301"/>
                <a:gd name="csX16" fmla="*/ 143638 w 173545"/>
                <a:gd name="csY16" fmla="*/ 69964 h 199301"/>
                <a:gd name="csX17" fmla="*/ 110872 w 173545"/>
                <a:gd name="csY17" fmla="*/ 80778 h 199301"/>
                <a:gd name="csX18" fmla="*/ 113221 w 173545"/>
                <a:gd name="csY18" fmla="*/ 107379 h 199301"/>
                <a:gd name="csX19" fmla="*/ 131445 w 173545"/>
                <a:gd name="csY19" fmla="*/ 118409 h 199301"/>
                <a:gd name="csX20" fmla="*/ 134430 w 173545"/>
                <a:gd name="csY20" fmla="*/ 95485 h 199301"/>
                <a:gd name="csX21" fmla="*/ 155639 w 173545"/>
                <a:gd name="csY21" fmla="*/ 100241 h 199301"/>
                <a:gd name="csX22" fmla="*/ 173546 w 173545"/>
                <a:gd name="csY22" fmla="*/ 196164 h 199301"/>
                <a:gd name="csX23" fmla="*/ 157417 w 173545"/>
                <a:gd name="csY23" fmla="*/ 187617 h 199301"/>
                <a:gd name="csX24" fmla="*/ 149924 w 173545"/>
                <a:gd name="csY24" fmla="*/ 199301 h 19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3545" h="199301">
                  <a:moveTo>
                    <a:pt x="38545" y="161233"/>
                  </a:moveTo>
                  <a:lnTo>
                    <a:pt x="21781" y="109328"/>
                  </a:lnTo>
                  <a:lnTo>
                    <a:pt x="29782" y="98838"/>
                  </a:lnTo>
                  <a:lnTo>
                    <a:pt x="27940" y="84131"/>
                  </a:lnTo>
                  <a:lnTo>
                    <a:pt x="0" y="67913"/>
                  </a:lnTo>
                  <a:lnTo>
                    <a:pt x="12700" y="50502"/>
                  </a:lnTo>
                  <a:lnTo>
                    <a:pt x="33275" y="47689"/>
                  </a:lnTo>
                  <a:lnTo>
                    <a:pt x="8573" y="25953"/>
                  </a:lnTo>
                  <a:lnTo>
                    <a:pt x="20575" y="0"/>
                  </a:lnTo>
                  <a:lnTo>
                    <a:pt x="49403" y="16548"/>
                  </a:lnTo>
                  <a:lnTo>
                    <a:pt x="54991" y="7029"/>
                  </a:lnTo>
                  <a:lnTo>
                    <a:pt x="70359" y="15246"/>
                  </a:lnTo>
                  <a:lnTo>
                    <a:pt x="69406" y="42177"/>
                  </a:lnTo>
                  <a:lnTo>
                    <a:pt x="88012" y="48228"/>
                  </a:lnTo>
                  <a:lnTo>
                    <a:pt x="149289" y="33953"/>
                  </a:lnTo>
                  <a:lnTo>
                    <a:pt x="162243" y="45415"/>
                  </a:lnTo>
                  <a:lnTo>
                    <a:pt x="143638" y="69964"/>
                  </a:lnTo>
                  <a:lnTo>
                    <a:pt x="110872" y="80778"/>
                  </a:lnTo>
                  <a:lnTo>
                    <a:pt x="113221" y="107379"/>
                  </a:lnTo>
                  <a:lnTo>
                    <a:pt x="131445" y="118409"/>
                  </a:lnTo>
                  <a:lnTo>
                    <a:pt x="134430" y="95485"/>
                  </a:lnTo>
                  <a:lnTo>
                    <a:pt x="155639" y="100241"/>
                  </a:lnTo>
                  <a:lnTo>
                    <a:pt x="173546" y="196164"/>
                  </a:lnTo>
                  <a:lnTo>
                    <a:pt x="157417" y="187617"/>
                  </a:lnTo>
                  <a:lnTo>
                    <a:pt x="149924" y="19930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F473DABC-B50F-971D-A45A-728A1AAE6080}"/>
                </a:ext>
              </a:extLst>
            </p:cNvPr>
            <p:cNvSpPr/>
            <p:nvPr/>
          </p:nvSpPr>
          <p:spPr>
            <a:xfrm>
              <a:off x="7957062" y="4013895"/>
              <a:ext cx="113866" cy="39754"/>
            </a:xfrm>
            <a:custGeom>
              <a:avLst/>
              <a:gdLst>
                <a:gd name="csX0" fmla="*/ 6414 w 131318"/>
                <a:gd name="csY0" fmla="*/ 17837 h 45847"/>
                <a:gd name="csX1" fmla="*/ 0 w 131318"/>
                <a:gd name="csY1" fmla="*/ 27140 h 45847"/>
                <a:gd name="csX2" fmla="*/ 11685 w 131318"/>
                <a:gd name="csY2" fmla="*/ 39573 h 45847"/>
                <a:gd name="csX3" fmla="*/ 25845 w 131318"/>
                <a:gd name="csY3" fmla="*/ 36983 h 45847"/>
                <a:gd name="csX4" fmla="*/ 37211 w 131318"/>
                <a:gd name="csY4" fmla="*/ 45091 h 45847"/>
                <a:gd name="csX5" fmla="*/ 59944 w 131318"/>
                <a:gd name="csY5" fmla="*/ 35897 h 45847"/>
                <a:gd name="csX6" fmla="*/ 76327 w 131318"/>
                <a:gd name="csY6" fmla="*/ 45847 h 45847"/>
                <a:gd name="csX7" fmla="*/ 131318 w 131318"/>
                <a:gd name="csY7" fmla="*/ 43904 h 45847"/>
                <a:gd name="csX8" fmla="*/ 124905 w 131318"/>
                <a:gd name="csY8" fmla="*/ 20434 h 45847"/>
                <a:gd name="csX9" fmla="*/ 109410 w 131318"/>
                <a:gd name="csY9" fmla="*/ 20003 h 45847"/>
                <a:gd name="csX10" fmla="*/ 108776 w 131318"/>
                <a:gd name="csY10" fmla="*/ 0 h 45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1318" h="45847">
                  <a:moveTo>
                    <a:pt x="6414" y="17837"/>
                  </a:moveTo>
                  <a:lnTo>
                    <a:pt x="0" y="27140"/>
                  </a:lnTo>
                  <a:lnTo>
                    <a:pt x="11685" y="39573"/>
                  </a:lnTo>
                  <a:lnTo>
                    <a:pt x="25845" y="36983"/>
                  </a:lnTo>
                  <a:lnTo>
                    <a:pt x="37211" y="45091"/>
                  </a:lnTo>
                  <a:lnTo>
                    <a:pt x="59944" y="35897"/>
                  </a:lnTo>
                  <a:lnTo>
                    <a:pt x="76327" y="45847"/>
                  </a:lnTo>
                  <a:lnTo>
                    <a:pt x="131318" y="43904"/>
                  </a:lnTo>
                  <a:lnTo>
                    <a:pt x="124905" y="20434"/>
                  </a:lnTo>
                  <a:lnTo>
                    <a:pt x="109410" y="20003"/>
                  </a:lnTo>
                  <a:lnTo>
                    <a:pt x="10877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A7CDA67D-A7C1-C800-27EA-3C049B480A08}"/>
                </a:ext>
              </a:extLst>
            </p:cNvPr>
            <p:cNvSpPr/>
            <p:nvPr/>
          </p:nvSpPr>
          <p:spPr>
            <a:xfrm>
              <a:off x="7673940" y="3929596"/>
              <a:ext cx="258565" cy="135120"/>
            </a:xfrm>
            <a:custGeom>
              <a:avLst/>
              <a:gdLst>
                <a:gd name="csX0" fmla="*/ 33718 w 298195"/>
                <a:gd name="csY0" fmla="*/ 0 h 155829"/>
                <a:gd name="csX1" fmla="*/ 10287 w 298195"/>
                <a:gd name="csY1" fmla="*/ 19355 h 155829"/>
                <a:gd name="csX2" fmla="*/ 0 w 298195"/>
                <a:gd name="csY2" fmla="*/ 57639 h 155829"/>
                <a:gd name="csX3" fmla="*/ 120205 w 298195"/>
                <a:gd name="csY3" fmla="*/ 116249 h 155829"/>
                <a:gd name="csX4" fmla="*/ 148907 w 298195"/>
                <a:gd name="csY4" fmla="*/ 107595 h 155829"/>
                <a:gd name="csX5" fmla="*/ 173799 w 298195"/>
                <a:gd name="csY5" fmla="*/ 116249 h 155829"/>
                <a:gd name="csX6" fmla="*/ 172593 w 298195"/>
                <a:gd name="csY6" fmla="*/ 129330 h 155829"/>
                <a:gd name="csX7" fmla="*/ 195135 w 298195"/>
                <a:gd name="csY7" fmla="*/ 143066 h 155829"/>
                <a:gd name="csX8" fmla="*/ 211899 w 298195"/>
                <a:gd name="csY8" fmla="*/ 134633 h 155829"/>
                <a:gd name="csX9" fmla="*/ 220027 w 298195"/>
                <a:gd name="csY9" fmla="*/ 146634 h 155829"/>
                <a:gd name="csX10" fmla="*/ 249682 w 298195"/>
                <a:gd name="csY10" fmla="*/ 153664 h 155829"/>
                <a:gd name="csX11" fmla="*/ 263207 w 298195"/>
                <a:gd name="csY11" fmla="*/ 144799 h 155829"/>
                <a:gd name="csX12" fmla="*/ 270701 w 298195"/>
                <a:gd name="csY12" fmla="*/ 155175 h 155829"/>
                <a:gd name="csX13" fmla="*/ 291973 w 298195"/>
                <a:gd name="csY13" fmla="*/ 155829 h 155829"/>
                <a:gd name="csX14" fmla="*/ 298196 w 298195"/>
                <a:gd name="csY14" fmla="*/ 135712 h 155829"/>
                <a:gd name="csX15" fmla="*/ 297752 w 298195"/>
                <a:gd name="csY15" fmla="*/ 932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8195" h="155829">
                  <a:moveTo>
                    <a:pt x="33718" y="0"/>
                  </a:moveTo>
                  <a:lnTo>
                    <a:pt x="10287" y="19355"/>
                  </a:lnTo>
                  <a:lnTo>
                    <a:pt x="0" y="57639"/>
                  </a:lnTo>
                  <a:lnTo>
                    <a:pt x="120205" y="116249"/>
                  </a:lnTo>
                  <a:lnTo>
                    <a:pt x="148907" y="107595"/>
                  </a:lnTo>
                  <a:lnTo>
                    <a:pt x="173799" y="116249"/>
                  </a:lnTo>
                  <a:lnTo>
                    <a:pt x="172593" y="129330"/>
                  </a:lnTo>
                  <a:lnTo>
                    <a:pt x="195135" y="143066"/>
                  </a:lnTo>
                  <a:lnTo>
                    <a:pt x="211899" y="134633"/>
                  </a:lnTo>
                  <a:lnTo>
                    <a:pt x="220027" y="146634"/>
                  </a:lnTo>
                  <a:lnTo>
                    <a:pt x="249682" y="153664"/>
                  </a:lnTo>
                  <a:lnTo>
                    <a:pt x="263207" y="144799"/>
                  </a:lnTo>
                  <a:lnTo>
                    <a:pt x="270701" y="155175"/>
                  </a:lnTo>
                  <a:lnTo>
                    <a:pt x="291973" y="155829"/>
                  </a:lnTo>
                  <a:lnTo>
                    <a:pt x="298196" y="135712"/>
                  </a:lnTo>
                  <a:lnTo>
                    <a:pt x="297752" y="9321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DCEBADFB-89B4-79B9-7B8B-6E5F89682222}"/>
                </a:ext>
              </a:extLst>
            </p:cNvPr>
            <p:cNvSpPr/>
            <p:nvPr/>
          </p:nvSpPr>
          <p:spPr>
            <a:xfrm>
              <a:off x="8081886" y="4002734"/>
              <a:ext cx="159731" cy="210690"/>
            </a:xfrm>
            <a:custGeom>
              <a:avLst/>
              <a:gdLst>
                <a:gd name="csX0" fmla="*/ 178054 w 184213"/>
                <a:gd name="csY0" fmla="*/ 0 h 242982"/>
                <a:gd name="csX1" fmla="*/ 184214 w 184213"/>
                <a:gd name="csY1" fmla="*/ 9842 h 242982"/>
                <a:gd name="csX2" fmla="*/ 161925 w 184213"/>
                <a:gd name="csY2" fmla="*/ 21304 h 242982"/>
                <a:gd name="csX3" fmla="*/ 173101 w 184213"/>
                <a:gd name="csY3" fmla="*/ 40659 h 242982"/>
                <a:gd name="csX4" fmla="*/ 155639 w 184213"/>
                <a:gd name="csY4" fmla="*/ 43580 h 242982"/>
                <a:gd name="csX5" fmla="*/ 142875 w 184213"/>
                <a:gd name="csY5" fmla="*/ 36011 h 242982"/>
                <a:gd name="csX6" fmla="*/ 113030 w 184213"/>
                <a:gd name="csY6" fmla="*/ 55366 h 242982"/>
                <a:gd name="csX7" fmla="*/ 94361 w 184213"/>
                <a:gd name="csY7" fmla="*/ 60446 h 242982"/>
                <a:gd name="csX8" fmla="*/ 95123 w 184213"/>
                <a:gd name="csY8" fmla="*/ 86074 h 242982"/>
                <a:gd name="csX9" fmla="*/ 72199 w 184213"/>
                <a:gd name="csY9" fmla="*/ 113544 h 242982"/>
                <a:gd name="csX10" fmla="*/ 80328 w 184213"/>
                <a:gd name="csY10" fmla="*/ 124358 h 242982"/>
                <a:gd name="csX11" fmla="*/ 58483 w 184213"/>
                <a:gd name="csY11" fmla="*/ 170097 h 242982"/>
                <a:gd name="csX12" fmla="*/ 28575 w 184213"/>
                <a:gd name="csY12" fmla="*/ 159722 h 242982"/>
                <a:gd name="csX13" fmla="*/ 25019 w 184213"/>
                <a:gd name="csY13" fmla="*/ 167939 h 242982"/>
                <a:gd name="csX14" fmla="*/ 30670 w 184213"/>
                <a:gd name="csY14" fmla="*/ 201136 h 242982"/>
                <a:gd name="csX15" fmla="*/ 20130 w 184213"/>
                <a:gd name="csY15" fmla="*/ 205353 h 242982"/>
                <a:gd name="csX16" fmla="*/ 25654 w 184213"/>
                <a:gd name="csY16" fmla="*/ 232601 h 242982"/>
                <a:gd name="csX17" fmla="*/ 16129 w 184213"/>
                <a:gd name="csY17" fmla="*/ 242983 h 242982"/>
                <a:gd name="csX18" fmla="*/ 0 w 184213"/>
                <a:gd name="csY18" fmla="*/ 239522 h 24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84213" h="242982">
                  <a:moveTo>
                    <a:pt x="178054" y="0"/>
                  </a:moveTo>
                  <a:lnTo>
                    <a:pt x="184214" y="9842"/>
                  </a:lnTo>
                  <a:lnTo>
                    <a:pt x="161925" y="21304"/>
                  </a:lnTo>
                  <a:lnTo>
                    <a:pt x="173101" y="40659"/>
                  </a:lnTo>
                  <a:lnTo>
                    <a:pt x="155639" y="43580"/>
                  </a:lnTo>
                  <a:lnTo>
                    <a:pt x="142875" y="36011"/>
                  </a:lnTo>
                  <a:lnTo>
                    <a:pt x="113030" y="55366"/>
                  </a:lnTo>
                  <a:lnTo>
                    <a:pt x="94361" y="60446"/>
                  </a:lnTo>
                  <a:lnTo>
                    <a:pt x="95123" y="86074"/>
                  </a:lnTo>
                  <a:lnTo>
                    <a:pt x="72199" y="113544"/>
                  </a:lnTo>
                  <a:lnTo>
                    <a:pt x="80328" y="124358"/>
                  </a:lnTo>
                  <a:lnTo>
                    <a:pt x="58483" y="170097"/>
                  </a:lnTo>
                  <a:lnTo>
                    <a:pt x="28575" y="159722"/>
                  </a:lnTo>
                  <a:lnTo>
                    <a:pt x="25019" y="167939"/>
                  </a:lnTo>
                  <a:lnTo>
                    <a:pt x="30670" y="201136"/>
                  </a:lnTo>
                  <a:lnTo>
                    <a:pt x="20130" y="205353"/>
                  </a:lnTo>
                  <a:lnTo>
                    <a:pt x="25654" y="232601"/>
                  </a:lnTo>
                  <a:lnTo>
                    <a:pt x="16129" y="242983"/>
                  </a:lnTo>
                  <a:lnTo>
                    <a:pt x="0" y="2395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3860630E-FD2C-BFE0-D63B-0A52EBD0F198}"/>
                </a:ext>
              </a:extLst>
            </p:cNvPr>
            <p:cNvSpPr/>
            <p:nvPr/>
          </p:nvSpPr>
          <p:spPr>
            <a:xfrm>
              <a:off x="8237763" y="4233302"/>
              <a:ext cx="118105" cy="380878"/>
            </a:xfrm>
            <a:custGeom>
              <a:avLst/>
              <a:gdLst>
                <a:gd name="csX0" fmla="*/ 136208 w 136207"/>
                <a:gd name="csY0" fmla="*/ 0 h 439254"/>
                <a:gd name="csX1" fmla="*/ 101347 w 136207"/>
                <a:gd name="csY1" fmla="*/ 41961 h 439254"/>
                <a:gd name="csX2" fmla="*/ 66993 w 136207"/>
                <a:gd name="csY2" fmla="*/ 48235 h 439254"/>
                <a:gd name="csX3" fmla="*/ 61913 w 136207"/>
                <a:gd name="csY3" fmla="*/ 63913 h 439254"/>
                <a:gd name="csX4" fmla="*/ 21590 w 136207"/>
                <a:gd name="csY4" fmla="*/ 66510 h 439254"/>
                <a:gd name="csX5" fmla="*/ 16891 w 136207"/>
                <a:gd name="csY5" fmla="*/ 107169 h 439254"/>
                <a:gd name="csX6" fmla="*/ 0 w 136207"/>
                <a:gd name="csY6" fmla="*/ 114738 h 439254"/>
                <a:gd name="csX7" fmla="*/ 40260 w 136207"/>
                <a:gd name="csY7" fmla="*/ 170643 h 439254"/>
                <a:gd name="csX8" fmla="*/ 45403 w 136207"/>
                <a:gd name="csY8" fmla="*/ 187516 h 439254"/>
                <a:gd name="csX9" fmla="*/ 57849 w 136207"/>
                <a:gd name="csY9" fmla="*/ 185026 h 439254"/>
                <a:gd name="csX10" fmla="*/ 56706 w 136207"/>
                <a:gd name="csY10" fmla="*/ 206870 h 439254"/>
                <a:gd name="csX11" fmla="*/ 46228 w 136207"/>
                <a:gd name="csY11" fmla="*/ 209683 h 439254"/>
                <a:gd name="csX12" fmla="*/ 44958 w 136207"/>
                <a:gd name="csY12" fmla="*/ 232607 h 439254"/>
                <a:gd name="csX13" fmla="*/ 30353 w 136207"/>
                <a:gd name="csY13" fmla="*/ 239744 h 439254"/>
                <a:gd name="csX14" fmla="*/ 41339 w 136207"/>
                <a:gd name="csY14" fmla="*/ 269265 h 439254"/>
                <a:gd name="csX15" fmla="*/ 62802 w 136207"/>
                <a:gd name="csY15" fmla="*/ 288405 h 439254"/>
                <a:gd name="csX16" fmla="*/ 64008 w 136207"/>
                <a:gd name="csY16" fmla="*/ 327228 h 439254"/>
                <a:gd name="csX17" fmla="*/ 74486 w 136207"/>
                <a:gd name="csY17" fmla="*/ 337287 h 439254"/>
                <a:gd name="csX18" fmla="*/ 81724 w 136207"/>
                <a:gd name="csY18" fmla="*/ 362585 h 439254"/>
                <a:gd name="csX19" fmla="*/ 53467 w 136207"/>
                <a:gd name="csY19" fmla="*/ 412763 h 439254"/>
                <a:gd name="csX20" fmla="*/ 53467 w 136207"/>
                <a:gd name="csY20" fmla="*/ 428333 h 439254"/>
                <a:gd name="csX21" fmla="*/ 42101 w 136207"/>
                <a:gd name="csY21" fmla="*/ 439255 h 43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6207" h="439254">
                  <a:moveTo>
                    <a:pt x="136208" y="0"/>
                  </a:moveTo>
                  <a:lnTo>
                    <a:pt x="101347" y="41961"/>
                  </a:lnTo>
                  <a:lnTo>
                    <a:pt x="66993" y="48235"/>
                  </a:lnTo>
                  <a:lnTo>
                    <a:pt x="61913" y="63913"/>
                  </a:lnTo>
                  <a:lnTo>
                    <a:pt x="21590" y="66510"/>
                  </a:lnTo>
                  <a:lnTo>
                    <a:pt x="16891" y="107169"/>
                  </a:lnTo>
                  <a:lnTo>
                    <a:pt x="0" y="114738"/>
                  </a:lnTo>
                  <a:lnTo>
                    <a:pt x="40260" y="170643"/>
                  </a:lnTo>
                  <a:lnTo>
                    <a:pt x="45403" y="187516"/>
                  </a:lnTo>
                  <a:lnTo>
                    <a:pt x="57849" y="185026"/>
                  </a:lnTo>
                  <a:lnTo>
                    <a:pt x="56706" y="206870"/>
                  </a:lnTo>
                  <a:lnTo>
                    <a:pt x="46228" y="209683"/>
                  </a:lnTo>
                  <a:lnTo>
                    <a:pt x="44958" y="232607"/>
                  </a:lnTo>
                  <a:lnTo>
                    <a:pt x="30353" y="239744"/>
                  </a:lnTo>
                  <a:lnTo>
                    <a:pt x="41339" y="269265"/>
                  </a:lnTo>
                  <a:lnTo>
                    <a:pt x="62802" y="288405"/>
                  </a:lnTo>
                  <a:lnTo>
                    <a:pt x="64008" y="327228"/>
                  </a:lnTo>
                  <a:lnTo>
                    <a:pt x="74486" y="337287"/>
                  </a:lnTo>
                  <a:lnTo>
                    <a:pt x="81724" y="362585"/>
                  </a:lnTo>
                  <a:lnTo>
                    <a:pt x="53467" y="412763"/>
                  </a:lnTo>
                  <a:lnTo>
                    <a:pt x="53467" y="428333"/>
                  </a:lnTo>
                  <a:lnTo>
                    <a:pt x="42101" y="4392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290B90DB-5A88-7F8E-6CEF-7BC82F1B0BDF}"/>
                </a:ext>
              </a:extLst>
            </p:cNvPr>
            <p:cNvSpPr/>
            <p:nvPr/>
          </p:nvSpPr>
          <p:spPr>
            <a:xfrm>
              <a:off x="8391769" y="4200953"/>
              <a:ext cx="180599" cy="397006"/>
            </a:xfrm>
            <a:custGeom>
              <a:avLst/>
              <a:gdLst>
                <a:gd name="csX0" fmla="*/ 0 w 208279"/>
                <a:gd name="csY0" fmla="*/ 0 h 457854"/>
                <a:gd name="csX1" fmla="*/ 19621 w 208279"/>
                <a:gd name="csY1" fmla="*/ 25089 h 457854"/>
                <a:gd name="csX2" fmla="*/ 32067 w 208279"/>
                <a:gd name="csY2" fmla="*/ 20981 h 457854"/>
                <a:gd name="csX3" fmla="*/ 37147 w 208279"/>
                <a:gd name="csY3" fmla="*/ 36874 h 457854"/>
                <a:gd name="csX4" fmla="*/ 29654 w 208279"/>
                <a:gd name="csY4" fmla="*/ 48990 h 457854"/>
                <a:gd name="csX5" fmla="*/ 58356 w 208279"/>
                <a:gd name="csY5" fmla="*/ 67266 h 457854"/>
                <a:gd name="csX6" fmla="*/ 71438 w 208279"/>
                <a:gd name="csY6" fmla="*/ 54610 h 457854"/>
                <a:gd name="csX7" fmla="*/ 92265 w 208279"/>
                <a:gd name="csY7" fmla="*/ 64560 h 457854"/>
                <a:gd name="csX8" fmla="*/ 86042 w 208279"/>
                <a:gd name="csY8" fmla="*/ 74073 h 457854"/>
                <a:gd name="csX9" fmla="*/ 105219 w 208279"/>
                <a:gd name="csY9" fmla="*/ 87160 h 457854"/>
                <a:gd name="csX10" fmla="*/ 92773 w 208279"/>
                <a:gd name="csY10" fmla="*/ 107493 h 457854"/>
                <a:gd name="csX11" fmla="*/ 71374 w 208279"/>
                <a:gd name="csY11" fmla="*/ 104680 h 457854"/>
                <a:gd name="csX12" fmla="*/ 65595 w 208279"/>
                <a:gd name="csY12" fmla="*/ 120250 h 457854"/>
                <a:gd name="csX13" fmla="*/ 113474 w 208279"/>
                <a:gd name="csY13" fmla="*/ 144367 h 457854"/>
                <a:gd name="csX14" fmla="*/ 131318 w 208279"/>
                <a:gd name="csY14" fmla="*/ 176371 h 457854"/>
                <a:gd name="csX15" fmla="*/ 164782 w 208279"/>
                <a:gd name="csY15" fmla="*/ 209569 h 457854"/>
                <a:gd name="csX16" fmla="*/ 168783 w 208279"/>
                <a:gd name="csY16" fmla="*/ 227844 h 457854"/>
                <a:gd name="csX17" fmla="*/ 193548 w 208279"/>
                <a:gd name="csY17" fmla="*/ 241687 h 457854"/>
                <a:gd name="csX18" fmla="*/ 188340 w 208279"/>
                <a:gd name="csY18" fmla="*/ 253149 h 457854"/>
                <a:gd name="csX19" fmla="*/ 207327 w 208279"/>
                <a:gd name="csY19" fmla="*/ 272942 h 457854"/>
                <a:gd name="csX20" fmla="*/ 196024 w 208279"/>
                <a:gd name="csY20" fmla="*/ 316198 h 457854"/>
                <a:gd name="csX21" fmla="*/ 208280 w 208279"/>
                <a:gd name="csY21" fmla="*/ 339014 h 457854"/>
                <a:gd name="csX22" fmla="*/ 200025 w 208279"/>
                <a:gd name="csY22" fmla="*/ 355987 h 457854"/>
                <a:gd name="csX23" fmla="*/ 206121 w 208279"/>
                <a:gd name="csY23" fmla="*/ 381616 h 457854"/>
                <a:gd name="csX24" fmla="*/ 165417 w 208279"/>
                <a:gd name="csY24" fmla="*/ 392646 h 457854"/>
                <a:gd name="csX25" fmla="*/ 163322 w 208279"/>
                <a:gd name="csY25" fmla="*/ 406813 h 457854"/>
                <a:gd name="csX26" fmla="*/ 144081 w 208279"/>
                <a:gd name="csY26" fmla="*/ 403136 h 457854"/>
                <a:gd name="csX27" fmla="*/ 140081 w 208279"/>
                <a:gd name="csY27" fmla="*/ 419468 h 457854"/>
                <a:gd name="csX28" fmla="*/ 150876 w 208279"/>
                <a:gd name="csY28" fmla="*/ 429197 h 457854"/>
                <a:gd name="csX29" fmla="*/ 145605 w 208279"/>
                <a:gd name="csY29" fmla="*/ 446824 h 457854"/>
                <a:gd name="csX30" fmla="*/ 128397 w 208279"/>
                <a:gd name="csY30" fmla="*/ 437204 h 457854"/>
                <a:gd name="csX31" fmla="*/ 109855 w 208279"/>
                <a:gd name="csY31" fmla="*/ 438499 h 457854"/>
                <a:gd name="csX32" fmla="*/ 110617 w 208279"/>
                <a:gd name="csY32" fmla="*/ 448666 h 457854"/>
                <a:gd name="csX33" fmla="*/ 85344 w 208279"/>
                <a:gd name="csY33" fmla="*/ 457854 h 45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08279" h="457854">
                  <a:moveTo>
                    <a:pt x="0" y="0"/>
                  </a:moveTo>
                  <a:lnTo>
                    <a:pt x="19621" y="25089"/>
                  </a:lnTo>
                  <a:lnTo>
                    <a:pt x="32067" y="20981"/>
                  </a:lnTo>
                  <a:lnTo>
                    <a:pt x="37147" y="36874"/>
                  </a:lnTo>
                  <a:lnTo>
                    <a:pt x="29654" y="48990"/>
                  </a:lnTo>
                  <a:lnTo>
                    <a:pt x="58356" y="67266"/>
                  </a:lnTo>
                  <a:lnTo>
                    <a:pt x="71438" y="54610"/>
                  </a:lnTo>
                  <a:lnTo>
                    <a:pt x="92265" y="64560"/>
                  </a:lnTo>
                  <a:lnTo>
                    <a:pt x="86042" y="74073"/>
                  </a:lnTo>
                  <a:lnTo>
                    <a:pt x="105219" y="87160"/>
                  </a:lnTo>
                  <a:lnTo>
                    <a:pt x="92773" y="107493"/>
                  </a:lnTo>
                  <a:lnTo>
                    <a:pt x="71374" y="104680"/>
                  </a:lnTo>
                  <a:lnTo>
                    <a:pt x="65595" y="120250"/>
                  </a:lnTo>
                  <a:lnTo>
                    <a:pt x="113474" y="144367"/>
                  </a:lnTo>
                  <a:lnTo>
                    <a:pt x="131318" y="176371"/>
                  </a:lnTo>
                  <a:lnTo>
                    <a:pt x="164782" y="209569"/>
                  </a:lnTo>
                  <a:lnTo>
                    <a:pt x="168783" y="227844"/>
                  </a:lnTo>
                  <a:lnTo>
                    <a:pt x="193548" y="241687"/>
                  </a:lnTo>
                  <a:lnTo>
                    <a:pt x="188340" y="253149"/>
                  </a:lnTo>
                  <a:lnTo>
                    <a:pt x="207327" y="272942"/>
                  </a:lnTo>
                  <a:lnTo>
                    <a:pt x="196024" y="316198"/>
                  </a:lnTo>
                  <a:lnTo>
                    <a:pt x="208280" y="339014"/>
                  </a:lnTo>
                  <a:lnTo>
                    <a:pt x="200025" y="355987"/>
                  </a:lnTo>
                  <a:lnTo>
                    <a:pt x="206121" y="381616"/>
                  </a:lnTo>
                  <a:lnTo>
                    <a:pt x="165417" y="392646"/>
                  </a:lnTo>
                  <a:lnTo>
                    <a:pt x="163322" y="406813"/>
                  </a:lnTo>
                  <a:lnTo>
                    <a:pt x="144081" y="403136"/>
                  </a:lnTo>
                  <a:lnTo>
                    <a:pt x="140081" y="419468"/>
                  </a:lnTo>
                  <a:lnTo>
                    <a:pt x="150876" y="429197"/>
                  </a:lnTo>
                  <a:lnTo>
                    <a:pt x="145605" y="446824"/>
                  </a:lnTo>
                  <a:lnTo>
                    <a:pt x="128397" y="437204"/>
                  </a:lnTo>
                  <a:lnTo>
                    <a:pt x="109855" y="438499"/>
                  </a:lnTo>
                  <a:lnTo>
                    <a:pt x="110617" y="448666"/>
                  </a:lnTo>
                  <a:lnTo>
                    <a:pt x="85344" y="45785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E1676FF0-2065-3D5C-2369-7BED18F290C5}"/>
                </a:ext>
              </a:extLst>
            </p:cNvPr>
            <p:cNvSpPr/>
            <p:nvPr/>
          </p:nvSpPr>
          <p:spPr>
            <a:xfrm>
              <a:off x="8325641" y="4269686"/>
              <a:ext cx="179498" cy="200190"/>
            </a:xfrm>
            <a:custGeom>
              <a:avLst/>
              <a:gdLst>
                <a:gd name="csX0" fmla="*/ 0 w 207009"/>
                <a:gd name="csY0" fmla="*/ 0 h 230873"/>
                <a:gd name="csX1" fmla="*/ 18415 w 207009"/>
                <a:gd name="csY1" fmla="*/ 7785 h 230873"/>
                <a:gd name="csX2" fmla="*/ 9271 w 207009"/>
                <a:gd name="csY2" fmla="*/ 30823 h 230873"/>
                <a:gd name="csX3" fmla="*/ 35623 w 207009"/>
                <a:gd name="csY3" fmla="*/ 28981 h 230873"/>
                <a:gd name="csX4" fmla="*/ 37973 w 207009"/>
                <a:gd name="csY4" fmla="*/ 54826 h 230873"/>
                <a:gd name="csX5" fmla="*/ 27559 w 207009"/>
                <a:gd name="csY5" fmla="*/ 72345 h 230873"/>
                <a:gd name="csX6" fmla="*/ 33401 w 207009"/>
                <a:gd name="csY6" fmla="*/ 85426 h 230873"/>
                <a:gd name="csX7" fmla="*/ 24130 w 207009"/>
                <a:gd name="csY7" fmla="*/ 106947 h 230873"/>
                <a:gd name="csX8" fmla="*/ 44577 w 207009"/>
                <a:gd name="csY8" fmla="*/ 109544 h 230873"/>
                <a:gd name="csX9" fmla="*/ 74676 w 207009"/>
                <a:gd name="csY9" fmla="*/ 82728 h 230873"/>
                <a:gd name="csX10" fmla="*/ 94932 w 207009"/>
                <a:gd name="csY10" fmla="*/ 97758 h 230873"/>
                <a:gd name="csX11" fmla="*/ 111061 w 207009"/>
                <a:gd name="csY11" fmla="*/ 90189 h 230873"/>
                <a:gd name="csX12" fmla="*/ 119253 w 207009"/>
                <a:gd name="csY12" fmla="*/ 74942 h 230873"/>
                <a:gd name="csX13" fmla="*/ 144716 w 207009"/>
                <a:gd name="csY13" fmla="*/ 77857 h 230873"/>
                <a:gd name="csX14" fmla="*/ 175514 w 207009"/>
                <a:gd name="csY14" fmla="*/ 112573 h 230873"/>
                <a:gd name="csX15" fmla="*/ 174561 w 207009"/>
                <a:gd name="csY15" fmla="*/ 145555 h 230873"/>
                <a:gd name="csX16" fmla="*/ 207010 w 207009"/>
                <a:gd name="csY16" fmla="*/ 178645 h 230873"/>
                <a:gd name="csX17" fmla="*/ 204533 w 207009"/>
                <a:gd name="csY17" fmla="*/ 219951 h 230873"/>
                <a:gd name="csX18" fmla="*/ 190564 w 207009"/>
                <a:gd name="csY18" fmla="*/ 230873 h 23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07009" h="230873">
                  <a:moveTo>
                    <a:pt x="0" y="0"/>
                  </a:moveTo>
                  <a:lnTo>
                    <a:pt x="18415" y="7785"/>
                  </a:lnTo>
                  <a:lnTo>
                    <a:pt x="9271" y="30823"/>
                  </a:lnTo>
                  <a:lnTo>
                    <a:pt x="35623" y="28981"/>
                  </a:lnTo>
                  <a:lnTo>
                    <a:pt x="37973" y="54826"/>
                  </a:lnTo>
                  <a:lnTo>
                    <a:pt x="27559" y="72345"/>
                  </a:lnTo>
                  <a:lnTo>
                    <a:pt x="33401" y="85426"/>
                  </a:lnTo>
                  <a:lnTo>
                    <a:pt x="24130" y="106947"/>
                  </a:lnTo>
                  <a:lnTo>
                    <a:pt x="44577" y="109544"/>
                  </a:lnTo>
                  <a:lnTo>
                    <a:pt x="74676" y="82728"/>
                  </a:lnTo>
                  <a:lnTo>
                    <a:pt x="94932" y="97758"/>
                  </a:lnTo>
                  <a:lnTo>
                    <a:pt x="111061" y="90189"/>
                  </a:lnTo>
                  <a:lnTo>
                    <a:pt x="119253" y="74942"/>
                  </a:lnTo>
                  <a:lnTo>
                    <a:pt x="144716" y="77857"/>
                  </a:lnTo>
                  <a:lnTo>
                    <a:pt x="175514" y="112573"/>
                  </a:lnTo>
                  <a:lnTo>
                    <a:pt x="174561" y="145555"/>
                  </a:lnTo>
                  <a:lnTo>
                    <a:pt x="207010" y="178645"/>
                  </a:lnTo>
                  <a:lnTo>
                    <a:pt x="204533" y="219951"/>
                  </a:lnTo>
                  <a:lnTo>
                    <a:pt x="190564" y="2308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341DAB96-48C8-48A2-F714-E424DF2930D3}"/>
                </a:ext>
              </a:extLst>
            </p:cNvPr>
            <p:cNvSpPr/>
            <p:nvPr/>
          </p:nvSpPr>
          <p:spPr>
            <a:xfrm>
              <a:off x="8398817" y="4459189"/>
              <a:ext cx="167055" cy="99483"/>
            </a:xfrm>
            <a:custGeom>
              <a:avLst/>
              <a:gdLst>
                <a:gd name="csX0" fmla="*/ 192660 w 192659"/>
                <a:gd name="csY0" fmla="*/ 0 h 114731"/>
                <a:gd name="csX1" fmla="*/ 171450 w 192659"/>
                <a:gd name="csY1" fmla="*/ 11246 h 114731"/>
                <a:gd name="csX2" fmla="*/ 160211 w 192659"/>
                <a:gd name="csY2" fmla="*/ 1403 h 114731"/>
                <a:gd name="csX3" fmla="*/ 146686 w 192659"/>
                <a:gd name="csY3" fmla="*/ 8001 h 114731"/>
                <a:gd name="csX4" fmla="*/ 148972 w 192659"/>
                <a:gd name="csY4" fmla="*/ 21736 h 114731"/>
                <a:gd name="csX5" fmla="*/ 136399 w 192659"/>
                <a:gd name="csY5" fmla="*/ 31140 h 114731"/>
                <a:gd name="csX6" fmla="*/ 127636 w 192659"/>
                <a:gd name="csY6" fmla="*/ 23463 h 114731"/>
                <a:gd name="csX7" fmla="*/ 115380 w 192659"/>
                <a:gd name="csY7" fmla="*/ 24759 h 114731"/>
                <a:gd name="csX8" fmla="*/ 106173 w 192659"/>
                <a:gd name="csY8" fmla="*/ 12325 h 114731"/>
                <a:gd name="csX9" fmla="*/ 29782 w 192659"/>
                <a:gd name="csY9" fmla="*/ 11138 h 114731"/>
                <a:gd name="csX10" fmla="*/ 14923 w 192659"/>
                <a:gd name="csY10" fmla="*/ 37198 h 114731"/>
                <a:gd name="csX11" fmla="*/ 0 w 192659"/>
                <a:gd name="csY11" fmla="*/ 41307 h 114731"/>
                <a:gd name="csX12" fmla="*/ 10541 w 192659"/>
                <a:gd name="csY12" fmla="*/ 71583 h 114731"/>
                <a:gd name="csX13" fmla="*/ 23940 w 192659"/>
                <a:gd name="csY13" fmla="*/ 80994 h 114731"/>
                <a:gd name="csX14" fmla="*/ 29464 w 192659"/>
                <a:gd name="csY14" fmla="*/ 103594 h 114731"/>
                <a:gd name="csX15" fmla="*/ 21654 w 192659"/>
                <a:gd name="csY15" fmla="*/ 114732 h 114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92659" h="114731">
                  <a:moveTo>
                    <a:pt x="192660" y="0"/>
                  </a:moveTo>
                  <a:lnTo>
                    <a:pt x="171450" y="11246"/>
                  </a:lnTo>
                  <a:lnTo>
                    <a:pt x="160211" y="1403"/>
                  </a:lnTo>
                  <a:lnTo>
                    <a:pt x="146686" y="8001"/>
                  </a:lnTo>
                  <a:lnTo>
                    <a:pt x="148972" y="21736"/>
                  </a:lnTo>
                  <a:lnTo>
                    <a:pt x="136399" y="31140"/>
                  </a:lnTo>
                  <a:lnTo>
                    <a:pt x="127636" y="23463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923" y="37198"/>
                  </a:lnTo>
                  <a:lnTo>
                    <a:pt x="0" y="41307"/>
                  </a:lnTo>
                  <a:lnTo>
                    <a:pt x="10541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654" y="1147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75C41ADA-77CC-55A9-BF36-A81EFF58F860}"/>
                </a:ext>
              </a:extLst>
            </p:cNvPr>
            <p:cNvSpPr/>
            <p:nvPr/>
          </p:nvSpPr>
          <p:spPr>
            <a:xfrm>
              <a:off x="8325531" y="4720794"/>
              <a:ext cx="65247" cy="32629"/>
            </a:xfrm>
            <a:custGeom>
              <a:avLst/>
              <a:gdLst>
                <a:gd name="csX0" fmla="*/ 0 w 75247"/>
                <a:gd name="csY0" fmla="*/ 11138 h 37630"/>
                <a:gd name="csX1" fmla="*/ 9969 w 75247"/>
                <a:gd name="csY1" fmla="*/ 0 h 37630"/>
                <a:gd name="csX2" fmla="*/ 32448 w 75247"/>
                <a:gd name="csY2" fmla="*/ 12872 h 37630"/>
                <a:gd name="csX3" fmla="*/ 27495 w 75247"/>
                <a:gd name="csY3" fmla="*/ 29197 h 37630"/>
                <a:gd name="csX4" fmla="*/ 41593 w 75247"/>
                <a:gd name="csY4" fmla="*/ 37630 h 37630"/>
                <a:gd name="csX5" fmla="*/ 52705 w 75247"/>
                <a:gd name="csY5" fmla="*/ 26600 h 37630"/>
                <a:gd name="csX6" fmla="*/ 64389 w 75247"/>
                <a:gd name="csY6" fmla="*/ 34386 h 37630"/>
                <a:gd name="csX7" fmla="*/ 75247 w 75247"/>
                <a:gd name="csY7" fmla="*/ 12656 h 37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5247" h="37630">
                  <a:moveTo>
                    <a:pt x="0" y="11138"/>
                  </a:moveTo>
                  <a:lnTo>
                    <a:pt x="9969" y="0"/>
                  </a:lnTo>
                  <a:lnTo>
                    <a:pt x="32448" y="12872"/>
                  </a:lnTo>
                  <a:lnTo>
                    <a:pt x="27495" y="29197"/>
                  </a:lnTo>
                  <a:lnTo>
                    <a:pt x="41593" y="37630"/>
                  </a:lnTo>
                  <a:lnTo>
                    <a:pt x="52705" y="26600"/>
                  </a:lnTo>
                  <a:lnTo>
                    <a:pt x="64389" y="34386"/>
                  </a:lnTo>
                  <a:lnTo>
                    <a:pt x="75247" y="126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6C6CBEB6-C6F5-C41A-CEE5-F48751C795B5}"/>
                </a:ext>
              </a:extLst>
            </p:cNvPr>
            <p:cNvSpPr/>
            <p:nvPr/>
          </p:nvSpPr>
          <p:spPr>
            <a:xfrm>
              <a:off x="8780223" y="4776213"/>
              <a:ext cx="41240" cy="34220"/>
            </a:xfrm>
            <a:custGeom>
              <a:avLst/>
              <a:gdLst>
                <a:gd name="csX0" fmla="*/ 0 w 47561"/>
                <a:gd name="csY0" fmla="*/ 14053 h 39465"/>
                <a:gd name="csX1" fmla="*/ 14098 w 47561"/>
                <a:gd name="csY1" fmla="*/ 39465 h 39465"/>
                <a:gd name="csX2" fmla="*/ 30035 w 47561"/>
                <a:gd name="csY2" fmla="*/ 19247 h 39465"/>
                <a:gd name="csX3" fmla="*/ 45403 w 47561"/>
                <a:gd name="csY3" fmla="*/ 17513 h 39465"/>
                <a:gd name="csX4" fmla="*/ 47561 w 47561"/>
                <a:gd name="csY4" fmla="*/ 0 h 39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561" h="39465">
                  <a:moveTo>
                    <a:pt x="0" y="14053"/>
                  </a:moveTo>
                  <a:lnTo>
                    <a:pt x="14098" y="39465"/>
                  </a:lnTo>
                  <a:lnTo>
                    <a:pt x="30035" y="19247"/>
                  </a:lnTo>
                  <a:lnTo>
                    <a:pt x="45403" y="17513"/>
                  </a:lnTo>
                  <a:lnTo>
                    <a:pt x="4756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02A673F2-40B3-17A8-6E8A-D50BFE899B6C}"/>
                </a:ext>
              </a:extLst>
            </p:cNvPr>
            <p:cNvSpPr/>
            <p:nvPr/>
          </p:nvSpPr>
          <p:spPr>
            <a:xfrm>
              <a:off x="8630843" y="4794868"/>
              <a:ext cx="260493" cy="100331"/>
            </a:xfrm>
            <a:custGeom>
              <a:avLst/>
              <a:gdLst>
                <a:gd name="csX0" fmla="*/ 0 w 300418"/>
                <a:gd name="csY0" fmla="*/ 69863 h 115709"/>
                <a:gd name="csX1" fmla="*/ 0 w 300418"/>
                <a:gd name="csY1" fmla="*/ 85973 h 115709"/>
                <a:gd name="csX2" fmla="*/ 32131 w 300418"/>
                <a:gd name="csY2" fmla="*/ 115710 h 115709"/>
                <a:gd name="csX3" fmla="*/ 61976 w 300418"/>
                <a:gd name="csY3" fmla="*/ 104680 h 115709"/>
                <a:gd name="csX4" fmla="*/ 96076 w 300418"/>
                <a:gd name="csY4" fmla="*/ 107169 h 115709"/>
                <a:gd name="csX5" fmla="*/ 104522 w 300418"/>
                <a:gd name="csY5" fmla="*/ 90189 h 115709"/>
                <a:gd name="csX6" fmla="*/ 131509 w 300418"/>
                <a:gd name="csY6" fmla="*/ 86513 h 115709"/>
                <a:gd name="csX7" fmla="*/ 155829 w 300418"/>
                <a:gd name="csY7" fmla="*/ 100031 h 115709"/>
                <a:gd name="csX8" fmla="*/ 166688 w 300418"/>
                <a:gd name="csY8" fmla="*/ 90405 h 115709"/>
                <a:gd name="csX9" fmla="*/ 193167 w 300418"/>
                <a:gd name="csY9" fmla="*/ 91707 h 115709"/>
                <a:gd name="csX10" fmla="*/ 198565 w 300418"/>
                <a:gd name="csY10" fmla="*/ 66510 h 115709"/>
                <a:gd name="csX11" fmla="*/ 216536 w 300418"/>
                <a:gd name="csY11" fmla="*/ 59157 h 115709"/>
                <a:gd name="csX12" fmla="*/ 210693 w 300418"/>
                <a:gd name="csY12" fmla="*/ 53423 h 115709"/>
                <a:gd name="csX13" fmla="*/ 214503 w 300418"/>
                <a:gd name="csY13" fmla="*/ 47473 h 115709"/>
                <a:gd name="csX14" fmla="*/ 226759 w 300418"/>
                <a:gd name="csY14" fmla="*/ 44990 h 115709"/>
                <a:gd name="csX15" fmla="*/ 229426 w 300418"/>
                <a:gd name="csY15" fmla="*/ 16224 h 115709"/>
                <a:gd name="csX16" fmla="*/ 240474 w 300418"/>
                <a:gd name="csY16" fmla="*/ 1842 h 115709"/>
                <a:gd name="csX17" fmla="*/ 287020 w 300418"/>
                <a:gd name="csY17" fmla="*/ 0 h 115709"/>
                <a:gd name="csX18" fmla="*/ 300419 w 300418"/>
                <a:gd name="csY18" fmla="*/ 9951 h 115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00418" h="115709">
                  <a:moveTo>
                    <a:pt x="0" y="69863"/>
                  </a:moveTo>
                  <a:lnTo>
                    <a:pt x="0" y="85973"/>
                  </a:lnTo>
                  <a:lnTo>
                    <a:pt x="32131" y="115710"/>
                  </a:lnTo>
                  <a:lnTo>
                    <a:pt x="61976" y="104680"/>
                  </a:lnTo>
                  <a:lnTo>
                    <a:pt x="96076" y="107169"/>
                  </a:lnTo>
                  <a:lnTo>
                    <a:pt x="104522" y="90189"/>
                  </a:lnTo>
                  <a:lnTo>
                    <a:pt x="131509" y="86513"/>
                  </a:lnTo>
                  <a:lnTo>
                    <a:pt x="155829" y="100031"/>
                  </a:lnTo>
                  <a:lnTo>
                    <a:pt x="166688" y="90405"/>
                  </a:lnTo>
                  <a:lnTo>
                    <a:pt x="193167" y="91707"/>
                  </a:lnTo>
                  <a:lnTo>
                    <a:pt x="198565" y="66510"/>
                  </a:lnTo>
                  <a:lnTo>
                    <a:pt x="216536" y="59157"/>
                  </a:lnTo>
                  <a:lnTo>
                    <a:pt x="210693" y="53423"/>
                  </a:lnTo>
                  <a:lnTo>
                    <a:pt x="214503" y="47473"/>
                  </a:lnTo>
                  <a:lnTo>
                    <a:pt x="226759" y="44990"/>
                  </a:lnTo>
                  <a:lnTo>
                    <a:pt x="229426" y="16224"/>
                  </a:lnTo>
                  <a:lnTo>
                    <a:pt x="240474" y="1842"/>
                  </a:lnTo>
                  <a:lnTo>
                    <a:pt x="287020" y="0"/>
                  </a:lnTo>
                  <a:lnTo>
                    <a:pt x="300419" y="99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2978755D-090A-ACDE-BBAC-7731E4F70F6B}"/>
                </a:ext>
              </a:extLst>
            </p:cNvPr>
            <p:cNvSpPr/>
            <p:nvPr/>
          </p:nvSpPr>
          <p:spPr>
            <a:xfrm>
              <a:off x="6208162" y="5260607"/>
              <a:ext cx="177571" cy="43977"/>
            </a:xfrm>
            <a:custGeom>
              <a:avLst/>
              <a:gdLst>
                <a:gd name="csX0" fmla="*/ 204788 w 204787"/>
                <a:gd name="csY0" fmla="*/ 0 h 50717"/>
                <a:gd name="csX1" fmla="*/ 136906 w 204787"/>
                <a:gd name="csY1" fmla="*/ 37954 h 50717"/>
                <a:gd name="csX2" fmla="*/ 114491 w 204787"/>
                <a:gd name="csY2" fmla="*/ 31140 h 50717"/>
                <a:gd name="csX3" fmla="*/ 94361 w 204787"/>
                <a:gd name="csY3" fmla="*/ 49962 h 50717"/>
                <a:gd name="csX4" fmla="*/ 71755 w 204787"/>
                <a:gd name="csY4" fmla="*/ 41847 h 50717"/>
                <a:gd name="csX5" fmla="*/ 56833 w 204787"/>
                <a:gd name="csY5" fmla="*/ 50717 h 50717"/>
                <a:gd name="csX6" fmla="*/ 35243 w 204787"/>
                <a:gd name="csY6" fmla="*/ 36659 h 50717"/>
                <a:gd name="csX7" fmla="*/ 24130 w 204787"/>
                <a:gd name="csY7" fmla="*/ 44767 h 50717"/>
                <a:gd name="csX8" fmla="*/ 0 w 204787"/>
                <a:gd name="csY8" fmla="*/ 44444 h 50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04787" h="50717">
                  <a:moveTo>
                    <a:pt x="204788" y="0"/>
                  </a:moveTo>
                  <a:lnTo>
                    <a:pt x="136906" y="37954"/>
                  </a:lnTo>
                  <a:lnTo>
                    <a:pt x="114491" y="31140"/>
                  </a:lnTo>
                  <a:lnTo>
                    <a:pt x="94361" y="49962"/>
                  </a:lnTo>
                  <a:lnTo>
                    <a:pt x="71755" y="41847"/>
                  </a:lnTo>
                  <a:lnTo>
                    <a:pt x="56833" y="50717"/>
                  </a:lnTo>
                  <a:lnTo>
                    <a:pt x="35243" y="36659"/>
                  </a:lnTo>
                  <a:lnTo>
                    <a:pt x="24130" y="44767"/>
                  </a:lnTo>
                  <a:lnTo>
                    <a:pt x="0" y="44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367429AD-1A48-717F-34BD-CC695BE0548D}"/>
                </a:ext>
              </a:extLst>
            </p:cNvPr>
            <p:cNvSpPr/>
            <p:nvPr/>
          </p:nvSpPr>
          <p:spPr>
            <a:xfrm>
              <a:off x="6054487" y="5351281"/>
              <a:ext cx="183957" cy="303518"/>
            </a:xfrm>
            <a:custGeom>
              <a:avLst/>
              <a:gdLst>
                <a:gd name="csX0" fmla="*/ 174498 w 212152"/>
                <a:gd name="csY0" fmla="*/ 0 h 350037"/>
                <a:gd name="csX1" fmla="*/ 212153 w 212152"/>
                <a:gd name="csY1" fmla="*/ 41630 h 350037"/>
                <a:gd name="csX2" fmla="*/ 212153 w 212152"/>
                <a:gd name="csY2" fmla="*/ 107918 h 350037"/>
                <a:gd name="csX3" fmla="*/ 191706 w 212152"/>
                <a:gd name="csY3" fmla="*/ 114948 h 350037"/>
                <a:gd name="csX4" fmla="*/ 191706 w 212152"/>
                <a:gd name="csY4" fmla="*/ 153232 h 350037"/>
                <a:gd name="csX5" fmla="*/ 171259 w 212152"/>
                <a:gd name="csY5" fmla="*/ 139929 h 350037"/>
                <a:gd name="csX6" fmla="*/ 173989 w 212152"/>
                <a:gd name="csY6" fmla="*/ 129546 h 350037"/>
                <a:gd name="csX7" fmla="*/ 150177 w 212152"/>
                <a:gd name="csY7" fmla="*/ 100565 h 350037"/>
                <a:gd name="csX8" fmla="*/ 163131 w 212152"/>
                <a:gd name="csY8" fmla="*/ 78829 h 350037"/>
                <a:gd name="csX9" fmla="*/ 157924 w 212152"/>
                <a:gd name="csY9" fmla="*/ 46711 h 350037"/>
                <a:gd name="csX10" fmla="*/ 128588 w 212152"/>
                <a:gd name="csY10" fmla="*/ 53416 h 350037"/>
                <a:gd name="csX11" fmla="*/ 116713 w 212152"/>
                <a:gd name="csY11" fmla="*/ 37522 h 350037"/>
                <a:gd name="csX12" fmla="*/ 0 w 212152"/>
                <a:gd name="csY12" fmla="*/ 68123 h 350037"/>
                <a:gd name="csX13" fmla="*/ 8382 w 212152"/>
                <a:gd name="csY13" fmla="*/ 105867 h 350037"/>
                <a:gd name="csX14" fmla="*/ 49085 w 212152"/>
                <a:gd name="csY14" fmla="*/ 109328 h 350037"/>
                <a:gd name="csX15" fmla="*/ 64452 w 212152"/>
                <a:gd name="csY15" fmla="*/ 123056 h 350037"/>
                <a:gd name="csX16" fmla="*/ 101536 w 212152"/>
                <a:gd name="csY16" fmla="*/ 132899 h 350037"/>
                <a:gd name="csX17" fmla="*/ 103505 w 212152"/>
                <a:gd name="csY17" fmla="*/ 206108 h 350037"/>
                <a:gd name="csX18" fmla="*/ 91186 w 212152"/>
                <a:gd name="csY18" fmla="*/ 216383 h 350037"/>
                <a:gd name="csX19" fmla="*/ 99060 w 212152"/>
                <a:gd name="csY19" fmla="*/ 226225 h 350037"/>
                <a:gd name="csX20" fmla="*/ 94614 w 212152"/>
                <a:gd name="csY20" fmla="*/ 241471 h 350037"/>
                <a:gd name="csX21" fmla="*/ 106552 w 212152"/>
                <a:gd name="csY21" fmla="*/ 252717 h 350037"/>
                <a:gd name="csX22" fmla="*/ 94614 w 212152"/>
                <a:gd name="csY22" fmla="*/ 278346 h 350037"/>
                <a:gd name="csX23" fmla="*/ 82740 w 212152"/>
                <a:gd name="csY23" fmla="*/ 282778 h 350037"/>
                <a:gd name="csX24" fmla="*/ 86169 w 212152"/>
                <a:gd name="csY24" fmla="*/ 309702 h 350037"/>
                <a:gd name="csX25" fmla="*/ 38100 w 212152"/>
                <a:gd name="csY25" fmla="*/ 350038 h 35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2152" h="350037">
                  <a:moveTo>
                    <a:pt x="174498" y="0"/>
                  </a:moveTo>
                  <a:lnTo>
                    <a:pt x="212153" y="41630"/>
                  </a:lnTo>
                  <a:lnTo>
                    <a:pt x="212153" y="107918"/>
                  </a:lnTo>
                  <a:lnTo>
                    <a:pt x="191706" y="114948"/>
                  </a:lnTo>
                  <a:lnTo>
                    <a:pt x="191706" y="153232"/>
                  </a:lnTo>
                  <a:lnTo>
                    <a:pt x="171259" y="139929"/>
                  </a:lnTo>
                  <a:lnTo>
                    <a:pt x="173989" y="129546"/>
                  </a:lnTo>
                  <a:lnTo>
                    <a:pt x="150177" y="100565"/>
                  </a:lnTo>
                  <a:lnTo>
                    <a:pt x="163131" y="78829"/>
                  </a:lnTo>
                  <a:lnTo>
                    <a:pt x="157924" y="46711"/>
                  </a:lnTo>
                  <a:lnTo>
                    <a:pt x="128588" y="53416"/>
                  </a:lnTo>
                  <a:lnTo>
                    <a:pt x="116713" y="37522"/>
                  </a:lnTo>
                  <a:lnTo>
                    <a:pt x="0" y="68123"/>
                  </a:lnTo>
                  <a:lnTo>
                    <a:pt x="8382" y="105867"/>
                  </a:lnTo>
                  <a:lnTo>
                    <a:pt x="49085" y="109328"/>
                  </a:lnTo>
                  <a:lnTo>
                    <a:pt x="64452" y="123056"/>
                  </a:lnTo>
                  <a:lnTo>
                    <a:pt x="101536" y="132899"/>
                  </a:lnTo>
                  <a:lnTo>
                    <a:pt x="103505" y="206108"/>
                  </a:lnTo>
                  <a:lnTo>
                    <a:pt x="91186" y="216383"/>
                  </a:lnTo>
                  <a:lnTo>
                    <a:pt x="99060" y="226225"/>
                  </a:lnTo>
                  <a:lnTo>
                    <a:pt x="94614" y="241471"/>
                  </a:lnTo>
                  <a:lnTo>
                    <a:pt x="106552" y="252717"/>
                  </a:lnTo>
                  <a:lnTo>
                    <a:pt x="94614" y="278346"/>
                  </a:lnTo>
                  <a:lnTo>
                    <a:pt x="82740" y="282778"/>
                  </a:lnTo>
                  <a:lnTo>
                    <a:pt x="86169" y="309702"/>
                  </a:lnTo>
                  <a:lnTo>
                    <a:pt x="38100" y="3500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5D644833-1856-0810-AF3D-BEC9C1B4C62E}"/>
                </a:ext>
              </a:extLst>
            </p:cNvPr>
            <p:cNvSpPr/>
            <p:nvPr/>
          </p:nvSpPr>
          <p:spPr>
            <a:xfrm>
              <a:off x="5721973" y="5504026"/>
              <a:ext cx="302890" cy="235165"/>
            </a:xfrm>
            <a:custGeom>
              <a:avLst/>
              <a:gdLst>
                <a:gd name="csX0" fmla="*/ 0 w 349313"/>
                <a:gd name="csY0" fmla="*/ 271209 h 271208"/>
                <a:gd name="csX1" fmla="*/ 0 w 349313"/>
                <a:gd name="csY1" fmla="*/ 162852 h 271208"/>
                <a:gd name="csX2" fmla="*/ 38672 w 349313"/>
                <a:gd name="csY2" fmla="*/ 162852 h 271208"/>
                <a:gd name="csX3" fmla="*/ 38672 w 349313"/>
                <a:gd name="csY3" fmla="*/ 36227 h 271208"/>
                <a:gd name="csX4" fmla="*/ 123444 w 349313"/>
                <a:gd name="csY4" fmla="*/ 19571 h 271208"/>
                <a:gd name="csX5" fmla="*/ 132842 w 349313"/>
                <a:gd name="csY5" fmla="*/ 36227 h 271208"/>
                <a:gd name="csX6" fmla="*/ 160528 w 349313"/>
                <a:gd name="csY6" fmla="*/ 15139 h 271208"/>
                <a:gd name="csX7" fmla="*/ 170942 w 349313"/>
                <a:gd name="csY7" fmla="*/ 20974 h 271208"/>
                <a:gd name="csX8" fmla="*/ 196278 w 349313"/>
                <a:gd name="csY8" fmla="*/ 0 h 271208"/>
                <a:gd name="csX9" fmla="*/ 223965 w 349313"/>
                <a:gd name="csY9" fmla="*/ 42710 h 271208"/>
                <a:gd name="csX10" fmla="*/ 229362 w 349313"/>
                <a:gd name="csY10" fmla="*/ 65748 h 271208"/>
                <a:gd name="csX11" fmla="*/ 270065 w 349313"/>
                <a:gd name="csY11" fmla="*/ 86938 h 271208"/>
                <a:gd name="csX12" fmla="*/ 273431 w 349313"/>
                <a:gd name="csY12" fmla="*/ 101105 h 271208"/>
                <a:gd name="csX13" fmla="*/ 288353 w 349313"/>
                <a:gd name="csY13" fmla="*/ 103594 h 271208"/>
                <a:gd name="csX14" fmla="*/ 288925 w 349313"/>
                <a:gd name="csY14" fmla="*/ 125762 h 271208"/>
                <a:gd name="csX15" fmla="*/ 302197 w 349313"/>
                <a:gd name="csY15" fmla="*/ 145333 h 271208"/>
                <a:gd name="csX16" fmla="*/ 336867 w 349313"/>
                <a:gd name="csY16" fmla="*/ 151823 h 271208"/>
                <a:gd name="csX17" fmla="*/ 349314 w 349313"/>
                <a:gd name="csY17" fmla="*/ 166529 h 271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9313" h="271208">
                  <a:moveTo>
                    <a:pt x="0" y="271209"/>
                  </a:moveTo>
                  <a:lnTo>
                    <a:pt x="0" y="162852"/>
                  </a:lnTo>
                  <a:lnTo>
                    <a:pt x="38672" y="162852"/>
                  </a:lnTo>
                  <a:lnTo>
                    <a:pt x="38672" y="36227"/>
                  </a:lnTo>
                  <a:lnTo>
                    <a:pt x="123444" y="19571"/>
                  </a:lnTo>
                  <a:lnTo>
                    <a:pt x="132842" y="36227"/>
                  </a:lnTo>
                  <a:lnTo>
                    <a:pt x="160528" y="15139"/>
                  </a:lnTo>
                  <a:lnTo>
                    <a:pt x="170942" y="20974"/>
                  </a:lnTo>
                  <a:lnTo>
                    <a:pt x="196278" y="0"/>
                  </a:lnTo>
                  <a:lnTo>
                    <a:pt x="223965" y="42710"/>
                  </a:lnTo>
                  <a:lnTo>
                    <a:pt x="229362" y="65748"/>
                  </a:lnTo>
                  <a:lnTo>
                    <a:pt x="270065" y="86938"/>
                  </a:lnTo>
                  <a:lnTo>
                    <a:pt x="273431" y="101105"/>
                  </a:lnTo>
                  <a:lnTo>
                    <a:pt x="288353" y="103594"/>
                  </a:lnTo>
                  <a:lnTo>
                    <a:pt x="288925" y="125762"/>
                  </a:lnTo>
                  <a:lnTo>
                    <a:pt x="302197" y="145333"/>
                  </a:lnTo>
                  <a:lnTo>
                    <a:pt x="336867" y="151823"/>
                  </a:lnTo>
                  <a:lnTo>
                    <a:pt x="349314" y="16652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79E18D58-0D39-6044-E6D7-589BB03CB836}"/>
                </a:ext>
              </a:extLst>
            </p:cNvPr>
            <p:cNvSpPr/>
            <p:nvPr/>
          </p:nvSpPr>
          <p:spPr>
            <a:xfrm>
              <a:off x="5454890" y="5431356"/>
              <a:ext cx="604111" cy="82233"/>
            </a:xfrm>
            <a:custGeom>
              <a:avLst/>
              <a:gdLst>
                <a:gd name="csX0" fmla="*/ 0 w 696702"/>
                <a:gd name="csY0" fmla="*/ 59582 h 94837"/>
                <a:gd name="csX1" fmla="*/ 49466 w 696702"/>
                <a:gd name="csY1" fmla="*/ 47581 h 94837"/>
                <a:gd name="csX2" fmla="*/ 82912 w 696702"/>
                <a:gd name="csY2" fmla="*/ 67583 h 94837"/>
                <a:gd name="csX3" fmla="*/ 247104 w 696702"/>
                <a:gd name="csY3" fmla="*/ 67583 h 94837"/>
                <a:gd name="csX4" fmla="*/ 269399 w 696702"/>
                <a:gd name="csY4" fmla="*/ 84455 h 94837"/>
                <a:gd name="csX5" fmla="*/ 358565 w 696702"/>
                <a:gd name="csY5" fmla="*/ 88132 h 94837"/>
                <a:gd name="csX6" fmla="*/ 464102 w 696702"/>
                <a:gd name="csY6" fmla="*/ 66828 h 94837"/>
                <a:gd name="csX7" fmla="*/ 488360 w 696702"/>
                <a:gd name="csY7" fmla="*/ 68993 h 94837"/>
                <a:gd name="csX8" fmla="*/ 504298 w 696702"/>
                <a:gd name="csY8" fmla="*/ 83807 h 94837"/>
                <a:gd name="csX9" fmla="*/ 530270 w 696702"/>
                <a:gd name="csY9" fmla="*/ 83807 h 94837"/>
                <a:gd name="csX10" fmla="*/ 562909 w 696702"/>
                <a:gd name="csY10" fmla="*/ 94837 h 94837"/>
                <a:gd name="csX11" fmla="*/ 607549 w 696702"/>
                <a:gd name="csY11" fmla="*/ 46933 h 94837"/>
                <a:gd name="csX12" fmla="*/ 635807 w 696702"/>
                <a:gd name="csY12" fmla="*/ 42501 h 94837"/>
                <a:gd name="csX13" fmla="*/ 643363 w 696702"/>
                <a:gd name="csY13" fmla="*/ 14815 h 94837"/>
                <a:gd name="csX14" fmla="*/ 667937 w 696702"/>
                <a:gd name="csY14" fmla="*/ 0 h 94837"/>
                <a:gd name="csX15" fmla="*/ 696703 w 696702"/>
                <a:gd name="csY15" fmla="*/ 432 h 9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96702" h="94837">
                  <a:moveTo>
                    <a:pt x="0" y="59582"/>
                  </a:moveTo>
                  <a:lnTo>
                    <a:pt x="49466" y="47581"/>
                  </a:lnTo>
                  <a:lnTo>
                    <a:pt x="82912" y="67583"/>
                  </a:lnTo>
                  <a:lnTo>
                    <a:pt x="247104" y="67583"/>
                  </a:lnTo>
                  <a:lnTo>
                    <a:pt x="269399" y="84455"/>
                  </a:lnTo>
                  <a:lnTo>
                    <a:pt x="358565" y="88132"/>
                  </a:lnTo>
                  <a:lnTo>
                    <a:pt x="464102" y="66828"/>
                  </a:lnTo>
                  <a:lnTo>
                    <a:pt x="488360" y="68993"/>
                  </a:lnTo>
                  <a:lnTo>
                    <a:pt x="504298" y="83807"/>
                  </a:lnTo>
                  <a:lnTo>
                    <a:pt x="530270" y="83807"/>
                  </a:lnTo>
                  <a:lnTo>
                    <a:pt x="562909" y="94837"/>
                  </a:lnTo>
                  <a:lnTo>
                    <a:pt x="607549" y="46933"/>
                  </a:lnTo>
                  <a:lnTo>
                    <a:pt x="635807" y="42501"/>
                  </a:lnTo>
                  <a:lnTo>
                    <a:pt x="643363" y="14815"/>
                  </a:lnTo>
                  <a:lnTo>
                    <a:pt x="667937" y="0"/>
                  </a:lnTo>
                  <a:lnTo>
                    <a:pt x="696703" y="4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418BE136-2F27-F5A8-064E-A6AA61F25450}"/>
                </a:ext>
              </a:extLst>
            </p:cNvPr>
            <p:cNvSpPr/>
            <p:nvPr/>
          </p:nvSpPr>
          <p:spPr>
            <a:xfrm>
              <a:off x="5473197" y="5073636"/>
              <a:ext cx="26649" cy="38068"/>
            </a:xfrm>
            <a:custGeom>
              <a:avLst/>
              <a:gdLst>
                <a:gd name="csX0" fmla="*/ 30734 w 30733"/>
                <a:gd name="csY0" fmla="*/ 0 h 43903"/>
                <a:gd name="csX1" fmla="*/ 11360 w 30733"/>
                <a:gd name="csY1" fmla="*/ 21952 h 43903"/>
                <a:gd name="csX2" fmla="*/ 12338 w 30733"/>
                <a:gd name="csY2" fmla="*/ 34608 h 43903"/>
                <a:gd name="csX3" fmla="*/ 0 w 30733"/>
                <a:gd name="csY3" fmla="*/ 43904 h 43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733" h="43903">
                  <a:moveTo>
                    <a:pt x="30734" y="0"/>
                  </a:moveTo>
                  <a:lnTo>
                    <a:pt x="11360" y="21952"/>
                  </a:lnTo>
                  <a:lnTo>
                    <a:pt x="12338" y="34608"/>
                  </a:lnTo>
                  <a:lnTo>
                    <a:pt x="0" y="4390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6287ECB6-894B-941C-D8CB-D88D986C3C8E}"/>
                </a:ext>
              </a:extLst>
            </p:cNvPr>
            <p:cNvSpPr/>
            <p:nvPr/>
          </p:nvSpPr>
          <p:spPr>
            <a:xfrm>
              <a:off x="5787496" y="5273453"/>
              <a:ext cx="67945" cy="221945"/>
            </a:xfrm>
            <a:custGeom>
              <a:avLst/>
              <a:gdLst>
                <a:gd name="csX0" fmla="*/ 73088 w 78359"/>
                <a:gd name="csY0" fmla="*/ 0 h 255962"/>
                <a:gd name="csX1" fmla="*/ 73088 w 78359"/>
                <a:gd name="csY1" fmla="*/ 49200 h 255962"/>
                <a:gd name="csX2" fmla="*/ 78359 w 78359"/>
                <a:gd name="csY2" fmla="*/ 57099 h 255962"/>
                <a:gd name="csX3" fmla="*/ 71120 w 78359"/>
                <a:gd name="csY3" fmla="*/ 71368 h 255962"/>
                <a:gd name="csX4" fmla="*/ 75692 w 78359"/>
                <a:gd name="csY4" fmla="*/ 82728 h 255962"/>
                <a:gd name="csX5" fmla="*/ 0 w 78359"/>
                <a:gd name="csY5" fmla="*/ 82728 h 255962"/>
                <a:gd name="csX6" fmla="*/ 889 w 78359"/>
                <a:gd name="csY6" fmla="*/ 200273 h 255962"/>
                <a:gd name="csX7" fmla="*/ 6858 w 78359"/>
                <a:gd name="csY7" fmla="*/ 206756 h 255962"/>
                <a:gd name="csX8" fmla="*/ 6858 w 78359"/>
                <a:gd name="csY8" fmla="*/ 217678 h 255962"/>
                <a:gd name="csX9" fmla="*/ 45466 w 78359"/>
                <a:gd name="csY9" fmla="*/ 255962 h 25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8359" h="255962">
                  <a:moveTo>
                    <a:pt x="73088" y="0"/>
                  </a:moveTo>
                  <a:lnTo>
                    <a:pt x="73088" y="49200"/>
                  </a:lnTo>
                  <a:lnTo>
                    <a:pt x="78359" y="57099"/>
                  </a:lnTo>
                  <a:lnTo>
                    <a:pt x="71120" y="71368"/>
                  </a:lnTo>
                  <a:lnTo>
                    <a:pt x="75692" y="82728"/>
                  </a:lnTo>
                  <a:lnTo>
                    <a:pt x="0" y="82728"/>
                  </a:lnTo>
                  <a:lnTo>
                    <a:pt x="889" y="200273"/>
                  </a:lnTo>
                  <a:lnTo>
                    <a:pt x="6858" y="206756"/>
                  </a:lnTo>
                  <a:lnTo>
                    <a:pt x="6858" y="217678"/>
                  </a:lnTo>
                  <a:lnTo>
                    <a:pt x="45466" y="2559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4171D4F4-0D74-DFF8-C429-3795DB807D67}"/>
                </a:ext>
              </a:extLst>
            </p:cNvPr>
            <p:cNvSpPr/>
            <p:nvPr/>
          </p:nvSpPr>
          <p:spPr>
            <a:xfrm>
              <a:off x="6182613" y="3887117"/>
              <a:ext cx="18500" cy="73044"/>
            </a:xfrm>
            <a:custGeom>
              <a:avLst/>
              <a:gdLst>
                <a:gd name="csX0" fmla="*/ 0 w 21336"/>
                <a:gd name="csY0" fmla="*/ 0 h 84239"/>
                <a:gd name="csX1" fmla="*/ 21337 w 21336"/>
                <a:gd name="csY1" fmla="*/ 84239 h 8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36" h="84239">
                  <a:moveTo>
                    <a:pt x="0" y="0"/>
                  </a:moveTo>
                  <a:lnTo>
                    <a:pt x="21337" y="842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0E8DAB7C-3889-4376-BF25-30F2C9807AAF}"/>
                </a:ext>
              </a:extLst>
            </p:cNvPr>
            <p:cNvSpPr/>
            <p:nvPr/>
          </p:nvSpPr>
          <p:spPr>
            <a:xfrm>
              <a:off x="5461650" y="4765427"/>
              <a:ext cx="625432" cy="317211"/>
            </a:xfrm>
            <a:custGeom>
              <a:avLst/>
              <a:gdLst>
                <a:gd name="csX0" fmla="*/ 0 w 721290"/>
                <a:gd name="csY0" fmla="*/ 365830 h 365829"/>
                <a:gd name="csX1" fmla="*/ 31172 w 721290"/>
                <a:gd name="csY1" fmla="*/ 342690 h 365829"/>
                <a:gd name="csX2" fmla="*/ 52496 w 721290"/>
                <a:gd name="csY2" fmla="*/ 363772 h 365829"/>
                <a:gd name="csX3" fmla="*/ 65265 w 721290"/>
                <a:gd name="csY3" fmla="*/ 356743 h 365829"/>
                <a:gd name="csX4" fmla="*/ 65265 w 721290"/>
                <a:gd name="csY4" fmla="*/ 346043 h 365829"/>
                <a:gd name="csX5" fmla="*/ 91675 w 721290"/>
                <a:gd name="csY5" fmla="*/ 340093 h 365829"/>
                <a:gd name="csX6" fmla="*/ 92107 w 721290"/>
                <a:gd name="csY6" fmla="*/ 361721 h 365829"/>
                <a:gd name="csX7" fmla="*/ 105963 w 721290"/>
                <a:gd name="csY7" fmla="*/ 364211 h 365829"/>
                <a:gd name="csX8" fmla="*/ 132696 w 721290"/>
                <a:gd name="csY8" fmla="*/ 332200 h 365829"/>
                <a:gd name="csX9" fmla="*/ 147523 w 721290"/>
                <a:gd name="csY9" fmla="*/ 331229 h 365829"/>
                <a:gd name="csX10" fmla="*/ 159429 w 721290"/>
                <a:gd name="csY10" fmla="*/ 307651 h 365829"/>
                <a:gd name="csX11" fmla="*/ 157048 w 721290"/>
                <a:gd name="csY11" fmla="*/ 265259 h 365829"/>
                <a:gd name="csX12" fmla="*/ 171660 w 721290"/>
                <a:gd name="csY12" fmla="*/ 251314 h 365829"/>
                <a:gd name="csX13" fmla="*/ 184106 w 721290"/>
                <a:gd name="csY13" fmla="*/ 225577 h 365829"/>
                <a:gd name="csX14" fmla="*/ 203810 w 721290"/>
                <a:gd name="csY14" fmla="*/ 217684 h 365829"/>
                <a:gd name="csX15" fmla="*/ 215824 w 721290"/>
                <a:gd name="csY15" fmla="*/ 200489 h 365829"/>
                <a:gd name="csX16" fmla="*/ 214306 w 721290"/>
                <a:gd name="csY16" fmla="*/ 185782 h 365829"/>
                <a:gd name="csX17" fmla="*/ 223723 w 721290"/>
                <a:gd name="csY17" fmla="*/ 170097 h 365829"/>
                <a:gd name="csX18" fmla="*/ 219285 w 721290"/>
                <a:gd name="csY18" fmla="*/ 143065 h 365829"/>
                <a:gd name="csX19" fmla="*/ 228162 w 721290"/>
                <a:gd name="csY19" fmla="*/ 123387 h 365829"/>
                <a:gd name="csX20" fmla="*/ 229134 w 721290"/>
                <a:gd name="csY20" fmla="*/ 101435 h 365829"/>
                <a:gd name="csX21" fmla="*/ 249485 w 721290"/>
                <a:gd name="csY21" fmla="*/ 79915 h 365829"/>
                <a:gd name="csX22" fmla="*/ 246018 w 721290"/>
                <a:gd name="csY22" fmla="*/ 37630 h 365829"/>
                <a:gd name="csX23" fmla="*/ 255435 w 721290"/>
                <a:gd name="csY23" fmla="*/ 34169 h 365829"/>
                <a:gd name="csX24" fmla="*/ 267341 w 721290"/>
                <a:gd name="csY24" fmla="*/ 14491 h 365829"/>
                <a:gd name="csX25" fmla="*/ 280791 w 721290"/>
                <a:gd name="csY25" fmla="*/ 6166 h 365829"/>
                <a:gd name="csX26" fmla="*/ 295142 w 721290"/>
                <a:gd name="csY26" fmla="*/ 7677 h 365829"/>
                <a:gd name="csX27" fmla="*/ 315970 w 721290"/>
                <a:gd name="csY27" fmla="*/ 21412 h 365829"/>
                <a:gd name="csX28" fmla="*/ 320923 w 721290"/>
                <a:gd name="csY28" fmla="*/ 34715 h 365829"/>
                <a:gd name="csX29" fmla="*/ 390709 w 721290"/>
                <a:gd name="csY29" fmla="*/ 44983 h 365829"/>
                <a:gd name="csX30" fmla="*/ 407854 w 721290"/>
                <a:gd name="csY30" fmla="*/ 19895 h 365829"/>
                <a:gd name="csX31" fmla="*/ 427222 w 721290"/>
                <a:gd name="csY31" fmla="*/ 27248 h 365829"/>
                <a:gd name="csX32" fmla="*/ 465068 w 721290"/>
                <a:gd name="csY32" fmla="*/ 8865 h 365829"/>
                <a:gd name="csX33" fmla="*/ 479292 w 721290"/>
                <a:gd name="csY33" fmla="*/ 16218 h 365829"/>
                <a:gd name="csX34" fmla="*/ 500818 w 721290"/>
                <a:gd name="csY34" fmla="*/ 11786 h 365829"/>
                <a:gd name="csX35" fmla="*/ 500818 w 721290"/>
                <a:gd name="csY35" fmla="*/ 0 h 365829"/>
                <a:gd name="csX36" fmla="*/ 534283 w 721290"/>
                <a:gd name="csY36" fmla="*/ 1403 h 365829"/>
                <a:gd name="csX37" fmla="*/ 553333 w 721290"/>
                <a:gd name="csY37" fmla="*/ 11462 h 365829"/>
                <a:gd name="csX38" fmla="*/ 560254 w 721290"/>
                <a:gd name="csY38" fmla="*/ 4324 h 365829"/>
                <a:gd name="csX39" fmla="*/ 577336 w 721290"/>
                <a:gd name="csY39" fmla="*/ 6598 h 365829"/>
                <a:gd name="csX40" fmla="*/ 614864 w 721290"/>
                <a:gd name="csY40" fmla="*/ 38608 h 365829"/>
                <a:gd name="csX41" fmla="*/ 628073 w 721290"/>
                <a:gd name="csY41" fmla="*/ 28010 h 365829"/>
                <a:gd name="csX42" fmla="*/ 645281 w 721290"/>
                <a:gd name="csY42" fmla="*/ 36119 h 365829"/>
                <a:gd name="csX43" fmla="*/ 656012 w 721290"/>
                <a:gd name="csY43" fmla="*/ 24009 h 365829"/>
                <a:gd name="csX44" fmla="*/ 667188 w 721290"/>
                <a:gd name="csY44" fmla="*/ 27578 h 365829"/>
                <a:gd name="csX45" fmla="*/ 678873 w 721290"/>
                <a:gd name="csY45" fmla="*/ 48768 h 365829"/>
                <a:gd name="csX46" fmla="*/ 709352 w 721290"/>
                <a:gd name="csY46" fmla="*/ 67367 h 365829"/>
                <a:gd name="csX47" fmla="*/ 703764 w 721290"/>
                <a:gd name="csY47" fmla="*/ 93104 h 365829"/>
                <a:gd name="csX48" fmla="*/ 721290 w 721290"/>
                <a:gd name="csY48" fmla="*/ 102946 h 365829"/>
                <a:gd name="csX49" fmla="*/ 693604 w 721290"/>
                <a:gd name="csY49" fmla="*/ 138094 h 365829"/>
                <a:gd name="csX50" fmla="*/ 674110 w 721290"/>
                <a:gd name="csY50" fmla="*/ 151175 h 365829"/>
                <a:gd name="csX51" fmla="*/ 657663 w 721290"/>
                <a:gd name="csY51" fmla="*/ 202431 h 36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1290" h="365829">
                  <a:moveTo>
                    <a:pt x="0" y="365830"/>
                  </a:moveTo>
                  <a:lnTo>
                    <a:pt x="31172" y="342690"/>
                  </a:lnTo>
                  <a:lnTo>
                    <a:pt x="52496" y="363772"/>
                  </a:lnTo>
                  <a:cubicBezTo>
                    <a:pt x="52496" y="363772"/>
                    <a:pt x="65050" y="357289"/>
                    <a:pt x="65265" y="356743"/>
                  </a:cubicBezTo>
                  <a:cubicBezTo>
                    <a:pt x="65481" y="356203"/>
                    <a:pt x="65265" y="346043"/>
                    <a:pt x="65265" y="346043"/>
                  </a:cubicBezTo>
                  <a:lnTo>
                    <a:pt x="91675" y="340093"/>
                  </a:lnTo>
                  <a:lnTo>
                    <a:pt x="92107" y="361721"/>
                  </a:lnTo>
                  <a:lnTo>
                    <a:pt x="105963" y="364211"/>
                  </a:lnTo>
                  <a:lnTo>
                    <a:pt x="132696" y="332200"/>
                  </a:lnTo>
                  <a:lnTo>
                    <a:pt x="147523" y="331229"/>
                  </a:lnTo>
                  <a:lnTo>
                    <a:pt x="159429" y="307651"/>
                  </a:lnTo>
                  <a:lnTo>
                    <a:pt x="157048" y="265259"/>
                  </a:lnTo>
                  <a:lnTo>
                    <a:pt x="171660" y="251314"/>
                  </a:lnTo>
                  <a:lnTo>
                    <a:pt x="184106" y="225577"/>
                  </a:lnTo>
                  <a:lnTo>
                    <a:pt x="203810" y="217684"/>
                  </a:lnTo>
                  <a:lnTo>
                    <a:pt x="215824" y="200489"/>
                  </a:lnTo>
                  <a:lnTo>
                    <a:pt x="214306" y="185782"/>
                  </a:lnTo>
                  <a:lnTo>
                    <a:pt x="223723" y="170097"/>
                  </a:lnTo>
                  <a:lnTo>
                    <a:pt x="219285" y="143065"/>
                  </a:lnTo>
                  <a:lnTo>
                    <a:pt x="228162" y="123387"/>
                  </a:lnTo>
                  <a:lnTo>
                    <a:pt x="229134" y="101435"/>
                  </a:lnTo>
                  <a:lnTo>
                    <a:pt x="249485" y="79915"/>
                  </a:lnTo>
                  <a:lnTo>
                    <a:pt x="246018" y="37630"/>
                  </a:lnTo>
                  <a:lnTo>
                    <a:pt x="255435" y="34169"/>
                  </a:lnTo>
                  <a:lnTo>
                    <a:pt x="267341" y="14491"/>
                  </a:lnTo>
                  <a:lnTo>
                    <a:pt x="280791" y="6166"/>
                  </a:lnTo>
                  <a:lnTo>
                    <a:pt x="295142" y="7677"/>
                  </a:lnTo>
                  <a:lnTo>
                    <a:pt x="315970" y="21412"/>
                  </a:lnTo>
                  <a:lnTo>
                    <a:pt x="320923" y="34715"/>
                  </a:lnTo>
                  <a:lnTo>
                    <a:pt x="390709" y="44983"/>
                  </a:lnTo>
                  <a:lnTo>
                    <a:pt x="407854" y="19895"/>
                  </a:lnTo>
                  <a:lnTo>
                    <a:pt x="427222" y="27248"/>
                  </a:lnTo>
                  <a:lnTo>
                    <a:pt x="465068" y="8865"/>
                  </a:lnTo>
                  <a:lnTo>
                    <a:pt x="479292" y="16218"/>
                  </a:lnTo>
                  <a:lnTo>
                    <a:pt x="500818" y="11786"/>
                  </a:lnTo>
                  <a:lnTo>
                    <a:pt x="500818" y="0"/>
                  </a:lnTo>
                  <a:lnTo>
                    <a:pt x="534283" y="1403"/>
                  </a:lnTo>
                  <a:lnTo>
                    <a:pt x="553333" y="11462"/>
                  </a:lnTo>
                  <a:lnTo>
                    <a:pt x="560254" y="4324"/>
                  </a:lnTo>
                  <a:lnTo>
                    <a:pt x="577336" y="6598"/>
                  </a:lnTo>
                  <a:lnTo>
                    <a:pt x="614864" y="38608"/>
                  </a:lnTo>
                  <a:lnTo>
                    <a:pt x="628073" y="28010"/>
                  </a:lnTo>
                  <a:lnTo>
                    <a:pt x="645281" y="36119"/>
                  </a:lnTo>
                  <a:lnTo>
                    <a:pt x="656012" y="24009"/>
                  </a:lnTo>
                  <a:lnTo>
                    <a:pt x="667188" y="27578"/>
                  </a:lnTo>
                  <a:lnTo>
                    <a:pt x="678873" y="48768"/>
                  </a:lnTo>
                  <a:lnTo>
                    <a:pt x="709352" y="67367"/>
                  </a:lnTo>
                  <a:lnTo>
                    <a:pt x="703764" y="93104"/>
                  </a:lnTo>
                  <a:lnTo>
                    <a:pt x="721290" y="102946"/>
                  </a:lnTo>
                  <a:lnTo>
                    <a:pt x="693604" y="138094"/>
                  </a:lnTo>
                  <a:lnTo>
                    <a:pt x="674110" y="151175"/>
                  </a:lnTo>
                  <a:lnTo>
                    <a:pt x="657663" y="2024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B1C55291-A616-0FCF-F5A8-860FB4891B4F}"/>
                </a:ext>
              </a:extLst>
            </p:cNvPr>
            <p:cNvSpPr/>
            <p:nvPr/>
          </p:nvSpPr>
          <p:spPr>
            <a:xfrm>
              <a:off x="6009997" y="4941237"/>
              <a:ext cx="24777" cy="90113"/>
            </a:xfrm>
            <a:custGeom>
              <a:avLst/>
              <a:gdLst>
                <a:gd name="csX0" fmla="*/ 25336 w 28575"/>
                <a:gd name="csY0" fmla="*/ 0 h 103924"/>
                <a:gd name="csX1" fmla="*/ 28575 w 28575"/>
                <a:gd name="csY1" fmla="*/ 29851 h 103924"/>
                <a:gd name="csX2" fmla="*/ 16129 w 28575"/>
                <a:gd name="csY2" fmla="*/ 40119 h 103924"/>
                <a:gd name="csX3" fmla="*/ 0 w 28575"/>
                <a:gd name="csY3" fmla="*/ 67158 h 103924"/>
                <a:gd name="csX4" fmla="*/ 10985 w 28575"/>
                <a:gd name="csY4" fmla="*/ 103924 h 103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575" h="103924">
                  <a:moveTo>
                    <a:pt x="25336" y="0"/>
                  </a:moveTo>
                  <a:lnTo>
                    <a:pt x="28575" y="29851"/>
                  </a:lnTo>
                  <a:lnTo>
                    <a:pt x="16129" y="40119"/>
                  </a:lnTo>
                  <a:lnTo>
                    <a:pt x="0" y="67158"/>
                  </a:lnTo>
                  <a:lnTo>
                    <a:pt x="10985" y="1039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6D7E1D9C-DAA7-B9A6-76D5-6FD7C17B498A}"/>
                </a:ext>
              </a:extLst>
            </p:cNvPr>
            <p:cNvSpPr/>
            <p:nvPr/>
          </p:nvSpPr>
          <p:spPr>
            <a:xfrm>
              <a:off x="6036756" y="4956241"/>
              <a:ext cx="71744" cy="106708"/>
            </a:xfrm>
            <a:custGeom>
              <a:avLst/>
              <a:gdLst>
                <a:gd name="csX0" fmla="*/ 0 w 82740"/>
                <a:gd name="csY0" fmla="*/ 123063 h 123063"/>
                <a:gd name="csX1" fmla="*/ 16383 w 82740"/>
                <a:gd name="csY1" fmla="*/ 120142 h 123063"/>
                <a:gd name="csX2" fmla="*/ 44641 w 82740"/>
                <a:gd name="csY2" fmla="*/ 84024 h 123063"/>
                <a:gd name="csX3" fmla="*/ 44958 w 82740"/>
                <a:gd name="csY3" fmla="*/ 73749 h 123063"/>
                <a:gd name="csX4" fmla="*/ 29337 w 82740"/>
                <a:gd name="csY4" fmla="*/ 69317 h 123063"/>
                <a:gd name="csX5" fmla="*/ 33465 w 82740"/>
                <a:gd name="csY5" fmla="*/ 52019 h 123063"/>
                <a:gd name="csX6" fmla="*/ 46101 w 82740"/>
                <a:gd name="csY6" fmla="*/ 49099 h 123063"/>
                <a:gd name="csX7" fmla="*/ 42799 w 82740"/>
                <a:gd name="csY7" fmla="*/ 17412 h 123063"/>
                <a:gd name="csX8" fmla="*/ 27051 w 82740"/>
                <a:gd name="csY8" fmla="*/ 0 h 123063"/>
                <a:gd name="csX9" fmla="*/ 82741 w 82740"/>
                <a:gd name="csY9" fmla="*/ 324 h 123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2740" h="123063">
                  <a:moveTo>
                    <a:pt x="0" y="123063"/>
                  </a:moveTo>
                  <a:lnTo>
                    <a:pt x="16383" y="120142"/>
                  </a:lnTo>
                  <a:lnTo>
                    <a:pt x="44641" y="84024"/>
                  </a:lnTo>
                  <a:lnTo>
                    <a:pt x="44958" y="73749"/>
                  </a:lnTo>
                  <a:lnTo>
                    <a:pt x="29337" y="69317"/>
                  </a:lnTo>
                  <a:lnTo>
                    <a:pt x="33465" y="52019"/>
                  </a:lnTo>
                  <a:lnTo>
                    <a:pt x="46101" y="49099"/>
                  </a:lnTo>
                  <a:lnTo>
                    <a:pt x="42799" y="17412"/>
                  </a:lnTo>
                  <a:lnTo>
                    <a:pt x="27051" y="0"/>
                  </a:lnTo>
                  <a:lnTo>
                    <a:pt x="82741" y="3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6F4F2A58-CD68-6B68-C4A7-5A4732DF64B7}"/>
                </a:ext>
              </a:extLst>
            </p:cNvPr>
            <p:cNvSpPr/>
            <p:nvPr/>
          </p:nvSpPr>
          <p:spPr>
            <a:xfrm>
              <a:off x="6034774" y="4956241"/>
              <a:ext cx="25437" cy="13412"/>
            </a:xfrm>
            <a:custGeom>
              <a:avLst/>
              <a:gdLst>
                <a:gd name="csX0" fmla="*/ 0 w 29336"/>
                <a:gd name="csY0" fmla="*/ 12548 h 15468"/>
                <a:gd name="csX1" fmla="*/ 14542 w 29336"/>
                <a:gd name="csY1" fmla="*/ 15469 h 15468"/>
                <a:gd name="csX2" fmla="*/ 29337 w 29336"/>
                <a:gd name="csY2" fmla="*/ 0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336" h="15468">
                  <a:moveTo>
                    <a:pt x="0" y="12548"/>
                  </a:moveTo>
                  <a:lnTo>
                    <a:pt x="14542" y="15469"/>
                  </a:lnTo>
                  <a:lnTo>
                    <a:pt x="29337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47FA76FE-EFA6-7559-F9E4-BAA6CE211336}"/>
                </a:ext>
              </a:extLst>
            </p:cNvPr>
            <p:cNvSpPr/>
            <p:nvPr/>
          </p:nvSpPr>
          <p:spPr>
            <a:xfrm>
              <a:off x="6013411" y="4996937"/>
              <a:ext cx="52363" cy="16407"/>
            </a:xfrm>
            <a:custGeom>
              <a:avLst/>
              <a:gdLst>
                <a:gd name="csX0" fmla="*/ 0 w 60388"/>
                <a:gd name="csY0" fmla="*/ 15138 h 18922"/>
                <a:gd name="csX1" fmla="*/ 12573 w 60388"/>
                <a:gd name="csY1" fmla="*/ 10490 h 18922"/>
                <a:gd name="csX2" fmla="*/ 21527 w 60388"/>
                <a:gd name="csY2" fmla="*/ 18923 h 18922"/>
                <a:gd name="csX3" fmla="*/ 34544 w 60388"/>
                <a:gd name="csY3" fmla="*/ 17519 h 18922"/>
                <a:gd name="csX4" fmla="*/ 37529 w 60388"/>
                <a:gd name="csY4" fmla="*/ 1835 h 18922"/>
                <a:gd name="csX5" fmla="*/ 52260 w 60388"/>
                <a:gd name="csY5" fmla="*/ 0 h 18922"/>
                <a:gd name="csX6" fmla="*/ 60389 w 60388"/>
                <a:gd name="csY6" fmla="*/ 5080 h 18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388" h="18922">
                  <a:moveTo>
                    <a:pt x="0" y="15138"/>
                  </a:moveTo>
                  <a:lnTo>
                    <a:pt x="12573" y="10490"/>
                  </a:lnTo>
                  <a:lnTo>
                    <a:pt x="21527" y="18923"/>
                  </a:lnTo>
                  <a:lnTo>
                    <a:pt x="34544" y="17519"/>
                  </a:lnTo>
                  <a:lnTo>
                    <a:pt x="37529" y="1835"/>
                  </a:lnTo>
                  <a:lnTo>
                    <a:pt x="52260" y="0"/>
                  </a:lnTo>
                  <a:lnTo>
                    <a:pt x="60389" y="508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58B4D7E9-EB20-5855-88A0-08B9E2EB2893}"/>
                </a:ext>
              </a:extLst>
            </p:cNvPr>
            <p:cNvSpPr/>
            <p:nvPr/>
          </p:nvSpPr>
          <p:spPr>
            <a:xfrm>
              <a:off x="6086036" y="5202380"/>
              <a:ext cx="89363" cy="33097"/>
            </a:xfrm>
            <a:custGeom>
              <a:avLst/>
              <a:gdLst>
                <a:gd name="csX0" fmla="*/ 0 w 103060"/>
                <a:gd name="csY0" fmla="*/ 0 h 38170"/>
                <a:gd name="csX1" fmla="*/ 14859 w 103060"/>
                <a:gd name="csY1" fmla="*/ 648 h 38170"/>
                <a:gd name="csX2" fmla="*/ 23813 w 103060"/>
                <a:gd name="csY2" fmla="*/ 13621 h 38170"/>
                <a:gd name="csX3" fmla="*/ 103060 w 103060"/>
                <a:gd name="csY3" fmla="*/ 38170 h 3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060" h="38170">
                  <a:moveTo>
                    <a:pt x="0" y="0"/>
                  </a:moveTo>
                  <a:lnTo>
                    <a:pt x="14859" y="648"/>
                  </a:lnTo>
                  <a:lnTo>
                    <a:pt x="23813" y="13621"/>
                  </a:lnTo>
                  <a:lnTo>
                    <a:pt x="103060" y="381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417D5D89-2CED-1BBB-62A2-EBBFA358E47F}"/>
                </a:ext>
              </a:extLst>
            </p:cNvPr>
            <p:cNvSpPr/>
            <p:nvPr/>
          </p:nvSpPr>
          <p:spPr>
            <a:xfrm>
              <a:off x="6135041" y="5225351"/>
              <a:ext cx="32815" cy="158465"/>
            </a:xfrm>
            <a:custGeom>
              <a:avLst/>
              <a:gdLst>
                <a:gd name="csX0" fmla="*/ 9080 w 37845"/>
                <a:gd name="csY0" fmla="*/ 0 h 182753"/>
                <a:gd name="csX1" fmla="*/ 12192 w 37845"/>
                <a:gd name="csY1" fmla="*/ 14599 h 182753"/>
                <a:gd name="csX2" fmla="*/ 25781 w 37845"/>
                <a:gd name="csY2" fmla="*/ 21844 h 182753"/>
                <a:gd name="csX3" fmla="*/ 37846 w 37845"/>
                <a:gd name="csY3" fmla="*/ 47365 h 182753"/>
                <a:gd name="csX4" fmla="*/ 21082 w 37845"/>
                <a:gd name="csY4" fmla="*/ 58287 h 182753"/>
                <a:gd name="csX5" fmla="*/ 20574 w 37845"/>
                <a:gd name="csY5" fmla="*/ 102838 h 182753"/>
                <a:gd name="csX6" fmla="*/ 33464 w 37845"/>
                <a:gd name="csY6" fmla="*/ 111271 h 182753"/>
                <a:gd name="csX7" fmla="*/ 9080 w 37845"/>
                <a:gd name="csY7" fmla="*/ 130632 h 182753"/>
                <a:gd name="csX8" fmla="*/ 9651 w 37845"/>
                <a:gd name="csY8" fmla="*/ 150311 h 182753"/>
                <a:gd name="csX9" fmla="*/ 0 w 37845"/>
                <a:gd name="csY9" fmla="*/ 158420 h 182753"/>
                <a:gd name="csX10" fmla="*/ 7112 w 37845"/>
                <a:gd name="csY10" fmla="*/ 171183 h 182753"/>
                <a:gd name="csX11" fmla="*/ 14477 w 37845"/>
                <a:gd name="csY11" fmla="*/ 169666 h 182753"/>
                <a:gd name="csX12" fmla="*/ 23813 w 37845"/>
                <a:gd name="csY12" fmla="*/ 182753 h 18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7845" h="182753">
                  <a:moveTo>
                    <a:pt x="9080" y="0"/>
                  </a:moveTo>
                  <a:lnTo>
                    <a:pt x="12192" y="14599"/>
                  </a:lnTo>
                  <a:lnTo>
                    <a:pt x="25781" y="21844"/>
                  </a:lnTo>
                  <a:lnTo>
                    <a:pt x="37846" y="47365"/>
                  </a:lnTo>
                  <a:lnTo>
                    <a:pt x="21082" y="58287"/>
                  </a:lnTo>
                  <a:lnTo>
                    <a:pt x="20574" y="102838"/>
                  </a:lnTo>
                  <a:lnTo>
                    <a:pt x="33464" y="111271"/>
                  </a:lnTo>
                  <a:lnTo>
                    <a:pt x="9080" y="130632"/>
                  </a:lnTo>
                  <a:lnTo>
                    <a:pt x="9651" y="150311"/>
                  </a:lnTo>
                  <a:lnTo>
                    <a:pt x="0" y="158420"/>
                  </a:lnTo>
                  <a:lnTo>
                    <a:pt x="7112" y="171183"/>
                  </a:lnTo>
                  <a:lnTo>
                    <a:pt x="14477" y="169666"/>
                  </a:lnTo>
                  <a:lnTo>
                    <a:pt x="23813" y="1827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A27B3A2C-536E-3EF3-5D3A-3C8779E6AF22}"/>
                </a:ext>
              </a:extLst>
            </p:cNvPr>
            <p:cNvSpPr/>
            <p:nvPr/>
          </p:nvSpPr>
          <p:spPr>
            <a:xfrm>
              <a:off x="6178319" y="4955398"/>
              <a:ext cx="168155" cy="118612"/>
            </a:xfrm>
            <a:custGeom>
              <a:avLst/>
              <a:gdLst>
                <a:gd name="csX0" fmla="*/ 0 w 193928"/>
                <a:gd name="csY0" fmla="*/ 0 h 136791"/>
                <a:gd name="csX1" fmla="*/ 136461 w 193928"/>
                <a:gd name="csY1" fmla="*/ 76130 h 136791"/>
                <a:gd name="csX2" fmla="*/ 137858 w 193928"/>
                <a:gd name="csY2" fmla="*/ 85534 h 136791"/>
                <a:gd name="csX3" fmla="*/ 132461 w 193928"/>
                <a:gd name="csY3" fmla="*/ 92564 h 136791"/>
                <a:gd name="csX4" fmla="*/ 193928 w 193928"/>
                <a:gd name="csY4" fmla="*/ 136792 h 136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3928" h="136791">
                  <a:moveTo>
                    <a:pt x="0" y="0"/>
                  </a:moveTo>
                  <a:lnTo>
                    <a:pt x="136461" y="76130"/>
                  </a:lnTo>
                  <a:lnTo>
                    <a:pt x="137858" y="85534"/>
                  </a:lnTo>
                  <a:lnTo>
                    <a:pt x="132461" y="92564"/>
                  </a:lnTo>
                  <a:lnTo>
                    <a:pt x="193928" y="13679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56AC0A83-FEDF-C1C2-E9FA-667C0739302C}"/>
                </a:ext>
              </a:extLst>
            </p:cNvPr>
            <p:cNvSpPr/>
            <p:nvPr/>
          </p:nvSpPr>
          <p:spPr>
            <a:xfrm>
              <a:off x="5435282" y="4817377"/>
              <a:ext cx="241667" cy="230287"/>
            </a:xfrm>
            <a:custGeom>
              <a:avLst/>
              <a:gdLst>
                <a:gd name="csX0" fmla="*/ 278708 w 278707"/>
                <a:gd name="csY0" fmla="*/ 2699 h 265582"/>
                <a:gd name="csX1" fmla="*/ 255112 w 278707"/>
                <a:gd name="csY1" fmla="*/ 7353 h 265582"/>
                <a:gd name="csX2" fmla="*/ 235845 w 278707"/>
                <a:gd name="csY2" fmla="*/ 0 h 265582"/>
                <a:gd name="csX3" fmla="*/ 205321 w 278707"/>
                <a:gd name="csY3" fmla="*/ 7893 h 265582"/>
                <a:gd name="csX4" fmla="*/ 204350 w 278707"/>
                <a:gd name="csY4" fmla="*/ 31896 h 265582"/>
                <a:gd name="csX5" fmla="*/ 195904 w 278707"/>
                <a:gd name="csY5" fmla="*/ 43034 h 265582"/>
                <a:gd name="csX6" fmla="*/ 184544 w 278707"/>
                <a:gd name="csY6" fmla="*/ 43250 h 265582"/>
                <a:gd name="csX7" fmla="*/ 184544 w 278707"/>
                <a:gd name="csY7" fmla="*/ 48660 h 265582"/>
                <a:gd name="csX8" fmla="*/ 188976 w 278707"/>
                <a:gd name="csY8" fmla="*/ 56769 h 265582"/>
                <a:gd name="csX9" fmla="*/ 180105 w 278707"/>
                <a:gd name="csY9" fmla="*/ 61417 h 265582"/>
                <a:gd name="csX10" fmla="*/ 163005 w 278707"/>
                <a:gd name="csY10" fmla="*/ 47365 h 265582"/>
                <a:gd name="csX11" fmla="*/ 142869 w 278707"/>
                <a:gd name="csY11" fmla="*/ 48876 h 265582"/>
                <a:gd name="csX12" fmla="*/ 130531 w 278707"/>
                <a:gd name="csY12" fmla="*/ 40767 h 265582"/>
                <a:gd name="csX13" fmla="*/ 81178 w 278707"/>
                <a:gd name="csY13" fmla="*/ 40767 h 265582"/>
                <a:gd name="csX14" fmla="*/ 73597 w 278707"/>
                <a:gd name="csY14" fmla="*/ 76124 h 265582"/>
                <a:gd name="csX15" fmla="*/ 100114 w 278707"/>
                <a:gd name="csY15" fmla="*/ 68339 h 265582"/>
                <a:gd name="csX16" fmla="*/ 116675 w 278707"/>
                <a:gd name="csY16" fmla="*/ 71260 h 265582"/>
                <a:gd name="csX17" fmla="*/ 125337 w 278707"/>
                <a:gd name="csY17" fmla="*/ 89427 h 265582"/>
                <a:gd name="csX18" fmla="*/ 108991 w 278707"/>
                <a:gd name="csY18" fmla="*/ 102730 h 265582"/>
                <a:gd name="csX19" fmla="*/ 100330 w 278707"/>
                <a:gd name="csY19" fmla="*/ 128467 h 265582"/>
                <a:gd name="csX20" fmla="*/ 126308 w 278707"/>
                <a:gd name="csY20" fmla="*/ 145009 h 265582"/>
                <a:gd name="csX21" fmla="*/ 121329 w 278707"/>
                <a:gd name="csY21" fmla="*/ 159931 h 265582"/>
                <a:gd name="csX22" fmla="*/ 123711 w 278707"/>
                <a:gd name="csY22" fmla="*/ 191186 h 265582"/>
                <a:gd name="csX23" fmla="*/ 116675 w 278707"/>
                <a:gd name="csY23" fmla="*/ 195942 h 265582"/>
                <a:gd name="csX24" fmla="*/ 111049 w 278707"/>
                <a:gd name="csY24" fmla="*/ 215081 h 265582"/>
                <a:gd name="csX25" fmla="*/ 97085 w 278707"/>
                <a:gd name="csY25" fmla="*/ 214433 h 265582"/>
                <a:gd name="csX26" fmla="*/ 89618 w 278707"/>
                <a:gd name="csY26" fmla="*/ 203187 h 265582"/>
                <a:gd name="csX27" fmla="*/ 78575 w 278707"/>
                <a:gd name="csY27" fmla="*/ 211728 h 265582"/>
                <a:gd name="csX28" fmla="*/ 66129 w 278707"/>
                <a:gd name="csY28" fmla="*/ 210001 h 265582"/>
                <a:gd name="csX29" fmla="*/ 56496 w 278707"/>
                <a:gd name="csY29" fmla="*/ 189992 h 265582"/>
                <a:gd name="csX30" fmla="*/ 38856 w 278707"/>
                <a:gd name="csY30" fmla="*/ 192913 h 265582"/>
                <a:gd name="csX31" fmla="*/ 41021 w 278707"/>
                <a:gd name="csY31" fmla="*/ 208051 h 265582"/>
                <a:gd name="csX32" fmla="*/ 16561 w 278707"/>
                <a:gd name="csY32" fmla="*/ 209893 h 265582"/>
                <a:gd name="csX33" fmla="*/ 14935 w 278707"/>
                <a:gd name="csY33" fmla="*/ 226003 h 265582"/>
                <a:gd name="csX34" fmla="*/ 36259 w 278707"/>
                <a:gd name="csY34" fmla="*/ 246119 h 265582"/>
                <a:gd name="csX35" fmla="*/ 33338 w 278707"/>
                <a:gd name="csY35" fmla="*/ 260718 h 265582"/>
                <a:gd name="csX36" fmla="*/ 19806 w 278707"/>
                <a:gd name="csY36" fmla="*/ 259963 h 265582"/>
                <a:gd name="csX37" fmla="*/ 12986 w 278707"/>
                <a:gd name="csY37" fmla="*/ 251955 h 265582"/>
                <a:gd name="csX38" fmla="*/ 2274 w 278707"/>
                <a:gd name="csY38" fmla="*/ 258769 h 265582"/>
                <a:gd name="csX39" fmla="*/ 0 w 278707"/>
                <a:gd name="csY39" fmla="*/ 265582 h 26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78707" h="265582">
                  <a:moveTo>
                    <a:pt x="278708" y="2699"/>
                  </a:moveTo>
                  <a:lnTo>
                    <a:pt x="255112" y="7353"/>
                  </a:lnTo>
                  <a:lnTo>
                    <a:pt x="235845" y="0"/>
                  </a:lnTo>
                  <a:lnTo>
                    <a:pt x="205321" y="7893"/>
                  </a:lnTo>
                  <a:lnTo>
                    <a:pt x="204350" y="31896"/>
                  </a:lnTo>
                  <a:lnTo>
                    <a:pt x="195904" y="43034"/>
                  </a:lnTo>
                  <a:lnTo>
                    <a:pt x="184544" y="43250"/>
                  </a:lnTo>
                  <a:lnTo>
                    <a:pt x="184544" y="48660"/>
                  </a:lnTo>
                  <a:lnTo>
                    <a:pt x="188976" y="56769"/>
                  </a:lnTo>
                  <a:lnTo>
                    <a:pt x="180105" y="61417"/>
                  </a:lnTo>
                  <a:lnTo>
                    <a:pt x="163005" y="47365"/>
                  </a:lnTo>
                  <a:lnTo>
                    <a:pt x="142869" y="48876"/>
                  </a:lnTo>
                  <a:lnTo>
                    <a:pt x="130531" y="40767"/>
                  </a:lnTo>
                  <a:lnTo>
                    <a:pt x="81178" y="40767"/>
                  </a:lnTo>
                  <a:lnTo>
                    <a:pt x="73597" y="76124"/>
                  </a:lnTo>
                  <a:lnTo>
                    <a:pt x="100114" y="68339"/>
                  </a:lnTo>
                  <a:lnTo>
                    <a:pt x="116675" y="71260"/>
                  </a:lnTo>
                  <a:lnTo>
                    <a:pt x="125337" y="89427"/>
                  </a:lnTo>
                  <a:lnTo>
                    <a:pt x="108991" y="102730"/>
                  </a:lnTo>
                  <a:lnTo>
                    <a:pt x="100330" y="128467"/>
                  </a:lnTo>
                  <a:lnTo>
                    <a:pt x="126308" y="145009"/>
                  </a:lnTo>
                  <a:lnTo>
                    <a:pt x="121329" y="159931"/>
                  </a:lnTo>
                  <a:lnTo>
                    <a:pt x="123711" y="191186"/>
                  </a:lnTo>
                  <a:lnTo>
                    <a:pt x="116675" y="195942"/>
                  </a:lnTo>
                  <a:lnTo>
                    <a:pt x="111049" y="215081"/>
                  </a:lnTo>
                  <a:lnTo>
                    <a:pt x="97085" y="214433"/>
                  </a:lnTo>
                  <a:lnTo>
                    <a:pt x="89618" y="203187"/>
                  </a:lnTo>
                  <a:lnTo>
                    <a:pt x="78575" y="211728"/>
                  </a:lnTo>
                  <a:lnTo>
                    <a:pt x="66129" y="210001"/>
                  </a:lnTo>
                  <a:lnTo>
                    <a:pt x="56496" y="189992"/>
                  </a:lnTo>
                  <a:lnTo>
                    <a:pt x="38856" y="192913"/>
                  </a:lnTo>
                  <a:lnTo>
                    <a:pt x="41021" y="208051"/>
                  </a:lnTo>
                  <a:lnTo>
                    <a:pt x="16561" y="209893"/>
                  </a:lnTo>
                  <a:lnTo>
                    <a:pt x="14935" y="226003"/>
                  </a:lnTo>
                  <a:lnTo>
                    <a:pt x="36259" y="246119"/>
                  </a:lnTo>
                  <a:lnTo>
                    <a:pt x="33338" y="260718"/>
                  </a:lnTo>
                  <a:lnTo>
                    <a:pt x="19806" y="259963"/>
                  </a:lnTo>
                  <a:lnTo>
                    <a:pt x="12986" y="251955"/>
                  </a:lnTo>
                  <a:lnTo>
                    <a:pt x="2274" y="258769"/>
                  </a:lnTo>
                  <a:lnTo>
                    <a:pt x="0" y="2655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4F3D2F04-48CE-8009-1A10-1E426CFC4672}"/>
                </a:ext>
              </a:extLst>
            </p:cNvPr>
            <p:cNvSpPr/>
            <p:nvPr/>
          </p:nvSpPr>
          <p:spPr>
            <a:xfrm>
              <a:off x="6249898" y="4793933"/>
              <a:ext cx="182196" cy="179377"/>
            </a:xfrm>
            <a:custGeom>
              <a:avLst/>
              <a:gdLst>
                <a:gd name="csX0" fmla="*/ 0 w 210121"/>
                <a:gd name="csY0" fmla="*/ 0 h 206870"/>
                <a:gd name="csX1" fmla="*/ 25336 w 210121"/>
                <a:gd name="csY1" fmla="*/ 432 h 206870"/>
                <a:gd name="csX2" fmla="*/ 68390 w 210121"/>
                <a:gd name="csY2" fmla="*/ 31902 h 206870"/>
                <a:gd name="csX3" fmla="*/ 85725 w 210121"/>
                <a:gd name="csY3" fmla="*/ 29953 h 206870"/>
                <a:gd name="csX4" fmla="*/ 123952 w 210121"/>
                <a:gd name="csY4" fmla="*/ 39795 h 206870"/>
                <a:gd name="csX5" fmla="*/ 136271 w 210121"/>
                <a:gd name="csY5" fmla="*/ 21628 h 206870"/>
                <a:gd name="csX6" fmla="*/ 169926 w 210121"/>
                <a:gd name="csY6" fmla="*/ 6921 h 206870"/>
                <a:gd name="csX7" fmla="*/ 182372 w 210121"/>
                <a:gd name="csY7" fmla="*/ 19139 h 206870"/>
                <a:gd name="csX8" fmla="*/ 210121 w 210121"/>
                <a:gd name="csY8" fmla="*/ 18707 h 206870"/>
                <a:gd name="csX9" fmla="*/ 177419 w 210121"/>
                <a:gd name="csY9" fmla="*/ 60884 h 206870"/>
                <a:gd name="csX10" fmla="*/ 177419 w 210121"/>
                <a:gd name="csY10" fmla="*/ 182105 h 206870"/>
                <a:gd name="csX11" fmla="*/ 199389 w 210121"/>
                <a:gd name="csY11" fmla="*/ 206870 h 20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10121" h="206870">
                  <a:moveTo>
                    <a:pt x="0" y="0"/>
                  </a:moveTo>
                  <a:lnTo>
                    <a:pt x="25336" y="432"/>
                  </a:lnTo>
                  <a:lnTo>
                    <a:pt x="68390" y="31902"/>
                  </a:lnTo>
                  <a:lnTo>
                    <a:pt x="85725" y="29953"/>
                  </a:lnTo>
                  <a:lnTo>
                    <a:pt x="123952" y="39795"/>
                  </a:lnTo>
                  <a:lnTo>
                    <a:pt x="136271" y="21628"/>
                  </a:lnTo>
                  <a:lnTo>
                    <a:pt x="169926" y="6921"/>
                  </a:lnTo>
                  <a:lnTo>
                    <a:pt x="182372" y="19139"/>
                  </a:lnTo>
                  <a:lnTo>
                    <a:pt x="210121" y="18707"/>
                  </a:lnTo>
                  <a:lnTo>
                    <a:pt x="177419" y="60884"/>
                  </a:lnTo>
                  <a:lnTo>
                    <a:pt x="177419" y="182105"/>
                  </a:lnTo>
                  <a:lnTo>
                    <a:pt x="199389" y="2068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38EFCDF3-3541-C719-366F-781CEBDD405F}"/>
                </a:ext>
              </a:extLst>
            </p:cNvPr>
            <p:cNvSpPr/>
            <p:nvPr/>
          </p:nvSpPr>
          <p:spPr>
            <a:xfrm>
              <a:off x="6076841" y="4789247"/>
              <a:ext cx="164136" cy="35255"/>
            </a:xfrm>
            <a:custGeom>
              <a:avLst/>
              <a:gdLst>
                <a:gd name="csX0" fmla="*/ 0 w 189293"/>
                <a:gd name="csY0" fmla="*/ 40119 h 40659"/>
                <a:gd name="csX1" fmla="*/ 9779 w 189293"/>
                <a:gd name="csY1" fmla="*/ 28327 h 40659"/>
                <a:gd name="csX2" fmla="*/ 23305 w 189293"/>
                <a:gd name="csY2" fmla="*/ 26600 h 40659"/>
                <a:gd name="csX3" fmla="*/ 33147 w 189293"/>
                <a:gd name="csY3" fmla="*/ 37414 h 40659"/>
                <a:gd name="csX4" fmla="*/ 52070 w 189293"/>
                <a:gd name="csY4" fmla="*/ 40659 h 40659"/>
                <a:gd name="csX5" fmla="*/ 55118 w 189293"/>
                <a:gd name="csY5" fmla="*/ 33953 h 40659"/>
                <a:gd name="csX6" fmla="*/ 78994 w 189293"/>
                <a:gd name="csY6" fmla="*/ 26492 h 40659"/>
                <a:gd name="csX7" fmla="*/ 97536 w 189293"/>
                <a:gd name="csY7" fmla="*/ 30924 h 40659"/>
                <a:gd name="csX8" fmla="*/ 129984 w 189293"/>
                <a:gd name="csY8" fmla="*/ 0 h 40659"/>
                <a:gd name="csX9" fmla="*/ 189294 w 189293"/>
                <a:gd name="csY9" fmla="*/ 5944 h 40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9293" h="40659">
                  <a:moveTo>
                    <a:pt x="0" y="40119"/>
                  </a:moveTo>
                  <a:lnTo>
                    <a:pt x="9779" y="28327"/>
                  </a:lnTo>
                  <a:lnTo>
                    <a:pt x="23305" y="26600"/>
                  </a:lnTo>
                  <a:lnTo>
                    <a:pt x="33147" y="37414"/>
                  </a:lnTo>
                  <a:lnTo>
                    <a:pt x="52070" y="40659"/>
                  </a:lnTo>
                  <a:lnTo>
                    <a:pt x="55118" y="33953"/>
                  </a:lnTo>
                  <a:lnTo>
                    <a:pt x="78994" y="26492"/>
                  </a:lnTo>
                  <a:lnTo>
                    <a:pt x="97536" y="30924"/>
                  </a:lnTo>
                  <a:lnTo>
                    <a:pt x="129984" y="0"/>
                  </a:lnTo>
                  <a:lnTo>
                    <a:pt x="189294" y="59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3B43219B-C1B9-D288-B3FC-977CAA599878}"/>
                </a:ext>
              </a:extLst>
            </p:cNvPr>
            <p:cNvSpPr/>
            <p:nvPr/>
          </p:nvSpPr>
          <p:spPr>
            <a:xfrm>
              <a:off x="6177382" y="4801058"/>
              <a:ext cx="34963" cy="112335"/>
            </a:xfrm>
            <a:custGeom>
              <a:avLst/>
              <a:gdLst>
                <a:gd name="csX0" fmla="*/ 0 w 40322"/>
                <a:gd name="csY0" fmla="*/ 0 h 129552"/>
                <a:gd name="csX1" fmla="*/ 17844 w 40322"/>
                <a:gd name="csY1" fmla="*/ 18599 h 129552"/>
                <a:gd name="csX2" fmla="*/ 15367 w 40322"/>
                <a:gd name="csY2" fmla="*/ 29845 h 129552"/>
                <a:gd name="csX3" fmla="*/ 20447 w 40322"/>
                <a:gd name="csY3" fmla="*/ 44990 h 129552"/>
                <a:gd name="csX4" fmla="*/ 29972 w 40322"/>
                <a:gd name="csY4" fmla="*/ 52667 h 129552"/>
                <a:gd name="csX5" fmla="*/ 35496 w 40322"/>
                <a:gd name="csY5" fmla="*/ 52235 h 129552"/>
                <a:gd name="csX6" fmla="*/ 30924 w 40322"/>
                <a:gd name="csY6" fmla="*/ 58287 h 129552"/>
                <a:gd name="csX7" fmla="*/ 40322 w 40322"/>
                <a:gd name="csY7" fmla="*/ 75482 h 129552"/>
                <a:gd name="csX8" fmla="*/ 30035 w 40322"/>
                <a:gd name="csY8" fmla="*/ 87268 h 129552"/>
                <a:gd name="csX9" fmla="*/ 30924 w 40322"/>
                <a:gd name="csY9" fmla="*/ 94945 h 129552"/>
                <a:gd name="csX10" fmla="*/ 18288 w 40322"/>
                <a:gd name="csY10" fmla="*/ 100247 h 129552"/>
                <a:gd name="csX11" fmla="*/ 14288 w 40322"/>
                <a:gd name="csY11" fmla="*/ 116249 h 129552"/>
                <a:gd name="csX12" fmla="*/ 5397 w 40322"/>
                <a:gd name="csY12" fmla="*/ 118415 h 129552"/>
                <a:gd name="csX13" fmla="*/ 0 w 40322"/>
                <a:gd name="csY13" fmla="*/ 129553 h 129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322" h="129552">
                  <a:moveTo>
                    <a:pt x="0" y="0"/>
                  </a:moveTo>
                  <a:lnTo>
                    <a:pt x="17844" y="18599"/>
                  </a:lnTo>
                  <a:lnTo>
                    <a:pt x="15367" y="29845"/>
                  </a:lnTo>
                  <a:lnTo>
                    <a:pt x="20447" y="44990"/>
                  </a:lnTo>
                  <a:lnTo>
                    <a:pt x="29972" y="52667"/>
                  </a:lnTo>
                  <a:lnTo>
                    <a:pt x="35496" y="52235"/>
                  </a:lnTo>
                  <a:lnTo>
                    <a:pt x="30924" y="58287"/>
                  </a:lnTo>
                  <a:lnTo>
                    <a:pt x="40322" y="75482"/>
                  </a:lnTo>
                  <a:lnTo>
                    <a:pt x="30035" y="87268"/>
                  </a:lnTo>
                  <a:lnTo>
                    <a:pt x="30924" y="94945"/>
                  </a:lnTo>
                  <a:lnTo>
                    <a:pt x="18288" y="100247"/>
                  </a:lnTo>
                  <a:lnTo>
                    <a:pt x="14288" y="116249"/>
                  </a:lnTo>
                  <a:lnTo>
                    <a:pt x="5397" y="118415"/>
                  </a:lnTo>
                  <a:lnTo>
                    <a:pt x="0" y="1295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153E80CD-4B0A-23BA-01A8-4B8A3F38EAA0}"/>
                </a:ext>
              </a:extLst>
            </p:cNvPr>
            <p:cNvSpPr/>
            <p:nvPr/>
          </p:nvSpPr>
          <p:spPr>
            <a:xfrm>
              <a:off x="5385816" y="4852165"/>
              <a:ext cx="119851" cy="35910"/>
            </a:xfrm>
            <a:custGeom>
              <a:avLst/>
              <a:gdLst>
                <a:gd name="csX0" fmla="*/ 0 w 138220"/>
                <a:gd name="csY0" fmla="*/ 41415 h 41414"/>
                <a:gd name="csX1" fmla="*/ 64402 w 138220"/>
                <a:gd name="csY1" fmla="*/ 41415 h 41414"/>
                <a:gd name="csX2" fmla="*/ 64402 w 138220"/>
                <a:gd name="csY2" fmla="*/ 0 h 41414"/>
                <a:gd name="csX3" fmla="*/ 131293 w 138220"/>
                <a:gd name="csY3" fmla="*/ 0 h 41414"/>
                <a:gd name="csX4" fmla="*/ 138221 w 138220"/>
                <a:gd name="csY4" fmla="*/ 648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220" h="41414">
                  <a:moveTo>
                    <a:pt x="0" y="41415"/>
                  </a:moveTo>
                  <a:lnTo>
                    <a:pt x="64402" y="41415"/>
                  </a:lnTo>
                  <a:lnTo>
                    <a:pt x="64402" y="0"/>
                  </a:lnTo>
                  <a:lnTo>
                    <a:pt x="131293" y="0"/>
                  </a:lnTo>
                  <a:lnTo>
                    <a:pt x="138221" y="64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878C3450-6B70-F92C-F264-1B9EAA7CD912}"/>
                </a:ext>
              </a:extLst>
            </p:cNvPr>
            <p:cNvSpPr/>
            <p:nvPr/>
          </p:nvSpPr>
          <p:spPr>
            <a:xfrm>
              <a:off x="5390043" y="4853195"/>
              <a:ext cx="51713" cy="561"/>
            </a:xfrm>
            <a:custGeom>
              <a:avLst/>
              <a:gdLst>
                <a:gd name="csX0" fmla="*/ 59639 w 59639"/>
                <a:gd name="csY0" fmla="*/ 648 h 647"/>
                <a:gd name="csX1" fmla="*/ 9093 w 59639"/>
                <a:gd name="csY1" fmla="*/ 648 h 647"/>
                <a:gd name="csX2" fmla="*/ 0 w 59639"/>
                <a:gd name="csY2" fmla="*/ 0 h 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39" h="647">
                  <a:moveTo>
                    <a:pt x="59639" y="648"/>
                  </a:moveTo>
                  <a:lnTo>
                    <a:pt x="9093" y="64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B350A1F2-DC0F-D14E-E0B6-7A7863781F9E}"/>
                </a:ext>
              </a:extLst>
            </p:cNvPr>
            <p:cNvSpPr/>
            <p:nvPr/>
          </p:nvSpPr>
          <p:spPr>
            <a:xfrm>
              <a:off x="6432095" y="4562516"/>
              <a:ext cx="198879" cy="247636"/>
            </a:xfrm>
            <a:custGeom>
              <a:avLst/>
              <a:gdLst>
                <a:gd name="csX0" fmla="*/ 54229 w 229361"/>
                <a:gd name="csY0" fmla="*/ 0 h 285591"/>
                <a:gd name="csX1" fmla="*/ 30734 w 229361"/>
                <a:gd name="csY1" fmla="*/ 36443 h 285591"/>
                <a:gd name="csX2" fmla="*/ 39180 w 229361"/>
                <a:gd name="csY2" fmla="*/ 54502 h 285591"/>
                <a:gd name="csX3" fmla="*/ 52451 w 229361"/>
                <a:gd name="csY3" fmla="*/ 61747 h 285591"/>
                <a:gd name="csX4" fmla="*/ 76708 w 229361"/>
                <a:gd name="csY4" fmla="*/ 94405 h 285591"/>
                <a:gd name="csX5" fmla="*/ 197168 w 229361"/>
                <a:gd name="csY5" fmla="*/ 134632 h 285591"/>
                <a:gd name="csX6" fmla="*/ 229362 w 229361"/>
                <a:gd name="csY6" fmla="*/ 134632 h 285591"/>
                <a:gd name="csX7" fmla="*/ 116459 w 229361"/>
                <a:gd name="csY7" fmla="*/ 250127 h 285591"/>
                <a:gd name="csX8" fmla="*/ 74803 w 229361"/>
                <a:gd name="csY8" fmla="*/ 247205 h 285591"/>
                <a:gd name="csX9" fmla="*/ 43053 w 229361"/>
                <a:gd name="csY9" fmla="*/ 259531 h 285591"/>
                <a:gd name="csX10" fmla="*/ 40132 w 229361"/>
                <a:gd name="csY10" fmla="*/ 270345 h 285591"/>
                <a:gd name="csX11" fmla="*/ 8445 w 229361"/>
                <a:gd name="csY11" fmla="*/ 274777 h 285591"/>
                <a:gd name="csX12" fmla="*/ 0 w 229361"/>
                <a:gd name="csY12" fmla="*/ 285591 h 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9361" h="285591">
                  <a:moveTo>
                    <a:pt x="54229" y="0"/>
                  </a:moveTo>
                  <a:lnTo>
                    <a:pt x="30734" y="36443"/>
                  </a:lnTo>
                  <a:lnTo>
                    <a:pt x="39180" y="54502"/>
                  </a:lnTo>
                  <a:lnTo>
                    <a:pt x="52451" y="61747"/>
                  </a:lnTo>
                  <a:lnTo>
                    <a:pt x="76708" y="94405"/>
                  </a:lnTo>
                  <a:lnTo>
                    <a:pt x="197168" y="134632"/>
                  </a:lnTo>
                  <a:lnTo>
                    <a:pt x="229362" y="134632"/>
                  </a:lnTo>
                  <a:lnTo>
                    <a:pt x="116459" y="250127"/>
                  </a:lnTo>
                  <a:lnTo>
                    <a:pt x="74803" y="247205"/>
                  </a:lnTo>
                  <a:lnTo>
                    <a:pt x="43053" y="259531"/>
                  </a:lnTo>
                  <a:lnTo>
                    <a:pt x="40132" y="270345"/>
                  </a:lnTo>
                  <a:lnTo>
                    <a:pt x="8445" y="274777"/>
                  </a:lnTo>
                  <a:lnTo>
                    <a:pt x="0" y="2855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7D2CF5A0-A8BA-C3CC-3107-D6A90D5BD6E7}"/>
                </a:ext>
              </a:extLst>
            </p:cNvPr>
            <p:cNvSpPr/>
            <p:nvPr/>
          </p:nvSpPr>
          <p:spPr>
            <a:xfrm>
              <a:off x="6430113" y="4524821"/>
              <a:ext cx="46636" cy="58045"/>
            </a:xfrm>
            <a:custGeom>
              <a:avLst/>
              <a:gdLst>
                <a:gd name="csX0" fmla="*/ 53784 w 53784"/>
                <a:gd name="csY0" fmla="*/ 0 h 66941"/>
                <a:gd name="csX1" fmla="*/ 35496 w 53784"/>
                <a:gd name="csY1" fmla="*/ 14815 h 66941"/>
                <a:gd name="csX2" fmla="*/ 25400 w 53784"/>
                <a:gd name="csY2" fmla="*/ 7029 h 66941"/>
                <a:gd name="csX3" fmla="*/ 508 w 53784"/>
                <a:gd name="csY3" fmla="*/ 38608 h 66941"/>
                <a:gd name="csX4" fmla="*/ 0 w 53784"/>
                <a:gd name="csY4" fmla="*/ 65424 h 66941"/>
                <a:gd name="csX5" fmla="*/ 20129 w 53784"/>
                <a:gd name="csY5" fmla="*/ 65856 h 66941"/>
                <a:gd name="csX6" fmla="*/ 27813 w 53784"/>
                <a:gd name="csY6" fmla="*/ 60020 h 66941"/>
                <a:gd name="csX7" fmla="*/ 41339 w 53784"/>
                <a:gd name="csY7" fmla="*/ 66942 h 66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3784" h="66941">
                  <a:moveTo>
                    <a:pt x="53784" y="0"/>
                  </a:moveTo>
                  <a:lnTo>
                    <a:pt x="35496" y="14815"/>
                  </a:lnTo>
                  <a:lnTo>
                    <a:pt x="25400" y="7029"/>
                  </a:lnTo>
                  <a:lnTo>
                    <a:pt x="508" y="38608"/>
                  </a:lnTo>
                  <a:lnTo>
                    <a:pt x="0" y="65424"/>
                  </a:lnTo>
                  <a:lnTo>
                    <a:pt x="20129" y="65856"/>
                  </a:lnTo>
                  <a:lnTo>
                    <a:pt x="27813" y="60020"/>
                  </a:lnTo>
                  <a:lnTo>
                    <a:pt x="41339" y="669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5D500B66-0F3C-2B80-58D7-C9D9591972AF}"/>
                </a:ext>
              </a:extLst>
            </p:cNvPr>
            <p:cNvSpPr/>
            <p:nvPr/>
          </p:nvSpPr>
          <p:spPr>
            <a:xfrm>
              <a:off x="6256836" y="4347795"/>
              <a:ext cx="71248" cy="126585"/>
            </a:xfrm>
            <a:custGeom>
              <a:avLst/>
              <a:gdLst>
                <a:gd name="csX0" fmla="*/ 82169 w 82168"/>
                <a:gd name="csY0" fmla="*/ 0 h 145986"/>
                <a:gd name="csX1" fmla="*/ 67373 w 82168"/>
                <a:gd name="csY1" fmla="*/ 21628 h 145986"/>
                <a:gd name="csX2" fmla="*/ 43116 w 82168"/>
                <a:gd name="csY2" fmla="*/ 25629 h 145986"/>
                <a:gd name="csX3" fmla="*/ 37592 w 82168"/>
                <a:gd name="csY3" fmla="*/ 40335 h 145986"/>
                <a:gd name="csX4" fmla="*/ 19812 w 82168"/>
                <a:gd name="csY4" fmla="*/ 40875 h 145986"/>
                <a:gd name="csX5" fmla="*/ 18859 w 82168"/>
                <a:gd name="csY5" fmla="*/ 69748 h 145986"/>
                <a:gd name="csX6" fmla="*/ 0 w 82168"/>
                <a:gd name="csY6" fmla="*/ 111055 h 145986"/>
                <a:gd name="csX7" fmla="*/ 2921 w 82168"/>
                <a:gd name="csY7" fmla="*/ 145986 h 14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2168" h="145986">
                  <a:moveTo>
                    <a:pt x="82169" y="0"/>
                  </a:moveTo>
                  <a:lnTo>
                    <a:pt x="67373" y="21628"/>
                  </a:lnTo>
                  <a:lnTo>
                    <a:pt x="43116" y="25629"/>
                  </a:lnTo>
                  <a:lnTo>
                    <a:pt x="37592" y="40335"/>
                  </a:lnTo>
                  <a:lnTo>
                    <a:pt x="19812" y="40875"/>
                  </a:lnTo>
                  <a:lnTo>
                    <a:pt x="18859" y="69748"/>
                  </a:lnTo>
                  <a:lnTo>
                    <a:pt x="0" y="111055"/>
                  </a:lnTo>
                  <a:lnTo>
                    <a:pt x="2921" y="1459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7C703E0E-7CD9-61CD-4EF0-7BBECE99EF3E}"/>
                </a:ext>
              </a:extLst>
            </p:cNvPr>
            <p:cNvSpPr/>
            <p:nvPr/>
          </p:nvSpPr>
          <p:spPr>
            <a:xfrm>
              <a:off x="4641953" y="4455627"/>
              <a:ext cx="1810184" cy="249228"/>
            </a:xfrm>
            <a:custGeom>
              <a:avLst/>
              <a:gdLst>
                <a:gd name="csX0" fmla="*/ 0 w 2087626"/>
                <a:gd name="csY0" fmla="*/ 220167 h 287426"/>
                <a:gd name="csX1" fmla="*/ 8547 w 2087626"/>
                <a:gd name="csY1" fmla="*/ 219196 h 287426"/>
                <a:gd name="csX2" fmla="*/ 25870 w 2087626"/>
                <a:gd name="csY2" fmla="*/ 185775 h 287426"/>
                <a:gd name="csX3" fmla="*/ 69488 w 2087626"/>
                <a:gd name="csY3" fmla="*/ 181775 h 287426"/>
                <a:gd name="csX4" fmla="*/ 86157 w 2087626"/>
                <a:gd name="csY4" fmla="*/ 201460 h 287426"/>
                <a:gd name="csX5" fmla="*/ 83883 w 2087626"/>
                <a:gd name="csY5" fmla="*/ 212706 h 287426"/>
                <a:gd name="csX6" fmla="*/ 90373 w 2087626"/>
                <a:gd name="csY6" fmla="*/ 217678 h 287426"/>
                <a:gd name="csX7" fmla="*/ 83776 w 2087626"/>
                <a:gd name="csY7" fmla="*/ 237471 h 287426"/>
                <a:gd name="csX8" fmla="*/ 95028 w 2087626"/>
                <a:gd name="csY8" fmla="*/ 244494 h 287426"/>
                <a:gd name="csX9" fmla="*/ 101416 w 2087626"/>
                <a:gd name="csY9" fmla="*/ 237579 h 287426"/>
                <a:gd name="csX10" fmla="*/ 134645 w 2087626"/>
                <a:gd name="csY10" fmla="*/ 237687 h 287426"/>
                <a:gd name="csX11" fmla="*/ 145790 w 2087626"/>
                <a:gd name="csY11" fmla="*/ 266776 h 287426"/>
                <a:gd name="csX12" fmla="*/ 140919 w 2087626"/>
                <a:gd name="csY12" fmla="*/ 278562 h 287426"/>
                <a:gd name="csX13" fmla="*/ 155099 w 2087626"/>
                <a:gd name="csY13" fmla="*/ 287427 h 287426"/>
                <a:gd name="csX14" fmla="*/ 159105 w 2087626"/>
                <a:gd name="csY14" fmla="*/ 284182 h 287426"/>
                <a:gd name="csX15" fmla="*/ 164732 w 2087626"/>
                <a:gd name="csY15" fmla="*/ 269367 h 287426"/>
                <a:gd name="csX16" fmla="*/ 192011 w 2087626"/>
                <a:gd name="csY16" fmla="*/ 274885 h 287426"/>
                <a:gd name="csX17" fmla="*/ 198825 w 2087626"/>
                <a:gd name="csY17" fmla="*/ 256394 h 287426"/>
                <a:gd name="csX18" fmla="*/ 187033 w 2087626"/>
                <a:gd name="csY18" fmla="*/ 249472 h 287426"/>
                <a:gd name="csX19" fmla="*/ 192335 w 2087626"/>
                <a:gd name="csY19" fmla="*/ 232385 h 287426"/>
                <a:gd name="csX20" fmla="*/ 208896 w 2087626"/>
                <a:gd name="csY20" fmla="*/ 238119 h 287426"/>
                <a:gd name="csX21" fmla="*/ 208572 w 2087626"/>
                <a:gd name="csY21" fmla="*/ 215627 h 287426"/>
                <a:gd name="csX22" fmla="*/ 192227 w 2087626"/>
                <a:gd name="csY22" fmla="*/ 181667 h 287426"/>
                <a:gd name="csX23" fmla="*/ 211169 w 2087626"/>
                <a:gd name="csY23" fmla="*/ 167068 h 287426"/>
                <a:gd name="csX24" fmla="*/ 230543 w 2087626"/>
                <a:gd name="csY24" fmla="*/ 175940 h 287426"/>
                <a:gd name="csX25" fmla="*/ 249269 w 2087626"/>
                <a:gd name="csY25" fmla="*/ 157772 h 287426"/>
                <a:gd name="csX26" fmla="*/ 263227 w 2087626"/>
                <a:gd name="csY26" fmla="*/ 156254 h 287426"/>
                <a:gd name="csX27" fmla="*/ 263227 w 2087626"/>
                <a:gd name="csY27" fmla="*/ 170961 h 287426"/>
                <a:gd name="csX28" fmla="*/ 272104 w 2087626"/>
                <a:gd name="csY28" fmla="*/ 175940 h 287426"/>
                <a:gd name="csX29" fmla="*/ 290398 w 2087626"/>
                <a:gd name="csY29" fmla="*/ 164586 h 287426"/>
                <a:gd name="csX30" fmla="*/ 312045 w 2087626"/>
                <a:gd name="csY30" fmla="*/ 172047 h 287426"/>
                <a:gd name="csX31" fmla="*/ 318751 w 2087626"/>
                <a:gd name="csY31" fmla="*/ 194107 h 287426"/>
                <a:gd name="csX32" fmla="*/ 334448 w 2087626"/>
                <a:gd name="csY32" fmla="*/ 197676 h 287426"/>
                <a:gd name="csX33" fmla="*/ 337909 w 2087626"/>
                <a:gd name="csY33" fmla="*/ 190106 h 287426"/>
                <a:gd name="csX34" fmla="*/ 359994 w 2087626"/>
                <a:gd name="csY34" fmla="*/ 183077 h 287426"/>
                <a:gd name="csX35" fmla="*/ 377418 w 2087626"/>
                <a:gd name="csY35" fmla="*/ 205353 h 287426"/>
                <a:gd name="csX36" fmla="*/ 395815 w 2087626"/>
                <a:gd name="csY36" fmla="*/ 202000 h 287426"/>
                <a:gd name="csX37" fmla="*/ 393002 w 2087626"/>
                <a:gd name="csY37" fmla="*/ 167716 h 287426"/>
                <a:gd name="csX38" fmla="*/ 386181 w 2087626"/>
                <a:gd name="csY38" fmla="*/ 161665 h 287426"/>
                <a:gd name="csX39" fmla="*/ 390188 w 2087626"/>
                <a:gd name="csY39" fmla="*/ 145440 h 287426"/>
                <a:gd name="csX40" fmla="*/ 466820 w 2087626"/>
                <a:gd name="csY40" fmla="*/ 144469 h 287426"/>
                <a:gd name="csX41" fmla="*/ 475374 w 2087626"/>
                <a:gd name="csY41" fmla="*/ 148469 h 287426"/>
                <a:gd name="csX42" fmla="*/ 486518 w 2087626"/>
                <a:gd name="csY42" fmla="*/ 138957 h 287426"/>
                <a:gd name="csX43" fmla="*/ 531654 w 2087626"/>
                <a:gd name="csY43" fmla="*/ 144901 h 287426"/>
                <a:gd name="csX44" fmla="*/ 538906 w 2087626"/>
                <a:gd name="csY44" fmla="*/ 144037 h 287426"/>
                <a:gd name="csX45" fmla="*/ 551891 w 2087626"/>
                <a:gd name="csY45" fmla="*/ 127165 h 287426"/>
                <a:gd name="csX46" fmla="*/ 571157 w 2087626"/>
                <a:gd name="csY46" fmla="*/ 130410 h 287426"/>
                <a:gd name="csX47" fmla="*/ 584257 w 2087626"/>
                <a:gd name="csY47" fmla="*/ 117977 h 287426"/>
                <a:gd name="csX48" fmla="*/ 603523 w 2087626"/>
                <a:gd name="csY48" fmla="*/ 92456 h 287426"/>
                <a:gd name="csX49" fmla="*/ 629501 w 2087626"/>
                <a:gd name="csY49" fmla="*/ 119056 h 287426"/>
                <a:gd name="csX50" fmla="*/ 636213 w 2087626"/>
                <a:gd name="csY50" fmla="*/ 113868 h 287426"/>
                <a:gd name="csX51" fmla="*/ 633609 w 2087626"/>
                <a:gd name="csY51" fmla="*/ 85858 h 287426"/>
                <a:gd name="csX52" fmla="*/ 648113 w 2087626"/>
                <a:gd name="csY52" fmla="*/ 75152 h 287426"/>
                <a:gd name="csX53" fmla="*/ 651580 w 2087626"/>
                <a:gd name="csY53" fmla="*/ 53524 h 287426"/>
                <a:gd name="csX54" fmla="*/ 670090 w 2087626"/>
                <a:gd name="csY54" fmla="*/ 40659 h 287426"/>
                <a:gd name="csX55" fmla="*/ 692601 w 2087626"/>
                <a:gd name="csY55" fmla="*/ 41307 h 287426"/>
                <a:gd name="csX56" fmla="*/ 702773 w 2087626"/>
                <a:gd name="csY56" fmla="*/ 33953 h 287426"/>
                <a:gd name="csX57" fmla="*/ 733622 w 2087626"/>
                <a:gd name="csY57" fmla="*/ 42386 h 287426"/>
                <a:gd name="csX58" fmla="*/ 754729 w 2087626"/>
                <a:gd name="csY58" fmla="*/ 68878 h 287426"/>
                <a:gd name="csX59" fmla="*/ 769233 w 2087626"/>
                <a:gd name="csY59" fmla="*/ 69641 h 287426"/>
                <a:gd name="csX60" fmla="*/ 788175 w 2087626"/>
                <a:gd name="csY60" fmla="*/ 55258 h 287426"/>
                <a:gd name="csX61" fmla="*/ 801916 w 2087626"/>
                <a:gd name="csY61" fmla="*/ 56769 h 287426"/>
                <a:gd name="csX62" fmla="*/ 810901 w 2087626"/>
                <a:gd name="csY62" fmla="*/ 67475 h 287426"/>
                <a:gd name="csX63" fmla="*/ 856145 w 2087626"/>
                <a:gd name="csY63" fmla="*/ 77426 h 287426"/>
                <a:gd name="csX64" fmla="*/ 871836 w 2087626"/>
                <a:gd name="csY64" fmla="*/ 60122 h 287426"/>
                <a:gd name="csX65" fmla="*/ 924115 w 2087626"/>
                <a:gd name="csY65" fmla="*/ 52553 h 287426"/>
                <a:gd name="csX66" fmla="*/ 947820 w 2087626"/>
                <a:gd name="csY66" fmla="*/ 66288 h 287426"/>
                <a:gd name="csX67" fmla="*/ 966654 w 2087626"/>
                <a:gd name="csY67" fmla="*/ 66827 h 287426"/>
                <a:gd name="csX68" fmla="*/ 977583 w 2087626"/>
                <a:gd name="csY68" fmla="*/ 51149 h 287426"/>
                <a:gd name="csX69" fmla="*/ 989927 w 2087626"/>
                <a:gd name="csY69" fmla="*/ 51581 h 287426"/>
                <a:gd name="csX70" fmla="*/ 995445 w 2087626"/>
                <a:gd name="csY70" fmla="*/ 41739 h 287426"/>
                <a:gd name="csX71" fmla="*/ 1007351 w 2087626"/>
                <a:gd name="csY71" fmla="*/ 42710 h 287426"/>
                <a:gd name="csX72" fmla="*/ 1023372 w 2087626"/>
                <a:gd name="csY72" fmla="*/ 64878 h 287426"/>
                <a:gd name="csX73" fmla="*/ 1044905 w 2087626"/>
                <a:gd name="csY73" fmla="*/ 65640 h 287426"/>
                <a:gd name="csX74" fmla="*/ 1064285 w 2087626"/>
                <a:gd name="csY74" fmla="*/ 105429 h 287426"/>
                <a:gd name="csX75" fmla="*/ 1059847 w 2087626"/>
                <a:gd name="csY75" fmla="*/ 142958 h 287426"/>
                <a:gd name="csX76" fmla="*/ 1082897 w 2087626"/>
                <a:gd name="csY76" fmla="*/ 183509 h 287426"/>
                <a:gd name="csX77" fmla="*/ 1031596 w 2087626"/>
                <a:gd name="csY77" fmla="*/ 181343 h 287426"/>
                <a:gd name="csX78" fmla="*/ 1019689 w 2087626"/>
                <a:gd name="csY78" fmla="*/ 198323 h 287426"/>
                <a:gd name="csX79" fmla="*/ 1063524 w 2087626"/>
                <a:gd name="csY79" fmla="*/ 235090 h 287426"/>
                <a:gd name="csX80" fmla="*/ 1079868 w 2087626"/>
                <a:gd name="csY80" fmla="*/ 274885 h 287426"/>
                <a:gd name="csX81" fmla="*/ 1091019 w 2087626"/>
                <a:gd name="csY81" fmla="*/ 280073 h 287426"/>
                <a:gd name="csX82" fmla="*/ 1115263 w 2087626"/>
                <a:gd name="csY82" fmla="*/ 262446 h 287426"/>
                <a:gd name="csX83" fmla="*/ 1126191 w 2087626"/>
                <a:gd name="csY83" fmla="*/ 274238 h 287426"/>
                <a:gd name="csX84" fmla="*/ 1155961 w 2087626"/>
                <a:gd name="csY84" fmla="*/ 256502 h 287426"/>
                <a:gd name="csX85" fmla="*/ 1195572 w 2087626"/>
                <a:gd name="csY85" fmla="*/ 256502 h 287426"/>
                <a:gd name="csX86" fmla="*/ 1212349 w 2087626"/>
                <a:gd name="csY86" fmla="*/ 232925 h 287426"/>
                <a:gd name="csX87" fmla="*/ 1201528 w 2087626"/>
                <a:gd name="csY87" fmla="*/ 226003 h 287426"/>
                <a:gd name="csX88" fmla="*/ 1208888 w 2087626"/>
                <a:gd name="csY88" fmla="*/ 217678 h 287426"/>
                <a:gd name="csX89" fmla="*/ 1264983 w 2087626"/>
                <a:gd name="csY89" fmla="*/ 213785 h 287426"/>
                <a:gd name="csX90" fmla="*/ 1310196 w 2087626"/>
                <a:gd name="csY90" fmla="*/ 173990 h 287426"/>
                <a:gd name="csX91" fmla="*/ 1308798 w 2087626"/>
                <a:gd name="csY91" fmla="*/ 157772 h 287426"/>
                <a:gd name="csX92" fmla="*/ 1334008 w 2087626"/>
                <a:gd name="csY92" fmla="*/ 143713 h 287426"/>
                <a:gd name="csX93" fmla="*/ 1355090 w 2087626"/>
                <a:gd name="csY93" fmla="*/ 147390 h 287426"/>
                <a:gd name="csX94" fmla="*/ 1383792 w 2087626"/>
                <a:gd name="csY94" fmla="*/ 184804 h 287426"/>
                <a:gd name="csX95" fmla="*/ 1381823 w 2087626"/>
                <a:gd name="csY95" fmla="*/ 199942 h 287426"/>
                <a:gd name="csX96" fmla="*/ 1429893 w 2087626"/>
                <a:gd name="csY96" fmla="*/ 195510 h 287426"/>
                <a:gd name="csX97" fmla="*/ 1438783 w 2087626"/>
                <a:gd name="csY97" fmla="*/ 175940 h 287426"/>
                <a:gd name="csX98" fmla="*/ 1466025 w 2087626"/>
                <a:gd name="csY98" fmla="*/ 172479 h 287426"/>
                <a:gd name="csX99" fmla="*/ 1487360 w 2087626"/>
                <a:gd name="csY99" fmla="*/ 205353 h 287426"/>
                <a:gd name="csX100" fmla="*/ 1509141 w 2087626"/>
                <a:gd name="csY100" fmla="*/ 200482 h 287426"/>
                <a:gd name="csX101" fmla="*/ 1542352 w 2087626"/>
                <a:gd name="csY101" fmla="*/ 202432 h 287426"/>
                <a:gd name="csX102" fmla="*/ 1548320 w 2087626"/>
                <a:gd name="csY102" fmla="*/ 211843 h 287426"/>
                <a:gd name="csX103" fmla="*/ 1573085 w 2087626"/>
                <a:gd name="csY103" fmla="*/ 211843 h 287426"/>
                <a:gd name="csX104" fmla="*/ 1583944 w 2087626"/>
                <a:gd name="csY104" fmla="*/ 198000 h 287426"/>
                <a:gd name="csX105" fmla="*/ 1603312 w 2087626"/>
                <a:gd name="csY105" fmla="*/ 197022 h 287426"/>
                <a:gd name="csX106" fmla="*/ 1602295 w 2087626"/>
                <a:gd name="csY106" fmla="*/ 186214 h 287426"/>
                <a:gd name="csX107" fmla="*/ 1620076 w 2087626"/>
                <a:gd name="csY107" fmla="*/ 177451 h 287426"/>
                <a:gd name="csX108" fmla="*/ 1648333 w 2087626"/>
                <a:gd name="csY108" fmla="*/ 197022 h 287426"/>
                <a:gd name="csX109" fmla="*/ 1669225 w 2087626"/>
                <a:gd name="csY109" fmla="*/ 197022 h 287426"/>
                <a:gd name="csX110" fmla="*/ 1709230 w 2087626"/>
                <a:gd name="csY110" fmla="*/ 150850 h 287426"/>
                <a:gd name="csX111" fmla="*/ 1709230 w 2087626"/>
                <a:gd name="csY111" fmla="*/ 129654 h 287426"/>
                <a:gd name="csX112" fmla="*/ 1698307 w 2087626"/>
                <a:gd name="csY112" fmla="*/ 117977 h 287426"/>
                <a:gd name="csX113" fmla="*/ 1742059 w 2087626"/>
                <a:gd name="csY113" fmla="*/ 108134 h 287426"/>
                <a:gd name="csX114" fmla="*/ 1736027 w 2087626"/>
                <a:gd name="csY114" fmla="*/ 129007 h 287426"/>
                <a:gd name="csX115" fmla="*/ 1739646 w 2087626"/>
                <a:gd name="csY115" fmla="*/ 159931 h 287426"/>
                <a:gd name="csX116" fmla="*/ 1761554 w 2087626"/>
                <a:gd name="csY116" fmla="*/ 177883 h 287426"/>
                <a:gd name="csX117" fmla="*/ 1758505 w 2087626"/>
                <a:gd name="csY117" fmla="*/ 201460 h 287426"/>
                <a:gd name="csX118" fmla="*/ 1776158 w 2087626"/>
                <a:gd name="csY118" fmla="*/ 206324 h 287426"/>
                <a:gd name="csX119" fmla="*/ 1781366 w 2087626"/>
                <a:gd name="csY119" fmla="*/ 162852 h 287426"/>
                <a:gd name="csX120" fmla="*/ 1791716 w 2087626"/>
                <a:gd name="csY120" fmla="*/ 148901 h 287426"/>
                <a:gd name="csX121" fmla="*/ 1805940 w 2087626"/>
                <a:gd name="csY121" fmla="*/ 156254 h 287426"/>
                <a:gd name="csX122" fmla="*/ 1811845 w 2087626"/>
                <a:gd name="csY122" fmla="*/ 113544 h 287426"/>
                <a:gd name="csX123" fmla="*/ 1832673 w 2087626"/>
                <a:gd name="csY123" fmla="*/ 83261 h 287426"/>
                <a:gd name="csX124" fmla="*/ 1852676 w 2087626"/>
                <a:gd name="csY124" fmla="*/ 79585 h 287426"/>
                <a:gd name="csX125" fmla="*/ 1865313 w 2087626"/>
                <a:gd name="csY125" fmla="*/ 21628 h 287426"/>
                <a:gd name="csX126" fmla="*/ 1891284 w 2087626"/>
                <a:gd name="csY126" fmla="*/ 13297 h 287426"/>
                <a:gd name="csX127" fmla="*/ 1904746 w 2087626"/>
                <a:gd name="csY127" fmla="*/ 25845 h 287426"/>
                <a:gd name="csX128" fmla="*/ 1917382 w 2087626"/>
                <a:gd name="csY128" fmla="*/ 0 h 287426"/>
                <a:gd name="csX129" fmla="*/ 1942211 w 2087626"/>
                <a:gd name="csY129" fmla="*/ 14707 h 287426"/>
                <a:gd name="csX130" fmla="*/ 1962023 w 2087626"/>
                <a:gd name="csY130" fmla="*/ 4432 h 287426"/>
                <a:gd name="csX131" fmla="*/ 1970088 w 2087626"/>
                <a:gd name="csY131" fmla="*/ 14059 h 287426"/>
                <a:gd name="csX132" fmla="*/ 1997583 w 2087626"/>
                <a:gd name="csY132" fmla="*/ 11786 h 287426"/>
                <a:gd name="csX133" fmla="*/ 2031238 w 2087626"/>
                <a:gd name="csY133" fmla="*/ 28982 h 287426"/>
                <a:gd name="csX134" fmla="*/ 2039683 w 2087626"/>
                <a:gd name="csY134" fmla="*/ 48660 h 287426"/>
                <a:gd name="csX135" fmla="*/ 2060512 w 2087626"/>
                <a:gd name="csY135" fmla="*/ 58934 h 287426"/>
                <a:gd name="csX136" fmla="*/ 2066989 w 2087626"/>
                <a:gd name="csY136" fmla="*/ 74181 h 287426"/>
                <a:gd name="csX137" fmla="*/ 2087626 w 2087626"/>
                <a:gd name="csY137" fmla="*/ 86830 h 28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087626" h="287426">
                  <a:moveTo>
                    <a:pt x="0" y="220167"/>
                  </a:moveTo>
                  <a:lnTo>
                    <a:pt x="8547" y="219196"/>
                  </a:lnTo>
                  <a:lnTo>
                    <a:pt x="25870" y="185775"/>
                  </a:lnTo>
                  <a:lnTo>
                    <a:pt x="69488" y="181775"/>
                  </a:lnTo>
                  <a:lnTo>
                    <a:pt x="86157" y="201460"/>
                  </a:lnTo>
                  <a:lnTo>
                    <a:pt x="83883" y="212706"/>
                  </a:lnTo>
                  <a:lnTo>
                    <a:pt x="90373" y="217678"/>
                  </a:lnTo>
                  <a:lnTo>
                    <a:pt x="83776" y="237471"/>
                  </a:lnTo>
                  <a:lnTo>
                    <a:pt x="95028" y="244494"/>
                  </a:lnTo>
                  <a:lnTo>
                    <a:pt x="101416" y="237579"/>
                  </a:lnTo>
                  <a:lnTo>
                    <a:pt x="134645" y="237687"/>
                  </a:lnTo>
                  <a:lnTo>
                    <a:pt x="145790" y="266776"/>
                  </a:lnTo>
                  <a:lnTo>
                    <a:pt x="140919" y="278562"/>
                  </a:lnTo>
                  <a:lnTo>
                    <a:pt x="155099" y="287427"/>
                  </a:lnTo>
                  <a:lnTo>
                    <a:pt x="159105" y="284182"/>
                  </a:lnTo>
                  <a:lnTo>
                    <a:pt x="164732" y="269367"/>
                  </a:lnTo>
                  <a:lnTo>
                    <a:pt x="192011" y="274885"/>
                  </a:lnTo>
                  <a:lnTo>
                    <a:pt x="198825" y="256394"/>
                  </a:lnTo>
                  <a:lnTo>
                    <a:pt x="187033" y="249472"/>
                  </a:lnTo>
                  <a:lnTo>
                    <a:pt x="192335" y="232385"/>
                  </a:lnTo>
                  <a:lnTo>
                    <a:pt x="208896" y="238119"/>
                  </a:lnTo>
                  <a:lnTo>
                    <a:pt x="208572" y="215627"/>
                  </a:lnTo>
                  <a:lnTo>
                    <a:pt x="192227" y="181667"/>
                  </a:lnTo>
                  <a:lnTo>
                    <a:pt x="211169" y="167068"/>
                  </a:lnTo>
                  <a:lnTo>
                    <a:pt x="230543" y="175940"/>
                  </a:lnTo>
                  <a:lnTo>
                    <a:pt x="249269" y="157772"/>
                  </a:lnTo>
                  <a:lnTo>
                    <a:pt x="263227" y="156254"/>
                  </a:lnTo>
                  <a:lnTo>
                    <a:pt x="263227" y="170961"/>
                  </a:lnTo>
                  <a:lnTo>
                    <a:pt x="272104" y="175940"/>
                  </a:lnTo>
                  <a:lnTo>
                    <a:pt x="290398" y="164586"/>
                  </a:lnTo>
                  <a:lnTo>
                    <a:pt x="312045" y="172047"/>
                  </a:lnTo>
                  <a:lnTo>
                    <a:pt x="318751" y="194107"/>
                  </a:lnTo>
                  <a:lnTo>
                    <a:pt x="334448" y="197676"/>
                  </a:lnTo>
                  <a:lnTo>
                    <a:pt x="337909" y="190106"/>
                  </a:lnTo>
                  <a:lnTo>
                    <a:pt x="359994" y="183077"/>
                  </a:lnTo>
                  <a:lnTo>
                    <a:pt x="377418" y="205353"/>
                  </a:lnTo>
                  <a:lnTo>
                    <a:pt x="395815" y="202000"/>
                  </a:lnTo>
                  <a:lnTo>
                    <a:pt x="393002" y="167716"/>
                  </a:lnTo>
                  <a:lnTo>
                    <a:pt x="386181" y="161665"/>
                  </a:lnTo>
                  <a:lnTo>
                    <a:pt x="390188" y="145440"/>
                  </a:lnTo>
                  <a:lnTo>
                    <a:pt x="466820" y="144469"/>
                  </a:lnTo>
                  <a:lnTo>
                    <a:pt x="475374" y="148469"/>
                  </a:lnTo>
                  <a:lnTo>
                    <a:pt x="486518" y="138957"/>
                  </a:lnTo>
                  <a:lnTo>
                    <a:pt x="531654" y="144901"/>
                  </a:lnTo>
                  <a:lnTo>
                    <a:pt x="538906" y="144037"/>
                  </a:lnTo>
                  <a:lnTo>
                    <a:pt x="551891" y="127165"/>
                  </a:lnTo>
                  <a:lnTo>
                    <a:pt x="571157" y="130410"/>
                  </a:lnTo>
                  <a:lnTo>
                    <a:pt x="584257" y="117977"/>
                  </a:lnTo>
                  <a:lnTo>
                    <a:pt x="603523" y="92456"/>
                  </a:lnTo>
                  <a:lnTo>
                    <a:pt x="629501" y="119056"/>
                  </a:lnTo>
                  <a:lnTo>
                    <a:pt x="636213" y="113868"/>
                  </a:lnTo>
                  <a:lnTo>
                    <a:pt x="633609" y="85858"/>
                  </a:lnTo>
                  <a:lnTo>
                    <a:pt x="648113" y="75152"/>
                  </a:lnTo>
                  <a:lnTo>
                    <a:pt x="651580" y="53524"/>
                  </a:lnTo>
                  <a:lnTo>
                    <a:pt x="670090" y="40659"/>
                  </a:lnTo>
                  <a:lnTo>
                    <a:pt x="692601" y="41307"/>
                  </a:lnTo>
                  <a:lnTo>
                    <a:pt x="702773" y="33953"/>
                  </a:lnTo>
                  <a:lnTo>
                    <a:pt x="733622" y="42386"/>
                  </a:lnTo>
                  <a:lnTo>
                    <a:pt x="754729" y="68878"/>
                  </a:lnTo>
                  <a:lnTo>
                    <a:pt x="769233" y="69641"/>
                  </a:lnTo>
                  <a:lnTo>
                    <a:pt x="788175" y="55258"/>
                  </a:lnTo>
                  <a:lnTo>
                    <a:pt x="801916" y="56769"/>
                  </a:lnTo>
                  <a:lnTo>
                    <a:pt x="810901" y="67475"/>
                  </a:lnTo>
                  <a:lnTo>
                    <a:pt x="856145" y="77426"/>
                  </a:lnTo>
                  <a:lnTo>
                    <a:pt x="871836" y="60122"/>
                  </a:lnTo>
                  <a:lnTo>
                    <a:pt x="924115" y="52553"/>
                  </a:lnTo>
                  <a:lnTo>
                    <a:pt x="947820" y="66288"/>
                  </a:lnTo>
                  <a:lnTo>
                    <a:pt x="966654" y="66827"/>
                  </a:lnTo>
                  <a:lnTo>
                    <a:pt x="977583" y="51149"/>
                  </a:lnTo>
                  <a:lnTo>
                    <a:pt x="989927" y="51581"/>
                  </a:lnTo>
                  <a:lnTo>
                    <a:pt x="995445" y="41739"/>
                  </a:lnTo>
                  <a:lnTo>
                    <a:pt x="1007351" y="42710"/>
                  </a:lnTo>
                  <a:lnTo>
                    <a:pt x="1023372" y="64878"/>
                  </a:lnTo>
                  <a:lnTo>
                    <a:pt x="1044905" y="65640"/>
                  </a:lnTo>
                  <a:lnTo>
                    <a:pt x="1064285" y="105429"/>
                  </a:lnTo>
                  <a:lnTo>
                    <a:pt x="1059847" y="142958"/>
                  </a:lnTo>
                  <a:lnTo>
                    <a:pt x="1082897" y="183509"/>
                  </a:lnTo>
                  <a:lnTo>
                    <a:pt x="1031596" y="181343"/>
                  </a:lnTo>
                  <a:lnTo>
                    <a:pt x="1019689" y="198323"/>
                  </a:lnTo>
                  <a:lnTo>
                    <a:pt x="1063524" y="235090"/>
                  </a:lnTo>
                  <a:lnTo>
                    <a:pt x="1079868" y="274885"/>
                  </a:lnTo>
                  <a:lnTo>
                    <a:pt x="1091019" y="280073"/>
                  </a:lnTo>
                  <a:lnTo>
                    <a:pt x="1115263" y="262446"/>
                  </a:lnTo>
                  <a:lnTo>
                    <a:pt x="1126191" y="274238"/>
                  </a:lnTo>
                  <a:lnTo>
                    <a:pt x="1155961" y="256502"/>
                  </a:lnTo>
                  <a:lnTo>
                    <a:pt x="1195572" y="256502"/>
                  </a:lnTo>
                  <a:lnTo>
                    <a:pt x="1212349" y="232925"/>
                  </a:lnTo>
                  <a:lnTo>
                    <a:pt x="1201528" y="226003"/>
                  </a:lnTo>
                  <a:lnTo>
                    <a:pt x="1208888" y="217678"/>
                  </a:lnTo>
                  <a:lnTo>
                    <a:pt x="1264983" y="213785"/>
                  </a:lnTo>
                  <a:lnTo>
                    <a:pt x="1310196" y="173990"/>
                  </a:lnTo>
                  <a:lnTo>
                    <a:pt x="1308798" y="157772"/>
                  </a:lnTo>
                  <a:lnTo>
                    <a:pt x="1334008" y="143713"/>
                  </a:lnTo>
                  <a:lnTo>
                    <a:pt x="1355090" y="147390"/>
                  </a:lnTo>
                  <a:lnTo>
                    <a:pt x="1383792" y="184804"/>
                  </a:lnTo>
                  <a:lnTo>
                    <a:pt x="1381823" y="199942"/>
                  </a:lnTo>
                  <a:lnTo>
                    <a:pt x="1429893" y="195510"/>
                  </a:lnTo>
                  <a:lnTo>
                    <a:pt x="1438783" y="175940"/>
                  </a:lnTo>
                  <a:lnTo>
                    <a:pt x="1466025" y="172479"/>
                  </a:lnTo>
                  <a:lnTo>
                    <a:pt x="1487360" y="205353"/>
                  </a:lnTo>
                  <a:lnTo>
                    <a:pt x="1509141" y="200482"/>
                  </a:lnTo>
                  <a:lnTo>
                    <a:pt x="1542352" y="202432"/>
                  </a:lnTo>
                  <a:lnTo>
                    <a:pt x="1548320" y="211843"/>
                  </a:lnTo>
                  <a:lnTo>
                    <a:pt x="1573085" y="211843"/>
                  </a:lnTo>
                  <a:lnTo>
                    <a:pt x="1583944" y="198000"/>
                  </a:lnTo>
                  <a:lnTo>
                    <a:pt x="1603312" y="197022"/>
                  </a:lnTo>
                  <a:lnTo>
                    <a:pt x="1602295" y="186214"/>
                  </a:lnTo>
                  <a:lnTo>
                    <a:pt x="1620076" y="177451"/>
                  </a:lnTo>
                  <a:lnTo>
                    <a:pt x="1648333" y="197022"/>
                  </a:lnTo>
                  <a:lnTo>
                    <a:pt x="1669225" y="197022"/>
                  </a:lnTo>
                  <a:lnTo>
                    <a:pt x="1709230" y="150850"/>
                  </a:lnTo>
                  <a:lnTo>
                    <a:pt x="1709230" y="129654"/>
                  </a:lnTo>
                  <a:lnTo>
                    <a:pt x="1698307" y="117977"/>
                  </a:lnTo>
                  <a:lnTo>
                    <a:pt x="1742059" y="108134"/>
                  </a:lnTo>
                  <a:lnTo>
                    <a:pt x="1736027" y="129007"/>
                  </a:lnTo>
                  <a:lnTo>
                    <a:pt x="1739646" y="159931"/>
                  </a:lnTo>
                  <a:lnTo>
                    <a:pt x="1761554" y="177883"/>
                  </a:lnTo>
                  <a:lnTo>
                    <a:pt x="1758505" y="201460"/>
                  </a:lnTo>
                  <a:lnTo>
                    <a:pt x="1776158" y="206324"/>
                  </a:lnTo>
                  <a:lnTo>
                    <a:pt x="1781366" y="162852"/>
                  </a:lnTo>
                  <a:lnTo>
                    <a:pt x="1791716" y="148901"/>
                  </a:lnTo>
                  <a:lnTo>
                    <a:pt x="1805940" y="156254"/>
                  </a:lnTo>
                  <a:lnTo>
                    <a:pt x="1811845" y="113544"/>
                  </a:lnTo>
                  <a:lnTo>
                    <a:pt x="1832673" y="83261"/>
                  </a:lnTo>
                  <a:lnTo>
                    <a:pt x="1852676" y="79585"/>
                  </a:lnTo>
                  <a:lnTo>
                    <a:pt x="1865313" y="21628"/>
                  </a:lnTo>
                  <a:lnTo>
                    <a:pt x="1891284" y="13297"/>
                  </a:lnTo>
                  <a:lnTo>
                    <a:pt x="1904746" y="25845"/>
                  </a:lnTo>
                  <a:lnTo>
                    <a:pt x="1917382" y="0"/>
                  </a:lnTo>
                  <a:lnTo>
                    <a:pt x="1942211" y="14707"/>
                  </a:lnTo>
                  <a:lnTo>
                    <a:pt x="1962023" y="4432"/>
                  </a:lnTo>
                  <a:lnTo>
                    <a:pt x="1970088" y="14059"/>
                  </a:lnTo>
                  <a:lnTo>
                    <a:pt x="1997583" y="11786"/>
                  </a:lnTo>
                  <a:lnTo>
                    <a:pt x="2031238" y="28982"/>
                  </a:lnTo>
                  <a:lnTo>
                    <a:pt x="2039683" y="48660"/>
                  </a:lnTo>
                  <a:lnTo>
                    <a:pt x="2060512" y="58934"/>
                  </a:lnTo>
                  <a:lnTo>
                    <a:pt x="2066989" y="74181"/>
                  </a:lnTo>
                  <a:lnTo>
                    <a:pt x="2087626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E621BE69-C16C-F9EE-B44A-DF7269BBCC76}"/>
                </a:ext>
              </a:extLst>
            </p:cNvPr>
            <p:cNvSpPr/>
            <p:nvPr/>
          </p:nvSpPr>
          <p:spPr>
            <a:xfrm>
              <a:off x="6143025" y="4634531"/>
              <a:ext cx="101147" cy="150211"/>
            </a:xfrm>
            <a:custGeom>
              <a:avLst/>
              <a:gdLst>
                <a:gd name="csX0" fmla="*/ 45021 w 116649"/>
                <a:gd name="csY0" fmla="*/ 0 h 173234"/>
                <a:gd name="csX1" fmla="*/ 45530 w 116649"/>
                <a:gd name="csY1" fmla="*/ 32010 h 173234"/>
                <a:gd name="csX2" fmla="*/ 8318 w 116649"/>
                <a:gd name="csY2" fmla="*/ 35471 h 173234"/>
                <a:gd name="csX3" fmla="*/ 8890 w 116649"/>
                <a:gd name="csY3" fmla="*/ 44767 h 173234"/>
                <a:gd name="csX4" fmla="*/ 0 w 116649"/>
                <a:gd name="csY4" fmla="*/ 54070 h 173234"/>
                <a:gd name="csX5" fmla="*/ 3429 w 116649"/>
                <a:gd name="csY5" fmla="*/ 60014 h 173234"/>
                <a:gd name="csX6" fmla="*/ 38100 w 116649"/>
                <a:gd name="csY6" fmla="*/ 69317 h 173234"/>
                <a:gd name="csX7" fmla="*/ 45974 w 116649"/>
                <a:gd name="csY7" fmla="*/ 85535 h 173234"/>
                <a:gd name="csX8" fmla="*/ 67310 w 116649"/>
                <a:gd name="csY8" fmla="*/ 100349 h 173234"/>
                <a:gd name="csX9" fmla="*/ 86995 w 116649"/>
                <a:gd name="csY9" fmla="*/ 150419 h 173234"/>
                <a:gd name="csX10" fmla="*/ 94615 w 116649"/>
                <a:gd name="csY10" fmla="*/ 144469 h 173234"/>
                <a:gd name="csX11" fmla="*/ 107061 w 116649"/>
                <a:gd name="csY11" fmla="*/ 151175 h 173234"/>
                <a:gd name="csX12" fmla="*/ 107061 w 116649"/>
                <a:gd name="csY12" fmla="*/ 167399 h 173234"/>
                <a:gd name="csX13" fmla="*/ 116649 w 116649"/>
                <a:gd name="csY13" fmla="*/ 173234 h 17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6649" h="173234">
                  <a:moveTo>
                    <a:pt x="45021" y="0"/>
                  </a:moveTo>
                  <a:lnTo>
                    <a:pt x="45530" y="32010"/>
                  </a:lnTo>
                  <a:lnTo>
                    <a:pt x="8318" y="35471"/>
                  </a:lnTo>
                  <a:lnTo>
                    <a:pt x="8890" y="44767"/>
                  </a:lnTo>
                  <a:lnTo>
                    <a:pt x="0" y="54070"/>
                  </a:lnTo>
                  <a:lnTo>
                    <a:pt x="3429" y="60014"/>
                  </a:lnTo>
                  <a:lnTo>
                    <a:pt x="38100" y="69317"/>
                  </a:lnTo>
                  <a:lnTo>
                    <a:pt x="45974" y="85535"/>
                  </a:lnTo>
                  <a:lnTo>
                    <a:pt x="67310" y="100349"/>
                  </a:lnTo>
                  <a:lnTo>
                    <a:pt x="86995" y="150419"/>
                  </a:lnTo>
                  <a:lnTo>
                    <a:pt x="94615" y="144469"/>
                  </a:lnTo>
                  <a:lnTo>
                    <a:pt x="107061" y="151175"/>
                  </a:lnTo>
                  <a:lnTo>
                    <a:pt x="107061" y="167399"/>
                  </a:lnTo>
                  <a:lnTo>
                    <a:pt x="116649" y="1732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6913BE48-E48E-B7C3-1C5B-3FAC4E770FE9}"/>
                </a:ext>
              </a:extLst>
            </p:cNvPr>
            <p:cNvSpPr/>
            <p:nvPr/>
          </p:nvSpPr>
          <p:spPr>
            <a:xfrm>
              <a:off x="5834133" y="4628997"/>
              <a:ext cx="128896" cy="143648"/>
            </a:xfrm>
            <a:custGeom>
              <a:avLst/>
              <a:gdLst>
                <a:gd name="csX0" fmla="*/ 6921 w 148652"/>
                <a:gd name="csY0" fmla="*/ 0 h 165665"/>
                <a:gd name="csX1" fmla="*/ 0 w 148652"/>
                <a:gd name="csY1" fmla="*/ 30061 h 165665"/>
                <a:gd name="csX2" fmla="*/ 30670 w 148652"/>
                <a:gd name="csY2" fmla="*/ 31471 h 165665"/>
                <a:gd name="csX3" fmla="*/ 26733 w 148652"/>
                <a:gd name="csY3" fmla="*/ 44228 h 165665"/>
                <a:gd name="csX4" fmla="*/ 53467 w 148652"/>
                <a:gd name="csY4" fmla="*/ 51581 h 165665"/>
                <a:gd name="csX5" fmla="*/ 70358 w 148652"/>
                <a:gd name="csY5" fmla="*/ 68885 h 165665"/>
                <a:gd name="csX6" fmla="*/ 65405 w 148652"/>
                <a:gd name="csY6" fmla="*/ 75267 h 165665"/>
                <a:gd name="csX7" fmla="*/ 110934 w 148652"/>
                <a:gd name="csY7" fmla="*/ 105220 h 165665"/>
                <a:gd name="csX8" fmla="*/ 106934 w 148652"/>
                <a:gd name="csY8" fmla="*/ 117005 h 165665"/>
                <a:gd name="csX9" fmla="*/ 117348 w 148652"/>
                <a:gd name="csY9" fmla="*/ 130740 h 165665"/>
                <a:gd name="csX10" fmla="*/ 140208 w 148652"/>
                <a:gd name="csY10" fmla="*/ 139605 h 165665"/>
                <a:gd name="csX11" fmla="*/ 148653 w 148652"/>
                <a:gd name="csY11" fmla="*/ 165665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8652" h="165665">
                  <a:moveTo>
                    <a:pt x="6921" y="0"/>
                  </a:moveTo>
                  <a:lnTo>
                    <a:pt x="0" y="30061"/>
                  </a:lnTo>
                  <a:lnTo>
                    <a:pt x="30670" y="31471"/>
                  </a:lnTo>
                  <a:lnTo>
                    <a:pt x="26733" y="44228"/>
                  </a:lnTo>
                  <a:lnTo>
                    <a:pt x="53467" y="51581"/>
                  </a:lnTo>
                  <a:lnTo>
                    <a:pt x="70358" y="68885"/>
                  </a:lnTo>
                  <a:lnTo>
                    <a:pt x="65405" y="75267"/>
                  </a:lnTo>
                  <a:lnTo>
                    <a:pt x="110934" y="105220"/>
                  </a:lnTo>
                  <a:lnTo>
                    <a:pt x="106934" y="117005"/>
                  </a:lnTo>
                  <a:lnTo>
                    <a:pt x="117348" y="130740"/>
                  </a:lnTo>
                  <a:lnTo>
                    <a:pt x="140208" y="139605"/>
                  </a:lnTo>
                  <a:lnTo>
                    <a:pt x="148653" y="16566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62FBD31C-FE8C-D97F-E2CA-2F943C1C957B}"/>
                </a:ext>
              </a:extLst>
            </p:cNvPr>
            <p:cNvSpPr/>
            <p:nvPr/>
          </p:nvSpPr>
          <p:spPr>
            <a:xfrm>
              <a:off x="5540300" y="4693980"/>
              <a:ext cx="55000" cy="160899"/>
            </a:xfrm>
            <a:custGeom>
              <a:avLst/>
              <a:gdLst>
                <a:gd name="csX0" fmla="*/ 43834 w 63430"/>
                <a:gd name="csY0" fmla="*/ 0 h 185559"/>
                <a:gd name="csX1" fmla="*/ 19482 w 63430"/>
                <a:gd name="csY1" fmla="*/ 38818 h 185559"/>
                <a:gd name="csX2" fmla="*/ 0 w 63430"/>
                <a:gd name="csY2" fmla="*/ 52337 h 185559"/>
                <a:gd name="csX3" fmla="*/ 9957 w 63430"/>
                <a:gd name="csY3" fmla="*/ 68771 h 185559"/>
                <a:gd name="csX4" fmla="*/ 14396 w 63430"/>
                <a:gd name="csY4" fmla="*/ 111271 h 185559"/>
                <a:gd name="csX5" fmla="*/ 29223 w 63430"/>
                <a:gd name="csY5" fmla="*/ 114300 h 185559"/>
                <a:gd name="csX6" fmla="*/ 32690 w 63430"/>
                <a:gd name="csY6" fmla="*/ 126517 h 185559"/>
                <a:gd name="csX7" fmla="*/ 23813 w 63430"/>
                <a:gd name="csY7" fmla="*/ 131928 h 185559"/>
                <a:gd name="csX8" fmla="*/ 48489 w 63430"/>
                <a:gd name="csY8" fmla="*/ 162420 h 185559"/>
                <a:gd name="csX9" fmla="*/ 62452 w 63430"/>
                <a:gd name="csY9" fmla="*/ 168802 h 185559"/>
                <a:gd name="csX10" fmla="*/ 63430 w 63430"/>
                <a:gd name="csY10" fmla="*/ 185560 h 185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430" h="185559">
                  <a:moveTo>
                    <a:pt x="43834" y="0"/>
                  </a:moveTo>
                  <a:lnTo>
                    <a:pt x="19482" y="38818"/>
                  </a:lnTo>
                  <a:lnTo>
                    <a:pt x="0" y="52337"/>
                  </a:lnTo>
                  <a:lnTo>
                    <a:pt x="9957" y="68771"/>
                  </a:lnTo>
                  <a:lnTo>
                    <a:pt x="14396" y="111271"/>
                  </a:lnTo>
                  <a:lnTo>
                    <a:pt x="29223" y="114300"/>
                  </a:lnTo>
                  <a:lnTo>
                    <a:pt x="32690" y="126517"/>
                  </a:lnTo>
                  <a:lnTo>
                    <a:pt x="23813" y="131928"/>
                  </a:lnTo>
                  <a:lnTo>
                    <a:pt x="48489" y="162420"/>
                  </a:lnTo>
                  <a:lnTo>
                    <a:pt x="62452" y="168802"/>
                  </a:lnTo>
                  <a:lnTo>
                    <a:pt x="63430" y="1855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EF8B1EB8-D119-F87D-38FB-D605C89FD02C}"/>
                </a:ext>
              </a:extLst>
            </p:cNvPr>
            <p:cNvSpPr/>
            <p:nvPr/>
          </p:nvSpPr>
          <p:spPr>
            <a:xfrm>
              <a:off x="5352690" y="4511883"/>
              <a:ext cx="192112" cy="268642"/>
            </a:xfrm>
            <a:custGeom>
              <a:avLst/>
              <a:gdLst>
                <a:gd name="csX0" fmla="*/ 203702 w 221557"/>
                <a:gd name="csY0" fmla="*/ 0 h 309816"/>
                <a:gd name="csX1" fmla="*/ 205975 w 221557"/>
                <a:gd name="csY1" fmla="*/ 28010 h 309816"/>
                <a:gd name="csX2" fmla="*/ 221558 w 221557"/>
                <a:gd name="csY2" fmla="*/ 36766 h 309816"/>
                <a:gd name="csX3" fmla="*/ 219825 w 221557"/>
                <a:gd name="csY3" fmla="*/ 63373 h 309816"/>
                <a:gd name="csX4" fmla="*/ 195040 w 221557"/>
                <a:gd name="csY4" fmla="*/ 71266 h 309816"/>
                <a:gd name="csX5" fmla="*/ 177724 w 221557"/>
                <a:gd name="csY5" fmla="*/ 122307 h 309816"/>
                <a:gd name="csX6" fmla="*/ 162135 w 221557"/>
                <a:gd name="csY6" fmla="*/ 137122 h 309816"/>
                <a:gd name="csX7" fmla="*/ 158350 w 221557"/>
                <a:gd name="csY7" fmla="*/ 162096 h 309816"/>
                <a:gd name="csX8" fmla="*/ 134862 w 221557"/>
                <a:gd name="csY8" fmla="*/ 178321 h 309816"/>
                <a:gd name="csX9" fmla="*/ 109862 w 221557"/>
                <a:gd name="csY9" fmla="*/ 246119 h 309816"/>
                <a:gd name="csX10" fmla="*/ 92977 w 221557"/>
                <a:gd name="csY10" fmla="*/ 253041 h 309816"/>
                <a:gd name="csX11" fmla="*/ 89294 w 221557"/>
                <a:gd name="csY11" fmla="*/ 235852 h 309816"/>
                <a:gd name="csX12" fmla="*/ 75222 w 221557"/>
                <a:gd name="csY12" fmla="*/ 226009 h 309816"/>
                <a:gd name="csX13" fmla="*/ 64510 w 221557"/>
                <a:gd name="csY13" fmla="*/ 236607 h 309816"/>
                <a:gd name="csX14" fmla="*/ 51410 w 221557"/>
                <a:gd name="csY14" fmla="*/ 230657 h 309816"/>
                <a:gd name="csX15" fmla="*/ 7576 w 221557"/>
                <a:gd name="csY15" fmla="*/ 272726 h 309816"/>
                <a:gd name="csX16" fmla="*/ 8763 w 221557"/>
                <a:gd name="csY16" fmla="*/ 292836 h 309816"/>
                <a:gd name="csX17" fmla="*/ 0 w 221557"/>
                <a:gd name="csY17" fmla="*/ 309816 h 309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21557" h="309816">
                  <a:moveTo>
                    <a:pt x="203702" y="0"/>
                  </a:moveTo>
                  <a:lnTo>
                    <a:pt x="205975" y="28010"/>
                  </a:lnTo>
                  <a:lnTo>
                    <a:pt x="221558" y="36766"/>
                  </a:lnTo>
                  <a:lnTo>
                    <a:pt x="219825" y="63373"/>
                  </a:lnTo>
                  <a:lnTo>
                    <a:pt x="195040" y="71266"/>
                  </a:lnTo>
                  <a:lnTo>
                    <a:pt x="177724" y="122307"/>
                  </a:lnTo>
                  <a:lnTo>
                    <a:pt x="162135" y="137122"/>
                  </a:lnTo>
                  <a:lnTo>
                    <a:pt x="158350" y="162096"/>
                  </a:lnTo>
                  <a:lnTo>
                    <a:pt x="134862" y="178321"/>
                  </a:lnTo>
                  <a:lnTo>
                    <a:pt x="109862" y="246119"/>
                  </a:lnTo>
                  <a:lnTo>
                    <a:pt x="92977" y="253041"/>
                  </a:lnTo>
                  <a:lnTo>
                    <a:pt x="89294" y="235852"/>
                  </a:lnTo>
                  <a:lnTo>
                    <a:pt x="75222" y="226009"/>
                  </a:lnTo>
                  <a:lnTo>
                    <a:pt x="64510" y="236607"/>
                  </a:lnTo>
                  <a:lnTo>
                    <a:pt x="51410" y="230657"/>
                  </a:lnTo>
                  <a:lnTo>
                    <a:pt x="7576" y="272726"/>
                  </a:lnTo>
                  <a:lnTo>
                    <a:pt x="8763" y="292836"/>
                  </a:lnTo>
                  <a:lnTo>
                    <a:pt x="0" y="30981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36EA3B8E-EE5B-F5B4-457B-9464087261E0}"/>
                </a:ext>
              </a:extLst>
            </p:cNvPr>
            <p:cNvSpPr/>
            <p:nvPr/>
          </p:nvSpPr>
          <p:spPr>
            <a:xfrm>
              <a:off x="5162736" y="4558860"/>
              <a:ext cx="36505" cy="168122"/>
            </a:xfrm>
            <a:custGeom>
              <a:avLst/>
              <a:gdLst>
                <a:gd name="csX0" fmla="*/ 28899 w 42100"/>
                <a:gd name="csY0" fmla="*/ 0 h 193890"/>
                <a:gd name="csX1" fmla="*/ 25216 w 42100"/>
                <a:gd name="csY1" fmla="*/ 13627 h 193890"/>
                <a:gd name="csX2" fmla="*/ 42101 w 42100"/>
                <a:gd name="csY2" fmla="*/ 39148 h 193890"/>
                <a:gd name="csX3" fmla="*/ 14827 w 42100"/>
                <a:gd name="csY3" fmla="*/ 95701 h 193890"/>
                <a:gd name="csX4" fmla="*/ 1403 w 42100"/>
                <a:gd name="csY4" fmla="*/ 99054 h 193890"/>
                <a:gd name="csX5" fmla="*/ 0 w 42100"/>
                <a:gd name="csY5" fmla="*/ 193891 h 193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100" h="193890">
                  <a:moveTo>
                    <a:pt x="28899" y="0"/>
                  </a:moveTo>
                  <a:lnTo>
                    <a:pt x="25216" y="13627"/>
                  </a:lnTo>
                  <a:lnTo>
                    <a:pt x="42101" y="39148"/>
                  </a:lnTo>
                  <a:lnTo>
                    <a:pt x="14827" y="95701"/>
                  </a:lnTo>
                  <a:lnTo>
                    <a:pt x="1403" y="99054"/>
                  </a:lnTo>
                  <a:lnTo>
                    <a:pt x="0" y="1938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5E4D9A14-EB47-77AC-479D-C74903261B35}"/>
                </a:ext>
              </a:extLst>
            </p:cNvPr>
            <p:cNvSpPr/>
            <p:nvPr/>
          </p:nvSpPr>
          <p:spPr>
            <a:xfrm>
              <a:off x="5102102" y="4581271"/>
              <a:ext cx="25338" cy="151340"/>
            </a:xfrm>
            <a:custGeom>
              <a:avLst/>
              <a:gdLst>
                <a:gd name="csX0" fmla="*/ 972 w 29222"/>
                <a:gd name="csY0" fmla="*/ 0 h 174535"/>
                <a:gd name="csX1" fmla="*/ 0 w 29222"/>
                <a:gd name="csY1" fmla="*/ 27248 h 174535"/>
                <a:gd name="csX2" fmla="*/ 17856 w 29222"/>
                <a:gd name="csY2" fmla="*/ 38392 h 174535"/>
                <a:gd name="csX3" fmla="*/ 16345 w 29222"/>
                <a:gd name="csY3" fmla="*/ 59258 h 174535"/>
                <a:gd name="csX4" fmla="*/ 28251 w 29222"/>
                <a:gd name="csY4" fmla="*/ 73209 h 174535"/>
                <a:gd name="csX5" fmla="*/ 29223 w 29222"/>
                <a:gd name="csY5" fmla="*/ 174536 h 174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22" h="174535">
                  <a:moveTo>
                    <a:pt x="972" y="0"/>
                  </a:moveTo>
                  <a:lnTo>
                    <a:pt x="0" y="27248"/>
                  </a:lnTo>
                  <a:lnTo>
                    <a:pt x="17856" y="38392"/>
                  </a:lnTo>
                  <a:lnTo>
                    <a:pt x="16345" y="59258"/>
                  </a:lnTo>
                  <a:lnTo>
                    <a:pt x="28251" y="73209"/>
                  </a:lnTo>
                  <a:lnTo>
                    <a:pt x="29223" y="17453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019D815D-BE40-09FE-759D-ECA33B8788E2}"/>
                </a:ext>
              </a:extLst>
            </p:cNvPr>
            <p:cNvSpPr/>
            <p:nvPr/>
          </p:nvSpPr>
          <p:spPr>
            <a:xfrm>
              <a:off x="5070850" y="4577614"/>
              <a:ext cx="35662" cy="160716"/>
            </a:xfrm>
            <a:custGeom>
              <a:avLst/>
              <a:gdLst>
                <a:gd name="csX0" fmla="*/ 41129 w 41128"/>
                <a:gd name="csY0" fmla="*/ 185350 h 185349"/>
                <a:gd name="csX1" fmla="*/ 22301 w 41128"/>
                <a:gd name="csY1" fmla="*/ 157124 h 185349"/>
                <a:gd name="csX2" fmla="*/ 27172 w 41128"/>
                <a:gd name="csY2" fmla="*/ 105111 h 185349"/>
                <a:gd name="csX3" fmla="*/ 14503 w 41128"/>
                <a:gd name="csY3" fmla="*/ 90729 h 185349"/>
                <a:gd name="csX4" fmla="*/ 13748 w 41128"/>
                <a:gd name="csY4" fmla="*/ 32766 h 185349"/>
                <a:gd name="csX5" fmla="*/ 0 w 41128"/>
                <a:gd name="csY5" fmla="*/ 19247 h 185349"/>
                <a:gd name="csX6" fmla="*/ 4654 w 41128"/>
                <a:gd name="csY6" fmla="*/ 0 h 185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128" h="185349">
                  <a:moveTo>
                    <a:pt x="41129" y="185350"/>
                  </a:moveTo>
                  <a:lnTo>
                    <a:pt x="22301" y="157124"/>
                  </a:lnTo>
                  <a:lnTo>
                    <a:pt x="27172" y="105111"/>
                  </a:lnTo>
                  <a:lnTo>
                    <a:pt x="14503" y="90729"/>
                  </a:lnTo>
                  <a:lnTo>
                    <a:pt x="13748" y="32766"/>
                  </a:lnTo>
                  <a:lnTo>
                    <a:pt x="0" y="19247"/>
                  </a:lnTo>
                  <a:lnTo>
                    <a:pt x="465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D26AA561-F8DF-BCFF-381B-1B104484019D}"/>
                </a:ext>
              </a:extLst>
            </p:cNvPr>
            <p:cNvSpPr/>
            <p:nvPr/>
          </p:nvSpPr>
          <p:spPr>
            <a:xfrm>
              <a:off x="4968740" y="4630781"/>
              <a:ext cx="24309" cy="140835"/>
            </a:xfrm>
            <a:custGeom>
              <a:avLst/>
              <a:gdLst>
                <a:gd name="csX0" fmla="*/ 16021 w 28035"/>
                <a:gd name="csY0" fmla="*/ 162420 h 162420"/>
                <a:gd name="csX1" fmla="*/ 17862 w 28035"/>
                <a:gd name="csY1" fmla="*/ 147390 h 162420"/>
                <a:gd name="csX2" fmla="*/ 8230 w 28035"/>
                <a:gd name="csY2" fmla="*/ 141440 h 162420"/>
                <a:gd name="csX3" fmla="*/ 0 w 28035"/>
                <a:gd name="csY3" fmla="*/ 104673 h 162420"/>
                <a:gd name="csX4" fmla="*/ 14180 w 28035"/>
                <a:gd name="csY4" fmla="*/ 60446 h 162420"/>
                <a:gd name="csX5" fmla="*/ 28035 w 28035"/>
                <a:gd name="csY5" fmla="*/ 46603 h 162420"/>
                <a:gd name="csX6" fmla="*/ 17431 w 28035"/>
                <a:gd name="csY6" fmla="*/ 17297 h 162420"/>
                <a:gd name="csX7" fmla="*/ 18942 w 28035"/>
                <a:gd name="csY7" fmla="*/ 0 h 16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035" h="162420">
                  <a:moveTo>
                    <a:pt x="16021" y="162420"/>
                  </a:moveTo>
                  <a:lnTo>
                    <a:pt x="17862" y="147390"/>
                  </a:lnTo>
                  <a:lnTo>
                    <a:pt x="8230" y="141440"/>
                  </a:lnTo>
                  <a:lnTo>
                    <a:pt x="0" y="104673"/>
                  </a:lnTo>
                  <a:lnTo>
                    <a:pt x="14180" y="60446"/>
                  </a:lnTo>
                  <a:lnTo>
                    <a:pt x="28035" y="46603"/>
                  </a:lnTo>
                  <a:lnTo>
                    <a:pt x="17431" y="17297"/>
                  </a:lnTo>
                  <a:lnTo>
                    <a:pt x="1894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A6AD578E-5CB0-9189-E69A-AE9457AA5716}"/>
                </a:ext>
              </a:extLst>
            </p:cNvPr>
            <p:cNvSpPr/>
            <p:nvPr/>
          </p:nvSpPr>
          <p:spPr>
            <a:xfrm>
              <a:off x="4792837" y="4692009"/>
              <a:ext cx="40540" cy="100233"/>
            </a:xfrm>
            <a:custGeom>
              <a:avLst/>
              <a:gdLst>
                <a:gd name="csX0" fmla="*/ 5873 w 46753"/>
                <a:gd name="csY0" fmla="*/ 0 h 115595"/>
                <a:gd name="csX1" fmla="*/ 12585 w 46753"/>
                <a:gd name="csY1" fmla="*/ 26168 h 115595"/>
                <a:gd name="csX2" fmla="*/ 31 w 46753"/>
                <a:gd name="csY2" fmla="*/ 41415 h 115595"/>
                <a:gd name="csX3" fmla="*/ 28498 w 46753"/>
                <a:gd name="csY3" fmla="*/ 50286 h 115595"/>
                <a:gd name="csX4" fmla="*/ 30771 w 46753"/>
                <a:gd name="csY4" fmla="*/ 61532 h 115595"/>
                <a:gd name="csX5" fmla="*/ 46678 w 46753"/>
                <a:gd name="csY5" fmla="*/ 67691 h 115595"/>
                <a:gd name="csX6" fmla="*/ 38779 w 46753"/>
                <a:gd name="csY6" fmla="*/ 115595 h 115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753" h="115595">
                  <a:moveTo>
                    <a:pt x="5873" y="0"/>
                  </a:moveTo>
                  <a:lnTo>
                    <a:pt x="12585" y="26168"/>
                  </a:lnTo>
                  <a:cubicBezTo>
                    <a:pt x="12585" y="26168"/>
                    <a:pt x="-725" y="41415"/>
                    <a:pt x="31" y="41415"/>
                  </a:cubicBezTo>
                  <a:cubicBezTo>
                    <a:pt x="786" y="41415"/>
                    <a:pt x="28498" y="50286"/>
                    <a:pt x="28498" y="50286"/>
                  </a:cubicBezTo>
                  <a:lnTo>
                    <a:pt x="30771" y="61532"/>
                  </a:lnTo>
                  <a:cubicBezTo>
                    <a:pt x="30771" y="61532"/>
                    <a:pt x="45598" y="67907"/>
                    <a:pt x="46678" y="67691"/>
                  </a:cubicBezTo>
                  <a:cubicBezTo>
                    <a:pt x="47656" y="67475"/>
                    <a:pt x="38779" y="115595"/>
                    <a:pt x="38779" y="11559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07C83CFD-6CF8-66AC-0CB7-F239E0840888}"/>
                </a:ext>
              </a:extLst>
            </p:cNvPr>
            <p:cNvSpPr/>
            <p:nvPr/>
          </p:nvSpPr>
          <p:spPr>
            <a:xfrm>
              <a:off x="4699668" y="4661720"/>
              <a:ext cx="44582" cy="50447"/>
            </a:xfrm>
            <a:custGeom>
              <a:avLst/>
              <a:gdLst>
                <a:gd name="csX0" fmla="*/ 51416 w 51415"/>
                <a:gd name="csY0" fmla="*/ 0 h 58179"/>
                <a:gd name="csX1" fmla="*/ 50114 w 51415"/>
                <a:gd name="csY1" fmla="*/ 20225 h 58179"/>
                <a:gd name="csX2" fmla="*/ 0 w 51415"/>
                <a:gd name="csY2" fmla="*/ 58179 h 58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415" h="58179">
                  <a:moveTo>
                    <a:pt x="51416" y="0"/>
                  </a:moveTo>
                  <a:lnTo>
                    <a:pt x="50114" y="20225"/>
                  </a:lnTo>
                  <a:lnTo>
                    <a:pt x="0" y="581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1F20120C-D864-51D1-D67A-032E559A2E69}"/>
                </a:ext>
              </a:extLst>
            </p:cNvPr>
            <p:cNvSpPr/>
            <p:nvPr/>
          </p:nvSpPr>
          <p:spPr>
            <a:xfrm>
              <a:off x="4533835" y="4115158"/>
              <a:ext cx="1700205" cy="345997"/>
            </a:xfrm>
            <a:custGeom>
              <a:avLst/>
              <a:gdLst>
                <a:gd name="csX0" fmla="*/ 0 w 1960791"/>
                <a:gd name="csY0" fmla="*/ 350367 h 399027"/>
                <a:gd name="csX1" fmla="*/ 15475 w 1960791"/>
                <a:gd name="csY1" fmla="*/ 348748 h 399027"/>
                <a:gd name="csX2" fmla="*/ 24028 w 1960791"/>
                <a:gd name="csY2" fmla="*/ 328523 h 399027"/>
                <a:gd name="csX3" fmla="*/ 80638 w 1960791"/>
                <a:gd name="csY3" fmla="*/ 323335 h 399027"/>
                <a:gd name="csX4" fmla="*/ 99574 w 1960791"/>
                <a:gd name="csY4" fmla="*/ 342474 h 399027"/>
                <a:gd name="csX5" fmla="*/ 116897 w 1960791"/>
                <a:gd name="csY5" fmla="*/ 342474 h 399027"/>
                <a:gd name="csX6" fmla="*/ 136271 w 1960791"/>
                <a:gd name="csY6" fmla="*/ 377399 h 399027"/>
                <a:gd name="csX7" fmla="*/ 166357 w 1960791"/>
                <a:gd name="csY7" fmla="*/ 399028 h 399027"/>
                <a:gd name="csX8" fmla="*/ 180321 w 1960791"/>
                <a:gd name="csY8" fmla="*/ 387782 h 399027"/>
                <a:gd name="csX9" fmla="*/ 180753 w 1960791"/>
                <a:gd name="csY9" fmla="*/ 367131 h 399027"/>
                <a:gd name="csX10" fmla="*/ 192659 w 1960791"/>
                <a:gd name="csY10" fmla="*/ 361181 h 399027"/>
                <a:gd name="csX11" fmla="*/ 212465 w 1960791"/>
                <a:gd name="csY11" fmla="*/ 381406 h 399027"/>
                <a:gd name="csX12" fmla="*/ 221450 w 1960791"/>
                <a:gd name="csY12" fmla="*/ 368535 h 399027"/>
                <a:gd name="csX13" fmla="*/ 262579 w 1960791"/>
                <a:gd name="csY13" fmla="*/ 370592 h 399027"/>
                <a:gd name="csX14" fmla="*/ 267017 w 1960791"/>
                <a:gd name="csY14" fmla="*/ 360210 h 399027"/>
                <a:gd name="csX15" fmla="*/ 283470 w 1960791"/>
                <a:gd name="csY15" fmla="*/ 359239 h 399027"/>
                <a:gd name="csX16" fmla="*/ 284880 w 1960791"/>
                <a:gd name="csY16" fmla="*/ 367131 h 399027"/>
                <a:gd name="csX17" fmla="*/ 414109 w 1960791"/>
                <a:gd name="csY17" fmla="*/ 367131 h 399027"/>
                <a:gd name="csX18" fmla="*/ 420605 w 1960791"/>
                <a:gd name="csY18" fmla="*/ 336200 h 399027"/>
                <a:gd name="csX19" fmla="*/ 410216 w 1960791"/>
                <a:gd name="csY19" fmla="*/ 328307 h 399027"/>
                <a:gd name="csX20" fmla="*/ 375469 w 1960791"/>
                <a:gd name="csY20" fmla="*/ 0 h 399027"/>
                <a:gd name="csX21" fmla="*/ 442900 w 1960791"/>
                <a:gd name="csY21" fmla="*/ 0 h 399027"/>
                <a:gd name="csX22" fmla="*/ 663810 w 1960791"/>
                <a:gd name="csY22" fmla="*/ 152368 h 399027"/>
                <a:gd name="csX23" fmla="*/ 667061 w 1960791"/>
                <a:gd name="csY23" fmla="*/ 167938 h 399027"/>
                <a:gd name="csX24" fmla="*/ 683508 w 1960791"/>
                <a:gd name="csY24" fmla="*/ 173780 h 399027"/>
                <a:gd name="csX25" fmla="*/ 690111 w 1960791"/>
                <a:gd name="csY25" fmla="*/ 185026 h 399027"/>
                <a:gd name="csX26" fmla="*/ 704723 w 1960791"/>
                <a:gd name="csY26" fmla="*/ 185458 h 399027"/>
                <a:gd name="csX27" fmla="*/ 714356 w 1960791"/>
                <a:gd name="csY27" fmla="*/ 194545 h 399027"/>
                <a:gd name="csX28" fmla="*/ 740226 w 1960791"/>
                <a:gd name="csY28" fmla="*/ 200812 h 399027"/>
                <a:gd name="csX29" fmla="*/ 744880 w 1960791"/>
                <a:gd name="csY29" fmla="*/ 216713 h 399027"/>
                <a:gd name="csX30" fmla="*/ 736219 w 1960791"/>
                <a:gd name="csY30" fmla="*/ 229254 h 399027"/>
                <a:gd name="csX31" fmla="*/ 748887 w 1960791"/>
                <a:gd name="csY31" fmla="*/ 236607 h 399027"/>
                <a:gd name="csX32" fmla="*/ 839152 w 1960791"/>
                <a:gd name="csY32" fmla="*/ 217360 h 399027"/>
                <a:gd name="csX33" fmla="*/ 900741 w 1960791"/>
                <a:gd name="csY33" fmla="*/ 159614 h 399027"/>
                <a:gd name="csX34" fmla="*/ 1070451 w 1960791"/>
                <a:gd name="csY34" fmla="*/ 58832 h 399027"/>
                <a:gd name="csX35" fmla="*/ 1129982 w 1960791"/>
                <a:gd name="csY35" fmla="*/ 71482 h 399027"/>
                <a:gd name="csX36" fmla="*/ 1154766 w 1960791"/>
                <a:gd name="csY36" fmla="*/ 93973 h 399027"/>
                <a:gd name="csX37" fmla="*/ 1220254 w 1960791"/>
                <a:gd name="csY37" fmla="*/ 58832 h 399027"/>
                <a:gd name="csX38" fmla="*/ 1519530 w 1960791"/>
                <a:gd name="csY38" fmla="*/ 214763 h 399027"/>
                <a:gd name="csX39" fmla="*/ 1519530 w 1960791"/>
                <a:gd name="csY39" fmla="*/ 194869 h 399027"/>
                <a:gd name="csX40" fmla="*/ 1558392 w 1960791"/>
                <a:gd name="csY40" fmla="*/ 194869 h 399027"/>
                <a:gd name="csX41" fmla="*/ 1558392 w 1960791"/>
                <a:gd name="csY41" fmla="*/ 117443 h 399027"/>
                <a:gd name="csX42" fmla="*/ 1783499 w 1960791"/>
                <a:gd name="csY42" fmla="*/ 117443 h 399027"/>
                <a:gd name="csX43" fmla="*/ 1789278 w 1960791"/>
                <a:gd name="csY43" fmla="*/ 108788 h 399027"/>
                <a:gd name="csX44" fmla="*/ 1804708 w 1960791"/>
                <a:gd name="csY44" fmla="*/ 108788 h 399027"/>
                <a:gd name="csX45" fmla="*/ 1802105 w 1960791"/>
                <a:gd name="csY45" fmla="*/ 117113 h 399027"/>
                <a:gd name="csX46" fmla="*/ 1864589 w 1960791"/>
                <a:gd name="csY46" fmla="*/ 117113 h 399027"/>
                <a:gd name="csX47" fmla="*/ 1880400 w 1960791"/>
                <a:gd name="csY47" fmla="*/ 128359 h 399027"/>
                <a:gd name="csX48" fmla="*/ 1896211 w 1960791"/>
                <a:gd name="csY48" fmla="*/ 126200 h 399027"/>
                <a:gd name="csX49" fmla="*/ 1901927 w 1960791"/>
                <a:gd name="csY49" fmla="*/ 109220 h 399027"/>
                <a:gd name="csX50" fmla="*/ 1921739 w 1960791"/>
                <a:gd name="csY50" fmla="*/ 106191 h 399027"/>
                <a:gd name="csX51" fmla="*/ 1931391 w 1960791"/>
                <a:gd name="csY51" fmla="*/ 84347 h 399027"/>
                <a:gd name="csX52" fmla="*/ 1941995 w 1960791"/>
                <a:gd name="csY52" fmla="*/ 87052 h 399027"/>
                <a:gd name="csX53" fmla="*/ 1960791 w 1960791"/>
                <a:gd name="csY53" fmla="*/ 67373 h 399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960791" h="399027">
                  <a:moveTo>
                    <a:pt x="0" y="350367"/>
                  </a:moveTo>
                  <a:lnTo>
                    <a:pt x="15475" y="348748"/>
                  </a:lnTo>
                  <a:lnTo>
                    <a:pt x="24028" y="328523"/>
                  </a:lnTo>
                  <a:lnTo>
                    <a:pt x="80638" y="323335"/>
                  </a:lnTo>
                  <a:lnTo>
                    <a:pt x="99574" y="342474"/>
                  </a:lnTo>
                  <a:lnTo>
                    <a:pt x="116897" y="342474"/>
                  </a:lnTo>
                  <a:lnTo>
                    <a:pt x="136271" y="377399"/>
                  </a:lnTo>
                  <a:lnTo>
                    <a:pt x="166357" y="399028"/>
                  </a:lnTo>
                  <a:lnTo>
                    <a:pt x="180321" y="387782"/>
                  </a:lnTo>
                  <a:lnTo>
                    <a:pt x="180753" y="367131"/>
                  </a:lnTo>
                  <a:lnTo>
                    <a:pt x="192659" y="361181"/>
                  </a:lnTo>
                  <a:lnTo>
                    <a:pt x="212465" y="381406"/>
                  </a:lnTo>
                  <a:lnTo>
                    <a:pt x="221450" y="368535"/>
                  </a:lnTo>
                  <a:lnTo>
                    <a:pt x="262579" y="370592"/>
                  </a:lnTo>
                  <a:lnTo>
                    <a:pt x="267017" y="360210"/>
                  </a:lnTo>
                  <a:lnTo>
                    <a:pt x="283470" y="359239"/>
                  </a:lnTo>
                  <a:lnTo>
                    <a:pt x="284880" y="367131"/>
                  </a:lnTo>
                  <a:lnTo>
                    <a:pt x="414109" y="367131"/>
                  </a:lnTo>
                  <a:lnTo>
                    <a:pt x="420605" y="336200"/>
                  </a:lnTo>
                  <a:lnTo>
                    <a:pt x="410216" y="328307"/>
                  </a:lnTo>
                  <a:lnTo>
                    <a:pt x="375469" y="0"/>
                  </a:lnTo>
                  <a:lnTo>
                    <a:pt x="442900" y="0"/>
                  </a:lnTo>
                  <a:lnTo>
                    <a:pt x="663810" y="152368"/>
                  </a:lnTo>
                  <a:lnTo>
                    <a:pt x="667061" y="167938"/>
                  </a:lnTo>
                  <a:lnTo>
                    <a:pt x="683508" y="173780"/>
                  </a:lnTo>
                  <a:lnTo>
                    <a:pt x="690111" y="185026"/>
                  </a:lnTo>
                  <a:lnTo>
                    <a:pt x="704723" y="185458"/>
                  </a:lnTo>
                  <a:lnTo>
                    <a:pt x="714356" y="194545"/>
                  </a:lnTo>
                  <a:lnTo>
                    <a:pt x="740226" y="200812"/>
                  </a:lnTo>
                  <a:lnTo>
                    <a:pt x="744880" y="216713"/>
                  </a:lnTo>
                  <a:lnTo>
                    <a:pt x="736219" y="229254"/>
                  </a:lnTo>
                  <a:lnTo>
                    <a:pt x="748887" y="236607"/>
                  </a:lnTo>
                  <a:lnTo>
                    <a:pt x="839152" y="217360"/>
                  </a:lnTo>
                  <a:lnTo>
                    <a:pt x="900741" y="159614"/>
                  </a:lnTo>
                  <a:lnTo>
                    <a:pt x="1070451" y="58832"/>
                  </a:lnTo>
                  <a:lnTo>
                    <a:pt x="1129982" y="71482"/>
                  </a:lnTo>
                  <a:lnTo>
                    <a:pt x="1154766" y="93973"/>
                  </a:lnTo>
                  <a:lnTo>
                    <a:pt x="1220254" y="58832"/>
                  </a:lnTo>
                  <a:lnTo>
                    <a:pt x="1519530" y="214763"/>
                  </a:lnTo>
                  <a:lnTo>
                    <a:pt x="1519530" y="194869"/>
                  </a:lnTo>
                  <a:lnTo>
                    <a:pt x="1558392" y="194869"/>
                  </a:lnTo>
                  <a:lnTo>
                    <a:pt x="1558392" y="117443"/>
                  </a:lnTo>
                  <a:lnTo>
                    <a:pt x="1783499" y="117443"/>
                  </a:lnTo>
                  <a:lnTo>
                    <a:pt x="1789278" y="108788"/>
                  </a:lnTo>
                  <a:lnTo>
                    <a:pt x="1804708" y="108788"/>
                  </a:lnTo>
                  <a:lnTo>
                    <a:pt x="1802105" y="117113"/>
                  </a:lnTo>
                  <a:lnTo>
                    <a:pt x="1864589" y="117113"/>
                  </a:lnTo>
                  <a:lnTo>
                    <a:pt x="1880400" y="128359"/>
                  </a:lnTo>
                  <a:lnTo>
                    <a:pt x="1896211" y="126200"/>
                  </a:lnTo>
                  <a:lnTo>
                    <a:pt x="1901927" y="109220"/>
                  </a:lnTo>
                  <a:lnTo>
                    <a:pt x="1921739" y="106191"/>
                  </a:lnTo>
                  <a:lnTo>
                    <a:pt x="1931391" y="84347"/>
                  </a:lnTo>
                  <a:lnTo>
                    <a:pt x="1941995" y="87052"/>
                  </a:lnTo>
                  <a:lnTo>
                    <a:pt x="1960791" y="673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F786CE64-471B-28C0-62D9-D17E08CAA3B4}"/>
                </a:ext>
              </a:extLst>
            </p:cNvPr>
            <p:cNvSpPr/>
            <p:nvPr/>
          </p:nvSpPr>
          <p:spPr>
            <a:xfrm>
              <a:off x="5783586" y="4301379"/>
              <a:ext cx="67835" cy="282049"/>
            </a:xfrm>
            <a:custGeom>
              <a:avLst/>
              <a:gdLst>
                <a:gd name="csX0" fmla="*/ 78232 w 78232"/>
                <a:gd name="csY0" fmla="*/ 0 h 325278"/>
                <a:gd name="csX1" fmla="*/ 78232 w 78232"/>
                <a:gd name="csY1" fmla="*/ 142310 h 325278"/>
                <a:gd name="csX2" fmla="*/ 46736 w 78232"/>
                <a:gd name="csY2" fmla="*/ 142310 h 325278"/>
                <a:gd name="csX3" fmla="*/ 36322 w 78232"/>
                <a:gd name="csY3" fmla="*/ 150959 h 325278"/>
                <a:gd name="csX4" fmla="*/ 42609 w 78232"/>
                <a:gd name="csY4" fmla="*/ 161341 h 325278"/>
                <a:gd name="csX5" fmla="*/ 19241 w 78232"/>
                <a:gd name="csY5" fmla="*/ 187077 h 325278"/>
                <a:gd name="csX6" fmla="*/ 25210 w 78232"/>
                <a:gd name="csY6" fmla="*/ 203302 h 325278"/>
                <a:gd name="csX7" fmla="*/ 8065 w 78232"/>
                <a:gd name="csY7" fmla="*/ 215519 h 325278"/>
                <a:gd name="csX8" fmla="*/ 14478 w 78232"/>
                <a:gd name="csY8" fmla="*/ 234658 h 325278"/>
                <a:gd name="csX9" fmla="*/ 0 w 78232"/>
                <a:gd name="csY9" fmla="*/ 246012 h 325278"/>
                <a:gd name="csX10" fmla="*/ 762 w 78232"/>
                <a:gd name="csY10" fmla="*/ 262236 h 325278"/>
                <a:gd name="csX11" fmla="*/ 21082 w 78232"/>
                <a:gd name="csY11" fmla="*/ 261150 h 325278"/>
                <a:gd name="csX12" fmla="*/ 29655 w 78232"/>
                <a:gd name="csY12" fmla="*/ 276619 h 325278"/>
                <a:gd name="csX13" fmla="*/ 25527 w 78232"/>
                <a:gd name="csY13" fmla="*/ 295110 h 325278"/>
                <a:gd name="csX14" fmla="*/ 41212 w 78232"/>
                <a:gd name="csY14" fmla="*/ 303219 h 325278"/>
                <a:gd name="csX15" fmla="*/ 38481 w 78232"/>
                <a:gd name="csY15" fmla="*/ 325279 h 325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8232" h="325278">
                  <a:moveTo>
                    <a:pt x="78232" y="0"/>
                  </a:moveTo>
                  <a:lnTo>
                    <a:pt x="78232" y="142310"/>
                  </a:lnTo>
                  <a:lnTo>
                    <a:pt x="46736" y="142310"/>
                  </a:lnTo>
                  <a:lnTo>
                    <a:pt x="36322" y="150959"/>
                  </a:lnTo>
                  <a:lnTo>
                    <a:pt x="42609" y="161341"/>
                  </a:lnTo>
                  <a:lnTo>
                    <a:pt x="19241" y="187077"/>
                  </a:lnTo>
                  <a:lnTo>
                    <a:pt x="25210" y="203302"/>
                  </a:lnTo>
                  <a:lnTo>
                    <a:pt x="8065" y="215519"/>
                  </a:lnTo>
                  <a:lnTo>
                    <a:pt x="14478" y="234658"/>
                  </a:lnTo>
                  <a:lnTo>
                    <a:pt x="0" y="246012"/>
                  </a:lnTo>
                  <a:lnTo>
                    <a:pt x="762" y="262236"/>
                  </a:lnTo>
                  <a:lnTo>
                    <a:pt x="21082" y="261150"/>
                  </a:lnTo>
                  <a:lnTo>
                    <a:pt x="29655" y="276619"/>
                  </a:lnTo>
                  <a:lnTo>
                    <a:pt x="25527" y="295110"/>
                  </a:lnTo>
                  <a:lnTo>
                    <a:pt x="41212" y="303219"/>
                  </a:lnTo>
                  <a:lnTo>
                    <a:pt x="38481" y="3252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331E4419-5C7F-4342-7477-3FFAF358CAA9}"/>
                </a:ext>
              </a:extLst>
            </p:cNvPr>
            <p:cNvSpPr/>
            <p:nvPr/>
          </p:nvSpPr>
          <p:spPr>
            <a:xfrm>
              <a:off x="5509328" y="4183516"/>
              <a:ext cx="83153" cy="309145"/>
            </a:xfrm>
            <a:custGeom>
              <a:avLst/>
              <a:gdLst>
                <a:gd name="csX0" fmla="*/ 7036 w 95898"/>
                <a:gd name="csY0" fmla="*/ 356527 h 356527"/>
                <a:gd name="csX1" fmla="*/ 0 w 95898"/>
                <a:gd name="csY1" fmla="*/ 329279 h 356527"/>
                <a:gd name="csX2" fmla="*/ 10827 w 95898"/>
                <a:gd name="csY2" fmla="*/ 323437 h 356527"/>
                <a:gd name="csX3" fmla="*/ 16777 w 95898"/>
                <a:gd name="csY3" fmla="*/ 302025 h 356527"/>
                <a:gd name="csX4" fmla="*/ 77388 w 95898"/>
                <a:gd name="csY4" fmla="*/ 234226 h 356527"/>
                <a:gd name="csX5" fmla="*/ 83236 w 95898"/>
                <a:gd name="csY5" fmla="*/ 126632 h 356527"/>
                <a:gd name="csX6" fmla="*/ 95898 w 95898"/>
                <a:gd name="csY6" fmla="*/ 103702 h 356527"/>
                <a:gd name="csX7" fmla="*/ 80315 w 95898"/>
                <a:gd name="csY7" fmla="*/ 87592 h 356527"/>
                <a:gd name="csX8" fmla="*/ 81826 w 95898"/>
                <a:gd name="csY8" fmla="*/ 74288 h 356527"/>
                <a:gd name="csX9" fmla="*/ 66459 w 95898"/>
                <a:gd name="csY9" fmla="*/ 57747 h 356527"/>
                <a:gd name="csX10" fmla="*/ 58122 w 95898"/>
                <a:gd name="csY10" fmla="*/ 0 h 356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898" h="356527">
                  <a:moveTo>
                    <a:pt x="7036" y="356527"/>
                  </a:moveTo>
                  <a:lnTo>
                    <a:pt x="0" y="329279"/>
                  </a:lnTo>
                  <a:lnTo>
                    <a:pt x="10827" y="323437"/>
                  </a:lnTo>
                  <a:lnTo>
                    <a:pt x="16777" y="302025"/>
                  </a:lnTo>
                  <a:lnTo>
                    <a:pt x="77388" y="234226"/>
                  </a:lnTo>
                  <a:lnTo>
                    <a:pt x="83236" y="126632"/>
                  </a:lnTo>
                  <a:lnTo>
                    <a:pt x="95898" y="103702"/>
                  </a:lnTo>
                  <a:lnTo>
                    <a:pt x="80315" y="87592"/>
                  </a:lnTo>
                  <a:lnTo>
                    <a:pt x="81826" y="74288"/>
                  </a:lnTo>
                  <a:lnTo>
                    <a:pt x="66459" y="57747"/>
                  </a:lnTo>
                  <a:lnTo>
                    <a:pt x="5812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EF903991-DB93-9BB7-4421-87DD823ACC7D}"/>
                </a:ext>
              </a:extLst>
            </p:cNvPr>
            <p:cNvSpPr/>
            <p:nvPr/>
          </p:nvSpPr>
          <p:spPr>
            <a:xfrm>
              <a:off x="5872840" y="3878682"/>
              <a:ext cx="19766" cy="338311"/>
            </a:xfrm>
            <a:custGeom>
              <a:avLst/>
              <a:gdLst>
                <a:gd name="csX0" fmla="*/ 22796 w 22796"/>
                <a:gd name="csY0" fmla="*/ 0 h 390163"/>
                <a:gd name="csX1" fmla="*/ 5143 w 22796"/>
                <a:gd name="csY1" fmla="*/ 21628 h 390163"/>
                <a:gd name="csX2" fmla="*/ 14160 w 22796"/>
                <a:gd name="csY2" fmla="*/ 43688 h 390163"/>
                <a:gd name="csX3" fmla="*/ 0 w 22796"/>
                <a:gd name="csY3" fmla="*/ 63583 h 390163"/>
                <a:gd name="csX4" fmla="*/ 14160 w 22796"/>
                <a:gd name="csY4" fmla="*/ 98946 h 390163"/>
                <a:gd name="csX5" fmla="*/ 14160 w 22796"/>
                <a:gd name="csY5" fmla="*/ 390163 h 390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96" h="390163">
                  <a:moveTo>
                    <a:pt x="22796" y="0"/>
                  </a:moveTo>
                  <a:lnTo>
                    <a:pt x="5143" y="21628"/>
                  </a:lnTo>
                  <a:lnTo>
                    <a:pt x="14160" y="43688"/>
                  </a:lnTo>
                  <a:lnTo>
                    <a:pt x="0" y="63583"/>
                  </a:lnTo>
                  <a:lnTo>
                    <a:pt x="14160" y="98946"/>
                  </a:lnTo>
                  <a:lnTo>
                    <a:pt x="14160" y="3901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BD9ABAEB-7169-FFD3-B029-0EC18E93C3A1}"/>
                </a:ext>
              </a:extLst>
            </p:cNvPr>
            <p:cNvSpPr/>
            <p:nvPr/>
          </p:nvSpPr>
          <p:spPr>
            <a:xfrm>
              <a:off x="4592211" y="4526325"/>
              <a:ext cx="224676" cy="80168"/>
            </a:xfrm>
            <a:custGeom>
              <a:avLst/>
              <a:gdLst>
                <a:gd name="csX0" fmla="*/ 0 w 259111"/>
                <a:gd name="csY0" fmla="*/ 60770 h 92455"/>
                <a:gd name="csX1" fmla="*/ 7899 w 259111"/>
                <a:gd name="csY1" fmla="*/ 44767 h 92455"/>
                <a:gd name="csX2" fmla="*/ 43186 w 259111"/>
                <a:gd name="csY2" fmla="*/ 37414 h 92455"/>
                <a:gd name="csX3" fmla="*/ 32467 w 259111"/>
                <a:gd name="csY3" fmla="*/ 20434 h 92455"/>
                <a:gd name="csX4" fmla="*/ 41669 w 259111"/>
                <a:gd name="csY4" fmla="*/ 12325 h 92455"/>
                <a:gd name="csX5" fmla="*/ 40151 w 259111"/>
                <a:gd name="csY5" fmla="*/ 0 h 92455"/>
                <a:gd name="csX6" fmla="*/ 64941 w 259111"/>
                <a:gd name="csY6" fmla="*/ 0 h 92455"/>
                <a:gd name="csX7" fmla="*/ 92646 w 259111"/>
                <a:gd name="csY7" fmla="*/ 14815 h 92455"/>
                <a:gd name="csX8" fmla="*/ 127394 w 259111"/>
                <a:gd name="csY8" fmla="*/ 9404 h 92455"/>
                <a:gd name="csX9" fmla="*/ 123927 w 259111"/>
                <a:gd name="csY9" fmla="*/ 19139 h 92455"/>
                <a:gd name="csX10" fmla="*/ 133776 w 259111"/>
                <a:gd name="csY10" fmla="*/ 26600 h 92455"/>
                <a:gd name="csX11" fmla="*/ 143732 w 259111"/>
                <a:gd name="csY11" fmla="*/ 19139 h 92455"/>
                <a:gd name="csX12" fmla="*/ 154127 w 259111"/>
                <a:gd name="csY12" fmla="*/ 29521 h 92455"/>
                <a:gd name="csX13" fmla="*/ 167437 w 259111"/>
                <a:gd name="csY13" fmla="*/ 17735 h 92455"/>
                <a:gd name="csX14" fmla="*/ 190709 w 259111"/>
                <a:gd name="csY14" fmla="*/ 24657 h 92455"/>
                <a:gd name="csX15" fmla="*/ 204127 w 259111"/>
                <a:gd name="csY15" fmla="*/ 15246 h 92455"/>
                <a:gd name="csX16" fmla="*/ 202616 w 259111"/>
                <a:gd name="csY16" fmla="*/ 6921 h 92455"/>
                <a:gd name="csX17" fmla="*/ 217983 w 259111"/>
                <a:gd name="csY17" fmla="*/ 12325 h 92455"/>
                <a:gd name="csX18" fmla="*/ 223723 w 259111"/>
                <a:gd name="csY18" fmla="*/ 34493 h 92455"/>
                <a:gd name="csX19" fmla="*/ 237356 w 259111"/>
                <a:gd name="csY19" fmla="*/ 47149 h 92455"/>
                <a:gd name="csX20" fmla="*/ 232702 w 259111"/>
                <a:gd name="csY20" fmla="*/ 64230 h 92455"/>
                <a:gd name="csX21" fmla="*/ 246018 w 259111"/>
                <a:gd name="csY21" fmla="*/ 69964 h 92455"/>
                <a:gd name="csX22" fmla="*/ 259112 w 259111"/>
                <a:gd name="csY22" fmla="*/ 92456 h 9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9111" h="92455">
                  <a:moveTo>
                    <a:pt x="0" y="60770"/>
                  </a:moveTo>
                  <a:lnTo>
                    <a:pt x="7899" y="44767"/>
                  </a:lnTo>
                  <a:lnTo>
                    <a:pt x="43186" y="37414"/>
                  </a:lnTo>
                  <a:lnTo>
                    <a:pt x="32467" y="20434"/>
                  </a:lnTo>
                  <a:lnTo>
                    <a:pt x="41669" y="12325"/>
                  </a:lnTo>
                  <a:lnTo>
                    <a:pt x="40151" y="0"/>
                  </a:lnTo>
                  <a:lnTo>
                    <a:pt x="64941" y="0"/>
                  </a:lnTo>
                  <a:lnTo>
                    <a:pt x="92646" y="14815"/>
                  </a:lnTo>
                  <a:lnTo>
                    <a:pt x="127394" y="9404"/>
                  </a:lnTo>
                  <a:lnTo>
                    <a:pt x="123927" y="19139"/>
                  </a:lnTo>
                  <a:lnTo>
                    <a:pt x="133776" y="26600"/>
                  </a:lnTo>
                  <a:lnTo>
                    <a:pt x="143732" y="19139"/>
                  </a:lnTo>
                  <a:lnTo>
                    <a:pt x="154127" y="29521"/>
                  </a:lnTo>
                  <a:lnTo>
                    <a:pt x="167437" y="17735"/>
                  </a:lnTo>
                  <a:lnTo>
                    <a:pt x="190709" y="24657"/>
                  </a:lnTo>
                  <a:lnTo>
                    <a:pt x="204127" y="15246"/>
                  </a:lnTo>
                  <a:lnTo>
                    <a:pt x="202616" y="6921"/>
                  </a:lnTo>
                  <a:lnTo>
                    <a:pt x="217983" y="12325"/>
                  </a:lnTo>
                  <a:lnTo>
                    <a:pt x="223723" y="34493"/>
                  </a:lnTo>
                  <a:lnTo>
                    <a:pt x="237356" y="47149"/>
                  </a:lnTo>
                  <a:lnTo>
                    <a:pt x="232702" y="64230"/>
                  </a:lnTo>
                  <a:lnTo>
                    <a:pt x="246018" y="69964"/>
                  </a:lnTo>
                  <a:lnTo>
                    <a:pt x="259112" y="92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650288D9-6873-22E7-68FA-38502BFE158E}"/>
                </a:ext>
              </a:extLst>
            </p:cNvPr>
            <p:cNvSpPr/>
            <p:nvPr/>
          </p:nvSpPr>
          <p:spPr>
            <a:xfrm>
              <a:off x="4675176" y="4461155"/>
              <a:ext cx="27498" cy="73324"/>
            </a:xfrm>
            <a:custGeom>
              <a:avLst/>
              <a:gdLst>
                <a:gd name="csX0" fmla="*/ 3353 w 31712"/>
                <a:gd name="csY0" fmla="*/ 0 h 84562"/>
                <a:gd name="csX1" fmla="*/ 0 w 31712"/>
                <a:gd name="csY1" fmla="*/ 8331 h 84562"/>
                <a:gd name="csX2" fmla="*/ 9849 w 31712"/>
                <a:gd name="csY2" fmla="*/ 30931 h 84562"/>
                <a:gd name="csX3" fmla="*/ 3353 w 31712"/>
                <a:gd name="csY3" fmla="*/ 37852 h 84562"/>
                <a:gd name="csX4" fmla="*/ 13316 w 31712"/>
                <a:gd name="csY4" fmla="*/ 51149 h 84562"/>
                <a:gd name="csX5" fmla="*/ 21215 w 31712"/>
                <a:gd name="csY5" fmla="*/ 48120 h 84562"/>
                <a:gd name="csX6" fmla="*/ 31712 w 31712"/>
                <a:gd name="csY6" fmla="*/ 64345 h 84562"/>
                <a:gd name="csX7" fmla="*/ 31712 w 31712"/>
                <a:gd name="csY7" fmla="*/ 84563 h 84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1712" h="84562">
                  <a:moveTo>
                    <a:pt x="3353" y="0"/>
                  </a:moveTo>
                  <a:lnTo>
                    <a:pt x="0" y="8331"/>
                  </a:lnTo>
                  <a:lnTo>
                    <a:pt x="9849" y="30931"/>
                  </a:lnTo>
                  <a:lnTo>
                    <a:pt x="3353" y="37852"/>
                  </a:lnTo>
                  <a:lnTo>
                    <a:pt x="13316" y="51149"/>
                  </a:lnTo>
                  <a:lnTo>
                    <a:pt x="21215" y="48120"/>
                  </a:lnTo>
                  <a:lnTo>
                    <a:pt x="31712" y="64345"/>
                  </a:lnTo>
                  <a:lnTo>
                    <a:pt x="31712" y="845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AAC507C6-6F05-83CF-8D1F-D785A84C1BAC}"/>
                </a:ext>
              </a:extLst>
            </p:cNvPr>
            <p:cNvSpPr/>
            <p:nvPr/>
          </p:nvSpPr>
          <p:spPr>
            <a:xfrm>
              <a:off x="4524547" y="4474375"/>
              <a:ext cx="100888" cy="34132"/>
            </a:xfrm>
            <a:custGeom>
              <a:avLst/>
              <a:gdLst>
                <a:gd name="csX0" fmla="*/ 4324 w 116351"/>
                <a:gd name="csY0" fmla="*/ 10706 h 39363"/>
                <a:gd name="csX1" fmla="*/ 47295 w 116351"/>
                <a:gd name="csY1" fmla="*/ 10706 h 39363"/>
                <a:gd name="csX2" fmla="*/ 65373 w 116351"/>
                <a:gd name="csY2" fmla="*/ 0 h 39363"/>
                <a:gd name="csX3" fmla="*/ 92862 w 116351"/>
                <a:gd name="csY3" fmla="*/ 12116 h 39363"/>
                <a:gd name="csX4" fmla="*/ 102711 w 116351"/>
                <a:gd name="csY4" fmla="*/ 8115 h 39363"/>
                <a:gd name="csX5" fmla="*/ 116351 w 116351"/>
                <a:gd name="csY5" fmla="*/ 27146 h 39363"/>
                <a:gd name="csX6" fmla="*/ 95567 w 116351"/>
                <a:gd name="csY6" fmla="*/ 37421 h 39363"/>
                <a:gd name="csX7" fmla="*/ 68834 w 116351"/>
                <a:gd name="csY7" fmla="*/ 24117 h 39363"/>
                <a:gd name="csX8" fmla="*/ 39935 w 116351"/>
                <a:gd name="csY8" fmla="*/ 39363 h 39363"/>
                <a:gd name="csX9" fmla="*/ 0 w 116351"/>
                <a:gd name="csY9" fmla="*/ 39363 h 3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6351" h="39363">
                  <a:moveTo>
                    <a:pt x="4324" y="10706"/>
                  </a:moveTo>
                  <a:lnTo>
                    <a:pt x="47295" y="10706"/>
                  </a:lnTo>
                  <a:lnTo>
                    <a:pt x="65373" y="0"/>
                  </a:lnTo>
                  <a:lnTo>
                    <a:pt x="92862" y="12116"/>
                  </a:lnTo>
                  <a:lnTo>
                    <a:pt x="102711" y="8115"/>
                  </a:lnTo>
                  <a:lnTo>
                    <a:pt x="116351" y="27146"/>
                  </a:lnTo>
                  <a:lnTo>
                    <a:pt x="95567" y="37421"/>
                  </a:lnTo>
                  <a:lnTo>
                    <a:pt x="68834" y="24117"/>
                  </a:lnTo>
                  <a:lnTo>
                    <a:pt x="39935" y="39363"/>
                  </a:lnTo>
                  <a:lnTo>
                    <a:pt x="0" y="393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259DE44B-642F-9989-555A-AF3CCFC68921}"/>
                </a:ext>
              </a:extLst>
            </p:cNvPr>
            <p:cNvSpPr/>
            <p:nvPr/>
          </p:nvSpPr>
          <p:spPr>
            <a:xfrm>
              <a:off x="4540965" y="4526325"/>
              <a:ext cx="86060" cy="11909"/>
            </a:xfrm>
            <a:custGeom>
              <a:avLst/>
              <a:gdLst>
                <a:gd name="csX0" fmla="*/ 0 w 99250"/>
                <a:gd name="csY0" fmla="*/ 13735 h 13734"/>
                <a:gd name="csX1" fmla="*/ 22079 w 99250"/>
                <a:gd name="csY1" fmla="*/ 13735 h 13734"/>
                <a:gd name="csX2" fmla="*/ 43402 w 99250"/>
                <a:gd name="csY2" fmla="*/ 0 h 13734"/>
                <a:gd name="csX3" fmla="*/ 99251 w 99250"/>
                <a:gd name="csY3" fmla="*/ 0 h 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250" h="13734">
                  <a:moveTo>
                    <a:pt x="0" y="13735"/>
                  </a:moveTo>
                  <a:lnTo>
                    <a:pt x="22079" y="13735"/>
                  </a:lnTo>
                  <a:lnTo>
                    <a:pt x="43402" y="0"/>
                  </a:lnTo>
                  <a:lnTo>
                    <a:pt x="9925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C1398E82-4820-24C6-0D0C-4E4B4FFF5C10}"/>
                </a:ext>
              </a:extLst>
            </p:cNvPr>
            <p:cNvSpPr/>
            <p:nvPr/>
          </p:nvSpPr>
          <p:spPr>
            <a:xfrm>
              <a:off x="4521447" y="3751535"/>
              <a:ext cx="520127" cy="488335"/>
            </a:xfrm>
            <a:custGeom>
              <a:avLst/>
              <a:gdLst>
                <a:gd name="csX0" fmla="*/ 543668 w 599846"/>
                <a:gd name="csY0" fmla="*/ 0 h 563181"/>
                <a:gd name="csX1" fmla="*/ 570078 w 599846"/>
                <a:gd name="csY1" fmla="*/ 24333 h 563181"/>
                <a:gd name="csX2" fmla="*/ 576034 w 599846"/>
                <a:gd name="csY2" fmla="*/ 96025 h 563181"/>
                <a:gd name="csX3" fmla="*/ 599846 w 599846"/>
                <a:gd name="csY3" fmla="*/ 114732 h 563181"/>
                <a:gd name="csX4" fmla="*/ 590861 w 599846"/>
                <a:gd name="csY4" fmla="*/ 134417 h 563181"/>
                <a:gd name="csX5" fmla="*/ 527545 w 599846"/>
                <a:gd name="csY5" fmla="*/ 131496 h 563181"/>
                <a:gd name="csX6" fmla="*/ 520287 w 599846"/>
                <a:gd name="csY6" fmla="*/ 144901 h 563181"/>
                <a:gd name="csX7" fmla="*/ 491280 w 599846"/>
                <a:gd name="csY7" fmla="*/ 152368 h 563181"/>
                <a:gd name="csX8" fmla="*/ 501028 w 599846"/>
                <a:gd name="csY8" fmla="*/ 175184 h 563181"/>
                <a:gd name="csX9" fmla="*/ 451237 w 599846"/>
                <a:gd name="csY9" fmla="*/ 196596 h 563181"/>
                <a:gd name="csX10" fmla="*/ 435648 w 599846"/>
                <a:gd name="csY10" fmla="*/ 218656 h 563181"/>
                <a:gd name="csX11" fmla="*/ 394843 w 599846"/>
                <a:gd name="csY11" fmla="*/ 226765 h 563181"/>
                <a:gd name="csX12" fmla="*/ 389325 w 599846"/>
                <a:gd name="csY12" fmla="*/ 236169 h 563181"/>
                <a:gd name="csX13" fmla="*/ 368002 w 599846"/>
                <a:gd name="csY13" fmla="*/ 231953 h 563181"/>
                <a:gd name="csX14" fmla="*/ 310743 w 599846"/>
                <a:gd name="csY14" fmla="*/ 272504 h 563181"/>
                <a:gd name="csX15" fmla="*/ 310743 w 599846"/>
                <a:gd name="csY15" fmla="*/ 378587 h 563181"/>
                <a:gd name="csX16" fmla="*/ 186709 w 599846"/>
                <a:gd name="csY16" fmla="*/ 378587 h 563181"/>
                <a:gd name="csX17" fmla="*/ 186709 w 599846"/>
                <a:gd name="csY17" fmla="*/ 479590 h 563181"/>
                <a:gd name="csX18" fmla="*/ 144278 w 599846"/>
                <a:gd name="csY18" fmla="*/ 502406 h 563181"/>
                <a:gd name="csX19" fmla="*/ 148069 w 599846"/>
                <a:gd name="csY19" fmla="*/ 563182 h 563181"/>
                <a:gd name="csX20" fmla="*/ 0 w 599846"/>
                <a:gd name="csY20" fmla="*/ 563182 h 563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99846" h="563181">
                  <a:moveTo>
                    <a:pt x="543668" y="0"/>
                  </a:moveTo>
                  <a:lnTo>
                    <a:pt x="570078" y="24333"/>
                  </a:lnTo>
                  <a:lnTo>
                    <a:pt x="576034" y="96025"/>
                  </a:lnTo>
                  <a:lnTo>
                    <a:pt x="599846" y="114732"/>
                  </a:lnTo>
                  <a:lnTo>
                    <a:pt x="590861" y="134417"/>
                  </a:lnTo>
                  <a:lnTo>
                    <a:pt x="527545" y="131496"/>
                  </a:lnTo>
                  <a:lnTo>
                    <a:pt x="520287" y="144901"/>
                  </a:lnTo>
                  <a:lnTo>
                    <a:pt x="491280" y="152368"/>
                  </a:lnTo>
                  <a:lnTo>
                    <a:pt x="501028" y="175184"/>
                  </a:lnTo>
                  <a:lnTo>
                    <a:pt x="451237" y="196596"/>
                  </a:lnTo>
                  <a:lnTo>
                    <a:pt x="435648" y="218656"/>
                  </a:lnTo>
                  <a:lnTo>
                    <a:pt x="394843" y="226765"/>
                  </a:lnTo>
                  <a:lnTo>
                    <a:pt x="389325" y="236169"/>
                  </a:lnTo>
                  <a:lnTo>
                    <a:pt x="368002" y="231953"/>
                  </a:lnTo>
                  <a:lnTo>
                    <a:pt x="310743" y="272504"/>
                  </a:lnTo>
                  <a:lnTo>
                    <a:pt x="310743" y="378587"/>
                  </a:lnTo>
                  <a:lnTo>
                    <a:pt x="186709" y="378587"/>
                  </a:lnTo>
                  <a:lnTo>
                    <a:pt x="186709" y="479590"/>
                  </a:lnTo>
                  <a:lnTo>
                    <a:pt x="144278" y="502406"/>
                  </a:lnTo>
                  <a:lnTo>
                    <a:pt x="148069" y="563182"/>
                  </a:lnTo>
                  <a:lnTo>
                    <a:pt x="0" y="5631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80AFD2ED-378C-6526-4522-6730554EE51F}"/>
                </a:ext>
              </a:extLst>
            </p:cNvPr>
            <p:cNvSpPr/>
            <p:nvPr/>
          </p:nvSpPr>
          <p:spPr>
            <a:xfrm>
              <a:off x="4642795" y="4022143"/>
              <a:ext cx="147909" cy="5506"/>
            </a:xfrm>
            <a:custGeom>
              <a:avLst/>
              <a:gdLst>
                <a:gd name="csX0" fmla="*/ 0 w 170579"/>
                <a:gd name="csY0" fmla="*/ 0 h 6350"/>
                <a:gd name="csX1" fmla="*/ 170580 w 170579"/>
                <a:gd name="csY1" fmla="*/ 0 h 6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579" h="6350">
                  <a:moveTo>
                    <a:pt x="0" y="0"/>
                  </a:moveTo>
                  <a:lnTo>
                    <a:pt x="17058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43EDEF27-49D7-2FC7-E838-7F6507159910}"/>
                </a:ext>
              </a:extLst>
            </p:cNvPr>
            <p:cNvSpPr/>
            <p:nvPr/>
          </p:nvSpPr>
          <p:spPr>
            <a:xfrm>
              <a:off x="4790898" y="4033865"/>
              <a:ext cx="126981" cy="81292"/>
            </a:xfrm>
            <a:custGeom>
              <a:avLst/>
              <a:gdLst>
                <a:gd name="csX0" fmla="*/ 0 w 146443"/>
                <a:gd name="csY0" fmla="*/ 0 h 93751"/>
                <a:gd name="csX1" fmla="*/ 146444 w 146443"/>
                <a:gd name="csY1" fmla="*/ 93752 h 93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6443" h="93751">
                  <a:moveTo>
                    <a:pt x="0" y="0"/>
                  </a:moveTo>
                  <a:lnTo>
                    <a:pt x="146444" y="937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50393A08-2E0F-194A-3388-05FF795AB014}"/>
                </a:ext>
              </a:extLst>
            </p:cNvPr>
            <p:cNvSpPr/>
            <p:nvPr/>
          </p:nvSpPr>
          <p:spPr>
            <a:xfrm>
              <a:off x="4893753" y="4314412"/>
              <a:ext cx="316655" cy="283926"/>
            </a:xfrm>
            <a:custGeom>
              <a:avLst/>
              <a:gdLst>
                <a:gd name="csX0" fmla="*/ 365188 w 365188"/>
                <a:gd name="csY0" fmla="*/ 0 h 327443"/>
                <a:gd name="csX1" fmla="*/ 365188 w 365188"/>
                <a:gd name="csY1" fmla="*/ 102407 h 327443"/>
                <a:gd name="csX2" fmla="*/ 340620 w 365188"/>
                <a:gd name="csY2" fmla="*/ 142202 h 327443"/>
                <a:gd name="csX3" fmla="*/ 257384 w 365188"/>
                <a:gd name="csY3" fmla="*/ 144367 h 327443"/>
                <a:gd name="csX4" fmla="*/ 241040 w 365188"/>
                <a:gd name="csY4" fmla="*/ 159938 h 327443"/>
                <a:gd name="csX5" fmla="*/ 183350 w 365188"/>
                <a:gd name="csY5" fmla="*/ 153016 h 327443"/>
                <a:gd name="csX6" fmla="*/ 133998 w 365188"/>
                <a:gd name="csY6" fmla="*/ 171723 h 327443"/>
                <a:gd name="csX7" fmla="*/ 129559 w 365188"/>
                <a:gd name="csY7" fmla="*/ 189350 h 327443"/>
                <a:gd name="csX8" fmla="*/ 113976 w 365188"/>
                <a:gd name="csY8" fmla="*/ 183509 h 327443"/>
                <a:gd name="csX9" fmla="*/ 100660 w 365188"/>
                <a:gd name="csY9" fmla="*/ 192379 h 327443"/>
                <a:gd name="csX10" fmla="*/ 97091 w 365188"/>
                <a:gd name="csY10" fmla="*/ 207086 h 327443"/>
                <a:gd name="csX11" fmla="*/ 84315 w 365188"/>
                <a:gd name="csY11" fmla="*/ 209029 h 327443"/>
                <a:gd name="csX12" fmla="*/ 74898 w 365188"/>
                <a:gd name="csY12" fmla="*/ 227197 h 327443"/>
                <a:gd name="csX13" fmla="*/ 55524 w 365188"/>
                <a:gd name="csY13" fmla="*/ 215951 h 327443"/>
                <a:gd name="csX14" fmla="*/ 45136 w 365188"/>
                <a:gd name="csY14" fmla="*/ 226225 h 327443"/>
                <a:gd name="csX15" fmla="*/ 49574 w 365188"/>
                <a:gd name="csY15" fmla="*/ 240068 h 327443"/>
                <a:gd name="csX16" fmla="*/ 40157 w 365188"/>
                <a:gd name="csY16" fmla="*/ 245904 h 327443"/>
                <a:gd name="csX17" fmla="*/ 29223 w 365188"/>
                <a:gd name="csY17" fmla="*/ 270453 h 327443"/>
                <a:gd name="csX18" fmla="*/ 8985 w 365188"/>
                <a:gd name="csY18" fmla="*/ 274885 h 327443"/>
                <a:gd name="csX19" fmla="*/ 12446 w 365188"/>
                <a:gd name="csY19" fmla="*/ 295542 h 327443"/>
                <a:gd name="csX20" fmla="*/ 978 w 365188"/>
                <a:gd name="csY20" fmla="*/ 306356 h 327443"/>
                <a:gd name="csX21" fmla="*/ 0 w 365188"/>
                <a:gd name="csY21" fmla="*/ 327444 h 327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5188" h="327443">
                  <a:moveTo>
                    <a:pt x="365188" y="0"/>
                  </a:moveTo>
                  <a:lnTo>
                    <a:pt x="365188" y="102407"/>
                  </a:lnTo>
                  <a:lnTo>
                    <a:pt x="340620" y="142202"/>
                  </a:lnTo>
                  <a:lnTo>
                    <a:pt x="257384" y="144367"/>
                  </a:lnTo>
                  <a:lnTo>
                    <a:pt x="241040" y="159938"/>
                  </a:lnTo>
                  <a:lnTo>
                    <a:pt x="183350" y="153016"/>
                  </a:lnTo>
                  <a:lnTo>
                    <a:pt x="133998" y="171723"/>
                  </a:lnTo>
                  <a:lnTo>
                    <a:pt x="129559" y="189350"/>
                  </a:lnTo>
                  <a:lnTo>
                    <a:pt x="113976" y="183509"/>
                  </a:lnTo>
                  <a:lnTo>
                    <a:pt x="100660" y="192379"/>
                  </a:lnTo>
                  <a:lnTo>
                    <a:pt x="97091" y="207086"/>
                  </a:lnTo>
                  <a:lnTo>
                    <a:pt x="84315" y="209029"/>
                  </a:lnTo>
                  <a:lnTo>
                    <a:pt x="74898" y="227197"/>
                  </a:lnTo>
                  <a:lnTo>
                    <a:pt x="55524" y="215951"/>
                  </a:lnTo>
                  <a:lnTo>
                    <a:pt x="45136" y="226225"/>
                  </a:lnTo>
                  <a:lnTo>
                    <a:pt x="49574" y="240068"/>
                  </a:lnTo>
                  <a:lnTo>
                    <a:pt x="40157" y="245904"/>
                  </a:lnTo>
                  <a:lnTo>
                    <a:pt x="29223" y="270453"/>
                  </a:lnTo>
                  <a:lnTo>
                    <a:pt x="8985" y="274885"/>
                  </a:lnTo>
                  <a:lnTo>
                    <a:pt x="12446" y="295542"/>
                  </a:lnTo>
                  <a:lnTo>
                    <a:pt x="978" y="306356"/>
                  </a:lnTo>
                  <a:lnTo>
                    <a:pt x="0" y="327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F7760BAD-1144-3101-2179-1D7BEBC60D40}"/>
                </a:ext>
              </a:extLst>
            </p:cNvPr>
            <p:cNvSpPr/>
            <p:nvPr/>
          </p:nvSpPr>
          <p:spPr>
            <a:xfrm>
              <a:off x="5077986" y="4450187"/>
              <a:ext cx="70577" cy="107737"/>
            </a:xfrm>
            <a:custGeom>
              <a:avLst/>
              <a:gdLst>
                <a:gd name="csX0" fmla="*/ 2597 w 81394"/>
                <a:gd name="csY0" fmla="*/ 0 h 124250"/>
                <a:gd name="csX1" fmla="*/ 0 w 81394"/>
                <a:gd name="csY1" fmla="*/ 20326 h 124250"/>
                <a:gd name="csX2" fmla="*/ 15913 w 81394"/>
                <a:gd name="csY2" fmla="*/ 46393 h 124250"/>
                <a:gd name="csX3" fmla="*/ 39618 w 81394"/>
                <a:gd name="csY3" fmla="*/ 62503 h 124250"/>
                <a:gd name="csX4" fmla="*/ 30417 w 81394"/>
                <a:gd name="csY4" fmla="*/ 75914 h 124250"/>
                <a:gd name="csX5" fmla="*/ 68949 w 81394"/>
                <a:gd name="csY5" fmla="*/ 84887 h 124250"/>
                <a:gd name="csX6" fmla="*/ 77603 w 81394"/>
                <a:gd name="csY6" fmla="*/ 95485 h 124250"/>
                <a:gd name="csX7" fmla="*/ 67971 w 81394"/>
                <a:gd name="csY7" fmla="*/ 99593 h 124250"/>
                <a:gd name="csX8" fmla="*/ 81394 w 81394"/>
                <a:gd name="csY8" fmla="*/ 124251 h 124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394" h="124250">
                  <a:moveTo>
                    <a:pt x="2597" y="0"/>
                  </a:moveTo>
                  <a:lnTo>
                    <a:pt x="0" y="20326"/>
                  </a:lnTo>
                  <a:lnTo>
                    <a:pt x="15913" y="46393"/>
                  </a:lnTo>
                  <a:lnTo>
                    <a:pt x="39618" y="62503"/>
                  </a:lnTo>
                  <a:lnTo>
                    <a:pt x="30417" y="75914"/>
                  </a:lnTo>
                  <a:lnTo>
                    <a:pt x="68949" y="84887"/>
                  </a:lnTo>
                  <a:lnTo>
                    <a:pt x="77603" y="95485"/>
                  </a:lnTo>
                  <a:lnTo>
                    <a:pt x="67971" y="99593"/>
                  </a:lnTo>
                  <a:lnTo>
                    <a:pt x="81394" y="1242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ADDDBFEE-BC78-C8C5-50F0-409B214B5F09}"/>
                </a:ext>
              </a:extLst>
            </p:cNvPr>
            <p:cNvSpPr/>
            <p:nvPr/>
          </p:nvSpPr>
          <p:spPr>
            <a:xfrm>
              <a:off x="5316934" y="3683363"/>
              <a:ext cx="65599" cy="251672"/>
            </a:xfrm>
            <a:custGeom>
              <a:avLst/>
              <a:gdLst>
                <a:gd name="csX0" fmla="*/ 49892 w 75653"/>
                <a:gd name="csY0" fmla="*/ 0 h 290245"/>
                <a:gd name="csX1" fmla="*/ 28245 w 75653"/>
                <a:gd name="csY1" fmla="*/ 26283 h 290245"/>
                <a:gd name="csX2" fmla="*/ 33115 w 75653"/>
                <a:gd name="csY2" fmla="*/ 99054 h 290245"/>
                <a:gd name="csX3" fmla="*/ 0 w 75653"/>
                <a:gd name="csY3" fmla="*/ 125552 h 290245"/>
                <a:gd name="csX4" fmla="*/ 6382 w 75653"/>
                <a:gd name="csY4" fmla="*/ 160909 h 290245"/>
                <a:gd name="csX5" fmla="*/ 27273 w 75653"/>
                <a:gd name="csY5" fmla="*/ 170751 h 290245"/>
                <a:gd name="csX6" fmla="*/ 31172 w 75653"/>
                <a:gd name="csY6" fmla="*/ 192380 h 290245"/>
                <a:gd name="csX7" fmla="*/ 56928 w 75653"/>
                <a:gd name="csY7" fmla="*/ 212058 h 290245"/>
                <a:gd name="csX8" fmla="*/ 75654 w 75653"/>
                <a:gd name="csY8" fmla="*/ 290246 h 290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653" h="290245">
                  <a:moveTo>
                    <a:pt x="49892" y="0"/>
                  </a:moveTo>
                  <a:lnTo>
                    <a:pt x="28245" y="26283"/>
                  </a:lnTo>
                  <a:lnTo>
                    <a:pt x="33115" y="99054"/>
                  </a:lnTo>
                  <a:lnTo>
                    <a:pt x="0" y="125552"/>
                  </a:lnTo>
                  <a:lnTo>
                    <a:pt x="6382" y="160909"/>
                  </a:lnTo>
                  <a:lnTo>
                    <a:pt x="27273" y="170751"/>
                  </a:lnTo>
                  <a:lnTo>
                    <a:pt x="31172" y="192380"/>
                  </a:lnTo>
                  <a:lnTo>
                    <a:pt x="56928" y="212058"/>
                  </a:lnTo>
                  <a:lnTo>
                    <a:pt x="75654" y="2902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0D20E937-49D7-609A-C23A-EDF0DC53C0D6}"/>
                </a:ext>
              </a:extLst>
            </p:cNvPr>
            <p:cNvSpPr/>
            <p:nvPr/>
          </p:nvSpPr>
          <p:spPr>
            <a:xfrm>
              <a:off x="5375304" y="3822046"/>
              <a:ext cx="86721" cy="344120"/>
            </a:xfrm>
            <a:custGeom>
              <a:avLst/>
              <a:gdLst>
                <a:gd name="csX0" fmla="*/ 82258 w 100012"/>
                <a:gd name="csY0" fmla="*/ 0 h 396862"/>
                <a:gd name="csX1" fmla="*/ 84424 w 100012"/>
                <a:gd name="csY1" fmla="*/ 36767 h 396862"/>
                <a:gd name="csX2" fmla="*/ 52603 w 100012"/>
                <a:gd name="csY2" fmla="*/ 54070 h 396862"/>
                <a:gd name="csX3" fmla="*/ 46108 w 100012"/>
                <a:gd name="csY3" fmla="*/ 64884 h 396862"/>
                <a:gd name="csX4" fmla="*/ 35935 w 100012"/>
                <a:gd name="csY4" fmla="*/ 66828 h 396862"/>
                <a:gd name="csX5" fmla="*/ 29223 w 100012"/>
                <a:gd name="csY5" fmla="*/ 77102 h 396862"/>
                <a:gd name="csX6" fmla="*/ 36583 w 100012"/>
                <a:gd name="csY6" fmla="*/ 100787 h 396862"/>
                <a:gd name="csX7" fmla="*/ 23273 w 100012"/>
                <a:gd name="csY7" fmla="*/ 124790 h 396862"/>
                <a:gd name="csX8" fmla="*/ 1626 w 100012"/>
                <a:gd name="csY8" fmla="*/ 132683 h 396862"/>
                <a:gd name="csX9" fmla="*/ 21539 w 100012"/>
                <a:gd name="csY9" fmla="*/ 172155 h 396862"/>
                <a:gd name="csX10" fmla="*/ 14180 w 100012"/>
                <a:gd name="csY10" fmla="*/ 204381 h 396862"/>
                <a:gd name="csX11" fmla="*/ 24568 w 100012"/>
                <a:gd name="csY11" fmla="*/ 223628 h 396862"/>
                <a:gd name="csX12" fmla="*/ 14180 w 100012"/>
                <a:gd name="csY12" fmla="*/ 250882 h 396862"/>
                <a:gd name="csX13" fmla="*/ 23813 w 100012"/>
                <a:gd name="csY13" fmla="*/ 264827 h 396862"/>
                <a:gd name="csX14" fmla="*/ 20784 w 100012"/>
                <a:gd name="csY14" fmla="*/ 279641 h 396862"/>
                <a:gd name="csX15" fmla="*/ 0 w 100012"/>
                <a:gd name="csY15" fmla="*/ 288512 h 396862"/>
                <a:gd name="csX16" fmla="*/ 26734 w 100012"/>
                <a:gd name="csY16" fmla="*/ 325279 h 396862"/>
                <a:gd name="csX17" fmla="*/ 25330 w 100012"/>
                <a:gd name="csY17" fmla="*/ 342259 h 396862"/>
                <a:gd name="csX18" fmla="*/ 40913 w 100012"/>
                <a:gd name="csY18" fmla="*/ 359232 h 396862"/>
                <a:gd name="csX19" fmla="*/ 54985 w 100012"/>
                <a:gd name="csY19" fmla="*/ 355556 h 396862"/>
                <a:gd name="csX20" fmla="*/ 84747 w 100012"/>
                <a:gd name="csY20" fmla="*/ 365074 h 396862"/>
                <a:gd name="csX21" fmla="*/ 100013 w 100012"/>
                <a:gd name="csY21" fmla="*/ 396862 h 396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0012" h="396862">
                  <a:moveTo>
                    <a:pt x="82258" y="0"/>
                  </a:moveTo>
                  <a:lnTo>
                    <a:pt x="84424" y="36767"/>
                  </a:lnTo>
                  <a:lnTo>
                    <a:pt x="52603" y="54070"/>
                  </a:lnTo>
                  <a:lnTo>
                    <a:pt x="46108" y="64884"/>
                  </a:lnTo>
                  <a:lnTo>
                    <a:pt x="35935" y="66828"/>
                  </a:lnTo>
                  <a:lnTo>
                    <a:pt x="29223" y="77102"/>
                  </a:lnTo>
                  <a:lnTo>
                    <a:pt x="36583" y="100787"/>
                  </a:lnTo>
                  <a:lnTo>
                    <a:pt x="23273" y="124790"/>
                  </a:lnTo>
                  <a:lnTo>
                    <a:pt x="1626" y="132683"/>
                  </a:lnTo>
                  <a:lnTo>
                    <a:pt x="21539" y="172155"/>
                  </a:lnTo>
                  <a:lnTo>
                    <a:pt x="14180" y="204381"/>
                  </a:lnTo>
                  <a:lnTo>
                    <a:pt x="24568" y="223628"/>
                  </a:lnTo>
                  <a:lnTo>
                    <a:pt x="14180" y="250882"/>
                  </a:lnTo>
                  <a:lnTo>
                    <a:pt x="23813" y="264827"/>
                  </a:lnTo>
                  <a:lnTo>
                    <a:pt x="20784" y="279641"/>
                  </a:lnTo>
                  <a:lnTo>
                    <a:pt x="0" y="288512"/>
                  </a:lnTo>
                  <a:lnTo>
                    <a:pt x="26734" y="325279"/>
                  </a:lnTo>
                  <a:lnTo>
                    <a:pt x="25330" y="342259"/>
                  </a:lnTo>
                  <a:lnTo>
                    <a:pt x="40913" y="359232"/>
                  </a:lnTo>
                  <a:lnTo>
                    <a:pt x="54985" y="355556"/>
                  </a:lnTo>
                  <a:lnTo>
                    <a:pt x="84747" y="365074"/>
                  </a:lnTo>
                  <a:lnTo>
                    <a:pt x="100013" y="3968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97F3736E-2649-0107-76F7-9B4D98AA431D}"/>
                </a:ext>
              </a:extLst>
            </p:cNvPr>
            <p:cNvSpPr/>
            <p:nvPr/>
          </p:nvSpPr>
          <p:spPr>
            <a:xfrm>
              <a:off x="5483328" y="5116865"/>
              <a:ext cx="579748" cy="242758"/>
            </a:xfrm>
            <a:custGeom>
              <a:avLst/>
              <a:gdLst>
                <a:gd name="csX0" fmla="*/ 0 w 668604"/>
                <a:gd name="csY0" fmla="*/ 11678 h 279965"/>
                <a:gd name="csX1" fmla="*/ 27387 w 668604"/>
                <a:gd name="csY1" fmla="*/ 0 h 279965"/>
                <a:gd name="csX2" fmla="*/ 147091 w 668604"/>
                <a:gd name="csY2" fmla="*/ 864 h 279965"/>
                <a:gd name="csX3" fmla="*/ 151206 w 668604"/>
                <a:gd name="csY3" fmla="*/ 20434 h 279965"/>
                <a:gd name="csX4" fmla="*/ 160515 w 668604"/>
                <a:gd name="csY4" fmla="*/ 40551 h 279965"/>
                <a:gd name="csX5" fmla="*/ 185515 w 668604"/>
                <a:gd name="csY5" fmla="*/ 79807 h 279965"/>
                <a:gd name="csX6" fmla="*/ 221780 w 668604"/>
                <a:gd name="csY6" fmla="*/ 72885 h 279965"/>
                <a:gd name="csX7" fmla="*/ 252108 w 668604"/>
                <a:gd name="csY7" fmla="*/ 72885 h 279965"/>
                <a:gd name="csX8" fmla="*/ 259029 w 668604"/>
                <a:gd name="csY8" fmla="*/ 56553 h 279965"/>
                <a:gd name="csX9" fmla="*/ 256426 w 668604"/>
                <a:gd name="csY9" fmla="*/ 37630 h 279965"/>
                <a:gd name="csX10" fmla="*/ 299161 w 668604"/>
                <a:gd name="csY10" fmla="*/ 34277 h 279965"/>
                <a:gd name="csX11" fmla="*/ 294526 w 668604"/>
                <a:gd name="csY11" fmla="*/ 47580 h 279965"/>
                <a:gd name="csX12" fmla="*/ 344183 w 668604"/>
                <a:gd name="csY12" fmla="*/ 48012 h 279965"/>
                <a:gd name="csX13" fmla="*/ 338658 w 668604"/>
                <a:gd name="csY13" fmla="*/ 73964 h 279965"/>
                <a:gd name="csX14" fmla="*/ 348120 w 668604"/>
                <a:gd name="csY14" fmla="*/ 91700 h 279965"/>
                <a:gd name="csX15" fmla="*/ 342151 w 668604"/>
                <a:gd name="csY15" fmla="*/ 133439 h 279965"/>
                <a:gd name="csX16" fmla="*/ 356502 w 668604"/>
                <a:gd name="csY16" fmla="*/ 147174 h 279965"/>
                <a:gd name="csX17" fmla="*/ 362915 w 668604"/>
                <a:gd name="csY17" fmla="*/ 164801 h 279965"/>
                <a:gd name="csX18" fmla="*/ 354470 w 668604"/>
                <a:gd name="csY18" fmla="*/ 182537 h 279965"/>
                <a:gd name="csX19" fmla="*/ 362471 w 668604"/>
                <a:gd name="csY19" fmla="*/ 199834 h 279965"/>
                <a:gd name="csX20" fmla="*/ 373329 w 668604"/>
                <a:gd name="csY20" fmla="*/ 189452 h 279965"/>
                <a:gd name="csX21" fmla="*/ 395173 w 668604"/>
                <a:gd name="csY21" fmla="*/ 191941 h 279965"/>
                <a:gd name="csX22" fmla="*/ 423875 w 668604"/>
                <a:gd name="csY22" fmla="*/ 180587 h 279965"/>
                <a:gd name="csX23" fmla="*/ 445148 w 668604"/>
                <a:gd name="csY23" fmla="*/ 189890 h 279965"/>
                <a:gd name="csX24" fmla="*/ 455117 w 668604"/>
                <a:gd name="csY24" fmla="*/ 205676 h 279965"/>
                <a:gd name="csX25" fmla="*/ 481850 w 668604"/>
                <a:gd name="csY25" fmla="*/ 194862 h 279965"/>
                <a:gd name="csX26" fmla="*/ 488264 w 668604"/>
                <a:gd name="csY26" fmla="*/ 216059 h 279965"/>
                <a:gd name="csX27" fmla="*/ 522999 w 668604"/>
                <a:gd name="csY27" fmla="*/ 225355 h 279965"/>
                <a:gd name="csX28" fmla="*/ 534365 w 668604"/>
                <a:gd name="csY28" fmla="*/ 208166 h 279965"/>
                <a:gd name="csX29" fmla="*/ 547700 w 668604"/>
                <a:gd name="csY29" fmla="*/ 208597 h 279965"/>
                <a:gd name="csX30" fmla="*/ 548653 w 668604"/>
                <a:gd name="csY30" fmla="*/ 218434 h 279965"/>
                <a:gd name="csX31" fmla="*/ 562051 w 668604"/>
                <a:gd name="csY31" fmla="*/ 235629 h 279965"/>
                <a:gd name="csX32" fmla="*/ 588912 w 668604"/>
                <a:gd name="csY32" fmla="*/ 240601 h 279965"/>
                <a:gd name="csX33" fmla="*/ 615836 w 668604"/>
                <a:gd name="csY33" fmla="*/ 279965 h 279965"/>
                <a:gd name="csX34" fmla="*/ 631139 w 668604"/>
                <a:gd name="csY34" fmla="*/ 267748 h 279965"/>
                <a:gd name="csX35" fmla="*/ 634061 w 668604"/>
                <a:gd name="csY35" fmla="*/ 279641 h 279965"/>
                <a:gd name="csX36" fmla="*/ 650634 w 668604"/>
                <a:gd name="csY36" fmla="*/ 279641 h 279965"/>
                <a:gd name="csX37" fmla="*/ 650507 w 668604"/>
                <a:gd name="csY37" fmla="*/ 223088 h 279965"/>
                <a:gd name="csX38" fmla="*/ 631648 w 668604"/>
                <a:gd name="csY38" fmla="*/ 226333 h 279965"/>
                <a:gd name="csX39" fmla="*/ 630568 w 668604"/>
                <a:gd name="csY39" fmla="*/ 236061 h 279965"/>
                <a:gd name="csX40" fmla="*/ 614566 w 668604"/>
                <a:gd name="csY40" fmla="*/ 233578 h 279965"/>
                <a:gd name="csX41" fmla="*/ 604469 w 668604"/>
                <a:gd name="csY41" fmla="*/ 219087 h 279965"/>
                <a:gd name="csX42" fmla="*/ 593548 w 668604"/>
                <a:gd name="csY42" fmla="*/ 213893 h 279965"/>
                <a:gd name="csX43" fmla="*/ 588404 w 668604"/>
                <a:gd name="csY43" fmla="*/ 199187 h 279965"/>
                <a:gd name="csX44" fmla="*/ 601040 w 668604"/>
                <a:gd name="csY44" fmla="*/ 174530 h 279965"/>
                <a:gd name="csX45" fmla="*/ 595833 w 668604"/>
                <a:gd name="csY45" fmla="*/ 124142 h 279965"/>
                <a:gd name="csX46" fmla="*/ 608724 w 668604"/>
                <a:gd name="csY46" fmla="*/ 92995 h 279965"/>
                <a:gd name="csX47" fmla="*/ 668604 w 668604"/>
                <a:gd name="csY47" fmla="*/ 84455 h 279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668604" h="279965">
                  <a:moveTo>
                    <a:pt x="0" y="11678"/>
                  </a:moveTo>
                  <a:lnTo>
                    <a:pt x="27387" y="0"/>
                  </a:lnTo>
                  <a:lnTo>
                    <a:pt x="147091" y="864"/>
                  </a:lnTo>
                  <a:lnTo>
                    <a:pt x="151206" y="20434"/>
                  </a:lnTo>
                  <a:lnTo>
                    <a:pt x="160515" y="40551"/>
                  </a:lnTo>
                  <a:lnTo>
                    <a:pt x="185515" y="79807"/>
                  </a:lnTo>
                  <a:lnTo>
                    <a:pt x="221780" y="72885"/>
                  </a:lnTo>
                  <a:lnTo>
                    <a:pt x="252108" y="72885"/>
                  </a:lnTo>
                  <a:lnTo>
                    <a:pt x="259029" y="56553"/>
                  </a:lnTo>
                  <a:lnTo>
                    <a:pt x="256426" y="37630"/>
                  </a:lnTo>
                  <a:lnTo>
                    <a:pt x="299161" y="34277"/>
                  </a:lnTo>
                  <a:lnTo>
                    <a:pt x="294526" y="47580"/>
                  </a:lnTo>
                  <a:lnTo>
                    <a:pt x="344183" y="48012"/>
                  </a:lnTo>
                  <a:lnTo>
                    <a:pt x="338658" y="73964"/>
                  </a:lnTo>
                  <a:lnTo>
                    <a:pt x="348120" y="91700"/>
                  </a:lnTo>
                  <a:lnTo>
                    <a:pt x="342151" y="133439"/>
                  </a:lnTo>
                  <a:lnTo>
                    <a:pt x="356502" y="147174"/>
                  </a:lnTo>
                  <a:lnTo>
                    <a:pt x="362915" y="164801"/>
                  </a:lnTo>
                  <a:lnTo>
                    <a:pt x="354470" y="182537"/>
                  </a:lnTo>
                  <a:lnTo>
                    <a:pt x="362471" y="199834"/>
                  </a:lnTo>
                  <a:lnTo>
                    <a:pt x="373329" y="189452"/>
                  </a:lnTo>
                  <a:lnTo>
                    <a:pt x="395173" y="191941"/>
                  </a:lnTo>
                  <a:lnTo>
                    <a:pt x="423875" y="180587"/>
                  </a:lnTo>
                  <a:lnTo>
                    <a:pt x="445148" y="189890"/>
                  </a:lnTo>
                  <a:lnTo>
                    <a:pt x="455117" y="205676"/>
                  </a:lnTo>
                  <a:lnTo>
                    <a:pt x="481850" y="194862"/>
                  </a:lnTo>
                  <a:lnTo>
                    <a:pt x="488264" y="216059"/>
                  </a:lnTo>
                  <a:lnTo>
                    <a:pt x="522999" y="225355"/>
                  </a:lnTo>
                  <a:lnTo>
                    <a:pt x="534365" y="208166"/>
                  </a:lnTo>
                  <a:lnTo>
                    <a:pt x="547700" y="208597"/>
                  </a:lnTo>
                  <a:lnTo>
                    <a:pt x="548653" y="218434"/>
                  </a:lnTo>
                  <a:lnTo>
                    <a:pt x="562051" y="235629"/>
                  </a:lnTo>
                  <a:lnTo>
                    <a:pt x="588912" y="240601"/>
                  </a:lnTo>
                  <a:lnTo>
                    <a:pt x="615836" y="279965"/>
                  </a:lnTo>
                  <a:lnTo>
                    <a:pt x="631139" y="267748"/>
                  </a:lnTo>
                  <a:lnTo>
                    <a:pt x="634061" y="279641"/>
                  </a:lnTo>
                  <a:lnTo>
                    <a:pt x="650634" y="279641"/>
                  </a:lnTo>
                  <a:lnTo>
                    <a:pt x="650507" y="223088"/>
                  </a:lnTo>
                  <a:lnTo>
                    <a:pt x="631648" y="226333"/>
                  </a:lnTo>
                  <a:lnTo>
                    <a:pt x="630568" y="236061"/>
                  </a:lnTo>
                  <a:lnTo>
                    <a:pt x="614566" y="233578"/>
                  </a:lnTo>
                  <a:lnTo>
                    <a:pt x="604469" y="219087"/>
                  </a:lnTo>
                  <a:lnTo>
                    <a:pt x="593548" y="213893"/>
                  </a:lnTo>
                  <a:lnTo>
                    <a:pt x="588404" y="199187"/>
                  </a:lnTo>
                  <a:lnTo>
                    <a:pt x="601040" y="174530"/>
                  </a:lnTo>
                  <a:lnTo>
                    <a:pt x="595833" y="124142"/>
                  </a:lnTo>
                  <a:lnTo>
                    <a:pt x="608724" y="92995"/>
                  </a:lnTo>
                  <a:lnTo>
                    <a:pt x="668604" y="844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293CDCAF-46AB-1199-1E36-22BADA718451}"/>
                </a:ext>
              </a:extLst>
            </p:cNvPr>
            <p:cNvSpPr/>
            <p:nvPr/>
          </p:nvSpPr>
          <p:spPr>
            <a:xfrm>
              <a:off x="5609087" y="5646926"/>
              <a:ext cx="531789" cy="234790"/>
            </a:xfrm>
            <a:custGeom>
              <a:avLst/>
              <a:gdLst>
                <a:gd name="csX0" fmla="*/ 613296 w 613295"/>
                <a:gd name="csY0" fmla="*/ 187941 h 270776"/>
                <a:gd name="csX1" fmla="*/ 580593 w 613295"/>
                <a:gd name="csY1" fmla="*/ 187941 h 270776"/>
                <a:gd name="csX2" fmla="*/ 580593 w 613295"/>
                <a:gd name="csY2" fmla="*/ 205677 h 270776"/>
                <a:gd name="csX3" fmla="*/ 549859 w 613295"/>
                <a:gd name="csY3" fmla="*/ 202648 h 270776"/>
                <a:gd name="csX4" fmla="*/ 536397 w 613295"/>
                <a:gd name="csY4" fmla="*/ 169342 h 270776"/>
                <a:gd name="csX5" fmla="*/ 556209 w 613295"/>
                <a:gd name="csY5" fmla="*/ 143282 h 270776"/>
                <a:gd name="csX6" fmla="*/ 580593 w 613295"/>
                <a:gd name="csY6" fmla="*/ 153124 h 270776"/>
                <a:gd name="csX7" fmla="*/ 580593 w 613295"/>
                <a:gd name="csY7" fmla="*/ 91701 h 270776"/>
                <a:gd name="csX8" fmla="*/ 562178 w 613295"/>
                <a:gd name="csY8" fmla="*/ 54826 h 270776"/>
                <a:gd name="csX9" fmla="*/ 563702 w 613295"/>
                <a:gd name="csY9" fmla="*/ 40551 h 270776"/>
                <a:gd name="csX10" fmla="*/ 551764 w 613295"/>
                <a:gd name="csY10" fmla="*/ 9081 h 270776"/>
                <a:gd name="csX11" fmla="*/ 518109 w 613295"/>
                <a:gd name="csY11" fmla="*/ 10059 h 270776"/>
                <a:gd name="csX12" fmla="*/ 495948 w 613295"/>
                <a:gd name="csY12" fmla="*/ 0 h 270776"/>
                <a:gd name="csX13" fmla="*/ 469341 w 613295"/>
                <a:gd name="csY13" fmla="*/ 3893 h 270776"/>
                <a:gd name="csX14" fmla="*/ 464452 w 613295"/>
                <a:gd name="csY14" fmla="*/ 16110 h 270776"/>
                <a:gd name="csX15" fmla="*/ 439560 w 613295"/>
                <a:gd name="csY15" fmla="*/ 22816 h 270776"/>
                <a:gd name="csX16" fmla="*/ 396443 w 613295"/>
                <a:gd name="csY16" fmla="*/ 58934 h 270776"/>
                <a:gd name="csX17" fmla="*/ 386601 w 613295"/>
                <a:gd name="csY17" fmla="*/ 84239 h 270776"/>
                <a:gd name="csX18" fmla="*/ 352438 w 613295"/>
                <a:gd name="csY18" fmla="*/ 104889 h 270776"/>
                <a:gd name="csX19" fmla="*/ 340500 w 613295"/>
                <a:gd name="csY19" fmla="*/ 140253 h 270776"/>
                <a:gd name="csX20" fmla="*/ 315290 w 613295"/>
                <a:gd name="csY20" fmla="*/ 146958 h 270776"/>
                <a:gd name="csX21" fmla="*/ 279603 w 613295"/>
                <a:gd name="csY21" fmla="*/ 140253 h 270776"/>
                <a:gd name="csX22" fmla="*/ 261696 w 613295"/>
                <a:gd name="csY22" fmla="*/ 125546 h 270776"/>
                <a:gd name="csX23" fmla="*/ 240931 w 613295"/>
                <a:gd name="csY23" fmla="*/ 126302 h 270776"/>
                <a:gd name="csX24" fmla="*/ 232042 w 613295"/>
                <a:gd name="csY24" fmla="*/ 155067 h 270776"/>
                <a:gd name="csX25" fmla="*/ 197117 w 613295"/>
                <a:gd name="csY25" fmla="*/ 188157 h 270776"/>
                <a:gd name="csX26" fmla="*/ 155524 w 613295"/>
                <a:gd name="csY26" fmla="*/ 190430 h 270776"/>
                <a:gd name="csX27" fmla="*/ 152476 w 613295"/>
                <a:gd name="csY27" fmla="*/ 172695 h 270776"/>
                <a:gd name="csX28" fmla="*/ 163652 w 613295"/>
                <a:gd name="csY28" fmla="*/ 154312 h 270776"/>
                <a:gd name="csX29" fmla="*/ 130187 w 613295"/>
                <a:gd name="csY29" fmla="*/ 106407 h 270776"/>
                <a:gd name="csX30" fmla="*/ 130950 w 613295"/>
                <a:gd name="csY30" fmla="*/ 250876 h 270776"/>
                <a:gd name="csX31" fmla="*/ 103454 w 613295"/>
                <a:gd name="csY31" fmla="*/ 270777 h 270776"/>
                <a:gd name="csX32" fmla="*/ 41783 w 613295"/>
                <a:gd name="csY32" fmla="*/ 264071 h 270776"/>
                <a:gd name="csX33" fmla="*/ 21755 w 613295"/>
                <a:gd name="csY33" fmla="*/ 234658 h 270776"/>
                <a:gd name="csX34" fmla="*/ 0 w 613295"/>
                <a:gd name="csY34" fmla="*/ 259207 h 270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3295" h="270776">
                  <a:moveTo>
                    <a:pt x="613296" y="187941"/>
                  </a:moveTo>
                  <a:lnTo>
                    <a:pt x="580593" y="187941"/>
                  </a:lnTo>
                  <a:lnTo>
                    <a:pt x="580593" y="205677"/>
                  </a:lnTo>
                  <a:lnTo>
                    <a:pt x="549859" y="202648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593" y="153124"/>
                  </a:lnTo>
                  <a:lnTo>
                    <a:pt x="580593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341" y="3893"/>
                  </a:lnTo>
                  <a:lnTo>
                    <a:pt x="464452" y="16110"/>
                  </a:lnTo>
                  <a:lnTo>
                    <a:pt x="439560" y="22816"/>
                  </a:lnTo>
                  <a:lnTo>
                    <a:pt x="396443" y="58934"/>
                  </a:lnTo>
                  <a:lnTo>
                    <a:pt x="386601" y="84239"/>
                  </a:lnTo>
                  <a:lnTo>
                    <a:pt x="352438" y="104889"/>
                  </a:lnTo>
                  <a:lnTo>
                    <a:pt x="340500" y="140253"/>
                  </a:lnTo>
                  <a:lnTo>
                    <a:pt x="315290" y="146958"/>
                  </a:lnTo>
                  <a:lnTo>
                    <a:pt x="279603" y="140253"/>
                  </a:lnTo>
                  <a:lnTo>
                    <a:pt x="261696" y="125546"/>
                  </a:lnTo>
                  <a:lnTo>
                    <a:pt x="240931" y="126302"/>
                  </a:lnTo>
                  <a:lnTo>
                    <a:pt x="232042" y="155067"/>
                  </a:lnTo>
                  <a:lnTo>
                    <a:pt x="197117" y="188157"/>
                  </a:lnTo>
                  <a:lnTo>
                    <a:pt x="155524" y="190430"/>
                  </a:lnTo>
                  <a:lnTo>
                    <a:pt x="152476" y="172695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071"/>
                  </a:lnTo>
                  <a:lnTo>
                    <a:pt x="21755" y="234658"/>
                  </a:lnTo>
                  <a:lnTo>
                    <a:pt x="0" y="2592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7767B8AE-4172-E53C-76AC-26432DEC2B12}"/>
                </a:ext>
              </a:extLst>
            </p:cNvPr>
            <p:cNvSpPr/>
            <p:nvPr/>
          </p:nvSpPr>
          <p:spPr>
            <a:xfrm>
              <a:off x="6112520" y="5779700"/>
              <a:ext cx="5506" cy="30190"/>
            </a:xfrm>
            <a:custGeom>
              <a:avLst/>
              <a:gdLst>
                <a:gd name="csX0" fmla="*/ 0 w 6350"/>
                <a:gd name="csY0" fmla="*/ 0 h 34817"/>
                <a:gd name="csX1" fmla="*/ 0 w 6350"/>
                <a:gd name="csY1" fmla="*/ 34817 h 34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34817">
                  <a:moveTo>
                    <a:pt x="0" y="0"/>
                  </a:moveTo>
                  <a:lnTo>
                    <a:pt x="0" y="3481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C011DF19-D77D-BE76-2C3A-170A9A427154}"/>
                </a:ext>
              </a:extLst>
            </p:cNvPr>
            <p:cNvSpPr/>
            <p:nvPr/>
          </p:nvSpPr>
          <p:spPr>
            <a:xfrm>
              <a:off x="5951357" y="5870181"/>
              <a:ext cx="77360" cy="70979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79 w 89217"/>
                <a:gd name="csY3" fmla="*/ 67044 h 81858"/>
                <a:gd name="csX4" fmla="*/ 40196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79" y="67044"/>
                  </a:lnTo>
                  <a:lnTo>
                    <a:pt x="40196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5F7A9084-6B21-1129-003E-62AC1FF35B9F}"/>
                </a:ext>
              </a:extLst>
            </p:cNvPr>
            <p:cNvSpPr/>
            <p:nvPr/>
          </p:nvSpPr>
          <p:spPr>
            <a:xfrm>
              <a:off x="5600928" y="3296109"/>
              <a:ext cx="11821" cy="22035"/>
            </a:xfrm>
            <a:custGeom>
              <a:avLst/>
              <a:gdLst>
                <a:gd name="csX0" fmla="*/ 0 w 13633"/>
                <a:gd name="csY0" fmla="*/ 0 h 25412"/>
                <a:gd name="csX1" fmla="*/ 13633 w 13633"/>
                <a:gd name="csY1" fmla="*/ 25413 h 25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633" h="25412">
                  <a:moveTo>
                    <a:pt x="0" y="0"/>
                  </a:moveTo>
                  <a:lnTo>
                    <a:pt x="13633" y="254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21" name="BottomLine2">
            <a:extLst>
              <a:ext uri="{FF2B5EF4-FFF2-40B4-BE49-F238E27FC236}">
                <a16:creationId xmlns:a16="http://schemas.microsoft.com/office/drawing/2014/main" id="{DB2CF672-3996-CE92-C161-AAD925AAEFD5}"/>
              </a:ext>
            </a:extLst>
          </p:cNvPr>
          <p:cNvSpPr/>
          <p:nvPr/>
        </p:nvSpPr>
        <p:spPr>
          <a:xfrm>
            <a:off x="344336" y="4388347"/>
            <a:ext cx="2850211" cy="1230906"/>
          </a:xfrm>
          <a:prstGeom prst="roundRect">
            <a:avLst/>
          </a:prstGeom>
          <a:solidFill>
            <a:srgbClr val="FFFFFF">
              <a:alpha val="70000"/>
            </a:srgbClr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latin typeface="Funnel Sans Medium" pitchFamily="2" charset="0"/>
              </a:rPr>
              <a:t>Opportunities are largely outreach to Sego from Chinese biotechs &amp; European academics.</a:t>
            </a:r>
            <a:r>
              <a:rPr lang="en-US" sz="1200">
                <a:latin typeface="Funnel Sans" pitchFamily="2" charset="0"/>
              </a:rPr>
              <a:t xml:space="preserve">  Key partner motivations are Sego’s founding team, US integration, global clinical network</a:t>
            </a:r>
          </a:p>
        </p:txBody>
      </p:sp>
      <p:sp>
        <p:nvSpPr>
          <p:cNvPr id="2769" name="TextBox 2768">
            <a:extLst>
              <a:ext uri="{FF2B5EF4-FFF2-40B4-BE49-F238E27FC236}">
                <a16:creationId xmlns:a16="http://schemas.microsoft.com/office/drawing/2014/main" id="{1066DF99-9F7D-8E4C-73DB-4501C5FB9248}"/>
              </a:ext>
            </a:extLst>
          </p:cNvPr>
          <p:cNvSpPr txBox="1"/>
          <p:nvPr/>
        </p:nvSpPr>
        <p:spPr>
          <a:xfrm>
            <a:off x="5100761" y="3758537"/>
            <a:ext cx="1433885" cy="3816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1000">
                <a:solidFill>
                  <a:schemeClr val="bg1"/>
                </a:solidFill>
              </a:rPr>
              <a:t>10+ groups</a:t>
            </a:r>
          </a:p>
        </p:txBody>
      </p:sp>
      <p:sp>
        <p:nvSpPr>
          <p:cNvPr id="2770" name="TextBox 2769">
            <a:extLst>
              <a:ext uri="{FF2B5EF4-FFF2-40B4-BE49-F238E27FC236}">
                <a16:creationId xmlns:a16="http://schemas.microsoft.com/office/drawing/2014/main" id="{8E87246E-A1C6-772D-CD88-EA5C6F3B11F8}"/>
              </a:ext>
            </a:extLst>
          </p:cNvPr>
          <p:cNvSpPr txBox="1"/>
          <p:nvPr/>
        </p:nvSpPr>
        <p:spPr>
          <a:xfrm>
            <a:off x="266700" y="1908314"/>
            <a:ext cx="3283888" cy="8746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1100"/>
              <a:t>Discussions in last 4 months by geography</a:t>
            </a:r>
          </a:p>
        </p:txBody>
      </p:sp>
      <p:sp>
        <p:nvSpPr>
          <p:cNvPr id="2771" name="TextBox 2770">
            <a:extLst>
              <a:ext uri="{FF2B5EF4-FFF2-40B4-BE49-F238E27FC236}">
                <a16:creationId xmlns:a16="http://schemas.microsoft.com/office/drawing/2014/main" id="{0EA03716-DE4B-3456-1EF6-FE88F095973A}"/>
              </a:ext>
            </a:extLst>
          </p:cNvPr>
          <p:cNvSpPr txBox="1"/>
          <p:nvPr/>
        </p:nvSpPr>
        <p:spPr>
          <a:xfrm>
            <a:off x="3228893" y="3574774"/>
            <a:ext cx="1433885" cy="3816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1000"/>
              <a:t>5+ groups</a:t>
            </a:r>
          </a:p>
        </p:txBody>
      </p:sp>
    </p:spTree>
    <p:extLst>
      <p:ext uri="{BB962C8B-B14F-4D97-AF65-F5344CB8AC3E}">
        <p14:creationId xmlns:p14="http://schemas.microsoft.com/office/powerpoint/2010/main" val="1656103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824E3588-4862-B520-693D-A93B18746B17}"/>
              </a:ext>
            </a:extLst>
          </p:cNvPr>
          <p:cNvGrpSpPr/>
          <p:nvPr/>
        </p:nvGrpSpPr>
        <p:grpSpPr>
          <a:xfrm>
            <a:off x="0" y="0"/>
            <a:ext cx="12196073" cy="6883315"/>
            <a:chOff x="0" y="0"/>
            <a:chExt cx="12196073" cy="6883315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45B5180-D331-4996-7A25-37A56FAB93B5}"/>
                </a:ext>
              </a:extLst>
            </p:cNvPr>
            <p:cNvSpPr/>
            <p:nvPr/>
          </p:nvSpPr>
          <p:spPr>
            <a:xfrm>
              <a:off x="11863764" y="3761369"/>
              <a:ext cx="21268" cy="15843"/>
            </a:xfrm>
            <a:custGeom>
              <a:avLst/>
              <a:gdLst>
                <a:gd name="csX0" fmla="*/ 14863 w 21268"/>
                <a:gd name="csY0" fmla="*/ 142 h 15843"/>
                <a:gd name="csX1" fmla="*/ 18864 w 21268"/>
                <a:gd name="csY1" fmla="*/ 2409 h 15843"/>
                <a:gd name="csX2" fmla="*/ 21213 w 21268"/>
                <a:gd name="csY2" fmla="*/ 12899 h 15843"/>
                <a:gd name="csX3" fmla="*/ 18609 w 21268"/>
                <a:gd name="csY3" fmla="*/ 15820 h 15843"/>
                <a:gd name="csX4" fmla="*/ 7053 w 21268"/>
                <a:gd name="csY4" fmla="*/ 14849 h 15843"/>
                <a:gd name="csX5" fmla="*/ 2163 w 21268"/>
                <a:gd name="csY5" fmla="*/ 11604 h 15843"/>
                <a:gd name="csX6" fmla="*/ 321 w 21268"/>
                <a:gd name="csY6" fmla="*/ 7927 h 15843"/>
                <a:gd name="csX7" fmla="*/ 2100 w 21268"/>
                <a:gd name="csY7" fmla="*/ 3927 h 15843"/>
                <a:gd name="csX8" fmla="*/ 14990 w 21268"/>
                <a:gd name="csY8" fmla="*/ 34 h 15843"/>
                <a:gd name="csX9" fmla="*/ 14863 w 21268"/>
                <a:gd name="csY9" fmla="*/ 142 h 15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68" h="15843">
                  <a:moveTo>
                    <a:pt x="14863" y="142"/>
                  </a:moveTo>
                  <a:cubicBezTo>
                    <a:pt x="16578" y="-404"/>
                    <a:pt x="18419" y="682"/>
                    <a:pt x="18864" y="2409"/>
                  </a:cubicBezTo>
                  <a:lnTo>
                    <a:pt x="21213" y="12899"/>
                  </a:lnTo>
                  <a:cubicBezTo>
                    <a:pt x="21530" y="14741"/>
                    <a:pt x="20451" y="16036"/>
                    <a:pt x="18609" y="15820"/>
                  </a:cubicBezTo>
                  <a:lnTo>
                    <a:pt x="7053" y="14849"/>
                  </a:lnTo>
                  <a:cubicBezTo>
                    <a:pt x="5211" y="14741"/>
                    <a:pt x="3052" y="13223"/>
                    <a:pt x="2163" y="11604"/>
                  </a:cubicBezTo>
                  <a:lnTo>
                    <a:pt x="321" y="7927"/>
                  </a:lnTo>
                  <a:cubicBezTo>
                    <a:pt x="-504" y="6301"/>
                    <a:pt x="321" y="4466"/>
                    <a:pt x="2100" y="3927"/>
                  </a:cubicBezTo>
                  <a:lnTo>
                    <a:pt x="14990" y="34"/>
                  </a:lnTo>
                  <a:lnTo>
                    <a:pt x="14863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3ACA6BA-76AA-AC87-9047-78F636920738}"/>
                </a:ext>
              </a:extLst>
            </p:cNvPr>
            <p:cNvSpPr/>
            <p:nvPr/>
          </p:nvSpPr>
          <p:spPr>
            <a:xfrm>
              <a:off x="11904611" y="4987556"/>
              <a:ext cx="14506" cy="14582"/>
            </a:xfrm>
            <a:custGeom>
              <a:avLst/>
              <a:gdLst>
                <a:gd name="csX0" fmla="*/ 3353 w 14506"/>
                <a:gd name="csY0" fmla="*/ 990 h 14582"/>
                <a:gd name="csX1" fmla="*/ 13957 w 14506"/>
                <a:gd name="csY1" fmla="*/ 9207 h 14582"/>
                <a:gd name="csX2" fmla="*/ 3353 w 14506"/>
                <a:gd name="csY2" fmla="*/ 990 h 1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506" h="14582">
                  <a:moveTo>
                    <a:pt x="3353" y="990"/>
                  </a:moveTo>
                  <a:cubicBezTo>
                    <a:pt x="-9411" y="20237"/>
                    <a:pt x="18719" y="15151"/>
                    <a:pt x="13957" y="9207"/>
                  </a:cubicBezTo>
                  <a:cubicBezTo>
                    <a:pt x="9957" y="5207"/>
                    <a:pt x="7036" y="-2794"/>
                    <a:pt x="3353" y="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8FF27B4-16F6-D9FF-4890-82570A7AE04C}"/>
                </a:ext>
              </a:extLst>
            </p:cNvPr>
            <p:cNvSpPr/>
            <p:nvPr/>
          </p:nvSpPr>
          <p:spPr>
            <a:xfrm>
              <a:off x="11906259" y="5012517"/>
              <a:ext cx="14294" cy="13918"/>
            </a:xfrm>
            <a:custGeom>
              <a:avLst/>
              <a:gdLst>
                <a:gd name="csX0" fmla="*/ 8309 w 14294"/>
                <a:gd name="csY0" fmla="*/ 681 h 13918"/>
                <a:gd name="csX1" fmla="*/ 689 w 14294"/>
                <a:gd name="csY1" fmla="*/ 4249 h 13918"/>
                <a:gd name="csX2" fmla="*/ 10214 w 14294"/>
                <a:gd name="csY2" fmla="*/ 12905 h 13918"/>
                <a:gd name="csX3" fmla="*/ 12945 w 14294"/>
                <a:gd name="csY3" fmla="*/ 4034 h 13918"/>
                <a:gd name="csX4" fmla="*/ 8309 w 14294"/>
                <a:gd name="csY4" fmla="*/ 681 h 1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94" h="13918">
                  <a:moveTo>
                    <a:pt x="8309" y="681"/>
                  </a:moveTo>
                  <a:cubicBezTo>
                    <a:pt x="4499" y="-2126"/>
                    <a:pt x="181" y="4681"/>
                    <a:pt x="689" y="4249"/>
                  </a:cubicBezTo>
                  <a:cubicBezTo>
                    <a:pt x="-2677" y="8034"/>
                    <a:pt x="7229" y="16905"/>
                    <a:pt x="10214" y="12905"/>
                  </a:cubicBezTo>
                  <a:cubicBezTo>
                    <a:pt x="11230" y="10955"/>
                    <a:pt x="16818" y="6847"/>
                    <a:pt x="12945" y="4034"/>
                  </a:cubicBezTo>
                  <a:lnTo>
                    <a:pt x="8309" y="6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6AA7F5E-F441-7609-D212-A8D2A7227F0A}"/>
                </a:ext>
              </a:extLst>
            </p:cNvPr>
            <p:cNvSpPr/>
            <p:nvPr/>
          </p:nvSpPr>
          <p:spPr>
            <a:xfrm>
              <a:off x="11872833" y="5029530"/>
              <a:ext cx="30449" cy="40454"/>
            </a:xfrm>
            <a:custGeom>
              <a:avLst/>
              <a:gdLst>
                <a:gd name="csX0" fmla="*/ 27510 w 30449"/>
                <a:gd name="csY0" fmla="*/ 12973 h 40454"/>
                <a:gd name="csX1" fmla="*/ 30432 w 30449"/>
                <a:gd name="csY1" fmla="*/ 38062 h 40454"/>
                <a:gd name="csX2" fmla="*/ 11064 w 30449"/>
                <a:gd name="csY2" fmla="*/ 37306 h 40454"/>
                <a:gd name="csX3" fmla="*/ 1475 w 30449"/>
                <a:gd name="csY3" fmla="*/ 0 h 40454"/>
                <a:gd name="csX4" fmla="*/ 20081 w 30449"/>
                <a:gd name="csY4" fmla="*/ 15678 h 40454"/>
                <a:gd name="csX5" fmla="*/ 27510 w 30449"/>
                <a:gd name="csY5" fmla="*/ 13081 h 40454"/>
                <a:gd name="csX6" fmla="*/ 27510 w 30449"/>
                <a:gd name="csY6" fmla="*/ 12973 h 40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49" h="40454">
                  <a:moveTo>
                    <a:pt x="27510" y="12973"/>
                  </a:moveTo>
                  <a:lnTo>
                    <a:pt x="30432" y="38062"/>
                  </a:lnTo>
                  <a:cubicBezTo>
                    <a:pt x="31130" y="43904"/>
                    <a:pt x="10556" y="37198"/>
                    <a:pt x="11064" y="37306"/>
                  </a:cubicBezTo>
                  <a:cubicBezTo>
                    <a:pt x="4905" y="36011"/>
                    <a:pt x="-3414" y="756"/>
                    <a:pt x="1475" y="0"/>
                  </a:cubicBezTo>
                  <a:cubicBezTo>
                    <a:pt x="14747" y="756"/>
                    <a:pt x="13922" y="20866"/>
                    <a:pt x="20081" y="15678"/>
                  </a:cubicBezTo>
                  <a:cubicBezTo>
                    <a:pt x="20081" y="15678"/>
                    <a:pt x="27002" y="8217"/>
                    <a:pt x="27510" y="13081"/>
                  </a:cubicBezTo>
                  <a:lnTo>
                    <a:pt x="27510" y="12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DF5AD6C-EFFF-AF8E-CEF0-5A17F4111633}"/>
                </a:ext>
              </a:extLst>
            </p:cNvPr>
            <p:cNvSpPr/>
            <p:nvPr/>
          </p:nvSpPr>
          <p:spPr>
            <a:xfrm>
              <a:off x="11895840" y="5080103"/>
              <a:ext cx="25393" cy="26424"/>
            </a:xfrm>
            <a:custGeom>
              <a:avLst/>
              <a:gdLst>
                <a:gd name="csX0" fmla="*/ 1202 w 25393"/>
                <a:gd name="csY0" fmla="*/ 13226 h 26424"/>
                <a:gd name="csX1" fmla="*/ 12886 w 25393"/>
                <a:gd name="csY1" fmla="*/ 25989 h 26424"/>
                <a:gd name="csX2" fmla="*/ 24569 w 25393"/>
                <a:gd name="csY2" fmla="*/ 17766 h 26424"/>
                <a:gd name="csX3" fmla="*/ 3995 w 25393"/>
                <a:gd name="csY3" fmla="*/ 360 h 26424"/>
                <a:gd name="csX4" fmla="*/ 1202 w 25393"/>
                <a:gd name="csY4" fmla="*/ 13226 h 26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393" h="26424">
                  <a:moveTo>
                    <a:pt x="1202" y="13226"/>
                  </a:moveTo>
                  <a:cubicBezTo>
                    <a:pt x="12886" y="16363"/>
                    <a:pt x="5583" y="28904"/>
                    <a:pt x="12886" y="25989"/>
                  </a:cubicBezTo>
                  <a:cubicBezTo>
                    <a:pt x="18728" y="22852"/>
                    <a:pt x="28253" y="21773"/>
                    <a:pt x="24569" y="17766"/>
                  </a:cubicBezTo>
                  <a:cubicBezTo>
                    <a:pt x="9520" y="1656"/>
                    <a:pt x="8187" y="-1157"/>
                    <a:pt x="3995" y="360"/>
                  </a:cubicBezTo>
                  <a:cubicBezTo>
                    <a:pt x="3424" y="792"/>
                    <a:pt x="-2482" y="13226"/>
                    <a:pt x="1202" y="132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AD2F202-3DC3-21FB-715C-42A85885EB56}"/>
                </a:ext>
              </a:extLst>
            </p:cNvPr>
            <p:cNvSpPr/>
            <p:nvPr/>
          </p:nvSpPr>
          <p:spPr>
            <a:xfrm>
              <a:off x="11926696" y="5084123"/>
              <a:ext cx="18894" cy="11609"/>
            </a:xfrm>
            <a:custGeom>
              <a:avLst/>
              <a:gdLst>
                <a:gd name="csX0" fmla="*/ 15050 w 18894"/>
                <a:gd name="csY0" fmla="*/ 1960 h 11609"/>
                <a:gd name="csX1" fmla="*/ 18352 w 18894"/>
                <a:gd name="csY1" fmla="*/ 6284 h 11609"/>
                <a:gd name="csX2" fmla="*/ 10287 w 18894"/>
                <a:gd name="csY2" fmla="*/ 11479 h 11609"/>
                <a:gd name="csX3" fmla="*/ 635 w 18894"/>
                <a:gd name="csY3" fmla="*/ 4557 h 11609"/>
                <a:gd name="csX4" fmla="*/ 1842 w 18894"/>
                <a:gd name="csY4" fmla="*/ 1420 h 11609"/>
                <a:gd name="csX5" fmla="*/ 15050 w 18894"/>
                <a:gd name="csY5" fmla="*/ 2068 h 11609"/>
                <a:gd name="csX6" fmla="*/ 15050 w 18894"/>
                <a:gd name="csY6" fmla="*/ 1960 h 11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894" h="11609">
                  <a:moveTo>
                    <a:pt x="15050" y="1960"/>
                  </a:moveTo>
                  <a:lnTo>
                    <a:pt x="18352" y="6284"/>
                  </a:lnTo>
                  <a:cubicBezTo>
                    <a:pt x="21527" y="10393"/>
                    <a:pt x="9716" y="11695"/>
                    <a:pt x="10287" y="11479"/>
                  </a:cubicBezTo>
                  <a:cubicBezTo>
                    <a:pt x="5271" y="12774"/>
                    <a:pt x="0" y="4017"/>
                    <a:pt x="635" y="4557"/>
                  </a:cubicBezTo>
                  <a:cubicBezTo>
                    <a:pt x="-571" y="3148"/>
                    <a:pt x="0" y="1744"/>
                    <a:pt x="1842" y="1420"/>
                  </a:cubicBezTo>
                  <a:cubicBezTo>
                    <a:pt x="5843" y="1204"/>
                    <a:pt x="11875" y="-2040"/>
                    <a:pt x="15050" y="2068"/>
                  </a:cubicBezTo>
                  <a:lnTo>
                    <a:pt x="15050" y="19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13BA04E-02E6-E3CD-A474-BF37551BF36D}"/>
                </a:ext>
              </a:extLst>
            </p:cNvPr>
            <p:cNvSpPr/>
            <p:nvPr/>
          </p:nvSpPr>
          <p:spPr>
            <a:xfrm>
              <a:off x="11934351" y="5110218"/>
              <a:ext cx="15420" cy="10833"/>
            </a:xfrm>
            <a:custGeom>
              <a:avLst/>
              <a:gdLst>
                <a:gd name="csX0" fmla="*/ 92 w 15420"/>
                <a:gd name="csY0" fmla="*/ 3443 h 10833"/>
                <a:gd name="csX1" fmla="*/ 410 w 15420"/>
                <a:gd name="csY1" fmla="*/ 7120 h 10833"/>
                <a:gd name="csX2" fmla="*/ 12221 w 15420"/>
                <a:gd name="csY2" fmla="*/ 10472 h 10833"/>
                <a:gd name="csX3" fmla="*/ 15079 w 15420"/>
                <a:gd name="csY3" fmla="*/ 3443 h 10833"/>
                <a:gd name="csX4" fmla="*/ 11459 w 15420"/>
                <a:gd name="csY4" fmla="*/ 90 h 10833"/>
                <a:gd name="csX5" fmla="*/ 30 w 15420"/>
                <a:gd name="csY5" fmla="*/ 3443 h 10833"/>
                <a:gd name="csX6" fmla="*/ 92 w 15420"/>
                <a:gd name="csY6" fmla="*/ 3443 h 10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0" h="10833">
                  <a:moveTo>
                    <a:pt x="92" y="3443"/>
                  </a:moveTo>
                  <a:lnTo>
                    <a:pt x="410" y="7120"/>
                  </a:lnTo>
                  <a:cubicBezTo>
                    <a:pt x="981" y="12308"/>
                    <a:pt x="12856" y="10580"/>
                    <a:pt x="12221" y="10472"/>
                  </a:cubicBezTo>
                  <a:cubicBezTo>
                    <a:pt x="16793" y="10472"/>
                    <a:pt x="15143" y="2897"/>
                    <a:pt x="15079" y="3443"/>
                  </a:cubicBezTo>
                  <a:cubicBezTo>
                    <a:pt x="14952" y="1601"/>
                    <a:pt x="13301" y="90"/>
                    <a:pt x="11459" y="90"/>
                  </a:cubicBezTo>
                  <a:cubicBezTo>
                    <a:pt x="7331" y="630"/>
                    <a:pt x="-543" y="-1752"/>
                    <a:pt x="30" y="3443"/>
                  </a:cubicBezTo>
                  <a:lnTo>
                    <a:pt x="92" y="34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EEC895F-B73F-F84A-9E69-E29294F491B9}"/>
                </a:ext>
              </a:extLst>
            </p:cNvPr>
            <p:cNvSpPr/>
            <p:nvPr/>
          </p:nvSpPr>
          <p:spPr>
            <a:xfrm>
              <a:off x="11934856" y="5133926"/>
              <a:ext cx="17981" cy="20000"/>
            </a:xfrm>
            <a:custGeom>
              <a:avLst/>
              <a:gdLst>
                <a:gd name="csX0" fmla="*/ 10129 w 17981"/>
                <a:gd name="csY0" fmla="*/ 931 h 20000"/>
                <a:gd name="csX1" fmla="*/ 16924 w 17981"/>
                <a:gd name="csY1" fmla="*/ 7954 h 20000"/>
                <a:gd name="csX2" fmla="*/ 14320 w 17981"/>
                <a:gd name="csY2" fmla="*/ 18553 h 20000"/>
                <a:gd name="csX3" fmla="*/ 287 w 17981"/>
                <a:gd name="csY3" fmla="*/ 10767 h 20000"/>
                <a:gd name="csX4" fmla="*/ 10129 w 17981"/>
                <a:gd name="csY4" fmla="*/ 931 h 2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81" h="20000">
                  <a:moveTo>
                    <a:pt x="10129" y="931"/>
                  </a:moveTo>
                  <a:lnTo>
                    <a:pt x="16924" y="7954"/>
                  </a:lnTo>
                  <a:cubicBezTo>
                    <a:pt x="20416" y="11523"/>
                    <a:pt x="14129" y="19099"/>
                    <a:pt x="14320" y="18553"/>
                  </a:cubicBezTo>
                  <a:cubicBezTo>
                    <a:pt x="11399" y="23423"/>
                    <a:pt x="-2126" y="14768"/>
                    <a:pt x="287" y="10767"/>
                  </a:cubicBezTo>
                  <a:cubicBezTo>
                    <a:pt x="4160" y="5796"/>
                    <a:pt x="6446" y="-2853"/>
                    <a:pt x="10129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D2CCDEE-C157-6D1F-7A28-A3990BEE648D}"/>
                </a:ext>
              </a:extLst>
            </p:cNvPr>
            <p:cNvSpPr/>
            <p:nvPr/>
          </p:nvSpPr>
          <p:spPr>
            <a:xfrm>
              <a:off x="11931761" y="5041592"/>
              <a:ext cx="12586" cy="30897"/>
            </a:xfrm>
            <a:custGeom>
              <a:avLst/>
              <a:gdLst>
                <a:gd name="csX0" fmla="*/ 4779 w 12586"/>
                <a:gd name="csY0" fmla="*/ 371 h 30897"/>
                <a:gd name="csX1" fmla="*/ 16 w 12586"/>
                <a:gd name="csY1" fmla="*/ 5782 h 30897"/>
                <a:gd name="csX2" fmla="*/ 5286 w 12586"/>
                <a:gd name="csY2" fmla="*/ 30864 h 30897"/>
                <a:gd name="csX3" fmla="*/ 12525 w 12586"/>
                <a:gd name="csY3" fmla="*/ 26756 h 30897"/>
                <a:gd name="csX4" fmla="*/ 4779 w 12586"/>
                <a:gd name="csY4" fmla="*/ 371 h 30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86" h="30897">
                  <a:moveTo>
                    <a:pt x="4779" y="371"/>
                  </a:moveTo>
                  <a:cubicBezTo>
                    <a:pt x="4207" y="803"/>
                    <a:pt x="-302" y="1451"/>
                    <a:pt x="16" y="5782"/>
                  </a:cubicBezTo>
                  <a:cubicBezTo>
                    <a:pt x="1604" y="27626"/>
                    <a:pt x="778" y="31302"/>
                    <a:pt x="5286" y="30864"/>
                  </a:cubicBezTo>
                  <a:cubicBezTo>
                    <a:pt x="6683" y="30432"/>
                    <a:pt x="13287" y="31410"/>
                    <a:pt x="12525" y="26756"/>
                  </a:cubicBezTo>
                  <a:cubicBezTo>
                    <a:pt x="8461" y="2213"/>
                    <a:pt x="8970" y="-1356"/>
                    <a:pt x="4779" y="3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3A976D7-9BC5-D65D-30C4-39EEDF8A791E}"/>
                </a:ext>
              </a:extLst>
            </p:cNvPr>
            <p:cNvSpPr/>
            <p:nvPr/>
          </p:nvSpPr>
          <p:spPr>
            <a:xfrm>
              <a:off x="11963883" y="5179879"/>
              <a:ext cx="17848" cy="18949"/>
            </a:xfrm>
            <a:custGeom>
              <a:avLst/>
              <a:gdLst>
                <a:gd name="csX0" fmla="*/ 977 w 17848"/>
                <a:gd name="csY0" fmla="*/ 1905 h 18949"/>
                <a:gd name="csX1" fmla="*/ 24 w 17848"/>
                <a:gd name="csY1" fmla="*/ 10452 h 18949"/>
                <a:gd name="csX2" fmla="*/ 10947 w 17848"/>
                <a:gd name="csY2" fmla="*/ 18669 h 18949"/>
                <a:gd name="csX3" fmla="*/ 17550 w 17848"/>
                <a:gd name="csY3" fmla="*/ 12395 h 18949"/>
                <a:gd name="csX4" fmla="*/ 16026 w 17848"/>
                <a:gd name="csY4" fmla="*/ 7531 h 18949"/>
                <a:gd name="csX5" fmla="*/ 977 w 17848"/>
                <a:gd name="csY5" fmla="*/ 1905 h 1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48" h="18949">
                  <a:moveTo>
                    <a:pt x="977" y="1905"/>
                  </a:moveTo>
                  <a:lnTo>
                    <a:pt x="24" y="10452"/>
                  </a:lnTo>
                  <a:cubicBezTo>
                    <a:pt x="-611" y="15532"/>
                    <a:pt x="11581" y="18993"/>
                    <a:pt x="10947" y="18669"/>
                  </a:cubicBezTo>
                  <a:cubicBezTo>
                    <a:pt x="15391" y="20618"/>
                    <a:pt x="17868" y="11747"/>
                    <a:pt x="17550" y="12395"/>
                  </a:cubicBezTo>
                  <a:cubicBezTo>
                    <a:pt x="18312" y="10668"/>
                    <a:pt x="17550" y="8502"/>
                    <a:pt x="16026" y="7531"/>
                  </a:cubicBezTo>
                  <a:cubicBezTo>
                    <a:pt x="5993" y="1365"/>
                    <a:pt x="1611" y="-2527"/>
                    <a:pt x="977" y="1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88E0BF0-F5ED-7043-DD88-47C772A7B4DA}"/>
                </a:ext>
              </a:extLst>
            </p:cNvPr>
            <p:cNvSpPr/>
            <p:nvPr/>
          </p:nvSpPr>
          <p:spPr>
            <a:xfrm>
              <a:off x="11973572" y="5207947"/>
              <a:ext cx="13584" cy="16309"/>
            </a:xfrm>
            <a:custGeom>
              <a:avLst/>
              <a:gdLst>
                <a:gd name="csX0" fmla="*/ 9830 w 13584"/>
                <a:gd name="csY0" fmla="*/ 1738 h 16309"/>
                <a:gd name="csX1" fmla="*/ 178 w 13584"/>
                <a:gd name="csY1" fmla="*/ 5739 h 16309"/>
                <a:gd name="csX2" fmla="*/ 6972 w 13584"/>
                <a:gd name="csY2" fmla="*/ 15582 h 16309"/>
                <a:gd name="csX3" fmla="*/ 12941 w 13584"/>
                <a:gd name="csY3" fmla="*/ 6710 h 16309"/>
                <a:gd name="csX4" fmla="*/ 9830 w 13584"/>
                <a:gd name="csY4" fmla="*/ 1738 h 1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84" h="16309">
                  <a:moveTo>
                    <a:pt x="9830" y="1738"/>
                  </a:moveTo>
                  <a:cubicBezTo>
                    <a:pt x="7353" y="-2262"/>
                    <a:pt x="-1346" y="1306"/>
                    <a:pt x="178" y="5739"/>
                  </a:cubicBezTo>
                  <a:cubicBezTo>
                    <a:pt x="2146" y="9847"/>
                    <a:pt x="2782" y="18934"/>
                    <a:pt x="6972" y="15582"/>
                  </a:cubicBezTo>
                  <a:cubicBezTo>
                    <a:pt x="8941" y="13524"/>
                    <a:pt x="15672" y="10933"/>
                    <a:pt x="12941" y="6710"/>
                  </a:cubicBezTo>
                  <a:lnTo>
                    <a:pt x="9830" y="17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57F1E49-C323-2EEB-CB06-C6395CDB9868}"/>
                </a:ext>
              </a:extLst>
            </p:cNvPr>
            <p:cNvSpPr/>
            <p:nvPr/>
          </p:nvSpPr>
          <p:spPr>
            <a:xfrm>
              <a:off x="11990633" y="5234880"/>
              <a:ext cx="11839" cy="13023"/>
            </a:xfrm>
            <a:custGeom>
              <a:avLst/>
              <a:gdLst>
                <a:gd name="csX0" fmla="*/ 11819 w 11839"/>
                <a:gd name="csY0" fmla="*/ 2924 h 13023"/>
                <a:gd name="csX1" fmla="*/ 4008 w 11839"/>
                <a:gd name="csY1" fmla="*/ 650 h 13023"/>
                <a:gd name="csX2" fmla="*/ 3436 w 11839"/>
                <a:gd name="csY2" fmla="*/ 12868 h 13023"/>
                <a:gd name="csX3" fmla="*/ 11374 w 11839"/>
                <a:gd name="csY3" fmla="*/ 6924 h 13023"/>
                <a:gd name="csX4" fmla="*/ 11819 w 11839"/>
                <a:gd name="csY4" fmla="*/ 2924 h 1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39" h="13023">
                  <a:moveTo>
                    <a:pt x="11819" y="2924"/>
                  </a:moveTo>
                  <a:cubicBezTo>
                    <a:pt x="12327" y="-1839"/>
                    <a:pt x="3373" y="650"/>
                    <a:pt x="4008" y="650"/>
                  </a:cubicBezTo>
                  <a:cubicBezTo>
                    <a:pt x="-1072" y="1298"/>
                    <a:pt x="-1390" y="14601"/>
                    <a:pt x="3436" y="12868"/>
                  </a:cubicBezTo>
                  <a:cubicBezTo>
                    <a:pt x="4960" y="12004"/>
                    <a:pt x="10803" y="11572"/>
                    <a:pt x="11374" y="6924"/>
                  </a:cubicBezTo>
                  <a:lnTo>
                    <a:pt x="11819" y="29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507E4FF-7E3F-4822-E912-40D9811E25E4}"/>
                </a:ext>
              </a:extLst>
            </p:cNvPr>
            <p:cNvSpPr/>
            <p:nvPr/>
          </p:nvSpPr>
          <p:spPr>
            <a:xfrm>
              <a:off x="11493440" y="4720871"/>
              <a:ext cx="50266" cy="35452"/>
            </a:xfrm>
            <a:custGeom>
              <a:avLst/>
              <a:gdLst>
                <a:gd name="csX0" fmla="*/ 4504 w 50266"/>
                <a:gd name="csY0" fmla="*/ 360 h 35452"/>
                <a:gd name="csX1" fmla="*/ 59 w 50266"/>
                <a:gd name="csY1" fmla="*/ 5116 h 35452"/>
                <a:gd name="csX2" fmla="*/ 24951 w 50266"/>
                <a:gd name="csY2" fmla="*/ 29773 h 35452"/>
                <a:gd name="csX3" fmla="*/ 48319 w 50266"/>
                <a:gd name="csY3" fmla="*/ 35393 h 35452"/>
                <a:gd name="csX4" fmla="*/ 48255 w 50266"/>
                <a:gd name="csY4" fmla="*/ 29989 h 35452"/>
                <a:gd name="csX5" fmla="*/ 34921 w 50266"/>
                <a:gd name="csY5" fmla="*/ 23931 h 35452"/>
                <a:gd name="csX6" fmla="*/ 27872 w 50266"/>
                <a:gd name="csY6" fmla="*/ 14628 h 35452"/>
                <a:gd name="csX7" fmla="*/ 23554 w 50266"/>
                <a:gd name="csY7" fmla="*/ 10088 h 35452"/>
                <a:gd name="csX8" fmla="*/ 4631 w 50266"/>
                <a:gd name="csY8" fmla="*/ 252 h 35452"/>
                <a:gd name="csX9" fmla="*/ 4504 w 50266"/>
                <a:gd name="csY9" fmla="*/ 36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266" h="35452">
                  <a:moveTo>
                    <a:pt x="4504" y="360"/>
                  </a:moveTo>
                  <a:cubicBezTo>
                    <a:pt x="630" y="-1697"/>
                    <a:pt x="-259" y="5764"/>
                    <a:pt x="59" y="5116"/>
                  </a:cubicBezTo>
                  <a:cubicBezTo>
                    <a:pt x="-1210" y="10736"/>
                    <a:pt x="25523" y="30313"/>
                    <a:pt x="24951" y="29773"/>
                  </a:cubicBezTo>
                  <a:cubicBezTo>
                    <a:pt x="29078" y="33234"/>
                    <a:pt x="49017" y="35501"/>
                    <a:pt x="48319" y="35393"/>
                  </a:cubicBezTo>
                  <a:cubicBezTo>
                    <a:pt x="52891" y="36149"/>
                    <a:pt x="47938" y="29449"/>
                    <a:pt x="48255" y="29989"/>
                  </a:cubicBezTo>
                  <a:cubicBezTo>
                    <a:pt x="45653" y="25557"/>
                    <a:pt x="34286" y="23823"/>
                    <a:pt x="34921" y="23931"/>
                  </a:cubicBezTo>
                  <a:cubicBezTo>
                    <a:pt x="30158" y="22636"/>
                    <a:pt x="27428" y="14089"/>
                    <a:pt x="27872" y="14628"/>
                  </a:cubicBezTo>
                  <a:cubicBezTo>
                    <a:pt x="27110" y="13009"/>
                    <a:pt x="25205" y="10844"/>
                    <a:pt x="23554" y="10088"/>
                  </a:cubicBezTo>
                  <a:lnTo>
                    <a:pt x="4631" y="252"/>
                  </a:lnTo>
                  <a:lnTo>
                    <a:pt x="4504" y="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E832660-C1AE-4218-C979-A91B52D95739}"/>
                </a:ext>
              </a:extLst>
            </p:cNvPr>
            <p:cNvSpPr/>
            <p:nvPr/>
          </p:nvSpPr>
          <p:spPr>
            <a:xfrm>
              <a:off x="11464433" y="4742091"/>
              <a:ext cx="10828" cy="10006"/>
            </a:xfrm>
            <a:custGeom>
              <a:avLst/>
              <a:gdLst>
                <a:gd name="csX0" fmla="*/ 5825 w 10828"/>
                <a:gd name="csY0" fmla="*/ 222 h 10006"/>
                <a:gd name="csX1" fmla="*/ 173 w 10828"/>
                <a:gd name="csY1" fmla="*/ 5848 h 10006"/>
                <a:gd name="csX2" fmla="*/ 10587 w 10828"/>
                <a:gd name="csY2" fmla="*/ 7144 h 10006"/>
                <a:gd name="csX3" fmla="*/ 8047 w 10828"/>
                <a:gd name="csY3" fmla="*/ 1200 h 10006"/>
                <a:gd name="csX4" fmla="*/ 5825 w 10828"/>
                <a:gd name="csY4" fmla="*/ 336 h 10006"/>
                <a:gd name="csX5" fmla="*/ 5825 w 10828"/>
                <a:gd name="csY5" fmla="*/ 222 h 1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8" h="10006">
                  <a:moveTo>
                    <a:pt x="5825" y="222"/>
                  </a:moveTo>
                  <a:cubicBezTo>
                    <a:pt x="1507" y="-1397"/>
                    <a:pt x="-271" y="6388"/>
                    <a:pt x="173" y="5848"/>
                  </a:cubicBezTo>
                  <a:cubicBezTo>
                    <a:pt x="-1541" y="10497"/>
                    <a:pt x="10016" y="11690"/>
                    <a:pt x="10587" y="7144"/>
                  </a:cubicBezTo>
                  <a:cubicBezTo>
                    <a:pt x="10587" y="6604"/>
                    <a:pt x="11985" y="2603"/>
                    <a:pt x="8047" y="1200"/>
                  </a:cubicBezTo>
                  <a:lnTo>
                    <a:pt x="5825" y="336"/>
                  </a:lnTo>
                  <a:lnTo>
                    <a:pt x="5825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C04D45D-85CE-402E-7EFD-EBB318D59E60}"/>
                </a:ext>
              </a:extLst>
            </p:cNvPr>
            <p:cNvSpPr/>
            <p:nvPr/>
          </p:nvSpPr>
          <p:spPr>
            <a:xfrm>
              <a:off x="11563889" y="4750084"/>
              <a:ext cx="61499" cy="47318"/>
            </a:xfrm>
            <a:custGeom>
              <a:avLst/>
              <a:gdLst>
                <a:gd name="csX0" fmla="*/ 222 w 61499"/>
                <a:gd name="csY0" fmla="*/ 1963 h 47318"/>
                <a:gd name="csX1" fmla="*/ 5683 w 61499"/>
                <a:gd name="csY1" fmla="*/ 14828 h 47318"/>
                <a:gd name="csX2" fmla="*/ 48927 w 61499"/>
                <a:gd name="csY2" fmla="*/ 45759 h 47318"/>
                <a:gd name="csX3" fmla="*/ 60039 w 61499"/>
                <a:gd name="csY3" fmla="*/ 43378 h 47318"/>
                <a:gd name="csX4" fmla="*/ 58070 w 61499"/>
                <a:gd name="csY4" fmla="*/ 34513 h 47318"/>
                <a:gd name="csX5" fmla="*/ 53308 w 61499"/>
                <a:gd name="csY5" fmla="*/ 30081 h 47318"/>
                <a:gd name="csX6" fmla="*/ 222 w 61499"/>
                <a:gd name="csY6" fmla="*/ 1855 h 47318"/>
                <a:gd name="csX7" fmla="*/ 222 w 61499"/>
                <a:gd name="csY7" fmla="*/ 1963 h 47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499" h="47318">
                  <a:moveTo>
                    <a:pt x="222" y="1963"/>
                  </a:moveTo>
                  <a:cubicBezTo>
                    <a:pt x="1619" y="6287"/>
                    <a:pt x="1302" y="12130"/>
                    <a:pt x="5683" y="14828"/>
                  </a:cubicBezTo>
                  <a:cubicBezTo>
                    <a:pt x="56801" y="45327"/>
                    <a:pt x="49244" y="46407"/>
                    <a:pt x="48927" y="45759"/>
                  </a:cubicBezTo>
                  <a:cubicBezTo>
                    <a:pt x="51086" y="50407"/>
                    <a:pt x="60611" y="43162"/>
                    <a:pt x="60039" y="43378"/>
                  </a:cubicBezTo>
                  <a:cubicBezTo>
                    <a:pt x="64293" y="41003"/>
                    <a:pt x="57880" y="33974"/>
                    <a:pt x="58070" y="34513"/>
                  </a:cubicBezTo>
                  <a:cubicBezTo>
                    <a:pt x="57118" y="32996"/>
                    <a:pt x="54959" y="31052"/>
                    <a:pt x="53308" y="30081"/>
                  </a:cubicBezTo>
                  <a:cubicBezTo>
                    <a:pt x="413" y="-850"/>
                    <a:pt x="-921" y="-2685"/>
                    <a:pt x="222" y="1855"/>
                  </a:cubicBezTo>
                  <a:lnTo>
                    <a:pt x="222" y="19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F54B334-70BA-D73B-7A33-46B77796850C}"/>
                </a:ext>
              </a:extLst>
            </p:cNvPr>
            <p:cNvSpPr/>
            <p:nvPr/>
          </p:nvSpPr>
          <p:spPr>
            <a:xfrm>
              <a:off x="11650096" y="4787087"/>
              <a:ext cx="37914" cy="56030"/>
            </a:xfrm>
            <a:custGeom>
              <a:avLst/>
              <a:gdLst>
                <a:gd name="csX0" fmla="*/ 1963 w 37914"/>
                <a:gd name="csY0" fmla="*/ 0 h 56030"/>
                <a:gd name="csX1" fmla="*/ 19298 w 37914"/>
                <a:gd name="csY1" fmla="*/ 22168 h 56030"/>
                <a:gd name="csX2" fmla="*/ 37777 w 37914"/>
                <a:gd name="csY2" fmla="*/ 48660 h 56030"/>
                <a:gd name="csX3" fmla="*/ 34031 w 37914"/>
                <a:gd name="csY3" fmla="*/ 55257 h 56030"/>
                <a:gd name="csX4" fmla="*/ 10726 w 37914"/>
                <a:gd name="csY4" fmla="*/ 33630 h 56030"/>
                <a:gd name="csX5" fmla="*/ 2852 w 37914"/>
                <a:gd name="csY5" fmla="*/ 7137 h 56030"/>
                <a:gd name="csX6" fmla="*/ 1963 w 37914"/>
                <a:gd name="csY6" fmla="*/ 0 h 56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14" h="56030">
                  <a:moveTo>
                    <a:pt x="1963" y="0"/>
                  </a:moveTo>
                  <a:cubicBezTo>
                    <a:pt x="19108" y="1188"/>
                    <a:pt x="16568" y="18815"/>
                    <a:pt x="19298" y="22168"/>
                  </a:cubicBezTo>
                  <a:cubicBezTo>
                    <a:pt x="36634" y="43250"/>
                    <a:pt x="38539" y="44228"/>
                    <a:pt x="37777" y="48660"/>
                  </a:cubicBezTo>
                  <a:cubicBezTo>
                    <a:pt x="37142" y="50603"/>
                    <a:pt x="37586" y="58503"/>
                    <a:pt x="34031" y="55257"/>
                  </a:cubicBezTo>
                  <a:lnTo>
                    <a:pt x="10726" y="33630"/>
                  </a:lnTo>
                  <a:cubicBezTo>
                    <a:pt x="5963" y="29197"/>
                    <a:pt x="6662" y="13189"/>
                    <a:pt x="2852" y="7137"/>
                  </a:cubicBezTo>
                  <a:cubicBezTo>
                    <a:pt x="2281" y="5836"/>
                    <a:pt x="-2673" y="540"/>
                    <a:pt x="196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0126E9-D759-6627-FDB5-00B063E46074}"/>
                </a:ext>
              </a:extLst>
            </p:cNvPr>
            <p:cNvSpPr/>
            <p:nvPr/>
          </p:nvSpPr>
          <p:spPr>
            <a:xfrm>
              <a:off x="11629925" y="4808166"/>
              <a:ext cx="15715" cy="11350"/>
            </a:xfrm>
            <a:custGeom>
              <a:avLst/>
              <a:gdLst>
                <a:gd name="csX0" fmla="*/ 1941 w 15715"/>
                <a:gd name="csY0" fmla="*/ 1197 h 11350"/>
                <a:gd name="csX1" fmla="*/ 734 w 15715"/>
                <a:gd name="csY1" fmla="*/ 2384 h 11350"/>
                <a:gd name="csX2" fmla="*/ 9497 w 15715"/>
                <a:gd name="csY2" fmla="*/ 10925 h 11350"/>
                <a:gd name="csX3" fmla="*/ 15212 w 15715"/>
                <a:gd name="csY3" fmla="*/ 8010 h 11350"/>
                <a:gd name="csX4" fmla="*/ 13942 w 15715"/>
                <a:gd name="csY4" fmla="*/ 3680 h 11350"/>
                <a:gd name="csX5" fmla="*/ 1941 w 15715"/>
                <a:gd name="csY5" fmla="*/ 1304 h 11350"/>
                <a:gd name="csX6" fmla="*/ 1941 w 15715"/>
                <a:gd name="csY6" fmla="*/ 1197 h 11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15" h="11350">
                  <a:moveTo>
                    <a:pt x="1941" y="1197"/>
                  </a:moveTo>
                  <a:lnTo>
                    <a:pt x="734" y="2384"/>
                  </a:lnTo>
                  <a:cubicBezTo>
                    <a:pt x="-3203" y="6169"/>
                    <a:pt x="10005" y="11255"/>
                    <a:pt x="9497" y="10925"/>
                  </a:cubicBezTo>
                  <a:cubicBezTo>
                    <a:pt x="13053" y="12874"/>
                    <a:pt x="15783" y="7470"/>
                    <a:pt x="15212" y="8010"/>
                  </a:cubicBezTo>
                  <a:cubicBezTo>
                    <a:pt x="16228" y="6385"/>
                    <a:pt x="15656" y="4441"/>
                    <a:pt x="13942" y="3680"/>
                  </a:cubicBezTo>
                  <a:cubicBezTo>
                    <a:pt x="10323" y="2492"/>
                    <a:pt x="5496" y="-2264"/>
                    <a:pt x="1941" y="1304"/>
                  </a:cubicBezTo>
                  <a:lnTo>
                    <a:pt x="1941" y="11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A2301F9-FDF9-FC49-21DF-DDF07797F093}"/>
                </a:ext>
              </a:extLst>
            </p:cNvPr>
            <p:cNvSpPr/>
            <p:nvPr/>
          </p:nvSpPr>
          <p:spPr>
            <a:xfrm>
              <a:off x="11675298" y="4854362"/>
              <a:ext cx="44629" cy="31360"/>
            </a:xfrm>
            <a:custGeom>
              <a:avLst/>
              <a:gdLst>
                <a:gd name="csX0" fmla="*/ 4130 w 44629"/>
                <a:gd name="csY0" fmla="*/ 415 h 31360"/>
                <a:gd name="csX1" fmla="*/ 65 w 44629"/>
                <a:gd name="csY1" fmla="*/ 6150 h 31360"/>
                <a:gd name="csX2" fmla="*/ 5781 w 44629"/>
                <a:gd name="csY2" fmla="*/ 12633 h 31360"/>
                <a:gd name="csX3" fmla="*/ 9273 w 44629"/>
                <a:gd name="csY3" fmla="*/ 17504 h 31360"/>
                <a:gd name="csX4" fmla="*/ 42991 w 44629"/>
                <a:gd name="csY4" fmla="*/ 31238 h 31360"/>
                <a:gd name="csX5" fmla="*/ 37467 w 44629"/>
                <a:gd name="csY5" fmla="*/ 16424 h 31360"/>
                <a:gd name="csX6" fmla="*/ 16257 w 44629"/>
                <a:gd name="csY6" fmla="*/ 7661 h 31360"/>
                <a:gd name="csX7" fmla="*/ 4130 w 44629"/>
                <a:gd name="csY7" fmla="*/ 415 h 31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629" h="31360">
                  <a:moveTo>
                    <a:pt x="4130" y="415"/>
                  </a:moveTo>
                  <a:cubicBezTo>
                    <a:pt x="129" y="-1966"/>
                    <a:pt x="-189" y="6690"/>
                    <a:pt x="65" y="6150"/>
                  </a:cubicBezTo>
                  <a:cubicBezTo>
                    <a:pt x="-697" y="10582"/>
                    <a:pt x="6352" y="13179"/>
                    <a:pt x="5781" y="12633"/>
                  </a:cubicBezTo>
                  <a:cubicBezTo>
                    <a:pt x="7432" y="13503"/>
                    <a:pt x="9019" y="15662"/>
                    <a:pt x="9273" y="17504"/>
                  </a:cubicBezTo>
                  <a:cubicBezTo>
                    <a:pt x="12511" y="23993"/>
                    <a:pt x="43690" y="31454"/>
                    <a:pt x="42991" y="31238"/>
                  </a:cubicBezTo>
                  <a:cubicBezTo>
                    <a:pt x="48833" y="32966"/>
                    <a:pt x="37149" y="15770"/>
                    <a:pt x="37467" y="16424"/>
                  </a:cubicBezTo>
                  <a:cubicBezTo>
                    <a:pt x="34165" y="10582"/>
                    <a:pt x="24322" y="12525"/>
                    <a:pt x="16257" y="7661"/>
                  </a:cubicBezTo>
                  <a:lnTo>
                    <a:pt x="4130" y="4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FA8970F-E698-1D28-20C6-764B044FD0C5}"/>
                </a:ext>
              </a:extLst>
            </p:cNvPr>
            <p:cNvSpPr/>
            <p:nvPr/>
          </p:nvSpPr>
          <p:spPr>
            <a:xfrm>
              <a:off x="11626347" y="4904958"/>
              <a:ext cx="26634" cy="18109"/>
            </a:xfrm>
            <a:custGeom>
              <a:avLst/>
              <a:gdLst>
                <a:gd name="csX0" fmla="*/ 3995 w 26634"/>
                <a:gd name="csY0" fmla="*/ 214 h 18109"/>
                <a:gd name="csX1" fmla="*/ 312 w 26634"/>
                <a:gd name="csY1" fmla="*/ 2265 h 18109"/>
                <a:gd name="csX2" fmla="*/ 58 w 26634"/>
                <a:gd name="csY2" fmla="*/ 3459 h 18109"/>
                <a:gd name="csX3" fmla="*/ 2344 w 26634"/>
                <a:gd name="csY3" fmla="*/ 8431 h 18109"/>
                <a:gd name="csX4" fmla="*/ 18028 w 26634"/>
                <a:gd name="csY4" fmla="*/ 17626 h 18109"/>
                <a:gd name="csX5" fmla="*/ 26284 w 26634"/>
                <a:gd name="csY5" fmla="*/ 12647 h 18109"/>
                <a:gd name="csX6" fmla="*/ 3995 w 26634"/>
                <a:gd name="csY6" fmla="*/ 214 h 18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34" h="18109">
                  <a:moveTo>
                    <a:pt x="3995" y="214"/>
                  </a:moveTo>
                  <a:cubicBezTo>
                    <a:pt x="2344" y="-434"/>
                    <a:pt x="502" y="430"/>
                    <a:pt x="312" y="2265"/>
                  </a:cubicBezTo>
                  <a:lnTo>
                    <a:pt x="58" y="3459"/>
                  </a:lnTo>
                  <a:cubicBezTo>
                    <a:pt x="-260" y="5294"/>
                    <a:pt x="757" y="7459"/>
                    <a:pt x="2344" y="8431"/>
                  </a:cubicBezTo>
                  <a:lnTo>
                    <a:pt x="18028" y="17626"/>
                  </a:lnTo>
                  <a:cubicBezTo>
                    <a:pt x="22283" y="20108"/>
                    <a:pt x="26919" y="12215"/>
                    <a:pt x="26284" y="12647"/>
                  </a:cubicBezTo>
                  <a:cubicBezTo>
                    <a:pt x="29966" y="8107"/>
                    <a:pt x="3423" y="-2"/>
                    <a:pt x="3995" y="2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11359AB-3A23-64E1-C77F-ED37BF1EF65C}"/>
                </a:ext>
              </a:extLst>
            </p:cNvPr>
            <p:cNvSpPr/>
            <p:nvPr/>
          </p:nvSpPr>
          <p:spPr>
            <a:xfrm>
              <a:off x="11612975" y="4822268"/>
              <a:ext cx="46215" cy="25745"/>
            </a:xfrm>
            <a:custGeom>
              <a:avLst/>
              <a:gdLst>
                <a:gd name="csX0" fmla="*/ 3269 w 46215"/>
                <a:gd name="csY0" fmla="*/ 283 h 25745"/>
                <a:gd name="csX1" fmla="*/ 349 w 46215"/>
                <a:gd name="csY1" fmla="*/ 4830 h 25745"/>
                <a:gd name="csX2" fmla="*/ 6318 w 46215"/>
                <a:gd name="csY2" fmla="*/ 19314 h 25745"/>
                <a:gd name="csX3" fmla="*/ 45688 w 46215"/>
                <a:gd name="csY3" fmla="*/ 23321 h 25745"/>
                <a:gd name="csX4" fmla="*/ 12287 w 46215"/>
                <a:gd name="csY4" fmla="*/ 4938 h 25745"/>
                <a:gd name="csX5" fmla="*/ 3269 w 46215"/>
                <a:gd name="csY5" fmla="*/ 283 h 25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215" h="25745">
                  <a:moveTo>
                    <a:pt x="3269" y="283"/>
                  </a:moveTo>
                  <a:cubicBezTo>
                    <a:pt x="2762" y="715"/>
                    <a:pt x="-1175" y="1261"/>
                    <a:pt x="349" y="4830"/>
                  </a:cubicBezTo>
                  <a:lnTo>
                    <a:pt x="6318" y="19314"/>
                  </a:lnTo>
                  <a:cubicBezTo>
                    <a:pt x="7905" y="23105"/>
                    <a:pt x="51466" y="29157"/>
                    <a:pt x="45688" y="23321"/>
                  </a:cubicBezTo>
                  <a:cubicBezTo>
                    <a:pt x="17557" y="-5228"/>
                    <a:pt x="22510" y="15098"/>
                    <a:pt x="12287" y="4938"/>
                  </a:cubicBezTo>
                  <a:cubicBezTo>
                    <a:pt x="10635" y="3744"/>
                    <a:pt x="7842" y="-1228"/>
                    <a:pt x="3269" y="2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F0561A6-F396-095E-FAFD-0B295E3D2181}"/>
                </a:ext>
              </a:extLst>
            </p:cNvPr>
            <p:cNvSpPr/>
            <p:nvPr/>
          </p:nvSpPr>
          <p:spPr>
            <a:xfrm>
              <a:off x="11589217" y="4809269"/>
              <a:ext cx="12940" cy="11870"/>
            </a:xfrm>
            <a:custGeom>
              <a:avLst/>
              <a:gdLst>
                <a:gd name="csX0" fmla="*/ 2454 w 12940"/>
                <a:gd name="csY0" fmla="*/ 1496 h 11870"/>
                <a:gd name="csX1" fmla="*/ 1375 w 12940"/>
                <a:gd name="csY1" fmla="*/ 8202 h 11870"/>
                <a:gd name="csX2" fmla="*/ 10011 w 12940"/>
                <a:gd name="csY2" fmla="*/ 10361 h 11870"/>
                <a:gd name="csX3" fmla="*/ 11217 w 12940"/>
                <a:gd name="csY3" fmla="*/ 2144 h 11870"/>
                <a:gd name="csX4" fmla="*/ 2454 w 12940"/>
                <a:gd name="csY4" fmla="*/ 1496 h 11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940" h="11870">
                  <a:moveTo>
                    <a:pt x="2454" y="1496"/>
                  </a:moveTo>
                  <a:cubicBezTo>
                    <a:pt x="2264" y="2144"/>
                    <a:pt x="-2182" y="5713"/>
                    <a:pt x="1375" y="8202"/>
                  </a:cubicBezTo>
                  <a:cubicBezTo>
                    <a:pt x="3026" y="8958"/>
                    <a:pt x="7534" y="14476"/>
                    <a:pt x="10011" y="10361"/>
                  </a:cubicBezTo>
                  <a:cubicBezTo>
                    <a:pt x="10582" y="8958"/>
                    <a:pt x="15471" y="4201"/>
                    <a:pt x="11217" y="2144"/>
                  </a:cubicBezTo>
                  <a:cubicBezTo>
                    <a:pt x="9947" y="1820"/>
                    <a:pt x="5375" y="-2072"/>
                    <a:pt x="2454" y="14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4A9B526-F15C-9E0F-3491-27049198ED5D}"/>
                </a:ext>
              </a:extLst>
            </p:cNvPr>
            <p:cNvSpPr/>
            <p:nvPr/>
          </p:nvSpPr>
          <p:spPr>
            <a:xfrm>
              <a:off x="11523868" y="4776633"/>
              <a:ext cx="37378" cy="28660"/>
            </a:xfrm>
            <a:custGeom>
              <a:avLst/>
              <a:gdLst>
                <a:gd name="csX0" fmla="*/ 9827 w 37378"/>
                <a:gd name="csY0" fmla="*/ 719 h 28660"/>
                <a:gd name="csX1" fmla="*/ 1445 w 37378"/>
                <a:gd name="csY1" fmla="*/ 8180 h 28660"/>
                <a:gd name="csX2" fmla="*/ 27543 w 37378"/>
                <a:gd name="csY2" fmla="*/ 27859 h 28660"/>
                <a:gd name="csX3" fmla="*/ 36878 w 37378"/>
                <a:gd name="csY3" fmla="*/ 19534 h 28660"/>
                <a:gd name="csX4" fmla="*/ 35862 w 37378"/>
                <a:gd name="csY4" fmla="*/ 14778 h 28660"/>
                <a:gd name="csX5" fmla="*/ 9700 w 37378"/>
                <a:gd name="csY5" fmla="*/ 611 h 28660"/>
                <a:gd name="csX6" fmla="*/ 9827 w 37378"/>
                <a:gd name="csY6" fmla="*/ 719 h 2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78" h="28660">
                  <a:moveTo>
                    <a:pt x="9827" y="719"/>
                  </a:moveTo>
                  <a:cubicBezTo>
                    <a:pt x="6017" y="3316"/>
                    <a:pt x="-3635" y="6669"/>
                    <a:pt x="1445" y="8180"/>
                  </a:cubicBezTo>
                  <a:cubicBezTo>
                    <a:pt x="19987" y="13914"/>
                    <a:pt x="28178" y="28405"/>
                    <a:pt x="27543" y="27859"/>
                  </a:cubicBezTo>
                  <a:cubicBezTo>
                    <a:pt x="31226" y="31974"/>
                    <a:pt x="37386" y="18886"/>
                    <a:pt x="36878" y="19534"/>
                  </a:cubicBezTo>
                  <a:cubicBezTo>
                    <a:pt x="37830" y="18023"/>
                    <a:pt x="37386" y="15858"/>
                    <a:pt x="35862" y="14778"/>
                  </a:cubicBezTo>
                  <a:cubicBezTo>
                    <a:pt x="18209" y="2777"/>
                    <a:pt x="14018" y="-1770"/>
                    <a:pt x="9700" y="611"/>
                  </a:cubicBezTo>
                  <a:lnTo>
                    <a:pt x="9827" y="7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48D72A2-D6A0-BA9D-7ABB-74F497089A20}"/>
                </a:ext>
              </a:extLst>
            </p:cNvPr>
            <p:cNvSpPr/>
            <p:nvPr/>
          </p:nvSpPr>
          <p:spPr>
            <a:xfrm>
              <a:off x="11513184" y="4764567"/>
              <a:ext cx="10063" cy="12003"/>
            </a:xfrm>
            <a:custGeom>
              <a:avLst/>
              <a:gdLst>
                <a:gd name="csX0" fmla="*/ 9843 w 10063"/>
                <a:gd name="csY0" fmla="*/ 3806 h 12003"/>
                <a:gd name="csX1" fmla="*/ 7049 w 10063"/>
                <a:gd name="csY1" fmla="*/ 11160 h 12003"/>
                <a:gd name="csX2" fmla="*/ 0 w 10063"/>
                <a:gd name="csY2" fmla="*/ 9324 h 12003"/>
                <a:gd name="csX3" fmla="*/ 3684 w 10063"/>
                <a:gd name="csY3" fmla="*/ 22 h 12003"/>
                <a:gd name="csX4" fmla="*/ 9843 w 10063"/>
                <a:gd name="csY4" fmla="*/ 3806 h 12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63" h="12003">
                  <a:moveTo>
                    <a:pt x="9843" y="3806"/>
                  </a:moveTo>
                  <a:cubicBezTo>
                    <a:pt x="9653" y="4784"/>
                    <a:pt x="11494" y="10188"/>
                    <a:pt x="7049" y="11160"/>
                  </a:cubicBezTo>
                  <a:cubicBezTo>
                    <a:pt x="5970" y="11160"/>
                    <a:pt x="-63" y="13973"/>
                    <a:pt x="0" y="9324"/>
                  </a:cubicBezTo>
                  <a:cubicBezTo>
                    <a:pt x="572" y="6619"/>
                    <a:pt x="-1269" y="-410"/>
                    <a:pt x="3684" y="22"/>
                  </a:cubicBezTo>
                  <a:cubicBezTo>
                    <a:pt x="3684" y="22"/>
                    <a:pt x="9525" y="-518"/>
                    <a:pt x="9843" y="38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0F6E11E-71BD-8D72-EA66-64BFA8233569}"/>
                </a:ext>
              </a:extLst>
            </p:cNvPr>
            <p:cNvSpPr/>
            <p:nvPr/>
          </p:nvSpPr>
          <p:spPr>
            <a:xfrm>
              <a:off x="11494547" y="4758072"/>
              <a:ext cx="11539" cy="14639"/>
            </a:xfrm>
            <a:custGeom>
              <a:avLst/>
              <a:gdLst>
                <a:gd name="csX0" fmla="*/ 5239 w 11539"/>
                <a:gd name="csY0" fmla="*/ 358 h 14639"/>
                <a:gd name="csX1" fmla="*/ 9684 w 11539"/>
                <a:gd name="csY1" fmla="*/ 2732 h 14639"/>
                <a:gd name="csX2" fmla="*/ 9049 w 11539"/>
                <a:gd name="csY2" fmla="*/ 13439 h 14639"/>
                <a:gd name="csX3" fmla="*/ 286 w 11539"/>
                <a:gd name="csY3" fmla="*/ 2840 h 14639"/>
                <a:gd name="csX4" fmla="*/ 5112 w 11539"/>
                <a:gd name="csY4" fmla="*/ 465 h 14639"/>
                <a:gd name="csX5" fmla="*/ 5239 w 11539"/>
                <a:gd name="csY5" fmla="*/ 358 h 14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9" h="14639">
                  <a:moveTo>
                    <a:pt x="5239" y="358"/>
                  </a:moveTo>
                  <a:lnTo>
                    <a:pt x="9684" y="2732"/>
                  </a:lnTo>
                  <a:cubicBezTo>
                    <a:pt x="14256" y="5114"/>
                    <a:pt x="8922" y="13985"/>
                    <a:pt x="9049" y="13439"/>
                  </a:cubicBezTo>
                  <a:cubicBezTo>
                    <a:pt x="7081" y="18309"/>
                    <a:pt x="-1682" y="7063"/>
                    <a:pt x="286" y="2840"/>
                  </a:cubicBezTo>
                  <a:cubicBezTo>
                    <a:pt x="286" y="2840"/>
                    <a:pt x="1746" y="-1376"/>
                    <a:pt x="5112" y="465"/>
                  </a:cubicBezTo>
                  <a:lnTo>
                    <a:pt x="5239" y="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6999108-2AFA-645D-087C-7AB0CFC50830}"/>
                </a:ext>
              </a:extLst>
            </p:cNvPr>
            <p:cNvSpPr/>
            <p:nvPr/>
          </p:nvSpPr>
          <p:spPr>
            <a:xfrm>
              <a:off x="11521566" y="4794623"/>
              <a:ext cx="10418" cy="10923"/>
            </a:xfrm>
            <a:custGeom>
              <a:avLst/>
              <a:gdLst>
                <a:gd name="csX0" fmla="*/ 2350 w 10418"/>
                <a:gd name="csY0" fmla="*/ 1760 h 10923"/>
                <a:gd name="csX1" fmla="*/ 9399 w 10418"/>
                <a:gd name="csY1" fmla="*/ 2084 h 10923"/>
                <a:gd name="csX2" fmla="*/ 8002 w 10418"/>
                <a:gd name="csY2" fmla="*/ 9983 h 10923"/>
                <a:gd name="csX3" fmla="*/ 509 w 10418"/>
                <a:gd name="csY3" fmla="*/ 8465 h 10923"/>
                <a:gd name="csX4" fmla="*/ 2350 w 10418"/>
                <a:gd name="csY4" fmla="*/ 1760 h 10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18" h="10923">
                  <a:moveTo>
                    <a:pt x="2350" y="1760"/>
                  </a:moveTo>
                  <a:cubicBezTo>
                    <a:pt x="3239" y="1652"/>
                    <a:pt x="8319" y="-2349"/>
                    <a:pt x="9399" y="2084"/>
                  </a:cubicBezTo>
                  <a:cubicBezTo>
                    <a:pt x="9399" y="3277"/>
                    <a:pt x="12447" y="8897"/>
                    <a:pt x="8002" y="9983"/>
                  </a:cubicBezTo>
                  <a:cubicBezTo>
                    <a:pt x="6922" y="9983"/>
                    <a:pt x="1525" y="12898"/>
                    <a:pt x="509" y="8465"/>
                  </a:cubicBezTo>
                  <a:cubicBezTo>
                    <a:pt x="509" y="8465"/>
                    <a:pt x="-1460" y="3601"/>
                    <a:pt x="2350" y="17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6369125-C697-E4FD-278A-5000DFA213B1}"/>
                </a:ext>
              </a:extLst>
            </p:cNvPr>
            <p:cNvSpPr/>
            <p:nvPr/>
          </p:nvSpPr>
          <p:spPr>
            <a:xfrm>
              <a:off x="11844242" y="4875398"/>
              <a:ext cx="14808" cy="11403"/>
            </a:xfrm>
            <a:custGeom>
              <a:avLst/>
              <a:gdLst>
                <a:gd name="csX0" fmla="*/ 3398 w 14808"/>
                <a:gd name="csY0" fmla="*/ 684 h 11403"/>
                <a:gd name="csX1" fmla="*/ 14764 w 14808"/>
                <a:gd name="csY1" fmla="*/ 3065 h 11403"/>
                <a:gd name="csX2" fmla="*/ 10700 w 14808"/>
                <a:gd name="csY2" fmla="*/ 9980 h 11403"/>
                <a:gd name="csX3" fmla="*/ 159 w 14808"/>
                <a:gd name="csY3" fmla="*/ 8685 h 11403"/>
                <a:gd name="csX4" fmla="*/ 3525 w 14808"/>
                <a:gd name="csY4" fmla="*/ 684 h 11403"/>
                <a:gd name="csX5" fmla="*/ 3398 w 14808"/>
                <a:gd name="csY5" fmla="*/ 684 h 11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808" h="11403">
                  <a:moveTo>
                    <a:pt x="3398" y="684"/>
                  </a:moveTo>
                  <a:cubicBezTo>
                    <a:pt x="7652" y="900"/>
                    <a:pt x="15463" y="-2129"/>
                    <a:pt x="14764" y="3065"/>
                  </a:cubicBezTo>
                  <a:cubicBezTo>
                    <a:pt x="14447" y="3929"/>
                    <a:pt x="15018" y="9117"/>
                    <a:pt x="10700" y="9980"/>
                  </a:cubicBezTo>
                  <a:cubicBezTo>
                    <a:pt x="7398" y="10202"/>
                    <a:pt x="159" y="13771"/>
                    <a:pt x="159" y="8685"/>
                  </a:cubicBezTo>
                  <a:cubicBezTo>
                    <a:pt x="159" y="8685"/>
                    <a:pt x="-1111" y="1116"/>
                    <a:pt x="3525" y="684"/>
                  </a:cubicBezTo>
                  <a:lnTo>
                    <a:pt x="3398" y="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06EFAC5-7465-A8B4-B8A5-F32FCB6EA7C0}"/>
                </a:ext>
              </a:extLst>
            </p:cNvPr>
            <p:cNvSpPr/>
            <p:nvPr/>
          </p:nvSpPr>
          <p:spPr>
            <a:xfrm>
              <a:off x="11868069" y="4894229"/>
              <a:ext cx="10443" cy="10296"/>
            </a:xfrm>
            <a:custGeom>
              <a:avLst/>
              <a:gdLst>
                <a:gd name="csX0" fmla="*/ 4145 w 10443"/>
                <a:gd name="csY0" fmla="*/ 20 h 10296"/>
                <a:gd name="csX1" fmla="*/ 10431 w 10443"/>
                <a:gd name="csY1" fmla="*/ 3373 h 10296"/>
                <a:gd name="csX2" fmla="*/ 6749 w 10443"/>
                <a:gd name="csY2" fmla="*/ 10186 h 10296"/>
                <a:gd name="csX3" fmla="*/ 17 w 10443"/>
                <a:gd name="csY3" fmla="*/ 7049 h 10296"/>
                <a:gd name="csX4" fmla="*/ 4145 w 10443"/>
                <a:gd name="csY4" fmla="*/ 20 h 10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43" h="10296">
                  <a:moveTo>
                    <a:pt x="4145" y="20"/>
                  </a:moveTo>
                  <a:cubicBezTo>
                    <a:pt x="4907" y="236"/>
                    <a:pt x="10749" y="-1060"/>
                    <a:pt x="10431" y="3373"/>
                  </a:cubicBezTo>
                  <a:cubicBezTo>
                    <a:pt x="10241" y="4344"/>
                    <a:pt x="11320" y="10078"/>
                    <a:pt x="6749" y="10186"/>
                  </a:cubicBezTo>
                  <a:cubicBezTo>
                    <a:pt x="5669" y="9970"/>
                    <a:pt x="-363" y="11590"/>
                    <a:pt x="17" y="7049"/>
                  </a:cubicBezTo>
                  <a:cubicBezTo>
                    <a:pt x="17" y="7049"/>
                    <a:pt x="-490" y="20"/>
                    <a:pt x="4145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82F0C65-1187-C8AA-C3F5-FF3EA07BED1A}"/>
                </a:ext>
              </a:extLst>
            </p:cNvPr>
            <p:cNvSpPr/>
            <p:nvPr/>
          </p:nvSpPr>
          <p:spPr>
            <a:xfrm>
              <a:off x="11882210" y="4910638"/>
              <a:ext cx="14584" cy="9783"/>
            </a:xfrm>
            <a:custGeom>
              <a:avLst/>
              <a:gdLst>
                <a:gd name="csX0" fmla="*/ 100 w 14584"/>
                <a:gd name="csY0" fmla="*/ 5995 h 9783"/>
                <a:gd name="csX1" fmla="*/ 14451 w 14584"/>
                <a:gd name="csY1" fmla="*/ 5995 h 9783"/>
                <a:gd name="csX2" fmla="*/ 8990 w 14584"/>
                <a:gd name="csY2" fmla="*/ 154 h 9783"/>
                <a:gd name="csX3" fmla="*/ 100 w 14584"/>
                <a:gd name="csY3" fmla="*/ 5995 h 9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584" h="9783">
                  <a:moveTo>
                    <a:pt x="100" y="5995"/>
                  </a:moveTo>
                  <a:cubicBezTo>
                    <a:pt x="3973" y="11723"/>
                    <a:pt x="15975" y="10320"/>
                    <a:pt x="14451" y="5995"/>
                  </a:cubicBezTo>
                  <a:cubicBezTo>
                    <a:pt x="13943" y="5024"/>
                    <a:pt x="13309" y="-1034"/>
                    <a:pt x="8990" y="154"/>
                  </a:cubicBezTo>
                  <a:cubicBezTo>
                    <a:pt x="8990" y="154"/>
                    <a:pt x="-1106" y="1023"/>
                    <a:pt x="100" y="59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5DC996A-DB4C-50C1-AB39-8C233DF159B0}"/>
                </a:ext>
              </a:extLst>
            </p:cNvPr>
            <p:cNvSpPr/>
            <p:nvPr/>
          </p:nvSpPr>
          <p:spPr>
            <a:xfrm>
              <a:off x="11124438" y="4550912"/>
              <a:ext cx="32175" cy="10743"/>
            </a:xfrm>
            <a:custGeom>
              <a:avLst/>
              <a:gdLst>
                <a:gd name="csX0" fmla="*/ 0 w 32175"/>
                <a:gd name="csY0" fmla="*/ 2920 h 10743"/>
                <a:gd name="csX1" fmla="*/ 30543 w 32175"/>
                <a:gd name="csY1" fmla="*/ 1942 h 10743"/>
                <a:gd name="csX2" fmla="*/ 0 w 32175"/>
                <a:gd name="csY2" fmla="*/ 2920 h 1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75" h="10743">
                  <a:moveTo>
                    <a:pt x="0" y="2920"/>
                  </a:moveTo>
                  <a:cubicBezTo>
                    <a:pt x="127" y="20656"/>
                    <a:pt x="40704" y="2812"/>
                    <a:pt x="30543" y="1942"/>
                  </a:cubicBezTo>
                  <a:cubicBezTo>
                    <a:pt x="2794" y="-325"/>
                    <a:pt x="953" y="-1296"/>
                    <a:pt x="0" y="29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44BBE40-2DBF-CF1A-DB0F-F0DEC403A291}"/>
                </a:ext>
              </a:extLst>
            </p:cNvPr>
            <p:cNvSpPr/>
            <p:nvPr/>
          </p:nvSpPr>
          <p:spPr>
            <a:xfrm>
              <a:off x="11098694" y="4641080"/>
              <a:ext cx="11244" cy="12230"/>
            </a:xfrm>
            <a:custGeom>
              <a:avLst/>
              <a:gdLst>
                <a:gd name="csX0" fmla="*/ 1677 w 11244"/>
                <a:gd name="csY0" fmla="*/ 10726 h 12230"/>
                <a:gd name="csX1" fmla="*/ 10885 w 11244"/>
                <a:gd name="csY1" fmla="*/ 4884 h 12230"/>
                <a:gd name="csX2" fmla="*/ 1677 w 11244"/>
                <a:gd name="csY2" fmla="*/ 10726 h 1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244" h="12230">
                  <a:moveTo>
                    <a:pt x="1677" y="10726"/>
                  </a:moveTo>
                  <a:cubicBezTo>
                    <a:pt x="3899" y="15050"/>
                    <a:pt x="13171" y="9100"/>
                    <a:pt x="10885" y="4884"/>
                  </a:cubicBezTo>
                  <a:cubicBezTo>
                    <a:pt x="-1435" y="-9715"/>
                    <a:pt x="-1308" y="13317"/>
                    <a:pt x="1677" y="107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C5F0FFD-4F13-5191-909B-329629A2460B}"/>
                </a:ext>
              </a:extLst>
            </p:cNvPr>
            <p:cNvSpPr/>
            <p:nvPr/>
          </p:nvSpPr>
          <p:spPr>
            <a:xfrm>
              <a:off x="11235153" y="4525255"/>
              <a:ext cx="11242" cy="10873"/>
            </a:xfrm>
            <a:custGeom>
              <a:avLst/>
              <a:gdLst>
                <a:gd name="csX0" fmla="*/ 410 w 11242"/>
                <a:gd name="csY0" fmla="*/ 2085 h 10873"/>
                <a:gd name="csX1" fmla="*/ 28 w 11242"/>
                <a:gd name="csY1" fmla="*/ 5324 h 10873"/>
                <a:gd name="csX2" fmla="*/ 7140 w 11242"/>
                <a:gd name="csY2" fmla="*/ 10734 h 10873"/>
                <a:gd name="csX3" fmla="*/ 11141 w 11242"/>
                <a:gd name="csY3" fmla="*/ 7921 h 10873"/>
                <a:gd name="csX4" fmla="*/ 8855 w 11242"/>
                <a:gd name="csY4" fmla="*/ 3057 h 10873"/>
                <a:gd name="csX5" fmla="*/ 346 w 11242"/>
                <a:gd name="csY5" fmla="*/ 2085 h 10873"/>
                <a:gd name="csX6" fmla="*/ 410 w 11242"/>
                <a:gd name="csY6" fmla="*/ 2085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42" h="10873">
                  <a:moveTo>
                    <a:pt x="410" y="2085"/>
                  </a:moveTo>
                  <a:lnTo>
                    <a:pt x="28" y="5324"/>
                  </a:lnTo>
                  <a:cubicBezTo>
                    <a:pt x="-543" y="9979"/>
                    <a:pt x="7712" y="10950"/>
                    <a:pt x="7140" y="10734"/>
                  </a:cubicBezTo>
                  <a:cubicBezTo>
                    <a:pt x="10633" y="11706"/>
                    <a:pt x="11586" y="7273"/>
                    <a:pt x="11141" y="7921"/>
                  </a:cubicBezTo>
                  <a:cubicBezTo>
                    <a:pt x="11586" y="6194"/>
                    <a:pt x="10506" y="3920"/>
                    <a:pt x="8855" y="3057"/>
                  </a:cubicBezTo>
                  <a:cubicBezTo>
                    <a:pt x="6696" y="2301"/>
                    <a:pt x="854" y="-2785"/>
                    <a:pt x="346" y="2085"/>
                  </a:cubicBezTo>
                  <a:lnTo>
                    <a:pt x="410" y="20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F22EB75-F1AB-9E0F-DF5C-E02A82E5ADB2}"/>
                </a:ext>
              </a:extLst>
            </p:cNvPr>
            <p:cNvSpPr/>
            <p:nvPr/>
          </p:nvSpPr>
          <p:spPr>
            <a:xfrm>
              <a:off x="11254059" y="4565781"/>
              <a:ext cx="18797" cy="13041"/>
            </a:xfrm>
            <a:custGeom>
              <a:avLst/>
              <a:gdLst>
                <a:gd name="csX0" fmla="*/ 3855 w 18797"/>
                <a:gd name="csY0" fmla="*/ 9895 h 13041"/>
                <a:gd name="csX1" fmla="*/ 680 w 18797"/>
                <a:gd name="csY1" fmla="*/ 6218 h 13041"/>
                <a:gd name="csX2" fmla="*/ 3728 w 18797"/>
                <a:gd name="csY2" fmla="*/ 808 h 13041"/>
                <a:gd name="csX3" fmla="*/ 9760 w 18797"/>
                <a:gd name="csY3" fmla="*/ 377 h 13041"/>
                <a:gd name="csX4" fmla="*/ 3728 w 18797"/>
                <a:gd name="csY4" fmla="*/ 9895 h 13041"/>
                <a:gd name="csX5" fmla="*/ 3855 w 18797"/>
                <a:gd name="csY5" fmla="*/ 9895 h 13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97" h="13041">
                  <a:moveTo>
                    <a:pt x="3855" y="9895"/>
                  </a:moveTo>
                  <a:lnTo>
                    <a:pt x="680" y="6218"/>
                  </a:lnTo>
                  <a:cubicBezTo>
                    <a:pt x="-2050" y="2974"/>
                    <a:pt x="4363" y="268"/>
                    <a:pt x="3728" y="808"/>
                  </a:cubicBezTo>
                  <a:cubicBezTo>
                    <a:pt x="5316" y="-55"/>
                    <a:pt x="8047" y="-271"/>
                    <a:pt x="9760" y="377"/>
                  </a:cubicBezTo>
                  <a:cubicBezTo>
                    <a:pt x="30652" y="11730"/>
                    <a:pt x="9571" y="16817"/>
                    <a:pt x="3728" y="9895"/>
                  </a:cubicBezTo>
                  <a:lnTo>
                    <a:pt x="3855" y="98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D9A5564-5798-1434-0B56-B0C258AE3044}"/>
                </a:ext>
              </a:extLst>
            </p:cNvPr>
            <p:cNvSpPr/>
            <p:nvPr/>
          </p:nvSpPr>
          <p:spPr>
            <a:xfrm>
              <a:off x="11139804" y="4670840"/>
              <a:ext cx="11945" cy="9220"/>
            </a:xfrm>
            <a:custGeom>
              <a:avLst/>
              <a:gdLst>
                <a:gd name="csX0" fmla="*/ 2604 w 11945"/>
                <a:gd name="csY0" fmla="*/ 537 h 9220"/>
                <a:gd name="csX1" fmla="*/ 10478 w 11945"/>
                <a:gd name="csY1" fmla="*/ 3457 h 9220"/>
                <a:gd name="csX2" fmla="*/ 2604 w 11945"/>
                <a:gd name="csY2" fmla="*/ 537 h 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945" h="9220">
                  <a:moveTo>
                    <a:pt x="2604" y="537"/>
                  </a:moveTo>
                  <a:cubicBezTo>
                    <a:pt x="-8127" y="12538"/>
                    <a:pt x="18289" y="10703"/>
                    <a:pt x="10478" y="3457"/>
                  </a:cubicBezTo>
                  <a:cubicBezTo>
                    <a:pt x="10478" y="3457"/>
                    <a:pt x="6477" y="-1629"/>
                    <a:pt x="2604" y="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F05021-86C5-4503-E2D9-4DC9DC1C0022}"/>
                </a:ext>
              </a:extLst>
            </p:cNvPr>
            <p:cNvSpPr/>
            <p:nvPr/>
          </p:nvSpPr>
          <p:spPr>
            <a:xfrm>
              <a:off x="11169766" y="4679254"/>
              <a:ext cx="12926" cy="16468"/>
            </a:xfrm>
            <a:custGeom>
              <a:avLst/>
              <a:gdLst>
                <a:gd name="csX0" fmla="*/ 3566 w 12926"/>
                <a:gd name="csY0" fmla="*/ 448 h 16468"/>
                <a:gd name="csX1" fmla="*/ 10106 w 12926"/>
                <a:gd name="csY1" fmla="*/ 3477 h 16468"/>
                <a:gd name="csX2" fmla="*/ 12265 w 12926"/>
                <a:gd name="csY2" fmla="*/ 14831 h 16468"/>
                <a:gd name="csX3" fmla="*/ 2487 w 12926"/>
                <a:gd name="csY3" fmla="*/ 10830 h 16468"/>
                <a:gd name="csX4" fmla="*/ 10 w 12926"/>
                <a:gd name="csY4" fmla="*/ 5420 h 16468"/>
                <a:gd name="csX5" fmla="*/ 3566 w 12926"/>
                <a:gd name="csY5" fmla="*/ 340 h 16468"/>
                <a:gd name="csX6" fmla="*/ 3566 w 12926"/>
                <a:gd name="csY6" fmla="*/ 448 h 1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26" h="16468">
                  <a:moveTo>
                    <a:pt x="3566" y="448"/>
                  </a:moveTo>
                  <a:lnTo>
                    <a:pt x="10106" y="3477"/>
                  </a:lnTo>
                  <a:cubicBezTo>
                    <a:pt x="14742" y="5642"/>
                    <a:pt x="12265" y="15478"/>
                    <a:pt x="12265" y="14831"/>
                  </a:cubicBezTo>
                  <a:cubicBezTo>
                    <a:pt x="11694" y="20235"/>
                    <a:pt x="1852" y="10506"/>
                    <a:pt x="2487" y="10830"/>
                  </a:cubicBezTo>
                  <a:cubicBezTo>
                    <a:pt x="963" y="9751"/>
                    <a:pt x="-117" y="7261"/>
                    <a:pt x="10" y="5420"/>
                  </a:cubicBezTo>
                  <a:cubicBezTo>
                    <a:pt x="201" y="4664"/>
                    <a:pt x="-498" y="-1495"/>
                    <a:pt x="3566" y="340"/>
                  </a:cubicBezTo>
                  <a:lnTo>
                    <a:pt x="3566" y="4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386CE75-2CCE-5DA3-3746-34F4FCCF074C}"/>
                </a:ext>
              </a:extLst>
            </p:cNvPr>
            <p:cNvSpPr/>
            <p:nvPr/>
          </p:nvSpPr>
          <p:spPr>
            <a:xfrm>
              <a:off x="11279685" y="4572819"/>
              <a:ext cx="91449" cy="83276"/>
            </a:xfrm>
            <a:custGeom>
              <a:avLst/>
              <a:gdLst>
                <a:gd name="csX0" fmla="*/ 15123 w 91449"/>
                <a:gd name="csY0" fmla="*/ 584 h 83276"/>
                <a:gd name="csX1" fmla="*/ 74305 w 91449"/>
                <a:gd name="csY1" fmla="*/ 72390 h 83276"/>
                <a:gd name="csX2" fmla="*/ 36840 w 91449"/>
                <a:gd name="csY2" fmla="*/ 26752 h 83276"/>
                <a:gd name="csX3" fmla="*/ 1661 w 91449"/>
                <a:gd name="csY3" fmla="*/ 5448 h 83276"/>
                <a:gd name="csX4" fmla="*/ 15123 w 91449"/>
                <a:gd name="csY4" fmla="*/ 584 h 8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49" h="83276">
                  <a:moveTo>
                    <a:pt x="15123" y="584"/>
                  </a:moveTo>
                  <a:cubicBezTo>
                    <a:pt x="138821" y="74549"/>
                    <a:pt x="75195" y="100070"/>
                    <a:pt x="74305" y="72390"/>
                  </a:cubicBezTo>
                  <a:cubicBezTo>
                    <a:pt x="73353" y="43301"/>
                    <a:pt x="36333" y="26321"/>
                    <a:pt x="36840" y="26752"/>
                  </a:cubicBezTo>
                  <a:cubicBezTo>
                    <a:pt x="12393" y="2318"/>
                    <a:pt x="-5704" y="9995"/>
                    <a:pt x="1661" y="5448"/>
                  </a:cubicBezTo>
                  <a:cubicBezTo>
                    <a:pt x="1661" y="5448"/>
                    <a:pt x="10551" y="-2121"/>
                    <a:pt x="15123" y="5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CB92F05-986F-28A5-2ADC-00A752CF4723}"/>
                </a:ext>
              </a:extLst>
            </p:cNvPr>
            <p:cNvSpPr/>
            <p:nvPr/>
          </p:nvSpPr>
          <p:spPr>
            <a:xfrm>
              <a:off x="11192206" y="4632321"/>
              <a:ext cx="150597" cy="79391"/>
            </a:xfrm>
            <a:custGeom>
              <a:avLst/>
              <a:gdLst>
                <a:gd name="csX0" fmla="*/ 121398 w 150597"/>
                <a:gd name="csY0" fmla="*/ 17 h 79391"/>
                <a:gd name="csX1" fmla="*/ 131494 w 150597"/>
                <a:gd name="csY1" fmla="*/ 3477 h 79391"/>
                <a:gd name="csX2" fmla="*/ 144893 w 150597"/>
                <a:gd name="csY2" fmla="*/ 3369 h 79391"/>
                <a:gd name="csX3" fmla="*/ 150544 w 150597"/>
                <a:gd name="csY3" fmla="*/ 10831 h 79391"/>
                <a:gd name="csX4" fmla="*/ 135050 w 150597"/>
                <a:gd name="csY4" fmla="*/ 32998 h 79391"/>
                <a:gd name="csX5" fmla="*/ 140448 w 150597"/>
                <a:gd name="csY5" fmla="*/ 47165 h 79391"/>
                <a:gd name="csX6" fmla="*/ 127557 w 150597"/>
                <a:gd name="csY6" fmla="*/ 51489 h 79391"/>
                <a:gd name="csX7" fmla="*/ 119493 w 150597"/>
                <a:gd name="csY7" fmla="*/ 49762 h 79391"/>
                <a:gd name="csX8" fmla="*/ 114921 w 150597"/>
                <a:gd name="csY8" fmla="*/ 57655 h 79391"/>
                <a:gd name="csX9" fmla="*/ 74026 w 150597"/>
                <a:gd name="csY9" fmla="*/ 79176 h 79391"/>
                <a:gd name="csX10" fmla="*/ 50087 w 150597"/>
                <a:gd name="csY10" fmla="*/ 79392 h 79391"/>
                <a:gd name="csX11" fmla="*/ 40562 w 150597"/>
                <a:gd name="csY11" fmla="*/ 71822 h 79391"/>
                <a:gd name="csX12" fmla="*/ 30402 w 150597"/>
                <a:gd name="csY12" fmla="*/ 72686 h 79391"/>
                <a:gd name="csX13" fmla="*/ 16432 w 150597"/>
                <a:gd name="csY13" fmla="*/ 65117 h 79391"/>
                <a:gd name="csX14" fmla="*/ 3034 w 150597"/>
                <a:gd name="csY14" fmla="*/ 59922 h 79391"/>
                <a:gd name="csX15" fmla="*/ 430 w 150597"/>
                <a:gd name="csY15" fmla="*/ 51597 h 79391"/>
                <a:gd name="csX16" fmla="*/ 58533 w 150597"/>
                <a:gd name="csY16" fmla="*/ 46949 h 79391"/>
                <a:gd name="csX17" fmla="*/ 64501 w 150597"/>
                <a:gd name="csY17" fmla="*/ 32027 h 79391"/>
                <a:gd name="csX18" fmla="*/ 68947 w 150597"/>
                <a:gd name="csY18" fmla="*/ 31703 h 79391"/>
                <a:gd name="csX19" fmla="*/ 68947 w 150597"/>
                <a:gd name="csY19" fmla="*/ 38841 h 79391"/>
                <a:gd name="csX20" fmla="*/ 82345 w 150597"/>
                <a:gd name="csY20" fmla="*/ 48784 h 79391"/>
                <a:gd name="csX21" fmla="*/ 99871 w 150597"/>
                <a:gd name="csY21" fmla="*/ 44568 h 79391"/>
                <a:gd name="csX22" fmla="*/ 109840 w 150597"/>
                <a:gd name="csY22" fmla="*/ 30509 h 79391"/>
                <a:gd name="csX23" fmla="*/ 121524 w 150597"/>
                <a:gd name="csY23" fmla="*/ 28674 h 79391"/>
                <a:gd name="csX24" fmla="*/ 123684 w 150597"/>
                <a:gd name="csY24" fmla="*/ 14831 h 79391"/>
                <a:gd name="csX25" fmla="*/ 121334 w 150597"/>
                <a:gd name="csY25" fmla="*/ 17 h 79391"/>
                <a:gd name="csX26" fmla="*/ 121398 w 150597"/>
                <a:gd name="csY26" fmla="*/ 17 h 79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597" h="79391">
                  <a:moveTo>
                    <a:pt x="121398" y="17"/>
                  </a:moveTo>
                  <a:cubicBezTo>
                    <a:pt x="123557" y="448"/>
                    <a:pt x="129081" y="-631"/>
                    <a:pt x="131494" y="3477"/>
                  </a:cubicBezTo>
                  <a:cubicBezTo>
                    <a:pt x="138733" y="9751"/>
                    <a:pt x="138543" y="-955"/>
                    <a:pt x="144893" y="3369"/>
                  </a:cubicBezTo>
                  <a:cubicBezTo>
                    <a:pt x="145972" y="4449"/>
                    <a:pt x="151179" y="6290"/>
                    <a:pt x="150544" y="10831"/>
                  </a:cubicBezTo>
                  <a:cubicBezTo>
                    <a:pt x="146226" y="43381"/>
                    <a:pt x="136701" y="22184"/>
                    <a:pt x="135050" y="32998"/>
                  </a:cubicBezTo>
                  <a:cubicBezTo>
                    <a:pt x="136002" y="43489"/>
                    <a:pt x="145845" y="43705"/>
                    <a:pt x="140448" y="47165"/>
                  </a:cubicBezTo>
                  <a:cubicBezTo>
                    <a:pt x="136002" y="49331"/>
                    <a:pt x="131176" y="55274"/>
                    <a:pt x="127557" y="51489"/>
                  </a:cubicBezTo>
                  <a:cubicBezTo>
                    <a:pt x="124636" y="48460"/>
                    <a:pt x="118794" y="49762"/>
                    <a:pt x="119493" y="49762"/>
                  </a:cubicBezTo>
                  <a:cubicBezTo>
                    <a:pt x="114794" y="50302"/>
                    <a:pt x="114730" y="58303"/>
                    <a:pt x="114921" y="57655"/>
                  </a:cubicBezTo>
                  <a:cubicBezTo>
                    <a:pt x="113841" y="64361"/>
                    <a:pt x="76821" y="79176"/>
                    <a:pt x="74026" y="79176"/>
                  </a:cubicBezTo>
                  <a:lnTo>
                    <a:pt x="50087" y="79392"/>
                  </a:lnTo>
                  <a:cubicBezTo>
                    <a:pt x="44880" y="79392"/>
                    <a:pt x="39927" y="71175"/>
                    <a:pt x="40562" y="71822"/>
                  </a:cubicBezTo>
                  <a:cubicBezTo>
                    <a:pt x="37514" y="68038"/>
                    <a:pt x="29767" y="72902"/>
                    <a:pt x="30402" y="72686"/>
                  </a:cubicBezTo>
                  <a:cubicBezTo>
                    <a:pt x="25639" y="74743"/>
                    <a:pt x="15797" y="64685"/>
                    <a:pt x="16432" y="65117"/>
                  </a:cubicBezTo>
                  <a:cubicBezTo>
                    <a:pt x="12305" y="61764"/>
                    <a:pt x="2335" y="59706"/>
                    <a:pt x="3034" y="59922"/>
                  </a:cubicBezTo>
                  <a:cubicBezTo>
                    <a:pt x="-1412" y="58627"/>
                    <a:pt x="303" y="50950"/>
                    <a:pt x="430" y="51597"/>
                  </a:cubicBezTo>
                  <a:cubicBezTo>
                    <a:pt x="1510" y="39056"/>
                    <a:pt x="56056" y="61440"/>
                    <a:pt x="58533" y="46949"/>
                  </a:cubicBezTo>
                  <a:cubicBezTo>
                    <a:pt x="60374" y="40244"/>
                    <a:pt x="59040" y="32459"/>
                    <a:pt x="64501" y="32027"/>
                  </a:cubicBezTo>
                  <a:lnTo>
                    <a:pt x="68947" y="31703"/>
                  </a:lnTo>
                  <a:cubicBezTo>
                    <a:pt x="73709" y="31271"/>
                    <a:pt x="68947" y="39488"/>
                    <a:pt x="68947" y="38841"/>
                  </a:cubicBezTo>
                  <a:cubicBezTo>
                    <a:pt x="60374" y="58627"/>
                    <a:pt x="76821" y="46086"/>
                    <a:pt x="82345" y="48784"/>
                  </a:cubicBezTo>
                  <a:cubicBezTo>
                    <a:pt x="89711" y="51058"/>
                    <a:pt x="98601" y="49978"/>
                    <a:pt x="99871" y="44568"/>
                  </a:cubicBezTo>
                  <a:cubicBezTo>
                    <a:pt x="103554" y="34186"/>
                    <a:pt x="110285" y="29862"/>
                    <a:pt x="109840" y="30509"/>
                  </a:cubicBezTo>
                  <a:cubicBezTo>
                    <a:pt x="113524" y="27156"/>
                    <a:pt x="122160" y="28674"/>
                    <a:pt x="121524" y="28674"/>
                  </a:cubicBezTo>
                  <a:cubicBezTo>
                    <a:pt x="126859" y="28890"/>
                    <a:pt x="124763" y="17644"/>
                    <a:pt x="123684" y="14831"/>
                  </a:cubicBezTo>
                  <a:cubicBezTo>
                    <a:pt x="121715" y="7694"/>
                    <a:pt x="115810" y="-415"/>
                    <a:pt x="121334" y="17"/>
                  </a:cubicBezTo>
                  <a:lnTo>
                    <a:pt x="121398" y="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107C1C3-9254-F16E-E10E-71EDFB85BA9E}"/>
                </a:ext>
              </a:extLst>
            </p:cNvPr>
            <p:cNvSpPr/>
            <p:nvPr/>
          </p:nvSpPr>
          <p:spPr>
            <a:xfrm>
              <a:off x="11255966" y="4816644"/>
              <a:ext cx="11947" cy="14134"/>
            </a:xfrm>
            <a:custGeom>
              <a:avLst/>
              <a:gdLst>
                <a:gd name="csX0" fmla="*/ 9696 w 11947"/>
                <a:gd name="csY0" fmla="*/ 1799 h 14134"/>
                <a:gd name="csX1" fmla="*/ 2456 w 11947"/>
                <a:gd name="csY1" fmla="*/ 2555 h 14134"/>
                <a:gd name="csX2" fmla="*/ 9378 w 11947"/>
                <a:gd name="csY2" fmla="*/ 13801 h 14134"/>
                <a:gd name="csX3" fmla="*/ 11854 w 11947"/>
                <a:gd name="csY3" fmla="*/ 11426 h 14134"/>
                <a:gd name="csX4" fmla="*/ 9696 w 11947"/>
                <a:gd name="csY4" fmla="*/ 1799 h 14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7" h="14134">
                  <a:moveTo>
                    <a:pt x="9696" y="1799"/>
                  </a:moveTo>
                  <a:cubicBezTo>
                    <a:pt x="8616" y="-2741"/>
                    <a:pt x="1822" y="2771"/>
                    <a:pt x="2456" y="2555"/>
                  </a:cubicBezTo>
                  <a:cubicBezTo>
                    <a:pt x="-6434" y="7965"/>
                    <a:pt x="11854" y="15858"/>
                    <a:pt x="9378" y="13801"/>
                  </a:cubicBezTo>
                  <a:cubicBezTo>
                    <a:pt x="11092" y="14340"/>
                    <a:pt x="12299" y="13261"/>
                    <a:pt x="11854" y="11426"/>
                  </a:cubicBezTo>
                  <a:lnTo>
                    <a:pt x="9696" y="17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8092343-A64E-46BC-2D32-6CA8ABAF7D2C}"/>
                </a:ext>
              </a:extLst>
            </p:cNvPr>
            <p:cNvSpPr/>
            <p:nvPr/>
          </p:nvSpPr>
          <p:spPr>
            <a:xfrm>
              <a:off x="11276557" y="4825257"/>
              <a:ext cx="20724" cy="14075"/>
            </a:xfrm>
            <a:custGeom>
              <a:avLst/>
              <a:gdLst>
                <a:gd name="csX0" fmla="*/ 2948 w 20724"/>
                <a:gd name="csY0" fmla="*/ 0 h 14075"/>
                <a:gd name="csX1" fmla="*/ 3963 w 20724"/>
                <a:gd name="csY1" fmla="*/ 9620 h 14075"/>
                <a:gd name="csX2" fmla="*/ 20600 w 20724"/>
                <a:gd name="csY2" fmla="*/ 11786 h 14075"/>
                <a:gd name="csX3" fmla="*/ 14759 w 20724"/>
                <a:gd name="csY3" fmla="*/ 0 h 14075"/>
                <a:gd name="csX4" fmla="*/ 3074 w 20724"/>
                <a:gd name="csY4" fmla="*/ 0 h 14075"/>
                <a:gd name="csX5" fmla="*/ 2948 w 20724"/>
                <a:gd name="csY5" fmla="*/ 0 h 14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724" h="14075">
                  <a:moveTo>
                    <a:pt x="2948" y="0"/>
                  </a:moveTo>
                  <a:cubicBezTo>
                    <a:pt x="-1688" y="0"/>
                    <a:pt x="-481" y="8217"/>
                    <a:pt x="3963" y="9620"/>
                  </a:cubicBezTo>
                  <a:cubicBezTo>
                    <a:pt x="16410" y="13513"/>
                    <a:pt x="21617" y="16218"/>
                    <a:pt x="20600" y="11786"/>
                  </a:cubicBezTo>
                  <a:cubicBezTo>
                    <a:pt x="19204" y="7677"/>
                    <a:pt x="19966" y="0"/>
                    <a:pt x="14759" y="0"/>
                  </a:cubicBezTo>
                  <a:lnTo>
                    <a:pt x="3074" y="0"/>
                  </a:lnTo>
                  <a:lnTo>
                    <a:pt x="294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09636F7-0C98-431D-3A6F-95983C2D1672}"/>
                </a:ext>
              </a:extLst>
            </p:cNvPr>
            <p:cNvSpPr/>
            <p:nvPr/>
          </p:nvSpPr>
          <p:spPr>
            <a:xfrm>
              <a:off x="11287358" y="4848490"/>
              <a:ext cx="17946" cy="11164"/>
            </a:xfrm>
            <a:custGeom>
              <a:avLst/>
              <a:gdLst>
                <a:gd name="csX0" fmla="*/ 592 w 17946"/>
                <a:gd name="csY0" fmla="*/ 2180 h 11164"/>
                <a:gd name="csX1" fmla="*/ 4275 w 17946"/>
                <a:gd name="csY1" fmla="*/ 8015 h 11164"/>
                <a:gd name="csX2" fmla="*/ 12086 w 17946"/>
                <a:gd name="csY2" fmla="*/ 11044 h 11164"/>
                <a:gd name="csX3" fmla="*/ 17737 w 17946"/>
                <a:gd name="csY3" fmla="*/ 3259 h 11164"/>
                <a:gd name="csX4" fmla="*/ 7768 w 17946"/>
                <a:gd name="csY4" fmla="*/ 1208 h 11164"/>
                <a:gd name="csX5" fmla="*/ 529 w 17946"/>
                <a:gd name="csY5" fmla="*/ 2180 h 11164"/>
                <a:gd name="csX6" fmla="*/ 592 w 17946"/>
                <a:gd name="csY6" fmla="*/ 2180 h 11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946" h="11164">
                  <a:moveTo>
                    <a:pt x="592" y="2180"/>
                  </a:moveTo>
                  <a:lnTo>
                    <a:pt x="4275" y="8015"/>
                  </a:lnTo>
                  <a:cubicBezTo>
                    <a:pt x="6561" y="11584"/>
                    <a:pt x="12721" y="11260"/>
                    <a:pt x="12086" y="11044"/>
                  </a:cubicBezTo>
                  <a:cubicBezTo>
                    <a:pt x="16848" y="11260"/>
                    <a:pt x="18055" y="2611"/>
                    <a:pt x="17737" y="3259"/>
                  </a:cubicBezTo>
                  <a:cubicBezTo>
                    <a:pt x="19135" y="-1281"/>
                    <a:pt x="13292" y="2287"/>
                    <a:pt x="7768" y="1208"/>
                  </a:cubicBezTo>
                  <a:cubicBezTo>
                    <a:pt x="5673" y="992"/>
                    <a:pt x="-2075" y="-1929"/>
                    <a:pt x="529" y="2180"/>
                  </a:cubicBezTo>
                  <a:lnTo>
                    <a:pt x="592" y="2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8807362-2DCE-84FF-25D9-FC20E2B946DA}"/>
                </a:ext>
              </a:extLst>
            </p:cNvPr>
            <p:cNvSpPr/>
            <p:nvPr/>
          </p:nvSpPr>
          <p:spPr>
            <a:xfrm>
              <a:off x="11345134" y="4810326"/>
              <a:ext cx="22750" cy="12645"/>
            </a:xfrm>
            <a:custGeom>
              <a:avLst/>
              <a:gdLst>
                <a:gd name="csX0" fmla="*/ 1745 w 22750"/>
                <a:gd name="csY0" fmla="*/ 8 h 12645"/>
                <a:gd name="csX1" fmla="*/ 4983 w 22750"/>
                <a:gd name="csY1" fmla="*/ 8657 h 12645"/>
                <a:gd name="csX2" fmla="*/ 22699 w 22750"/>
                <a:gd name="csY2" fmla="*/ 9520 h 12645"/>
                <a:gd name="csX3" fmla="*/ 21747 w 22750"/>
                <a:gd name="csY3" fmla="*/ 4225 h 12645"/>
                <a:gd name="csX4" fmla="*/ 17747 w 22750"/>
                <a:gd name="csY4" fmla="*/ 763 h 12645"/>
                <a:gd name="csX5" fmla="*/ 1745 w 22750"/>
                <a:gd name="csY5" fmla="*/ 8 h 1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50" h="12645">
                  <a:moveTo>
                    <a:pt x="1745" y="8"/>
                  </a:moveTo>
                  <a:cubicBezTo>
                    <a:pt x="-3716" y="-316"/>
                    <a:pt x="5427" y="9196"/>
                    <a:pt x="4983" y="8657"/>
                  </a:cubicBezTo>
                  <a:cubicBezTo>
                    <a:pt x="7333" y="11793"/>
                    <a:pt x="23779" y="15362"/>
                    <a:pt x="22699" y="9520"/>
                  </a:cubicBezTo>
                  <a:lnTo>
                    <a:pt x="21747" y="4225"/>
                  </a:lnTo>
                  <a:cubicBezTo>
                    <a:pt x="21430" y="2383"/>
                    <a:pt x="19588" y="872"/>
                    <a:pt x="17747" y="763"/>
                  </a:cubicBezTo>
                  <a:lnTo>
                    <a:pt x="1745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DB051F8-E873-2F44-3ED1-814DFC8D1788}"/>
                </a:ext>
              </a:extLst>
            </p:cNvPr>
            <p:cNvSpPr/>
            <p:nvPr/>
          </p:nvSpPr>
          <p:spPr>
            <a:xfrm>
              <a:off x="11284982" y="4787537"/>
              <a:ext cx="16681" cy="11317"/>
            </a:xfrm>
            <a:custGeom>
              <a:avLst/>
              <a:gdLst>
                <a:gd name="csX0" fmla="*/ 15795 w 16681"/>
                <a:gd name="csY0" fmla="*/ 2141 h 11317"/>
                <a:gd name="csX1" fmla="*/ 13953 w 16681"/>
                <a:gd name="csY1" fmla="*/ 11120 h 11317"/>
                <a:gd name="csX2" fmla="*/ 1253 w 16681"/>
                <a:gd name="csY2" fmla="*/ 4846 h 11317"/>
                <a:gd name="csX3" fmla="*/ 15795 w 16681"/>
                <a:gd name="csY3" fmla="*/ 2141 h 11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681" h="11317">
                  <a:moveTo>
                    <a:pt x="15795" y="2141"/>
                  </a:moveTo>
                  <a:cubicBezTo>
                    <a:pt x="15795" y="5062"/>
                    <a:pt x="18716" y="12631"/>
                    <a:pt x="13953" y="11120"/>
                  </a:cubicBezTo>
                  <a:cubicBezTo>
                    <a:pt x="3666" y="7875"/>
                    <a:pt x="-2874" y="6681"/>
                    <a:pt x="1253" y="4846"/>
                  </a:cubicBezTo>
                  <a:cubicBezTo>
                    <a:pt x="7858" y="2789"/>
                    <a:pt x="15033" y="-3155"/>
                    <a:pt x="15795" y="21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1BD1FC7-50CB-4E91-B8E2-FE44E27291AF}"/>
                </a:ext>
              </a:extLst>
            </p:cNvPr>
            <p:cNvSpPr/>
            <p:nvPr/>
          </p:nvSpPr>
          <p:spPr>
            <a:xfrm>
              <a:off x="11373031" y="4900205"/>
              <a:ext cx="23387" cy="16505"/>
            </a:xfrm>
            <a:custGeom>
              <a:avLst/>
              <a:gdLst>
                <a:gd name="csX0" fmla="*/ 2739 w 23387"/>
                <a:gd name="csY0" fmla="*/ 204 h 16505"/>
                <a:gd name="csX1" fmla="*/ 22107 w 23387"/>
                <a:gd name="csY1" fmla="*/ 8319 h 16505"/>
                <a:gd name="csX2" fmla="*/ 12264 w 23387"/>
                <a:gd name="csY2" fmla="*/ 16104 h 16505"/>
                <a:gd name="csX3" fmla="*/ 580 w 23387"/>
                <a:gd name="csY3" fmla="*/ 6370 h 16505"/>
                <a:gd name="csX4" fmla="*/ 2612 w 23387"/>
                <a:gd name="csY4" fmla="*/ 312 h 16505"/>
                <a:gd name="csX5" fmla="*/ 2739 w 23387"/>
                <a:gd name="csY5" fmla="*/ 204 h 16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87" h="16505">
                  <a:moveTo>
                    <a:pt x="2739" y="204"/>
                  </a:moveTo>
                  <a:lnTo>
                    <a:pt x="22107" y="8319"/>
                  </a:lnTo>
                  <a:cubicBezTo>
                    <a:pt x="27060" y="10370"/>
                    <a:pt x="16328" y="18371"/>
                    <a:pt x="12264" y="16104"/>
                  </a:cubicBezTo>
                  <a:cubicBezTo>
                    <a:pt x="5088" y="11882"/>
                    <a:pt x="1215" y="10587"/>
                    <a:pt x="580" y="6370"/>
                  </a:cubicBezTo>
                  <a:cubicBezTo>
                    <a:pt x="580" y="5290"/>
                    <a:pt x="-1642" y="-1523"/>
                    <a:pt x="2612" y="312"/>
                  </a:cubicBezTo>
                  <a:lnTo>
                    <a:pt x="2739" y="2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8ACBCFB-CE14-C260-DCDD-94CB0B62D5F2}"/>
                </a:ext>
              </a:extLst>
            </p:cNvPr>
            <p:cNvSpPr/>
            <p:nvPr/>
          </p:nvSpPr>
          <p:spPr>
            <a:xfrm>
              <a:off x="11406480" y="4894622"/>
              <a:ext cx="13161" cy="13472"/>
            </a:xfrm>
            <a:custGeom>
              <a:avLst/>
              <a:gdLst>
                <a:gd name="csX0" fmla="*/ 25 w 13161"/>
                <a:gd name="csY0" fmla="*/ 8060 h 13472"/>
                <a:gd name="csX1" fmla="*/ 3898 w 13161"/>
                <a:gd name="csY1" fmla="*/ 13362 h 13472"/>
                <a:gd name="csX2" fmla="*/ 12915 w 13161"/>
                <a:gd name="csY2" fmla="*/ 7952 h 13472"/>
                <a:gd name="csX3" fmla="*/ 6692 w 13161"/>
                <a:gd name="csY3" fmla="*/ 491 h 13472"/>
                <a:gd name="csX4" fmla="*/ 25 w 13161"/>
                <a:gd name="csY4" fmla="*/ 7952 h 13472"/>
                <a:gd name="csX5" fmla="*/ 25 w 13161"/>
                <a:gd name="csY5" fmla="*/ 8060 h 1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1" h="13472">
                  <a:moveTo>
                    <a:pt x="25" y="8060"/>
                  </a:moveTo>
                  <a:cubicBezTo>
                    <a:pt x="215" y="8600"/>
                    <a:pt x="-420" y="14334"/>
                    <a:pt x="3898" y="13362"/>
                  </a:cubicBezTo>
                  <a:cubicBezTo>
                    <a:pt x="6946" y="12276"/>
                    <a:pt x="14629" y="12708"/>
                    <a:pt x="12915" y="7952"/>
                  </a:cubicBezTo>
                  <a:cubicBezTo>
                    <a:pt x="11582" y="5679"/>
                    <a:pt x="10947" y="-1998"/>
                    <a:pt x="6692" y="491"/>
                  </a:cubicBezTo>
                  <a:cubicBezTo>
                    <a:pt x="5232" y="1678"/>
                    <a:pt x="-420" y="3304"/>
                    <a:pt x="25" y="7952"/>
                  </a:cubicBezTo>
                  <a:lnTo>
                    <a:pt x="25" y="80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3CE1A3D-7804-99DB-899C-0E6A52A15552}"/>
                </a:ext>
              </a:extLst>
            </p:cNvPr>
            <p:cNvSpPr/>
            <p:nvPr/>
          </p:nvSpPr>
          <p:spPr>
            <a:xfrm>
              <a:off x="11423706" y="4664208"/>
              <a:ext cx="53101" cy="67463"/>
            </a:xfrm>
            <a:custGeom>
              <a:avLst/>
              <a:gdLst>
                <a:gd name="csX0" fmla="*/ 7 w 53101"/>
                <a:gd name="csY0" fmla="*/ 3924 h 67463"/>
                <a:gd name="csX1" fmla="*/ 3118 w 53101"/>
                <a:gd name="csY1" fmla="*/ 18955 h 67463"/>
                <a:gd name="csX2" fmla="*/ 10358 w 53101"/>
                <a:gd name="csY2" fmla="*/ 38633 h 67463"/>
                <a:gd name="csX3" fmla="*/ 28011 w 53101"/>
                <a:gd name="csY3" fmla="*/ 61455 h 67463"/>
                <a:gd name="csX4" fmla="*/ 51378 w 53101"/>
                <a:gd name="csY4" fmla="*/ 54642 h 67463"/>
                <a:gd name="csX5" fmla="*/ 32265 w 53101"/>
                <a:gd name="csY5" fmla="*/ 38202 h 67463"/>
                <a:gd name="csX6" fmla="*/ 16898 w 53101"/>
                <a:gd name="csY6" fmla="*/ 16250 h 67463"/>
                <a:gd name="csX7" fmla="*/ 6484 w 53101"/>
                <a:gd name="csY7" fmla="*/ 32 h 67463"/>
                <a:gd name="csX8" fmla="*/ 7 w 53101"/>
                <a:gd name="csY8" fmla="*/ 3924 h 6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3101" h="67463">
                  <a:moveTo>
                    <a:pt x="7" y="3924"/>
                  </a:moveTo>
                  <a:cubicBezTo>
                    <a:pt x="451" y="13659"/>
                    <a:pt x="198" y="16466"/>
                    <a:pt x="3118" y="18955"/>
                  </a:cubicBezTo>
                  <a:cubicBezTo>
                    <a:pt x="12326" y="29661"/>
                    <a:pt x="4325" y="34201"/>
                    <a:pt x="10358" y="38633"/>
                  </a:cubicBezTo>
                  <a:cubicBezTo>
                    <a:pt x="34106" y="56045"/>
                    <a:pt x="20327" y="57233"/>
                    <a:pt x="28011" y="61455"/>
                  </a:cubicBezTo>
                  <a:cubicBezTo>
                    <a:pt x="63126" y="80702"/>
                    <a:pt x="50998" y="46857"/>
                    <a:pt x="51378" y="54642"/>
                  </a:cubicBezTo>
                  <a:cubicBezTo>
                    <a:pt x="49981" y="48044"/>
                    <a:pt x="36583" y="45231"/>
                    <a:pt x="32265" y="38202"/>
                  </a:cubicBezTo>
                  <a:cubicBezTo>
                    <a:pt x="22930" y="22848"/>
                    <a:pt x="21089" y="18523"/>
                    <a:pt x="16898" y="16250"/>
                  </a:cubicBezTo>
                  <a:cubicBezTo>
                    <a:pt x="3563" y="6083"/>
                    <a:pt x="13977" y="-508"/>
                    <a:pt x="6484" y="32"/>
                  </a:cubicBezTo>
                  <a:cubicBezTo>
                    <a:pt x="6484" y="32"/>
                    <a:pt x="-247" y="-616"/>
                    <a:pt x="7" y="3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E866C85-DD5C-6316-100D-415D2E3840EF}"/>
                </a:ext>
              </a:extLst>
            </p:cNvPr>
            <p:cNvSpPr/>
            <p:nvPr/>
          </p:nvSpPr>
          <p:spPr>
            <a:xfrm>
              <a:off x="11347973" y="4588199"/>
              <a:ext cx="9438" cy="9842"/>
            </a:xfrm>
            <a:custGeom>
              <a:avLst/>
              <a:gdLst>
                <a:gd name="csX0" fmla="*/ 2905 w 9438"/>
                <a:gd name="csY0" fmla="*/ 234 h 9842"/>
                <a:gd name="csX1" fmla="*/ 2651 w 9438"/>
                <a:gd name="csY1" fmla="*/ 234 h 9842"/>
                <a:gd name="csX2" fmla="*/ 365 w 9438"/>
                <a:gd name="csY2" fmla="*/ 6939 h 9842"/>
                <a:gd name="csX3" fmla="*/ 7223 w 9438"/>
                <a:gd name="csY3" fmla="*/ 9536 h 9842"/>
                <a:gd name="csX4" fmla="*/ 9192 w 9438"/>
                <a:gd name="csY4" fmla="*/ 6076 h 9842"/>
                <a:gd name="csX5" fmla="*/ 2905 w 9438"/>
                <a:gd name="csY5" fmla="*/ 234 h 9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38" h="9842">
                  <a:moveTo>
                    <a:pt x="2905" y="234"/>
                  </a:moveTo>
                  <a:lnTo>
                    <a:pt x="2651" y="234"/>
                  </a:lnTo>
                  <a:cubicBezTo>
                    <a:pt x="-1349" y="1644"/>
                    <a:pt x="365" y="7479"/>
                    <a:pt x="365" y="6939"/>
                  </a:cubicBezTo>
                  <a:cubicBezTo>
                    <a:pt x="1127" y="11156"/>
                    <a:pt x="7858" y="9536"/>
                    <a:pt x="7223" y="9536"/>
                  </a:cubicBezTo>
                  <a:cubicBezTo>
                    <a:pt x="9065" y="9321"/>
                    <a:pt x="9890" y="7803"/>
                    <a:pt x="9192" y="6076"/>
                  </a:cubicBezTo>
                  <a:cubicBezTo>
                    <a:pt x="8430" y="4990"/>
                    <a:pt x="7350" y="-1278"/>
                    <a:pt x="2905" y="2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ED2CAE8-39DB-4351-AD59-4BE62C31D382}"/>
                </a:ext>
              </a:extLst>
            </p:cNvPr>
            <p:cNvSpPr/>
            <p:nvPr/>
          </p:nvSpPr>
          <p:spPr>
            <a:xfrm>
              <a:off x="11387310" y="4623768"/>
              <a:ext cx="10232" cy="10922"/>
            </a:xfrm>
            <a:custGeom>
              <a:avLst/>
              <a:gdLst>
                <a:gd name="csX0" fmla="*/ 5669 w 10232"/>
                <a:gd name="csY0" fmla="*/ 136 h 10922"/>
                <a:gd name="csX1" fmla="*/ 2304 w 10232"/>
                <a:gd name="csY1" fmla="*/ 1431 h 10922"/>
                <a:gd name="csX2" fmla="*/ 4907 w 10232"/>
                <a:gd name="csY2" fmla="*/ 10734 h 10922"/>
                <a:gd name="csX3" fmla="*/ 5669 w 10232"/>
                <a:gd name="csY3" fmla="*/ 136 h 10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32" h="10922">
                  <a:moveTo>
                    <a:pt x="5669" y="136"/>
                  </a:moveTo>
                  <a:lnTo>
                    <a:pt x="2304" y="1431"/>
                  </a:lnTo>
                  <a:cubicBezTo>
                    <a:pt x="-2142" y="3057"/>
                    <a:pt x="462" y="12354"/>
                    <a:pt x="4907" y="10734"/>
                  </a:cubicBezTo>
                  <a:cubicBezTo>
                    <a:pt x="14749" y="4568"/>
                    <a:pt x="8463" y="-943"/>
                    <a:pt x="5669" y="1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3F8251D-B489-1320-80E8-461FF681447C}"/>
                </a:ext>
              </a:extLst>
            </p:cNvPr>
            <p:cNvSpPr/>
            <p:nvPr/>
          </p:nvSpPr>
          <p:spPr>
            <a:xfrm>
              <a:off x="10908792" y="4574482"/>
              <a:ext cx="385999" cy="304306"/>
            </a:xfrm>
            <a:custGeom>
              <a:avLst/>
              <a:gdLst>
                <a:gd name="csX0" fmla="*/ 8127 w 385999"/>
                <a:gd name="csY0" fmla="*/ 242881 h 304306"/>
                <a:gd name="csX1" fmla="*/ 51117 w 385999"/>
                <a:gd name="csY1" fmla="*/ 242557 h 304306"/>
                <a:gd name="csX2" fmla="*/ 71438 w 385999"/>
                <a:gd name="csY2" fmla="*/ 250990 h 304306"/>
                <a:gd name="csX3" fmla="*/ 97345 w 385999"/>
                <a:gd name="csY3" fmla="*/ 234118 h 304306"/>
                <a:gd name="csX4" fmla="*/ 106552 w 385999"/>
                <a:gd name="csY4" fmla="*/ 223844 h 304306"/>
                <a:gd name="csX5" fmla="*/ 104394 w 385999"/>
                <a:gd name="csY5" fmla="*/ 218440 h 304306"/>
                <a:gd name="csX6" fmla="*/ 105981 w 385999"/>
                <a:gd name="csY6" fmla="*/ 208490 h 304306"/>
                <a:gd name="csX7" fmla="*/ 111189 w 385999"/>
                <a:gd name="csY7" fmla="*/ 202330 h 304306"/>
                <a:gd name="csX8" fmla="*/ 119507 w 385999"/>
                <a:gd name="csY8" fmla="*/ 198330 h 304306"/>
                <a:gd name="csX9" fmla="*/ 141288 w 385999"/>
                <a:gd name="csY9" fmla="*/ 190754 h 304306"/>
                <a:gd name="csX10" fmla="*/ 157099 w 385999"/>
                <a:gd name="csY10" fmla="*/ 191840 h 304306"/>
                <a:gd name="csX11" fmla="*/ 195199 w 385999"/>
                <a:gd name="csY11" fmla="*/ 202546 h 304306"/>
                <a:gd name="csX12" fmla="*/ 220599 w 385999"/>
                <a:gd name="csY12" fmla="*/ 237903 h 304306"/>
                <a:gd name="csX13" fmla="*/ 228092 w 385999"/>
                <a:gd name="csY13" fmla="*/ 242557 h 304306"/>
                <a:gd name="csX14" fmla="*/ 232092 w 385999"/>
                <a:gd name="csY14" fmla="*/ 250666 h 304306"/>
                <a:gd name="csX15" fmla="*/ 242697 w 385999"/>
                <a:gd name="csY15" fmla="*/ 257156 h 304306"/>
                <a:gd name="csX16" fmla="*/ 265113 w 385999"/>
                <a:gd name="csY16" fmla="*/ 279216 h 304306"/>
                <a:gd name="csX17" fmla="*/ 341502 w 385999"/>
                <a:gd name="csY17" fmla="*/ 293922 h 304306"/>
                <a:gd name="csX18" fmla="*/ 355473 w 385999"/>
                <a:gd name="csY18" fmla="*/ 304298 h 304306"/>
                <a:gd name="csX19" fmla="*/ 379730 w 385999"/>
                <a:gd name="csY19" fmla="*/ 296729 h 304306"/>
                <a:gd name="csX20" fmla="*/ 365315 w 385999"/>
                <a:gd name="csY20" fmla="*/ 292081 h 304306"/>
                <a:gd name="csX21" fmla="*/ 372173 w 385999"/>
                <a:gd name="csY21" fmla="*/ 285915 h 304306"/>
                <a:gd name="csX22" fmla="*/ 356552 w 385999"/>
                <a:gd name="csY22" fmla="*/ 281915 h 304306"/>
                <a:gd name="csX23" fmla="*/ 337756 w 385999"/>
                <a:gd name="csY23" fmla="*/ 269697 h 304306"/>
                <a:gd name="csX24" fmla="*/ 344741 w 385999"/>
                <a:gd name="csY24" fmla="*/ 267424 h 304306"/>
                <a:gd name="csX25" fmla="*/ 345757 w 385999"/>
                <a:gd name="csY25" fmla="*/ 262776 h 304306"/>
                <a:gd name="csX26" fmla="*/ 340551 w 385999"/>
                <a:gd name="csY26" fmla="*/ 260179 h 304306"/>
                <a:gd name="csX27" fmla="*/ 319088 w 385999"/>
                <a:gd name="csY27" fmla="*/ 240392 h 304306"/>
                <a:gd name="csX28" fmla="*/ 315849 w 385999"/>
                <a:gd name="csY28" fmla="*/ 237579 h 304306"/>
                <a:gd name="csX29" fmla="*/ 297688 w 385999"/>
                <a:gd name="csY29" fmla="*/ 241903 h 304306"/>
                <a:gd name="csX30" fmla="*/ 287909 w 385999"/>
                <a:gd name="csY30" fmla="*/ 229902 h 304306"/>
                <a:gd name="csX31" fmla="*/ 277749 w 385999"/>
                <a:gd name="csY31" fmla="*/ 219196 h 304306"/>
                <a:gd name="csX32" fmla="*/ 270827 w 385999"/>
                <a:gd name="csY32" fmla="*/ 201352 h 304306"/>
                <a:gd name="csX33" fmla="*/ 238378 w 385999"/>
                <a:gd name="csY33" fmla="*/ 177457 h 304306"/>
                <a:gd name="csX34" fmla="*/ 233363 w 385999"/>
                <a:gd name="csY34" fmla="*/ 153016 h 304306"/>
                <a:gd name="csX35" fmla="*/ 266319 w 385999"/>
                <a:gd name="csY35" fmla="*/ 144799 h 304306"/>
                <a:gd name="csX36" fmla="*/ 231203 w 385999"/>
                <a:gd name="csY36" fmla="*/ 123279 h 304306"/>
                <a:gd name="csX37" fmla="*/ 188785 w 385999"/>
                <a:gd name="csY37" fmla="*/ 106623 h 304306"/>
                <a:gd name="csX38" fmla="*/ 187578 w 385999"/>
                <a:gd name="csY38" fmla="*/ 88132 h 304306"/>
                <a:gd name="csX39" fmla="*/ 171576 w 385999"/>
                <a:gd name="csY39" fmla="*/ 68453 h 304306"/>
                <a:gd name="csX40" fmla="*/ 162178 w 385999"/>
                <a:gd name="csY40" fmla="*/ 65424 h 304306"/>
                <a:gd name="csX41" fmla="*/ 141414 w 385999"/>
                <a:gd name="csY41" fmla="*/ 47365 h 304306"/>
                <a:gd name="csX42" fmla="*/ 125031 w 385999"/>
                <a:gd name="csY42" fmla="*/ 44558 h 304306"/>
                <a:gd name="csX43" fmla="*/ 106552 w 385999"/>
                <a:gd name="csY43" fmla="*/ 33198 h 304306"/>
                <a:gd name="csX44" fmla="*/ 77406 w 385999"/>
                <a:gd name="csY44" fmla="*/ 27470 h 304306"/>
                <a:gd name="csX45" fmla="*/ 7938 w 385999"/>
                <a:gd name="csY45" fmla="*/ 0 h 304306"/>
                <a:gd name="csX46" fmla="*/ 7938 w 385999"/>
                <a:gd name="csY46" fmla="*/ 138741 h 304306"/>
                <a:gd name="csX47" fmla="*/ 0 w 385999"/>
                <a:gd name="csY47" fmla="*/ 152260 h 304306"/>
                <a:gd name="csX48" fmla="*/ 7938 w 385999"/>
                <a:gd name="csY48" fmla="*/ 162211 h 304306"/>
                <a:gd name="csX49" fmla="*/ 7938 w 385999"/>
                <a:gd name="csY49" fmla="*/ 242450 h 304306"/>
                <a:gd name="csX50" fmla="*/ 8127 w 385999"/>
                <a:gd name="csY50" fmla="*/ 242881 h 304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85999" h="304306">
                  <a:moveTo>
                    <a:pt x="8127" y="242881"/>
                  </a:moveTo>
                  <a:lnTo>
                    <a:pt x="51117" y="242557"/>
                  </a:lnTo>
                  <a:cubicBezTo>
                    <a:pt x="59563" y="242557"/>
                    <a:pt x="66167" y="255638"/>
                    <a:pt x="71438" y="250990"/>
                  </a:cubicBezTo>
                  <a:cubicBezTo>
                    <a:pt x="92139" y="232715"/>
                    <a:pt x="99377" y="241040"/>
                    <a:pt x="97345" y="234118"/>
                  </a:cubicBezTo>
                  <a:cubicBezTo>
                    <a:pt x="94614" y="215195"/>
                    <a:pt x="104139" y="233147"/>
                    <a:pt x="106552" y="223844"/>
                  </a:cubicBezTo>
                  <a:cubicBezTo>
                    <a:pt x="106552" y="223196"/>
                    <a:pt x="108076" y="219844"/>
                    <a:pt x="104394" y="218440"/>
                  </a:cubicBezTo>
                  <a:cubicBezTo>
                    <a:pt x="77089" y="207734"/>
                    <a:pt x="110553" y="207734"/>
                    <a:pt x="105981" y="208490"/>
                  </a:cubicBezTo>
                  <a:cubicBezTo>
                    <a:pt x="111189" y="208058"/>
                    <a:pt x="105981" y="202870"/>
                    <a:pt x="111189" y="202330"/>
                  </a:cubicBezTo>
                  <a:cubicBezTo>
                    <a:pt x="112839" y="201892"/>
                    <a:pt x="118745" y="202870"/>
                    <a:pt x="119507" y="198330"/>
                  </a:cubicBezTo>
                  <a:cubicBezTo>
                    <a:pt x="125158" y="185026"/>
                    <a:pt x="138113" y="198977"/>
                    <a:pt x="141288" y="190754"/>
                  </a:cubicBezTo>
                  <a:cubicBezTo>
                    <a:pt x="148018" y="180048"/>
                    <a:pt x="144208" y="188271"/>
                    <a:pt x="157099" y="191840"/>
                  </a:cubicBezTo>
                  <a:lnTo>
                    <a:pt x="195199" y="202546"/>
                  </a:lnTo>
                  <a:cubicBezTo>
                    <a:pt x="202882" y="204705"/>
                    <a:pt x="213233" y="235852"/>
                    <a:pt x="220599" y="237903"/>
                  </a:cubicBezTo>
                  <a:cubicBezTo>
                    <a:pt x="221234" y="238227"/>
                    <a:pt x="226123" y="238665"/>
                    <a:pt x="228092" y="242557"/>
                  </a:cubicBezTo>
                  <a:lnTo>
                    <a:pt x="232092" y="250666"/>
                  </a:lnTo>
                  <a:cubicBezTo>
                    <a:pt x="234378" y="255099"/>
                    <a:pt x="243332" y="257480"/>
                    <a:pt x="242697" y="257156"/>
                  </a:cubicBezTo>
                  <a:cubicBezTo>
                    <a:pt x="250571" y="260286"/>
                    <a:pt x="257492" y="277914"/>
                    <a:pt x="265113" y="279216"/>
                  </a:cubicBezTo>
                  <a:cubicBezTo>
                    <a:pt x="339598" y="291757"/>
                    <a:pt x="338074" y="290570"/>
                    <a:pt x="341502" y="293922"/>
                  </a:cubicBezTo>
                  <a:cubicBezTo>
                    <a:pt x="347789" y="300082"/>
                    <a:pt x="350838" y="304514"/>
                    <a:pt x="355473" y="304298"/>
                  </a:cubicBezTo>
                  <a:cubicBezTo>
                    <a:pt x="356108" y="304190"/>
                    <a:pt x="402463" y="304083"/>
                    <a:pt x="379730" y="296729"/>
                  </a:cubicBezTo>
                  <a:lnTo>
                    <a:pt x="365315" y="292081"/>
                  </a:lnTo>
                  <a:cubicBezTo>
                    <a:pt x="360108" y="290462"/>
                    <a:pt x="372681" y="285591"/>
                    <a:pt x="372173" y="285915"/>
                  </a:cubicBezTo>
                  <a:cubicBezTo>
                    <a:pt x="377889" y="283001"/>
                    <a:pt x="355917" y="281807"/>
                    <a:pt x="356552" y="281915"/>
                  </a:cubicBezTo>
                  <a:cubicBezTo>
                    <a:pt x="351599" y="281267"/>
                    <a:pt x="332295" y="271539"/>
                    <a:pt x="337756" y="269697"/>
                  </a:cubicBezTo>
                  <a:lnTo>
                    <a:pt x="344741" y="267424"/>
                  </a:lnTo>
                  <a:cubicBezTo>
                    <a:pt x="348361" y="266236"/>
                    <a:pt x="345630" y="262236"/>
                    <a:pt x="345757" y="262776"/>
                  </a:cubicBezTo>
                  <a:cubicBezTo>
                    <a:pt x="344741" y="261157"/>
                    <a:pt x="342519" y="260071"/>
                    <a:pt x="340551" y="260179"/>
                  </a:cubicBezTo>
                  <a:cubicBezTo>
                    <a:pt x="304800" y="263099"/>
                    <a:pt x="319088" y="247745"/>
                    <a:pt x="319088" y="240392"/>
                  </a:cubicBezTo>
                  <a:cubicBezTo>
                    <a:pt x="318897" y="239744"/>
                    <a:pt x="318897" y="236931"/>
                    <a:pt x="315849" y="237579"/>
                  </a:cubicBezTo>
                  <a:lnTo>
                    <a:pt x="297688" y="241903"/>
                  </a:lnTo>
                  <a:cubicBezTo>
                    <a:pt x="292164" y="243205"/>
                    <a:pt x="287591" y="229362"/>
                    <a:pt x="287909" y="229902"/>
                  </a:cubicBezTo>
                  <a:cubicBezTo>
                    <a:pt x="284988" y="223958"/>
                    <a:pt x="279082" y="225146"/>
                    <a:pt x="277749" y="219196"/>
                  </a:cubicBezTo>
                  <a:cubicBezTo>
                    <a:pt x="274955" y="206547"/>
                    <a:pt x="275082" y="202654"/>
                    <a:pt x="270827" y="201352"/>
                  </a:cubicBezTo>
                  <a:cubicBezTo>
                    <a:pt x="270319" y="200920"/>
                    <a:pt x="244411" y="195193"/>
                    <a:pt x="238378" y="177457"/>
                  </a:cubicBezTo>
                  <a:cubicBezTo>
                    <a:pt x="231139" y="156909"/>
                    <a:pt x="228917" y="153772"/>
                    <a:pt x="233363" y="153016"/>
                  </a:cubicBezTo>
                  <a:cubicBezTo>
                    <a:pt x="264096" y="148044"/>
                    <a:pt x="269621" y="148152"/>
                    <a:pt x="266319" y="144799"/>
                  </a:cubicBezTo>
                  <a:cubicBezTo>
                    <a:pt x="229171" y="106515"/>
                    <a:pt x="245618" y="132690"/>
                    <a:pt x="231203" y="123279"/>
                  </a:cubicBezTo>
                  <a:cubicBezTo>
                    <a:pt x="205803" y="106731"/>
                    <a:pt x="188277" y="106515"/>
                    <a:pt x="188785" y="106623"/>
                  </a:cubicBezTo>
                  <a:cubicBezTo>
                    <a:pt x="183070" y="105435"/>
                    <a:pt x="187578" y="87484"/>
                    <a:pt x="187578" y="88132"/>
                  </a:cubicBezTo>
                  <a:cubicBezTo>
                    <a:pt x="188277" y="82728"/>
                    <a:pt x="170942" y="67913"/>
                    <a:pt x="171576" y="68453"/>
                  </a:cubicBezTo>
                  <a:cubicBezTo>
                    <a:pt x="168339" y="65316"/>
                    <a:pt x="161544" y="65316"/>
                    <a:pt x="162178" y="65424"/>
                  </a:cubicBezTo>
                  <a:cubicBezTo>
                    <a:pt x="156654" y="64884"/>
                    <a:pt x="140715" y="46825"/>
                    <a:pt x="141414" y="47365"/>
                  </a:cubicBezTo>
                  <a:cubicBezTo>
                    <a:pt x="137731" y="43580"/>
                    <a:pt x="124523" y="44558"/>
                    <a:pt x="125031" y="44558"/>
                  </a:cubicBezTo>
                  <a:cubicBezTo>
                    <a:pt x="119761" y="44336"/>
                    <a:pt x="105981" y="32766"/>
                    <a:pt x="106552" y="33198"/>
                  </a:cubicBezTo>
                  <a:cubicBezTo>
                    <a:pt x="101346" y="29305"/>
                    <a:pt x="84138" y="30175"/>
                    <a:pt x="77406" y="27470"/>
                  </a:cubicBezTo>
                  <a:lnTo>
                    <a:pt x="7938" y="0"/>
                  </a:lnTo>
                  <a:lnTo>
                    <a:pt x="7938" y="138741"/>
                  </a:lnTo>
                  <a:lnTo>
                    <a:pt x="0" y="152260"/>
                  </a:lnTo>
                  <a:lnTo>
                    <a:pt x="7938" y="162211"/>
                  </a:lnTo>
                  <a:lnTo>
                    <a:pt x="7938" y="242450"/>
                  </a:lnTo>
                  <a:lnTo>
                    <a:pt x="8127" y="242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E44D33D-BDF8-5AFA-5DAE-BC5853CC2E16}"/>
                </a:ext>
              </a:extLst>
            </p:cNvPr>
            <p:cNvSpPr/>
            <p:nvPr/>
          </p:nvSpPr>
          <p:spPr>
            <a:xfrm>
              <a:off x="10668297" y="4207487"/>
              <a:ext cx="16175" cy="23893"/>
            </a:xfrm>
            <a:custGeom>
              <a:avLst/>
              <a:gdLst>
                <a:gd name="csX0" fmla="*/ 11070 w 16175"/>
                <a:gd name="csY0" fmla="*/ 19117 h 23893"/>
                <a:gd name="csX1" fmla="*/ 7069 w 16175"/>
                <a:gd name="csY1" fmla="*/ 22686 h 23893"/>
                <a:gd name="csX2" fmla="*/ 338 w 16175"/>
                <a:gd name="csY2" fmla="*/ 18469 h 23893"/>
                <a:gd name="csX3" fmla="*/ 2497 w 16175"/>
                <a:gd name="csY3" fmla="*/ 13605 h 23893"/>
                <a:gd name="csX4" fmla="*/ 10943 w 16175"/>
                <a:gd name="csY4" fmla="*/ 19009 h 23893"/>
                <a:gd name="csX5" fmla="*/ 11070 w 16175"/>
                <a:gd name="csY5" fmla="*/ 19117 h 23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75" h="23893">
                  <a:moveTo>
                    <a:pt x="11070" y="19117"/>
                  </a:moveTo>
                  <a:lnTo>
                    <a:pt x="7069" y="22686"/>
                  </a:lnTo>
                  <a:cubicBezTo>
                    <a:pt x="3831" y="25715"/>
                    <a:pt x="-1377" y="22578"/>
                    <a:pt x="338" y="18469"/>
                  </a:cubicBezTo>
                  <a:lnTo>
                    <a:pt x="2497" y="13605"/>
                  </a:lnTo>
                  <a:cubicBezTo>
                    <a:pt x="15260" y="-15484"/>
                    <a:pt x="21230" y="9713"/>
                    <a:pt x="10943" y="19009"/>
                  </a:cubicBezTo>
                  <a:lnTo>
                    <a:pt x="11070" y="191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6EA231A-6ADE-40AA-0BB5-F52ACE6DA6B4}"/>
                </a:ext>
              </a:extLst>
            </p:cNvPr>
            <p:cNvSpPr/>
            <p:nvPr/>
          </p:nvSpPr>
          <p:spPr>
            <a:xfrm>
              <a:off x="11085759" y="3920198"/>
              <a:ext cx="14971" cy="19888"/>
            </a:xfrm>
            <a:custGeom>
              <a:avLst/>
              <a:gdLst>
                <a:gd name="csX0" fmla="*/ 6611 w 14971"/>
                <a:gd name="csY0" fmla="*/ 1568 h 19888"/>
                <a:gd name="csX1" fmla="*/ 1341 w 14971"/>
                <a:gd name="csY1" fmla="*/ 17577 h 19888"/>
                <a:gd name="csX2" fmla="*/ 7183 w 14971"/>
                <a:gd name="csY2" fmla="*/ 18440 h 19888"/>
                <a:gd name="csX3" fmla="*/ 13533 w 14971"/>
                <a:gd name="csY3" fmla="*/ 2540 h 19888"/>
                <a:gd name="csX4" fmla="*/ 6738 w 14971"/>
                <a:gd name="csY4" fmla="*/ 1568 h 19888"/>
                <a:gd name="csX5" fmla="*/ 6611 w 14971"/>
                <a:gd name="csY5" fmla="*/ 1568 h 1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971" h="19888">
                  <a:moveTo>
                    <a:pt x="6611" y="1568"/>
                  </a:moveTo>
                  <a:cubicBezTo>
                    <a:pt x="3246" y="8921"/>
                    <a:pt x="-2660" y="14008"/>
                    <a:pt x="1341" y="17577"/>
                  </a:cubicBezTo>
                  <a:cubicBezTo>
                    <a:pt x="1849" y="17900"/>
                    <a:pt x="4770" y="22009"/>
                    <a:pt x="7183" y="18440"/>
                  </a:cubicBezTo>
                  <a:cubicBezTo>
                    <a:pt x="11056" y="11087"/>
                    <a:pt x="17978" y="5785"/>
                    <a:pt x="13533" y="2540"/>
                  </a:cubicBezTo>
                  <a:cubicBezTo>
                    <a:pt x="12771" y="2216"/>
                    <a:pt x="8897" y="-2325"/>
                    <a:pt x="6738" y="1568"/>
                  </a:cubicBezTo>
                  <a:lnTo>
                    <a:pt x="6611" y="15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048DD58-A04C-9967-19C7-96C59E06CC19}"/>
                </a:ext>
              </a:extLst>
            </p:cNvPr>
            <p:cNvSpPr/>
            <p:nvPr/>
          </p:nvSpPr>
          <p:spPr>
            <a:xfrm>
              <a:off x="11086344" y="3878400"/>
              <a:ext cx="10979" cy="12438"/>
            </a:xfrm>
            <a:custGeom>
              <a:avLst/>
              <a:gdLst>
                <a:gd name="csX0" fmla="*/ 3740 w 10979"/>
                <a:gd name="csY0" fmla="*/ 980 h 12438"/>
                <a:gd name="csX1" fmla="*/ 819 w 10979"/>
                <a:gd name="csY1" fmla="*/ 8225 h 12438"/>
                <a:gd name="csX2" fmla="*/ 7360 w 10979"/>
                <a:gd name="csY2" fmla="*/ 11248 h 12438"/>
                <a:gd name="csX3" fmla="*/ 9963 w 10979"/>
                <a:gd name="csY3" fmla="*/ 2599 h 12438"/>
                <a:gd name="csX4" fmla="*/ 3740 w 10979"/>
                <a:gd name="csY4" fmla="*/ 980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79" h="12438">
                  <a:moveTo>
                    <a:pt x="3740" y="980"/>
                  </a:moveTo>
                  <a:cubicBezTo>
                    <a:pt x="3232" y="1843"/>
                    <a:pt x="-1975" y="4656"/>
                    <a:pt x="819" y="8225"/>
                  </a:cubicBezTo>
                  <a:cubicBezTo>
                    <a:pt x="1709" y="8981"/>
                    <a:pt x="4502" y="14924"/>
                    <a:pt x="7360" y="11248"/>
                  </a:cubicBezTo>
                  <a:cubicBezTo>
                    <a:pt x="8122" y="9736"/>
                    <a:pt x="13075" y="6060"/>
                    <a:pt x="9963" y="2599"/>
                  </a:cubicBezTo>
                  <a:cubicBezTo>
                    <a:pt x="9963" y="2599"/>
                    <a:pt x="6915" y="-1941"/>
                    <a:pt x="3740" y="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87624B5-B708-643D-A5B6-92A2A7E308BA}"/>
                </a:ext>
              </a:extLst>
            </p:cNvPr>
            <p:cNvSpPr/>
            <p:nvPr/>
          </p:nvSpPr>
          <p:spPr>
            <a:xfrm>
              <a:off x="11088654" y="3805862"/>
              <a:ext cx="12319" cy="12525"/>
            </a:xfrm>
            <a:custGeom>
              <a:avLst/>
              <a:gdLst>
                <a:gd name="csX0" fmla="*/ 2319 w 12319"/>
                <a:gd name="csY0" fmla="*/ 2144 h 12525"/>
                <a:gd name="csX1" fmla="*/ 2319 w 12319"/>
                <a:gd name="csY1" fmla="*/ 12526 h 12525"/>
                <a:gd name="csX2" fmla="*/ 2319 w 12319"/>
                <a:gd name="csY2" fmla="*/ 2144 h 12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319" h="12525">
                  <a:moveTo>
                    <a:pt x="2319" y="2144"/>
                  </a:moveTo>
                  <a:cubicBezTo>
                    <a:pt x="1811" y="5173"/>
                    <a:pt x="-2635" y="11338"/>
                    <a:pt x="2319" y="12526"/>
                  </a:cubicBezTo>
                  <a:cubicBezTo>
                    <a:pt x="23210" y="12418"/>
                    <a:pt x="5367" y="-6181"/>
                    <a:pt x="2319" y="21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41F6BBC-63E7-4CBF-E4F1-98C93FE4BF42}"/>
                </a:ext>
              </a:extLst>
            </p:cNvPr>
            <p:cNvSpPr/>
            <p:nvPr/>
          </p:nvSpPr>
          <p:spPr>
            <a:xfrm>
              <a:off x="11093466" y="3831126"/>
              <a:ext cx="12563" cy="10642"/>
            </a:xfrm>
            <a:custGeom>
              <a:avLst/>
              <a:gdLst>
                <a:gd name="csX0" fmla="*/ 3666 w 12563"/>
                <a:gd name="csY0" fmla="*/ 673 h 10642"/>
                <a:gd name="csX1" fmla="*/ 1063 w 12563"/>
                <a:gd name="csY1" fmla="*/ 6292 h 10642"/>
                <a:gd name="csX2" fmla="*/ 9763 w 12563"/>
                <a:gd name="csY2" fmla="*/ 9213 h 10642"/>
                <a:gd name="csX3" fmla="*/ 10905 w 12563"/>
                <a:gd name="csY3" fmla="*/ 1104 h 10642"/>
                <a:gd name="csX4" fmla="*/ 3666 w 12563"/>
                <a:gd name="csY4" fmla="*/ 673 h 1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63" h="10642">
                  <a:moveTo>
                    <a:pt x="3666" y="673"/>
                  </a:moveTo>
                  <a:cubicBezTo>
                    <a:pt x="3158" y="1320"/>
                    <a:pt x="-2239" y="3479"/>
                    <a:pt x="1063" y="6292"/>
                  </a:cubicBezTo>
                  <a:cubicBezTo>
                    <a:pt x="2904" y="7372"/>
                    <a:pt x="7159" y="13322"/>
                    <a:pt x="9763" y="9213"/>
                  </a:cubicBezTo>
                  <a:cubicBezTo>
                    <a:pt x="10207" y="8026"/>
                    <a:pt x="15033" y="3371"/>
                    <a:pt x="10905" y="1104"/>
                  </a:cubicBezTo>
                  <a:cubicBezTo>
                    <a:pt x="10905" y="1104"/>
                    <a:pt x="6270" y="-1061"/>
                    <a:pt x="3666" y="6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7313C5F3-46DF-1D96-4E44-C79EAB0BBE82}"/>
                </a:ext>
              </a:extLst>
            </p:cNvPr>
            <p:cNvSpPr/>
            <p:nvPr/>
          </p:nvSpPr>
          <p:spPr>
            <a:xfrm>
              <a:off x="11084192" y="3779754"/>
              <a:ext cx="10908" cy="11427"/>
            </a:xfrm>
            <a:custGeom>
              <a:avLst/>
              <a:gdLst>
                <a:gd name="csX0" fmla="*/ 1701 w 10908"/>
                <a:gd name="csY0" fmla="*/ 1651 h 11427"/>
                <a:gd name="csX1" fmla="*/ 2145 w 10908"/>
                <a:gd name="csY1" fmla="*/ 9868 h 11427"/>
                <a:gd name="csX2" fmla="*/ 10908 w 10908"/>
                <a:gd name="csY2" fmla="*/ 9005 h 11427"/>
                <a:gd name="csX3" fmla="*/ 8939 w 10908"/>
                <a:gd name="csY3" fmla="*/ 2623 h 11427"/>
                <a:gd name="csX4" fmla="*/ 1574 w 10908"/>
                <a:gd name="csY4" fmla="*/ 1651 h 11427"/>
                <a:gd name="csX5" fmla="*/ 1701 w 10908"/>
                <a:gd name="csY5" fmla="*/ 1651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08" h="11427">
                  <a:moveTo>
                    <a:pt x="1701" y="1651"/>
                  </a:moveTo>
                  <a:cubicBezTo>
                    <a:pt x="1510" y="3055"/>
                    <a:pt x="-2300" y="8465"/>
                    <a:pt x="2145" y="9868"/>
                  </a:cubicBezTo>
                  <a:cubicBezTo>
                    <a:pt x="4050" y="10084"/>
                    <a:pt x="10019" y="13761"/>
                    <a:pt x="10908" y="9005"/>
                  </a:cubicBezTo>
                  <a:cubicBezTo>
                    <a:pt x="10463" y="3378"/>
                    <a:pt x="10654" y="3702"/>
                    <a:pt x="8939" y="2623"/>
                  </a:cubicBezTo>
                  <a:cubicBezTo>
                    <a:pt x="8939" y="2623"/>
                    <a:pt x="3351" y="-2565"/>
                    <a:pt x="1574" y="1651"/>
                  </a:cubicBezTo>
                  <a:lnTo>
                    <a:pt x="1701" y="1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727E879-BC8F-6BF6-F847-9D0E2CE9A93A}"/>
                </a:ext>
              </a:extLst>
            </p:cNvPr>
            <p:cNvSpPr/>
            <p:nvPr/>
          </p:nvSpPr>
          <p:spPr>
            <a:xfrm>
              <a:off x="11075899" y="3750064"/>
              <a:ext cx="8364" cy="7643"/>
            </a:xfrm>
            <a:custGeom>
              <a:avLst/>
              <a:gdLst>
                <a:gd name="csX0" fmla="*/ 2501 w 8364"/>
                <a:gd name="csY0" fmla="*/ 6684 h 7643"/>
                <a:gd name="csX1" fmla="*/ 7835 w 8364"/>
                <a:gd name="csY1" fmla="*/ 4303 h 7643"/>
                <a:gd name="csX2" fmla="*/ 6502 w 8364"/>
                <a:gd name="csY2" fmla="*/ 302 h 7643"/>
                <a:gd name="csX3" fmla="*/ 2501 w 8364"/>
                <a:gd name="csY3" fmla="*/ 668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4" h="7643">
                  <a:moveTo>
                    <a:pt x="2501" y="6684"/>
                  </a:moveTo>
                  <a:cubicBezTo>
                    <a:pt x="5232" y="9929"/>
                    <a:pt x="8344" y="3871"/>
                    <a:pt x="7835" y="4303"/>
                  </a:cubicBezTo>
                  <a:cubicBezTo>
                    <a:pt x="8915" y="2791"/>
                    <a:pt x="8280" y="950"/>
                    <a:pt x="6502" y="302"/>
                  </a:cubicBezTo>
                  <a:cubicBezTo>
                    <a:pt x="-5563" y="-1749"/>
                    <a:pt x="2946" y="7332"/>
                    <a:pt x="2501" y="66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EC77DAC-4C66-1358-66EA-EE00FBA127F6}"/>
                </a:ext>
              </a:extLst>
            </p:cNvPr>
            <p:cNvSpPr/>
            <p:nvPr/>
          </p:nvSpPr>
          <p:spPr>
            <a:xfrm>
              <a:off x="11056020" y="3715546"/>
              <a:ext cx="8693" cy="8491"/>
            </a:xfrm>
            <a:custGeom>
              <a:avLst/>
              <a:gdLst>
                <a:gd name="csX0" fmla="*/ 4092 w 8693"/>
                <a:gd name="csY0" fmla="*/ 112 h 8491"/>
                <a:gd name="csX1" fmla="*/ 8536 w 8693"/>
                <a:gd name="csY1" fmla="*/ 5084 h 8491"/>
                <a:gd name="csX2" fmla="*/ 4219 w 8693"/>
                <a:gd name="csY2" fmla="*/ 8329 h 8491"/>
                <a:gd name="csX3" fmla="*/ 91 w 8693"/>
                <a:gd name="csY3" fmla="*/ 3788 h 8491"/>
                <a:gd name="csX4" fmla="*/ 4092 w 8693"/>
                <a:gd name="csY4" fmla="*/ 219 h 8491"/>
                <a:gd name="csX5" fmla="*/ 4092 w 8693"/>
                <a:gd name="csY5" fmla="*/ 112 h 8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93" h="8491">
                  <a:moveTo>
                    <a:pt x="4092" y="112"/>
                  </a:moveTo>
                  <a:cubicBezTo>
                    <a:pt x="4790" y="435"/>
                    <a:pt x="9616" y="975"/>
                    <a:pt x="8536" y="5084"/>
                  </a:cubicBezTo>
                  <a:cubicBezTo>
                    <a:pt x="8092" y="5623"/>
                    <a:pt x="7901" y="9300"/>
                    <a:pt x="4219" y="8329"/>
                  </a:cubicBezTo>
                  <a:cubicBezTo>
                    <a:pt x="3584" y="7897"/>
                    <a:pt x="-671" y="7789"/>
                    <a:pt x="91" y="3788"/>
                  </a:cubicBezTo>
                  <a:cubicBezTo>
                    <a:pt x="91" y="3788"/>
                    <a:pt x="345" y="-1076"/>
                    <a:pt x="4092" y="219"/>
                  </a:cubicBezTo>
                  <a:lnTo>
                    <a:pt x="4092" y="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5792626-C0DD-0B9C-90EA-03D2050CAA43}"/>
                </a:ext>
              </a:extLst>
            </p:cNvPr>
            <p:cNvSpPr/>
            <p:nvPr/>
          </p:nvSpPr>
          <p:spPr>
            <a:xfrm>
              <a:off x="11847030" y="6596983"/>
              <a:ext cx="22186" cy="24117"/>
            </a:xfrm>
            <a:custGeom>
              <a:avLst/>
              <a:gdLst>
                <a:gd name="csX0" fmla="*/ 9816 w 22186"/>
                <a:gd name="csY0" fmla="*/ 540 h 24117"/>
                <a:gd name="csX1" fmla="*/ 22072 w 22186"/>
                <a:gd name="csY1" fmla="*/ 3461 h 24117"/>
                <a:gd name="csX2" fmla="*/ 14261 w 22186"/>
                <a:gd name="csY2" fmla="*/ 23590 h 24117"/>
                <a:gd name="csX3" fmla="*/ 227 w 22186"/>
                <a:gd name="csY3" fmla="*/ 20733 h 24117"/>
                <a:gd name="csX4" fmla="*/ 9943 w 22186"/>
                <a:gd name="csY4" fmla="*/ 540 h 24117"/>
                <a:gd name="csX5" fmla="*/ 9816 w 22186"/>
                <a:gd name="csY5" fmla="*/ 540 h 24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86" h="24117">
                  <a:moveTo>
                    <a:pt x="9816" y="540"/>
                  </a:moveTo>
                  <a:cubicBezTo>
                    <a:pt x="14706" y="858"/>
                    <a:pt x="23278" y="-2190"/>
                    <a:pt x="22072" y="3461"/>
                  </a:cubicBezTo>
                  <a:cubicBezTo>
                    <a:pt x="18706" y="18574"/>
                    <a:pt x="18833" y="23336"/>
                    <a:pt x="14261" y="23590"/>
                  </a:cubicBezTo>
                  <a:cubicBezTo>
                    <a:pt x="7466" y="23146"/>
                    <a:pt x="-1550" y="26385"/>
                    <a:pt x="227" y="20733"/>
                  </a:cubicBezTo>
                  <a:cubicBezTo>
                    <a:pt x="227" y="20733"/>
                    <a:pt x="5498" y="858"/>
                    <a:pt x="9943" y="540"/>
                  </a:cubicBezTo>
                  <a:lnTo>
                    <a:pt x="9816" y="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062ADAD-2F18-3925-39A5-7751688B36C7}"/>
                </a:ext>
              </a:extLst>
            </p:cNvPr>
            <p:cNvSpPr/>
            <p:nvPr/>
          </p:nvSpPr>
          <p:spPr>
            <a:xfrm>
              <a:off x="12104719" y="5804630"/>
              <a:ext cx="90979" cy="325070"/>
            </a:xfrm>
            <a:custGeom>
              <a:avLst/>
              <a:gdLst>
                <a:gd name="csX0" fmla="*/ 90979 w 90979"/>
                <a:gd name="csY0" fmla="*/ 292114 h 325070"/>
                <a:gd name="csX1" fmla="*/ 90979 w 90979"/>
                <a:gd name="csY1" fmla="*/ 324488 h 325070"/>
                <a:gd name="csX2" fmla="*/ 90900 w 90979"/>
                <a:gd name="csY2" fmla="*/ 324441 h 325070"/>
                <a:gd name="csX3" fmla="*/ 80296 w 90979"/>
                <a:gd name="csY3" fmla="*/ 323901 h 325070"/>
                <a:gd name="csX4" fmla="*/ 74453 w 90979"/>
                <a:gd name="csY4" fmla="*/ 316655 h 325070"/>
                <a:gd name="csX5" fmla="*/ 10636 w 90979"/>
                <a:gd name="csY5" fmla="*/ 26 h 325070"/>
                <a:gd name="csX6" fmla="*/ 32988 w 90979"/>
                <a:gd name="csY6" fmla="*/ 23387 h 325070"/>
                <a:gd name="csX7" fmla="*/ 58324 w 90979"/>
                <a:gd name="csY7" fmla="*/ 25222 h 325070"/>
                <a:gd name="csX8" fmla="*/ 70326 w 90979"/>
                <a:gd name="csY8" fmla="*/ 56153 h 325070"/>
                <a:gd name="csX9" fmla="*/ 68167 w 90979"/>
                <a:gd name="csY9" fmla="*/ 61125 h 325070"/>
                <a:gd name="csX10" fmla="*/ 79661 w 90979"/>
                <a:gd name="csY10" fmla="*/ 75616 h 325070"/>
                <a:gd name="csX11" fmla="*/ 80613 w 90979"/>
                <a:gd name="csY11" fmla="*/ 97999 h 325070"/>
                <a:gd name="csX12" fmla="*/ 84741 w 90979"/>
                <a:gd name="csY12" fmla="*/ 103489 h 325070"/>
                <a:gd name="csX13" fmla="*/ 90979 w 90979"/>
                <a:gd name="csY13" fmla="*/ 106020 h 325070"/>
                <a:gd name="csX14" fmla="*/ 90979 w 90979"/>
                <a:gd name="csY14" fmla="*/ 263416 h 325070"/>
                <a:gd name="csX15" fmla="*/ 85574 w 90979"/>
                <a:gd name="csY15" fmla="*/ 254542 h 325070"/>
                <a:gd name="csX16" fmla="*/ 50133 w 90979"/>
                <a:gd name="csY16" fmla="*/ 236201 h 325070"/>
                <a:gd name="csX17" fmla="*/ 67341 w 90979"/>
                <a:gd name="csY17" fmla="*/ 203543 h 325070"/>
                <a:gd name="csX18" fmla="*/ 80232 w 90979"/>
                <a:gd name="csY18" fmla="*/ 146012 h 325070"/>
                <a:gd name="csX19" fmla="*/ 16986 w 90979"/>
                <a:gd name="csY19" fmla="*/ 30848 h 325070"/>
                <a:gd name="csX20" fmla="*/ 16351 w 90979"/>
                <a:gd name="csY20" fmla="*/ 24574 h 325070"/>
                <a:gd name="csX21" fmla="*/ 16669 w 90979"/>
                <a:gd name="csY21" fmla="*/ 23171 h 325070"/>
                <a:gd name="csX22" fmla="*/ 984 w 90979"/>
                <a:gd name="csY22" fmla="*/ 1219 h 32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0979" h="325070">
                  <a:moveTo>
                    <a:pt x="90979" y="292114"/>
                  </a:moveTo>
                  <a:lnTo>
                    <a:pt x="90979" y="324488"/>
                  </a:lnTo>
                  <a:lnTo>
                    <a:pt x="90900" y="324441"/>
                  </a:lnTo>
                  <a:cubicBezTo>
                    <a:pt x="91472" y="324441"/>
                    <a:pt x="84423" y="326168"/>
                    <a:pt x="80296" y="323901"/>
                  </a:cubicBezTo>
                  <a:cubicBezTo>
                    <a:pt x="80931" y="324441"/>
                    <a:pt x="71533" y="320980"/>
                    <a:pt x="74453" y="316655"/>
                  </a:cubicBezTo>
                  <a:close/>
                  <a:moveTo>
                    <a:pt x="10636" y="26"/>
                  </a:moveTo>
                  <a:cubicBezTo>
                    <a:pt x="18320" y="-838"/>
                    <a:pt x="24479" y="20466"/>
                    <a:pt x="32988" y="23387"/>
                  </a:cubicBezTo>
                  <a:lnTo>
                    <a:pt x="58324" y="25222"/>
                  </a:lnTo>
                  <a:cubicBezTo>
                    <a:pt x="64166" y="27496"/>
                    <a:pt x="74898" y="53772"/>
                    <a:pt x="70326" y="56153"/>
                  </a:cubicBezTo>
                  <a:cubicBezTo>
                    <a:pt x="71024" y="55499"/>
                    <a:pt x="65563" y="57880"/>
                    <a:pt x="68167" y="61125"/>
                  </a:cubicBezTo>
                  <a:lnTo>
                    <a:pt x="79661" y="75616"/>
                  </a:lnTo>
                  <a:cubicBezTo>
                    <a:pt x="82582" y="79292"/>
                    <a:pt x="81629" y="83401"/>
                    <a:pt x="80613" y="97999"/>
                  </a:cubicBezTo>
                  <a:cubicBezTo>
                    <a:pt x="80455" y="100867"/>
                    <a:pt x="82248" y="102354"/>
                    <a:pt x="84741" y="103489"/>
                  </a:cubicBezTo>
                  <a:lnTo>
                    <a:pt x="90979" y="106020"/>
                  </a:lnTo>
                  <a:lnTo>
                    <a:pt x="90979" y="263416"/>
                  </a:lnTo>
                  <a:lnTo>
                    <a:pt x="85574" y="254542"/>
                  </a:lnTo>
                  <a:cubicBezTo>
                    <a:pt x="75597" y="244472"/>
                    <a:pt x="60833" y="237281"/>
                    <a:pt x="50133" y="236201"/>
                  </a:cubicBezTo>
                  <a:cubicBezTo>
                    <a:pt x="46196" y="235877"/>
                    <a:pt x="26956" y="218249"/>
                    <a:pt x="67341" y="203543"/>
                  </a:cubicBezTo>
                  <a:cubicBezTo>
                    <a:pt x="72485" y="201702"/>
                    <a:pt x="82264" y="151962"/>
                    <a:pt x="80232" y="146012"/>
                  </a:cubicBezTo>
                  <a:cubicBezTo>
                    <a:pt x="80423" y="146660"/>
                    <a:pt x="83344" y="131629"/>
                    <a:pt x="16986" y="30848"/>
                  </a:cubicBezTo>
                  <a:cubicBezTo>
                    <a:pt x="15907" y="29223"/>
                    <a:pt x="15589" y="26410"/>
                    <a:pt x="16351" y="24574"/>
                  </a:cubicBezTo>
                  <a:cubicBezTo>
                    <a:pt x="16097" y="25222"/>
                    <a:pt x="19462" y="26410"/>
                    <a:pt x="16669" y="23171"/>
                  </a:cubicBezTo>
                  <a:cubicBezTo>
                    <a:pt x="17240" y="23711"/>
                    <a:pt x="-4858" y="1867"/>
                    <a:pt x="984" y="1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2C120E7-E41F-D107-91C7-5C1EB0F52CC0}"/>
                </a:ext>
              </a:extLst>
            </p:cNvPr>
            <p:cNvSpPr/>
            <p:nvPr/>
          </p:nvSpPr>
          <p:spPr>
            <a:xfrm>
              <a:off x="11869468" y="6083912"/>
              <a:ext cx="297895" cy="310355"/>
            </a:xfrm>
            <a:custGeom>
              <a:avLst/>
              <a:gdLst>
                <a:gd name="csX0" fmla="*/ 176925 w 297895"/>
                <a:gd name="csY0" fmla="*/ 221205 h 310355"/>
                <a:gd name="csX1" fmla="*/ 180355 w 297895"/>
                <a:gd name="csY1" fmla="*/ 193088 h 310355"/>
                <a:gd name="csX2" fmla="*/ 230456 w 297895"/>
                <a:gd name="csY2" fmla="*/ 162271 h 310355"/>
                <a:gd name="csX3" fmla="*/ 242838 w 297895"/>
                <a:gd name="csY3" fmla="*/ 165840 h 310355"/>
                <a:gd name="csX4" fmla="*/ 250650 w 297895"/>
                <a:gd name="csY4" fmla="*/ 159566 h 310355"/>
                <a:gd name="csX5" fmla="*/ 239283 w 297895"/>
                <a:gd name="csY5" fmla="*/ 150371 h 310355"/>
                <a:gd name="csX6" fmla="*/ 236870 w 297895"/>
                <a:gd name="csY6" fmla="*/ 134801 h 310355"/>
                <a:gd name="csX7" fmla="*/ 257888 w 297895"/>
                <a:gd name="csY7" fmla="*/ 117497 h 310355"/>
                <a:gd name="csX8" fmla="*/ 266334 w 297895"/>
                <a:gd name="csY8" fmla="*/ 98682 h 310355"/>
                <a:gd name="csX9" fmla="*/ 291734 w 297895"/>
                <a:gd name="csY9" fmla="*/ 65700 h 310355"/>
                <a:gd name="csX10" fmla="*/ 287606 w 297895"/>
                <a:gd name="csY10" fmla="*/ 49914 h 310355"/>
                <a:gd name="csX11" fmla="*/ 296179 w 297895"/>
                <a:gd name="csY11" fmla="*/ 29912 h 310355"/>
                <a:gd name="csX12" fmla="*/ 282526 w 297895"/>
                <a:gd name="csY12" fmla="*/ 21365 h 310355"/>
                <a:gd name="csX13" fmla="*/ 251792 w 297895"/>
                <a:gd name="csY13" fmla="*/ 38776 h 310355"/>
                <a:gd name="csX14" fmla="*/ 244998 w 297895"/>
                <a:gd name="csY14" fmla="*/ 16177 h 310355"/>
                <a:gd name="csX15" fmla="*/ 236235 w 297895"/>
                <a:gd name="csY15" fmla="*/ 10551 h 310355"/>
                <a:gd name="csX16" fmla="*/ 239600 w 297895"/>
                <a:gd name="csY16" fmla="*/ 4391 h 310355"/>
                <a:gd name="csX17" fmla="*/ 212612 w 297895"/>
                <a:gd name="csY17" fmla="*/ 23314 h 310355"/>
                <a:gd name="csX18" fmla="*/ 212295 w 297895"/>
                <a:gd name="csY18" fmla="*/ 42453 h 310355"/>
                <a:gd name="csX19" fmla="*/ 194198 w 297895"/>
                <a:gd name="csY19" fmla="*/ 62131 h 310355"/>
                <a:gd name="csX20" fmla="*/ 167845 w 297895"/>
                <a:gd name="csY20" fmla="*/ 113497 h 310355"/>
                <a:gd name="csX21" fmla="*/ 89487 w 297895"/>
                <a:gd name="csY21" fmla="*/ 168107 h 310355"/>
                <a:gd name="csX22" fmla="*/ 77358 w 297895"/>
                <a:gd name="csY22" fmla="*/ 169840 h 310355"/>
                <a:gd name="csX23" fmla="*/ 1031 w 297895"/>
                <a:gd name="csY23" fmla="*/ 262296 h 310355"/>
                <a:gd name="csX24" fmla="*/ 8841 w 297895"/>
                <a:gd name="csY24" fmla="*/ 282851 h 310355"/>
                <a:gd name="csX25" fmla="*/ 29479 w 297895"/>
                <a:gd name="csY25" fmla="*/ 287804 h 310355"/>
                <a:gd name="csX26" fmla="*/ 34495 w 297895"/>
                <a:gd name="csY26" fmla="*/ 284439 h 310355"/>
                <a:gd name="csX27" fmla="*/ 50814 w 297895"/>
                <a:gd name="csY27" fmla="*/ 288058 h 310355"/>
                <a:gd name="csX28" fmla="*/ 67706 w 297895"/>
                <a:gd name="csY28" fmla="*/ 297139 h 310355"/>
                <a:gd name="csX29" fmla="*/ 73421 w 297895"/>
                <a:gd name="csY29" fmla="*/ 305521 h 310355"/>
                <a:gd name="csX30" fmla="*/ 99519 w 297895"/>
                <a:gd name="csY30" fmla="*/ 310283 h 310355"/>
                <a:gd name="csX31" fmla="*/ 123967 w 297895"/>
                <a:gd name="csY31" fmla="*/ 301520 h 310355"/>
                <a:gd name="csX32" fmla="*/ 130571 w 297895"/>
                <a:gd name="csY32" fmla="*/ 292122 h 310355"/>
                <a:gd name="csX33" fmla="*/ 163718 w 297895"/>
                <a:gd name="csY33" fmla="*/ 266278 h 310355"/>
                <a:gd name="csX34" fmla="*/ 160924 w 297895"/>
                <a:gd name="csY34" fmla="*/ 261001 h 310355"/>
                <a:gd name="csX35" fmla="*/ 156987 w 297895"/>
                <a:gd name="csY35" fmla="*/ 256454 h 310355"/>
                <a:gd name="csX36" fmla="*/ 176799 w 297895"/>
                <a:gd name="csY36" fmla="*/ 221097 h 310355"/>
                <a:gd name="csX37" fmla="*/ 176925 w 297895"/>
                <a:gd name="csY37" fmla="*/ 221205 h 310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7895" h="310355">
                  <a:moveTo>
                    <a:pt x="176925" y="221205"/>
                  </a:moveTo>
                  <a:cubicBezTo>
                    <a:pt x="179847" y="216119"/>
                    <a:pt x="180482" y="192440"/>
                    <a:pt x="180355" y="193088"/>
                  </a:cubicBezTo>
                  <a:cubicBezTo>
                    <a:pt x="180926" y="185950"/>
                    <a:pt x="226075" y="160969"/>
                    <a:pt x="230456" y="162271"/>
                  </a:cubicBezTo>
                  <a:lnTo>
                    <a:pt x="242838" y="165840"/>
                  </a:lnTo>
                  <a:cubicBezTo>
                    <a:pt x="247475" y="167135"/>
                    <a:pt x="251157" y="158918"/>
                    <a:pt x="250650" y="159566"/>
                  </a:cubicBezTo>
                  <a:cubicBezTo>
                    <a:pt x="253761" y="154486"/>
                    <a:pt x="238712" y="150047"/>
                    <a:pt x="239283" y="150371"/>
                  </a:cubicBezTo>
                  <a:cubicBezTo>
                    <a:pt x="234393" y="148104"/>
                    <a:pt x="236870" y="134153"/>
                    <a:pt x="236870" y="134801"/>
                  </a:cubicBezTo>
                  <a:cubicBezTo>
                    <a:pt x="237441" y="126368"/>
                    <a:pt x="254078" y="126152"/>
                    <a:pt x="257888" y="117497"/>
                  </a:cubicBezTo>
                  <a:lnTo>
                    <a:pt x="266334" y="98682"/>
                  </a:lnTo>
                  <a:cubicBezTo>
                    <a:pt x="268938" y="92954"/>
                    <a:pt x="292369" y="65053"/>
                    <a:pt x="291734" y="65700"/>
                  </a:cubicBezTo>
                  <a:cubicBezTo>
                    <a:pt x="295226" y="61376"/>
                    <a:pt x="287416" y="49266"/>
                    <a:pt x="287606" y="49914"/>
                  </a:cubicBezTo>
                  <a:cubicBezTo>
                    <a:pt x="283987" y="42453"/>
                    <a:pt x="303672" y="32503"/>
                    <a:pt x="296179" y="29912"/>
                  </a:cubicBezTo>
                  <a:cubicBezTo>
                    <a:pt x="290146" y="26991"/>
                    <a:pt x="282526" y="27206"/>
                    <a:pt x="282526" y="21365"/>
                  </a:cubicBezTo>
                  <a:cubicBezTo>
                    <a:pt x="279542" y="5255"/>
                    <a:pt x="259475" y="46453"/>
                    <a:pt x="251792" y="38776"/>
                  </a:cubicBezTo>
                  <a:cubicBezTo>
                    <a:pt x="242521" y="25797"/>
                    <a:pt x="252237" y="17904"/>
                    <a:pt x="244998" y="16177"/>
                  </a:cubicBezTo>
                  <a:cubicBezTo>
                    <a:pt x="241823" y="14875"/>
                    <a:pt x="233504" y="15313"/>
                    <a:pt x="236235" y="10551"/>
                  </a:cubicBezTo>
                  <a:lnTo>
                    <a:pt x="239600" y="4391"/>
                  </a:lnTo>
                  <a:cubicBezTo>
                    <a:pt x="247475" y="-9668"/>
                    <a:pt x="212867" y="13688"/>
                    <a:pt x="212612" y="23314"/>
                  </a:cubicBezTo>
                  <a:lnTo>
                    <a:pt x="212295" y="42453"/>
                  </a:lnTo>
                  <a:cubicBezTo>
                    <a:pt x="211978" y="60512"/>
                    <a:pt x="193690" y="62678"/>
                    <a:pt x="194198" y="62131"/>
                  </a:cubicBezTo>
                  <a:cubicBezTo>
                    <a:pt x="185244" y="64081"/>
                    <a:pt x="176672" y="107013"/>
                    <a:pt x="167845" y="113497"/>
                  </a:cubicBezTo>
                  <a:cubicBezTo>
                    <a:pt x="91074" y="169193"/>
                    <a:pt x="93868" y="167567"/>
                    <a:pt x="89487" y="168107"/>
                  </a:cubicBezTo>
                  <a:lnTo>
                    <a:pt x="77358" y="169840"/>
                  </a:lnTo>
                  <a:cubicBezTo>
                    <a:pt x="57863" y="172647"/>
                    <a:pt x="-9066" y="275295"/>
                    <a:pt x="1031" y="262296"/>
                  </a:cubicBezTo>
                  <a:cubicBezTo>
                    <a:pt x="-1763" y="267294"/>
                    <a:pt x="9222" y="283486"/>
                    <a:pt x="8841" y="282851"/>
                  </a:cubicBezTo>
                  <a:cubicBezTo>
                    <a:pt x="11635" y="287804"/>
                    <a:pt x="30113" y="287804"/>
                    <a:pt x="29479" y="287804"/>
                  </a:cubicBezTo>
                  <a:cubicBezTo>
                    <a:pt x="32971" y="288122"/>
                    <a:pt x="35003" y="283804"/>
                    <a:pt x="34495" y="284439"/>
                  </a:cubicBezTo>
                  <a:cubicBezTo>
                    <a:pt x="36654" y="279168"/>
                    <a:pt x="49925" y="282597"/>
                    <a:pt x="50814" y="288058"/>
                  </a:cubicBezTo>
                  <a:cubicBezTo>
                    <a:pt x="55895" y="299806"/>
                    <a:pt x="64975" y="288439"/>
                    <a:pt x="67706" y="297139"/>
                  </a:cubicBezTo>
                  <a:cubicBezTo>
                    <a:pt x="68468" y="298599"/>
                    <a:pt x="68785" y="304822"/>
                    <a:pt x="73421" y="305521"/>
                  </a:cubicBezTo>
                  <a:lnTo>
                    <a:pt x="99519" y="310283"/>
                  </a:lnTo>
                  <a:cubicBezTo>
                    <a:pt x="105044" y="311299"/>
                    <a:pt x="124601" y="301203"/>
                    <a:pt x="123967" y="301520"/>
                  </a:cubicBezTo>
                  <a:cubicBezTo>
                    <a:pt x="128412" y="299615"/>
                    <a:pt x="131015" y="291487"/>
                    <a:pt x="130571" y="292122"/>
                  </a:cubicBezTo>
                  <a:cubicBezTo>
                    <a:pt x="142064" y="266081"/>
                    <a:pt x="162701" y="274850"/>
                    <a:pt x="163718" y="266278"/>
                  </a:cubicBezTo>
                  <a:cubicBezTo>
                    <a:pt x="163718" y="265649"/>
                    <a:pt x="164670" y="261972"/>
                    <a:pt x="160924" y="261001"/>
                  </a:cubicBezTo>
                  <a:cubicBezTo>
                    <a:pt x="160352" y="260677"/>
                    <a:pt x="154828" y="260569"/>
                    <a:pt x="156987" y="256454"/>
                  </a:cubicBezTo>
                  <a:lnTo>
                    <a:pt x="176799" y="221097"/>
                  </a:lnTo>
                  <a:lnTo>
                    <a:pt x="176925" y="2212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B77D305-6AE9-0BE6-5466-32D9B70F82FA}"/>
                </a:ext>
              </a:extLst>
            </p:cNvPr>
            <p:cNvSpPr/>
            <p:nvPr/>
          </p:nvSpPr>
          <p:spPr>
            <a:xfrm>
              <a:off x="11908717" y="6396227"/>
              <a:ext cx="28877" cy="32755"/>
            </a:xfrm>
            <a:custGeom>
              <a:avLst/>
              <a:gdLst>
                <a:gd name="csX0" fmla="*/ 28584 w 28877"/>
                <a:gd name="csY0" fmla="*/ 16828 h 32755"/>
                <a:gd name="csX1" fmla="*/ 7755 w 28877"/>
                <a:gd name="csY1" fmla="*/ 32194 h 32755"/>
                <a:gd name="csX2" fmla="*/ 1088 w 28877"/>
                <a:gd name="csY2" fmla="*/ 30988 h 32755"/>
                <a:gd name="csX3" fmla="*/ 8073 w 28877"/>
                <a:gd name="csY3" fmla="*/ 16828 h 32755"/>
                <a:gd name="csX4" fmla="*/ 9851 w 28877"/>
                <a:gd name="csY4" fmla="*/ 10414 h 32755"/>
                <a:gd name="csX5" fmla="*/ 28647 w 28877"/>
                <a:gd name="csY5" fmla="*/ 16828 h 32755"/>
                <a:gd name="csX6" fmla="*/ 28584 w 28877"/>
                <a:gd name="csY6" fmla="*/ 16828 h 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877" h="32755">
                  <a:moveTo>
                    <a:pt x="28584" y="16828"/>
                  </a:moveTo>
                  <a:cubicBezTo>
                    <a:pt x="31822" y="22098"/>
                    <a:pt x="7248" y="32512"/>
                    <a:pt x="7755" y="32194"/>
                  </a:cubicBezTo>
                  <a:cubicBezTo>
                    <a:pt x="4453" y="34036"/>
                    <a:pt x="389" y="30734"/>
                    <a:pt x="1088" y="30988"/>
                  </a:cubicBezTo>
                  <a:cubicBezTo>
                    <a:pt x="-3611" y="27495"/>
                    <a:pt x="8454" y="16193"/>
                    <a:pt x="8073" y="16828"/>
                  </a:cubicBezTo>
                  <a:cubicBezTo>
                    <a:pt x="9279" y="15304"/>
                    <a:pt x="10041" y="12382"/>
                    <a:pt x="9851" y="10414"/>
                  </a:cubicBezTo>
                  <a:cubicBezTo>
                    <a:pt x="10930" y="-16383"/>
                    <a:pt x="29218" y="17018"/>
                    <a:pt x="28647" y="16828"/>
                  </a:cubicBezTo>
                  <a:lnTo>
                    <a:pt x="28584" y="168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7882E9C-E2E4-235A-9266-E8D7C5DA9A94}"/>
                </a:ext>
              </a:extLst>
            </p:cNvPr>
            <p:cNvSpPr/>
            <p:nvPr/>
          </p:nvSpPr>
          <p:spPr>
            <a:xfrm>
              <a:off x="11963009" y="6699659"/>
              <a:ext cx="18266" cy="17998"/>
            </a:xfrm>
            <a:custGeom>
              <a:avLst/>
              <a:gdLst>
                <a:gd name="csX0" fmla="*/ 7502 w 18266"/>
                <a:gd name="csY0" fmla="*/ 924 h 17998"/>
                <a:gd name="csX1" fmla="*/ 1533 w 18266"/>
                <a:gd name="csY1" fmla="*/ 11973 h 17998"/>
                <a:gd name="csX2" fmla="*/ 17471 w 18266"/>
                <a:gd name="csY2" fmla="*/ 15720 h 17998"/>
                <a:gd name="csX3" fmla="*/ 16709 w 18266"/>
                <a:gd name="csY3" fmla="*/ 6322 h 17998"/>
                <a:gd name="csX4" fmla="*/ 7502 w 18266"/>
                <a:gd name="csY4" fmla="*/ 924 h 1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266" h="17998">
                  <a:moveTo>
                    <a:pt x="7502" y="924"/>
                  </a:moveTo>
                  <a:cubicBezTo>
                    <a:pt x="4771" y="4607"/>
                    <a:pt x="-3356" y="9560"/>
                    <a:pt x="1533" y="11973"/>
                  </a:cubicBezTo>
                  <a:cubicBezTo>
                    <a:pt x="9661" y="14958"/>
                    <a:pt x="16138" y="21434"/>
                    <a:pt x="17471" y="15720"/>
                  </a:cubicBezTo>
                  <a:cubicBezTo>
                    <a:pt x="17471" y="14767"/>
                    <a:pt x="19694" y="9877"/>
                    <a:pt x="16709" y="6322"/>
                  </a:cubicBezTo>
                  <a:cubicBezTo>
                    <a:pt x="16709" y="6322"/>
                    <a:pt x="11058" y="-2886"/>
                    <a:pt x="7502" y="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09D6540-DEEC-ABA0-87CD-D29047C9525D}"/>
                </a:ext>
              </a:extLst>
            </p:cNvPr>
            <p:cNvSpPr/>
            <p:nvPr/>
          </p:nvSpPr>
          <p:spPr>
            <a:xfrm>
              <a:off x="11776795" y="5237366"/>
              <a:ext cx="118450" cy="94447"/>
            </a:xfrm>
            <a:custGeom>
              <a:avLst/>
              <a:gdLst>
                <a:gd name="csX0" fmla="*/ 21949 w 118450"/>
                <a:gd name="csY0" fmla="*/ 5085 h 94447"/>
                <a:gd name="csX1" fmla="*/ 117643 w 118450"/>
                <a:gd name="csY1" fmla="*/ 83051 h 94447"/>
                <a:gd name="csX2" fmla="*/ 111103 w 118450"/>
                <a:gd name="csY2" fmla="*/ 93973 h 94447"/>
                <a:gd name="csX3" fmla="*/ 33188 w 118450"/>
                <a:gd name="csY3" fmla="*/ 49421 h 94447"/>
                <a:gd name="csX4" fmla="*/ 1820 w 118450"/>
                <a:gd name="csY4" fmla="*/ 113 h 94447"/>
                <a:gd name="csX5" fmla="*/ 21949 w 118450"/>
                <a:gd name="csY5" fmla="*/ 5085 h 94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450" h="94447">
                  <a:moveTo>
                    <a:pt x="21949" y="5085"/>
                  </a:moveTo>
                  <a:cubicBezTo>
                    <a:pt x="123232" y="83158"/>
                    <a:pt x="120120" y="78942"/>
                    <a:pt x="117643" y="83051"/>
                  </a:cubicBezTo>
                  <a:lnTo>
                    <a:pt x="111103" y="93973"/>
                  </a:lnTo>
                  <a:cubicBezTo>
                    <a:pt x="107801" y="99707"/>
                    <a:pt x="34712" y="51694"/>
                    <a:pt x="33188" y="49421"/>
                  </a:cubicBezTo>
                  <a:cubicBezTo>
                    <a:pt x="-657" y="1085"/>
                    <a:pt x="-2816" y="-649"/>
                    <a:pt x="1820" y="113"/>
                  </a:cubicBezTo>
                  <a:cubicBezTo>
                    <a:pt x="1820" y="113"/>
                    <a:pt x="18457" y="2380"/>
                    <a:pt x="21949" y="50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2AD926D-E02B-E675-911C-4DDEE0CD9C2E}"/>
                </a:ext>
              </a:extLst>
            </p:cNvPr>
            <p:cNvSpPr/>
            <p:nvPr/>
          </p:nvSpPr>
          <p:spPr>
            <a:xfrm>
              <a:off x="11890986" y="5255351"/>
              <a:ext cx="20433" cy="27166"/>
            </a:xfrm>
            <a:custGeom>
              <a:avLst/>
              <a:gdLst>
                <a:gd name="csX0" fmla="*/ 3770 w 20433"/>
                <a:gd name="csY0" fmla="*/ 1592 h 27166"/>
                <a:gd name="csX1" fmla="*/ 2119 w 20433"/>
                <a:gd name="csY1" fmla="*/ 21054 h 27166"/>
                <a:gd name="csX2" fmla="*/ 13041 w 20433"/>
                <a:gd name="csY2" fmla="*/ 26788 h 27166"/>
                <a:gd name="csX3" fmla="*/ 19962 w 20433"/>
                <a:gd name="csY3" fmla="*/ 20083 h 27166"/>
                <a:gd name="csX4" fmla="*/ 19264 w 20433"/>
                <a:gd name="csY4" fmla="*/ 14565 h 27166"/>
                <a:gd name="csX5" fmla="*/ 3770 w 20433"/>
                <a:gd name="csY5" fmla="*/ 1592 h 27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433" h="27166">
                  <a:moveTo>
                    <a:pt x="3770" y="1592"/>
                  </a:moveTo>
                  <a:cubicBezTo>
                    <a:pt x="214" y="15543"/>
                    <a:pt x="-1755" y="18997"/>
                    <a:pt x="2119" y="21054"/>
                  </a:cubicBezTo>
                  <a:lnTo>
                    <a:pt x="13041" y="26788"/>
                  </a:lnTo>
                  <a:cubicBezTo>
                    <a:pt x="17486" y="29163"/>
                    <a:pt x="20407" y="19543"/>
                    <a:pt x="19962" y="20083"/>
                  </a:cubicBezTo>
                  <a:cubicBezTo>
                    <a:pt x="20852" y="18457"/>
                    <a:pt x="20407" y="15974"/>
                    <a:pt x="19264" y="14565"/>
                  </a:cubicBezTo>
                  <a:cubicBezTo>
                    <a:pt x="7770" y="1807"/>
                    <a:pt x="4977" y="-2733"/>
                    <a:pt x="3770" y="15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6E56EC2-FBF9-85FE-42F2-234CF676FD8C}"/>
                </a:ext>
              </a:extLst>
            </p:cNvPr>
            <p:cNvSpPr/>
            <p:nvPr/>
          </p:nvSpPr>
          <p:spPr>
            <a:xfrm>
              <a:off x="11918630" y="5283689"/>
              <a:ext cx="18855" cy="20952"/>
            </a:xfrm>
            <a:custGeom>
              <a:avLst/>
              <a:gdLst>
                <a:gd name="csX0" fmla="*/ 12448 w 18855"/>
                <a:gd name="csY0" fmla="*/ 933 h 20952"/>
                <a:gd name="csX1" fmla="*/ 574 w 18855"/>
                <a:gd name="csY1" fmla="*/ 10343 h 20952"/>
                <a:gd name="csX2" fmla="*/ 9908 w 18855"/>
                <a:gd name="csY2" fmla="*/ 20186 h 20952"/>
                <a:gd name="csX3" fmla="*/ 18417 w 18855"/>
                <a:gd name="csY3" fmla="*/ 11747 h 20952"/>
                <a:gd name="csX4" fmla="*/ 12448 w 18855"/>
                <a:gd name="csY4" fmla="*/ 933 h 20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55" h="20952">
                  <a:moveTo>
                    <a:pt x="12448" y="933"/>
                  </a:moveTo>
                  <a:cubicBezTo>
                    <a:pt x="8701" y="-3068"/>
                    <a:pt x="-2665" y="6883"/>
                    <a:pt x="574" y="10343"/>
                  </a:cubicBezTo>
                  <a:lnTo>
                    <a:pt x="9908" y="20186"/>
                  </a:lnTo>
                  <a:cubicBezTo>
                    <a:pt x="13591" y="24186"/>
                    <a:pt x="18862" y="11207"/>
                    <a:pt x="18417" y="11747"/>
                  </a:cubicBezTo>
                  <a:cubicBezTo>
                    <a:pt x="20893" y="7206"/>
                    <a:pt x="12067" y="393"/>
                    <a:pt x="12448" y="9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F1F0736-E0A7-819D-980F-7A70CAD4E3FB}"/>
                </a:ext>
              </a:extLst>
            </p:cNvPr>
            <p:cNvSpPr/>
            <p:nvPr/>
          </p:nvSpPr>
          <p:spPr>
            <a:xfrm>
              <a:off x="11905796" y="5330603"/>
              <a:ext cx="11308" cy="9681"/>
            </a:xfrm>
            <a:custGeom>
              <a:avLst/>
              <a:gdLst>
                <a:gd name="csX0" fmla="*/ 4962 w 11308"/>
                <a:gd name="csY0" fmla="*/ 196 h 9681"/>
                <a:gd name="csX1" fmla="*/ 10931 w 11308"/>
                <a:gd name="csY1" fmla="*/ 5168 h 9681"/>
                <a:gd name="csX2" fmla="*/ 4962 w 11308"/>
                <a:gd name="csY2" fmla="*/ 196 h 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308" h="9681">
                  <a:moveTo>
                    <a:pt x="4962" y="196"/>
                  </a:moveTo>
                  <a:cubicBezTo>
                    <a:pt x="-10215" y="10255"/>
                    <a:pt x="14614" y="12960"/>
                    <a:pt x="10931" y="5168"/>
                  </a:cubicBezTo>
                  <a:cubicBezTo>
                    <a:pt x="10360" y="4413"/>
                    <a:pt x="9153" y="-1099"/>
                    <a:pt x="4962" y="1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F73FBFB4-6F89-5442-149B-2D12C168D5DC}"/>
                </a:ext>
              </a:extLst>
            </p:cNvPr>
            <p:cNvSpPr/>
            <p:nvPr/>
          </p:nvSpPr>
          <p:spPr>
            <a:xfrm>
              <a:off x="11625751" y="5196031"/>
              <a:ext cx="7894" cy="14137"/>
            </a:xfrm>
            <a:custGeom>
              <a:avLst/>
              <a:gdLst>
                <a:gd name="csX0" fmla="*/ 4655 w 7894"/>
                <a:gd name="csY0" fmla="*/ 27 h 14137"/>
                <a:gd name="csX1" fmla="*/ 7512 w 7894"/>
                <a:gd name="csY1" fmla="*/ 10193 h 14137"/>
                <a:gd name="csX2" fmla="*/ 2940 w 7894"/>
                <a:gd name="csY2" fmla="*/ 14086 h 14137"/>
                <a:gd name="csX3" fmla="*/ 19 w 7894"/>
                <a:gd name="csY3" fmla="*/ 11165 h 14137"/>
                <a:gd name="csX4" fmla="*/ 4591 w 7894"/>
                <a:gd name="csY4" fmla="*/ 27 h 14137"/>
                <a:gd name="csX5" fmla="*/ 4655 w 7894"/>
                <a:gd name="csY5" fmla="*/ 27 h 1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94" h="14137">
                  <a:moveTo>
                    <a:pt x="4655" y="27"/>
                  </a:moveTo>
                  <a:cubicBezTo>
                    <a:pt x="9354" y="567"/>
                    <a:pt x="7576" y="10733"/>
                    <a:pt x="7512" y="10193"/>
                  </a:cubicBezTo>
                  <a:cubicBezTo>
                    <a:pt x="7512" y="13978"/>
                    <a:pt x="2432" y="14302"/>
                    <a:pt x="2940" y="14086"/>
                  </a:cubicBezTo>
                  <a:cubicBezTo>
                    <a:pt x="1099" y="14302"/>
                    <a:pt x="-171" y="13006"/>
                    <a:pt x="19" y="11165"/>
                  </a:cubicBezTo>
                  <a:cubicBezTo>
                    <a:pt x="971" y="7165"/>
                    <a:pt x="-171" y="-512"/>
                    <a:pt x="4591" y="27"/>
                  </a:cubicBezTo>
                  <a:lnTo>
                    <a:pt x="4655" y="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2AE819A-A945-679A-FD3C-FBB3A0F1E3D8}"/>
                </a:ext>
              </a:extLst>
            </p:cNvPr>
            <p:cNvSpPr/>
            <p:nvPr/>
          </p:nvSpPr>
          <p:spPr>
            <a:xfrm>
              <a:off x="11880341" y="4495290"/>
              <a:ext cx="16781" cy="16128"/>
            </a:xfrm>
            <a:custGeom>
              <a:avLst/>
              <a:gdLst>
                <a:gd name="csX0" fmla="*/ 9335 w 16781"/>
                <a:gd name="csY0" fmla="*/ 903 h 16128"/>
                <a:gd name="csX1" fmla="*/ 16701 w 16781"/>
                <a:gd name="csY1" fmla="*/ 10853 h 16128"/>
                <a:gd name="csX2" fmla="*/ 952 w 16781"/>
                <a:gd name="csY2" fmla="*/ 9882 h 16128"/>
                <a:gd name="csX3" fmla="*/ 952 w 16781"/>
                <a:gd name="csY3" fmla="*/ 4903 h 16128"/>
                <a:gd name="csX4" fmla="*/ 9335 w 16781"/>
                <a:gd name="csY4" fmla="*/ 903 h 16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81" h="16128">
                  <a:moveTo>
                    <a:pt x="9335" y="903"/>
                  </a:moveTo>
                  <a:cubicBezTo>
                    <a:pt x="11811" y="3608"/>
                    <a:pt x="17526" y="6199"/>
                    <a:pt x="16701" y="10853"/>
                  </a:cubicBezTo>
                  <a:cubicBezTo>
                    <a:pt x="14414" y="24696"/>
                    <a:pt x="-3048" y="6529"/>
                    <a:pt x="952" y="9882"/>
                  </a:cubicBezTo>
                  <a:cubicBezTo>
                    <a:pt x="-317" y="8472"/>
                    <a:pt x="-317" y="6313"/>
                    <a:pt x="952" y="4903"/>
                  </a:cubicBezTo>
                  <a:cubicBezTo>
                    <a:pt x="2477" y="3716"/>
                    <a:pt x="5715" y="-2234"/>
                    <a:pt x="9335" y="9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AAB6FDC-0581-3387-B1EF-2635765D6F81}"/>
                </a:ext>
              </a:extLst>
            </p:cNvPr>
            <p:cNvSpPr/>
            <p:nvPr/>
          </p:nvSpPr>
          <p:spPr>
            <a:xfrm>
              <a:off x="11946614" y="4319568"/>
              <a:ext cx="10330" cy="9016"/>
            </a:xfrm>
            <a:custGeom>
              <a:avLst/>
              <a:gdLst>
                <a:gd name="csX0" fmla="*/ 3324 w 10330"/>
                <a:gd name="csY0" fmla="*/ 362 h 9016"/>
                <a:gd name="csX1" fmla="*/ 847 w 10330"/>
                <a:gd name="csY1" fmla="*/ 5989 h 9016"/>
                <a:gd name="csX2" fmla="*/ 6689 w 10330"/>
                <a:gd name="csY2" fmla="*/ 8148 h 9016"/>
                <a:gd name="csX3" fmla="*/ 9419 w 10330"/>
                <a:gd name="csY3" fmla="*/ 1880 h 9016"/>
                <a:gd name="csX4" fmla="*/ 3324 w 10330"/>
                <a:gd name="csY4" fmla="*/ 254 h 9016"/>
                <a:gd name="csX5" fmla="*/ 3324 w 10330"/>
                <a:gd name="csY5" fmla="*/ 362 h 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30" h="9016">
                  <a:moveTo>
                    <a:pt x="3324" y="362"/>
                  </a:moveTo>
                  <a:cubicBezTo>
                    <a:pt x="2816" y="902"/>
                    <a:pt x="-1883" y="2528"/>
                    <a:pt x="847" y="5989"/>
                  </a:cubicBezTo>
                  <a:cubicBezTo>
                    <a:pt x="1355" y="6420"/>
                    <a:pt x="3324" y="10853"/>
                    <a:pt x="6689" y="8148"/>
                  </a:cubicBezTo>
                  <a:cubicBezTo>
                    <a:pt x="7133" y="7608"/>
                    <a:pt x="12404" y="5118"/>
                    <a:pt x="9419" y="1880"/>
                  </a:cubicBezTo>
                  <a:cubicBezTo>
                    <a:pt x="9419" y="1880"/>
                    <a:pt x="5038" y="-825"/>
                    <a:pt x="3324" y="254"/>
                  </a:cubicBezTo>
                  <a:lnTo>
                    <a:pt x="3324" y="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ECDCB13-D0DE-0131-CE61-337C61B21CC0}"/>
                </a:ext>
              </a:extLst>
            </p:cNvPr>
            <p:cNvSpPr/>
            <p:nvPr/>
          </p:nvSpPr>
          <p:spPr>
            <a:xfrm>
              <a:off x="11925205" y="4283622"/>
              <a:ext cx="8132" cy="8663"/>
            </a:xfrm>
            <a:custGeom>
              <a:avLst/>
              <a:gdLst>
                <a:gd name="csX0" fmla="*/ 7016 w 8132"/>
                <a:gd name="csY0" fmla="*/ 1706 h 8663"/>
                <a:gd name="csX1" fmla="*/ 6254 w 8132"/>
                <a:gd name="csY1" fmla="*/ 7650 h 8663"/>
                <a:gd name="csX2" fmla="*/ 729 w 8132"/>
                <a:gd name="csY2" fmla="*/ 6786 h 8663"/>
                <a:gd name="csX3" fmla="*/ 1682 w 8132"/>
                <a:gd name="csY3" fmla="*/ 1274 h 8663"/>
                <a:gd name="csX4" fmla="*/ 7016 w 8132"/>
                <a:gd name="csY4" fmla="*/ 1706 h 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32" h="8663">
                  <a:moveTo>
                    <a:pt x="7016" y="1706"/>
                  </a:moveTo>
                  <a:cubicBezTo>
                    <a:pt x="7079" y="2246"/>
                    <a:pt x="9937" y="5707"/>
                    <a:pt x="6254" y="7650"/>
                  </a:cubicBezTo>
                  <a:cubicBezTo>
                    <a:pt x="5682" y="7758"/>
                    <a:pt x="2444" y="10355"/>
                    <a:pt x="729" y="6786"/>
                  </a:cubicBezTo>
                  <a:cubicBezTo>
                    <a:pt x="729" y="6247"/>
                    <a:pt x="-1430" y="3325"/>
                    <a:pt x="1682" y="1274"/>
                  </a:cubicBezTo>
                  <a:cubicBezTo>
                    <a:pt x="1682" y="1274"/>
                    <a:pt x="5238" y="-1862"/>
                    <a:pt x="7016" y="1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EEF25F2-5BBF-69CB-6011-241DBAD75A6B}"/>
                </a:ext>
              </a:extLst>
            </p:cNvPr>
            <p:cNvSpPr/>
            <p:nvPr/>
          </p:nvSpPr>
          <p:spPr>
            <a:xfrm>
              <a:off x="12061882" y="4234156"/>
              <a:ext cx="8455" cy="7827"/>
            </a:xfrm>
            <a:custGeom>
              <a:avLst/>
              <a:gdLst>
                <a:gd name="csX0" fmla="*/ 2164 w 8455"/>
                <a:gd name="csY0" fmla="*/ 995 h 7827"/>
                <a:gd name="csX1" fmla="*/ 958 w 8455"/>
                <a:gd name="csY1" fmla="*/ 6507 h 7827"/>
                <a:gd name="csX2" fmla="*/ 5848 w 8455"/>
                <a:gd name="csY2" fmla="*/ 7053 h 7827"/>
                <a:gd name="csX3" fmla="*/ 7245 w 8455"/>
                <a:gd name="csY3" fmla="*/ 5968 h 7827"/>
                <a:gd name="csX4" fmla="*/ 7562 w 8455"/>
                <a:gd name="csY4" fmla="*/ 1535 h 7827"/>
                <a:gd name="csX5" fmla="*/ 2228 w 8455"/>
                <a:gd name="csY5" fmla="*/ 995 h 7827"/>
                <a:gd name="csX6" fmla="*/ 2164 w 8455"/>
                <a:gd name="csY6" fmla="*/ 995 h 7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55" h="7827">
                  <a:moveTo>
                    <a:pt x="2164" y="995"/>
                  </a:moveTo>
                  <a:cubicBezTo>
                    <a:pt x="1847" y="1535"/>
                    <a:pt x="-1645" y="3484"/>
                    <a:pt x="958" y="6507"/>
                  </a:cubicBezTo>
                  <a:cubicBezTo>
                    <a:pt x="3879" y="7917"/>
                    <a:pt x="4323" y="8349"/>
                    <a:pt x="5848" y="7053"/>
                  </a:cubicBezTo>
                  <a:lnTo>
                    <a:pt x="7245" y="5968"/>
                  </a:lnTo>
                  <a:cubicBezTo>
                    <a:pt x="8769" y="4888"/>
                    <a:pt x="8832" y="2831"/>
                    <a:pt x="7562" y="1535"/>
                  </a:cubicBezTo>
                  <a:cubicBezTo>
                    <a:pt x="6990" y="1211"/>
                    <a:pt x="4832" y="-1386"/>
                    <a:pt x="2228" y="995"/>
                  </a:cubicBezTo>
                  <a:lnTo>
                    <a:pt x="2164" y="9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5DE204E4-3C92-09E4-6960-B862DC30AF4D}"/>
                </a:ext>
              </a:extLst>
            </p:cNvPr>
            <p:cNvSpPr/>
            <p:nvPr/>
          </p:nvSpPr>
          <p:spPr>
            <a:xfrm>
              <a:off x="11982811" y="4267587"/>
              <a:ext cx="8517" cy="10697"/>
            </a:xfrm>
            <a:custGeom>
              <a:avLst/>
              <a:gdLst>
                <a:gd name="csX0" fmla="*/ 5798 w 8517"/>
                <a:gd name="csY0" fmla="*/ 222 h 10697"/>
                <a:gd name="csX1" fmla="*/ 8465 w 8517"/>
                <a:gd name="csY1" fmla="*/ 3791 h 10697"/>
                <a:gd name="csX2" fmla="*/ 7640 w 8517"/>
                <a:gd name="csY2" fmla="*/ 8331 h 10697"/>
                <a:gd name="csX3" fmla="*/ 3830 w 8517"/>
                <a:gd name="csY3" fmla="*/ 10496 h 10697"/>
                <a:gd name="csX4" fmla="*/ 2750 w 8517"/>
                <a:gd name="csY4" fmla="*/ 10065 h 10697"/>
                <a:gd name="csX5" fmla="*/ 20 w 8517"/>
                <a:gd name="csY5" fmla="*/ 5626 h 10697"/>
                <a:gd name="csX6" fmla="*/ 464 w 8517"/>
                <a:gd name="csY6" fmla="*/ 3035 h 10697"/>
                <a:gd name="csX7" fmla="*/ 4337 w 8517"/>
                <a:gd name="csY7" fmla="*/ 6 h 10697"/>
                <a:gd name="csX8" fmla="*/ 5861 w 8517"/>
                <a:gd name="csY8" fmla="*/ 6 h 10697"/>
                <a:gd name="csX9" fmla="*/ 5798 w 8517"/>
                <a:gd name="csY9" fmla="*/ 222 h 1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517" h="10697">
                  <a:moveTo>
                    <a:pt x="5798" y="222"/>
                  </a:moveTo>
                  <a:cubicBezTo>
                    <a:pt x="7640" y="438"/>
                    <a:pt x="8782" y="2057"/>
                    <a:pt x="8465" y="3791"/>
                  </a:cubicBezTo>
                  <a:lnTo>
                    <a:pt x="7640" y="8331"/>
                  </a:lnTo>
                  <a:cubicBezTo>
                    <a:pt x="7258" y="10173"/>
                    <a:pt x="5544" y="11144"/>
                    <a:pt x="3830" y="10496"/>
                  </a:cubicBezTo>
                  <a:lnTo>
                    <a:pt x="2750" y="10065"/>
                  </a:lnTo>
                  <a:cubicBezTo>
                    <a:pt x="1035" y="9411"/>
                    <a:pt x="-171" y="7467"/>
                    <a:pt x="20" y="5626"/>
                  </a:cubicBezTo>
                  <a:lnTo>
                    <a:pt x="464" y="3035"/>
                  </a:lnTo>
                  <a:cubicBezTo>
                    <a:pt x="655" y="1194"/>
                    <a:pt x="2496" y="-102"/>
                    <a:pt x="4337" y="6"/>
                  </a:cubicBezTo>
                  <a:lnTo>
                    <a:pt x="5861" y="6"/>
                  </a:lnTo>
                  <a:lnTo>
                    <a:pt x="5798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7EE0B3D1-5966-A5F0-1D36-44904117F69D}"/>
                </a:ext>
              </a:extLst>
            </p:cNvPr>
            <p:cNvSpPr/>
            <p:nvPr/>
          </p:nvSpPr>
          <p:spPr>
            <a:xfrm>
              <a:off x="12001732" y="4148471"/>
              <a:ext cx="8592" cy="10554"/>
            </a:xfrm>
            <a:custGeom>
              <a:avLst/>
              <a:gdLst>
                <a:gd name="csX0" fmla="*/ 8531 w 8592"/>
                <a:gd name="csY0" fmla="*/ 3629 h 10554"/>
                <a:gd name="csX1" fmla="*/ 3768 w 8592"/>
                <a:gd name="csY1" fmla="*/ 10334 h 10554"/>
                <a:gd name="csX2" fmla="*/ 85 w 8592"/>
                <a:gd name="csY2" fmla="*/ 5578 h 10554"/>
                <a:gd name="csX3" fmla="*/ 8531 w 8592"/>
                <a:gd name="csY3" fmla="*/ 3629 h 10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2" h="10554">
                  <a:moveTo>
                    <a:pt x="8531" y="3629"/>
                  </a:moveTo>
                  <a:cubicBezTo>
                    <a:pt x="7959" y="5146"/>
                    <a:pt x="8276" y="11846"/>
                    <a:pt x="3768" y="10334"/>
                  </a:cubicBezTo>
                  <a:cubicBezTo>
                    <a:pt x="3197" y="9903"/>
                    <a:pt x="-614" y="9363"/>
                    <a:pt x="85" y="5578"/>
                  </a:cubicBezTo>
                  <a:cubicBezTo>
                    <a:pt x="3832" y="-3293"/>
                    <a:pt x="9229" y="276"/>
                    <a:pt x="8531" y="3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D8F1477-473F-48DB-6FEF-126E89F1BC06}"/>
                </a:ext>
              </a:extLst>
            </p:cNvPr>
            <p:cNvSpPr/>
            <p:nvPr/>
          </p:nvSpPr>
          <p:spPr>
            <a:xfrm>
              <a:off x="12067138" y="4266014"/>
              <a:ext cx="8863" cy="9647"/>
            </a:xfrm>
            <a:custGeom>
              <a:avLst/>
              <a:gdLst>
                <a:gd name="csX0" fmla="*/ 782 w 8863"/>
                <a:gd name="csY0" fmla="*/ 2119 h 9647"/>
                <a:gd name="csX1" fmla="*/ 1100 w 8863"/>
                <a:gd name="csY1" fmla="*/ 8393 h 9647"/>
                <a:gd name="csX2" fmla="*/ 6116 w 8863"/>
                <a:gd name="csY2" fmla="*/ 8393 h 9647"/>
                <a:gd name="csX3" fmla="*/ 7068 w 8863"/>
                <a:gd name="csY3" fmla="*/ 823 h 9647"/>
                <a:gd name="csX4" fmla="*/ 782 w 8863"/>
                <a:gd name="csY4" fmla="*/ 2011 h 9647"/>
                <a:gd name="csX5" fmla="*/ 782 w 8863"/>
                <a:gd name="csY5" fmla="*/ 2119 h 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63" h="9647">
                  <a:moveTo>
                    <a:pt x="782" y="2119"/>
                  </a:moveTo>
                  <a:cubicBezTo>
                    <a:pt x="-424" y="7853"/>
                    <a:pt x="-170" y="7199"/>
                    <a:pt x="1100" y="8393"/>
                  </a:cubicBezTo>
                  <a:cubicBezTo>
                    <a:pt x="4973" y="10012"/>
                    <a:pt x="4973" y="10120"/>
                    <a:pt x="6116" y="8393"/>
                  </a:cubicBezTo>
                  <a:cubicBezTo>
                    <a:pt x="6624" y="7091"/>
                    <a:pt x="11387" y="2443"/>
                    <a:pt x="7068" y="823"/>
                  </a:cubicBezTo>
                  <a:cubicBezTo>
                    <a:pt x="7068" y="823"/>
                    <a:pt x="2751" y="-1666"/>
                    <a:pt x="782" y="2011"/>
                  </a:cubicBezTo>
                  <a:lnTo>
                    <a:pt x="782" y="21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E258565-393A-DF0A-C259-240A10A3A03F}"/>
                </a:ext>
              </a:extLst>
            </p:cNvPr>
            <p:cNvSpPr/>
            <p:nvPr/>
          </p:nvSpPr>
          <p:spPr>
            <a:xfrm>
              <a:off x="11951853" y="4224131"/>
              <a:ext cx="18675" cy="10101"/>
            </a:xfrm>
            <a:custGeom>
              <a:avLst/>
              <a:gdLst>
                <a:gd name="csX0" fmla="*/ 116 w 18675"/>
                <a:gd name="csY0" fmla="*/ 3235 h 10101"/>
                <a:gd name="csX1" fmla="*/ 2719 w 18675"/>
                <a:gd name="csY1" fmla="*/ 7883 h 10101"/>
                <a:gd name="csX2" fmla="*/ 14530 w 18675"/>
                <a:gd name="csY2" fmla="*/ 10048 h 10101"/>
                <a:gd name="csX3" fmla="*/ 18214 w 18675"/>
                <a:gd name="csY3" fmla="*/ 7343 h 10101"/>
                <a:gd name="csX4" fmla="*/ 18658 w 18675"/>
                <a:gd name="csY4" fmla="*/ 3991 h 10101"/>
                <a:gd name="csX5" fmla="*/ 15610 w 18675"/>
                <a:gd name="csY5" fmla="*/ 530 h 10101"/>
                <a:gd name="csX6" fmla="*/ 243 w 18675"/>
                <a:gd name="csY6" fmla="*/ 3127 h 10101"/>
                <a:gd name="csX7" fmla="*/ 116 w 18675"/>
                <a:gd name="csY7" fmla="*/ 3235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675" h="10101">
                  <a:moveTo>
                    <a:pt x="116" y="3235"/>
                  </a:moveTo>
                  <a:cubicBezTo>
                    <a:pt x="116" y="3882"/>
                    <a:pt x="-836" y="7128"/>
                    <a:pt x="2719" y="7883"/>
                  </a:cubicBezTo>
                  <a:lnTo>
                    <a:pt x="14530" y="10048"/>
                  </a:lnTo>
                  <a:cubicBezTo>
                    <a:pt x="16245" y="10372"/>
                    <a:pt x="18023" y="9179"/>
                    <a:pt x="18214" y="7343"/>
                  </a:cubicBezTo>
                  <a:lnTo>
                    <a:pt x="18658" y="3991"/>
                  </a:lnTo>
                  <a:cubicBezTo>
                    <a:pt x="18849" y="2155"/>
                    <a:pt x="17452" y="638"/>
                    <a:pt x="15610" y="530"/>
                  </a:cubicBezTo>
                  <a:cubicBezTo>
                    <a:pt x="8689" y="854"/>
                    <a:pt x="1259" y="-2067"/>
                    <a:pt x="243" y="3127"/>
                  </a:cubicBezTo>
                  <a:lnTo>
                    <a:pt x="116" y="3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1F90480-1E69-565F-4E57-DFE058A2E3BE}"/>
                </a:ext>
              </a:extLst>
            </p:cNvPr>
            <p:cNvSpPr/>
            <p:nvPr/>
          </p:nvSpPr>
          <p:spPr>
            <a:xfrm>
              <a:off x="12044862" y="4198061"/>
              <a:ext cx="10495" cy="18433"/>
            </a:xfrm>
            <a:custGeom>
              <a:avLst/>
              <a:gdLst>
                <a:gd name="csX0" fmla="*/ 3818 w 10495"/>
                <a:gd name="csY0" fmla="*/ 0 h 18433"/>
                <a:gd name="csX1" fmla="*/ 8 w 10495"/>
                <a:gd name="csY1" fmla="*/ 3677 h 18433"/>
                <a:gd name="csX2" fmla="*/ 961 w 10495"/>
                <a:gd name="csY2" fmla="*/ 15570 h 18433"/>
                <a:gd name="csX3" fmla="*/ 4580 w 10495"/>
                <a:gd name="csY3" fmla="*/ 18383 h 18433"/>
                <a:gd name="csX4" fmla="*/ 7819 w 10495"/>
                <a:gd name="csY4" fmla="*/ 17843 h 18433"/>
                <a:gd name="csX5" fmla="*/ 10422 w 10495"/>
                <a:gd name="csY5" fmla="*/ 14059 h 18433"/>
                <a:gd name="csX6" fmla="*/ 3691 w 10495"/>
                <a:gd name="csY6" fmla="*/ 108 h 18433"/>
                <a:gd name="csX7" fmla="*/ 3818 w 10495"/>
                <a:gd name="csY7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495" h="18433">
                  <a:moveTo>
                    <a:pt x="3818" y="0"/>
                  </a:moveTo>
                  <a:cubicBezTo>
                    <a:pt x="3119" y="324"/>
                    <a:pt x="-182" y="108"/>
                    <a:pt x="8" y="3677"/>
                  </a:cubicBezTo>
                  <a:lnTo>
                    <a:pt x="961" y="15570"/>
                  </a:lnTo>
                  <a:cubicBezTo>
                    <a:pt x="1088" y="17412"/>
                    <a:pt x="2739" y="18707"/>
                    <a:pt x="4580" y="18383"/>
                  </a:cubicBezTo>
                  <a:lnTo>
                    <a:pt x="7819" y="17843"/>
                  </a:lnTo>
                  <a:cubicBezTo>
                    <a:pt x="9660" y="17519"/>
                    <a:pt x="10803" y="15894"/>
                    <a:pt x="10422" y="14059"/>
                  </a:cubicBezTo>
                  <a:cubicBezTo>
                    <a:pt x="8263" y="7677"/>
                    <a:pt x="9089" y="-432"/>
                    <a:pt x="3691" y="108"/>
                  </a:cubicBezTo>
                  <a:lnTo>
                    <a:pt x="381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FC755E8-16B0-91B4-E7E5-CA6E22BFF8A6}"/>
                </a:ext>
              </a:extLst>
            </p:cNvPr>
            <p:cNvSpPr/>
            <p:nvPr/>
          </p:nvSpPr>
          <p:spPr>
            <a:xfrm>
              <a:off x="11956604" y="4203173"/>
              <a:ext cx="10651" cy="10169"/>
            </a:xfrm>
            <a:custGeom>
              <a:avLst/>
              <a:gdLst>
                <a:gd name="csX0" fmla="*/ 573 w 10651"/>
                <a:gd name="csY0" fmla="*/ 2025 h 10169"/>
                <a:gd name="csX1" fmla="*/ 1652 w 10651"/>
                <a:gd name="csY1" fmla="*/ 7644 h 10169"/>
                <a:gd name="csX2" fmla="*/ 8510 w 10651"/>
                <a:gd name="csY2" fmla="*/ 8623 h 10169"/>
                <a:gd name="csX3" fmla="*/ 8827 w 10651"/>
                <a:gd name="csY3" fmla="*/ 1485 h 10169"/>
                <a:gd name="csX4" fmla="*/ 573 w 10651"/>
                <a:gd name="csY4" fmla="*/ 2025 h 10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1" h="10169">
                  <a:moveTo>
                    <a:pt x="573" y="2025"/>
                  </a:moveTo>
                  <a:cubicBezTo>
                    <a:pt x="573" y="2564"/>
                    <a:pt x="-1269" y="5486"/>
                    <a:pt x="1652" y="7644"/>
                  </a:cubicBezTo>
                  <a:cubicBezTo>
                    <a:pt x="2224" y="7861"/>
                    <a:pt x="6225" y="12515"/>
                    <a:pt x="8510" y="8623"/>
                  </a:cubicBezTo>
                  <a:cubicBezTo>
                    <a:pt x="8701" y="7861"/>
                    <a:pt x="13019" y="2996"/>
                    <a:pt x="8827" y="1485"/>
                  </a:cubicBezTo>
                  <a:cubicBezTo>
                    <a:pt x="8827" y="1485"/>
                    <a:pt x="2415" y="-2191"/>
                    <a:pt x="573" y="20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7FA49A6-DA61-DAC7-DDFA-4F349C98AC69}"/>
                </a:ext>
              </a:extLst>
            </p:cNvPr>
            <p:cNvSpPr/>
            <p:nvPr/>
          </p:nvSpPr>
          <p:spPr>
            <a:xfrm>
              <a:off x="11938217" y="4212294"/>
              <a:ext cx="9203" cy="10597"/>
            </a:xfrm>
            <a:custGeom>
              <a:avLst/>
              <a:gdLst>
                <a:gd name="csX0" fmla="*/ 7848 w 9203"/>
                <a:gd name="csY0" fmla="*/ 258 h 10597"/>
                <a:gd name="csX1" fmla="*/ 6768 w 9203"/>
                <a:gd name="csY1" fmla="*/ 8799 h 10597"/>
                <a:gd name="csX2" fmla="*/ 1561 w 9203"/>
                <a:gd name="csY2" fmla="*/ 9878 h 10597"/>
                <a:gd name="csX3" fmla="*/ 608 w 9203"/>
                <a:gd name="csY3" fmla="*/ 5662 h 10597"/>
                <a:gd name="csX4" fmla="*/ 7911 w 9203"/>
                <a:gd name="csY4" fmla="*/ 258 h 10597"/>
                <a:gd name="csX5" fmla="*/ 7848 w 9203"/>
                <a:gd name="csY5" fmla="*/ 258 h 10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03" h="10597">
                  <a:moveTo>
                    <a:pt x="7848" y="258"/>
                  </a:moveTo>
                  <a:cubicBezTo>
                    <a:pt x="11530" y="1769"/>
                    <a:pt x="6514" y="9446"/>
                    <a:pt x="6768" y="8799"/>
                  </a:cubicBezTo>
                  <a:cubicBezTo>
                    <a:pt x="5117" y="12151"/>
                    <a:pt x="926" y="9770"/>
                    <a:pt x="1561" y="9878"/>
                  </a:cubicBezTo>
                  <a:cubicBezTo>
                    <a:pt x="-90" y="9014"/>
                    <a:pt x="-471" y="7071"/>
                    <a:pt x="608" y="5662"/>
                  </a:cubicBezTo>
                  <a:cubicBezTo>
                    <a:pt x="1752" y="4366"/>
                    <a:pt x="4291" y="-1260"/>
                    <a:pt x="7911" y="258"/>
                  </a:cubicBezTo>
                  <a:lnTo>
                    <a:pt x="7848" y="2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25D408C3-AB04-4A53-C02F-3ED3676C386A}"/>
                </a:ext>
              </a:extLst>
            </p:cNvPr>
            <p:cNvSpPr/>
            <p:nvPr/>
          </p:nvSpPr>
          <p:spPr>
            <a:xfrm>
              <a:off x="11928386" y="4201328"/>
              <a:ext cx="8986" cy="9480"/>
            </a:xfrm>
            <a:custGeom>
              <a:avLst/>
              <a:gdLst>
                <a:gd name="csX0" fmla="*/ 4343 w 8986"/>
                <a:gd name="csY0" fmla="*/ 86 h 9480"/>
                <a:gd name="csX1" fmla="*/ 8979 w 8986"/>
                <a:gd name="csY1" fmla="*/ 4302 h 9480"/>
                <a:gd name="csX2" fmla="*/ 6057 w 8986"/>
                <a:gd name="csY2" fmla="*/ 8843 h 9480"/>
                <a:gd name="csX3" fmla="*/ 25 w 8986"/>
                <a:gd name="csY3" fmla="*/ 6785 h 9480"/>
                <a:gd name="csX4" fmla="*/ 4216 w 8986"/>
                <a:gd name="csY4" fmla="*/ 86 h 9480"/>
                <a:gd name="csX5" fmla="*/ 4343 w 8986"/>
                <a:gd name="csY5" fmla="*/ 86 h 9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480">
                  <a:moveTo>
                    <a:pt x="4343" y="86"/>
                  </a:moveTo>
                  <a:cubicBezTo>
                    <a:pt x="9296" y="2785"/>
                    <a:pt x="8788" y="2677"/>
                    <a:pt x="8979" y="4302"/>
                  </a:cubicBezTo>
                  <a:cubicBezTo>
                    <a:pt x="8915" y="4842"/>
                    <a:pt x="9550" y="8195"/>
                    <a:pt x="6057" y="8843"/>
                  </a:cubicBezTo>
                  <a:cubicBezTo>
                    <a:pt x="5232" y="8843"/>
                    <a:pt x="-419" y="11224"/>
                    <a:pt x="25" y="6785"/>
                  </a:cubicBezTo>
                  <a:cubicBezTo>
                    <a:pt x="25" y="6785"/>
                    <a:pt x="-293" y="-892"/>
                    <a:pt x="4216" y="86"/>
                  </a:cubicBezTo>
                  <a:lnTo>
                    <a:pt x="4343" y="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5B98BF4-9DD3-38C7-5BFF-06103C14BA7E}"/>
                </a:ext>
              </a:extLst>
            </p:cNvPr>
            <p:cNvSpPr/>
            <p:nvPr/>
          </p:nvSpPr>
          <p:spPr>
            <a:xfrm>
              <a:off x="11929062" y="4185128"/>
              <a:ext cx="9241" cy="9110"/>
            </a:xfrm>
            <a:custGeom>
              <a:avLst/>
              <a:gdLst>
                <a:gd name="csX0" fmla="*/ 3540 w 9241"/>
                <a:gd name="csY0" fmla="*/ 709 h 9110"/>
                <a:gd name="csX1" fmla="*/ 746 w 9241"/>
                <a:gd name="csY1" fmla="*/ 6767 h 9110"/>
                <a:gd name="csX2" fmla="*/ 6270 w 9241"/>
                <a:gd name="csY2" fmla="*/ 8285 h 9110"/>
                <a:gd name="csX3" fmla="*/ 8556 w 9241"/>
                <a:gd name="csY3" fmla="*/ 2335 h 9110"/>
                <a:gd name="csX4" fmla="*/ 3540 w 9241"/>
                <a:gd name="csY4" fmla="*/ 709 h 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41" h="9110">
                  <a:moveTo>
                    <a:pt x="3540" y="709"/>
                  </a:moveTo>
                  <a:cubicBezTo>
                    <a:pt x="3159" y="1255"/>
                    <a:pt x="-1857" y="3306"/>
                    <a:pt x="746" y="6767"/>
                  </a:cubicBezTo>
                  <a:cubicBezTo>
                    <a:pt x="1318" y="7199"/>
                    <a:pt x="3159" y="10660"/>
                    <a:pt x="6270" y="8285"/>
                  </a:cubicBezTo>
                  <a:cubicBezTo>
                    <a:pt x="6715" y="7739"/>
                    <a:pt x="10843" y="5903"/>
                    <a:pt x="8556" y="2335"/>
                  </a:cubicBezTo>
                  <a:cubicBezTo>
                    <a:pt x="8556" y="2335"/>
                    <a:pt x="6588" y="-1558"/>
                    <a:pt x="3540" y="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B1DBCB9-DCA6-5128-A579-C4E1FB1CBEF2}"/>
                </a:ext>
              </a:extLst>
            </p:cNvPr>
            <p:cNvSpPr/>
            <p:nvPr/>
          </p:nvSpPr>
          <p:spPr>
            <a:xfrm>
              <a:off x="11968901" y="4129387"/>
              <a:ext cx="9217" cy="9050"/>
            </a:xfrm>
            <a:custGeom>
              <a:avLst/>
              <a:gdLst>
                <a:gd name="csX0" fmla="*/ 3579 w 9217"/>
                <a:gd name="csY0" fmla="*/ 652 h 9050"/>
                <a:gd name="csX1" fmla="*/ 848 w 9217"/>
                <a:gd name="csY1" fmla="*/ 6710 h 9050"/>
                <a:gd name="csX2" fmla="*/ 6246 w 9217"/>
                <a:gd name="csY2" fmla="*/ 8221 h 9050"/>
                <a:gd name="csX3" fmla="*/ 8532 w 9217"/>
                <a:gd name="csY3" fmla="*/ 2386 h 9050"/>
                <a:gd name="csX4" fmla="*/ 3579 w 9217"/>
                <a:gd name="csY4" fmla="*/ 652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17" h="9050">
                  <a:moveTo>
                    <a:pt x="3579" y="652"/>
                  </a:moveTo>
                  <a:cubicBezTo>
                    <a:pt x="3007" y="1300"/>
                    <a:pt x="-1945" y="3357"/>
                    <a:pt x="848" y="6710"/>
                  </a:cubicBezTo>
                  <a:cubicBezTo>
                    <a:pt x="1420" y="7142"/>
                    <a:pt x="3134" y="10603"/>
                    <a:pt x="6246" y="8221"/>
                  </a:cubicBezTo>
                  <a:cubicBezTo>
                    <a:pt x="6691" y="7682"/>
                    <a:pt x="10817" y="5847"/>
                    <a:pt x="8532" y="2386"/>
                  </a:cubicBezTo>
                  <a:cubicBezTo>
                    <a:pt x="8532" y="2386"/>
                    <a:pt x="6563" y="-1507"/>
                    <a:pt x="3579" y="6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E8CB220-789E-0B8E-9460-634782E4F006}"/>
                </a:ext>
              </a:extLst>
            </p:cNvPr>
            <p:cNvSpPr/>
            <p:nvPr/>
          </p:nvSpPr>
          <p:spPr>
            <a:xfrm>
              <a:off x="11912320" y="4170428"/>
              <a:ext cx="8282" cy="7177"/>
            </a:xfrm>
            <a:custGeom>
              <a:avLst/>
              <a:gdLst>
                <a:gd name="csX0" fmla="*/ 723 w 8282"/>
                <a:gd name="csY0" fmla="*/ 1465 h 7177"/>
                <a:gd name="csX1" fmla="*/ 1359 w 8282"/>
                <a:gd name="csY1" fmla="*/ 6329 h 7177"/>
                <a:gd name="csX2" fmla="*/ 7455 w 8282"/>
                <a:gd name="csY2" fmla="*/ 5033 h 7177"/>
                <a:gd name="csX3" fmla="*/ 6883 w 8282"/>
                <a:gd name="csY3" fmla="*/ 1135 h 7177"/>
                <a:gd name="csX4" fmla="*/ 850 w 8282"/>
                <a:gd name="csY4" fmla="*/ 1465 h 7177"/>
                <a:gd name="csX5" fmla="*/ 723 w 8282"/>
                <a:gd name="csY5" fmla="*/ 1465 h 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82" h="7177">
                  <a:moveTo>
                    <a:pt x="723" y="1465"/>
                  </a:moveTo>
                  <a:cubicBezTo>
                    <a:pt x="-1308" y="3948"/>
                    <a:pt x="1612" y="6868"/>
                    <a:pt x="1359" y="6329"/>
                  </a:cubicBezTo>
                  <a:cubicBezTo>
                    <a:pt x="4280" y="8926"/>
                    <a:pt x="7962" y="4703"/>
                    <a:pt x="7455" y="5033"/>
                  </a:cubicBezTo>
                  <a:cubicBezTo>
                    <a:pt x="8724" y="3732"/>
                    <a:pt x="8534" y="2004"/>
                    <a:pt x="6883" y="1135"/>
                  </a:cubicBezTo>
                  <a:cubicBezTo>
                    <a:pt x="6375" y="1026"/>
                    <a:pt x="3200" y="-1564"/>
                    <a:pt x="850" y="1465"/>
                  </a:cubicBezTo>
                  <a:lnTo>
                    <a:pt x="723" y="1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B22EB6D-325E-5BBC-C3B2-1D550B3ED310}"/>
                </a:ext>
              </a:extLst>
            </p:cNvPr>
            <p:cNvSpPr/>
            <p:nvPr/>
          </p:nvSpPr>
          <p:spPr>
            <a:xfrm>
              <a:off x="11913488" y="4154285"/>
              <a:ext cx="8236" cy="8733"/>
            </a:xfrm>
            <a:custGeom>
              <a:avLst/>
              <a:gdLst>
                <a:gd name="csX0" fmla="*/ 381 w 8236"/>
                <a:gd name="csY0" fmla="*/ 6793 h 8733"/>
                <a:gd name="csX1" fmla="*/ 1397 w 8236"/>
                <a:gd name="csY1" fmla="*/ 1923 h 8733"/>
                <a:gd name="csX2" fmla="*/ 7556 w 8236"/>
                <a:gd name="csY2" fmla="*/ 1923 h 8733"/>
                <a:gd name="csX3" fmla="*/ 6032 w 8236"/>
                <a:gd name="csY3" fmla="*/ 7981 h 8733"/>
                <a:gd name="csX4" fmla="*/ 317 w 8236"/>
                <a:gd name="csY4" fmla="*/ 6901 h 8733"/>
                <a:gd name="csX5" fmla="*/ 381 w 8236"/>
                <a:gd name="csY5" fmla="*/ 6793 h 8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36" h="8733">
                  <a:moveTo>
                    <a:pt x="381" y="6793"/>
                  </a:moveTo>
                  <a:cubicBezTo>
                    <a:pt x="0" y="3980"/>
                    <a:pt x="-571" y="3225"/>
                    <a:pt x="1397" y="1923"/>
                  </a:cubicBezTo>
                  <a:cubicBezTo>
                    <a:pt x="2032" y="1707"/>
                    <a:pt x="6032" y="-2294"/>
                    <a:pt x="7556" y="1923"/>
                  </a:cubicBezTo>
                  <a:cubicBezTo>
                    <a:pt x="7556" y="2469"/>
                    <a:pt x="9842" y="6254"/>
                    <a:pt x="6032" y="7981"/>
                  </a:cubicBezTo>
                  <a:cubicBezTo>
                    <a:pt x="6032" y="7981"/>
                    <a:pt x="2350" y="10254"/>
                    <a:pt x="317" y="6901"/>
                  </a:cubicBezTo>
                  <a:lnTo>
                    <a:pt x="381" y="6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62AA882-C7B0-2B4E-AD5E-8488E4648941}"/>
                </a:ext>
              </a:extLst>
            </p:cNvPr>
            <p:cNvSpPr/>
            <p:nvPr/>
          </p:nvSpPr>
          <p:spPr>
            <a:xfrm>
              <a:off x="11710320" y="4071345"/>
              <a:ext cx="8188" cy="8730"/>
            </a:xfrm>
            <a:custGeom>
              <a:avLst/>
              <a:gdLst>
                <a:gd name="csX0" fmla="*/ 413 w 8188"/>
                <a:gd name="csY0" fmla="*/ 6790 h 8730"/>
                <a:gd name="csX1" fmla="*/ 1365 w 8188"/>
                <a:gd name="csY1" fmla="*/ 1926 h 8730"/>
                <a:gd name="csX2" fmla="*/ 7461 w 8188"/>
                <a:gd name="csY2" fmla="*/ 1926 h 8730"/>
                <a:gd name="csX3" fmla="*/ 6064 w 8188"/>
                <a:gd name="csY3" fmla="*/ 7977 h 8730"/>
                <a:gd name="csX4" fmla="*/ 285 w 8188"/>
                <a:gd name="csY4" fmla="*/ 6898 h 8730"/>
                <a:gd name="csX5" fmla="*/ 413 w 8188"/>
                <a:gd name="csY5" fmla="*/ 6790 h 8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88" h="8730">
                  <a:moveTo>
                    <a:pt x="413" y="6790"/>
                  </a:moveTo>
                  <a:cubicBezTo>
                    <a:pt x="-32" y="3977"/>
                    <a:pt x="-539" y="3221"/>
                    <a:pt x="1365" y="1926"/>
                  </a:cubicBezTo>
                  <a:cubicBezTo>
                    <a:pt x="2064" y="1710"/>
                    <a:pt x="6191" y="-2297"/>
                    <a:pt x="7461" y="1926"/>
                  </a:cubicBezTo>
                  <a:cubicBezTo>
                    <a:pt x="7461" y="2465"/>
                    <a:pt x="9810" y="6250"/>
                    <a:pt x="6064" y="7977"/>
                  </a:cubicBezTo>
                  <a:cubicBezTo>
                    <a:pt x="6064" y="7977"/>
                    <a:pt x="2381" y="10250"/>
                    <a:pt x="285" y="6898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7F15824-C62D-5D31-CB33-36018364664C}"/>
                </a:ext>
              </a:extLst>
            </p:cNvPr>
            <p:cNvSpPr/>
            <p:nvPr/>
          </p:nvSpPr>
          <p:spPr>
            <a:xfrm>
              <a:off x="12040774" y="4173751"/>
              <a:ext cx="8215" cy="8622"/>
            </a:xfrm>
            <a:custGeom>
              <a:avLst/>
              <a:gdLst>
                <a:gd name="csX0" fmla="*/ 413 w 8215"/>
                <a:gd name="csY0" fmla="*/ 6790 h 8622"/>
                <a:gd name="csX1" fmla="*/ 1366 w 8215"/>
                <a:gd name="csY1" fmla="*/ 1926 h 8622"/>
                <a:gd name="csX2" fmla="*/ 7525 w 8215"/>
                <a:gd name="csY2" fmla="*/ 1926 h 8622"/>
                <a:gd name="csX3" fmla="*/ 6064 w 8215"/>
                <a:gd name="csY3" fmla="*/ 7869 h 8622"/>
                <a:gd name="csX4" fmla="*/ 286 w 8215"/>
                <a:gd name="csY4" fmla="*/ 6790 h 8622"/>
                <a:gd name="csX5" fmla="*/ 413 w 8215"/>
                <a:gd name="csY5" fmla="*/ 6790 h 8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15" h="8622">
                  <a:moveTo>
                    <a:pt x="413" y="6790"/>
                  </a:moveTo>
                  <a:cubicBezTo>
                    <a:pt x="-31" y="3977"/>
                    <a:pt x="-540" y="3221"/>
                    <a:pt x="1366" y="1926"/>
                  </a:cubicBezTo>
                  <a:cubicBezTo>
                    <a:pt x="2064" y="1710"/>
                    <a:pt x="6128" y="-2297"/>
                    <a:pt x="7525" y="1926"/>
                  </a:cubicBezTo>
                  <a:cubicBezTo>
                    <a:pt x="7525" y="2466"/>
                    <a:pt x="9811" y="6142"/>
                    <a:pt x="6064" y="7869"/>
                  </a:cubicBezTo>
                  <a:cubicBezTo>
                    <a:pt x="6064" y="7869"/>
                    <a:pt x="2382" y="10143"/>
                    <a:pt x="286" y="6790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B0014E-34C8-6231-37C8-5B752B4C611E}"/>
                </a:ext>
              </a:extLst>
            </p:cNvPr>
            <p:cNvSpPr/>
            <p:nvPr/>
          </p:nvSpPr>
          <p:spPr>
            <a:xfrm>
              <a:off x="11879677" y="4144206"/>
              <a:ext cx="10445" cy="11915"/>
            </a:xfrm>
            <a:custGeom>
              <a:avLst/>
              <a:gdLst>
                <a:gd name="csX0" fmla="*/ 664 w 10445"/>
                <a:gd name="csY0" fmla="*/ 3461 h 11915"/>
                <a:gd name="csX1" fmla="*/ 4347 w 10445"/>
                <a:gd name="csY1" fmla="*/ 0 h 11915"/>
                <a:gd name="csX2" fmla="*/ 6316 w 10445"/>
                <a:gd name="csY2" fmla="*/ 0 h 11915"/>
                <a:gd name="csX3" fmla="*/ 9999 w 10445"/>
                <a:gd name="csY3" fmla="*/ 3137 h 11915"/>
                <a:gd name="csX4" fmla="*/ 10443 w 10445"/>
                <a:gd name="csY4" fmla="*/ 7785 h 11915"/>
                <a:gd name="csX5" fmla="*/ 7395 w 10445"/>
                <a:gd name="csY5" fmla="*/ 11462 h 11915"/>
                <a:gd name="csX6" fmla="*/ 3077 w 10445"/>
                <a:gd name="csY6" fmla="*/ 11894 h 11915"/>
                <a:gd name="csX7" fmla="*/ 29 w 10445"/>
                <a:gd name="csY7" fmla="*/ 8871 h 11915"/>
                <a:gd name="csX8" fmla="*/ 664 w 10445"/>
                <a:gd name="csY8" fmla="*/ 3461 h 1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445" h="11915">
                  <a:moveTo>
                    <a:pt x="664" y="3461"/>
                  </a:moveTo>
                  <a:cubicBezTo>
                    <a:pt x="918" y="1626"/>
                    <a:pt x="2505" y="108"/>
                    <a:pt x="4347" y="0"/>
                  </a:cubicBezTo>
                  <a:lnTo>
                    <a:pt x="6316" y="0"/>
                  </a:lnTo>
                  <a:cubicBezTo>
                    <a:pt x="8157" y="0"/>
                    <a:pt x="9871" y="1296"/>
                    <a:pt x="9999" y="3137"/>
                  </a:cubicBezTo>
                  <a:lnTo>
                    <a:pt x="10443" y="7785"/>
                  </a:lnTo>
                  <a:cubicBezTo>
                    <a:pt x="10506" y="9627"/>
                    <a:pt x="9237" y="11246"/>
                    <a:pt x="7395" y="11462"/>
                  </a:cubicBezTo>
                  <a:lnTo>
                    <a:pt x="3077" y="11894"/>
                  </a:lnTo>
                  <a:cubicBezTo>
                    <a:pt x="1236" y="12110"/>
                    <a:pt x="-225" y="10706"/>
                    <a:pt x="29" y="8871"/>
                  </a:cubicBezTo>
                  <a:lnTo>
                    <a:pt x="664" y="34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FB952C5-E507-2BE4-6220-B4CED1C6FFF1}"/>
                </a:ext>
              </a:extLst>
            </p:cNvPr>
            <p:cNvSpPr/>
            <p:nvPr/>
          </p:nvSpPr>
          <p:spPr>
            <a:xfrm>
              <a:off x="11844565" y="4116127"/>
              <a:ext cx="14629" cy="9752"/>
            </a:xfrm>
            <a:custGeom>
              <a:avLst/>
              <a:gdLst>
                <a:gd name="csX0" fmla="*/ 90 w 14629"/>
                <a:gd name="csY0" fmla="*/ 3537 h 9752"/>
                <a:gd name="csX1" fmla="*/ 10250 w 14629"/>
                <a:gd name="csY1" fmla="*/ 292 h 9752"/>
                <a:gd name="csX2" fmla="*/ 90 w 14629"/>
                <a:gd name="csY2" fmla="*/ 3537 h 9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629" h="9752">
                  <a:moveTo>
                    <a:pt x="90" y="3537"/>
                  </a:moveTo>
                  <a:cubicBezTo>
                    <a:pt x="8853" y="19215"/>
                    <a:pt x="21362" y="292"/>
                    <a:pt x="10250" y="292"/>
                  </a:cubicBezTo>
                  <a:cubicBezTo>
                    <a:pt x="10250" y="292"/>
                    <a:pt x="-1117" y="-1441"/>
                    <a:pt x="90" y="3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30C281E-67A2-94A7-72B0-EF3FB2B99620}"/>
                </a:ext>
              </a:extLst>
            </p:cNvPr>
            <p:cNvSpPr/>
            <p:nvPr/>
          </p:nvSpPr>
          <p:spPr>
            <a:xfrm>
              <a:off x="11828962" y="4152642"/>
              <a:ext cx="7273" cy="6810"/>
            </a:xfrm>
            <a:custGeom>
              <a:avLst/>
              <a:gdLst>
                <a:gd name="csX0" fmla="*/ 3564 w 7273"/>
                <a:gd name="csY0" fmla="*/ 6811 h 6810"/>
                <a:gd name="csX1" fmla="*/ 3119 w 7273"/>
                <a:gd name="csY1" fmla="*/ 6811 h 6810"/>
                <a:gd name="csX2" fmla="*/ 8 w 7273"/>
                <a:gd name="csY2" fmla="*/ 3458 h 6810"/>
                <a:gd name="csX3" fmla="*/ 3564 w 7273"/>
                <a:gd name="csY3" fmla="*/ 6811 h 6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273" h="6810">
                  <a:moveTo>
                    <a:pt x="3564" y="6811"/>
                  </a:moveTo>
                  <a:lnTo>
                    <a:pt x="3119" y="6811"/>
                  </a:lnTo>
                  <a:cubicBezTo>
                    <a:pt x="1278" y="6811"/>
                    <a:pt x="-118" y="5300"/>
                    <a:pt x="8" y="3458"/>
                  </a:cubicBezTo>
                  <a:cubicBezTo>
                    <a:pt x="4199" y="-5946"/>
                    <a:pt x="11882" y="6811"/>
                    <a:pt x="3564" y="68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230E9D1-A358-2C0C-6764-597DBDF6AA8D}"/>
                </a:ext>
              </a:extLst>
            </p:cNvPr>
            <p:cNvSpPr/>
            <p:nvPr/>
          </p:nvSpPr>
          <p:spPr>
            <a:xfrm>
              <a:off x="11904179" y="4142702"/>
              <a:ext cx="6886" cy="6748"/>
            </a:xfrm>
            <a:custGeom>
              <a:avLst/>
              <a:gdLst>
                <a:gd name="csX0" fmla="*/ 1689 w 6886"/>
                <a:gd name="csY0" fmla="*/ 316 h 6748"/>
                <a:gd name="csX1" fmla="*/ 419 w 6886"/>
                <a:gd name="csY1" fmla="*/ 4533 h 6748"/>
                <a:gd name="csX2" fmla="*/ 737 w 6886"/>
                <a:gd name="csY2" fmla="*/ 5073 h 6748"/>
                <a:gd name="csX3" fmla="*/ 5309 w 6886"/>
                <a:gd name="csY3" fmla="*/ 6260 h 6748"/>
                <a:gd name="csX4" fmla="*/ 6389 w 6886"/>
                <a:gd name="csY4" fmla="*/ 1720 h 6748"/>
                <a:gd name="csX5" fmla="*/ 1626 w 6886"/>
                <a:gd name="csY5" fmla="*/ 316 h 6748"/>
                <a:gd name="csX6" fmla="*/ 1689 w 6886"/>
                <a:gd name="csY6" fmla="*/ 316 h 6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86" h="6748">
                  <a:moveTo>
                    <a:pt x="1689" y="316"/>
                  </a:moveTo>
                  <a:cubicBezTo>
                    <a:pt x="102" y="964"/>
                    <a:pt x="-470" y="2907"/>
                    <a:pt x="419" y="4533"/>
                  </a:cubicBezTo>
                  <a:lnTo>
                    <a:pt x="737" y="5073"/>
                  </a:lnTo>
                  <a:cubicBezTo>
                    <a:pt x="1626" y="6698"/>
                    <a:pt x="3658" y="7238"/>
                    <a:pt x="5309" y="6260"/>
                  </a:cubicBezTo>
                  <a:cubicBezTo>
                    <a:pt x="6897" y="5289"/>
                    <a:pt x="7341" y="3238"/>
                    <a:pt x="6389" y="1720"/>
                  </a:cubicBezTo>
                  <a:cubicBezTo>
                    <a:pt x="5373" y="209"/>
                    <a:pt x="3214" y="-439"/>
                    <a:pt x="1626" y="316"/>
                  </a:cubicBezTo>
                  <a:lnTo>
                    <a:pt x="1689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7C6EC9D-1405-CCBB-D703-C5ADB9045FD3}"/>
                </a:ext>
              </a:extLst>
            </p:cNvPr>
            <p:cNvSpPr/>
            <p:nvPr/>
          </p:nvSpPr>
          <p:spPr>
            <a:xfrm>
              <a:off x="11862190" y="4078175"/>
              <a:ext cx="9766" cy="9197"/>
            </a:xfrm>
            <a:custGeom>
              <a:avLst/>
              <a:gdLst>
                <a:gd name="csX0" fmla="*/ 7992 w 9766"/>
                <a:gd name="csY0" fmla="*/ 1579 h 9197"/>
                <a:gd name="csX1" fmla="*/ 8309 w 9766"/>
                <a:gd name="csY1" fmla="*/ 8608 h 9197"/>
                <a:gd name="csX2" fmla="*/ 1388 w 9766"/>
                <a:gd name="csY2" fmla="*/ 1801 h 9197"/>
                <a:gd name="csX3" fmla="*/ 7992 w 9766"/>
                <a:gd name="csY3" fmla="*/ 1579 h 9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66" h="9197">
                  <a:moveTo>
                    <a:pt x="7992" y="1579"/>
                  </a:moveTo>
                  <a:cubicBezTo>
                    <a:pt x="8182" y="2232"/>
                    <a:pt x="11675" y="6017"/>
                    <a:pt x="8309" y="8608"/>
                  </a:cubicBezTo>
                  <a:cubicBezTo>
                    <a:pt x="626" y="11313"/>
                    <a:pt x="-1850" y="3960"/>
                    <a:pt x="1388" y="1801"/>
                  </a:cubicBezTo>
                  <a:cubicBezTo>
                    <a:pt x="1388" y="1801"/>
                    <a:pt x="5833" y="-2098"/>
                    <a:pt x="7992" y="157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775971B-D9D2-5A05-2807-14977C49CD91}"/>
                </a:ext>
              </a:extLst>
            </p:cNvPr>
            <p:cNvSpPr/>
            <p:nvPr/>
          </p:nvSpPr>
          <p:spPr>
            <a:xfrm>
              <a:off x="11881095" y="4073048"/>
              <a:ext cx="8504" cy="8038"/>
            </a:xfrm>
            <a:custGeom>
              <a:avLst/>
              <a:gdLst>
                <a:gd name="csX0" fmla="*/ 2422 w 8504"/>
                <a:gd name="csY0" fmla="*/ 762 h 8038"/>
                <a:gd name="csX1" fmla="*/ 961 w 8504"/>
                <a:gd name="csY1" fmla="*/ 5842 h 8038"/>
                <a:gd name="csX2" fmla="*/ 6740 w 8504"/>
                <a:gd name="csY2" fmla="*/ 7036 h 8038"/>
                <a:gd name="csX3" fmla="*/ 7692 w 8504"/>
                <a:gd name="csY3" fmla="*/ 1734 h 8038"/>
                <a:gd name="csX4" fmla="*/ 2485 w 8504"/>
                <a:gd name="csY4" fmla="*/ 654 h 8038"/>
                <a:gd name="csX5" fmla="*/ 2422 w 8504"/>
                <a:gd name="csY5" fmla="*/ 762 h 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4" h="8038">
                  <a:moveTo>
                    <a:pt x="2422" y="762"/>
                  </a:moveTo>
                  <a:cubicBezTo>
                    <a:pt x="1977" y="1302"/>
                    <a:pt x="-1706" y="2921"/>
                    <a:pt x="961" y="5842"/>
                  </a:cubicBezTo>
                  <a:cubicBezTo>
                    <a:pt x="1660" y="6166"/>
                    <a:pt x="3692" y="9735"/>
                    <a:pt x="6740" y="7036"/>
                  </a:cubicBezTo>
                  <a:cubicBezTo>
                    <a:pt x="7057" y="6382"/>
                    <a:pt x="9851" y="4547"/>
                    <a:pt x="7692" y="1734"/>
                  </a:cubicBezTo>
                  <a:cubicBezTo>
                    <a:pt x="7692" y="1734"/>
                    <a:pt x="5343" y="-1295"/>
                    <a:pt x="2485" y="654"/>
                  </a:cubicBezTo>
                  <a:lnTo>
                    <a:pt x="2422" y="7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D4ECA4F5-5ACC-2A7D-AF53-9F2B6FB15C7C}"/>
                </a:ext>
              </a:extLst>
            </p:cNvPr>
            <p:cNvSpPr/>
            <p:nvPr/>
          </p:nvSpPr>
          <p:spPr>
            <a:xfrm>
              <a:off x="11901346" y="4074811"/>
              <a:ext cx="8214" cy="8062"/>
            </a:xfrm>
            <a:custGeom>
              <a:avLst/>
              <a:gdLst>
                <a:gd name="csX0" fmla="*/ 4205 w 8214"/>
                <a:gd name="csY0" fmla="*/ 618 h 8062"/>
                <a:gd name="csX1" fmla="*/ 332 w 8214"/>
                <a:gd name="csY1" fmla="*/ 6784 h 8062"/>
                <a:gd name="csX2" fmla="*/ 7571 w 8214"/>
                <a:gd name="csY2" fmla="*/ 4943 h 8062"/>
                <a:gd name="csX3" fmla="*/ 4205 w 8214"/>
                <a:gd name="csY3" fmla="*/ 618 h 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14" h="8062">
                  <a:moveTo>
                    <a:pt x="4205" y="618"/>
                  </a:moveTo>
                  <a:cubicBezTo>
                    <a:pt x="3698" y="1158"/>
                    <a:pt x="-1319" y="3215"/>
                    <a:pt x="332" y="6784"/>
                  </a:cubicBezTo>
                  <a:cubicBezTo>
                    <a:pt x="2047" y="10569"/>
                    <a:pt x="8206" y="4727"/>
                    <a:pt x="7571" y="4943"/>
                  </a:cubicBezTo>
                  <a:cubicBezTo>
                    <a:pt x="9095" y="3863"/>
                    <a:pt x="7888" y="-1865"/>
                    <a:pt x="4205" y="6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65EF4864-6345-0500-F41D-3644ACB1F586}"/>
                </a:ext>
              </a:extLst>
            </p:cNvPr>
            <p:cNvSpPr/>
            <p:nvPr/>
          </p:nvSpPr>
          <p:spPr>
            <a:xfrm>
              <a:off x="11828275" y="4064025"/>
              <a:ext cx="6869" cy="7065"/>
            </a:xfrm>
            <a:custGeom>
              <a:avLst/>
              <a:gdLst>
                <a:gd name="csX0" fmla="*/ 1965 w 6869"/>
                <a:gd name="csY0" fmla="*/ 483 h 7065"/>
                <a:gd name="csX1" fmla="*/ 631 w 6869"/>
                <a:gd name="csY1" fmla="*/ 5137 h 7065"/>
                <a:gd name="csX2" fmla="*/ 5520 w 6869"/>
                <a:gd name="csY2" fmla="*/ 6433 h 7065"/>
                <a:gd name="csX3" fmla="*/ 1965 w 6869"/>
                <a:gd name="csY3" fmla="*/ 483 h 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69" h="7065">
                  <a:moveTo>
                    <a:pt x="1965" y="483"/>
                  </a:moveTo>
                  <a:cubicBezTo>
                    <a:pt x="1520" y="1022"/>
                    <a:pt x="-1210" y="2324"/>
                    <a:pt x="631" y="5137"/>
                  </a:cubicBezTo>
                  <a:cubicBezTo>
                    <a:pt x="1330" y="5569"/>
                    <a:pt x="2727" y="8268"/>
                    <a:pt x="5520" y="6433"/>
                  </a:cubicBezTo>
                  <a:cubicBezTo>
                    <a:pt x="9204" y="1022"/>
                    <a:pt x="4441" y="-1029"/>
                    <a:pt x="1965" y="4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FD518FB-E617-B94A-8224-4C2A6BA66D0C}"/>
                </a:ext>
              </a:extLst>
            </p:cNvPr>
            <p:cNvSpPr/>
            <p:nvPr/>
          </p:nvSpPr>
          <p:spPr>
            <a:xfrm>
              <a:off x="11989492" y="4082250"/>
              <a:ext cx="7237" cy="7225"/>
            </a:xfrm>
            <a:custGeom>
              <a:avLst/>
              <a:gdLst>
                <a:gd name="csX0" fmla="*/ 1911 w 7237"/>
                <a:gd name="csY0" fmla="*/ 640 h 7225"/>
                <a:gd name="csX1" fmla="*/ 641 w 7237"/>
                <a:gd name="csY1" fmla="*/ 5295 h 7225"/>
                <a:gd name="csX2" fmla="*/ 5467 w 7237"/>
                <a:gd name="csY2" fmla="*/ 6590 h 7225"/>
                <a:gd name="csX3" fmla="*/ 6674 w 7237"/>
                <a:gd name="csY3" fmla="*/ 1834 h 7225"/>
                <a:gd name="csX4" fmla="*/ 1911 w 7237"/>
                <a:gd name="csY4" fmla="*/ 532 h 7225"/>
                <a:gd name="csX5" fmla="*/ 1911 w 7237"/>
                <a:gd name="csY5" fmla="*/ 640 h 7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7" h="7225">
                  <a:moveTo>
                    <a:pt x="1911" y="640"/>
                  </a:moveTo>
                  <a:cubicBezTo>
                    <a:pt x="1466" y="1186"/>
                    <a:pt x="-1200" y="2590"/>
                    <a:pt x="641" y="5295"/>
                  </a:cubicBezTo>
                  <a:cubicBezTo>
                    <a:pt x="1149" y="5727"/>
                    <a:pt x="2673" y="8432"/>
                    <a:pt x="5467" y="6590"/>
                  </a:cubicBezTo>
                  <a:cubicBezTo>
                    <a:pt x="7245" y="4101"/>
                    <a:pt x="7753" y="3669"/>
                    <a:pt x="6674" y="1834"/>
                  </a:cubicBezTo>
                  <a:cubicBezTo>
                    <a:pt x="6674" y="1834"/>
                    <a:pt x="4705" y="-1195"/>
                    <a:pt x="1911" y="532"/>
                  </a:cubicBezTo>
                  <a:lnTo>
                    <a:pt x="1911" y="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0158E55B-391D-D273-1F7E-8FDC4E9091FC}"/>
                </a:ext>
              </a:extLst>
            </p:cNvPr>
            <p:cNvSpPr/>
            <p:nvPr/>
          </p:nvSpPr>
          <p:spPr>
            <a:xfrm>
              <a:off x="378141" y="4805501"/>
              <a:ext cx="12988" cy="11333"/>
            </a:xfrm>
            <a:custGeom>
              <a:avLst/>
              <a:gdLst>
                <a:gd name="csX0" fmla="*/ 8846 w 12988"/>
                <a:gd name="csY0" fmla="*/ 185 h 11333"/>
                <a:gd name="csX1" fmla="*/ 404 w 12988"/>
                <a:gd name="csY1" fmla="*/ 3862 h 11333"/>
                <a:gd name="csX2" fmla="*/ 3976 w 12988"/>
                <a:gd name="csY2" fmla="*/ 11000 h 11333"/>
                <a:gd name="csX3" fmla="*/ 12418 w 12988"/>
                <a:gd name="csY3" fmla="*/ 7323 h 11333"/>
                <a:gd name="csX4" fmla="*/ 8955 w 12988"/>
                <a:gd name="csY4" fmla="*/ 185 h 11333"/>
                <a:gd name="csX5" fmla="*/ 8846 w 12988"/>
                <a:gd name="csY5" fmla="*/ 185 h 11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88" h="11333">
                  <a:moveTo>
                    <a:pt x="8846" y="185"/>
                  </a:moveTo>
                  <a:cubicBezTo>
                    <a:pt x="5383" y="-570"/>
                    <a:pt x="1595" y="1049"/>
                    <a:pt x="404" y="3862"/>
                  </a:cubicBezTo>
                  <a:cubicBezTo>
                    <a:pt x="-787" y="6561"/>
                    <a:pt x="729" y="9805"/>
                    <a:pt x="3976" y="11000"/>
                  </a:cubicBezTo>
                  <a:cubicBezTo>
                    <a:pt x="7115" y="12079"/>
                    <a:pt x="10903" y="10460"/>
                    <a:pt x="12418" y="7323"/>
                  </a:cubicBezTo>
                  <a:cubicBezTo>
                    <a:pt x="13933" y="4186"/>
                    <a:pt x="12310" y="941"/>
                    <a:pt x="8955" y="185"/>
                  </a:cubicBezTo>
                  <a:lnTo>
                    <a:pt x="8846" y="1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1C825A2-A2F3-79C8-93E2-31F14D49F9FC}"/>
                </a:ext>
              </a:extLst>
            </p:cNvPr>
            <p:cNvSpPr/>
            <p:nvPr/>
          </p:nvSpPr>
          <p:spPr>
            <a:xfrm>
              <a:off x="406176" y="4809254"/>
              <a:ext cx="9923" cy="10546"/>
            </a:xfrm>
            <a:custGeom>
              <a:avLst/>
              <a:gdLst>
                <a:gd name="csX0" fmla="*/ 3758 w 9923"/>
                <a:gd name="csY0" fmla="*/ 0 h 10546"/>
                <a:gd name="csX1" fmla="*/ 9819 w 9923"/>
                <a:gd name="csY1" fmla="*/ 3785 h 10546"/>
                <a:gd name="csX2" fmla="*/ 6247 w 9923"/>
                <a:gd name="csY2" fmla="*/ 10059 h 10546"/>
                <a:gd name="csX3" fmla="*/ 186 w 9923"/>
                <a:gd name="csY3" fmla="*/ 6274 h 10546"/>
                <a:gd name="csX4" fmla="*/ 3866 w 9923"/>
                <a:gd name="csY4" fmla="*/ 0 h 10546"/>
                <a:gd name="csX5" fmla="*/ 3758 w 9923"/>
                <a:gd name="csY5" fmla="*/ 0 h 10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23" h="10546">
                  <a:moveTo>
                    <a:pt x="3758" y="0"/>
                  </a:moveTo>
                  <a:cubicBezTo>
                    <a:pt x="6572" y="0"/>
                    <a:pt x="9278" y="1727"/>
                    <a:pt x="9819" y="3785"/>
                  </a:cubicBezTo>
                  <a:cubicBezTo>
                    <a:pt x="10360" y="5836"/>
                    <a:pt x="8737" y="8649"/>
                    <a:pt x="6247" y="10059"/>
                  </a:cubicBezTo>
                  <a:cubicBezTo>
                    <a:pt x="3650" y="11462"/>
                    <a:pt x="943" y="9728"/>
                    <a:pt x="186" y="6274"/>
                  </a:cubicBezTo>
                  <a:cubicBezTo>
                    <a:pt x="-572" y="2813"/>
                    <a:pt x="1052" y="0"/>
                    <a:pt x="3866" y="0"/>
                  </a:cubicBezTo>
                  <a:lnTo>
                    <a:pt x="375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1EB7CD1-F5CA-E27F-F428-8E1A286B3CFF}"/>
                </a:ext>
              </a:extLst>
            </p:cNvPr>
            <p:cNvSpPr/>
            <p:nvPr/>
          </p:nvSpPr>
          <p:spPr>
            <a:xfrm>
              <a:off x="381520" y="4827818"/>
              <a:ext cx="12151" cy="10507"/>
            </a:xfrm>
            <a:custGeom>
              <a:avLst/>
              <a:gdLst>
                <a:gd name="csX0" fmla="*/ 11853 w 12151"/>
                <a:gd name="csY0" fmla="*/ 4360 h 10507"/>
                <a:gd name="csX1" fmla="*/ 4818 w 12151"/>
                <a:gd name="csY1" fmla="*/ 35 h 10507"/>
                <a:gd name="csX2" fmla="*/ 55 w 12151"/>
                <a:gd name="csY2" fmla="*/ 6087 h 10507"/>
                <a:gd name="csX3" fmla="*/ 7090 w 12151"/>
                <a:gd name="csY3" fmla="*/ 10418 h 10507"/>
                <a:gd name="csX4" fmla="*/ 11961 w 12151"/>
                <a:gd name="csY4" fmla="*/ 4360 h 10507"/>
                <a:gd name="csX5" fmla="*/ 11853 w 12151"/>
                <a:gd name="csY5" fmla="*/ 4360 h 10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51" h="10507">
                  <a:moveTo>
                    <a:pt x="11853" y="4360"/>
                  </a:moveTo>
                  <a:cubicBezTo>
                    <a:pt x="10987" y="1655"/>
                    <a:pt x="7849" y="-288"/>
                    <a:pt x="4818" y="35"/>
                  </a:cubicBezTo>
                  <a:cubicBezTo>
                    <a:pt x="1787" y="467"/>
                    <a:pt x="-378" y="3172"/>
                    <a:pt x="55" y="6087"/>
                  </a:cubicBezTo>
                  <a:cubicBezTo>
                    <a:pt x="380" y="9008"/>
                    <a:pt x="3518" y="10957"/>
                    <a:pt x="7090" y="10418"/>
                  </a:cubicBezTo>
                  <a:cubicBezTo>
                    <a:pt x="10662" y="9871"/>
                    <a:pt x="12827" y="7173"/>
                    <a:pt x="11961" y="4360"/>
                  </a:cubicBezTo>
                  <a:lnTo>
                    <a:pt x="11853" y="4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887FEB2-23A2-978D-D82E-34907C19FC83}"/>
                </a:ext>
              </a:extLst>
            </p:cNvPr>
            <p:cNvSpPr/>
            <p:nvPr/>
          </p:nvSpPr>
          <p:spPr>
            <a:xfrm>
              <a:off x="419527" y="4840087"/>
              <a:ext cx="16596" cy="14404"/>
            </a:xfrm>
            <a:custGeom>
              <a:avLst/>
              <a:gdLst>
                <a:gd name="csX0" fmla="*/ 1336 w 16596"/>
                <a:gd name="csY0" fmla="*/ 5395 h 14404"/>
                <a:gd name="csX1" fmla="*/ 13025 w 16596"/>
                <a:gd name="csY1" fmla="*/ 416 h 14404"/>
                <a:gd name="csX2" fmla="*/ 14108 w 16596"/>
                <a:gd name="csY2" fmla="*/ 9287 h 14404"/>
                <a:gd name="csX3" fmla="*/ 2418 w 16596"/>
                <a:gd name="csY3" fmla="*/ 14259 h 14404"/>
                <a:gd name="csX4" fmla="*/ 1336 w 16596"/>
                <a:gd name="csY4" fmla="*/ 5395 h 1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96" h="14404">
                  <a:moveTo>
                    <a:pt x="1336" y="5395"/>
                  </a:moveTo>
                  <a:cubicBezTo>
                    <a:pt x="3500" y="1280"/>
                    <a:pt x="8696" y="-987"/>
                    <a:pt x="13025" y="416"/>
                  </a:cubicBezTo>
                  <a:cubicBezTo>
                    <a:pt x="17355" y="1826"/>
                    <a:pt x="17788" y="5826"/>
                    <a:pt x="14108" y="9287"/>
                  </a:cubicBezTo>
                  <a:cubicBezTo>
                    <a:pt x="10428" y="12748"/>
                    <a:pt x="5233" y="15015"/>
                    <a:pt x="2418" y="14259"/>
                  </a:cubicBezTo>
                  <a:cubicBezTo>
                    <a:pt x="-287" y="13612"/>
                    <a:pt x="-829" y="9611"/>
                    <a:pt x="1336" y="53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24FBA72-7E30-C544-89FB-1C3F7368F98B}"/>
                </a:ext>
              </a:extLst>
            </p:cNvPr>
            <p:cNvSpPr/>
            <p:nvPr/>
          </p:nvSpPr>
          <p:spPr>
            <a:xfrm>
              <a:off x="12098702" y="4369992"/>
              <a:ext cx="13502" cy="14709"/>
            </a:xfrm>
            <a:custGeom>
              <a:avLst/>
              <a:gdLst>
                <a:gd name="csX0" fmla="*/ 7890 w 13502"/>
                <a:gd name="csY0" fmla="*/ 331 h 14709"/>
                <a:gd name="csX1" fmla="*/ 397 w 13502"/>
                <a:gd name="csY1" fmla="*/ 8117 h 14709"/>
                <a:gd name="csX2" fmla="*/ 7001 w 13502"/>
                <a:gd name="csY2" fmla="*/ 14390 h 14709"/>
                <a:gd name="csX3" fmla="*/ 13351 w 13502"/>
                <a:gd name="csY3" fmla="*/ 8224 h 14709"/>
                <a:gd name="csX4" fmla="*/ 7890 w 13502"/>
                <a:gd name="csY4" fmla="*/ 331 h 14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02" h="14709">
                  <a:moveTo>
                    <a:pt x="7890" y="331"/>
                  </a:moveTo>
                  <a:cubicBezTo>
                    <a:pt x="5477" y="2059"/>
                    <a:pt x="-1762" y="3468"/>
                    <a:pt x="397" y="8117"/>
                  </a:cubicBezTo>
                  <a:cubicBezTo>
                    <a:pt x="1477" y="9628"/>
                    <a:pt x="2556" y="16225"/>
                    <a:pt x="7001" y="14390"/>
                  </a:cubicBezTo>
                  <a:cubicBezTo>
                    <a:pt x="8207" y="13520"/>
                    <a:pt x="14557" y="12765"/>
                    <a:pt x="13351" y="8224"/>
                  </a:cubicBezTo>
                  <a:cubicBezTo>
                    <a:pt x="13351" y="8224"/>
                    <a:pt x="12271" y="-1942"/>
                    <a:pt x="7890" y="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E9AA8DA6-6B07-11BB-F5D0-5DE8DBA66879}"/>
                </a:ext>
              </a:extLst>
            </p:cNvPr>
            <p:cNvSpPr/>
            <p:nvPr/>
          </p:nvSpPr>
          <p:spPr>
            <a:xfrm>
              <a:off x="12101082" y="4404449"/>
              <a:ext cx="19763" cy="27832"/>
            </a:xfrm>
            <a:custGeom>
              <a:avLst/>
              <a:gdLst>
                <a:gd name="csX0" fmla="*/ 3860 w 19763"/>
                <a:gd name="csY0" fmla="*/ 368 h 27832"/>
                <a:gd name="csX1" fmla="*/ 812 w 19763"/>
                <a:gd name="csY1" fmla="*/ 5562 h 27832"/>
                <a:gd name="csX2" fmla="*/ 9574 w 19763"/>
                <a:gd name="csY2" fmla="*/ 27622 h 27832"/>
                <a:gd name="csX3" fmla="*/ 13702 w 19763"/>
                <a:gd name="csY3" fmla="*/ 7937 h 27832"/>
                <a:gd name="csX4" fmla="*/ 3860 w 19763"/>
                <a:gd name="csY4" fmla="*/ 368 h 27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763" h="27832">
                  <a:moveTo>
                    <a:pt x="3860" y="368"/>
                  </a:moveTo>
                  <a:cubicBezTo>
                    <a:pt x="3288" y="908"/>
                    <a:pt x="-1983" y="2209"/>
                    <a:pt x="812" y="5562"/>
                  </a:cubicBezTo>
                  <a:cubicBezTo>
                    <a:pt x="11861" y="21456"/>
                    <a:pt x="2589" y="29242"/>
                    <a:pt x="9574" y="27622"/>
                  </a:cubicBezTo>
                  <a:cubicBezTo>
                    <a:pt x="11543" y="26860"/>
                    <a:pt x="28624" y="27838"/>
                    <a:pt x="13702" y="7937"/>
                  </a:cubicBezTo>
                  <a:cubicBezTo>
                    <a:pt x="13702" y="7937"/>
                    <a:pt x="8495" y="-2013"/>
                    <a:pt x="3860" y="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899611-0809-C33B-3AA8-A64CD93630AA}"/>
                </a:ext>
              </a:extLst>
            </p:cNvPr>
            <p:cNvSpPr/>
            <p:nvPr/>
          </p:nvSpPr>
          <p:spPr>
            <a:xfrm>
              <a:off x="12106074" y="4440563"/>
              <a:ext cx="13113" cy="16370"/>
            </a:xfrm>
            <a:custGeom>
              <a:avLst/>
              <a:gdLst>
                <a:gd name="csX0" fmla="*/ 11440 w 13113"/>
                <a:gd name="csY0" fmla="*/ 1668 h 16370"/>
                <a:gd name="csX1" fmla="*/ 11884 w 13113"/>
                <a:gd name="csY1" fmla="*/ 10215 h 16370"/>
                <a:gd name="csX2" fmla="*/ 3757 w 13113"/>
                <a:gd name="csY2" fmla="*/ 14971 h 16370"/>
                <a:gd name="csX3" fmla="*/ 1788 w 13113"/>
                <a:gd name="csY3" fmla="*/ 3294 h 16370"/>
                <a:gd name="csX4" fmla="*/ 11440 w 13113"/>
                <a:gd name="csY4" fmla="*/ 1668 h 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113" h="16370">
                  <a:moveTo>
                    <a:pt x="11440" y="1668"/>
                  </a:moveTo>
                  <a:cubicBezTo>
                    <a:pt x="11631" y="2538"/>
                    <a:pt x="14806" y="6863"/>
                    <a:pt x="11884" y="10215"/>
                  </a:cubicBezTo>
                  <a:cubicBezTo>
                    <a:pt x="9789" y="12050"/>
                    <a:pt x="6043" y="19404"/>
                    <a:pt x="3757" y="14971"/>
                  </a:cubicBezTo>
                  <a:cubicBezTo>
                    <a:pt x="2423" y="11295"/>
                    <a:pt x="-2657" y="5891"/>
                    <a:pt x="1788" y="3294"/>
                  </a:cubicBezTo>
                  <a:cubicBezTo>
                    <a:pt x="1788" y="3294"/>
                    <a:pt x="9471" y="-2872"/>
                    <a:pt x="11440" y="16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5AAF412-4E2D-1889-6C0A-D6673DAFCF6B}"/>
                </a:ext>
              </a:extLst>
            </p:cNvPr>
            <p:cNvSpPr/>
            <p:nvPr/>
          </p:nvSpPr>
          <p:spPr>
            <a:xfrm>
              <a:off x="12121659" y="4400031"/>
              <a:ext cx="10307" cy="9180"/>
            </a:xfrm>
            <a:custGeom>
              <a:avLst/>
              <a:gdLst>
                <a:gd name="csX0" fmla="*/ 5253 w 10307"/>
                <a:gd name="csY0" fmla="*/ 678 h 9180"/>
                <a:gd name="csX1" fmla="*/ 300 w 10307"/>
                <a:gd name="csY1" fmla="*/ 4894 h 9180"/>
                <a:gd name="csX2" fmla="*/ 5253 w 10307"/>
                <a:gd name="csY2" fmla="*/ 8787 h 9180"/>
                <a:gd name="csX3" fmla="*/ 10143 w 10307"/>
                <a:gd name="csY3" fmla="*/ 2843 h 9180"/>
                <a:gd name="csX4" fmla="*/ 5253 w 10307"/>
                <a:gd name="csY4" fmla="*/ 785 h 9180"/>
                <a:gd name="csX5" fmla="*/ 5253 w 10307"/>
                <a:gd name="csY5" fmla="*/ 678 h 9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07" h="9180">
                  <a:moveTo>
                    <a:pt x="5253" y="678"/>
                  </a:moveTo>
                  <a:cubicBezTo>
                    <a:pt x="4301" y="1649"/>
                    <a:pt x="-1351" y="462"/>
                    <a:pt x="300" y="4894"/>
                  </a:cubicBezTo>
                  <a:cubicBezTo>
                    <a:pt x="682" y="5440"/>
                    <a:pt x="1253" y="10628"/>
                    <a:pt x="5253" y="8787"/>
                  </a:cubicBezTo>
                  <a:cubicBezTo>
                    <a:pt x="6143" y="8139"/>
                    <a:pt x="11286" y="7060"/>
                    <a:pt x="10143" y="2843"/>
                  </a:cubicBezTo>
                  <a:cubicBezTo>
                    <a:pt x="10143" y="2843"/>
                    <a:pt x="9063" y="-1805"/>
                    <a:pt x="5253" y="785"/>
                  </a:cubicBezTo>
                  <a:lnTo>
                    <a:pt x="5253" y="6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0CBB8AFF-D995-ED83-2C0F-8D812A64F2A9}"/>
                </a:ext>
              </a:extLst>
            </p:cNvPr>
            <p:cNvSpPr/>
            <p:nvPr/>
          </p:nvSpPr>
          <p:spPr>
            <a:xfrm>
              <a:off x="12140967" y="4457756"/>
              <a:ext cx="11555" cy="12350"/>
            </a:xfrm>
            <a:custGeom>
              <a:avLst/>
              <a:gdLst>
                <a:gd name="csX0" fmla="*/ 3788 w 11555"/>
                <a:gd name="csY0" fmla="*/ 1132 h 12350"/>
                <a:gd name="csX1" fmla="*/ 1629 w 11555"/>
                <a:gd name="csY1" fmla="*/ 10212 h 12350"/>
                <a:gd name="csX2" fmla="*/ 9757 w 11555"/>
                <a:gd name="csY2" fmla="*/ 10974 h 12350"/>
                <a:gd name="csX3" fmla="*/ 10710 w 11555"/>
                <a:gd name="csY3" fmla="*/ 5024 h 12350"/>
                <a:gd name="csX4" fmla="*/ 3788 w 11555"/>
                <a:gd name="csY4" fmla="*/ 1132 h 12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55" h="12350">
                  <a:moveTo>
                    <a:pt x="3788" y="1132"/>
                  </a:moveTo>
                  <a:cubicBezTo>
                    <a:pt x="2836" y="3189"/>
                    <a:pt x="-2689" y="7945"/>
                    <a:pt x="1629" y="10212"/>
                  </a:cubicBezTo>
                  <a:cubicBezTo>
                    <a:pt x="2645" y="10542"/>
                    <a:pt x="6709" y="14327"/>
                    <a:pt x="9757" y="10974"/>
                  </a:cubicBezTo>
                  <a:cubicBezTo>
                    <a:pt x="9948" y="10326"/>
                    <a:pt x="12996" y="8161"/>
                    <a:pt x="10710" y="5024"/>
                  </a:cubicBezTo>
                  <a:cubicBezTo>
                    <a:pt x="10710" y="5024"/>
                    <a:pt x="6518" y="-2869"/>
                    <a:pt x="3788" y="11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351E20C-7C1B-0463-7348-B5F2F35FD5B6}"/>
                </a:ext>
              </a:extLst>
            </p:cNvPr>
            <p:cNvSpPr/>
            <p:nvPr/>
          </p:nvSpPr>
          <p:spPr>
            <a:xfrm>
              <a:off x="12123526" y="4463375"/>
              <a:ext cx="10255" cy="9319"/>
            </a:xfrm>
            <a:custGeom>
              <a:avLst/>
              <a:gdLst>
                <a:gd name="csX0" fmla="*/ 8276 w 10255"/>
                <a:gd name="csY0" fmla="*/ 1354 h 9319"/>
                <a:gd name="csX1" fmla="*/ 655 w 10255"/>
                <a:gd name="csY1" fmla="*/ 5571 h 9319"/>
                <a:gd name="csX2" fmla="*/ 7514 w 10255"/>
                <a:gd name="csY2" fmla="*/ 8492 h 9319"/>
                <a:gd name="csX3" fmla="*/ 9355 w 10255"/>
                <a:gd name="csY3" fmla="*/ 2758 h 9319"/>
                <a:gd name="csX4" fmla="*/ 8149 w 10255"/>
                <a:gd name="csY4" fmla="*/ 1354 h 9319"/>
                <a:gd name="csX5" fmla="*/ 8276 w 10255"/>
                <a:gd name="csY5" fmla="*/ 1354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9319">
                  <a:moveTo>
                    <a:pt x="8276" y="1354"/>
                  </a:moveTo>
                  <a:cubicBezTo>
                    <a:pt x="5355" y="-2215"/>
                    <a:pt x="-2266" y="2002"/>
                    <a:pt x="655" y="5571"/>
                  </a:cubicBezTo>
                  <a:cubicBezTo>
                    <a:pt x="1417" y="6110"/>
                    <a:pt x="3894" y="11298"/>
                    <a:pt x="7514" y="8492"/>
                  </a:cubicBezTo>
                  <a:cubicBezTo>
                    <a:pt x="7958" y="7952"/>
                    <a:pt x="12022" y="6110"/>
                    <a:pt x="9355" y="2758"/>
                  </a:cubicBezTo>
                  <a:lnTo>
                    <a:pt x="8149" y="1354"/>
                  </a:lnTo>
                  <a:lnTo>
                    <a:pt x="8276" y="13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382A81B-2EBC-0169-17E4-262336EC4B3D}"/>
                </a:ext>
              </a:extLst>
            </p:cNvPr>
            <p:cNvSpPr/>
            <p:nvPr/>
          </p:nvSpPr>
          <p:spPr>
            <a:xfrm>
              <a:off x="12153151" y="4498669"/>
              <a:ext cx="17176" cy="16633"/>
            </a:xfrm>
            <a:custGeom>
              <a:avLst/>
              <a:gdLst>
                <a:gd name="csX0" fmla="*/ 1383 w 17176"/>
                <a:gd name="csY0" fmla="*/ 1417 h 16633"/>
                <a:gd name="csX1" fmla="*/ 1383 w 17176"/>
                <a:gd name="csY1" fmla="*/ 8338 h 16633"/>
                <a:gd name="csX2" fmla="*/ 13258 w 17176"/>
                <a:gd name="csY2" fmla="*/ 15152 h 16633"/>
                <a:gd name="csX3" fmla="*/ 15290 w 17176"/>
                <a:gd name="csY3" fmla="*/ 4338 h 16633"/>
                <a:gd name="csX4" fmla="*/ 1383 w 17176"/>
                <a:gd name="csY4" fmla="*/ 1525 h 16633"/>
                <a:gd name="csX5" fmla="*/ 1383 w 17176"/>
                <a:gd name="csY5" fmla="*/ 1417 h 16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76" h="16633">
                  <a:moveTo>
                    <a:pt x="1383" y="1417"/>
                  </a:moveTo>
                  <a:cubicBezTo>
                    <a:pt x="1256" y="1957"/>
                    <a:pt x="-1665" y="5417"/>
                    <a:pt x="1383" y="8338"/>
                  </a:cubicBezTo>
                  <a:cubicBezTo>
                    <a:pt x="6209" y="12015"/>
                    <a:pt x="10781" y="19908"/>
                    <a:pt x="13258" y="15152"/>
                  </a:cubicBezTo>
                  <a:cubicBezTo>
                    <a:pt x="14592" y="11799"/>
                    <a:pt x="19989" y="6389"/>
                    <a:pt x="15290" y="4338"/>
                  </a:cubicBezTo>
                  <a:cubicBezTo>
                    <a:pt x="15290" y="4338"/>
                    <a:pt x="3733" y="-3123"/>
                    <a:pt x="1383" y="1525"/>
                  </a:cubicBezTo>
                  <a:lnTo>
                    <a:pt x="1383" y="1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90E7C41-4C7D-3302-E623-34F43A3A77EA}"/>
                </a:ext>
              </a:extLst>
            </p:cNvPr>
            <p:cNvSpPr/>
            <p:nvPr/>
          </p:nvSpPr>
          <p:spPr>
            <a:xfrm>
              <a:off x="12171767" y="4520048"/>
              <a:ext cx="24306" cy="20087"/>
            </a:xfrm>
            <a:custGeom>
              <a:avLst/>
              <a:gdLst>
                <a:gd name="csX0" fmla="*/ 2643 w 24306"/>
                <a:gd name="csY0" fmla="*/ 263 h 20087"/>
                <a:gd name="csX1" fmla="*/ 484 w 24306"/>
                <a:gd name="csY1" fmla="*/ 4156 h 20087"/>
                <a:gd name="csX2" fmla="*/ 11215 w 24306"/>
                <a:gd name="csY2" fmla="*/ 19726 h 20087"/>
                <a:gd name="csX3" fmla="*/ 23026 w 24306"/>
                <a:gd name="csY3" fmla="*/ 13566 h 20087"/>
                <a:gd name="csX4" fmla="*/ 13184 w 24306"/>
                <a:gd name="csY4" fmla="*/ 7400 h 20087"/>
                <a:gd name="csX5" fmla="*/ 2643 w 24306"/>
                <a:gd name="csY5" fmla="*/ 155 h 20087"/>
                <a:gd name="csX6" fmla="*/ 2643 w 24306"/>
                <a:gd name="csY6" fmla="*/ 263 h 2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306" h="20087">
                  <a:moveTo>
                    <a:pt x="2643" y="263"/>
                  </a:moveTo>
                  <a:cubicBezTo>
                    <a:pt x="-913" y="2968"/>
                    <a:pt x="-23" y="3184"/>
                    <a:pt x="484" y="4156"/>
                  </a:cubicBezTo>
                  <a:cubicBezTo>
                    <a:pt x="6009" y="14862"/>
                    <a:pt x="7088" y="18322"/>
                    <a:pt x="11215" y="19726"/>
                  </a:cubicBezTo>
                  <a:cubicBezTo>
                    <a:pt x="23344" y="21675"/>
                    <a:pt x="26392" y="15186"/>
                    <a:pt x="23026" y="13566"/>
                  </a:cubicBezTo>
                  <a:cubicBezTo>
                    <a:pt x="19344" y="11833"/>
                    <a:pt x="15852" y="10429"/>
                    <a:pt x="13184" y="7400"/>
                  </a:cubicBezTo>
                  <a:cubicBezTo>
                    <a:pt x="10326" y="4911"/>
                    <a:pt x="7660" y="-1032"/>
                    <a:pt x="2643" y="155"/>
                  </a:cubicBezTo>
                  <a:lnTo>
                    <a:pt x="2643" y="2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8B071EF-8CDE-4C46-58D8-ADC5AC0025AB}"/>
                </a:ext>
              </a:extLst>
            </p:cNvPr>
            <p:cNvSpPr/>
            <p:nvPr/>
          </p:nvSpPr>
          <p:spPr>
            <a:xfrm>
              <a:off x="11995537" y="4506552"/>
              <a:ext cx="13622" cy="10130"/>
            </a:xfrm>
            <a:custGeom>
              <a:avLst/>
              <a:gdLst>
                <a:gd name="csX0" fmla="*/ 57 w 13622"/>
                <a:gd name="csY0" fmla="*/ 3700 h 10130"/>
                <a:gd name="csX1" fmla="*/ 4629 w 13622"/>
                <a:gd name="csY1" fmla="*/ 10082 h 10130"/>
                <a:gd name="csX2" fmla="*/ 13392 w 13622"/>
                <a:gd name="csY2" fmla="*/ 6945 h 10130"/>
                <a:gd name="csX3" fmla="*/ 7677 w 13622"/>
                <a:gd name="csY3" fmla="*/ 132 h 10130"/>
                <a:gd name="csX4" fmla="*/ 57 w 13622"/>
                <a:gd name="csY4" fmla="*/ 3700 h 10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622" h="10130">
                  <a:moveTo>
                    <a:pt x="57" y="3700"/>
                  </a:moveTo>
                  <a:cubicBezTo>
                    <a:pt x="502" y="4672"/>
                    <a:pt x="57" y="10082"/>
                    <a:pt x="4629" y="10082"/>
                  </a:cubicBezTo>
                  <a:cubicBezTo>
                    <a:pt x="7359" y="9651"/>
                    <a:pt x="15043" y="11593"/>
                    <a:pt x="13392" y="6945"/>
                  </a:cubicBezTo>
                  <a:cubicBezTo>
                    <a:pt x="12757" y="5866"/>
                    <a:pt x="12186" y="24"/>
                    <a:pt x="7677" y="132"/>
                  </a:cubicBezTo>
                  <a:cubicBezTo>
                    <a:pt x="7677" y="132"/>
                    <a:pt x="-769" y="-1056"/>
                    <a:pt x="57" y="3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77EC25F-94EB-963F-FCF1-522639F7EA84}"/>
                </a:ext>
              </a:extLst>
            </p:cNvPr>
            <p:cNvSpPr/>
            <p:nvPr/>
          </p:nvSpPr>
          <p:spPr>
            <a:xfrm>
              <a:off x="11046145" y="3983925"/>
              <a:ext cx="20833" cy="24714"/>
            </a:xfrm>
            <a:custGeom>
              <a:avLst/>
              <a:gdLst>
                <a:gd name="csX0" fmla="*/ 10221 w 20833"/>
                <a:gd name="csY0" fmla="*/ 2725 h 24714"/>
                <a:gd name="csX1" fmla="*/ 19301 w 20833"/>
                <a:gd name="csY1" fmla="*/ 452 h 24714"/>
                <a:gd name="csX2" fmla="*/ 12571 w 20833"/>
                <a:gd name="csY2" fmla="*/ 23267 h 24714"/>
                <a:gd name="csX3" fmla="*/ 1204 w 20833"/>
                <a:gd name="csY3" fmla="*/ 19813 h 24714"/>
                <a:gd name="csX4" fmla="*/ 3363 w 20833"/>
                <a:gd name="csY4" fmla="*/ 13323 h 24714"/>
                <a:gd name="csX5" fmla="*/ 7363 w 20833"/>
                <a:gd name="csY5" fmla="*/ 8129 h 24714"/>
                <a:gd name="csX6" fmla="*/ 10221 w 20833"/>
                <a:gd name="csY6" fmla="*/ 2725 h 24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833" h="24714">
                  <a:moveTo>
                    <a:pt x="10221" y="2725"/>
                  </a:moveTo>
                  <a:cubicBezTo>
                    <a:pt x="12380" y="-1384"/>
                    <a:pt x="19810" y="343"/>
                    <a:pt x="19301" y="452"/>
                  </a:cubicBezTo>
                  <a:cubicBezTo>
                    <a:pt x="25143" y="991"/>
                    <a:pt x="12380" y="23813"/>
                    <a:pt x="12571" y="23267"/>
                  </a:cubicBezTo>
                  <a:cubicBezTo>
                    <a:pt x="10411" y="28030"/>
                    <a:pt x="569" y="19483"/>
                    <a:pt x="1204" y="19813"/>
                  </a:cubicBezTo>
                  <a:cubicBezTo>
                    <a:pt x="-2542" y="17323"/>
                    <a:pt x="3680" y="12783"/>
                    <a:pt x="3363" y="13323"/>
                  </a:cubicBezTo>
                  <a:cubicBezTo>
                    <a:pt x="4697" y="12129"/>
                    <a:pt x="6538" y="9754"/>
                    <a:pt x="7363" y="8129"/>
                  </a:cubicBezTo>
                  <a:lnTo>
                    <a:pt x="10221" y="27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D3308-999F-8237-22AC-1B16F32F12C0}"/>
                </a:ext>
              </a:extLst>
            </p:cNvPr>
            <p:cNvSpPr/>
            <p:nvPr/>
          </p:nvSpPr>
          <p:spPr>
            <a:xfrm>
              <a:off x="11066689" y="3961285"/>
              <a:ext cx="16559" cy="11326"/>
            </a:xfrm>
            <a:custGeom>
              <a:avLst/>
              <a:gdLst>
                <a:gd name="csX0" fmla="*/ 28 w 16559"/>
                <a:gd name="csY0" fmla="*/ 3629 h 11326"/>
                <a:gd name="csX1" fmla="*/ 4409 w 16559"/>
                <a:gd name="csY1" fmla="*/ 10982 h 11326"/>
                <a:gd name="csX2" fmla="*/ 12728 w 16559"/>
                <a:gd name="csY2" fmla="*/ 8817 h 11326"/>
                <a:gd name="csX3" fmla="*/ 14569 w 16559"/>
                <a:gd name="csY3" fmla="*/ 384 h 11326"/>
                <a:gd name="csX4" fmla="*/ 28 w 16559"/>
                <a:gd name="csY4" fmla="*/ 3737 h 11326"/>
                <a:gd name="csX5" fmla="*/ 28 w 16559"/>
                <a:gd name="csY5" fmla="*/ 3629 h 11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59" h="11326">
                  <a:moveTo>
                    <a:pt x="28" y="3629"/>
                  </a:moveTo>
                  <a:cubicBezTo>
                    <a:pt x="345" y="4708"/>
                    <a:pt x="-163" y="10550"/>
                    <a:pt x="4409" y="10982"/>
                  </a:cubicBezTo>
                  <a:cubicBezTo>
                    <a:pt x="5361" y="10982"/>
                    <a:pt x="10315" y="12601"/>
                    <a:pt x="12728" y="8817"/>
                  </a:cubicBezTo>
                  <a:cubicBezTo>
                    <a:pt x="13807" y="6334"/>
                    <a:pt x="19522" y="384"/>
                    <a:pt x="14569" y="384"/>
                  </a:cubicBezTo>
                  <a:cubicBezTo>
                    <a:pt x="14569" y="384"/>
                    <a:pt x="-734" y="-1674"/>
                    <a:pt x="28" y="3737"/>
                  </a:cubicBezTo>
                  <a:lnTo>
                    <a:pt x="28" y="36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2D3BD11-BC41-613B-C425-F91B85B66415}"/>
                </a:ext>
              </a:extLst>
            </p:cNvPr>
            <p:cNvSpPr/>
            <p:nvPr/>
          </p:nvSpPr>
          <p:spPr>
            <a:xfrm>
              <a:off x="10804530" y="4134391"/>
              <a:ext cx="12880" cy="12804"/>
            </a:xfrm>
            <a:custGeom>
              <a:avLst/>
              <a:gdLst>
                <a:gd name="csX0" fmla="*/ 3169 w 12880"/>
                <a:gd name="csY0" fmla="*/ 1382 h 12804"/>
                <a:gd name="csX1" fmla="*/ 629 w 12880"/>
                <a:gd name="csY1" fmla="*/ 5167 h 12804"/>
                <a:gd name="csX2" fmla="*/ 3169 w 12880"/>
                <a:gd name="csY2" fmla="*/ 12088 h 12804"/>
                <a:gd name="csX3" fmla="*/ 11742 w 12880"/>
                <a:gd name="csY3" fmla="*/ 2785 h 12804"/>
                <a:gd name="csX4" fmla="*/ 3296 w 12880"/>
                <a:gd name="csY4" fmla="*/ 1382 h 12804"/>
                <a:gd name="csX5" fmla="*/ 3169 w 12880"/>
                <a:gd name="csY5" fmla="*/ 1382 h 1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80" h="12804">
                  <a:moveTo>
                    <a:pt x="3169" y="1382"/>
                  </a:moveTo>
                  <a:lnTo>
                    <a:pt x="629" y="5167"/>
                  </a:lnTo>
                  <a:cubicBezTo>
                    <a:pt x="-1784" y="8736"/>
                    <a:pt x="3551" y="12628"/>
                    <a:pt x="3169" y="12088"/>
                  </a:cubicBezTo>
                  <a:cubicBezTo>
                    <a:pt x="6979" y="15549"/>
                    <a:pt x="16060" y="5491"/>
                    <a:pt x="11742" y="2785"/>
                  </a:cubicBezTo>
                  <a:cubicBezTo>
                    <a:pt x="11742" y="2785"/>
                    <a:pt x="5900" y="-2403"/>
                    <a:pt x="3296" y="1382"/>
                  </a:cubicBezTo>
                  <a:lnTo>
                    <a:pt x="3169" y="13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903106F-6C87-BD00-B4C7-5A188F39AB0F}"/>
                </a:ext>
              </a:extLst>
            </p:cNvPr>
            <p:cNvSpPr/>
            <p:nvPr/>
          </p:nvSpPr>
          <p:spPr>
            <a:xfrm>
              <a:off x="10869040" y="4116196"/>
              <a:ext cx="11782" cy="12072"/>
            </a:xfrm>
            <a:custGeom>
              <a:avLst/>
              <a:gdLst>
                <a:gd name="csX0" fmla="*/ 4699 w 11782"/>
                <a:gd name="csY0" fmla="*/ 1086 h 12072"/>
                <a:gd name="csX1" fmla="*/ 1334 w 11782"/>
                <a:gd name="csY1" fmla="*/ 9303 h 12072"/>
                <a:gd name="csX2" fmla="*/ 9335 w 11782"/>
                <a:gd name="csY2" fmla="*/ 10598 h 12072"/>
                <a:gd name="csX3" fmla="*/ 10795 w 11782"/>
                <a:gd name="csY3" fmla="*/ 2921 h 12072"/>
                <a:gd name="csX4" fmla="*/ 4572 w 11782"/>
                <a:gd name="csY4" fmla="*/ 978 h 12072"/>
                <a:gd name="csX5" fmla="*/ 4699 w 11782"/>
                <a:gd name="csY5" fmla="*/ 1086 h 1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782" h="12072">
                  <a:moveTo>
                    <a:pt x="4699" y="1086"/>
                  </a:moveTo>
                  <a:cubicBezTo>
                    <a:pt x="3492" y="2921"/>
                    <a:pt x="-2667" y="6706"/>
                    <a:pt x="1334" y="9303"/>
                  </a:cubicBezTo>
                  <a:cubicBezTo>
                    <a:pt x="2541" y="9735"/>
                    <a:pt x="6795" y="14383"/>
                    <a:pt x="9335" y="10598"/>
                  </a:cubicBezTo>
                  <a:cubicBezTo>
                    <a:pt x="9589" y="9951"/>
                    <a:pt x="13590" y="6274"/>
                    <a:pt x="10795" y="2921"/>
                  </a:cubicBezTo>
                  <a:cubicBezTo>
                    <a:pt x="10795" y="2921"/>
                    <a:pt x="7620" y="-2051"/>
                    <a:pt x="4572" y="978"/>
                  </a:cubicBezTo>
                  <a:lnTo>
                    <a:pt x="4699" y="1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7A135EE-E64F-087F-B0DB-D16097FE7439}"/>
                </a:ext>
              </a:extLst>
            </p:cNvPr>
            <p:cNvSpPr/>
            <p:nvPr/>
          </p:nvSpPr>
          <p:spPr>
            <a:xfrm>
              <a:off x="10895812" y="4127103"/>
              <a:ext cx="11786" cy="11943"/>
            </a:xfrm>
            <a:custGeom>
              <a:avLst/>
              <a:gdLst>
                <a:gd name="csX0" fmla="*/ 3581 w 11786"/>
                <a:gd name="csY0" fmla="*/ 993 h 11943"/>
                <a:gd name="csX1" fmla="*/ 1231 w 11786"/>
                <a:gd name="csY1" fmla="*/ 8023 h 11943"/>
                <a:gd name="csX2" fmla="*/ 9741 w 11786"/>
                <a:gd name="csY2" fmla="*/ 10505 h 11943"/>
                <a:gd name="csX3" fmla="*/ 10503 w 11786"/>
                <a:gd name="csY3" fmla="*/ 3152 h 11943"/>
                <a:gd name="csX4" fmla="*/ 3581 w 11786"/>
                <a:gd name="csY4" fmla="*/ 99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86" h="11943">
                  <a:moveTo>
                    <a:pt x="3581" y="993"/>
                  </a:moveTo>
                  <a:cubicBezTo>
                    <a:pt x="3073" y="1965"/>
                    <a:pt x="-2388" y="5318"/>
                    <a:pt x="1231" y="8023"/>
                  </a:cubicBezTo>
                  <a:cubicBezTo>
                    <a:pt x="2946" y="8994"/>
                    <a:pt x="7137" y="14506"/>
                    <a:pt x="9741" y="10505"/>
                  </a:cubicBezTo>
                  <a:cubicBezTo>
                    <a:pt x="9994" y="9966"/>
                    <a:pt x="13678" y="6181"/>
                    <a:pt x="10503" y="3152"/>
                  </a:cubicBezTo>
                  <a:cubicBezTo>
                    <a:pt x="10503" y="3152"/>
                    <a:pt x="6819" y="-2144"/>
                    <a:pt x="3581" y="9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9E9A464-044A-4E37-361C-4325EA2D54BD}"/>
                </a:ext>
              </a:extLst>
            </p:cNvPr>
            <p:cNvSpPr/>
            <p:nvPr/>
          </p:nvSpPr>
          <p:spPr>
            <a:xfrm>
              <a:off x="11022593" y="4216028"/>
              <a:ext cx="10249" cy="10218"/>
            </a:xfrm>
            <a:custGeom>
              <a:avLst/>
              <a:gdLst>
                <a:gd name="csX0" fmla="*/ 8118 w 10249"/>
                <a:gd name="csY0" fmla="*/ 2575 h 10218"/>
                <a:gd name="csX1" fmla="*/ 8309 w 10249"/>
                <a:gd name="csY1" fmla="*/ 10151 h 10218"/>
                <a:gd name="csX2" fmla="*/ 8118 w 10249"/>
                <a:gd name="csY2" fmla="*/ 2575 h 1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9" h="10218">
                  <a:moveTo>
                    <a:pt x="8118" y="2575"/>
                  </a:moveTo>
                  <a:cubicBezTo>
                    <a:pt x="8436" y="3553"/>
                    <a:pt x="12627" y="8525"/>
                    <a:pt x="8309" y="10151"/>
                  </a:cubicBezTo>
                  <a:cubicBezTo>
                    <a:pt x="-7502" y="11446"/>
                    <a:pt x="3229" y="-6505"/>
                    <a:pt x="8118" y="2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20C660C8-E726-E6D4-6DB7-FE6AEBB37506}"/>
                </a:ext>
              </a:extLst>
            </p:cNvPr>
            <p:cNvSpPr/>
            <p:nvPr/>
          </p:nvSpPr>
          <p:spPr>
            <a:xfrm>
              <a:off x="11045652" y="4222081"/>
              <a:ext cx="9090" cy="8219"/>
            </a:xfrm>
            <a:custGeom>
              <a:avLst/>
              <a:gdLst>
                <a:gd name="csX0" fmla="*/ 3665 w 9090"/>
                <a:gd name="csY0" fmla="*/ 306 h 8219"/>
                <a:gd name="csX1" fmla="*/ 617 w 9090"/>
                <a:gd name="csY1" fmla="*/ 5177 h 8219"/>
                <a:gd name="csX2" fmla="*/ 6141 w 9090"/>
                <a:gd name="csY2" fmla="*/ 7660 h 8219"/>
                <a:gd name="csX3" fmla="*/ 3538 w 9090"/>
                <a:gd name="csY3" fmla="*/ 306 h 8219"/>
                <a:gd name="csX4" fmla="*/ 3665 w 9090"/>
                <a:gd name="csY4" fmla="*/ 306 h 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90" h="8219">
                  <a:moveTo>
                    <a:pt x="3665" y="306"/>
                  </a:moveTo>
                  <a:cubicBezTo>
                    <a:pt x="3093" y="846"/>
                    <a:pt x="-1669" y="1716"/>
                    <a:pt x="617" y="5177"/>
                  </a:cubicBezTo>
                  <a:cubicBezTo>
                    <a:pt x="4427" y="8422"/>
                    <a:pt x="4110" y="8745"/>
                    <a:pt x="6141" y="7660"/>
                  </a:cubicBezTo>
                  <a:cubicBezTo>
                    <a:pt x="13063" y="846"/>
                    <a:pt x="5951" y="-773"/>
                    <a:pt x="3538" y="306"/>
                  </a:cubicBezTo>
                  <a:lnTo>
                    <a:pt x="3665" y="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46D4FA11-7238-81C7-B138-0D12D2EFE91E}"/>
                </a:ext>
              </a:extLst>
            </p:cNvPr>
            <p:cNvSpPr/>
            <p:nvPr/>
          </p:nvSpPr>
          <p:spPr>
            <a:xfrm>
              <a:off x="11963563" y="4413021"/>
              <a:ext cx="10068" cy="10028"/>
            </a:xfrm>
            <a:custGeom>
              <a:avLst/>
              <a:gdLst>
                <a:gd name="csX0" fmla="*/ 1741 w 10068"/>
                <a:gd name="csY0" fmla="*/ 1422 h 10028"/>
                <a:gd name="csX1" fmla="*/ 916 w 10068"/>
                <a:gd name="csY1" fmla="*/ 7582 h 10028"/>
                <a:gd name="csX2" fmla="*/ 6504 w 10068"/>
                <a:gd name="csY2" fmla="*/ 8883 h 10028"/>
                <a:gd name="csX3" fmla="*/ 8663 w 10068"/>
                <a:gd name="csY3" fmla="*/ 1854 h 10028"/>
                <a:gd name="csX4" fmla="*/ 1614 w 10068"/>
                <a:gd name="csY4" fmla="*/ 1315 h 10028"/>
                <a:gd name="csX5" fmla="*/ 1741 w 10068"/>
                <a:gd name="csY5" fmla="*/ 1422 h 10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68" h="10028">
                  <a:moveTo>
                    <a:pt x="1741" y="1422"/>
                  </a:moveTo>
                  <a:cubicBezTo>
                    <a:pt x="-418" y="6395"/>
                    <a:pt x="-418" y="6070"/>
                    <a:pt x="916" y="7582"/>
                  </a:cubicBezTo>
                  <a:cubicBezTo>
                    <a:pt x="1551" y="8020"/>
                    <a:pt x="3709" y="11913"/>
                    <a:pt x="6504" y="8883"/>
                  </a:cubicBezTo>
                  <a:cubicBezTo>
                    <a:pt x="7075" y="8020"/>
                    <a:pt x="12600" y="4343"/>
                    <a:pt x="8663" y="1854"/>
                  </a:cubicBezTo>
                  <a:cubicBezTo>
                    <a:pt x="8663" y="1854"/>
                    <a:pt x="4471" y="-1931"/>
                    <a:pt x="1614" y="1315"/>
                  </a:cubicBezTo>
                  <a:lnTo>
                    <a:pt x="1741" y="14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7364B6F-6594-95E0-71BC-0A6FB51D2C97}"/>
                </a:ext>
              </a:extLst>
            </p:cNvPr>
            <p:cNvSpPr/>
            <p:nvPr/>
          </p:nvSpPr>
          <p:spPr>
            <a:xfrm>
              <a:off x="11959342" y="4398888"/>
              <a:ext cx="10089" cy="7103"/>
            </a:xfrm>
            <a:custGeom>
              <a:avLst/>
              <a:gdLst>
                <a:gd name="csX0" fmla="*/ 2534 w 10089"/>
                <a:gd name="csY0" fmla="*/ 1172 h 7103"/>
                <a:gd name="csX1" fmla="*/ 1644 w 10089"/>
                <a:gd name="csY1" fmla="*/ 5389 h 7103"/>
                <a:gd name="csX2" fmla="*/ 8693 w 10089"/>
                <a:gd name="csY2" fmla="*/ 5497 h 7103"/>
                <a:gd name="csX3" fmla="*/ 8884 w 10089"/>
                <a:gd name="csY3" fmla="*/ 3014 h 7103"/>
                <a:gd name="csX4" fmla="*/ 2534 w 10089"/>
                <a:gd name="csY4" fmla="*/ 1172 h 7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89" h="7103">
                  <a:moveTo>
                    <a:pt x="2534" y="1172"/>
                  </a:moveTo>
                  <a:cubicBezTo>
                    <a:pt x="2152" y="2144"/>
                    <a:pt x="-2356" y="3122"/>
                    <a:pt x="1644" y="5389"/>
                  </a:cubicBezTo>
                  <a:cubicBezTo>
                    <a:pt x="2279" y="5605"/>
                    <a:pt x="6153" y="9066"/>
                    <a:pt x="8693" y="5497"/>
                  </a:cubicBezTo>
                  <a:cubicBezTo>
                    <a:pt x="8884" y="4957"/>
                    <a:pt x="11614" y="5497"/>
                    <a:pt x="8884" y="3014"/>
                  </a:cubicBezTo>
                  <a:cubicBezTo>
                    <a:pt x="8884" y="3014"/>
                    <a:pt x="4756" y="-2288"/>
                    <a:pt x="2534" y="11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62FAC20-F485-5C7E-94DF-1D9BCCDADFAA}"/>
                </a:ext>
              </a:extLst>
            </p:cNvPr>
            <p:cNvSpPr/>
            <p:nvPr/>
          </p:nvSpPr>
          <p:spPr>
            <a:xfrm>
              <a:off x="11918438" y="4348042"/>
              <a:ext cx="10112" cy="11145"/>
            </a:xfrm>
            <a:custGeom>
              <a:avLst/>
              <a:gdLst>
                <a:gd name="csX0" fmla="*/ 4 w 10112"/>
                <a:gd name="csY0" fmla="*/ 2819 h 11145"/>
                <a:gd name="csX1" fmla="*/ 3878 w 10112"/>
                <a:gd name="csY1" fmla="*/ 11144 h 11145"/>
                <a:gd name="csX2" fmla="*/ 10100 w 10112"/>
                <a:gd name="csY2" fmla="*/ 7575 h 11145"/>
                <a:gd name="csX3" fmla="*/ 6291 w 10112"/>
                <a:gd name="csY3" fmla="*/ 438 h 11145"/>
                <a:gd name="csX4" fmla="*/ 4 w 10112"/>
                <a:gd name="csY4" fmla="*/ 2819 h 11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2" h="11145">
                  <a:moveTo>
                    <a:pt x="4" y="2819"/>
                  </a:moveTo>
                  <a:cubicBezTo>
                    <a:pt x="575" y="4762"/>
                    <a:pt x="-885" y="11252"/>
                    <a:pt x="3878" y="11144"/>
                  </a:cubicBezTo>
                  <a:cubicBezTo>
                    <a:pt x="4576" y="10928"/>
                    <a:pt x="10418" y="12007"/>
                    <a:pt x="10100" y="7575"/>
                  </a:cubicBezTo>
                  <a:cubicBezTo>
                    <a:pt x="9719" y="6603"/>
                    <a:pt x="10735" y="977"/>
                    <a:pt x="6291" y="438"/>
                  </a:cubicBezTo>
                  <a:cubicBezTo>
                    <a:pt x="6291" y="438"/>
                    <a:pt x="-187" y="-1512"/>
                    <a:pt x="4" y="28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ED2D1F2-09D9-624D-D250-C03E057CE91F}"/>
                </a:ext>
              </a:extLst>
            </p:cNvPr>
            <p:cNvSpPr/>
            <p:nvPr/>
          </p:nvSpPr>
          <p:spPr>
            <a:xfrm>
              <a:off x="11730982" y="4293126"/>
              <a:ext cx="13885" cy="14223"/>
            </a:xfrm>
            <a:custGeom>
              <a:avLst/>
              <a:gdLst>
                <a:gd name="csX0" fmla="*/ 10802 w 13885"/>
                <a:gd name="csY0" fmla="*/ 635 h 14223"/>
                <a:gd name="csX1" fmla="*/ 13215 w 13885"/>
                <a:gd name="csY1" fmla="*/ 6363 h 14223"/>
                <a:gd name="csX2" fmla="*/ 4643 w 13885"/>
                <a:gd name="csY2" fmla="*/ 13716 h 14223"/>
                <a:gd name="csX3" fmla="*/ 769 w 13885"/>
                <a:gd name="csY3" fmla="*/ 7773 h 14223"/>
                <a:gd name="csX4" fmla="*/ 10802 w 13885"/>
                <a:gd name="csY4" fmla="*/ 527 h 14223"/>
                <a:gd name="csX5" fmla="*/ 10802 w 13885"/>
                <a:gd name="csY5" fmla="*/ 635 h 1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85" h="14223">
                  <a:moveTo>
                    <a:pt x="10802" y="635"/>
                  </a:moveTo>
                  <a:cubicBezTo>
                    <a:pt x="11247" y="1175"/>
                    <a:pt x="15501" y="2902"/>
                    <a:pt x="13215" y="6363"/>
                  </a:cubicBezTo>
                  <a:cubicBezTo>
                    <a:pt x="11056" y="8852"/>
                    <a:pt x="9087" y="16205"/>
                    <a:pt x="4643" y="13716"/>
                  </a:cubicBezTo>
                  <a:cubicBezTo>
                    <a:pt x="3881" y="13068"/>
                    <a:pt x="-2089" y="11341"/>
                    <a:pt x="769" y="7773"/>
                  </a:cubicBezTo>
                  <a:cubicBezTo>
                    <a:pt x="769" y="7773"/>
                    <a:pt x="6611" y="-2394"/>
                    <a:pt x="10802" y="527"/>
                  </a:cubicBezTo>
                  <a:lnTo>
                    <a:pt x="10802" y="6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53116BD-ACB8-FCC1-FFDC-1EE016ADEEE1}"/>
                </a:ext>
              </a:extLst>
            </p:cNvPr>
            <p:cNvSpPr/>
            <p:nvPr/>
          </p:nvSpPr>
          <p:spPr>
            <a:xfrm>
              <a:off x="11648694" y="4262185"/>
              <a:ext cx="9315" cy="9511"/>
            </a:xfrm>
            <a:custGeom>
              <a:avLst/>
              <a:gdLst>
                <a:gd name="csX0" fmla="*/ 3682 w 9315"/>
                <a:gd name="csY0" fmla="*/ 430 h 9511"/>
                <a:gd name="csX1" fmla="*/ 444 w 9315"/>
                <a:gd name="csY1" fmla="*/ 5409 h 9511"/>
                <a:gd name="csX2" fmla="*/ 5650 w 9315"/>
                <a:gd name="csY2" fmla="*/ 8762 h 9511"/>
                <a:gd name="csX3" fmla="*/ 8699 w 9315"/>
                <a:gd name="csY3" fmla="*/ 2056 h 9511"/>
                <a:gd name="csX4" fmla="*/ 3682 w 9315"/>
                <a:gd name="csY4" fmla="*/ 322 h 9511"/>
                <a:gd name="csX5" fmla="*/ 3682 w 9315"/>
                <a:gd name="csY5" fmla="*/ 430 h 9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15" h="9511">
                  <a:moveTo>
                    <a:pt x="3682" y="430"/>
                  </a:moveTo>
                  <a:cubicBezTo>
                    <a:pt x="3048" y="976"/>
                    <a:pt x="-1398" y="1624"/>
                    <a:pt x="444" y="5409"/>
                  </a:cubicBezTo>
                  <a:cubicBezTo>
                    <a:pt x="1015" y="6056"/>
                    <a:pt x="2286" y="11460"/>
                    <a:pt x="5650" y="8762"/>
                  </a:cubicBezTo>
                  <a:cubicBezTo>
                    <a:pt x="6223" y="7999"/>
                    <a:pt x="10985" y="5732"/>
                    <a:pt x="8699" y="2056"/>
                  </a:cubicBezTo>
                  <a:cubicBezTo>
                    <a:pt x="8699" y="2056"/>
                    <a:pt x="6730" y="-973"/>
                    <a:pt x="3682" y="322"/>
                  </a:cubicBezTo>
                  <a:lnTo>
                    <a:pt x="3682" y="4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3480EDD-E61B-4A3A-03A4-6CDB11C64CFA}"/>
                </a:ext>
              </a:extLst>
            </p:cNvPr>
            <p:cNvSpPr/>
            <p:nvPr/>
          </p:nvSpPr>
          <p:spPr>
            <a:xfrm>
              <a:off x="11531596" y="4373920"/>
              <a:ext cx="12435" cy="11283"/>
            </a:xfrm>
            <a:custGeom>
              <a:avLst/>
              <a:gdLst>
                <a:gd name="csX0" fmla="*/ 6417 w 12435"/>
                <a:gd name="csY0" fmla="*/ 80 h 11283"/>
                <a:gd name="csX1" fmla="*/ 12322 w 12435"/>
                <a:gd name="csY1" fmla="*/ 4621 h 11283"/>
                <a:gd name="csX2" fmla="*/ 7559 w 12435"/>
                <a:gd name="csY2" fmla="*/ 11111 h 11283"/>
                <a:gd name="csX3" fmla="*/ 321 w 12435"/>
                <a:gd name="csY3" fmla="*/ 5592 h 11283"/>
                <a:gd name="csX4" fmla="*/ 6417 w 12435"/>
                <a:gd name="csY4" fmla="*/ 80 h 11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35" h="11283">
                  <a:moveTo>
                    <a:pt x="6417" y="80"/>
                  </a:moveTo>
                  <a:cubicBezTo>
                    <a:pt x="7242" y="404"/>
                    <a:pt x="13338" y="189"/>
                    <a:pt x="12322" y="4621"/>
                  </a:cubicBezTo>
                  <a:cubicBezTo>
                    <a:pt x="11814" y="6024"/>
                    <a:pt x="12132" y="12406"/>
                    <a:pt x="7559" y="11111"/>
                  </a:cubicBezTo>
                  <a:cubicBezTo>
                    <a:pt x="5528" y="10139"/>
                    <a:pt x="-1584" y="10031"/>
                    <a:pt x="321" y="5592"/>
                  </a:cubicBezTo>
                  <a:cubicBezTo>
                    <a:pt x="321" y="5592"/>
                    <a:pt x="1845" y="-783"/>
                    <a:pt x="6417" y="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DD9233B-FB3C-DD8B-F080-D01B2FF06FE9}"/>
                </a:ext>
              </a:extLst>
            </p:cNvPr>
            <p:cNvSpPr/>
            <p:nvPr/>
          </p:nvSpPr>
          <p:spPr>
            <a:xfrm>
              <a:off x="11551793" y="4233969"/>
              <a:ext cx="17919" cy="16404"/>
            </a:xfrm>
            <a:custGeom>
              <a:avLst/>
              <a:gdLst>
                <a:gd name="csX0" fmla="*/ 2666 w 17919"/>
                <a:gd name="csY0" fmla="*/ 642 h 16404"/>
                <a:gd name="csX1" fmla="*/ 16319 w 17919"/>
                <a:gd name="csY1" fmla="*/ 3017 h 16404"/>
                <a:gd name="csX2" fmla="*/ 15303 w 17919"/>
                <a:gd name="csY2" fmla="*/ 14701 h 16404"/>
                <a:gd name="csX3" fmla="*/ 1650 w 17919"/>
                <a:gd name="csY3" fmla="*/ 13723 h 16404"/>
                <a:gd name="csX4" fmla="*/ 2666 w 17919"/>
                <a:gd name="csY4" fmla="*/ 642 h 1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19" h="16404">
                  <a:moveTo>
                    <a:pt x="2666" y="642"/>
                  </a:moveTo>
                  <a:cubicBezTo>
                    <a:pt x="7937" y="858"/>
                    <a:pt x="15239" y="-2063"/>
                    <a:pt x="16319" y="3017"/>
                  </a:cubicBezTo>
                  <a:cubicBezTo>
                    <a:pt x="16637" y="7018"/>
                    <a:pt x="20319" y="13831"/>
                    <a:pt x="15303" y="14701"/>
                  </a:cubicBezTo>
                  <a:cubicBezTo>
                    <a:pt x="9778" y="15025"/>
                    <a:pt x="2666" y="18917"/>
                    <a:pt x="1650" y="13723"/>
                  </a:cubicBezTo>
                  <a:cubicBezTo>
                    <a:pt x="1650" y="13723"/>
                    <a:pt x="-2668" y="966"/>
                    <a:pt x="2666" y="6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9970A19-F66F-3474-F32A-8E785583B8A0}"/>
                </a:ext>
              </a:extLst>
            </p:cNvPr>
            <p:cNvSpPr/>
            <p:nvPr/>
          </p:nvSpPr>
          <p:spPr>
            <a:xfrm>
              <a:off x="11515702" y="4276784"/>
              <a:ext cx="10755" cy="11681"/>
            </a:xfrm>
            <a:custGeom>
              <a:avLst/>
              <a:gdLst>
                <a:gd name="csX0" fmla="*/ 4086 w 10755"/>
                <a:gd name="csY0" fmla="*/ 106 h 11681"/>
                <a:gd name="csX1" fmla="*/ 10691 w 10755"/>
                <a:gd name="csY1" fmla="*/ 5192 h 11681"/>
                <a:gd name="csX2" fmla="*/ 6372 w 10755"/>
                <a:gd name="csY2" fmla="*/ 11676 h 11681"/>
                <a:gd name="csX3" fmla="*/ 22 w 10755"/>
                <a:gd name="csY3" fmla="*/ 8107 h 11681"/>
                <a:gd name="csX4" fmla="*/ 4086 w 10755"/>
                <a:gd name="csY4" fmla="*/ 106 h 11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5" h="11681">
                  <a:moveTo>
                    <a:pt x="4086" y="106"/>
                  </a:moveTo>
                  <a:cubicBezTo>
                    <a:pt x="5293" y="646"/>
                    <a:pt x="11453" y="646"/>
                    <a:pt x="10691" y="5192"/>
                  </a:cubicBezTo>
                  <a:cubicBezTo>
                    <a:pt x="10373" y="6164"/>
                    <a:pt x="10944" y="11892"/>
                    <a:pt x="6372" y="11676"/>
                  </a:cubicBezTo>
                  <a:cubicBezTo>
                    <a:pt x="5610" y="11460"/>
                    <a:pt x="-359" y="12545"/>
                    <a:pt x="22" y="8107"/>
                  </a:cubicBezTo>
                  <a:cubicBezTo>
                    <a:pt x="22" y="8107"/>
                    <a:pt x="-549" y="-1082"/>
                    <a:pt x="4086" y="1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5001CF-004F-EAF9-C959-CE1BE5C99E6C}"/>
                </a:ext>
              </a:extLst>
            </p:cNvPr>
            <p:cNvSpPr/>
            <p:nvPr/>
          </p:nvSpPr>
          <p:spPr>
            <a:xfrm>
              <a:off x="11477878" y="4328873"/>
              <a:ext cx="10545" cy="11940"/>
            </a:xfrm>
            <a:custGeom>
              <a:avLst/>
              <a:gdLst>
                <a:gd name="csX0" fmla="*/ 3303 w 10545"/>
                <a:gd name="csY0" fmla="*/ 144 h 11940"/>
                <a:gd name="csX1" fmla="*/ 10541 w 10545"/>
                <a:gd name="csY1" fmla="*/ 3274 h 11940"/>
                <a:gd name="csX2" fmla="*/ 6668 w 10545"/>
                <a:gd name="csY2" fmla="*/ 11929 h 11940"/>
                <a:gd name="csX3" fmla="*/ 254 w 10545"/>
                <a:gd name="csY3" fmla="*/ 8037 h 11940"/>
                <a:gd name="csX4" fmla="*/ 3429 w 10545"/>
                <a:gd name="csY4" fmla="*/ 144 h 11940"/>
                <a:gd name="csX5" fmla="*/ 3303 w 10545"/>
                <a:gd name="csY5" fmla="*/ 144 h 1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5" h="11940">
                  <a:moveTo>
                    <a:pt x="3303" y="144"/>
                  </a:moveTo>
                  <a:cubicBezTo>
                    <a:pt x="4382" y="359"/>
                    <a:pt x="10732" y="-1374"/>
                    <a:pt x="10541" y="3274"/>
                  </a:cubicBezTo>
                  <a:cubicBezTo>
                    <a:pt x="10033" y="5439"/>
                    <a:pt x="11494" y="12253"/>
                    <a:pt x="6668" y="11929"/>
                  </a:cubicBezTo>
                  <a:cubicBezTo>
                    <a:pt x="5778" y="11605"/>
                    <a:pt x="381" y="12577"/>
                    <a:pt x="254" y="8037"/>
                  </a:cubicBezTo>
                  <a:cubicBezTo>
                    <a:pt x="254" y="8037"/>
                    <a:pt x="-1334" y="359"/>
                    <a:pt x="3429" y="144"/>
                  </a:cubicBezTo>
                  <a:lnTo>
                    <a:pt x="3303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ED438E6-2270-FF0F-2278-F8B77AD5C95E}"/>
                </a:ext>
              </a:extLst>
            </p:cNvPr>
            <p:cNvSpPr/>
            <p:nvPr/>
          </p:nvSpPr>
          <p:spPr>
            <a:xfrm>
              <a:off x="11444162" y="4212256"/>
              <a:ext cx="16800" cy="12654"/>
            </a:xfrm>
            <a:custGeom>
              <a:avLst/>
              <a:gdLst>
                <a:gd name="csX0" fmla="*/ 4506 w 16800"/>
                <a:gd name="csY0" fmla="*/ 512 h 12654"/>
                <a:gd name="csX1" fmla="*/ 316 w 16800"/>
                <a:gd name="csY1" fmla="*/ 6455 h 12654"/>
                <a:gd name="csX2" fmla="*/ 6157 w 16800"/>
                <a:gd name="csY2" fmla="*/ 12297 h 12654"/>
                <a:gd name="csX3" fmla="*/ 15682 w 16800"/>
                <a:gd name="csY3" fmla="*/ 4836 h 12654"/>
                <a:gd name="csX4" fmla="*/ 4506 w 16800"/>
                <a:gd name="csY4" fmla="*/ 512 h 12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800" h="12654">
                  <a:moveTo>
                    <a:pt x="4506" y="512"/>
                  </a:moveTo>
                  <a:cubicBezTo>
                    <a:pt x="3999" y="1051"/>
                    <a:pt x="-1335" y="2455"/>
                    <a:pt x="316" y="6455"/>
                  </a:cubicBezTo>
                  <a:cubicBezTo>
                    <a:pt x="1078" y="7649"/>
                    <a:pt x="1840" y="14247"/>
                    <a:pt x="6157" y="12297"/>
                  </a:cubicBezTo>
                  <a:cubicBezTo>
                    <a:pt x="10730" y="9700"/>
                    <a:pt x="20001" y="7865"/>
                    <a:pt x="15682" y="4836"/>
                  </a:cubicBezTo>
                  <a:cubicBezTo>
                    <a:pt x="15682" y="4836"/>
                    <a:pt x="8952" y="-1870"/>
                    <a:pt x="4506" y="5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130615E0-FBA9-B72D-A71A-F86D8716DA6C}"/>
                </a:ext>
              </a:extLst>
            </p:cNvPr>
            <p:cNvSpPr/>
            <p:nvPr/>
          </p:nvSpPr>
          <p:spPr>
            <a:xfrm>
              <a:off x="11496491" y="4197433"/>
              <a:ext cx="14328" cy="10726"/>
            </a:xfrm>
            <a:custGeom>
              <a:avLst/>
              <a:gdLst>
                <a:gd name="csX0" fmla="*/ 4692 w 14328"/>
                <a:gd name="csY0" fmla="*/ 10032 h 10726"/>
                <a:gd name="csX1" fmla="*/ 13011 w 14328"/>
                <a:gd name="csY1" fmla="*/ 1167 h 10726"/>
                <a:gd name="csX2" fmla="*/ 4692 w 14328"/>
                <a:gd name="csY2" fmla="*/ 10032 h 10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8" h="10726">
                  <a:moveTo>
                    <a:pt x="4692" y="10032"/>
                  </a:moveTo>
                  <a:cubicBezTo>
                    <a:pt x="8629" y="13492"/>
                    <a:pt x="17710" y="3002"/>
                    <a:pt x="13011" y="1167"/>
                  </a:cubicBezTo>
                  <a:cubicBezTo>
                    <a:pt x="-11310" y="-4675"/>
                    <a:pt x="6216" y="13492"/>
                    <a:pt x="4692" y="100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58F5C92-78A0-C6E6-FA96-F43E0B35C591}"/>
                </a:ext>
              </a:extLst>
            </p:cNvPr>
            <p:cNvSpPr/>
            <p:nvPr/>
          </p:nvSpPr>
          <p:spPr>
            <a:xfrm>
              <a:off x="11406063" y="4191353"/>
              <a:ext cx="12097" cy="10785"/>
            </a:xfrm>
            <a:custGeom>
              <a:avLst/>
              <a:gdLst>
                <a:gd name="csX0" fmla="*/ 4443 w 12097"/>
                <a:gd name="csY0" fmla="*/ 973 h 10785"/>
                <a:gd name="csX1" fmla="*/ 1268 w 12097"/>
                <a:gd name="csY1" fmla="*/ 8003 h 10785"/>
                <a:gd name="csX2" fmla="*/ 9395 w 12097"/>
                <a:gd name="csY2" fmla="*/ 9413 h 10785"/>
                <a:gd name="csX3" fmla="*/ 10729 w 12097"/>
                <a:gd name="csY3" fmla="*/ 2059 h 10785"/>
                <a:gd name="csX4" fmla="*/ 4315 w 12097"/>
                <a:gd name="csY4" fmla="*/ 973 h 10785"/>
                <a:gd name="csX5" fmla="*/ 4443 w 12097"/>
                <a:gd name="csY5" fmla="*/ 973 h 10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7" h="10785">
                  <a:moveTo>
                    <a:pt x="4443" y="973"/>
                  </a:moveTo>
                  <a:cubicBezTo>
                    <a:pt x="3553" y="2059"/>
                    <a:pt x="-2607" y="5406"/>
                    <a:pt x="1268" y="8003"/>
                  </a:cubicBezTo>
                  <a:cubicBezTo>
                    <a:pt x="2601" y="8543"/>
                    <a:pt x="6728" y="12975"/>
                    <a:pt x="9395" y="9413"/>
                  </a:cubicBezTo>
                  <a:cubicBezTo>
                    <a:pt x="9840" y="8543"/>
                    <a:pt x="14285" y="4974"/>
                    <a:pt x="10729" y="2059"/>
                  </a:cubicBezTo>
                  <a:cubicBezTo>
                    <a:pt x="10729" y="2059"/>
                    <a:pt x="7490" y="-1732"/>
                    <a:pt x="4315" y="973"/>
                  </a:cubicBezTo>
                  <a:lnTo>
                    <a:pt x="4443" y="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33182E4-14BD-B1BD-5809-8793C906C877}"/>
                </a:ext>
              </a:extLst>
            </p:cNvPr>
            <p:cNvSpPr/>
            <p:nvPr/>
          </p:nvSpPr>
          <p:spPr>
            <a:xfrm>
              <a:off x="11386925" y="4300581"/>
              <a:ext cx="8187" cy="7680"/>
            </a:xfrm>
            <a:custGeom>
              <a:avLst/>
              <a:gdLst>
                <a:gd name="csX0" fmla="*/ 6371 w 8187"/>
                <a:gd name="csY0" fmla="*/ 6045 h 7680"/>
                <a:gd name="csX1" fmla="*/ 212 w 8187"/>
                <a:gd name="csY1" fmla="*/ 6045 h 7680"/>
                <a:gd name="csX2" fmla="*/ 6371 w 8187"/>
                <a:gd name="csY2" fmla="*/ 6045 h 7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87" h="7680">
                  <a:moveTo>
                    <a:pt x="6371" y="6045"/>
                  </a:moveTo>
                  <a:cubicBezTo>
                    <a:pt x="5736" y="6261"/>
                    <a:pt x="2561" y="9614"/>
                    <a:pt x="212" y="6045"/>
                  </a:cubicBezTo>
                  <a:cubicBezTo>
                    <a:pt x="-1947" y="-4769"/>
                    <a:pt x="13293" y="1289"/>
                    <a:pt x="6371" y="6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28BB240-CEAE-892E-EBA6-72DDE4EBB697}"/>
                </a:ext>
              </a:extLst>
            </p:cNvPr>
            <p:cNvSpPr/>
            <p:nvPr/>
          </p:nvSpPr>
          <p:spPr>
            <a:xfrm>
              <a:off x="11377382" y="4287023"/>
              <a:ext cx="8640" cy="10037"/>
            </a:xfrm>
            <a:custGeom>
              <a:avLst/>
              <a:gdLst>
                <a:gd name="csX0" fmla="*/ 7342 w 8640"/>
                <a:gd name="csY0" fmla="*/ 1004 h 10037"/>
                <a:gd name="csX1" fmla="*/ 7342 w 8640"/>
                <a:gd name="csY1" fmla="*/ 8688 h 10037"/>
                <a:gd name="csX2" fmla="*/ 1056 w 8640"/>
                <a:gd name="csY2" fmla="*/ 7386 h 10037"/>
                <a:gd name="csX3" fmla="*/ 992 w 8640"/>
                <a:gd name="csY3" fmla="*/ 2738 h 10037"/>
                <a:gd name="csX4" fmla="*/ 7215 w 8640"/>
                <a:gd name="csY4" fmla="*/ 1004 h 10037"/>
                <a:gd name="csX5" fmla="*/ 7342 w 8640"/>
                <a:gd name="csY5" fmla="*/ 1004 h 1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40" h="10037">
                  <a:moveTo>
                    <a:pt x="7342" y="1004"/>
                  </a:moveTo>
                  <a:cubicBezTo>
                    <a:pt x="10263" y="6522"/>
                    <a:pt x="7342" y="9228"/>
                    <a:pt x="7342" y="8688"/>
                  </a:cubicBezTo>
                  <a:cubicBezTo>
                    <a:pt x="5183" y="12472"/>
                    <a:pt x="548" y="7062"/>
                    <a:pt x="1056" y="7386"/>
                  </a:cubicBezTo>
                  <a:cubicBezTo>
                    <a:pt x="-341" y="6091"/>
                    <a:pt x="-341" y="4033"/>
                    <a:pt x="992" y="2738"/>
                  </a:cubicBezTo>
                  <a:cubicBezTo>
                    <a:pt x="1500" y="2414"/>
                    <a:pt x="4104" y="-1911"/>
                    <a:pt x="7215" y="1004"/>
                  </a:cubicBezTo>
                  <a:lnTo>
                    <a:pt x="7342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8A47732-9FBF-0344-A8E0-12CB97EA81C3}"/>
                </a:ext>
              </a:extLst>
            </p:cNvPr>
            <p:cNvSpPr/>
            <p:nvPr/>
          </p:nvSpPr>
          <p:spPr>
            <a:xfrm>
              <a:off x="11366820" y="4271898"/>
              <a:ext cx="7961" cy="10117"/>
            </a:xfrm>
            <a:custGeom>
              <a:avLst/>
              <a:gdLst>
                <a:gd name="csX0" fmla="*/ 5711 w 7961"/>
                <a:gd name="csY0" fmla="*/ 1099 h 10117"/>
                <a:gd name="csX1" fmla="*/ 6855 w 7961"/>
                <a:gd name="csY1" fmla="*/ 6941 h 10117"/>
                <a:gd name="csX2" fmla="*/ 6029 w 7961"/>
                <a:gd name="csY2" fmla="*/ 7804 h 10117"/>
                <a:gd name="csX3" fmla="*/ 5711 w 7961"/>
                <a:gd name="csY3" fmla="*/ 1099 h 10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61" h="10117">
                  <a:moveTo>
                    <a:pt x="5711" y="1099"/>
                  </a:moveTo>
                  <a:cubicBezTo>
                    <a:pt x="6029" y="1638"/>
                    <a:pt x="9776" y="4020"/>
                    <a:pt x="6855" y="6941"/>
                  </a:cubicBezTo>
                  <a:lnTo>
                    <a:pt x="6029" y="7804"/>
                  </a:lnTo>
                  <a:cubicBezTo>
                    <a:pt x="-3305" y="17107"/>
                    <a:pt x="-511" y="-5061"/>
                    <a:pt x="5711" y="10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BAE7C0C-BD5B-ED52-D126-BCCBE3782619}"/>
                </a:ext>
              </a:extLst>
            </p:cNvPr>
            <p:cNvSpPr/>
            <p:nvPr/>
          </p:nvSpPr>
          <p:spPr>
            <a:xfrm>
              <a:off x="11349983" y="4238687"/>
              <a:ext cx="9215" cy="10044"/>
            </a:xfrm>
            <a:custGeom>
              <a:avLst/>
              <a:gdLst>
                <a:gd name="csX0" fmla="*/ 6611 w 9215"/>
                <a:gd name="csY0" fmla="*/ 1004 h 10044"/>
                <a:gd name="csX1" fmla="*/ 8262 w 9215"/>
                <a:gd name="csY1" fmla="*/ 2845 h 10044"/>
                <a:gd name="csX2" fmla="*/ 8579 w 9215"/>
                <a:gd name="csY2" fmla="*/ 8249 h 10044"/>
                <a:gd name="csX3" fmla="*/ 578 w 9215"/>
                <a:gd name="csY3" fmla="*/ 4141 h 10044"/>
                <a:gd name="csX4" fmla="*/ 6738 w 9215"/>
                <a:gd name="csY4" fmla="*/ 1004 h 10044"/>
                <a:gd name="csX5" fmla="*/ 6611 w 9215"/>
                <a:gd name="csY5" fmla="*/ 1004 h 1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15" h="10044">
                  <a:moveTo>
                    <a:pt x="6611" y="1004"/>
                  </a:moveTo>
                  <a:lnTo>
                    <a:pt x="8262" y="2845"/>
                  </a:lnTo>
                  <a:cubicBezTo>
                    <a:pt x="9405" y="4249"/>
                    <a:pt x="9532" y="6630"/>
                    <a:pt x="8579" y="8249"/>
                  </a:cubicBezTo>
                  <a:cubicBezTo>
                    <a:pt x="2293" y="13113"/>
                    <a:pt x="-1517" y="6846"/>
                    <a:pt x="578" y="4141"/>
                  </a:cubicBezTo>
                  <a:cubicBezTo>
                    <a:pt x="578" y="4141"/>
                    <a:pt x="3690" y="-2457"/>
                    <a:pt x="6738" y="1004"/>
                  </a:cubicBezTo>
                  <a:lnTo>
                    <a:pt x="6611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861DADE-5863-C6A2-2234-0885786434EE}"/>
                </a:ext>
              </a:extLst>
            </p:cNvPr>
            <p:cNvSpPr/>
            <p:nvPr/>
          </p:nvSpPr>
          <p:spPr>
            <a:xfrm>
              <a:off x="11318628" y="4219920"/>
              <a:ext cx="8628" cy="9532"/>
            </a:xfrm>
            <a:custGeom>
              <a:avLst/>
              <a:gdLst>
                <a:gd name="csX0" fmla="*/ 8502 w 8628"/>
                <a:gd name="csY0" fmla="*/ 3007 h 9532"/>
                <a:gd name="csX1" fmla="*/ 8502 w 8628"/>
                <a:gd name="csY1" fmla="*/ 7122 h 9532"/>
                <a:gd name="csX2" fmla="*/ 3231 w 8628"/>
                <a:gd name="csY2" fmla="*/ 8741 h 9532"/>
                <a:gd name="csX3" fmla="*/ 56 w 8628"/>
                <a:gd name="csY3" fmla="*/ 4201 h 9532"/>
                <a:gd name="csX4" fmla="*/ 3422 w 8628"/>
                <a:gd name="csY4" fmla="*/ 308 h 9532"/>
                <a:gd name="csX5" fmla="*/ 8628 w 8628"/>
                <a:gd name="csY5" fmla="*/ 2899 h 9532"/>
                <a:gd name="csX6" fmla="*/ 8502 w 8628"/>
                <a:gd name="csY6" fmla="*/ 3007 h 9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28" h="9532">
                  <a:moveTo>
                    <a:pt x="8502" y="3007"/>
                  </a:moveTo>
                  <a:lnTo>
                    <a:pt x="8502" y="7122"/>
                  </a:lnTo>
                  <a:cubicBezTo>
                    <a:pt x="8755" y="11338"/>
                    <a:pt x="2660" y="8741"/>
                    <a:pt x="3231" y="8741"/>
                  </a:cubicBezTo>
                  <a:cubicBezTo>
                    <a:pt x="-8" y="7769"/>
                    <a:pt x="-135" y="3661"/>
                    <a:pt x="56" y="4201"/>
                  </a:cubicBezTo>
                  <a:cubicBezTo>
                    <a:pt x="56" y="2359"/>
                    <a:pt x="1580" y="632"/>
                    <a:pt x="3422" y="308"/>
                  </a:cubicBezTo>
                  <a:cubicBezTo>
                    <a:pt x="3993" y="308"/>
                    <a:pt x="8502" y="-1318"/>
                    <a:pt x="8628" y="2899"/>
                  </a:cubicBezTo>
                  <a:lnTo>
                    <a:pt x="8502" y="3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E527B5B-657C-4769-1C19-30EECC6177D8}"/>
                </a:ext>
              </a:extLst>
            </p:cNvPr>
            <p:cNvSpPr/>
            <p:nvPr/>
          </p:nvSpPr>
          <p:spPr>
            <a:xfrm>
              <a:off x="11300163" y="4222993"/>
              <a:ext cx="10624" cy="9366"/>
            </a:xfrm>
            <a:custGeom>
              <a:avLst/>
              <a:gdLst>
                <a:gd name="csX0" fmla="*/ 4678 w 10624"/>
                <a:gd name="csY0" fmla="*/ 157 h 9366"/>
                <a:gd name="csX1" fmla="*/ 9694 w 10624"/>
                <a:gd name="csY1" fmla="*/ 6533 h 9366"/>
                <a:gd name="csX2" fmla="*/ 2837 w 10624"/>
                <a:gd name="csY2" fmla="*/ 8482 h 9366"/>
                <a:gd name="csX3" fmla="*/ 360 w 10624"/>
                <a:gd name="csY3" fmla="*/ 2316 h 9366"/>
                <a:gd name="csX4" fmla="*/ 4678 w 10624"/>
                <a:gd name="csY4" fmla="*/ 157 h 9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24" h="9366">
                  <a:moveTo>
                    <a:pt x="4678" y="157"/>
                  </a:moveTo>
                  <a:cubicBezTo>
                    <a:pt x="6075" y="1344"/>
                    <a:pt x="13124" y="3180"/>
                    <a:pt x="9694" y="6533"/>
                  </a:cubicBezTo>
                  <a:cubicBezTo>
                    <a:pt x="8996" y="6856"/>
                    <a:pt x="6075" y="11187"/>
                    <a:pt x="2837" y="8482"/>
                  </a:cubicBezTo>
                  <a:cubicBezTo>
                    <a:pt x="-402" y="3942"/>
                    <a:pt x="-275" y="4266"/>
                    <a:pt x="360" y="2316"/>
                  </a:cubicBezTo>
                  <a:cubicBezTo>
                    <a:pt x="360" y="2316"/>
                    <a:pt x="2964" y="-713"/>
                    <a:pt x="4678" y="15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2FAA929-B956-9566-12F9-285E581FF984}"/>
                </a:ext>
              </a:extLst>
            </p:cNvPr>
            <p:cNvSpPr/>
            <p:nvPr/>
          </p:nvSpPr>
          <p:spPr>
            <a:xfrm>
              <a:off x="11024269" y="6043101"/>
              <a:ext cx="12482" cy="25082"/>
            </a:xfrm>
            <a:custGeom>
              <a:avLst/>
              <a:gdLst>
                <a:gd name="csX0" fmla="*/ 1744 w 12482"/>
                <a:gd name="csY0" fmla="*/ 2270 h 25082"/>
                <a:gd name="csX1" fmla="*/ 29 w 12482"/>
                <a:gd name="csY1" fmla="*/ 22056 h 25082"/>
                <a:gd name="csX2" fmla="*/ 8158 w 12482"/>
                <a:gd name="csY2" fmla="*/ 2162 h 25082"/>
                <a:gd name="csX3" fmla="*/ 1744 w 12482"/>
                <a:gd name="csY3" fmla="*/ 2162 h 25082"/>
                <a:gd name="csX4" fmla="*/ 1744 w 12482"/>
                <a:gd name="csY4" fmla="*/ 2270 h 25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82" h="25082">
                  <a:moveTo>
                    <a:pt x="1744" y="2270"/>
                  </a:moveTo>
                  <a:lnTo>
                    <a:pt x="29" y="22056"/>
                  </a:lnTo>
                  <a:cubicBezTo>
                    <a:pt x="-923" y="33302"/>
                    <a:pt x="21683" y="10163"/>
                    <a:pt x="8158" y="2162"/>
                  </a:cubicBezTo>
                  <a:cubicBezTo>
                    <a:pt x="8158" y="2162"/>
                    <a:pt x="2188" y="-2702"/>
                    <a:pt x="1744" y="2162"/>
                  </a:cubicBezTo>
                  <a:lnTo>
                    <a:pt x="1744" y="227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4EE4C28-DC72-30D7-9388-026F758CD0AA}"/>
                </a:ext>
              </a:extLst>
            </p:cNvPr>
            <p:cNvSpPr/>
            <p:nvPr/>
          </p:nvSpPr>
          <p:spPr>
            <a:xfrm>
              <a:off x="11179037" y="6077553"/>
              <a:ext cx="18622" cy="10024"/>
            </a:xfrm>
            <a:custGeom>
              <a:avLst/>
              <a:gdLst>
                <a:gd name="csX0" fmla="*/ 138 w 18622"/>
                <a:gd name="csY0" fmla="*/ 6102 h 10024"/>
                <a:gd name="csX1" fmla="*/ 18553 w 18622"/>
                <a:gd name="csY1" fmla="*/ 8585 h 10024"/>
                <a:gd name="csX2" fmla="*/ 10234 w 18622"/>
                <a:gd name="csY2" fmla="*/ 152 h 10024"/>
                <a:gd name="csX3" fmla="*/ 138 w 18622"/>
                <a:gd name="csY3" fmla="*/ 6102 h 1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622" h="10024">
                  <a:moveTo>
                    <a:pt x="138" y="6102"/>
                  </a:moveTo>
                  <a:cubicBezTo>
                    <a:pt x="1471" y="10211"/>
                    <a:pt x="17346" y="11182"/>
                    <a:pt x="18553" y="8585"/>
                  </a:cubicBezTo>
                  <a:cubicBezTo>
                    <a:pt x="19315" y="1340"/>
                    <a:pt x="13600" y="-604"/>
                    <a:pt x="10234" y="152"/>
                  </a:cubicBezTo>
                  <a:cubicBezTo>
                    <a:pt x="10234" y="152"/>
                    <a:pt x="-1386" y="1232"/>
                    <a:pt x="138" y="6102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90BA477B-96D2-B5AA-DC2F-895782E4102F}"/>
                </a:ext>
              </a:extLst>
            </p:cNvPr>
            <p:cNvSpPr/>
            <p:nvPr/>
          </p:nvSpPr>
          <p:spPr>
            <a:xfrm>
              <a:off x="11171255" y="6047382"/>
              <a:ext cx="18411" cy="23080"/>
            </a:xfrm>
            <a:custGeom>
              <a:avLst/>
              <a:gdLst>
                <a:gd name="csX0" fmla="*/ 13762 w 18411"/>
                <a:gd name="csY0" fmla="*/ 23078 h 23080"/>
                <a:gd name="csX1" fmla="*/ 17127 w 18411"/>
                <a:gd name="csY1" fmla="*/ 22322 h 23080"/>
                <a:gd name="csX2" fmla="*/ 7729 w 18411"/>
                <a:gd name="csY2" fmla="*/ 1125 h 23080"/>
                <a:gd name="csX3" fmla="*/ 554 w 18411"/>
                <a:gd name="csY3" fmla="*/ 6644 h 23080"/>
                <a:gd name="csX4" fmla="*/ 2713 w 18411"/>
                <a:gd name="csY4" fmla="*/ 12371 h 23080"/>
                <a:gd name="csX5" fmla="*/ 7285 w 18411"/>
                <a:gd name="csY5" fmla="*/ 17458 h 23080"/>
                <a:gd name="csX6" fmla="*/ 13889 w 18411"/>
                <a:gd name="csY6" fmla="*/ 22969 h 23080"/>
                <a:gd name="csX7" fmla="*/ 13762 w 18411"/>
                <a:gd name="csY7" fmla="*/ 23078 h 23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411" h="23080">
                  <a:moveTo>
                    <a:pt x="13762" y="23078"/>
                  </a:moveTo>
                  <a:lnTo>
                    <a:pt x="17127" y="22322"/>
                  </a:lnTo>
                  <a:cubicBezTo>
                    <a:pt x="22906" y="21134"/>
                    <a:pt x="7285" y="478"/>
                    <a:pt x="7729" y="1125"/>
                  </a:cubicBezTo>
                  <a:cubicBezTo>
                    <a:pt x="4936" y="-3415"/>
                    <a:pt x="46" y="7291"/>
                    <a:pt x="554" y="6644"/>
                  </a:cubicBezTo>
                  <a:cubicBezTo>
                    <a:pt x="-1605" y="10212"/>
                    <a:pt x="3285" y="13019"/>
                    <a:pt x="2713" y="12371"/>
                  </a:cubicBezTo>
                  <a:cubicBezTo>
                    <a:pt x="4364" y="13451"/>
                    <a:pt x="6396" y="15724"/>
                    <a:pt x="7285" y="17458"/>
                  </a:cubicBezTo>
                  <a:cubicBezTo>
                    <a:pt x="7920" y="18213"/>
                    <a:pt x="9444" y="23941"/>
                    <a:pt x="13889" y="22969"/>
                  </a:cubicBezTo>
                  <a:lnTo>
                    <a:pt x="13762" y="2307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21EE8B59-D69D-A897-B3BF-BC3083305C61}"/>
                </a:ext>
              </a:extLst>
            </p:cNvPr>
            <p:cNvSpPr/>
            <p:nvPr/>
          </p:nvSpPr>
          <p:spPr>
            <a:xfrm>
              <a:off x="11054338" y="6096208"/>
              <a:ext cx="137932" cy="139378"/>
            </a:xfrm>
            <a:custGeom>
              <a:avLst/>
              <a:gdLst>
                <a:gd name="csX0" fmla="*/ 64448 w 137932"/>
                <a:gd name="csY0" fmla="*/ 21184 h 139378"/>
                <a:gd name="csX1" fmla="*/ 94039 w 137932"/>
                <a:gd name="csY1" fmla="*/ 12421 h 139378"/>
                <a:gd name="csX2" fmla="*/ 114486 w 137932"/>
                <a:gd name="csY2" fmla="*/ 6586 h 139378"/>
                <a:gd name="csX3" fmla="*/ 127249 w 137932"/>
                <a:gd name="csY3" fmla="*/ 3773 h 139378"/>
                <a:gd name="csX4" fmla="*/ 136203 w 137932"/>
                <a:gd name="csY4" fmla="*/ 15234 h 139378"/>
                <a:gd name="csX5" fmla="*/ 137854 w 137932"/>
                <a:gd name="csY5" fmla="*/ 69844 h 139378"/>
                <a:gd name="csX6" fmla="*/ 135377 w 137932"/>
                <a:gd name="csY6" fmla="*/ 76766 h 139378"/>
                <a:gd name="csX7" fmla="*/ 130805 w 137932"/>
                <a:gd name="csY7" fmla="*/ 69737 h 139378"/>
                <a:gd name="csX8" fmla="*/ 126931 w 137932"/>
                <a:gd name="csY8" fmla="*/ 68981 h 139378"/>
                <a:gd name="csX9" fmla="*/ 124074 w 137932"/>
                <a:gd name="csY9" fmla="*/ 118180 h 139378"/>
                <a:gd name="csX10" fmla="*/ 118994 w 137932"/>
                <a:gd name="csY10" fmla="*/ 121749 h 139378"/>
                <a:gd name="csX11" fmla="*/ 112200 w 137932"/>
                <a:gd name="csY11" fmla="*/ 115044 h 139378"/>
                <a:gd name="csX12" fmla="*/ 114676 w 137932"/>
                <a:gd name="csY12" fmla="*/ 107798 h 139378"/>
                <a:gd name="csX13" fmla="*/ 106230 w 137932"/>
                <a:gd name="csY13" fmla="*/ 101423 h 139378"/>
                <a:gd name="csX14" fmla="*/ 100516 w 137932"/>
                <a:gd name="csY14" fmla="*/ 130398 h 139378"/>
                <a:gd name="csX15" fmla="*/ 96832 w 137932"/>
                <a:gd name="csY15" fmla="*/ 134189 h 139378"/>
                <a:gd name="csX16" fmla="*/ 93023 w 137932"/>
                <a:gd name="csY16" fmla="*/ 127483 h 139378"/>
                <a:gd name="csX17" fmla="*/ 87054 w 137932"/>
                <a:gd name="csY17" fmla="*/ 125750 h 139378"/>
                <a:gd name="csX18" fmla="*/ 61971 w 137932"/>
                <a:gd name="csY18" fmla="*/ 134513 h 139378"/>
                <a:gd name="csX19" fmla="*/ 54732 w 137932"/>
                <a:gd name="csY19" fmla="*/ 135484 h 139378"/>
                <a:gd name="csX20" fmla="*/ 34793 w 137932"/>
                <a:gd name="csY20" fmla="*/ 110503 h 139378"/>
                <a:gd name="csX21" fmla="*/ 21712 w 137932"/>
                <a:gd name="csY21" fmla="*/ 78931 h 139378"/>
                <a:gd name="csX22" fmla="*/ 31364 w 137932"/>
                <a:gd name="csY22" fmla="*/ 80874 h 139378"/>
                <a:gd name="csX23" fmla="*/ 12949 w 137932"/>
                <a:gd name="csY23" fmla="*/ 51137 h 139378"/>
                <a:gd name="csX24" fmla="*/ 693 w 137932"/>
                <a:gd name="csY24" fmla="*/ 10802 h 139378"/>
                <a:gd name="csX25" fmla="*/ 2662 w 137932"/>
                <a:gd name="csY25" fmla="*/ 3557 h 139378"/>
                <a:gd name="csX26" fmla="*/ 64448 w 137932"/>
                <a:gd name="csY26" fmla="*/ 21184 h 139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7932" h="139378">
                  <a:moveTo>
                    <a:pt x="64448" y="21184"/>
                  </a:moveTo>
                  <a:cubicBezTo>
                    <a:pt x="85911" y="13507"/>
                    <a:pt x="89467" y="11450"/>
                    <a:pt x="94039" y="12421"/>
                  </a:cubicBezTo>
                  <a:cubicBezTo>
                    <a:pt x="112327" y="13507"/>
                    <a:pt x="108072" y="2585"/>
                    <a:pt x="114486" y="6586"/>
                  </a:cubicBezTo>
                  <a:cubicBezTo>
                    <a:pt x="123312" y="8637"/>
                    <a:pt x="122487" y="-336"/>
                    <a:pt x="127249" y="3773"/>
                  </a:cubicBezTo>
                  <a:cubicBezTo>
                    <a:pt x="130488" y="7126"/>
                    <a:pt x="136330" y="9507"/>
                    <a:pt x="136203" y="15234"/>
                  </a:cubicBezTo>
                  <a:cubicBezTo>
                    <a:pt x="135567" y="71572"/>
                    <a:pt x="137980" y="70492"/>
                    <a:pt x="137854" y="69844"/>
                  </a:cubicBezTo>
                  <a:cubicBezTo>
                    <a:pt x="138489" y="73737"/>
                    <a:pt x="135060" y="77414"/>
                    <a:pt x="135377" y="76766"/>
                  </a:cubicBezTo>
                  <a:cubicBezTo>
                    <a:pt x="131757" y="80551"/>
                    <a:pt x="130488" y="69089"/>
                    <a:pt x="130805" y="69737"/>
                  </a:cubicBezTo>
                  <a:cubicBezTo>
                    <a:pt x="129916" y="65844"/>
                    <a:pt x="126360" y="69197"/>
                    <a:pt x="126931" y="68981"/>
                  </a:cubicBezTo>
                  <a:cubicBezTo>
                    <a:pt x="118804" y="76334"/>
                    <a:pt x="124963" y="124455"/>
                    <a:pt x="124074" y="118180"/>
                  </a:cubicBezTo>
                  <a:cubicBezTo>
                    <a:pt x="124074" y="122613"/>
                    <a:pt x="118359" y="121857"/>
                    <a:pt x="118994" y="121749"/>
                  </a:cubicBezTo>
                  <a:cubicBezTo>
                    <a:pt x="114549" y="121642"/>
                    <a:pt x="111628" y="114396"/>
                    <a:pt x="112200" y="115044"/>
                  </a:cubicBezTo>
                  <a:cubicBezTo>
                    <a:pt x="109723" y="110396"/>
                    <a:pt x="117597" y="112237"/>
                    <a:pt x="114676" y="107798"/>
                  </a:cubicBezTo>
                  <a:cubicBezTo>
                    <a:pt x="112200" y="105208"/>
                    <a:pt x="108961" y="96660"/>
                    <a:pt x="106230" y="101423"/>
                  </a:cubicBezTo>
                  <a:cubicBezTo>
                    <a:pt x="100389" y="114288"/>
                    <a:pt x="100516" y="132239"/>
                    <a:pt x="100516" y="130398"/>
                  </a:cubicBezTo>
                  <a:cubicBezTo>
                    <a:pt x="101151" y="134513"/>
                    <a:pt x="96261" y="134405"/>
                    <a:pt x="96832" y="134189"/>
                  </a:cubicBezTo>
                  <a:cubicBezTo>
                    <a:pt x="92515" y="134297"/>
                    <a:pt x="92832" y="126728"/>
                    <a:pt x="93023" y="127483"/>
                  </a:cubicBezTo>
                  <a:cubicBezTo>
                    <a:pt x="92705" y="122613"/>
                    <a:pt x="88069" y="120993"/>
                    <a:pt x="87054" y="125750"/>
                  </a:cubicBezTo>
                  <a:cubicBezTo>
                    <a:pt x="78417" y="151810"/>
                    <a:pt x="80577" y="132023"/>
                    <a:pt x="61971" y="134513"/>
                  </a:cubicBezTo>
                  <a:lnTo>
                    <a:pt x="54732" y="135484"/>
                  </a:lnTo>
                  <a:cubicBezTo>
                    <a:pt x="47874" y="136456"/>
                    <a:pt x="41524" y="112885"/>
                    <a:pt x="34793" y="110503"/>
                  </a:cubicBezTo>
                  <a:cubicBezTo>
                    <a:pt x="27237" y="105639"/>
                    <a:pt x="21394" y="78277"/>
                    <a:pt x="21712" y="78931"/>
                  </a:cubicBezTo>
                  <a:cubicBezTo>
                    <a:pt x="19426" y="71032"/>
                    <a:pt x="31364" y="88444"/>
                    <a:pt x="31364" y="80874"/>
                  </a:cubicBezTo>
                  <a:cubicBezTo>
                    <a:pt x="29840" y="69628"/>
                    <a:pt x="12505" y="50490"/>
                    <a:pt x="12949" y="51137"/>
                  </a:cubicBezTo>
                  <a:cubicBezTo>
                    <a:pt x="11235" y="48864"/>
                    <a:pt x="-3307" y="16422"/>
                    <a:pt x="693" y="10802"/>
                  </a:cubicBezTo>
                  <a:cubicBezTo>
                    <a:pt x="948" y="10155"/>
                    <a:pt x="3170" y="7665"/>
                    <a:pt x="2662" y="3557"/>
                  </a:cubicBezTo>
                  <a:cubicBezTo>
                    <a:pt x="5392" y="-11042"/>
                    <a:pt x="56002" y="24213"/>
                    <a:pt x="64448" y="2118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62AA3E5-D37F-544D-DE24-B1662C95E7E6}"/>
                </a:ext>
              </a:extLst>
            </p:cNvPr>
            <p:cNvSpPr/>
            <p:nvPr/>
          </p:nvSpPr>
          <p:spPr>
            <a:xfrm>
              <a:off x="11057431" y="6079939"/>
              <a:ext cx="9655" cy="7615"/>
            </a:xfrm>
            <a:custGeom>
              <a:avLst/>
              <a:gdLst>
                <a:gd name="csX0" fmla="*/ 966 w 9655"/>
                <a:gd name="csY0" fmla="*/ 6415 h 7615"/>
                <a:gd name="csX1" fmla="*/ 8141 w 9655"/>
                <a:gd name="csY1" fmla="*/ 6199 h 7615"/>
                <a:gd name="csX2" fmla="*/ 8967 w 9655"/>
                <a:gd name="csY2" fmla="*/ 1766 h 7615"/>
                <a:gd name="csX3" fmla="*/ 966 w 9655"/>
                <a:gd name="csY3" fmla="*/ 6415 h 76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655" h="7615">
                  <a:moveTo>
                    <a:pt x="966" y="6415"/>
                  </a:moveTo>
                  <a:cubicBezTo>
                    <a:pt x="3887" y="9335"/>
                    <a:pt x="8776" y="5983"/>
                    <a:pt x="8141" y="6199"/>
                  </a:cubicBezTo>
                  <a:cubicBezTo>
                    <a:pt x="9729" y="5335"/>
                    <a:pt x="10174" y="3284"/>
                    <a:pt x="8967" y="1766"/>
                  </a:cubicBezTo>
                  <a:cubicBezTo>
                    <a:pt x="2046" y="-3206"/>
                    <a:pt x="-1955" y="3608"/>
                    <a:pt x="966" y="6415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5AFDF2B-FD13-C41C-02D5-E46350E4EA86}"/>
                </a:ext>
              </a:extLst>
            </p:cNvPr>
            <p:cNvSpPr/>
            <p:nvPr/>
          </p:nvSpPr>
          <p:spPr>
            <a:xfrm>
              <a:off x="9862927" y="4877148"/>
              <a:ext cx="1528551" cy="1143353"/>
            </a:xfrm>
            <a:custGeom>
              <a:avLst/>
              <a:gdLst>
                <a:gd name="csX0" fmla="*/ 1250969 w 1528551"/>
                <a:gd name="csY0" fmla="*/ 1139458 h 1143353"/>
                <a:gd name="csX1" fmla="*/ 1260749 w 1528551"/>
                <a:gd name="csY1" fmla="*/ 1133076 h 1143353"/>
                <a:gd name="csX2" fmla="*/ 1252938 w 1528551"/>
                <a:gd name="csY2" fmla="*/ 1125075 h 1143353"/>
                <a:gd name="csX3" fmla="*/ 1276624 w 1528551"/>
                <a:gd name="csY3" fmla="*/ 1115347 h 1143353"/>
                <a:gd name="csX4" fmla="*/ 1313136 w 1528551"/>
                <a:gd name="csY4" fmla="*/ 1081711 h 1143353"/>
                <a:gd name="csX5" fmla="*/ 1369651 w 1528551"/>
                <a:gd name="csY5" fmla="*/ 1076199 h 1143353"/>
                <a:gd name="csX6" fmla="*/ 1387050 w 1528551"/>
                <a:gd name="csY6" fmla="*/ 1066896 h 1143353"/>
                <a:gd name="csX7" fmla="*/ 1388256 w 1528551"/>
                <a:gd name="csY7" fmla="*/ 1037699 h 1143353"/>
                <a:gd name="csX8" fmla="*/ 1413467 w 1528551"/>
                <a:gd name="csY8" fmla="*/ 951733 h 1143353"/>
                <a:gd name="csX9" fmla="*/ 1421657 w 1528551"/>
                <a:gd name="csY9" fmla="*/ 944379 h 1143353"/>
                <a:gd name="csX10" fmla="*/ 1439565 w 1528551"/>
                <a:gd name="csY10" fmla="*/ 909664 h 1143353"/>
                <a:gd name="csX11" fmla="*/ 1456519 w 1528551"/>
                <a:gd name="csY11" fmla="*/ 869761 h 1143353"/>
                <a:gd name="csX12" fmla="*/ 1470934 w 1528551"/>
                <a:gd name="csY12" fmla="*/ 863169 h 1143353"/>
                <a:gd name="csX13" fmla="*/ 1486745 w 1528551"/>
                <a:gd name="csY13" fmla="*/ 838081 h 1143353"/>
                <a:gd name="csX14" fmla="*/ 1505033 w 1528551"/>
                <a:gd name="csY14" fmla="*/ 793529 h 1143353"/>
                <a:gd name="csX15" fmla="*/ 1505224 w 1528551"/>
                <a:gd name="csY15" fmla="*/ 768116 h 1143353"/>
                <a:gd name="csX16" fmla="*/ 1525353 w 1528551"/>
                <a:gd name="csY16" fmla="*/ 707340 h 1143353"/>
                <a:gd name="csX17" fmla="*/ 1522877 w 1528551"/>
                <a:gd name="csY17" fmla="*/ 675006 h 1143353"/>
                <a:gd name="csX18" fmla="*/ 1519765 w 1528551"/>
                <a:gd name="csY18" fmla="*/ 641593 h 1143353"/>
                <a:gd name="csX19" fmla="*/ 1512081 w 1528551"/>
                <a:gd name="csY19" fmla="*/ 649701 h 1143353"/>
                <a:gd name="csX20" fmla="*/ 1506430 w 1528551"/>
                <a:gd name="csY20" fmla="*/ 585255 h 1143353"/>
                <a:gd name="csX21" fmla="*/ 1515511 w 1528551"/>
                <a:gd name="csY21" fmla="*/ 555086 h 1143353"/>
                <a:gd name="csX22" fmla="*/ 1513352 w 1528551"/>
                <a:gd name="csY22" fmla="*/ 547079 h 1143353"/>
                <a:gd name="csX23" fmla="*/ 1501922 w 1528551"/>
                <a:gd name="csY23" fmla="*/ 557354 h 1143353"/>
                <a:gd name="csX24" fmla="*/ 1479569 w 1528551"/>
                <a:gd name="csY24" fmla="*/ 540272 h 1143353"/>
                <a:gd name="csX25" fmla="*/ 1469854 w 1528551"/>
                <a:gd name="csY25" fmla="*/ 534538 h 1143353"/>
                <a:gd name="csX26" fmla="*/ 1464901 w 1528551"/>
                <a:gd name="csY26" fmla="*/ 525673 h 1143353"/>
                <a:gd name="csX27" fmla="*/ 1430230 w 1528551"/>
                <a:gd name="csY27" fmla="*/ 495066 h 1143353"/>
                <a:gd name="csX28" fmla="*/ 1418355 w 1528551"/>
                <a:gd name="csY28" fmla="*/ 452572 h 1143353"/>
                <a:gd name="csX29" fmla="*/ 1410354 w 1528551"/>
                <a:gd name="csY29" fmla="*/ 448349 h 1143353"/>
                <a:gd name="csX30" fmla="*/ 1406989 w 1528551"/>
                <a:gd name="csY30" fmla="*/ 452464 h 1143353"/>
                <a:gd name="csX31" fmla="*/ 1389654 w 1528551"/>
                <a:gd name="csY31" fmla="*/ 457868 h 1143353"/>
                <a:gd name="csX32" fmla="*/ 1360190 w 1528551"/>
                <a:gd name="csY32" fmla="*/ 400013 h 1143353"/>
                <a:gd name="csX33" fmla="*/ 1342346 w 1528551"/>
                <a:gd name="csY33" fmla="*/ 383471 h 1143353"/>
                <a:gd name="csX34" fmla="*/ 1347553 w 1528551"/>
                <a:gd name="csY34" fmla="*/ 378709 h 1143353"/>
                <a:gd name="csX35" fmla="*/ 1338790 w 1528551"/>
                <a:gd name="csY35" fmla="*/ 365844 h 1143353"/>
                <a:gd name="csX36" fmla="*/ 1328693 w 1528551"/>
                <a:gd name="csY36" fmla="*/ 365844 h 1143353"/>
                <a:gd name="csX37" fmla="*/ 1323741 w 1528551"/>
                <a:gd name="csY37" fmla="*/ 358382 h 1143353"/>
                <a:gd name="csX38" fmla="*/ 1301769 w 1528551"/>
                <a:gd name="csY38" fmla="*/ 347892 h 1143353"/>
                <a:gd name="csX39" fmla="*/ 1294404 w 1528551"/>
                <a:gd name="csY39" fmla="*/ 334919 h 1143353"/>
                <a:gd name="csX40" fmla="*/ 1256113 w 1528551"/>
                <a:gd name="csY40" fmla="*/ 318911 h 1143353"/>
                <a:gd name="csX41" fmla="*/ 1254906 w 1528551"/>
                <a:gd name="csY41" fmla="*/ 297931 h 1143353"/>
                <a:gd name="csX42" fmla="*/ 1244619 w 1528551"/>
                <a:gd name="csY42" fmla="*/ 292311 h 1143353"/>
                <a:gd name="csX43" fmla="*/ 1243096 w 1528551"/>
                <a:gd name="csY43" fmla="*/ 260516 h 1143353"/>
                <a:gd name="csX44" fmla="*/ 1218330 w 1528551"/>
                <a:gd name="csY44" fmla="*/ 218454 h 1143353"/>
                <a:gd name="csX45" fmla="*/ 1214838 w 1528551"/>
                <a:gd name="csY45" fmla="*/ 165679 h 1143353"/>
                <a:gd name="csX46" fmla="*/ 1193756 w 1528551"/>
                <a:gd name="csY46" fmla="*/ 149353 h 1143353"/>
                <a:gd name="csX47" fmla="*/ 1184549 w 1528551"/>
                <a:gd name="csY47" fmla="*/ 131510 h 1143353"/>
                <a:gd name="csX48" fmla="*/ 1164546 w 1528551"/>
                <a:gd name="csY48" fmla="*/ 146864 h 1143353"/>
                <a:gd name="csX49" fmla="*/ 1159339 w 1528551"/>
                <a:gd name="csY49" fmla="*/ 145893 h 1143353"/>
                <a:gd name="csX50" fmla="*/ 1145242 w 1528551"/>
                <a:gd name="csY50" fmla="*/ 81332 h 1143353"/>
                <a:gd name="csX51" fmla="*/ 1133812 w 1528551"/>
                <a:gd name="csY51" fmla="*/ 59488 h 1143353"/>
                <a:gd name="csX52" fmla="*/ 1135971 w 1528551"/>
                <a:gd name="csY52" fmla="*/ 50515 h 1143353"/>
                <a:gd name="csX53" fmla="*/ 1129557 w 1528551"/>
                <a:gd name="csY53" fmla="*/ 45213 h 1143353"/>
                <a:gd name="csX54" fmla="*/ 1111587 w 1528551"/>
                <a:gd name="csY54" fmla="*/ 337 h 1143353"/>
                <a:gd name="csX55" fmla="*/ 1092981 w 1528551"/>
                <a:gd name="csY55" fmla="*/ 34729 h 1143353"/>
                <a:gd name="csX56" fmla="*/ 1077932 w 1528551"/>
                <a:gd name="csY56" fmla="*/ 66949 h 1143353"/>
                <a:gd name="csX57" fmla="*/ 1085044 w 1528551"/>
                <a:gd name="csY57" fmla="*/ 71604 h 1143353"/>
                <a:gd name="csX58" fmla="*/ 1078567 w 1528551"/>
                <a:gd name="csY58" fmla="*/ 86526 h 1143353"/>
                <a:gd name="csX59" fmla="*/ 1078567 w 1528551"/>
                <a:gd name="csY59" fmla="*/ 97016 h 1143353"/>
                <a:gd name="csX60" fmla="*/ 1072535 w 1528551"/>
                <a:gd name="csY60" fmla="*/ 119940 h 1143353"/>
                <a:gd name="csX61" fmla="*/ 1070693 w 1528551"/>
                <a:gd name="csY61" fmla="*/ 205042 h 1143353"/>
                <a:gd name="csX62" fmla="*/ 1050437 w 1528551"/>
                <a:gd name="csY62" fmla="*/ 257703 h 1143353"/>
                <a:gd name="csX63" fmla="*/ 1024655 w 1528551"/>
                <a:gd name="csY63" fmla="*/ 270143 h 1143353"/>
                <a:gd name="csX64" fmla="*/ 988968 w 1528551"/>
                <a:gd name="csY64" fmla="*/ 257163 h 1143353"/>
                <a:gd name="csX65" fmla="*/ 981603 w 1528551"/>
                <a:gd name="csY65" fmla="*/ 243975 h 1143353"/>
                <a:gd name="csX66" fmla="*/ 948265 w 1528551"/>
                <a:gd name="csY66" fmla="*/ 230671 h 1143353"/>
                <a:gd name="csX67" fmla="*/ 932898 w 1528551"/>
                <a:gd name="csY67" fmla="*/ 216505 h 1143353"/>
                <a:gd name="csX68" fmla="*/ 890670 w 1528551"/>
                <a:gd name="csY68" fmla="*/ 199855 h 1143353"/>
                <a:gd name="csX69" fmla="*/ 883749 w 1528551"/>
                <a:gd name="csY69" fmla="*/ 192285 h 1143353"/>
                <a:gd name="csX70" fmla="*/ 842728 w 1528551"/>
                <a:gd name="csY70" fmla="*/ 158110 h 1143353"/>
                <a:gd name="csX71" fmla="*/ 860572 w 1528551"/>
                <a:gd name="csY71" fmla="*/ 111831 h 1143353"/>
                <a:gd name="csX72" fmla="*/ 864064 w 1528551"/>
                <a:gd name="csY72" fmla="*/ 99715 h 1143353"/>
                <a:gd name="csX73" fmla="*/ 873144 w 1528551"/>
                <a:gd name="csY73" fmla="*/ 94527 h 1143353"/>
                <a:gd name="csX74" fmla="*/ 878796 w 1528551"/>
                <a:gd name="csY74" fmla="*/ 97772 h 1143353"/>
                <a:gd name="csX75" fmla="*/ 888321 w 1528551"/>
                <a:gd name="csY75" fmla="*/ 85225 h 1143353"/>
                <a:gd name="csX76" fmla="*/ 887305 w 1528551"/>
                <a:gd name="csY76" fmla="*/ 78633 h 1143353"/>
                <a:gd name="csX77" fmla="*/ 900830 w 1528551"/>
                <a:gd name="csY77" fmla="*/ 65006 h 1143353"/>
                <a:gd name="csX78" fmla="*/ 898291 w 1528551"/>
                <a:gd name="csY78" fmla="*/ 57437 h 1143353"/>
                <a:gd name="csX79" fmla="*/ 892639 w 1528551"/>
                <a:gd name="csY79" fmla="*/ 58301 h 1143353"/>
                <a:gd name="csX80" fmla="*/ 886226 w 1528551"/>
                <a:gd name="csY80" fmla="*/ 51271 h 1143353"/>
                <a:gd name="csX81" fmla="*/ 876828 w 1528551"/>
                <a:gd name="csY81" fmla="*/ 53544 h 1143353"/>
                <a:gd name="csX82" fmla="*/ 878542 w 1528551"/>
                <a:gd name="csY82" fmla="*/ 62625 h 1143353"/>
                <a:gd name="csX83" fmla="*/ 864953 w 1528551"/>
                <a:gd name="csY83" fmla="*/ 65978 h 1143353"/>
                <a:gd name="csX84" fmla="*/ 859429 w 1528551"/>
                <a:gd name="csY84" fmla="*/ 57437 h 1143353"/>
                <a:gd name="csX85" fmla="*/ 854666 w 1528551"/>
                <a:gd name="csY85" fmla="*/ 54840 h 1143353"/>
                <a:gd name="csX86" fmla="*/ 859175 w 1528551"/>
                <a:gd name="csY86" fmla="*/ 39809 h 1143353"/>
                <a:gd name="csX87" fmla="*/ 832886 w 1528551"/>
                <a:gd name="csY87" fmla="*/ 57437 h 1143353"/>
                <a:gd name="csX88" fmla="*/ 816756 w 1528551"/>
                <a:gd name="csY88" fmla="*/ 49544 h 1143353"/>
                <a:gd name="csX89" fmla="*/ 813264 w 1528551"/>
                <a:gd name="csY89" fmla="*/ 51487 h 1143353"/>
                <a:gd name="csX90" fmla="*/ 788816 w 1528551"/>
                <a:gd name="csY90" fmla="*/ 43270 h 1143353"/>
                <a:gd name="csX91" fmla="*/ 786975 w 1528551"/>
                <a:gd name="csY91" fmla="*/ 39593 h 1143353"/>
                <a:gd name="csX92" fmla="*/ 778212 w 1528551"/>
                <a:gd name="csY92" fmla="*/ 41428 h 1143353"/>
                <a:gd name="csX93" fmla="*/ 756495 w 1528551"/>
                <a:gd name="csY93" fmla="*/ 27808 h 1143353"/>
                <a:gd name="csX94" fmla="*/ 747288 w 1528551"/>
                <a:gd name="csY94" fmla="*/ 27376 h 1143353"/>
                <a:gd name="csX95" fmla="*/ 738080 w 1528551"/>
                <a:gd name="csY95" fmla="*/ 17641 h 1143353"/>
                <a:gd name="csX96" fmla="*/ 713696 w 1528551"/>
                <a:gd name="csY96" fmla="*/ 17426 h 1143353"/>
                <a:gd name="csX97" fmla="*/ 721951 w 1528551"/>
                <a:gd name="csY97" fmla="*/ 31160 h 1143353"/>
                <a:gd name="csX98" fmla="*/ 732238 w 1528551"/>
                <a:gd name="csY98" fmla="*/ 33104 h 1143353"/>
                <a:gd name="csX99" fmla="*/ 738270 w 1528551"/>
                <a:gd name="csY99" fmla="*/ 52897 h 1143353"/>
                <a:gd name="csX100" fmla="*/ 678644 w 1528551"/>
                <a:gd name="csY100" fmla="*/ 60898 h 1143353"/>
                <a:gd name="csX101" fmla="*/ 661245 w 1528551"/>
                <a:gd name="csY101" fmla="*/ 69978 h 1143353"/>
                <a:gd name="csX102" fmla="*/ 648545 w 1528551"/>
                <a:gd name="csY102" fmla="*/ 85987 h 1143353"/>
                <a:gd name="csX103" fmla="*/ 652545 w 1528551"/>
                <a:gd name="csY103" fmla="*/ 99823 h 1143353"/>
                <a:gd name="csX104" fmla="*/ 639020 w 1528551"/>
                <a:gd name="csY104" fmla="*/ 106960 h 1143353"/>
                <a:gd name="csX105" fmla="*/ 631464 w 1528551"/>
                <a:gd name="csY105" fmla="*/ 124912 h 1143353"/>
                <a:gd name="csX106" fmla="*/ 619144 w 1528551"/>
                <a:gd name="csY106" fmla="*/ 140374 h 1143353"/>
                <a:gd name="csX107" fmla="*/ 625749 w 1528551"/>
                <a:gd name="csY107" fmla="*/ 148166 h 1143353"/>
                <a:gd name="csX108" fmla="*/ 629749 w 1528551"/>
                <a:gd name="csY108" fmla="*/ 160275 h 1143353"/>
                <a:gd name="csX109" fmla="*/ 582505 w 1528551"/>
                <a:gd name="csY109" fmla="*/ 159951 h 1143353"/>
                <a:gd name="csX110" fmla="*/ 572154 w 1528551"/>
                <a:gd name="csY110" fmla="*/ 173902 h 1143353"/>
                <a:gd name="csX111" fmla="*/ 568599 w 1528551"/>
                <a:gd name="csY111" fmla="*/ 171521 h 1143353"/>
                <a:gd name="csX112" fmla="*/ 571710 w 1528551"/>
                <a:gd name="csY112" fmla="*/ 157786 h 1143353"/>
                <a:gd name="csX113" fmla="*/ 547136 w 1528551"/>
                <a:gd name="csY113" fmla="*/ 127617 h 1143353"/>
                <a:gd name="csX114" fmla="*/ 537103 w 1528551"/>
                <a:gd name="csY114" fmla="*/ 124480 h 1143353"/>
                <a:gd name="csX115" fmla="*/ 529610 w 1528551"/>
                <a:gd name="csY115" fmla="*/ 118099 h 1143353"/>
                <a:gd name="csX116" fmla="*/ 521037 w 1528551"/>
                <a:gd name="csY116" fmla="*/ 117667 h 1143353"/>
                <a:gd name="csX117" fmla="*/ 520212 w 1528551"/>
                <a:gd name="csY117" fmla="*/ 125020 h 1143353"/>
                <a:gd name="csX118" fmla="*/ 516592 w 1528551"/>
                <a:gd name="csY118" fmla="*/ 133453 h 1143353"/>
                <a:gd name="csX119" fmla="*/ 507321 w 1528551"/>
                <a:gd name="csY119" fmla="*/ 129020 h 1143353"/>
                <a:gd name="csX120" fmla="*/ 494621 w 1528551"/>
                <a:gd name="csY120" fmla="*/ 144489 h 1143353"/>
                <a:gd name="csX121" fmla="*/ 489097 w 1528551"/>
                <a:gd name="csY121" fmla="*/ 150648 h 1143353"/>
                <a:gd name="csX122" fmla="*/ 479508 w 1528551"/>
                <a:gd name="csY122" fmla="*/ 141784 h 1143353"/>
                <a:gd name="csX123" fmla="*/ 464586 w 1528551"/>
                <a:gd name="csY123" fmla="*/ 156598 h 1143353"/>
                <a:gd name="csX124" fmla="*/ 468650 w 1528551"/>
                <a:gd name="csY124" fmla="*/ 170003 h 1143353"/>
                <a:gd name="csX125" fmla="*/ 468459 w 1528551"/>
                <a:gd name="csY125" fmla="*/ 170219 h 1143353"/>
                <a:gd name="csX126" fmla="*/ 456966 w 1528551"/>
                <a:gd name="csY126" fmla="*/ 168384 h 1143353"/>
                <a:gd name="csX127" fmla="*/ 432708 w 1528551"/>
                <a:gd name="csY127" fmla="*/ 186875 h 1143353"/>
                <a:gd name="csX128" fmla="*/ 436391 w 1528551"/>
                <a:gd name="csY128" fmla="*/ 204827 h 1143353"/>
                <a:gd name="csX129" fmla="*/ 425025 w 1528551"/>
                <a:gd name="csY129" fmla="*/ 217914 h 1143353"/>
                <a:gd name="csX130" fmla="*/ 402737 w 1528551"/>
                <a:gd name="csY130" fmla="*/ 213152 h 1143353"/>
                <a:gd name="csX131" fmla="*/ 399180 w 1528551"/>
                <a:gd name="csY131" fmla="*/ 225591 h 1143353"/>
                <a:gd name="csX132" fmla="*/ 407626 w 1528551"/>
                <a:gd name="csY132" fmla="*/ 240622 h 1143353"/>
                <a:gd name="csX133" fmla="*/ 400895 w 1528551"/>
                <a:gd name="csY133" fmla="*/ 260516 h 1143353"/>
                <a:gd name="csX134" fmla="*/ 378861 w 1528551"/>
                <a:gd name="csY134" fmla="*/ 224505 h 1143353"/>
                <a:gd name="csX135" fmla="*/ 350793 w 1528551"/>
                <a:gd name="csY135" fmla="*/ 249378 h 1143353"/>
                <a:gd name="csX136" fmla="*/ 357080 w 1528551"/>
                <a:gd name="csY136" fmla="*/ 284634 h 1143353"/>
                <a:gd name="csX137" fmla="*/ 330474 w 1528551"/>
                <a:gd name="csY137" fmla="*/ 308529 h 1143353"/>
                <a:gd name="csX138" fmla="*/ 314408 w 1528551"/>
                <a:gd name="csY138" fmla="*/ 336107 h 1143353"/>
                <a:gd name="csX139" fmla="*/ 257512 w 1528551"/>
                <a:gd name="csY139" fmla="*/ 359894 h 1143353"/>
                <a:gd name="csX140" fmla="*/ 231858 w 1528551"/>
                <a:gd name="csY140" fmla="*/ 359246 h 1143353"/>
                <a:gd name="csX141" fmla="*/ 223413 w 1528551"/>
                <a:gd name="csY141" fmla="*/ 368980 h 1143353"/>
                <a:gd name="csX142" fmla="*/ 199791 w 1528551"/>
                <a:gd name="csY142" fmla="*/ 373197 h 1143353"/>
                <a:gd name="csX143" fmla="*/ 182265 w 1528551"/>
                <a:gd name="csY143" fmla="*/ 384227 h 1143353"/>
                <a:gd name="csX144" fmla="*/ 153054 w 1528551"/>
                <a:gd name="csY144" fmla="*/ 385414 h 1143353"/>
                <a:gd name="csX145" fmla="*/ 148864 w 1528551"/>
                <a:gd name="csY145" fmla="*/ 380442 h 1143353"/>
                <a:gd name="csX146" fmla="*/ 105620 w 1528551"/>
                <a:gd name="csY146" fmla="*/ 405639 h 1143353"/>
                <a:gd name="csX147" fmla="*/ 64536 w 1528551"/>
                <a:gd name="csY147" fmla="*/ 432671 h 1143353"/>
                <a:gd name="csX148" fmla="*/ 43962 w 1528551"/>
                <a:gd name="csY148" fmla="*/ 429534 h 1143353"/>
                <a:gd name="csX149" fmla="*/ 30182 w 1528551"/>
                <a:gd name="csY149" fmla="*/ 454839 h 1143353"/>
                <a:gd name="csX150" fmla="*/ 33865 w 1528551"/>
                <a:gd name="csY150" fmla="*/ 468250 h 1143353"/>
                <a:gd name="csX151" fmla="*/ 27388 w 1528551"/>
                <a:gd name="csY151" fmla="*/ 498959 h 1143353"/>
                <a:gd name="csX152" fmla="*/ 51010 w 1528551"/>
                <a:gd name="csY152" fmla="*/ 587198 h 1143353"/>
                <a:gd name="csX153" fmla="*/ 47073 w 1528551"/>
                <a:gd name="csY153" fmla="*/ 605582 h 1143353"/>
                <a:gd name="csX154" fmla="*/ 39707 w 1528551"/>
                <a:gd name="csY154" fmla="*/ 593796 h 1143353"/>
                <a:gd name="csX155" fmla="*/ 34944 w 1528551"/>
                <a:gd name="csY155" fmla="*/ 595529 h 1143353"/>
                <a:gd name="csX156" fmla="*/ 33230 w 1528551"/>
                <a:gd name="csY156" fmla="*/ 609804 h 1143353"/>
                <a:gd name="csX157" fmla="*/ 2941 w 1528551"/>
                <a:gd name="csY157" fmla="*/ 572923 h 1143353"/>
                <a:gd name="csX158" fmla="*/ 1416 w 1528551"/>
                <a:gd name="csY158" fmla="*/ 573901 h 1143353"/>
                <a:gd name="csX159" fmla="*/ 28277 w 1528551"/>
                <a:gd name="csY159" fmla="*/ 619856 h 1143353"/>
                <a:gd name="csX160" fmla="*/ 47644 w 1528551"/>
                <a:gd name="csY160" fmla="*/ 667869 h 1143353"/>
                <a:gd name="csX161" fmla="*/ 62123 w 1528551"/>
                <a:gd name="csY161" fmla="*/ 688849 h 1143353"/>
                <a:gd name="csX162" fmla="*/ 65043 w 1528551"/>
                <a:gd name="csY162" fmla="*/ 700851 h 1143353"/>
                <a:gd name="csX163" fmla="*/ 73489 w 1528551"/>
                <a:gd name="csY163" fmla="*/ 713074 h 1143353"/>
                <a:gd name="csX164" fmla="*/ 85173 w 1528551"/>
                <a:gd name="csY164" fmla="*/ 774491 h 1143353"/>
                <a:gd name="csX165" fmla="*/ 106509 w 1528551"/>
                <a:gd name="csY165" fmla="*/ 816668 h 1143353"/>
                <a:gd name="csX166" fmla="*/ 90825 w 1528551"/>
                <a:gd name="csY166" fmla="*/ 896043 h 1143353"/>
                <a:gd name="csX167" fmla="*/ 82062 w 1528551"/>
                <a:gd name="csY167" fmla="*/ 894094 h 1143353"/>
                <a:gd name="csX168" fmla="*/ 80093 w 1528551"/>
                <a:gd name="csY168" fmla="*/ 921456 h 1143353"/>
                <a:gd name="csX169" fmla="*/ 85872 w 1528551"/>
                <a:gd name="csY169" fmla="*/ 923507 h 1143353"/>
                <a:gd name="csX170" fmla="*/ 137116 w 1528551"/>
                <a:gd name="csY170" fmla="*/ 951301 h 1143353"/>
                <a:gd name="csX171" fmla="*/ 197886 w 1528551"/>
                <a:gd name="csY171" fmla="*/ 950215 h 1143353"/>
                <a:gd name="csX172" fmla="*/ 228810 w 1528551"/>
                <a:gd name="csY172" fmla="*/ 928701 h 1143353"/>
                <a:gd name="csX173" fmla="*/ 263989 w 1528551"/>
                <a:gd name="csY173" fmla="*/ 908908 h 1143353"/>
                <a:gd name="csX174" fmla="*/ 334982 w 1528551"/>
                <a:gd name="csY174" fmla="*/ 903936 h 1143353"/>
                <a:gd name="csX175" fmla="*/ 342666 w 1528551"/>
                <a:gd name="csY175" fmla="*/ 909340 h 1143353"/>
                <a:gd name="csX176" fmla="*/ 364954 w 1528551"/>
                <a:gd name="csY176" fmla="*/ 904476 h 1143353"/>
                <a:gd name="csX177" fmla="*/ 400704 w 1528551"/>
                <a:gd name="csY177" fmla="*/ 905340 h 1143353"/>
                <a:gd name="csX178" fmla="*/ 427882 w 1528551"/>
                <a:gd name="csY178" fmla="*/ 869221 h 1143353"/>
                <a:gd name="csX179" fmla="*/ 501797 w 1528551"/>
                <a:gd name="csY179" fmla="*/ 839808 h 1143353"/>
                <a:gd name="csX180" fmla="*/ 544532 w 1528551"/>
                <a:gd name="csY180" fmla="*/ 839376 h 1143353"/>
                <a:gd name="csX181" fmla="*/ 606254 w 1528551"/>
                <a:gd name="csY181" fmla="*/ 816128 h 1143353"/>
                <a:gd name="csX182" fmla="*/ 689058 w 1528551"/>
                <a:gd name="csY182" fmla="*/ 810071 h 1143353"/>
                <a:gd name="csX183" fmla="*/ 747923 w 1528551"/>
                <a:gd name="csY183" fmla="*/ 828778 h 1143353"/>
                <a:gd name="csX184" fmla="*/ 781451 w 1528551"/>
                <a:gd name="csY184" fmla="*/ 837325 h 1143353"/>
                <a:gd name="csX185" fmla="*/ 796182 w 1528551"/>
                <a:gd name="csY185" fmla="*/ 848355 h 1143353"/>
                <a:gd name="csX186" fmla="*/ 803104 w 1528551"/>
                <a:gd name="csY186" fmla="*/ 856356 h 1143353"/>
                <a:gd name="csX187" fmla="*/ 799230 w 1528551"/>
                <a:gd name="csY187" fmla="*/ 861544 h 1143353"/>
                <a:gd name="csX188" fmla="*/ 801580 w 1528551"/>
                <a:gd name="csY188" fmla="*/ 874523 h 1143353"/>
                <a:gd name="csX189" fmla="*/ 820313 w 1528551"/>
                <a:gd name="csY189" fmla="*/ 880797 h 1143353"/>
                <a:gd name="csX190" fmla="*/ 837839 w 1528551"/>
                <a:gd name="csY190" fmla="*/ 910102 h 1143353"/>
                <a:gd name="csX191" fmla="*/ 845204 w 1528551"/>
                <a:gd name="csY191" fmla="*/ 930860 h 1143353"/>
                <a:gd name="csX192" fmla="*/ 839616 w 1528551"/>
                <a:gd name="csY192" fmla="*/ 934429 h 1143353"/>
                <a:gd name="csX193" fmla="*/ 852507 w 1528551"/>
                <a:gd name="csY193" fmla="*/ 947732 h 1143353"/>
                <a:gd name="csX194" fmla="*/ 864572 w 1528551"/>
                <a:gd name="csY194" fmla="*/ 940811 h 1143353"/>
                <a:gd name="csX195" fmla="*/ 879558 w 1528551"/>
                <a:gd name="csY195" fmla="*/ 913779 h 1143353"/>
                <a:gd name="csX196" fmla="*/ 913277 w 1528551"/>
                <a:gd name="csY196" fmla="*/ 894850 h 1143353"/>
                <a:gd name="csX197" fmla="*/ 931374 w 1528551"/>
                <a:gd name="csY197" fmla="*/ 861436 h 1143353"/>
                <a:gd name="csX198" fmla="*/ 939629 w 1528551"/>
                <a:gd name="csY198" fmla="*/ 879063 h 1143353"/>
                <a:gd name="csX199" fmla="*/ 939057 w 1528551"/>
                <a:gd name="csY199" fmla="*/ 891173 h 1143353"/>
                <a:gd name="csX200" fmla="*/ 927818 w 1528551"/>
                <a:gd name="csY200" fmla="*/ 908584 h 1143353"/>
                <a:gd name="csX201" fmla="*/ 917722 w 1528551"/>
                <a:gd name="csY201" fmla="*/ 948704 h 1143353"/>
                <a:gd name="csX202" fmla="*/ 907689 w 1528551"/>
                <a:gd name="csY202" fmla="*/ 949244 h 1143353"/>
                <a:gd name="csX203" fmla="*/ 900195 w 1528551"/>
                <a:gd name="csY203" fmla="*/ 951733 h 1143353"/>
                <a:gd name="csX204" fmla="*/ 927247 w 1528551"/>
                <a:gd name="csY204" fmla="*/ 950761 h 1143353"/>
                <a:gd name="csX205" fmla="*/ 943820 w 1528551"/>
                <a:gd name="csY205" fmla="*/ 920154 h 1143353"/>
                <a:gd name="csX206" fmla="*/ 960266 w 1528551"/>
                <a:gd name="csY206" fmla="*/ 938861 h 1143353"/>
                <a:gd name="csX207" fmla="*/ 959187 w 1528551"/>
                <a:gd name="csY207" fmla="*/ 955841 h 1143353"/>
                <a:gd name="csX208" fmla="*/ 950234 w 1528551"/>
                <a:gd name="csY208" fmla="*/ 965144 h 1143353"/>
                <a:gd name="csX209" fmla="*/ 947059 w 1528551"/>
                <a:gd name="csY209" fmla="*/ 970980 h 1143353"/>
                <a:gd name="csX210" fmla="*/ 958362 w 1528551"/>
                <a:gd name="csY210" fmla="*/ 974225 h 1143353"/>
                <a:gd name="csX211" fmla="*/ 967887 w 1528551"/>
                <a:gd name="csY211" fmla="*/ 969252 h 1143353"/>
                <a:gd name="csX212" fmla="*/ 1002812 w 1528551"/>
                <a:gd name="csY212" fmla="*/ 994341 h 1143353"/>
                <a:gd name="csX213" fmla="*/ 1011257 w 1528551"/>
                <a:gd name="csY213" fmla="*/ 1033375 h 1143353"/>
                <a:gd name="csX214" fmla="*/ 1007701 w 1528551"/>
                <a:gd name="csY214" fmla="*/ 1042030 h 1143353"/>
                <a:gd name="csX215" fmla="*/ 1061295 w 1528551"/>
                <a:gd name="csY215" fmla="*/ 1093935 h 1143353"/>
                <a:gd name="csX216" fmla="*/ 1079139 w 1528551"/>
                <a:gd name="csY216" fmla="*/ 1106368 h 1143353"/>
                <a:gd name="csX217" fmla="*/ 1084409 w 1528551"/>
                <a:gd name="csY217" fmla="*/ 1100310 h 1143353"/>
                <a:gd name="csX218" fmla="*/ 1101554 w 1528551"/>
                <a:gd name="csY218" fmla="*/ 1103879 h 1143353"/>
                <a:gd name="csX219" fmla="*/ 1153053 w 1528551"/>
                <a:gd name="csY219" fmla="*/ 1125507 h 1143353"/>
                <a:gd name="csX220" fmla="*/ 1173055 w 1528551"/>
                <a:gd name="csY220" fmla="*/ 1107556 h 1143353"/>
                <a:gd name="csX221" fmla="*/ 1183660 w 1528551"/>
                <a:gd name="csY221" fmla="*/ 1105612 h 1143353"/>
                <a:gd name="csX222" fmla="*/ 1189755 w 1528551"/>
                <a:gd name="csY222" fmla="*/ 1100748 h 1143353"/>
                <a:gd name="csX223" fmla="*/ 1184358 w 1528551"/>
                <a:gd name="csY223" fmla="*/ 1095770 h 1143353"/>
                <a:gd name="csX224" fmla="*/ 1193439 w 1528551"/>
                <a:gd name="csY224" fmla="*/ 1082797 h 1143353"/>
                <a:gd name="csX225" fmla="*/ 1207028 w 1528551"/>
                <a:gd name="csY225" fmla="*/ 1095014 h 1143353"/>
                <a:gd name="csX226" fmla="*/ 1200106 w 1528551"/>
                <a:gd name="csY226" fmla="*/ 1103555 h 1143353"/>
                <a:gd name="csX227" fmla="*/ 1204996 w 1528551"/>
                <a:gd name="csY227" fmla="*/ 1110045 h 1143353"/>
                <a:gd name="csX228" fmla="*/ 1220045 w 1528551"/>
                <a:gd name="csY228" fmla="*/ 1101828 h 1143353"/>
                <a:gd name="csX229" fmla="*/ 1221315 w 1528551"/>
                <a:gd name="csY229" fmla="*/ 1102691 h 1143353"/>
                <a:gd name="csX230" fmla="*/ 1218330 w 1528551"/>
                <a:gd name="csY230" fmla="*/ 1110369 h 1143353"/>
                <a:gd name="csX231" fmla="*/ 1218775 w 1528551"/>
                <a:gd name="csY231" fmla="*/ 1114477 h 1143353"/>
                <a:gd name="csX232" fmla="*/ 1251542 w 1528551"/>
                <a:gd name="csY232" fmla="*/ 1139890 h 1143353"/>
                <a:gd name="csX233" fmla="*/ 1250969 w 1528551"/>
                <a:gd name="csY233" fmla="*/ 1139458 h 114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1528551" h="1143353">
                  <a:moveTo>
                    <a:pt x="1250969" y="1139458"/>
                  </a:moveTo>
                  <a:cubicBezTo>
                    <a:pt x="1259034" y="1151460"/>
                    <a:pt x="1261701" y="1131781"/>
                    <a:pt x="1260749" y="1133076"/>
                  </a:cubicBezTo>
                  <a:cubicBezTo>
                    <a:pt x="1261256" y="1127780"/>
                    <a:pt x="1255796" y="1129831"/>
                    <a:pt x="1252938" y="1125075"/>
                  </a:cubicBezTo>
                  <a:cubicBezTo>
                    <a:pt x="1249700" y="1113829"/>
                    <a:pt x="1268877" y="1122592"/>
                    <a:pt x="1276624" y="1115347"/>
                  </a:cubicBezTo>
                  <a:lnTo>
                    <a:pt x="1313136" y="1081711"/>
                  </a:lnTo>
                  <a:cubicBezTo>
                    <a:pt x="1317581" y="1077602"/>
                    <a:pt x="1370159" y="1076199"/>
                    <a:pt x="1369651" y="1076199"/>
                  </a:cubicBezTo>
                  <a:cubicBezTo>
                    <a:pt x="1374794" y="1075875"/>
                    <a:pt x="1387685" y="1066572"/>
                    <a:pt x="1387050" y="1066896"/>
                  </a:cubicBezTo>
                  <a:cubicBezTo>
                    <a:pt x="1396702" y="1060737"/>
                    <a:pt x="1387622" y="1042570"/>
                    <a:pt x="1388256" y="1037699"/>
                  </a:cubicBezTo>
                  <a:cubicBezTo>
                    <a:pt x="1388574" y="1035432"/>
                    <a:pt x="1397210" y="958438"/>
                    <a:pt x="1413467" y="951733"/>
                  </a:cubicBezTo>
                  <a:cubicBezTo>
                    <a:pt x="1416197" y="949999"/>
                    <a:pt x="1423499" y="949459"/>
                    <a:pt x="1421657" y="944379"/>
                  </a:cubicBezTo>
                  <a:cubicBezTo>
                    <a:pt x="1413974" y="916046"/>
                    <a:pt x="1437723" y="914103"/>
                    <a:pt x="1439565" y="909664"/>
                  </a:cubicBezTo>
                  <a:lnTo>
                    <a:pt x="1456519" y="869761"/>
                  </a:lnTo>
                  <a:cubicBezTo>
                    <a:pt x="1458615" y="865004"/>
                    <a:pt x="1471568" y="862953"/>
                    <a:pt x="1470934" y="863169"/>
                  </a:cubicBezTo>
                  <a:cubicBezTo>
                    <a:pt x="1489539" y="858083"/>
                    <a:pt x="1486872" y="835591"/>
                    <a:pt x="1486745" y="838081"/>
                  </a:cubicBezTo>
                  <a:cubicBezTo>
                    <a:pt x="1486492" y="832346"/>
                    <a:pt x="1505351" y="792989"/>
                    <a:pt x="1505033" y="793529"/>
                  </a:cubicBezTo>
                  <a:cubicBezTo>
                    <a:pt x="1507954" y="787147"/>
                    <a:pt x="1503318" y="776117"/>
                    <a:pt x="1505224" y="768116"/>
                  </a:cubicBezTo>
                  <a:cubicBezTo>
                    <a:pt x="1521606" y="700959"/>
                    <a:pt x="1526052" y="707016"/>
                    <a:pt x="1525353" y="707340"/>
                  </a:cubicBezTo>
                  <a:cubicBezTo>
                    <a:pt x="1534370" y="693827"/>
                    <a:pt x="1521289" y="671977"/>
                    <a:pt x="1522877" y="675006"/>
                  </a:cubicBezTo>
                  <a:cubicBezTo>
                    <a:pt x="1518876" y="667761"/>
                    <a:pt x="1523766" y="634023"/>
                    <a:pt x="1519765" y="641593"/>
                  </a:cubicBezTo>
                  <a:cubicBezTo>
                    <a:pt x="1517479" y="644945"/>
                    <a:pt x="1515320" y="654032"/>
                    <a:pt x="1512081" y="649701"/>
                  </a:cubicBezTo>
                  <a:cubicBezTo>
                    <a:pt x="1508717" y="643974"/>
                    <a:pt x="1507002" y="580277"/>
                    <a:pt x="1506430" y="585255"/>
                  </a:cubicBezTo>
                  <a:cubicBezTo>
                    <a:pt x="1505986" y="579629"/>
                    <a:pt x="1515765" y="554540"/>
                    <a:pt x="1515511" y="555086"/>
                  </a:cubicBezTo>
                  <a:cubicBezTo>
                    <a:pt x="1516907" y="551086"/>
                    <a:pt x="1513161" y="546431"/>
                    <a:pt x="1513352" y="547079"/>
                  </a:cubicBezTo>
                  <a:cubicBezTo>
                    <a:pt x="1510240" y="542215"/>
                    <a:pt x="1501350" y="557893"/>
                    <a:pt x="1501922" y="557354"/>
                  </a:cubicBezTo>
                  <a:cubicBezTo>
                    <a:pt x="1490618" y="572708"/>
                    <a:pt x="1484332" y="543078"/>
                    <a:pt x="1479569" y="540272"/>
                  </a:cubicBezTo>
                  <a:lnTo>
                    <a:pt x="1469854" y="534538"/>
                  </a:lnTo>
                  <a:cubicBezTo>
                    <a:pt x="1465854" y="532157"/>
                    <a:pt x="1464520" y="525019"/>
                    <a:pt x="1464901" y="525673"/>
                  </a:cubicBezTo>
                  <a:cubicBezTo>
                    <a:pt x="1463377" y="520587"/>
                    <a:pt x="1433278" y="490418"/>
                    <a:pt x="1430230" y="495066"/>
                  </a:cubicBezTo>
                  <a:cubicBezTo>
                    <a:pt x="1410354" y="511506"/>
                    <a:pt x="1425023" y="459163"/>
                    <a:pt x="1418355" y="452572"/>
                  </a:cubicBezTo>
                  <a:cubicBezTo>
                    <a:pt x="1416069" y="450838"/>
                    <a:pt x="1411053" y="443377"/>
                    <a:pt x="1410354" y="448349"/>
                  </a:cubicBezTo>
                  <a:cubicBezTo>
                    <a:pt x="1409974" y="449111"/>
                    <a:pt x="1410101" y="455709"/>
                    <a:pt x="1406989" y="452464"/>
                  </a:cubicBezTo>
                  <a:cubicBezTo>
                    <a:pt x="1370921" y="415482"/>
                    <a:pt x="1398543" y="464034"/>
                    <a:pt x="1389654" y="457868"/>
                  </a:cubicBezTo>
                  <a:cubicBezTo>
                    <a:pt x="1362285" y="438837"/>
                    <a:pt x="1371556" y="410503"/>
                    <a:pt x="1360190" y="400013"/>
                  </a:cubicBezTo>
                  <a:lnTo>
                    <a:pt x="1342346" y="383471"/>
                  </a:lnTo>
                  <a:cubicBezTo>
                    <a:pt x="1338917" y="380226"/>
                    <a:pt x="1348188" y="378493"/>
                    <a:pt x="1347553" y="378709"/>
                  </a:cubicBezTo>
                  <a:cubicBezTo>
                    <a:pt x="1353204" y="376982"/>
                    <a:pt x="1338155" y="365196"/>
                    <a:pt x="1338790" y="365844"/>
                  </a:cubicBezTo>
                  <a:cubicBezTo>
                    <a:pt x="1335425" y="362491"/>
                    <a:pt x="1328186" y="365952"/>
                    <a:pt x="1328693" y="365844"/>
                  </a:cubicBezTo>
                  <a:cubicBezTo>
                    <a:pt x="1324058" y="367355"/>
                    <a:pt x="1323550" y="357735"/>
                    <a:pt x="1323741" y="358382"/>
                  </a:cubicBezTo>
                  <a:cubicBezTo>
                    <a:pt x="1322090" y="350598"/>
                    <a:pt x="1304119" y="355569"/>
                    <a:pt x="1301769" y="347892"/>
                  </a:cubicBezTo>
                  <a:cubicBezTo>
                    <a:pt x="1299356" y="342374"/>
                    <a:pt x="1299738" y="334919"/>
                    <a:pt x="1294404" y="334919"/>
                  </a:cubicBezTo>
                  <a:cubicBezTo>
                    <a:pt x="1277957" y="334919"/>
                    <a:pt x="1255541" y="318587"/>
                    <a:pt x="1256113" y="318911"/>
                  </a:cubicBezTo>
                  <a:cubicBezTo>
                    <a:pt x="1251414" y="316206"/>
                    <a:pt x="1254906" y="297283"/>
                    <a:pt x="1254906" y="297931"/>
                  </a:cubicBezTo>
                  <a:cubicBezTo>
                    <a:pt x="1255351" y="292743"/>
                    <a:pt x="1243985" y="292095"/>
                    <a:pt x="1244619" y="292311"/>
                  </a:cubicBezTo>
                  <a:cubicBezTo>
                    <a:pt x="1238968" y="291123"/>
                    <a:pt x="1243223" y="259976"/>
                    <a:pt x="1243096" y="260516"/>
                  </a:cubicBezTo>
                  <a:cubicBezTo>
                    <a:pt x="1244302" y="247435"/>
                    <a:pt x="1218966" y="228182"/>
                    <a:pt x="1218330" y="218454"/>
                  </a:cubicBezTo>
                  <a:lnTo>
                    <a:pt x="1214838" y="165679"/>
                  </a:lnTo>
                  <a:cubicBezTo>
                    <a:pt x="1214393" y="160167"/>
                    <a:pt x="1193121" y="149029"/>
                    <a:pt x="1193756" y="149353"/>
                  </a:cubicBezTo>
                  <a:cubicBezTo>
                    <a:pt x="1186898" y="145029"/>
                    <a:pt x="1191661" y="131078"/>
                    <a:pt x="1184549" y="131510"/>
                  </a:cubicBezTo>
                  <a:cubicBezTo>
                    <a:pt x="1166768" y="135078"/>
                    <a:pt x="1172738" y="148490"/>
                    <a:pt x="1164546" y="146864"/>
                  </a:cubicBezTo>
                  <a:lnTo>
                    <a:pt x="1159339" y="145893"/>
                  </a:lnTo>
                  <a:cubicBezTo>
                    <a:pt x="1151655" y="144483"/>
                    <a:pt x="1151211" y="90311"/>
                    <a:pt x="1145242" y="81332"/>
                  </a:cubicBezTo>
                  <a:cubicBezTo>
                    <a:pt x="1134638" y="65222"/>
                    <a:pt x="1132796" y="63704"/>
                    <a:pt x="1133812" y="59488"/>
                  </a:cubicBezTo>
                  <a:lnTo>
                    <a:pt x="1135971" y="50515"/>
                  </a:lnTo>
                  <a:cubicBezTo>
                    <a:pt x="1137051" y="46083"/>
                    <a:pt x="1128923" y="44997"/>
                    <a:pt x="1129557" y="45213"/>
                  </a:cubicBezTo>
                  <a:cubicBezTo>
                    <a:pt x="1120223" y="42622"/>
                    <a:pt x="1119398" y="-4418"/>
                    <a:pt x="1111587" y="337"/>
                  </a:cubicBezTo>
                  <a:cubicBezTo>
                    <a:pt x="1088092" y="14720"/>
                    <a:pt x="1102634" y="13965"/>
                    <a:pt x="1092981" y="34729"/>
                  </a:cubicBezTo>
                  <a:lnTo>
                    <a:pt x="1077932" y="66949"/>
                  </a:lnTo>
                  <a:cubicBezTo>
                    <a:pt x="1075900" y="71388"/>
                    <a:pt x="1085742" y="71820"/>
                    <a:pt x="1085044" y="71604"/>
                  </a:cubicBezTo>
                  <a:cubicBezTo>
                    <a:pt x="1097744" y="73871"/>
                    <a:pt x="1074693" y="89771"/>
                    <a:pt x="1078567" y="86526"/>
                  </a:cubicBezTo>
                  <a:cubicBezTo>
                    <a:pt x="1074440" y="89333"/>
                    <a:pt x="1078567" y="97664"/>
                    <a:pt x="1078567" y="97016"/>
                  </a:cubicBezTo>
                  <a:cubicBezTo>
                    <a:pt x="1080218" y="102096"/>
                    <a:pt x="1072280" y="120480"/>
                    <a:pt x="1072535" y="119940"/>
                  </a:cubicBezTo>
                  <a:cubicBezTo>
                    <a:pt x="1067963" y="132697"/>
                    <a:pt x="1090823" y="165355"/>
                    <a:pt x="1070693" y="205042"/>
                  </a:cubicBezTo>
                  <a:cubicBezTo>
                    <a:pt x="1049230" y="247327"/>
                    <a:pt x="1050310" y="258249"/>
                    <a:pt x="1050437" y="257703"/>
                  </a:cubicBezTo>
                  <a:cubicBezTo>
                    <a:pt x="1049357" y="263221"/>
                    <a:pt x="1024148" y="270359"/>
                    <a:pt x="1024655" y="270143"/>
                  </a:cubicBezTo>
                  <a:cubicBezTo>
                    <a:pt x="1019258" y="272086"/>
                    <a:pt x="988334" y="256947"/>
                    <a:pt x="988968" y="257163"/>
                  </a:cubicBezTo>
                  <a:cubicBezTo>
                    <a:pt x="984206" y="255112"/>
                    <a:pt x="981412" y="243428"/>
                    <a:pt x="981603" y="243975"/>
                  </a:cubicBezTo>
                  <a:cubicBezTo>
                    <a:pt x="976840" y="230887"/>
                    <a:pt x="951504" y="233700"/>
                    <a:pt x="948265" y="230671"/>
                  </a:cubicBezTo>
                  <a:lnTo>
                    <a:pt x="932898" y="216505"/>
                  </a:lnTo>
                  <a:cubicBezTo>
                    <a:pt x="907562" y="193257"/>
                    <a:pt x="887241" y="199963"/>
                    <a:pt x="890670" y="199855"/>
                  </a:cubicBezTo>
                  <a:cubicBezTo>
                    <a:pt x="885908" y="200178"/>
                    <a:pt x="883431" y="191631"/>
                    <a:pt x="883749" y="192285"/>
                  </a:cubicBezTo>
                  <a:cubicBezTo>
                    <a:pt x="879241" y="182335"/>
                    <a:pt x="837648" y="164600"/>
                    <a:pt x="842728" y="158110"/>
                  </a:cubicBezTo>
                  <a:cubicBezTo>
                    <a:pt x="885273" y="103932"/>
                    <a:pt x="860254" y="116155"/>
                    <a:pt x="860572" y="111831"/>
                  </a:cubicBezTo>
                  <a:cubicBezTo>
                    <a:pt x="861270" y="108154"/>
                    <a:pt x="859619" y="102205"/>
                    <a:pt x="864064" y="99715"/>
                  </a:cubicBezTo>
                  <a:lnTo>
                    <a:pt x="873144" y="94527"/>
                  </a:lnTo>
                  <a:cubicBezTo>
                    <a:pt x="876828" y="92470"/>
                    <a:pt x="879304" y="98420"/>
                    <a:pt x="878796" y="97772"/>
                  </a:cubicBezTo>
                  <a:cubicBezTo>
                    <a:pt x="881463" y="102744"/>
                    <a:pt x="891242" y="88901"/>
                    <a:pt x="888321" y="85225"/>
                  </a:cubicBezTo>
                  <a:cubicBezTo>
                    <a:pt x="888067" y="84685"/>
                    <a:pt x="884384" y="81548"/>
                    <a:pt x="887305" y="78633"/>
                  </a:cubicBezTo>
                  <a:lnTo>
                    <a:pt x="900830" y="65006"/>
                  </a:lnTo>
                  <a:cubicBezTo>
                    <a:pt x="904132" y="61761"/>
                    <a:pt x="897910" y="56897"/>
                    <a:pt x="898291" y="57437"/>
                  </a:cubicBezTo>
                  <a:cubicBezTo>
                    <a:pt x="895560" y="54732"/>
                    <a:pt x="892067" y="58516"/>
                    <a:pt x="892639" y="58301"/>
                  </a:cubicBezTo>
                  <a:cubicBezTo>
                    <a:pt x="888956" y="61977"/>
                    <a:pt x="885908" y="50623"/>
                    <a:pt x="886226" y="51271"/>
                  </a:cubicBezTo>
                  <a:cubicBezTo>
                    <a:pt x="884320" y="46623"/>
                    <a:pt x="876192" y="53868"/>
                    <a:pt x="876828" y="53544"/>
                  </a:cubicBezTo>
                  <a:cubicBezTo>
                    <a:pt x="872827" y="56243"/>
                    <a:pt x="879749" y="57761"/>
                    <a:pt x="878542" y="62625"/>
                  </a:cubicBezTo>
                  <a:cubicBezTo>
                    <a:pt x="873779" y="71712"/>
                    <a:pt x="865779" y="69222"/>
                    <a:pt x="864953" y="65978"/>
                  </a:cubicBezTo>
                  <a:cubicBezTo>
                    <a:pt x="863937" y="63812"/>
                    <a:pt x="864254" y="57437"/>
                    <a:pt x="859429" y="57437"/>
                  </a:cubicBezTo>
                  <a:cubicBezTo>
                    <a:pt x="858730" y="57221"/>
                    <a:pt x="851745" y="58301"/>
                    <a:pt x="854666" y="54840"/>
                  </a:cubicBezTo>
                  <a:cubicBezTo>
                    <a:pt x="869589" y="36996"/>
                    <a:pt x="861461" y="37860"/>
                    <a:pt x="859175" y="39809"/>
                  </a:cubicBezTo>
                  <a:cubicBezTo>
                    <a:pt x="837077" y="58085"/>
                    <a:pt x="836441" y="60028"/>
                    <a:pt x="832886" y="57437"/>
                  </a:cubicBezTo>
                  <a:cubicBezTo>
                    <a:pt x="822916" y="50191"/>
                    <a:pt x="820566" y="47378"/>
                    <a:pt x="816756" y="49544"/>
                  </a:cubicBezTo>
                  <a:lnTo>
                    <a:pt x="813264" y="51487"/>
                  </a:lnTo>
                  <a:cubicBezTo>
                    <a:pt x="808946" y="53976"/>
                    <a:pt x="785895" y="47271"/>
                    <a:pt x="788816" y="43270"/>
                  </a:cubicBezTo>
                  <a:cubicBezTo>
                    <a:pt x="790594" y="40889"/>
                    <a:pt x="786340" y="39054"/>
                    <a:pt x="786975" y="39593"/>
                  </a:cubicBezTo>
                  <a:cubicBezTo>
                    <a:pt x="782975" y="37968"/>
                    <a:pt x="777577" y="41537"/>
                    <a:pt x="778212" y="41428"/>
                  </a:cubicBezTo>
                  <a:cubicBezTo>
                    <a:pt x="764941" y="48566"/>
                    <a:pt x="755289" y="25750"/>
                    <a:pt x="756495" y="27808"/>
                  </a:cubicBezTo>
                  <a:cubicBezTo>
                    <a:pt x="754209" y="23699"/>
                    <a:pt x="746716" y="27484"/>
                    <a:pt x="747288" y="27376"/>
                  </a:cubicBezTo>
                  <a:cubicBezTo>
                    <a:pt x="742207" y="29103"/>
                    <a:pt x="737636" y="17102"/>
                    <a:pt x="738080" y="17641"/>
                  </a:cubicBezTo>
                  <a:cubicBezTo>
                    <a:pt x="735477" y="12885"/>
                    <a:pt x="713188" y="17426"/>
                    <a:pt x="713696" y="17426"/>
                  </a:cubicBezTo>
                  <a:cubicBezTo>
                    <a:pt x="708108" y="18073"/>
                    <a:pt x="717062" y="31593"/>
                    <a:pt x="721951" y="31160"/>
                  </a:cubicBezTo>
                  <a:cubicBezTo>
                    <a:pt x="724110" y="31269"/>
                    <a:pt x="729507" y="29319"/>
                    <a:pt x="732238" y="33104"/>
                  </a:cubicBezTo>
                  <a:cubicBezTo>
                    <a:pt x="740239" y="44241"/>
                    <a:pt x="738525" y="53436"/>
                    <a:pt x="738270" y="52897"/>
                  </a:cubicBezTo>
                  <a:cubicBezTo>
                    <a:pt x="738715" y="65438"/>
                    <a:pt x="674961" y="48998"/>
                    <a:pt x="678644" y="60898"/>
                  </a:cubicBezTo>
                  <a:cubicBezTo>
                    <a:pt x="683597" y="89441"/>
                    <a:pt x="665754" y="64250"/>
                    <a:pt x="661245" y="69978"/>
                  </a:cubicBezTo>
                  <a:lnTo>
                    <a:pt x="648545" y="85987"/>
                  </a:lnTo>
                  <a:cubicBezTo>
                    <a:pt x="645306" y="90095"/>
                    <a:pt x="652800" y="100471"/>
                    <a:pt x="652545" y="99823"/>
                  </a:cubicBezTo>
                  <a:cubicBezTo>
                    <a:pt x="655276" y="104909"/>
                    <a:pt x="638385" y="107176"/>
                    <a:pt x="639020" y="106960"/>
                  </a:cubicBezTo>
                  <a:cubicBezTo>
                    <a:pt x="633940" y="108370"/>
                    <a:pt x="631337" y="125452"/>
                    <a:pt x="631464" y="124912"/>
                  </a:cubicBezTo>
                  <a:cubicBezTo>
                    <a:pt x="630130" y="129998"/>
                    <a:pt x="618573" y="141028"/>
                    <a:pt x="619144" y="140374"/>
                  </a:cubicBezTo>
                  <a:cubicBezTo>
                    <a:pt x="615525" y="144159"/>
                    <a:pt x="626256" y="148706"/>
                    <a:pt x="625749" y="148166"/>
                  </a:cubicBezTo>
                  <a:cubicBezTo>
                    <a:pt x="630130" y="150864"/>
                    <a:pt x="629940" y="160923"/>
                    <a:pt x="629749" y="160275"/>
                  </a:cubicBezTo>
                  <a:cubicBezTo>
                    <a:pt x="630829" y="169895"/>
                    <a:pt x="587077" y="151512"/>
                    <a:pt x="582505" y="159951"/>
                  </a:cubicBezTo>
                  <a:cubicBezTo>
                    <a:pt x="576790" y="170765"/>
                    <a:pt x="576155" y="173032"/>
                    <a:pt x="572154" y="173902"/>
                  </a:cubicBezTo>
                  <a:cubicBezTo>
                    <a:pt x="571583" y="173902"/>
                    <a:pt x="567710" y="175198"/>
                    <a:pt x="568599" y="171521"/>
                  </a:cubicBezTo>
                  <a:lnTo>
                    <a:pt x="571710" y="157786"/>
                  </a:lnTo>
                  <a:cubicBezTo>
                    <a:pt x="572980" y="152166"/>
                    <a:pt x="546628" y="126969"/>
                    <a:pt x="547136" y="127617"/>
                  </a:cubicBezTo>
                  <a:cubicBezTo>
                    <a:pt x="543897" y="124156"/>
                    <a:pt x="536404" y="124264"/>
                    <a:pt x="537103" y="124480"/>
                  </a:cubicBezTo>
                  <a:cubicBezTo>
                    <a:pt x="532404" y="123940"/>
                    <a:pt x="529038" y="117451"/>
                    <a:pt x="529610" y="118099"/>
                  </a:cubicBezTo>
                  <a:cubicBezTo>
                    <a:pt x="527133" y="114314"/>
                    <a:pt x="520402" y="117774"/>
                    <a:pt x="521037" y="117667"/>
                  </a:cubicBezTo>
                  <a:cubicBezTo>
                    <a:pt x="516846" y="119076"/>
                    <a:pt x="520212" y="125560"/>
                    <a:pt x="520212" y="125020"/>
                  </a:cubicBezTo>
                  <a:cubicBezTo>
                    <a:pt x="521799" y="129344"/>
                    <a:pt x="516275" y="134107"/>
                    <a:pt x="516592" y="133453"/>
                  </a:cubicBezTo>
                  <a:cubicBezTo>
                    <a:pt x="513163" y="137352"/>
                    <a:pt x="506750" y="128589"/>
                    <a:pt x="507321" y="129020"/>
                  </a:cubicBezTo>
                  <a:cubicBezTo>
                    <a:pt x="492081" y="113882"/>
                    <a:pt x="494430" y="149029"/>
                    <a:pt x="494621" y="144489"/>
                  </a:cubicBezTo>
                  <a:cubicBezTo>
                    <a:pt x="494621" y="148813"/>
                    <a:pt x="488589" y="151188"/>
                    <a:pt x="489097" y="150648"/>
                  </a:cubicBezTo>
                  <a:cubicBezTo>
                    <a:pt x="484334" y="153138"/>
                    <a:pt x="479064" y="141136"/>
                    <a:pt x="479508" y="141784"/>
                  </a:cubicBezTo>
                  <a:cubicBezTo>
                    <a:pt x="476016" y="136266"/>
                    <a:pt x="462363" y="153030"/>
                    <a:pt x="464586" y="156598"/>
                  </a:cubicBezTo>
                  <a:cubicBezTo>
                    <a:pt x="466808" y="161678"/>
                    <a:pt x="472777" y="166657"/>
                    <a:pt x="468650" y="170003"/>
                  </a:cubicBezTo>
                  <a:lnTo>
                    <a:pt x="468459" y="170219"/>
                  </a:lnTo>
                  <a:cubicBezTo>
                    <a:pt x="464586" y="173464"/>
                    <a:pt x="456457" y="168168"/>
                    <a:pt x="456966" y="168384"/>
                  </a:cubicBezTo>
                  <a:cubicBezTo>
                    <a:pt x="451124" y="165679"/>
                    <a:pt x="431312" y="182659"/>
                    <a:pt x="432708" y="186875"/>
                  </a:cubicBezTo>
                  <a:cubicBezTo>
                    <a:pt x="436011" y="195962"/>
                    <a:pt x="438804" y="200718"/>
                    <a:pt x="436391" y="204827"/>
                  </a:cubicBezTo>
                  <a:cubicBezTo>
                    <a:pt x="431629" y="211640"/>
                    <a:pt x="430232" y="219857"/>
                    <a:pt x="425025" y="217914"/>
                  </a:cubicBezTo>
                  <a:cubicBezTo>
                    <a:pt x="406737" y="211101"/>
                    <a:pt x="404895" y="209475"/>
                    <a:pt x="402737" y="213152"/>
                  </a:cubicBezTo>
                  <a:cubicBezTo>
                    <a:pt x="401149" y="216936"/>
                    <a:pt x="395815" y="221591"/>
                    <a:pt x="399180" y="225591"/>
                  </a:cubicBezTo>
                  <a:cubicBezTo>
                    <a:pt x="407308" y="235103"/>
                    <a:pt x="411436" y="238133"/>
                    <a:pt x="407626" y="240622"/>
                  </a:cubicBezTo>
                  <a:cubicBezTo>
                    <a:pt x="400260" y="247651"/>
                    <a:pt x="400704" y="261164"/>
                    <a:pt x="400895" y="260516"/>
                  </a:cubicBezTo>
                  <a:cubicBezTo>
                    <a:pt x="400133" y="266466"/>
                    <a:pt x="378543" y="223966"/>
                    <a:pt x="378861" y="224505"/>
                  </a:cubicBezTo>
                  <a:cubicBezTo>
                    <a:pt x="376003" y="219425"/>
                    <a:pt x="350286" y="249918"/>
                    <a:pt x="350793" y="249378"/>
                  </a:cubicBezTo>
                  <a:cubicBezTo>
                    <a:pt x="342666" y="257811"/>
                    <a:pt x="359366" y="288634"/>
                    <a:pt x="357080" y="284634"/>
                  </a:cubicBezTo>
                  <a:cubicBezTo>
                    <a:pt x="356636" y="292527"/>
                    <a:pt x="335680" y="299664"/>
                    <a:pt x="330474" y="308529"/>
                  </a:cubicBezTo>
                  <a:lnTo>
                    <a:pt x="314408" y="336107"/>
                  </a:lnTo>
                  <a:cubicBezTo>
                    <a:pt x="311614" y="341079"/>
                    <a:pt x="256877" y="360217"/>
                    <a:pt x="257512" y="359894"/>
                  </a:cubicBezTo>
                  <a:cubicBezTo>
                    <a:pt x="249511" y="362923"/>
                    <a:pt x="236493" y="353842"/>
                    <a:pt x="231858" y="359246"/>
                  </a:cubicBezTo>
                  <a:lnTo>
                    <a:pt x="223413" y="368980"/>
                  </a:lnTo>
                  <a:cubicBezTo>
                    <a:pt x="219856" y="373089"/>
                    <a:pt x="199155" y="373197"/>
                    <a:pt x="199791" y="373197"/>
                  </a:cubicBezTo>
                  <a:cubicBezTo>
                    <a:pt x="194393" y="373521"/>
                    <a:pt x="181629" y="384659"/>
                    <a:pt x="182265" y="384227"/>
                  </a:cubicBezTo>
                  <a:cubicBezTo>
                    <a:pt x="177819" y="387580"/>
                    <a:pt x="152547" y="385414"/>
                    <a:pt x="153054" y="385414"/>
                  </a:cubicBezTo>
                  <a:cubicBezTo>
                    <a:pt x="149054" y="385306"/>
                    <a:pt x="148482" y="379903"/>
                    <a:pt x="148864" y="380442"/>
                  </a:cubicBezTo>
                  <a:cubicBezTo>
                    <a:pt x="147530" y="373521"/>
                    <a:pt x="106191" y="404991"/>
                    <a:pt x="105620" y="405639"/>
                  </a:cubicBezTo>
                  <a:cubicBezTo>
                    <a:pt x="85935" y="430836"/>
                    <a:pt x="68218" y="423267"/>
                    <a:pt x="64536" y="432671"/>
                  </a:cubicBezTo>
                  <a:cubicBezTo>
                    <a:pt x="43707" y="486418"/>
                    <a:pt x="49168" y="427807"/>
                    <a:pt x="43962" y="429534"/>
                  </a:cubicBezTo>
                  <a:cubicBezTo>
                    <a:pt x="36024" y="434081"/>
                    <a:pt x="29865" y="455379"/>
                    <a:pt x="30182" y="454839"/>
                  </a:cubicBezTo>
                  <a:cubicBezTo>
                    <a:pt x="28341" y="459709"/>
                    <a:pt x="34119" y="468790"/>
                    <a:pt x="33865" y="468250"/>
                  </a:cubicBezTo>
                  <a:cubicBezTo>
                    <a:pt x="42565" y="486418"/>
                    <a:pt x="25102" y="501772"/>
                    <a:pt x="27388" y="498959"/>
                  </a:cubicBezTo>
                  <a:cubicBezTo>
                    <a:pt x="-1632" y="527832"/>
                    <a:pt x="52725" y="569901"/>
                    <a:pt x="51010" y="587198"/>
                  </a:cubicBezTo>
                  <a:cubicBezTo>
                    <a:pt x="49359" y="602991"/>
                    <a:pt x="49486" y="609582"/>
                    <a:pt x="47073" y="605582"/>
                  </a:cubicBezTo>
                  <a:lnTo>
                    <a:pt x="39707" y="593796"/>
                  </a:lnTo>
                  <a:cubicBezTo>
                    <a:pt x="37548" y="590335"/>
                    <a:pt x="34310" y="596069"/>
                    <a:pt x="34944" y="595529"/>
                  </a:cubicBezTo>
                  <a:cubicBezTo>
                    <a:pt x="31071" y="601473"/>
                    <a:pt x="39326" y="608287"/>
                    <a:pt x="33230" y="609804"/>
                  </a:cubicBezTo>
                  <a:cubicBezTo>
                    <a:pt x="22308" y="609150"/>
                    <a:pt x="9672" y="568275"/>
                    <a:pt x="2941" y="572923"/>
                  </a:cubicBezTo>
                  <a:lnTo>
                    <a:pt x="1416" y="573901"/>
                  </a:lnTo>
                  <a:cubicBezTo>
                    <a:pt x="-7537" y="580061"/>
                    <a:pt x="28912" y="620288"/>
                    <a:pt x="28277" y="619856"/>
                  </a:cubicBezTo>
                  <a:cubicBezTo>
                    <a:pt x="41549" y="629915"/>
                    <a:pt x="48470" y="673603"/>
                    <a:pt x="47644" y="667869"/>
                  </a:cubicBezTo>
                  <a:cubicBezTo>
                    <a:pt x="47391" y="673387"/>
                    <a:pt x="62694" y="689389"/>
                    <a:pt x="62123" y="688849"/>
                  </a:cubicBezTo>
                  <a:cubicBezTo>
                    <a:pt x="65361" y="692634"/>
                    <a:pt x="65043" y="701505"/>
                    <a:pt x="65043" y="700851"/>
                  </a:cubicBezTo>
                  <a:cubicBezTo>
                    <a:pt x="65488" y="706045"/>
                    <a:pt x="74061" y="713614"/>
                    <a:pt x="73489" y="713074"/>
                  </a:cubicBezTo>
                  <a:cubicBezTo>
                    <a:pt x="78887" y="719018"/>
                    <a:pt x="80728" y="765627"/>
                    <a:pt x="85173" y="774491"/>
                  </a:cubicBezTo>
                  <a:lnTo>
                    <a:pt x="106509" y="816668"/>
                  </a:lnTo>
                  <a:cubicBezTo>
                    <a:pt x="108986" y="821532"/>
                    <a:pt x="110637" y="900584"/>
                    <a:pt x="90825" y="896043"/>
                  </a:cubicBezTo>
                  <a:lnTo>
                    <a:pt x="82062" y="894094"/>
                  </a:lnTo>
                  <a:cubicBezTo>
                    <a:pt x="76410" y="892799"/>
                    <a:pt x="80093" y="922104"/>
                    <a:pt x="80093" y="921456"/>
                  </a:cubicBezTo>
                  <a:cubicBezTo>
                    <a:pt x="80347" y="925672"/>
                    <a:pt x="86506" y="923615"/>
                    <a:pt x="85872" y="923507"/>
                  </a:cubicBezTo>
                  <a:cubicBezTo>
                    <a:pt x="95016" y="921564"/>
                    <a:pt x="126892" y="951193"/>
                    <a:pt x="137116" y="951301"/>
                  </a:cubicBezTo>
                  <a:cubicBezTo>
                    <a:pt x="188424" y="951301"/>
                    <a:pt x="192869" y="954006"/>
                    <a:pt x="197886" y="950215"/>
                  </a:cubicBezTo>
                  <a:cubicBezTo>
                    <a:pt x="223920" y="929457"/>
                    <a:pt x="224302" y="928047"/>
                    <a:pt x="228810" y="928701"/>
                  </a:cubicBezTo>
                  <a:cubicBezTo>
                    <a:pt x="250781" y="929457"/>
                    <a:pt x="253829" y="909556"/>
                    <a:pt x="263989" y="908908"/>
                  </a:cubicBezTo>
                  <a:lnTo>
                    <a:pt x="334982" y="903936"/>
                  </a:lnTo>
                  <a:cubicBezTo>
                    <a:pt x="339554" y="903613"/>
                    <a:pt x="343364" y="909994"/>
                    <a:pt x="342666" y="909340"/>
                  </a:cubicBezTo>
                  <a:cubicBezTo>
                    <a:pt x="349524" y="918211"/>
                    <a:pt x="360318" y="904044"/>
                    <a:pt x="364954" y="904476"/>
                  </a:cubicBezTo>
                  <a:cubicBezTo>
                    <a:pt x="396132" y="907397"/>
                    <a:pt x="397466" y="908369"/>
                    <a:pt x="400704" y="905340"/>
                  </a:cubicBezTo>
                  <a:cubicBezTo>
                    <a:pt x="425469" y="882524"/>
                    <a:pt x="419437" y="870739"/>
                    <a:pt x="427882" y="869221"/>
                  </a:cubicBezTo>
                  <a:cubicBezTo>
                    <a:pt x="464903" y="862522"/>
                    <a:pt x="490430" y="839916"/>
                    <a:pt x="501797" y="839808"/>
                  </a:cubicBezTo>
                  <a:lnTo>
                    <a:pt x="544532" y="839376"/>
                  </a:lnTo>
                  <a:cubicBezTo>
                    <a:pt x="553930" y="839376"/>
                    <a:pt x="596285" y="817100"/>
                    <a:pt x="606254" y="816128"/>
                  </a:cubicBezTo>
                  <a:cubicBezTo>
                    <a:pt x="686899" y="808344"/>
                    <a:pt x="684930" y="807588"/>
                    <a:pt x="689058" y="810071"/>
                  </a:cubicBezTo>
                  <a:cubicBezTo>
                    <a:pt x="747732" y="844031"/>
                    <a:pt x="734079" y="821316"/>
                    <a:pt x="747923" y="828778"/>
                  </a:cubicBezTo>
                  <a:cubicBezTo>
                    <a:pt x="780180" y="846513"/>
                    <a:pt x="774974" y="828346"/>
                    <a:pt x="781451" y="837325"/>
                  </a:cubicBezTo>
                  <a:cubicBezTo>
                    <a:pt x="792309" y="852248"/>
                    <a:pt x="796817" y="848571"/>
                    <a:pt x="796182" y="848355"/>
                  </a:cubicBezTo>
                  <a:cubicBezTo>
                    <a:pt x="801199" y="848139"/>
                    <a:pt x="803549" y="857003"/>
                    <a:pt x="803104" y="856356"/>
                  </a:cubicBezTo>
                  <a:cubicBezTo>
                    <a:pt x="804882" y="860248"/>
                    <a:pt x="798595" y="862083"/>
                    <a:pt x="799230" y="861544"/>
                  </a:cubicBezTo>
                  <a:cubicBezTo>
                    <a:pt x="794214" y="863601"/>
                    <a:pt x="801834" y="875063"/>
                    <a:pt x="801580" y="874523"/>
                  </a:cubicBezTo>
                  <a:cubicBezTo>
                    <a:pt x="804882" y="881445"/>
                    <a:pt x="818280" y="873659"/>
                    <a:pt x="820313" y="880797"/>
                  </a:cubicBezTo>
                  <a:cubicBezTo>
                    <a:pt x="826853" y="903504"/>
                    <a:pt x="838283" y="910642"/>
                    <a:pt x="837839" y="910102"/>
                  </a:cubicBezTo>
                  <a:cubicBezTo>
                    <a:pt x="841522" y="913887"/>
                    <a:pt x="845459" y="931508"/>
                    <a:pt x="845204" y="930860"/>
                  </a:cubicBezTo>
                  <a:cubicBezTo>
                    <a:pt x="846411" y="935077"/>
                    <a:pt x="838918" y="934645"/>
                    <a:pt x="839616" y="934429"/>
                  </a:cubicBezTo>
                  <a:cubicBezTo>
                    <a:pt x="833330" y="934753"/>
                    <a:pt x="853015" y="948164"/>
                    <a:pt x="852507" y="947732"/>
                  </a:cubicBezTo>
                  <a:cubicBezTo>
                    <a:pt x="858984" y="953028"/>
                    <a:pt x="874224" y="946322"/>
                    <a:pt x="864572" y="940811"/>
                  </a:cubicBezTo>
                  <a:cubicBezTo>
                    <a:pt x="859492" y="937782"/>
                    <a:pt x="879939" y="913233"/>
                    <a:pt x="879558" y="913779"/>
                  </a:cubicBezTo>
                  <a:cubicBezTo>
                    <a:pt x="884829" y="906311"/>
                    <a:pt x="909276" y="902095"/>
                    <a:pt x="913277" y="894850"/>
                  </a:cubicBezTo>
                  <a:lnTo>
                    <a:pt x="931374" y="861436"/>
                  </a:lnTo>
                  <a:cubicBezTo>
                    <a:pt x="934422" y="855816"/>
                    <a:pt x="943376" y="876466"/>
                    <a:pt x="939629" y="879063"/>
                  </a:cubicBezTo>
                  <a:cubicBezTo>
                    <a:pt x="935375" y="884467"/>
                    <a:pt x="939057" y="891719"/>
                    <a:pt x="939057" y="891173"/>
                  </a:cubicBezTo>
                  <a:cubicBezTo>
                    <a:pt x="940454" y="896259"/>
                    <a:pt x="927247" y="909124"/>
                    <a:pt x="927818" y="908584"/>
                  </a:cubicBezTo>
                  <a:cubicBezTo>
                    <a:pt x="921404" y="916046"/>
                    <a:pt x="925723" y="948164"/>
                    <a:pt x="917722" y="948704"/>
                  </a:cubicBezTo>
                  <a:lnTo>
                    <a:pt x="907689" y="949244"/>
                  </a:lnTo>
                  <a:cubicBezTo>
                    <a:pt x="902481" y="949568"/>
                    <a:pt x="899878" y="952381"/>
                    <a:pt x="900195" y="951733"/>
                  </a:cubicBezTo>
                  <a:cubicBezTo>
                    <a:pt x="897846" y="957575"/>
                    <a:pt x="927818" y="950653"/>
                    <a:pt x="927247" y="950761"/>
                  </a:cubicBezTo>
                  <a:cubicBezTo>
                    <a:pt x="933089" y="949891"/>
                    <a:pt x="944074" y="919614"/>
                    <a:pt x="943820" y="920154"/>
                  </a:cubicBezTo>
                  <a:cubicBezTo>
                    <a:pt x="945789" y="914750"/>
                    <a:pt x="960711" y="939407"/>
                    <a:pt x="960266" y="938861"/>
                  </a:cubicBezTo>
                  <a:cubicBezTo>
                    <a:pt x="963441" y="943300"/>
                    <a:pt x="959060" y="956489"/>
                    <a:pt x="959187" y="955841"/>
                  </a:cubicBezTo>
                  <a:cubicBezTo>
                    <a:pt x="958425" y="961359"/>
                    <a:pt x="949535" y="965684"/>
                    <a:pt x="950234" y="965144"/>
                  </a:cubicBezTo>
                  <a:cubicBezTo>
                    <a:pt x="947313" y="967087"/>
                    <a:pt x="946868" y="971627"/>
                    <a:pt x="947059" y="970980"/>
                  </a:cubicBezTo>
                  <a:cubicBezTo>
                    <a:pt x="946741" y="976714"/>
                    <a:pt x="958997" y="974332"/>
                    <a:pt x="958362" y="974225"/>
                  </a:cubicBezTo>
                  <a:cubicBezTo>
                    <a:pt x="962997" y="974116"/>
                    <a:pt x="968522" y="968821"/>
                    <a:pt x="967887" y="969252"/>
                  </a:cubicBezTo>
                  <a:cubicBezTo>
                    <a:pt x="973348" y="964928"/>
                    <a:pt x="1001732" y="990665"/>
                    <a:pt x="1002812" y="994341"/>
                  </a:cubicBezTo>
                  <a:cubicBezTo>
                    <a:pt x="1012972" y="1028943"/>
                    <a:pt x="1014495" y="1030022"/>
                    <a:pt x="1011257" y="1033375"/>
                  </a:cubicBezTo>
                  <a:cubicBezTo>
                    <a:pt x="1010368" y="1034569"/>
                    <a:pt x="1004970" y="1037915"/>
                    <a:pt x="1007701" y="1042030"/>
                  </a:cubicBezTo>
                  <a:cubicBezTo>
                    <a:pt x="1060914" y="1124427"/>
                    <a:pt x="1040404" y="1073926"/>
                    <a:pt x="1061295" y="1093935"/>
                  </a:cubicBezTo>
                  <a:cubicBezTo>
                    <a:pt x="1074884" y="1106800"/>
                    <a:pt x="1077741" y="1111124"/>
                    <a:pt x="1079139" y="1106368"/>
                  </a:cubicBezTo>
                  <a:cubicBezTo>
                    <a:pt x="1079583" y="1105505"/>
                    <a:pt x="1079901" y="1099339"/>
                    <a:pt x="1084409" y="1100310"/>
                  </a:cubicBezTo>
                  <a:lnTo>
                    <a:pt x="1101554" y="1103879"/>
                  </a:lnTo>
                  <a:cubicBezTo>
                    <a:pt x="1113746" y="1106368"/>
                    <a:pt x="1147401" y="1130485"/>
                    <a:pt x="1153053" y="1125507"/>
                  </a:cubicBezTo>
                  <a:lnTo>
                    <a:pt x="1173055" y="1107556"/>
                  </a:lnTo>
                  <a:cubicBezTo>
                    <a:pt x="1176738" y="1104203"/>
                    <a:pt x="1184358" y="1105505"/>
                    <a:pt x="1183660" y="1105612"/>
                  </a:cubicBezTo>
                  <a:cubicBezTo>
                    <a:pt x="1187660" y="1105828"/>
                    <a:pt x="1190391" y="1100202"/>
                    <a:pt x="1189755" y="1100748"/>
                  </a:cubicBezTo>
                  <a:cubicBezTo>
                    <a:pt x="1192105" y="1096418"/>
                    <a:pt x="1183787" y="1095446"/>
                    <a:pt x="1184358" y="1095770"/>
                  </a:cubicBezTo>
                  <a:cubicBezTo>
                    <a:pt x="1178579" y="1094259"/>
                    <a:pt x="1193947" y="1082257"/>
                    <a:pt x="1193439" y="1082797"/>
                  </a:cubicBezTo>
                  <a:cubicBezTo>
                    <a:pt x="1197884" y="1078473"/>
                    <a:pt x="1209949" y="1091338"/>
                    <a:pt x="1207028" y="1095014"/>
                  </a:cubicBezTo>
                  <a:lnTo>
                    <a:pt x="1200106" y="1103555"/>
                  </a:lnTo>
                  <a:cubicBezTo>
                    <a:pt x="1197185" y="1107232"/>
                    <a:pt x="1201440" y="1113073"/>
                    <a:pt x="1204996" y="1110045"/>
                  </a:cubicBezTo>
                  <a:cubicBezTo>
                    <a:pt x="1211409" y="1105720"/>
                    <a:pt x="1215473" y="1098691"/>
                    <a:pt x="1220045" y="1101828"/>
                  </a:cubicBezTo>
                  <a:lnTo>
                    <a:pt x="1221315" y="1102691"/>
                  </a:lnTo>
                  <a:cubicBezTo>
                    <a:pt x="1225379" y="1105505"/>
                    <a:pt x="1217759" y="1111016"/>
                    <a:pt x="1218330" y="1110369"/>
                  </a:cubicBezTo>
                  <a:cubicBezTo>
                    <a:pt x="1216934" y="1111670"/>
                    <a:pt x="1217124" y="1113505"/>
                    <a:pt x="1218775" y="1114477"/>
                  </a:cubicBezTo>
                  <a:cubicBezTo>
                    <a:pt x="1252621" y="1133076"/>
                    <a:pt x="1252176" y="1140544"/>
                    <a:pt x="1251542" y="1139890"/>
                  </a:cubicBezTo>
                  <a:lnTo>
                    <a:pt x="1250969" y="113945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D2B640E-30BD-E78E-3234-567263098073}"/>
                </a:ext>
              </a:extLst>
            </p:cNvPr>
            <p:cNvSpPr/>
            <p:nvPr/>
          </p:nvSpPr>
          <p:spPr>
            <a:xfrm>
              <a:off x="10508226" y="4899680"/>
              <a:ext cx="49069" cy="22157"/>
            </a:xfrm>
            <a:custGeom>
              <a:avLst/>
              <a:gdLst>
                <a:gd name="csX0" fmla="*/ 30424 w 49069"/>
                <a:gd name="csY0" fmla="*/ 22141 h 22157"/>
                <a:gd name="csX1" fmla="*/ 453 w 49069"/>
                <a:gd name="csY1" fmla="*/ 16845 h 22157"/>
                <a:gd name="csX2" fmla="*/ 26551 w 49069"/>
                <a:gd name="csY2" fmla="*/ 6355 h 22157"/>
                <a:gd name="csX3" fmla="*/ 30297 w 49069"/>
                <a:gd name="csY3" fmla="*/ 22141 h 22157"/>
                <a:gd name="csX4" fmla="*/ 30424 w 49069"/>
                <a:gd name="csY4" fmla="*/ 22141 h 2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69" h="22157">
                  <a:moveTo>
                    <a:pt x="30424" y="22141"/>
                  </a:moveTo>
                  <a:cubicBezTo>
                    <a:pt x="1977" y="19982"/>
                    <a:pt x="-1516" y="20954"/>
                    <a:pt x="453" y="16845"/>
                  </a:cubicBezTo>
                  <a:cubicBezTo>
                    <a:pt x="17343" y="-17432"/>
                    <a:pt x="13533" y="12197"/>
                    <a:pt x="26551" y="6355"/>
                  </a:cubicBezTo>
                  <a:cubicBezTo>
                    <a:pt x="68080" y="-12244"/>
                    <a:pt x="41600" y="23011"/>
                    <a:pt x="30297" y="22141"/>
                  </a:cubicBezTo>
                  <a:lnTo>
                    <a:pt x="30424" y="2214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BCD7147-2540-CE44-6AFE-37391BEB0A4C}"/>
                </a:ext>
              </a:extLst>
            </p:cNvPr>
            <p:cNvSpPr/>
            <p:nvPr/>
          </p:nvSpPr>
          <p:spPr>
            <a:xfrm>
              <a:off x="10744904" y="4993461"/>
              <a:ext cx="19717" cy="24202"/>
            </a:xfrm>
            <a:custGeom>
              <a:avLst/>
              <a:gdLst>
                <a:gd name="csX0" fmla="*/ 15552 w 19717"/>
                <a:gd name="csY0" fmla="*/ 23953 h 24202"/>
                <a:gd name="csX1" fmla="*/ 19615 w 19717"/>
                <a:gd name="csY1" fmla="*/ 21038 h 24202"/>
                <a:gd name="csX2" fmla="*/ 15932 w 19717"/>
                <a:gd name="csY2" fmla="*/ 15952 h 24202"/>
                <a:gd name="csX3" fmla="*/ 18345 w 19717"/>
                <a:gd name="csY3" fmla="*/ 3303 h 24202"/>
                <a:gd name="csX4" fmla="*/ 14345 w 19717"/>
                <a:gd name="csY4" fmla="*/ 58 h 24202"/>
                <a:gd name="csX5" fmla="*/ 8249 w 19717"/>
                <a:gd name="csY5" fmla="*/ 1893 h 24202"/>
                <a:gd name="csX6" fmla="*/ 15615 w 19717"/>
                <a:gd name="csY6" fmla="*/ 24061 h 24202"/>
                <a:gd name="csX7" fmla="*/ 15552 w 19717"/>
                <a:gd name="csY7" fmla="*/ 23953 h 2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17" h="24202">
                  <a:moveTo>
                    <a:pt x="15552" y="23953"/>
                  </a:moveTo>
                  <a:cubicBezTo>
                    <a:pt x="18853" y="24715"/>
                    <a:pt x="19933" y="20498"/>
                    <a:pt x="19615" y="21038"/>
                  </a:cubicBezTo>
                  <a:cubicBezTo>
                    <a:pt x="20504" y="17253"/>
                    <a:pt x="15298" y="15412"/>
                    <a:pt x="15932" y="15952"/>
                  </a:cubicBezTo>
                  <a:cubicBezTo>
                    <a:pt x="10979" y="13901"/>
                    <a:pt x="18536" y="2655"/>
                    <a:pt x="18345" y="3303"/>
                  </a:cubicBezTo>
                  <a:cubicBezTo>
                    <a:pt x="20060" y="-374"/>
                    <a:pt x="13710" y="-50"/>
                    <a:pt x="14345" y="58"/>
                  </a:cubicBezTo>
                  <a:cubicBezTo>
                    <a:pt x="12503" y="58"/>
                    <a:pt x="9773" y="813"/>
                    <a:pt x="8249" y="1893"/>
                  </a:cubicBezTo>
                  <a:cubicBezTo>
                    <a:pt x="-14801" y="23197"/>
                    <a:pt x="18028" y="24823"/>
                    <a:pt x="15615" y="24061"/>
                  </a:cubicBezTo>
                  <a:lnTo>
                    <a:pt x="15552" y="23953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8838F5FB-2E71-DFCE-833E-12740310671E}"/>
                </a:ext>
              </a:extLst>
            </p:cNvPr>
            <p:cNvSpPr/>
            <p:nvPr/>
          </p:nvSpPr>
          <p:spPr>
            <a:xfrm>
              <a:off x="10956175" y="4866646"/>
              <a:ext cx="12199" cy="11061"/>
            </a:xfrm>
            <a:custGeom>
              <a:avLst/>
              <a:gdLst>
                <a:gd name="csX0" fmla="*/ 11608 w 12199"/>
                <a:gd name="csY0" fmla="*/ 4356 h 11061"/>
                <a:gd name="csX1" fmla="*/ 5131 w 12199"/>
                <a:gd name="csY1" fmla="*/ 11056 h 11061"/>
                <a:gd name="csX2" fmla="*/ 11608 w 12199"/>
                <a:gd name="csY2" fmla="*/ 4356 h 1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199" h="11061">
                  <a:moveTo>
                    <a:pt x="11608" y="4356"/>
                  </a:moveTo>
                  <a:cubicBezTo>
                    <a:pt x="10909" y="5543"/>
                    <a:pt x="9767" y="11271"/>
                    <a:pt x="5131" y="11056"/>
                  </a:cubicBezTo>
                  <a:cubicBezTo>
                    <a:pt x="-10998" y="5867"/>
                    <a:pt x="16497" y="-6566"/>
                    <a:pt x="11608" y="4356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EC73B23B-A075-88D5-4A28-88B5CB02173A}"/>
                </a:ext>
              </a:extLst>
            </p:cNvPr>
            <p:cNvSpPr/>
            <p:nvPr/>
          </p:nvSpPr>
          <p:spPr>
            <a:xfrm>
              <a:off x="10957975" y="4847290"/>
              <a:ext cx="10311" cy="11960"/>
            </a:xfrm>
            <a:custGeom>
              <a:avLst/>
              <a:gdLst>
                <a:gd name="csX0" fmla="*/ 3903 w 10311"/>
                <a:gd name="csY0" fmla="*/ 998 h 11960"/>
                <a:gd name="csX1" fmla="*/ 1363 w 10311"/>
                <a:gd name="csY1" fmla="*/ 9215 h 11960"/>
                <a:gd name="csX2" fmla="*/ 4538 w 10311"/>
                <a:gd name="csY2" fmla="*/ 11380 h 11960"/>
                <a:gd name="csX3" fmla="*/ 9618 w 10311"/>
                <a:gd name="csY3" fmla="*/ 9761 h 11960"/>
                <a:gd name="csX4" fmla="*/ 3776 w 10311"/>
                <a:gd name="csY4" fmla="*/ 890 h 11960"/>
                <a:gd name="csX5" fmla="*/ 3903 w 10311"/>
                <a:gd name="csY5" fmla="*/ 998 h 119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11" h="11960">
                  <a:moveTo>
                    <a:pt x="3903" y="998"/>
                  </a:moveTo>
                  <a:cubicBezTo>
                    <a:pt x="3014" y="2408"/>
                    <a:pt x="-2511" y="6516"/>
                    <a:pt x="1363" y="9215"/>
                  </a:cubicBezTo>
                  <a:lnTo>
                    <a:pt x="4538" y="11380"/>
                  </a:lnTo>
                  <a:cubicBezTo>
                    <a:pt x="7585" y="13438"/>
                    <a:pt x="10253" y="9329"/>
                    <a:pt x="9618" y="9761"/>
                  </a:cubicBezTo>
                  <a:cubicBezTo>
                    <a:pt x="12221" y="5868"/>
                    <a:pt x="6887" y="-2787"/>
                    <a:pt x="3776" y="890"/>
                  </a:cubicBezTo>
                  <a:lnTo>
                    <a:pt x="3903" y="99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E7FFE43-6D0D-2476-C830-130D04699799}"/>
                </a:ext>
              </a:extLst>
            </p:cNvPr>
            <p:cNvSpPr/>
            <p:nvPr/>
          </p:nvSpPr>
          <p:spPr>
            <a:xfrm>
              <a:off x="10848659" y="5095492"/>
              <a:ext cx="22083" cy="13007"/>
            </a:xfrm>
            <a:custGeom>
              <a:avLst/>
              <a:gdLst>
                <a:gd name="csX0" fmla="*/ 20000 w 22083"/>
                <a:gd name="csY0" fmla="*/ 1 h 13007"/>
                <a:gd name="csX1" fmla="*/ 1268 w 22083"/>
                <a:gd name="csY1" fmla="*/ 3678 h 13007"/>
                <a:gd name="csX2" fmla="*/ 2601 w 22083"/>
                <a:gd name="csY2" fmla="*/ 12435 h 13007"/>
                <a:gd name="csX3" fmla="*/ 15999 w 22083"/>
                <a:gd name="csY3" fmla="*/ 10491 h 13007"/>
                <a:gd name="csX4" fmla="*/ 20127 w 22083"/>
                <a:gd name="csY4" fmla="*/ 1 h 13007"/>
                <a:gd name="csX5" fmla="*/ 20000 w 22083"/>
                <a:gd name="csY5" fmla="*/ 1 h 1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83" h="13007">
                  <a:moveTo>
                    <a:pt x="20000" y="1"/>
                  </a:moveTo>
                  <a:cubicBezTo>
                    <a:pt x="5585" y="325"/>
                    <a:pt x="2284" y="-539"/>
                    <a:pt x="1268" y="3678"/>
                  </a:cubicBezTo>
                  <a:cubicBezTo>
                    <a:pt x="1204" y="5837"/>
                    <a:pt x="-2289" y="12111"/>
                    <a:pt x="2601" y="12435"/>
                  </a:cubicBezTo>
                  <a:cubicBezTo>
                    <a:pt x="7047" y="12327"/>
                    <a:pt x="13079" y="14708"/>
                    <a:pt x="15999" y="10491"/>
                  </a:cubicBezTo>
                  <a:cubicBezTo>
                    <a:pt x="18285" y="6599"/>
                    <a:pt x="25524" y="-107"/>
                    <a:pt x="20127" y="1"/>
                  </a:cubicBezTo>
                  <a:lnTo>
                    <a:pt x="20000" y="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79DA1051-4B03-FEB8-7F52-6429D69DDF39}"/>
                </a:ext>
              </a:extLst>
            </p:cNvPr>
            <p:cNvSpPr/>
            <p:nvPr/>
          </p:nvSpPr>
          <p:spPr>
            <a:xfrm>
              <a:off x="9884172" y="5445277"/>
              <a:ext cx="10054" cy="22168"/>
            </a:xfrm>
            <a:custGeom>
              <a:avLst/>
              <a:gdLst>
                <a:gd name="csX0" fmla="*/ 9191 w 10054"/>
                <a:gd name="csY0" fmla="*/ 8147 h 22168"/>
                <a:gd name="csX1" fmla="*/ 7795 w 10054"/>
                <a:gd name="csY1" fmla="*/ 20802 h 22168"/>
                <a:gd name="csX2" fmla="*/ 5064 w 10054"/>
                <a:gd name="csY2" fmla="*/ 21018 h 22168"/>
                <a:gd name="csX3" fmla="*/ 4620 w 10054"/>
                <a:gd name="csY3" fmla="*/ 686 h 22168"/>
                <a:gd name="csX4" fmla="*/ 9064 w 10054"/>
                <a:gd name="csY4" fmla="*/ 8147 h 22168"/>
                <a:gd name="csX5" fmla="*/ 9191 w 10054"/>
                <a:gd name="csY5" fmla="*/ 8147 h 22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4" h="22168">
                  <a:moveTo>
                    <a:pt x="9191" y="8147"/>
                  </a:moveTo>
                  <a:cubicBezTo>
                    <a:pt x="11795" y="12585"/>
                    <a:pt x="7667" y="21342"/>
                    <a:pt x="7795" y="20802"/>
                  </a:cubicBezTo>
                  <a:cubicBezTo>
                    <a:pt x="7223" y="22530"/>
                    <a:pt x="6016" y="22637"/>
                    <a:pt x="5064" y="21018"/>
                  </a:cubicBezTo>
                  <a:cubicBezTo>
                    <a:pt x="-5223" y="2419"/>
                    <a:pt x="3096" y="-1905"/>
                    <a:pt x="4620" y="686"/>
                  </a:cubicBezTo>
                  <a:lnTo>
                    <a:pt x="9064" y="8147"/>
                  </a:lnTo>
                  <a:lnTo>
                    <a:pt x="9191" y="8147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277E65F-73BB-0F2E-4A04-3B9FF7562F64}"/>
                </a:ext>
              </a:extLst>
            </p:cNvPr>
            <p:cNvSpPr/>
            <p:nvPr/>
          </p:nvSpPr>
          <p:spPr>
            <a:xfrm>
              <a:off x="10752197" y="5848609"/>
              <a:ext cx="53815" cy="23444"/>
            </a:xfrm>
            <a:custGeom>
              <a:avLst/>
              <a:gdLst>
                <a:gd name="csX0" fmla="*/ 32896 w 53815"/>
                <a:gd name="csY0" fmla="*/ 166 h 23444"/>
                <a:gd name="csX1" fmla="*/ 41977 w 53815"/>
                <a:gd name="csY1" fmla="*/ 6116 h 23444"/>
                <a:gd name="csX2" fmla="*/ 46676 w 53815"/>
                <a:gd name="csY2" fmla="*/ 6548 h 23444"/>
                <a:gd name="csX3" fmla="*/ 53280 w 53815"/>
                <a:gd name="csY3" fmla="*/ 12929 h 23444"/>
                <a:gd name="csX4" fmla="*/ 36897 w 53815"/>
                <a:gd name="csY4" fmla="*/ 19311 h 23444"/>
                <a:gd name="csX5" fmla="*/ 36262 w 53815"/>
                <a:gd name="csY5" fmla="*/ 20498 h 23444"/>
                <a:gd name="csX6" fmla="*/ 2162 w 53815"/>
                <a:gd name="csY6" fmla="*/ 17578 h 23444"/>
                <a:gd name="csX7" fmla="*/ 2162 w 53815"/>
                <a:gd name="csY7" fmla="*/ 8173 h 23444"/>
                <a:gd name="csX8" fmla="*/ 32770 w 53815"/>
                <a:gd name="csY8" fmla="*/ 166 h 23444"/>
                <a:gd name="csX9" fmla="*/ 32896 w 53815"/>
                <a:gd name="csY9" fmla="*/ 166 h 2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3815" h="23444">
                  <a:moveTo>
                    <a:pt x="32896" y="166"/>
                  </a:moveTo>
                  <a:cubicBezTo>
                    <a:pt x="37659" y="-1130"/>
                    <a:pt x="36897" y="5576"/>
                    <a:pt x="41977" y="6116"/>
                  </a:cubicBezTo>
                  <a:lnTo>
                    <a:pt x="46676" y="6548"/>
                  </a:lnTo>
                  <a:cubicBezTo>
                    <a:pt x="50994" y="6979"/>
                    <a:pt x="53788" y="13577"/>
                    <a:pt x="53280" y="12929"/>
                  </a:cubicBezTo>
                  <a:cubicBezTo>
                    <a:pt x="56963" y="19851"/>
                    <a:pt x="40580" y="12281"/>
                    <a:pt x="36897" y="19311"/>
                  </a:cubicBezTo>
                  <a:lnTo>
                    <a:pt x="36262" y="20498"/>
                  </a:lnTo>
                  <a:cubicBezTo>
                    <a:pt x="33023" y="26664"/>
                    <a:pt x="3814" y="21902"/>
                    <a:pt x="2162" y="17578"/>
                  </a:cubicBezTo>
                  <a:cubicBezTo>
                    <a:pt x="1718" y="15634"/>
                    <a:pt x="-2473" y="9468"/>
                    <a:pt x="2162" y="8173"/>
                  </a:cubicBezTo>
                  <a:lnTo>
                    <a:pt x="32770" y="166"/>
                  </a:lnTo>
                  <a:lnTo>
                    <a:pt x="32896" y="16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46DFC063-61C4-A6FF-7A89-D89E80A780A9}"/>
                </a:ext>
              </a:extLst>
            </p:cNvPr>
            <p:cNvSpPr/>
            <p:nvPr/>
          </p:nvSpPr>
          <p:spPr>
            <a:xfrm>
              <a:off x="11581422" y="6811322"/>
              <a:ext cx="12411" cy="22563"/>
            </a:xfrm>
            <a:custGeom>
              <a:avLst/>
              <a:gdLst>
                <a:gd name="csX0" fmla="*/ 6375 w 12411"/>
                <a:gd name="csY0" fmla="*/ 195 h 22563"/>
                <a:gd name="csX1" fmla="*/ 12344 w 12411"/>
                <a:gd name="csY1" fmla="*/ 3433 h 22563"/>
                <a:gd name="csX2" fmla="*/ 6058 w 12411"/>
                <a:gd name="csY2" fmla="*/ 22483 h 22563"/>
                <a:gd name="csX3" fmla="*/ 88 w 12411"/>
                <a:gd name="csY3" fmla="*/ 17848 h 22563"/>
                <a:gd name="csX4" fmla="*/ 6248 w 12411"/>
                <a:gd name="csY4" fmla="*/ 195 h 22563"/>
                <a:gd name="csX5" fmla="*/ 6375 w 12411"/>
                <a:gd name="csY5" fmla="*/ 195 h 22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11" h="22563">
                  <a:moveTo>
                    <a:pt x="6375" y="195"/>
                  </a:moveTo>
                  <a:cubicBezTo>
                    <a:pt x="7137" y="322"/>
                    <a:pt x="13106" y="-1392"/>
                    <a:pt x="12344" y="3433"/>
                  </a:cubicBezTo>
                  <a:cubicBezTo>
                    <a:pt x="10185" y="18673"/>
                    <a:pt x="10375" y="23246"/>
                    <a:pt x="6058" y="22483"/>
                  </a:cubicBezTo>
                  <a:cubicBezTo>
                    <a:pt x="5296" y="22166"/>
                    <a:pt x="-801" y="22610"/>
                    <a:pt x="88" y="17848"/>
                  </a:cubicBezTo>
                  <a:cubicBezTo>
                    <a:pt x="88" y="17848"/>
                    <a:pt x="2057" y="449"/>
                    <a:pt x="6248" y="195"/>
                  </a:cubicBezTo>
                  <a:lnTo>
                    <a:pt x="6375" y="19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2A577BB-5D07-191A-268B-0C6C2DC066CB}"/>
                </a:ext>
              </a:extLst>
            </p:cNvPr>
            <p:cNvSpPr/>
            <p:nvPr/>
          </p:nvSpPr>
          <p:spPr>
            <a:xfrm>
              <a:off x="10934382" y="5329828"/>
              <a:ext cx="133667" cy="132682"/>
            </a:xfrm>
            <a:custGeom>
              <a:avLst/>
              <a:gdLst>
                <a:gd name="csX0" fmla="*/ 133668 w 133667"/>
                <a:gd name="csY0" fmla="*/ 0 h 132682"/>
                <a:gd name="csX1" fmla="*/ 0 w 133667"/>
                <a:gd name="csY1" fmla="*/ 0 h 132682"/>
                <a:gd name="csX2" fmla="*/ 0 w 133667"/>
                <a:gd name="csY2" fmla="*/ 132683 h 132682"/>
                <a:gd name="csX3" fmla="*/ 133668 w 133667"/>
                <a:gd name="csY3" fmla="*/ 132683 h 132682"/>
                <a:gd name="csX4" fmla="*/ 133668 w 133667"/>
                <a:gd name="csY4" fmla="*/ 0 h 132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667" h="132682">
                  <a:moveTo>
                    <a:pt x="133668" y="0"/>
                  </a:moveTo>
                  <a:lnTo>
                    <a:pt x="0" y="0"/>
                  </a:lnTo>
                  <a:lnTo>
                    <a:pt x="0" y="132683"/>
                  </a:lnTo>
                  <a:lnTo>
                    <a:pt x="133668" y="132683"/>
                  </a:lnTo>
                  <a:lnTo>
                    <a:pt x="133668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7D081C6B-AEAD-77A5-D4D7-8AD319C10F92}"/>
                </a:ext>
              </a:extLst>
            </p:cNvPr>
            <p:cNvSpPr/>
            <p:nvPr/>
          </p:nvSpPr>
          <p:spPr>
            <a:xfrm>
              <a:off x="3218891" y="4075776"/>
              <a:ext cx="22586" cy="13060"/>
            </a:xfrm>
            <a:custGeom>
              <a:avLst/>
              <a:gdLst>
                <a:gd name="csX0" fmla="*/ 2686 w 22586"/>
                <a:gd name="csY0" fmla="*/ 10467 h 13060"/>
                <a:gd name="csX1" fmla="*/ 16542 w 22586"/>
                <a:gd name="csY1" fmla="*/ 11979 h 13060"/>
                <a:gd name="csX2" fmla="*/ 22060 w 22586"/>
                <a:gd name="csY2" fmla="*/ 4517 h 13060"/>
                <a:gd name="csX3" fmla="*/ 16218 w 22586"/>
                <a:gd name="csY3" fmla="*/ 841 h 13060"/>
                <a:gd name="csX4" fmla="*/ 8318 w 22586"/>
                <a:gd name="csY4" fmla="*/ 3978 h 13060"/>
                <a:gd name="csX5" fmla="*/ 89 w 22586"/>
                <a:gd name="csY5" fmla="*/ 5279 h 13060"/>
                <a:gd name="csX6" fmla="*/ 89 w 22586"/>
                <a:gd name="csY6" fmla="*/ 6251 h 13060"/>
                <a:gd name="csX7" fmla="*/ 2686 w 22586"/>
                <a:gd name="csY7" fmla="*/ 10467 h 13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586" h="13060">
                  <a:moveTo>
                    <a:pt x="2686" y="10467"/>
                  </a:moveTo>
                  <a:cubicBezTo>
                    <a:pt x="7017" y="11331"/>
                    <a:pt x="12103" y="14792"/>
                    <a:pt x="16542" y="11979"/>
                  </a:cubicBezTo>
                  <a:cubicBezTo>
                    <a:pt x="18059" y="10575"/>
                    <a:pt x="24441" y="8632"/>
                    <a:pt x="22060" y="4517"/>
                  </a:cubicBezTo>
                  <a:cubicBezTo>
                    <a:pt x="21520" y="3870"/>
                    <a:pt x="19571" y="-2182"/>
                    <a:pt x="16218" y="841"/>
                  </a:cubicBezTo>
                  <a:cubicBezTo>
                    <a:pt x="15570" y="1279"/>
                    <a:pt x="12643" y="5171"/>
                    <a:pt x="8318" y="3978"/>
                  </a:cubicBezTo>
                  <a:cubicBezTo>
                    <a:pt x="8318" y="3978"/>
                    <a:pt x="845" y="625"/>
                    <a:pt x="89" y="5279"/>
                  </a:cubicBezTo>
                  <a:lnTo>
                    <a:pt x="89" y="6251"/>
                  </a:lnTo>
                  <a:cubicBezTo>
                    <a:pt x="-343" y="8086"/>
                    <a:pt x="845" y="9928"/>
                    <a:pt x="2686" y="10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D673FAA-43D9-B786-6143-54EBFEEA12E4}"/>
                </a:ext>
              </a:extLst>
            </p:cNvPr>
            <p:cNvSpPr/>
            <p:nvPr/>
          </p:nvSpPr>
          <p:spPr>
            <a:xfrm>
              <a:off x="3005092" y="4021884"/>
              <a:ext cx="10050" cy="10950"/>
            </a:xfrm>
            <a:custGeom>
              <a:avLst/>
              <a:gdLst>
                <a:gd name="csX0" fmla="*/ 3912 w 10050"/>
                <a:gd name="csY0" fmla="*/ 669 h 10950"/>
                <a:gd name="csX1" fmla="*/ 553 w 10050"/>
                <a:gd name="csY1" fmla="*/ 1748 h 10950"/>
                <a:gd name="csX2" fmla="*/ 121 w 10050"/>
                <a:gd name="csY2" fmla="*/ 3475 h 10950"/>
                <a:gd name="csX3" fmla="*/ 1855 w 10050"/>
                <a:gd name="csY3" fmla="*/ 8886 h 10950"/>
                <a:gd name="csX4" fmla="*/ 2826 w 10050"/>
                <a:gd name="csY4" fmla="*/ 9857 h 10950"/>
                <a:gd name="csX5" fmla="*/ 8891 w 10050"/>
                <a:gd name="csY5" fmla="*/ 9209 h 10950"/>
                <a:gd name="csX6" fmla="*/ 4020 w 10050"/>
                <a:gd name="csY6" fmla="*/ 669 h 10950"/>
                <a:gd name="csX7" fmla="*/ 3912 w 10050"/>
                <a:gd name="csY7" fmla="*/ 669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50" h="10950">
                  <a:moveTo>
                    <a:pt x="3912" y="669"/>
                  </a:moveTo>
                  <a:cubicBezTo>
                    <a:pt x="2502" y="-525"/>
                    <a:pt x="991" y="-93"/>
                    <a:pt x="553" y="1748"/>
                  </a:cubicBezTo>
                  <a:lnTo>
                    <a:pt x="121" y="3475"/>
                  </a:lnTo>
                  <a:cubicBezTo>
                    <a:pt x="-311" y="5209"/>
                    <a:pt x="445" y="7698"/>
                    <a:pt x="1855" y="8886"/>
                  </a:cubicBezTo>
                  <a:lnTo>
                    <a:pt x="2826" y="9857"/>
                  </a:lnTo>
                  <a:cubicBezTo>
                    <a:pt x="5862" y="12562"/>
                    <a:pt x="8243" y="9425"/>
                    <a:pt x="8891" y="9209"/>
                  </a:cubicBezTo>
                  <a:cubicBezTo>
                    <a:pt x="12789" y="6072"/>
                    <a:pt x="5754" y="2720"/>
                    <a:pt x="4020" y="669"/>
                  </a:cubicBezTo>
                  <a:lnTo>
                    <a:pt x="3912" y="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C5EFCCEC-7330-AF89-1B4D-58B73C9CA346}"/>
                </a:ext>
              </a:extLst>
            </p:cNvPr>
            <p:cNvSpPr/>
            <p:nvPr/>
          </p:nvSpPr>
          <p:spPr>
            <a:xfrm>
              <a:off x="3178059" y="4081806"/>
              <a:ext cx="12421" cy="9308"/>
            </a:xfrm>
            <a:custGeom>
              <a:avLst/>
              <a:gdLst>
                <a:gd name="csX0" fmla="*/ 1640 w 12421"/>
                <a:gd name="csY0" fmla="*/ 5409 h 9308"/>
                <a:gd name="csX1" fmla="*/ 4885 w 12421"/>
                <a:gd name="csY1" fmla="*/ 8114 h 9308"/>
                <a:gd name="csX2" fmla="*/ 10295 w 12421"/>
                <a:gd name="csY2" fmla="*/ 8978 h 9308"/>
                <a:gd name="csX3" fmla="*/ 12029 w 12421"/>
                <a:gd name="csY3" fmla="*/ 3358 h 9308"/>
                <a:gd name="csX4" fmla="*/ 1640 w 12421"/>
                <a:gd name="csY4" fmla="*/ 5409 h 9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21" h="9308">
                  <a:moveTo>
                    <a:pt x="1640" y="5409"/>
                  </a:moveTo>
                  <a:lnTo>
                    <a:pt x="4885" y="8114"/>
                  </a:lnTo>
                  <a:cubicBezTo>
                    <a:pt x="6288" y="9302"/>
                    <a:pt x="8784" y="9632"/>
                    <a:pt x="10295" y="8978"/>
                  </a:cubicBezTo>
                  <a:cubicBezTo>
                    <a:pt x="13654" y="7467"/>
                    <a:pt x="12029" y="4006"/>
                    <a:pt x="12029" y="3358"/>
                  </a:cubicBezTo>
                  <a:cubicBezTo>
                    <a:pt x="10403" y="-2484"/>
                    <a:pt x="-4964" y="5"/>
                    <a:pt x="1640" y="54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3ECDD08-84F7-7699-E0D8-B4BA98C2CFB8}"/>
                </a:ext>
              </a:extLst>
            </p:cNvPr>
            <p:cNvSpPr/>
            <p:nvPr/>
          </p:nvSpPr>
          <p:spPr>
            <a:xfrm>
              <a:off x="2886805" y="4040445"/>
              <a:ext cx="505682" cy="411088"/>
            </a:xfrm>
            <a:custGeom>
              <a:avLst/>
              <a:gdLst>
                <a:gd name="csX0" fmla="*/ 456108 w 505682"/>
                <a:gd name="csY0" fmla="*/ 220011 h 411088"/>
                <a:gd name="csX1" fmla="*/ 451885 w 505682"/>
                <a:gd name="csY1" fmla="*/ 208765 h 411088"/>
                <a:gd name="csX2" fmla="*/ 460007 w 505682"/>
                <a:gd name="csY2" fmla="*/ 200974 h 411088"/>
                <a:gd name="csX3" fmla="*/ 479704 w 505682"/>
                <a:gd name="csY3" fmla="*/ 199138 h 411088"/>
                <a:gd name="csX4" fmla="*/ 494100 w 505682"/>
                <a:gd name="csY4" fmla="*/ 181943 h 411088"/>
                <a:gd name="csX5" fmla="*/ 475698 w 505682"/>
                <a:gd name="csY5" fmla="*/ 167991 h 411088"/>
                <a:gd name="csX6" fmla="*/ 505682 w 505682"/>
                <a:gd name="csY6" fmla="*/ 141715 h 411088"/>
                <a:gd name="csX7" fmla="*/ 483165 w 505682"/>
                <a:gd name="csY7" fmla="*/ 133066 h 411088"/>
                <a:gd name="csX8" fmla="*/ 476021 w 505682"/>
                <a:gd name="csY8" fmla="*/ 136959 h 411088"/>
                <a:gd name="csX9" fmla="*/ 468338 w 505682"/>
                <a:gd name="csY9" fmla="*/ 131333 h 411088"/>
                <a:gd name="csX10" fmla="*/ 467798 w 505682"/>
                <a:gd name="csY10" fmla="*/ 111115 h 411088"/>
                <a:gd name="csX11" fmla="*/ 456324 w 505682"/>
                <a:gd name="csY11" fmla="*/ 96192 h 411088"/>
                <a:gd name="csX12" fmla="*/ 436950 w 505682"/>
                <a:gd name="csY12" fmla="*/ 88083 h 411088"/>
                <a:gd name="csX13" fmla="*/ 434029 w 505682"/>
                <a:gd name="csY13" fmla="*/ 90782 h 411088"/>
                <a:gd name="csX14" fmla="*/ 430670 w 505682"/>
                <a:gd name="csY14" fmla="*/ 90350 h 411088"/>
                <a:gd name="csX15" fmla="*/ 417144 w 505682"/>
                <a:gd name="csY15" fmla="*/ 82889 h 411088"/>
                <a:gd name="csX16" fmla="*/ 410648 w 505682"/>
                <a:gd name="csY16" fmla="*/ 84298 h 411088"/>
                <a:gd name="csX17" fmla="*/ 406210 w 505682"/>
                <a:gd name="csY17" fmla="*/ 83752 h 411088"/>
                <a:gd name="csX18" fmla="*/ 394195 w 505682"/>
                <a:gd name="csY18" fmla="*/ 61801 h 411088"/>
                <a:gd name="csX19" fmla="*/ 408051 w 505682"/>
                <a:gd name="csY19" fmla="*/ 62239 h 411088"/>
                <a:gd name="csX20" fmla="*/ 421799 w 505682"/>
                <a:gd name="csY20" fmla="*/ 55209 h 411088"/>
                <a:gd name="csX21" fmla="*/ 397878 w 505682"/>
                <a:gd name="csY21" fmla="*/ 53260 h 411088"/>
                <a:gd name="csX22" fmla="*/ 339642 w 505682"/>
                <a:gd name="csY22" fmla="*/ 54886 h 411088"/>
                <a:gd name="csX23" fmla="*/ 339103 w 505682"/>
                <a:gd name="csY23" fmla="*/ 58778 h 411088"/>
                <a:gd name="csX24" fmla="*/ 344519 w 505682"/>
                <a:gd name="csY24" fmla="*/ 61692 h 411088"/>
                <a:gd name="csX25" fmla="*/ 352527 w 505682"/>
                <a:gd name="csY25" fmla="*/ 62239 h 411088"/>
                <a:gd name="csX26" fmla="*/ 355879 w 505682"/>
                <a:gd name="csY26" fmla="*/ 66131 h 411088"/>
                <a:gd name="csX27" fmla="*/ 352527 w 505682"/>
                <a:gd name="csY27" fmla="*/ 69262 h 411088"/>
                <a:gd name="csX28" fmla="*/ 337153 w 505682"/>
                <a:gd name="csY28" fmla="*/ 68506 h 411088"/>
                <a:gd name="csX29" fmla="*/ 328282 w 505682"/>
                <a:gd name="csY29" fmla="*/ 74240 h 411088"/>
                <a:gd name="csX30" fmla="*/ 319297 w 505682"/>
                <a:gd name="csY30" fmla="*/ 76837 h 411088"/>
                <a:gd name="csX31" fmla="*/ 312153 w 505682"/>
                <a:gd name="csY31" fmla="*/ 80184 h 411088"/>
                <a:gd name="csX32" fmla="*/ 280010 w 505682"/>
                <a:gd name="csY32" fmla="*/ 73593 h 411088"/>
                <a:gd name="csX33" fmla="*/ 269507 w 505682"/>
                <a:gd name="csY33" fmla="*/ 62994 h 411088"/>
                <a:gd name="csX34" fmla="*/ 267672 w 505682"/>
                <a:gd name="csY34" fmla="*/ 59965 h 411088"/>
                <a:gd name="csX35" fmla="*/ 243751 w 505682"/>
                <a:gd name="csY35" fmla="*/ 58346 h 411088"/>
                <a:gd name="csX36" fmla="*/ 197098 w 505682"/>
                <a:gd name="csY36" fmla="*/ 62454 h 411088"/>
                <a:gd name="csX37" fmla="*/ 191364 w 505682"/>
                <a:gd name="csY37" fmla="*/ 60397 h 411088"/>
                <a:gd name="csX38" fmla="*/ 187573 w 505682"/>
                <a:gd name="csY38" fmla="*/ 56613 h 411088"/>
                <a:gd name="csX39" fmla="*/ 187357 w 505682"/>
                <a:gd name="csY39" fmla="*/ 46014 h 411088"/>
                <a:gd name="csX40" fmla="*/ 179673 w 505682"/>
                <a:gd name="csY40" fmla="*/ 35848 h 411088"/>
                <a:gd name="csX41" fmla="*/ 162681 w 505682"/>
                <a:gd name="csY41" fmla="*/ 27523 h 411088"/>
                <a:gd name="csX42" fmla="*/ 136055 w 505682"/>
                <a:gd name="csY42" fmla="*/ 23847 h 411088"/>
                <a:gd name="csX43" fmla="*/ 121444 w 505682"/>
                <a:gd name="csY43" fmla="*/ 599 h 411088"/>
                <a:gd name="csX44" fmla="*/ 112459 w 505682"/>
                <a:gd name="csY44" fmla="*/ 9572 h 411088"/>
                <a:gd name="csX45" fmla="*/ 118085 w 505682"/>
                <a:gd name="csY45" fmla="*/ 20170 h 411088"/>
                <a:gd name="csX46" fmla="*/ 127718 w 505682"/>
                <a:gd name="csY46" fmla="*/ 22875 h 411088"/>
                <a:gd name="csX47" fmla="*/ 128372 w 505682"/>
                <a:gd name="csY47" fmla="*/ 31200 h 411088"/>
                <a:gd name="csX48" fmla="*/ 112890 w 505682"/>
                <a:gd name="csY48" fmla="*/ 32171 h 411088"/>
                <a:gd name="csX49" fmla="*/ 67215 w 505682"/>
                <a:gd name="csY49" fmla="*/ 50015 h 411088"/>
                <a:gd name="csX50" fmla="*/ 69488 w 505682"/>
                <a:gd name="csY50" fmla="*/ 66563 h 411088"/>
                <a:gd name="csX51" fmla="*/ 82150 w 505682"/>
                <a:gd name="csY51" fmla="*/ 91328 h 411088"/>
                <a:gd name="csX52" fmla="*/ 80099 w 505682"/>
                <a:gd name="csY52" fmla="*/ 107870 h 411088"/>
                <a:gd name="csX53" fmla="*/ 70028 w 505682"/>
                <a:gd name="csY53" fmla="*/ 115439 h 411088"/>
                <a:gd name="csX54" fmla="*/ 57042 w 505682"/>
                <a:gd name="csY54" fmla="*/ 111546 h 411088"/>
                <a:gd name="csX55" fmla="*/ 54877 w 505682"/>
                <a:gd name="csY55" fmla="*/ 102790 h 411088"/>
                <a:gd name="csX56" fmla="*/ 44488 w 505682"/>
                <a:gd name="csY56" fmla="*/ 85486 h 411088"/>
                <a:gd name="csX57" fmla="*/ 58338 w 505682"/>
                <a:gd name="csY57" fmla="*/ 59102 h 411088"/>
                <a:gd name="csX58" fmla="*/ 56826 w 505682"/>
                <a:gd name="csY58" fmla="*/ 45043 h 411088"/>
                <a:gd name="csX59" fmla="*/ 56718 w 505682"/>
                <a:gd name="csY59" fmla="*/ 26660 h 411088"/>
                <a:gd name="csX60" fmla="*/ 61805 w 505682"/>
                <a:gd name="csY60" fmla="*/ 21688 h 411088"/>
                <a:gd name="csX61" fmla="*/ 71222 w 505682"/>
                <a:gd name="csY61" fmla="*/ 16385 h 411088"/>
                <a:gd name="csX62" fmla="*/ 78581 w 505682"/>
                <a:gd name="csY62" fmla="*/ 7521 h 411088"/>
                <a:gd name="csX63" fmla="*/ 47301 w 505682"/>
                <a:gd name="csY63" fmla="*/ 13680 h 411088"/>
                <a:gd name="csX64" fmla="*/ 37236 w 505682"/>
                <a:gd name="csY64" fmla="*/ 37150 h 411088"/>
                <a:gd name="csX65" fmla="*/ 28791 w 505682"/>
                <a:gd name="csY65" fmla="*/ 39309 h 411088"/>
                <a:gd name="csX66" fmla="*/ 14072 w 505682"/>
                <a:gd name="csY66" fmla="*/ 63858 h 411088"/>
                <a:gd name="csX67" fmla="*/ 11367 w 505682"/>
                <a:gd name="csY67" fmla="*/ 85270 h 411088"/>
                <a:gd name="csX68" fmla="*/ 0 w 505682"/>
                <a:gd name="csY68" fmla="*/ 114036 h 411088"/>
                <a:gd name="csX69" fmla="*/ 20352 w 505682"/>
                <a:gd name="csY69" fmla="*/ 113280 h 411088"/>
                <a:gd name="csX70" fmla="*/ 23813 w 505682"/>
                <a:gd name="csY70" fmla="*/ 132635 h 411088"/>
                <a:gd name="csX71" fmla="*/ 34423 w 505682"/>
                <a:gd name="csY71" fmla="*/ 140960 h 411088"/>
                <a:gd name="csX72" fmla="*/ 35395 w 505682"/>
                <a:gd name="csY72" fmla="*/ 152206 h 411088"/>
                <a:gd name="csX73" fmla="*/ 31280 w 505682"/>
                <a:gd name="csY73" fmla="*/ 159667 h 411088"/>
                <a:gd name="csX74" fmla="*/ 32690 w 505682"/>
                <a:gd name="csY74" fmla="*/ 177402 h 411088"/>
                <a:gd name="csX75" fmla="*/ 41021 w 505682"/>
                <a:gd name="csY75" fmla="*/ 178482 h 411088"/>
                <a:gd name="csX76" fmla="*/ 48597 w 505682"/>
                <a:gd name="csY76" fmla="*/ 192325 h 411088"/>
                <a:gd name="csX77" fmla="*/ 79121 w 505682"/>
                <a:gd name="csY77" fmla="*/ 194490 h 411088"/>
                <a:gd name="csX78" fmla="*/ 95466 w 505682"/>
                <a:gd name="csY78" fmla="*/ 188217 h 411088"/>
                <a:gd name="csX79" fmla="*/ 111271 w 505682"/>
                <a:gd name="csY79" fmla="*/ 195030 h 411088"/>
                <a:gd name="csX80" fmla="*/ 117005 w 505682"/>
                <a:gd name="csY80" fmla="*/ 192865 h 411088"/>
                <a:gd name="csX81" fmla="*/ 147961 w 505682"/>
                <a:gd name="csY81" fmla="*/ 228983 h 411088"/>
                <a:gd name="csX82" fmla="*/ 159328 w 505682"/>
                <a:gd name="csY82" fmla="*/ 221954 h 411088"/>
                <a:gd name="csX83" fmla="*/ 195910 w 505682"/>
                <a:gd name="csY83" fmla="*/ 223580 h 411088"/>
                <a:gd name="csX84" fmla="*/ 200457 w 505682"/>
                <a:gd name="csY84" fmla="*/ 216658 h 411088"/>
                <a:gd name="csX85" fmla="*/ 214852 w 505682"/>
                <a:gd name="csY85" fmla="*/ 217090 h 411088"/>
                <a:gd name="csX86" fmla="*/ 219831 w 505682"/>
                <a:gd name="csY86" fmla="*/ 229631 h 411088"/>
                <a:gd name="csX87" fmla="*/ 211601 w 505682"/>
                <a:gd name="csY87" fmla="*/ 239042 h 411088"/>
                <a:gd name="csX88" fmla="*/ 212579 w 505682"/>
                <a:gd name="csY88" fmla="*/ 247366 h 411088"/>
                <a:gd name="csX89" fmla="*/ 203270 w 505682"/>
                <a:gd name="csY89" fmla="*/ 256561 h 411088"/>
                <a:gd name="csX90" fmla="*/ 202838 w 505682"/>
                <a:gd name="csY90" fmla="*/ 276024 h 411088"/>
                <a:gd name="csX91" fmla="*/ 211601 w 505682"/>
                <a:gd name="csY91" fmla="*/ 297436 h 411088"/>
                <a:gd name="csX92" fmla="*/ 224377 w 505682"/>
                <a:gd name="csY92" fmla="*/ 310625 h 411088"/>
                <a:gd name="csX93" fmla="*/ 203810 w 505682"/>
                <a:gd name="csY93" fmla="*/ 333339 h 411088"/>
                <a:gd name="csX94" fmla="*/ 217126 w 505682"/>
                <a:gd name="csY94" fmla="*/ 335390 h 411088"/>
                <a:gd name="csX95" fmla="*/ 232277 w 505682"/>
                <a:gd name="csY95" fmla="*/ 338311 h 411088"/>
                <a:gd name="csX96" fmla="*/ 244291 w 505682"/>
                <a:gd name="csY96" fmla="*/ 391950 h 411088"/>
                <a:gd name="csX97" fmla="*/ 259442 w 505682"/>
                <a:gd name="csY97" fmla="*/ 406440 h 411088"/>
                <a:gd name="csX98" fmla="*/ 277082 w 505682"/>
                <a:gd name="csY98" fmla="*/ 391734 h 411088"/>
                <a:gd name="csX99" fmla="*/ 287693 w 505682"/>
                <a:gd name="csY99" fmla="*/ 398979 h 411088"/>
                <a:gd name="csX100" fmla="*/ 286830 w 505682"/>
                <a:gd name="csY100" fmla="*/ 411089 h 411088"/>
                <a:gd name="csX101" fmla="*/ 302952 w 505682"/>
                <a:gd name="csY101" fmla="*/ 409463 h 411088"/>
                <a:gd name="csX102" fmla="*/ 315944 w 505682"/>
                <a:gd name="csY102" fmla="*/ 391296 h 411088"/>
                <a:gd name="csX103" fmla="*/ 325901 w 505682"/>
                <a:gd name="csY103" fmla="*/ 384705 h 411088"/>
                <a:gd name="csX104" fmla="*/ 335210 w 505682"/>
                <a:gd name="csY104" fmla="*/ 386971 h 411088"/>
                <a:gd name="csX105" fmla="*/ 347872 w 505682"/>
                <a:gd name="csY105" fmla="*/ 370861 h 411088"/>
                <a:gd name="csX106" fmla="*/ 370275 w 505682"/>
                <a:gd name="csY106" fmla="*/ 363724 h 411088"/>
                <a:gd name="csX107" fmla="*/ 372116 w 505682"/>
                <a:gd name="csY107" fmla="*/ 351722 h 411088"/>
                <a:gd name="csX108" fmla="*/ 347872 w 505682"/>
                <a:gd name="csY108" fmla="*/ 349557 h 411088"/>
                <a:gd name="csX109" fmla="*/ 350146 w 505682"/>
                <a:gd name="csY109" fmla="*/ 349881 h 411088"/>
                <a:gd name="csX110" fmla="*/ 339865 w 505682"/>
                <a:gd name="csY110" fmla="*/ 336692 h 411088"/>
                <a:gd name="csX111" fmla="*/ 340189 w 505682"/>
                <a:gd name="csY111" fmla="*/ 322525 h 411088"/>
                <a:gd name="csX112" fmla="*/ 315728 w 505682"/>
                <a:gd name="csY112" fmla="*/ 296573 h 411088"/>
                <a:gd name="csX113" fmla="*/ 332937 w 505682"/>
                <a:gd name="csY113" fmla="*/ 292680 h 411088"/>
                <a:gd name="csX114" fmla="*/ 347440 w 505682"/>
                <a:gd name="csY114" fmla="*/ 299595 h 411088"/>
                <a:gd name="csX115" fmla="*/ 355772 w 505682"/>
                <a:gd name="csY115" fmla="*/ 306949 h 411088"/>
                <a:gd name="csX116" fmla="*/ 373634 w 505682"/>
                <a:gd name="csY116" fmla="*/ 305545 h 411088"/>
                <a:gd name="csX117" fmla="*/ 388461 w 505682"/>
                <a:gd name="csY117" fmla="*/ 320360 h 411088"/>
                <a:gd name="csX118" fmla="*/ 400152 w 505682"/>
                <a:gd name="csY118" fmla="*/ 315820 h 411088"/>
                <a:gd name="csX119" fmla="*/ 400476 w 505682"/>
                <a:gd name="csY119" fmla="*/ 302517 h 411088"/>
                <a:gd name="csX120" fmla="*/ 414547 w 505682"/>
                <a:gd name="csY120" fmla="*/ 295487 h 411088"/>
                <a:gd name="csX121" fmla="*/ 423526 w 505682"/>
                <a:gd name="csY121" fmla="*/ 299056 h 411088"/>
                <a:gd name="csX122" fmla="*/ 439979 w 505682"/>
                <a:gd name="csY122" fmla="*/ 294191 h 411088"/>
                <a:gd name="csX123" fmla="*/ 443878 w 505682"/>
                <a:gd name="csY123" fmla="*/ 285759 h 411088"/>
                <a:gd name="csX124" fmla="*/ 460654 w 505682"/>
                <a:gd name="csY124" fmla="*/ 285435 h 411088"/>
                <a:gd name="csX125" fmla="*/ 475698 w 505682"/>
                <a:gd name="csY125" fmla="*/ 269750 h 411088"/>
                <a:gd name="csX126" fmla="*/ 471913 w 505682"/>
                <a:gd name="csY126" fmla="*/ 259806 h 411088"/>
                <a:gd name="csX127" fmla="*/ 446151 w 505682"/>
                <a:gd name="csY127" fmla="*/ 231581 h 411088"/>
                <a:gd name="csX128" fmla="*/ 456755 w 505682"/>
                <a:gd name="csY128" fmla="*/ 219357 h 411088"/>
                <a:gd name="csX129" fmla="*/ 456108 w 505682"/>
                <a:gd name="csY129" fmla="*/ 220011 h 41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505682" h="411088">
                  <a:moveTo>
                    <a:pt x="456108" y="220011"/>
                  </a:moveTo>
                  <a:lnTo>
                    <a:pt x="451885" y="208765"/>
                  </a:lnTo>
                  <a:lnTo>
                    <a:pt x="460007" y="200974"/>
                  </a:lnTo>
                  <a:lnTo>
                    <a:pt x="479704" y="199138"/>
                  </a:lnTo>
                  <a:lnTo>
                    <a:pt x="494100" y="181943"/>
                  </a:lnTo>
                  <a:lnTo>
                    <a:pt x="475698" y="167991"/>
                  </a:lnTo>
                  <a:lnTo>
                    <a:pt x="505682" y="141715"/>
                  </a:lnTo>
                  <a:cubicBezTo>
                    <a:pt x="486956" y="131009"/>
                    <a:pt x="485439" y="130146"/>
                    <a:pt x="483165" y="133066"/>
                  </a:cubicBezTo>
                  <a:cubicBezTo>
                    <a:pt x="482517" y="133606"/>
                    <a:pt x="480244" y="138254"/>
                    <a:pt x="476021" y="136959"/>
                  </a:cubicBezTo>
                  <a:cubicBezTo>
                    <a:pt x="474294" y="136096"/>
                    <a:pt x="468014" y="135988"/>
                    <a:pt x="468338" y="131333"/>
                  </a:cubicBezTo>
                  <a:cubicBezTo>
                    <a:pt x="469309" y="118900"/>
                    <a:pt x="470288" y="114899"/>
                    <a:pt x="467798" y="111115"/>
                  </a:cubicBezTo>
                  <a:cubicBezTo>
                    <a:pt x="461842" y="102028"/>
                    <a:pt x="460223" y="98465"/>
                    <a:pt x="456324" y="96192"/>
                  </a:cubicBezTo>
                  <a:cubicBezTo>
                    <a:pt x="441280" y="87651"/>
                    <a:pt x="436410" y="83752"/>
                    <a:pt x="436950" y="88083"/>
                  </a:cubicBezTo>
                  <a:cubicBezTo>
                    <a:pt x="437166" y="89811"/>
                    <a:pt x="435870" y="90998"/>
                    <a:pt x="434029" y="90782"/>
                  </a:cubicBezTo>
                  <a:lnTo>
                    <a:pt x="430670" y="90350"/>
                  </a:lnTo>
                  <a:cubicBezTo>
                    <a:pt x="425476" y="89811"/>
                    <a:pt x="416604" y="82457"/>
                    <a:pt x="417144" y="82889"/>
                  </a:cubicBezTo>
                  <a:cubicBezTo>
                    <a:pt x="413893" y="80622"/>
                    <a:pt x="410108" y="84514"/>
                    <a:pt x="410648" y="84298"/>
                  </a:cubicBezTo>
                  <a:cubicBezTo>
                    <a:pt x="409239" y="85486"/>
                    <a:pt x="407295" y="85270"/>
                    <a:pt x="406210" y="83752"/>
                  </a:cubicBezTo>
                  <a:cubicBezTo>
                    <a:pt x="393008" y="64614"/>
                    <a:pt x="389649" y="61692"/>
                    <a:pt x="394195" y="61801"/>
                  </a:cubicBezTo>
                  <a:lnTo>
                    <a:pt x="408051" y="62239"/>
                  </a:lnTo>
                  <a:cubicBezTo>
                    <a:pt x="412058" y="62454"/>
                    <a:pt x="427749" y="55749"/>
                    <a:pt x="421799" y="55209"/>
                  </a:cubicBezTo>
                  <a:lnTo>
                    <a:pt x="397878" y="53260"/>
                  </a:lnTo>
                  <a:cubicBezTo>
                    <a:pt x="392030" y="52828"/>
                    <a:pt x="339103" y="54886"/>
                    <a:pt x="339642" y="54886"/>
                  </a:cubicBezTo>
                  <a:cubicBezTo>
                    <a:pt x="335750" y="54993"/>
                    <a:pt x="339319" y="59426"/>
                    <a:pt x="339103" y="58778"/>
                  </a:cubicBezTo>
                  <a:cubicBezTo>
                    <a:pt x="340189" y="60289"/>
                    <a:pt x="342678" y="61585"/>
                    <a:pt x="344519" y="61692"/>
                  </a:cubicBezTo>
                  <a:lnTo>
                    <a:pt x="352527" y="62239"/>
                  </a:lnTo>
                  <a:cubicBezTo>
                    <a:pt x="355987" y="62454"/>
                    <a:pt x="356203" y="66671"/>
                    <a:pt x="355879" y="66131"/>
                  </a:cubicBezTo>
                  <a:cubicBezTo>
                    <a:pt x="355879" y="67967"/>
                    <a:pt x="354368" y="69376"/>
                    <a:pt x="352527" y="69262"/>
                  </a:cubicBezTo>
                  <a:lnTo>
                    <a:pt x="337153" y="68506"/>
                  </a:lnTo>
                  <a:cubicBezTo>
                    <a:pt x="331959" y="68290"/>
                    <a:pt x="333477" y="74132"/>
                    <a:pt x="328282" y="74240"/>
                  </a:cubicBezTo>
                  <a:cubicBezTo>
                    <a:pt x="327304" y="74456"/>
                    <a:pt x="322434" y="73700"/>
                    <a:pt x="319297" y="76837"/>
                  </a:cubicBezTo>
                  <a:cubicBezTo>
                    <a:pt x="318649" y="77269"/>
                    <a:pt x="316376" y="80838"/>
                    <a:pt x="312153" y="80184"/>
                  </a:cubicBezTo>
                  <a:cubicBezTo>
                    <a:pt x="286938" y="76075"/>
                    <a:pt x="283902" y="76183"/>
                    <a:pt x="280010" y="73593"/>
                  </a:cubicBezTo>
                  <a:cubicBezTo>
                    <a:pt x="274923" y="69592"/>
                    <a:pt x="267018" y="67535"/>
                    <a:pt x="269507" y="62994"/>
                  </a:cubicBezTo>
                  <a:cubicBezTo>
                    <a:pt x="270377" y="61477"/>
                    <a:pt x="269507" y="60073"/>
                    <a:pt x="267672" y="59965"/>
                  </a:cubicBezTo>
                  <a:lnTo>
                    <a:pt x="243751" y="58346"/>
                  </a:lnTo>
                  <a:cubicBezTo>
                    <a:pt x="238011" y="57908"/>
                    <a:pt x="196450" y="62563"/>
                    <a:pt x="197098" y="62454"/>
                  </a:cubicBezTo>
                  <a:cubicBezTo>
                    <a:pt x="195256" y="62670"/>
                    <a:pt x="192659" y="61692"/>
                    <a:pt x="191364" y="60397"/>
                  </a:cubicBezTo>
                  <a:lnTo>
                    <a:pt x="187573" y="56613"/>
                  </a:lnTo>
                  <a:cubicBezTo>
                    <a:pt x="184004" y="53152"/>
                    <a:pt x="189846" y="50447"/>
                    <a:pt x="187357" y="46014"/>
                  </a:cubicBezTo>
                  <a:cubicBezTo>
                    <a:pt x="185083" y="41906"/>
                    <a:pt x="183350" y="38013"/>
                    <a:pt x="179673" y="35848"/>
                  </a:cubicBezTo>
                  <a:cubicBezTo>
                    <a:pt x="170148" y="30120"/>
                    <a:pt x="167119" y="27631"/>
                    <a:pt x="162681" y="27523"/>
                  </a:cubicBezTo>
                  <a:cubicBezTo>
                    <a:pt x="139624" y="26983"/>
                    <a:pt x="137897" y="27739"/>
                    <a:pt x="136055" y="23847"/>
                  </a:cubicBezTo>
                  <a:cubicBezTo>
                    <a:pt x="125660" y="1787"/>
                    <a:pt x="125228" y="-1674"/>
                    <a:pt x="121444" y="599"/>
                  </a:cubicBezTo>
                  <a:cubicBezTo>
                    <a:pt x="118193" y="3082"/>
                    <a:pt x="111379" y="4600"/>
                    <a:pt x="112459" y="9572"/>
                  </a:cubicBezTo>
                  <a:cubicBezTo>
                    <a:pt x="113646" y="13033"/>
                    <a:pt x="112782" y="20386"/>
                    <a:pt x="118085" y="20170"/>
                  </a:cubicBezTo>
                  <a:cubicBezTo>
                    <a:pt x="120034" y="20386"/>
                    <a:pt x="125660" y="18551"/>
                    <a:pt x="127718" y="22875"/>
                  </a:cubicBezTo>
                  <a:cubicBezTo>
                    <a:pt x="128372" y="25034"/>
                    <a:pt x="133350" y="31200"/>
                    <a:pt x="128372" y="31200"/>
                  </a:cubicBezTo>
                  <a:cubicBezTo>
                    <a:pt x="121552" y="31200"/>
                    <a:pt x="117113" y="30876"/>
                    <a:pt x="112890" y="32171"/>
                  </a:cubicBezTo>
                  <a:cubicBezTo>
                    <a:pt x="68517" y="46338"/>
                    <a:pt x="66999" y="45367"/>
                    <a:pt x="67215" y="50015"/>
                  </a:cubicBezTo>
                  <a:cubicBezTo>
                    <a:pt x="67539" y="57692"/>
                    <a:pt x="67215" y="62670"/>
                    <a:pt x="69488" y="66563"/>
                  </a:cubicBezTo>
                  <a:cubicBezTo>
                    <a:pt x="79661" y="83861"/>
                    <a:pt x="82150" y="86889"/>
                    <a:pt x="82150" y="91328"/>
                  </a:cubicBezTo>
                  <a:cubicBezTo>
                    <a:pt x="82150" y="102136"/>
                    <a:pt x="82696" y="104841"/>
                    <a:pt x="80099" y="107870"/>
                  </a:cubicBezTo>
                  <a:cubicBezTo>
                    <a:pt x="77495" y="110359"/>
                    <a:pt x="75114" y="115655"/>
                    <a:pt x="70028" y="115439"/>
                  </a:cubicBezTo>
                  <a:cubicBezTo>
                    <a:pt x="64834" y="114683"/>
                    <a:pt x="56934" y="116842"/>
                    <a:pt x="57042" y="111546"/>
                  </a:cubicBezTo>
                  <a:cubicBezTo>
                    <a:pt x="56934" y="110683"/>
                    <a:pt x="57690" y="106142"/>
                    <a:pt x="54877" y="102790"/>
                  </a:cubicBezTo>
                  <a:cubicBezTo>
                    <a:pt x="44920" y="90998"/>
                    <a:pt x="42323" y="89163"/>
                    <a:pt x="44488" y="85486"/>
                  </a:cubicBezTo>
                  <a:cubicBezTo>
                    <a:pt x="55848" y="66563"/>
                    <a:pt x="58338" y="63858"/>
                    <a:pt x="58338" y="59102"/>
                  </a:cubicBezTo>
                  <a:cubicBezTo>
                    <a:pt x="58338" y="53152"/>
                    <a:pt x="58776" y="48936"/>
                    <a:pt x="56826" y="45043"/>
                  </a:cubicBezTo>
                  <a:cubicBezTo>
                    <a:pt x="50438" y="32718"/>
                    <a:pt x="55093" y="30552"/>
                    <a:pt x="56718" y="26660"/>
                  </a:cubicBezTo>
                  <a:cubicBezTo>
                    <a:pt x="57150" y="26012"/>
                    <a:pt x="57798" y="22551"/>
                    <a:pt x="61805" y="21688"/>
                  </a:cubicBezTo>
                  <a:cubicBezTo>
                    <a:pt x="70682" y="19954"/>
                    <a:pt x="68409" y="19738"/>
                    <a:pt x="71222" y="16385"/>
                  </a:cubicBezTo>
                  <a:cubicBezTo>
                    <a:pt x="74682" y="12277"/>
                    <a:pt x="77064" y="9572"/>
                    <a:pt x="78581" y="7521"/>
                  </a:cubicBezTo>
                  <a:lnTo>
                    <a:pt x="47301" y="13680"/>
                  </a:lnTo>
                  <a:lnTo>
                    <a:pt x="37236" y="37150"/>
                  </a:lnTo>
                  <a:lnTo>
                    <a:pt x="28791" y="39309"/>
                  </a:lnTo>
                  <a:lnTo>
                    <a:pt x="14072" y="63858"/>
                  </a:lnTo>
                  <a:lnTo>
                    <a:pt x="11367" y="85270"/>
                  </a:lnTo>
                  <a:lnTo>
                    <a:pt x="0" y="114036"/>
                  </a:lnTo>
                  <a:lnTo>
                    <a:pt x="20352" y="113280"/>
                  </a:lnTo>
                  <a:lnTo>
                    <a:pt x="23813" y="132635"/>
                  </a:lnTo>
                  <a:lnTo>
                    <a:pt x="34423" y="140960"/>
                  </a:lnTo>
                  <a:lnTo>
                    <a:pt x="35395" y="152206"/>
                  </a:lnTo>
                  <a:lnTo>
                    <a:pt x="31280" y="159667"/>
                  </a:lnTo>
                  <a:lnTo>
                    <a:pt x="32690" y="177402"/>
                  </a:lnTo>
                  <a:lnTo>
                    <a:pt x="41021" y="178482"/>
                  </a:lnTo>
                  <a:lnTo>
                    <a:pt x="48597" y="192325"/>
                  </a:lnTo>
                  <a:lnTo>
                    <a:pt x="79121" y="194490"/>
                  </a:lnTo>
                  <a:lnTo>
                    <a:pt x="95466" y="188217"/>
                  </a:lnTo>
                  <a:lnTo>
                    <a:pt x="111271" y="195030"/>
                  </a:lnTo>
                  <a:lnTo>
                    <a:pt x="117005" y="192865"/>
                  </a:lnTo>
                  <a:lnTo>
                    <a:pt x="147961" y="228983"/>
                  </a:lnTo>
                  <a:lnTo>
                    <a:pt x="159328" y="221954"/>
                  </a:lnTo>
                  <a:lnTo>
                    <a:pt x="195910" y="223580"/>
                  </a:lnTo>
                  <a:lnTo>
                    <a:pt x="200457" y="216658"/>
                  </a:lnTo>
                  <a:lnTo>
                    <a:pt x="214852" y="217090"/>
                  </a:lnTo>
                  <a:lnTo>
                    <a:pt x="219831" y="229631"/>
                  </a:lnTo>
                  <a:lnTo>
                    <a:pt x="211601" y="239042"/>
                  </a:lnTo>
                  <a:lnTo>
                    <a:pt x="212579" y="247366"/>
                  </a:lnTo>
                  <a:lnTo>
                    <a:pt x="203270" y="256561"/>
                  </a:lnTo>
                  <a:lnTo>
                    <a:pt x="202838" y="276024"/>
                  </a:lnTo>
                  <a:lnTo>
                    <a:pt x="211601" y="297436"/>
                  </a:lnTo>
                  <a:lnTo>
                    <a:pt x="224377" y="310625"/>
                  </a:lnTo>
                  <a:lnTo>
                    <a:pt x="203810" y="333339"/>
                  </a:lnTo>
                  <a:lnTo>
                    <a:pt x="217126" y="335390"/>
                  </a:lnTo>
                  <a:lnTo>
                    <a:pt x="232277" y="338311"/>
                  </a:lnTo>
                  <a:lnTo>
                    <a:pt x="244291" y="391950"/>
                  </a:lnTo>
                  <a:lnTo>
                    <a:pt x="259442" y="406440"/>
                  </a:lnTo>
                  <a:lnTo>
                    <a:pt x="277082" y="391734"/>
                  </a:lnTo>
                  <a:lnTo>
                    <a:pt x="287693" y="398979"/>
                  </a:lnTo>
                  <a:lnTo>
                    <a:pt x="286830" y="411089"/>
                  </a:lnTo>
                  <a:lnTo>
                    <a:pt x="302952" y="409463"/>
                  </a:lnTo>
                  <a:lnTo>
                    <a:pt x="315944" y="391296"/>
                  </a:lnTo>
                  <a:lnTo>
                    <a:pt x="325901" y="384705"/>
                  </a:lnTo>
                  <a:lnTo>
                    <a:pt x="335210" y="386971"/>
                  </a:lnTo>
                  <a:lnTo>
                    <a:pt x="347872" y="370861"/>
                  </a:lnTo>
                  <a:lnTo>
                    <a:pt x="370275" y="363724"/>
                  </a:lnTo>
                  <a:lnTo>
                    <a:pt x="372116" y="351722"/>
                  </a:lnTo>
                  <a:lnTo>
                    <a:pt x="347872" y="349557"/>
                  </a:lnTo>
                  <a:lnTo>
                    <a:pt x="350146" y="349881"/>
                  </a:lnTo>
                  <a:lnTo>
                    <a:pt x="339865" y="336692"/>
                  </a:lnTo>
                  <a:lnTo>
                    <a:pt x="340189" y="322525"/>
                  </a:lnTo>
                  <a:lnTo>
                    <a:pt x="315728" y="296573"/>
                  </a:lnTo>
                  <a:lnTo>
                    <a:pt x="332937" y="292680"/>
                  </a:lnTo>
                  <a:lnTo>
                    <a:pt x="347440" y="299595"/>
                  </a:lnTo>
                  <a:lnTo>
                    <a:pt x="355772" y="306949"/>
                  </a:lnTo>
                  <a:lnTo>
                    <a:pt x="373634" y="305545"/>
                  </a:lnTo>
                  <a:lnTo>
                    <a:pt x="388461" y="320360"/>
                  </a:lnTo>
                  <a:lnTo>
                    <a:pt x="400152" y="315820"/>
                  </a:lnTo>
                  <a:lnTo>
                    <a:pt x="400476" y="302517"/>
                  </a:lnTo>
                  <a:lnTo>
                    <a:pt x="414547" y="295487"/>
                  </a:lnTo>
                  <a:lnTo>
                    <a:pt x="423526" y="299056"/>
                  </a:lnTo>
                  <a:lnTo>
                    <a:pt x="439979" y="294191"/>
                  </a:lnTo>
                  <a:lnTo>
                    <a:pt x="443878" y="285759"/>
                  </a:lnTo>
                  <a:lnTo>
                    <a:pt x="460654" y="285435"/>
                  </a:lnTo>
                  <a:lnTo>
                    <a:pt x="475698" y="269750"/>
                  </a:lnTo>
                  <a:lnTo>
                    <a:pt x="471913" y="259806"/>
                  </a:lnTo>
                  <a:lnTo>
                    <a:pt x="446151" y="231581"/>
                  </a:lnTo>
                  <a:lnTo>
                    <a:pt x="456755" y="219357"/>
                  </a:lnTo>
                  <a:lnTo>
                    <a:pt x="456108" y="2200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203A395-16BC-D1B6-4307-28DDBA7E2FD1}"/>
                </a:ext>
              </a:extLst>
            </p:cNvPr>
            <p:cNvSpPr/>
            <p:nvPr/>
          </p:nvSpPr>
          <p:spPr>
            <a:xfrm>
              <a:off x="3437293" y="5636609"/>
              <a:ext cx="203155" cy="191371"/>
            </a:xfrm>
            <a:custGeom>
              <a:avLst/>
              <a:gdLst>
                <a:gd name="csX0" fmla="*/ 31172 w 203155"/>
                <a:gd name="csY0" fmla="*/ 25412 h 191371"/>
                <a:gd name="csX1" fmla="*/ 24460 w 203155"/>
                <a:gd name="csY1" fmla="*/ 31578 h 191371"/>
                <a:gd name="csX2" fmla="*/ 19266 w 203155"/>
                <a:gd name="csY2" fmla="*/ 48990 h 191371"/>
                <a:gd name="csX3" fmla="*/ 23482 w 203155"/>
                <a:gd name="csY3" fmla="*/ 58070 h 191371"/>
                <a:gd name="csX4" fmla="*/ 14071 w 203155"/>
                <a:gd name="csY4" fmla="*/ 68345 h 191371"/>
                <a:gd name="csX5" fmla="*/ 15259 w 203155"/>
                <a:gd name="csY5" fmla="*/ 111493 h 191371"/>
                <a:gd name="csX6" fmla="*/ 5734 w 203155"/>
                <a:gd name="csY6" fmla="*/ 117221 h 191371"/>
                <a:gd name="csX7" fmla="*/ 0 w 203155"/>
                <a:gd name="csY7" fmla="*/ 136366 h 191371"/>
                <a:gd name="csX8" fmla="*/ 8547 w 203155"/>
                <a:gd name="csY8" fmla="*/ 158318 h 191371"/>
                <a:gd name="csX9" fmla="*/ 10604 w 203155"/>
                <a:gd name="csY9" fmla="*/ 159074 h 191371"/>
                <a:gd name="csX10" fmla="*/ 31604 w 203155"/>
                <a:gd name="csY10" fmla="*/ 175399 h 191371"/>
                <a:gd name="csX11" fmla="*/ 58769 w 203155"/>
                <a:gd name="csY11" fmla="*/ 178212 h 191371"/>
                <a:gd name="csX12" fmla="*/ 92539 w 203155"/>
                <a:gd name="csY12" fmla="*/ 184702 h 191371"/>
                <a:gd name="csX13" fmla="*/ 107474 w 203155"/>
                <a:gd name="csY13" fmla="*/ 188055 h 191371"/>
                <a:gd name="csX14" fmla="*/ 141573 w 203155"/>
                <a:gd name="csY14" fmla="*/ 186645 h 191371"/>
                <a:gd name="csX15" fmla="*/ 181508 w 203155"/>
                <a:gd name="csY15" fmla="*/ 169564 h 191371"/>
                <a:gd name="csX16" fmla="*/ 195472 w 203155"/>
                <a:gd name="csY16" fmla="*/ 146742 h 191371"/>
                <a:gd name="csX17" fmla="*/ 187465 w 203155"/>
                <a:gd name="csY17" fmla="*/ 135064 h 191371"/>
                <a:gd name="csX18" fmla="*/ 185083 w 203155"/>
                <a:gd name="csY18" fmla="*/ 124574 h 191371"/>
                <a:gd name="csX19" fmla="*/ 198825 w 203155"/>
                <a:gd name="csY19" fmla="*/ 103276 h 191371"/>
                <a:gd name="csX20" fmla="*/ 203155 w 203155"/>
                <a:gd name="csY20" fmla="*/ 100031 h 191371"/>
                <a:gd name="csX21" fmla="*/ 188976 w 203155"/>
                <a:gd name="csY21" fmla="*/ 91592 h 191371"/>
                <a:gd name="csX22" fmla="*/ 178695 w 203155"/>
                <a:gd name="csY22" fmla="*/ 72022 h 191371"/>
                <a:gd name="csX23" fmla="*/ 165055 w 203155"/>
                <a:gd name="csY23" fmla="*/ 67697 h 191371"/>
                <a:gd name="csX24" fmla="*/ 149472 w 203155"/>
                <a:gd name="csY24" fmla="*/ 50178 h 191371"/>
                <a:gd name="csX25" fmla="*/ 129883 w 203155"/>
                <a:gd name="csY25" fmla="*/ 44882 h 191371"/>
                <a:gd name="csX26" fmla="*/ 111696 w 203155"/>
                <a:gd name="csY26" fmla="*/ 26384 h 191371"/>
                <a:gd name="csX27" fmla="*/ 103905 w 203155"/>
                <a:gd name="csY27" fmla="*/ 36226 h 191371"/>
                <a:gd name="csX28" fmla="*/ 87668 w 203155"/>
                <a:gd name="csY28" fmla="*/ 30283 h 191371"/>
                <a:gd name="csX29" fmla="*/ 91675 w 203155"/>
                <a:gd name="csY29" fmla="*/ 18167 h 191371"/>
                <a:gd name="csX30" fmla="*/ 73165 w 203155"/>
                <a:gd name="csY30" fmla="*/ 0 h 191371"/>
                <a:gd name="csX31" fmla="*/ 63100 w 203155"/>
                <a:gd name="csY31" fmla="*/ 0 h 191371"/>
                <a:gd name="csX32" fmla="*/ 55632 w 203155"/>
                <a:gd name="csY32" fmla="*/ 6705 h 191371"/>
                <a:gd name="csX33" fmla="*/ 35389 w 203155"/>
                <a:gd name="csY33" fmla="*/ 546 h 191371"/>
                <a:gd name="csX34" fmla="*/ 27381 w 203155"/>
                <a:gd name="csY34" fmla="*/ 13195 h 191371"/>
                <a:gd name="csX35" fmla="*/ 31064 w 203155"/>
                <a:gd name="csY35" fmla="*/ 25521 h 191371"/>
                <a:gd name="csX36" fmla="*/ 31172 w 203155"/>
                <a:gd name="csY36" fmla="*/ 25412 h 191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03155" h="191371">
                  <a:moveTo>
                    <a:pt x="31172" y="25412"/>
                  </a:moveTo>
                  <a:lnTo>
                    <a:pt x="24460" y="31578"/>
                  </a:lnTo>
                  <a:lnTo>
                    <a:pt x="19266" y="48990"/>
                  </a:lnTo>
                  <a:lnTo>
                    <a:pt x="23482" y="58070"/>
                  </a:lnTo>
                  <a:lnTo>
                    <a:pt x="14071" y="68345"/>
                  </a:lnTo>
                  <a:lnTo>
                    <a:pt x="15259" y="111493"/>
                  </a:lnTo>
                  <a:lnTo>
                    <a:pt x="5734" y="117221"/>
                  </a:lnTo>
                  <a:lnTo>
                    <a:pt x="0" y="136366"/>
                  </a:lnTo>
                  <a:lnTo>
                    <a:pt x="8547" y="158318"/>
                  </a:lnTo>
                  <a:cubicBezTo>
                    <a:pt x="9201" y="158096"/>
                    <a:pt x="9849" y="158318"/>
                    <a:pt x="10604" y="159074"/>
                  </a:cubicBezTo>
                  <a:cubicBezTo>
                    <a:pt x="25647" y="172802"/>
                    <a:pt x="27165" y="175076"/>
                    <a:pt x="31604" y="175399"/>
                  </a:cubicBezTo>
                  <a:cubicBezTo>
                    <a:pt x="51949" y="176593"/>
                    <a:pt x="54654" y="176155"/>
                    <a:pt x="58769" y="178212"/>
                  </a:cubicBezTo>
                  <a:cubicBezTo>
                    <a:pt x="87560" y="192703"/>
                    <a:pt x="88424" y="186645"/>
                    <a:pt x="92539" y="184702"/>
                  </a:cubicBezTo>
                  <a:cubicBezTo>
                    <a:pt x="100984" y="180594"/>
                    <a:pt x="103473" y="187077"/>
                    <a:pt x="107474" y="188055"/>
                  </a:cubicBezTo>
                  <a:cubicBezTo>
                    <a:pt x="136265" y="195085"/>
                    <a:pt x="137674" y="189135"/>
                    <a:pt x="141573" y="186645"/>
                  </a:cubicBezTo>
                  <a:cubicBezTo>
                    <a:pt x="179127" y="163290"/>
                    <a:pt x="179235" y="173348"/>
                    <a:pt x="181508" y="169564"/>
                  </a:cubicBezTo>
                  <a:cubicBezTo>
                    <a:pt x="190602" y="154095"/>
                    <a:pt x="192983" y="149447"/>
                    <a:pt x="195472" y="146742"/>
                  </a:cubicBezTo>
                  <a:lnTo>
                    <a:pt x="187465" y="135064"/>
                  </a:lnTo>
                  <a:cubicBezTo>
                    <a:pt x="185515" y="133553"/>
                    <a:pt x="185947" y="127711"/>
                    <a:pt x="185083" y="124574"/>
                  </a:cubicBezTo>
                  <a:cubicBezTo>
                    <a:pt x="184213" y="118523"/>
                    <a:pt x="196119" y="105003"/>
                    <a:pt x="198825" y="103276"/>
                  </a:cubicBezTo>
                  <a:cubicBezTo>
                    <a:pt x="198393" y="103600"/>
                    <a:pt x="200990" y="102298"/>
                    <a:pt x="203155" y="100031"/>
                  </a:cubicBezTo>
                  <a:lnTo>
                    <a:pt x="188976" y="91592"/>
                  </a:lnTo>
                  <a:lnTo>
                    <a:pt x="178695" y="72022"/>
                  </a:lnTo>
                  <a:lnTo>
                    <a:pt x="165055" y="67697"/>
                  </a:lnTo>
                  <a:lnTo>
                    <a:pt x="149472" y="50178"/>
                  </a:lnTo>
                  <a:lnTo>
                    <a:pt x="129883" y="44882"/>
                  </a:lnTo>
                  <a:lnTo>
                    <a:pt x="111696" y="26384"/>
                  </a:lnTo>
                  <a:lnTo>
                    <a:pt x="103905" y="36226"/>
                  </a:lnTo>
                  <a:lnTo>
                    <a:pt x="87668" y="30283"/>
                  </a:lnTo>
                  <a:lnTo>
                    <a:pt x="91675" y="18167"/>
                  </a:lnTo>
                  <a:lnTo>
                    <a:pt x="73165" y="0"/>
                  </a:lnTo>
                  <a:lnTo>
                    <a:pt x="63100" y="0"/>
                  </a:lnTo>
                  <a:lnTo>
                    <a:pt x="55632" y="6705"/>
                  </a:lnTo>
                  <a:lnTo>
                    <a:pt x="35389" y="546"/>
                  </a:lnTo>
                  <a:lnTo>
                    <a:pt x="27381" y="13195"/>
                  </a:lnTo>
                  <a:lnTo>
                    <a:pt x="31064" y="25521"/>
                  </a:lnTo>
                  <a:lnTo>
                    <a:pt x="31172" y="25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BAE4564-C309-6592-9E2C-5D2AA851BD0F}"/>
                </a:ext>
              </a:extLst>
            </p:cNvPr>
            <p:cNvSpPr/>
            <p:nvPr/>
          </p:nvSpPr>
          <p:spPr>
            <a:xfrm>
              <a:off x="3457105" y="4270394"/>
              <a:ext cx="152933" cy="139071"/>
            </a:xfrm>
            <a:custGeom>
              <a:avLst/>
              <a:gdLst>
                <a:gd name="csX0" fmla="*/ 144062 w 152933"/>
                <a:gd name="csY0" fmla="*/ 120580 h 139071"/>
                <a:gd name="csX1" fmla="*/ 144062 w 152933"/>
                <a:gd name="csY1" fmla="*/ 105010 h 139071"/>
                <a:gd name="csX2" fmla="*/ 152933 w 152933"/>
                <a:gd name="csY2" fmla="*/ 97441 h 139071"/>
                <a:gd name="csX3" fmla="*/ 152933 w 152933"/>
                <a:gd name="csY3" fmla="*/ 89116 h 139071"/>
                <a:gd name="csX4" fmla="*/ 138868 w 152933"/>
                <a:gd name="csY4" fmla="*/ 71056 h 139071"/>
                <a:gd name="csX5" fmla="*/ 135185 w 152933"/>
                <a:gd name="csY5" fmla="*/ 37319 h 139071"/>
                <a:gd name="csX6" fmla="*/ 152717 w 152933"/>
                <a:gd name="csY6" fmla="*/ 10604 h 139071"/>
                <a:gd name="csX7" fmla="*/ 117221 w 152933"/>
                <a:gd name="csY7" fmla="*/ 13 h 139071"/>
                <a:gd name="csX8" fmla="*/ 84963 w 152933"/>
                <a:gd name="csY8" fmla="*/ 2496 h 139071"/>
                <a:gd name="csX9" fmla="*/ 72841 w 152933"/>
                <a:gd name="csY9" fmla="*/ 6712 h 139071"/>
                <a:gd name="csX10" fmla="*/ 45136 w 152933"/>
                <a:gd name="csY10" fmla="*/ 2280 h 139071"/>
                <a:gd name="csX11" fmla="*/ 34849 w 152933"/>
                <a:gd name="csY11" fmla="*/ 6820 h 139071"/>
                <a:gd name="csX12" fmla="*/ 28251 w 152933"/>
                <a:gd name="csY12" fmla="*/ 23800 h 139071"/>
                <a:gd name="csX13" fmla="*/ 30740 w 152933"/>
                <a:gd name="csY13" fmla="*/ 31801 h 139071"/>
                <a:gd name="csX14" fmla="*/ 28251 w 152933"/>
                <a:gd name="csY14" fmla="*/ 39046 h 139071"/>
                <a:gd name="csX15" fmla="*/ 13963 w 152933"/>
                <a:gd name="csY15" fmla="*/ 36779 h 139071"/>
                <a:gd name="csX16" fmla="*/ 4763 w 152933"/>
                <a:gd name="csY16" fmla="*/ 45428 h 139071"/>
                <a:gd name="csX17" fmla="*/ 7576 w 152933"/>
                <a:gd name="csY17" fmla="*/ 52025 h 139071"/>
                <a:gd name="csX18" fmla="*/ 0 w 152933"/>
                <a:gd name="csY18" fmla="*/ 72676 h 139071"/>
                <a:gd name="csX19" fmla="*/ 16123 w 152933"/>
                <a:gd name="csY19" fmla="*/ 98844 h 139071"/>
                <a:gd name="csX20" fmla="*/ 28899 w 152933"/>
                <a:gd name="csY20" fmla="*/ 98844 h 139071"/>
                <a:gd name="csX21" fmla="*/ 42532 w 152933"/>
                <a:gd name="csY21" fmla="*/ 121450 h 139071"/>
                <a:gd name="csX22" fmla="*/ 55308 w 152933"/>
                <a:gd name="csY22" fmla="*/ 128150 h 139071"/>
                <a:gd name="csX23" fmla="*/ 63748 w 152933"/>
                <a:gd name="csY23" fmla="*/ 139071 h 139071"/>
                <a:gd name="csX24" fmla="*/ 79661 w 152933"/>
                <a:gd name="csY24" fmla="*/ 139071 h 139071"/>
                <a:gd name="csX25" fmla="*/ 79661 w 152933"/>
                <a:gd name="csY25" fmla="*/ 118529 h 139071"/>
                <a:gd name="csX26" fmla="*/ 93840 w 152933"/>
                <a:gd name="csY26" fmla="*/ 122853 h 139071"/>
                <a:gd name="csX27" fmla="*/ 116459 w 152933"/>
                <a:gd name="csY27" fmla="*/ 116796 h 139071"/>
                <a:gd name="csX28" fmla="*/ 132372 w 152933"/>
                <a:gd name="csY28" fmla="*/ 125235 h 139071"/>
                <a:gd name="csX29" fmla="*/ 144278 w 152933"/>
                <a:gd name="csY29" fmla="*/ 120472 h 139071"/>
                <a:gd name="csX30" fmla="*/ 144062 w 152933"/>
                <a:gd name="csY30" fmla="*/ 120580 h 13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52933" h="139071">
                  <a:moveTo>
                    <a:pt x="144062" y="120580"/>
                  </a:moveTo>
                  <a:lnTo>
                    <a:pt x="144062" y="105010"/>
                  </a:lnTo>
                  <a:lnTo>
                    <a:pt x="152933" y="97441"/>
                  </a:lnTo>
                  <a:lnTo>
                    <a:pt x="152933" y="89116"/>
                  </a:lnTo>
                  <a:lnTo>
                    <a:pt x="138868" y="71056"/>
                  </a:lnTo>
                  <a:lnTo>
                    <a:pt x="135185" y="37319"/>
                  </a:lnTo>
                  <a:lnTo>
                    <a:pt x="152717" y="10604"/>
                  </a:lnTo>
                  <a:cubicBezTo>
                    <a:pt x="122091" y="337"/>
                    <a:pt x="121221" y="-102"/>
                    <a:pt x="117221" y="13"/>
                  </a:cubicBezTo>
                  <a:cubicBezTo>
                    <a:pt x="92107" y="769"/>
                    <a:pt x="89078" y="120"/>
                    <a:pt x="84963" y="2496"/>
                  </a:cubicBezTo>
                  <a:cubicBezTo>
                    <a:pt x="81934" y="3797"/>
                    <a:pt x="77711" y="7906"/>
                    <a:pt x="72841" y="6712"/>
                  </a:cubicBezTo>
                  <a:cubicBezTo>
                    <a:pt x="50978" y="1308"/>
                    <a:pt x="49028" y="120"/>
                    <a:pt x="45136" y="2280"/>
                  </a:cubicBezTo>
                  <a:cubicBezTo>
                    <a:pt x="41777" y="3575"/>
                    <a:pt x="37446" y="7474"/>
                    <a:pt x="34849" y="6820"/>
                  </a:cubicBezTo>
                  <a:lnTo>
                    <a:pt x="28251" y="23800"/>
                  </a:lnTo>
                  <a:lnTo>
                    <a:pt x="30740" y="31801"/>
                  </a:lnTo>
                  <a:lnTo>
                    <a:pt x="28251" y="39046"/>
                  </a:lnTo>
                  <a:lnTo>
                    <a:pt x="13963" y="36779"/>
                  </a:lnTo>
                  <a:lnTo>
                    <a:pt x="4763" y="45428"/>
                  </a:lnTo>
                  <a:lnTo>
                    <a:pt x="7576" y="52025"/>
                  </a:lnTo>
                  <a:lnTo>
                    <a:pt x="0" y="72676"/>
                  </a:lnTo>
                  <a:lnTo>
                    <a:pt x="16123" y="98844"/>
                  </a:lnTo>
                  <a:lnTo>
                    <a:pt x="28899" y="98844"/>
                  </a:lnTo>
                  <a:lnTo>
                    <a:pt x="42532" y="121450"/>
                  </a:lnTo>
                  <a:lnTo>
                    <a:pt x="55308" y="128150"/>
                  </a:lnTo>
                  <a:lnTo>
                    <a:pt x="63748" y="139071"/>
                  </a:lnTo>
                  <a:lnTo>
                    <a:pt x="79661" y="139071"/>
                  </a:lnTo>
                  <a:lnTo>
                    <a:pt x="79661" y="118529"/>
                  </a:lnTo>
                  <a:lnTo>
                    <a:pt x="93840" y="122853"/>
                  </a:lnTo>
                  <a:lnTo>
                    <a:pt x="116459" y="116796"/>
                  </a:lnTo>
                  <a:lnTo>
                    <a:pt x="132372" y="125235"/>
                  </a:lnTo>
                  <a:lnTo>
                    <a:pt x="144278" y="120472"/>
                  </a:lnTo>
                  <a:lnTo>
                    <a:pt x="144062" y="1205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76C1E05-4D2C-65D4-2419-4162B63E3845}"/>
                </a:ext>
              </a:extLst>
            </p:cNvPr>
            <p:cNvSpPr/>
            <p:nvPr/>
          </p:nvSpPr>
          <p:spPr>
            <a:xfrm>
              <a:off x="4210378" y="6786458"/>
              <a:ext cx="80093" cy="49863"/>
            </a:xfrm>
            <a:custGeom>
              <a:avLst/>
              <a:gdLst>
                <a:gd name="csX0" fmla="*/ 72563 w 80093"/>
                <a:gd name="csY0" fmla="*/ 29505 h 49863"/>
                <a:gd name="csX1" fmla="*/ 64010 w 80093"/>
                <a:gd name="csY1" fmla="*/ 18456 h 49863"/>
                <a:gd name="csX2" fmla="*/ 57190 w 80093"/>
                <a:gd name="csY2" fmla="*/ 15471 h 49863"/>
                <a:gd name="csX3" fmla="*/ 48211 w 80093"/>
                <a:gd name="csY3" fmla="*/ 12550 h 49863"/>
                <a:gd name="csX4" fmla="*/ 36304 w 80093"/>
                <a:gd name="csY4" fmla="*/ 6708 h 49863"/>
                <a:gd name="csX5" fmla="*/ 26887 w 80093"/>
                <a:gd name="csY5" fmla="*/ 4105 h 49863"/>
                <a:gd name="csX6" fmla="*/ 9025 w 80093"/>
                <a:gd name="csY6" fmla="*/ 104 h 49863"/>
                <a:gd name="csX7" fmla="*/ 1557 w 80093"/>
                <a:gd name="csY7" fmla="*/ 7089 h 49863"/>
                <a:gd name="csX8" fmla="*/ 15521 w 80093"/>
                <a:gd name="csY8" fmla="*/ 11979 h 49863"/>
                <a:gd name="csX9" fmla="*/ 21363 w 80093"/>
                <a:gd name="csY9" fmla="*/ 14899 h 49863"/>
                <a:gd name="csX10" fmla="*/ 25262 w 80093"/>
                <a:gd name="csY10" fmla="*/ 19345 h 49863"/>
                <a:gd name="csX11" fmla="*/ 42254 w 80093"/>
                <a:gd name="csY11" fmla="*/ 26457 h 49863"/>
                <a:gd name="csX12" fmla="*/ 60981 w 80093"/>
                <a:gd name="csY12" fmla="*/ 42459 h 49863"/>
                <a:gd name="csX13" fmla="*/ 75052 w 80093"/>
                <a:gd name="csY13" fmla="*/ 49634 h 49863"/>
                <a:gd name="csX14" fmla="*/ 79707 w 80093"/>
                <a:gd name="csY14" fmla="*/ 39792 h 49863"/>
                <a:gd name="csX15" fmla="*/ 72563 w 80093"/>
                <a:gd name="csY15" fmla="*/ 29378 h 49863"/>
                <a:gd name="csX16" fmla="*/ 72563 w 80093"/>
                <a:gd name="csY16" fmla="*/ 29505 h 49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0093" h="49863">
                  <a:moveTo>
                    <a:pt x="72563" y="29505"/>
                  </a:moveTo>
                  <a:cubicBezTo>
                    <a:pt x="70074" y="27981"/>
                    <a:pt x="66175" y="23028"/>
                    <a:pt x="64010" y="18456"/>
                  </a:cubicBezTo>
                  <a:cubicBezTo>
                    <a:pt x="61844" y="13820"/>
                    <a:pt x="58707" y="12550"/>
                    <a:pt x="57190" y="15471"/>
                  </a:cubicBezTo>
                  <a:cubicBezTo>
                    <a:pt x="55570" y="18392"/>
                    <a:pt x="51563" y="17059"/>
                    <a:pt x="48211" y="12550"/>
                  </a:cubicBezTo>
                  <a:cubicBezTo>
                    <a:pt x="44852" y="7978"/>
                    <a:pt x="39549" y="5374"/>
                    <a:pt x="36304" y="6708"/>
                  </a:cubicBezTo>
                  <a:cubicBezTo>
                    <a:pt x="33053" y="7978"/>
                    <a:pt x="28837" y="6772"/>
                    <a:pt x="26887" y="4105"/>
                  </a:cubicBezTo>
                  <a:cubicBezTo>
                    <a:pt x="24938" y="1374"/>
                    <a:pt x="16931" y="-467"/>
                    <a:pt x="9025" y="104"/>
                  </a:cubicBezTo>
                  <a:cubicBezTo>
                    <a:pt x="1125" y="739"/>
                    <a:pt x="-2227" y="3850"/>
                    <a:pt x="1557" y="7089"/>
                  </a:cubicBezTo>
                  <a:cubicBezTo>
                    <a:pt x="5240" y="10391"/>
                    <a:pt x="11514" y="12613"/>
                    <a:pt x="15521" y="11979"/>
                  </a:cubicBezTo>
                  <a:cubicBezTo>
                    <a:pt x="19528" y="11344"/>
                    <a:pt x="22125" y="12613"/>
                    <a:pt x="21363" y="14899"/>
                  </a:cubicBezTo>
                  <a:cubicBezTo>
                    <a:pt x="20499" y="17059"/>
                    <a:pt x="22341" y="19091"/>
                    <a:pt x="25262" y="19345"/>
                  </a:cubicBezTo>
                  <a:cubicBezTo>
                    <a:pt x="28183" y="19536"/>
                    <a:pt x="35873" y="22773"/>
                    <a:pt x="42254" y="26457"/>
                  </a:cubicBezTo>
                  <a:cubicBezTo>
                    <a:pt x="48750" y="30140"/>
                    <a:pt x="57082" y="37379"/>
                    <a:pt x="60981" y="42459"/>
                  </a:cubicBezTo>
                  <a:cubicBezTo>
                    <a:pt x="64879" y="47538"/>
                    <a:pt x="71153" y="50777"/>
                    <a:pt x="75052" y="49634"/>
                  </a:cubicBezTo>
                  <a:cubicBezTo>
                    <a:pt x="78945" y="48428"/>
                    <a:pt x="81002" y="43983"/>
                    <a:pt x="79707" y="39792"/>
                  </a:cubicBezTo>
                  <a:cubicBezTo>
                    <a:pt x="78297" y="35537"/>
                    <a:pt x="75052" y="30901"/>
                    <a:pt x="72563" y="29378"/>
                  </a:cubicBezTo>
                  <a:lnTo>
                    <a:pt x="72563" y="295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E6C53F2-EB0D-33E6-49CF-0DBA228B4679}"/>
                </a:ext>
              </a:extLst>
            </p:cNvPr>
            <p:cNvSpPr/>
            <p:nvPr/>
          </p:nvSpPr>
          <p:spPr>
            <a:xfrm>
              <a:off x="2586199" y="4479213"/>
              <a:ext cx="472811" cy="685920"/>
            </a:xfrm>
            <a:custGeom>
              <a:avLst/>
              <a:gdLst>
                <a:gd name="csX0" fmla="*/ 432438 w 472811"/>
                <a:gd name="csY0" fmla="*/ 675646 h 685920"/>
                <a:gd name="csX1" fmla="*/ 429517 w 472811"/>
                <a:gd name="csY1" fmla="*/ 662883 h 685920"/>
                <a:gd name="csX2" fmla="*/ 443696 w 472811"/>
                <a:gd name="csY2" fmla="*/ 655314 h 685920"/>
                <a:gd name="csX3" fmla="*/ 434387 w 472811"/>
                <a:gd name="csY3" fmla="*/ 647745 h 685920"/>
                <a:gd name="csX4" fmla="*/ 461013 w 472811"/>
                <a:gd name="csY4" fmla="*/ 620497 h 685920"/>
                <a:gd name="csX5" fmla="*/ 445970 w 472811"/>
                <a:gd name="csY5" fmla="*/ 577888 h 685920"/>
                <a:gd name="csX6" fmla="*/ 457228 w 472811"/>
                <a:gd name="csY6" fmla="*/ 566642 h 685920"/>
                <a:gd name="csX7" fmla="*/ 447157 w 472811"/>
                <a:gd name="csY7" fmla="*/ 555180 h 685920"/>
                <a:gd name="csX8" fmla="*/ 465344 w 472811"/>
                <a:gd name="csY8" fmla="*/ 525444 h 685920"/>
                <a:gd name="csX9" fmla="*/ 458416 w 472811"/>
                <a:gd name="csY9" fmla="*/ 485324 h 685920"/>
                <a:gd name="csX10" fmla="*/ 472811 w 472811"/>
                <a:gd name="csY10" fmla="*/ 465753 h 685920"/>
                <a:gd name="csX11" fmla="*/ 439258 w 472811"/>
                <a:gd name="csY11" fmla="*/ 406489 h 685920"/>
                <a:gd name="csX12" fmla="*/ 425510 w 472811"/>
                <a:gd name="csY12" fmla="*/ 405841 h 685920"/>
                <a:gd name="csX13" fmla="*/ 411115 w 472811"/>
                <a:gd name="csY13" fmla="*/ 412007 h 685920"/>
                <a:gd name="csX14" fmla="*/ 399215 w 472811"/>
                <a:gd name="csY14" fmla="*/ 409842 h 685920"/>
                <a:gd name="csX15" fmla="*/ 399215 w 472811"/>
                <a:gd name="csY15" fmla="*/ 383458 h 685920"/>
                <a:gd name="csX16" fmla="*/ 407114 w 472811"/>
                <a:gd name="csY16" fmla="*/ 372751 h 685920"/>
                <a:gd name="csX17" fmla="*/ 404193 w 472811"/>
                <a:gd name="csY17" fmla="*/ 345503 h 685920"/>
                <a:gd name="csX18" fmla="*/ 374640 w 472811"/>
                <a:gd name="csY18" fmla="*/ 371672 h 685920"/>
                <a:gd name="csX19" fmla="*/ 341525 w 472811"/>
                <a:gd name="csY19" fmla="*/ 371672 h 685920"/>
                <a:gd name="csX20" fmla="*/ 336540 w 472811"/>
                <a:gd name="csY20" fmla="*/ 353936 h 685920"/>
                <a:gd name="csX21" fmla="*/ 303101 w 472811"/>
                <a:gd name="csY21" fmla="*/ 349180 h 685920"/>
                <a:gd name="csX22" fmla="*/ 311216 w 472811"/>
                <a:gd name="csY22" fmla="*/ 332740 h 685920"/>
                <a:gd name="csX23" fmla="*/ 286324 w 472811"/>
                <a:gd name="csY23" fmla="*/ 294894 h 685920"/>
                <a:gd name="csX24" fmla="*/ 272684 w 472811"/>
                <a:gd name="csY24" fmla="*/ 289052 h 685920"/>
                <a:gd name="csX25" fmla="*/ 272361 w 472811"/>
                <a:gd name="csY25" fmla="*/ 272618 h 685920"/>
                <a:gd name="csX26" fmla="*/ 283943 w 472811"/>
                <a:gd name="csY26" fmla="*/ 269373 h 685920"/>
                <a:gd name="csX27" fmla="*/ 282749 w 472811"/>
                <a:gd name="csY27" fmla="*/ 252501 h 685920"/>
                <a:gd name="csX28" fmla="*/ 305590 w 472811"/>
                <a:gd name="csY28" fmla="*/ 239097 h 685920"/>
                <a:gd name="csX29" fmla="*/ 304504 w 472811"/>
                <a:gd name="csY29" fmla="*/ 222872 h 685920"/>
                <a:gd name="csX30" fmla="*/ 315115 w 472811"/>
                <a:gd name="csY30" fmla="*/ 189243 h 685920"/>
                <a:gd name="csX31" fmla="*/ 353971 w 472811"/>
                <a:gd name="csY31" fmla="*/ 165888 h 685920"/>
                <a:gd name="csX32" fmla="*/ 386654 w 472811"/>
                <a:gd name="csY32" fmla="*/ 168154 h 685920"/>
                <a:gd name="csX33" fmla="*/ 393258 w 472811"/>
                <a:gd name="csY33" fmla="*/ 160153 h 685920"/>
                <a:gd name="csX34" fmla="*/ 408956 w 472811"/>
                <a:gd name="csY34" fmla="*/ 159290 h 685920"/>
                <a:gd name="csX35" fmla="*/ 411229 w 472811"/>
                <a:gd name="csY35" fmla="*/ 165779 h 685920"/>
                <a:gd name="csX36" fmla="*/ 425732 w 472811"/>
                <a:gd name="csY36" fmla="*/ 169132 h 685920"/>
                <a:gd name="csX37" fmla="*/ 429301 w 472811"/>
                <a:gd name="csY37" fmla="*/ 146748 h 685920"/>
                <a:gd name="csX38" fmla="*/ 428869 w 472811"/>
                <a:gd name="csY38" fmla="*/ 147072 h 685920"/>
                <a:gd name="csX39" fmla="*/ 400402 w 472811"/>
                <a:gd name="csY39" fmla="*/ 131928 h 685920"/>
                <a:gd name="csX40" fmla="*/ 415769 w 472811"/>
                <a:gd name="csY40" fmla="*/ 98190 h 685920"/>
                <a:gd name="csX41" fmla="*/ 386438 w 472811"/>
                <a:gd name="csY41" fmla="*/ 81109 h 685920"/>
                <a:gd name="csX42" fmla="*/ 369770 w 472811"/>
                <a:gd name="csY42" fmla="*/ 86080 h 685920"/>
                <a:gd name="csX43" fmla="*/ 357863 w 472811"/>
                <a:gd name="csY43" fmla="*/ 78296 h 685920"/>
                <a:gd name="csX44" fmla="*/ 336540 w 472811"/>
                <a:gd name="csY44" fmla="*/ 90297 h 685920"/>
                <a:gd name="csX45" fmla="*/ 308295 w 472811"/>
                <a:gd name="csY45" fmla="*/ 87376 h 685920"/>
                <a:gd name="csX46" fmla="*/ 303857 w 472811"/>
                <a:gd name="csY46" fmla="*/ 65964 h 685920"/>
                <a:gd name="csX47" fmla="*/ 291519 w 472811"/>
                <a:gd name="csY47" fmla="*/ 64669 h 685920"/>
                <a:gd name="csX48" fmla="*/ 288706 w 472811"/>
                <a:gd name="csY48" fmla="*/ 48558 h 685920"/>
                <a:gd name="csX49" fmla="*/ 262728 w 472811"/>
                <a:gd name="csY49" fmla="*/ 35039 h 685920"/>
                <a:gd name="csX50" fmla="*/ 257311 w 472811"/>
                <a:gd name="csY50" fmla="*/ 19253 h 685920"/>
                <a:gd name="csX51" fmla="*/ 228412 w 472811"/>
                <a:gd name="csY51" fmla="*/ 0 h 685920"/>
                <a:gd name="csX52" fmla="*/ 217592 w 472811"/>
                <a:gd name="csY52" fmla="*/ 12979 h 685920"/>
                <a:gd name="csX53" fmla="*/ 227117 w 472811"/>
                <a:gd name="csY53" fmla="*/ 28334 h 685920"/>
                <a:gd name="csX54" fmla="*/ 227117 w 472811"/>
                <a:gd name="csY54" fmla="*/ 46177 h 685920"/>
                <a:gd name="csX55" fmla="*/ 215642 w 472811"/>
                <a:gd name="csY55" fmla="*/ 44558 h 685920"/>
                <a:gd name="csX56" fmla="*/ 213153 w 472811"/>
                <a:gd name="csY56" fmla="*/ 66834 h 685920"/>
                <a:gd name="csX57" fmla="*/ 174190 w 472811"/>
                <a:gd name="csY57" fmla="*/ 95377 h 685920"/>
                <a:gd name="csX58" fmla="*/ 125809 w 472811"/>
                <a:gd name="csY58" fmla="*/ 111709 h 685920"/>
                <a:gd name="csX59" fmla="*/ 116932 w 472811"/>
                <a:gd name="csY59" fmla="*/ 130416 h 685920"/>
                <a:gd name="csX60" fmla="*/ 107946 w 472811"/>
                <a:gd name="csY60" fmla="*/ 129229 h 685920"/>
                <a:gd name="csX61" fmla="*/ 100047 w 472811"/>
                <a:gd name="csY61" fmla="*/ 166427 h 685920"/>
                <a:gd name="csX62" fmla="*/ 88896 w 472811"/>
                <a:gd name="csY62" fmla="*/ 173565 h 685920"/>
                <a:gd name="csX63" fmla="*/ 85004 w 472811"/>
                <a:gd name="csY63" fmla="*/ 184595 h 685920"/>
                <a:gd name="csX64" fmla="*/ 70177 w 472811"/>
                <a:gd name="csY64" fmla="*/ 183947 h 685920"/>
                <a:gd name="csX65" fmla="*/ 62487 w 472811"/>
                <a:gd name="csY65" fmla="*/ 162535 h 685920"/>
                <a:gd name="csX66" fmla="*/ 34350 w 472811"/>
                <a:gd name="csY66" fmla="*/ 166751 h 685920"/>
                <a:gd name="csX67" fmla="*/ 30667 w 472811"/>
                <a:gd name="csY67" fmla="*/ 147504 h 685920"/>
                <a:gd name="csX68" fmla="*/ 44199 w 472811"/>
                <a:gd name="csY68" fmla="*/ 144367 h 685920"/>
                <a:gd name="csX69" fmla="*/ 39760 w 472811"/>
                <a:gd name="csY69" fmla="*/ 125660 h 685920"/>
                <a:gd name="csX70" fmla="*/ 17465 w 472811"/>
                <a:gd name="csY70" fmla="*/ 140907 h 685920"/>
                <a:gd name="csX71" fmla="*/ 581 w 472811"/>
                <a:gd name="csY71" fmla="*/ 163398 h 685920"/>
                <a:gd name="csX72" fmla="*/ 1876 w 472811"/>
                <a:gd name="csY72" fmla="*/ 175616 h 685920"/>
                <a:gd name="csX73" fmla="*/ 8264 w 472811"/>
                <a:gd name="csY73" fmla="*/ 188595 h 685920"/>
                <a:gd name="csX74" fmla="*/ 7286 w 472811"/>
                <a:gd name="csY74" fmla="*/ 189243 h 685920"/>
                <a:gd name="csX75" fmla="*/ 17249 w 472811"/>
                <a:gd name="csY75" fmla="*/ 210223 h 685920"/>
                <a:gd name="csX76" fmla="*/ 13027 w 472811"/>
                <a:gd name="csY76" fmla="*/ 216275 h 685920"/>
                <a:gd name="csX77" fmla="*/ 7401 w 472811"/>
                <a:gd name="csY77" fmla="*/ 218116 h 685920"/>
                <a:gd name="csX78" fmla="*/ 9775 w 472811"/>
                <a:gd name="csY78" fmla="*/ 228498 h 685920"/>
                <a:gd name="csX79" fmla="*/ 56861 w 472811"/>
                <a:gd name="csY79" fmla="*/ 258235 h 685920"/>
                <a:gd name="csX80" fmla="*/ 72990 w 472811"/>
                <a:gd name="csY80" fmla="*/ 292621 h 685920"/>
                <a:gd name="csX81" fmla="*/ 91608 w 472811"/>
                <a:gd name="csY81" fmla="*/ 315766 h 685920"/>
                <a:gd name="csX82" fmla="*/ 114227 w 472811"/>
                <a:gd name="csY82" fmla="*/ 367887 h 685920"/>
                <a:gd name="csX83" fmla="*/ 135766 w 472811"/>
                <a:gd name="csY83" fmla="*/ 409518 h 685920"/>
                <a:gd name="csX84" fmla="*/ 135334 w 472811"/>
                <a:gd name="csY84" fmla="*/ 419036 h 685920"/>
                <a:gd name="csX85" fmla="*/ 152758 w 472811"/>
                <a:gd name="csY85" fmla="*/ 437852 h 685920"/>
                <a:gd name="csX86" fmla="*/ 157305 w 472811"/>
                <a:gd name="csY86" fmla="*/ 453746 h 685920"/>
                <a:gd name="csX87" fmla="*/ 192154 w 472811"/>
                <a:gd name="csY87" fmla="*/ 504031 h 685920"/>
                <a:gd name="csX88" fmla="*/ 189881 w 472811"/>
                <a:gd name="csY88" fmla="*/ 528148 h 685920"/>
                <a:gd name="csX89" fmla="*/ 203952 w 472811"/>
                <a:gd name="csY89" fmla="*/ 550208 h 685920"/>
                <a:gd name="csX90" fmla="*/ 223110 w 472811"/>
                <a:gd name="csY90" fmla="*/ 562102 h 685920"/>
                <a:gd name="csX91" fmla="*/ 234369 w 472811"/>
                <a:gd name="csY91" fmla="*/ 578320 h 685920"/>
                <a:gd name="csX92" fmla="*/ 270195 w 472811"/>
                <a:gd name="csY92" fmla="*/ 593243 h 685920"/>
                <a:gd name="csX93" fmla="*/ 286432 w 472811"/>
                <a:gd name="csY93" fmla="*/ 607949 h 685920"/>
                <a:gd name="csX94" fmla="*/ 324640 w 472811"/>
                <a:gd name="csY94" fmla="*/ 623094 h 685920"/>
                <a:gd name="csX95" fmla="*/ 354295 w 472811"/>
                <a:gd name="csY95" fmla="*/ 643528 h 685920"/>
                <a:gd name="csX96" fmla="*/ 370748 w 472811"/>
                <a:gd name="csY96" fmla="*/ 652723 h 685920"/>
                <a:gd name="csX97" fmla="*/ 380596 w 472811"/>
                <a:gd name="csY97" fmla="*/ 668941 h 685920"/>
                <a:gd name="csX98" fmla="*/ 400942 w 472811"/>
                <a:gd name="csY98" fmla="*/ 685921 h 685920"/>
                <a:gd name="csX99" fmla="*/ 424538 w 472811"/>
                <a:gd name="csY99" fmla="*/ 684619 h 685920"/>
                <a:gd name="csX100" fmla="*/ 432654 w 472811"/>
                <a:gd name="csY100" fmla="*/ 675538 h 685920"/>
                <a:gd name="csX101" fmla="*/ 432438 w 472811"/>
                <a:gd name="csY101" fmla="*/ 675646 h 685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472811" h="685920">
                  <a:moveTo>
                    <a:pt x="432438" y="675646"/>
                  </a:moveTo>
                  <a:lnTo>
                    <a:pt x="429517" y="662883"/>
                  </a:lnTo>
                  <a:lnTo>
                    <a:pt x="443696" y="655314"/>
                  </a:lnTo>
                  <a:lnTo>
                    <a:pt x="434387" y="647745"/>
                  </a:lnTo>
                  <a:lnTo>
                    <a:pt x="461013" y="620497"/>
                  </a:lnTo>
                  <a:lnTo>
                    <a:pt x="445970" y="577888"/>
                  </a:lnTo>
                  <a:lnTo>
                    <a:pt x="457228" y="566642"/>
                  </a:lnTo>
                  <a:lnTo>
                    <a:pt x="447157" y="555180"/>
                  </a:lnTo>
                  <a:lnTo>
                    <a:pt x="465344" y="525444"/>
                  </a:lnTo>
                  <a:lnTo>
                    <a:pt x="458416" y="485324"/>
                  </a:lnTo>
                  <a:lnTo>
                    <a:pt x="472811" y="465753"/>
                  </a:lnTo>
                  <a:lnTo>
                    <a:pt x="439258" y="406489"/>
                  </a:lnTo>
                  <a:lnTo>
                    <a:pt x="425510" y="405841"/>
                  </a:lnTo>
                  <a:lnTo>
                    <a:pt x="411115" y="412007"/>
                  </a:lnTo>
                  <a:lnTo>
                    <a:pt x="399215" y="409842"/>
                  </a:lnTo>
                  <a:lnTo>
                    <a:pt x="399215" y="383458"/>
                  </a:lnTo>
                  <a:lnTo>
                    <a:pt x="407114" y="372751"/>
                  </a:lnTo>
                  <a:lnTo>
                    <a:pt x="404193" y="345503"/>
                  </a:lnTo>
                  <a:lnTo>
                    <a:pt x="374640" y="371672"/>
                  </a:lnTo>
                  <a:lnTo>
                    <a:pt x="341525" y="371672"/>
                  </a:lnTo>
                  <a:lnTo>
                    <a:pt x="336540" y="353936"/>
                  </a:lnTo>
                  <a:lnTo>
                    <a:pt x="303101" y="349180"/>
                  </a:lnTo>
                  <a:lnTo>
                    <a:pt x="311216" y="332740"/>
                  </a:lnTo>
                  <a:lnTo>
                    <a:pt x="286324" y="294894"/>
                  </a:lnTo>
                  <a:lnTo>
                    <a:pt x="272684" y="289052"/>
                  </a:lnTo>
                  <a:lnTo>
                    <a:pt x="272361" y="272618"/>
                  </a:lnTo>
                  <a:lnTo>
                    <a:pt x="283943" y="269373"/>
                  </a:lnTo>
                  <a:lnTo>
                    <a:pt x="282749" y="252501"/>
                  </a:lnTo>
                  <a:lnTo>
                    <a:pt x="305590" y="239097"/>
                  </a:lnTo>
                  <a:lnTo>
                    <a:pt x="304504" y="222872"/>
                  </a:lnTo>
                  <a:lnTo>
                    <a:pt x="315115" y="189243"/>
                  </a:lnTo>
                  <a:lnTo>
                    <a:pt x="353971" y="165888"/>
                  </a:lnTo>
                  <a:lnTo>
                    <a:pt x="386654" y="168154"/>
                  </a:lnTo>
                  <a:lnTo>
                    <a:pt x="393258" y="160153"/>
                  </a:lnTo>
                  <a:lnTo>
                    <a:pt x="408956" y="159290"/>
                  </a:lnTo>
                  <a:lnTo>
                    <a:pt x="411229" y="165779"/>
                  </a:lnTo>
                  <a:lnTo>
                    <a:pt x="425732" y="169132"/>
                  </a:lnTo>
                  <a:lnTo>
                    <a:pt x="429301" y="146748"/>
                  </a:lnTo>
                  <a:lnTo>
                    <a:pt x="428869" y="147072"/>
                  </a:lnTo>
                  <a:lnTo>
                    <a:pt x="400402" y="131928"/>
                  </a:lnTo>
                  <a:lnTo>
                    <a:pt x="415769" y="98190"/>
                  </a:lnTo>
                  <a:lnTo>
                    <a:pt x="386438" y="81109"/>
                  </a:lnTo>
                  <a:lnTo>
                    <a:pt x="369770" y="86080"/>
                  </a:lnTo>
                  <a:lnTo>
                    <a:pt x="357863" y="78296"/>
                  </a:lnTo>
                  <a:lnTo>
                    <a:pt x="336540" y="90297"/>
                  </a:lnTo>
                  <a:lnTo>
                    <a:pt x="308295" y="87376"/>
                  </a:lnTo>
                  <a:lnTo>
                    <a:pt x="303857" y="65964"/>
                  </a:lnTo>
                  <a:lnTo>
                    <a:pt x="291519" y="64669"/>
                  </a:lnTo>
                  <a:lnTo>
                    <a:pt x="288706" y="48558"/>
                  </a:lnTo>
                  <a:lnTo>
                    <a:pt x="262728" y="35039"/>
                  </a:lnTo>
                  <a:lnTo>
                    <a:pt x="257311" y="19253"/>
                  </a:lnTo>
                  <a:lnTo>
                    <a:pt x="228412" y="0"/>
                  </a:lnTo>
                  <a:lnTo>
                    <a:pt x="217592" y="12979"/>
                  </a:lnTo>
                  <a:lnTo>
                    <a:pt x="227117" y="28334"/>
                  </a:lnTo>
                  <a:lnTo>
                    <a:pt x="227117" y="46177"/>
                  </a:lnTo>
                  <a:lnTo>
                    <a:pt x="215642" y="44558"/>
                  </a:lnTo>
                  <a:lnTo>
                    <a:pt x="213153" y="66834"/>
                  </a:lnTo>
                  <a:lnTo>
                    <a:pt x="174190" y="95377"/>
                  </a:lnTo>
                  <a:lnTo>
                    <a:pt x="125809" y="111709"/>
                  </a:lnTo>
                  <a:lnTo>
                    <a:pt x="116932" y="130416"/>
                  </a:lnTo>
                  <a:lnTo>
                    <a:pt x="107946" y="129229"/>
                  </a:lnTo>
                  <a:lnTo>
                    <a:pt x="100047" y="166427"/>
                  </a:lnTo>
                  <a:lnTo>
                    <a:pt x="88896" y="173565"/>
                  </a:lnTo>
                  <a:lnTo>
                    <a:pt x="85004" y="184595"/>
                  </a:lnTo>
                  <a:lnTo>
                    <a:pt x="70177" y="183947"/>
                  </a:lnTo>
                  <a:lnTo>
                    <a:pt x="62487" y="162535"/>
                  </a:lnTo>
                  <a:lnTo>
                    <a:pt x="34350" y="166751"/>
                  </a:lnTo>
                  <a:lnTo>
                    <a:pt x="30667" y="147504"/>
                  </a:lnTo>
                  <a:lnTo>
                    <a:pt x="44199" y="144367"/>
                  </a:lnTo>
                  <a:lnTo>
                    <a:pt x="39760" y="125660"/>
                  </a:lnTo>
                  <a:cubicBezTo>
                    <a:pt x="21142" y="137338"/>
                    <a:pt x="19955" y="137985"/>
                    <a:pt x="17465" y="140907"/>
                  </a:cubicBezTo>
                  <a:cubicBezTo>
                    <a:pt x="4149" y="156369"/>
                    <a:pt x="1012" y="158750"/>
                    <a:pt x="581" y="163398"/>
                  </a:cubicBezTo>
                  <a:cubicBezTo>
                    <a:pt x="581" y="166427"/>
                    <a:pt x="-1369" y="171831"/>
                    <a:pt x="1876" y="175616"/>
                  </a:cubicBezTo>
                  <a:cubicBezTo>
                    <a:pt x="5451" y="180918"/>
                    <a:pt x="12703" y="185566"/>
                    <a:pt x="8264" y="188595"/>
                  </a:cubicBezTo>
                  <a:lnTo>
                    <a:pt x="7286" y="189243"/>
                  </a:lnTo>
                  <a:cubicBezTo>
                    <a:pt x="1120" y="193459"/>
                    <a:pt x="18329" y="202006"/>
                    <a:pt x="17249" y="210223"/>
                  </a:cubicBezTo>
                  <a:cubicBezTo>
                    <a:pt x="16919" y="211303"/>
                    <a:pt x="17465" y="217576"/>
                    <a:pt x="13027" y="216275"/>
                  </a:cubicBezTo>
                  <a:cubicBezTo>
                    <a:pt x="12379" y="216275"/>
                    <a:pt x="7617" y="213792"/>
                    <a:pt x="7401" y="218116"/>
                  </a:cubicBezTo>
                  <a:cubicBezTo>
                    <a:pt x="7617" y="220389"/>
                    <a:pt x="5559" y="226009"/>
                    <a:pt x="9775" y="228498"/>
                  </a:cubicBezTo>
                  <a:cubicBezTo>
                    <a:pt x="55781" y="255422"/>
                    <a:pt x="55019" y="253911"/>
                    <a:pt x="56861" y="258235"/>
                  </a:cubicBezTo>
                  <a:cubicBezTo>
                    <a:pt x="69738" y="287541"/>
                    <a:pt x="70069" y="289160"/>
                    <a:pt x="72990" y="292621"/>
                  </a:cubicBezTo>
                  <a:cubicBezTo>
                    <a:pt x="88249" y="310248"/>
                    <a:pt x="89874" y="311766"/>
                    <a:pt x="91608" y="315766"/>
                  </a:cubicBezTo>
                  <a:lnTo>
                    <a:pt x="114227" y="367887"/>
                  </a:lnTo>
                  <a:cubicBezTo>
                    <a:pt x="116500" y="373183"/>
                    <a:pt x="135982" y="410166"/>
                    <a:pt x="135766" y="409518"/>
                  </a:cubicBezTo>
                  <a:cubicBezTo>
                    <a:pt x="137823" y="413518"/>
                    <a:pt x="135226" y="419684"/>
                    <a:pt x="135334" y="419036"/>
                  </a:cubicBezTo>
                  <a:cubicBezTo>
                    <a:pt x="133061" y="426390"/>
                    <a:pt x="151133" y="429311"/>
                    <a:pt x="152758" y="437852"/>
                  </a:cubicBezTo>
                  <a:cubicBezTo>
                    <a:pt x="154168" y="445205"/>
                    <a:pt x="154600" y="450177"/>
                    <a:pt x="157305" y="453746"/>
                  </a:cubicBezTo>
                  <a:cubicBezTo>
                    <a:pt x="191938" y="499599"/>
                    <a:pt x="193024" y="499383"/>
                    <a:pt x="192154" y="504031"/>
                  </a:cubicBezTo>
                  <a:cubicBezTo>
                    <a:pt x="189017" y="521443"/>
                    <a:pt x="187722" y="524256"/>
                    <a:pt x="189881" y="528148"/>
                  </a:cubicBezTo>
                  <a:cubicBezTo>
                    <a:pt x="197894" y="543179"/>
                    <a:pt x="199621" y="548043"/>
                    <a:pt x="203952" y="550208"/>
                  </a:cubicBezTo>
                  <a:cubicBezTo>
                    <a:pt x="215534" y="556044"/>
                    <a:pt x="220837" y="557993"/>
                    <a:pt x="223110" y="562102"/>
                  </a:cubicBezTo>
                  <a:cubicBezTo>
                    <a:pt x="229390" y="573672"/>
                    <a:pt x="230254" y="576700"/>
                    <a:pt x="234369" y="578320"/>
                  </a:cubicBezTo>
                  <a:lnTo>
                    <a:pt x="270195" y="593243"/>
                  </a:lnTo>
                  <a:cubicBezTo>
                    <a:pt x="277015" y="596056"/>
                    <a:pt x="279720" y="605358"/>
                    <a:pt x="286432" y="607949"/>
                  </a:cubicBezTo>
                  <a:lnTo>
                    <a:pt x="324640" y="623094"/>
                  </a:lnTo>
                  <a:cubicBezTo>
                    <a:pt x="330051" y="625145"/>
                    <a:pt x="354834" y="644068"/>
                    <a:pt x="354295" y="643528"/>
                  </a:cubicBezTo>
                  <a:cubicBezTo>
                    <a:pt x="361007" y="648392"/>
                    <a:pt x="367928" y="647313"/>
                    <a:pt x="370748" y="652723"/>
                  </a:cubicBezTo>
                  <a:cubicBezTo>
                    <a:pt x="375834" y="662559"/>
                    <a:pt x="377237" y="666020"/>
                    <a:pt x="380596" y="668941"/>
                  </a:cubicBezTo>
                  <a:cubicBezTo>
                    <a:pt x="389906" y="676834"/>
                    <a:pt x="396395" y="682136"/>
                    <a:pt x="400942" y="685921"/>
                  </a:cubicBezTo>
                  <a:lnTo>
                    <a:pt x="424538" y="684619"/>
                  </a:lnTo>
                  <a:lnTo>
                    <a:pt x="432654" y="675538"/>
                  </a:lnTo>
                  <a:lnTo>
                    <a:pt x="432438" y="6756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0C7F952-A374-ED8C-6F4E-E04410D9EFAF}"/>
                </a:ext>
              </a:extLst>
            </p:cNvPr>
            <p:cNvSpPr/>
            <p:nvPr/>
          </p:nvSpPr>
          <p:spPr>
            <a:xfrm>
              <a:off x="3285007" y="5204059"/>
              <a:ext cx="313347" cy="326688"/>
            </a:xfrm>
            <a:custGeom>
              <a:avLst/>
              <a:gdLst>
                <a:gd name="csX0" fmla="*/ 299924 w 313347"/>
                <a:gd name="csY0" fmla="*/ 175292 h 326688"/>
                <a:gd name="csX1" fmla="*/ 283363 w 313347"/>
                <a:gd name="csY1" fmla="*/ 184487 h 326688"/>
                <a:gd name="csX2" fmla="*/ 271132 w 313347"/>
                <a:gd name="csY2" fmla="*/ 182213 h 326688"/>
                <a:gd name="csX3" fmla="*/ 270269 w 313347"/>
                <a:gd name="csY3" fmla="*/ 172593 h 326688"/>
                <a:gd name="csX4" fmla="*/ 264528 w 313347"/>
                <a:gd name="csY4" fmla="*/ 161233 h 326688"/>
                <a:gd name="csX5" fmla="*/ 263125 w 313347"/>
                <a:gd name="csY5" fmla="*/ 129769 h 326688"/>
                <a:gd name="csX6" fmla="*/ 255112 w 313347"/>
                <a:gd name="csY6" fmla="*/ 115818 h 326688"/>
                <a:gd name="csX7" fmla="*/ 239852 w 313347"/>
                <a:gd name="csY7" fmla="*/ 115386 h 326688"/>
                <a:gd name="csX8" fmla="*/ 234874 w 313347"/>
                <a:gd name="csY8" fmla="*/ 106953 h 326688"/>
                <a:gd name="csX9" fmla="*/ 219831 w 313347"/>
                <a:gd name="csY9" fmla="*/ 116789 h 326688"/>
                <a:gd name="csX10" fmla="*/ 193205 w 313347"/>
                <a:gd name="csY10" fmla="*/ 113761 h 326688"/>
                <a:gd name="csX11" fmla="*/ 185407 w 313347"/>
                <a:gd name="csY11" fmla="*/ 105975 h 326688"/>
                <a:gd name="csX12" fmla="*/ 175019 w 313347"/>
                <a:gd name="csY12" fmla="*/ 107709 h 326688"/>
                <a:gd name="csX13" fmla="*/ 180213 w 313347"/>
                <a:gd name="csY13" fmla="*/ 66618 h 326688"/>
                <a:gd name="csX14" fmla="*/ 168847 w 313347"/>
                <a:gd name="csY14" fmla="*/ 34716 h 326688"/>
                <a:gd name="csX15" fmla="*/ 165386 w 313347"/>
                <a:gd name="csY15" fmla="*/ 21628 h 326688"/>
                <a:gd name="csX16" fmla="*/ 132918 w 313347"/>
                <a:gd name="csY16" fmla="*/ 1949 h 326688"/>
                <a:gd name="csX17" fmla="*/ 99257 w 313347"/>
                <a:gd name="csY17" fmla="*/ 0 h 326688"/>
                <a:gd name="csX18" fmla="*/ 74251 w 313347"/>
                <a:gd name="csY18" fmla="*/ 6598 h 326688"/>
                <a:gd name="csX19" fmla="*/ 33553 w 313347"/>
                <a:gd name="csY19" fmla="*/ 13303 h 326688"/>
                <a:gd name="csX20" fmla="*/ 27604 w 313347"/>
                <a:gd name="csY20" fmla="*/ 29413 h 326688"/>
                <a:gd name="csX21" fmla="*/ 13532 w 313347"/>
                <a:gd name="csY21" fmla="*/ 48882 h 326688"/>
                <a:gd name="csX22" fmla="*/ 14288 w 313347"/>
                <a:gd name="csY22" fmla="*/ 68561 h 326688"/>
                <a:gd name="csX23" fmla="*/ 0 w 313347"/>
                <a:gd name="csY23" fmla="*/ 116034 h 326688"/>
                <a:gd name="csX24" fmla="*/ 16021 w 313347"/>
                <a:gd name="csY24" fmla="*/ 125121 h 326688"/>
                <a:gd name="csX25" fmla="*/ 25222 w 313347"/>
                <a:gd name="csY25" fmla="*/ 145231 h 326688"/>
                <a:gd name="csX26" fmla="*/ 56611 w 313347"/>
                <a:gd name="csY26" fmla="*/ 167075 h 326688"/>
                <a:gd name="csX27" fmla="*/ 62776 w 313347"/>
                <a:gd name="csY27" fmla="*/ 178537 h 326688"/>
                <a:gd name="csX28" fmla="*/ 102718 w 313347"/>
                <a:gd name="csY28" fmla="*/ 184271 h 326688"/>
                <a:gd name="csX29" fmla="*/ 124257 w 313347"/>
                <a:gd name="csY29" fmla="*/ 204489 h 326688"/>
                <a:gd name="csX30" fmla="*/ 152616 w 313347"/>
                <a:gd name="csY30" fmla="*/ 213036 h 326688"/>
                <a:gd name="csX31" fmla="*/ 158458 w 313347"/>
                <a:gd name="csY31" fmla="*/ 222441 h 326688"/>
                <a:gd name="csX32" fmla="*/ 168199 w 313347"/>
                <a:gd name="csY32" fmla="*/ 221793 h 326688"/>
                <a:gd name="csX33" fmla="*/ 183896 w 313347"/>
                <a:gd name="csY33" fmla="*/ 227305 h 326688"/>
                <a:gd name="csX34" fmla="*/ 190824 w 313347"/>
                <a:gd name="csY34" fmla="*/ 241688 h 326688"/>
                <a:gd name="csX35" fmla="*/ 188443 w 313347"/>
                <a:gd name="csY35" fmla="*/ 247637 h 326688"/>
                <a:gd name="csX36" fmla="*/ 181731 w 313347"/>
                <a:gd name="csY36" fmla="*/ 251314 h 326688"/>
                <a:gd name="csX37" fmla="*/ 178264 w 313347"/>
                <a:gd name="csY37" fmla="*/ 265157 h 326688"/>
                <a:gd name="csX38" fmla="*/ 167551 w 313347"/>
                <a:gd name="csY38" fmla="*/ 271316 h 326688"/>
                <a:gd name="csX39" fmla="*/ 166580 w 313347"/>
                <a:gd name="csY39" fmla="*/ 290570 h 326688"/>
                <a:gd name="csX40" fmla="*/ 148177 w 313347"/>
                <a:gd name="csY40" fmla="*/ 301923 h 326688"/>
                <a:gd name="csX41" fmla="*/ 151206 w 313347"/>
                <a:gd name="csY41" fmla="*/ 315551 h 326688"/>
                <a:gd name="csX42" fmla="*/ 174155 w 313347"/>
                <a:gd name="csY42" fmla="*/ 312738 h 326688"/>
                <a:gd name="csX43" fmla="*/ 207709 w 313347"/>
                <a:gd name="csY43" fmla="*/ 323012 h 326688"/>
                <a:gd name="csX44" fmla="*/ 223615 w 313347"/>
                <a:gd name="csY44" fmla="*/ 318357 h 326688"/>
                <a:gd name="csX45" fmla="*/ 234766 w 313347"/>
                <a:gd name="csY45" fmla="*/ 326689 h 326688"/>
                <a:gd name="csX46" fmla="*/ 241586 w 313347"/>
                <a:gd name="csY46" fmla="*/ 315335 h 326688"/>
                <a:gd name="csX47" fmla="*/ 251759 w 313347"/>
                <a:gd name="csY47" fmla="*/ 314465 h 326688"/>
                <a:gd name="csX48" fmla="*/ 256953 w 313347"/>
                <a:gd name="csY48" fmla="*/ 319767 h 326688"/>
                <a:gd name="csX49" fmla="*/ 264637 w 313347"/>
                <a:gd name="csY49" fmla="*/ 314681 h 326688"/>
                <a:gd name="csX50" fmla="*/ 265830 w 313347"/>
                <a:gd name="csY50" fmla="*/ 307436 h 326688"/>
                <a:gd name="csX51" fmla="*/ 274377 w 313347"/>
                <a:gd name="csY51" fmla="*/ 300190 h 326688"/>
                <a:gd name="csX52" fmla="*/ 283578 w 313347"/>
                <a:gd name="csY52" fmla="*/ 300190 h 326688"/>
                <a:gd name="csX53" fmla="*/ 297110 w 313347"/>
                <a:gd name="csY53" fmla="*/ 284512 h 326688"/>
                <a:gd name="csX54" fmla="*/ 297650 w 313347"/>
                <a:gd name="csY54" fmla="*/ 263855 h 326688"/>
                <a:gd name="csX55" fmla="*/ 302305 w 313347"/>
                <a:gd name="csY55" fmla="*/ 258991 h 326688"/>
                <a:gd name="csX56" fmla="*/ 300787 w 313347"/>
                <a:gd name="csY56" fmla="*/ 248501 h 326688"/>
                <a:gd name="csX57" fmla="*/ 313347 w 313347"/>
                <a:gd name="csY57" fmla="*/ 184487 h 326688"/>
                <a:gd name="csX58" fmla="*/ 299924 w 313347"/>
                <a:gd name="csY58" fmla="*/ 175292 h 3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13347" h="326688">
                  <a:moveTo>
                    <a:pt x="299924" y="175292"/>
                  </a:moveTo>
                  <a:lnTo>
                    <a:pt x="283363" y="184487"/>
                  </a:lnTo>
                  <a:lnTo>
                    <a:pt x="271132" y="182213"/>
                  </a:lnTo>
                  <a:lnTo>
                    <a:pt x="270269" y="172593"/>
                  </a:lnTo>
                  <a:lnTo>
                    <a:pt x="264528" y="161233"/>
                  </a:lnTo>
                  <a:lnTo>
                    <a:pt x="263125" y="129769"/>
                  </a:lnTo>
                  <a:lnTo>
                    <a:pt x="255112" y="115818"/>
                  </a:lnTo>
                  <a:lnTo>
                    <a:pt x="239852" y="115386"/>
                  </a:lnTo>
                  <a:lnTo>
                    <a:pt x="234874" y="106953"/>
                  </a:lnTo>
                  <a:lnTo>
                    <a:pt x="219831" y="116789"/>
                  </a:lnTo>
                  <a:lnTo>
                    <a:pt x="193205" y="113761"/>
                  </a:lnTo>
                  <a:lnTo>
                    <a:pt x="185407" y="105975"/>
                  </a:lnTo>
                  <a:lnTo>
                    <a:pt x="175019" y="107709"/>
                  </a:lnTo>
                  <a:lnTo>
                    <a:pt x="180213" y="66618"/>
                  </a:lnTo>
                  <a:lnTo>
                    <a:pt x="168847" y="34716"/>
                  </a:ln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4" y="29413"/>
                  </a:lnTo>
                  <a:lnTo>
                    <a:pt x="13532" y="48882"/>
                  </a:lnTo>
                  <a:lnTo>
                    <a:pt x="14288" y="68561"/>
                  </a:lnTo>
                  <a:lnTo>
                    <a:pt x="0" y="116034"/>
                  </a:lnTo>
                  <a:lnTo>
                    <a:pt x="16021" y="125121"/>
                  </a:lnTo>
                  <a:lnTo>
                    <a:pt x="25222" y="145231"/>
                  </a:lnTo>
                  <a:lnTo>
                    <a:pt x="56611" y="167075"/>
                  </a:lnTo>
                  <a:lnTo>
                    <a:pt x="62776" y="178537"/>
                  </a:lnTo>
                  <a:lnTo>
                    <a:pt x="102718" y="184271"/>
                  </a:lnTo>
                  <a:lnTo>
                    <a:pt x="124257" y="204489"/>
                  </a:lnTo>
                  <a:lnTo>
                    <a:pt x="152616" y="213036"/>
                  </a:lnTo>
                  <a:lnTo>
                    <a:pt x="158458" y="222441"/>
                  </a:lnTo>
                  <a:lnTo>
                    <a:pt x="168199" y="221793"/>
                  </a:lnTo>
                  <a:lnTo>
                    <a:pt x="183896" y="227305"/>
                  </a:lnTo>
                  <a:lnTo>
                    <a:pt x="190824" y="241688"/>
                  </a:lnTo>
                  <a:lnTo>
                    <a:pt x="188443" y="247637"/>
                  </a:lnTo>
                  <a:lnTo>
                    <a:pt x="181731" y="251314"/>
                  </a:lnTo>
                  <a:lnTo>
                    <a:pt x="178264" y="265157"/>
                  </a:lnTo>
                  <a:lnTo>
                    <a:pt x="167551" y="271316"/>
                  </a:lnTo>
                  <a:lnTo>
                    <a:pt x="166580" y="290570"/>
                  </a:lnTo>
                  <a:lnTo>
                    <a:pt x="148177" y="301923"/>
                  </a:lnTo>
                  <a:lnTo>
                    <a:pt x="151206" y="315551"/>
                  </a:lnTo>
                  <a:lnTo>
                    <a:pt x="174155" y="312738"/>
                  </a:lnTo>
                  <a:lnTo>
                    <a:pt x="207709" y="323012"/>
                  </a:lnTo>
                  <a:lnTo>
                    <a:pt x="223615" y="318357"/>
                  </a:lnTo>
                  <a:lnTo>
                    <a:pt x="234766" y="326689"/>
                  </a:lnTo>
                  <a:lnTo>
                    <a:pt x="241586" y="315335"/>
                  </a:lnTo>
                  <a:lnTo>
                    <a:pt x="251759" y="314465"/>
                  </a:lnTo>
                  <a:lnTo>
                    <a:pt x="256953" y="319767"/>
                  </a:lnTo>
                  <a:lnTo>
                    <a:pt x="264637" y="314681"/>
                  </a:lnTo>
                  <a:lnTo>
                    <a:pt x="265830" y="307436"/>
                  </a:lnTo>
                  <a:lnTo>
                    <a:pt x="274377" y="300190"/>
                  </a:lnTo>
                  <a:lnTo>
                    <a:pt x="283578" y="300190"/>
                  </a:lnTo>
                  <a:lnTo>
                    <a:pt x="297110" y="284512"/>
                  </a:lnTo>
                  <a:lnTo>
                    <a:pt x="297650" y="263855"/>
                  </a:lnTo>
                  <a:lnTo>
                    <a:pt x="302305" y="258991"/>
                  </a:lnTo>
                  <a:lnTo>
                    <a:pt x="300787" y="248501"/>
                  </a:lnTo>
                  <a:lnTo>
                    <a:pt x="313347" y="184487"/>
                  </a:lnTo>
                  <a:lnTo>
                    <a:pt x="299924" y="1752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2C60852-CFDB-2AC1-B5B0-DE1BF02C75F2}"/>
                </a:ext>
              </a:extLst>
            </p:cNvPr>
            <p:cNvSpPr/>
            <p:nvPr/>
          </p:nvSpPr>
          <p:spPr>
            <a:xfrm>
              <a:off x="3332086" y="4181944"/>
              <a:ext cx="188550" cy="252177"/>
            </a:xfrm>
            <a:custGeom>
              <a:avLst/>
              <a:gdLst>
                <a:gd name="csX0" fmla="*/ 180105 w 188550"/>
                <a:gd name="csY0" fmla="*/ 216707 h 252177"/>
                <a:gd name="csX1" fmla="*/ 167336 w 188550"/>
                <a:gd name="csY1" fmla="*/ 210007 h 252177"/>
                <a:gd name="csX2" fmla="*/ 153696 w 188550"/>
                <a:gd name="csY2" fmla="*/ 187401 h 252177"/>
                <a:gd name="csX3" fmla="*/ 140926 w 188550"/>
                <a:gd name="csY3" fmla="*/ 187401 h 252177"/>
                <a:gd name="csX4" fmla="*/ 124797 w 188550"/>
                <a:gd name="csY4" fmla="*/ 161233 h 252177"/>
                <a:gd name="csX5" fmla="*/ 132372 w 188550"/>
                <a:gd name="csY5" fmla="*/ 140583 h 252177"/>
                <a:gd name="csX6" fmla="*/ 129559 w 188550"/>
                <a:gd name="csY6" fmla="*/ 133985 h 252177"/>
                <a:gd name="csX7" fmla="*/ 138761 w 188550"/>
                <a:gd name="csY7" fmla="*/ 125330 h 252177"/>
                <a:gd name="csX8" fmla="*/ 153048 w 188550"/>
                <a:gd name="csY8" fmla="*/ 127603 h 252177"/>
                <a:gd name="csX9" fmla="*/ 155537 w 188550"/>
                <a:gd name="csY9" fmla="*/ 120358 h 252177"/>
                <a:gd name="csX10" fmla="*/ 153048 w 188550"/>
                <a:gd name="csY10" fmla="*/ 112357 h 252177"/>
                <a:gd name="csX11" fmla="*/ 159652 w 188550"/>
                <a:gd name="csY11" fmla="*/ 95377 h 252177"/>
                <a:gd name="csX12" fmla="*/ 157918 w 188550"/>
                <a:gd name="csY12" fmla="*/ 93650 h 252177"/>
                <a:gd name="csX13" fmla="*/ 150127 w 188550"/>
                <a:gd name="csY13" fmla="*/ 77426 h 252177"/>
                <a:gd name="csX14" fmla="*/ 121120 w 188550"/>
                <a:gd name="csY14" fmla="*/ 57639 h 252177"/>
                <a:gd name="csX15" fmla="*/ 108560 w 188550"/>
                <a:gd name="csY15" fmla="*/ 52559 h 252177"/>
                <a:gd name="csX16" fmla="*/ 105315 w 188550"/>
                <a:gd name="csY16" fmla="*/ 35903 h 252177"/>
                <a:gd name="csX17" fmla="*/ 80855 w 188550"/>
                <a:gd name="csY17" fmla="*/ 11678 h 252177"/>
                <a:gd name="csX18" fmla="*/ 60179 w 188550"/>
                <a:gd name="csY18" fmla="*/ 0 h 252177"/>
                <a:gd name="csX19" fmla="*/ 30201 w 188550"/>
                <a:gd name="csY19" fmla="*/ 26276 h 252177"/>
                <a:gd name="csX20" fmla="*/ 48597 w 188550"/>
                <a:gd name="csY20" fmla="*/ 40227 h 252177"/>
                <a:gd name="csX21" fmla="*/ 34208 w 188550"/>
                <a:gd name="csY21" fmla="*/ 57423 h 252177"/>
                <a:gd name="csX22" fmla="*/ 14503 w 188550"/>
                <a:gd name="csY22" fmla="*/ 59258 h 252177"/>
                <a:gd name="csX23" fmla="*/ 6388 w 188550"/>
                <a:gd name="csY23" fmla="*/ 67050 h 252177"/>
                <a:gd name="csX24" fmla="*/ 10611 w 188550"/>
                <a:gd name="csY24" fmla="*/ 78296 h 252177"/>
                <a:gd name="csX25" fmla="*/ 0 w 188550"/>
                <a:gd name="csY25" fmla="*/ 90513 h 252177"/>
                <a:gd name="csX26" fmla="*/ 25762 w 188550"/>
                <a:gd name="csY26" fmla="*/ 118739 h 252177"/>
                <a:gd name="csX27" fmla="*/ 46438 w 188550"/>
                <a:gd name="csY27" fmla="*/ 115710 h 252177"/>
                <a:gd name="csX28" fmla="*/ 52603 w 188550"/>
                <a:gd name="csY28" fmla="*/ 124143 h 252177"/>
                <a:gd name="csX29" fmla="*/ 47733 w 188550"/>
                <a:gd name="csY29" fmla="*/ 144259 h 252177"/>
                <a:gd name="csX30" fmla="*/ 62021 w 188550"/>
                <a:gd name="csY30" fmla="*/ 148584 h 252177"/>
                <a:gd name="csX31" fmla="*/ 70358 w 188550"/>
                <a:gd name="csY31" fmla="*/ 167291 h 252177"/>
                <a:gd name="csX32" fmla="*/ 57798 w 188550"/>
                <a:gd name="csY32" fmla="*/ 178861 h 252177"/>
                <a:gd name="csX33" fmla="*/ 52388 w 188550"/>
                <a:gd name="csY33" fmla="*/ 210871 h 252177"/>
                <a:gd name="csX34" fmla="*/ 61481 w 188550"/>
                <a:gd name="csY34" fmla="*/ 214871 h 252177"/>
                <a:gd name="csX35" fmla="*/ 62021 w 188550"/>
                <a:gd name="csY35" fmla="*/ 227413 h 252177"/>
                <a:gd name="csX36" fmla="*/ 94711 w 188550"/>
                <a:gd name="csY36" fmla="*/ 252178 h 252177"/>
                <a:gd name="csX37" fmla="*/ 108452 w 188550"/>
                <a:gd name="csY37" fmla="*/ 248069 h 252177"/>
                <a:gd name="csX38" fmla="*/ 107696 w 188550"/>
                <a:gd name="csY38" fmla="*/ 242011 h 252177"/>
                <a:gd name="csX39" fmla="*/ 117221 w 188550"/>
                <a:gd name="csY39" fmla="*/ 235528 h 252177"/>
                <a:gd name="csX40" fmla="*/ 128156 w 188550"/>
                <a:gd name="csY40" fmla="*/ 238011 h 252177"/>
                <a:gd name="csX41" fmla="*/ 142983 w 188550"/>
                <a:gd name="csY41" fmla="*/ 233039 h 252177"/>
                <a:gd name="csX42" fmla="*/ 147746 w 188550"/>
                <a:gd name="csY42" fmla="*/ 220167 h 252177"/>
                <a:gd name="csX43" fmla="*/ 165062 w 188550"/>
                <a:gd name="csY43" fmla="*/ 227413 h 252177"/>
                <a:gd name="csX44" fmla="*/ 188551 w 188550"/>
                <a:gd name="csY44" fmla="*/ 227413 h 252177"/>
                <a:gd name="csX45" fmla="*/ 180105 w 188550"/>
                <a:gd name="csY45" fmla="*/ 216491 h 252177"/>
                <a:gd name="csX46" fmla="*/ 180105 w 188550"/>
                <a:gd name="csY46" fmla="*/ 216707 h 25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88550" h="252177">
                  <a:moveTo>
                    <a:pt x="180105" y="216707"/>
                  </a:moveTo>
                  <a:lnTo>
                    <a:pt x="167336" y="210007"/>
                  </a:lnTo>
                  <a:lnTo>
                    <a:pt x="153696" y="187401"/>
                  </a:lnTo>
                  <a:lnTo>
                    <a:pt x="140926" y="187401"/>
                  </a:lnTo>
                  <a:lnTo>
                    <a:pt x="124797" y="161233"/>
                  </a:lnTo>
                  <a:lnTo>
                    <a:pt x="132372" y="140583"/>
                  </a:lnTo>
                  <a:lnTo>
                    <a:pt x="129559" y="133985"/>
                  </a:lnTo>
                  <a:lnTo>
                    <a:pt x="138761" y="125330"/>
                  </a:lnTo>
                  <a:lnTo>
                    <a:pt x="153048" y="127603"/>
                  </a:lnTo>
                  <a:lnTo>
                    <a:pt x="155537" y="120358"/>
                  </a:lnTo>
                  <a:lnTo>
                    <a:pt x="153048" y="112357"/>
                  </a:lnTo>
                  <a:lnTo>
                    <a:pt x="159652" y="95377"/>
                  </a:lnTo>
                  <a:cubicBezTo>
                    <a:pt x="158998" y="95161"/>
                    <a:pt x="158350" y="94729"/>
                    <a:pt x="157918" y="93650"/>
                  </a:cubicBezTo>
                  <a:cubicBezTo>
                    <a:pt x="154889" y="85211"/>
                    <a:pt x="153803" y="80239"/>
                    <a:pt x="150127" y="77426"/>
                  </a:cubicBezTo>
                  <a:cubicBezTo>
                    <a:pt x="126422" y="59582"/>
                    <a:pt x="125667" y="58179"/>
                    <a:pt x="121120" y="57639"/>
                  </a:cubicBezTo>
                  <a:cubicBezTo>
                    <a:pt x="116358" y="56452"/>
                    <a:pt x="108890" y="57855"/>
                    <a:pt x="108560" y="52559"/>
                  </a:cubicBezTo>
                  <a:cubicBezTo>
                    <a:pt x="108020" y="43796"/>
                    <a:pt x="108560" y="39148"/>
                    <a:pt x="105315" y="35903"/>
                  </a:cubicBezTo>
                  <a:cubicBezTo>
                    <a:pt x="87027" y="16764"/>
                    <a:pt x="85077" y="14059"/>
                    <a:pt x="80855" y="11678"/>
                  </a:cubicBezTo>
                  <a:cubicBezTo>
                    <a:pt x="72301" y="6814"/>
                    <a:pt x="65596" y="3029"/>
                    <a:pt x="60179" y="0"/>
                  </a:cubicBezTo>
                  <a:lnTo>
                    <a:pt x="30201" y="26276"/>
                  </a:lnTo>
                  <a:lnTo>
                    <a:pt x="48597" y="40227"/>
                  </a:lnTo>
                  <a:lnTo>
                    <a:pt x="34208" y="57423"/>
                  </a:lnTo>
                  <a:lnTo>
                    <a:pt x="14503" y="59258"/>
                  </a:lnTo>
                  <a:lnTo>
                    <a:pt x="6388" y="67050"/>
                  </a:lnTo>
                  <a:lnTo>
                    <a:pt x="10611" y="78296"/>
                  </a:lnTo>
                  <a:lnTo>
                    <a:pt x="0" y="90513"/>
                  </a:lnTo>
                  <a:lnTo>
                    <a:pt x="25762" y="118739"/>
                  </a:lnTo>
                  <a:lnTo>
                    <a:pt x="46438" y="115710"/>
                  </a:lnTo>
                  <a:lnTo>
                    <a:pt x="52603" y="124143"/>
                  </a:lnTo>
                  <a:lnTo>
                    <a:pt x="47733" y="144259"/>
                  </a:lnTo>
                  <a:lnTo>
                    <a:pt x="62021" y="148584"/>
                  </a:lnTo>
                  <a:lnTo>
                    <a:pt x="70358" y="167291"/>
                  </a:lnTo>
                  <a:lnTo>
                    <a:pt x="57798" y="178861"/>
                  </a:lnTo>
                  <a:lnTo>
                    <a:pt x="52388" y="210871"/>
                  </a:lnTo>
                  <a:lnTo>
                    <a:pt x="61481" y="214871"/>
                  </a:lnTo>
                  <a:lnTo>
                    <a:pt x="62021" y="227413"/>
                  </a:lnTo>
                  <a:lnTo>
                    <a:pt x="94711" y="252178"/>
                  </a:lnTo>
                  <a:lnTo>
                    <a:pt x="108452" y="248069"/>
                  </a:lnTo>
                  <a:lnTo>
                    <a:pt x="107696" y="242011"/>
                  </a:lnTo>
                  <a:lnTo>
                    <a:pt x="117221" y="235528"/>
                  </a:lnTo>
                  <a:lnTo>
                    <a:pt x="128156" y="238011"/>
                  </a:lnTo>
                  <a:lnTo>
                    <a:pt x="142983" y="233039"/>
                  </a:lnTo>
                  <a:lnTo>
                    <a:pt x="147746" y="220167"/>
                  </a:lnTo>
                  <a:lnTo>
                    <a:pt x="165062" y="227413"/>
                  </a:lnTo>
                  <a:lnTo>
                    <a:pt x="188551" y="227413"/>
                  </a:lnTo>
                  <a:lnTo>
                    <a:pt x="180105" y="216491"/>
                  </a:lnTo>
                  <a:lnTo>
                    <a:pt x="180105" y="216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4DA6FE4-D337-17B2-6EEE-22286A9E7828}"/>
                </a:ext>
              </a:extLst>
            </p:cNvPr>
            <p:cNvSpPr/>
            <p:nvPr/>
          </p:nvSpPr>
          <p:spPr>
            <a:xfrm>
              <a:off x="3589254" y="4281322"/>
              <a:ext cx="105962" cy="119602"/>
            </a:xfrm>
            <a:custGeom>
              <a:avLst/>
              <a:gdLst>
                <a:gd name="csX0" fmla="*/ 29007 w 105962"/>
                <a:gd name="csY0" fmla="*/ 112573 h 119602"/>
                <a:gd name="csX1" fmla="*/ 37668 w 105962"/>
                <a:gd name="csY1" fmla="*/ 116789 h 119602"/>
                <a:gd name="csX2" fmla="*/ 44380 w 105962"/>
                <a:gd name="csY2" fmla="*/ 113221 h 119602"/>
                <a:gd name="csX3" fmla="*/ 57690 w 105962"/>
                <a:gd name="csY3" fmla="*/ 119602 h 119602"/>
                <a:gd name="csX4" fmla="*/ 72517 w 105962"/>
                <a:gd name="csY4" fmla="*/ 109004 h 119602"/>
                <a:gd name="csX5" fmla="*/ 81826 w 105962"/>
                <a:gd name="csY5" fmla="*/ 95593 h 119602"/>
                <a:gd name="csX6" fmla="*/ 105963 w 105962"/>
                <a:gd name="csY6" fmla="*/ 61532 h 119602"/>
                <a:gd name="csX7" fmla="*/ 104775 w 105962"/>
                <a:gd name="csY7" fmla="*/ 60020 h 119602"/>
                <a:gd name="csX8" fmla="*/ 98171 w 105962"/>
                <a:gd name="csY8" fmla="*/ 45961 h 119602"/>
                <a:gd name="csX9" fmla="*/ 44380 w 105962"/>
                <a:gd name="csY9" fmla="*/ 7900 h 119602"/>
                <a:gd name="csX10" fmla="*/ 20568 w 105962"/>
                <a:gd name="csY10" fmla="*/ 0 h 119602"/>
                <a:gd name="csX11" fmla="*/ 3035 w 105962"/>
                <a:gd name="csY11" fmla="*/ 26715 h 119602"/>
                <a:gd name="csX12" fmla="*/ 6712 w 105962"/>
                <a:gd name="csY12" fmla="*/ 60452 h 119602"/>
                <a:gd name="csX13" fmla="*/ 20784 w 105962"/>
                <a:gd name="csY13" fmla="*/ 78511 h 119602"/>
                <a:gd name="csX14" fmla="*/ 20784 w 105962"/>
                <a:gd name="csY14" fmla="*/ 86836 h 119602"/>
                <a:gd name="csX15" fmla="*/ 11906 w 105962"/>
                <a:gd name="csY15" fmla="*/ 94405 h 119602"/>
                <a:gd name="csX16" fmla="*/ 11906 w 105962"/>
                <a:gd name="csY16" fmla="*/ 109976 h 119602"/>
                <a:gd name="csX17" fmla="*/ 0 w 105962"/>
                <a:gd name="csY17" fmla="*/ 114738 h 119602"/>
                <a:gd name="csX18" fmla="*/ 13532 w 105962"/>
                <a:gd name="csY18" fmla="*/ 118738 h 119602"/>
                <a:gd name="csX19" fmla="*/ 29115 w 105962"/>
                <a:gd name="csY19" fmla="*/ 112897 h 119602"/>
                <a:gd name="csX20" fmla="*/ 29007 w 105962"/>
                <a:gd name="csY20" fmla="*/ 112573 h 119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962" h="119602">
                  <a:moveTo>
                    <a:pt x="29007" y="112573"/>
                  </a:moveTo>
                  <a:lnTo>
                    <a:pt x="37668" y="116789"/>
                  </a:lnTo>
                  <a:lnTo>
                    <a:pt x="44380" y="113221"/>
                  </a:lnTo>
                  <a:lnTo>
                    <a:pt x="57690" y="119602"/>
                  </a:lnTo>
                  <a:lnTo>
                    <a:pt x="72517" y="109004"/>
                  </a:lnTo>
                  <a:lnTo>
                    <a:pt x="81826" y="95593"/>
                  </a:lnTo>
                  <a:lnTo>
                    <a:pt x="105963" y="61532"/>
                  </a:lnTo>
                  <a:cubicBezTo>
                    <a:pt x="105963" y="61532"/>
                    <a:pt x="105099" y="60992"/>
                    <a:pt x="104775" y="60020"/>
                  </a:cubicBezTo>
                  <a:cubicBezTo>
                    <a:pt x="101746" y="50609"/>
                    <a:pt x="101530" y="48342"/>
                    <a:pt x="98171" y="45961"/>
                  </a:cubicBezTo>
                  <a:cubicBezTo>
                    <a:pt x="48711" y="9735"/>
                    <a:pt x="48819" y="9303"/>
                    <a:pt x="44380" y="7900"/>
                  </a:cubicBezTo>
                  <a:cubicBezTo>
                    <a:pt x="34855" y="4763"/>
                    <a:pt x="27064" y="2165"/>
                    <a:pt x="20568" y="0"/>
                  </a:cubicBezTo>
                  <a:lnTo>
                    <a:pt x="3035" y="26715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976"/>
                  </a:lnTo>
                  <a:lnTo>
                    <a:pt x="0" y="114738"/>
                  </a:lnTo>
                  <a:lnTo>
                    <a:pt x="13532" y="118738"/>
                  </a:lnTo>
                  <a:lnTo>
                    <a:pt x="29115" y="112897"/>
                  </a:lnTo>
                  <a:lnTo>
                    <a:pt x="29007" y="1125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FED13981-4A1B-21D5-B18C-59BB0573ED11}"/>
                </a:ext>
              </a:extLst>
            </p:cNvPr>
            <p:cNvSpPr/>
            <p:nvPr/>
          </p:nvSpPr>
          <p:spPr>
            <a:xfrm>
              <a:off x="3421170" y="6647394"/>
              <a:ext cx="47133" cy="29520"/>
            </a:xfrm>
            <a:custGeom>
              <a:avLst/>
              <a:gdLst>
                <a:gd name="csX0" fmla="*/ 40259 w 47133"/>
                <a:gd name="csY0" fmla="*/ 12930 h 29520"/>
                <a:gd name="csX1" fmla="*/ 46647 w 47133"/>
                <a:gd name="csY1" fmla="*/ 6262 h 29520"/>
                <a:gd name="csX2" fmla="*/ 40691 w 47133"/>
                <a:gd name="csY2" fmla="*/ 1183 h 29520"/>
                <a:gd name="csX3" fmla="*/ 29330 w 47133"/>
                <a:gd name="csY3" fmla="*/ 3786 h 29520"/>
                <a:gd name="csX4" fmla="*/ 22079 w 47133"/>
                <a:gd name="csY4" fmla="*/ 6453 h 29520"/>
                <a:gd name="csX5" fmla="*/ 13417 w 47133"/>
                <a:gd name="csY5" fmla="*/ 294 h 29520"/>
                <a:gd name="csX6" fmla="*/ 0 w 47133"/>
                <a:gd name="csY6" fmla="*/ 5500 h 29520"/>
                <a:gd name="csX7" fmla="*/ 0 w 47133"/>
                <a:gd name="csY7" fmla="*/ 6580 h 29520"/>
                <a:gd name="csX8" fmla="*/ 10712 w 47133"/>
                <a:gd name="csY8" fmla="*/ 26011 h 29520"/>
                <a:gd name="csX9" fmla="*/ 30194 w 47133"/>
                <a:gd name="csY9" fmla="*/ 28869 h 29520"/>
                <a:gd name="csX10" fmla="*/ 45453 w 47133"/>
                <a:gd name="csY10" fmla="*/ 19661 h 29520"/>
                <a:gd name="csX11" fmla="*/ 40367 w 47133"/>
                <a:gd name="csY11" fmla="*/ 13057 h 29520"/>
                <a:gd name="csX12" fmla="*/ 40259 w 47133"/>
                <a:gd name="csY12" fmla="*/ 12930 h 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133" h="29520">
                  <a:moveTo>
                    <a:pt x="40259" y="12930"/>
                  </a:moveTo>
                  <a:cubicBezTo>
                    <a:pt x="41992" y="11787"/>
                    <a:pt x="49028" y="10898"/>
                    <a:pt x="46647" y="6262"/>
                  </a:cubicBezTo>
                  <a:cubicBezTo>
                    <a:pt x="46107" y="5627"/>
                    <a:pt x="45021" y="1183"/>
                    <a:pt x="40691" y="1183"/>
                  </a:cubicBezTo>
                  <a:cubicBezTo>
                    <a:pt x="38093" y="1500"/>
                    <a:pt x="32791" y="-24"/>
                    <a:pt x="29330" y="3786"/>
                  </a:cubicBezTo>
                  <a:cubicBezTo>
                    <a:pt x="28461" y="4421"/>
                    <a:pt x="25000" y="10390"/>
                    <a:pt x="22079" y="6453"/>
                  </a:cubicBezTo>
                  <a:cubicBezTo>
                    <a:pt x="20453" y="4865"/>
                    <a:pt x="17856" y="-1421"/>
                    <a:pt x="13417" y="294"/>
                  </a:cubicBezTo>
                  <a:lnTo>
                    <a:pt x="0" y="5500"/>
                  </a:lnTo>
                  <a:lnTo>
                    <a:pt x="0" y="6580"/>
                  </a:lnTo>
                  <a:cubicBezTo>
                    <a:pt x="5086" y="17502"/>
                    <a:pt x="5302" y="24741"/>
                    <a:pt x="10712" y="26011"/>
                  </a:cubicBezTo>
                  <a:cubicBezTo>
                    <a:pt x="19805" y="28297"/>
                    <a:pt x="25648" y="30710"/>
                    <a:pt x="30194" y="28869"/>
                  </a:cubicBezTo>
                  <a:cubicBezTo>
                    <a:pt x="44158" y="23217"/>
                    <a:pt x="49352" y="22011"/>
                    <a:pt x="45453" y="19661"/>
                  </a:cubicBezTo>
                  <a:cubicBezTo>
                    <a:pt x="43618" y="18010"/>
                    <a:pt x="35820" y="15089"/>
                    <a:pt x="40367" y="13057"/>
                  </a:cubicBezTo>
                  <a:lnTo>
                    <a:pt x="40259" y="129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BB00C3CB-B0AC-B5A1-27D6-2F75D5BD59DA}"/>
                </a:ext>
              </a:extLst>
            </p:cNvPr>
            <p:cNvSpPr/>
            <p:nvPr/>
          </p:nvSpPr>
          <p:spPr>
            <a:xfrm>
              <a:off x="3397484" y="6676609"/>
              <a:ext cx="41295" cy="30448"/>
            </a:xfrm>
            <a:custGeom>
              <a:avLst/>
              <a:gdLst>
                <a:gd name="csX0" fmla="*/ 40780 w 41295"/>
                <a:gd name="csY0" fmla="*/ 15021 h 30448"/>
                <a:gd name="csX1" fmla="*/ 26924 w 41295"/>
                <a:gd name="csY1" fmla="*/ 7020 h 30448"/>
                <a:gd name="csX2" fmla="*/ 21190 w 41295"/>
                <a:gd name="csY2" fmla="*/ 1241 h 30448"/>
                <a:gd name="csX3" fmla="*/ 5925 w 41295"/>
                <a:gd name="csY3" fmla="*/ 8607 h 30448"/>
                <a:gd name="csX4" fmla="*/ 191 w 41295"/>
                <a:gd name="csY4" fmla="*/ 21180 h 30448"/>
                <a:gd name="csX5" fmla="*/ 10579 w 41295"/>
                <a:gd name="csY5" fmla="*/ 30134 h 30448"/>
                <a:gd name="csX6" fmla="*/ 13615 w 41295"/>
                <a:gd name="csY6" fmla="*/ 27974 h 30448"/>
                <a:gd name="csX7" fmla="*/ 13615 w 41295"/>
                <a:gd name="csY7" fmla="*/ 26450 h 30448"/>
                <a:gd name="csX8" fmla="*/ 24543 w 41295"/>
                <a:gd name="csY8" fmla="*/ 22259 h 30448"/>
                <a:gd name="csX9" fmla="*/ 24327 w 41295"/>
                <a:gd name="csY9" fmla="*/ 20735 h 30448"/>
                <a:gd name="csX10" fmla="*/ 41212 w 41295"/>
                <a:gd name="csY10" fmla="*/ 17052 h 30448"/>
                <a:gd name="csX11" fmla="*/ 40888 w 41295"/>
                <a:gd name="csY11" fmla="*/ 15084 h 30448"/>
                <a:gd name="csX12" fmla="*/ 40780 w 41295"/>
                <a:gd name="csY12" fmla="*/ 15021 h 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1295" h="30448">
                  <a:moveTo>
                    <a:pt x="40780" y="15021"/>
                  </a:moveTo>
                  <a:cubicBezTo>
                    <a:pt x="39809" y="9242"/>
                    <a:pt x="32773" y="9559"/>
                    <a:pt x="26924" y="7020"/>
                  </a:cubicBezTo>
                  <a:cubicBezTo>
                    <a:pt x="22924" y="5686"/>
                    <a:pt x="21622" y="1876"/>
                    <a:pt x="21190" y="1241"/>
                  </a:cubicBezTo>
                  <a:cubicBezTo>
                    <a:pt x="18377" y="-3903"/>
                    <a:pt x="5925" y="8607"/>
                    <a:pt x="5925" y="8607"/>
                  </a:cubicBezTo>
                  <a:cubicBezTo>
                    <a:pt x="2680" y="11084"/>
                    <a:pt x="2140" y="14132"/>
                    <a:pt x="191" y="21180"/>
                  </a:cubicBezTo>
                  <a:cubicBezTo>
                    <a:pt x="-1327" y="26641"/>
                    <a:pt x="6579" y="27530"/>
                    <a:pt x="10579" y="30134"/>
                  </a:cubicBezTo>
                  <a:cubicBezTo>
                    <a:pt x="12313" y="31022"/>
                    <a:pt x="13615" y="29943"/>
                    <a:pt x="13615" y="27974"/>
                  </a:cubicBezTo>
                  <a:lnTo>
                    <a:pt x="13615" y="26450"/>
                  </a:lnTo>
                  <a:cubicBezTo>
                    <a:pt x="13615" y="18894"/>
                    <a:pt x="25737" y="29816"/>
                    <a:pt x="24543" y="22259"/>
                  </a:cubicBezTo>
                  <a:lnTo>
                    <a:pt x="24327" y="20735"/>
                  </a:lnTo>
                  <a:cubicBezTo>
                    <a:pt x="23032" y="12290"/>
                    <a:pt x="42729" y="25498"/>
                    <a:pt x="41212" y="17052"/>
                  </a:cubicBezTo>
                  <a:lnTo>
                    <a:pt x="40888" y="15084"/>
                  </a:lnTo>
                  <a:lnTo>
                    <a:pt x="40780" y="1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D61DCCA7-8A7C-BDD9-A285-083EF0BC5EE7}"/>
                </a:ext>
              </a:extLst>
            </p:cNvPr>
            <p:cNvSpPr/>
            <p:nvPr/>
          </p:nvSpPr>
          <p:spPr>
            <a:xfrm>
              <a:off x="3350944" y="6642444"/>
              <a:ext cx="59795" cy="55329"/>
            </a:xfrm>
            <a:custGeom>
              <a:avLst/>
              <a:gdLst>
                <a:gd name="csX0" fmla="*/ 43594 w 59795"/>
                <a:gd name="csY0" fmla="*/ 290 h 55329"/>
                <a:gd name="csX1" fmla="*/ 40019 w 59795"/>
                <a:gd name="csY1" fmla="*/ 8736 h 55329"/>
                <a:gd name="csX2" fmla="*/ 24436 w 59795"/>
                <a:gd name="csY2" fmla="*/ 6132 h 55329"/>
                <a:gd name="csX3" fmla="*/ 16645 w 59795"/>
                <a:gd name="csY3" fmla="*/ 6640 h 55329"/>
                <a:gd name="csX4" fmla="*/ 24976 w 59795"/>
                <a:gd name="csY4" fmla="*/ 20737 h 55329"/>
                <a:gd name="csX5" fmla="*/ 17076 w 59795"/>
                <a:gd name="csY5" fmla="*/ 24484 h 55329"/>
                <a:gd name="csX6" fmla="*/ 16753 w 59795"/>
                <a:gd name="csY6" fmla="*/ 30325 h 55329"/>
                <a:gd name="csX7" fmla="*/ 1379 w 59795"/>
                <a:gd name="csY7" fmla="*/ 42962 h 55329"/>
                <a:gd name="csX8" fmla="*/ 11882 w 59795"/>
                <a:gd name="csY8" fmla="*/ 54583 h 55329"/>
                <a:gd name="csX9" fmla="*/ 25947 w 59795"/>
                <a:gd name="csY9" fmla="*/ 41565 h 55329"/>
                <a:gd name="csX10" fmla="*/ 35148 w 59795"/>
                <a:gd name="csY10" fmla="*/ 38644 h 55329"/>
                <a:gd name="csX11" fmla="*/ 58961 w 59795"/>
                <a:gd name="csY11" fmla="*/ 11720 h 55329"/>
                <a:gd name="csX12" fmla="*/ 43594 w 59795"/>
                <a:gd name="csY12" fmla="*/ 163 h 55329"/>
                <a:gd name="csX13" fmla="*/ 43594 w 59795"/>
                <a:gd name="csY13" fmla="*/ 290 h 5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9795" h="55329">
                  <a:moveTo>
                    <a:pt x="43594" y="290"/>
                  </a:moveTo>
                  <a:cubicBezTo>
                    <a:pt x="39156" y="-1869"/>
                    <a:pt x="40019" y="8736"/>
                    <a:pt x="40019" y="8736"/>
                  </a:cubicBezTo>
                  <a:cubicBezTo>
                    <a:pt x="39803" y="14768"/>
                    <a:pt x="31796" y="8418"/>
                    <a:pt x="24436" y="6132"/>
                  </a:cubicBezTo>
                  <a:cubicBezTo>
                    <a:pt x="20537" y="4481"/>
                    <a:pt x="17184" y="6576"/>
                    <a:pt x="16645" y="6640"/>
                  </a:cubicBezTo>
                  <a:cubicBezTo>
                    <a:pt x="12422" y="8418"/>
                    <a:pt x="16860" y="11720"/>
                    <a:pt x="24976" y="20737"/>
                  </a:cubicBezTo>
                  <a:cubicBezTo>
                    <a:pt x="28545" y="24611"/>
                    <a:pt x="19782" y="23849"/>
                    <a:pt x="17076" y="24484"/>
                  </a:cubicBezTo>
                  <a:cubicBezTo>
                    <a:pt x="12746" y="25055"/>
                    <a:pt x="16530" y="29690"/>
                    <a:pt x="16753" y="30325"/>
                  </a:cubicBezTo>
                  <a:cubicBezTo>
                    <a:pt x="19026" y="34580"/>
                    <a:pt x="15019" y="35406"/>
                    <a:pt x="1379" y="42962"/>
                  </a:cubicBezTo>
                  <a:cubicBezTo>
                    <a:pt x="-2628" y="45248"/>
                    <a:pt x="2465" y="47661"/>
                    <a:pt x="11882" y="54583"/>
                  </a:cubicBezTo>
                  <a:cubicBezTo>
                    <a:pt x="15559" y="57249"/>
                    <a:pt x="17616" y="52741"/>
                    <a:pt x="25947" y="41565"/>
                  </a:cubicBezTo>
                  <a:cubicBezTo>
                    <a:pt x="28875" y="37692"/>
                    <a:pt x="33745" y="38961"/>
                    <a:pt x="35148" y="38644"/>
                  </a:cubicBezTo>
                  <a:cubicBezTo>
                    <a:pt x="39587" y="38644"/>
                    <a:pt x="40127" y="36612"/>
                    <a:pt x="58961" y="11720"/>
                  </a:cubicBezTo>
                  <a:cubicBezTo>
                    <a:pt x="61882" y="7974"/>
                    <a:pt x="57227" y="6958"/>
                    <a:pt x="43594" y="163"/>
                  </a:cubicBezTo>
                  <a:lnTo>
                    <a:pt x="43594" y="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56C5336A-9818-E8BE-432D-F997163EB159}"/>
                </a:ext>
              </a:extLst>
            </p:cNvPr>
            <p:cNvSpPr/>
            <p:nvPr/>
          </p:nvSpPr>
          <p:spPr>
            <a:xfrm>
              <a:off x="3335445" y="6665214"/>
              <a:ext cx="15207" cy="11906"/>
            </a:xfrm>
            <a:custGeom>
              <a:avLst/>
              <a:gdLst>
                <a:gd name="csX0" fmla="*/ 8007 w 15207"/>
                <a:gd name="csY0" fmla="*/ 0 h 11906"/>
                <a:gd name="csX1" fmla="*/ 0 w 15207"/>
                <a:gd name="csY1" fmla="*/ 1397 h 11906"/>
                <a:gd name="csX2" fmla="*/ 0 w 15207"/>
                <a:gd name="csY2" fmla="*/ 2794 h 11906"/>
                <a:gd name="csX3" fmla="*/ 7036 w 15207"/>
                <a:gd name="csY3" fmla="*/ 11874 h 11906"/>
                <a:gd name="csX4" fmla="*/ 14827 w 15207"/>
                <a:gd name="csY4" fmla="*/ 7556 h 11906"/>
                <a:gd name="csX5" fmla="*/ 8007 w 15207"/>
                <a:gd name="csY5" fmla="*/ 127 h 11906"/>
                <a:gd name="csX6" fmla="*/ 8007 w 15207"/>
                <a:gd name="csY6" fmla="*/ 0 h 11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07" h="11906">
                  <a:moveTo>
                    <a:pt x="8007" y="0"/>
                  </a:moveTo>
                  <a:lnTo>
                    <a:pt x="0" y="1397"/>
                  </a:lnTo>
                  <a:lnTo>
                    <a:pt x="0" y="2794"/>
                  </a:lnTo>
                  <a:cubicBezTo>
                    <a:pt x="1403" y="5270"/>
                    <a:pt x="1943" y="12446"/>
                    <a:pt x="7036" y="11874"/>
                  </a:cubicBezTo>
                  <a:cubicBezTo>
                    <a:pt x="9303" y="11240"/>
                    <a:pt x="16992" y="12446"/>
                    <a:pt x="14827" y="7556"/>
                  </a:cubicBezTo>
                  <a:cubicBezTo>
                    <a:pt x="13633" y="5652"/>
                    <a:pt x="12770" y="-762"/>
                    <a:pt x="8007" y="127"/>
                  </a:cubicBezTo>
                  <a:lnTo>
                    <a:pt x="800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0CFFCD5-68C7-3C44-C1AA-4AD028F3E42D}"/>
                </a:ext>
              </a:extLst>
            </p:cNvPr>
            <p:cNvSpPr/>
            <p:nvPr/>
          </p:nvSpPr>
          <p:spPr>
            <a:xfrm>
              <a:off x="2601212" y="4425150"/>
              <a:ext cx="213184" cy="238550"/>
            </a:xfrm>
            <a:custGeom>
              <a:avLst/>
              <a:gdLst>
                <a:gd name="csX0" fmla="*/ 28971 w 213184"/>
                <a:gd name="csY0" fmla="*/ 198323 h 238550"/>
                <a:gd name="csX1" fmla="*/ 15439 w 213184"/>
                <a:gd name="csY1" fmla="*/ 201460 h 238550"/>
                <a:gd name="csX2" fmla="*/ 19122 w 213184"/>
                <a:gd name="csY2" fmla="*/ 220707 h 238550"/>
                <a:gd name="csX3" fmla="*/ 47259 w 213184"/>
                <a:gd name="csY3" fmla="*/ 216490 h 238550"/>
                <a:gd name="csX4" fmla="*/ 54948 w 213184"/>
                <a:gd name="csY4" fmla="*/ 237896 h 238550"/>
                <a:gd name="csX5" fmla="*/ 69776 w 213184"/>
                <a:gd name="csY5" fmla="*/ 238550 h 238550"/>
                <a:gd name="csX6" fmla="*/ 73668 w 213184"/>
                <a:gd name="csY6" fmla="*/ 227520 h 238550"/>
                <a:gd name="csX7" fmla="*/ 84819 w 213184"/>
                <a:gd name="csY7" fmla="*/ 220383 h 238550"/>
                <a:gd name="csX8" fmla="*/ 92718 w 213184"/>
                <a:gd name="csY8" fmla="*/ 183185 h 238550"/>
                <a:gd name="csX9" fmla="*/ 101703 w 213184"/>
                <a:gd name="csY9" fmla="*/ 184372 h 238550"/>
                <a:gd name="csX10" fmla="*/ 110581 w 213184"/>
                <a:gd name="csY10" fmla="*/ 165665 h 238550"/>
                <a:gd name="csX11" fmla="*/ 158961 w 213184"/>
                <a:gd name="csY11" fmla="*/ 149333 h 238550"/>
                <a:gd name="csX12" fmla="*/ 197925 w 213184"/>
                <a:gd name="csY12" fmla="*/ 120783 h 238550"/>
                <a:gd name="csX13" fmla="*/ 200414 w 213184"/>
                <a:gd name="csY13" fmla="*/ 98508 h 238550"/>
                <a:gd name="csX14" fmla="*/ 211997 w 213184"/>
                <a:gd name="csY14" fmla="*/ 100133 h 238550"/>
                <a:gd name="csX15" fmla="*/ 211997 w 213184"/>
                <a:gd name="csY15" fmla="*/ 82290 h 238550"/>
                <a:gd name="csX16" fmla="*/ 202364 w 213184"/>
                <a:gd name="csY16" fmla="*/ 66935 h 238550"/>
                <a:gd name="csX17" fmla="*/ 213184 w 213184"/>
                <a:gd name="csY17" fmla="*/ 53956 h 238550"/>
                <a:gd name="csX18" fmla="*/ 170760 w 213184"/>
                <a:gd name="csY18" fmla="*/ 36112 h 238550"/>
                <a:gd name="csX19" fmla="*/ 163616 w 213184"/>
                <a:gd name="csY19" fmla="*/ 44552 h 238550"/>
                <a:gd name="csX20" fmla="*/ 133307 w 213184"/>
                <a:gd name="csY20" fmla="*/ 40767 h 238550"/>
                <a:gd name="csX21" fmla="*/ 126487 w 213184"/>
                <a:gd name="csY21" fmla="*/ 28003 h 238550"/>
                <a:gd name="csX22" fmla="*/ 76373 w 213184"/>
                <a:gd name="csY22" fmla="*/ 0 h 238550"/>
                <a:gd name="csX23" fmla="*/ 75294 w 213184"/>
                <a:gd name="csY23" fmla="*/ 216 h 238550"/>
                <a:gd name="csX24" fmla="*/ 75402 w 213184"/>
                <a:gd name="csY24" fmla="*/ 3238 h 238550"/>
                <a:gd name="csX25" fmla="*/ 69344 w 213184"/>
                <a:gd name="csY25" fmla="*/ 12973 h 238550"/>
                <a:gd name="csX26" fmla="*/ 31028 w 213184"/>
                <a:gd name="csY26" fmla="*/ 24650 h 238550"/>
                <a:gd name="csX27" fmla="*/ 31568 w 213184"/>
                <a:gd name="csY27" fmla="*/ 49631 h 238550"/>
                <a:gd name="csX28" fmla="*/ 15978 w 213184"/>
                <a:gd name="csY28" fmla="*/ 70720 h 238550"/>
                <a:gd name="csX29" fmla="*/ 16194 w 213184"/>
                <a:gd name="csY29" fmla="*/ 79692 h 238550"/>
                <a:gd name="csX30" fmla="*/ 3533 w 213184"/>
                <a:gd name="csY30" fmla="*/ 96996 h 238550"/>
                <a:gd name="csX31" fmla="*/ 4726 w 213184"/>
                <a:gd name="csY31" fmla="*/ 108026 h 238550"/>
                <a:gd name="csX32" fmla="*/ 1799 w 213184"/>
                <a:gd name="csY32" fmla="*/ 116567 h 238550"/>
                <a:gd name="csX33" fmla="*/ 3748 w 213184"/>
                <a:gd name="csY33" fmla="*/ 129438 h 238550"/>
                <a:gd name="csX34" fmla="*/ 1691 w 213184"/>
                <a:gd name="csY34" fmla="*/ 141224 h 238550"/>
                <a:gd name="csX35" fmla="*/ 20741 w 213184"/>
                <a:gd name="csY35" fmla="*/ 156902 h 238550"/>
                <a:gd name="csX36" fmla="*/ 25719 w 213184"/>
                <a:gd name="csY36" fmla="*/ 164802 h 238550"/>
                <a:gd name="csX37" fmla="*/ 31568 w 213184"/>
                <a:gd name="csY37" fmla="*/ 153879 h 238550"/>
                <a:gd name="csX38" fmla="*/ 28755 w 213184"/>
                <a:gd name="csY38" fmla="*/ 146412 h 238550"/>
                <a:gd name="csX39" fmla="*/ 37841 w 213184"/>
                <a:gd name="csY39" fmla="*/ 138087 h 238550"/>
                <a:gd name="csX40" fmla="*/ 43042 w 213184"/>
                <a:gd name="csY40" fmla="*/ 153333 h 238550"/>
                <a:gd name="csX41" fmla="*/ 33409 w 213184"/>
                <a:gd name="csY41" fmla="*/ 174206 h 238550"/>
                <a:gd name="csX42" fmla="*/ 24316 w 213184"/>
                <a:gd name="csY42" fmla="*/ 179832 h 238550"/>
                <a:gd name="csX43" fmla="*/ 28755 w 213184"/>
                <a:gd name="csY43" fmla="*/ 198539 h 238550"/>
                <a:gd name="csX44" fmla="*/ 28971 w 213184"/>
                <a:gd name="csY44" fmla="*/ 198323 h 238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13184" h="238550">
                  <a:moveTo>
                    <a:pt x="28971" y="198323"/>
                  </a:moveTo>
                  <a:lnTo>
                    <a:pt x="15439" y="201460"/>
                  </a:lnTo>
                  <a:lnTo>
                    <a:pt x="19122" y="220707"/>
                  </a:lnTo>
                  <a:lnTo>
                    <a:pt x="47259" y="216490"/>
                  </a:lnTo>
                  <a:lnTo>
                    <a:pt x="54948" y="237896"/>
                  </a:lnTo>
                  <a:lnTo>
                    <a:pt x="69776" y="238550"/>
                  </a:lnTo>
                  <a:lnTo>
                    <a:pt x="73668" y="227520"/>
                  </a:lnTo>
                  <a:lnTo>
                    <a:pt x="84819" y="220383"/>
                  </a:lnTo>
                  <a:lnTo>
                    <a:pt x="92718" y="183185"/>
                  </a:lnTo>
                  <a:lnTo>
                    <a:pt x="101703" y="184372"/>
                  </a:lnTo>
                  <a:lnTo>
                    <a:pt x="110581" y="165665"/>
                  </a:lnTo>
                  <a:lnTo>
                    <a:pt x="158961" y="149333"/>
                  </a:lnTo>
                  <a:lnTo>
                    <a:pt x="197925" y="120783"/>
                  </a:lnTo>
                  <a:lnTo>
                    <a:pt x="200414" y="98508"/>
                  </a:lnTo>
                  <a:lnTo>
                    <a:pt x="211997" y="100133"/>
                  </a:lnTo>
                  <a:lnTo>
                    <a:pt x="211997" y="82290"/>
                  </a:lnTo>
                  <a:lnTo>
                    <a:pt x="202364" y="66935"/>
                  </a:lnTo>
                  <a:lnTo>
                    <a:pt x="213184" y="53956"/>
                  </a:lnTo>
                  <a:lnTo>
                    <a:pt x="170760" y="36112"/>
                  </a:lnTo>
                  <a:lnTo>
                    <a:pt x="163616" y="44552"/>
                  </a:lnTo>
                  <a:lnTo>
                    <a:pt x="133307" y="40767"/>
                  </a:lnTo>
                  <a:lnTo>
                    <a:pt x="126487" y="28003"/>
                  </a:lnTo>
                  <a:lnTo>
                    <a:pt x="76373" y="0"/>
                  </a:lnTo>
                  <a:lnTo>
                    <a:pt x="75294" y="216"/>
                  </a:lnTo>
                  <a:cubicBezTo>
                    <a:pt x="75618" y="1079"/>
                    <a:pt x="75834" y="2051"/>
                    <a:pt x="75402" y="3238"/>
                  </a:cubicBezTo>
                  <a:cubicBezTo>
                    <a:pt x="74214" y="5943"/>
                    <a:pt x="74214" y="12001"/>
                    <a:pt x="69344" y="12973"/>
                  </a:cubicBezTo>
                  <a:cubicBezTo>
                    <a:pt x="31784" y="21082"/>
                    <a:pt x="30374" y="20218"/>
                    <a:pt x="31028" y="24650"/>
                  </a:cubicBezTo>
                  <a:cubicBezTo>
                    <a:pt x="33517" y="44552"/>
                    <a:pt x="34489" y="46494"/>
                    <a:pt x="31568" y="49631"/>
                  </a:cubicBezTo>
                  <a:cubicBezTo>
                    <a:pt x="17172" y="65094"/>
                    <a:pt x="14467" y="66611"/>
                    <a:pt x="15978" y="70720"/>
                  </a:cubicBezTo>
                  <a:cubicBezTo>
                    <a:pt x="16194" y="72015"/>
                    <a:pt x="19338" y="76448"/>
                    <a:pt x="16194" y="79692"/>
                  </a:cubicBezTo>
                  <a:cubicBezTo>
                    <a:pt x="4726" y="91370"/>
                    <a:pt x="1913" y="92995"/>
                    <a:pt x="3533" y="96996"/>
                  </a:cubicBezTo>
                  <a:cubicBezTo>
                    <a:pt x="4072" y="99270"/>
                    <a:pt x="7647" y="104134"/>
                    <a:pt x="4726" y="108026"/>
                  </a:cubicBezTo>
                  <a:cubicBezTo>
                    <a:pt x="4288" y="108998"/>
                    <a:pt x="288" y="112351"/>
                    <a:pt x="1799" y="116567"/>
                  </a:cubicBezTo>
                  <a:cubicBezTo>
                    <a:pt x="2669" y="120243"/>
                    <a:pt x="5914" y="124898"/>
                    <a:pt x="3748" y="129438"/>
                  </a:cubicBezTo>
                  <a:cubicBezTo>
                    <a:pt x="2561" y="133115"/>
                    <a:pt x="-2633" y="138303"/>
                    <a:pt x="1691" y="141224"/>
                  </a:cubicBezTo>
                  <a:cubicBezTo>
                    <a:pt x="16848" y="151606"/>
                    <a:pt x="19661" y="152686"/>
                    <a:pt x="20741" y="156902"/>
                  </a:cubicBezTo>
                  <a:cubicBezTo>
                    <a:pt x="21827" y="159607"/>
                    <a:pt x="22259" y="168364"/>
                    <a:pt x="25719" y="164802"/>
                  </a:cubicBezTo>
                  <a:cubicBezTo>
                    <a:pt x="28316" y="161341"/>
                    <a:pt x="35136" y="157556"/>
                    <a:pt x="31568" y="153879"/>
                  </a:cubicBezTo>
                  <a:cubicBezTo>
                    <a:pt x="31028" y="153009"/>
                    <a:pt x="26265" y="150089"/>
                    <a:pt x="28755" y="146412"/>
                  </a:cubicBezTo>
                  <a:cubicBezTo>
                    <a:pt x="32108" y="142411"/>
                    <a:pt x="35352" y="133439"/>
                    <a:pt x="37841" y="138087"/>
                  </a:cubicBezTo>
                  <a:cubicBezTo>
                    <a:pt x="41093" y="144253"/>
                    <a:pt x="44553" y="149009"/>
                    <a:pt x="43042" y="153333"/>
                  </a:cubicBezTo>
                  <a:cubicBezTo>
                    <a:pt x="37518" y="168802"/>
                    <a:pt x="37194" y="171824"/>
                    <a:pt x="33409" y="174206"/>
                  </a:cubicBezTo>
                  <a:cubicBezTo>
                    <a:pt x="29942" y="176371"/>
                    <a:pt x="27021" y="178206"/>
                    <a:pt x="24316" y="179832"/>
                  </a:cubicBezTo>
                  <a:lnTo>
                    <a:pt x="28755" y="198539"/>
                  </a:lnTo>
                  <a:lnTo>
                    <a:pt x="28971" y="198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6579AB3-8A7F-0DBF-3CB6-D095BD8D2BBD}"/>
                </a:ext>
              </a:extLst>
            </p:cNvPr>
            <p:cNvSpPr/>
            <p:nvPr/>
          </p:nvSpPr>
          <p:spPr>
            <a:xfrm>
              <a:off x="2192713" y="4469715"/>
              <a:ext cx="36629" cy="45990"/>
            </a:xfrm>
            <a:custGeom>
              <a:avLst/>
              <a:gdLst>
                <a:gd name="csX0" fmla="*/ 1059 w 36629"/>
                <a:gd name="csY0" fmla="*/ 8959 h 45990"/>
                <a:gd name="csX1" fmla="*/ 10044 w 36629"/>
                <a:gd name="csY1" fmla="*/ 13721 h 45990"/>
                <a:gd name="csX2" fmla="*/ 20649 w 36629"/>
                <a:gd name="csY2" fmla="*/ 27342 h 45990"/>
                <a:gd name="csX3" fmla="*/ 11124 w 36629"/>
                <a:gd name="csY3" fmla="*/ 41509 h 45990"/>
                <a:gd name="csX4" fmla="*/ 24979 w 36629"/>
                <a:gd name="csY4" fmla="*/ 45941 h 45990"/>
                <a:gd name="csX5" fmla="*/ 35482 w 36629"/>
                <a:gd name="csY5" fmla="*/ 37940 h 45990"/>
                <a:gd name="csX6" fmla="*/ 17296 w 36629"/>
                <a:gd name="csY6" fmla="*/ 1498 h 45990"/>
                <a:gd name="csX7" fmla="*/ 1059 w 36629"/>
                <a:gd name="csY7" fmla="*/ 9067 h 45990"/>
                <a:gd name="csX8" fmla="*/ 1059 w 36629"/>
                <a:gd name="csY8" fmla="*/ 8959 h 45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629" h="45990">
                  <a:moveTo>
                    <a:pt x="1059" y="8959"/>
                  </a:moveTo>
                  <a:cubicBezTo>
                    <a:pt x="-3164" y="11988"/>
                    <a:pt x="6361" y="12420"/>
                    <a:pt x="10044" y="13721"/>
                  </a:cubicBezTo>
                  <a:cubicBezTo>
                    <a:pt x="14483" y="14801"/>
                    <a:pt x="20649" y="27342"/>
                    <a:pt x="20649" y="27342"/>
                  </a:cubicBezTo>
                  <a:cubicBezTo>
                    <a:pt x="23354" y="32105"/>
                    <a:pt x="15994" y="35673"/>
                    <a:pt x="11124" y="41509"/>
                  </a:cubicBezTo>
                  <a:cubicBezTo>
                    <a:pt x="7987" y="44646"/>
                    <a:pt x="13613" y="44538"/>
                    <a:pt x="24979" y="45941"/>
                  </a:cubicBezTo>
                  <a:cubicBezTo>
                    <a:pt x="30066" y="46595"/>
                    <a:pt x="32771" y="40538"/>
                    <a:pt x="35482" y="37940"/>
                  </a:cubicBezTo>
                  <a:cubicBezTo>
                    <a:pt x="38403" y="34480"/>
                    <a:pt x="36886" y="34156"/>
                    <a:pt x="17296" y="1498"/>
                  </a:cubicBezTo>
                  <a:cubicBezTo>
                    <a:pt x="15130" y="-2071"/>
                    <a:pt x="12533" y="850"/>
                    <a:pt x="1059" y="9067"/>
                  </a:cubicBezTo>
                  <a:lnTo>
                    <a:pt x="1059" y="8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8CEE7D52-2081-8694-E14B-7EA657E4B6AD}"/>
                </a:ext>
              </a:extLst>
            </p:cNvPr>
            <p:cNvSpPr/>
            <p:nvPr/>
          </p:nvSpPr>
          <p:spPr>
            <a:xfrm>
              <a:off x="2180931" y="4491401"/>
              <a:ext cx="15581" cy="10893"/>
            </a:xfrm>
            <a:custGeom>
              <a:avLst/>
              <a:gdLst>
                <a:gd name="csX0" fmla="*/ 13596 w 15581"/>
                <a:gd name="csY0" fmla="*/ 144 h 10893"/>
                <a:gd name="csX1" fmla="*/ 1150 w 15581"/>
                <a:gd name="csY1" fmla="*/ 3383 h 10893"/>
                <a:gd name="csX2" fmla="*/ 2554 w 15581"/>
                <a:gd name="csY2" fmla="*/ 10850 h 10893"/>
                <a:gd name="csX3" fmla="*/ 12841 w 15581"/>
                <a:gd name="csY3" fmla="*/ 7930 h 10893"/>
                <a:gd name="csX4" fmla="*/ 13596 w 15581"/>
                <a:gd name="csY4" fmla="*/ 252 h 10893"/>
                <a:gd name="csX5" fmla="*/ 13596 w 15581"/>
                <a:gd name="csY5" fmla="*/ 144 h 1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581" h="10893">
                  <a:moveTo>
                    <a:pt x="13596" y="144"/>
                  </a:moveTo>
                  <a:cubicBezTo>
                    <a:pt x="9481" y="576"/>
                    <a:pt x="2446" y="-1697"/>
                    <a:pt x="1150" y="3383"/>
                  </a:cubicBezTo>
                  <a:cubicBezTo>
                    <a:pt x="1150" y="4684"/>
                    <a:pt x="-2209" y="10850"/>
                    <a:pt x="2554" y="10850"/>
                  </a:cubicBezTo>
                  <a:cubicBezTo>
                    <a:pt x="4827" y="10520"/>
                    <a:pt x="10567" y="12146"/>
                    <a:pt x="12841" y="7930"/>
                  </a:cubicBezTo>
                  <a:cubicBezTo>
                    <a:pt x="12841" y="7930"/>
                    <a:pt x="18467" y="252"/>
                    <a:pt x="13596" y="252"/>
                  </a:cubicBezTo>
                  <a:lnTo>
                    <a:pt x="13596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402FD26-6220-9256-0C1D-18FCC1806830}"/>
                </a:ext>
              </a:extLst>
            </p:cNvPr>
            <p:cNvSpPr/>
            <p:nvPr/>
          </p:nvSpPr>
          <p:spPr>
            <a:xfrm>
              <a:off x="2239510" y="4494528"/>
              <a:ext cx="14910" cy="13051"/>
            </a:xfrm>
            <a:custGeom>
              <a:avLst/>
              <a:gdLst>
                <a:gd name="csX0" fmla="*/ 10542 w 14910"/>
                <a:gd name="csY0" fmla="*/ 153 h 13051"/>
                <a:gd name="csX1" fmla="*/ 46 w 14910"/>
                <a:gd name="csY1" fmla="*/ 6637 h 13051"/>
                <a:gd name="csX2" fmla="*/ 3398 w 14910"/>
                <a:gd name="csY2" fmla="*/ 13018 h 13051"/>
                <a:gd name="csX3" fmla="*/ 14873 w 14910"/>
                <a:gd name="csY3" fmla="*/ 8370 h 13051"/>
                <a:gd name="csX4" fmla="*/ 10542 w 14910"/>
                <a:gd name="csY4" fmla="*/ 153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10" h="13051">
                  <a:moveTo>
                    <a:pt x="10542" y="153"/>
                  </a:moveTo>
                  <a:cubicBezTo>
                    <a:pt x="10542" y="153"/>
                    <a:pt x="46" y="1557"/>
                    <a:pt x="46" y="6637"/>
                  </a:cubicBezTo>
                  <a:cubicBezTo>
                    <a:pt x="262" y="7399"/>
                    <a:pt x="-1148" y="13558"/>
                    <a:pt x="3398" y="13018"/>
                  </a:cubicBezTo>
                  <a:cubicBezTo>
                    <a:pt x="7621" y="12047"/>
                    <a:pt x="15521" y="13451"/>
                    <a:pt x="14873" y="8370"/>
                  </a:cubicBezTo>
                  <a:cubicBezTo>
                    <a:pt x="14225" y="6205"/>
                    <a:pt x="15197" y="-1148"/>
                    <a:pt x="10542" y="1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470981C3-FAC5-A917-CCFF-9EB930109152}"/>
                </a:ext>
              </a:extLst>
            </p:cNvPr>
            <p:cNvSpPr/>
            <p:nvPr/>
          </p:nvSpPr>
          <p:spPr>
            <a:xfrm>
              <a:off x="2227812" y="4473813"/>
              <a:ext cx="13920" cy="11662"/>
            </a:xfrm>
            <a:custGeom>
              <a:avLst/>
              <a:gdLst>
                <a:gd name="csX0" fmla="*/ 13801 w 13920"/>
                <a:gd name="csY0" fmla="*/ 8753 h 11662"/>
                <a:gd name="csX1" fmla="*/ 9254 w 13920"/>
                <a:gd name="csY1" fmla="*/ 2054 h 11662"/>
                <a:gd name="csX2" fmla="*/ 53 w 13920"/>
                <a:gd name="csY2" fmla="*/ 2270 h 11662"/>
                <a:gd name="csX3" fmla="*/ 3405 w 13920"/>
                <a:gd name="csY3" fmla="*/ 10811 h 11662"/>
                <a:gd name="csX4" fmla="*/ 13801 w 13920"/>
                <a:gd name="csY4" fmla="*/ 8753 h 11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920" h="11662">
                  <a:moveTo>
                    <a:pt x="13801" y="8753"/>
                  </a:moveTo>
                  <a:cubicBezTo>
                    <a:pt x="13477" y="7998"/>
                    <a:pt x="13369" y="3457"/>
                    <a:pt x="9254" y="2054"/>
                  </a:cubicBezTo>
                  <a:cubicBezTo>
                    <a:pt x="9254" y="2054"/>
                    <a:pt x="53" y="-2708"/>
                    <a:pt x="53" y="2270"/>
                  </a:cubicBezTo>
                  <a:cubicBezTo>
                    <a:pt x="377" y="3997"/>
                    <a:pt x="-1357" y="10271"/>
                    <a:pt x="3405" y="10811"/>
                  </a:cubicBezTo>
                  <a:cubicBezTo>
                    <a:pt x="7089" y="10811"/>
                    <a:pt x="14988" y="13732"/>
                    <a:pt x="13801" y="87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0CADF62F-AAD4-9AAC-73DC-1C97BA8F75F8}"/>
                </a:ext>
              </a:extLst>
            </p:cNvPr>
            <p:cNvSpPr/>
            <p:nvPr/>
          </p:nvSpPr>
          <p:spPr>
            <a:xfrm>
              <a:off x="2273418" y="4501269"/>
              <a:ext cx="13534" cy="15450"/>
            </a:xfrm>
            <a:custGeom>
              <a:avLst/>
              <a:gdLst>
                <a:gd name="csX0" fmla="*/ 6619 w 13534"/>
                <a:gd name="csY0" fmla="*/ 875 h 15450"/>
                <a:gd name="csX1" fmla="*/ 14 w 13534"/>
                <a:gd name="csY1" fmla="*/ 9955 h 15450"/>
                <a:gd name="csX2" fmla="*/ 3259 w 13534"/>
                <a:gd name="csY2" fmla="*/ 14819 h 15450"/>
                <a:gd name="csX3" fmla="*/ 12892 w 13534"/>
                <a:gd name="csY3" fmla="*/ 3789 h 15450"/>
                <a:gd name="csX4" fmla="*/ 6726 w 13534"/>
                <a:gd name="csY4" fmla="*/ 766 h 15450"/>
                <a:gd name="csX5" fmla="*/ 6619 w 13534"/>
                <a:gd name="csY5" fmla="*/ 875 h 15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34" h="15450">
                  <a:moveTo>
                    <a:pt x="6619" y="875"/>
                  </a:moveTo>
                  <a:cubicBezTo>
                    <a:pt x="4885" y="2710"/>
                    <a:pt x="-309" y="5091"/>
                    <a:pt x="14" y="9955"/>
                  </a:cubicBezTo>
                  <a:cubicBezTo>
                    <a:pt x="230" y="10710"/>
                    <a:pt x="-417" y="17524"/>
                    <a:pt x="3259" y="14819"/>
                  </a:cubicBezTo>
                  <a:cubicBezTo>
                    <a:pt x="7482" y="11143"/>
                    <a:pt x="15921" y="8228"/>
                    <a:pt x="12892" y="3789"/>
                  </a:cubicBezTo>
                  <a:cubicBezTo>
                    <a:pt x="12892" y="3789"/>
                    <a:pt x="10079" y="-2047"/>
                    <a:pt x="6726" y="766"/>
                  </a:cubicBezTo>
                  <a:lnTo>
                    <a:pt x="6619" y="8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CD4E71E-35C4-6E91-B416-64E1F65374E2}"/>
                </a:ext>
              </a:extLst>
            </p:cNvPr>
            <p:cNvSpPr/>
            <p:nvPr/>
          </p:nvSpPr>
          <p:spPr>
            <a:xfrm>
              <a:off x="2671842" y="4030736"/>
              <a:ext cx="458815" cy="595441"/>
            </a:xfrm>
            <a:custGeom>
              <a:avLst/>
              <a:gdLst>
                <a:gd name="csX0" fmla="*/ 431651 w 458815"/>
                <a:gd name="csY0" fmla="*/ 345423 h 595441"/>
                <a:gd name="csX1" fmla="*/ 418335 w 458815"/>
                <a:gd name="csY1" fmla="*/ 343372 h 595441"/>
                <a:gd name="csX2" fmla="*/ 438902 w 458815"/>
                <a:gd name="csY2" fmla="*/ 320664 h 595441"/>
                <a:gd name="csX3" fmla="*/ 426132 w 458815"/>
                <a:gd name="csY3" fmla="*/ 307469 h 595441"/>
                <a:gd name="csX4" fmla="*/ 417363 w 458815"/>
                <a:gd name="csY4" fmla="*/ 286057 h 595441"/>
                <a:gd name="csX5" fmla="*/ 417795 w 458815"/>
                <a:gd name="csY5" fmla="*/ 266594 h 595441"/>
                <a:gd name="csX6" fmla="*/ 427104 w 458815"/>
                <a:gd name="csY6" fmla="*/ 257399 h 595441"/>
                <a:gd name="csX7" fmla="*/ 426132 w 458815"/>
                <a:gd name="csY7" fmla="*/ 249074 h 595441"/>
                <a:gd name="csX8" fmla="*/ 434356 w 458815"/>
                <a:gd name="csY8" fmla="*/ 239664 h 595441"/>
                <a:gd name="csX9" fmla="*/ 429377 w 458815"/>
                <a:gd name="csY9" fmla="*/ 227122 h 595441"/>
                <a:gd name="csX10" fmla="*/ 414982 w 458815"/>
                <a:gd name="csY10" fmla="*/ 226690 h 595441"/>
                <a:gd name="csX11" fmla="*/ 410435 w 458815"/>
                <a:gd name="csY11" fmla="*/ 233612 h 595441"/>
                <a:gd name="csX12" fmla="*/ 373853 w 458815"/>
                <a:gd name="csY12" fmla="*/ 231986 h 595441"/>
                <a:gd name="csX13" fmla="*/ 362486 w 458815"/>
                <a:gd name="csY13" fmla="*/ 239016 h 595441"/>
                <a:gd name="csX14" fmla="*/ 331530 w 458815"/>
                <a:gd name="csY14" fmla="*/ 202897 h 595441"/>
                <a:gd name="csX15" fmla="*/ 325796 w 458815"/>
                <a:gd name="csY15" fmla="*/ 205062 h 595441"/>
                <a:gd name="csX16" fmla="*/ 309991 w 458815"/>
                <a:gd name="csY16" fmla="*/ 198249 h 595441"/>
                <a:gd name="csX17" fmla="*/ 293646 w 458815"/>
                <a:gd name="csY17" fmla="*/ 204522 h 595441"/>
                <a:gd name="csX18" fmla="*/ 263128 w 458815"/>
                <a:gd name="csY18" fmla="*/ 202357 h 595441"/>
                <a:gd name="csX19" fmla="*/ 255552 w 458815"/>
                <a:gd name="csY19" fmla="*/ 188514 h 595441"/>
                <a:gd name="csX20" fmla="*/ 247215 w 458815"/>
                <a:gd name="csY20" fmla="*/ 187435 h 595441"/>
                <a:gd name="csX21" fmla="*/ 245811 w 458815"/>
                <a:gd name="csY21" fmla="*/ 169699 h 595441"/>
                <a:gd name="csX22" fmla="*/ 249920 w 458815"/>
                <a:gd name="csY22" fmla="*/ 162238 h 595441"/>
                <a:gd name="csX23" fmla="*/ 248948 w 458815"/>
                <a:gd name="csY23" fmla="*/ 150992 h 595441"/>
                <a:gd name="csX24" fmla="*/ 238337 w 458815"/>
                <a:gd name="csY24" fmla="*/ 142667 h 595441"/>
                <a:gd name="csX25" fmla="*/ 234877 w 458815"/>
                <a:gd name="csY25" fmla="*/ 123313 h 595441"/>
                <a:gd name="csX26" fmla="*/ 214531 w 458815"/>
                <a:gd name="csY26" fmla="*/ 124068 h 595441"/>
                <a:gd name="csX27" fmla="*/ 225891 w 458815"/>
                <a:gd name="csY27" fmla="*/ 95303 h 595441"/>
                <a:gd name="csX28" fmla="*/ 228597 w 458815"/>
                <a:gd name="csY28" fmla="*/ 73890 h 595441"/>
                <a:gd name="csX29" fmla="*/ 243322 w 458815"/>
                <a:gd name="csY29" fmla="*/ 49341 h 595441"/>
                <a:gd name="csX30" fmla="*/ 251761 w 458815"/>
                <a:gd name="csY30" fmla="*/ 47182 h 595441"/>
                <a:gd name="csX31" fmla="*/ 261826 w 458815"/>
                <a:gd name="csY31" fmla="*/ 23713 h 595441"/>
                <a:gd name="csX32" fmla="*/ 293106 w 458815"/>
                <a:gd name="csY32" fmla="*/ 17553 h 595441"/>
                <a:gd name="csX33" fmla="*/ 294408 w 458815"/>
                <a:gd name="csY33" fmla="*/ 11171 h 595441"/>
                <a:gd name="csX34" fmla="*/ 287696 w 458815"/>
                <a:gd name="csY34" fmla="*/ 3386 h 595441"/>
                <a:gd name="csX35" fmla="*/ 270056 w 458815"/>
                <a:gd name="csY35" fmla="*/ 789 h 595441"/>
                <a:gd name="csX36" fmla="*/ 254790 w 458815"/>
                <a:gd name="csY36" fmla="*/ 10956 h 595441"/>
                <a:gd name="csX37" fmla="*/ 247970 w 458815"/>
                <a:gd name="csY37" fmla="*/ 22310 h 595441"/>
                <a:gd name="csX38" fmla="*/ 207388 w 458815"/>
                <a:gd name="csY38" fmla="*/ 43938 h 595441"/>
                <a:gd name="csX39" fmla="*/ 180432 w 458815"/>
                <a:gd name="csY39" fmla="*/ 45233 h 595441"/>
                <a:gd name="csX40" fmla="*/ 169288 w 458815"/>
                <a:gd name="csY40" fmla="*/ 64486 h 595441"/>
                <a:gd name="csX41" fmla="*/ 162252 w 458815"/>
                <a:gd name="csY41" fmla="*/ 53018 h 595441"/>
                <a:gd name="csX42" fmla="*/ 153914 w 458815"/>
                <a:gd name="csY42" fmla="*/ 53456 h 595441"/>
                <a:gd name="csX43" fmla="*/ 129454 w 458815"/>
                <a:gd name="csY43" fmla="*/ 78431 h 595441"/>
                <a:gd name="csX44" fmla="*/ 122850 w 458815"/>
                <a:gd name="csY44" fmla="*/ 112066 h 595441"/>
                <a:gd name="csX45" fmla="*/ 112030 w 458815"/>
                <a:gd name="csY45" fmla="*/ 115197 h 595441"/>
                <a:gd name="csX46" fmla="*/ 98498 w 458815"/>
                <a:gd name="csY46" fmla="*/ 130450 h 595441"/>
                <a:gd name="csX47" fmla="*/ 80857 w 458815"/>
                <a:gd name="csY47" fmla="*/ 145156 h 595441"/>
                <a:gd name="csX48" fmla="*/ 86699 w 458815"/>
                <a:gd name="csY48" fmla="*/ 158454 h 595441"/>
                <a:gd name="csX49" fmla="*/ 82915 w 458815"/>
                <a:gd name="csY49" fmla="*/ 170239 h 595441"/>
                <a:gd name="csX50" fmla="*/ 76203 w 458815"/>
                <a:gd name="csY50" fmla="*/ 167540 h 595441"/>
                <a:gd name="csX51" fmla="*/ 74685 w 458815"/>
                <a:gd name="csY51" fmla="*/ 156618 h 595441"/>
                <a:gd name="csX52" fmla="*/ 62131 w 458815"/>
                <a:gd name="csY52" fmla="*/ 143099 h 595441"/>
                <a:gd name="csX53" fmla="*/ 54664 w 458815"/>
                <a:gd name="csY53" fmla="*/ 151100 h 595441"/>
                <a:gd name="csX54" fmla="*/ 64836 w 458815"/>
                <a:gd name="csY54" fmla="*/ 167432 h 595441"/>
                <a:gd name="csX55" fmla="*/ 54232 w 458815"/>
                <a:gd name="csY55" fmla="*/ 182355 h 595441"/>
                <a:gd name="csX56" fmla="*/ 46548 w 458815"/>
                <a:gd name="csY56" fmla="*/ 176837 h 595441"/>
                <a:gd name="csX57" fmla="*/ 38858 w 458815"/>
                <a:gd name="csY57" fmla="*/ 191975 h 595441"/>
                <a:gd name="csX58" fmla="*/ 46225 w 458815"/>
                <a:gd name="csY58" fmla="*/ 198465 h 595441"/>
                <a:gd name="csX59" fmla="*/ 49146 w 458815"/>
                <a:gd name="csY59" fmla="*/ 205170 h 595441"/>
                <a:gd name="csX60" fmla="*/ 62887 w 458815"/>
                <a:gd name="csY60" fmla="*/ 221172 h 595441"/>
                <a:gd name="csX61" fmla="*/ 62131 w 458815"/>
                <a:gd name="csY61" fmla="*/ 226582 h 595441"/>
                <a:gd name="csX62" fmla="*/ 57585 w 458815"/>
                <a:gd name="csY62" fmla="*/ 232964 h 595441"/>
                <a:gd name="csX63" fmla="*/ 62995 w 458815"/>
                <a:gd name="csY63" fmla="*/ 250046 h 595441"/>
                <a:gd name="csX64" fmla="*/ 58124 w 458815"/>
                <a:gd name="csY64" fmla="*/ 253938 h 595441"/>
                <a:gd name="csX65" fmla="*/ 57477 w 458815"/>
                <a:gd name="csY65" fmla="*/ 253938 h 595441"/>
                <a:gd name="csX66" fmla="*/ 59966 w 458815"/>
                <a:gd name="csY66" fmla="*/ 270810 h 595441"/>
                <a:gd name="csX67" fmla="*/ 59210 w 458815"/>
                <a:gd name="csY67" fmla="*/ 299144 h 595441"/>
                <a:gd name="csX68" fmla="*/ 54124 w 458815"/>
                <a:gd name="csY68" fmla="*/ 308872 h 595441"/>
                <a:gd name="csX69" fmla="*/ 66786 w 458815"/>
                <a:gd name="csY69" fmla="*/ 326824 h 595441"/>
                <a:gd name="csX70" fmla="*/ 39513 w 458815"/>
                <a:gd name="csY70" fmla="*/ 356777 h 595441"/>
                <a:gd name="csX71" fmla="*/ 16348 w 458815"/>
                <a:gd name="csY71" fmla="*/ 362295 h 595441"/>
                <a:gd name="csX72" fmla="*/ 13643 w 458815"/>
                <a:gd name="csY72" fmla="*/ 369540 h 595441"/>
                <a:gd name="csX73" fmla="*/ 18513 w 458815"/>
                <a:gd name="csY73" fmla="*/ 380030 h 595441"/>
                <a:gd name="csX74" fmla="*/ 18297 w 458815"/>
                <a:gd name="csY74" fmla="*/ 380570 h 595441"/>
                <a:gd name="csX75" fmla="*/ 2600 w 458815"/>
                <a:gd name="csY75" fmla="*/ 383707 h 595441"/>
                <a:gd name="csX76" fmla="*/ 1521 w 458815"/>
                <a:gd name="csY76" fmla="*/ 391492 h 595441"/>
                <a:gd name="csX77" fmla="*/ 4873 w 458815"/>
                <a:gd name="csY77" fmla="*/ 394629 h 595441"/>
                <a:gd name="csX78" fmla="*/ 5959 w 458815"/>
                <a:gd name="csY78" fmla="*/ 394413 h 595441"/>
                <a:gd name="csX79" fmla="*/ 56073 w 458815"/>
                <a:gd name="csY79" fmla="*/ 422417 h 595441"/>
                <a:gd name="csX80" fmla="*/ 62887 w 458815"/>
                <a:gd name="csY80" fmla="*/ 435180 h 595441"/>
                <a:gd name="csX81" fmla="*/ 93195 w 458815"/>
                <a:gd name="csY81" fmla="*/ 438965 h 595441"/>
                <a:gd name="csX82" fmla="*/ 100339 w 458815"/>
                <a:gd name="csY82" fmla="*/ 430532 h 595441"/>
                <a:gd name="csX83" fmla="*/ 142770 w 458815"/>
                <a:gd name="csY83" fmla="*/ 448369 h 595441"/>
                <a:gd name="csX84" fmla="*/ 171669 w 458815"/>
                <a:gd name="csY84" fmla="*/ 467622 h 595441"/>
                <a:gd name="csX85" fmla="*/ 177079 w 458815"/>
                <a:gd name="csY85" fmla="*/ 483408 h 595441"/>
                <a:gd name="csX86" fmla="*/ 203057 w 458815"/>
                <a:gd name="csY86" fmla="*/ 496927 h 595441"/>
                <a:gd name="csX87" fmla="*/ 205870 w 458815"/>
                <a:gd name="csY87" fmla="*/ 513037 h 595441"/>
                <a:gd name="csX88" fmla="*/ 218208 w 458815"/>
                <a:gd name="csY88" fmla="*/ 514333 h 595441"/>
                <a:gd name="csX89" fmla="*/ 222647 w 458815"/>
                <a:gd name="csY89" fmla="*/ 535745 h 595441"/>
                <a:gd name="csX90" fmla="*/ 250898 w 458815"/>
                <a:gd name="csY90" fmla="*/ 538666 h 595441"/>
                <a:gd name="csX91" fmla="*/ 272221 w 458815"/>
                <a:gd name="csY91" fmla="*/ 526664 h 595441"/>
                <a:gd name="csX92" fmla="*/ 284121 w 458815"/>
                <a:gd name="csY92" fmla="*/ 534450 h 595441"/>
                <a:gd name="csX93" fmla="*/ 300790 w 458815"/>
                <a:gd name="csY93" fmla="*/ 529477 h 595441"/>
                <a:gd name="csX94" fmla="*/ 330127 w 458815"/>
                <a:gd name="csY94" fmla="*/ 546559 h 595441"/>
                <a:gd name="csX95" fmla="*/ 314753 w 458815"/>
                <a:gd name="csY95" fmla="*/ 580296 h 595441"/>
                <a:gd name="csX96" fmla="*/ 343220 w 458815"/>
                <a:gd name="csY96" fmla="*/ 595441 h 595441"/>
                <a:gd name="csX97" fmla="*/ 343652 w 458815"/>
                <a:gd name="csY97" fmla="*/ 595118 h 595441"/>
                <a:gd name="csX98" fmla="*/ 358048 w 458815"/>
                <a:gd name="csY98" fmla="*/ 501684 h 595441"/>
                <a:gd name="csX99" fmla="*/ 362378 w 458815"/>
                <a:gd name="csY99" fmla="*/ 493035 h 595441"/>
                <a:gd name="csX100" fmla="*/ 353609 w 458815"/>
                <a:gd name="csY100" fmla="*/ 479192 h 595441"/>
                <a:gd name="csX101" fmla="*/ 351558 w 458815"/>
                <a:gd name="csY101" fmla="*/ 464161 h 595441"/>
                <a:gd name="csX102" fmla="*/ 335429 w 458815"/>
                <a:gd name="csY102" fmla="*/ 451938 h 595441"/>
                <a:gd name="csX103" fmla="*/ 338674 w 458815"/>
                <a:gd name="csY103" fmla="*/ 428367 h 595441"/>
                <a:gd name="csX104" fmla="*/ 369306 w 458815"/>
                <a:gd name="csY104" fmla="*/ 427287 h 595441"/>
                <a:gd name="csX105" fmla="*/ 362810 w 458815"/>
                <a:gd name="csY105" fmla="*/ 407062 h 595441"/>
                <a:gd name="csX106" fmla="*/ 343652 w 458815"/>
                <a:gd name="csY106" fmla="*/ 403817 h 595441"/>
                <a:gd name="csX107" fmla="*/ 346903 w 458815"/>
                <a:gd name="csY107" fmla="*/ 382843 h 595441"/>
                <a:gd name="csX108" fmla="*/ 381104 w 458815"/>
                <a:gd name="csY108" fmla="*/ 382621 h 595441"/>
                <a:gd name="csX109" fmla="*/ 384781 w 458815"/>
                <a:gd name="csY109" fmla="*/ 374188 h 595441"/>
                <a:gd name="csX110" fmla="*/ 401558 w 458815"/>
                <a:gd name="csY110" fmla="*/ 381326 h 595441"/>
                <a:gd name="csX111" fmla="*/ 412169 w 458815"/>
                <a:gd name="csY111" fmla="*/ 372137 h 595441"/>
                <a:gd name="csX112" fmla="*/ 427644 w 458815"/>
                <a:gd name="csY112" fmla="*/ 389543 h 595441"/>
                <a:gd name="csX113" fmla="*/ 427644 w 458815"/>
                <a:gd name="csY113" fmla="*/ 404033 h 595441"/>
                <a:gd name="csX114" fmla="*/ 458816 w 458815"/>
                <a:gd name="csY114" fmla="*/ 401982 h 595441"/>
                <a:gd name="csX115" fmla="*/ 446802 w 458815"/>
                <a:gd name="csY115" fmla="*/ 348344 h 595441"/>
                <a:gd name="csX116" fmla="*/ 431651 w 458815"/>
                <a:gd name="csY116" fmla="*/ 345423 h 595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</a:cxnLst>
              <a:rect l="l" t="t" r="r" b="b"/>
              <a:pathLst>
                <a:path w="458815" h="595441">
                  <a:moveTo>
                    <a:pt x="431651" y="345423"/>
                  </a:moveTo>
                  <a:lnTo>
                    <a:pt x="418335" y="343372"/>
                  </a:lnTo>
                  <a:lnTo>
                    <a:pt x="438902" y="320664"/>
                  </a:lnTo>
                  <a:lnTo>
                    <a:pt x="426132" y="307469"/>
                  </a:lnTo>
                  <a:lnTo>
                    <a:pt x="417363" y="286057"/>
                  </a:lnTo>
                  <a:lnTo>
                    <a:pt x="417795" y="266594"/>
                  </a:lnTo>
                  <a:lnTo>
                    <a:pt x="427104" y="257399"/>
                  </a:lnTo>
                  <a:lnTo>
                    <a:pt x="426132" y="249074"/>
                  </a:lnTo>
                  <a:lnTo>
                    <a:pt x="434356" y="239664"/>
                  </a:lnTo>
                  <a:lnTo>
                    <a:pt x="429377" y="227122"/>
                  </a:lnTo>
                  <a:lnTo>
                    <a:pt x="414982" y="226690"/>
                  </a:lnTo>
                  <a:lnTo>
                    <a:pt x="410435" y="233612"/>
                  </a:lnTo>
                  <a:lnTo>
                    <a:pt x="373853" y="231986"/>
                  </a:lnTo>
                  <a:lnTo>
                    <a:pt x="362486" y="239016"/>
                  </a:lnTo>
                  <a:lnTo>
                    <a:pt x="331530" y="202897"/>
                  </a:lnTo>
                  <a:lnTo>
                    <a:pt x="325796" y="205062"/>
                  </a:lnTo>
                  <a:lnTo>
                    <a:pt x="309991" y="198249"/>
                  </a:lnTo>
                  <a:lnTo>
                    <a:pt x="293646" y="204522"/>
                  </a:lnTo>
                  <a:lnTo>
                    <a:pt x="263128" y="202357"/>
                  </a:lnTo>
                  <a:lnTo>
                    <a:pt x="255552" y="188514"/>
                  </a:lnTo>
                  <a:lnTo>
                    <a:pt x="247215" y="187435"/>
                  </a:lnTo>
                  <a:lnTo>
                    <a:pt x="245811" y="169699"/>
                  </a:lnTo>
                  <a:lnTo>
                    <a:pt x="249920" y="162238"/>
                  </a:lnTo>
                  <a:lnTo>
                    <a:pt x="248948" y="150992"/>
                  </a:lnTo>
                  <a:lnTo>
                    <a:pt x="238337" y="142667"/>
                  </a:lnTo>
                  <a:lnTo>
                    <a:pt x="234877" y="123313"/>
                  </a:lnTo>
                  <a:lnTo>
                    <a:pt x="214531" y="124068"/>
                  </a:lnTo>
                  <a:lnTo>
                    <a:pt x="225891" y="95303"/>
                  </a:lnTo>
                  <a:lnTo>
                    <a:pt x="228597" y="73890"/>
                  </a:lnTo>
                  <a:lnTo>
                    <a:pt x="243322" y="49341"/>
                  </a:lnTo>
                  <a:lnTo>
                    <a:pt x="251761" y="47182"/>
                  </a:lnTo>
                  <a:lnTo>
                    <a:pt x="261826" y="23713"/>
                  </a:lnTo>
                  <a:lnTo>
                    <a:pt x="293106" y="17553"/>
                  </a:lnTo>
                  <a:cubicBezTo>
                    <a:pt x="295056" y="14848"/>
                    <a:pt x="295487" y="13337"/>
                    <a:pt x="294408" y="11171"/>
                  </a:cubicBezTo>
                  <a:cubicBezTo>
                    <a:pt x="293430" y="9876"/>
                    <a:pt x="292243" y="4574"/>
                    <a:pt x="287696" y="3386"/>
                  </a:cubicBezTo>
                  <a:cubicBezTo>
                    <a:pt x="278279" y="789"/>
                    <a:pt x="274056" y="-1154"/>
                    <a:pt x="270056" y="789"/>
                  </a:cubicBezTo>
                  <a:cubicBezTo>
                    <a:pt x="259985" y="5768"/>
                    <a:pt x="256308" y="6847"/>
                    <a:pt x="254790" y="10956"/>
                  </a:cubicBezTo>
                  <a:cubicBezTo>
                    <a:pt x="253063" y="14524"/>
                    <a:pt x="252517" y="20150"/>
                    <a:pt x="247970" y="22310"/>
                  </a:cubicBezTo>
                  <a:cubicBezTo>
                    <a:pt x="216690" y="37232"/>
                    <a:pt x="214855" y="44477"/>
                    <a:pt x="207388" y="43938"/>
                  </a:cubicBezTo>
                  <a:cubicBezTo>
                    <a:pt x="185302" y="42426"/>
                    <a:pt x="182273" y="41124"/>
                    <a:pt x="180432" y="45233"/>
                  </a:cubicBezTo>
                  <a:cubicBezTo>
                    <a:pt x="172424" y="63076"/>
                    <a:pt x="170907" y="68811"/>
                    <a:pt x="169288" y="64486"/>
                  </a:cubicBezTo>
                  <a:cubicBezTo>
                    <a:pt x="167554" y="60917"/>
                    <a:pt x="167122" y="54535"/>
                    <a:pt x="162252" y="53018"/>
                  </a:cubicBezTo>
                  <a:cubicBezTo>
                    <a:pt x="161490" y="53018"/>
                    <a:pt x="157165" y="50535"/>
                    <a:pt x="153914" y="53456"/>
                  </a:cubicBezTo>
                  <a:cubicBezTo>
                    <a:pt x="131511" y="73459"/>
                    <a:pt x="129778" y="73890"/>
                    <a:pt x="129454" y="78431"/>
                  </a:cubicBezTo>
                  <a:cubicBezTo>
                    <a:pt x="126425" y="109685"/>
                    <a:pt x="127397" y="111743"/>
                    <a:pt x="122850" y="112066"/>
                  </a:cubicBezTo>
                  <a:cubicBezTo>
                    <a:pt x="120469" y="112499"/>
                    <a:pt x="114951" y="111413"/>
                    <a:pt x="112030" y="115197"/>
                  </a:cubicBezTo>
                  <a:cubicBezTo>
                    <a:pt x="105857" y="122989"/>
                    <a:pt x="102720" y="127961"/>
                    <a:pt x="98498" y="130450"/>
                  </a:cubicBezTo>
                  <a:cubicBezTo>
                    <a:pt x="82153" y="140394"/>
                    <a:pt x="78476" y="141372"/>
                    <a:pt x="80857" y="145156"/>
                  </a:cubicBezTo>
                  <a:cubicBezTo>
                    <a:pt x="84102" y="150560"/>
                    <a:pt x="86915" y="154021"/>
                    <a:pt x="86699" y="158454"/>
                  </a:cubicBezTo>
                  <a:cubicBezTo>
                    <a:pt x="86052" y="162346"/>
                    <a:pt x="88109" y="169699"/>
                    <a:pt x="82915" y="170239"/>
                  </a:cubicBezTo>
                  <a:cubicBezTo>
                    <a:pt x="81829" y="170131"/>
                    <a:pt x="75771" y="172188"/>
                    <a:pt x="76203" y="167540"/>
                  </a:cubicBezTo>
                  <a:cubicBezTo>
                    <a:pt x="76203" y="165051"/>
                    <a:pt x="77937" y="160295"/>
                    <a:pt x="74685" y="156618"/>
                  </a:cubicBezTo>
                  <a:cubicBezTo>
                    <a:pt x="68735" y="149805"/>
                    <a:pt x="65484" y="145480"/>
                    <a:pt x="62131" y="143099"/>
                  </a:cubicBezTo>
                  <a:lnTo>
                    <a:pt x="54664" y="151100"/>
                  </a:lnTo>
                  <a:lnTo>
                    <a:pt x="64836" y="167432"/>
                  </a:lnTo>
                  <a:lnTo>
                    <a:pt x="54232" y="182355"/>
                  </a:lnTo>
                  <a:lnTo>
                    <a:pt x="46548" y="176837"/>
                  </a:lnTo>
                  <a:lnTo>
                    <a:pt x="38858" y="191975"/>
                  </a:lnTo>
                  <a:lnTo>
                    <a:pt x="46225" y="198465"/>
                  </a:lnTo>
                  <a:cubicBezTo>
                    <a:pt x="49038" y="200954"/>
                    <a:pt x="49362" y="205818"/>
                    <a:pt x="49146" y="205170"/>
                  </a:cubicBezTo>
                  <a:cubicBezTo>
                    <a:pt x="49793" y="212848"/>
                    <a:pt x="63865" y="213927"/>
                    <a:pt x="62887" y="221172"/>
                  </a:cubicBezTo>
                  <a:lnTo>
                    <a:pt x="62131" y="226582"/>
                  </a:lnTo>
                  <a:cubicBezTo>
                    <a:pt x="61484" y="231447"/>
                    <a:pt x="55527" y="228418"/>
                    <a:pt x="57585" y="232964"/>
                  </a:cubicBezTo>
                  <a:cubicBezTo>
                    <a:pt x="61807" y="242045"/>
                    <a:pt x="64513" y="245829"/>
                    <a:pt x="62995" y="250046"/>
                  </a:cubicBezTo>
                  <a:cubicBezTo>
                    <a:pt x="62563" y="250586"/>
                    <a:pt x="62131" y="254916"/>
                    <a:pt x="58124" y="253938"/>
                  </a:cubicBezTo>
                  <a:lnTo>
                    <a:pt x="57477" y="253938"/>
                  </a:lnTo>
                  <a:cubicBezTo>
                    <a:pt x="51527" y="252427"/>
                    <a:pt x="59426" y="262162"/>
                    <a:pt x="59966" y="270810"/>
                  </a:cubicBezTo>
                  <a:cubicBezTo>
                    <a:pt x="61376" y="293302"/>
                    <a:pt x="62563" y="296007"/>
                    <a:pt x="59210" y="299144"/>
                  </a:cubicBezTo>
                  <a:cubicBezTo>
                    <a:pt x="57153" y="301843"/>
                    <a:pt x="50549" y="305304"/>
                    <a:pt x="54124" y="308872"/>
                  </a:cubicBezTo>
                  <a:cubicBezTo>
                    <a:pt x="65706" y="320988"/>
                    <a:pt x="69059" y="323039"/>
                    <a:pt x="66786" y="326824"/>
                  </a:cubicBezTo>
                  <a:cubicBezTo>
                    <a:pt x="42973" y="367159"/>
                    <a:pt x="43951" y="356237"/>
                    <a:pt x="39513" y="356777"/>
                  </a:cubicBezTo>
                  <a:cubicBezTo>
                    <a:pt x="20571" y="359266"/>
                    <a:pt x="18297" y="358834"/>
                    <a:pt x="16348" y="362295"/>
                  </a:cubicBezTo>
                  <a:cubicBezTo>
                    <a:pt x="15052" y="365324"/>
                    <a:pt x="10398" y="365648"/>
                    <a:pt x="13643" y="369540"/>
                  </a:cubicBezTo>
                  <a:cubicBezTo>
                    <a:pt x="15268" y="372137"/>
                    <a:pt x="20463" y="375598"/>
                    <a:pt x="18513" y="380030"/>
                  </a:cubicBezTo>
                  <a:lnTo>
                    <a:pt x="18297" y="380570"/>
                  </a:lnTo>
                  <a:cubicBezTo>
                    <a:pt x="15376" y="387060"/>
                    <a:pt x="6607" y="377541"/>
                    <a:pt x="2600" y="383707"/>
                  </a:cubicBezTo>
                  <a:cubicBezTo>
                    <a:pt x="2168" y="384679"/>
                    <a:pt x="-2270" y="388895"/>
                    <a:pt x="1521" y="391492"/>
                  </a:cubicBezTo>
                  <a:cubicBezTo>
                    <a:pt x="1952" y="391924"/>
                    <a:pt x="4010" y="392787"/>
                    <a:pt x="4873" y="394629"/>
                  </a:cubicBezTo>
                  <a:lnTo>
                    <a:pt x="5959" y="394413"/>
                  </a:lnTo>
                  <a:lnTo>
                    <a:pt x="56073" y="422417"/>
                  </a:lnTo>
                  <a:lnTo>
                    <a:pt x="62887" y="435180"/>
                  </a:lnTo>
                  <a:lnTo>
                    <a:pt x="93195" y="438965"/>
                  </a:lnTo>
                  <a:lnTo>
                    <a:pt x="100339" y="430532"/>
                  </a:lnTo>
                  <a:lnTo>
                    <a:pt x="142770" y="448369"/>
                  </a:lnTo>
                  <a:lnTo>
                    <a:pt x="171669" y="467622"/>
                  </a:lnTo>
                  <a:lnTo>
                    <a:pt x="177079" y="483408"/>
                  </a:lnTo>
                  <a:lnTo>
                    <a:pt x="203057" y="496927"/>
                  </a:lnTo>
                  <a:lnTo>
                    <a:pt x="205870" y="513037"/>
                  </a:lnTo>
                  <a:lnTo>
                    <a:pt x="218208" y="514333"/>
                  </a:lnTo>
                  <a:lnTo>
                    <a:pt x="222647" y="535745"/>
                  </a:lnTo>
                  <a:lnTo>
                    <a:pt x="250898" y="538666"/>
                  </a:lnTo>
                  <a:lnTo>
                    <a:pt x="272221" y="526664"/>
                  </a:lnTo>
                  <a:lnTo>
                    <a:pt x="284121" y="534450"/>
                  </a:lnTo>
                  <a:lnTo>
                    <a:pt x="300790" y="529477"/>
                  </a:lnTo>
                  <a:lnTo>
                    <a:pt x="330127" y="546559"/>
                  </a:lnTo>
                  <a:lnTo>
                    <a:pt x="314753" y="580296"/>
                  </a:lnTo>
                  <a:lnTo>
                    <a:pt x="343220" y="595441"/>
                  </a:lnTo>
                  <a:lnTo>
                    <a:pt x="343652" y="595118"/>
                  </a:lnTo>
                  <a:lnTo>
                    <a:pt x="358048" y="501684"/>
                  </a:lnTo>
                  <a:lnTo>
                    <a:pt x="362378" y="493035"/>
                  </a:lnTo>
                  <a:lnTo>
                    <a:pt x="353609" y="479192"/>
                  </a:lnTo>
                  <a:lnTo>
                    <a:pt x="351558" y="464161"/>
                  </a:lnTo>
                  <a:lnTo>
                    <a:pt x="335429" y="451938"/>
                  </a:lnTo>
                  <a:lnTo>
                    <a:pt x="338674" y="428367"/>
                  </a:lnTo>
                  <a:lnTo>
                    <a:pt x="369306" y="427287"/>
                  </a:lnTo>
                  <a:lnTo>
                    <a:pt x="362810" y="407062"/>
                  </a:lnTo>
                  <a:lnTo>
                    <a:pt x="343652" y="403817"/>
                  </a:lnTo>
                  <a:lnTo>
                    <a:pt x="346903" y="382843"/>
                  </a:lnTo>
                  <a:lnTo>
                    <a:pt x="381104" y="382621"/>
                  </a:lnTo>
                  <a:lnTo>
                    <a:pt x="384781" y="374188"/>
                  </a:lnTo>
                  <a:lnTo>
                    <a:pt x="401558" y="381326"/>
                  </a:lnTo>
                  <a:lnTo>
                    <a:pt x="412169" y="372137"/>
                  </a:lnTo>
                  <a:lnTo>
                    <a:pt x="427644" y="389543"/>
                  </a:lnTo>
                  <a:lnTo>
                    <a:pt x="427644" y="404033"/>
                  </a:lnTo>
                  <a:lnTo>
                    <a:pt x="458816" y="401982"/>
                  </a:lnTo>
                  <a:lnTo>
                    <a:pt x="446802" y="348344"/>
                  </a:lnTo>
                  <a:lnTo>
                    <a:pt x="431651" y="345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82A3EBA-EE14-48F3-3E0A-75CB41B314B7}"/>
                </a:ext>
              </a:extLst>
            </p:cNvPr>
            <p:cNvSpPr/>
            <p:nvPr/>
          </p:nvSpPr>
          <p:spPr>
            <a:xfrm>
              <a:off x="2844137" y="6159780"/>
              <a:ext cx="40112" cy="70817"/>
            </a:xfrm>
            <a:custGeom>
              <a:avLst/>
              <a:gdLst>
                <a:gd name="csX0" fmla="*/ 34114 w 40112"/>
                <a:gd name="csY0" fmla="*/ 18059 h 70817"/>
                <a:gd name="csX1" fmla="*/ 39416 w 40112"/>
                <a:gd name="csY1" fmla="*/ 13518 h 70817"/>
                <a:gd name="csX2" fmla="*/ 26424 w 40112"/>
                <a:gd name="csY2" fmla="*/ 323 h 70817"/>
                <a:gd name="csX3" fmla="*/ 10949 w 40112"/>
                <a:gd name="csY3" fmla="*/ 3568 h 70817"/>
                <a:gd name="csX4" fmla="*/ 10733 w 40112"/>
                <a:gd name="csY4" fmla="*/ 14274 h 70817"/>
                <a:gd name="csX5" fmla="*/ 7812 w 40112"/>
                <a:gd name="csY5" fmla="*/ 26599 h 70817"/>
                <a:gd name="csX6" fmla="*/ 7158 w 40112"/>
                <a:gd name="csY6" fmla="*/ 44551 h 70817"/>
                <a:gd name="csX7" fmla="*/ 1748 w 40112"/>
                <a:gd name="csY7" fmla="*/ 66071 h 70817"/>
                <a:gd name="csX8" fmla="*/ 13006 w 40112"/>
                <a:gd name="csY8" fmla="*/ 70611 h 70817"/>
                <a:gd name="csX9" fmla="*/ 24151 w 40112"/>
                <a:gd name="csY9" fmla="*/ 64236 h 70817"/>
                <a:gd name="csX10" fmla="*/ 24151 w 40112"/>
                <a:gd name="csY10" fmla="*/ 62718 h 70817"/>
                <a:gd name="csX11" fmla="*/ 33568 w 40112"/>
                <a:gd name="csY11" fmla="*/ 57638 h 70817"/>
                <a:gd name="csX12" fmla="*/ 30323 w 40112"/>
                <a:gd name="csY12" fmla="*/ 43255 h 70817"/>
                <a:gd name="csX13" fmla="*/ 26316 w 40112"/>
                <a:gd name="csY13" fmla="*/ 31470 h 70817"/>
                <a:gd name="csX14" fmla="*/ 32164 w 40112"/>
                <a:gd name="csY14" fmla="*/ 24009 h 70817"/>
                <a:gd name="csX15" fmla="*/ 34222 w 40112"/>
                <a:gd name="csY15" fmla="*/ 17950 h 70817"/>
                <a:gd name="csX16" fmla="*/ 34114 w 40112"/>
                <a:gd name="csY16" fmla="*/ 18059 h 70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0112" h="70817">
                  <a:moveTo>
                    <a:pt x="34114" y="18059"/>
                  </a:moveTo>
                  <a:cubicBezTo>
                    <a:pt x="35193" y="17519"/>
                    <a:pt x="42337" y="17519"/>
                    <a:pt x="39416" y="13518"/>
                  </a:cubicBezTo>
                  <a:cubicBezTo>
                    <a:pt x="39416" y="13518"/>
                    <a:pt x="30971" y="431"/>
                    <a:pt x="26424" y="323"/>
                  </a:cubicBezTo>
                  <a:cubicBezTo>
                    <a:pt x="18849" y="971"/>
                    <a:pt x="10193" y="-2268"/>
                    <a:pt x="10949" y="3568"/>
                  </a:cubicBezTo>
                  <a:cubicBezTo>
                    <a:pt x="10949" y="4755"/>
                    <a:pt x="12359" y="9734"/>
                    <a:pt x="10733" y="14274"/>
                  </a:cubicBezTo>
                  <a:cubicBezTo>
                    <a:pt x="9215" y="18490"/>
                    <a:pt x="7596" y="22167"/>
                    <a:pt x="7812" y="26599"/>
                  </a:cubicBezTo>
                  <a:cubicBezTo>
                    <a:pt x="8244" y="33629"/>
                    <a:pt x="9108" y="39794"/>
                    <a:pt x="7158" y="44551"/>
                  </a:cubicBezTo>
                  <a:cubicBezTo>
                    <a:pt x="345" y="60775"/>
                    <a:pt x="-1929" y="63480"/>
                    <a:pt x="1748" y="66071"/>
                  </a:cubicBezTo>
                  <a:cubicBezTo>
                    <a:pt x="4453" y="67481"/>
                    <a:pt x="8244" y="71805"/>
                    <a:pt x="13006" y="70611"/>
                  </a:cubicBezTo>
                  <a:cubicBezTo>
                    <a:pt x="16791" y="69100"/>
                    <a:pt x="23719" y="69748"/>
                    <a:pt x="24151" y="64236"/>
                  </a:cubicBezTo>
                  <a:lnTo>
                    <a:pt x="24151" y="62718"/>
                  </a:lnTo>
                  <a:cubicBezTo>
                    <a:pt x="24913" y="55797"/>
                    <a:pt x="34546" y="64560"/>
                    <a:pt x="33568" y="57638"/>
                  </a:cubicBezTo>
                  <a:cubicBezTo>
                    <a:pt x="32920" y="52228"/>
                    <a:pt x="32596" y="47364"/>
                    <a:pt x="30323" y="43255"/>
                  </a:cubicBezTo>
                  <a:cubicBezTo>
                    <a:pt x="29021" y="40442"/>
                    <a:pt x="25237" y="36658"/>
                    <a:pt x="26316" y="31470"/>
                  </a:cubicBezTo>
                  <a:cubicBezTo>
                    <a:pt x="27402" y="26167"/>
                    <a:pt x="33352" y="29304"/>
                    <a:pt x="32164" y="24009"/>
                  </a:cubicBezTo>
                  <a:cubicBezTo>
                    <a:pt x="32164" y="23361"/>
                    <a:pt x="30107" y="18814"/>
                    <a:pt x="34222" y="17950"/>
                  </a:cubicBezTo>
                  <a:lnTo>
                    <a:pt x="34114" y="18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BB39877-C2F6-1AAF-0717-4989E6A4FDD8}"/>
                </a:ext>
              </a:extLst>
            </p:cNvPr>
            <p:cNvSpPr/>
            <p:nvPr/>
          </p:nvSpPr>
          <p:spPr>
            <a:xfrm>
              <a:off x="2855161" y="6242344"/>
              <a:ext cx="22885" cy="18225"/>
            </a:xfrm>
            <a:custGeom>
              <a:avLst/>
              <a:gdLst>
                <a:gd name="csX0" fmla="*/ 21903 w 22885"/>
                <a:gd name="csY0" fmla="*/ 10869 h 18225"/>
                <a:gd name="csX1" fmla="*/ 7400 w 22885"/>
                <a:gd name="csY1" fmla="*/ 811 h 18225"/>
                <a:gd name="csX2" fmla="*/ 1552 w 22885"/>
                <a:gd name="csY2" fmla="*/ 12488 h 18225"/>
                <a:gd name="csX3" fmla="*/ 17572 w 22885"/>
                <a:gd name="csY3" fmla="*/ 17352 h 18225"/>
                <a:gd name="csX4" fmla="*/ 21903 w 22885"/>
                <a:gd name="csY4" fmla="*/ 10869 h 18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885" h="18225">
                  <a:moveTo>
                    <a:pt x="21903" y="10869"/>
                  </a:moveTo>
                  <a:cubicBezTo>
                    <a:pt x="21903" y="10869"/>
                    <a:pt x="11184" y="-3514"/>
                    <a:pt x="7400" y="811"/>
                  </a:cubicBezTo>
                  <a:cubicBezTo>
                    <a:pt x="4580" y="4811"/>
                    <a:pt x="-3319" y="9999"/>
                    <a:pt x="1552" y="12488"/>
                  </a:cubicBezTo>
                  <a:cubicBezTo>
                    <a:pt x="11616" y="17568"/>
                    <a:pt x="13997" y="19518"/>
                    <a:pt x="17572" y="17352"/>
                  </a:cubicBezTo>
                  <a:cubicBezTo>
                    <a:pt x="18652" y="16381"/>
                    <a:pt x="25364" y="14438"/>
                    <a:pt x="21903" y="108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EF336D9-99DA-9941-3B2D-8FC376D8CE82}"/>
                </a:ext>
              </a:extLst>
            </p:cNvPr>
            <p:cNvSpPr/>
            <p:nvPr/>
          </p:nvSpPr>
          <p:spPr>
            <a:xfrm>
              <a:off x="2797665" y="5134635"/>
              <a:ext cx="323683" cy="1646826"/>
            </a:xfrm>
            <a:custGeom>
              <a:avLst/>
              <a:gdLst>
                <a:gd name="csX0" fmla="*/ 259396 w 323683"/>
                <a:gd name="csY0" fmla="*/ 1559154 h 1646826"/>
                <a:gd name="csX1" fmla="*/ 237095 w 323683"/>
                <a:gd name="csY1" fmla="*/ 1542707 h 1646826"/>
                <a:gd name="csX2" fmla="*/ 141959 w 323683"/>
                <a:gd name="csY2" fmla="*/ 1542707 h 1646826"/>
                <a:gd name="csX3" fmla="*/ 139362 w 323683"/>
                <a:gd name="csY3" fmla="*/ 1533182 h 1646826"/>
                <a:gd name="csX4" fmla="*/ 120096 w 323683"/>
                <a:gd name="csY4" fmla="*/ 1518450 h 1646826"/>
                <a:gd name="csX5" fmla="*/ 127564 w 323683"/>
                <a:gd name="csY5" fmla="*/ 1493685 h 1646826"/>
                <a:gd name="csX6" fmla="*/ 121392 w 323683"/>
                <a:gd name="csY6" fmla="*/ 1467777 h 1646826"/>
                <a:gd name="csX7" fmla="*/ 96608 w 323683"/>
                <a:gd name="csY7" fmla="*/ 1475778 h 1646826"/>
                <a:gd name="csX8" fmla="*/ 82968 w 323683"/>
                <a:gd name="csY8" fmla="*/ 1439773 h 1646826"/>
                <a:gd name="csX9" fmla="*/ 82968 w 323683"/>
                <a:gd name="csY9" fmla="*/ 1400784 h 1646826"/>
                <a:gd name="csX10" fmla="*/ 98665 w 323683"/>
                <a:gd name="csY10" fmla="*/ 1396085 h 1646826"/>
                <a:gd name="csX11" fmla="*/ 98665 w 323683"/>
                <a:gd name="csY11" fmla="*/ 1381544 h 1646826"/>
                <a:gd name="csX12" fmla="*/ 112952 w 323683"/>
                <a:gd name="csY12" fmla="*/ 1374622 h 1646826"/>
                <a:gd name="csX13" fmla="*/ 125614 w 323683"/>
                <a:gd name="csY13" fmla="*/ 1342428 h 1646826"/>
                <a:gd name="csX14" fmla="*/ 119442 w 323683"/>
                <a:gd name="csY14" fmla="*/ 1329347 h 1646826"/>
                <a:gd name="csX15" fmla="*/ 125614 w 323683"/>
                <a:gd name="csY15" fmla="*/ 1299058 h 1646826"/>
                <a:gd name="csX16" fmla="*/ 142391 w 323683"/>
                <a:gd name="csY16" fmla="*/ 1286167 h 1646826"/>
                <a:gd name="csX17" fmla="*/ 138276 w 323683"/>
                <a:gd name="csY17" fmla="*/ 1273658 h 1646826"/>
                <a:gd name="csX18" fmla="*/ 147154 w 323683"/>
                <a:gd name="csY18" fmla="*/ 1261656 h 1646826"/>
                <a:gd name="csX19" fmla="*/ 150291 w 323683"/>
                <a:gd name="csY19" fmla="*/ 1232891 h 1646826"/>
                <a:gd name="csX20" fmla="*/ 142175 w 323683"/>
                <a:gd name="csY20" fmla="*/ 1216254 h 1646826"/>
                <a:gd name="csX21" fmla="*/ 162089 w 323683"/>
                <a:gd name="csY21" fmla="*/ 1196543 h 1646826"/>
                <a:gd name="csX22" fmla="*/ 155161 w 323683"/>
                <a:gd name="csY22" fmla="*/ 1185621 h 1646826"/>
                <a:gd name="csX23" fmla="*/ 134276 w 323683"/>
                <a:gd name="csY23" fmla="*/ 1180218 h 1646826"/>
                <a:gd name="csX24" fmla="*/ 139902 w 323683"/>
                <a:gd name="csY24" fmla="*/ 1163453 h 1646826"/>
                <a:gd name="csX25" fmla="*/ 164686 w 323683"/>
                <a:gd name="csY25" fmla="*/ 1161720 h 1646826"/>
                <a:gd name="csX26" fmla="*/ 161117 w 323683"/>
                <a:gd name="csY26" fmla="*/ 1143336 h 1646826"/>
                <a:gd name="csX27" fmla="*/ 142499 w 323683"/>
                <a:gd name="csY27" fmla="*/ 1140098 h 1646826"/>
                <a:gd name="csX28" fmla="*/ 149319 w 323683"/>
                <a:gd name="csY28" fmla="*/ 1123118 h 1646826"/>
                <a:gd name="csX29" fmla="*/ 141959 w 323683"/>
                <a:gd name="csY29" fmla="*/ 1102030 h 1646826"/>
                <a:gd name="csX30" fmla="*/ 146506 w 323683"/>
                <a:gd name="csY30" fmla="*/ 1086136 h 1646826"/>
                <a:gd name="csX31" fmla="*/ 136003 w 323683"/>
                <a:gd name="csY31" fmla="*/ 1077811 h 1646826"/>
                <a:gd name="csX32" fmla="*/ 134168 w 323683"/>
                <a:gd name="csY32" fmla="*/ 1054665 h 1646826"/>
                <a:gd name="csX33" fmla="*/ 138924 w 323683"/>
                <a:gd name="csY33" fmla="*/ 1047636 h 1646826"/>
                <a:gd name="csX34" fmla="*/ 136327 w 323683"/>
                <a:gd name="csY34" fmla="*/ 1039095 h 1646826"/>
                <a:gd name="csX35" fmla="*/ 148995 w 323683"/>
                <a:gd name="csY35" fmla="*/ 1025036 h 1646826"/>
                <a:gd name="csX36" fmla="*/ 140873 w 323683"/>
                <a:gd name="csY36" fmla="*/ 1009358 h 1646826"/>
                <a:gd name="csX37" fmla="*/ 139146 w 323683"/>
                <a:gd name="csY37" fmla="*/ 971728 h 1646826"/>
                <a:gd name="csX38" fmla="*/ 148341 w 323683"/>
                <a:gd name="csY38" fmla="*/ 954316 h 1646826"/>
                <a:gd name="csX39" fmla="*/ 144341 w 323683"/>
                <a:gd name="csY39" fmla="*/ 941984 h 1646826"/>
                <a:gd name="csX40" fmla="*/ 151700 w 323683"/>
                <a:gd name="csY40" fmla="*/ 930630 h 1646826"/>
                <a:gd name="csX41" fmla="*/ 146938 w 323683"/>
                <a:gd name="csY41" fmla="*/ 914521 h 1646826"/>
                <a:gd name="csX42" fmla="*/ 159168 w 323683"/>
                <a:gd name="csY42" fmla="*/ 905764 h 1646826"/>
                <a:gd name="csX43" fmla="*/ 159168 w 323683"/>
                <a:gd name="csY43" fmla="*/ 876675 h 1646826"/>
                <a:gd name="csX44" fmla="*/ 177354 w 323683"/>
                <a:gd name="csY44" fmla="*/ 867696 h 1646826"/>
                <a:gd name="csX45" fmla="*/ 183304 w 323683"/>
                <a:gd name="csY45" fmla="*/ 858507 h 1646826"/>
                <a:gd name="csX46" fmla="*/ 174751 w 323683"/>
                <a:gd name="csY46" fmla="*/ 850284 h 1646826"/>
                <a:gd name="csX47" fmla="*/ 167391 w 323683"/>
                <a:gd name="csY47" fmla="*/ 817848 h 1646826"/>
                <a:gd name="csX48" fmla="*/ 172916 w 323683"/>
                <a:gd name="csY48" fmla="*/ 809517 h 1646826"/>
                <a:gd name="csX49" fmla="*/ 166635 w 323683"/>
                <a:gd name="csY49" fmla="*/ 802703 h 1646826"/>
                <a:gd name="csX50" fmla="*/ 171614 w 323683"/>
                <a:gd name="csY50" fmla="*/ 790918 h 1646826"/>
                <a:gd name="csX51" fmla="*/ 166635 w 323683"/>
                <a:gd name="csY51" fmla="*/ 784644 h 1646826"/>
                <a:gd name="csX52" fmla="*/ 173024 w 323683"/>
                <a:gd name="csY52" fmla="*/ 761289 h 1646826"/>
                <a:gd name="csX53" fmla="*/ 184822 w 323683"/>
                <a:gd name="csY53" fmla="*/ 758584 h 1646826"/>
                <a:gd name="csX54" fmla="*/ 197592 w 323683"/>
                <a:gd name="csY54" fmla="*/ 742042 h 1646826"/>
                <a:gd name="csX55" fmla="*/ 196182 w 323683"/>
                <a:gd name="csY55" fmla="*/ 715004 h 1646826"/>
                <a:gd name="csX56" fmla="*/ 189476 w 323683"/>
                <a:gd name="csY56" fmla="*/ 701491 h 1646826"/>
                <a:gd name="csX57" fmla="*/ 198671 w 323683"/>
                <a:gd name="csY57" fmla="*/ 696728 h 1646826"/>
                <a:gd name="csX58" fmla="*/ 209498 w 323683"/>
                <a:gd name="csY58" fmla="*/ 670452 h 1646826"/>
                <a:gd name="csX59" fmla="*/ 218591 w 323683"/>
                <a:gd name="csY59" fmla="*/ 666667 h 1646826"/>
                <a:gd name="csX60" fmla="*/ 220318 w 323683"/>
                <a:gd name="csY60" fmla="*/ 626980 h 1646826"/>
                <a:gd name="csX61" fmla="*/ 207872 w 323683"/>
                <a:gd name="csY61" fmla="*/ 627202 h 1646826"/>
                <a:gd name="csX62" fmla="*/ 202786 w 323683"/>
                <a:gd name="csY62" fmla="*/ 611841 h 1646826"/>
                <a:gd name="csX63" fmla="*/ 208742 w 323683"/>
                <a:gd name="csY63" fmla="*/ 605682 h 1646826"/>
                <a:gd name="csX64" fmla="*/ 189362 w 323683"/>
                <a:gd name="csY64" fmla="*/ 554533 h 1646826"/>
                <a:gd name="csX65" fmla="*/ 193585 w 323683"/>
                <a:gd name="csY65" fmla="*/ 538525 h 1646826"/>
                <a:gd name="csX66" fmla="*/ 200297 w 323683"/>
                <a:gd name="csY66" fmla="*/ 535496 h 1646826"/>
                <a:gd name="csX67" fmla="*/ 207225 w 323683"/>
                <a:gd name="csY67" fmla="*/ 507384 h 1646826"/>
                <a:gd name="csX68" fmla="*/ 213721 w 323683"/>
                <a:gd name="csY68" fmla="*/ 507816 h 1646826"/>
                <a:gd name="csX69" fmla="*/ 220210 w 323683"/>
                <a:gd name="csY69" fmla="*/ 500787 h 1646826"/>
                <a:gd name="csX70" fmla="*/ 211339 w 323683"/>
                <a:gd name="csY70" fmla="*/ 462940 h 1646826"/>
                <a:gd name="csX71" fmla="*/ 219455 w 323683"/>
                <a:gd name="csY71" fmla="*/ 454393 h 1646826"/>
                <a:gd name="csX72" fmla="*/ 224217 w 323683"/>
                <a:gd name="csY72" fmla="*/ 428117 h 1646826"/>
                <a:gd name="csX73" fmla="*/ 243375 w 323683"/>
                <a:gd name="csY73" fmla="*/ 407899 h 1646826"/>
                <a:gd name="csX74" fmla="*/ 256361 w 323683"/>
                <a:gd name="csY74" fmla="*/ 376212 h 1646826"/>
                <a:gd name="csX75" fmla="*/ 268267 w 323683"/>
                <a:gd name="csY75" fmla="*/ 379997 h 1646826"/>
                <a:gd name="csX76" fmla="*/ 277036 w 323683"/>
                <a:gd name="csY76" fmla="*/ 369614 h 1646826"/>
                <a:gd name="csX77" fmla="*/ 263829 w 323683"/>
                <a:gd name="csY77" fmla="*/ 350260 h 1646826"/>
                <a:gd name="csX78" fmla="*/ 271303 w 323683"/>
                <a:gd name="csY78" fmla="*/ 337712 h 1646826"/>
                <a:gd name="csX79" fmla="*/ 264159 w 323683"/>
                <a:gd name="csY79" fmla="*/ 309925 h 1646826"/>
                <a:gd name="csX80" fmla="*/ 272166 w 323683"/>
                <a:gd name="csY80" fmla="*/ 295326 h 1646826"/>
                <a:gd name="csX81" fmla="*/ 265670 w 323683"/>
                <a:gd name="csY81" fmla="*/ 282785 h 1646826"/>
                <a:gd name="csX82" fmla="*/ 277684 w 323683"/>
                <a:gd name="csY82" fmla="*/ 268072 h 1646826"/>
                <a:gd name="csX83" fmla="*/ 311885 w 323683"/>
                <a:gd name="csY83" fmla="*/ 252609 h 1646826"/>
                <a:gd name="csX84" fmla="*/ 323684 w 323683"/>
                <a:gd name="csY84" fmla="*/ 214547 h 1646826"/>
                <a:gd name="csX85" fmla="*/ 316324 w 323683"/>
                <a:gd name="csY85" fmla="*/ 206870 h 1646826"/>
                <a:gd name="csX86" fmla="*/ 292950 w 323683"/>
                <a:gd name="csY86" fmla="*/ 207518 h 1646826"/>
                <a:gd name="csX87" fmla="*/ 281475 w 323683"/>
                <a:gd name="csY87" fmla="*/ 154312 h 1646826"/>
                <a:gd name="csX88" fmla="*/ 267404 w 323683"/>
                <a:gd name="csY88" fmla="*/ 137338 h 1646826"/>
                <a:gd name="csX89" fmla="*/ 270972 w 323683"/>
                <a:gd name="csY89" fmla="*/ 126848 h 1646826"/>
                <a:gd name="csX90" fmla="*/ 260476 w 323683"/>
                <a:gd name="csY90" fmla="*/ 120466 h 1646826"/>
                <a:gd name="csX91" fmla="*/ 258850 w 323683"/>
                <a:gd name="csY91" fmla="*/ 106515 h 1646826"/>
                <a:gd name="csX92" fmla="*/ 267619 w 323683"/>
                <a:gd name="csY92" fmla="*/ 106515 h 1646826"/>
                <a:gd name="csX93" fmla="*/ 268159 w 323683"/>
                <a:gd name="csY93" fmla="*/ 91592 h 1646826"/>
                <a:gd name="csX94" fmla="*/ 260476 w 323683"/>
                <a:gd name="csY94" fmla="*/ 84995 h 1646826"/>
                <a:gd name="csX95" fmla="*/ 269461 w 323683"/>
                <a:gd name="csY95" fmla="*/ 73425 h 1646826"/>
                <a:gd name="csX96" fmla="*/ 249763 w 323683"/>
                <a:gd name="csY96" fmla="*/ 56020 h 1646826"/>
                <a:gd name="csX97" fmla="*/ 245864 w 323683"/>
                <a:gd name="csY97" fmla="*/ 22060 h 1646826"/>
                <a:gd name="csX98" fmla="*/ 237965 w 323683"/>
                <a:gd name="csY98" fmla="*/ 18383 h 1646826"/>
                <a:gd name="csX99" fmla="*/ 232009 w 323683"/>
                <a:gd name="csY99" fmla="*/ 0 h 1646826"/>
                <a:gd name="csX100" fmla="*/ 217829 w 323683"/>
                <a:gd name="csY100" fmla="*/ 7569 h 1646826"/>
                <a:gd name="csX101" fmla="*/ 220757 w 323683"/>
                <a:gd name="csY101" fmla="*/ 20333 h 1646826"/>
                <a:gd name="csX102" fmla="*/ 212635 w 323683"/>
                <a:gd name="csY102" fmla="*/ 29413 h 1646826"/>
                <a:gd name="csX103" fmla="*/ 189038 w 323683"/>
                <a:gd name="csY103" fmla="*/ 30715 h 1646826"/>
                <a:gd name="csX104" fmla="*/ 199757 w 323683"/>
                <a:gd name="csY104" fmla="*/ 42825 h 1646826"/>
                <a:gd name="csX105" fmla="*/ 206253 w 323683"/>
                <a:gd name="csY105" fmla="*/ 96571 h 1646826"/>
                <a:gd name="csX106" fmla="*/ 203650 w 323683"/>
                <a:gd name="csY106" fmla="*/ 120898 h 1646826"/>
                <a:gd name="csX107" fmla="*/ 206685 w 323683"/>
                <a:gd name="csY107" fmla="*/ 139713 h 1646826"/>
                <a:gd name="csX108" fmla="*/ 200189 w 323683"/>
                <a:gd name="csY108" fmla="*/ 214440 h 1646826"/>
                <a:gd name="csX109" fmla="*/ 191311 w 323683"/>
                <a:gd name="csY109" fmla="*/ 212814 h 1646826"/>
                <a:gd name="csX110" fmla="*/ 187311 w 323683"/>
                <a:gd name="csY110" fmla="*/ 231743 h 1646826"/>
                <a:gd name="csX111" fmla="*/ 189908 w 323683"/>
                <a:gd name="csY111" fmla="*/ 234010 h 1646826"/>
                <a:gd name="csX112" fmla="*/ 196506 w 323683"/>
                <a:gd name="csY112" fmla="*/ 238989 h 1646826"/>
                <a:gd name="csX113" fmla="*/ 191858 w 323683"/>
                <a:gd name="csY113" fmla="*/ 249803 h 1646826"/>
                <a:gd name="csX114" fmla="*/ 191311 w 323683"/>
                <a:gd name="csY114" fmla="*/ 286893 h 1646826"/>
                <a:gd name="csX115" fmla="*/ 194347 w 323683"/>
                <a:gd name="csY115" fmla="*/ 305168 h 1646826"/>
                <a:gd name="csX116" fmla="*/ 186009 w 323683"/>
                <a:gd name="csY116" fmla="*/ 315982 h 1646826"/>
                <a:gd name="csX117" fmla="*/ 183952 w 323683"/>
                <a:gd name="csY117" fmla="*/ 329495 h 1646826"/>
                <a:gd name="csX118" fmla="*/ 186009 w 323683"/>
                <a:gd name="csY118" fmla="*/ 346799 h 1646826"/>
                <a:gd name="csX119" fmla="*/ 177786 w 323683"/>
                <a:gd name="csY119" fmla="*/ 397192 h 1646826"/>
                <a:gd name="csX120" fmla="*/ 169880 w 323683"/>
                <a:gd name="csY120" fmla="*/ 407029 h 1646826"/>
                <a:gd name="csX121" fmla="*/ 164362 w 323683"/>
                <a:gd name="csY121" fmla="*/ 431578 h 1646826"/>
                <a:gd name="csX122" fmla="*/ 156679 w 323683"/>
                <a:gd name="csY122" fmla="*/ 460235 h 1646826"/>
                <a:gd name="csX123" fmla="*/ 161333 w 323683"/>
                <a:gd name="csY123" fmla="*/ 472345 h 1646826"/>
                <a:gd name="csX124" fmla="*/ 158520 w 323683"/>
                <a:gd name="csY124" fmla="*/ 501110 h 1646826"/>
                <a:gd name="csX125" fmla="*/ 147909 w 323683"/>
                <a:gd name="csY125" fmla="*/ 511708 h 1646826"/>
                <a:gd name="csX126" fmla="*/ 154945 w 323683"/>
                <a:gd name="csY126" fmla="*/ 603948 h 1646826"/>
                <a:gd name="csX127" fmla="*/ 146182 w 323683"/>
                <a:gd name="csY127" fmla="*/ 623850 h 1646826"/>
                <a:gd name="csX128" fmla="*/ 148563 w 323683"/>
                <a:gd name="csY128" fmla="*/ 648824 h 1646826"/>
                <a:gd name="csX129" fmla="*/ 143909 w 323683"/>
                <a:gd name="csY129" fmla="*/ 652069 h 1646826"/>
                <a:gd name="csX130" fmla="*/ 125399 w 323683"/>
                <a:gd name="csY130" fmla="*/ 699649 h 1646826"/>
                <a:gd name="csX131" fmla="*/ 116521 w 323683"/>
                <a:gd name="csY131" fmla="*/ 713384 h 1646826"/>
                <a:gd name="csX132" fmla="*/ 114788 w 323683"/>
                <a:gd name="csY132" fmla="*/ 724846 h 1646826"/>
                <a:gd name="csX133" fmla="*/ 113816 w 323683"/>
                <a:gd name="csY133" fmla="*/ 731984 h 1646826"/>
                <a:gd name="csX134" fmla="*/ 102450 w 323683"/>
                <a:gd name="csY134" fmla="*/ 767778 h 1646826"/>
                <a:gd name="csX135" fmla="*/ 97579 w 323683"/>
                <a:gd name="csY135" fmla="*/ 771671 h 1646826"/>
                <a:gd name="csX136" fmla="*/ 94118 w 323683"/>
                <a:gd name="csY136" fmla="*/ 775779 h 1646826"/>
                <a:gd name="csX137" fmla="*/ 93902 w 323683"/>
                <a:gd name="csY137" fmla="*/ 788651 h 1646826"/>
                <a:gd name="csX138" fmla="*/ 88378 w 323683"/>
                <a:gd name="csY138" fmla="*/ 798595 h 1646826"/>
                <a:gd name="csX139" fmla="*/ 74313 w 323683"/>
                <a:gd name="csY139" fmla="*/ 796004 h 1646826"/>
                <a:gd name="csX140" fmla="*/ 71716 w 323683"/>
                <a:gd name="csY140" fmla="*/ 804761 h 1646826"/>
                <a:gd name="csX141" fmla="*/ 80695 w 323683"/>
                <a:gd name="csY141" fmla="*/ 839038 h 1646826"/>
                <a:gd name="csX142" fmla="*/ 78745 w 323683"/>
                <a:gd name="csY142" fmla="*/ 857314 h 1646826"/>
                <a:gd name="csX143" fmla="*/ 88600 w 323683"/>
                <a:gd name="csY143" fmla="*/ 905002 h 1646826"/>
                <a:gd name="csX144" fmla="*/ 70846 w 323683"/>
                <a:gd name="csY144" fmla="*/ 933552 h 1646826"/>
                <a:gd name="csX145" fmla="*/ 65327 w 323683"/>
                <a:gd name="csY145" fmla="*/ 982758 h 1646826"/>
                <a:gd name="csX146" fmla="*/ 77774 w 323683"/>
                <a:gd name="csY146" fmla="*/ 1014006 h 1646826"/>
                <a:gd name="csX147" fmla="*/ 93795 w 323683"/>
                <a:gd name="csY147" fmla="*/ 1010977 h 1646826"/>
                <a:gd name="csX148" fmla="*/ 96716 w 323683"/>
                <a:gd name="csY148" fmla="*/ 1003084 h 1646826"/>
                <a:gd name="csX149" fmla="*/ 106349 w 323683"/>
                <a:gd name="csY149" fmla="*/ 1001465 h 1646826"/>
                <a:gd name="csX150" fmla="*/ 112952 w 323683"/>
                <a:gd name="csY150" fmla="*/ 1015632 h 1646826"/>
                <a:gd name="csX151" fmla="*/ 106133 w 323683"/>
                <a:gd name="csY151" fmla="*/ 1021252 h 1646826"/>
                <a:gd name="csX152" fmla="*/ 109377 w 323683"/>
                <a:gd name="csY152" fmla="*/ 1030122 h 1646826"/>
                <a:gd name="csX153" fmla="*/ 116737 w 323683"/>
                <a:gd name="csY153" fmla="*/ 1034986 h 1646826"/>
                <a:gd name="csX154" fmla="*/ 114140 w 323683"/>
                <a:gd name="csY154" fmla="*/ 1042124 h 1646826"/>
                <a:gd name="csX155" fmla="*/ 108082 w 323683"/>
                <a:gd name="csY155" fmla="*/ 1046772 h 1646826"/>
                <a:gd name="csX156" fmla="*/ 109270 w 323683"/>
                <a:gd name="csY156" fmla="*/ 1054557 h 1646826"/>
                <a:gd name="csX157" fmla="*/ 104075 w 323683"/>
                <a:gd name="csY157" fmla="*/ 1060723 h 1646826"/>
                <a:gd name="csX158" fmla="*/ 103104 w 323683"/>
                <a:gd name="csY158" fmla="*/ 1082243 h 1646826"/>
                <a:gd name="csX159" fmla="*/ 97579 w 323683"/>
                <a:gd name="csY159" fmla="*/ 1104087 h 1646826"/>
                <a:gd name="csX160" fmla="*/ 102666 w 323683"/>
                <a:gd name="csY160" fmla="*/ 1115009 h 1646826"/>
                <a:gd name="csX161" fmla="*/ 96392 w 323683"/>
                <a:gd name="csY161" fmla="*/ 1123226 h 1646826"/>
                <a:gd name="csX162" fmla="*/ 92925 w 323683"/>
                <a:gd name="csY162" fmla="*/ 1126903 h 1646826"/>
                <a:gd name="csX163" fmla="*/ 92601 w 323683"/>
                <a:gd name="csY163" fmla="*/ 1131875 h 1646826"/>
                <a:gd name="csX164" fmla="*/ 96284 w 323683"/>
                <a:gd name="csY164" fmla="*/ 1139882 h 1646826"/>
                <a:gd name="csX165" fmla="*/ 89464 w 323683"/>
                <a:gd name="csY165" fmla="*/ 1152639 h 1646826"/>
                <a:gd name="csX166" fmla="*/ 88492 w 323683"/>
                <a:gd name="csY166" fmla="*/ 1161072 h 1646826"/>
                <a:gd name="csX167" fmla="*/ 92925 w 323683"/>
                <a:gd name="csY167" fmla="*/ 1169295 h 1646826"/>
                <a:gd name="csX168" fmla="*/ 87730 w 323683"/>
                <a:gd name="csY168" fmla="*/ 1181729 h 1646826"/>
                <a:gd name="csX169" fmla="*/ 81349 w 323683"/>
                <a:gd name="csY169" fmla="*/ 1208653 h 1646826"/>
                <a:gd name="csX170" fmla="*/ 80695 w 323683"/>
                <a:gd name="csY170" fmla="*/ 1239368 h 1646826"/>
                <a:gd name="csX171" fmla="*/ 78313 w 323683"/>
                <a:gd name="csY171" fmla="*/ 1245527 h 1646826"/>
                <a:gd name="csX172" fmla="*/ 65112 w 323683"/>
                <a:gd name="csY172" fmla="*/ 1256893 h 1646826"/>
                <a:gd name="csX173" fmla="*/ 69004 w 323683"/>
                <a:gd name="csY173" fmla="*/ 1245400 h 1646826"/>
                <a:gd name="csX174" fmla="*/ 70198 w 323683"/>
                <a:gd name="csY174" fmla="*/ 1224572 h 1646826"/>
                <a:gd name="csX175" fmla="*/ 52774 w 323683"/>
                <a:gd name="csY175" fmla="*/ 1214927 h 1646826"/>
                <a:gd name="csX176" fmla="*/ 50176 w 323683"/>
                <a:gd name="csY176" fmla="*/ 1209300 h 1646826"/>
                <a:gd name="csX177" fmla="*/ 40213 w 323683"/>
                <a:gd name="csY177" fmla="*/ 1207141 h 1646826"/>
                <a:gd name="csX178" fmla="*/ 31342 w 323683"/>
                <a:gd name="csY178" fmla="*/ 1217206 h 1646826"/>
                <a:gd name="csX179" fmla="*/ 19976 w 323683"/>
                <a:gd name="csY179" fmla="*/ 1225080 h 1646826"/>
                <a:gd name="csX180" fmla="*/ 25062 w 323683"/>
                <a:gd name="csY180" fmla="*/ 1234097 h 1646826"/>
                <a:gd name="csX181" fmla="*/ 30472 w 323683"/>
                <a:gd name="csY181" fmla="*/ 1237843 h 1646826"/>
                <a:gd name="csX182" fmla="*/ 2875 w 323683"/>
                <a:gd name="csY182" fmla="*/ 1266165 h 1646826"/>
                <a:gd name="csX183" fmla="*/ 9803 w 323683"/>
                <a:gd name="csY183" fmla="*/ 1279246 h 1646826"/>
                <a:gd name="csX184" fmla="*/ 16731 w 323683"/>
                <a:gd name="csY184" fmla="*/ 1271054 h 1646826"/>
                <a:gd name="csX185" fmla="*/ 18350 w 323683"/>
                <a:gd name="csY185" fmla="*/ 1263243 h 1646826"/>
                <a:gd name="csX186" fmla="*/ 27875 w 323683"/>
                <a:gd name="csY186" fmla="*/ 1262164 h 1646826"/>
                <a:gd name="csX187" fmla="*/ 41407 w 323683"/>
                <a:gd name="csY187" fmla="*/ 1274166 h 1646826"/>
                <a:gd name="csX188" fmla="*/ 48335 w 323683"/>
                <a:gd name="csY188" fmla="*/ 1268578 h 1646826"/>
                <a:gd name="csX189" fmla="*/ 56234 w 323683"/>
                <a:gd name="csY189" fmla="*/ 1271562 h 1646826"/>
                <a:gd name="csX190" fmla="*/ 60025 w 323683"/>
                <a:gd name="csY190" fmla="*/ 1284008 h 1646826"/>
                <a:gd name="csX191" fmla="*/ 41191 w 323683"/>
                <a:gd name="csY191" fmla="*/ 1321854 h 1646826"/>
                <a:gd name="csX192" fmla="*/ 43141 w 323683"/>
                <a:gd name="csY192" fmla="*/ 1331061 h 1646826"/>
                <a:gd name="csX193" fmla="*/ 42163 w 323683"/>
                <a:gd name="csY193" fmla="*/ 1337983 h 1646826"/>
                <a:gd name="csX194" fmla="*/ 50932 w 323683"/>
                <a:gd name="csY194" fmla="*/ 1373670 h 1646826"/>
                <a:gd name="csX195" fmla="*/ 44112 w 323683"/>
                <a:gd name="csY195" fmla="*/ 1388910 h 1646826"/>
                <a:gd name="csX196" fmla="*/ 26256 w 323683"/>
                <a:gd name="csY196" fmla="*/ 1333030 h 1646826"/>
                <a:gd name="csX197" fmla="*/ 20192 w 323683"/>
                <a:gd name="csY197" fmla="*/ 1340777 h 1646826"/>
                <a:gd name="csX198" fmla="*/ 19544 w 323683"/>
                <a:gd name="csY198" fmla="*/ 1353541 h 1646826"/>
                <a:gd name="csX199" fmla="*/ 13372 w 323683"/>
                <a:gd name="csY199" fmla="*/ 1349794 h 1646826"/>
                <a:gd name="csX200" fmla="*/ 5257 w 323683"/>
                <a:gd name="csY200" fmla="*/ 1339063 h 1646826"/>
                <a:gd name="csX201" fmla="*/ 818 w 323683"/>
                <a:gd name="csY201" fmla="*/ 1346873 h 1646826"/>
                <a:gd name="csX202" fmla="*/ 4501 w 323683"/>
                <a:gd name="csY202" fmla="*/ 1368590 h 1646826"/>
                <a:gd name="csX203" fmla="*/ 5364 w 323683"/>
                <a:gd name="csY203" fmla="*/ 1368590 h 1646826"/>
                <a:gd name="csX204" fmla="*/ 6336 w 323683"/>
                <a:gd name="csY204" fmla="*/ 1378941 h 1646826"/>
                <a:gd name="csX205" fmla="*/ 62 w 323683"/>
                <a:gd name="csY205" fmla="*/ 1386433 h 1646826"/>
                <a:gd name="csX206" fmla="*/ 2767 w 323683"/>
                <a:gd name="csY206" fmla="*/ 1398245 h 1646826"/>
                <a:gd name="csX207" fmla="*/ 14674 w 323683"/>
                <a:gd name="csY207" fmla="*/ 1394879 h 1646826"/>
                <a:gd name="csX208" fmla="*/ 13588 w 323683"/>
                <a:gd name="csY208" fmla="*/ 1403388 h 1646826"/>
                <a:gd name="csX209" fmla="*/ 5364 w 323683"/>
                <a:gd name="csY209" fmla="*/ 1415834 h 1646826"/>
                <a:gd name="csX210" fmla="*/ 4063 w 323683"/>
                <a:gd name="csY210" fmla="*/ 1425804 h 1646826"/>
                <a:gd name="csX211" fmla="*/ 7314 w 323683"/>
                <a:gd name="csY211" fmla="*/ 1428407 h 1646826"/>
                <a:gd name="csX212" fmla="*/ 13696 w 323683"/>
                <a:gd name="csY212" fmla="*/ 1428852 h 1646826"/>
                <a:gd name="csX213" fmla="*/ 26148 w 323683"/>
                <a:gd name="csY213" fmla="*/ 1434122 h 1646826"/>
                <a:gd name="csX214" fmla="*/ 32746 w 323683"/>
                <a:gd name="csY214" fmla="*/ 1439837 h 1646826"/>
                <a:gd name="csX215" fmla="*/ 43033 w 323683"/>
                <a:gd name="csY215" fmla="*/ 1430883 h 1646826"/>
                <a:gd name="csX216" fmla="*/ 43357 w 323683"/>
                <a:gd name="csY216" fmla="*/ 1422247 h 1646826"/>
                <a:gd name="csX217" fmla="*/ 48983 w 323683"/>
                <a:gd name="csY217" fmla="*/ 1416850 h 1646826"/>
                <a:gd name="csX218" fmla="*/ 52666 w 323683"/>
                <a:gd name="csY218" fmla="*/ 1419390 h 1646826"/>
                <a:gd name="csX219" fmla="*/ 54501 w 323683"/>
                <a:gd name="csY219" fmla="*/ 1433234 h 1646826"/>
                <a:gd name="csX220" fmla="*/ 59479 w 323683"/>
                <a:gd name="csY220" fmla="*/ 1449616 h 1646826"/>
                <a:gd name="csX221" fmla="*/ 51796 w 323683"/>
                <a:gd name="csY221" fmla="*/ 1450442 h 1646826"/>
                <a:gd name="csX222" fmla="*/ 44004 w 323683"/>
                <a:gd name="csY222" fmla="*/ 1448727 h 1646826"/>
                <a:gd name="csX223" fmla="*/ 41191 w 323683"/>
                <a:gd name="csY223" fmla="*/ 1456601 h 1646826"/>
                <a:gd name="csX224" fmla="*/ 48227 w 323683"/>
                <a:gd name="csY224" fmla="*/ 1460856 h 1646826"/>
                <a:gd name="csX225" fmla="*/ 51904 w 323683"/>
                <a:gd name="csY225" fmla="*/ 1468603 h 1646826"/>
                <a:gd name="csX226" fmla="*/ 49307 w 323683"/>
                <a:gd name="csY226" fmla="*/ 1470761 h 1646826"/>
                <a:gd name="csX227" fmla="*/ 39566 w 323683"/>
                <a:gd name="csY227" fmla="*/ 1466317 h 1646826"/>
                <a:gd name="csX228" fmla="*/ 37076 w 323683"/>
                <a:gd name="csY228" fmla="*/ 1469492 h 1646826"/>
                <a:gd name="csX229" fmla="*/ 40213 w 323683"/>
                <a:gd name="csY229" fmla="*/ 1475460 h 1646826"/>
                <a:gd name="csX230" fmla="*/ 49522 w 323683"/>
                <a:gd name="csY230" fmla="*/ 1483461 h 1646826"/>
                <a:gd name="csX231" fmla="*/ 58076 w 323683"/>
                <a:gd name="csY231" fmla="*/ 1487780 h 1646826"/>
                <a:gd name="csX232" fmla="*/ 60241 w 323683"/>
                <a:gd name="csY232" fmla="*/ 1496923 h 1646826"/>
                <a:gd name="csX233" fmla="*/ 54393 w 323683"/>
                <a:gd name="csY233" fmla="*/ 1504924 h 1646826"/>
                <a:gd name="csX234" fmla="*/ 56882 w 323683"/>
                <a:gd name="csY234" fmla="*/ 1514132 h 1646826"/>
                <a:gd name="csX235" fmla="*/ 66623 w 323683"/>
                <a:gd name="csY235" fmla="*/ 1513370 h 1646826"/>
                <a:gd name="csX236" fmla="*/ 64788 w 323683"/>
                <a:gd name="csY236" fmla="*/ 1520228 h 1646826"/>
                <a:gd name="csX237" fmla="*/ 58400 w 323683"/>
                <a:gd name="csY237" fmla="*/ 1532293 h 1646826"/>
                <a:gd name="csX238" fmla="*/ 91305 w 323683"/>
                <a:gd name="csY238" fmla="*/ 1556296 h 1646826"/>
                <a:gd name="csX239" fmla="*/ 87730 w 323683"/>
                <a:gd name="csY239" fmla="*/ 1564107 h 1646826"/>
                <a:gd name="csX240" fmla="*/ 80047 w 323683"/>
                <a:gd name="csY240" fmla="*/ 1566393 h 1646826"/>
                <a:gd name="csX241" fmla="*/ 80047 w 323683"/>
                <a:gd name="csY241" fmla="*/ 1584998 h 1646826"/>
                <a:gd name="csX242" fmla="*/ 81349 w 323683"/>
                <a:gd name="csY242" fmla="*/ 1591475 h 1646826"/>
                <a:gd name="csX243" fmla="*/ 78967 w 323683"/>
                <a:gd name="csY243" fmla="*/ 1599984 h 1646826"/>
                <a:gd name="csX244" fmla="*/ 90651 w 323683"/>
                <a:gd name="csY244" fmla="*/ 1604302 h 1646826"/>
                <a:gd name="csX245" fmla="*/ 102126 w 323683"/>
                <a:gd name="csY245" fmla="*/ 1602842 h 1646826"/>
                <a:gd name="csX246" fmla="*/ 102450 w 323683"/>
                <a:gd name="csY246" fmla="*/ 1610906 h 1646826"/>
                <a:gd name="csX247" fmla="*/ 99637 w 323683"/>
                <a:gd name="csY247" fmla="*/ 1616684 h 1646826"/>
                <a:gd name="csX248" fmla="*/ 117715 w 323683"/>
                <a:gd name="csY248" fmla="*/ 1625829 h 1646826"/>
                <a:gd name="csX249" fmla="*/ 130161 w 323683"/>
                <a:gd name="csY249" fmla="*/ 1628242 h 1646826"/>
                <a:gd name="csX250" fmla="*/ 137197 w 323683"/>
                <a:gd name="csY250" fmla="*/ 1636878 h 1646826"/>
                <a:gd name="csX251" fmla="*/ 166851 w 323683"/>
                <a:gd name="csY251" fmla="*/ 1645641 h 1646826"/>
                <a:gd name="csX252" fmla="*/ 175405 w 323683"/>
                <a:gd name="csY252" fmla="*/ 1635163 h 1646826"/>
                <a:gd name="csX253" fmla="*/ 174973 w 323683"/>
                <a:gd name="csY253" fmla="*/ 1621193 h 1646826"/>
                <a:gd name="csX254" fmla="*/ 191311 w 323683"/>
                <a:gd name="csY254" fmla="*/ 1583030 h 1646826"/>
                <a:gd name="csX255" fmla="*/ 219455 w 323683"/>
                <a:gd name="csY255" fmla="*/ 1573187 h 1646826"/>
                <a:gd name="csX256" fmla="*/ 224649 w 323683"/>
                <a:gd name="csY256" fmla="*/ 1573187 h 1646826"/>
                <a:gd name="csX257" fmla="*/ 229735 w 323683"/>
                <a:gd name="csY257" fmla="*/ 1565377 h 1646826"/>
                <a:gd name="csX258" fmla="*/ 229951 w 323683"/>
                <a:gd name="csY258" fmla="*/ 1564107 h 1646826"/>
                <a:gd name="csX259" fmla="*/ 233850 w 323683"/>
                <a:gd name="csY259" fmla="*/ 1559471 h 1646826"/>
                <a:gd name="csX260" fmla="*/ 243375 w 323683"/>
                <a:gd name="csY260" fmla="*/ 1559471 h 1646826"/>
                <a:gd name="csX261" fmla="*/ 255173 w 323683"/>
                <a:gd name="csY261" fmla="*/ 1567472 h 1646826"/>
                <a:gd name="csX262" fmla="*/ 259066 w 323683"/>
                <a:gd name="csY262" fmla="*/ 1568297 h 1646826"/>
                <a:gd name="csX263" fmla="*/ 259066 w 323683"/>
                <a:gd name="csY263" fmla="*/ 1559661 h 1646826"/>
                <a:gd name="csX264" fmla="*/ 259396 w 323683"/>
                <a:gd name="csY264" fmla="*/ 1559154 h 1646826"/>
                <a:gd name="csX265" fmla="*/ 115442 w 323683"/>
                <a:gd name="csY265" fmla="*/ 935825 h 1646826"/>
                <a:gd name="csX266" fmla="*/ 123017 w 323683"/>
                <a:gd name="csY266" fmla="*/ 931170 h 1646826"/>
                <a:gd name="csX267" fmla="*/ 127456 w 323683"/>
                <a:gd name="csY267" fmla="*/ 939825 h 1646826"/>
                <a:gd name="csX268" fmla="*/ 118795 w 323683"/>
                <a:gd name="csY268" fmla="*/ 943502 h 1646826"/>
                <a:gd name="csX269" fmla="*/ 115442 w 323683"/>
                <a:gd name="csY269" fmla="*/ 935825 h 1646826"/>
                <a:gd name="csX270" fmla="*/ 102450 w 323683"/>
                <a:gd name="csY270" fmla="*/ 989133 h 1646826"/>
                <a:gd name="csX271" fmla="*/ 100068 w 323683"/>
                <a:gd name="csY271" fmla="*/ 977024 h 1646826"/>
                <a:gd name="csX272" fmla="*/ 103643 w 323683"/>
                <a:gd name="csY272" fmla="*/ 973887 h 1646826"/>
                <a:gd name="csX273" fmla="*/ 105269 w 323683"/>
                <a:gd name="csY273" fmla="*/ 974211 h 1646826"/>
                <a:gd name="csX274" fmla="*/ 113600 w 323683"/>
                <a:gd name="csY274" fmla="*/ 982974 h 1646826"/>
                <a:gd name="csX275" fmla="*/ 102450 w 323683"/>
                <a:gd name="csY275" fmla="*/ 989133 h 1646826"/>
                <a:gd name="csX276" fmla="*/ 114248 w 323683"/>
                <a:gd name="csY276" fmla="*/ 965022 h 1646826"/>
                <a:gd name="csX277" fmla="*/ 111975 w 323683"/>
                <a:gd name="csY277" fmla="*/ 958209 h 1646826"/>
                <a:gd name="csX278" fmla="*/ 120636 w 323683"/>
                <a:gd name="csY278" fmla="*/ 954100 h 1646826"/>
                <a:gd name="csX279" fmla="*/ 125183 w 323683"/>
                <a:gd name="csY279" fmla="*/ 966426 h 1646826"/>
                <a:gd name="csX280" fmla="*/ 114248 w 323683"/>
                <a:gd name="csY280" fmla="*/ 965022 h 1646826"/>
                <a:gd name="csX281" fmla="*/ 124859 w 323683"/>
                <a:gd name="csY281" fmla="*/ 1592682 h 1646826"/>
                <a:gd name="csX282" fmla="*/ 103320 w 323683"/>
                <a:gd name="csY282" fmla="*/ 1580299 h 1646826"/>
                <a:gd name="csX283" fmla="*/ 120636 w 323683"/>
                <a:gd name="csY283" fmla="*/ 1576426 h 1646826"/>
                <a:gd name="csX284" fmla="*/ 126262 w 323683"/>
                <a:gd name="csY284" fmla="*/ 1572298 h 1646826"/>
                <a:gd name="csX285" fmla="*/ 148779 w 323683"/>
                <a:gd name="csY285" fmla="*/ 1572298 h 1646826"/>
                <a:gd name="csX286" fmla="*/ 154729 w 323683"/>
                <a:gd name="csY286" fmla="*/ 1582903 h 1646826"/>
                <a:gd name="csX287" fmla="*/ 136765 w 323683"/>
                <a:gd name="csY287" fmla="*/ 1586458 h 1646826"/>
                <a:gd name="csX288" fmla="*/ 125075 w 323683"/>
                <a:gd name="csY288" fmla="*/ 1592682 h 1646826"/>
                <a:gd name="csX289" fmla="*/ 124859 w 323683"/>
                <a:gd name="csY289" fmla="*/ 1592682 h 1646826"/>
                <a:gd name="csX290" fmla="*/ 152132 w 323683"/>
                <a:gd name="csY290" fmla="*/ 1613954 h 1646826"/>
                <a:gd name="csX291" fmla="*/ 136111 w 323683"/>
                <a:gd name="csY291" fmla="*/ 1614526 h 1646826"/>
                <a:gd name="csX292" fmla="*/ 137305 w 323683"/>
                <a:gd name="csY292" fmla="*/ 1605635 h 1646826"/>
                <a:gd name="csX293" fmla="*/ 155485 w 323683"/>
                <a:gd name="csY293" fmla="*/ 1597063 h 1646826"/>
                <a:gd name="csX294" fmla="*/ 165988 w 323683"/>
                <a:gd name="csY294" fmla="*/ 1598841 h 1646826"/>
                <a:gd name="csX295" fmla="*/ 152132 w 323683"/>
                <a:gd name="csY295" fmla="*/ 1613954 h 1646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323683" h="1646826">
                  <a:moveTo>
                    <a:pt x="259396" y="1559154"/>
                  </a:moveTo>
                  <a:lnTo>
                    <a:pt x="237095" y="1542707"/>
                  </a:lnTo>
                  <a:lnTo>
                    <a:pt x="141959" y="1542707"/>
                  </a:lnTo>
                  <a:lnTo>
                    <a:pt x="139362" y="1533182"/>
                  </a:lnTo>
                  <a:lnTo>
                    <a:pt x="120096" y="1518450"/>
                  </a:lnTo>
                  <a:lnTo>
                    <a:pt x="127564" y="1493685"/>
                  </a:lnTo>
                  <a:lnTo>
                    <a:pt x="121392" y="1467777"/>
                  </a:lnTo>
                  <a:lnTo>
                    <a:pt x="96608" y="1475778"/>
                  </a:lnTo>
                  <a:lnTo>
                    <a:pt x="82968" y="1439773"/>
                  </a:lnTo>
                  <a:lnTo>
                    <a:pt x="82968" y="1400784"/>
                  </a:lnTo>
                  <a:lnTo>
                    <a:pt x="98665" y="1396085"/>
                  </a:lnTo>
                  <a:lnTo>
                    <a:pt x="98665" y="1381544"/>
                  </a:lnTo>
                  <a:lnTo>
                    <a:pt x="112952" y="1374622"/>
                  </a:lnTo>
                  <a:lnTo>
                    <a:pt x="125614" y="1342428"/>
                  </a:lnTo>
                  <a:lnTo>
                    <a:pt x="119442" y="1329347"/>
                  </a:lnTo>
                  <a:lnTo>
                    <a:pt x="125614" y="1299058"/>
                  </a:lnTo>
                  <a:lnTo>
                    <a:pt x="142391" y="1286167"/>
                  </a:lnTo>
                  <a:lnTo>
                    <a:pt x="138276" y="1273658"/>
                  </a:lnTo>
                  <a:lnTo>
                    <a:pt x="147154" y="1261656"/>
                  </a:lnTo>
                  <a:lnTo>
                    <a:pt x="150291" y="1232891"/>
                  </a:lnTo>
                  <a:lnTo>
                    <a:pt x="142175" y="1216254"/>
                  </a:lnTo>
                  <a:lnTo>
                    <a:pt x="162089" y="1196543"/>
                  </a:lnTo>
                  <a:lnTo>
                    <a:pt x="155161" y="1185621"/>
                  </a:lnTo>
                  <a:lnTo>
                    <a:pt x="134276" y="1180218"/>
                  </a:lnTo>
                  <a:lnTo>
                    <a:pt x="139902" y="1163453"/>
                  </a:lnTo>
                  <a:lnTo>
                    <a:pt x="164686" y="1161720"/>
                  </a:lnTo>
                  <a:lnTo>
                    <a:pt x="161117" y="1143336"/>
                  </a:lnTo>
                  <a:lnTo>
                    <a:pt x="142499" y="1140098"/>
                  </a:lnTo>
                  <a:lnTo>
                    <a:pt x="149319" y="1123118"/>
                  </a:lnTo>
                  <a:lnTo>
                    <a:pt x="141959" y="1102030"/>
                  </a:lnTo>
                  <a:lnTo>
                    <a:pt x="146506" y="1086136"/>
                  </a:lnTo>
                  <a:lnTo>
                    <a:pt x="136003" y="1077811"/>
                  </a:lnTo>
                  <a:lnTo>
                    <a:pt x="134168" y="1054665"/>
                  </a:lnTo>
                  <a:lnTo>
                    <a:pt x="138924" y="1047636"/>
                  </a:lnTo>
                  <a:lnTo>
                    <a:pt x="136327" y="1039095"/>
                  </a:lnTo>
                  <a:lnTo>
                    <a:pt x="148995" y="1025036"/>
                  </a:lnTo>
                  <a:lnTo>
                    <a:pt x="140873" y="1009358"/>
                  </a:lnTo>
                  <a:lnTo>
                    <a:pt x="139146" y="971728"/>
                  </a:lnTo>
                  <a:lnTo>
                    <a:pt x="148341" y="954316"/>
                  </a:lnTo>
                  <a:lnTo>
                    <a:pt x="144341" y="941984"/>
                  </a:lnTo>
                  <a:lnTo>
                    <a:pt x="151700" y="930630"/>
                  </a:lnTo>
                  <a:lnTo>
                    <a:pt x="146938" y="914521"/>
                  </a:lnTo>
                  <a:lnTo>
                    <a:pt x="159168" y="905764"/>
                  </a:lnTo>
                  <a:lnTo>
                    <a:pt x="159168" y="876675"/>
                  </a:lnTo>
                  <a:lnTo>
                    <a:pt x="177354" y="867696"/>
                  </a:lnTo>
                  <a:lnTo>
                    <a:pt x="183304" y="858507"/>
                  </a:lnTo>
                  <a:lnTo>
                    <a:pt x="174751" y="850284"/>
                  </a:lnTo>
                  <a:lnTo>
                    <a:pt x="167391" y="817848"/>
                  </a:lnTo>
                  <a:lnTo>
                    <a:pt x="172916" y="809517"/>
                  </a:lnTo>
                  <a:lnTo>
                    <a:pt x="166635" y="802703"/>
                  </a:lnTo>
                  <a:lnTo>
                    <a:pt x="171614" y="790918"/>
                  </a:lnTo>
                  <a:lnTo>
                    <a:pt x="166635" y="784644"/>
                  </a:lnTo>
                  <a:lnTo>
                    <a:pt x="173024" y="761289"/>
                  </a:lnTo>
                  <a:lnTo>
                    <a:pt x="184822" y="758584"/>
                  </a:lnTo>
                  <a:lnTo>
                    <a:pt x="197592" y="742042"/>
                  </a:lnTo>
                  <a:lnTo>
                    <a:pt x="196182" y="715004"/>
                  </a:lnTo>
                  <a:lnTo>
                    <a:pt x="189476" y="701491"/>
                  </a:lnTo>
                  <a:lnTo>
                    <a:pt x="198671" y="696728"/>
                  </a:lnTo>
                  <a:lnTo>
                    <a:pt x="209498" y="670452"/>
                  </a:lnTo>
                  <a:lnTo>
                    <a:pt x="218591" y="666667"/>
                  </a:lnTo>
                  <a:lnTo>
                    <a:pt x="220318" y="626980"/>
                  </a:lnTo>
                  <a:lnTo>
                    <a:pt x="207872" y="627202"/>
                  </a:lnTo>
                  <a:lnTo>
                    <a:pt x="202786" y="611841"/>
                  </a:lnTo>
                  <a:lnTo>
                    <a:pt x="208742" y="605682"/>
                  </a:lnTo>
                  <a:lnTo>
                    <a:pt x="189362" y="554533"/>
                  </a:lnTo>
                  <a:lnTo>
                    <a:pt x="193585" y="538525"/>
                  </a:lnTo>
                  <a:lnTo>
                    <a:pt x="200297" y="535496"/>
                  </a:lnTo>
                  <a:lnTo>
                    <a:pt x="207225" y="507384"/>
                  </a:lnTo>
                  <a:lnTo>
                    <a:pt x="213721" y="507816"/>
                  </a:lnTo>
                  <a:lnTo>
                    <a:pt x="220210" y="500787"/>
                  </a:lnTo>
                  <a:lnTo>
                    <a:pt x="211339" y="462940"/>
                  </a:lnTo>
                  <a:lnTo>
                    <a:pt x="219455" y="454393"/>
                  </a:lnTo>
                  <a:lnTo>
                    <a:pt x="224217" y="428117"/>
                  </a:lnTo>
                  <a:lnTo>
                    <a:pt x="243375" y="407899"/>
                  </a:lnTo>
                  <a:lnTo>
                    <a:pt x="256361" y="376212"/>
                  </a:lnTo>
                  <a:lnTo>
                    <a:pt x="268267" y="379997"/>
                  </a:lnTo>
                  <a:lnTo>
                    <a:pt x="277036" y="369614"/>
                  </a:lnTo>
                  <a:lnTo>
                    <a:pt x="263829" y="350260"/>
                  </a:lnTo>
                  <a:lnTo>
                    <a:pt x="271303" y="337712"/>
                  </a:lnTo>
                  <a:lnTo>
                    <a:pt x="264159" y="309925"/>
                  </a:lnTo>
                  <a:lnTo>
                    <a:pt x="272166" y="295326"/>
                  </a:lnTo>
                  <a:lnTo>
                    <a:pt x="265670" y="282785"/>
                  </a:lnTo>
                  <a:lnTo>
                    <a:pt x="277684" y="268072"/>
                  </a:lnTo>
                  <a:lnTo>
                    <a:pt x="311885" y="252609"/>
                  </a:lnTo>
                  <a:lnTo>
                    <a:pt x="323684" y="214547"/>
                  </a:lnTo>
                  <a:lnTo>
                    <a:pt x="316324" y="206870"/>
                  </a:lnTo>
                  <a:lnTo>
                    <a:pt x="292950" y="207518"/>
                  </a:lnTo>
                  <a:lnTo>
                    <a:pt x="281475" y="154312"/>
                  </a:lnTo>
                  <a:lnTo>
                    <a:pt x="267404" y="137338"/>
                  </a:lnTo>
                  <a:lnTo>
                    <a:pt x="270972" y="126848"/>
                  </a:lnTo>
                  <a:lnTo>
                    <a:pt x="260476" y="120466"/>
                  </a:lnTo>
                  <a:lnTo>
                    <a:pt x="258850" y="106515"/>
                  </a:lnTo>
                  <a:lnTo>
                    <a:pt x="267619" y="106515"/>
                  </a:lnTo>
                  <a:lnTo>
                    <a:pt x="268159" y="91592"/>
                  </a:lnTo>
                  <a:lnTo>
                    <a:pt x="260476" y="84995"/>
                  </a:lnTo>
                  <a:lnTo>
                    <a:pt x="269461" y="73425"/>
                  </a:lnTo>
                  <a:lnTo>
                    <a:pt x="249763" y="56020"/>
                  </a:lnTo>
                  <a:lnTo>
                    <a:pt x="245864" y="22060"/>
                  </a:lnTo>
                  <a:lnTo>
                    <a:pt x="237965" y="18383"/>
                  </a:lnTo>
                  <a:lnTo>
                    <a:pt x="232009" y="0"/>
                  </a:lnTo>
                  <a:lnTo>
                    <a:pt x="217829" y="7569"/>
                  </a:lnTo>
                  <a:lnTo>
                    <a:pt x="220757" y="20333"/>
                  </a:lnTo>
                  <a:lnTo>
                    <a:pt x="212635" y="29413"/>
                  </a:lnTo>
                  <a:lnTo>
                    <a:pt x="189038" y="30715"/>
                  </a:lnTo>
                  <a:cubicBezTo>
                    <a:pt x="198779" y="38932"/>
                    <a:pt x="199433" y="39795"/>
                    <a:pt x="199757" y="42825"/>
                  </a:cubicBezTo>
                  <a:lnTo>
                    <a:pt x="206253" y="96571"/>
                  </a:lnTo>
                  <a:cubicBezTo>
                    <a:pt x="206901" y="101975"/>
                    <a:pt x="203650" y="121438"/>
                    <a:pt x="203650" y="120898"/>
                  </a:cubicBezTo>
                  <a:cubicBezTo>
                    <a:pt x="203002" y="126092"/>
                    <a:pt x="206901" y="140367"/>
                    <a:pt x="206685" y="139713"/>
                  </a:cubicBezTo>
                  <a:cubicBezTo>
                    <a:pt x="207980" y="145339"/>
                    <a:pt x="200081" y="214979"/>
                    <a:pt x="200189" y="214440"/>
                  </a:cubicBezTo>
                  <a:cubicBezTo>
                    <a:pt x="199541" y="221145"/>
                    <a:pt x="192721" y="206330"/>
                    <a:pt x="191311" y="212814"/>
                  </a:cubicBezTo>
                  <a:lnTo>
                    <a:pt x="187311" y="231743"/>
                  </a:lnTo>
                  <a:cubicBezTo>
                    <a:pt x="186657" y="234982"/>
                    <a:pt x="190556" y="234118"/>
                    <a:pt x="189908" y="234010"/>
                  </a:cubicBezTo>
                  <a:cubicBezTo>
                    <a:pt x="194125" y="232823"/>
                    <a:pt x="198779" y="235204"/>
                    <a:pt x="196506" y="238989"/>
                  </a:cubicBezTo>
                  <a:cubicBezTo>
                    <a:pt x="194347" y="242557"/>
                    <a:pt x="192074" y="245688"/>
                    <a:pt x="191858" y="249803"/>
                  </a:cubicBezTo>
                  <a:cubicBezTo>
                    <a:pt x="190448" y="280619"/>
                    <a:pt x="189908" y="282562"/>
                    <a:pt x="191311" y="286893"/>
                  </a:cubicBezTo>
                  <a:cubicBezTo>
                    <a:pt x="195534" y="299434"/>
                    <a:pt x="197376" y="302139"/>
                    <a:pt x="194347" y="305168"/>
                  </a:cubicBezTo>
                  <a:cubicBezTo>
                    <a:pt x="190772" y="308845"/>
                    <a:pt x="187203" y="311652"/>
                    <a:pt x="186009" y="315982"/>
                  </a:cubicBezTo>
                  <a:cubicBezTo>
                    <a:pt x="184606" y="321278"/>
                    <a:pt x="183196" y="325279"/>
                    <a:pt x="183952" y="329495"/>
                  </a:cubicBezTo>
                  <a:cubicBezTo>
                    <a:pt x="185254" y="336957"/>
                    <a:pt x="186549" y="342259"/>
                    <a:pt x="186009" y="346799"/>
                  </a:cubicBezTo>
                  <a:cubicBezTo>
                    <a:pt x="180383" y="394811"/>
                    <a:pt x="181139" y="394164"/>
                    <a:pt x="177786" y="397192"/>
                  </a:cubicBezTo>
                  <a:cubicBezTo>
                    <a:pt x="172808" y="401517"/>
                    <a:pt x="170534" y="403136"/>
                    <a:pt x="169880" y="407029"/>
                  </a:cubicBezTo>
                  <a:cubicBezTo>
                    <a:pt x="167175" y="422713"/>
                    <a:pt x="166851" y="427577"/>
                    <a:pt x="164362" y="431578"/>
                  </a:cubicBezTo>
                  <a:cubicBezTo>
                    <a:pt x="157650" y="442608"/>
                    <a:pt x="151160" y="449637"/>
                    <a:pt x="156679" y="460235"/>
                  </a:cubicBezTo>
                  <a:cubicBezTo>
                    <a:pt x="158844" y="464344"/>
                    <a:pt x="161333" y="468020"/>
                    <a:pt x="161333" y="472345"/>
                  </a:cubicBezTo>
                  <a:cubicBezTo>
                    <a:pt x="161333" y="495598"/>
                    <a:pt x="162305" y="498513"/>
                    <a:pt x="158520" y="501110"/>
                  </a:cubicBezTo>
                  <a:cubicBezTo>
                    <a:pt x="154189" y="504571"/>
                    <a:pt x="147478" y="506413"/>
                    <a:pt x="147909" y="511708"/>
                  </a:cubicBezTo>
                  <a:cubicBezTo>
                    <a:pt x="156895" y="602761"/>
                    <a:pt x="157218" y="599840"/>
                    <a:pt x="154945" y="603948"/>
                  </a:cubicBezTo>
                  <a:cubicBezTo>
                    <a:pt x="146938" y="618115"/>
                    <a:pt x="145312" y="619735"/>
                    <a:pt x="146182" y="623850"/>
                  </a:cubicBezTo>
                  <a:cubicBezTo>
                    <a:pt x="150506" y="643744"/>
                    <a:pt x="152132" y="646341"/>
                    <a:pt x="148563" y="648824"/>
                  </a:cubicBezTo>
                  <a:lnTo>
                    <a:pt x="143909" y="652069"/>
                  </a:lnTo>
                  <a:cubicBezTo>
                    <a:pt x="131241" y="660940"/>
                    <a:pt x="131787" y="689705"/>
                    <a:pt x="125399" y="699649"/>
                  </a:cubicBezTo>
                  <a:lnTo>
                    <a:pt x="116521" y="713384"/>
                  </a:lnTo>
                  <a:cubicBezTo>
                    <a:pt x="113816" y="717493"/>
                    <a:pt x="114788" y="725494"/>
                    <a:pt x="114788" y="724846"/>
                  </a:cubicBezTo>
                  <a:cubicBezTo>
                    <a:pt x="114788" y="726904"/>
                    <a:pt x="114464" y="730040"/>
                    <a:pt x="113816" y="731984"/>
                  </a:cubicBezTo>
                  <a:lnTo>
                    <a:pt x="102450" y="767778"/>
                  </a:lnTo>
                  <a:cubicBezTo>
                    <a:pt x="101262" y="771455"/>
                    <a:pt x="96932" y="771995"/>
                    <a:pt x="97579" y="771671"/>
                  </a:cubicBezTo>
                  <a:cubicBezTo>
                    <a:pt x="95744" y="771887"/>
                    <a:pt x="94226" y="773722"/>
                    <a:pt x="94118" y="775779"/>
                  </a:cubicBezTo>
                  <a:lnTo>
                    <a:pt x="93902" y="788651"/>
                  </a:lnTo>
                  <a:cubicBezTo>
                    <a:pt x="93902" y="793839"/>
                    <a:pt x="87946" y="799249"/>
                    <a:pt x="88378" y="798595"/>
                  </a:cubicBezTo>
                  <a:cubicBezTo>
                    <a:pt x="83508" y="804221"/>
                    <a:pt x="78637" y="789946"/>
                    <a:pt x="74313" y="796004"/>
                  </a:cubicBezTo>
                  <a:cubicBezTo>
                    <a:pt x="73983" y="796760"/>
                    <a:pt x="70198" y="800221"/>
                    <a:pt x="71716" y="804761"/>
                  </a:cubicBezTo>
                  <a:cubicBezTo>
                    <a:pt x="80047" y="831037"/>
                    <a:pt x="81672" y="834066"/>
                    <a:pt x="80695" y="839038"/>
                  </a:cubicBezTo>
                  <a:cubicBezTo>
                    <a:pt x="79075" y="847369"/>
                    <a:pt x="77450" y="852665"/>
                    <a:pt x="78745" y="857314"/>
                  </a:cubicBezTo>
                  <a:cubicBezTo>
                    <a:pt x="90112" y="900138"/>
                    <a:pt x="91413" y="900893"/>
                    <a:pt x="88600" y="905002"/>
                  </a:cubicBezTo>
                  <a:cubicBezTo>
                    <a:pt x="73227" y="927170"/>
                    <a:pt x="71608" y="928579"/>
                    <a:pt x="70846" y="933552"/>
                  </a:cubicBezTo>
                  <a:cubicBezTo>
                    <a:pt x="64464" y="977995"/>
                    <a:pt x="63918" y="977995"/>
                    <a:pt x="65327" y="982758"/>
                  </a:cubicBezTo>
                  <a:cubicBezTo>
                    <a:pt x="73659" y="1010977"/>
                    <a:pt x="73227" y="1013790"/>
                    <a:pt x="77774" y="1014006"/>
                  </a:cubicBezTo>
                  <a:cubicBezTo>
                    <a:pt x="85457" y="1013466"/>
                    <a:pt x="93795" y="1016927"/>
                    <a:pt x="93795" y="1010977"/>
                  </a:cubicBezTo>
                  <a:cubicBezTo>
                    <a:pt x="93902" y="1010329"/>
                    <a:pt x="93033" y="1005357"/>
                    <a:pt x="96716" y="1003084"/>
                  </a:cubicBezTo>
                  <a:cubicBezTo>
                    <a:pt x="98557" y="1002437"/>
                    <a:pt x="103212" y="997572"/>
                    <a:pt x="106349" y="1001465"/>
                  </a:cubicBezTo>
                  <a:cubicBezTo>
                    <a:pt x="109809" y="1007085"/>
                    <a:pt x="117169" y="1012063"/>
                    <a:pt x="112952" y="1015632"/>
                  </a:cubicBezTo>
                  <a:lnTo>
                    <a:pt x="106133" y="1021252"/>
                  </a:lnTo>
                  <a:cubicBezTo>
                    <a:pt x="102558" y="1024172"/>
                    <a:pt x="105047" y="1029360"/>
                    <a:pt x="109377" y="1030122"/>
                  </a:cubicBezTo>
                  <a:cubicBezTo>
                    <a:pt x="110355" y="1030554"/>
                    <a:pt x="116197" y="1030122"/>
                    <a:pt x="116737" y="1034986"/>
                  </a:cubicBezTo>
                  <a:cubicBezTo>
                    <a:pt x="116737" y="1035634"/>
                    <a:pt x="118363" y="1041260"/>
                    <a:pt x="114140" y="1042124"/>
                  </a:cubicBezTo>
                  <a:cubicBezTo>
                    <a:pt x="112737" y="1042772"/>
                    <a:pt x="105269" y="1042556"/>
                    <a:pt x="108082" y="1046772"/>
                  </a:cubicBezTo>
                  <a:cubicBezTo>
                    <a:pt x="108514" y="1047852"/>
                    <a:pt x="113492" y="1052506"/>
                    <a:pt x="109270" y="1054557"/>
                  </a:cubicBezTo>
                  <a:cubicBezTo>
                    <a:pt x="108730" y="1054989"/>
                    <a:pt x="103859" y="1055967"/>
                    <a:pt x="104075" y="1060723"/>
                  </a:cubicBezTo>
                  <a:cubicBezTo>
                    <a:pt x="104291" y="1070997"/>
                    <a:pt x="105047" y="1077373"/>
                    <a:pt x="103104" y="1082243"/>
                  </a:cubicBezTo>
                  <a:cubicBezTo>
                    <a:pt x="96932" y="1097490"/>
                    <a:pt x="94550" y="1100519"/>
                    <a:pt x="97579" y="1104087"/>
                  </a:cubicBezTo>
                  <a:cubicBezTo>
                    <a:pt x="99205" y="1106678"/>
                    <a:pt x="104507" y="1110031"/>
                    <a:pt x="102666" y="1115009"/>
                  </a:cubicBezTo>
                  <a:cubicBezTo>
                    <a:pt x="101694" y="1116844"/>
                    <a:pt x="100938" y="1123226"/>
                    <a:pt x="96392" y="1123226"/>
                  </a:cubicBezTo>
                  <a:cubicBezTo>
                    <a:pt x="94658" y="1123226"/>
                    <a:pt x="93141" y="1124953"/>
                    <a:pt x="92925" y="1126903"/>
                  </a:cubicBezTo>
                  <a:lnTo>
                    <a:pt x="92601" y="1131875"/>
                  </a:lnTo>
                  <a:cubicBezTo>
                    <a:pt x="92385" y="1136421"/>
                    <a:pt x="96716" y="1140530"/>
                    <a:pt x="96284" y="1139882"/>
                  </a:cubicBezTo>
                  <a:cubicBezTo>
                    <a:pt x="100614" y="1144638"/>
                    <a:pt x="90327" y="1145178"/>
                    <a:pt x="89464" y="1152639"/>
                  </a:cubicBezTo>
                  <a:lnTo>
                    <a:pt x="88492" y="1161072"/>
                  </a:lnTo>
                  <a:cubicBezTo>
                    <a:pt x="87946" y="1165835"/>
                    <a:pt x="93471" y="1169943"/>
                    <a:pt x="92925" y="1169295"/>
                  </a:cubicBezTo>
                  <a:cubicBezTo>
                    <a:pt x="97039" y="1173188"/>
                    <a:pt x="89356" y="1174915"/>
                    <a:pt x="87730" y="1181729"/>
                  </a:cubicBezTo>
                  <a:lnTo>
                    <a:pt x="81349" y="1208653"/>
                  </a:lnTo>
                  <a:cubicBezTo>
                    <a:pt x="79939" y="1214495"/>
                    <a:pt x="80695" y="1240003"/>
                    <a:pt x="80695" y="1239368"/>
                  </a:cubicBezTo>
                  <a:cubicBezTo>
                    <a:pt x="80695" y="1241399"/>
                    <a:pt x="79615" y="1244130"/>
                    <a:pt x="78313" y="1245527"/>
                  </a:cubicBezTo>
                  <a:cubicBezTo>
                    <a:pt x="68141" y="1255941"/>
                    <a:pt x="63486" y="1261656"/>
                    <a:pt x="65112" y="1256893"/>
                  </a:cubicBezTo>
                  <a:lnTo>
                    <a:pt x="69004" y="1245400"/>
                  </a:lnTo>
                  <a:cubicBezTo>
                    <a:pt x="70846" y="1240003"/>
                    <a:pt x="70198" y="1223874"/>
                    <a:pt x="70198" y="1224572"/>
                  </a:cubicBezTo>
                  <a:cubicBezTo>
                    <a:pt x="70198" y="1216635"/>
                    <a:pt x="56342" y="1222477"/>
                    <a:pt x="52774" y="1214927"/>
                  </a:cubicBezTo>
                  <a:lnTo>
                    <a:pt x="50176" y="1209300"/>
                  </a:lnTo>
                  <a:cubicBezTo>
                    <a:pt x="48119" y="1205084"/>
                    <a:pt x="42702" y="1203141"/>
                    <a:pt x="40213" y="1207141"/>
                  </a:cubicBezTo>
                  <a:cubicBezTo>
                    <a:pt x="36321" y="1213199"/>
                    <a:pt x="35127" y="1215873"/>
                    <a:pt x="31342" y="1217206"/>
                  </a:cubicBezTo>
                  <a:cubicBezTo>
                    <a:pt x="26688" y="1219492"/>
                    <a:pt x="18788" y="1219365"/>
                    <a:pt x="19976" y="1225080"/>
                  </a:cubicBezTo>
                  <a:cubicBezTo>
                    <a:pt x="20516" y="1226604"/>
                    <a:pt x="20300" y="1233081"/>
                    <a:pt x="25062" y="1234097"/>
                  </a:cubicBezTo>
                  <a:cubicBezTo>
                    <a:pt x="26364" y="1234478"/>
                    <a:pt x="34263" y="1234605"/>
                    <a:pt x="30472" y="1237843"/>
                  </a:cubicBezTo>
                  <a:cubicBezTo>
                    <a:pt x="3523" y="1261339"/>
                    <a:pt x="1574" y="1261339"/>
                    <a:pt x="2875" y="1266165"/>
                  </a:cubicBezTo>
                  <a:cubicBezTo>
                    <a:pt x="5257" y="1272324"/>
                    <a:pt x="5149" y="1282103"/>
                    <a:pt x="9803" y="1279246"/>
                  </a:cubicBezTo>
                  <a:cubicBezTo>
                    <a:pt x="11645" y="1277658"/>
                    <a:pt x="17918" y="1276134"/>
                    <a:pt x="16731" y="1271054"/>
                  </a:cubicBezTo>
                  <a:cubicBezTo>
                    <a:pt x="16731" y="1270419"/>
                    <a:pt x="14458" y="1265339"/>
                    <a:pt x="18350" y="1263243"/>
                  </a:cubicBezTo>
                  <a:cubicBezTo>
                    <a:pt x="20084" y="1262736"/>
                    <a:pt x="24846" y="1258291"/>
                    <a:pt x="27875" y="1262164"/>
                  </a:cubicBezTo>
                  <a:cubicBezTo>
                    <a:pt x="36645" y="1273404"/>
                    <a:pt x="38918" y="1278166"/>
                    <a:pt x="41407" y="1274166"/>
                  </a:cubicBezTo>
                  <a:cubicBezTo>
                    <a:pt x="41947" y="1273530"/>
                    <a:pt x="43896" y="1268578"/>
                    <a:pt x="48335" y="1268578"/>
                  </a:cubicBezTo>
                  <a:cubicBezTo>
                    <a:pt x="49199" y="1268641"/>
                    <a:pt x="53853" y="1267561"/>
                    <a:pt x="56234" y="1271562"/>
                  </a:cubicBezTo>
                  <a:cubicBezTo>
                    <a:pt x="57752" y="1275055"/>
                    <a:pt x="62730" y="1279499"/>
                    <a:pt x="60025" y="1284008"/>
                  </a:cubicBezTo>
                  <a:cubicBezTo>
                    <a:pt x="40328" y="1317092"/>
                    <a:pt x="38594" y="1317790"/>
                    <a:pt x="41191" y="1321854"/>
                  </a:cubicBezTo>
                  <a:cubicBezTo>
                    <a:pt x="41731" y="1323251"/>
                    <a:pt x="45630" y="1326871"/>
                    <a:pt x="43141" y="1331061"/>
                  </a:cubicBezTo>
                  <a:cubicBezTo>
                    <a:pt x="42925" y="1331697"/>
                    <a:pt x="41083" y="1334427"/>
                    <a:pt x="42163" y="1337983"/>
                  </a:cubicBezTo>
                  <a:cubicBezTo>
                    <a:pt x="51148" y="1367511"/>
                    <a:pt x="52342" y="1369034"/>
                    <a:pt x="50932" y="1373670"/>
                  </a:cubicBezTo>
                  <a:cubicBezTo>
                    <a:pt x="47033" y="1386243"/>
                    <a:pt x="45414" y="1393863"/>
                    <a:pt x="44112" y="1388910"/>
                  </a:cubicBezTo>
                  <a:cubicBezTo>
                    <a:pt x="29501" y="1332268"/>
                    <a:pt x="30364" y="1330554"/>
                    <a:pt x="26256" y="1333030"/>
                  </a:cubicBezTo>
                  <a:cubicBezTo>
                    <a:pt x="24954" y="1334173"/>
                    <a:pt x="19220" y="1335697"/>
                    <a:pt x="20192" y="1340777"/>
                  </a:cubicBezTo>
                  <a:cubicBezTo>
                    <a:pt x="20624" y="1345476"/>
                    <a:pt x="24846" y="1353985"/>
                    <a:pt x="19544" y="1353541"/>
                  </a:cubicBezTo>
                  <a:cubicBezTo>
                    <a:pt x="18896" y="1353350"/>
                    <a:pt x="15105" y="1353795"/>
                    <a:pt x="13372" y="1349794"/>
                  </a:cubicBezTo>
                  <a:cubicBezTo>
                    <a:pt x="10667" y="1344905"/>
                    <a:pt x="9263" y="1335380"/>
                    <a:pt x="5257" y="1339063"/>
                  </a:cubicBezTo>
                  <a:cubicBezTo>
                    <a:pt x="4717" y="1339698"/>
                    <a:pt x="710" y="1342111"/>
                    <a:pt x="818" y="1346873"/>
                  </a:cubicBezTo>
                  <a:cubicBezTo>
                    <a:pt x="1142" y="1365542"/>
                    <a:pt x="278" y="1368908"/>
                    <a:pt x="4501" y="1368590"/>
                  </a:cubicBezTo>
                  <a:lnTo>
                    <a:pt x="5364" y="1368590"/>
                  </a:lnTo>
                  <a:cubicBezTo>
                    <a:pt x="9911" y="1368146"/>
                    <a:pt x="10343" y="1376591"/>
                    <a:pt x="6336" y="1378941"/>
                  </a:cubicBezTo>
                  <a:cubicBezTo>
                    <a:pt x="5364" y="1379830"/>
                    <a:pt x="62" y="1381354"/>
                    <a:pt x="62" y="1386433"/>
                  </a:cubicBezTo>
                  <a:cubicBezTo>
                    <a:pt x="386" y="1389482"/>
                    <a:pt x="-1240" y="1396149"/>
                    <a:pt x="2767" y="1398245"/>
                  </a:cubicBezTo>
                  <a:cubicBezTo>
                    <a:pt x="8285" y="1400911"/>
                    <a:pt x="13264" y="1388148"/>
                    <a:pt x="14674" y="1394879"/>
                  </a:cubicBezTo>
                  <a:cubicBezTo>
                    <a:pt x="14674" y="1395514"/>
                    <a:pt x="16515" y="1400086"/>
                    <a:pt x="13588" y="1403388"/>
                  </a:cubicBezTo>
                  <a:cubicBezTo>
                    <a:pt x="9479" y="1408087"/>
                    <a:pt x="5904" y="1411071"/>
                    <a:pt x="5364" y="1415834"/>
                  </a:cubicBezTo>
                  <a:lnTo>
                    <a:pt x="4063" y="1425804"/>
                  </a:lnTo>
                  <a:cubicBezTo>
                    <a:pt x="3523" y="1429550"/>
                    <a:pt x="7962" y="1428471"/>
                    <a:pt x="7314" y="1428407"/>
                  </a:cubicBezTo>
                  <a:cubicBezTo>
                    <a:pt x="9048" y="1427835"/>
                    <a:pt x="11969" y="1428090"/>
                    <a:pt x="13696" y="1428852"/>
                  </a:cubicBezTo>
                  <a:lnTo>
                    <a:pt x="26148" y="1434122"/>
                  </a:lnTo>
                  <a:cubicBezTo>
                    <a:pt x="29933" y="1435646"/>
                    <a:pt x="33400" y="1440472"/>
                    <a:pt x="32746" y="1439837"/>
                  </a:cubicBezTo>
                  <a:cubicBezTo>
                    <a:pt x="35997" y="1444092"/>
                    <a:pt x="42817" y="1435836"/>
                    <a:pt x="43033" y="1430883"/>
                  </a:cubicBezTo>
                  <a:lnTo>
                    <a:pt x="43357" y="1422247"/>
                  </a:lnTo>
                  <a:cubicBezTo>
                    <a:pt x="43572" y="1417676"/>
                    <a:pt x="49630" y="1416406"/>
                    <a:pt x="48983" y="1416850"/>
                  </a:cubicBezTo>
                  <a:cubicBezTo>
                    <a:pt x="50716" y="1416279"/>
                    <a:pt x="52450" y="1417485"/>
                    <a:pt x="52666" y="1419390"/>
                  </a:cubicBezTo>
                  <a:lnTo>
                    <a:pt x="54501" y="1433234"/>
                  </a:lnTo>
                  <a:cubicBezTo>
                    <a:pt x="55695" y="1441806"/>
                    <a:pt x="64680" y="1446314"/>
                    <a:pt x="59479" y="1449616"/>
                  </a:cubicBezTo>
                  <a:cubicBezTo>
                    <a:pt x="58832" y="1449807"/>
                    <a:pt x="55263" y="1453235"/>
                    <a:pt x="51796" y="1450442"/>
                  </a:cubicBezTo>
                  <a:cubicBezTo>
                    <a:pt x="50824" y="1449997"/>
                    <a:pt x="47249" y="1445234"/>
                    <a:pt x="44004" y="1448727"/>
                  </a:cubicBezTo>
                  <a:cubicBezTo>
                    <a:pt x="43141" y="1449997"/>
                    <a:pt x="37076" y="1453997"/>
                    <a:pt x="41191" y="1456601"/>
                  </a:cubicBezTo>
                  <a:lnTo>
                    <a:pt x="48227" y="1460856"/>
                  </a:lnTo>
                  <a:cubicBezTo>
                    <a:pt x="51796" y="1463015"/>
                    <a:pt x="52120" y="1469238"/>
                    <a:pt x="51904" y="1468603"/>
                  </a:cubicBezTo>
                  <a:cubicBezTo>
                    <a:pt x="52120" y="1470571"/>
                    <a:pt x="50932" y="1471651"/>
                    <a:pt x="49307" y="1470761"/>
                  </a:cubicBezTo>
                  <a:lnTo>
                    <a:pt x="39566" y="1466317"/>
                  </a:lnTo>
                  <a:cubicBezTo>
                    <a:pt x="36105" y="1464729"/>
                    <a:pt x="36968" y="1470127"/>
                    <a:pt x="37076" y="1469492"/>
                  </a:cubicBezTo>
                  <a:cubicBezTo>
                    <a:pt x="37292" y="1471523"/>
                    <a:pt x="38702" y="1474127"/>
                    <a:pt x="40213" y="1475460"/>
                  </a:cubicBezTo>
                  <a:lnTo>
                    <a:pt x="49522" y="1483461"/>
                  </a:lnTo>
                  <a:cubicBezTo>
                    <a:pt x="53097" y="1486573"/>
                    <a:pt x="58724" y="1487970"/>
                    <a:pt x="58076" y="1487780"/>
                  </a:cubicBezTo>
                  <a:cubicBezTo>
                    <a:pt x="62299" y="1489240"/>
                    <a:pt x="63918" y="1494130"/>
                    <a:pt x="60241" y="1496923"/>
                  </a:cubicBezTo>
                  <a:cubicBezTo>
                    <a:pt x="59371" y="1497813"/>
                    <a:pt x="54717" y="1499971"/>
                    <a:pt x="54393" y="1504924"/>
                  </a:cubicBezTo>
                  <a:cubicBezTo>
                    <a:pt x="54609" y="1507782"/>
                    <a:pt x="52335" y="1516291"/>
                    <a:pt x="56882" y="1514132"/>
                  </a:cubicBezTo>
                  <a:cubicBezTo>
                    <a:pt x="59701" y="1513370"/>
                    <a:pt x="65975" y="1507846"/>
                    <a:pt x="66623" y="1513370"/>
                  </a:cubicBezTo>
                  <a:cubicBezTo>
                    <a:pt x="66623" y="1514005"/>
                    <a:pt x="67277" y="1517371"/>
                    <a:pt x="64788" y="1520228"/>
                  </a:cubicBezTo>
                  <a:cubicBezTo>
                    <a:pt x="61645" y="1524609"/>
                    <a:pt x="53853" y="1529499"/>
                    <a:pt x="58400" y="1532293"/>
                  </a:cubicBezTo>
                  <a:cubicBezTo>
                    <a:pt x="90112" y="1551851"/>
                    <a:pt x="91413" y="1551470"/>
                    <a:pt x="91305" y="1556296"/>
                  </a:cubicBezTo>
                  <a:cubicBezTo>
                    <a:pt x="90982" y="1557693"/>
                    <a:pt x="92385" y="1565059"/>
                    <a:pt x="87730" y="1564107"/>
                  </a:cubicBezTo>
                  <a:cubicBezTo>
                    <a:pt x="86543" y="1564107"/>
                    <a:pt x="80802" y="1561376"/>
                    <a:pt x="80047" y="1566393"/>
                  </a:cubicBezTo>
                  <a:cubicBezTo>
                    <a:pt x="78313" y="1578140"/>
                    <a:pt x="77018" y="1581759"/>
                    <a:pt x="80047" y="1584998"/>
                  </a:cubicBezTo>
                  <a:cubicBezTo>
                    <a:pt x="80371" y="1585634"/>
                    <a:pt x="84054" y="1588109"/>
                    <a:pt x="81349" y="1591475"/>
                  </a:cubicBezTo>
                  <a:cubicBezTo>
                    <a:pt x="81349" y="1591475"/>
                    <a:pt x="74960" y="1597317"/>
                    <a:pt x="78967" y="1599984"/>
                  </a:cubicBezTo>
                  <a:cubicBezTo>
                    <a:pt x="82104" y="1601635"/>
                    <a:pt x="86111" y="1606461"/>
                    <a:pt x="90651" y="1604302"/>
                  </a:cubicBezTo>
                  <a:cubicBezTo>
                    <a:pt x="93902" y="1603349"/>
                    <a:pt x="99637" y="1597952"/>
                    <a:pt x="102126" y="1602842"/>
                  </a:cubicBezTo>
                  <a:cubicBezTo>
                    <a:pt x="102342" y="1603794"/>
                    <a:pt x="106349" y="1608239"/>
                    <a:pt x="102450" y="1610906"/>
                  </a:cubicBezTo>
                  <a:cubicBezTo>
                    <a:pt x="101802" y="1611605"/>
                    <a:pt x="95852" y="1614145"/>
                    <a:pt x="99637" y="1616684"/>
                  </a:cubicBezTo>
                  <a:cubicBezTo>
                    <a:pt x="107974" y="1621955"/>
                    <a:pt x="112845" y="1626146"/>
                    <a:pt x="117715" y="1625829"/>
                  </a:cubicBezTo>
                  <a:cubicBezTo>
                    <a:pt x="121500" y="1626083"/>
                    <a:pt x="127564" y="1623352"/>
                    <a:pt x="130161" y="1628242"/>
                  </a:cubicBezTo>
                  <a:cubicBezTo>
                    <a:pt x="131241" y="1629829"/>
                    <a:pt x="132758" y="1635036"/>
                    <a:pt x="137197" y="1636878"/>
                  </a:cubicBezTo>
                  <a:cubicBezTo>
                    <a:pt x="161117" y="1646593"/>
                    <a:pt x="163283" y="1648434"/>
                    <a:pt x="166851" y="1645641"/>
                  </a:cubicBezTo>
                  <a:cubicBezTo>
                    <a:pt x="169880" y="1642720"/>
                    <a:pt x="176268" y="1640688"/>
                    <a:pt x="175405" y="1635163"/>
                  </a:cubicBezTo>
                  <a:cubicBezTo>
                    <a:pt x="174535" y="1630146"/>
                    <a:pt x="173347" y="1625511"/>
                    <a:pt x="174973" y="1621193"/>
                  </a:cubicBezTo>
                  <a:cubicBezTo>
                    <a:pt x="187527" y="1586395"/>
                    <a:pt x="187203" y="1584998"/>
                    <a:pt x="191311" y="1583030"/>
                  </a:cubicBezTo>
                  <a:cubicBezTo>
                    <a:pt x="210901" y="1573695"/>
                    <a:pt x="215664" y="1569631"/>
                    <a:pt x="219455" y="1573187"/>
                  </a:cubicBezTo>
                  <a:cubicBezTo>
                    <a:pt x="219994" y="1573378"/>
                    <a:pt x="222268" y="1575536"/>
                    <a:pt x="224649" y="1573187"/>
                  </a:cubicBezTo>
                  <a:cubicBezTo>
                    <a:pt x="225189" y="1572552"/>
                    <a:pt x="228980" y="1570139"/>
                    <a:pt x="229735" y="1565377"/>
                  </a:cubicBezTo>
                  <a:lnTo>
                    <a:pt x="229951" y="1564107"/>
                  </a:lnTo>
                  <a:cubicBezTo>
                    <a:pt x="230282" y="1562138"/>
                    <a:pt x="232009" y="1560106"/>
                    <a:pt x="233850" y="1559471"/>
                  </a:cubicBezTo>
                  <a:cubicBezTo>
                    <a:pt x="235152" y="1559217"/>
                    <a:pt x="239692" y="1556423"/>
                    <a:pt x="243375" y="1559471"/>
                  </a:cubicBezTo>
                  <a:cubicBezTo>
                    <a:pt x="247490" y="1563027"/>
                    <a:pt x="250735" y="1566456"/>
                    <a:pt x="255173" y="1567472"/>
                  </a:cubicBezTo>
                  <a:cubicBezTo>
                    <a:pt x="256577" y="1567790"/>
                    <a:pt x="257771" y="1568107"/>
                    <a:pt x="259066" y="1568297"/>
                  </a:cubicBezTo>
                  <a:lnTo>
                    <a:pt x="259066" y="1559661"/>
                  </a:lnTo>
                  <a:lnTo>
                    <a:pt x="259396" y="1559154"/>
                  </a:lnTo>
                  <a:close/>
                  <a:moveTo>
                    <a:pt x="115442" y="935825"/>
                  </a:moveTo>
                  <a:cubicBezTo>
                    <a:pt x="115442" y="930739"/>
                    <a:pt x="123017" y="931170"/>
                    <a:pt x="123017" y="931170"/>
                  </a:cubicBezTo>
                  <a:cubicBezTo>
                    <a:pt x="127780" y="930523"/>
                    <a:pt x="126802" y="937768"/>
                    <a:pt x="127456" y="939825"/>
                  </a:cubicBezTo>
                  <a:cubicBezTo>
                    <a:pt x="128104" y="945121"/>
                    <a:pt x="120852" y="943178"/>
                    <a:pt x="118795" y="943502"/>
                  </a:cubicBezTo>
                  <a:cubicBezTo>
                    <a:pt x="114248" y="943502"/>
                    <a:pt x="115658" y="937012"/>
                    <a:pt x="115442" y="935825"/>
                  </a:cubicBezTo>
                  <a:close/>
                  <a:moveTo>
                    <a:pt x="102450" y="989133"/>
                  </a:moveTo>
                  <a:cubicBezTo>
                    <a:pt x="97363" y="990435"/>
                    <a:pt x="100284" y="981564"/>
                    <a:pt x="100068" y="977024"/>
                  </a:cubicBezTo>
                  <a:cubicBezTo>
                    <a:pt x="100176" y="974973"/>
                    <a:pt x="101802" y="973563"/>
                    <a:pt x="103643" y="973887"/>
                  </a:cubicBezTo>
                  <a:lnTo>
                    <a:pt x="105269" y="974211"/>
                  </a:lnTo>
                  <a:cubicBezTo>
                    <a:pt x="110139" y="975080"/>
                    <a:pt x="111975" y="980916"/>
                    <a:pt x="113600" y="982974"/>
                  </a:cubicBezTo>
                  <a:cubicBezTo>
                    <a:pt x="116521" y="987730"/>
                    <a:pt x="107536" y="987298"/>
                    <a:pt x="102450" y="989133"/>
                  </a:cubicBezTo>
                  <a:close/>
                  <a:moveTo>
                    <a:pt x="114248" y="965022"/>
                  </a:moveTo>
                  <a:cubicBezTo>
                    <a:pt x="110355" y="963289"/>
                    <a:pt x="111975" y="958856"/>
                    <a:pt x="111975" y="958209"/>
                  </a:cubicBezTo>
                  <a:cubicBezTo>
                    <a:pt x="112737" y="953122"/>
                    <a:pt x="120636" y="954100"/>
                    <a:pt x="120636" y="954100"/>
                  </a:cubicBezTo>
                  <a:cubicBezTo>
                    <a:pt x="125830" y="953776"/>
                    <a:pt x="124313" y="962209"/>
                    <a:pt x="125183" y="966426"/>
                  </a:cubicBezTo>
                  <a:cubicBezTo>
                    <a:pt x="125722" y="972267"/>
                    <a:pt x="118255" y="966210"/>
                    <a:pt x="114248" y="965022"/>
                  </a:cubicBezTo>
                  <a:close/>
                  <a:moveTo>
                    <a:pt x="124859" y="1592682"/>
                  </a:moveTo>
                  <a:cubicBezTo>
                    <a:pt x="121284" y="1595348"/>
                    <a:pt x="119664" y="1592872"/>
                    <a:pt x="103320" y="1580299"/>
                  </a:cubicBezTo>
                  <a:cubicBezTo>
                    <a:pt x="99529" y="1577315"/>
                    <a:pt x="120636" y="1576426"/>
                    <a:pt x="120636" y="1576426"/>
                  </a:cubicBezTo>
                  <a:cubicBezTo>
                    <a:pt x="124313" y="1576109"/>
                    <a:pt x="125614" y="1572996"/>
                    <a:pt x="126262" y="1572298"/>
                  </a:cubicBezTo>
                  <a:cubicBezTo>
                    <a:pt x="128643" y="1568297"/>
                    <a:pt x="131564" y="1569695"/>
                    <a:pt x="148779" y="1572298"/>
                  </a:cubicBezTo>
                  <a:cubicBezTo>
                    <a:pt x="153866" y="1573060"/>
                    <a:pt x="153434" y="1579791"/>
                    <a:pt x="154729" y="1582903"/>
                  </a:cubicBezTo>
                  <a:cubicBezTo>
                    <a:pt x="155923" y="1587665"/>
                    <a:pt x="151268" y="1586458"/>
                    <a:pt x="136765" y="1586458"/>
                  </a:cubicBezTo>
                  <a:cubicBezTo>
                    <a:pt x="132434" y="1586458"/>
                    <a:pt x="129075" y="1589633"/>
                    <a:pt x="125075" y="1592682"/>
                  </a:cubicBezTo>
                  <a:lnTo>
                    <a:pt x="124859" y="1592682"/>
                  </a:lnTo>
                  <a:close/>
                  <a:moveTo>
                    <a:pt x="152132" y="1613954"/>
                  </a:moveTo>
                  <a:cubicBezTo>
                    <a:pt x="148563" y="1616875"/>
                    <a:pt x="144233" y="1615478"/>
                    <a:pt x="136111" y="1614526"/>
                  </a:cubicBezTo>
                  <a:cubicBezTo>
                    <a:pt x="131241" y="1613827"/>
                    <a:pt x="136549" y="1607795"/>
                    <a:pt x="137305" y="1605635"/>
                  </a:cubicBezTo>
                  <a:cubicBezTo>
                    <a:pt x="139578" y="1601381"/>
                    <a:pt x="155485" y="1597063"/>
                    <a:pt x="155485" y="1597063"/>
                  </a:cubicBezTo>
                  <a:cubicBezTo>
                    <a:pt x="159923" y="1595666"/>
                    <a:pt x="164254" y="1598396"/>
                    <a:pt x="165988" y="1598841"/>
                  </a:cubicBezTo>
                  <a:cubicBezTo>
                    <a:pt x="170318" y="1600429"/>
                    <a:pt x="165334" y="1603159"/>
                    <a:pt x="152132" y="1613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C5AAC4F1-E007-C8CA-BBD6-406CECE5E055}"/>
                </a:ext>
              </a:extLst>
            </p:cNvPr>
            <p:cNvSpPr/>
            <p:nvPr/>
          </p:nvSpPr>
          <p:spPr>
            <a:xfrm>
              <a:off x="2808021" y="6446849"/>
              <a:ext cx="15268" cy="11331"/>
            </a:xfrm>
            <a:custGeom>
              <a:avLst/>
              <a:gdLst>
                <a:gd name="csX0" fmla="*/ 13087 w 15268"/>
                <a:gd name="csY0" fmla="*/ 9577 h 11331"/>
                <a:gd name="csX1" fmla="*/ 14274 w 15268"/>
                <a:gd name="csY1" fmla="*/ 2084 h 11331"/>
                <a:gd name="csX2" fmla="*/ 1504 w 15268"/>
                <a:gd name="csY2" fmla="*/ 3480 h 11331"/>
                <a:gd name="csX3" fmla="*/ 4641 w 15268"/>
                <a:gd name="csY3" fmla="*/ 10085 h 11331"/>
                <a:gd name="csX4" fmla="*/ 13195 w 15268"/>
                <a:gd name="csY4" fmla="*/ 9577 h 11331"/>
                <a:gd name="csX5" fmla="*/ 13087 w 15268"/>
                <a:gd name="csY5" fmla="*/ 9577 h 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268" h="11331">
                  <a:moveTo>
                    <a:pt x="13087" y="9577"/>
                  </a:moveTo>
                  <a:cubicBezTo>
                    <a:pt x="17087" y="7608"/>
                    <a:pt x="14382" y="2846"/>
                    <a:pt x="14274" y="2084"/>
                  </a:cubicBezTo>
                  <a:cubicBezTo>
                    <a:pt x="12541" y="-3314"/>
                    <a:pt x="1504" y="3480"/>
                    <a:pt x="1504" y="3480"/>
                  </a:cubicBezTo>
                  <a:cubicBezTo>
                    <a:pt x="-2934" y="5322"/>
                    <a:pt x="3778" y="9005"/>
                    <a:pt x="4641" y="10085"/>
                  </a:cubicBezTo>
                  <a:cubicBezTo>
                    <a:pt x="8216" y="13133"/>
                    <a:pt x="12433" y="9640"/>
                    <a:pt x="13195" y="9577"/>
                  </a:cubicBezTo>
                  <a:lnTo>
                    <a:pt x="13087" y="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536FBC90-44C0-6614-FE38-3A356518DA93}"/>
                </a:ext>
              </a:extLst>
            </p:cNvPr>
            <p:cNvSpPr/>
            <p:nvPr/>
          </p:nvSpPr>
          <p:spPr>
            <a:xfrm>
              <a:off x="2841930" y="6308555"/>
              <a:ext cx="26926" cy="32027"/>
            </a:xfrm>
            <a:custGeom>
              <a:avLst/>
              <a:gdLst>
                <a:gd name="csX0" fmla="*/ 18789 w 26926"/>
                <a:gd name="csY0" fmla="*/ 132 h 32027"/>
                <a:gd name="csX1" fmla="*/ 1257 w 26926"/>
                <a:gd name="csY1" fmla="*/ 7593 h 32027"/>
                <a:gd name="csX2" fmla="*/ 1796 w 26926"/>
                <a:gd name="csY2" fmla="*/ 17537 h 32027"/>
                <a:gd name="csX3" fmla="*/ 8508 w 26926"/>
                <a:gd name="csY3" fmla="*/ 19810 h 32027"/>
                <a:gd name="csX4" fmla="*/ 14350 w 26926"/>
                <a:gd name="csY4" fmla="*/ 22299 h 32027"/>
                <a:gd name="csX5" fmla="*/ 20631 w 26926"/>
                <a:gd name="csY5" fmla="*/ 32028 h 32027"/>
                <a:gd name="csX6" fmla="*/ 20954 w 26926"/>
                <a:gd name="csY6" fmla="*/ 32028 h 32027"/>
                <a:gd name="csX7" fmla="*/ 24853 w 26926"/>
                <a:gd name="csY7" fmla="*/ 28351 h 32027"/>
                <a:gd name="csX8" fmla="*/ 25717 w 26926"/>
                <a:gd name="csY8" fmla="*/ 6075 h 32027"/>
                <a:gd name="csX9" fmla="*/ 18897 w 26926"/>
                <a:gd name="csY9" fmla="*/ 132 h 32027"/>
                <a:gd name="csX10" fmla="*/ 18789 w 26926"/>
                <a:gd name="csY10" fmla="*/ 132 h 3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6926" h="32027">
                  <a:moveTo>
                    <a:pt x="18789" y="132"/>
                  </a:moveTo>
                  <a:cubicBezTo>
                    <a:pt x="18789" y="132"/>
                    <a:pt x="2444" y="3161"/>
                    <a:pt x="1257" y="7593"/>
                  </a:cubicBezTo>
                  <a:cubicBezTo>
                    <a:pt x="1041" y="9212"/>
                    <a:pt x="-1772" y="14407"/>
                    <a:pt x="1796" y="17537"/>
                  </a:cubicBezTo>
                  <a:cubicBezTo>
                    <a:pt x="2444" y="17867"/>
                    <a:pt x="4717" y="20674"/>
                    <a:pt x="8508" y="19810"/>
                  </a:cubicBezTo>
                  <a:cubicBezTo>
                    <a:pt x="9156" y="19810"/>
                    <a:pt x="13055" y="17975"/>
                    <a:pt x="14350" y="22299"/>
                  </a:cubicBezTo>
                  <a:cubicBezTo>
                    <a:pt x="15436" y="24674"/>
                    <a:pt x="15436" y="32028"/>
                    <a:pt x="20631" y="32028"/>
                  </a:cubicBezTo>
                  <a:lnTo>
                    <a:pt x="20954" y="32028"/>
                  </a:lnTo>
                  <a:cubicBezTo>
                    <a:pt x="22796" y="32028"/>
                    <a:pt x="24530" y="30409"/>
                    <a:pt x="24853" y="28351"/>
                  </a:cubicBezTo>
                  <a:cubicBezTo>
                    <a:pt x="26689" y="14731"/>
                    <a:pt x="27990" y="10292"/>
                    <a:pt x="25717" y="6075"/>
                  </a:cubicBezTo>
                  <a:cubicBezTo>
                    <a:pt x="24961" y="4996"/>
                    <a:pt x="23444" y="-954"/>
                    <a:pt x="18897" y="132"/>
                  </a:cubicBezTo>
                  <a:lnTo>
                    <a:pt x="18789" y="1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42B0239-7710-B008-40BC-86C059E02628}"/>
                </a:ext>
              </a:extLst>
            </p:cNvPr>
            <p:cNvSpPr/>
            <p:nvPr/>
          </p:nvSpPr>
          <p:spPr>
            <a:xfrm>
              <a:off x="2840495" y="6268779"/>
              <a:ext cx="34196" cy="32555"/>
            </a:xfrm>
            <a:custGeom>
              <a:avLst/>
              <a:gdLst>
                <a:gd name="csX0" fmla="*/ 32670 w 34196"/>
                <a:gd name="csY0" fmla="*/ 6386 h 32555"/>
                <a:gd name="csX1" fmla="*/ 23037 w 34196"/>
                <a:gd name="csY1" fmla="*/ 112 h 32555"/>
                <a:gd name="csX2" fmla="*/ 19678 w 34196"/>
                <a:gd name="csY2" fmla="*/ 10926 h 32555"/>
                <a:gd name="csX3" fmla="*/ 2037 w 34196"/>
                <a:gd name="csY3" fmla="*/ 19899 h 32555"/>
                <a:gd name="csX4" fmla="*/ 3009 w 34196"/>
                <a:gd name="csY4" fmla="*/ 29957 h 32555"/>
                <a:gd name="csX5" fmla="*/ 31260 w 34196"/>
                <a:gd name="csY5" fmla="*/ 28446 h 32555"/>
                <a:gd name="csX6" fmla="*/ 32670 w 34196"/>
                <a:gd name="csY6" fmla="*/ 6386 h 32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96" h="32555">
                  <a:moveTo>
                    <a:pt x="32670" y="6386"/>
                  </a:moveTo>
                  <a:cubicBezTo>
                    <a:pt x="32238" y="868"/>
                    <a:pt x="25850" y="1408"/>
                    <a:pt x="23037" y="112"/>
                  </a:cubicBezTo>
                  <a:cubicBezTo>
                    <a:pt x="18058" y="-1291"/>
                    <a:pt x="19678" y="10926"/>
                    <a:pt x="19678" y="10926"/>
                  </a:cubicBezTo>
                  <a:cubicBezTo>
                    <a:pt x="19678" y="15683"/>
                    <a:pt x="16001" y="15790"/>
                    <a:pt x="2037" y="19899"/>
                  </a:cubicBezTo>
                  <a:cubicBezTo>
                    <a:pt x="-2725" y="21309"/>
                    <a:pt x="2253" y="27468"/>
                    <a:pt x="3009" y="29957"/>
                  </a:cubicBezTo>
                  <a:cubicBezTo>
                    <a:pt x="5066" y="34390"/>
                    <a:pt x="7771" y="32663"/>
                    <a:pt x="31260" y="28446"/>
                  </a:cubicBezTo>
                  <a:cubicBezTo>
                    <a:pt x="35591" y="27684"/>
                    <a:pt x="34289" y="24122"/>
                    <a:pt x="32670" y="638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6CDEFA3-3E1F-298F-8216-AE547C2A4D67}"/>
                </a:ext>
              </a:extLst>
            </p:cNvPr>
            <p:cNvSpPr/>
            <p:nvPr/>
          </p:nvSpPr>
          <p:spPr>
            <a:xfrm>
              <a:off x="2835064" y="6262426"/>
              <a:ext cx="12369" cy="15732"/>
            </a:xfrm>
            <a:custGeom>
              <a:avLst/>
              <a:gdLst>
                <a:gd name="csX0" fmla="*/ 3570 w 12369"/>
                <a:gd name="csY0" fmla="*/ 15545 h 15732"/>
                <a:gd name="csX1" fmla="*/ 12339 w 12369"/>
                <a:gd name="csY1" fmla="*/ 8840 h 15732"/>
                <a:gd name="csX2" fmla="*/ 8116 w 12369"/>
                <a:gd name="csY2" fmla="*/ 191 h 15732"/>
                <a:gd name="csX3" fmla="*/ 1 w 12369"/>
                <a:gd name="csY3" fmla="*/ 6573 h 15732"/>
                <a:gd name="csX4" fmla="*/ 3570 w 12369"/>
                <a:gd name="csY4" fmla="*/ 15545 h 1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69" h="15732">
                  <a:moveTo>
                    <a:pt x="3570" y="15545"/>
                  </a:moveTo>
                  <a:cubicBezTo>
                    <a:pt x="6059" y="14250"/>
                    <a:pt x="12879" y="14250"/>
                    <a:pt x="12339" y="8840"/>
                  </a:cubicBezTo>
                  <a:cubicBezTo>
                    <a:pt x="11691" y="6573"/>
                    <a:pt x="12771" y="-1321"/>
                    <a:pt x="8116" y="191"/>
                  </a:cubicBezTo>
                  <a:cubicBezTo>
                    <a:pt x="8116" y="191"/>
                    <a:pt x="-107" y="1270"/>
                    <a:pt x="1" y="6573"/>
                  </a:cubicBezTo>
                  <a:cubicBezTo>
                    <a:pt x="433" y="8954"/>
                    <a:pt x="-1085" y="17063"/>
                    <a:pt x="3570" y="155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CDFE156-B20D-6510-C31C-24E5C0E7965D}"/>
                </a:ext>
              </a:extLst>
            </p:cNvPr>
            <p:cNvSpPr/>
            <p:nvPr/>
          </p:nvSpPr>
          <p:spPr>
            <a:xfrm>
              <a:off x="2803450" y="6577417"/>
              <a:ext cx="19873" cy="38383"/>
            </a:xfrm>
            <a:custGeom>
              <a:avLst/>
              <a:gdLst>
                <a:gd name="csX0" fmla="*/ 14515 w 19873"/>
                <a:gd name="csY0" fmla="*/ 25820 h 38383"/>
                <a:gd name="csX1" fmla="*/ 19709 w 19873"/>
                <a:gd name="csY1" fmla="*/ 8612 h 38383"/>
                <a:gd name="csX2" fmla="*/ 8241 w 19873"/>
                <a:gd name="csY2" fmla="*/ 103 h 38383"/>
                <a:gd name="csX3" fmla="*/ 4234 w 19873"/>
                <a:gd name="csY3" fmla="*/ 18708 h 38383"/>
                <a:gd name="csX4" fmla="*/ 551 w 19873"/>
                <a:gd name="csY4" fmla="*/ 29186 h 38383"/>
                <a:gd name="csX5" fmla="*/ 4450 w 19873"/>
                <a:gd name="csY5" fmla="*/ 37504 h 38383"/>
                <a:gd name="csX6" fmla="*/ 14515 w 19873"/>
                <a:gd name="csY6" fmla="*/ 25820 h 38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873" h="38383">
                  <a:moveTo>
                    <a:pt x="14515" y="25820"/>
                  </a:moveTo>
                  <a:cubicBezTo>
                    <a:pt x="16788" y="21502"/>
                    <a:pt x="17874" y="16232"/>
                    <a:pt x="19709" y="8612"/>
                  </a:cubicBezTo>
                  <a:cubicBezTo>
                    <a:pt x="21119" y="3151"/>
                    <a:pt x="13111" y="2770"/>
                    <a:pt x="8241" y="103"/>
                  </a:cubicBezTo>
                  <a:cubicBezTo>
                    <a:pt x="4018" y="-1611"/>
                    <a:pt x="4234" y="18708"/>
                    <a:pt x="4234" y="18708"/>
                  </a:cubicBezTo>
                  <a:cubicBezTo>
                    <a:pt x="4018" y="23026"/>
                    <a:pt x="1961" y="26455"/>
                    <a:pt x="551" y="29186"/>
                  </a:cubicBezTo>
                  <a:cubicBezTo>
                    <a:pt x="-1716" y="33631"/>
                    <a:pt x="3694" y="36425"/>
                    <a:pt x="4450" y="37504"/>
                  </a:cubicBezTo>
                  <a:cubicBezTo>
                    <a:pt x="8565" y="41378"/>
                    <a:pt x="10730" y="31536"/>
                    <a:pt x="14515" y="258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DB80340-90CF-8434-4F5B-EBCC602B898C}"/>
                </a:ext>
              </a:extLst>
            </p:cNvPr>
            <p:cNvSpPr/>
            <p:nvPr/>
          </p:nvSpPr>
          <p:spPr>
            <a:xfrm>
              <a:off x="2823009" y="6616154"/>
              <a:ext cx="19767" cy="23703"/>
            </a:xfrm>
            <a:custGeom>
              <a:avLst/>
              <a:gdLst>
                <a:gd name="csX0" fmla="*/ 2963 w 19767"/>
                <a:gd name="csY0" fmla="*/ 13817 h 23703"/>
                <a:gd name="csX1" fmla="*/ 19092 w 19767"/>
                <a:gd name="csY1" fmla="*/ 21565 h 23703"/>
                <a:gd name="csX2" fmla="*/ 17574 w 19767"/>
                <a:gd name="csY2" fmla="*/ 9245 h 23703"/>
                <a:gd name="csX3" fmla="*/ 8912 w 19767"/>
                <a:gd name="csY3" fmla="*/ 1562 h 23703"/>
                <a:gd name="csX4" fmla="*/ 42 w 19767"/>
                <a:gd name="csY4" fmla="*/ 4864 h 23703"/>
                <a:gd name="csX5" fmla="*/ 2855 w 19767"/>
                <a:gd name="csY5" fmla="*/ 13690 h 23703"/>
                <a:gd name="csX6" fmla="*/ 2963 w 19767"/>
                <a:gd name="csY6" fmla="*/ 13817 h 2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67" h="23703">
                  <a:moveTo>
                    <a:pt x="2963" y="13817"/>
                  </a:moveTo>
                  <a:cubicBezTo>
                    <a:pt x="14977" y="22580"/>
                    <a:pt x="18660" y="26454"/>
                    <a:pt x="19092" y="21565"/>
                  </a:cubicBezTo>
                  <a:cubicBezTo>
                    <a:pt x="19092" y="19025"/>
                    <a:pt x="21365" y="12611"/>
                    <a:pt x="17574" y="9245"/>
                  </a:cubicBezTo>
                  <a:lnTo>
                    <a:pt x="8912" y="1562"/>
                  </a:lnTo>
                  <a:cubicBezTo>
                    <a:pt x="5452" y="-1423"/>
                    <a:pt x="42" y="-25"/>
                    <a:pt x="42" y="4864"/>
                  </a:cubicBezTo>
                  <a:cubicBezTo>
                    <a:pt x="150" y="5690"/>
                    <a:pt x="-828" y="11023"/>
                    <a:pt x="2855" y="13690"/>
                  </a:cubicBezTo>
                  <a:lnTo>
                    <a:pt x="2963" y="138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66C0F5CD-4B39-8531-0847-1856A2DC68C5}"/>
                </a:ext>
              </a:extLst>
            </p:cNvPr>
            <p:cNvSpPr/>
            <p:nvPr/>
          </p:nvSpPr>
          <p:spPr>
            <a:xfrm>
              <a:off x="2807791" y="6639139"/>
              <a:ext cx="27579" cy="21955"/>
            </a:xfrm>
            <a:custGeom>
              <a:avLst/>
              <a:gdLst>
                <a:gd name="csX0" fmla="*/ 16123 w 27579"/>
                <a:gd name="csY0" fmla="*/ 15724 h 21955"/>
                <a:gd name="csX1" fmla="*/ 26296 w 27579"/>
                <a:gd name="csY1" fmla="*/ 12549 h 21955"/>
                <a:gd name="csX2" fmla="*/ 16339 w 27579"/>
                <a:gd name="csY2" fmla="*/ 865 h 21955"/>
                <a:gd name="csX3" fmla="*/ 6922 w 27579"/>
                <a:gd name="csY3" fmla="*/ 4230 h 21955"/>
                <a:gd name="csX4" fmla="*/ 216 w 27579"/>
                <a:gd name="csY4" fmla="*/ 17502 h 21955"/>
                <a:gd name="csX5" fmla="*/ 2267 w 27579"/>
                <a:gd name="csY5" fmla="*/ 21503 h 21955"/>
                <a:gd name="csX6" fmla="*/ 10065 w 27579"/>
                <a:gd name="csY6" fmla="*/ 19598 h 21955"/>
                <a:gd name="csX7" fmla="*/ 11684 w 27579"/>
                <a:gd name="csY7" fmla="*/ 16994 h 21955"/>
                <a:gd name="csX8" fmla="*/ 16123 w 27579"/>
                <a:gd name="csY8" fmla="*/ 15724 h 2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579" h="21955">
                  <a:moveTo>
                    <a:pt x="16123" y="15724"/>
                  </a:moveTo>
                  <a:cubicBezTo>
                    <a:pt x="19698" y="18264"/>
                    <a:pt x="24137" y="13502"/>
                    <a:pt x="26296" y="12549"/>
                  </a:cubicBezTo>
                  <a:cubicBezTo>
                    <a:pt x="30950" y="9501"/>
                    <a:pt x="21864" y="6072"/>
                    <a:pt x="16339" y="865"/>
                  </a:cubicBezTo>
                  <a:cubicBezTo>
                    <a:pt x="12446" y="-2056"/>
                    <a:pt x="8548" y="3278"/>
                    <a:pt x="6922" y="4230"/>
                  </a:cubicBezTo>
                  <a:cubicBezTo>
                    <a:pt x="3353" y="7025"/>
                    <a:pt x="2267" y="11724"/>
                    <a:pt x="216" y="17502"/>
                  </a:cubicBezTo>
                  <a:cubicBezTo>
                    <a:pt x="-438" y="19470"/>
                    <a:pt x="432" y="21185"/>
                    <a:pt x="2267" y="21503"/>
                  </a:cubicBezTo>
                  <a:cubicBezTo>
                    <a:pt x="1728" y="21503"/>
                    <a:pt x="7576" y="23344"/>
                    <a:pt x="10065" y="19598"/>
                  </a:cubicBezTo>
                  <a:lnTo>
                    <a:pt x="11684" y="16994"/>
                  </a:lnTo>
                  <a:cubicBezTo>
                    <a:pt x="12770" y="15343"/>
                    <a:pt x="14720" y="14708"/>
                    <a:pt x="16123" y="157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8253453-FC70-318A-DF63-5E2D92CB8CBD}"/>
                </a:ext>
              </a:extLst>
            </p:cNvPr>
            <p:cNvSpPr/>
            <p:nvPr/>
          </p:nvSpPr>
          <p:spPr>
            <a:xfrm>
              <a:off x="3080112" y="6848851"/>
              <a:ext cx="39844" cy="20006"/>
            </a:xfrm>
            <a:custGeom>
              <a:avLst/>
              <a:gdLst>
                <a:gd name="csX0" fmla="*/ 38747 w 39844"/>
                <a:gd name="csY0" fmla="*/ 4640 h 20006"/>
                <a:gd name="csX1" fmla="*/ 2165 w 39844"/>
                <a:gd name="csY1" fmla="*/ 5 h 20006"/>
                <a:gd name="csX2" fmla="*/ 2165 w 39844"/>
                <a:gd name="csY2" fmla="*/ 9149 h 20006"/>
                <a:gd name="csX3" fmla="*/ 12553 w 39844"/>
                <a:gd name="csY3" fmla="*/ 15435 h 20006"/>
                <a:gd name="csX4" fmla="*/ 24675 w 39844"/>
                <a:gd name="csY4" fmla="*/ 15753 h 20006"/>
                <a:gd name="csX5" fmla="*/ 28574 w 39844"/>
                <a:gd name="csY5" fmla="*/ 20007 h 20006"/>
                <a:gd name="csX6" fmla="*/ 29222 w 39844"/>
                <a:gd name="csY6" fmla="*/ 20007 h 20006"/>
                <a:gd name="csX7" fmla="*/ 38963 w 39844"/>
                <a:gd name="csY7" fmla="*/ 11244 h 20006"/>
                <a:gd name="csX8" fmla="*/ 39179 w 39844"/>
                <a:gd name="csY8" fmla="*/ 5275 h 20006"/>
                <a:gd name="csX9" fmla="*/ 38747 w 39844"/>
                <a:gd name="csY9" fmla="*/ 4640 h 2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9844" h="20006">
                  <a:moveTo>
                    <a:pt x="38747" y="4640"/>
                  </a:moveTo>
                  <a:cubicBezTo>
                    <a:pt x="36258" y="513"/>
                    <a:pt x="34416" y="1465"/>
                    <a:pt x="2165" y="5"/>
                  </a:cubicBezTo>
                  <a:cubicBezTo>
                    <a:pt x="-2706" y="-249"/>
                    <a:pt x="2165" y="9149"/>
                    <a:pt x="2165" y="9149"/>
                  </a:cubicBezTo>
                  <a:cubicBezTo>
                    <a:pt x="4000" y="14165"/>
                    <a:pt x="9848" y="14165"/>
                    <a:pt x="12553" y="15435"/>
                  </a:cubicBezTo>
                  <a:cubicBezTo>
                    <a:pt x="18611" y="17404"/>
                    <a:pt x="23920" y="9720"/>
                    <a:pt x="24675" y="15753"/>
                  </a:cubicBezTo>
                  <a:cubicBezTo>
                    <a:pt x="24351" y="15117"/>
                    <a:pt x="24999" y="20007"/>
                    <a:pt x="28574" y="20007"/>
                  </a:cubicBezTo>
                  <a:lnTo>
                    <a:pt x="29222" y="20007"/>
                  </a:lnTo>
                  <a:cubicBezTo>
                    <a:pt x="34308" y="20007"/>
                    <a:pt x="36474" y="14038"/>
                    <a:pt x="38963" y="11244"/>
                  </a:cubicBezTo>
                  <a:cubicBezTo>
                    <a:pt x="40042" y="9593"/>
                    <a:pt x="40150" y="6990"/>
                    <a:pt x="39179" y="5275"/>
                  </a:cubicBezTo>
                  <a:lnTo>
                    <a:pt x="38747" y="4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FDCB335-A222-170B-CEF8-F3543AA1746A}"/>
                </a:ext>
              </a:extLst>
            </p:cNvPr>
            <p:cNvSpPr/>
            <p:nvPr/>
          </p:nvSpPr>
          <p:spPr>
            <a:xfrm>
              <a:off x="3129607" y="6857160"/>
              <a:ext cx="14481" cy="12367"/>
            </a:xfrm>
            <a:custGeom>
              <a:avLst/>
              <a:gdLst>
                <a:gd name="csX0" fmla="*/ 12848 w 14481"/>
                <a:gd name="csY0" fmla="*/ 1919 h 12367"/>
                <a:gd name="csX1" fmla="*/ 2460 w 14481"/>
                <a:gd name="csY1" fmla="*/ 1919 h 12367"/>
                <a:gd name="csX2" fmla="*/ 1590 w 14481"/>
                <a:gd name="csY2" fmla="*/ 9857 h 12367"/>
                <a:gd name="csX3" fmla="*/ 9928 w 14481"/>
                <a:gd name="csY3" fmla="*/ 10809 h 12367"/>
                <a:gd name="csX4" fmla="*/ 12741 w 14481"/>
                <a:gd name="csY4" fmla="*/ 1919 h 12367"/>
                <a:gd name="csX5" fmla="*/ 12848 w 14481"/>
                <a:gd name="csY5" fmla="*/ 1919 h 12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81" h="12367">
                  <a:moveTo>
                    <a:pt x="12848" y="1919"/>
                  </a:moveTo>
                  <a:cubicBezTo>
                    <a:pt x="12848" y="1919"/>
                    <a:pt x="5057" y="-2399"/>
                    <a:pt x="2460" y="1919"/>
                  </a:cubicBezTo>
                  <a:cubicBezTo>
                    <a:pt x="2136" y="2808"/>
                    <a:pt x="-2303" y="7444"/>
                    <a:pt x="1590" y="9857"/>
                  </a:cubicBezTo>
                  <a:cubicBezTo>
                    <a:pt x="2784" y="10301"/>
                    <a:pt x="7006" y="14619"/>
                    <a:pt x="9928" y="10809"/>
                  </a:cubicBezTo>
                  <a:cubicBezTo>
                    <a:pt x="11115" y="8650"/>
                    <a:pt x="17503" y="3697"/>
                    <a:pt x="12741" y="1919"/>
                  </a:cubicBezTo>
                  <a:lnTo>
                    <a:pt x="12848" y="1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3F67631-D851-44F2-2999-8B351EDE71C2}"/>
                </a:ext>
              </a:extLst>
            </p:cNvPr>
            <p:cNvSpPr/>
            <p:nvPr/>
          </p:nvSpPr>
          <p:spPr>
            <a:xfrm>
              <a:off x="3016658" y="6849877"/>
              <a:ext cx="64841" cy="33438"/>
            </a:xfrm>
            <a:custGeom>
              <a:avLst/>
              <a:gdLst>
                <a:gd name="csX0" fmla="*/ 51116 w 64841"/>
                <a:gd name="csY0" fmla="*/ 8884 h 33438"/>
                <a:gd name="csX1" fmla="*/ 47439 w 64841"/>
                <a:gd name="csY1" fmla="*/ 58 h 33438"/>
                <a:gd name="csX2" fmla="*/ 786 w 64841"/>
                <a:gd name="csY2" fmla="*/ 11361 h 33438"/>
                <a:gd name="csX3" fmla="*/ 20706 w 64841"/>
                <a:gd name="csY3" fmla="*/ 30411 h 33438"/>
                <a:gd name="csX4" fmla="*/ 26332 w 64841"/>
                <a:gd name="csY4" fmla="*/ 27045 h 33438"/>
                <a:gd name="csX5" fmla="*/ 25360 w 64841"/>
                <a:gd name="csY5" fmla="*/ 15361 h 33438"/>
                <a:gd name="csX6" fmla="*/ 35425 w 64841"/>
                <a:gd name="csY6" fmla="*/ 16885 h 33438"/>
                <a:gd name="csX7" fmla="*/ 41807 w 64841"/>
                <a:gd name="csY7" fmla="*/ 25585 h 33438"/>
                <a:gd name="csX8" fmla="*/ 52418 w 64841"/>
                <a:gd name="csY8" fmla="*/ 28252 h 33438"/>
                <a:gd name="csX9" fmla="*/ 62158 w 64841"/>
                <a:gd name="csY9" fmla="*/ 32824 h 33438"/>
                <a:gd name="csX10" fmla="*/ 63454 w 64841"/>
                <a:gd name="csY10" fmla="*/ 32062 h 33438"/>
                <a:gd name="csX11" fmla="*/ 51116 w 64841"/>
                <a:gd name="csY11" fmla="*/ 9011 h 33438"/>
                <a:gd name="csX12" fmla="*/ 51116 w 64841"/>
                <a:gd name="csY12" fmla="*/ 8884 h 3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4841" h="33438">
                  <a:moveTo>
                    <a:pt x="51116" y="8884"/>
                  </a:moveTo>
                  <a:cubicBezTo>
                    <a:pt x="51116" y="8884"/>
                    <a:pt x="52202" y="-832"/>
                    <a:pt x="47439" y="58"/>
                  </a:cubicBezTo>
                  <a:cubicBezTo>
                    <a:pt x="2735" y="7931"/>
                    <a:pt x="-2459" y="7614"/>
                    <a:pt x="786" y="11361"/>
                  </a:cubicBezTo>
                  <a:cubicBezTo>
                    <a:pt x="14965" y="27743"/>
                    <a:pt x="16159" y="30411"/>
                    <a:pt x="20706" y="30411"/>
                  </a:cubicBezTo>
                  <a:cubicBezTo>
                    <a:pt x="21569" y="30220"/>
                    <a:pt x="28281" y="31617"/>
                    <a:pt x="26332" y="27045"/>
                  </a:cubicBezTo>
                  <a:cubicBezTo>
                    <a:pt x="25360" y="23362"/>
                    <a:pt x="20268" y="16504"/>
                    <a:pt x="25360" y="15361"/>
                  </a:cubicBezTo>
                  <a:cubicBezTo>
                    <a:pt x="27850" y="15298"/>
                    <a:pt x="33583" y="11805"/>
                    <a:pt x="35425" y="16885"/>
                  </a:cubicBezTo>
                  <a:cubicBezTo>
                    <a:pt x="36396" y="18727"/>
                    <a:pt x="36936" y="25203"/>
                    <a:pt x="41807" y="25585"/>
                  </a:cubicBezTo>
                  <a:cubicBezTo>
                    <a:pt x="43756" y="25902"/>
                    <a:pt x="48843" y="24886"/>
                    <a:pt x="52418" y="28252"/>
                  </a:cubicBezTo>
                  <a:cubicBezTo>
                    <a:pt x="54367" y="29585"/>
                    <a:pt x="58044" y="35300"/>
                    <a:pt x="62158" y="32824"/>
                  </a:cubicBezTo>
                  <a:lnTo>
                    <a:pt x="63454" y="32062"/>
                  </a:lnTo>
                  <a:cubicBezTo>
                    <a:pt x="69950" y="28125"/>
                    <a:pt x="51548" y="18409"/>
                    <a:pt x="51116" y="9011"/>
                  </a:cubicBezTo>
                  <a:lnTo>
                    <a:pt x="51116" y="8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DDA6BDAE-57F1-E98B-DA1C-A3B870F62FD4}"/>
                </a:ext>
              </a:extLst>
            </p:cNvPr>
            <p:cNvSpPr/>
            <p:nvPr/>
          </p:nvSpPr>
          <p:spPr>
            <a:xfrm>
              <a:off x="2820013" y="6669255"/>
              <a:ext cx="22683" cy="43955"/>
            </a:xfrm>
            <a:custGeom>
              <a:avLst/>
              <a:gdLst>
                <a:gd name="csX0" fmla="*/ 22519 w 22683"/>
                <a:gd name="csY0" fmla="*/ 39012 h 43955"/>
                <a:gd name="csX1" fmla="*/ 17325 w 22683"/>
                <a:gd name="csY1" fmla="*/ 26692 h 43955"/>
                <a:gd name="csX2" fmla="*/ 18728 w 22683"/>
                <a:gd name="csY2" fmla="*/ 18120 h 43955"/>
                <a:gd name="csX3" fmla="*/ 11692 w 22683"/>
                <a:gd name="csY3" fmla="*/ 1610 h 43955"/>
                <a:gd name="csX4" fmla="*/ 2275 w 22683"/>
                <a:gd name="csY4" fmla="*/ 2880 h 43955"/>
                <a:gd name="csX5" fmla="*/ 3469 w 22683"/>
                <a:gd name="csY5" fmla="*/ 27518 h 43955"/>
                <a:gd name="csX6" fmla="*/ 18512 w 22683"/>
                <a:gd name="csY6" fmla="*/ 43202 h 43955"/>
                <a:gd name="csX7" fmla="*/ 22411 w 22683"/>
                <a:gd name="csY7" fmla="*/ 39075 h 43955"/>
                <a:gd name="csX8" fmla="*/ 22519 w 22683"/>
                <a:gd name="csY8" fmla="*/ 39012 h 43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83" h="43955">
                  <a:moveTo>
                    <a:pt x="22519" y="39012"/>
                  </a:moveTo>
                  <a:cubicBezTo>
                    <a:pt x="23599" y="33677"/>
                    <a:pt x="19052" y="29804"/>
                    <a:pt x="17325" y="26692"/>
                  </a:cubicBezTo>
                  <a:cubicBezTo>
                    <a:pt x="14728" y="22755"/>
                    <a:pt x="18512" y="18755"/>
                    <a:pt x="18728" y="18120"/>
                  </a:cubicBezTo>
                  <a:cubicBezTo>
                    <a:pt x="21757" y="13230"/>
                    <a:pt x="15484" y="8531"/>
                    <a:pt x="11692" y="1610"/>
                  </a:cubicBezTo>
                  <a:cubicBezTo>
                    <a:pt x="8879" y="-2645"/>
                    <a:pt x="2275" y="2880"/>
                    <a:pt x="2275" y="2880"/>
                  </a:cubicBezTo>
                  <a:cubicBezTo>
                    <a:pt x="-1725" y="5166"/>
                    <a:pt x="110" y="9039"/>
                    <a:pt x="3469" y="27518"/>
                  </a:cubicBezTo>
                  <a:cubicBezTo>
                    <a:pt x="4441" y="32407"/>
                    <a:pt x="8124" y="34439"/>
                    <a:pt x="18512" y="43202"/>
                  </a:cubicBezTo>
                  <a:cubicBezTo>
                    <a:pt x="21980" y="46124"/>
                    <a:pt x="22195" y="39646"/>
                    <a:pt x="22411" y="39075"/>
                  </a:cubicBezTo>
                  <a:lnTo>
                    <a:pt x="22519" y="39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53209B9-94A6-9A54-7197-19000BF8D3C8}"/>
                </a:ext>
              </a:extLst>
            </p:cNvPr>
            <p:cNvSpPr/>
            <p:nvPr/>
          </p:nvSpPr>
          <p:spPr>
            <a:xfrm>
              <a:off x="2850169" y="6677680"/>
              <a:ext cx="18507" cy="41892"/>
            </a:xfrm>
            <a:custGeom>
              <a:avLst/>
              <a:gdLst>
                <a:gd name="csX0" fmla="*/ 5889 w 18507"/>
                <a:gd name="csY0" fmla="*/ 24110 h 41892"/>
                <a:gd name="csX1" fmla="*/ 5025 w 18507"/>
                <a:gd name="csY1" fmla="*/ 34904 h 41892"/>
                <a:gd name="csX2" fmla="*/ 12169 w 18507"/>
                <a:gd name="csY2" fmla="*/ 41572 h 41892"/>
                <a:gd name="csX3" fmla="*/ 18449 w 18507"/>
                <a:gd name="csY3" fmla="*/ 14902 h 41892"/>
                <a:gd name="csX4" fmla="*/ 5241 w 18507"/>
                <a:gd name="csY4" fmla="*/ 614 h 41892"/>
                <a:gd name="csX5" fmla="*/ 3292 w 18507"/>
                <a:gd name="csY5" fmla="*/ 6139 h 41892"/>
                <a:gd name="csX6" fmla="*/ 803 w 18507"/>
                <a:gd name="csY6" fmla="*/ 13950 h 41892"/>
                <a:gd name="csX7" fmla="*/ 5997 w 18507"/>
                <a:gd name="csY7" fmla="*/ 24110 h 41892"/>
                <a:gd name="csX8" fmla="*/ 5889 w 18507"/>
                <a:gd name="csY8" fmla="*/ 24110 h 4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07" h="41892">
                  <a:moveTo>
                    <a:pt x="5889" y="24110"/>
                  </a:moveTo>
                  <a:cubicBezTo>
                    <a:pt x="9356" y="27665"/>
                    <a:pt x="5457" y="32873"/>
                    <a:pt x="5025" y="34904"/>
                  </a:cubicBezTo>
                  <a:cubicBezTo>
                    <a:pt x="3076" y="39794"/>
                    <a:pt x="10112" y="40429"/>
                    <a:pt x="12169" y="41572"/>
                  </a:cubicBezTo>
                  <a:cubicBezTo>
                    <a:pt x="16392" y="43223"/>
                    <a:pt x="15738" y="39096"/>
                    <a:pt x="18449" y="14902"/>
                  </a:cubicBezTo>
                  <a:cubicBezTo>
                    <a:pt x="18989" y="10330"/>
                    <a:pt x="15846" y="8869"/>
                    <a:pt x="5241" y="614"/>
                  </a:cubicBezTo>
                  <a:cubicBezTo>
                    <a:pt x="1565" y="-2307"/>
                    <a:pt x="3292" y="6139"/>
                    <a:pt x="3292" y="6139"/>
                  </a:cubicBezTo>
                  <a:cubicBezTo>
                    <a:pt x="3832" y="10584"/>
                    <a:pt x="1127" y="13251"/>
                    <a:pt x="803" y="13950"/>
                  </a:cubicBezTo>
                  <a:cubicBezTo>
                    <a:pt x="-2226" y="18267"/>
                    <a:pt x="4162" y="21569"/>
                    <a:pt x="5997" y="24110"/>
                  </a:cubicBezTo>
                  <a:lnTo>
                    <a:pt x="5889" y="241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A3CA3C0-10D8-C1B3-AC55-558F623CCC1A}"/>
                </a:ext>
              </a:extLst>
            </p:cNvPr>
            <p:cNvSpPr/>
            <p:nvPr/>
          </p:nvSpPr>
          <p:spPr>
            <a:xfrm>
              <a:off x="2928977" y="6786843"/>
              <a:ext cx="39960" cy="24617"/>
            </a:xfrm>
            <a:custGeom>
              <a:avLst/>
              <a:gdLst>
                <a:gd name="csX0" fmla="*/ 39756 w 39960"/>
                <a:gd name="csY0" fmla="*/ 14197 h 24617"/>
                <a:gd name="csX1" fmla="*/ 14108 w 39960"/>
                <a:gd name="csY1" fmla="*/ 353 h 24617"/>
                <a:gd name="csX2" fmla="*/ 2094 w 39960"/>
                <a:gd name="csY2" fmla="*/ 3719 h 24617"/>
                <a:gd name="csX3" fmla="*/ 4367 w 39960"/>
                <a:gd name="csY3" fmla="*/ 22071 h 24617"/>
                <a:gd name="csX4" fmla="*/ 12267 w 39960"/>
                <a:gd name="csY4" fmla="*/ 23404 h 24617"/>
                <a:gd name="csX5" fmla="*/ 16159 w 39960"/>
                <a:gd name="csY5" fmla="*/ 18642 h 24617"/>
                <a:gd name="csX6" fmla="*/ 34669 w 39960"/>
                <a:gd name="csY6" fmla="*/ 21245 h 24617"/>
                <a:gd name="csX7" fmla="*/ 39756 w 39960"/>
                <a:gd name="csY7" fmla="*/ 14197 h 24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9960" h="24617">
                  <a:moveTo>
                    <a:pt x="39756" y="14197"/>
                  </a:moveTo>
                  <a:cubicBezTo>
                    <a:pt x="40842" y="9561"/>
                    <a:pt x="38352" y="9625"/>
                    <a:pt x="14108" y="353"/>
                  </a:cubicBezTo>
                  <a:cubicBezTo>
                    <a:pt x="9454" y="-1361"/>
                    <a:pt x="2094" y="3719"/>
                    <a:pt x="2094" y="3719"/>
                  </a:cubicBezTo>
                  <a:cubicBezTo>
                    <a:pt x="-2884" y="6196"/>
                    <a:pt x="2310" y="12990"/>
                    <a:pt x="4367" y="22071"/>
                  </a:cubicBezTo>
                  <a:cubicBezTo>
                    <a:pt x="5879" y="26833"/>
                    <a:pt x="11181" y="23468"/>
                    <a:pt x="12267" y="23404"/>
                  </a:cubicBezTo>
                  <a:cubicBezTo>
                    <a:pt x="15404" y="22388"/>
                    <a:pt x="15835" y="19276"/>
                    <a:pt x="16159" y="18642"/>
                  </a:cubicBezTo>
                  <a:cubicBezTo>
                    <a:pt x="17029" y="13879"/>
                    <a:pt x="20814" y="16483"/>
                    <a:pt x="34669" y="21245"/>
                  </a:cubicBezTo>
                  <a:cubicBezTo>
                    <a:pt x="39108" y="22833"/>
                    <a:pt x="39108" y="15594"/>
                    <a:pt x="39756" y="141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16CDAB4-0BC8-D3BF-9B40-7E4720D72B53}"/>
                </a:ext>
              </a:extLst>
            </p:cNvPr>
            <p:cNvSpPr/>
            <p:nvPr/>
          </p:nvSpPr>
          <p:spPr>
            <a:xfrm>
              <a:off x="2871495" y="6761185"/>
              <a:ext cx="51051" cy="35327"/>
            </a:xfrm>
            <a:custGeom>
              <a:avLst/>
              <a:gdLst>
                <a:gd name="csX0" fmla="*/ 45935 w 51051"/>
                <a:gd name="csY0" fmla="*/ 29377 h 35327"/>
                <a:gd name="csX1" fmla="*/ 45935 w 51051"/>
                <a:gd name="csY1" fmla="*/ 28488 h 35327"/>
                <a:gd name="csX2" fmla="*/ 49942 w 51051"/>
                <a:gd name="csY2" fmla="*/ 20932 h 35327"/>
                <a:gd name="csX3" fmla="*/ 26346 w 51051"/>
                <a:gd name="csY3" fmla="*/ 4295 h 35327"/>
                <a:gd name="csX4" fmla="*/ 3403 w 51051"/>
                <a:gd name="csY4" fmla="*/ 40 h 35327"/>
                <a:gd name="csX5" fmla="*/ 44 w 51051"/>
                <a:gd name="csY5" fmla="*/ 7533 h 35327"/>
                <a:gd name="csX6" fmla="*/ 9353 w 51051"/>
                <a:gd name="csY6" fmla="*/ 13248 h 35327"/>
                <a:gd name="csX7" fmla="*/ 12598 w 51051"/>
                <a:gd name="csY7" fmla="*/ 21122 h 35327"/>
                <a:gd name="csX8" fmla="*/ 16497 w 51051"/>
                <a:gd name="csY8" fmla="*/ 27726 h 35327"/>
                <a:gd name="csX9" fmla="*/ 22885 w 51051"/>
                <a:gd name="csY9" fmla="*/ 22900 h 35327"/>
                <a:gd name="csX10" fmla="*/ 29699 w 51051"/>
                <a:gd name="csY10" fmla="*/ 20170 h 35327"/>
                <a:gd name="csX11" fmla="*/ 30245 w 51051"/>
                <a:gd name="csY11" fmla="*/ 32362 h 35327"/>
                <a:gd name="csX12" fmla="*/ 42799 w 51051"/>
                <a:gd name="csY12" fmla="*/ 33696 h 35327"/>
                <a:gd name="csX13" fmla="*/ 45935 w 51051"/>
                <a:gd name="csY13" fmla="*/ 29441 h 35327"/>
                <a:gd name="csX14" fmla="*/ 45935 w 51051"/>
                <a:gd name="csY14" fmla="*/ 29377 h 35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051" h="35327">
                  <a:moveTo>
                    <a:pt x="45935" y="29377"/>
                  </a:moveTo>
                  <a:lnTo>
                    <a:pt x="45935" y="28488"/>
                  </a:lnTo>
                  <a:cubicBezTo>
                    <a:pt x="45719" y="23853"/>
                    <a:pt x="49403" y="21567"/>
                    <a:pt x="49942" y="20932"/>
                  </a:cubicBezTo>
                  <a:cubicBezTo>
                    <a:pt x="53403" y="17694"/>
                    <a:pt x="49618" y="17058"/>
                    <a:pt x="26346" y="4295"/>
                  </a:cubicBezTo>
                  <a:cubicBezTo>
                    <a:pt x="22015" y="1882"/>
                    <a:pt x="3403" y="40"/>
                    <a:pt x="3403" y="40"/>
                  </a:cubicBezTo>
                  <a:cubicBezTo>
                    <a:pt x="-1144" y="-594"/>
                    <a:pt x="260" y="6454"/>
                    <a:pt x="44" y="7533"/>
                  </a:cubicBezTo>
                  <a:cubicBezTo>
                    <a:pt x="44" y="12931"/>
                    <a:pt x="6972" y="12295"/>
                    <a:pt x="9353" y="13248"/>
                  </a:cubicBezTo>
                  <a:cubicBezTo>
                    <a:pt x="13792" y="14201"/>
                    <a:pt x="12382" y="20043"/>
                    <a:pt x="12598" y="21122"/>
                  </a:cubicBezTo>
                  <a:cubicBezTo>
                    <a:pt x="12598" y="25567"/>
                    <a:pt x="15957" y="27091"/>
                    <a:pt x="16497" y="27726"/>
                  </a:cubicBezTo>
                  <a:cubicBezTo>
                    <a:pt x="20288" y="30521"/>
                    <a:pt x="22123" y="23726"/>
                    <a:pt x="22885" y="22900"/>
                  </a:cubicBezTo>
                  <a:cubicBezTo>
                    <a:pt x="24936" y="18900"/>
                    <a:pt x="29051" y="20296"/>
                    <a:pt x="29699" y="20170"/>
                  </a:cubicBezTo>
                  <a:cubicBezTo>
                    <a:pt x="34791" y="20678"/>
                    <a:pt x="30676" y="28361"/>
                    <a:pt x="30245" y="32362"/>
                  </a:cubicBezTo>
                  <a:cubicBezTo>
                    <a:pt x="28943" y="38013"/>
                    <a:pt x="37496" y="33886"/>
                    <a:pt x="42799" y="33696"/>
                  </a:cubicBezTo>
                  <a:cubicBezTo>
                    <a:pt x="44640" y="33378"/>
                    <a:pt x="46043" y="31536"/>
                    <a:pt x="45935" y="29441"/>
                  </a:cubicBezTo>
                  <a:lnTo>
                    <a:pt x="45935" y="29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FD7C913-4DD4-F48A-3F33-4BEBDC7DC594}"/>
                </a:ext>
              </a:extLst>
            </p:cNvPr>
            <p:cNvSpPr/>
            <p:nvPr/>
          </p:nvSpPr>
          <p:spPr>
            <a:xfrm>
              <a:off x="2833356" y="6728145"/>
              <a:ext cx="45620" cy="22266"/>
            </a:xfrm>
            <a:custGeom>
              <a:avLst/>
              <a:gdLst>
                <a:gd name="csX0" fmla="*/ 44571 w 45620"/>
                <a:gd name="csY0" fmla="*/ 20571 h 22266"/>
                <a:gd name="csX1" fmla="*/ 21298 w 45620"/>
                <a:gd name="csY1" fmla="*/ 4569 h 22266"/>
                <a:gd name="csX2" fmla="*/ 299 w 45620"/>
                <a:gd name="csY2" fmla="*/ 1076 h 22266"/>
                <a:gd name="csX3" fmla="*/ 18917 w 45620"/>
                <a:gd name="csY3" fmla="*/ 19491 h 22266"/>
                <a:gd name="csX4" fmla="*/ 44571 w 45620"/>
                <a:gd name="csY4" fmla="*/ 20571 h 22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620" h="22266">
                  <a:moveTo>
                    <a:pt x="44571" y="20571"/>
                  </a:moveTo>
                  <a:cubicBezTo>
                    <a:pt x="27687" y="7807"/>
                    <a:pt x="25737" y="5711"/>
                    <a:pt x="21298" y="4569"/>
                  </a:cubicBezTo>
                  <a:cubicBezTo>
                    <a:pt x="21298" y="4569"/>
                    <a:pt x="-2946" y="-2670"/>
                    <a:pt x="299" y="1076"/>
                  </a:cubicBezTo>
                  <a:cubicBezTo>
                    <a:pt x="13831" y="17078"/>
                    <a:pt x="14694" y="18920"/>
                    <a:pt x="18917" y="19491"/>
                  </a:cubicBezTo>
                  <a:cubicBezTo>
                    <a:pt x="39161" y="21713"/>
                    <a:pt x="49010" y="23873"/>
                    <a:pt x="44571" y="205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AB1973D-9452-C84B-14EA-094A900C4359}"/>
                </a:ext>
              </a:extLst>
            </p:cNvPr>
            <p:cNvSpPr/>
            <p:nvPr/>
          </p:nvSpPr>
          <p:spPr>
            <a:xfrm>
              <a:off x="2909564" y="6804754"/>
              <a:ext cx="13577" cy="13576"/>
            </a:xfrm>
            <a:custGeom>
              <a:avLst/>
              <a:gdLst>
                <a:gd name="csX0" fmla="*/ 7981 w 13577"/>
                <a:gd name="csY0" fmla="*/ 159 h 13576"/>
                <a:gd name="csX1" fmla="*/ 184 w 13577"/>
                <a:gd name="csY1" fmla="*/ 6319 h 13576"/>
                <a:gd name="csX2" fmla="*/ 5708 w 13577"/>
                <a:gd name="csY2" fmla="*/ 13367 h 13576"/>
                <a:gd name="csX3" fmla="*/ 13392 w 13577"/>
                <a:gd name="csY3" fmla="*/ 7017 h 13576"/>
                <a:gd name="csX4" fmla="*/ 7981 w 13577"/>
                <a:gd name="csY4" fmla="*/ 159 h 13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77" h="13576">
                  <a:moveTo>
                    <a:pt x="7981" y="159"/>
                  </a:moveTo>
                  <a:cubicBezTo>
                    <a:pt x="5816" y="1239"/>
                    <a:pt x="-1220" y="1239"/>
                    <a:pt x="184" y="6319"/>
                  </a:cubicBezTo>
                  <a:cubicBezTo>
                    <a:pt x="838" y="7652"/>
                    <a:pt x="1161" y="14891"/>
                    <a:pt x="5708" y="13367"/>
                  </a:cubicBezTo>
                  <a:cubicBezTo>
                    <a:pt x="7867" y="12288"/>
                    <a:pt x="14795" y="12097"/>
                    <a:pt x="13392" y="7017"/>
                  </a:cubicBezTo>
                  <a:cubicBezTo>
                    <a:pt x="13392" y="7017"/>
                    <a:pt x="12414" y="-1238"/>
                    <a:pt x="7981" y="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A174631-9FB5-AA02-20D1-FA888408522D}"/>
                </a:ext>
              </a:extLst>
            </p:cNvPr>
            <p:cNvSpPr/>
            <p:nvPr/>
          </p:nvSpPr>
          <p:spPr>
            <a:xfrm>
              <a:off x="2978882" y="6769745"/>
              <a:ext cx="19221" cy="24106"/>
            </a:xfrm>
            <a:custGeom>
              <a:avLst/>
              <a:gdLst>
                <a:gd name="csX0" fmla="*/ 7497 w 19221"/>
                <a:gd name="csY0" fmla="*/ 24056 h 24106"/>
                <a:gd name="csX1" fmla="*/ 10850 w 19221"/>
                <a:gd name="csY1" fmla="*/ 21262 h 24106"/>
                <a:gd name="csX2" fmla="*/ 16914 w 19221"/>
                <a:gd name="csY2" fmla="*/ 16817 h 24106"/>
                <a:gd name="csX3" fmla="*/ 15505 w 19221"/>
                <a:gd name="csY3" fmla="*/ 1767 h 24106"/>
                <a:gd name="csX4" fmla="*/ 2519 w 19221"/>
                <a:gd name="csY4" fmla="*/ 9769 h 24106"/>
                <a:gd name="csX5" fmla="*/ 30 w 19221"/>
                <a:gd name="csY5" fmla="*/ 18849 h 24106"/>
                <a:gd name="csX6" fmla="*/ 7497 w 19221"/>
                <a:gd name="csY6" fmla="*/ 23929 h 24106"/>
                <a:gd name="csX7" fmla="*/ 7497 w 19221"/>
                <a:gd name="csY7" fmla="*/ 24056 h 24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221" h="24106">
                  <a:moveTo>
                    <a:pt x="7497" y="24056"/>
                  </a:moveTo>
                  <a:cubicBezTo>
                    <a:pt x="9339" y="24373"/>
                    <a:pt x="10850" y="23167"/>
                    <a:pt x="10850" y="21262"/>
                  </a:cubicBezTo>
                  <a:cubicBezTo>
                    <a:pt x="10850" y="16817"/>
                    <a:pt x="16375" y="17008"/>
                    <a:pt x="16914" y="16817"/>
                  </a:cubicBezTo>
                  <a:cubicBezTo>
                    <a:pt x="22217" y="15928"/>
                    <a:pt x="16914" y="8245"/>
                    <a:pt x="15505" y="1767"/>
                  </a:cubicBezTo>
                  <a:cubicBezTo>
                    <a:pt x="13663" y="-3757"/>
                    <a:pt x="8577" y="5006"/>
                    <a:pt x="2519" y="9769"/>
                  </a:cubicBezTo>
                  <a:cubicBezTo>
                    <a:pt x="-732" y="13007"/>
                    <a:pt x="138" y="17960"/>
                    <a:pt x="30" y="18849"/>
                  </a:cubicBezTo>
                  <a:cubicBezTo>
                    <a:pt x="30" y="23929"/>
                    <a:pt x="6196" y="23421"/>
                    <a:pt x="7497" y="23929"/>
                  </a:cubicBezTo>
                  <a:lnTo>
                    <a:pt x="7497" y="24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3ADC751-BC01-3A2B-E011-C4E72B98EDE3}"/>
                </a:ext>
              </a:extLst>
            </p:cNvPr>
            <p:cNvSpPr/>
            <p:nvPr/>
          </p:nvSpPr>
          <p:spPr>
            <a:xfrm>
              <a:off x="2992994" y="6712135"/>
              <a:ext cx="67959" cy="97350"/>
            </a:xfrm>
            <a:custGeom>
              <a:avLst/>
              <a:gdLst>
                <a:gd name="csX0" fmla="*/ 67960 w 67959"/>
                <a:gd name="csY0" fmla="*/ 7054 h 97350"/>
                <a:gd name="csX1" fmla="*/ 61248 w 67959"/>
                <a:gd name="csY1" fmla="*/ 4577 h 97350"/>
                <a:gd name="csX2" fmla="*/ 47938 w 67959"/>
                <a:gd name="csY2" fmla="*/ 6927 h 97350"/>
                <a:gd name="csX3" fmla="*/ 37867 w 67959"/>
                <a:gd name="csY3" fmla="*/ 894 h 97350"/>
                <a:gd name="csX4" fmla="*/ 33543 w 67959"/>
                <a:gd name="csY4" fmla="*/ 7816 h 97350"/>
                <a:gd name="csX5" fmla="*/ 28672 w 67959"/>
                <a:gd name="csY5" fmla="*/ 14484 h 97350"/>
                <a:gd name="csX6" fmla="*/ 22716 w 67959"/>
                <a:gd name="csY6" fmla="*/ 14801 h 97350"/>
                <a:gd name="csX7" fmla="*/ 17738 w 67959"/>
                <a:gd name="csY7" fmla="*/ 12260 h 97350"/>
                <a:gd name="csX8" fmla="*/ 11565 w 67959"/>
                <a:gd name="csY8" fmla="*/ 15055 h 97350"/>
                <a:gd name="csX9" fmla="*/ 12112 w 67959"/>
                <a:gd name="csY9" fmla="*/ 20262 h 97350"/>
                <a:gd name="csX10" fmla="*/ 14385 w 67959"/>
                <a:gd name="csY10" fmla="*/ 26802 h 97350"/>
                <a:gd name="csX11" fmla="*/ 10270 w 67959"/>
                <a:gd name="csY11" fmla="*/ 30739 h 97350"/>
                <a:gd name="csX12" fmla="*/ 3990 w 67959"/>
                <a:gd name="csY12" fmla="*/ 31247 h 97350"/>
                <a:gd name="csX13" fmla="*/ 2148 w 67959"/>
                <a:gd name="csY13" fmla="*/ 43185 h 97350"/>
                <a:gd name="csX14" fmla="*/ 13515 w 67959"/>
                <a:gd name="csY14" fmla="*/ 49345 h 97350"/>
                <a:gd name="csX15" fmla="*/ 26831 w 67959"/>
                <a:gd name="csY15" fmla="*/ 44455 h 97350"/>
                <a:gd name="csX16" fmla="*/ 40795 w 67959"/>
                <a:gd name="csY16" fmla="*/ 45090 h 97350"/>
                <a:gd name="csX17" fmla="*/ 41010 w 67959"/>
                <a:gd name="csY17" fmla="*/ 54297 h 97350"/>
                <a:gd name="csX18" fmla="*/ 13839 w 67959"/>
                <a:gd name="csY18" fmla="*/ 69410 h 97350"/>
                <a:gd name="csX19" fmla="*/ 19795 w 67959"/>
                <a:gd name="csY19" fmla="*/ 80904 h 97350"/>
                <a:gd name="csX20" fmla="*/ 64277 w 67959"/>
                <a:gd name="csY20" fmla="*/ 97096 h 97350"/>
                <a:gd name="csX21" fmla="*/ 67960 w 67959"/>
                <a:gd name="csY21" fmla="*/ 97351 h 97350"/>
                <a:gd name="csX22" fmla="*/ 67960 w 67959"/>
                <a:gd name="csY22" fmla="*/ 6927 h 97350"/>
                <a:gd name="csX23" fmla="*/ 67960 w 67959"/>
                <a:gd name="csY23" fmla="*/ 7054 h 97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7959" h="97350">
                  <a:moveTo>
                    <a:pt x="67960" y="7054"/>
                  </a:moveTo>
                  <a:cubicBezTo>
                    <a:pt x="64715" y="3815"/>
                    <a:pt x="63305" y="3561"/>
                    <a:pt x="61248" y="4577"/>
                  </a:cubicBezTo>
                  <a:cubicBezTo>
                    <a:pt x="56917" y="5974"/>
                    <a:pt x="51507" y="11054"/>
                    <a:pt x="47938" y="6927"/>
                  </a:cubicBezTo>
                  <a:cubicBezTo>
                    <a:pt x="45119" y="4577"/>
                    <a:pt x="41982" y="-2471"/>
                    <a:pt x="37867" y="894"/>
                  </a:cubicBezTo>
                  <a:cubicBezTo>
                    <a:pt x="37327" y="1529"/>
                    <a:pt x="33543" y="3497"/>
                    <a:pt x="33543" y="7816"/>
                  </a:cubicBezTo>
                  <a:cubicBezTo>
                    <a:pt x="33543" y="12133"/>
                    <a:pt x="28126" y="15055"/>
                    <a:pt x="28672" y="14484"/>
                  </a:cubicBezTo>
                  <a:cubicBezTo>
                    <a:pt x="27047" y="15563"/>
                    <a:pt x="24450" y="15690"/>
                    <a:pt x="22716" y="14801"/>
                  </a:cubicBezTo>
                  <a:lnTo>
                    <a:pt x="17738" y="12260"/>
                  </a:lnTo>
                  <a:cubicBezTo>
                    <a:pt x="14163" y="10292"/>
                    <a:pt x="11026" y="15499"/>
                    <a:pt x="11565" y="15055"/>
                  </a:cubicBezTo>
                  <a:cubicBezTo>
                    <a:pt x="10486" y="16642"/>
                    <a:pt x="10702" y="18928"/>
                    <a:pt x="12112" y="20262"/>
                  </a:cubicBezTo>
                  <a:cubicBezTo>
                    <a:pt x="12543" y="20896"/>
                    <a:pt x="17630" y="23691"/>
                    <a:pt x="14385" y="26802"/>
                  </a:cubicBezTo>
                  <a:lnTo>
                    <a:pt x="10270" y="30739"/>
                  </a:lnTo>
                  <a:cubicBezTo>
                    <a:pt x="7565" y="33343"/>
                    <a:pt x="3450" y="31183"/>
                    <a:pt x="3990" y="31247"/>
                  </a:cubicBezTo>
                  <a:cubicBezTo>
                    <a:pt x="-665" y="28961"/>
                    <a:pt x="-1204" y="40137"/>
                    <a:pt x="2148" y="43185"/>
                  </a:cubicBezTo>
                  <a:cubicBezTo>
                    <a:pt x="5400" y="45408"/>
                    <a:pt x="8752" y="51186"/>
                    <a:pt x="13515" y="49345"/>
                  </a:cubicBezTo>
                  <a:lnTo>
                    <a:pt x="26831" y="44455"/>
                  </a:lnTo>
                  <a:cubicBezTo>
                    <a:pt x="31809" y="42614"/>
                    <a:pt x="41442" y="45217"/>
                    <a:pt x="40795" y="45090"/>
                  </a:cubicBezTo>
                  <a:cubicBezTo>
                    <a:pt x="45227" y="45852"/>
                    <a:pt x="45119" y="52584"/>
                    <a:pt x="41010" y="54297"/>
                  </a:cubicBezTo>
                  <a:cubicBezTo>
                    <a:pt x="16328" y="64584"/>
                    <a:pt x="12543" y="64648"/>
                    <a:pt x="13839" y="69410"/>
                  </a:cubicBezTo>
                  <a:cubicBezTo>
                    <a:pt x="15140" y="72649"/>
                    <a:pt x="15140" y="79190"/>
                    <a:pt x="19795" y="80904"/>
                  </a:cubicBezTo>
                  <a:cubicBezTo>
                    <a:pt x="58975" y="96144"/>
                    <a:pt x="59406" y="96779"/>
                    <a:pt x="64277" y="97096"/>
                  </a:cubicBezTo>
                  <a:cubicBezTo>
                    <a:pt x="65579" y="97096"/>
                    <a:pt x="66658" y="97223"/>
                    <a:pt x="67960" y="97351"/>
                  </a:cubicBezTo>
                  <a:lnTo>
                    <a:pt x="67960" y="6927"/>
                  </a:lnTo>
                  <a:lnTo>
                    <a:pt x="67960" y="7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5CD2BF5-E253-4D14-5F43-716BA4FE9399}"/>
                </a:ext>
              </a:extLst>
            </p:cNvPr>
            <p:cNvSpPr/>
            <p:nvPr/>
          </p:nvSpPr>
          <p:spPr>
            <a:xfrm>
              <a:off x="2953257" y="6802732"/>
              <a:ext cx="107696" cy="44950"/>
            </a:xfrm>
            <a:custGeom>
              <a:avLst/>
              <a:gdLst>
                <a:gd name="csX0" fmla="*/ 97085 w 107696"/>
                <a:gd name="csY0" fmla="*/ 17866 h 44950"/>
                <a:gd name="csX1" fmla="*/ 84315 w 107696"/>
                <a:gd name="csY1" fmla="*/ 16660 h 44950"/>
                <a:gd name="csX2" fmla="*/ 83668 w 107696"/>
                <a:gd name="csY2" fmla="*/ 17104 h 44950"/>
                <a:gd name="csX3" fmla="*/ 79661 w 107696"/>
                <a:gd name="csY3" fmla="*/ 15707 h 44950"/>
                <a:gd name="csX4" fmla="*/ 74682 w 107696"/>
                <a:gd name="csY4" fmla="*/ 9421 h 44950"/>
                <a:gd name="csX5" fmla="*/ 65481 w 107696"/>
                <a:gd name="csY5" fmla="*/ 9992 h 44950"/>
                <a:gd name="csX6" fmla="*/ 62560 w 107696"/>
                <a:gd name="csY6" fmla="*/ 15517 h 44950"/>
                <a:gd name="csX7" fmla="*/ 54553 w 107696"/>
                <a:gd name="csY7" fmla="*/ 11389 h 44950"/>
                <a:gd name="csX8" fmla="*/ 49467 w 107696"/>
                <a:gd name="csY8" fmla="*/ 3706 h 44950"/>
                <a:gd name="csX9" fmla="*/ 27927 w 107696"/>
                <a:gd name="csY9" fmla="*/ 2182 h 44950"/>
                <a:gd name="csX10" fmla="*/ 30309 w 107696"/>
                <a:gd name="csY10" fmla="*/ 6944 h 44950"/>
                <a:gd name="csX11" fmla="*/ 39726 w 107696"/>
                <a:gd name="csY11" fmla="*/ 12342 h 44950"/>
                <a:gd name="csX12" fmla="*/ 34963 w 107696"/>
                <a:gd name="csY12" fmla="*/ 17231 h 44950"/>
                <a:gd name="csX13" fmla="*/ 20238 w 107696"/>
                <a:gd name="csY13" fmla="*/ 15072 h 44950"/>
                <a:gd name="csX14" fmla="*/ 0 w 107696"/>
                <a:gd name="csY14" fmla="*/ 15962 h 44950"/>
                <a:gd name="csX15" fmla="*/ 0 w 107696"/>
                <a:gd name="csY15" fmla="*/ 25994 h 44950"/>
                <a:gd name="csX16" fmla="*/ 42970 w 107696"/>
                <a:gd name="csY16" fmla="*/ 32154 h 44950"/>
                <a:gd name="csX17" fmla="*/ 58992 w 107696"/>
                <a:gd name="csY17" fmla="*/ 32788 h 44950"/>
                <a:gd name="csX18" fmla="*/ 93409 w 107696"/>
                <a:gd name="csY18" fmla="*/ 38885 h 44950"/>
                <a:gd name="csX19" fmla="*/ 107696 w 107696"/>
                <a:gd name="csY19" fmla="*/ 36472 h 44950"/>
                <a:gd name="csX20" fmla="*/ 107696 w 107696"/>
                <a:gd name="csY20" fmla="*/ 18501 h 44950"/>
                <a:gd name="csX21" fmla="*/ 97085 w 107696"/>
                <a:gd name="csY21" fmla="*/ 17549 h 44950"/>
                <a:gd name="csX22" fmla="*/ 97085 w 107696"/>
                <a:gd name="csY22" fmla="*/ 17866 h 44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7696" h="44950">
                  <a:moveTo>
                    <a:pt x="97085" y="17866"/>
                  </a:moveTo>
                  <a:cubicBezTo>
                    <a:pt x="93517" y="17104"/>
                    <a:pt x="88538" y="13675"/>
                    <a:pt x="84315" y="16660"/>
                  </a:cubicBezTo>
                  <a:lnTo>
                    <a:pt x="83668" y="17104"/>
                  </a:lnTo>
                  <a:cubicBezTo>
                    <a:pt x="82150" y="18311"/>
                    <a:pt x="80315" y="17675"/>
                    <a:pt x="79661" y="15707"/>
                  </a:cubicBezTo>
                  <a:cubicBezTo>
                    <a:pt x="79229" y="15072"/>
                    <a:pt x="78689" y="10818"/>
                    <a:pt x="74682" y="9421"/>
                  </a:cubicBezTo>
                  <a:cubicBezTo>
                    <a:pt x="71977" y="9039"/>
                    <a:pt x="65050" y="4595"/>
                    <a:pt x="65481" y="9992"/>
                  </a:cubicBezTo>
                  <a:cubicBezTo>
                    <a:pt x="65481" y="10627"/>
                    <a:pt x="66783" y="15834"/>
                    <a:pt x="62560" y="15517"/>
                  </a:cubicBezTo>
                  <a:cubicBezTo>
                    <a:pt x="61481" y="15199"/>
                    <a:pt x="55848" y="16279"/>
                    <a:pt x="54553" y="11389"/>
                  </a:cubicBezTo>
                  <a:cubicBezTo>
                    <a:pt x="54121" y="10436"/>
                    <a:pt x="53905" y="4595"/>
                    <a:pt x="49467" y="3706"/>
                  </a:cubicBezTo>
                  <a:cubicBezTo>
                    <a:pt x="32690" y="276"/>
                    <a:pt x="28791" y="-1819"/>
                    <a:pt x="27927" y="2182"/>
                  </a:cubicBezTo>
                  <a:cubicBezTo>
                    <a:pt x="27604" y="3833"/>
                    <a:pt x="28683" y="5992"/>
                    <a:pt x="30309" y="6944"/>
                  </a:cubicBezTo>
                  <a:lnTo>
                    <a:pt x="39726" y="12342"/>
                  </a:lnTo>
                  <a:cubicBezTo>
                    <a:pt x="43618" y="14628"/>
                    <a:pt x="39288" y="18437"/>
                    <a:pt x="34963" y="17231"/>
                  </a:cubicBezTo>
                  <a:cubicBezTo>
                    <a:pt x="29331" y="15580"/>
                    <a:pt x="23597" y="13040"/>
                    <a:pt x="20238" y="15072"/>
                  </a:cubicBezTo>
                  <a:cubicBezTo>
                    <a:pt x="13964" y="18946"/>
                    <a:pt x="0" y="8278"/>
                    <a:pt x="0" y="15962"/>
                  </a:cubicBezTo>
                  <a:lnTo>
                    <a:pt x="0" y="25994"/>
                  </a:lnTo>
                  <a:cubicBezTo>
                    <a:pt x="33122" y="31264"/>
                    <a:pt x="37014" y="33233"/>
                    <a:pt x="42970" y="32154"/>
                  </a:cubicBezTo>
                  <a:cubicBezTo>
                    <a:pt x="55740" y="30122"/>
                    <a:pt x="60611" y="28280"/>
                    <a:pt x="58992" y="32788"/>
                  </a:cubicBezTo>
                  <a:cubicBezTo>
                    <a:pt x="55201" y="48918"/>
                    <a:pt x="44920" y="46886"/>
                    <a:pt x="93409" y="38885"/>
                  </a:cubicBezTo>
                  <a:cubicBezTo>
                    <a:pt x="99143" y="37869"/>
                    <a:pt x="103797" y="37107"/>
                    <a:pt x="107696" y="36472"/>
                  </a:cubicBezTo>
                  <a:lnTo>
                    <a:pt x="107696" y="18501"/>
                  </a:lnTo>
                  <a:cubicBezTo>
                    <a:pt x="100552" y="18501"/>
                    <a:pt x="99466" y="18311"/>
                    <a:pt x="97085" y="17549"/>
                  </a:cubicBezTo>
                  <a:lnTo>
                    <a:pt x="97085" y="17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DE7E040-911C-BDA7-D8AA-CB28869189E9}"/>
                </a:ext>
              </a:extLst>
            </p:cNvPr>
            <p:cNvSpPr/>
            <p:nvPr/>
          </p:nvSpPr>
          <p:spPr>
            <a:xfrm>
              <a:off x="2960226" y="6842488"/>
              <a:ext cx="36487" cy="17011"/>
            </a:xfrm>
            <a:custGeom>
              <a:avLst/>
              <a:gdLst>
                <a:gd name="csX0" fmla="*/ 34491 w 36487"/>
                <a:gd name="csY0" fmla="*/ 4399 h 17011"/>
                <a:gd name="csX1" fmla="*/ 67 w 36487"/>
                <a:gd name="csY1" fmla="*/ 1479 h 17011"/>
                <a:gd name="csX2" fmla="*/ 5916 w 36487"/>
                <a:gd name="csY2" fmla="*/ 9035 h 17011"/>
                <a:gd name="csX3" fmla="*/ 32433 w 36487"/>
                <a:gd name="csY3" fmla="*/ 15004 h 17011"/>
                <a:gd name="csX4" fmla="*/ 34491 w 36487"/>
                <a:gd name="csY4" fmla="*/ 4399 h 17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487" h="17011">
                  <a:moveTo>
                    <a:pt x="34491" y="4399"/>
                  </a:moveTo>
                  <a:cubicBezTo>
                    <a:pt x="34491" y="4399"/>
                    <a:pt x="-1768" y="-3094"/>
                    <a:pt x="67" y="1479"/>
                  </a:cubicBezTo>
                  <a:cubicBezTo>
                    <a:pt x="613" y="2368"/>
                    <a:pt x="1693" y="7447"/>
                    <a:pt x="5916" y="9035"/>
                  </a:cubicBezTo>
                  <a:cubicBezTo>
                    <a:pt x="24750" y="15956"/>
                    <a:pt x="29944" y="19512"/>
                    <a:pt x="32433" y="15004"/>
                  </a:cubicBezTo>
                  <a:cubicBezTo>
                    <a:pt x="33729" y="11638"/>
                    <a:pt x="39469" y="5288"/>
                    <a:pt x="34491" y="4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0FC8BA4-7C4C-072E-B1E4-C63DCDE5E49F}"/>
                </a:ext>
              </a:extLst>
            </p:cNvPr>
            <p:cNvSpPr/>
            <p:nvPr/>
          </p:nvSpPr>
          <p:spPr>
            <a:xfrm>
              <a:off x="2930629" y="6820206"/>
              <a:ext cx="13483" cy="15433"/>
            </a:xfrm>
            <a:custGeom>
              <a:avLst/>
              <a:gdLst>
                <a:gd name="csX0" fmla="*/ 8779 w 13483"/>
                <a:gd name="csY0" fmla="*/ 202 h 15433"/>
                <a:gd name="csX1" fmla="*/ 441 w 13483"/>
                <a:gd name="csY1" fmla="*/ 7124 h 15433"/>
                <a:gd name="csX2" fmla="*/ 8233 w 13483"/>
                <a:gd name="csY2" fmla="*/ 15188 h 15433"/>
                <a:gd name="csX3" fmla="*/ 13427 w 13483"/>
                <a:gd name="csY3" fmla="*/ 9727 h 15433"/>
                <a:gd name="csX4" fmla="*/ 8779 w 13483"/>
                <a:gd name="csY4" fmla="*/ 202 h 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83" h="15433">
                  <a:moveTo>
                    <a:pt x="8779" y="202"/>
                  </a:moveTo>
                  <a:cubicBezTo>
                    <a:pt x="5959" y="1726"/>
                    <a:pt x="-1940" y="2234"/>
                    <a:pt x="441" y="7124"/>
                  </a:cubicBezTo>
                  <a:cubicBezTo>
                    <a:pt x="2283" y="9727"/>
                    <a:pt x="3470" y="16839"/>
                    <a:pt x="8233" y="15188"/>
                  </a:cubicBezTo>
                  <a:cubicBezTo>
                    <a:pt x="8887" y="14807"/>
                    <a:pt x="14081" y="14363"/>
                    <a:pt x="13427" y="9727"/>
                  </a:cubicBezTo>
                  <a:cubicBezTo>
                    <a:pt x="13427" y="9727"/>
                    <a:pt x="13427" y="-1639"/>
                    <a:pt x="8779" y="2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B168EAE-E0FD-061F-54D6-76B228F43B8D}"/>
                </a:ext>
              </a:extLst>
            </p:cNvPr>
            <p:cNvSpPr/>
            <p:nvPr/>
          </p:nvSpPr>
          <p:spPr>
            <a:xfrm>
              <a:off x="2669359" y="5771865"/>
              <a:ext cx="12607" cy="10379"/>
            </a:xfrm>
            <a:custGeom>
              <a:avLst/>
              <a:gdLst>
                <a:gd name="csX0" fmla="*/ 4981 w 12607"/>
                <a:gd name="csY0" fmla="*/ 240 h 10379"/>
                <a:gd name="csX1" fmla="*/ 3 w 12607"/>
                <a:gd name="csY1" fmla="*/ 7162 h 10379"/>
                <a:gd name="csX2" fmla="*/ 7248 w 12607"/>
                <a:gd name="csY2" fmla="*/ 9651 h 10379"/>
                <a:gd name="csX3" fmla="*/ 12233 w 12607"/>
                <a:gd name="csY3" fmla="*/ 2730 h 10379"/>
                <a:gd name="csX4" fmla="*/ 5089 w 12607"/>
                <a:gd name="csY4" fmla="*/ 240 h 10379"/>
                <a:gd name="csX5" fmla="*/ 4981 w 12607"/>
                <a:gd name="csY5" fmla="*/ 240 h 10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607" h="10379">
                  <a:moveTo>
                    <a:pt x="4981" y="240"/>
                  </a:moveTo>
                  <a:cubicBezTo>
                    <a:pt x="2378" y="1104"/>
                    <a:pt x="111" y="4133"/>
                    <a:pt x="3" y="7162"/>
                  </a:cubicBezTo>
                  <a:cubicBezTo>
                    <a:pt x="-111" y="10083"/>
                    <a:pt x="3140" y="11270"/>
                    <a:pt x="7248" y="9651"/>
                  </a:cubicBezTo>
                  <a:cubicBezTo>
                    <a:pt x="11363" y="8025"/>
                    <a:pt x="13528" y="5003"/>
                    <a:pt x="12233" y="2730"/>
                  </a:cubicBezTo>
                  <a:cubicBezTo>
                    <a:pt x="10823" y="564"/>
                    <a:pt x="7578" y="-515"/>
                    <a:pt x="5089" y="240"/>
                  </a:cubicBezTo>
                  <a:lnTo>
                    <a:pt x="4981" y="2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CCAAFD1D-E56E-0CC9-18E7-2F645A93E9DA}"/>
                </a:ext>
              </a:extLst>
            </p:cNvPr>
            <p:cNvSpPr/>
            <p:nvPr/>
          </p:nvSpPr>
          <p:spPr>
            <a:xfrm>
              <a:off x="2604157" y="5777144"/>
              <a:ext cx="5288" cy="9050"/>
            </a:xfrm>
            <a:custGeom>
              <a:avLst/>
              <a:gdLst>
                <a:gd name="csX0" fmla="*/ 41 w 5288"/>
                <a:gd name="csY0" fmla="*/ 5451 h 9050"/>
                <a:gd name="csX1" fmla="*/ 3502 w 5288"/>
                <a:gd name="csY1" fmla="*/ 263 h 9050"/>
                <a:gd name="csX2" fmla="*/ 4048 w 5288"/>
                <a:gd name="csY2" fmla="*/ 7401 h 9050"/>
                <a:gd name="csX3" fmla="*/ 149 w 5288"/>
                <a:gd name="csY3" fmla="*/ 5451 h 9050"/>
                <a:gd name="csX4" fmla="*/ 41 w 5288"/>
                <a:gd name="csY4" fmla="*/ 5451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88" h="9050">
                  <a:moveTo>
                    <a:pt x="41" y="5451"/>
                  </a:moveTo>
                  <a:cubicBezTo>
                    <a:pt x="-283" y="1558"/>
                    <a:pt x="1343" y="-823"/>
                    <a:pt x="3502" y="263"/>
                  </a:cubicBezTo>
                  <a:cubicBezTo>
                    <a:pt x="5667" y="1343"/>
                    <a:pt x="5883" y="4587"/>
                    <a:pt x="4048" y="7401"/>
                  </a:cubicBezTo>
                  <a:cubicBezTo>
                    <a:pt x="2099" y="10214"/>
                    <a:pt x="365" y="9344"/>
                    <a:pt x="149" y="5451"/>
                  </a:cubicBezTo>
                  <a:lnTo>
                    <a:pt x="41" y="54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78EBE6E-3476-DA2D-E4DC-2CD9AB61A534}"/>
                </a:ext>
              </a:extLst>
            </p:cNvPr>
            <p:cNvSpPr/>
            <p:nvPr/>
          </p:nvSpPr>
          <p:spPr>
            <a:xfrm>
              <a:off x="2827101" y="6237849"/>
              <a:ext cx="9368" cy="8146"/>
            </a:xfrm>
            <a:custGeom>
              <a:avLst/>
              <a:gdLst>
                <a:gd name="csX0" fmla="*/ 712 w 9368"/>
                <a:gd name="csY0" fmla="*/ 5629 h 8146"/>
                <a:gd name="csX1" fmla="*/ 4935 w 9368"/>
                <a:gd name="csY1" fmla="*/ 3 h 8146"/>
                <a:gd name="csX2" fmla="*/ 8288 w 9368"/>
                <a:gd name="csY2" fmla="*/ 5953 h 8146"/>
                <a:gd name="csX3" fmla="*/ 712 w 9368"/>
                <a:gd name="csY3" fmla="*/ 5629 h 8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68" h="8146">
                  <a:moveTo>
                    <a:pt x="712" y="5629"/>
                  </a:moveTo>
                  <a:cubicBezTo>
                    <a:pt x="-1129" y="2385"/>
                    <a:pt x="712" y="-104"/>
                    <a:pt x="4935" y="3"/>
                  </a:cubicBezTo>
                  <a:cubicBezTo>
                    <a:pt x="9158" y="219"/>
                    <a:pt x="10561" y="2816"/>
                    <a:pt x="8288" y="5953"/>
                  </a:cubicBezTo>
                  <a:cubicBezTo>
                    <a:pt x="5907" y="8982"/>
                    <a:pt x="2554" y="8875"/>
                    <a:pt x="712" y="5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87EB0AD-D49F-9C47-0816-42CC2F0BAB81}"/>
                </a:ext>
              </a:extLst>
            </p:cNvPr>
            <p:cNvSpPr/>
            <p:nvPr/>
          </p:nvSpPr>
          <p:spPr>
            <a:xfrm>
              <a:off x="3770864" y="4469666"/>
              <a:ext cx="14648" cy="11380"/>
            </a:xfrm>
            <a:custGeom>
              <a:avLst/>
              <a:gdLst>
                <a:gd name="csX0" fmla="*/ 12345 w 14648"/>
                <a:gd name="csY0" fmla="*/ 35 h 11380"/>
                <a:gd name="csX1" fmla="*/ 4122 w 14648"/>
                <a:gd name="csY1" fmla="*/ 3604 h 11380"/>
                <a:gd name="csX2" fmla="*/ 1957 w 14648"/>
                <a:gd name="csY2" fmla="*/ 11281 h 11380"/>
                <a:gd name="csX3" fmla="*/ 13215 w 14648"/>
                <a:gd name="csY3" fmla="*/ 6309 h 11380"/>
                <a:gd name="csX4" fmla="*/ 12345 w 14648"/>
                <a:gd name="csY4" fmla="*/ 35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648" h="11380">
                  <a:moveTo>
                    <a:pt x="12345" y="35"/>
                  </a:moveTo>
                  <a:cubicBezTo>
                    <a:pt x="12345" y="35"/>
                    <a:pt x="6611" y="-73"/>
                    <a:pt x="4122" y="3604"/>
                  </a:cubicBezTo>
                  <a:cubicBezTo>
                    <a:pt x="2928" y="5871"/>
                    <a:pt x="-3022" y="12253"/>
                    <a:pt x="1957" y="11281"/>
                  </a:cubicBezTo>
                  <a:cubicBezTo>
                    <a:pt x="5417" y="10202"/>
                    <a:pt x="11374" y="10957"/>
                    <a:pt x="13215" y="6309"/>
                  </a:cubicBezTo>
                  <a:cubicBezTo>
                    <a:pt x="13323" y="5331"/>
                    <a:pt x="16892" y="-505"/>
                    <a:pt x="12345" y="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B2162EA-ED2B-2BC3-D318-674208DB71A3}"/>
                </a:ext>
              </a:extLst>
            </p:cNvPr>
            <p:cNvSpPr/>
            <p:nvPr/>
          </p:nvSpPr>
          <p:spPr>
            <a:xfrm>
              <a:off x="3738912" y="4397627"/>
              <a:ext cx="9704" cy="7603"/>
            </a:xfrm>
            <a:custGeom>
              <a:avLst/>
              <a:gdLst>
                <a:gd name="csX0" fmla="*/ 2952 w 9704"/>
                <a:gd name="csY0" fmla="*/ 700 h 7603"/>
                <a:gd name="csX1" fmla="*/ 678 w 9704"/>
                <a:gd name="csY1" fmla="*/ 2542 h 7603"/>
                <a:gd name="csX2" fmla="*/ 7282 w 9704"/>
                <a:gd name="csY2" fmla="*/ 6542 h 7603"/>
                <a:gd name="csX3" fmla="*/ 8908 w 9704"/>
                <a:gd name="csY3" fmla="*/ 3297 h 7603"/>
                <a:gd name="csX4" fmla="*/ 2952 w 9704"/>
                <a:gd name="csY4" fmla="*/ 592 h 7603"/>
                <a:gd name="csX5" fmla="*/ 2952 w 9704"/>
                <a:gd name="csY5" fmla="*/ 700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04" h="7603">
                  <a:moveTo>
                    <a:pt x="2952" y="700"/>
                  </a:moveTo>
                  <a:cubicBezTo>
                    <a:pt x="2952" y="700"/>
                    <a:pt x="-1703" y="-919"/>
                    <a:pt x="678" y="2542"/>
                  </a:cubicBezTo>
                  <a:cubicBezTo>
                    <a:pt x="1764" y="3621"/>
                    <a:pt x="4253" y="10111"/>
                    <a:pt x="7282" y="6542"/>
                  </a:cubicBezTo>
                  <a:cubicBezTo>
                    <a:pt x="7606" y="6002"/>
                    <a:pt x="11289" y="6542"/>
                    <a:pt x="8908" y="3297"/>
                  </a:cubicBezTo>
                  <a:cubicBezTo>
                    <a:pt x="8908" y="3297"/>
                    <a:pt x="6527" y="-1675"/>
                    <a:pt x="2952" y="592"/>
                  </a:cubicBezTo>
                  <a:lnTo>
                    <a:pt x="2952" y="7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901200F-3226-1B1E-C887-A2D42A213705}"/>
                </a:ext>
              </a:extLst>
            </p:cNvPr>
            <p:cNvSpPr/>
            <p:nvPr/>
          </p:nvSpPr>
          <p:spPr>
            <a:xfrm>
              <a:off x="3943797" y="4516869"/>
              <a:ext cx="9082" cy="10007"/>
            </a:xfrm>
            <a:custGeom>
              <a:avLst/>
              <a:gdLst>
                <a:gd name="csX0" fmla="*/ 1552 w 9082"/>
                <a:gd name="csY0" fmla="*/ 8737 h 10007"/>
                <a:gd name="csX1" fmla="*/ 7617 w 9082"/>
                <a:gd name="csY1" fmla="*/ 8521 h 10007"/>
                <a:gd name="csX2" fmla="*/ 8480 w 9082"/>
                <a:gd name="csY2" fmla="*/ 3873 h 10007"/>
                <a:gd name="csX3" fmla="*/ 2423 w 9082"/>
                <a:gd name="csY3" fmla="*/ 1060 h 10007"/>
                <a:gd name="csX4" fmla="*/ 905 w 9082"/>
                <a:gd name="csY4" fmla="*/ 7873 h 10007"/>
                <a:gd name="csX5" fmla="*/ 1552 w 9082"/>
                <a:gd name="csY5" fmla="*/ 8629 h 10007"/>
                <a:gd name="csX6" fmla="*/ 1552 w 9082"/>
                <a:gd name="csY6" fmla="*/ 8737 h 1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82" h="10007">
                  <a:moveTo>
                    <a:pt x="1552" y="8737"/>
                  </a:moveTo>
                  <a:cubicBezTo>
                    <a:pt x="4041" y="11766"/>
                    <a:pt x="8264" y="8413"/>
                    <a:pt x="7617" y="8521"/>
                  </a:cubicBezTo>
                  <a:cubicBezTo>
                    <a:pt x="9128" y="7442"/>
                    <a:pt x="9566" y="5384"/>
                    <a:pt x="8480" y="3873"/>
                  </a:cubicBezTo>
                  <a:cubicBezTo>
                    <a:pt x="7833" y="3333"/>
                    <a:pt x="5343" y="-2293"/>
                    <a:pt x="2423" y="1060"/>
                  </a:cubicBezTo>
                  <a:cubicBezTo>
                    <a:pt x="2423" y="1060"/>
                    <a:pt x="-1800" y="4521"/>
                    <a:pt x="905" y="7873"/>
                  </a:cubicBezTo>
                  <a:lnTo>
                    <a:pt x="1552" y="8629"/>
                  </a:lnTo>
                  <a:lnTo>
                    <a:pt x="1552" y="8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DA1AD954-9AC8-5644-0FE5-FCE7F0986E95}"/>
                </a:ext>
              </a:extLst>
            </p:cNvPr>
            <p:cNvSpPr/>
            <p:nvPr/>
          </p:nvSpPr>
          <p:spPr>
            <a:xfrm>
              <a:off x="3972515" y="5352363"/>
              <a:ext cx="12981" cy="7603"/>
            </a:xfrm>
            <a:custGeom>
              <a:avLst/>
              <a:gdLst>
                <a:gd name="csX0" fmla="*/ 11583 w 12981"/>
                <a:gd name="csY0" fmla="*/ 712 h 7603"/>
                <a:gd name="csX1" fmla="*/ 1734 w 12981"/>
                <a:gd name="csY1" fmla="*/ 1036 h 7603"/>
                <a:gd name="csX2" fmla="*/ 2820 w 12981"/>
                <a:gd name="csY2" fmla="*/ 6440 h 7603"/>
                <a:gd name="csX3" fmla="*/ 7906 w 12981"/>
                <a:gd name="csY3" fmla="*/ 6878 h 7603"/>
                <a:gd name="csX4" fmla="*/ 11913 w 12981"/>
                <a:gd name="csY4" fmla="*/ 3957 h 7603"/>
                <a:gd name="csX5" fmla="*/ 11691 w 12981"/>
                <a:gd name="csY5" fmla="*/ 712 h 7603"/>
                <a:gd name="csX6" fmla="*/ 11583 w 12981"/>
                <a:gd name="csY6" fmla="*/ 712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81" h="7603">
                  <a:moveTo>
                    <a:pt x="11583" y="712"/>
                  </a:moveTo>
                  <a:cubicBezTo>
                    <a:pt x="7582" y="-1015"/>
                    <a:pt x="3036" y="928"/>
                    <a:pt x="1734" y="1036"/>
                  </a:cubicBezTo>
                  <a:cubicBezTo>
                    <a:pt x="-2590" y="2008"/>
                    <a:pt x="2496" y="5684"/>
                    <a:pt x="2820" y="6440"/>
                  </a:cubicBezTo>
                  <a:cubicBezTo>
                    <a:pt x="4115" y="7850"/>
                    <a:pt x="6388" y="7958"/>
                    <a:pt x="7906" y="6878"/>
                  </a:cubicBezTo>
                  <a:lnTo>
                    <a:pt x="11913" y="3957"/>
                  </a:lnTo>
                  <a:cubicBezTo>
                    <a:pt x="13424" y="2877"/>
                    <a:pt x="13316" y="1360"/>
                    <a:pt x="11691" y="712"/>
                  </a:cubicBezTo>
                  <a:lnTo>
                    <a:pt x="11583" y="7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374187-BCC2-E473-D9D8-6510D75C25F1}"/>
                </a:ext>
              </a:extLst>
            </p:cNvPr>
            <p:cNvSpPr/>
            <p:nvPr/>
          </p:nvSpPr>
          <p:spPr>
            <a:xfrm>
              <a:off x="2858122" y="4297546"/>
              <a:ext cx="1470297" cy="1485049"/>
            </a:xfrm>
            <a:custGeom>
              <a:avLst/>
              <a:gdLst>
                <a:gd name="csX0" fmla="*/ 776485 w 1470297"/>
                <a:gd name="csY0" fmla="*/ 1484078 h 1485049"/>
                <a:gd name="csX1" fmla="*/ 804843 w 1470297"/>
                <a:gd name="csY1" fmla="*/ 1458125 h 1485049"/>
                <a:gd name="csX2" fmla="*/ 811333 w 1470297"/>
                <a:gd name="csY2" fmla="*/ 1433576 h 1485049"/>
                <a:gd name="csX3" fmla="*/ 824541 w 1470297"/>
                <a:gd name="csY3" fmla="*/ 1414113 h 1485049"/>
                <a:gd name="csX4" fmla="*/ 841642 w 1470297"/>
                <a:gd name="csY4" fmla="*/ 1402759 h 1485049"/>
                <a:gd name="csX5" fmla="*/ 868591 w 1470297"/>
                <a:gd name="csY5" fmla="*/ 1379182 h 1485049"/>
                <a:gd name="csX6" fmla="*/ 881469 w 1470297"/>
                <a:gd name="csY6" fmla="*/ 1359288 h 1485049"/>
                <a:gd name="csX7" fmla="*/ 901497 w 1470297"/>
                <a:gd name="csY7" fmla="*/ 1316247 h 1485049"/>
                <a:gd name="csX8" fmla="*/ 923360 w 1470297"/>
                <a:gd name="csY8" fmla="*/ 1289323 h 1485049"/>
                <a:gd name="csX9" fmla="*/ 947712 w 1470297"/>
                <a:gd name="csY9" fmla="*/ 1268990 h 1485049"/>
                <a:gd name="csX10" fmla="*/ 956151 w 1470297"/>
                <a:gd name="csY10" fmla="*/ 1225957 h 1485049"/>
                <a:gd name="csX11" fmla="*/ 956043 w 1470297"/>
                <a:gd name="csY11" fmla="*/ 1225957 h 1485049"/>
                <a:gd name="csX12" fmla="*/ 952583 w 1470297"/>
                <a:gd name="csY12" fmla="*/ 1223683 h 1485049"/>
                <a:gd name="csX13" fmla="*/ 951611 w 1470297"/>
                <a:gd name="csY13" fmla="*/ 1192428 h 1485049"/>
                <a:gd name="csX14" fmla="*/ 954856 w 1470297"/>
                <a:gd name="csY14" fmla="*/ 1178808 h 1485049"/>
                <a:gd name="csX15" fmla="*/ 954208 w 1470297"/>
                <a:gd name="csY15" fmla="*/ 1168102 h 1485049"/>
                <a:gd name="csX16" fmla="*/ 956481 w 1470297"/>
                <a:gd name="csY16" fmla="*/ 1153071 h 1485049"/>
                <a:gd name="csX17" fmla="*/ 954532 w 1470297"/>
                <a:gd name="csY17" fmla="*/ 1146150 h 1485049"/>
                <a:gd name="csX18" fmla="*/ 963295 w 1470297"/>
                <a:gd name="csY18" fmla="*/ 1143336 h 1485049"/>
                <a:gd name="csX19" fmla="*/ 965899 w 1470297"/>
                <a:gd name="csY19" fmla="*/ 1148417 h 1485049"/>
                <a:gd name="csX20" fmla="*/ 980072 w 1470297"/>
                <a:gd name="csY20" fmla="*/ 1130357 h 1485049"/>
                <a:gd name="csX21" fmla="*/ 1012114 w 1470297"/>
                <a:gd name="csY21" fmla="*/ 1105814 h 1485049"/>
                <a:gd name="csX22" fmla="*/ 1016661 w 1470297"/>
                <a:gd name="csY22" fmla="*/ 1100296 h 1485049"/>
                <a:gd name="csX23" fmla="*/ 1035818 w 1470297"/>
                <a:gd name="csY23" fmla="*/ 1092511 h 1485049"/>
                <a:gd name="csX24" fmla="*/ 1045128 w 1470297"/>
                <a:gd name="csY24" fmla="*/ 1087539 h 1485049"/>
                <a:gd name="csX25" fmla="*/ 1049884 w 1470297"/>
                <a:gd name="csY25" fmla="*/ 1083647 h 1485049"/>
                <a:gd name="csX26" fmla="*/ 1061682 w 1470297"/>
                <a:gd name="csY26" fmla="*/ 1082561 h 1485049"/>
                <a:gd name="csX27" fmla="*/ 1077811 w 1470297"/>
                <a:gd name="csY27" fmla="*/ 1084834 h 1485049"/>
                <a:gd name="csX28" fmla="*/ 1076185 w 1470297"/>
                <a:gd name="csY28" fmla="*/ 1080078 h 1485049"/>
                <a:gd name="csX29" fmla="*/ 1074350 w 1470297"/>
                <a:gd name="csY29" fmla="*/ 1078884 h 1485049"/>
                <a:gd name="csX30" fmla="*/ 1074350 w 1470297"/>
                <a:gd name="csY30" fmla="*/ 1075424 h 1485049"/>
                <a:gd name="csX31" fmla="*/ 1086580 w 1470297"/>
                <a:gd name="csY31" fmla="*/ 1068178 h 1485049"/>
                <a:gd name="csX32" fmla="*/ 1092854 w 1470297"/>
                <a:gd name="csY32" fmla="*/ 1066775 h 1485049"/>
                <a:gd name="csX33" fmla="*/ 1100214 w 1470297"/>
                <a:gd name="csY33" fmla="*/ 1067423 h 1485049"/>
                <a:gd name="csX34" fmla="*/ 1103681 w 1470297"/>
                <a:gd name="csY34" fmla="*/ 1060285 h 1485049"/>
                <a:gd name="csX35" fmla="*/ 1099458 w 1470297"/>
                <a:gd name="csY35" fmla="*/ 1054989 h 1485049"/>
                <a:gd name="csX36" fmla="*/ 1102379 w 1470297"/>
                <a:gd name="csY36" fmla="*/ 1051529 h 1485049"/>
                <a:gd name="csX37" fmla="*/ 1125328 w 1470297"/>
                <a:gd name="csY37" fmla="*/ 1046448 h 1485049"/>
                <a:gd name="csX38" fmla="*/ 1131494 w 1470297"/>
                <a:gd name="csY38" fmla="*/ 1047420 h 1485049"/>
                <a:gd name="csX39" fmla="*/ 1137126 w 1470297"/>
                <a:gd name="csY39" fmla="*/ 1050665 h 1485049"/>
                <a:gd name="csX40" fmla="*/ 1143400 w 1470297"/>
                <a:gd name="csY40" fmla="*/ 1051852 h 1485049"/>
                <a:gd name="csX41" fmla="*/ 1153471 w 1470297"/>
                <a:gd name="csY41" fmla="*/ 1050449 h 1485049"/>
                <a:gd name="csX42" fmla="*/ 1155630 w 1470297"/>
                <a:gd name="csY42" fmla="*/ 1046880 h 1485049"/>
                <a:gd name="csX43" fmla="*/ 1154875 w 1470297"/>
                <a:gd name="csY43" fmla="*/ 1044715 h 1485049"/>
                <a:gd name="csX44" fmla="*/ 1157040 w 1470297"/>
                <a:gd name="csY44" fmla="*/ 1040606 h 1485049"/>
                <a:gd name="csX45" fmla="*/ 1160831 w 1470297"/>
                <a:gd name="csY45" fmla="*/ 1039527 h 1485049"/>
                <a:gd name="csX46" fmla="*/ 1163968 w 1470297"/>
                <a:gd name="csY46" fmla="*/ 1041902 h 1485049"/>
                <a:gd name="csX47" fmla="*/ 1163752 w 1470297"/>
                <a:gd name="csY47" fmla="*/ 1046556 h 1485049"/>
                <a:gd name="csX48" fmla="*/ 1166997 w 1470297"/>
                <a:gd name="csY48" fmla="*/ 1049903 h 1485049"/>
                <a:gd name="csX49" fmla="*/ 1194492 w 1470297"/>
                <a:gd name="csY49" fmla="*/ 1049903 h 1485049"/>
                <a:gd name="csX50" fmla="*/ 1202284 w 1470297"/>
                <a:gd name="csY50" fmla="*/ 1044715 h 1485049"/>
                <a:gd name="csX51" fmla="*/ 1202607 w 1470297"/>
                <a:gd name="csY51" fmla="*/ 1039311 h 1485049"/>
                <a:gd name="csX52" fmla="*/ 1199687 w 1470297"/>
                <a:gd name="csY52" fmla="*/ 1034872 h 1485049"/>
                <a:gd name="csX53" fmla="*/ 1200874 w 1470297"/>
                <a:gd name="csY53" fmla="*/ 1030656 h 1485049"/>
                <a:gd name="csX54" fmla="*/ 1236161 w 1470297"/>
                <a:gd name="csY54" fmla="*/ 1013358 h 1485049"/>
                <a:gd name="csX55" fmla="*/ 1238650 w 1470297"/>
                <a:gd name="csY55" fmla="*/ 1008596 h 1485049"/>
                <a:gd name="csX56" fmla="*/ 1236485 w 1470297"/>
                <a:gd name="csY56" fmla="*/ 995839 h 1485049"/>
                <a:gd name="csX57" fmla="*/ 1237241 w 1470297"/>
                <a:gd name="csY57" fmla="*/ 989457 h 1485049"/>
                <a:gd name="csX58" fmla="*/ 1245038 w 1470297"/>
                <a:gd name="csY58" fmla="*/ 972153 h 1485049"/>
                <a:gd name="csX59" fmla="*/ 1251204 w 1470297"/>
                <a:gd name="csY59" fmla="*/ 966641 h 1485049"/>
                <a:gd name="csX60" fmla="*/ 1255967 w 1470297"/>
                <a:gd name="csY60" fmla="*/ 962209 h 1485049"/>
                <a:gd name="csX61" fmla="*/ 1266793 w 1470297"/>
                <a:gd name="csY61" fmla="*/ 944582 h 1485049"/>
                <a:gd name="csX62" fmla="*/ 1271010 w 1470297"/>
                <a:gd name="csY62" fmla="*/ 932034 h 1485049"/>
                <a:gd name="csX63" fmla="*/ 1282916 w 1470297"/>
                <a:gd name="csY63" fmla="*/ 912247 h 1485049"/>
                <a:gd name="csX64" fmla="*/ 1285082 w 1470297"/>
                <a:gd name="csY64" fmla="*/ 906190 h 1485049"/>
                <a:gd name="csX65" fmla="*/ 1288872 w 1470297"/>
                <a:gd name="csY65" fmla="*/ 867048 h 1485049"/>
                <a:gd name="csX66" fmla="*/ 1291685 w 1470297"/>
                <a:gd name="csY66" fmla="*/ 861422 h 1485049"/>
                <a:gd name="csX67" fmla="*/ 1306081 w 1470297"/>
                <a:gd name="csY67" fmla="*/ 847903 h 1485049"/>
                <a:gd name="csX68" fmla="*/ 1306513 w 1470297"/>
                <a:gd name="csY68" fmla="*/ 821843 h 1485049"/>
                <a:gd name="csX69" fmla="*/ 1317987 w 1470297"/>
                <a:gd name="csY69" fmla="*/ 772966 h 1485049"/>
                <a:gd name="csX70" fmla="*/ 1311599 w 1470297"/>
                <a:gd name="csY70" fmla="*/ 737388 h 1485049"/>
                <a:gd name="csX71" fmla="*/ 1313872 w 1470297"/>
                <a:gd name="csY71" fmla="*/ 715004 h 1485049"/>
                <a:gd name="csX72" fmla="*/ 1313117 w 1470297"/>
                <a:gd name="csY72" fmla="*/ 684187 h 1485049"/>
                <a:gd name="csX73" fmla="*/ 1319613 w 1470297"/>
                <a:gd name="csY73" fmla="*/ 674884 h 1485049"/>
                <a:gd name="csX74" fmla="*/ 1315174 w 1470297"/>
                <a:gd name="csY74" fmla="*/ 668827 h 1485049"/>
                <a:gd name="csX75" fmla="*/ 1318851 w 1470297"/>
                <a:gd name="csY75" fmla="*/ 657473 h 1485049"/>
                <a:gd name="csX76" fmla="*/ 1329893 w 1470297"/>
                <a:gd name="csY76" fmla="*/ 654666 h 1485049"/>
                <a:gd name="csX77" fmla="*/ 1334764 w 1470297"/>
                <a:gd name="csY77" fmla="*/ 666776 h 1485049"/>
                <a:gd name="csX78" fmla="*/ 1346022 w 1470297"/>
                <a:gd name="csY78" fmla="*/ 660178 h 1485049"/>
                <a:gd name="csX79" fmla="*/ 1391698 w 1470297"/>
                <a:gd name="csY79" fmla="*/ 585889 h 1485049"/>
                <a:gd name="csX80" fmla="*/ 1414317 w 1470297"/>
                <a:gd name="csY80" fmla="*/ 568585 h 1485049"/>
                <a:gd name="csX81" fmla="*/ 1456532 w 1470297"/>
                <a:gd name="csY81" fmla="*/ 514191 h 1485049"/>
                <a:gd name="csX82" fmla="*/ 1469841 w 1470297"/>
                <a:gd name="csY82" fmla="*/ 450285 h 1485049"/>
                <a:gd name="csX83" fmla="*/ 1444301 w 1470297"/>
                <a:gd name="csY83" fmla="*/ 374263 h 1485049"/>
                <a:gd name="csX84" fmla="*/ 1423734 w 1470297"/>
                <a:gd name="csY84" fmla="*/ 369722 h 1485049"/>
                <a:gd name="csX85" fmla="*/ 1415180 w 1470297"/>
                <a:gd name="csY85" fmla="*/ 370370 h 1485049"/>
                <a:gd name="csX86" fmla="*/ 1395590 w 1470297"/>
                <a:gd name="csY86" fmla="*/ 367449 h 1485049"/>
                <a:gd name="csX87" fmla="*/ 1390288 w 1470297"/>
                <a:gd name="csY87" fmla="*/ 365074 h 1485049"/>
                <a:gd name="csX88" fmla="*/ 1384122 w 1470297"/>
                <a:gd name="csY88" fmla="*/ 364744 h 1485049"/>
                <a:gd name="csX89" fmla="*/ 1378598 w 1470297"/>
                <a:gd name="csY89" fmla="*/ 360636 h 1485049"/>
                <a:gd name="csX90" fmla="*/ 1373727 w 1470297"/>
                <a:gd name="csY90" fmla="*/ 356635 h 1485049"/>
                <a:gd name="csX91" fmla="*/ 1368965 w 1470297"/>
                <a:gd name="csY91" fmla="*/ 355016 h 1485049"/>
                <a:gd name="csX92" fmla="*/ 1361282 w 1470297"/>
                <a:gd name="csY92" fmla="*/ 347447 h 1485049"/>
                <a:gd name="csX93" fmla="*/ 1350893 w 1470297"/>
                <a:gd name="csY93" fmla="*/ 339008 h 1485049"/>
                <a:gd name="csX94" fmla="*/ 1335735 w 1470297"/>
                <a:gd name="csY94" fmla="*/ 321818 h 1485049"/>
                <a:gd name="csX95" fmla="*/ 1322966 w 1470297"/>
                <a:gd name="csY95" fmla="*/ 315544 h 1485049"/>
                <a:gd name="csX96" fmla="*/ 1301210 w 1470297"/>
                <a:gd name="csY96" fmla="*/ 299650 h 1485049"/>
                <a:gd name="csX97" fmla="*/ 1258024 w 1470297"/>
                <a:gd name="csY97" fmla="*/ 285591 h 1485049"/>
                <a:gd name="csX98" fmla="*/ 1222737 w 1470297"/>
                <a:gd name="csY98" fmla="*/ 288944 h 1485049"/>
                <a:gd name="csX99" fmla="*/ 1208018 w 1470297"/>
                <a:gd name="csY99" fmla="*/ 283102 h 1485049"/>
                <a:gd name="csX100" fmla="*/ 1194276 w 1470297"/>
                <a:gd name="csY100" fmla="*/ 281159 h 1485049"/>
                <a:gd name="csX101" fmla="*/ 1188968 w 1470297"/>
                <a:gd name="csY101" fmla="*/ 285375 h 1485049"/>
                <a:gd name="csX102" fmla="*/ 1170896 w 1470297"/>
                <a:gd name="csY102" fmla="*/ 273914 h 1485049"/>
                <a:gd name="csX103" fmla="*/ 1149032 w 1470297"/>
                <a:gd name="csY103" fmla="*/ 269043 h 1485049"/>
                <a:gd name="csX104" fmla="*/ 1144270 w 1470297"/>
                <a:gd name="csY104" fmla="*/ 274562 h 1485049"/>
                <a:gd name="csX105" fmla="*/ 1142860 w 1470297"/>
                <a:gd name="csY105" fmla="*/ 274562 h 1485049"/>
                <a:gd name="csX106" fmla="*/ 1138530 w 1470297"/>
                <a:gd name="csY106" fmla="*/ 267316 h 1485049"/>
                <a:gd name="csX107" fmla="*/ 1130954 w 1470297"/>
                <a:gd name="csY107" fmla="*/ 274562 h 1485049"/>
                <a:gd name="csX108" fmla="*/ 1127709 w 1470297"/>
                <a:gd name="csY108" fmla="*/ 283426 h 1485049"/>
                <a:gd name="csX109" fmla="*/ 1119918 w 1470297"/>
                <a:gd name="csY109" fmla="*/ 285699 h 1485049"/>
                <a:gd name="csX110" fmla="*/ 1122191 w 1470297"/>
                <a:gd name="csY110" fmla="*/ 279317 h 1485049"/>
                <a:gd name="csX111" fmla="*/ 1123594 w 1470297"/>
                <a:gd name="csY111" fmla="*/ 272828 h 1485049"/>
                <a:gd name="csX112" fmla="*/ 1113638 w 1470297"/>
                <a:gd name="csY112" fmla="*/ 278454 h 1485049"/>
                <a:gd name="csX113" fmla="*/ 1104544 w 1470297"/>
                <a:gd name="csY113" fmla="*/ 290671 h 1485049"/>
                <a:gd name="csX114" fmla="*/ 1102925 w 1470297"/>
                <a:gd name="csY114" fmla="*/ 281483 h 1485049"/>
                <a:gd name="csX115" fmla="*/ 1111256 w 1470297"/>
                <a:gd name="csY115" fmla="*/ 265475 h 1485049"/>
                <a:gd name="csX116" fmla="*/ 1107357 w 1470297"/>
                <a:gd name="csY116" fmla="*/ 262230 h 1485049"/>
                <a:gd name="csX117" fmla="*/ 1106386 w 1470297"/>
                <a:gd name="csY117" fmla="*/ 262884 h 1485049"/>
                <a:gd name="csX118" fmla="*/ 1102925 w 1470297"/>
                <a:gd name="csY118" fmla="*/ 257150 h 1485049"/>
                <a:gd name="csX119" fmla="*/ 1105415 w 1470297"/>
                <a:gd name="csY119" fmla="*/ 255092 h 1485049"/>
                <a:gd name="csX120" fmla="*/ 1106278 w 1470297"/>
                <a:gd name="csY120" fmla="*/ 248501 h 1485049"/>
                <a:gd name="csX121" fmla="*/ 1099566 w 1470297"/>
                <a:gd name="csY121" fmla="*/ 241255 h 1485049"/>
                <a:gd name="csX122" fmla="*/ 1097617 w 1470297"/>
                <a:gd name="csY122" fmla="*/ 236061 h 1485049"/>
                <a:gd name="csX123" fmla="*/ 1092098 w 1470297"/>
                <a:gd name="csY123" fmla="*/ 235522 h 1485049"/>
                <a:gd name="csX124" fmla="*/ 1089069 w 1470297"/>
                <a:gd name="csY124" fmla="*/ 237147 h 1485049"/>
                <a:gd name="csX125" fmla="*/ 1081494 w 1470297"/>
                <a:gd name="csY125" fmla="*/ 236601 h 1485049"/>
                <a:gd name="csX126" fmla="*/ 1076731 w 1470297"/>
                <a:gd name="csY126" fmla="*/ 238011 h 1485049"/>
                <a:gd name="csX127" fmla="*/ 1071753 w 1470297"/>
                <a:gd name="csY127" fmla="*/ 230981 h 1485049"/>
                <a:gd name="csX128" fmla="*/ 1071099 w 1470297"/>
                <a:gd name="csY128" fmla="*/ 231413 h 1485049"/>
                <a:gd name="csX129" fmla="*/ 1066121 w 1470297"/>
                <a:gd name="csY129" fmla="*/ 230441 h 1485049"/>
                <a:gd name="csX130" fmla="*/ 1059955 w 1470297"/>
                <a:gd name="csY130" fmla="*/ 225463 h 1485049"/>
                <a:gd name="csX131" fmla="*/ 1048372 w 1470297"/>
                <a:gd name="csY131" fmla="*/ 219196 h 1485049"/>
                <a:gd name="csX132" fmla="*/ 1048372 w 1470297"/>
                <a:gd name="csY132" fmla="*/ 218980 h 1485049"/>
                <a:gd name="csX133" fmla="*/ 1043610 w 1470297"/>
                <a:gd name="csY133" fmla="*/ 216598 h 1485049"/>
                <a:gd name="csX134" fmla="*/ 1036250 w 1470297"/>
                <a:gd name="csY134" fmla="*/ 215195 h 1485049"/>
                <a:gd name="csX135" fmla="*/ 1031919 w 1470297"/>
                <a:gd name="csY135" fmla="*/ 213462 h 1485049"/>
                <a:gd name="csX136" fmla="*/ 1023150 w 1470297"/>
                <a:gd name="csY136" fmla="*/ 212922 h 1485049"/>
                <a:gd name="csX137" fmla="*/ 1017416 w 1470297"/>
                <a:gd name="csY137" fmla="*/ 209569 h 1485049"/>
                <a:gd name="csX138" fmla="*/ 1009949 w 1470297"/>
                <a:gd name="csY138" fmla="*/ 209461 h 1485049"/>
                <a:gd name="csX139" fmla="*/ 1008971 w 1470297"/>
                <a:gd name="csY139" fmla="*/ 207626 h 1485049"/>
                <a:gd name="csX140" fmla="*/ 1003021 w 1470297"/>
                <a:gd name="csY140" fmla="*/ 204057 h 1485049"/>
                <a:gd name="csX141" fmla="*/ 997179 w 1470297"/>
                <a:gd name="csY141" fmla="*/ 207188 h 1485049"/>
                <a:gd name="csX142" fmla="*/ 991222 w 1470297"/>
                <a:gd name="csY142" fmla="*/ 209137 h 1485049"/>
                <a:gd name="csX143" fmla="*/ 984618 w 1470297"/>
                <a:gd name="csY143" fmla="*/ 202755 h 1485049"/>
                <a:gd name="csX144" fmla="*/ 971849 w 1470297"/>
                <a:gd name="csY144" fmla="*/ 207188 h 1485049"/>
                <a:gd name="csX145" fmla="*/ 958101 w 1470297"/>
                <a:gd name="csY145" fmla="*/ 227305 h 1485049"/>
                <a:gd name="csX146" fmla="*/ 954748 w 1470297"/>
                <a:gd name="csY146" fmla="*/ 234442 h 1485049"/>
                <a:gd name="csX147" fmla="*/ 939375 w 1470297"/>
                <a:gd name="csY147" fmla="*/ 241364 h 1485049"/>
                <a:gd name="csX148" fmla="*/ 945763 w 1470297"/>
                <a:gd name="csY148" fmla="*/ 225247 h 1485049"/>
                <a:gd name="csX149" fmla="*/ 955504 w 1470297"/>
                <a:gd name="csY149" fmla="*/ 211303 h 1485049"/>
                <a:gd name="csX150" fmla="*/ 941108 w 1470297"/>
                <a:gd name="csY150" fmla="*/ 188589 h 1485049"/>
                <a:gd name="csX151" fmla="*/ 930612 w 1470297"/>
                <a:gd name="csY151" fmla="*/ 187077 h 1485049"/>
                <a:gd name="csX152" fmla="*/ 909828 w 1470297"/>
                <a:gd name="csY152" fmla="*/ 191078 h 1485049"/>
                <a:gd name="csX153" fmla="*/ 886670 w 1470297"/>
                <a:gd name="csY153" fmla="*/ 183293 h 1485049"/>
                <a:gd name="csX154" fmla="*/ 886886 w 1470297"/>
                <a:gd name="csY154" fmla="*/ 182861 h 1485049"/>
                <a:gd name="csX155" fmla="*/ 891972 w 1470297"/>
                <a:gd name="csY155" fmla="*/ 180372 h 1485049"/>
                <a:gd name="csX156" fmla="*/ 899655 w 1470297"/>
                <a:gd name="csY156" fmla="*/ 181343 h 1485049"/>
                <a:gd name="csX157" fmla="*/ 904958 w 1470297"/>
                <a:gd name="csY157" fmla="*/ 179076 h 1485049"/>
                <a:gd name="csX158" fmla="*/ 911238 w 1470297"/>
                <a:gd name="csY158" fmla="*/ 170529 h 1485049"/>
                <a:gd name="csX159" fmla="*/ 895541 w 1470297"/>
                <a:gd name="csY159" fmla="*/ 167723 h 1485049"/>
                <a:gd name="csX160" fmla="*/ 895541 w 1470297"/>
                <a:gd name="csY160" fmla="*/ 160153 h 1485049"/>
                <a:gd name="csX161" fmla="*/ 886777 w 1470297"/>
                <a:gd name="csY161" fmla="*/ 164478 h 1485049"/>
                <a:gd name="csX162" fmla="*/ 876706 w 1470297"/>
                <a:gd name="csY162" fmla="*/ 173558 h 1485049"/>
                <a:gd name="csX163" fmla="*/ 875627 w 1470297"/>
                <a:gd name="csY163" fmla="*/ 173019 h 1485049"/>
                <a:gd name="csX164" fmla="*/ 874325 w 1470297"/>
                <a:gd name="csY164" fmla="*/ 168694 h 1485049"/>
                <a:gd name="csX165" fmla="*/ 887533 w 1470297"/>
                <a:gd name="csY165" fmla="*/ 151390 h 1485049"/>
                <a:gd name="csX166" fmla="*/ 900087 w 1470297"/>
                <a:gd name="csY166" fmla="*/ 145555 h 1485049"/>
                <a:gd name="csX167" fmla="*/ 903770 w 1470297"/>
                <a:gd name="csY167" fmla="*/ 133223 h 1485049"/>
                <a:gd name="csX168" fmla="*/ 899224 w 1470297"/>
                <a:gd name="csY168" fmla="*/ 115488 h 1485049"/>
                <a:gd name="csX169" fmla="*/ 879850 w 1470297"/>
                <a:gd name="csY169" fmla="*/ 113005 h 1485049"/>
                <a:gd name="csX170" fmla="*/ 870865 w 1470297"/>
                <a:gd name="csY170" fmla="*/ 102298 h 1485049"/>
                <a:gd name="csX171" fmla="*/ 858527 w 1470297"/>
                <a:gd name="csY171" fmla="*/ 76778 h 1485049"/>
                <a:gd name="csX172" fmla="*/ 859066 w 1470297"/>
                <a:gd name="csY172" fmla="*/ 49416 h 1485049"/>
                <a:gd name="csX173" fmla="*/ 844455 w 1470297"/>
                <a:gd name="csY173" fmla="*/ 36335 h 1485049"/>
                <a:gd name="csX174" fmla="*/ 837203 w 1470297"/>
                <a:gd name="csY174" fmla="*/ 44983 h 1485049"/>
                <a:gd name="csX175" fmla="*/ 813067 w 1470297"/>
                <a:gd name="csY175" fmla="*/ 79045 h 1485049"/>
                <a:gd name="csX176" fmla="*/ 803758 w 1470297"/>
                <a:gd name="csY176" fmla="*/ 92456 h 1485049"/>
                <a:gd name="csX177" fmla="*/ 788930 w 1470297"/>
                <a:gd name="csY177" fmla="*/ 103054 h 1485049"/>
                <a:gd name="csX178" fmla="*/ 775615 w 1470297"/>
                <a:gd name="csY178" fmla="*/ 96672 h 1485049"/>
                <a:gd name="csX179" fmla="*/ 768909 w 1470297"/>
                <a:gd name="csY179" fmla="*/ 100241 h 1485049"/>
                <a:gd name="csX180" fmla="*/ 760248 w 1470297"/>
                <a:gd name="csY180" fmla="*/ 96025 h 1485049"/>
                <a:gd name="csX181" fmla="*/ 744658 w 1470297"/>
                <a:gd name="csY181" fmla="*/ 101867 h 1485049"/>
                <a:gd name="csX182" fmla="*/ 715220 w 1470297"/>
                <a:gd name="csY182" fmla="*/ 89535 h 1485049"/>
                <a:gd name="csX183" fmla="*/ 692601 w 1470297"/>
                <a:gd name="csY183" fmla="*/ 95593 h 1485049"/>
                <a:gd name="csX184" fmla="*/ 678421 w 1470297"/>
                <a:gd name="csY184" fmla="*/ 91268 h 1485049"/>
                <a:gd name="csX185" fmla="*/ 678421 w 1470297"/>
                <a:gd name="csY185" fmla="*/ 111811 h 1485049"/>
                <a:gd name="csX186" fmla="*/ 639026 w 1470297"/>
                <a:gd name="csY186" fmla="*/ 111811 h 1485049"/>
                <a:gd name="csX187" fmla="*/ 621703 w 1470297"/>
                <a:gd name="csY187" fmla="*/ 104458 h 1485049"/>
                <a:gd name="csX188" fmla="*/ 616941 w 1470297"/>
                <a:gd name="csY188" fmla="*/ 117329 h 1485049"/>
                <a:gd name="csX189" fmla="*/ 602113 w 1470297"/>
                <a:gd name="csY189" fmla="*/ 122301 h 1485049"/>
                <a:gd name="csX190" fmla="*/ 591185 w 1470297"/>
                <a:gd name="csY190" fmla="*/ 119818 h 1485049"/>
                <a:gd name="csX191" fmla="*/ 581660 w 1470297"/>
                <a:gd name="csY191" fmla="*/ 126302 h 1485049"/>
                <a:gd name="csX192" fmla="*/ 582416 w 1470297"/>
                <a:gd name="csY192" fmla="*/ 132359 h 1485049"/>
                <a:gd name="csX193" fmla="*/ 568668 w 1470297"/>
                <a:gd name="csY193" fmla="*/ 136468 h 1485049"/>
                <a:gd name="csX194" fmla="*/ 535985 w 1470297"/>
                <a:gd name="csY194" fmla="*/ 111703 h 1485049"/>
                <a:gd name="csX195" fmla="*/ 535438 w 1470297"/>
                <a:gd name="csY195" fmla="*/ 99162 h 1485049"/>
                <a:gd name="csX196" fmla="*/ 526351 w 1470297"/>
                <a:gd name="csY196" fmla="*/ 95161 h 1485049"/>
                <a:gd name="csX197" fmla="*/ 531762 w 1470297"/>
                <a:gd name="csY197" fmla="*/ 63151 h 1485049"/>
                <a:gd name="csX198" fmla="*/ 544316 w 1470297"/>
                <a:gd name="csY198" fmla="*/ 51581 h 1485049"/>
                <a:gd name="csX199" fmla="*/ 535985 w 1470297"/>
                <a:gd name="csY199" fmla="*/ 32874 h 1485049"/>
                <a:gd name="csX200" fmla="*/ 521697 w 1470297"/>
                <a:gd name="csY200" fmla="*/ 28550 h 1485049"/>
                <a:gd name="csX201" fmla="*/ 526567 w 1470297"/>
                <a:gd name="csY201" fmla="*/ 8433 h 1485049"/>
                <a:gd name="csX202" fmla="*/ 520395 w 1470297"/>
                <a:gd name="csY202" fmla="*/ 0 h 1485049"/>
                <a:gd name="csX203" fmla="*/ 499726 w 1470297"/>
                <a:gd name="csY203" fmla="*/ 3029 h 1485049"/>
                <a:gd name="csX204" fmla="*/ 503511 w 1470297"/>
                <a:gd name="csY204" fmla="*/ 12973 h 1485049"/>
                <a:gd name="csX205" fmla="*/ 488467 w 1470297"/>
                <a:gd name="csY205" fmla="*/ 28658 h 1485049"/>
                <a:gd name="csX206" fmla="*/ 471691 w 1470297"/>
                <a:gd name="csY206" fmla="*/ 28982 h 1485049"/>
                <a:gd name="csX207" fmla="*/ 467792 w 1470297"/>
                <a:gd name="csY207" fmla="*/ 37414 h 1485049"/>
                <a:gd name="csX208" fmla="*/ 451339 w 1470297"/>
                <a:gd name="csY208" fmla="*/ 42278 h 1485049"/>
                <a:gd name="csX209" fmla="*/ 442360 w 1470297"/>
                <a:gd name="csY209" fmla="*/ 38710 h 1485049"/>
                <a:gd name="csX210" fmla="*/ 428288 w 1470297"/>
                <a:gd name="csY210" fmla="*/ 45739 h 1485049"/>
                <a:gd name="csX211" fmla="*/ 427965 w 1470297"/>
                <a:gd name="csY211" fmla="*/ 59043 h 1485049"/>
                <a:gd name="csX212" fmla="*/ 416274 w 1470297"/>
                <a:gd name="csY212" fmla="*/ 63583 h 1485049"/>
                <a:gd name="csX213" fmla="*/ 401447 w 1470297"/>
                <a:gd name="csY213" fmla="*/ 48768 h 1485049"/>
                <a:gd name="csX214" fmla="*/ 383585 w 1470297"/>
                <a:gd name="csY214" fmla="*/ 50178 h 1485049"/>
                <a:gd name="csX215" fmla="*/ 375253 w 1470297"/>
                <a:gd name="csY215" fmla="*/ 42825 h 1485049"/>
                <a:gd name="csX216" fmla="*/ 360750 w 1470297"/>
                <a:gd name="csY216" fmla="*/ 35903 h 1485049"/>
                <a:gd name="csX217" fmla="*/ 343541 w 1470297"/>
                <a:gd name="csY217" fmla="*/ 39796 h 1485049"/>
                <a:gd name="csX218" fmla="*/ 368002 w 1470297"/>
                <a:gd name="csY218" fmla="*/ 65748 h 1485049"/>
                <a:gd name="csX219" fmla="*/ 367678 w 1470297"/>
                <a:gd name="csY219" fmla="*/ 79915 h 1485049"/>
                <a:gd name="csX220" fmla="*/ 377958 w 1470297"/>
                <a:gd name="csY220" fmla="*/ 93104 h 1485049"/>
                <a:gd name="csX221" fmla="*/ 375685 w 1470297"/>
                <a:gd name="csY221" fmla="*/ 92780 h 1485049"/>
                <a:gd name="csX222" fmla="*/ 399929 w 1470297"/>
                <a:gd name="csY222" fmla="*/ 94945 h 1485049"/>
                <a:gd name="csX223" fmla="*/ 398088 w 1470297"/>
                <a:gd name="csY223" fmla="*/ 106947 h 1485049"/>
                <a:gd name="csX224" fmla="*/ 375685 w 1470297"/>
                <a:gd name="csY224" fmla="*/ 114084 h 1485049"/>
                <a:gd name="csX225" fmla="*/ 363023 w 1470297"/>
                <a:gd name="csY225" fmla="*/ 130194 h 1485049"/>
                <a:gd name="csX226" fmla="*/ 353714 w 1470297"/>
                <a:gd name="csY226" fmla="*/ 127927 h 1485049"/>
                <a:gd name="csX227" fmla="*/ 343757 w 1470297"/>
                <a:gd name="csY227" fmla="*/ 134525 h 1485049"/>
                <a:gd name="csX228" fmla="*/ 330765 w 1470297"/>
                <a:gd name="csY228" fmla="*/ 152692 h 1485049"/>
                <a:gd name="csX229" fmla="*/ 314643 w 1470297"/>
                <a:gd name="csY229" fmla="*/ 154312 h 1485049"/>
                <a:gd name="csX230" fmla="*/ 315506 w 1470297"/>
                <a:gd name="csY230" fmla="*/ 142202 h 1485049"/>
                <a:gd name="csX231" fmla="*/ 304902 w 1470297"/>
                <a:gd name="csY231" fmla="*/ 134956 h 1485049"/>
                <a:gd name="csX232" fmla="*/ 287255 w 1470297"/>
                <a:gd name="csY232" fmla="*/ 149663 h 1485049"/>
                <a:gd name="csX233" fmla="*/ 272104 w 1470297"/>
                <a:gd name="csY233" fmla="*/ 135172 h 1485049"/>
                <a:gd name="csX234" fmla="*/ 240932 w 1470297"/>
                <a:gd name="csY234" fmla="*/ 137223 h 1485049"/>
                <a:gd name="csX235" fmla="*/ 240932 w 1470297"/>
                <a:gd name="csY235" fmla="*/ 122733 h 1485049"/>
                <a:gd name="csX236" fmla="*/ 225450 w 1470297"/>
                <a:gd name="csY236" fmla="*/ 105328 h 1485049"/>
                <a:gd name="csX237" fmla="*/ 214846 w 1470297"/>
                <a:gd name="csY237" fmla="*/ 114516 h 1485049"/>
                <a:gd name="csX238" fmla="*/ 198069 w 1470297"/>
                <a:gd name="csY238" fmla="*/ 107379 h 1485049"/>
                <a:gd name="csX239" fmla="*/ 194393 w 1470297"/>
                <a:gd name="csY239" fmla="*/ 115812 h 1485049"/>
                <a:gd name="csX240" fmla="*/ 160185 w 1470297"/>
                <a:gd name="csY240" fmla="*/ 116034 h 1485049"/>
                <a:gd name="csX241" fmla="*/ 156940 w 1470297"/>
                <a:gd name="csY241" fmla="*/ 137008 h 1485049"/>
                <a:gd name="csX242" fmla="*/ 176098 w 1470297"/>
                <a:gd name="csY242" fmla="*/ 140253 h 1485049"/>
                <a:gd name="csX243" fmla="*/ 182594 w 1470297"/>
                <a:gd name="csY243" fmla="*/ 160477 h 1485049"/>
                <a:gd name="csX244" fmla="*/ 151962 w 1470297"/>
                <a:gd name="csY244" fmla="*/ 161557 h 1485049"/>
                <a:gd name="csX245" fmla="*/ 148717 w 1470297"/>
                <a:gd name="csY245" fmla="*/ 185128 h 1485049"/>
                <a:gd name="csX246" fmla="*/ 164840 w 1470297"/>
                <a:gd name="csY246" fmla="*/ 197352 h 1485049"/>
                <a:gd name="csX247" fmla="*/ 166897 w 1470297"/>
                <a:gd name="csY247" fmla="*/ 212382 h 1485049"/>
                <a:gd name="csX248" fmla="*/ 175666 w 1470297"/>
                <a:gd name="csY248" fmla="*/ 226225 h 1485049"/>
                <a:gd name="csX249" fmla="*/ 171336 w 1470297"/>
                <a:gd name="csY249" fmla="*/ 234874 h 1485049"/>
                <a:gd name="csX250" fmla="*/ 153365 w 1470297"/>
                <a:gd name="csY250" fmla="*/ 350584 h 1485049"/>
                <a:gd name="csX251" fmla="*/ 138862 w 1470297"/>
                <a:gd name="csY251" fmla="*/ 347231 h 1485049"/>
                <a:gd name="csX252" fmla="*/ 136595 w 1470297"/>
                <a:gd name="csY252" fmla="*/ 340741 h 1485049"/>
                <a:gd name="csX253" fmla="*/ 120898 w 1470297"/>
                <a:gd name="csY253" fmla="*/ 341605 h 1485049"/>
                <a:gd name="csX254" fmla="*/ 114294 w 1470297"/>
                <a:gd name="csY254" fmla="*/ 349606 h 1485049"/>
                <a:gd name="csX255" fmla="*/ 81610 w 1470297"/>
                <a:gd name="csY255" fmla="*/ 347339 h 1485049"/>
                <a:gd name="csX256" fmla="*/ 42748 w 1470297"/>
                <a:gd name="csY256" fmla="*/ 370694 h 1485049"/>
                <a:gd name="csX257" fmla="*/ 32144 w 1470297"/>
                <a:gd name="csY257" fmla="*/ 404324 h 1485049"/>
                <a:gd name="csX258" fmla="*/ 33223 w 1470297"/>
                <a:gd name="csY258" fmla="*/ 420548 h 1485049"/>
                <a:gd name="csX259" fmla="*/ 10389 w 1470297"/>
                <a:gd name="csY259" fmla="*/ 433953 h 1485049"/>
                <a:gd name="csX260" fmla="*/ 11576 w 1470297"/>
                <a:gd name="csY260" fmla="*/ 450825 h 1485049"/>
                <a:gd name="csX261" fmla="*/ 0 w 1470297"/>
                <a:gd name="csY261" fmla="*/ 454070 h 1485049"/>
                <a:gd name="csX262" fmla="*/ 324 w 1470297"/>
                <a:gd name="csY262" fmla="*/ 470503 h 1485049"/>
                <a:gd name="csX263" fmla="*/ 13957 w 1470297"/>
                <a:gd name="csY263" fmla="*/ 476345 h 1485049"/>
                <a:gd name="csX264" fmla="*/ 38856 w 1470297"/>
                <a:gd name="csY264" fmla="*/ 514191 h 1485049"/>
                <a:gd name="csX265" fmla="*/ 30734 w 1470297"/>
                <a:gd name="csY265" fmla="*/ 530632 h 1485049"/>
                <a:gd name="csX266" fmla="*/ 64179 w 1470297"/>
                <a:gd name="csY266" fmla="*/ 535388 h 1485049"/>
                <a:gd name="csX267" fmla="*/ 69158 w 1470297"/>
                <a:gd name="csY267" fmla="*/ 553123 h 1485049"/>
                <a:gd name="csX268" fmla="*/ 102279 w 1470297"/>
                <a:gd name="csY268" fmla="*/ 553123 h 1485049"/>
                <a:gd name="csX269" fmla="*/ 131832 w 1470297"/>
                <a:gd name="csY269" fmla="*/ 526955 h 1485049"/>
                <a:gd name="csX270" fmla="*/ 134753 w 1470297"/>
                <a:gd name="csY270" fmla="*/ 554203 h 1485049"/>
                <a:gd name="csX271" fmla="*/ 126848 w 1470297"/>
                <a:gd name="csY271" fmla="*/ 564909 h 1485049"/>
                <a:gd name="csX272" fmla="*/ 126848 w 1470297"/>
                <a:gd name="csY272" fmla="*/ 591293 h 1485049"/>
                <a:gd name="csX273" fmla="*/ 138754 w 1470297"/>
                <a:gd name="csY273" fmla="*/ 593458 h 1485049"/>
                <a:gd name="csX274" fmla="*/ 153149 w 1470297"/>
                <a:gd name="csY274" fmla="*/ 587292 h 1485049"/>
                <a:gd name="csX275" fmla="*/ 195796 w 1470297"/>
                <a:gd name="csY275" fmla="*/ 589242 h 1485049"/>
                <a:gd name="csX276" fmla="*/ 203587 w 1470297"/>
                <a:gd name="csY276" fmla="*/ 597243 h 1485049"/>
                <a:gd name="csX277" fmla="*/ 214198 w 1470297"/>
                <a:gd name="csY277" fmla="*/ 592379 h 1485049"/>
                <a:gd name="csX278" fmla="*/ 223723 w 1470297"/>
                <a:gd name="csY278" fmla="*/ 578428 h 1485049"/>
                <a:gd name="csX279" fmla="*/ 236925 w 1470297"/>
                <a:gd name="csY279" fmla="*/ 579291 h 1485049"/>
                <a:gd name="csX280" fmla="*/ 276866 w 1470297"/>
                <a:gd name="csY280" fmla="*/ 549554 h 1485049"/>
                <a:gd name="csX281" fmla="*/ 309226 w 1470297"/>
                <a:gd name="csY281" fmla="*/ 545338 h 1485049"/>
                <a:gd name="csX282" fmla="*/ 316694 w 1470297"/>
                <a:gd name="csY282" fmla="*/ 539064 h 1485049"/>
                <a:gd name="csX283" fmla="*/ 330010 w 1470297"/>
                <a:gd name="csY283" fmla="*/ 551066 h 1485049"/>
                <a:gd name="csX284" fmla="*/ 329470 w 1470297"/>
                <a:gd name="csY284" fmla="*/ 566534 h 1485049"/>
                <a:gd name="csX285" fmla="*/ 322218 w 1470297"/>
                <a:gd name="csY285" fmla="*/ 573888 h 1485049"/>
                <a:gd name="csX286" fmla="*/ 329470 w 1470297"/>
                <a:gd name="csY286" fmla="*/ 594970 h 1485049"/>
                <a:gd name="csX287" fmla="*/ 324923 w 1470297"/>
                <a:gd name="csY287" fmla="*/ 604704 h 1485049"/>
                <a:gd name="csX288" fmla="*/ 336722 w 1470297"/>
                <a:gd name="csY288" fmla="*/ 627520 h 1485049"/>
                <a:gd name="csX289" fmla="*/ 356203 w 1470297"/>
                <a:gd name="csY289" fmla="*/ 637038 h 1485049"/>
                <a:gd name="csX290" fmla="*/ 356203 w 1470297"/>
                <a:gd name="csY290" fmla="*/ 645795 h 1485049"/>
                <a:gd name="csX291" fmla="*/ 375577 w 1470297"/>
                <a:gd name="csY291" fmla="*/ 650335 h 1485049"/>
                <a:gd name="csX292" fmla="*/ 383261 w 1470297"/>
                <a:gd name="csY292" fmla="*/ 645903 h 1485049"/>
                <a:gd name="csX293" fmla="*/ 408267 w 1470297"/>
                <a:gd name="csY293" fmla="*/ 653149 h 1485049"/>
                <a:gd name="csX294" fmla="*/ 420929 w 1470297"/>
                <a:gd name="csY294" fmla="*/ 667531 h 1485049"/>
                <a:gd name="csX295" fmla="*/ 444418 w 1470297"/>
                <a:gd name="csY295" fmla="*/ 670452 h 1485049"/>
                <a:gd name="csX296" fmla="*/ 459245 w 1470297"/>
                <a:gd name="csY296" fmla="*/ 687432 h 1485049"/>
                <a:gd name="csX297" fmla="*/ 485108 w 1470297"/>
                <a:gd name="csY297" fmla="*/ 683863 h 1485049"/>
                <a:gd name="csX298" fmla="*/ 507625 w 1470297"/>
                <a:gd name="csY298" fmla="*/ 693268 h 1485049"/>
                <a:gd name="csX299" fmla="*/ 513036 w 1470297"/>
                <a:gd name="csY299" fmla="*/ 704082 h 1485049"/>
                <a:gd name="csX300" fmla="*/ 508597 w 1470297"/>
                <a:gd name="csY300" fmla="*/ 712622 h 1485049"/>
                <a:gd name="csX301" fmla="*/ 512928 w 1470297"/>
                <a:gd name="csY301" fmla="*/ 723436 h 1485049"/>
                <a:gd name="csX302" fmla="*/ 512604 w 1470297"/>
                <a:gd name="csY302" fmla="*/ 745389 h 1485049"/>
                <a:gd name="csX303" fmla="*/ 507841 w 1470297"/>
                <a:gd name="csY303" fmla="*/ 749719 h 1485049"/>
                <a:gd name="csX304" fmla="*/ 517150 w 1470297"/>
                <a:gd name="csY304" fmla="*/ 759663 h 1485049"/>
                <a:gd name="csX305" fmla="*/ 519100 w 1470297"/>
                <a:gd name="csY305" fmla="*/ 778154 h 1485049"/>
                <a:gd name="csX306" fmla="*/ 588480 w 1470297"/>
                <a:gd name="csY306" fmla="*/ 778154 h 1485049"/>
                <a:gd name="csX307" fmla="*/ 590861 w 1470297"/>
                <a:gd name="csY307" fmla="*/ 797516 h 1485049"/>
                <a:gd name="csX308" fmla="*/ 582739 w 1470297"/>
                <a:gd name="csY308" fmla="*/ 804977 h 1485049"/>
                <a:gd name="csX309" fmla="*/ 584797 w 1470297"/>
                <a:gd name="csY309" fmla="*/ 827793 h 1485049"/>
                <a:gd name="csX310" fmla="*/ 609365 w 1470297"/>
                <a:gd name="csY310" fmla="*/ 840010 h 1485049"/>
                <a:gd name="csX311" fmla="*/ 618890 w 1470297"/>
                <a:gd name="csY311" fmla="*/ 863264 h 1485049"/>
                <a:gd name="csX312" fmla="*/ 613156 w 1470297"/>
                <a:gd name="csY312" fmla="*/ 882726 h 1485049"/>
                <a:gd name="csX313" fmla="*/ 615537 w 1470297"/>
                <a:gd name="csY313" fmla="*/ 893109 h 1485049"/>
                <a:gd name="csX314" fmla="*/ 604387 w 1470297"/>
                <a:gd name="csY314" fmla="*/ 904570 h 1485049"/>
                <a:gd name="csX315" fmla="*/ 613804 w 1470297"/>
                <a:gd name="csY315" fmla="*/ 916572 h 1485049"/>
                <a:gd name="csX316" fmla="*/ 595293 w 1470297"/>
                <a:gd name="csY316" fmla="*/ 940689 h 1485049"/>
                <a:gd name="csX317" fmla="*/ 606660 w 1470297"/>
                <a:gd name="csY317" fmla="*/ 972477 h 1485049"/>
                <a:gd name="csX318" fmla="*/ 601466 w 1470297"/>
                <a:gd name="csY318" fmla="*/ 1013574 h 1485049"/>
                <a:gd name="csX319" fmla="*/ 611854 w 1470297"/>
                <a:gd name="csY319" fmla="*/ 1011841 h 1485049"/>
                <a:gd name="csX320" fmla="*/ 619646 w 1470297"/>
                <a:gd name="csY320" fmla="*/ 1019626 h 1485049"/>
                <a:gd name="csX321" fmla="*/ 646170 w 1470297"/>
                <a:gd name="csY321" fmla="*/ 1022655 h 1485049"/>
                <a:gd name="csX322" fmla="*/ 661213 w 1470297"/>
                <a:gd name="csY322" fmla="*/ 1012812 h 1485049"/>
                <a:gd name="csX323" fmla="*/ 666191 w 1470297"/>
                <a:gd name="csY323" fmla="*/ 1021252 h 1485049"/>
                <a:gd name="csX324" fmla="*/ 681450 w 1470297"/>
                <a:gd name="csY324" fmla="*/ 1021683 h 1485049"/>
                <a:gd name="csX325" fmla="*/ 689464 w 1470297"/>
                <a:gd name="csY325" fmla="*/ 1035742 h 1485049"/>
                <a:gd name="csX326" fmla="*/ 690975 w 1470297"/>
                <a:gd name="csY326" fmla="*/ 1067207 h 1485049"/>
                <a:gd name="csX327" fmla="*/ 696602 w 1470297"/>
                <a:gd name="csY327" fmla="*/ 1078452 h 1485049"/>
                <a:gd name="csX328" fmla="*/ 697579 w 1470297"/>
                <a:gd name="csY328" fmla="*/ 1088079 h 1485049"/>
                <a:gd name="csX329" fmla="*/ 709701 w 1470297"/>
                <a:gd name="csY329" fmla="*/ 1090352 h 1485049"/>
                <a:gd name="csX330" fmla="*/ 726262 w 1470297"/>
                <a:gd name="csY330" fmla="*/ 1081157 h 1485049"/>
                <a:gd name="csX331" fmla="*/ 739788 w 1470297"/>
                <a:gd name="csY331" fmla="*/ 1090352 h 1485049"/>
                <a:gd name="csX332" fmla="*/ 727234 w 1470297"/>
                <a:gd name="csY332" fmla="*/ 1154259 h 1485049"/>
                <a:gd name="csX333" fmla="*/ 743687 w 1470297"/>
                <a:gd name="csY333" fmla="*/ 1155662 h 1485049"/>
                <a:gd name="csX334" fmla="*/ 750291 w 1470297"/>
                <a:gd name="csY334" fmla="*/ 1148417 h 1485049"/>
                <a:gd name="csX335" fmla="*/ 760787 w 1470297"/>
                <a:gd name="csY335" fmla="*/ 1153719 h 1485049"/>
                <a:gd name="csX336" fmla="*/ 769341 w 1470297"/>
                <a:gd name="csY336" fmla="*/ 1176427 h 1485049"/>
                <a:gd name="csX337" fmla="*/ 764578 w 1470297"/>
                <a:gd name="csY337" fmla="*/ 1195889 h 1485049"/>
                <a:gd name="csX338" fmla="*/ 770528 w 1470297"/>
                <a:gd name="csY338" fmla="*/ 1202703 h 1485049"/>
                <a:gd name="csX339" fmla="*/ 766305 w 1470297"/>
                <a:gd name="csY339" fmla="*/ 1213625 h 1485049"/>
                <a:gd name="csX340" fmla="*/ 718687 w 1470297"/>
                <a:gd name="csY340" fmla="*/ 1229195 h 1485049"/>
                <a:gd name="csX341" fmla="*/ 716089 w 1470297"/>
                <a:gd name="csY341" fmla="*/ 1237526 h 1485049"/>
                <a:gd name="csX342" fmla="*/ 689026 w 1470297"/>
                <a:gd name="csY342" fmla="*/ 1254500 h 1485049"/>
                <a:gd name="csX343" fmla="*/ 687623 w 1470297"/>
                <a:gd name="csY343" fmla="*/ 1262615 h 1485049"/>
                <a:gd name="csX344" fmla="*/ 679069 w 1470297"/>
                <a:gd name="csY344" fmla="*/ 1263371 h 1485049"/>
                <a:gd name="csX345" fmla="*/ 640861 w 1470297"/>
                <a:gd name="csY345" fmla="*/ 1314844 h 1485049"/>
                <a:gd name="csX346" fmla="*/ 628307 w 1470297"/>
                <a:gd name="csY346" fmla="*/ 1319276 h 1485049"/>
                <a:gd name="csX347" fmla="*/ 614127 w 1470297"/>
                <a:gd name="csY347" fmla="*/ 1338739 h 1485049"/>
                <a:gd name="csX348" fmla="*/ 634372 w 1470297"/>
                <a:gd name="csY348" fmla="*/ 1344905 h 1485049"/>
                <a:gd name="csX349" fmla="*/ 641839 w 1470297"/>
                <a:gd name="csY349" fmla="*/ 1338199 h 1485049"/>
                <a:gd name="csX350" fmla="*/ 651904 w 1470297"/>
                <a:gd name="csY350" fmla="*/ 1338199 h 1485049"/>
                <a:gd name="csX351" fmla="*/ 670414 w 1470297"/>
                <a:gd name="csY351" fmla="*/ 1356366 h 1485049"/>
                <a:gd name="csX352" fmla="*/ 666407 w 1470297"/>
                <a:gd name="csY352" fmla="*/ 1368482 h 1485049"/>
                <a:gd name="csX353" fmla="*/ 682644 w 1470297"/>
                <a:gd name="csY353" fmla="*/ 1374426 h 1485049"/>
                <a:gd name="csX354" fmla="*/ 690436 w 1470297"/>
                <a:gd name="csY354" fmla="*/ 1364583 h 1485049"/>
                <a:gd name="csX355" fmla="*/ 708615 w 1470297"/>
                <a:gd name="csY355" fmla="*/ 1383075 h 1485049"/>
                <a:gd name="csX356" fmla="*/ 728212 w 1470297"/>
                <a:gd name="csY356" fmla="*/ 1388377 h 1485049"/>
                <a:gd name="csX357" fmla="*/ 743795 w 1470297"/>
                <a:gd name="csY357" fmla="*/ 1405896 h 1485049"/>
                <a:gd name="csX358" fmla="*/ 757435 w 1470297"/>
                <a:gd name="csY358" fmla="*/ 1410221 h 1485049"/>
                <a:gd name="csX359" fmla="*/ 767715 w 1470297"/>
                <a:gd name="csY359" fmla="*/ 1429791 h 1485049"/>
                <a:gd name="csX360" fmla="*/ 781895 w 1470297"/>
                <a:gd name="csY360" fmla="*/ 1438008 h 1485049"/>
                <a:gd name="csX361" fmla="*/ 784060 w 1470297"/>
                <a:gd name="csY361" fmla="*/ 1435417 h 1485049"/>
                <a:gd name="csX362" fmla="*/ 790010 w 1470297"/>
                <a:gd name="csY362" fmla="*/ 1431093 h 1485049"/>
                <a:gd name="csX363" fmla="*/ 796938 w 1470297"/>
                <a:gd name="csY363" fmla="*/ 1432173 h 1485049"/>
                <a:gd name="csX364" fmla="*/ 797808 w 1470297"/>
                <a:gd name="csY364" fmla="*/ 1444498 h 1485049"/>
                <a:gd name="csX365" fmla="*/ 794233 w 1470297"/>
                <a:gd name="csY365" fmla="*/ 1448822 h 1485049"/>
                <a:gd name="csX366" fmla="*/ 777348 w 1470297"/>
                <a:gd name="csY366" fmla="*/ 1458989 h 1485049"/>
                <a:gd name="csX367" fmla="*/ 774319 w 1470297"/>
                <a:gd name="csY367" fmla="*/ 1467536 h 1485049"/>
                <a:gd name="csX368" fmla="*/ 768579 w 1470297"/>
                <a:gd name="csY368" fmla="*/ 1473264 h 1485049"/>
                <a:gd name="csX369" fmla="*/ 766197 w 1470297"/>
                <a:gd name="csY369" fmla="*/ 1473264 h 1485049"/>
                <a:gd name="csX370" fmla="*/ 774211 w 1470297"/>
                <a:gd name="csY370" fmla="*/ 1485049 h 1485049"/>
                <a:gd name="csX371" fmla="*/ 776052 w 1470297"/>
                <a:gd name="csY371" fmla="*/ 1483322 h 1485049"/>
                <a:gd name="csX372" fmla="*/ 776485 w 1470297"/>
                <a:gd name="csY372" fmla="*/ 1484078 h 1485049"/>
                <a:gd name="csX373" fmla="*/ 817721 w 1470297"/>
                <a:gd name="csY373" fmla="*/ 1402112 h 1485049"/>
                <a:gd name="csX374" fmla="*/ 820966 w 1470297"/>
                <a:gd name="csY374" fmla="*/ 1396378 h 1485049"/>
                <a:gd name="csX375" fmla="*/ 825945 w 1470297"/>
                <a:gd name="csY375" fmla="*/ 1386212 h 1485049"/>
                <a:gd name="csX376" fmla="*/ 835578 w 1470297"/>
                <a:gd name="csY376" fmla="*/ 1380808 h 1485049"/>
                <a:gd name="csX377" fmla="*/ 841426 w 1470297"/>
                <a:gd name="csY377" fmla="*/ 1370641 h 1485049"/>
                <a:gd name="csX378" fmla="*/ 848024 w 1470297"/>
                <a:gd name="csY378" fmla="*/ 1363288 h 1485049"/>
                <a:gd name="csX379" fmla="*/ 852462 w 1470297"/>
                <a:gd name="csY379" fmla="*/ 1351610 h 1485049"/>
                <a:gd name="csX380" fmla="*/ 868591 w 1470297"/>
                <a:gd name="csY380" fmla="*/ 1343717 h 1485049"/>
                <a:gd name="csX381" fmla="*/ 871296 w 1470297"/>
                <a:gd name="csY381" fmla="*/ 1354639 h 1485049"/>
                <a:gd name="csX382" fmla="*/ 865238 w 1470297"/>
                <a:gd name="csY382" fmla="*/ 1362532 h 1485049"/>
                <a:gd name="csX383" fmla="*/ 862641 w 1470297"/>
                <a:gd name="csY383" fmla="*/ 1368152 h 1485049"/>
                <a:gd name="csX384" fmla="*/ 859390 w 1470297"/>
                <a:gd name="csY384" fmla="*/ 1373022 h 1485049"/>
                <a:gd name="csX385" fmla="*/ 841965 w 1470297"/>
                <a:gd name="csY385" fmla="*/ 1391514 h 1485049"/>
                <a:gd name="csX386" fmla="*/ 820966 w 1470297"/>
                <a:gd name="csY386" fmla="*/ 1406544 h 1485049"/>
                <a:gd name="csX387" fmla="*/ 817613 w 1470297"/>
                <a:gd name="csY387" fmla="*/ 1401788 h 1485049"/>
                <a:gd name="csX388" fmla="*/ 817721 w 1470297"/>
                <a:gd name="csY388" fmla="*/ 1402112 h 1485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</a:cxnLst>
              <a:rect l="l" t="t" r="r" b="b"/>
              <a:pathLst>
                <a:path w="1470297" h="1485049">
                  <a:moveTo>
                    <a:pt x="776485" y="1484078"/>
                  </a:moveTo>
                  <a:cubicBezTo>
                    <a:pt x="802570" y="1462665"/>
                    <a:pt x="803865" y="1462450"/>
                    <a:pt x="804843" y="1458125"/>
                  </a:cubicBezTo>
                  <a:cubicBezTo>
                    <a:pt x="808196" y="1442663"/>
                    <a:pt x="808844" y="1437793"/>
                    <a:pt x="811333" y="1433576"/>
                  </a:cubicBezTo>
                  <a:cubicBezTo>
                    <a:pt x="818369" y="1421467"/>
                    <a:pt x="820534" y="1416710"/>
                    <a:pt x="824541" y="1414113"/>
                  </a:cubicBezTo>
                  <a:cubicBezTo>
                    <a:pt x="832009" y="1409357"/>
                    <a:pt x="837743" y="1406005"/>
                    <a:pt x="841642" y="1402759"/>
                  </a:cubicBezTo>
                  <a:cubicBezTo>
                    <a:pt x="864800" y="1383513"/>
                    <a:pt x="865994" y="1382966"/>
                    <a:pt x="868591" y="1379182"/>
                  </a:cubicBezTo>
                  <a:cubicBezTo>
                    <a:pt x="876383" y="1367828"/>
                    <a:pt x="879526" y="1363720"/>
                    <a:pt x="881469" y="1359288"/>
                  </a:cubicBezTo>
                  <a:cubicBezTo>
                    <a:pt x="899224" y="1319492"/>
                    <a:pt x="898792" y="1319816"/>
                    <a:pt x="901497" y="1316247"/>
                  </a:cubicBezTo>
                  <a:cubicBezTo>
                    <a:pt x="919677" y="1292568"/>
                    <a:pt x="919893" y="1291920"/>
                    <a:pt x="923360" y="1289323"/>
                  </a:cubicBezTo>
                  <a:cubicBezTo>
                    <a:pt x="943813" y="1274185"/>
                    <a:pt x="946194" y="1273315"/>
                    <a:pt x="947712" y="1268990"/>
                  </a:cubicBezTo>
                  <a:cubicBezTo>
                    <a:pt x="950741" y="1260234"/>
                    <a:pt x="965137" y="1223144"/>
                    <a:pt x="956151" y="1225957"/>
                  </a:cubicBezTo>
                  <a:lnTo>
                    <a:pt x="956043" y="1225957"/>
                  </a:lnTo>
                  <a:cubicBezTo>
                    <a:pt x="954316" y="1226496"/>
                    <a:pt x="952691" y="1225518"/>
                    <a:pt x="952583" y="1223683"/>
                  </a:cubicBezTo>
                  <a:cubicBezTo>
                    <a:pt x="950633" y="1198594"/>
                    <a:pt x="949986" y="1196651"/>
                    <a:pt x="951611" y="1192428"/>
                  </a:cubicBezTo>
                  <a:cubicBezTo>
                    <a:pt x="953662" y="1186917"/>
                    <a:pt x="955828" y="1183024"/>
                    <a:pt x="954856" y="1178808"/>
                  </a:cubicBezTo>
                  <a:cubicBezTo>
                    <a:pt x="954640" y="1176966"/>
                    <a:pt x="952691" y="1172426"/>
                    <a:pt x="954208" y="1168102"/>
                  </a:cubicBezTo>
                  <a:cubicBezTo>
                    <a:pt x="955719" y="1162367"/>
                    <a:pt x="960050" y="1156856"/>
                    <a:pt x="956481" y="1153071"/>
                  </a:cubicBezTo>
                  <a:cubicBezTo>
                    <a:pt x="956043" y="1152201"/>
                    <a:pt x="950849" y="1148747"/>
                    <a:pt x="954532" y="1146150"/>
                  </a:cubicBezTo>
                  <a:cubicBezTo>
                    <a:pt x="957345" y="1144632"/>
                    <a:pt x="962971" y="1138257"/>
                    <a:pt x="963295" y="1143336"/>
                  </a:cubicBezTo>
                  <a:cubicBezTo>
                    <a:pt x="963625" y="1144524"/>
                    <a:pt x="963187" y="1152309"/>
                    <a:pt x="965899" y="1148417"/>
                  </a:cubicBezTo>
                  <a:cubicBezTo>
                    <a:pt x="973366" y="1137710"/>
                    <a:pt x="976071" y="1133062"/>
                    <a:pt x="980072" y="1130357"/>
                  </a:cubicBezTo>
                  <a:cubicBezTo>
                    <a:pt x="1007999" y="1110895"/>
                    <a:pt x="1010272" y="1110247"/>
                    <a:pt x="1012114" y="1105814"/>
                  </a:cubicBezTo>
                  <a:cubicBezTo>
                    <a:pt x="1012546" y="1105275"/>
                    <a:pt x="1013409" y="1102030"/>
                    <a:pt x="1016661" y="1100296"/>
                  </a:cubicBezTo>
                  <a:cubicBezTo>
                    <a:pt x="1030186" y="1093159"/>
                    <a:pt x="1032999" y="1091108"/>
                    <a:pt x="1035818" y="1092511"/>
                  </a:cubicBezTo>
                  <a:cubicBezTo>
                    <a:pt x="1039171" y="1094137"/>
                    <a:pt x="1043394" y="1090892"/>
                    <a:pt x="1045128" y="1087539"/>
                  </a:cubicBezTo>
                  <a:cubicBezTo>
                    <a:pt x="1045883" y="1085805"/>
                    <a:pt x="1048049" y="1084078"/>
                    <a:pt x="1049884" y="1083647"/>
                  </a:cubicBezTo>
                  <a:cubicBezTo>
                    <a:pt x="1053891" y="1082561"/>
                    <a:pt x="1057790" y="1081157"/>
                    <a:pt x="1061682" y="1082561"/>
                  </a:cubicBezTo>
                  <a:cubicBezTo>
                    <a:pt x="1072941" y="1086454"/>
                    <a:pt x="1076185" y="1088619"/>
                    <a:pt x="1077811" y="1084834"/>
                  </a:cubicBezTo>
                  <a:cubicBezTo>
                    <a:pt x="1078459" y="1083215"/>
                    <a:pt x="1077811" y="1081050"/>
                    <a:pt x="1076185" y="1080078"/>
                  </a:cubicBezTo>
                  <a:lnTo>
                    <a:pt x="1074350" y="1078884"/>
                  </a:lnTo>
                  <a:cubicBezTo>
                    <a:pt x="1072725" y="1077913"/>
                    <a:pt x="1072832" y="1076293"/>
                    <a:pt x="1074350" y="1075424"/>
                  </a:cubicBezTo>
                  <a:lnTo>
                    <a:pt x="1086580" y="1068178"/>
                  </a:lnTo>
                  <a:cubicBezTo>
                    <a:pt x="1088200" y="1067207"/>
                    <a:pt x="1091019" y="1066667"/>
                    <a:pt x="1092854" y="1066775"/>
                  </a:cubicBezTo>
                  <a:lnTo>
                    <a:pt x="1100214" y="1067423"/>
                  </a:lnTo>
                  <a:cubicBezTo>
                    <a:pt x="1104653" y="1067854"/>
                    <a:pt x="1107357" y="1062774"/>
                    <a:pt x="1103681" y="1060285"/>
                  </a:cubicBezTo>
                  <a:cubicBezTo>
                    <a:pt x="1103141" y="1059745"/>
                    <a:pt x="1099890" y="1058234"/>
                    <a:pt x="1099458" y="1054989"/>
                  </a:cubicBezTo>
                  <a:cubicBezTo>
                    <a:pt x="1099242" y="1053478"/>
                    <a:pt x="1100652" y="1051960"/>
                    <a:pt x="1102379" y="1051529"/>
                  </a:cubicBezTo>
                  <a:lnTo>
                    <a:pt x="1125328" y="1046448"/>
                  </a:lnTo>
                  <a:cubicBezTo>
                    <a:pt x="1127169" y="1046010"/>
                    <a:pt x="1129875" y="1046448"/>
                    <a:pt x="1131494" y="1047420"/>
                  </a:cubicBezTo>
                  <a:lnTo>
                    <a:pt x="1137126" y="1050665"/>
                  </a:lnTo>
                  <a:cubicBezTo>
                    <a:pt x="1138745" y="1051529"/>
                    <a:pt x="1141565" y="1052176"/>
                    <a:pt x="1143400" y="1051852"/>
                  </a:cubicBezTo>
                  <a:lnTo>
                    <a:pt x="1153471" y="1050449"/>
                  </a:lnTo>
                  <a:cubicBezTo>
                    <a:pt x="1155306" y="1050233"/>
                    <a:pt x="1156284" y="1048607"/>
                    <a:pt x="1155630" y="1046880"/>
                  </a:cubicBezTo>
                  <a:lnTo>
                    <a:pt x="1154875" y="1044715"/>
                  </a:lnTo>
                  <a:cubicBezTo>
                    <a:pt x="1154335" y="1042988"/>
                    <a:pt x="1155198" y="1041146"/>
                    <a:pt x="1157040" y="1040606"/>
                  </a:cubicBezTo>
                  <a:lnTo>
                    <a:pt x="1160831" y="1039527"/>
                  </a:lnTo>
                  <a:cubicBezTo>
                    <a:pt x="1162666" y="1039095"/>
                    <a:pt x="1164076" y="1040066"/>
                    <a:pt x="1163968" y="1041902"/>
                  </a:cubicBezTo>
                  <a:lnTo>
                    <a:pt x="1163752" y="1046556"/>
                  </a:lnTo>
                  <a:cubicBezTo>
                    <a:pt x="1163752" y="1048391"/>
                    <a:pt x="1165155" y="1049903"/>
                    <a:pt x="1166997" y="1049903"/>
                  </a:cubicBezTo>
                  <a:lnTo>
                    <a:pt x="1194492" y="1049903"/>
                  </a:lnTo>
                  <a:cubicBezTo>
                    <a:pt x="1198925" y="1049903"/>
                    <a:pt x="1202823" y="1044175"/>
                    <a:pt x="1202284" y="1044715"/>
                  </a:cubicBezTo>
                  <a:cubicBezTo>
                    <a:pt x="1203471" y="1043312"/>
                    <a:pt x="1203579" y="1040930"/>
                    <a:pt x="1202607" y="1039311"/>
                  </a:cubicBezTo>
                  <a:lnTo>
                    <a:pt x="1199687" y="1034872"/>
                  </a:lnTo>
                  <a:cubicBezTo>
                    <a:pt x="1198708" y="1033361"/>
                    <a:pt x="1199147" y="1031411"/>
                    <a:pt x="1200874" y="1030656"/>
                  </a:cubicBezTo>
                  <a:lnTo>
                    <a:pt x="1236161" y="1013358"/>
                  </a:lnTo>
                  <a:cubicBezTo>
                    <a:pt x="1237787" y="1012489"/>
                    <a:pt x="1238974" y="1010438"/>
                    <a:pt x="1238650" y="1008596"/>
                  </a:cubicBezTo>
                  <a:lnTo>
                    <a:pt x="1236485" y="995839"/>
                  </a:lnTo>
                  <a:cubicBezTo>
                    <a:pt x="1236161" y="993997"/>
                    <a:pt x="1236485" y="991191"/>
                    <a:pt x="1237241" y="989457"/>
                  </a:cubicBezTo>
                  <a:lnTo>
                    <a:pt x="1245038" y="972153"/>
                  </a:lnTo>
                  <a:cubicBezTo>
                    <a:pt x="1246657" y="968477"/>
                    <a:pt x="1251744" y="966210"/>
                    <a:pt x="1251204" y="966641"/>
                  </a:cubicBezTo>
                  <a:cubicBezTo>
                    <a:pt x="1252830" y="965772"/>
                    <a:pt x="1254995" y="963828"/>
                    <a:pt x="1255967" y="962209"/>
                  </a:cubicBezTo>
                  <a:lnTo>
                    <a:pt x="1266793" y="944582"/>
                  </a:lnTo>
                  <a:cubicBezTo>
                    <a:pt x="1269391" y="940257"/>
                    <a:pt x="1271124" y="931386"/>
                    <a:pt x="1271010" y="932034"/>
                  </a:cubicBezTo>
                  <a:cubicBezTo>
                    <a:pt x="1272311" y="926846"/>
                    <a:pt x="1283354" y="911600"/>
                    <a:pt x="1282916" y="912247"/>
                  </a:cubicBezTo>
                  <a:cubicBezTo>
                    <a:pt x="1283894" y="910736"/>
                    <a:pt x="1284973" y="908031"/>
                    <a:pt x="1285082" y="906190"/>
                  </a:cubicBezTo>
                  <a:lnTo>
                    <a:pt x="1288872" y="867048"/>
                  </a:lnTo>
                  <a:cubicBezTo>
                    <a:pt x="1289088" y="865207"/>
                    <a:pt x="1290282" y="862718"/>
                    <a:pt x="1291685" y="861422"/>
                  </a:cubicBezTo>
                  <a:lnTo>
                    <a:pt x="1306081" y="847903"/>
                  </a:lnTo>
                  <a:cubicBezTo>
                    <a:pt x="1311167" y="843147"/>
                    <a:pt x="1304132" y="830821"/>
                    <a:pt x="1306513" y="821843"/>
                  </a:cubicBezTo>
                  <a:cubicBezTo>
                    <a:pt x="1318419" y="776751"/>
                    <a:pt x="1318743" y="777399"/>
                    <a:pt x="1317987" y="772966"/>
                  </a:cubicBezTo>
                  <a:lnTo>
                    <a:pt x="1311599" y="737388"/>
                  </a:lnTo>
                  <a:cubicBezTo>
                    <a:pt x="1310627" y="732200"/>
                    <a:pt x="1313980" y="714464"/>
                    <a:pt x="1313872" y="715004"/>
                  </a:cubicBezTo>
                  <a:cubicBezTo>
                    <a:pt x="1315498" y="704405"/>
                    <a:pt x="1309002" y="690023"/>
                    <a:pt x="1313117" y="684187"/>
                  </a:cubicBezTo>
                  <a:lnTo>
                    <a:pt x="1319613" y="674884"/>
                  </a:lnTo>
                  <a:cubicBezTo>
                    <a:pt x="1322533" y="670776"/>
                    <a:pt x="1314850" y="673805"/>
                    <a:pt x="1315174" y="668827"/>
                  </a:cubicBezTo>
                  <a:cubicBezTo>
                    <a:pt x="1315822" y="665696"/>
                    <a:pt x="1314526" y="659962"/>
                    <a:pt x="1318851" y="657473"/>
                  </a:cubicBezTo>
                  <a:cubicBezTo>
                    <a:pt x="1322642" y="655853"/>
                    <a:pt x="1329138" y="649364"/>
                    <a:pt x="1329893" y="654666"/>
                  </a:cubicBezTo>
                  <a:cubicBezTo>
                    <a:pt x="1331195" y="659962"/>
                    <a:pt x="1329785" y="668719"/>
                    <a:pt x="1334764" y="666776"/>
                  </a:cubicBezTo>
                  <a:cubicBezTo>
                    <a:pt x="1340390" y="664610"/>
                    <a:pt x="1343965" y="663639"/>
                    <a:pt x="1346022" y="660178"/>
                  </a:cubicBezTo>
                  <a:cubicBezTo>
                    <a:pt x="1389641" y="586753"/>
                    <a:pt x="1387799" y="588702"/>
                    <a:pt x="1391698" y="585889"/>
                  </a:cubicBezTo>
                  <a:cubicBezTo>
                    <a:pt x="1408036" y="574211"/>
                    <a:pt x="1411396" y="572262"/>
                    <a:pt x="1414317" y="568585"/>
                  </a:cubicBezTo>
                  <a:cubicBezTo>
                    <a:pt x="1457719" y="515277"/>
                    <a:pt x="1455553" y="518300"/>
                    <a:pt x="1456532" y="514191"/>
                  </a:cubicBezTo>
                  <a:cubicBezTo>
                    <a:pt x="1470489" y="454825"/>
                    <a:pt x="1471143" y="454825"/>
                    <a:pt x="1469841" y="450285"/>
                  </a:cubicBezTo>
                  <a:cubicBezTo>
                    <a:pt x="1447438" y="374695"/>
                    <a:pt x="1448949" y="375558"/>
                    <a:pt x="1444301" y="374263"/>
                  </a:cubicBezTo>
                  <a:cubicBezTo>
                    <a:pt x="1434014" y="371126"/>
                    <a:pt x="1428496" y="368967"/>
                    <a:pt x="1423734" y="369722"/>
                  </a:cubicBezTo>
                  <a:cubicBezTo>
                    <a:pt x="1421136" y="370154"/>
                    <a:pt x="1418323" y="370586"/>
                    <a:pt x="1415180" y="370370"/>
                  </a:cubicBezTo>
                  <a:cubicBezTo>
                    <a:pt x="1402302" y="369831"/>
                    <a:pt x="1398187" y="370370"/>
                    <a:pt x="1395590" y="367449"/>
                  </a:cubicBezTo>
                  <a:cubicBezTo>
                    <a:pt x="1394511" y="366262"/>
                    <a:pt x="1392130" y="365290"/>
                    <a:pt x="1390288" y="365074"/>
                  </a:cubicBezTo>
                  <a:lnTo>
                    <a:pt x="1384122" y="364744"/>
                  </a:lnTo>
                  <a:cubicBezTo>
                    <a:pt x="1380332" y="364528"/>
                    <a:pt x="1378058" y="359988"/>
                    <a:pt x="1378598" y="360636"/>
                  </a:cubicBezTo>
                  <a:cubicBezTo>
                    <a:pt x="1377734" y="359016"/>
                    <a:pt x="1375569" y="357175"/>
                    <a:pt x="1373727" y="356635"/>
                  </a:cubicBezTo>
                  <a:lnTo>
                    <a:pt x="1368965" y="355016"/>
                  </a:lnTo>
                  <a:cubicBezTo>
                    <a:pt x="1364526" y="353498"/>
                    <a:pt x="1360742" y="346907"/>
                    <a:pt x="1361282" y="347447"/>
                  </a:cubicBezTo>
                  <a:cubicBezTo>
                    <a:pt x="1358360" y="343230"/>
                    <a:pt x="1350347" y="338684"/>
                    <a:pt x="1350893" y="339008"/>
                  </a:cubicBezTo>
                  <a:cubicBezTo>
                    <a:pt x="1346454" y="335985"/>
                    <a:pt x="1335196" y="321278"/>
                    <a:pt x="1335735" y="321818"/>
                  </a:cubicBezTo>
                  <a:cubicBezTo>
                    <a:pt x="1332491" y="317817"/>
                    <a:pt x="1322318" y="315328"/>
                    <a:pt x="1322966" y="315544"/>
                  </a:cubicBezTo>
                  <a:cubicBezTo>
                    <a:pt x="1315930" y="313163"/>
                    <a:pt x="1308354" y="302241"/>
                    <a:pt x="1301210" y="299650"/>
                  </a:cubicBezTo>
                  <a:cubicBezTo>
                    <a:pt x="1263110" y="285699"/>
                    <a:pt x="1262355" y="284943"/>
                    <a:pt x="1258024" y="285591"/>
                  </a:cubicBezTo>
                  <a:cubicBezTo>
                    <a:pt x="1228585" y="289808"/>
                    <a:pt x="1227068" y="290671"/>
                    <a:pt x="1222737" y="288944"/>
                  </a:cubicBezTo>
                  <a:lnTo>
                    <a:pt x="1208018" y="283102"/>
                  </a:lnTo>
                  <a:cubicBezTo>
                    <a:pt x="1203255" y="281159"/>
                    <a:pt x="1193730" y="281159"/>
                    <a:pt x="1194276" y="281159"/>
                  </a:cubicBezTo>
                  <a:cubicBezTo>
                    <a:pt x="1189292" y="280943"/>
                    <a:pt x="1193082" y="288189"/>
                    <a:pt x="1188968" y="285375"/>
                  </a:cubicBezTo>
                  <a:cubicBezTo>
                    <a:pt x="1179658" y="278886"/>
                    <a:pt x="1175226" y="275533"/>
                    <a:pt x="1170896" y="273914"/>
                  </a:cubicBezTo>
                  <a:cubicBezTo>
                    <a:pt x="1153363" y="267208"/>
                    <a:pt x="1150220" y="264719"/>
                    <a:pt x="1149032" y="269043"/>
                  </a:cubicBezTo>
                  <a:cubicBezTo>
                    <a:pt x="1148709" y="269583"/>
                    <a:pt x="1148601" y="274345"/>
                    <a:pt x="1144270" y="274562"/>
                  </a:cubicBezTo>
                  <a:lnTo>
                    <a:pt x="1142860" y="274562"/>
                  </a:lnTo>
                  <a:cubicBezTo>
                    <a:pt x="1136694" y="274993"/>
                    <a:pt x="1144162" y="264395"/>
                    <a:pt x="1138530" y="267316"/>
                  </a:cubicBezTo>
                  <a:cubicBezTo>
                    <a:pt x="1136910" y="268396"/>
                    <a:pt x="1131278" y="269805"/>
                    <a:pt x="1130954" y="274562"/>
                  </a:cubicBezTo>
                  <a:cubicBezTo>
                    <a:pt x="1130630" y="275857"/>
                    <a:pt x="1131386" y="280721"/>
                    <a:pt x="1127709" y="283426"/>
                  </a:cubicBezTo>
                  <a:cubicBezTo>
                    <a:pt x="1125544" y="284620"/>
                    <a:pt x="1120134" y="290671"/>
                    <a:pt x="1119918" y="285699"/>
                  </a:cubicBezTo>
                  <a:cubicBezTo>
                    <a:pt x="1119918" y="285159"/>
                    <a:pt x="1119480" y="281915"/>
                    <a:pt x="1122191" y="279317"/>
                  </a:cubicBezTo>
                  <a:cubicBezTo>
                    <a:pt x="1124788" y="276613"/>
                    <a:pt x="1123594" y="272180"/>
                    <a:pt x="1123594" y="272828"/>
                  </a:cubicBezTo>
                  <a:cubicBezTo>
                    <a:pt x="1122299" y="267856"/>
                    <a:pt x="1115479" y="274993"/>
                    <a:pt x="1113638" y="278454"/>
                  </a:cubicBezTo>
                  <a:cubicBezTo>
                    <a:pt x="1108228" y="289376"/>
                    <a:pt x="1106710" y="294564"/>
                    <a:pt x="1104544" y="290671"/>
                  </a:cubicBezTo>
                  <a:cubicBezTo>
                    <a:pt x="1104005" y="289160"/>
                    <a:pt x="1100214" y="285267"/>
                    <a:pt x="1102925" y="281483"/>
                  </a:cubicBezTo>
                  <a:cubicBezTo>
                    <a:pt x="1108659" y="273476"/>
                    <a:pt x="1112336" y="269913"/>
                    <a:pt x="1111256" y="265475"/>
                  </a:cubicBezTo>
                  <a:cubicBezTo>
                    <a:pt x="1110932" y="264935"/>
                    <a:pt x="1110717" y="259747"/>
                    <a:pt x="1107357" y="262230"/>
                  </a:cubicBezTo>
                  <a:lnTo>
                    <a:pt x="1106386" y="262884"/>
                  </a:lnTo>
                  <a:cubicBezTo>
                    <a:pt x="1102811" y="265475"/>
                    <a:pt x="1099458" y="259963"/>
                    <a:pt x="1102925" y="257150"/>
                  </a:cubicBezTo>
                  <a:lnTo>
                    <a:pt x="1105415" y="255092"/>
                  </a:lnTo>
                  <a:cubicBezTo>
                    <a:pt x="1108443" y="252609"/>
                    <a:pt x="1106170" y="247961"/>
                    <a:pt x="1106278" y="248501"/>
                  </a:cubicBezTo>
                  <a:cubicBezTo>
                    <a:pt x="1104544" y="243954"/>
                    <a:pt x="1098379" y="245472"/>
                    <a:pt x="1099566" y="241255"/>
                  </a:cubicBezTo>
                  <a:cubicBezTo>
                    <a:pt x="1100436" y="238227"/>
                    <a:pt x="1097293" y="235414"/>
                    <a:pt x="1097617" y="236061"/>
                  </a:cubicBezTo>
                  <a:cubicBezTo>
                    <a:pt x="1096213" y="234874"/>
                    <a:pt x="1093724" y="234658"/>
                    <a:pt x="1092098" y="235522"/>
                  </a:cubicBezTo>
                  <a:lnTo>
                    <a:pt x="1089069" y="237147"/>
                  </a:lnTo>
                  <a:cubicBezTo>
                    <a:pt x="1084631" y="239522"/>
                    <a:pt x="1084739" y="232709"/>
                    <a:pt x="1081494" y="236601"/>
                  </a:cubicBezTo>
                  <a:cubicBezTo>
                    <a:pt x="1080840" y="237039"/>
                    <a:pt x="1077703" y="242227"/>
                    <a:pt x="1076731" y="238011"/>
                  </a:cubicBezTo>
                  <a:cubicBezTo>
                    <a:pt x="1075862" y="235953"/>
                    <a:pt x="1075969" y="228492"/>
                    <a:pt x="1071753" y="230981"/>
                  </a:cubicBezTo>
                  <a:lnTo>
                    <a:pt x="1071099" y="231413"/>
                  </a:lnTo>
                  <a:cubicBezTo>
                    <a:pt x="1069480" y="232385"/>
                    <a:pt x="1067315" y="231953"/>
                    <a:pt x="1066121" y="230441"/>
                  </a:cubicBezTo>
                  <a:cubicBezTo>
                    <a:pt x="1065581" y="229902"/>
                    <a:pt x="1063955" y="226765"/>
                    <a:pt x="1059955" y="225463"/>
                  </a:cubicBezTo>
                  <a:cubicBezTo>
                    <a:pt x="1056380" y="223952"/>
                    <a:pt x="1050322" y="223844"/>
                    <a:pt x="1048372" y="219196"/>
                  </a:cubicBezTo>
                  <a:lnTo>
                    <a:pt x="1048372" y="218980"/>
                  </a:lnTo>
                  <a:cubicBezTo>
                    <a:pt x="1047503" y="217246"/>
                    <a:pt x="1045452" y="216167"/>
                    <a:pt x="1043610" y="216598"/>
                  </a:cubicBezTo>
                  <a:cubicBezTo>
                    <a:pt x="1042854" y="216598"/>
                    <a:pt x="1037762" y="218872"/>
                    <a:pt x="1036250" y="215195"/>
                  </a:cubicBezTo>
                  <a:cubicBezTo>
                    <a:pt x="1035603" y="213678"/>
                    <a:pt x="1033761" y="212922"/>
                    <a:pt x="1031919" y="213462"/>
                  </a:cubicBezTo>
                  <a:cubicBezTo>
                    <a:pt x="1030732" y="213678"/>
                    <a:pt x="1025423" y="216922"/>
                    <a:pt x="1023150" y="212922"/>
                  </a:cubicBezTo>
                  <a:cubicBezTo>
                    <a:pt x="1022503" y="212382"/>
                    <a:pt x="1021315" y="207626"/>
                    <a:pt x="1017416" y="209569"/>
                  </a:cubicBezTo>
                  <a:cubicBezTo>
                    <a:pt x="1016445" y="209785"/>
                    <a:pt x="1012006" y="213462"/>
                    <a:pt x="1009949" y="209461"/>
                  </a:cubicBezTo>
                  <a:lnTo>
                    <a:pt x="1008971" y="207626"/>
                  </a:lnTo>
                  <a:cubicBezTo>
                    <a:pt x="1007243" y="204273"/>
                    <a:pt x="1002481" y="203841"/>
                    <a:pt x="1003021" y="204057"/>
                  </a:cubicBezTo>
                  <a:cubicBezTo>
                    <a:pt x="999230" y="203511"/>
                    <a:pt x="996525" y="207734"/>
                    <a:pt x="997179" y="207188"/>
                  </a:cubicBezTo>
                  <a:cubicBezTo>
                    <a:pt x="995121" y="210217"/>
                    <a:pt x="990683" y="209245"/>
                    <a:pt x="991222" y="209137"/>
                  </a:cubicBezTo>
                  <a:cubicBezTo>
                    <a:pt x="986244" y="208166"/>
                    <a:pt x="989489" y="202000"/>
                    <a:pt x="984618" y="202755"/>
                  </a:cubicBezTo>
                  <a:cubicBezTo>
                    <a:pt x="979532" y="203619"/>
                    <a:pt x="974662" y="203727"/>
                    <a:pt x="971849" y="207188"/>
                  </a:cubicBezTo>
                  <a:cubicBezTo>
                    <a:pt x="960698" y="221031"/>
                    <a:pt x="958532" y="222872"/>
                    <a:pt x="958101" y="227305"/>
                  </a:cubicBezTo>
                  <a:cubicBezTo>
                    <a:pt x="957885" y="227844"/>
                    <a:pt x="958425" y="232169"/>
                    <a:pt x="954748" y="234442"/>
                  </a:cubicBezTo>
                  <a:cubicBezTo>
                    <a:pt x="942842" y="241795"/>
                    <a:pt x="938079" y="245688"/>
                    <a:pt x="939375" y="241364"/>
                  </a:cubicBezTo>
                  <a:cubicBezTo>
                    <a:pt x="941756" y="233902"/>
                    <a:pt x="942950" y="228816"/>
                    <a:pt x="945763" y="225247"/>
                  </a:cubicBezTo>
                  <a:cubicBezTo>
                    <a:pt x="950957" y="219088"/>
                    <a:pt x="954424" y="215627"/>
                    <a:pt x="955504" y="211303"/>
                  </a:cubicBezTo>
                  <a:cubicBezTo>
                    <a:pt x="963403" y="181020"/>
                    <a:pt x="961460" y="195294"/>
                    <a:pt x="941108" y="188589"/>
                  </a:cubicBezTo>
                  <a:cubicBezTo>
                    <a:pt x="939489" y="188157"/>
                    <a:pt x="935050" y="185890"/>
                    <a:pt x="930612" y="187077"/>
                  </a:cubicBezTo>
                  <a:cubicBezTo>
                    <a:pt x="920109" y="189890"/>
                    <a:pt x="914483" y="191941"/>
                    <a:pt x="909828" y="191078"/>
                  </a:cubicBezTo>
                  <a:cubicBezTo>
                    <a:pt x="888613" y="186861"/>
                    <a:pt x="884288" y="187185"/>
                    <a:pt x="886670" y="183293"/>
                  </a:cubicBezTo>
                  <a:lnTo>
                    <a:pt x="886886" y="182861"/>
                  </a:lnTo>
                  <a:cubicBezTo>
                    <a:pt x="887857" y="181235"/>
                    <a:pt x="890130" y="180156"/>
                    <a:pt x="891972" y="180372"/>
                  </a:cubicBezTo>
                  <a:lnTo>
                    <a:pt x="899655" y="181343"/>
                  </a:lnTo>
                  <a:cubicBezTo>
                    <a:pt x="901497" y="181559"/>
                    <a:pt x="903878" y="180480"/>
                    <a:pt x="904958" y="179076"/>
                  </a:cubicBezTo>
                  <a:lnTo>
                    <a:pt x="911238" y="170529"/>
                  </a:lnTo>
                  <a:cubicBezTo>
                    <a:pt x="916000" y="164046"/>
                    <a:pt x="892728" y="174752"/>
                    <a:pt x="895541" y="167723"/>
                  </a:cubicBezTo>
                  <a:cubicBezTo>
                    <a:pt x="895972" y="165665"/>
                    <a:pt x="900303" y="159067"/>
                    <a:pt x="895541" y="160153"/>
                  </a:cubicBezTo>
                  <a:cubicBezTo>
                    <a:pt x="894569" y="160477"/>
                    <a:pt x="889375" y="160693"/>
                    <a:pt x="886777" y="164478"/>
                  </a:cubicBezTo>
                  <a:cubicBezTo>
                    <a:pt x="883527" y="168262"/>
                    <a:pt x="881469" y="175832"/>
                    <a:pt x="876706" y="173558"/>
                  </a:cubicBezTo>
                  <a:lnTo>
                    <a:pt x="875627" y="173019"/>
                  </a:lnTo>
                  <a:cubicBezTo>
                    <a:pt x="873893" y="172155"/>
                    <a:pt x="873354" y="170206"/>
                    <a:pt x="874325" y="168694"/>
                  </a:cubicBezTo>
                  <a:cubicBezTo>
                    <a:pt x="882447" y="155067"/>
                    <a:pt x="883311" y="152362"/>
                    <a:pt x="887533" y="151390"/>
                  </a:cubicBezTo>
                  <a:cubicBezTo>
                    <a:pt x="891648" y="149987"/>
                    <a:pt x="898138" y="150311"/>
                    <a:pt x="900087" y="145555"/>
                  </a:cubicBezTo>
                  <a:cubicBezTo>
                    <a:pt x="901929" y="141224"/>
                    <a:pt x="903986" y="137439"/>
                    <a:pt x="903770" y="133223"/>
                  </a:cubicBezTo>
                  <a:cubicBezTo>
                    <a:pt x="902792" y="118948"/>
                    <a:pt x="903554" y="115379"/>
                    <a:pt x="899224" y="115488"/>
                  </a:cubicBezTo>
                  <a:cubicBezTo>
                    <a:pt x="885476" y="115703"/>
                    <a:pt x="882231" y="116574"/>
                    <a:pt x="879850" y="113005"/>
                  </a:cubicBezTo>
                  <a:cubicBezTo>
                    <a:pt x="875411" y="106731"/>
                    <a:pt x="872490" y="106191"/>
                    <a:pt x="870865" y="102298"/>
                  </a:cubicBezTo>
                  <a:cubicBezTo>
                    <a:pt x="859282" y="73641"/>
                    <a:pt x="858095" y="81210"/>
                    <a:pt x="858527" y="76778"/>
                  </a:cubicBezTo>
                  <a:cubicBezTo>
                    <a:pt x="860908" y="54934"/>
                    <a:pt x="861771" y="52877"/>
                    <a:pt x="859066" y="49416"/>
                  </a:cubicBezTo>
                  <a:cubicBezTo>
                    <a:pt x="848893" y="36874"/>
                    <a:pt x="846944" y="32766"/>
                    <a:pt x="844455" y="36335"/>
                  </a:cubicBezTo>
                  <a:cubicBezTo>
                    <a:pt x="842290" y="38818"/>
                    <a:pt x="839152" y="45415"/>
                    <a:pt x="837203" y="44983"/>
                  </a:cubicBezTo>
                  <a:lnTo>
                    <a:pt x="813067" y="79045"/>
                  </a:lnTo>
                  <a:lnTo>
                    <a:pt x="803758" y="92456"/>
                  </a:lnTo>
                  <a:lnTo>
                    <a:pt x="788930" y="103054"/>
                  </a:lnTo>
                  <a:lnTo>
                    <a:pt x="775615" y="96672"/>
                  </a:lnTo>
                  <a:lnTo>
                    <a:pt x="768909" y="100241"/>
                  </a:lnTo>
                  <a:lnTo>
                    <a:pt x="760248" y="96025"/>
                  </a:lnTo>
                  <a:lnTo>
                    <a:pt x="744658" y="101867"/>
                  </a:lnTo>
                  <a:lnTo>
                    <a:pt x="715220" y="89535"/>
                  </a:lnTo>
                  <a:lnTo>
                    <a:pt x="692601" y="95593"/>
                  </a:lnTo>
                  <a:lnTo>
                    <a:pt x="678421" y="91268"/>
                  </a:lnTo>
                  <a:lnTo>
                    <a:pt x="678421" y="111811"/>
                  </a:lnTo>
                  <a:lnTo>
                    <a:pt x="639026" y="111811"/>
                  </a:lnTo>
                  <a:lnTo>
                    <a:pt x="621703" y="104458"/>
                  </a:lnTo>
                  <a:lnTo>
                    <a:pt x="616941" y="117329"/>
                  </a:lnTo>
                  <a:lnTo>
                    <a:pt x="602113" y="122301"/>
                  </a:lnTo>
                  <a:lnTo>
                    <a:pt x="591185" y="119818"/>
                  </a:lnTo>
                  <a:lnTo>
                    <a:pt x="581660" y="126302"/>
                  </a:lnTo>
                  <a:lnTo>
                    <a:pt x="582416" y="132359"/>
                  </a:lnTo>
                  <a:lnTo>
                    <a:pt x="568668" y="136468"/>
                  </a:lnTo>
                  <a:lnTo>
                    <a:pt x="535985" y="111703"/>
                  </a:lnTo>
                  <a:lnTo>
                    <a:pt x="535438" y="99162"/>
                  </a:lnTo>
                  <a:lnTo>
                    <a:pt x="526351" y="95161"/>
                  </a:lnTo>
                  <a:lnTo>
                    <a:pt x="531762" y="63151"/>
                  </a:lnTo>
                  <a:lnTo>
                    <a:pt x="544316" y="51581"/>
                  </a:lnTo>
                  <a:lnTo>
                    <a:pt x="535985" y="32874"/>
                  </a:lnTo>
                  <a:lnTo>
                    <a:pt x="521697" y="28550"/>
                  </a:lnTo>
                  <a:lnTo>
                    <a:pt x="526567" y="8433"/>
                  </a:lnTo>
                  <a:lnTo>
                    <a:pt x="520395" y="0"/>
                  </a:lnTo>
                  <a:lnTo>
                    <a:pt x="499726" y="3029"/>
                  </a:lnTo>
                  <a:lnTo>
                    <a:pt x="503511" y="12973"/>
                  </a:lnTo>
                  <a:lnTo>
                    <a:pt x="488467" y="28658"/>
                  </a:lnTo>
                  <a:lnTo>
                    <a:pt x="471691" y="28982"/>
                  </a:lnTo>
                  <a:lnTo>
                    <a:pt x="467792" y="37414"/>
                  </a:lnTo>
                  <a:lnTo>
                    <a:pt x="451339" y="42278"/>
                  </a:lnTo>
                  <a:lnTo>
                    <a:pt x="442360" y="38710"/>
                  </a:lnTo>
                  <a:lnTo>
                    <a:pt x="428288" y="45739"/>
                  </a:lnTo>
                  <a:lnTo>
                    <a:pt x="427965" y="59043"/>
                  </a:lnTo>
                  <a:lnTo>
                    <a:pt x="416274" y="63583"/>
                  </a:lnTo>
                  <a:lnTo>
                    <a:pt x="401447" y="48768"/>
                  </a:lnTo>
                  <a:lnTo>
                    <a:pt x="383585" y="50178"/>
                  </a:lnTo>
                  <a:lnTo>
                    <a:pt x="375253" y="42825"/>
                  </a:lnTo>
                  <a:lnTo>
                    <a:pt x="360750" y="35903"/>
                  </a:lnTo>
                  <a:lnTo>
                    <a:pt x="343541" y="39796"/>
                  </a:lnTo>
                  <a:lnTo>
                    <a:pt x="368002" y="65748"/>
                  </a:lnTo>
                  <a:lnTo>
                    <a:pt x="367678" y="79915"/>
                  </a:lnTo>
                  <a:lnTo>
                    <a:pt x="377958" y="93104"/>
                  </a:lnTo>
                  <a:lnTo>
                    <a:pt x="375685" y="92780"/>
                  </a:lnTo>
                  <a:lnTo>
                    <a:pt x="399929" y="94945"/>
                  </a:lnTo>
                  <a:lnTo>
                    <a:pt x="398088" y="106947"/>
                  </a:lnTo>
                  <a:lnTo>
                    <a:pt x="375685" y="114084"/>
                  </a:lnTo>
                  <a:lnTo>
                    <a:pt x="363023" y="130194"/>
                  </a:lnTo>
                  <a:lnTo>
                    <a:pt x="353714" y="127927"/>
                  </a:lnTo>
                  <a:lnTo>
                    <a:pt x="343757" y="134525"/>
                  </a:lnTo>
                  <a:lnTo>
                    <a:pt x="330765" y="152692"/>
                  </a:lnTo>
                  <a:lnTo>
                    <a:pt x="314643" y="154312"/>
                  </a:lnTo>
                  <a:lnTo>
                    <a:pt x="315506" y="142202"/>
                  </a:lnTo>
                  <a:lnTo>
                    <a:pt x="304902" y="134956"/>
                  </a:lnTo>
                  <a:lnTo>
                    <a:pt x="287255" y="149663"/>
                  </a:lnTo>
                  <a:lnTo>
                    <a:pt x="272104" y="135172"/>
                  </a:lnTo>
                  <a:lnTo>
                    <a:pt x="240932" y="137223"/>
                  </a:lnTo>
                  <a:lnTo>
                    <a:pt x="240932" y="122733"/>
                  </a:lnTo>
                  <a:lnTo>
                    <a:pt x="225450" y="105328"/>
                  </a:lnTo>
                  <a:lnTo>
                    <a:pt x="214846" y="114516"/>
                  </a:lnTo>
                  <a:lnTo>
                    <a:pt x="198069" y="107379"/>
                  </a:lnTo>
                  <a:lnTo>
                    <a:pt x="194393" y="115812"/>
                  </a:lnTo>
                  <a:lnTo>
                    <a:pt x="160185" y="116034"/>
                  </a:lnTo>
                  <a:lnTo>
                    <a:pt x="156940" y="137008"/>
                  </a:lnTo>
                  <a:lnTo>
                    <a:pt x="176098" y="140253"/>
                  </a:lnTo>
                  <a:lnTo>
                    <a:pt x="182594" y="160477"/>
                  </a:lnTo>
                  <a:lnTo>
                    <a:pt x="151962" y="161557"/>
                  </a:lnTo>
                  <a:lnTo>
                    <a:pt x="148717" y="185128"/>
                  </a:lnTo>
                  <a:lnTo>
                    <a:pt x="164840" y="197352"/>
                  </a:lnTo>
                  <a:lnTo>
                    <a:pt x="166897" y="212382"/>
                  </a:lnTo>
                  <a:lnTo>
                    <a:pt x="175666" y="226225"/>
                  </a:lnTo>
                  <a:lnTo>
                    <a:pt x="171336" y="234874"/>
                  </a:lnTo>
                  <a:lnTo>
                    <a:pt x="153365" y="350584"/>
                  </a:lnTo>
                  <a:lnTo>
                    <a:pt x="138862" y="347231"/>
                  </a:lnTo>
                  <a:lnTo>
                    <a:pt x="136595" y="340741"/>
                  </a:lnTo>
                  <a:lnTo>
                    <a:pt x="120898" y="341605"/>
                  </a:lnTo>
                  <a:lnTo>
                    <a:pt x="114294" y="349606"/>
                  </a:lnTo>
                  <a:lnTo>
                    <a:pt x="81610" y="347339"/>
                  </a:lnTo>
                  <a:lnTo>
                    <a:pt x="42748" y="370694"/>
                  </a:lnTo>
                  <a:lnTo>
                    <a:pt x="32144" y="404324"/>
                  </a:lnTo>
                  <a:lnTo>
                    <a:pt x="33223" y="420548"/>
                  </a:lnTo>
                  <a:lnTo>
                    <a:pt x="10389" y="433953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503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734" y="530632"/>
                  </a:lnTo>
                  <a:lnTo>
                    <a:pt x="64179" y="535388"/>
                  </a:lnTo>
                  <a:lnTo>
                    <a:pt x="69158" y="553123"/>
                  </a:lnTo>
                  <a:lnTo>
                    <a:pt x="102279" y="553123"/>
                  </a:lnTo>
                  <a:lnTo>
                    <a:pt x="131832" y="526955"/>
                  </a:lnTo>
                  <a:lnTo>
                    <a:pt x="134753" y="554203"/>
                  </a:lnTo>
                  <a:lnTo>
                    <a:pt x="126848" y="564909"/>
                  </a:lnTo>
                  <a:lnTo>
                    <a:pt x="126848" y="591293"/>
                  </a:lnTo>
                  <a:lnTo>
                    <a:pt x="138754" y="593458"/>
                  </a:lnTo>
                  <a:lnTo>
                    <a:pt x="153149" y="587292"/>
                  </a:lnTo>
                  <a:lnTo>
                    <a:pt x="195796" y="589242"/>
                  </a:lnTo>
                  <a:lnTo>
                    <a:pt x="203587" y="597243"/>
                  </a:lnTo>
                  <a:lnTo>
                    <a:pt x="214198" y="592379"/>
                  </a:lnTo>
                  <a:lnTo>
                    <a:pt x="223723" y="578428"/>
                  </a:lnTo>
                  <a:lnTo>
                    <a:pt x="236925" y="579291"/>
                  </a:lnTo>
                  <a:lnTo>
                    <a:pt x="276866" y="549554"/>
                  </a:lnTo>
                  <a:lnTo>
                    <a:pt x="309226" y="545338"/>
                  </a:lnTo>
                  <a:lnTo>
                    <a:pt x="316694" y="539064"/>
                  </a:lnTo>
                  <a:lnTo>
                    <a:pt x="330010" y="551066"/>
                  </a:lnTo>
                  <a:lnTo>
                    <a:pt x="329470" y="566534"/>
                  </a:lnTo>
                  <a:lnTo>
                    <a:pt x="322218" y="573888"/>
                  </a:lnTo>
                  <a:lnTo>
                    <a:pt x="329470" y="594970"/>
                  </a:lnTo>
                  <a:lnTo>
                    <a:pt x="324923" y="604704"/>
                  </a:lnTo>
                  <a:lnTo>
                    <a:pt x="336722" y="627520"/>
                  </a:lnTo>
                  <a:lnTo>
                    <a:pt x="356203" y="637038"/>
                  </a:lnTo>
                  <a:lnTo>
                    <a:pt x="356203" y="645795"/>
                  </a:lnTo>
                  <a:lnTo>
                    <a:pt x="375577" y="650335"/>
                  </a:lnTo>
                  <a:lnTo>
                    <a:pt x="383261" y="645903"/>
                  </a:lnTo>
                  <a:lnTo>
                    <a:pt x="408267" y="653149"/>
                  </a:lnTo>
                  <a:lnTo>
                    <a:pt x="420929" y="667531"/>
                  </a:lnTo>
                  <a:lnTo>
                    <a:pt x="444418" y="670452"/>
                  </a:lnTo>
                  <a:lnTo>
                    <a:pt x="459245" y="687432"/>
                  </a:lnTo>
                  <a:lnTo>
                    <a:pt x="485108" y="683863"/>
                  </a:lnTo>
                  <a:lnTo>
                    <a:pt x="507625" y="693268"/>
                  </a:lnTo>
                  <a:lnTo>
                    <a:pt x="513036" y="704082"/>
                  </a:lnTo>
                  <a:lnTo>
                    <a:pt x="508597" y="712622"/>
                  </a:lnTo>
                  <a:lnTo>
                    <a:pt x="512928" y="723436"/>
                  </a:lnTo>
                  <a:lnTo>
                    <a:pt x="512604" y="745389"/>
                  </a:lnTo>
                  <a:lnTo>
                    <a:pt x="507841" y="749719"/>
                  </a:lnTo>
                  <a:lnTo>
                    <a:pt x="517150" y="759663"/>
                  </a:lnTo>
                  <a:lnTo>
                    <a:pt x="519100" y="778154"/>
                  </a:lnTo>
                  <a:lnTo>
                    <a:pt x="588480" y="778154"/>
                  </a:lnTo>
                  <a:lnTo>
                    <a:pt x="590861" y="797516"/>
                  </a:lnTo>
                  <a:lnTo>
                    <a:pt x="582739" y="804977"/>
                  </a:lnTo>
                  <a:lnTo>
                    <a:pt x="584797" y="827793"/>
                  </a:lnTo>
                  <a:lnTo>
                    <a:pt x="609365" y="840010"/>
                  </a:lnTo>
                  <a:lnTo>
                    <a:pt x="618890" y="863264"/>
                  </a:lnTo>
                  <a:lnTo>
                    <a:pt x="613156" y="882726"/>
                  </a:lnTo>
                  <a:lnTo>
                    <a:pt x="615537" y="893109"/>
                  </a:lnTo>
                  <a:lnTo>
                    <a:pt x="604387" y="904570"/>
                  </a:lnTo>
                  <a:lnTo>
                    <a:pt x="613804" y="916572"/>
                  </a:lnTo>
                  <a:lnTo>
                    <a:pt x="595293" y="940689"/>
                  </a:lnTo>
                  <a:lnTo>
                    <a:pt x="606660" y="972477"/>
                  </a:lnTo>
                  <a:lnTo>
                    <a:pt x="601466" y="1013574"/>
                  </a:lnTo>
                  <a:lnTo>
                    <a:pt x="611854" y="1011841"/>
                  </a:lnTo>
                  <a:lnTo>
                    <a:pt x="619646" y="1019626"/>
                  </a:lnTo>
                  <a:lnTo>
                    <a:pt x="646170" y="1022655"/>
                  </a:lnTo>
                  <a:lnTo>
                    <a:pt x="661213" y="1012812"/>
                  </a:lnTo>
                  <a:lnTo>
                    <a:pt x="666191" y="1021252"/>
                  </a:lnTo>
                  <a:lnTo>
                    <a:pt x="681450" y="1021683"/>
                  </a:lnTo>
                  <a:lnTo>
                    <a:pt x="689464" y="1035742"/>
                  </a:lnTo>
                  <a:lnTo>
                    <a:pt x="690975" y="1067207"/>
                  </a:lnTo>
                  <a:lnTo>
                    <a:pt x="696602" y="1078452"/>
                  </a:lnTo>
                  <a:lnTo>
                    <a:pt x="697579" y="1088079"/>
                  </a:lnTo>
                  <a:lnTo>
                    <a:pt x="709701" y="1090352"/>
                  </a:lnTo>
                  <a:lnTo>
                    <a:pt x="726262" y="1081157"/>
                  </a:lnTo>
                  <a:lnTo>
                    <a:pt x="739788" y="1090352"/>
                  </a:lnTo>
                  <a:lnTo>
                    <a:pt x="727234" y="1154259"/>
                  </a:lnTo>
                  <a:lnTo>
                    <a:pt x="743687" y="1155662"/>
                  </a:lnTo>
                  <a:lnTo>
                    <a:pt x="750291" y="1148417"/>
                  </a:lnTo>
                  <a:lnTo>
                    <a:pt x="760787" y="1153719"/>
                  </a:lnTo>
                  <a:lnTo>
                    <a:pt x="769341" y="1176427"/>
                  </a:lnTo>
                  <a:lnTo>
                    <a:pt x="764578" y="1195889"/>
                  </a:lnTo>
                  <a:lnTo>
                    <a:pt x="770528" y="1202703"/>
                  </a:lnTo>
                  <a:lnTo>
                    <a:pt x="766305" y="1213625"/>
                  </a:lnTo>
                  <a:lnTo>
                    <a:pt x="718687" y="1229195"/>
                  </a:lnTo>
                  <a:lnTo>
                    <a:pt x="716089" y="1237526"/>
                  </a:lnTo>
                  <a:lnTo>
                    <a:pt x="689026" y="1254500"/>
                  </a:lnTo>
                  <a:lnTo>
                    <a:pt x="687623" y="1262615"/>
                  </a:lnTo>
                  <a:lnTo>
                    <a:pt x="679069" y="1263371"/>
                  </a:lnTo>
                  <a:lnTo>
                    <a:pt x="640861" y="1314844"/>
                  </a:lnTo>
                  <a:lnTo>
                    <a:pt x="628307" y="1319276"/>
                  </a:lnTo>
                  <a:lnTo>
                    <a:pt x="614127" y="1338739"/>
                  </a:lnTo>
                  <a:lnTo>
                    <a:pt x="634372" y="1344905"/>
                  </a:lnTo>
                  <a:lnTo>
                    <a:pt x="641839" y="1338199"/>
                  </a:lnTo>
                  <a:lnTo>
                    <a:pt x="651904" y="1338199"/>
                  </a:lnTo>
                  <a:lnTo>
                    <a:pt x="670414" y="1356366"/>
                  </a:lnTo>
                  <a:lnTo>
                    <a:pt x="666407" y="1368482"/>
                  </a:lnTo>
                  <a:lnTo>
                    <a:pt x="682644" y="1374426"/>
                  </a:lnTo>
                  <a:lnTo>
                    <a:pt x="690436" y="1364583"/>
                  </a:lnTo>
                  <a:lnTo>
                    <a:pt x="708615" y="1383075"/>
                  </a:lnTo>
                  <a:lnTo>
                    <a:pt x="728212" y="1388377"/>
                  </a:lnTo>
                  <a:lnTo>
                    <a:pt x="743795" y="1405896"/>
                  </a:lnTo>
                  <a:lnTo>
                    <a:pt x="757435" y="1410221"/>
                  </a:lnTo>
                  <a:lnTo>
                    <a:pt x="767715" y="1429791"/>
                  </a:lnTo>
                  <a:lnTo>
                    <a:pt x="781895" y="1438008"/>
                  </a:lnTo>
                  <a:cubicBezTo>
                    <a:pt x="782758" y="1437361"/>
                    <a:pt x="783520" y="1436389"/>
                    <a:pt x="784060" y="1435417"/>
                  </a:cubicBezTo>
                  <a:cubicBezTo>
                    <a:pt x="783520" y="1435957"/>
                    <a:pt x="786010" y="1430547"/>
                    <a:pt x="790010" y="1431093"/>
                  </a:cubicBezTo>
                  <a:lnTo>
                    <a:pt x="796938" y="1432173"/>
                  </a:lnTo>
                  <a:cubicBezTo>
                    <a:pt x="802132" y="1432928"/>
                    <a:pt x="798239" y="1440066"/>
                    <a:pt x="797808" y="1444498"/>
                  </a:cubicBezTo>
                  <a:cubicBezTo>
                    <a:pt x="797478" y="1446232"/>
                    <a:pt x="795858" y="1448283"/>
                    <a:pt x="794233" y="1448822"/>
                  </a:cubicBezTo>
                  <a:cubicBezTo>
                    <a:pt x="790334" y="1450232"/>
                    <a:pt x="787629" y="1452391"/>
                    <a:pt x="777348" y="1458989"/>
                  </a:cubicBezTo>
                  <a:cubicBezTo>
                    <a:pt x="773557" y="1461478"/>
                    <a:pt x="774535" y="1466450"/>
                    <a:pt x="774319" y="1467536"/>
                  </a:cubicBezTo>
                  <a:cubicBezTo>
                    <a:pt x="774211" y="1471860"/>
                    <a:pt x="769233" y="1472832"/>
                    <a:pt x="768579" y="1473264"/>
                  </a:cubicBezTo>
                  <a:cubicBezTo>
                    <a:pt x="767499" y="1473804"/>
                    <a:pt x="766743" y="1473588"/>
                    <a:pt x="766197" y="1473264"/>
                  </a:cubicBezTo>
                  <a:lnTo>
                    <a:pt x="774211" y="1485049"/>
                  </a:lnTo>
                  <a:cubicBezTo>
                    <a:pt x="774751" y="1484402"/>
                    <a:pt x="775399" y="1483862"/>
                    <a:pt x="776052" y="1483322"/>
                  </a:cubicBezTo>
                  <a:lnTo>
                    <a:pt x="776485" y="1484078"/>
                  </a:lnTo>
                  <a:close/>
                  <a:moveTo>
                    <a:pt x="817721" y="1402112"/>
                  </a:moveTo>
                  <a:cubicBezTo>
                    <a:pt x="817398" y="1398435"/>
                    <a:pt x="820427" y="1397026"/>
                    <a:pt x="820966" y="1396378"/>
                  </a:cubicBezTo>
                  <a:cubicBezTo>
                    <a:pt x="824973" y="1393673"/>
                    <a:pt x="825081" y="1388593"/>
                    <a:pt x="825945" y="1386212"/>
                  </a:cubicBezTo>
                  <a:cubicBezTo>
                    <a:pt x="827246" y="1381455"/>
                    <a:pt x="833196" y="1381779"/>
                    <a:pt x="835578" y="1380808"/>
                  </a:cubicBezTo>
                  <a:cubicBezTo>
                    <a:pt x="840340" y="1379620"/>
                    <a:pt x="840232" y="1373562"/>
                    <a:pt x="841426" y="1370641"/>
                  </a:cubicBezTo>
                  <a:cubicBezTo>
                    <a:pt x="842721" y="1366209"/>
                    <a:pt x="847160" y="1364152"/>
                    <a:pt x="848024" y="1363288"/>
                  </a:cubicBezTo>
                  <a:cubicBezTo>
                    <a:pt x="852030" y="1360367"/>
                    <a:pt x="851599" y="1354531"/>
                    <a:pt x="852462" y="1351610"/>
                  </a:cubicBezTo>
                  <a:cubicBezTo>
                    <a:pt x="853224" y="1347394"/>
                    <a:pt x="856577" y="1347286"/>
                    <a:pt x="868591" y="1343717"/>
                  </a:cubicBezTo>
                  <a:cubicBezTo>
                    <a:pt x="873678" y="1342200"/>
                    <a:pt x="870972" y="1350639"/>
                    <a:pt x="871296" y="1354639"/>
                  </a:cubicBezTo>
                  <a:cubicBezTo>
                    <a:pt x="871080" y="1359288"/>
                    <a:pt x="866318" y="1361561"/>
                    <a:pt x="865238" y="1362532"/>
                  </a:cubicBezTo>
                  <a:cubicBezTo>
                    <a:pt x="862641" y="1364583"/>
                    <a:pt x="862749" y="1367612"/>
                    <a:pt x="862641" y="1368152"/>
                  </a:cubicBezTo>
                  <a:cubicBezTo>
                    <a:pt x="862641" y="1371505"/>
                    <a:pt x="859930" y="1372483"/>
                    <a:pt x="859390" y="1373022"/>
                  </a:cubicBezTo>
                  <a:cubicBezTo>
                    <a:pt x="854952" y="1374966"/>
                    <a:pt x="852570" y="1378858"/>
                    <a:pt x="841965" y="1391514"/>
                  </a:cubicBezTo>
                  <a:cubicBezTo>
                    <a:pt x="838829" y="1395298"/>
                    <a:pt x="833628" y="1398219"/>
                    <a:pt x="820966" y="1406544"/>
                  </a:cubicBezTo>
                  <a:cubicBezTo>
                    <a:pt x="817182" y="1409033"/>
                    <a:pt x="817613" y="1401788"/>
                    <a:pt x="817613" y="1401788"/>
                  </a:cubicBezTo>
                  <a:lnTo>
                    <a:pt x="817721" y="1402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28EFBE18-F694-0961-1D31-444AE11342EA}"/>
                </a:ext>
              </a:extLst>
            </p:cNvPr>
            <p:cNvSpPr/>
            <p:nvPr/>
          </p:nvSpPr>
          <p:spPr>
            <a:xfrm>
              <a:off x="3020479" y="4837258"/>
              <a:ext cx="456863" cy="505218"/>
            </a:xfrm>
            <a:custGeom>
              <a:avLst/>
              <a:gdLst>
                <a:gd name="csX0" fmla="*/ 278060 w 456863"/>
                <a:gd name="csY0" fmla="*/ 415684 h 505218"/>
                <a:gd name="csX1" fmla="*/ 292132 w 456863"/>
                <a:gd name="csY1" fmla="*/ 396215 h 505218"/>
                <a:gd name="csX2" fmla="*/ 298082 w 456863"/>
                <a:gd name="csY2" fmla="*/ 379997 h 505218"/>
                <a:gd name="csX3" fmla="*/ 338671 w 456863"/>
                <a:gd name="csY3" fmla="*/ 373399 h 505218"/>
                <a:gd name="csX4" fmla="*/ 363671 w 456863"/>
                <a:gd name="csY4" fmla="*/ 366801 h 505218"/>
                <a:gd name="csX5" fmla="*/ 397332 w 456863"/>
                <a:gd name="csY5" fmla="*/ 368751 h 505218"/>
                <a:gd name="csX6" fmla="*/ 429806 w 456863"/>
                <a:gd name="csY6" fmla="*/ 388429 h 505218"/>
                <a:gd name="csX7" fmla="*/ 433267 w 456863"/>
                <a:gd name="csY7" fmla="*/ 401625 h 505218"/>
                <a:gd name="csX8" fmla="*/ 451777 w 456863"/>
                <a:gd name="csY8" fmla="*/ 377508 h 505218"/>
                <a:gd name="csX9" fmla="*/ 442360 w 456863"/>
                <a:gd name="csY9" fmla="*/ 365506 h 505218"/>
                <a:gd name="csX10" fmla="*/ 453511 w 456863"/>
                <a:gd name="csY10" fmla="*/ 354044 h 505218"/>
                <a:gd name="csX11" fmla="*/ 451130 w 456863"/>
                <a:gd name="csY11" fmla="*/ 343662 h 505218"/>
                <a:gd name="csX12" fmla="*/ 456863 w 456863"/>
                <a:gd name="csY12" fmla="*/ 324199 h 505218"/>
                <a:gd name="csX13" fmla="*/ 447338 w 456863"/>
                <a:gd name="csY13" fmla="*/ 300946 h 505218"/>
                <a:gd name="csX14" fmla="*/ 422771 w 456863"/>
                <a:gd name="csY14" fmla="*/ 288728 h 505218"/>
                <a:gd name="csX15" fmla="*/ 420713 w 456863"/>
                <a:gd name="csY15" fmla="*/ 265912 h 505218"/>
                <a:gd name="csX16" fmla="*/ 428828 w 456863"/>
                <a:gd name="csY16" fmla="*/ 258451 h 505218"/>
                <a:gd name="csX17" fmla="*/ 426447 w 456863"/>
                <a:gd name="csY17" fmla="*/ 239097 h 505218"/>
                <a:gd name="csX18" fmla="*/ 357073 w 456863"/>
                <a:gd name="csY18" fmla="*/ 239097 h 505218"/>
                <a:gd name="csX19" fmla="*/ 355124 w 456863"/>
                <a:gd name="csY19" fmla="*/ 220599 h 505218"/>
                <a:gd name="csX20" fmla="*/ 345815 w 456863"/>
                <a:gd name="csY20" fmla="*/ 210655 h 505218"/>
                <a:gd name="csX21" fmla="*/ 350577 w 456863"/>
                <a:gd name="csY21" fmla="*/ 206330 h 505218"/>
                <a:gd name="csX22" fmla="*/ 350901 w 456863"/>
                <a:gd name="csY22" fmla="*/ 184379 h 505218"/>
                <a:gd name="csX23" fmla="*/ 346571 w 456863"/>
                <a:gd name="csY23" fmla="*/ 173565 h 505218"/>
                <a:gd name="csX24" fmla="*/ 351009 w 456863"/>
                <a:gd name="csY24" fmla="*/ 165017 h 505218"/>
                <a:gd name="csX25" fmla="*/ 345599 w 456863"/>
                <a:gd name="csY25" fmla="*/ 154203 h 505218"/>
                <a:gd name="csX26" fmla="*/ 323082 w 456863"/>
                <a:gd name="csY26" fmla="*/ 144799 h 505218"/>
                <a:gd name="csX27" fmla="*/ 297218 w 456863"/>
                <a:gd name="csY27" fmla="*/ 148368 h 505218"/>
                <a:gd name="csX28" fmla="*/ 282391 w 456863"/>
                <a:gd name="csY28" fmla="*/ 131388 h 505218"/>
                <a:gd name="csX29" fmla="*/ 258902 w 456863"/>
                <a:gd name="csY29" fmla="*/ 128467 h 505218"/>
                <a:gd name="csX30" fmla="*/ 246234 w 456863"/>
                <a:gd name="csY30" fmla="*/ 114084 h 505218"/>
                <a:gd name="csX31" fmla="*/ 221234 w 456863"/>
                <a:gd name="csY31" fmla="*/ 106839 h 505218"/>
                <a:gd name="csX32" fmla="*/ 213551 w 456863"/>
                <a:gd name="csY32" fmla="*/ 111277 h 505218"/>
                <a:gd name="csX33" fmla="*/ 194177 w 456863"/>
                <a:gd name="csY33" fmla="*/ 106731 h 505218"/>
                <a:gd name="csX34" fmla="*/ 194177 w 456863"/>
                <a:gd name="csY34" fmla="*/ 97974 h 505218"/>
                <a:gd name="csX35" fmla="*/ 174695 w 456863"/>
                <a:gd name="csY35" fmla="*/ 88455 h 505218"/>
                <a:gd name="csX36" fmla="*/ 162897 w 456863"/>
                <a:gd name="csY36" fmla="*/ 65640 h 505218"/>
                <a:gd name="csX37" fmla="*/ 167443 w 456863"/>
                <a:gd name="csY37" fmla="*/ 55906 h 505218"/>
                <a:gd name="csX38" fmla="*/ 160192 w 456863"/>
                <a:gd name="csY38" fmla="*/ 34823 h 505218"/>
                <a:gd name="csX39" fmla="*/ 167443 w 456863"/>
                <a:gd name="csY39" fmla="*/ 27470 h 505218"/>
                <a:gd name="csX40" fmla="*/ 167983 w 456863"/>
                <a:gd name="csY40" fmla="*/ 12002 h 505218"/>
                <a:gd name="csX41" fmla="*/ 154667 w 456863"/>
                <a:gd name="csY41" fmla="*/ 0 h 505218"/>
                <a:gd name="csX42" fmla="*/ 147199 w 456863"/>
                <a:gd name="csY42" fmla="*/ 6274 h 505218"/>
                <a:gd name="csX43" fmla="*/ 114840 w 456863"/>
                <a:gd name="csY43" fmla="*/ 10490 h 505218"/>
                <a:gd name="csX44" fmla="*/ 74898 w 456863"/>
                <a:gd name="csY44" fmla="*/ 40227 h 505218"/>
                <a:gd name="csX45" fmla="*/ 61697 w 456863"/>
                <a:gd name="csY45" fmla="*/ 39363 h 505218"/>
                <a:gd name="csX46" fmla="*/ 52172 w 456863"/>
                <a:gd name="csY46" fmla="*/ 53315 h 505218"/>
                <a:gd name="csX47" fmla="*/ 41561 w 456863"/>
                <a:gd name="csY47" fmla="*/ 58179 h 505218"/>
                <a:gd name="csX48" fmla="*/ 33769 w 456863"/>
                <a:gd name="csY48" fmla="*/ 50178 h 505218"/>
                <a:gd name="csX49" fmla="*/ 4871 w 456863"/>
                <a:gd name="csY49" fmla="*/ 48882 h 505218"/>
                <a:gd name="csX50" fmla="*/ 38424 w 456863"/>
                <a:gd name="csY50" fmla="*/ 108140 h 505218"/>
                <a:gd name="csX51" fmla="*/ 24029 w 456863"/>
                <a:gd name="csY51" fmla="*/ 127711 h 505218"/>
                <a:gd name="csX52" fmla="*/ 30956 w 456863"/>
                <a:gd name="csY52" fmla="*/ 167830 h 505218"/>
                <a:gd name="csX53" fmla="*/ 12770 w 456863"/>
                <a:gd name="csY53" fmla="*/ 197567 h 505218"/>
                <a:gd name="csX54" fmla="*/ 22841 w 456863"/>
                <a:gd name="csY54" fmla="*/ 209029 h 505218"/>
                <a:gd name="csX55" fmla="*/ 11582 w 456863"/>
                <a:gd name="csY55" fmla="*/ 220275 h 505218"/>
                <a:gd name="csX56" fmla="*/ 26626 w 456863"/>
                <a:gd name="csY56" fmla="*/ 262884 h 505218"/>
                <a:gd name="csX57" fmla="*/ 0 w 456863"/>
                <a:gd name="csY57" fmla="*/ 290132 h 505218"/>
                <a:gd name="csX58" fmla="*/ 9309 w 456863"/>
                <a:gd name="csY58" fmla="*/ 297707 h 505218"/>
                <a:gd name="csX59" fmla="*/ 15259 w 456863"/>
                <a:gd name="csY59" fmla="*/ 316084 h 505218"/>
                <a:gd name="csX60" fmla="*/ 23165 w 456863"/>
                <a:gd name="csY60" fmla="*/ 319767 h 505218"/>
                <a:gd name="csX61" fmla="*/ 27057 w 456863"/>
                <a:gd name="csY61" fmla="*/ 353720 h 505218"/>
                <a:gd name="csX62" fmla="*/ 46755 w 456863"/>
                <a:gd name="csY62" fmla="*/ 371132 h 505218"/>
                <a:gd name="csX63" fmla="*/ 37776 w 456863"/>
                <a:gd name="csY63" fmla="*/ 382702 h 505218"/>
                <a:gd name="csX64" fmla="*/ 45460 w 456863"/>
                <a:gd name="csY64" fmla="*/ 389293 h 505218"/>
                <a:gd name="csX65" fmla="*/ 44920 w 456863"/>
                <a:gd name="csY65" fmla="*/ 404222 h 505218"/>
                <a:gd name="csX66" fmla="*/ 36151 w 456863"/>
                <a:gd name="csY66" fmla="*/ 404222 h 505218"/>
                <a:gd name="csX67" fmla="*/ 37776 w 456863"/>
                <a:gd name="csY67" fmla="*/ 418166 h 505218"/>
                <a:gd name="csX68" fmla="*/ 48273 w 456863"/>
                <a:gd name="csY68" fmla="*/ 424548 h 505218"/>
                <a:gd name="csX69" fmla="*/ 44704 w 456863"/>
                <a:gd name="csY69" fmla="*/ 435039 h 505218"/>
                <a:gd name="csX70" fmla="*/ 58776 w 456863"/>
                <a:gd name="csY70" fmla="*/ 452018 h 505218"/>
                <a:gd name="csX71" fmla="*/ 70244 w 456863"/>
                <a:gd name="csY71" fmla="*/ 505219 h 505218"/>
                <a:gd name="csX72" fmla="*/ 93625 w 456863"/>
                <a:gd name="csY72" fmla="*/ 504571 h 505218"/>
                <a:gd name="csX73" fmla="*/ 113214 w 456863"/>
                <a:gd name="csY73" fmla="*/ 479698 h 505218"/>
                <a:gd name="csX74" fmla="*/ 127178 w 456863"/>
                <a:gd name="csY74" fmla="*/ 477101 h 505218"/>
                <a:gd name="csX75" fmla="*/ 129451 w 456863"/>
                <a:gd name="csY75" fmla="*/ 464991 h 505218"/>
                <a:gd name="csX76" fmla="*/ 149041 w 456863"/>
                <a:gd name="csY76" fmla="*/ 475805 h 505218"/>
                <a:gd name="csX77" fmla="*/ 177184 w 456863"/>
                <a:gd name="csY77" fmla="*/ 475805 h 505218"/>
                <a:gd name="csX78" fmla="*/ 192551 w 456863"/>
                <a:gd name="csY78" fmla="*/ 480670 h 505218"/>
                <a:gd name="csX79" fmla="*/ 190494 w 456863"/>
                <a:gd name="csY79" fmla="*/ 487915 h 505218"/>
                <a:gd name="csX80" fmla="*/ 197853 w 456863"/>
                <a:gd name="csY80" fmla="*/ 504355 h 505218"/>
                <a:gd name="csX81" fmla="*/ 218637 w 456863"/>
                <a:gd name="csY81" fmla="*/ 504571 h 505218"/>
                <a:gd name="csX82" fmla="*/ 221882 w 456863"/>
                <a:gd name="csY82" fmla="*/ 472668 h 505218"/>
                <a:gd name="csX83" fmla="*/ 255543 w 456863"/>
                <a:gd name="csY83" fmla="*/ 472668 h 505218"/>
                <a:gd name="csX84" fmla="*/ 256737 w 456863"/>
                <a:gd name="csY84" fmla="*/ 478618 h 505218"/>
                <a:gd name="csX85" fmla="*/ 264528 w 456863"/>
                <a:gd name="csY85" fmla="*/ 483051 h 505218"/>
                <a:gd name="csX86" fmla="*/ 278816 w 456863"/>
                <a:gd name="csY86" fmla="*/ 435578 h 505218"/>
                <a:gd name="csX87" fmla="*/ 278060 w 456863"/>
                <a:gd name="csY87" fmla="*/ 415899 h 505218"/>
                <a:gd name="csX88" fmla="*/ 278060 w 456863"/>
                <a:gd name="csY88" fmla="*/ 415684 h 50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456863" h="505218">
                  <a:moveTo>
                    <a:pt x="278060" y="415684"/>
                  </a:moveTo>
                  <a:lnTo>
                    <a:pt x="292132" y="396215"/>
                  </a:lnTo>
                  <a:lnTo>
                    <a:pt x="298082" y="379997"/>
                  </a:lnTo>
                  <a:lnTo>
                    <a:pt x="338671" y="373399"/>
                  </a:lnTo>
                  <a:lnTo>
                    <a:pt x="363671" y="366801"/>
                  </a:lnTo>
                  <a:lnTo>
                    <a:pt x="397332" y="368751"/>
                  </a:lnTo>
                  <a:lnTo>
                    <a:pt x="429806" y="388429"/>
                  </a:lnTo>
                  <a:lnTo>
                    <a:pt x="433267" y="401625"/>
                  </a:lnTo>
                  <a:lnTo>
                    <a:pt x="451777" y="377508"/>
                  </a:lnTo>
                  <a:lnTo>
                    <a:pt x="442360" y="365506"/>
                  </a:lnTo>
                  <a:lnTo>
                    <a:pt x="453511" y="354044"/>
                  </a:lnTo>
                  <a:lnTo>
                    <a:pt x="451130" y="343662"/>
                  </a:lnTo>
                  <a:lnTo>
                    <a:pt x="456863" y="324199"/>
                  </a:lnTo>
                  <a:lnTo>
                    <a:pt x="447338" y="300946"/>
                  </a:lnTo>
                  <a:lnTo>
                    <a:pt x="422771" y="288728"/>
                  </a:lnTo>
                  <a:lnTo>
                    <a:pt x="420713" y="265912"/>
                  </a:lnTo>
                  <a:lnTo>
                    <a:pt x="428828" y="258451"/>
                  </a:lnTo>
                  <a:lnTo>
                    <a:pt x="426447" y="239097"/>
                  </a:lnTo>
                  <a:lnTo>
                    <a:pt x="357073" y="239097"/>
                  </a:lnTo>
                  <a:lnTo>
                    <a:pt x="355124" y="220599"/>
                  </a:lnTo>
                  <a:lnTo>
                    <a:pt x="345815" y="210655"/>
                  </a:lnTo>
                  <a:lnTo>
                    <a:pt x="350577" y="206330"/>
                  </a:lnTo>
                  <a:lnTo>
                    <a:pt x="350901" y="184379"/>
                  </a:lnTo>
                  <a:lnTo>
                    <a:pt x="346571" y="173565"/>
                  </a:lnTo>
                  <a:lnTo>
                    <a:pt x="351009" y="165017"/>
                  </a:lnTo>
                  <a:lnTo>
                    <a:pt x="345599" y="154203"/>
                  </a:lnTo>
                  <a:lnTo>
                    <a:pt x="323082" y="144799"/>
                  </a:lnTo>
                  <a:lnTo>
                    <a:pt x="297218" y="148368"/>
                  </a:lnTo>
                  <a:lnTo>
                    <a:pt x="282391" y="131388"/>
                  </a:lnTo>
                  <a:lnTo>
                    <a:pt x="258902" y="128467"/>
                  </a:lnTo>
                  <a:lnTo>
                    <a:pt x="246234" y="114084"/>
                  </a:lnTo>
                  <a:lnTo>
                    <a:pt x="221234" y="106839"/>
                  </a:lnTo>
                  <a:lnTo>
                    <a:pt x="213551" y="111277"/>
                  </a:lnTo>
                  <a:lnTo>
                    <a:pt x="194177" y="106731"/>
                  </a:lnTo>
                  <a:lnTo>
                    <a:pt x="194177" y="97974"/>
                  </a:lnTo>
                  <a:lnTo>
                    <a:pt x="174695" y="88455"/>
                  </a:lnTo>
                  <a:lnTo>
                    <a:pt x="162897" y="65640"/>
                  </a:lnTo>
                  <a:lnTo>
                    <a:pt x="167443" y="55906"/>
                  </a:lnTo>
                  <a:lnTo>
                    <a:pt x="160192" y="34823"/>
                  </a:lnTo>
                  <a:lnTo>
                    <a:pt x="167443" y="27470"/>
                  </a:lnTo>
                  <a:lnTo>
                    <a:pt x="167983" y="12002"/>
                  </a:lnTo>
                  <a:lnTo>
                    <a:pt x="154667" y="0"/>
                  </a:lnTo>
                  <a:lnTo>
                    <a:pt x="147199" y="6274"/>
                  </a:lnTo>
                  <a:lnTo>
                    <a:pt x="114840" y="10490"/>
                  </a:lnTo>
                  <a:lnTo>
                    <a:pt x="74898" y="40227"/>
                  </a:lnTo>
                  <a:lnTo>
                    <a:pt x="61697" y="39363"/>
                  </a:lnTo>
                  <a:lnTo>
                    <a:pt x="52172" y="53315"/>
                  </a:lnTo>
                  <a:lnTo>
                    <a:pt x="41561" y="58179"/>
                  </a:lnTo>
                  <a:lnTo>
                    <a:pt x="33769" y="50178"/>
                  </a:lnTo>
                  <a:lnTo>
                    <a:pt x="4871" y="48882"/>
                  </a:lnTo>
                  <a:lnTo>
                    <a:pt x="38424" y="108140"/>
                  </a:lnTo>
                  <a:lnTo>
                    <a:pt x="24029" y="127711"/>
                  </a:lnTo>
                  <a:lnTo>
                    <a:pt x="30956" y="167830"/>
                  </a:lnTo>
                  <a:lnTo>
                    <a:pt x="12770" y="197567"/>
                  </a:lnTo>
                  <a:lnTo>
                    <a:pt x="22841" y="209029"/>
                  </a:lnTo>
                  <a:lnTo>
                    <a:pt x="11582" y="220275"/>
                  </a:lnTo>
                  <a:lnTo>
                    <a:pt x="26626" y="262884"/>
                  </a:lnTo>
                  <a:lnTo>
                    <a:pt x="0" y="290132"/>
                  </a:lnTo>
                  <a:lnTo>
                    <a:pt x="9309" y="297707"/>
                  </a:lnTo>
                  <a:lnTo>
                    <a:pt x="15259" y="316084"/>
                  </a:lnTo>
                  <a:lnTo>
                    <a:pt x="23165" y="319767"/>
                  </a:lnTo>
                  <a:lnTo>
                    <a:pt x="27057" y="353720"/>
                  </a:lnTo>
                  <a:lnTo>
                    <a:pt x="46755" y="371132"/>
                  </a:lnTo>
                  <a:lnTo>
                    <a:pt x="37776" y="382702"/>
                  </a:lnTo>
                  <a:lnTo>
                    <a:pt x="45460" y="389293"/>
                  </a:lnTo>
                  <a:lnTo>
                    <a:pt x="44920" y="404222"/>
                  </a:lnTo>
                  <a:lnTo>
                    <a:pt x="36151" y="404222"/>
                  </a:lnTo>
                  <a:lnTo>
                    <a:pt x="37776" y="418166"/>
                  </a:lnTo>
                  <a:lnTo>
                    <a:pt x="48273" y="424548"/>
                  </a:lnTo>
                  <a:lnTo>
                    <a:pt x="44704" y="435039"/>
                  </a:lnTo>
                  <a:lnTo>
                    <a:pt x="58776" y="452018"/>
                  </a:lnTo>
                  <a:lnTo>
                    <a:pt x="70244" y="505219"/>
                  </a:lnTo>
                  <a:lnTo>
                    <a:pt x="93625" y="504571"/>
                  </a:lnTo>
                  <a:lnTo>
                    <a:pt x="113214" y="479698"/>
                  </a:lnTo>
                  <a:lnTo>
                    <a:pt x="127178" y="477101"/>
                  </a:lnTo>
                  <a:lnTo>
                    <a:pt x="129451" y="464991"/>
                  </a:lnTo>
                  <a:lnTo>
                    <a:pt x="149041" y="475805"/>
                  </a:lnTo>
                  <a:lnTo>
                    <a:pt x="177184" y="475805"/>
                  </a:lnTo>
                  <a:lnTo>
                    <a:pt x="192551" y="480670"/>
                  </a:lnTo>
                  <a:lnTo>
                    <a:pt x="190494" y="487915"/>
                  </a:lnTo>
                  <a:lnTo>
                    <a:pt x="197853" y="504355"/>
                  </a:lnTo>
                  <a:lnTo>
                    <a:pt x="218637" y="504571"/>
                  </a:lnTo>
                  <a:lnTo>
                    <a:pt x="221882" y="472668"/>
                  </a:lnTo>
                  <a:lnTo>
                    <a:pt x="255543" y="472668"/>
                  </a:lnTo>
                  <a:lnTo>
                    <a:pt x="256737" y="478618"/>
                  </a:lnTo>
                  <a:lnTo>
                    <a:pt x="264528" y="483051"/>
                  </a:lnTo>
                  <a:lnTo>
                    <a:pt x="278816" y="435578"/>
                  </a:lnTo>
                  <a:lnTo>
                    <a:pt x="278060" y="415899"/>
                  </a:lnTo>
                  <a:lnTo>
                    <a:pt x="278060" y="415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7E3AC2A-BB37-9B37-D88E-E8446706BF10}"/>
                </a:ext>
              </a:extLst>
            </p:cNvPr>
            <p:cNvSpPr/>
            <p:nvPr/>
          </p:nvSpPr>
          <p:spPr>
            <a:xfrm>
              <a:off x="3207998" y="6824471"/>
              <a:ext cx="36238" cy="14823"/>
            </a:xfrm>
            <a:custGeom>
              <a:avLst/>
              <a:gdLst>
                <a:gd name="csX0" fmla="*/ 33931 w 36238"/>
                <a:gd name="csY0" fmla="*/ 0 h 14823"/>
                <a:gd name="csX1" fmla="*/ 270 w 36238"/>
                <a:gd name="csY1" fmla="*/ 8128 h 14823"/>
                <a:gd name="csX2" fmla="*/ 12392 w 36238"/>
                <a:gd name="csY2" fmla="*/ 14732 h 14823"/>
                <a:gd name="csX3" fmla="*/ 34578 w 36238"/>
                <a:gd name="csY3" fmla="*/ 8128 h 14823"/>
                <a:gd name="csX4" fmla="*/ 33931 w 36238"/>
                <a:gd name="csY4" fmla="*/ 127 h 14823"/>
                <a:gd name="csX5" fmla="*/ 33931 w 36238"/>
                <a:gd name="csY5" fmla="*/ 0 h 1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238" h="14823">
                  <a:moveTo>
                    <a:pt x="33931" y="0"/>
                  </a:moveTo>
                  <a:cubicBezTo>
                    <a:pt x="33931" y="0"/>
                    <a:pt x="-3522" y="5144"/>
                    <a:pt x="270" y="8128"/>
                  </a:cubicBezTo>
                  <a:cubicBezTo>
                    <a:pt x="6651" y="13208"/>
                    <a:pt x="8493" y="15304"/>
                    <a:pt x="12392" y="14732"/>
                  </a:cubicBezTo>
                  <a:cubicBezTo>
                    <a:pt x="30788" y="12065"/>
                    <a:pt x="33277" y="12447"/>
                    <a:pt x="34578" y="8128"/>
                  </a:cubicBezTo>
                  <a:cubicBezTo>
                    <a:pt x="34794" y="6286"/>
                    <a:pt x="38585" y="-635"/>
                    <a:pt x="33931" y="127"/>
                  </a:cubicBezTo>
                  <a:lnTo>
                    <a:pt x="3393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38D0E84E-974F-2179-ADCD-86872A2020FB}"/>
                </a:ext>
              </a:extLst>
            </p:cNvPr>
            <p:cNvSpPr/>
            <p:nvPr/>
          </p:nvSpPr>
          <p:spPr>
            <a:xfrm>
              <a:off x="2880525" y="5302034"/>
              <a:ext cx="748556" cy="1403034"/>
            </a:xfrm>
            <a:custGeom>
              <a:avLst/>
              <a:gdLst>
                <a:gd name="csX0" fmla="*/ 618890 w 748556"/>
                <a:gd name="csY0" fmla="*/ 311112 h 1403034"/>
                <a:gd name="csX1" fmla="*/ 657098 w 748556"/>
                <a:gd name="csY1" fmla="*/ 259639 h 1403034"/>
                <a:gd name="csX2" fmla="*/ 665651 w 748556"/>
                <a:gd name="csY2" fmla="*/ 258883 h 1403034"/>
                <a:gd name="csX3" fmla="*/ 667055 w 748556"/>
                <a:gd name="csY3" fmla="*/ 250774 h 1403034"/>
                <a:gd name="csX4" fmla="*/ 694118 w 748556"/>
                <a:gd name="csY4" fmla="*/ 233794 h 1403034"/>
                <a:gd name="csX5" fmla="*/ 696715 w 748556"/>
                <a:gd name="csY5" fmla="*/ 225470 h 1403034"/>
                <a:gd name="csX6" fmla="*/ 744340 w 748556"/>
                <a:gd name="csY6" fmla="*/ 209893 h 1403034"/>
                <a:gd name="csX7" fmla="*/ 748557 w 748556"/>
                <a:gd name="csY7" fmla="*/ 198971 h 1403034"/>
                <a:gd name="csX8" fmla="*/ 742607 w 748556"/>
                <a:gd name="csY8" fmla="*/ 192164 h 1403034"/>
                <a:gd name="csX9" fmla="*/ 747370 w 748556"/>
                <a:gd name="csY9" fmla="*/ 172695 h 1403034"/>
                <a:gd name="csX10" fmla="*/ 738816 w 748556"/>
                <a:gd name="csY10" fmla="*/ 149987 h 1403034"/>
                <a:gd name="csX11" fmla="*/ 728320 w 748556"/>
                <a:gd name="csY11" fmla="*/ 144691 h 1403034"/>
                <a:gd name="csX12" fmla="*/ 721715 w 748556"/>
                <a:gd name="csY12" fmla="*/ 151936 h 1403034"/>
                <a:gd name="csX13" fmla="*/ 705263 w 748556"/>
                <a:gd name="csY13" fmla="*/ 150527 h 1403034"/>
                <a:gd name="csX14" fmla="*/ 706780 w 748556"/>
                <a:gd name="csY14" fmla="*/ 161017 h 1403034"/>
                <a:gd name="csX15" fmla="*/ 702018 w 748556"/>
                <a:gd name="csY15" fmla="*/ 165881 h 1403034"/>
                <a:gd name="csX16" fmla="*/ 701478 w 748556"/>
                <a:gd name="csY16" fmla="*/ 186537 h 1403034"/>
                <a:gd name="csX17" fmla="*/ 687838 w 748556"/>
                <a:gd name="csY17" fmla="*/ 202216 h 1403034"/>
                <a:gd name="csX18" fmla="*/ 678637 w 748556"/>
                <a:gd name="csY18" fmla="*/ 202216 h 1403034"/>
                <a:gd name="csX19" fmla="*/ 670090 w 748556"/>
                <a:gd name="csY19" fmla="*/ 209461 h 1403034"/>
                <a:gd name="csX20" fmla="*/ 668896 w 748556"/>
                <a:gd name="csY20" fmla="*/ 216598 h 1403034"/>
                <a:gd name="csX21" fmla="*/ 661213 w 748556"/>
                <a:gd name="csY21" fmla="*/ 221685 h 1403034"/>
                <a:gd name="csX22" fmla="*/ 656126 w 748556"/>
                <a:gd name="csY22" fmla="*/ 216383 h 1403034"/>
                <a:gd name="csX23" fmla="*/ 645846 w 748556"/>
                <a:gd name="csY23" fmla="*/ 217246 h 1403034"/>
                <a:gd name="csX24" fmla="*/ 639026 w 748556"/>
                <a:gd name="csY24" fmla="*/ 228606 h 1403034"/>
                <a:gd name="csX25" fmla="*/ 627875 w 748556"/>
                <a:gd name="csY25" fmla="*/ 220275 h 1403034"/>
                <a:gd name="csX26" fmla="*/ 612076 w 748556"/>
                <a:gd name="csY26" fmla="*/ 224930 h 1403034"/>
                <a:gd name="csX27" fmla="*/ 578523 w 748556"/>
                <a:gd name="csY27" fmla="*/ 214656 h 1403034"/>
                <a:gd name="csX28" fmla="*/ 555574 w 748556"/>
                <a:gd name="csY28" fmla="*/ 217469 h 1403034"/>
                <a:gd name="csX29" fmla="*/ 552545 w 748556"/>
                <a:gd name="csY29" fmla="*/ 203841 h 1403034"/>
                <a:gd name="csX30" fmla="*/ 570833 w 748556"/>
                <a:gd name="csY30" fmla="*/ 192487 h 1403034"/>
                <a:gd name="csX31" fmla="*/ 571919 w 748556"/>
                <a:gd name="csY31" fmla="*/ 173234 h 1403034"/>
                <a:gd name="csX32" fmla="*/ 582632 w 748556"/>
                <a:gd name="csY32" fmla="*/ 167075 h 1403034"/>
                <a:gd name="csX33" fmla="*/ 586099 w 748556"/>
                <a:gd name="csY33" fmla="*/ 153340 h 1403034"/>
                <a:gd name="csX34" fmla="*/ 592703 w 748556"/>
                <a:gd name="csY34" fmla="*/ 149663 h 1403034"/>
                <a:gd name="csX35" fmla="*/ 595084 w 748556"/>
                <a:gd name="csY35" fmla="*/ 143713 h 1403034"/>
                <a:gd name="csX36" fmla="*/ 588156 w 748556"/>
                <a:gd name="csY36" fmla="*/ 129330 h 1403034"/>
                <a:gd name="csX37" fmla="*/ 572459 w 748556"/>
                <a:gd name="csY37" fmla="*/ 123819 h 1403034"/>
                <a:gd name="csX38" fmla="*/ 562718 w 748556"/>
                <a:gd name="csY38" fmla="*/ 124574 h 1403034"/>
                <a:gd name="csX39" fmla="*/ 556768 w 748556"/>
                <a:gd name="csY39" fmla="*/ 115170 h 1403034"/>
                <a:gd name="csX40" fmla="*/ 528517 w 748556"/>
                <a:gd name="csY40" fmla="*/ 106623 h 1403034"/>
                <a:gd name="csX41" fmla="*/ 506978 w 748556"/>
                <a:gd name="csY41" fmla="*/ 86404 h 1403034"/>
                <a:gd name="csX42" fmla="*/ 467036 w 748556"/>
                <a:gd name="csY42" fmla="*/ 80670 h 1403034"/>
                <a:gd name="csX43" fmla="*/ 460870 w 748556"/>
                <a:gd name="csY43" fmla="*/ 69209 h 1403034"/>
                <a:gd name="csX44" fmla="*/ 429482 w 748556"/>
                <a:gd name="csY44" fmla="*/ 47257 h 1403034"/>
                <a:gd name="csX45" fmla="*/ 420281 w 748556"/>
                <a:gd name="csY45" fmla="*/ 27254 h 1403034"/>
                <a:gd name="csX46" fmla="*/ 396469 w 748556"/>
                <a:gd name="csY46" fmla="*/ 13627 h 1403034"/>
                <a:gd name="csX47" fmla="*/ 395275 w 748556"/>
                <a:gd name="csY47" fmla="*/ 7677 h 1403034"/>
                <a:gd name="csX48" fmla="*/ 361613 w 748556"/>
                <a:gd name="csY48" fmla="*/ 7677 h 1403034"/>
                <a:gd name="csX49" fmla="*/ 358369 w 748556"/>
                <a:gd name="csY49" fmla="*/ 39579 h 1403034"/>
                <a:gd name="csX50" fmla="*/ 337585 w 748556"/>
                <a:gd name="csY50" fmla="*/ 39363 h 1403034"/>
                <a:gd name="csX51" fmla="*/ 330225 w 748556"/>
                <a:gd name="csY51" fmla="*/ 22923 h 1403034"/>
                <a:gd name="csX52" fmla="*/ 332283 w 748556"/>
                <a:gd name="csY52" fmla="*/ 15678 h 1403034"/>
                <a:gd name="csX53" fmla="*/ 316916 w 748556"/>
                <a:gd name="csY53" fmla="*/ 10814 h 1403034"/>
                <a:gd name="csX54" fmla="*/ 288773 w 748556"/>
                <a:gd name="csY54" fmla="*/ 10814 h 1403034"/>
                <a:gd name="csX55" fmla="*/ 269183 w 748556"/>
                <a:gd name="csY55" fmla="*/ 0 h 1403034"/>
                <a:gd name="csX56" fmla="*/ 266909 w 748556"/>
                <a:gd name="csY56" fmla="*/ 12109 h 1403034"/>
                <a:gd name="csX57" fmla="*/ 252946 w 748556"/>
                <a:gd name="csY57" fmla="*/ 14706 h 1403034"/>
                <a:gd name="csX58" fmla="*/ 233356 w 748556"/>
                <a:gd name="csY58" fmla="*/ 39579 h 1403034"/>
                <a:gd name="csX59" fmla="*/ 240716 w 748556"/>
                <a:gd name="csY59" fmla="*/ 47257 h 1403034"/>
                <a:gd name="csX60" fmla="*/ 228917 w 748556"/>
                <a:gd name="csY60" fmla="*/ 85318 h 1403034"/>
                <a:gd name="csX61" fmla="*/ 194716 w 748556"/>
                <a:gd name="csY61" fmla="*/ 100787 h 1403034"/>
                <a:gd name="csX62" fmla="*/ 182702 w 748556"/>
                <a:gd name="csY62" fmla="*/ 115494 h 1403034"/>
                <a:gd name="csX63" fmla="*/ 189198 w 748556"/>
                <a:gd name="csY63" fmla="*/ 128035 h 1403034"/>
                <a:gd name="csX64" fmla="*/ 181184 w 748556"/>
                <a:gd name="csY64" fmla="*/ 142634 h 1403034"/>
                <a:gd name="csX65" fmla="*/ 188328 w 748556"/>
                <a:gd name="csY65" fmla="*/ 170428 h 1403034"/>
                <a:gd name="csX66" fmla="*/ 180861 w 748556"/>
                <a:gd name="csY66" fmla="*/ 182969 h 1403034"/>
                <a:gd name="csX67" fmla="*/ 194069 w 748556"/>
                <a:gd name="csY67" fmla="*/ 202324 h 1403034"/>
                <a:gd name="csX68" fmla="*/ 185299 w 748556"/>
                <a:gd name="csY68" fmla="*/ 212706 h 1403034"/>
                <a:gd name="csX69" fmla="*/ 173393 w 748556"/>
                <a:gd name="csY69" fmla="*/ 208921 h 1403034"/>
                <a:gd name="csX70" fmla="*/ 160407 w 748556"/>
                <a:gd name="csY70" fmla="*/ 240608 h 1403034"/>
                <a:gd name="csX71" fmla="*/ 141249 w 748556"/>
                <a:gd name="csY71" fmla="*/ 260826 h 1403034"/>
                <a:gd name="csX72" fmla="*/ 136487 w 748556"/>
                <a:gd name="csY72" fmla="*/ 287109 h 1403034"/>
                <a:gd name="csX73" fmla="*/ 128365 w 748556"/>
                <a:gd name="csY73" fmla="*/ 295650 h 1403034"/>
                <a:gd name="csX74" fmla="*/ 137243 w 748556"/>
                <a:gd name="csY74" fmla="*/ 333496 h 1403034"/>
                <a:gd name="csX75" fmla="*/ 130746 w 748556"/>
                <a:gd name="csY75" fmla="*/ 340525 h 1403034"/>
                <a:gd name="csX76" fmla="*/ 124257 w 748556"/>
                <a:gd name="csY76" fmla="*/ 340093 h 1403034"/>
                <a:gd name="csX77" fmla="*/ 117329 w 748556"/>
                <a:gd name="csY77" fmla="*/ 368211 h 1403034"/>
                <a:gd name="csX78" fmla="*/ 110617 w 748556"/>
                <a:gd name="csY78" fmla="*/ 371234 h 1403034"/>
                <a:gd name="csX79" fmla="*/ 106394 w 748556"/>
                <a:gd name="csY79" fmla="*/ 387242 h 1403034"/>
                <a:gd name="csX80" fmla="*/ 125768 w 748556"/>
                <a:gd name="csY80" fmla="*/ 438391 h 1403034"/>
                <a:gd name="csX81" fmla="*/ 119818 w 748556"/>
                <a:gd name="csY81" fmla="*/ 444557 h 1403034"/>
                <a:gd name="csX82" fmla="*/ 124904 w 748556"/>
                <a:gd name="csY82" fmla="*/ 459911 h 1403034"/>
                <a:gd name="csX83" fmla="*/ 137351 w 748556"/>
                <a:gd name="csY83" fmla="*/ 459696 h 1403034"/>
                <a:gd name="csX84" fmla="*/ 135617 w 748556"/>
                <a:gd name="csY84" fmla="*/ 499383 h 1403034"/>
                <a:gd name="csX85" fmla="*/ 126530 w 748556"/>
                <a:gd name="csY85" fmla="*/ 503161 h 1403034"/>
                <a:gd name="csX86" fmla="*/ 115703 w 748556"/>
                <a:gd name="csY86" fmla="*/ 529444 h 1403034"/>
                <a:gd name="csX87" fmla="*/ 106502 w 748556"/>
                <a:gd name="csY87" fmla="*/ 534200 h 1403034"/>
                <a:gd name="csX88" fmla="*/ 113214 w 748556"/>
                <a:gd name="csY88" fmla="*/ 547719 h 1403034"/>
                <a:gd name="csX89" fmla="*/ 114624 w 748556"/>
                <a:gd name="csY89" fmla="*/ 574751 h 1403034"/>
                <a:gd name="csX90" fmla="*/ 101848 w 748556"/>
                <a:gd name="csY90" fmla="*/ 591299 h 1403034"/>
                <a:gd name="csX91" fmla="*/ 90049 w 748556"/>
                <a:gd name="csY91" fmla="*/ 593998 h 1403034"/>
                <a:gd name="csX92" fmla="*/ 83668 w 748556"/>
                <a:gd name="csY92" fmla="*/ 617360 h 1403034"/>
                <a:gd name="csX93" fmla="*/ 88646 w 748556"/>
                <a:gd name="csY93" fmla="*/ 623627 h 1403034"/>
                <a:gd name="csX94" fmla="*/ 83668 w 748556"/>
                <a:gd name="csY94" fmla="*/ 635419 h 1403034"/>
                <a:gd name="csX95" fmla="*/ 89941 w 748556"/>
                <a:gd name="csY95" fmla="*/ 642226 h 1403034"/>
                <a:gd name="csX96" fmla="*/ 84423 w 748556"/>
                <a:gd name="csY96" fmla="*/ 650558 h 1403034"/>
                <a:gd name="csX97" fmla="*/ 91783 w 748556"/>
                <a:gd name="csY97" fmla="*/ 683000 h 1403034"/>
                <a:gd name="csX98" fmla="*/ 100336 w 748556"/>
                <a:gd name="csY98" fmla="*/ 691216 h 1403034"/>
                <a:gd name="csX99" fmla="*/ 94380 w 748556"/>
                <a:gd name="csY99" fmla="*/ 700405 h 1403034"/>
                <a:gd name="csX100" fmla="*/ 76308 w 748556"/>
                <a:gd name="csY100" fmla="*/ 709384 h 1403034"/>
                <a:gd name="csX101" fmla="*/ 76308 w 748556"/>
                <a:gd name="csY101" fmla="*/ 738473 h 1403034"/>
                <a:gd name="csX102" fmla="*/ 63970 w 748556"/>
                <a:gd name="csY102" fmla="*/ 747230 h 1403034"/>
                <a:gd name="csX103" fmla="*/ 68732 w 748556"/>
                <a:gd name="csY103" fmla="*/ 763346 h 1403034"/>
                <a:gd name="csX104" fmla="*/ 61373 w 748556"/>
                <a:gd name="csY104" fmla="*/ 774700 h 1403034"/>
                <a:gd name="csX105" fmla="*/ 65373 w 748556"/>
                <a:gd name="csY105" fmla="*/ 787025 h 1403034"/>
                <a:gd name="csX106" fmla="*/ 56172 w 748556"/>
                <a:gd name="csY106" fmla="*/ 804437 h 1403034"/>
                <a:gd name="csX107" fmla="*/ 57906 w 748556"/>
                <a:gd name="csY107" fmla="*/ 842067 h 1403034"/>
                <a:gd name="csX108" fmla="*/ 66021 w 748556"/>
                <a:gd name="csY108" fmla="*/ 857745 h 1403034"/>
                <a:gd name="csX109" fmla="*/ 53359 w 748556"/>
                <a:gd name="csY109" fmla="*/ 871804 h 1403034"/>
                <a:gd name="csX110" fmla="*/ 55956 w 748556"/>
                <a:gd name="csY110" fmla="*/ 880351 h 1403034"/>
                <a:gd name="csX111" fmla="*/ 51194 w 748556"/>
                <a:gd name="csY111" fmla="*/ 887375 h 1403034"/>
                <a:gd name="csX112" fmla="*/ 53035 w 748556"/>
                <a:gd name="csY112" fmla="*/ 910520 h 1403034"/>
                <a:gd name="csX113" fmla="*/ 63532 w 748556"/>
                <a:gd name="csY113" fmla="*/ 918845 h 1403034"/>
                <a:gd name="csX114" fmla="*/ 58991 w 748556"/>
                <a:gd name="csY114" fmla="*/ 934739 h 1403034"/>
                <a:gd name="csX115" fmla="*/ 66351 w 748556"/>
                <a:gd name="csY115" fmla="*/ 955827 h 1403034"/>
                <a:gd name="csX116" fmla="*/ 59531 w 748556"/>
                <a:gd name="csY116" fmla="*/ 972807 h 1403034"/>
                <a:gd name="csX117" fmla="*/ 78143 w 748556"/>
                <a:gd name="csY117" fmla="*/ 976052 h 1403034"/>
                <a:gd name="csX118" fmla="*/ 81718 w 748556"/>
                <a:gd name="csY118" fmla="*/ 994435 h 1403034"/>
                <a:gd name="csX119" fmla="*/ 56934 w 748556"/>
                <a:gd name="csY119" fmla="*/ 996162 h 1403034"/>
                <a:gd name="csX120" fmla="*/ 51302 w 748556"/>
                <a:gd name="csY120" fmla="*/ 1012927 h 1403034"/>
                <a:gd name="csX121" fmla="*/ 72193 w 748556"/>
                <a:gd name="csY121" fmla="*/ 1018331 h 1403034"/>
                <a:gd name="csX122" fmla="*/ 79121 w 748556"/>
                <a:gd name="csY122" fmla="*/ 1029252 h 1403034"/>
                <a:gd name="csX123" fmla="*/ 59207 w 748556"/>
                <a:gd name="csY123" fmla="*/ 1048919 h 1403034"/>
                <a:gd name="csX124" fmla="*/ 67323 w 748556"/>
                <a:gd name="csY124" fmla="*/ 1065619 h 1403034"/>
                <a:gd name="csX125" fmla="*/ 64186 w 748556"/>
                <a:gd name="csY125" fmla="*/ 1094321 h 1403034"/>
                <a:gd name="csX126" fmla="*/ 55308 w 748556"/>
                <a:gd name="csY126" fmla="*/ 1106386 h 1403034"/>
                <a:gd name="csX127" fmla="*/ 59423 w 748556"/>
                <a:gd name="csY127" fmla="*/ 1118895 h 1403034"/>
                <a:gd name="csX128" fmla="*/ 42647 w 748556"/>
                <a:gd name="csY128" fmla="*/ 1131786 h 1403034"/>
                <a:gd name="csX129" fmla="*/ 36474 w 748556"/>
                <a:gd name="csY129" fmla="*/ 1162075 h 1403034"/>
                <a:gd name="csX130" fmla="*/ 42647 w 748556"/>
                <a:gd name="csY130" fmla="*/ 1175157 h 1403034"/>
                <a:gd name="csX131" fmla="*/ 29978 w 748556"/>
                <a:gd name="csY131" fmla="*/ 1207351 h 1403034"/>
                <a:gd name="csX132" fmla="*/ 15697 w 748556"/>
                <a:gd name="csY132" fmla="*/ 1214272 h 1403034"/>
                <a:gd name="csX133" fmla="*/ 15697 w 748556"/>
                <a:gd name="csY133" fmla="*/ 1228750 h 1403034"/>
                <a:gd name="csX134" fmla="*/ 0 w 748556"/>
                <a:gd name="csY134" fmla="*/ 1233513 h 1403034"/>
                <a:gd name="csX135" fmla="*/ 0 w 748556"/>
                <a:gd name="csY135" fmla="*/ 1272438 h 1403034"/>
                <a:gd name="csX136" fmla="*/ 13640 w 748556"/>
                <a:gd name="csY136" fmla="*/ 1308443 h 1403034"/>
                <a:gd name="csX137" fmla="*/ 38424 w 748556"/>
                <a:gd name="csY137" fmla="*/ 1300442 h 1403034"/>
                <a:gd name="csX138" fmla="*/ 44596 w 748556"/>
                <a:gd name="csY138" fmla="*/ 1326413 h 1403034"/>
                <a:gd name="csX139" fmla="*/ 37122 w 748556"/>
                <a:gd name="csY139" fmla="*/ 1351178 h 1403034"/>
                <a:gd name="csX140" fmla="*/ 56388 w 748556"/>
                <a:gd name="csY140" fmla="*/ 1365910 h 1403034"/>
                <a:gd name="csX141" fmla="*/ 58991 w 748556"/>
                <a:gd name="csY141" fmla="*/ 1375372 h 1403034"/>
                <a:gd name="csX142" fmla="*/ 154127 w 748556"/>
                <a:gd name="csY142" fmla="*/ 1375372 h 1403034"/>
                <a:gd name="csX143" fmla="*/ 176422 w 748556"/>
                <a:gd name="csY143" fmla="*/ 1391819 h 1403034"/>
                <a:gd name="csX144" fmla="*/ 176422 w 748556"/>
                <a:gd name="csY144" fmla="*/ 1400518 h 1403034"/>
                <a:gd name="csX145" fmla="*/ 192227 w 748556"/>
                <a:gd name="csY145" fmla="*/ 1400835 h 1403034"/>
                <a:gd name="csX146" fmla="*/ 190278 w 748556"/>
                <a:gd name="csY146" fmla="*/ 1395057 h 1403034"/>
                <a:gd name="csX147" fmla="*/ 183674 w 748556"/>
                <a:gd name="csY147" fmla="*/ 1387183 h 1403034"/>
                <a:gd name="csX148" fmla="*/ 171444 w 748556"/>
                <a:gd name="csY148" fmla="*/ 1364133 h 1403034"/>
                <a:gd name="csX149" fmla="*/ 166141 w 748556"/>
                <a:gd name="csY149" fmla="*/ 1360259 h 1403034"/>
                <a:gd name="csX150" fmla="*/ 165386 w 748556"/>
                <a:gd name="csY150" fmla="*/ 1356385 h 1403034"/>
                <a:gd name="csX151" fmla="*/ 166789 w 748556"/>
                <a:gd name="csY151" fmla="*/ 1350099 h 1403034"/>
                <a:gd name="csX152" fmla="*/ 161163 w 748556"/>
                <a:gd name="csY152" fmla="*/ 1320063 h 1403034"/>
                <a:gd name="csX153" fmla="*/ 167767 w 748556"/>
                <a:gd name="csY153" fmla="*/ 1295934 h 1403034"/>
                <a:gd name="csX154" fmla="*/ 184328 w 748556"/>
                <a:gd name="csY154" fmla="*/ 1284694 h 1403034"/>
                <a:gd name="csX155" fmla="*/ 186925 w 748556"/>
                <a:gd name="csY155" fmla="*/ 1276884 h 1403034"/>
                <a:gd name="csX156" fmla="*/ 189630 w 748556"/>
                <a:gd name="csY156" fmla="*/ 1275169 h 1403034"/>
                <a:gd name="csX157" fmla="*/ 199263 w 748556"/>
                <a:gd name="csY157" fmla="*/ 1278217 h 1403034"/>
                <a:gd name="csX158" fmla="*/ 209112 w 748556"/>
                <a:gd name="csY158" fmla="*/ 1271486 h 1403034"/>
                <a:gd name="csX159" fmla="*/ 213766 w 748556"/>
                <a:gd name="csY159" fmla="*/ 1262151 h 1403034"/>
                <a:gd name="csX160" fmla="*/ 217881 w 748556"/>
                <a:gd name="csY160" fmla="*/ 1237768 h 1403034"/>
                <a:gd name="csX161" fmla="*/ 213874 w 748556"/>
                <a:gd name="csY161" fmla="*/ 1231925 h 1403034"/>
                <a:gd name="csX162" fmla="*/ 213227 w 748556"/>
                <a:gd name="csY162" fmla="*/ 1227925 h 1403034"/>
                <a:gd name="csX163" fmla="*/ 250997 w 748556"/>
                <a:gd name="csY163" fmla="*/ 1189634 h 1403034"/>
                <a:gd name="csX164" fmla="*/ 261499 w 748556"/>
                <a:gd name="csY164" fmla="*/ 1187158 h 1403034"/>
                <a:gd name="csX165" fmla="*/ 267449 w 748556"/>
                <a:gd name="csY165" fmla="*/ 1184745 h 1403034"/>
                <a:gd name="csX166" fmla="*/ 286175 w 748556"/>
                <a:gd name="csY166" fmla="*/ 1166901 h 1403034"/>
                <a:gd name="csX167" fmla="*/ 286823 w 748556"/>
                <a:gd name="csY167" fmla="*/ 1160742 h 1403034"/>
                <a:gd name="csX168" fmla="*/ 287801 w 748556"/>
                <a:gd name="csY168" fmla="*/ 1127532 h 1403034"/>
                <a:gd name="csX169" fmla="*/ 276866 w 748556"/>
                <a:gd name="csY169" fmla="*/ 1118260 h 1403034"/>
                <a:gd name="csX170" fmla="*/ 250565 w 748556"/>
                <a:gd name="csY170" fmla="*/ 1113307 h 1403034"/>
                <a:gd name="csX171" fmla="*/ 237471 w 748556"/>
                <a:gd name="csY171" fmla="*/ 1099020 h 1403034"/>
                <a:gd name="csX172" fmla="*/ 221882 w 748556"/>
                <a:gd name="csY172" fmla="*/ 1085240 h 1403034"/>
                <a:gd name="csX173" fmla="*/ 219069 w 748556"/>
                <a:gd name="csY173" fmla="*/ 1059840 h 1403034"/>
                <a:gd name="csX174" fmla="*/ 245802 w 748556"/>
                <a:gd name="csY174" fmla="*/ 1021359 h 1403034"/>
                <a:gd name="csX175" fmla="*/ 255003 w 748556"/>
                <a:gd name="csY175" fmla="*/ 1020172 h 1403034"/>
                <a:gd name="csX176" fmla="*/ 273621 w 748556"/>
                <a:gd name="csY176" fmla="*/ 1010653 h 1403034"/>
                <a:gd name="csX177" fmla="*/ 293103 w 748556"/>
                <a:gd name="csY177" fmla="*/ 1011409 h 1403034"/>
                <a:gd name="csX178" fmla="*/ 298513 w 748556"/>
                <a:gd name="csY178" fmla="*/ 1006761 h 1403034"/>
                <a:gd name="csX179" fmla="*/ 290398 w 748556"/>
                <a:gd name="csY179" fmla="*/ 993242 h 1403034"/>
                <a:gd name="csX180" fmla="*/ 306305 w 748556"/>
                <a:gd name="csY180" fmla="*/ 978103 h 1403034"/>
                <a:gd name="csX181" fmla="*/ 307607 w 748556"/>
                <a:gd name="csY181" fmla="*/ 962965 h 1403034"/>
                <a:gd name="csX182" fmla="*/ 306197 w 748556"/>
                <a:gd name="csY182" fmla="*/ 938847 h 1403034"/>
                <a:gd name="csX183" fmla="*/ 314103 w 748556"/>
                <a:gd name="csY183" fmla="*/ 926630 h 1403034"/>
                <a:gd name="csX184" fmla="*/ 338131 w 748556"/>
                <a:gd name="csY184" fmla="*/ 906952 h 1403034"/>
                <a:gd name="csX185" fmla="*/ 318535 w 748556"/>
                <a:gd name="csY185" fmla="*/ 896029 h 1403034"/>
                <a:gd name="csX186" fmla="*/ 330879 w 748556"/>
                <a:gd name="csY186" fmla="*/ 887813 h 1403034"/>
                <a:gd name="csX187" fmla="*/ 342455 w 748556"/>
                <a:gd name="csY187" fmla="*/ 890079 h 1403034"/>
                <a:gd name="csX188" fmla="*/ 346030 w 748556"/>
                <a:gd name="csY188" fmla="*/ 894728 h 1403034"/>
                <a:gd name="csX189" fmla="*/ 349929 w 748556"/>
                <a:gd name="csY189" fmla="*/ 900678 h 1403034"/>
                <a:gd name="csX190" fmla="*/ 356095 w 748556"/>
                <a:gd name="csY190" fmla="*/ 901649 h 1403034"/>
                <a:gd name="csX191" fmla="*/ 369195 w 748556"/>
                <a:gd name="csY191" fmla="*/ 894836 h 1403034"/>
                <a:gd name="csX192" fmla="*/ 370707 w 748556"/>
                <a:gd name="csY192" fmla="*/ 878078 h 1403034"/>
                <a:gd name="csX193" fmla="*/ 361829 w 748556"/>
                <a:gd name="csY193" fmla="*/ 865207 h 1403034"/>
                <a:gd name="csX194" fmla="*/ 352527 w 748556"/>
                <a:gd name="csY194" fmla="*/ 868883 h 1403034"/>
                <a:gd name="csX195" fmla="*/ 350037 w 748556"/>
                <a:gd name="csY195" fmla="*/ 876236 h 1403034"/>
                <a:gd name="csX196" fmla="*/ 347110 w 748556"/>
                <a:gd name="csY196" fmla="*/ 879697 h 1403034"/>
                <a:gd name="csX197" fmla="*/ 337153 w 748556"/>
                <a:gd name="csY197" fmla="*/ 879158 h 1403034"/>
                <a:gd name="csX198" fmla="*/ 329902 w 748556"/>
                <a:gd name="csY198" fmla="*/ 871048 h 1403034"/>
                <a:gd name="csX199" fmla="*/ 314211 w 748556"/>
                <a:gd name="csY199" fmla="*/ 859911 h 1403034"/>
                <a:gd name="csX200" fmla="*/ 315830 w 748556"/>
                <a:gd name="csY200" fmla="*/ 837527 h 1403034"/>
                <a:gd name="csX201" fmla="*/ 312693 w 748556"/>
                <a:gd name="csY201" fmla="*/ 810165 h 1403034"/>
                <a:gd name="csX202" fmla="*/ 327628 w 748556"/>
                <a:gd name="csY202" fmla="*/ 804437 h 1403034"/>
                <a:gd name="csX203" fmla="*/ 364649 w 748556"/>
                <a:gd name="csY203" fmla="*/ 822712 h 1403034"/>
                <a:gd name="csX204" fmla="*/ 388785 w 748556"/>
                <a:gd name="csY204" fmla="*/ 821087 h 1403034"/>
                <a:gd name="csX205" fmla="*/ 417900 w 748556"/>
                <a:gd name="csY205" fmla="*/ 802596 h 1403034"/>
                <a:gd name="csX206" fmla="*/ 417684 w 748556"/>
                <a:gd name="csY206" fmla="*/ 792652 h 1403034"/>
                <a:gd name="csX207" fmla="*/ 410216 w 748556"/>
                <a:gd name="csY207" fmla="*/ 783025 h 1403034"/>
                <a:gd name="csX208" fmla="*/ 415842 w 748556"/>
                <a:gd name="csY208" fmla="*/ 762045 h 1403034"/>
                <a:gd name="csX209" fmla="*/ 426777 w 748556"/>
                <a:gd name="csY209" fmla="*/ 753180 h 1403034"/>
                <a:gd name="csX210" fmla="*/ 424828 w 748556"/>
                <a:gd name="csY210" fmla="*/ 734365 h 1403034"/>
                <a:gd name="csX211" fmla="*/ 420497 w 748556"/>
                <a:gd name="csY211" fmla="*/ 723983 h 1403034"/>
                <a:gd name="csX212" fmla="*/ 423634 w 748556"/>
                <a:gd name="csY212" fmla="*/ 704190 h 1403034"/>
                <a:gd name="csX213" fmla="*/ 456324 w 748556"/>
                <a:gd name="csY213" fmla="*/ 716413 h 1403034"/>
                <a:gd name="csX214" fmla="*/ 543020 w 748556"/>
                <a:gd name="csY214" fmla="*/ 698246 h 1403034"/>
                <a:gd name="csX215" fmla="*/ 595732 w 748556"/>
                <a:gd name="csY215" fmla="*/ 669156 h 1403034"/>
                <a:gd name="csX216" fmla="*/ 600170 w 748556"/>
                <a:gd name="csY216" fmla="*/ 655638 h 1403034"/>
                <a:gd name="csX217" fmla="*/ 614134 w 748556"/>
                <a:gd name="csY217" fmla="*/ 636715 h 1403034"/>
                <a:gd name="csX218" fmla="*/ 627227 w 748556"/>
                <a:gd name="csY218" fmla="*/ 608705 h 1403034"/>
                <a:gd name="csX219" fmla="*/ 621601 w 748556"/>
                <a:gd name="csY219" fmla="*/ 586861 h 1403034"/>
                <a:gd name="csX220" fmla="*/ 613912 w 748556"/>
                <a:gd name="csY220" fmla="*/ 585349 h 1403034"/>
                <a:gd name="csX221" fmla="*/ 603847 w 748556"/>
                <a:gd name="csY221" fmla="*/ 574319 h 1403034"/>
                <a:gd name="csX222" fmla="*/ 603415 w 748556"/>
                <a:gd name="csY222" fmla="*/ 557771 h 1403034"/>
                <a:gd name="csX223" fmla="*/ 609257 w 748556"/>
                <a:gd name="csY223" fmla="*/ 543065 h 1403034"/>
                <a:gd name="csX224" fmla="*/ 594538 w 748556"/>
                <a:gd name="csY224" fmla="*/ 525659 h 1403034"/>
                <a:gd name="csX225" fmla="*/ 571379 w 748556"/>
                <a:gd name="csY225" fmla="*/ 521767 h 1403034"/>
                <a:gd name="csX226" fmla="*/ 557632 w 748556"/>
                <a:gd name="csY226" fmla="*/ 507492 h 1403034"/>
                <a:gd name="csX227" fmla="*/ 564883 w 748556"/>
                <a:gd name="csY227" fmla="*/ 493109 h 1403034"/>
                <a:gd name="csX228" fmla="*/ 556330 w 748556"/>
                <a:gd name="csY228" fmla="*/ 471157 h 1403034"/>
                <a:gd name="csX229" fmla="*/ 562070 w 748556"/>
                <a:gd name="csY229" fmla="*/ 452019 h 1403034"/>
                <a:gd name="csX230" fmla="*/ 571595 w 748556"/>
                <a:gd name="csY230" fmla="*/ 446284 h 1403034"/>
                <a:gd name="csX231" fmla="*/ 570401 w 748556"/>
                <a:gd name="csY231" fmla="*/ 403136 h 1403034"/>
                <a:gd name="csX232" fmla="*/ 579818 w 748556"/>
                <a:gd name="csY232" fmla="*/ 392862 h 1403034"/>
                <a:gd name="csX233" fmla="*/ 575596 w 748556"/>
                <a:gd name="csY233" fmla="*/ 383781 h 1403034"/>
                <a:gd name="csX234" fmla="*/ 580797 w 748556"/>
                <a:gd name="csY234" fmla="*/ 366370 h 1403034"/>
                <a:gd name="csX235" fmla="*/ 587502 w 748556"/>
                <a:gd name="csY235" fmla="*/ 360204 h 1403034"/>
                <a:gd name="csX236" fmla="*/ 583825 w 748556"/>
                <a:gd name="csY236" fmla="*/ 347878 h 1403034"/>
                <a:gd name="csX237" fmla="*/ 591833 w 748556"/>
                <a:gd name="csY237" fmla="*/ 335229 h 1403034"/>
                <a:gd name="csX238" fmla="*/ 606012 w 748556"/>
                <a:gd name="csY238" fmla="*/ 315760 h 1403034"/>
                <a:gd name="csX239" fmla="*/ 618566 w 748556"/>
                <a:gd name="csY239" fmla="*/ 311328 h 1403034"/>
                <a:gd name="csX240" fmla="*/ 618890 w 748556"/>
                <a:gd name="csY240" fmla="*/ 311112 h 1403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748556" h="1403034">
                  <a:moveTo>
                    <a:pt x="618890" y="311112"/>
                  </a:moveTo>
                  <a:lnTo>
                    <a:pt x="657098" y="259639"/>
                  </a:lnTo>
                  <a:lnTo>
                    <a:pt x="665651" y="258883"/>
                  </a:lnTo>
                  <a:lnTo>
                    <a:pt x="667055" y="250774"/>
                  </a:lnTo>
                  <a:lnTo>
                    <a:pt x="694118" y="233794"/>
                  </a:lnTo>
                  <a:lnTo>
                    <a:pt x="696715" y="225470"/>
                  </a:lnTo>
                  <a:lnTo>
                    <a:pt x="744340" y="209893"/>
                  </a:lnTo>
                  <a:lnTo>
                    <a:pt x="748557" y="198971"/>
                  </a:lnTo>
                  <a:lnTo>
                    <a:pt x="742607" y="192164"/>
                  </a:lnTo>
                  <a:lnTo>
                    <a:pt x="747370" y="172695"/>
                  </a:lnTo>
                  <a:lnTo>
                    <a:pt x="738816" y="149987"/>
                  </a:lnTo>
                  <a:lnTo>
                    <a:pt x="728320" y="144691"/>
                  </a:lnTo>
                  <a:lnTo>
                    <a:pt x="721715" y="151936"/>
                  </a:lnTo>
                  <a:lnTo>
                    <a:pt x="705263" y="150527"/>
                  </a:lnTo>
                  <a:lnTo>
                    <a:pt x="706780" y="161017"/>
                  </a:lnTo>
                  <a:lnTo>
                    <a:pt x="702018" y="165881"/>
                  </a:lnTo>
                  <a:lnTo>
                    <a:pt x="701478" y="186537"/>
                  </a:lnTo>
                  <a:lnTo>
                    <a:pt x="687838" y="202216"/>
                  </a:lnTo>
                  <a:lnTo>
                    <a:pt x="678637" y="202216"/>
                  </a:lnTo>
                  <a:lnTo>
                    <a:pt x="670090" y="209461"/>
                  </a:lnTo>
                  <a:lnTo>
                    <a:pt x="668896" y="216598"/>
                  </a:lnTo>
                  <a:lnTo>
                    <a:pt x="661213" y="221685"/>
                  </a:lnTo>
                  <a:lnTo>
                    <a:pt x="656126" y="216383"/>
                  </a:lnTo>
                  <a:lnTo>
                    <a:pt x="645846" y="217246"/>
                  </a:lnTo>
                  <a:lnTo>
                    <a:pt x="639026" y="228606"/>
                  </a:lnTo>
                  <a:lnTo>
                    <a:pt x="627875" y="220275"/>
                  </a:lnTo>
                  <a:lnTo>
                    <a:pt x="612076" y="224930"/>
                  </a:lnTo>
                  <a:lnTo>
                    <a:pt x="578523" y="214656"/>
                  </a:lnTo>
                  <a:lnTo>
                    <a:pt x="555574" y="217469"/>
                  </a:lnTo>
                  <a:lnTo>
                    <a:pt x="552545" y="203841"/>
                  </a:lnTo>
                  <a:lnTo>
                    <a:pt x="570833" y="192487"/>
                  </a:lnTo>
                  <a:lnTo>
                    <a:pt x="571919" y="173234"/>
                  </a:lnTo>
                  <a:lnTo>
                    <a:pt x="582632" y="167075"/>
                  </a:lnTo>
                  <a:lnTo>
                    <a:pt x="586099" y="153340"/>
                  </a:lnTo>
                  <a:lnTo>
                    <a:pt x="592703" y="149663"/>
                  </a:lnTo>
                  <a:lnTo>
                    <a:pt x="595084" y="143713"/>
                  </a:lnTo>
                  <a:lnTo>
                    <a:pt x="588156" y="129330"/>
                  </a:lnTo>
                  <a:lnTo>
                    <a:pt x="572459" y="123819"/>
                  </a:lnTo>
                  <a:lnTo>
                    <a:pt x="562718" y="124574"/>
                  </a:lnTo>
                  <a:lnTo>
                    <a:pt x="556768" y="115170"/>
                  </a:lnTo>
                  <a:lnTo>
                    <a:pt x="528517" y="106623"/>
                  </a:lnTo>
                  <a:lnTo>
                    <a:pt x="506978" y="86404"/>
                  </a:lnTo>
                  <a:lnTo>
                    <a:pt x="467036" y="80670"/>
                  </a:lnTo>
                  <a:lnTo>
                    <a:pt x="460870" y="69209"/>
                  </a:lnTo>
                  <a:lnTo>
                    <a:pt x="429482" y="47257"/>
                  </a:lnTo>
                  <a:lnTo>
                    <a:pt x="420281" y="27254"/>
                  </a:lnTo>
                  <a:lnTo>
                    <a:pt x="396469" y="13627"/>
                  </a:lnTo>
                  <a:lnTo>
                    <a:pt x="395275" y="7677"/>
                  </a:lnTo>
                  <a:lnTo>
                    <a:pt x="361613" y="7677"/>
                  </a:lnTo>
                  <a:lnTo>
                    <a:pt x="358369" y="39579"/>
                  </a:lnTo>
                  <a:lnTo>
                    <a:pt x="337585" y="39363"/>
                  </a:lnTo>
                  <a:lnTo>
                    <a:pt x="330225" y="22923"/>
                  </a:lnTo>
                  <a:lnTo>
                    <a:pt x="332283" y="15678"/>
                  </a:lnTo>
                  <a:lnTo>
                    <a:pt x="316916" y="10814"/>
                  </a:lnTo>
                  <a:lnTo>
                    <a:pt x="288773" y="10814"/>
                  </a:lnTo>
                  <a:lnTo>
                    <a:pt x="269183" y="0"/>
                  </a:lnTo>
                  <a:lnTo>
                    <a:pt x="266909" y="12109"/>
                  </a:lnTo>
                  <a:lnTo>
                    <a:pt x="252946" y="14706"/>
                  </a:lnTo>
                  <a:lnTo>
                    <a:pt x="233356" y="39579"/>
                  </a:lnTo>
                  <a:lnTo>
                    <a:pt x="240716" y="47257"/>
                  </a:lnTo>
                  <a:lnTo>
                    <a:pt x="228917" y="85318"/>
                  </a:lnTo>
                  <a:lnTo>
                    <a:pt x="194716" y="100787"/>
                  </a:lnTo>
                  <a:lnTo>
                    <a:pt x="182702" y="115494"/>
                  </a:lnTo>
                  <a:lnTo>
                    <a:pt x="189198" y="128035"/>
                  </a:lnTo>
                  <a:lnTo>
                    <a:pt x="181184" y="142634"/>
                  </a:lnTo>
                  <a:lnTo>
                    <a:pt x="188328" y="170428"/>
                  </a:lnTo>
                  <a:lnTo>
                    <a:pt x="180861" y="182969"/>
                  </a:lnTo>
                  <a:lnTo>
                    <a:pt x="194069" y="202324"/>
                  </a:lnTo>
                  <a:lnTo>
                    <a:pt x="185299" y="212706"/>
                  </a:lnTo>
                  <a:lnTo>
                    <a:pt x="173393" y="208921"/>
                  </a:lnTo>
                  <a:lnTo>
                    <a:pt x="160407" y="240608"/>
                  </a:lnTo>
                  <a:lnTo>
                    <a:pt x="141249" y="260826"/>
                  </a:lnTo>
                  <a:lnTo>
                    <a:pt x="136487" y="287109"/>
                  </a:lnTo>
                  <a:lnTo>
                    <a:pt x="128365" y="295650"/>
                  </a:lnTo>
                  <a:lnTo>
                    <a:pt x="137243" y="333496"/>
                  </a:lnTo>
                  <a:lnTo>
                    <a:pt x="130746" y="340525"/>
                  </a:lnTo>
                  <a:lnTo>
                    <a:pt x="124257" y="340093"/>
                  </a:lnTo>
                  <a:lnTo>
                    <a:pt x="117329" y="368211"/>
                  </a:lnTo>
                  <a:lnTo>
                    <a:pt x="110617" y="371234"/>
                  </a:lnTo>
                  <a:lnTo>
                    <a:pt x="106394" y="387242"/>
                  </a:lnTo>
                  <a:lnTo>
                    <a:pt x="125768" y="438391"/>
                  </a:lnTo>
                  <a:lnTo>
                    <a:pt x="119818" y="444557"/>
                  </a:lnTo>
                  <a:lnTo>
                    <a:pt x="124904" y="459911"/>
                  </a:lnTo>
                  <a:lnTo>
                    <a:pt x="137351" y="459696"/>
                  </a:lnTo>
                  <a:lnTo>
                    <a:pt x="135617" y="499383"/>
                  </a:lnTo>
                  <a:lnTo>
                    <a:pt x="126530" y="503161"/>
                  </a:lnTo>
                  <a:lnTo>
                    <a:pt x="115703" y="529444"/>
                  </a:lnTo>
                  <a:lnTo>
                    <a:pt x="106502" y="534200"/>
                  </a:lnTo>
                  <a:lnTo>
                    <a:pt x="113214" y="547719"/>
                  </a:lnTo>
                  <a:lnTo>
                    <a:pt x="114624" y="574751"/>
                  </a:lnTo>
                  <a:lnTo>
                    <a:pt x="101848" y="591299"/>
                  </a:lnTo>
                  <a:lnTo>
                    <a:pt x="90049" y="593998"/>
                  </a:lnTo>
                  <a:lnTo>
                    <a:pt x="83668" y="617360"/>
                  </a:lnTo>
                  <a:lnTo>
                    <a:pt x="88646" y="623627"/>
                  </a:lnTo>
                  <a:lnTo>
                    <a:pt x="83668" y="635419"/>
                  </a:lnTo>
                  <a:lnTo>
                    <a:pt x="89941" y="642226"/>
                  </a:lnTo>
                  <a:lnTo>
                    <a:pt x="84423" y="650558"/>
                  </a:lnTo>
                  <a:lnTo>
                    <a:pt x="91783" y="683000"/>
                  </a:lnTo>
                  <a:lnTo>
                    <a:pt x="100336" y="691216"/>
                  </a:lnTo>
                  <a:lnTo>
                    <a:pt x="94380" y="700405"/>
                  </a:lnTo>
                  <a:lnTo>
                    <a:pt x="76308" y="709384"/>
                  </a:lnTo>
                  <a:lnTo>
                    <a:pt x="76308" y="738473"/>
                  </a:lnTo>
                  <a:lnTo>
                    <a:pt x="63970" y="747230"/>
                  </a:lnTo>
                  <a:lnTo>
                    <a:pt x="68732" y="763346"/>
                  </a:lnTo>
                  <a:lnTo>
                    <a:pt x="61373" y="774700"/>
                  </a:lnTo>
                  <a:lnTo>
                    <a:pt x="65373" y="787025"/>
                  </a:lnTo>
                  <a:lnTo>
                    <a:pt x="56172" y="804437"/>
                  </a:lnTo>
                  <a:lnTo>
                    <a:pt x="57906" y="842067"/>
                  </a:lnTo>
                  <a:lnTo>
                    <a:pt x="66021" y="857745"/>
                  </a:lnTo>
                  <a:lnTo>
                    <a:pt x="53359" y="871804"/>
                  </a:lnTo>
                  <a:lnTo>
                    <a:pt x="55956" y="880351"/>
                  </a:lnTo>
                  <a:lnTo>
                    <a:pt x="51194" y="887375"/>
                  </a:lnTo>
                  <a:lnTo>
                    <a:pt x="53035" y="910520"/>
                  </a:lnTo>
                  <a:lnTo>
                    <a:pt x="63532" y="918845"/>
                  </a:lnTo>
                  <a:lnTo>
                    <a:pt x="58991" y="934739"/>
                  </a:lnTo>
                  <a:lnTo>
                    <a:pt x="66351" y="955827"/>
                  </a:lnTo>
                  <a:lnTo>
                    <a:pt x="59531" y="972807"/>
                  </a:lnTo>
                  <a:lnTo>
                    <a:pt x="78143" y="976052"/>
                  </a:lnTo>
                  <a:lnTo>
                    <a:pt x="81718" y="994435"/>
                  </a:lnTo>
                  <a:lnTo>
                    <a:pt x="56934" y="996162"/>
                  </a:lnTo>
                  <a:lnTo>
                    <a:pt x="51302" y="1012927"/>
                  </a:lnTo>
                  <a:lnTo>
                    <a:pt x="72193" y="1018331"/>
                  </a:lnTo>
                  <a:lnTo>
                    <a:pt x="79121" y="1029252"/>
                  </a:lnTo>
                  <a:lnTo>
                    <a:pt x="59207" y="1048919"/>
                  </a:lnTo>
                  <a:lnTo>
                    <a:pt x="67323" y="1065619"/>
                  </a:lnTo>
                  <a:lnTo>
                    <a:pt x="64186" y="1094321"/>
                  </a:lnTo>
                  <a:lnTo>
                    <a:pt x="55308" y="1106386"/>
                  </a:lnTo>
                  <a:lnTo>
                    <a:pt x="59423" y="1118895"/>
                  </a:lnTo>
                  <a:lnTo>
                    <a:pt x="42647" y="1131786"/>
                  </a:lnTo>
                  <a:lnTo>
                    <a:pt x="36474" y="1162075"/>
                  </a:lnTo>
                  <a:lnTo>
                    <a:pt x="42647" y="1175157"/>
                  </a:lnTo>
                  <a:lnTo>
                    <a:pt x="29978" y="1207351"/>
                  </a:lnTo>
                  <a:lnTo>
                    <a:pt x="15697" y="1214272"/>
                  </a:lnTo>
                  <a:lnTo>
                    <a:pt x="15697" y="1228750"/>
                  </a:lnTo>
                  <a:lnTo>
                    <a:pt x="0" y="1233513"/>
                  </a:lnTo>
                  <a:lnTo>
                    <a:pt x="0" y="1272438"/>
                  </a:lnTo>
                  <a:lnTo>
                    <a:pt x="13640" y="1308443"/>
                  </a:lnTo>
                  <a:lnTo>
                    <a:pt x="38424" y="1300442"/>
                  </a:lnTo>
                  <a:lnTo>
                    <a:pt x="44596" y="1326413"/>
                  </a:lnTo>
                  <a:lnTo>
                    <a:pt x="37122" y="1351178"/>
                  </a:lnTo>
                  <a:lnTo>
                    <a:pt x="56388" y="1365910"/>
                  </a:lnTo>
                  <a:lnTo>
                    <a:pt x="58991" y="1375372"/>
                  </a:lnTo>
                  <a:lnTo>
                    <a:pt x="154127" y="1375372"/>
                  </a:lnTo>
                  <a:lnTo>
                    <a:pt x="176422" y="1391819"/>
                  </a:lnTo>
                  <a:lnTo>
                    <a:pt x="176422" y="1400518"/>
                  </a:lnTo>
                  <a:cubicBezTo>
                    <a:pt x="189090" y="1403312"/>
                    <a:pt x="191795" y="1404264"/>
                    <a:pt x="192227" y="1400835"/>
                  </a:cubicBezTo>
                  <a:cubicBezTo>
                    <a:pt x="192443" y="1399185"/>
                    <a:pt x="191579" y="1396581"/>
                    <a:pt x="190278" y="1395057"/>
                  </a:cubicBezTo>
                  <a:lnTo>
                    <a:pt x="183674" y="1387183"/>
                  </a:lnTo>
                  <a:cubicBezTo>
                    <a:pt x="179997" y="1382738"/>
                    <a:pt x="171120" y="1363497"/>
                    <a:pt x="171444" y="1364133"/>
                  </a:cubicBezTo>
                  <a:cubicBezTo>
                    <a:pt x="169824" y="1360831"/>
                    <a:pt x="165602" y="1359941"/>
                    <a:pt x="166141" y="1360259"/>
                  </a:cubicBezTo>
                  <a:cubicBezTo>
                    <a:pt x="162573" y="1359624"/>
                    <a:pt x="165602" y="1355750"/>
                    <a:pt x="165386" y="1356385"/>
                  </a:cubicBezTo>
                  <a:cubicBezTo>
                    <a:pt x="166573" y="1354861"/>
                    <a:pt x="167227" y="1351940"/>
                    <a:pt x="166789" y="1350099"/>
                  </a:cubicBezTo>
                  <a:cubicBezTo>
                    <a:pt x="162027" y="1329970"/>
                    <a:pt x="160299" y="1325207"/>
                    <a:pt x="161163" y="1320063"/>
                  </a:cubicBezTo>
                  <a:cubicBezTo>
                    <a:pt x="164192" y="1301966"/>
                    <a:pt x="163976" y="1298410"/>
                    <a:pt x="167767" y="1295934"/>
                  </a:cubicBezTo>
                  <a:lnTo>
                    <a:pt x="184328" y="1284694"/>
                  </a:lnTo>
                  <a:cubicBezTo>
                    <a:pt x="187789" y="1282281"/>
                    <a:pt x="187033" y="1276248"/>
                    <a:pt x="186925" y="1276884"/>
                  </a:cubicBezTo>
                  <a:cubicBezTo>
                    <a:pt x="186925" y="1274851"/>
                    <a:pt x="188112" y="1274089"/>
                    <a:pt x="189630" y="1275169"/>
                  </a:cubicBezTo>
                  <a:cubicBezTo>
                    <a:pt x="191033" y="1275804"/>
                    <a:pt x="194932" y="1279995"/>
                    <a:pt x="199263" y="1278217"/>
                  </a:cubicBezTo>
                  <a:cubicBezTo>
                    <a:pt x="201536" y="1276884"/>
                    <a:pt x="206731" y="1276122"/>
                    <a:pt x="209112" y="1271486"/>
                  </a:cubicBezTo>
                  <a:lnTo>
                    <a:pt x="213766" y="1262151"/>
                  </a:lnTo>
                  <a:cubicBezTo>
                    <a:pt x="216364" y="1257072"/>
                    <a:pt x="217989" y="1237069"/>
                    <a:pt x="217881" y="1237768"/>
                  </a:cubicBezTo>
                  <a:cubicBezTo>
                    <a:pt x="218421" y="1233386"/>
                    <a:pt x="213227" y="1231227"/>
                    <a:pt x="213874" y="1231925"/>
                  </a:cubicBezTo>
                  <a:cubicBezTo>
                    <a:pt x="212141" y="1231036"/>
                    <a:pt x="211925" y="1229195"/>
                    <a:pt x="213227" y="1227925"/>
                  </a:cubicBezTo>
                  <a:lnTo>
                    <a:pt x="250997" y="1189634"/>
                  </a:lnTo>
                  <a:cubicBezTo>
                    <a:pt x="254464" y="1186078"/>
                    <a:pt x="262147" y="1187031"/>
                    <a:pt x="261499" y="1187158"/>
                  </a:cubicBezTo>
                  <a:cubicBezTo>
                    <a:pt x="263341" y="1187158"/>
                    <a:pt x="265938" y="1186078"/>
                    <a:pt x="267449" y="1184745"/>
                  </a:cubicBezTo>
                  <a:lnTo>
                    <a:pt x="286175" y="1166901"/>
                  </a:lnTo>
                  <a:cubicBezTo>
                    <a:pt x="288880" y="1164298"/>
                    <a:pt x="286715" y="1160107"/>
                    <a:pt x="286823" y="1160742"/>
                  </a:cubicBezTo>
                  <a:cubicBezTo>
                    <a:pt x="282715" y="1152424"/>
                    <a:pt x="293211" y="1133818"/>
                    <a:pt x="287801" y="1127532"/>
                  </a:cubicBezTo>
                  <a:cubicBezTo>
                    <a:pt x="284334" y="1123468"/>
                    <a:pt x="281305" y="1118705"/>
                    <a:pt x="276866" y="1118260"/>
                  </a:cubicBezTo>
                  <a:cubicBezTo>
                    <a:pt x="256305" y="1116165"/>
                    <a:pt x="253708" y="1116737"/>
                    <a:pt x="250565" y="1113307"/>
                  </a:cubicBezTo>
                  <a:lnTo>
                    <a:pt x="237471" y="1099020"/>
                  </a:lnTo>
                  <a:cubicBezTo>
                    <a:pt x="231083" y="1092099"/>
                    <a:pt x="223291" y="1091844"/>
                    <a:pt x="221882" y="1085240"/>
                  </a:cubicBezTo>
                  <a:cubicBezTo>
                    <a:pt x="217881" y="1066254"/>
                    <a:pt x="216579" y="1063841"/>
                    <a:pt x="219069" y="1059840"/>
                  </a:cubicBezTo>
                  <a:cubicBezTo>
                    <a:pt x="241802" y="1022979"/>
                    <a:pt x="241255" y="1022007"/>
                    <a:pt x="245802" y="1021359"/>
                  </a:cubicBezTo>
                  <a:lnTo>
                    <a:pt x="255003" y="1020172"/>
                  </a:lnTo>
                  <a:cubicBezTo>
                    <a:pt x="262687" y="1019086"/>
                    <a:pt x="266694" y="1010329"/>
                    <a:pt x="273621" y="1010653"/>
                  </a:cubicBezTo>
                  <a:lnTo>
                    <a:pt x="293103" y="1011409"/>
                  </a:lnTo>
                  <a:cubicBezTo>
                    <a:pt x="297002" y="1011517"/>
                    <a:pt x="299053" y="1006113"/>
                    <a:pt x="298513" y="1006761"/>
                  </a:cubicBezTo>
                  <a:cubicBezTo>
                    <a:pt x="301657" y="999515"/>
                    <a:pt x="284334" y="997680"/>
                    <a:pt x="290398" y="993242"/>
                  </a:cubicBezTo>
                  <a:cubicBezTo>
                    <a:pt x="303168" y="983837"/>
                    <a:pt x="305873" y="982751"/>
                    <a:pt x="306305" y="978103"/>
                  </a:cubicBezTo>
                  <a:lnTo>
                    <a:pt x="307607" y="962965"/>
                  </a:lnTo>
                  <a:cubicBezTo>
                    <a:pt x="308470" y="952798"/>
                    <a:pt x="302304" y="944690"/>
                    <a:pt x="306197" y="938847"/>
                  </a:cubicBezTo>
                  <a:lnTo>
                    <a:pt x="314103" y="926630"/>
                  </a:lnTo>
                  <a:cubicBezTo>
                    <a:pt x="319837" y="917765"/>
                    <a:pt x="345599" y="909872"/>
                    <a:pt x="338131" y="906952"/>
                  </a:cubicBezTo>
                  <a:cubicBezTo>
                    <a:pt x="319837" y="899922"/>
                    <a:pt x="315182" y="899274"/>
                    <a:pt x="318535" y="896029"/>
                  </a:cubicBezTo>
                  <a:cubicBezTo>
                    <a:pt x="322434" y="892785"/>
                    <a:pt x="325679" y="886727"/>
                    <a:pt x="330879" y="887813"/>
                  </a:cubicBezTo>
                  <a:lnTo>
                    <a:pt x="342455" y="890079"/>
                  </a:lnTo>
                  <a:cubicBezTo>
                    <a:pt x="345923" y="890727"/>
                    <a:pt x="346247" y="895382"/>
                    <a:pt x="346030" y="894728"/>
                  </a:cubicBezTo>
                  <a:cubicBezTo>
                    <a:pt x="346247" y="898735"/>
                    <a:pt x="350577" y="901325"/>
                    <a:pt x="349929" y="900678"/>
                  </a:cubicBezTo>
                  <a:cubicBezTo>
                    <a:pt x="351549" y="901649"/>
                    <a:pt x="354362" y="902081"/>
                    <a:pt x="356095" y="901649"/>
                  </a:cubicBezTo>
                  <a:cubicBezTo>
                    <a:pt x="360966" y="899814"/>
                    <a:pt x="368002" y="900462"/>
                    <a:pt x="369195" y="894836"/>
                  </a:cubicBezTo>
                  <a:cubicBezTo>
                    <a:pt x="371247" y="885431"/>
                    <a:pt x="372440" y="882294"/>
                    <a:pt x="370707" y="878078"/>
                  </a:cubicBezTo>
                  <a:cubicBezTo>
                    <a:pt x="367570" y="872128"/>
                    <a:pt x="366814" y="863264"/>
                    <a:pt x="361829" y="865207"/>
                  </a:cubicBezTo>
                  <a:lnTo>
                    <a:pt x="352527" y="868883"/>
                  </a:lnTo>
                  <a:cubicBezTo>
                    <a:pt x="348628" y="870401"/>
                    <a:pt x="350037" y="876891"/>
                    <a:pt x="350037" y="876236"/>
                  </a:cubicBezTo>
                  <a:cubicBezTo>
                    <a:pt x="350253" y="878294"/>
                    <a:pt x="348952" y="879805"/>
                    <a:pt x="347110" y="879697"/>
                  </a:cubicBezTo>
                  <a:lnTo>
                    <a:pt x="337153" y="879158"/>
                  </a:lnTo>
                  <a:cubicBezTo>
                    <a:pt x="332283" y="878942"/>
                    <a:pt x="334556" y="873214"/>
                    <a:pt x="329902" y="871048"/>
                  </a:cubicBezTo>
                  <a:cubicBezTo>
                    <a:pt x="317563" y="865422"/>
                    <a:pt x="313557" y="864667"/>
                    <a:pt x="314211" y="859911"/>
                  </a:cubicBezTo>
                  <a:cubicBezTo>
                    <a:pt x="316046" y="845960"/>
                    <a:pt x="316916" y="842283"/>
                    <a:pt x="315830" y="837527"/>
                  </a:cubicBezTo>
                  <a:cubicBezTo>
                    <a:pt x="310744" y="816007"/>
                    <a:pt x="308794" y="812546"/>
                    <a:pt x="312693" y="810165"/>
                  </a:cubicBezTo>
                  <a:cubicBezTo>
                    <a:pt x="321678" y="804545"/>
                    <a:pt x="323952" y="802380"/>
                    <a:pt x="327628" y="804437"/>
                  </a:cubicBezTo>
                  <a:cubicBezTo>
                    <a:pt x="359016" y="821411"/>
                    <a:pt x="359886" y="822712"/>
                    <a:pt x="364649" y="822712"/>
                  </a:cubicBezTo>
                  <a:cubicBezTo>
                    <a:pt x="381965" y="822712"/>
                    <a:pt x="384778" y="823252"/>
                    <a:pt x="388785" y="821087"/>
                  </a:cubicBezTo>
                  <a:cubicBezTo>
                    <a:pt x="414433" y="807358"/>
                    <a:pt x="416274" y="807250"/>
                    <a:pt x="417900" y="802596"/>
                  </a:cubicBezTo>
                  <a:cubicBezTo>
                    <a:pt x="418116" y="800868"/>
                    <a:pt x="421576" y="795458"/>
                    <a:pt x="417684" y="792652"/>
                  </a:cubicBezTo>
                  <a:cubicBezTo>
                    <a:pt x="415411" y="790378"/>
                    <a:pt x="409562" y="788429"/>
                    <a:pt x="410216" y="783025"/>
                  </a:cubicBezTo>
                  <a:cubicBezTo>
                    <a:pt x="412267" y="767239"/>
                    <a:pt x="411944" y="763886"/>
                    <a:pt x="415842" y="762045"/>
                  </a:cubicBezTo>
                  <a:cubicBezTo>
                    <a:pt x="419849" y="759561"/>
                    <a:pt x="426777" y="758908"/>
                    <a:pt x="426777" y="753180"/>
                  </a:cubicBezTo>
                  <a:cubicBezTo>
                    <a:pt x="426777" y="744633"/>
                    <a:pt x="427533" y="738581"/>
                    <a:pt x="424828" y="734365"/>
                  </a:cubicBezTo>
                  <a:cubicBezTo>
                    <a:pt x="424174" y="733063"/>
                    <a:pt x="420497" y="729063"/>
                    <a:pt x="420497" y="723983"/>
                  </a:cubicBezTo>
                  <a:cubicBezTo>
                    <a:pt x="420497" y="708298"/>
                    <a:pt x="419411" y="702354"/>
                    <a:pt x="423634" y="704190"/>
                  </a:cubicBezTo>
                  <a:cubicBezTo>
                    <a:pt x="450583" y="715982"/>
                    <a:pt x="451777" y="717277"/>
                    <a:pt x="456324" y="716413"/>
                  </a:cubicBezTo>
                  <a:cubicBezTo>
                    <a:pt x="529488" y="700405"/>
                    <a:pt x="536092" y="702247"/>
                    <a:pt x="543020" y="698246"/>
                  </a:cubicBezTo>
                  <a:cubicBezTo>
                    <a:pt x="581984" y="676186"/>
                    <a:pt x="594106" y="676618"/>
                    <a:pt x="595732" y="669156"/>
                  </a:cubicBezTo>
                  <a:cubicBezTo>
                    <a:pt x="596811" y="663962"/>
                    <a:pt x="597243" y="659206"/>
                    <a:pt x="600170" y="655638"/>
                  </a:cubicBezTo>
                  <a:cubicBezTo>
                    <a:pt x="608177" y="645687"/>
                    <a:pt x="612076" y="641471"/>
                    <a:pt x="614134" y="636715"/>
                  </a:cubicBezTo>
                  <a:cubicBezTo>
                    <a:pt x="621386" y="620058"/>
                    <a:pt x="627875" y="615626"/>
                    <a:pt x="627227" y="608705"/>
                  </a:cubicBezTo>
                  <a:cubicBezTo>
                    <a:pt x="625278" y="589890"/>
                    <a:pt x="625926" y="586213"/>
                    <a:pt x="621601" y="586861"/>
                  </a:cubicBezTo>
                  <a:cubicBezTo>
                    <a:pt x="620948" y="586861"/>
                    <a:pt x="617379" y="588054"/>
                    <a:pt x="613912" y="585349"/>
                  </a:cubicBezTo>
                  <a:cubicBezTo>
                    <a:pt x="608501" y="581133"/>
                    <a:pt x="604609" y="578860"/>
                    <a:pt x="603847" y="574319"/>
                  </a:cubicBezTo>
                  <a:cubicBezTo>
                    <a:pt x="602113" y="564585"/>
                    <a:pt x="601034" y="561448"/>
                    <a:pt x="603415" y="557771"/>
                  </a:cubicBezTo>
                  <a:cubicBezTo>
                    <a:pt x="606336" y="552259"/>
                    <a:pt x="612616" y="547611"/>
                    <a:pt x="609257" y="543065"/>
                  </a:cubicBezTo>
                  <a:cubicBezTo>
                    <a:pt x="602005" y="533121"/>
                    <a:pt x="598976" y="527818"/>
                    <a:pt x="594538" y="525659"/>
                  </a:cubicBezTo>
                  <a:cubicBezTo>
                    <a:pt x="580358" y="518846"/>
                    <a:pt x="575272" y="524682"/>
                    <a:pt x="571379" y="521767"/>
                  </a:cubicBezTo>
                  <a:cubicBezTo>
                    <a:pt x="558933" y="512464"/>
                    <a:pt x="556006" y="511277"/>
                    <a:pt x="557632" y="507492"/>
                  </a:cubicBezTo>
                  <a:cubicBezTo>
                    <a:pt x="561423" y="498621"/>
                    <a:pt x="562934" y="493649"/>
                    <a:pt x="564883" y="493109"/>
                  </a:cubicBezTo>
                  <a:lnTo>
                    <a:pt x="556330" y="471157"/>
                  </a:lnTo>
                  <a:lnTo>
                    <a:pt x="562070" y="452019"/>
                  </a:lnTo>
                  <a:lnTo>
                    <a:pt x="571595" y="446284"/>
                  </a:lnTo>
                  <a:lnTo>
                    <a:pt x="570401" y="403136"/>
                  </a:lnTo>
                  <a:lnTo>
                    <a:pt x="579818" y="392862"/>
                  </a:lnTo>
                  <a:lnTo>
                    <a:pt x="575596" y="383781"/>
                  </a:lnTo>
                  <a:lnTo>
                    <a:pt x="580797" y="366370"/>
                  </a:lnTo>
                  <a:lnTo>
                    <a:pt x="587502" y="360204"/>
                  </a:lnTo>
                  <a:lnTo>
                    <a:pt x="583825" y="347878"/>
                  </a:lnTo>
                  <a:lnTo>
                    <a:pt x="591833" y="335229"/>
                  </a:lnTo>
                  <a:lnTo>
                    <a:pt x="606012" y="315760"/>
                  </a:lnTo>
                  <a:lnTo>
                    <a:pt x="618566" y="311328"/>
                  </a:lnTo>
                  <a:lnTo>
                    <a:pt x="618890" y="311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871F017-6EE5-FCC0-028A-AADEE23EC896}"/>
                </a:ext>
              </a:extLst>
            </p:cNvPr>
            <p:cNvSpPr/>
            <p:nvPr/>
          </p:nvSpPr>
          <p:spPr>
            <a:xfrm>
              <a:off x="3061277" y="6719061"/>
              <a:ext cx="131883" cy="126728"/>
            </a:xfrm>
            <a:custGeom>
              <a:avLst/>
              <a:gdLst>
                <a:gd name="csX0" fmla="*/ 22403 w 131883"/>
                <a:gd name="csY0" fmla="*/ 117539 h 126728"/>
                <a:gd name="csX1" fmla="*/ 64294 w 131883"/>
                <a:gd name="csY1" fmla="*/ 121666 h 126728"/>
                <a:gd name="csX2" fmla="*/ 83668 w 131883"/>
                <a:gd name="csY2" fmla="*/ 126302 h 126728"/>
                <a:gd name="csX3" fmla="*/ 104661 w 131883"/>
                <a:gd name="csY3" fmla="*/ 120459 h 126728"/>
                <a:gd name="csX4" fmla="*/ 127178 w 131883"/>
                <a:gd name="csY4" fmla="*/ 117348 h 126728"/>
                <a:gd name="csX5" fmla="*/ 129883 w 131883"/>
                <a:gd name="csY5" fmla="*/ 105855 h 126728"/>
                <a:gd name="csX6" fmla="*/ 86804 w 131883"/>
                <a:gd name="csY6" fmla="*/ 99187 h 126728"/>
                <a:gd name="csX7" fmla="*/ 66783 w 131883"/>
                <a:gd name="csY7" fmla="*/ 82741 h 126728"/>
                <a:gd name="csX8" fmla="*/ 41345 w 131883"/>
                <a:gd name="csY8" fmla="*/ 67691 h 126728"/>
                <a:gd name="csX9" fmla="*/ 22511 w 131883"/>
                <a:gd name="csY9" fmla="*/ 45339 h 126728"/>
                <a:gd name="csX10" fmla="*/ 17856 w 131883"/>
                <a:gd name="csY10" fmla="*/ 35560 h 126728"/>
                <a:gd name="csX11" fmla="*/ 9633 w 131883"/>
                <a:gd name="csY11" fmla="*/ 31496 h 126728"/>
                <a:gd name="csX12" fmla="*/ 12122 w 131883"/>
                <a:gd name="csY12" fmla="*/ 22161 h 126728"/>
                <a:gd name="csX13" fmla="*/ 16669 w 131883"/>
                <a:gd name="csY13" fmla="*/ 18161 h 126728"/>
                <a:gd name="csX14" fmla="*/ 0 w 131883"/>
                <a:gd name="csY14" fmla="*/ 0 h 126728"/>
                <a:gd name="csX15" fmla="*/ 0 w 131883"/>
                <a:gd name="csY15" fmla="*/ 318 h 126728"/>
                <a:gd name="csX16" fmla="*/ 0 w 131883"/>
                <a:gd name="csY16" fmla="*/ 90424 h 126728"/>
                <a:gd name="csX17" fmla="*/ 45460 w 131883"/>
                <a:gd name="csY17" fmla="*/ 96012 h 126728"/>
                <a:gd name="csX18" fmla="*/ 37014 w 131883"/>
                <a:gd name="csY18" fmla="*/ 101854 h 126728"/>
                <a:gd name="csX19" fmla="*/ 0 w 131883"/>
                <a:gd name="csY19" fmla="*/ 102426 h 126728"/>
                <a:gd name="csX20" fmla="*/ 0 w 131883"/>
                <a:gd name="csY20" fmla="*/ 120332 h 126728"/>
                <a:gd name="csX21" fmla="*/ 22619 w 131883"/>
                <a:gd name="csY21" fmla="*/ 117539 h 126728"/>
                <a:gd name="csX22" fmla="*/ 22403 w 131883"/>
                <a:gd name="csY22" fmla="*/ 117539 h 126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31883" h="126728">
                  <a:moveTo>
                    <a:pt x="22403" y="117539"/>
                  </a:moveTo>
                  <a:cubicBezTo>
                    <a:pt x="59315" y="120459"/>
                    <a:pt x="59747" y="120142"/>
                    <a:pt x="64294" y="121666"/>
                  </a:cubicBezTo>
                  <a:cubicBezTo>
                    <a:pt x="73596" y="125032"/>
                    <a:pt x="79013" y="127826"/>
                    <a:pt x="83668" y="126302"/>
                  </a:cubicBezTo>
                  <a:cubicBezTo>
                    <a:pt x="94380" y="122745"/>
                    <a:pt x="99790" y="120459"/>
                    <a:pt x="104661" y="120459"/>
                  </a:cubicBezTo>
                  <a:cubicBezTo>
                    <a:pt x="122199" y="120459"/>
                    <a:pt x="124904" y="121348"/>
                    <a:pt x="127178" y="117348"/>
                  </a:cubicBezTo>
                  <a:cubicBezTo>
                    <a:pt x="128689" y="113538"/>
                    <a:pt x="135077" y="106553"/>
                    <a:pt x="129883" y="105855"/>
                  </a:cubicBezTo>
                  <a:cubicBezTo>
                    <a:pt x="91027" y="101409"/>
                    <a:pt x="90481" y="102298"/>
                    <a:pt x="86804" y="99187"/>
                  </a:cubicBezTo>
                  <a:cubicBezTo>
                    <a:pt x="74790" y="88773"/>
                    <a:pt x="71107" y="85090"/>
                    <a:pt x="66783" y="82741"/>
                  </a:cubicBezTo>
                  <a:cubicBezTo>
                    <a:pt x="50222" y="73660"/>
                    <a:pt x="44920" y="71374"/>
                    <a:pt x="41345" y="67691"/>
                  </a:cubicBezTo>
                  <a:cubicBezTo>
                    <a:pt x="25216" y="51181"/>
                    <a:pt x="23158" y="50102"/>
                    <a:pt x="22511" y="45339"/>
                  </a:cubicBezTo>
                  <a:cubicBezTo>
                    <a:pt x="21863" y="43053"/>
                    <a:pt x="22727" y="35878"/>
                    <a:pt x="17856" y="35560"/>
                  </a:cubicBezTo>
                  <a:cubicBezTo>
                    <a:pt x="16129" y="35179"/>
                    <a:pt x="10065" y="36640"/>
                    <a:pt x="9633" y="31496"/>
                  </a:cubicBezTo>
                  <a:cubicBezTo>
                    <a:pt x="9741" y="29845"/>
                    <a:pt x="7576" y="23241"/>
                    <a:pt x="12122" y="22161"/>
                  </a:cubicBezTo>
                  <a:cubicBezTo>
                    <a:pt x="12986" y="21844"/>
                    <a:pt x="19806" y="21654"/>
                    <a:pt x="16669" y="18161"/>
                  </a:cubicBezTo>
                  <a:cubicBezTo>
                    <a:pt x="7791" y="8572"/>
                    <a:pt x="3029" y="2921"/>
                    <a:pt x="0" y="0"/>
                  </a:cubicBezTo>
                  <a:lnTo>
                    <a:pt x="0" y="318"/>
                  </a:lnTo>
                  <a:lnTo>
                    <a:pt x="0" y="90424"/>
                  </a:lnTo>
                  <a:cubicBezTo>
                    <a:pt x="44920" y="93091"/>
                    <a:pt x="48704" y="92329"/>
                    <a:pt x="45460" y="96012"/>
                  </a:cubicBezTo>
                  <a:cubicBezTo>
                    <a:pt x="44374" y="97028"/>
                    <a:pt x="41669" y="101854"/>
                    <a:pt x="37014" y="101854"/>
                  </a:cubicBezTo>
                  <a:cubicBezTo>
                    <a:pt x="16885" y="102171"/>
                    <a:pt x="6166" y="102426"/>
                    <a:pt x="0" y="102426"/>
                  </a:cubicBezTo>
                  <a:lnTo>
                    <a:pt x="0" y="120332"/>
                  </a:lnTo>
                  <a:cubicBezTo>
                    <a:pt x="18072" y="117475"/>
                    <a:pt x="19482" y="117348"/>
                    <a:pt x="22619" y="117539"/>
                  </a:cubicBezTo>
                  <a:lnTo>
                    <a:pt x="22403" y="1175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E26E1E1-8470-3080-196B-184D291B2E89}"/>
                </a:ext>
              </a:extLst>
            </p:cNvPr>
            <p:cNvSpPr/>
            <p:nvPr/>
          </p:nvSpPr>
          <p:spPr>
            <a:xfrm>
              <a:off x="642447" y="2217018"/>
              <a:ext cx="81572" cy="121389"/>
            </a:xfrm>
            <a:custGeom>
              <a:avLst/>
              <a:gdLst>
                <a:gd name="csX0" fmla="*/ 72499 w 81572"/>
                <a:gd name="csY0" fmla="*/ 99017 h 121389"/>
                <a:gd name="csX1" fmla="*/ 64600 w 81572"/>
                <a:gd name="csY1" fmla="*/ 90362 h 121389"/>
                <a:gd name="csX2" fmla="*/ 61781 w 81572"/>
                <a:gd name="csY2" fmla="*/ 77712 h 121389"/>
                <a:gd name="csX3" fmla="*/ 53665 w 81572"/>
                <a:gd name="csY3" fmla="*/ 74251 h 121389"/>
                <a:gd name="csX4" fmla="*/ 55291 w 81572"/>
                <a:gd name="csY4" fmla="*/ 61710 h 121389"/>
                <a:gd name="csX5" fmla="*/ 46845 w 81572"/>
                <a:gd name="csY5" fmla="*/ 52731 h 121389"/>
                <a:gd name="csX6" fmla="*/ 36349 w 81572"/>
                <a:gd name="csY6" fmla="*/ 51436 h 121389"/>
                <a:gd name="csX7" fmla="*/ 45766 w 81572"/>
                <a:gd name="csY7" fmla="*/ 38996 h 121389"/>
                <a:gd name="csX8" fmla="*/ 51500 w 81572"/>
                <a:gd name="csY8" fmla="*/ 3640 h 121389"/>
                <a:gd name="csX9" fmla="*/ 36457 w 81572"/>
                <a:gd name="csY9" fmla="*/ 11209 h 121389"/>
                <a:gd name="csX10" fmla="*/ 26392 w 81572"/>
                <a:gd name="csY10" fmla="*/ 9259 h 121389"/>
                <a:gd name="csX11" fmla="*/ 18162 w 81572"/>
                <a:gd name="csY11" fmla="*/ 10885 h 121389"/>
                <a:gd name="csX12" fmla="*/ 14918 w 81572"/>
                <a:gd name="csY12" fmla="*/ 3640 h 121389"/>
                <a:gd name="csX13" fmla="*/ 1710 w 81572"/>
                <a:gd name="csY13" fmla="*/ 2554 h 121389"/>
                <a:gd name="csX14" fmla="*/ 1170 w 81572"/>
                <a:gd name="csY14" fmla="*/ 25699 h 121389"/>
                <a:gd name="csX15" fmla="*/ 5824 w 81572"/>
                <a:gd name="csY15" fmla="*/ 35212 h 121389"/>
                <a:gd name="csX16" fmla="*/ 10695 w 81572"/>
                <a:gd name="csY16" fmla="*/ 39320 h 121389"/>
                <a:gd name="csX17" fmla="*/ 21414 w 81572"/>
                <a:gd name="csY17" fmla="*/ 44622 h 121389"/>
                <a:gd name="csX18" fmla="*/ 15457 w 81572"/>
                <a:gd name="csY18" fmla="*/ 52947 h 121389"/>
                <a:gd name="csX19" fmla="*/ 25630 w 81572"/>
                <a:gd name="csY19" fmla="*/ 64193 h 121389"/>
                <a:gd name="csX20" fmla="*/ 32666 w 81572"/>
                <a:gd name="csY20" fmla="*/ 67006 h 121389"/>
                <a:gd name="csX21" fmla="*/ 32234 w 81572"/>
                <a:gd name="csY21" fmla="*/ 76741 h 121389"/>
                <a:gd name="csX22" fmla="*/ 59507 w 81572"/>
                <a:gd name="csY22" fmla="*/ 106478 h 121389"/>
                <a:gd name="csX23" fmla="*/ 79427 w 81572"/>
                <a:gd name="csY23" fmla="*/ 119775 h 121389"/>
                <a:gd name="csX24" fmla="*/ 80938 w 81572"/>
                <a:gd name="csY24" fmla="*/ 111882 h 121389"/>
                <a:gd name="csX25" fmla="*/ 72391 w 81572"/>
                <a:gd name="csY25" fmla="*/ 99017 h 121389"/>
                <a:gd name="csX26" fmla="*/ 72499 w 81572"/>
                <a:gd name="csY26" fmla="*/ 99017 h 121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1572" h="121389">
                  <a:moveTo>
                    <a:pt x="72499" y="99017"/>
                  </a:moveTo>
                  <a:cubicBezTo>
                    <a:pt x="70226" y="97175"/>
                    <a:pt x="64378" y="95772"/>
                    <a:pt x="64600" y="90362"/>
                  </a:cubicBezTo>
                  <a:cubicBezTo>
                    <a:pt x="64270" y="85929"/>
                    <a:pt x="66981" y="77712"/>
                    <a:pt x="61781" y="77712"/>
                  </a:cubicBezTo>
                  <a:cubicBezTo>
                    <a:pt x="59507" y="77281"/>
                    <a:pt x="51932" y="79332"/>
                    <a:pt x="53665" y="74251"/>
                  </a:cubicBezTo>
                  <a:cubicBezTo>
                    <a:pt x="54313" y="71546"/>
                    <a:pt x="57780" y="66251"/>
                    <a:pt x="55291" y="61710"/>
                  </a:cubicBezTo>
                  <a:cubicBezTo>
                    <a:pt x="53233" y="58897"/>
                    <a:pt x="51716" y="52300"/>
                    <a:pt x="46845" y="52731"/>
                  </a:cubicBezTo>
                  <a:cubicBezTo>
                    <a:pt x="39378" y="53487"/>
                    <a:pt x="33098" y="54897"/>
                    <a:pt x="36349" y="51436"/>
                  </a:cubicBezTo>
                  <a:cubicBezTo>
                    <a:pt x="41003" y="46566"/>
                    <a:pt x="44680" y="43759"/>
                    <a:pt x="45766" y="38996"/>
                  </a:cubicBezTo>
                  <a:cubicBezTo>
                    <a:pt x="53126" y="6446"/>
                    <a:pt x="55399" y="611"/>
                    <a:pt x="51500" y="3640"/>
                  </a:cubicBezTo>
                  <a:cubicBezTo>
                    <a:pt x="42515" y="10561"/>
                    <a:pt x="40349" y="13260"/>
                    <a:pt x="36457" y="11209"/>
                  </a:cubicBezTo>
                  <a:cubicBezTo>
                    <a:pt x="34939" y="10669"/>
                    <a:pt x="30500" y="6669"/>
                    <a:pt x="26392" y="9259"/>
                  </a:cubicBezTo>
                  <a:cubicBezTo>
                    <a:pt x="24227" y="10231"/>
                    <a:pt x="18162" y="16181"/>
                    <a:pt x="18162" y="10885"/>
                  </a:cubicBezTo>
                  <a:cubicBezTo>
                    <a:pt x="18054" y="10237"/>
                    <a:pt x="19032" y="5151"/>
                    <a:pt x="14918" y="3640"/>
                  </a:cubicBezTo>
                  <a:cubicBezTo>
                    <a:pt x="9507" y="2338"/>
                    <a:pt x="2256" y="-3174"/>
                    <a:pt x="1710" y="2554"/>
                  </a:cubicBezTo>
                  <a:cubicBezTo>
                    <a:pt x="414" y="14669"/>
                    <a:pt x="-1104" y="21045"/>
                    <a:pt x="1170" y="25699"/>
                  </a:cubicBezTo>
                  <a:lnTo>
                    <a:pt x="5824" y="35212"/>
                  </a:lnTo>
                  <a:cubicBezTo>
                    <a:pt x="6688" y="36945"/>
                    <a:pt x="8961" y="38780"/>
                    <a:pt x="10695" y="39320"/>
                  </a:cubicBezTo>
                  <a:cubicBezTo>
                    <a:pt x="18270" y="41162"/>
                    <a:pt x="25306" y="42025"/>
                    <a:pt x="21414" y="44622"/>
                  </a:cubicBezTo>
                  <a:cubicBezTo>
                    <a:pt x="19680" y="46350"/>
                    <a:pt x="12752" y="48407"/>
                    <a:pt x="15457" y="52947"/>
                  </a:cubicBezTo>
                  <a:cubicBezTo>
                    <a:pt x="18594" y="57272"/>
                    <a:pt x="20436" y="64517"/>
                    <a:pt x="25630" y="64193"/>
                  </a:cubicBezTo>
                  <a:cubicBezTo>
                    <a:pt x="27256" y="64409"/>
                    <a:pt x="34615" y="62250"/>
                    <a:pt x="32666" y="67006"/>
                  </a:cubicBezTo>
                  <a:cubicBezTo>
                    <a:pt x="32342" y="68302"/>
                    <a:pt x="29097" y="73064"/>
                    <a:pt x="32234" y="76741"/>
                  </a:cubicBezTo>
                  <a:cubicBezTo>
                    <a:pt x="32234" y="76741"/>
                    <a:pt x="56154" y="103557"/>
                    <a:pt x="59507" y="106478"/>
                  </a:cubicBezTo>
                  <a:cubicBezTo>
                    <a:pt x="75852" y="121292"/>
                    <a:pt x="76938" y="123559"/>
                    <a:pt x="79427" y="119775"/>
                  </a:cubicBezTo>
                  <a:cubicBezTo>
                    <a:pt x="79751" y="119127"/>
                    <a:pt x="82888" y="115990"/>
                    <a:pt x="80938" y="111882"/>
                  </a:cubicBezTo>
                  <a:cubicBezTo>
                    <a:pt x="77910" y="105938"/>
                    <a:pt x="76284" y="101391"/>
                    <a:pt x="72391" y="99017"/>
                  </a:cubicBezTo>
                  <a:lnTo>
                    <a:pt x="72499" y="99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0B81C3E-7BF1-EFE7-E726-6E2F96CCA73C}"/>
                </a:ext>
              </a:extLst>
            </p:cNvPr>
            <p:cNvSpPr/>
            <p:nvPr/>
          </p:nvSpPr>
          <p:spPr>
            <a:xfrm>
              <a:off x="91281" y="1856925"/>
              <a:ext cx="33959" cy="34253"/>
            </a:xfrm>
            <a:custGeom>
              <a:avLst/>
              <a:gdLst>
                <a:gd name="csX0" fmla="*/ 32477 w 33959"/>
                <a:gd name="csY0" fmla="*/ 2120 h 34253"/>
                <a:gd name="csX1" fmla="*/ 25766 w 33959"/>
                <a:gd name="csY1" fmla="*/ 1364 h 34253"/>
                <a:gd name="csX2" fmla="*/ 1738 w 33959"/>
                <a:gd name="csY2" fmla="*/ 34238 h 34253"/>
                <a:gd name="csX3" fmla="*/ 21220 w 33959"/>
                <a:gd name="csY3" fmla="*/ 29044 h 34253"/>
                <a:gd name="csX4" fmla="*/ 23277 w 33959"/>
                <a:gd name="csY4" fmla="*/ 21259 h 34253"/>
                <a:gd name="csX5" fmla="*/ 32477 w 33959"/>
                <a:gd name="csY5" fmla="*/ 2120 h 34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959" h="34253">
                  <a:moveTo>
                    <a:pt x="32477" y="2120"/>
                  </a:moveTo>
                  <a:cubicBezTo>
                    <a:pt x="32477" y="2120"/>
                    <a:pt x="28689" y="-2097"/>
                    <a:pt x="25766" y="1364"/>
                  </a:cubicBezTo>
                  <a:cubicBezTo>
                    <a:pt x="2171" y="29914"/>
                    <a:pt x="-3349" y="34562"/>
                    <a:pt x="1738" y="34238"/>
                  </a:cubicBezTo>
                  <a:cubicBezTo>
                    <a:pt x="17865" y="33044"/>
                    <a:pt x="21220" y="33806"/>
                    <a:pt x="21220" y="29044"/>
                  </a:cubicBezTo>
                  <a:cubicBezTo>
                    <a:pt x="21220" y="28396"/>
                    <a:pt x="20896" y="24719"/>
                    <a:pt x="23277" y="21259"/>
                  </a:cubicBezTo>
                  <a:cubicBezTo>
                    <a:pt x="33235" y="6984"/>
                    <a:pt x="36049" y="4825"/>
                    <a:pt x="32477" y="21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2B1F5E02-158F-2945-210C-D57EA6D2B3D3}"/>
                </a:ext>
              </a:extLst>
            </p:cNvPr>
            <p:cNvSpPr/>
            <p:nvPr/>
          </p:nvSpPr>
          <p:spPr>
            <a:xfrm>
              <a:off x="136413" y="1843681"/>
              <a:ext cx="18568" cy="15636"/>
            </a:xfrm>
            <a:custGeom>
              <a:avLst/>
              <a:gdLst>
                <a:gd name="csX0" fmla="*/ 2392 w 18568"/>
                <a:gd name="csY0" fmla="*/ 3470 h 15636"/>
                <a:gd name="csX1" fmla="*/ 1310 w 18568"/>
                <a:gd name="csY1" fmla="*/ 13198 h 15636"/>
                <a:gd name="csX2" fmla="*/ 9210 w 18568"/>
                <a:gd name="csY2" fmla="*/ 13960 h 15636"/>
                <a:gd name="csX3" fmla="*/ 18086 w 18568"/>
                <a:gd name="csY3" fmla="*/ 2276 h 15636"/>
                <a:gd name="csX4" fmla="*/ 2392 w 18568"/>
                <a:gd name="csY4" fmla="*/ 3470 h 1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568" h="15636">
                  <a:moveTo>
                    <a:pt x="2392" y="3470"/>
                  </a:moveTo>
                  <a:cubicBezTo>
                    <a:pt x="-2262" y="4657"/>
                    <a:pt x="1310" y="13198"/>
                    <a:pt x="1310" y="13198"/>
                  </a:cubicBezTo>
                  <a:cubicBezTo>
                    <a:pt x="2500" y="18068"/>
                    <a:pt x="8020" y="14176"/>
                    <a:pt x="9210" y="13960"/>
                  </a:cubicBezTo>
                  <a:cubicBezTo>
                    <a:pt x="13432" y="12334"/>
                    <a:pt x="15489" y="7038"/>
                    <a:pt x="18086" y="2276"/>
                  </a:cubicBezTo>
                  <a:cubicBezTo>
                    <a:pt x="20359" y="-1941"/>
                    <a:pt x="14514" y="441"/>
                    <a:pt x="2392" y="34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D3787D3A-04F4-07EC-6948-C1CE0C396F2E}"/>
                </a:ext>
              </a:extLst>
            </p:cNvPr>
            <p:cNvSpPr/>
            <p:nvPr/>
          </p:nvSpPr>
          <p:spPr>
            <a:xfrm>
              <a:off x="578327" y="1981890"/>
              <a:ext cx="35537" cy="66012"/>
            </a:xfrm>
            <a:custGeom>
              <a:avLst/>
              <a:gdLst>
                <a:gd name="csX0" fmla="*/ 24919 w 35537"/>
                <a:gd name="csY0" fmla="*/ 53094 h 66012"/>
                <a:gd name="csX1" fmla="*/ 34011 w 35537"/>
                <a:gd name="csY1" fmla="*/ 50281 h 66012"/>
                <a:gd name="csX2" fmla="*/ 28708 w 35537"/>
                <a:gd name="csY2" fmla="*/ 39683 h 66012"/>
                <a:gd name="csX3" fmla="*/ 32496 w 35537"/>
                <a:gd name="csY3" fmla="*/ 35467 h 66012"/>
                <a:gd name="csX4" fmla="*/ 23079 w 35537"/>
                <a:gd name="csY4" fmla="*/ 12975 h 66012"/>
                <a:gd name="csX5" fmla="*/ 14529 w 35537"/>
                <a:gd name="csY5" fmla="*/ 8435 h 66012"/>
                <a:gd name="csX6" fmla="*/ 1757 w 35537"/>
                <a:gd name="csY6" fmla="*/ 650 h 66012"/>
                <a:gd name="csX7" fmla="*/ 2406 w 35537"/>
                <a:gd name="csY7" fmla="*/ 8111 h 66012"/>
                <a:gd name="csX8" fmla="*/ 6195 w 35537"/>
                <a:gd name="csY8" fmla="*/ 31034 h 66012"/>
                <a:gd name="csX9" fmla="*/ 12472 w 35537"/>
                <a:gd name="csY9" fmla="*/ 46173 h 66012"/>
                <a:gd name="csX10" fmla="*/ 12689 w 35537"/>
                <a:gd name="csY10" fmla="*/ 63800 h 66012"/>
                <a:gd name="csX11" fmla="*/ 21997 w 35537"/>
                <a:gd name="csY11" fmla="*/ 61743 h 66012"/>
                <a:gd name="csX12" fmla="*/ 24919 w 35537"/>
                <a:gd name="csY12" fmla="*/ 53202 h 66012"/>
                <a:gd name="csX13" fmla="*/ 24919 w 35537"/>
                <a:gd name="csY13" fmla="*/ 53094 h 66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537" h="66012">
                  <a:moveTo>
                    <a:pt x="24919" y="53094"/>
                  </a:moveTo>
                  <a:cubicBezTo>
                    <a:pt x="24919" y="47690"/>
                    <a:pt x="31738" y="50497"/>
                    <a:pt x="34011" y="50281"/>
                  </a:cubicBezTo>
                  <a:cubicBezTo>
                    <a:pt x="39423" y="50713"/>
                    <a:pt x="28708" y="39683"/>
                    <a:pt x="28708" y="39683"/>
                  </a:cubicBezTo>
                  <a:cubicBezTo>
                    <a:pt x="25786" y="36006"/>
                    <a:pt x="31955" y="35790"/>
                    <a:pt x="32496" y="35467"/>
                  </a:cubicBezTo>
                  <a:cubicBezTo>
                    <a:pt x="36934" y="34387"/>
                    <a:pt x="33470" y="30710"/>
                    <a:pt x="23079" y="12975"/>
                  </a:cubicBezTo>
                  <a:cubicBezTo>
                    <a:pt x="20590" y="8759"/>
                    <a:pt x="15394" y="8759"/>
                    <a:pt x="14529" y="8435"/>
                  </a:cubicBezTo>
                  <a:cubicBezTo>
                    <a:pt x="10199" y="7571"/>
                    <a:pt x="6844" y="4542"/>
                    <a:pt x="1757" y="650"/>
                  </a:cubicBezTo>
                  <a:cubicBezTo>
                    <a:pt x="-2248" y="-2379"/>
                    <a:pt x="1757" y="6053"/>
                    <a:pt x="2406" y="8111"/>
                  </a:cubicBezTo>
                  <a:cubicBezTo>
                    <a:pt x="4138" y="12975"/>
                    <a:pt x="4679" y="19357"/>
                    <a:pt x="6195" y="31034"/>
                  </a:cubicBezTo>
                  <a:cubicBezTo>
                    <a:pt x="6844" y="35898"/>
                    <a:pt x="9333" y="40007"/>
                    <a:pt x="12472" y="46173"/>
                  </a:cubicBezTo>
                  <a:cubicBezTo>
                    <a:pt x="14637" y="50497"/>
                    <a:pt x="13446" y="56123"/>
                    <a:pt x="12689" y="63800"/>
                  </a:cubicBezTo>
                  <a:cubicBezTo>
                    <a:pt x="12148" y="69312"/>
                    <a:pt x="19074" y="62937"/>
                    <a:pt x="21997" y="61743"/>
                  </a:cubicBezTo>
                  <a:cubicBezTo>
                    <a:pt x="25894" y="59368"/>
                    <a:pt x="24811" y="54066"/>
                    <a:pt x="24919" y="53202"/>
                  </a:cubicBezTo>
                  <a:lnTo>
                    <a:pt x="24919" y="53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EE9F6B6-3BC9-1CB5-1FBE-95A877957097}"/>
                </a:ext>
              </a:extLst>
            </p:cNvPr>
            <p:cNvSpPr/>
            <p:nvPr/>
          </p:nvSpPr>
          <p:spPr>
            <a:xfrm>
              <a:off x="618480" y="2053137"/>
              <a:ext cx="38032" cy="30419"/>
            </a:xfrm>
            <a:custGeom>
              <a:avLst/>
              <a:gdLst>
                <a:gd name="csX0" fmla="*/ 6736 w 38032"/>
                <a:gd name="csY0" fmla="*/ 7152 h 30419"/>
                <a:gd name="csX1" fmla="*/ 10416 w 38032"/>
                <a:gd name="csY1" fmla="*/ 25859 h 30419"/>
                <a:gd name="csX2" fmla="*/ 17777 w 38032"/>
                <a:gd name="csY2" fmla="*/ 30399 h 30419"/>
                <a:gd name="csX3" fmla="*/ 21670 w 38032"/>
                <a:gd name="csY3" fmla="*/ 27160 h 30419"/>
                <a:gd name="csX4" fmla="*/ 36288 w 38032"/>
                <a:gd name="csY4" fmla="*/ 24995 h 30419"/>
                <a:gd name="csX5" fmla="*/ 22432 w 38032"/>
                <a:gd name="csY5" fmla="*/ 4123 h 30419"/>
                <a:gd name="csX6" fmla="*/ 1649 w 38032"/>
                <a:gd name="csY6" fmla="*/ 14 h 30419"/>
                <a:gd name="csX7" fmla="*/ 6736 w 38032"/>
                <a:gd name="csY7" fmla="*/ 7152 h 3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032" h="30419">
                  <a:moveTo>
                    <a:pt x="6736" y="7152"/>
                  </a:moveTo>
                  <a:cubicBezTo>
                    <a:pt x="10416" y="10289"/>
                    <a:pt x="9767" y="16130"/>
                    <a:pt x="10416" y="25859"/>
                  </a:cubicBezTo>
                  <a:cubicBezTo>
                    <a:pt x="10741" y="30837"/>
                    <a:pt x="16584" y="29967"/>
                    <a:pt x="17777" y="30399"/>
                  </a:cubicBezTo>
                  <a:cubicBezTo>
                    <a:pt x="19619" y="30615"/>
                    <a:pt x="21346" y="29104"/>
                    <a:pt x="21670" y="27160"/>
                  </a:cubicBezTo>
                  <a:cubicBezTo>
                    <a:pt x="22432" y="21426"/>
                    <a:pt x="30007" y="25103"/>
                    <a:pt x="36288" y="24995"/>
                  </a:cubicBezTo>
                  <a:cubicBezTo>
                    <a:pt x="40936" y="25427"/>
                    <a:pt x="36288" y="21211"/>
                    <a:pt x="22432" y="4123"/>
                  </a:cubicBezTo>
                  <a:cubicBezTo>
                    <a:pt x="19619" y="662"/>
                    <a:pt x="16907" y="1094"/>
                    <a:pt x="1649" y="14"/>
                  </a:cubicBezTo>
                  <a:cubicBezTo>
                    <a:pt x="-3438" y="-310"/>
                    <a:pt x="4680" y="4986"/>
                    <a:pt x="6736" y="71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3906E752-279C-FCFB-1591-103FEDEC4561}"/>
                </a:ext>
              </a:extLst>
            </p:cNvPr>
            <p:cNvSpPr/>
            <p:nvPr/>
          </p:nvSpPr>
          <p:spPr>
            <a:xfrm>
              <a:off x="646819" y="2087761"/>
              <a:ext cx="12414" cy="11235"/>
            </a:xfrm>
            <a:custGeom>
              <a:avLst/>
              <a:gdLst>
                <a:gd name="csX0" fmla="*/ 481 w 12414"/>
                <a:gd name="csY0" fmla="*/ 2373 h 11235"/>
                <a:gd name="csX1" fmla="*/ 1344 w 12414"/>
                <a:gd name="csY1" fmla="*/ 7891 h 11235"/>
                <a:gd name="csX2" fmla="*/ 8272 w 12414"/>
                <a:gd name="csY2" fmla="*/ 9834 h 11235"/>
                <a:gd name="csX3" fmla="*/ 10546 w 12414"/>
                <a:gd name="csY3" fmla="*/ 1077 h 11235"/>
                <a:gd name="csX4" fmla="*/ 481 w 12414"/>
                <a:gd name="csY4" fmla="*/ 2373 h 11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14" h="11235">
                  <a:moveTo>
                    <a:pt x="481" y="2373"/>
                  </a:moveTo>
                  <a:cubicBezTo>
                    <a:pt x="-389" y="3998"/>
                    <a:pt x="-65" y="6481"/>
                    <a:pt x="1344" y="7891"/>
                  </a:cubicBezTo>
                  <a:cubicBezTo>
                    <a:pt x="1992" y="8323"/>
                    <a:pt x="5567" y="13726"/>
                    <a:pt x="8272" y="9834"/>
                  </a:cubicBezTo>
                  <a:cubicBezTo>
                    <a:pt x="9352" y="7675"/>
                    <a:pt x="15416" y="2049"/>
                    <a:pt x="10546" y="1077"/>
                  </a:cubicBezTo>
                  <a:cubicBezTo>
                    <a:pt x="8164" y="1077"/>
                    <a:pt x="2862" y="-2060"/>
                    <a:pt x="481" y="23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E821302-37D3-AD40-906B-579A3BD7A1ED}"/>
                </a:ext>
              </a:extLst>
            </p:cNvPr>
            <p:cNvSpPr/>
            <p:nvPr/>
          </p:nvSpPr>
          <p:spPr>
            <a:xfrm>
              <a:off x="595976" y="2060017"/>
              <a:ext cx="22206" cy="47626"/>
            </a:xfrm>
            <a:custGeom>
              <a:avLst/>
              <a:gdLst>
                <a:gd name="csX0" fmla="*/ 20367 w 22206"/>
                <a:gd name="csY0" fmla="*/ 18331 h 47626"/>
                <a:gd name="csX1" fmla="*/ 21341 w 22206"/>
                <a:gd name="csY1" fmla="*/ 9244 h 47626"/>
                <a:gd name="csX2" fmla="*/ 17661 w 22206"/>
                <a:gd name="csY2" fmla="*/ 7085 h 47626"/>
                <a:gd name="csX3" fmla="*/ 16687 w 22206"/>
                <a:gd name="csY3" fmla="*/ 7625 h 47626"/>
                <a:gd name="csX4" fmla="*/ 10843 w 22206"/>
                <a:gd name="csY4" fmla="*/ 2761 h 47626"/>
                <a:gd name="csX5" fmla="*/ 3049 w 22206"/>
                <a:gd name="csY5" fmla="*/ 487 h 47626"/>
                <a:gd name="csX6" fmla="*/ 777 w 22206"/>
                <a:gd name="csY6" fmla="*/ 11409 h 47626"/>
                <a:gd name="csX7" fmla="*/ 7703 w 22206"/>
                <a:gd name="csY7" fmla="*/ 24389 h 47626"/>
                <a:gd name="csX8" fmla="*/ 7271 w 22206"/>
                <a:gd name="csY8" fmla="*/ 24712 h 47626"/>
                <a:gd name="csX9" fmla="*/ 1209 w 22206"/>
                <a:gd name="csY9" fmla="*/ 38873 h 47626"/>
                <a:gd name="csX10" fmla="*/ 8678 w 22206"/>
                <a:gd name="csY10" fmla="*/ 46010 h 47626"/>
                <a:gd name="csX11" fmla="*/ 16037 w 22206"/>
                <a:gd name="csY11" fmla="*/ 41578 h 47626"/>
                <a:gd name="csX12" fmla="*/ 17661 w 22206"/>
                <a:gd name="csY12" fmla="*/ 21468 h 47626"/>
                <a:gd name="csX13" fmla="*/ 20367 w 22206"/>
                <a:gd name="csY13" fmla="*/ 18223 h 47626"/>
                <a:gd name="csX14" fmla="*/ 20367 w 22206"/>
                <a:gd name="csY14" fmla="*/ 18331 h 4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206" h="47626">
                  <a:moveTo>
                    <a:pt x="20367" y="18331"/>
                  </a:moveTo>
                  <a:cubicBezTo>
                    <a:pt x="23831" y="18871"/>
                    <a:pt x="21341" y="11301"/>
                    <a:pt x="21341" y="9244"/>
                  </a:cubicBezTo>
                  <a:cubicBezTo>
                    <a:pt x="21016" y="7193"/>
                    <a:pt x="19393" y="6329"/>
                    <a:pt x="17661" y="7085"/>
                  </a:cubicBezTo>
                  <a:lnTo>
                    <a:pt x="16687" y="7625"/>
                  </a:lnTo>
                  <a:cubicBezTo>
                    <a:pt x="12574" y="9676"/>
                    <a:pt x="11491" y="3624"/>
                    <a:pt x="10843" y="2761"/>
                  </a:cubicBezTo>
                  <a:cubicBezTo>
                    <a:pt x="8894" y="-1678"/>
                    <a:pt x="3915" y="595"/>
                    <a:pt x="3049" y="487"/>
                  </a:cubicBezTo>
                  <a:cubicBezTo>
                    <a:pt x="-2038" y="1351"/>
                    <a:pt x="777" y="11409"/>
                    <a:pt x="777" y="11409"/>
                  </a:cubicBezTo>
                  <a:cubicBezTo>
                    <a:pt x="1534" y="18979"/>
                    <a:pt x="12358" y="19734"/>
                    <a:pt x="7703" y="24389"/>
                  </a:cubicBezTo>
                  <a:lnTo>
                    <a:pt x="7271" y="24712"/>
                  </a:lnTo>
                  <a:cubicBezTo>
                    <a:pt x="4023" y="27951"/>
                    <a:pt x="3158" y="32714"/>
                    <a:pt x="1209" y="38873"/>
                  </a:cubicBezTo>
                  <a:cubicBezTo>
                    <a:pt x="-198" y="43636"/>
                    <a:pt x="6729" y="50881"/>
                    <a:pt x="8678" y="46010"/>
                  </a:cubicBezTo>
                  <a:cubicBezTo>
                    <a:pt x="10734" y="40823"/>
                    <a:pt x="15713" y="47096"/>
                    <a:pt x="16037" y="41578"/>
                  </a:cubicBezTo>
                  <a:lnTo>
                    <a:pt x="17661" y="21468"/>
                  </a:lnTo>
                  <a:cubicBezTo>
                    <a:pt x="17769" y="19410"/>
                    <a:pt x="19068" y="18007"/>
                    <a:pt x="20367" y="18223"/>
                  </a:cubicBezTo>
                  <a:lnTo>
                    <a:pt x="20367" y="183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F582E1D6-D9D4-1D55-5AAA-F1AD87120D14}"/>
                </a:ext>
              </a:extLst>
            </p:cNvPr>
            <p:cNvSpPr/>
            <p:nvPr/>
          </p:nvSpPr>
          <p:spPr>
            <a:xfrm>
              <a:off x="518405" y="1980803"/>
              <a:ext cx="53745" cy="45057"/>
            </a:xfrm>
            <a:custGeom>
              <a:avLst/>
              <a:gdLst>
                <a:gd name="csX0" fmla="*/ 39055 w 53745"/>
                <a:gd name="csY0" fmla="*/ 37201 h 45057"/>
                <a:gd name="csX1" fmla="*/ 51177 w 53745"/>
                <a:gd name="csY1" fmla="*/ 42072 h 45057"/>
                <a:gd name="csX2" fmla="*/ 50311 w 53745"/>
                <a:gd name="csY2" fmla="*/ 14709 h 45057"/>
                <a:gd name="csX3" fmla="*/ 44466 w 53745"/>
                <a:gd name="csY3" fmla="*/ 8442 h 45057"/>
                <a:gd name="csX4" fmla="*/ 36890 w 53745"/>
                <a:gd name="csY4" fmla="*/ 10277 h 45057"/>
                <a:gd name="csX5" fmla="*/ 34400 w 53745"/>
                <a:gd name="csY5" fmla="*/ 6708 h 45057"/>
                <a:gd name="csX6" fmla="*/ 29530 w 53745"/>
                <a:gd name="csY6" fmla="*/ 765 h 45057"/>
                <a:gd name="csX7" fmla="*/ 8424 w 53745"/>
                <a:gd name="csY7" fmla="*/ 4657 h 45057"/>
                <a:gd name="csX8" fmla="*/ 1172 w 53745"/>
                <a:gd name="csY8" fmla="*/ 11033 h 45057"/>
                <a:gd name="csX9" fmla="*/ 1714 w 53745"/>
                <a:gd name="csY9" fmla="*/ 21199 h 45057"/>
                <a:gd name="csX10" fmla="*/ 16758 w 53745"/>
                <a:gd name="csY10" fmla="*/ 43907 h 45057"/>
                <a:gd name="csX11" fmla="*/ 22602 w 53745"/>
                <a:gd name="csY11" fmla="*/ 30718 h 45057"/>
                <a:gd name="csX12" fmla="*/ 39163 w 53745"/>
                <a:gd name="csY12" fmla="*/ 37201 h 45057"/>
                <a:gd name="csX13" fmla="*/ 39055 w 53745"/>
                <a:gd name="csY13" fmla="*/ 37201 h 45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745" h="45057">
                  <a:moveTo>
                    <a:pt x="39055" y="37201"/>
                  </a:moveTo>
                  <a:cubicBezTo>
                    <a:pt x="42735" y="39582"/>
                    <a:pt x="46739" y="40662"/>
                    <a:pt x="51177" y="42072"/>
                  </a:cubicBezTo>
                  <a:cubicBezTo>
                    <a:pt x="55506" y="43475"/>
                    <a:pt x="53775" y="39151"/>
                    <a:pt x="50311" y="14709"/>
                  </a:cubicBezTo>
                  <a:cubicBezTo>
                    <a:pt x="49662" y="10061"/>
                    <a:pt x="45116" y="8982"/>
                    <a:pt x="44466" y="8442"/>
                  </a:cubicBezTo>
                  <a:cubicBezTo>
                    <a:pt x="40570" y="6492"/>
                    <a:pt x="37540" y="9953"/>
                    <a:pt x="36890" y="10277"/>
                  </a:cubicBezTo>
                  <a:cubicBezTo>
                    <a:pt x="33427" y="12766"/>
                    <a:pt x="34509" y="7356"/>
                    <a:pt x="34400" y="6708"/>
                  </a:cubicBezTo>
                  <a:cubicBezTo>
                    <a:pt x="34617" y="2060"/>
                    <a:pt x="30179" y="1197"/>
                    <a:pt x="29530" y="765"/>
                  </a:cubicBezTo>
                  <a:cubicBezTo>
                    <a:pt x="25417" y="-1185"/>
                    <a:pt x="21628" y="765"/>
                    <a:pt x="8424" y="4657"/>
                  </a:cubicBezTo>
                  <a:cubicBezTo>
                    <a:pt x="4094" y="5953"/>
                    <a:pt x="1714" y="10385"/>
                    <a:pt x="1172" y="11033"/>
                  </a:cubicBezTo>
                  <a:cubicBezTo>
                    <a:pt x="-1750" y="14817"/>
                    <a:pt x="1714" y="21199"/>
                    <a:pt x="1714" y="21199"/>
                  </a:cubicBezTo>
                  <a:cubicBezTo>
                    <a:pt x="3553" y="26063"/>
                    <a:pt x="7017" y="30286"/>
                    <a:pt x="16758" y="43907"/>
                  </a:cubicBezTo>
                  <a:cubicBezTo>
                    <a:pt x="19572" y="47799"/>
                    <a:pt x="20113" y="41424"/>
                    <a:pt x="22602" y="30718"/>
                  </a:cubicBezTo>
                  <a:cubicBezTo>
                    <a:pt x="23685" y="25847"/>
                    <a:pt x="27906" y="30070"/>
                    <a:pt x="39163" y="37201"/>
                  </a:cubicBezTo>
                  <a:lnTo>
                    <a:pt x="39055" y="372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5176C27-617B-A511-7F1E-1DCBD8DA4D6A}"/>
                </a:ext>
              </a:extLst>
            </p:cNvPr>
            <p:cNvSpPr/>
            <p:nvPr/>
          </p:nvSpPr>
          <p:spPr>
            <a:xfrm>
              <a:off x="541548" y="2029733"/>
              <a:ext cx="42756" cy="67549"/>
            </a:xfrm>
            <a:custGeom>
              <a:avLst/>
              <a:gdLst>
                <a:gd name="csX0" fmla="*/ 30850 w 42756"/>
                <a:gd name="csY0" fmla="*/ 5575 h 67549"/>
                <a:gd name="csX1" fmla="*/ 2383 w 42756"/>
                <a:gd name="csY1" fmla="*/ 2762 h 67549"/>
                <a:gd name="csX2" fmla="*/ 2275 w 42756"/>
                <a:gd name="csY2" fmla="*/ 22771 h 67549"/>
                <a:gd name="csX3" fmla="*/ 16021 w 42756"/>
                <a:gd name="csY3" fmla="*/ 16497 h 67549"/>
                <a:gd name="csX4" fmla="*/ 17212 w 42756"/>
                <a:gd name="csY4" fmla="*/ 36614 h 67549"/>
                <a:gd name="csX5" fmla="*/ 42322 w 42756"/>
                <a:gd name="csY5" fmla="*/ 65811 h 67549"/>
                <a:gd name="csX6" fmla="*/ 42755 w 42756"/>
                <a:gd name="csY6" fmla="*/ 42773 h 67549"/>
                <a:gd name="csX7" fmla="*/ 35071 w 42756"/>
                <a:gd name="csY7" fmla="*/ 9899 h 67549"/>
                <a:gd name="csX8" fmla="*/ 30850 w 42756"/>
                <a:gd name="csY8" fmla="*/ 5575 h 67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756" h="67549">
                  <a:moveTo>
                    <a:pt x="30850" y="5575"/>
                  </a:moveTo>
                  <a:cubicBezTo>
                    <a:pt x="5955" y="-153"/>
                    <a:pt x="3141" y="-2102"/>
                    <a:pt x="2383" y="2762"/>
                  </a:cubicBezTo>
                  <a:cubicBezTo>
                    <a:pt x="219" y="19418"/>
                    <a:pt x="-1622" y="25584"/>
                    <a:pt x="2275" y="22771"/>
                  </a:cubicBezTo>
                  <a:cubicBezTo>
                    <a:pt x="8012" y="19418"/>
                    <a:pt x="12990" y="12712"/>
                    <a:pt x="16021" y="16497"/>
                  </a:cubicBezTo>
                  <a:cubicBezTo>
                    <a:pt x="20242" y="21691"/>
                    <a:pt x="12666" y="30556"/>
                    <a:pt x="17212" y="36614"/>
                  </a:cubicBezTo>
                  <a:cubicBezTo>
                    <a:pt x="37019" y="62566"/>
                    <a:pt x="42214" y="71755"/>
                    <a:pt x="42322" y="65811"/>
                  </a:cubicBezTo>
                  <a:lnTo>
                    <a:pt x="42755" y="42773"/>
                  </a:lnTo>
                  <a:cubicBezTo>
                    <a:pt x="42864" y="36614"/>
                    <a:pt x="34854" y="9252"/>
                    <a:pt x="35071" y="9899"/>
                  </a:cubicBezTo>
                  <a:cubicBezTo>
                    <a:pt x="34530" y="7956"/>
                    <a:pt x="32689" y="6007"/>
                    <a:pt x="30850" y="5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79BD35E-A7C5-D619-7ECF-C808F7CB34AD}"/>
                </a:ext>
              </a:extLst>
            </p:cNvPr>
            <p:cNvSpPr/>
            <p:nvPr/>
          </p:nvSpPr>
          <p:spPr>
            <a:xfrm>
              <a:off x="593625" y="2116950"/>
              <a:ext cx="13803" cy="10975"/>
            </a:xfrm>
            <a:custGeom>
              <a:avLst/>
              <a:gdLst>
                <a:gd name="csX0" fmla="*/ 1935 w 13803"/>
                <a:gd name="csY0" fmla="*/ 108 h 10975"/>
                <a:gd name="csX1" fmla="*/ 4208 w 13803"/>
                <a:gd name="csY1" fmla="*/ 9519 h 10975"/>
                <a:gd name="csX2" fmla="*/ 13192 w 13803"/>
                <a:gd name="csY2" fmla="*/ 4870 h 10975"/>
                <a:gd name="csX3" fmla="*/ 1935 w 13803"/>
                <a:gd name="csY3" fmla="*/ 0 h 10975"/>
                <a:gd name="csX4" fmla="*/ 1935 w 13803"/>
                <a:gd name="csY4" fmla="*/ 108 h 1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03" h="10975">
                  <a:moveTo>
                    <a:pt x="1935" y="108"/>
                  </a:moveTo>
                  <a:cubicBezTo>
                    <a:pt x="-3044" y="-756"/>
                    <a:pt x="3018" y="6706"/>
                    <a:pt x="4208" y="9519"/>
                  </a:cubicBezTo>
                  <a:cubicBezTo>
                    <a:pt x="6806" y="14059"/>
                    <a:pt x="11027" y="6706"/>
                    <a:pt x="13192" y="4870"/>
                  </a:cubicBezTo>
                  <a:cubicBezTo>
                    <a:pt x="16980" y="762"/>
                    <a:pt x="1935" y="0"/>
                    <a:pt x="1935" y="0"/>
                  </a:cubicBezTo>
                  <a:lnTo>
                    <a:pt x="193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808F8EBE-EE06-7AEF-5D8A-6996A5A51E6D}"/>
                </a:ext>
              </a:extLst>
            </p:cNvPr>
            <p:cNvSpPr/>
            <p:nvPr/>
          </p:nvSpPr>
          <p:spPr>
            <a:xfrm>
              <a:off x="618895" y="2094017"/>
              <a:ext cx="67020" cy="93970"/>
            </a:xfrm>
            <a:custGeom>
              <a:avLst/>
              <a:gdLst>
                <a:gd name="csX0" fmla="*/ 63793 w 67020"/>
                <a:gd name="csY0" fmla="*/ 78191 h 93970"/>
                <a:gd name="csX1" fmla="*/ 62059 w 67020"/>
                <a:gd name="csY1" fmla="*/ 77975 h 93970"/>
                <a:gd name="csX2" fmla="*/ 62059 w 67020"/>
                <a:gd name="csY2" fmla="*/ 64570 h 93970"/>
                <a:gd name="csX3" fmla="*/ 50807 w 67020"/>
                <a:gd name="csY3" fmla="*/ 49756 h 93970"/>
                <a:gd name="csX4" fmla="*/ 55786 w 67020"/>
                <a:gd name="csY4" fmla="*/ 45209 h 93970"/>
                <a:gd name="csX5" fmla="*/ 42578 w 67020"/>
                <a:gd name="csY5" fmla="*/ 26826 h 93970"/>
                <a:gd name="csX6" fmla="*/ 22988 w 67020"/>
                <a:gd name="csY6" fmla="*/ 12119 h 93970"/>
                <a:gd name="csX7" fmla="*/ 14655 w 67020"/>
                <a:gd name="csY7" fmla="*/ 10 h 93970"/>
                <a:gd name="csX8" fmla="*/ 4481 w 67020"/>
                <a:gd name="csY8" fmla="*/ 4226 h 93970"/>
                <a:gd name="csX9" fmla="*/ 3940 w 67020"/>
                <a:gd name="csY9" fmla="*/ 14285 h 93970"/>
                <a:gd name="csX10" fmla="*/ 1884 w 67020"/>
                <a:gd name="csY10" fmla="*/ 23803 h 93970"/>
                <a:gd name="csX11" fmla="*/ 12815 w 67020"/>
                <a:gd name="csY11" fmla="*/ 22286 h 93970"/>
                <a:gd name="csX12" fmla="*/ 14763 w 67020"/>
                <a:gd name="csY12" fmla="*/ 31480 h 93970"/>
                <a:gd name="csX13" fmla="*/ 8053 w 67020"/>
                <a:gd name="csY13" fmla="*/ 35805 h 93970"/>
                <a:gd name="csX14" fmla="*/ 23858 w 67020"/>
                <a:gd name="csY14" fmla="*/ 45323 h 93970"/>
                <a:gd name="csX15" fmla="*/ 24613 w 67020"/>
                <a:gd name="csY15" fmla="*/ 55807 h 93970"/>
                <a:gd name="csX16" fmla="*/ 16168 w 67020"/>
                <a:gd name="csY16" fmla="*/ 62405 h 93970"/>
                <a:gd name="csX17" fmla="*/ 23858 w 67020"/>
                <a:gd name="csY17" fmla="*/ 66513 h 93970"/>
                <a:gd name="csX18" fmla="*/ 34354 w 67020"/>
                <a:gd name="csY18" fmla="*/ 67815 h 93970"/>
                <a:gd name="csX19" fmla="*/ 38469 w 67020"/>
                <a:gd name="csY19" fmla="*/ 71815 h 93970"/>
                <a:gd name="csX20" fmla="*/ 44743 w 67020"/>
                <a:gd name="csY20" fmla="*/ 71492 h 93970"/>
                <a:gd name="csX21" fmla="*/ 48102 w 67020"/>
                <a:gd name="csY21" fmla="*/ 81544 h 93970"/>
                <a:gd name="csX22" fmla="*/ 58707 w 67020"/>
                <a:gd name="csY22" fmla="*/ 93228 h 93970"/>
                <a:gd name="csX23" fmla="*/ 66936 w 67020"/>
                <a:gd name="csY23" fmla="*/ 90739 h 93970"/>
                <a:gd name="csX24" fmla="*/ 63577 w 67020"/>
                <a:gd name="csY24" fmla="*/ 78305 h 93970"/>
                <a:gd name="csX25" fmla="*/ 63793 w 67020"/>
                <a:gd name="csY25" fmla="*/ 78191 h 9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7020" h="93970">
                  <a:moveTo>
                    <a:pt x="63793" y="78191"/>
                  </a:moveTo>
                  <a:lnTo>
                    <a:pt x="62059" y="77975"/>
                  </a:lnTo>
                  <a:cubicBezTo>
                    <a:pt x="55246" y="77111"/>
                    <a:pt x="67152" y="69542"/>
                    <a:pt x="62059" y="64570"/>
                  </a:cubicBezTo>
                  <a:cubicBezTo>
                    <a:pt x="50699" y="53648"/>
                    <a:pt x="46368" y="50727"/>
                    <a:pt x="50807" y="49756"/>
                  </a:cubicBezTo>
                  <a:cubicBezTo>
                    <a:pt x="51671" y="49324"/>
                    <a:pt x="58275" y="49216"/>
                    <a:pt x="55786" y="45209"/>
                  </a:cubicBezTo>
                  <a:cubicBezTo>
                    <a:pt x="49505" y="35157"/>
                    <a:pt x="46800" y="29423"/>
                    <a:pt x="42578" y="26826"/>
                  </a:cubicBezTo>
                  <a:cubicBezTo>
                    <a:pt x="26779" y="16990"/>
                    <a:pt x="24721" y="16342"/>
                    <a:pt x="22988" y="12119"/>
                  </a:cubicBezTo>
                  <a:cubicBezTo>
                    <a:pt x="20499" y="7471"/>
                    <a:pt x="19959" y="-314"/>
                    <a:pt x="14655" y="10"/>
                  </a:cubicBezTo>
                  <a:cubicBezTo>
                    <a:pt x="11408" y="657"/>
                    <a:pt x="3723" y="-1286"/>
                    <a:pt x="4481" y="4226"/>
                  </a:cubicBezTo>
                  <a:cubicBezTo>
                    <a:pt x="4481" y="5204"/>
                    <a:pt x="5996" y="9960"/>
                    <a:pt x="3940" y="14285"/>
                  </a:cubicBezTo>
                  <a:cubicBezTo>
                    <a:pt x="2749" y="17637"/>
                    <a:pt x="-2879" y="26070"/>
                    <a:pt x="1884" y="23803"/>
                  </a:cubicBezTo>
                  <a:cubicBezTo>
                    <a:pt x="4806" y="22825"/>
                    <a:pt x="10001" y="17853"/>
                    <a:pt x="12815" y="22286"/>
                  </a:cubicBezTo>
                  <a:cubicBezTo>
                    <a:pt x="13789" y="24559"/>
                    <a:pt x="19527" y="30287"/>
                    <a:pt x="14763" y="31480"/>
                  </a:cubicBezTo>
                  <a:cubicBezTo>
                    <a:pt x="13356" y="32020"/>
                    <a:pt x="6321" y="32452"/>
                    <a:pt x="8053" y="35805"/>
                  </a:cubicBezTo>
                  <a:cubicBezTo>
                    <a:pt x="11083" y="41971"/>
                    <a:pt x="20822" y="38402"/>
                    <a:pt x="23858" y="45323"/>
                  </a:cubicBezTo>
                  <a:cubicBezTo>
                    <a:pt x="24505" y="47914"/>
                    <a:pt x="29376" y="53972"/>
                    <a:pt x="24613" y="55807"/>
                  </a:cubicBezTo>
                  <a:cubicBezTo>
                    <a:pt x="21261" y="57541"/>
                    <a:pt x="12491" y="58296"/>
                    <a:pt x="16168" y="62405"/>
                  </a:cubicBezTo>
                  <a:cubicBezTo>
                    <a:pt x="16822" y="62945"/>
                    <a:pt x="19527" y="67599"/>
                    <a:pt x="23858" y="66513"/>
                  </a:cubicBezTo>
                  <a:cubicBezTo>
                    <a:pt x="26671" y="66297"/>
                    <a:pt x="33160" y="62405"/>
                    <a:pt x="34354" y="67815"/>
                  </a:cubicBezTo>
                  <a:cubicBezTo>
                    <a:pt x="34678" y="68463"/>
                    <a:pt x="34894" y="74406"/>
                    <a:pt x="38469" y="71815"/>
                  </a:cubicBezTo>
                  <a:cubicBezTo>
                    <a:pt x="39225" y="71492"/>
                    <a:pt x="43771" y="66621"/>
                    <a:pt x="44743" y="71492"/>
                  </a:cubicBezTo>
                  <a:cubicBezTo>
                    <a:pt x="45289" y="74298"/>
                    <a:pt x="45829" y="78083"/>
                    <a:pt x="48102" y="81544"/>
                  </a:cubicBezTo>
                  <a:cubicBezTo>
                    <a:pt x="53404" y="89659"/>
                    <a:pt x="54700" y="92682"/>
                    <a:pt x="58707" y="93228"/>
                  </a:cubicBezTo>
                  <a:cubicBezTo>
                    <a:pt x="60440" y="93228"/>
                    <a:pt x="66936" y="96035"/>
                    <a:pt x="66936" y="90739"/>
                  </a:cubicBezTo>
                  <a:cubicBezTo>
                    <a:pt x="66390" y="86630"/>
                    <a:pt x="68771" y="78953"/>
                    <a:pt x="63577" y="78305"/>
                  </a:cubicBezTo>
                  <a:lnTo>
                    <a:pt x="63793" y="78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828F9CE-D9DA-DFDC-7EC1-00175DD5D46E}"/>
                </a:ext>
              </a:extLst>
            </p:cNvPr>
            <p:cNvSpPr/>
            <p:nvPr/>
          </p:nvSpPr>
          <p:spPr>
            <a:xfrm>
              <a:off x="614263" y="2139433"/>
              <a:ext cx="14358" cy="14818"/>
            </a:xfrm>
            <a:custGeom>
              <a:avLst/>
              <a:gdLst>
                <a:gd name="csX0" fmla="*/ 11599 w 14358"/>
                <a:gd name="csY0" fmla="*/ 2498 h 14818"/>
                <a:gd name="csX1" fmla="*/ 4131 w 14358"/>
                <a:gd name="csY1" fmla="*/ 2066 h 14818"/>
                <a:gd name="csX2" fmla="*/ 126 w 14358"/>
                <a:gd name="csY2" fmla="*/ 2066 h 14818"/>
                <a:gd name="csX3" fmla="*/ 6079 w 14358"/>
                <a:gd name="csY3" fmla="*/ 14283 h 14818"/>
                <a:gd name="csX4" fmla="*/ 14305 w 14358"/>
                <a:gd name="csY4" fmla="*/ 5527 h 14818"/>
                <a:gd name="csX5" fmla="*/ 14305 w 14358"/>
                <a:gd name="csY5" fmla="*/ 4987 h 14818"/>
                <a:gd name="csX6" fmla="*/ 11707 w 14358"/>
                <a:gd name="csY6" fmla="*/ 2498 h 14818"/>
                <a:gd name="csX7" fmla="*/ 11599 w 14358"/>
                <a:gd name="csY7" fmla="*/ 2498 h 14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58" h="14818">
                  <a:moveTo>
                    <a:pt x="11599" y="2498"/>
                  </a:moveTo>
                  <a:cubicBezTo>
                    <a:pt x="10950" y="2498"/>
                    <a:pt x="7486" y="4771"/>
                    <a:pt x="4131" y="2066"/>
                  </a:cubicBezTo>
                  <a:cubicBezTo>
                    <a:pt x="4131" y="2066"/>
                    <a:pt x="-848" y="-2582"/>
                    <a:pt x="126" y="2066"/>
                  </a:cubicBezTo>
                  <a:cubicBezTo>
                    <a:pt x="1858" y="7476"/>
                    <a:pt x="1533" y="17204"/>
                    <a:pt x="6079" y="14283"/>
                  </a:cubicBezTo>
                  <a:cubicBezTo>
                    <a:pt x="8028" y="12664"/>
                    <a:pt x="13439" y="10829"/>
                    <a:pt x="14305" y="5527"/>
                  </a:cubicBezTo>
                  <a:lnTo>
                    <a:pt x="14305" y="4987"/>
                  </a:lnTo>
                  <a:cubicBezTo>
                    <a:pt x="14630" y="3037"/>
                    <a:pt x="13439" y="1850"/>
                    <a:pt x="11707" y="2498"/>
                  </a:cubicBezTo>
                  <a:lnTo>
                    <a:pt x="11599" y="2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91D9960-8B32-8548-2668-CA3E63AA87C4}"/>
                </a:ext>
              </a:extLst>
            </p:cNvPr>
            <p:cNvSpPr/>
            <p:nvPr/>
          </p:nvSpPr>
          <p:spPr>
            <a:xfrm>
              <a:off x="639906" y="2168541"/>
              <a:ext cx="21687" cy="27231"/>
            </a:xfrm>
            <a:custGeom>
              <a:avLst/>
              <a:gdLst>
                <a:gd name="csX0" fmla="*/ 17668 w 21687"/>
                <a:gd name="csY0" fmla="*/ 12645 h 27231"/>
                <a:gd name="csX1" fmla="*/ 9877 w 21687"/>
                <a:gd name="csY1" fmla="*/ 9724 h 27231"/>
                <a:gd name="csX2" fmla="*/ 675 w 21687"/>
                <a:gd name="csY2" fmla="*/ 1291 h 27231"/>
                <a:gd name="csX3" fmla="*/ 1437 w 21687"/>
                <a:gd name="csY3" fmla="*/ 10918 h 27231"/>
                <a:gd name="csX4" fmla="*/ 15287 w 21687"/>
                <a:gd name="csY4" fmla="*/ 26704 h 27231"/>
                <a:gd name="csX5" fmla="*/ 21675 w 21687"/>
                <a:gd name="csY5" fmla="*/ 24107 h 27231"/>
                <a:gd name="csX6" fmla="*/ 17668 w 21687"/>
                <a:gd name="csY6" fmla="*/ 12753 h 27231"/>
                <a:gd name="csX7" fmla="*/ 17668 w 21687"/>
                <a:gd name="csY7" fmla="*/ 12645 h 27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687" h="27231">
                  <a:moveTo>
                    <a:pt x="17668" y="12645"/>
                  </a:moveTo>
                  <a:cubicBezTo>
                    <a:pt x="17020" y="12537"/>
                    <a:pt x="12582" y="13509"/>
                    <a:pt x="9877" y="9724"/>
                  </a:cubicBezTo>
                  <a:cubicBezTo>
                    <a:pt x="9877" y="9724"/>
                    <a:pt x="1761" y="-4227"/>
                    <a:pt x="675" y="1291"/>
                  </a:cubicBezTo>
                  <a:cubicBezTo>
                    <a:pt x="675" y="2155"/>
                    <a:pt x="-1268" y="7019"/>
                    <a:pt x="1437" y="10918"/>
                  </a:cubicBezTo>
                  <a:cubicBezTo>
                    <a:pt x="6740" y="18811"/>
                    <a:pt x="10747" y="25948"/>
                    <a:pt x="15287" y="26704"/>
                  </a:cubicBezTo>
                  <a:cubicBezTo>
                    <a:pt x="16157" y="26704"/>
                    <a:pt x="21999" y="28971"/>
                    <a:pt x="21675" y="24107"/>
                  </a:cubicBezTo>
                  <a:cubicBezTo>
                    <a:pt x="21027" y="20430"/>
                    <a:pt x="22646" y="12753"/>
                    <a:pt x="17668" y="12753"/>
                  </a:cubicBezTo>
                  <a:lnTo>
                    <a:pt x="17668" y="12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86918C4C-8BCB-EC93-312B-75DD88F2ED2B}"/>
                </a:ext>
              </a:extLst>
            </p:cNvPr>
            <p:cNvSpPr/>
            <p:nvPr/>
          </p:nvSpPr>
          <p:spPr>
            <a:xfrm>
              <a:off x="698028" y="2163170"/>
              <a:ext cx="12222" cy="17800"/>
            </a:xfrm>
            <a:custGeom>
              <a:avLst/>
              <a:gdLst>
                <a:gd name="csX0" fmla="*/ 7069 w 12222"/>
                <a:gd name="csY0" fmla="*/ 929 h 17800"/>
                <a:gd name="csX1" fmla="*/ 573 w 12222"/>
                <a:gd name="csY1" fmla="*/ 5799 h 17800"/>
                <a:gd name="csX2" fmla="*/ 7501 w 12222"/>
                <a:gd name="csY2" fmla="*/ 16829 h 17800"/>
                <a:gd name="csX3" fmla="*/ 11508 w 12222"/>
                <a:gd name="csY3" fmla="*/ 16829 h 17800"/>
                <a:gd name="csX4" fmla="*/ 10530 w 12222"/>
                <a:gd name="csY4" fmla="*/ 6987 h 17800"/>
                <a:gd name="csX5" fmla="*/ 6961 w 12222"/>
                <a:gd name="csY5" fmla="*/ 929 h 17800"/>
                <a:gd name="csX6" fmla="*/ 7069 w 12222"/>
                <a:gd name="csY6" fmla="*/ 929 h 17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222" h="17800">
                  <a:moveTo>
                    <a:pt x="7069" y="929"/>
                  </a:moveTo>
                  <a:cubicBezTo>
                    <a:pt x="3602" y="-2532"/>
                    <a:pt x="1544" y="4713"/>
                    <a:pt x="573" y="5799"/>
                  </a:cubicBezTo>
                  <a:cubicBezTo>
                    <a:pt x="-2024" y="10663"/>
                    <a:pt x="4903" y="13692"/>
                    <a:pt x="7501" y="16829"/>
                  </a:cubicBezTo>
                  <a:cubicBezTo>
                    <a:pt x="8904" y="18125"/>
                    <a:pt x="10745" y="18125"/>
                    <a:pt x="11508" y="16829"/>
                  </a:cubicBezTo>
                  <a:cubicBezTo>
                    <a:pt x="13451" y="13692"/>
                    <a:pt x="10853" y="8282"/>
                    <a:pt x="10530" y="6987"/>
                  </a:cubicBezTo>
                  <a:cubicBezTo>
                    <a:pt x="9450" y="3526"/>
                    <a:pt x="7609" y="1907"/>
                    <a:pt x="6961" y="929"/>
                  </a:cubicBezTo>
                  <a:lnTo>
                    <a:pt x="7069" y="9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A3000A8-6ED0-AC90-EF40-9E42BAC6E62D}"/>
                </a:ext>
              </a:extLst>
            </p:cNvPr>
            <p:cNvSpPr/>
            <p:nvPr/>
          </p:nvSpPr>
          <p:spPr>
            <a:xfrm>
              <a:off x="0" y="1139975"/>
              <a:ext cx="762458" cy="1045644"/>
            </a:xfrm>
            <a:custGeom>
              <a:avLst/>
              <a:gdLst>
                <a:gd name="csX0" fmla="*/ 26257 w 762458"/>
                <a:gd name="csY0" fmla="*/ 98 h 1045644"/>
                <a:gd name="csX1" fmla="*/ 101463 w 762458"/>
                <a:gd name="csY1" fmla="*/ 27637 h 1045644"/>
                <a:gd name="csX2" fmla="*/ 156339 w 762458"/>
                <a:gd name="csY2" fmla="*/ 28831 h 1045644"/>
                <a:gd name="csX3" fmla="*/ 199633 w 762458"/>
                <a:gd name="csY3" fmla="*/ 45373 h 1045644"/>
                <a:gd name="csX4" fmla="*/ 260462 w 762458"/>
                <a:gd name="csY4" fmla="*/ 34019 h 1045644"/>
                <a:gd name="csX5" fmla="*/ 328326 w 762458"/>
                <a:gd name="csY5" fmla="*/ 69922 h 1045644"/>
                <a:gd name="csX6" fmla="*/ 350731 w 762458"/>
                <a:gd name="csY6" fmla="*/ 72627 h 1045644"/>
                <a:gd name="csX7" fmla="*/ 350731 w 762458"/>
                <a:gd name="csY7" fmla="*/ 716796 h 1045644"/>
                <a:gd name="csX8" fmla="*/ 365884 w 762458"/>
                <a:gd name="csY8" fmla="*/ 721667 h 1045644"/>
                <a:gd name="csX9" fmla="*/ 373027 w 762458"/>
                <a:gd name="csY9" fmla="*/ 714745 h 1045644"/>
                <a:gd name="csX10" fmla="*/ 386881 w 762458"/>
                <a:gd name="csY10" fmla="*/ 724042 h 1045644"/>
                <a:gd name="csX11" fmla="*/ 400086 w 762458"/>
                <a:gd name="csY11" fmla="*/ 713558 h 1045644"/>
                <a:gd name="csX12" fmla="*/ 420651 w 762458"/>
                <a:gd name="csY12" fmla="*/ 714422 h 1045644"/>
                <a:gd name="csX13" fmla="*/ 417620 w 762458"/>
                <a:gd name="csY13" fmla="*/ 732157 h 1045644"/>
                <a:gd name="csX14" fmla="*/ 474228 w 762458"/>
                <a:gd name="csY14" fmla="*/ 780601 h 1045644"/>
                <a:gd name="csX15" fmla="*/ 480614 w 762458"/>
                <a:gd name="csY15" fmla="*/ 802337 h 1045644"/>
                <a:gd name="csX16" fmla="*/ 514599 w 762458"/>
                <a:gd name="csY16" fmla="*/ 785034 h 1045644"/>
                <a:gd name="csX17" fmla="*/ 517847 w 762458"/>
                <a:gd name="csY17" fmla="*/ 770975 h 1045644"/>
                <a:gd name="csX18" fmla="*/ 528562 w 762458"/>
                <a:gd name="csY18" fmla="*/ 765571 h 1045644"/>
                <a:gd name="csX19" fmla="*/ 531052 w 762458"/>
                <a:gd name="csY19" fmla="*/ 756916 h 1045644"/>
                <a:gd name="csX20" fmla="*/ 555513 w 762458"/>
                <a:gd name="csY20" fmla="*/ 747943 h 1045644"/>
                <a:gd name="csX21" fmla="*/ 572073 w 762458"/>
                <a:gd name="csY21" fmla="*/ 760808 h 1045644"/>
                <a:gd name="csX22" fmla="*/ 575320 w 762458"/>
                <a:gd name="csY22" fmla="*/ 780817 h 1045644"/>
                <a:gd name="csX23" fmla="*/ 586793 w 762458"/>
                <a:gd name="csY23" fmla="*/ 783738 h 1045644"/>
                <a:gd name="csX24" fmla="*/ 601622 w 762458"/>
                <a:gd name="csY24" fmla="*/ 804934 h 1045644"/>
                <a:gd name="csX25" fmla="*/ 614934 w 762458"/>
                <a:gd name="csY25" fmla="*/ 812065 h 1045644"/>
                <a:gd name="csX26" fmla="*/ 634092 w 762458"/>
                <a:gd name="csY26" fmla="*/ 828937 h 1045644"/>
                <a:gd name="csX27" fmla="*/ 632685 w 762458"/>
                <a:gd name="csY27" fmla="*/ 841263 h 1045644"/>
                <a:gd name="csX28" fmla="*/ 646646 w 762458"/>
                <a:gd name="csY28" fmla="*/ 849378 h 1045644"/>
                <a:gd name="csX29" fmla="*/ 674034 w 762458"/>
                <a:gd name="csY29" fmla="*/ 897822 h 1045644"/>
                <a:gd name="csX30" fmla="*/ 673380 w 762458"/>
                <a:gd name="csY30" fmla="*/ 909824 h 1045644"/>
                <a:gd name="csX31" fmla="*/ 683559 w 762458"/>
                <a:gd name="csY31" fmla="*/ 912961 h 1045644"/>
                <a:gd name="csX32" fmla="*/ 682473 w 762458"/>
                <a:gd name="csY32" fmla="*/ 923235 h 1045644"/>
                <a:gd name="csX33" fmla="*/ 691242 w 762458"/>
                <a:gd name="csY33" fmla="*/ 927019 h 1045644"/>
                <a:gd name="csX34" fmla="*/ 693516 w 762458"/>
                <a:gd name="csY34" fmla="*/ 938805 h 1045644"/>
                <a:gd name="csX35" fmla="*/ 706825 w 762458"/>
                <a:gd name="csY35" fmla="*/ 939561 h 1045644"/>
                <a:gd name="csX36" fmla="*/ 733235 w 762458"/>
                <a:gd name="csY36" fmla="*/ 952756 h 1045644"/>
                <a:gd name="csX37" fmla="*/ 745465 w 762458"/>
                <a:gd name="csY37" fmla="*/ 964434 h 1045644"/>
                <a:gd name="csX38" fmla="*/ 755644 w 762458"/>
                <a:gd name="csY38" fmla="*/ 965189 h 1045644"/>
                <a:gd name="csX39" fmla="*/ 760946 w 762458"/>
                <a:gd name="csY39" fmla="*/ 976111 h 1045644"/>
                <a:gd name="csX40" fmla="*/ 755314 w 762458"/>
                <a:gd name="csY40" fmla="*/ 994711 h 1045644"/>
                <a:gd name="csX41" fmla="*/ 754882 w 762458"/>
                <a:gd name="csY41" fmla="*/ 994711 h 1045644"/>
                <a:gd name="csX42" fmla="*/ 762458 w 762458"/>
                <a:gd name="csY42" fmla="*/ 1013526 h 1045644"/>
                <a:gd name="csX43" fmla="*/ 733019 w 762458"/>
                <a:gd name="csY43" fmla="*/ 1045644 h 1045644"/>
                <a:gd name="csX44" fmla="*/ 726415 w 762458"/>
                <a:gd name="csY44" fmla="*/ 1042615 h 1045644"/>
                <a:gd name="csX45" fmla="*/ 715919 w 762458"/>
                <a:gd name="csY45" fmla="*/ 1018504 h 1045644"/>
                <a:gd name="csX46" fmla="*/ 715487 w 762458"/>
                <a:gd name="csY46" fmla="*/ 1018504 h 1045644"/>
                <a:gd name="csX47" fmla="*/ 703904 w 762458"/>
                <a:gd name="csY47" fmla="*/ 1009093 h 1045644"/>
                <a:gd name="csX48" fmla="*/ 693732 w 762458"/>
                <a:gd name="csY48" fmla="*/ 1018936 h 1045644"/>
                <a:gd name="csX49" fmla="*/ 690811 w 762458"/>
                <a:gd name="csY49" fmla="*/ 1009741 h 1045644"/>
                <a:gd name="csX50" fmla="*/ 695459 w 762458"/>
                <a:gd name="csY50" fmla="*/ 997955 h 1045644"/>
                <a:gd name="csX51" fmla="*/ 694056 w 762458"/>
                <a:gd name="csY51" fmla="*/ 982277 h 1045644"/>
                <a:gd name="csX52" fmla="*/ 685940 w 762458"/>
                <a:gd name="csY52" fmla="*/ 996336 h 1045644"/>
                <a:gd name="csX53" fmla="*/ 678796 w 762458"/>
                <a:gd name="csY53" fmla="*/ 991796 h 1045644"/>
                <a:gd name="csX54" fmla="*/ 679768 w 762458"/>
                <a:gd name="csY54" fmla="*/ 987249 h 1045644"/>
                <a:gd name="csX55" fmla="*/ 684531 w 762458"/>
                <a:gd name="csY55" fmla="*/ 965837 h 1045644"/>
                <a:gd name="csX56" fmla="*/ 678034 w 762458"/>
                <a:gd name="csY56" fmla="*/ 964218 h 1045644"/>
                <a:gd name="csX57" fmla="*/ 672732 w 762458"/>
                <a:gd name="csY57" fmla="*/ 971895 h 1045644"/>
                <a:gd name="csX58" fmla="*/ 662667 w 762458"/>
                <a:gd name="csY58" fmla="*/ 966599 h 1045644"/>
                <a:gd name="csX59" fmla="*/ 668509 w 762458"/>
                <a:gd name="csY59" fmla="*/ 957512 h 1045644"/>
                <a:gd name="csX60" fmla="*/ 670135 w 762458"/>
                <a:gd name="csY60" fmla="*/ 943130 h 1045644"/>
                <a:gd name="csX61" fmla="*/ 670135 w 762458"/>
                <a:gd name="csY61" fmla="*/ 932639 h 1045644"/>
                <a:gd name="csX62" fmla="*/ 668833 w 762458"/>
                <a:gd name="csY62" fmla="*/ 932423 h 1045644"/>
                <a:gd name="csX63" fmla="*/ 648812 w 762458"/>
                <a:gd name="csY63" fmla="*/ 909176 h 1045644"/>
                <a:gd name="csX64" fmla="*/ 631062 w 762458"/>
                <a:gd name="csY64" fmla="*/ 903118 h 1045644"/>
                <a:gd name="csX65" fmla="*/ 631062 w 762458"/>
                <a:gd name="csY65" fmla="*/ 896413 h 1045644"/>
                <a:gd name="csX66" fmla="*/ 625108 w 762458"/>
                <a:gd name="csY66" fmla="*/ 878359 h 1045644"/>
                <a:gd name="csX67" fmla="*/ 626840 w 762458"/>
                <a:gd name="csY67" fmla="*/ 870244 h 1045644"/>
                <a:gd name="csX68" fmla="*/ 625650 w 762458"/>
                <a:gd name="csY68" fmla="*/ 866568 h 1045644"/>
                <a:gd name="csX69" fmla="*/ 623918 w 762458"/>
                <a:gd name="csY69" fmla="*/ 866136 h 1045644"/>
                <a:gd name="csX70" fmla="*/ 606925 w 762458"/>
                <a:gd name="csY70" fmla="*/ 842780 h 1045644"/>
                <a:gd name="csX71" fmla="*/ 591556 w 762458"/>
                <a:gd name="csY71" fmla="*/ 836722 h 1045644"/>
                <a:gd name="csX72" fmla="*/ 567311 w 762458"/>
                <a:gd name="csY72" fmla="*/ 795632 h 1045644"/>
                <a:gd name="csX73" fmla="*/ 556379 w 762458"/>
                <a:gd name="csY73" fmla="*/ 792603 h 1045644"/>
                <a:gd name="csX74" fmla="*/ 563847 w 762458"/>
                <a:gd name="csY74" fmla="*/ 832722 h 1045644"/>
                <a:gd name="csX75" fmla="*/ 543932 w 762458"/>
                <a:gd name="csY75" fmla="*/ 828830 h 1045644"/>
                <a:gd name="csX76" fmla="*/ 541659 w 762458"/>
                <a:gd name="csY76" fmla="*/ 820073 h 1045644"/>
                <a:gd name="csX77" fmla="*/ 535057 w 762458"/>
                <a:gd name="csY77" fmla="*/ 806230 h 1045644"/>
                <a:gd name="csX78" fmla="*/ 513625 w 762458"/>
                <a:gd name="csY78" fmla="*/ 808389 h 1045644"/>
                <a:gd name="csX79" fmla="*/ 525965 w 762458"/>
                <a:gd name="csY79" fmla="*/ 822016 h 1045644"/>
                <a:gd name="csX80" fmla="*/ 530078 w 762458"/>
                <a:gd name="csY80" fmla="*/ 830557 h 1045644"/>
                <a:gd name="csX81" fmla="*/ 519254 w 762458"/>
                <a:gd name="csY81" fmla="*/ 834779 h 1045644"/>
                <a:gd name="csX82" fmla="*/ 513084 w 762458"/>
                <a:gd name="csY82" fmla="*/ 840507 h 1045644"/>
                <a:gd name="csX83" fmla="*/ 467409 w 762458"/>
                <a:gd name="csY83" fmla="*/ 812828 h 1045644"/>
                <a:gd name="csX84" fmla="*/ 461997 w 762458"/>
                <a:gd name="csY84" fmla="*/ 805366 h 1045644"/>
                <a:gd name="csX85" fmla="*/ 441757 w 762458"/>
                <a:gd name="csY85" fmla="*/ 788386 h 1045644"/>
                <a:gd name="csX86" fmla="*/ 390129 w 762458"/>
                <a:gd name="csY86" fmla="*/ 763297 h 1045644"/>
                <a:gd name="csX87" fmla="*/ 394458 w 762458"/>
                <a:gd name="csY87" fmla="*/ 746864 h 1045644"/>
                <a:gd name="csX88" fmla="*/ 373893 w 762458"/>
                <a:gd name="csY88" fmla="*/ 754109 h 1045644"/>
                <a:gd name="csX89" fmla="*/ 316312 w 762458"/>
                <a:gd name="csY89" fmla="*/ 736589 h 1045644"/>
                <a:gd name="csX90" fmla="*/ 235243 w 762458"/>
                <a:gd name="csY90" fmla="*/ 735510 h 1045644"/>
                <a:gd name="csX91" fmla="*/ 205911 w 762458"/>
                <a:gd name="csY91" fmla="*/ 720689 h 1045644"/>
                <a:gd name="csX92" fmla="*/ 199742 w 762458"/>
                <a:gd name="csY92" fmla="*/ 709443 h 1045644"/>
                <a:gd name="csX93" fmla="*/ 192706 w 762458"/>
                <a:gd name="csY93" fmla="*/ 715717 h 1045644"/>
                <a:gd name="csX94" fmla="*/ 167920 w 762458"/>
                <a:gd name="csY94" fmla="*/ 709659 h 1045644"/>
                <a:gd name="csX95" fmla="*/ 169652 w 762458"/>
                <a:gd name="csY95" fmla="*/ 700579 h 1045644"/>
                <a:gd name="csX96" fmla="*/ 146706 w 762458"/>
                <a:gd name="csY96" fmla="*/ 691168 h 1045644"/>
                <a:gd name="csX97" fmla="*/ 143675 w 762458"/>
                <a:gd name="csY97" fmla="*/ 682951 h 1045644"/>
                <a:gd name="csX98" fmla="*/ 136964 w 762458"/>
                <a:gd name="csY98" fmla="*/ 680576 h 1045644"/>
                <a:gd name="csX99" fmla="*/ 134800 w 762458"/>
                <a:gd name="csY99" fmla="*/ 672029 h 1045644"/>
                <a:gd name="csX100" fmla="*/ 111529 w 762458"/>
                <a:gd name="csY100" fmla="*/ 679490 h 1045644"/>
                <a:gd name="csX101" fmla="*/ 102762 w 762458"/>
                <a:gd name="csY101" fmla="*/ 674194 h 1045644"/>
                <a:gd name="csX102" fmla="*/ 87284 w 762458"/>
                <a:gd name="csY102" fmla="*/ 684030 h 1045644"/>
                <a:gd name="csX103" fmla="*/ 81764 w 762458"/>
                <a:gd name="csY103" fmla="*/ 675274 h 1045644"/>
                <a:gd name="csX104" fmla="*/ 72672 w 762458"/>
                <a:gd name="csY104" fmla="*/ 682087 h 1045644"/>
                <a:gd name="csX105" fmla="*/ 73754 w 762458"/>
                <a:gd name="csY105" fmla="*/ 697981 h 1045644"/>
                <a:gd name="csX106" fmla="*/ 81223 w 762458"/>
                <a:gd name="csY106" fmla="*/ 702198 h 1045644"/>
                <a:gd name="csX107" fmla="*/ 85120 w 762458"/>
                <a:gd name="csY107" fmla="*/ 709989 h 1045644"/>
                <a:gd name="csX108" fmla="*/ 97242 w 762458"/>
                <a:gd name="csY108" fmla="*/ 709443 h 1045644"/>
                <a:gd name="csX109" fmla="*/ 84903 w 762458"/>
                <a:gd name="csY109" fmla="*/ 738425 h 1045644"/>
                <a:gd name="csX110" fmla="*/ 73322 w 762458"/>
                <a:gd name="csY110" fmla="*/ 732805 h 1045644"/>
                <a:gd name="csX111" fmla="*/ 67693 w 762458"/>
                <a:gd name="csY111" fmla="*/ 737669 h 1045644"/>
                <a:gd name="csX112" fmla="*/ 49402 w 762458"/>
                <a:gd name="csY112" fmla="*/ 742209 h 1045644"/>
                <a:gd name="csX113" fmla="*/ 31218 w 762458"/>
                <a:gd name="csY113" fmla="*/ 729884 h 1045644"/>
                <a:gd name="csX114" fmla="*/ 24291 w 762458"/>
                <a:gd name="csY114" fmla="*/ 748915 h 1045644"/>
                <a:gd name="csX115" fmla="*/ 4808 w 762458"/>
                <a:gd name="csY115" fmla="*/ 769463 h 1045644"/>
                <a:gd name="csX116" fmla="*/ 0 w 762458"/>
                <a:gd name="csY116" fmla="*/ 768891 h 1045644"/>
                <a:gd name="csX117" fmla="*/ 0 w 762458"/>
                <a:gd name="csY117" fmla="*/ 672398 h 1045644"/>
                <a:gd name="csX118" fmla="*/ 5485 w 762458"/>
                <a:gd name="csY118" fmla="*/ 673855 h 1045644"/>
                <a:gd name="csX119" fmla="*/ 16823 w 762458"/>
                <a:gd name="csY119" fmla="*/ 670734 h 1045644"/>
                <a:gd name="csX120" fmla="*/ 9030 w 762458"/>
                <a:gd name="csY120" fmla="*/ 655811 h 1045644"/>
                <a:gd name="csX121" fmla="*/ 2535 w 762458"/>
                <a:gd name="csY121" fmla="*/ 652715 h 1045644"/>
                <a:gd name="csX122" fmla="*/ 0 w 762458"/>
                <a:gd name="csY122" fmla="*/ 652510 h 1045644"/>
                <a:gd name="csX123" fmla="*/ 0 w 762458"/>
                <a:gd name="csY123" fmla="*/ 6626 h 1045644"/>
                <a:gd name="csX124" fmla="*/ 2495 w 762458"/>
                <a:gd name="csY124" fmla="*/ 6985 h 1045644"/>
                <a:gd name="csX125" fmla="*/ 22667 w 762458"/>
                <a:gd name="csY125" fmla="*/ 497 h 1045644"/>
                <a:gd name="csX126" fmla="*/ 26257 w 762458"/>
                <a:gd name="csY126" fmla="*/ 98 h 1045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762458" h="1045644">
                  <a:moveTo>
                    <a:pt x="26257" y="98"/>
                  </a:moveTo>
                  <a:cubicBezTo>
                    <a:pt x="31265" y="852"/>
                    <a:pt x="44476" y="6306"/>
                    <a:pt x="101463" y="27637"/>
                  </a:cubicBezTo>
                  <a:cubicBezTo>
                    <a:pt x="106009" y="29263"/>
                    <a:pt x="105901" y="28831"/>
                    <a:pt x="156339" y="28831"/>
                  </a:cubicBezTo>
                  <a:cubicBezTo>
                    <a:pt x="160993" y="28831"/>
                    <a:pt x="160776" y="29263"/>
                    <a:pt x="199633" y="45373"/>
                  </a:cubicBezTo>
                  <a:cubicBezTo>
                    <a:pt x="203962" y="47106"/>
                    <a:pt x="201798" y="46891"/>
                    <a:pt x="260462" y="34019"/>
                  </a:cubicBezTo>
                  <a:cubicBezTo>
                    <a:pt x="265116" y="33047"/>
                    <a:pt x="261761" y="32184"/>
                    <a:pt x="328326" y="69922"/>
                  </a:cubicBezTo>
                  <a:cubicBezTo>
                    <a:pt x="331140" y="71541"/>
                    <a:pt x="334495" y="71865"/>
                    <a:pt x="350731" y="72627"/>
                  </a:cubicBezTo>
                  <a:lnTo>
                    <a:pt x="350731" y="716796"/>
                  </a:lnTo>
                  <a:lnTo>
                    <a:pt x="365884" y="721667"/>
                  </a:lnTo>
                  <a:lnTo>
                    <a:pt x="373027" y="714745"/>
                  </a:lnTo>
                  <a:lnTo>
                    <a:pt x="386881" y="724042"/>
                  </a:lnTo>
                  <a:lnTo>
                    <a:pt x="400086" y="713558"/>
                  </a:lnTo>
                  <a:lnTo>
                    <a:pt x="420651" y="714422"/>
                  </a:lnTo>
                  <a:lnTo>
                    <a:pt x="417620" y="732157"/>
                  </a:lnTo>
                  <a:lnTo>
                    <a:pt x="474228" y="780601"/>
                  </a:lnTo>
                  <a:lnTo>
                    <a:pt x="480614" y="802337"/>
                  </a:lnTo>
                  <a:lnTo>
                    <a:pt x="514599" y="785034"/>
                  </a:lnTo>
                  <a:lnTo>
                    <a:pt x="517847" y="770975"/>
                  </a:lnTo>
                  <a:lnTo>
                    <a:pt x="528562" y="765571"/>
                  </a:lnTo>
                  <a:lnTo>
                    <a:pt x="531052" y="756916"/>
                  </a:lnTo>
                  <a:lnTo>
                    <a:pt x="555513" y="747943"/>
                  </a:lnTo>
                  <a:lnTo>
                    <a:pt x="572073" y="760808"/>
                  </a:lnTo>
                  <a:lnTo>
                    <a:pt x="575320" y="780817"/>
                  </a:lnTo>
                  <a:lnTo>
                    <a:pt x="586793" y="783738"/>
                  </a:lnTo>
                  <a:lnTo>
                    <a:pt x="601622" y="804934"/>
                  </a:lnTo>
                  <a:lnTo>
                    <a:pt x="614934" y="812065"/>
                  </a:lnTo>
                  <a:lnTo>
                    <a:pt x="634092" y="828937"/>
                  </a:lnTo>
                  <a:lnTo>
                    <a:pt x="632685" y="841263"/>
                  </a:lnTo>
                  <a:lnTo>
                    <a:pt x="646646" y="849378"/>
                  </a:lnTo>
                  <a:lnTo>
                    <a:pt x="674034" y="897822"/>
                  </a:lnTo>
                  <a:lnTo>
                    <a:pt x="673380" y="909824"/>
                  </a:lnTo>
                  <a:lnTo>
                    <a:pt x="683559" y="912961"/>
                  </a:lnTo>
                  <a:lnTo>
                    <a:pt x="682473" y="923235"/>
                  </a:lnTo>
                  <a:lnTo>
                    <a:pt x="691242" y="927019"/>
                  </a:lnTo>
                  <a:lnTo>
                    <a:pt x="693516" y="938805"/>
                  </a:lnTo>
                  <a:lnTo>
                    <a:pt x="706825" y="939561"/>
                  </a:lnTo>
                  <a:lnTo>
                    <a:pt x="733235" y="952756"/>
                  </a:lnTo>
                  <a:lnTo>
                    <a:pt x="745465" y="964434"/>
                  </a:lnTo>
                  <a:lnTo>
                    <a:pt x="755644" y="965189"/>
                  </a:lnTo>
                  <a:lnTo>
                    <a:pt x="760946" y="976111"/>
                  </a:lnTo>
                  <a:lnTo>
                    <a:pt x="755314" y="994711"/>
                  </a:lnTo>
                  <a:lnTo>
                    <a:pt x="754882" y="994711"/>
                  </a:lnTo>
                  <a:lnTo>
                    <a:pt x="762458" y="1013526"/>
                  </a:lnTo>
                  <a:lnTo>
                    <a:pt x="733019" y="1045644"/>
                  </a:lnTo>
                  <a:cubicBezTo>
                    <a:pt x="730962" y="1044888"/>
                    <a:pt x="728796" y="1043701"/>
                    <a:pt x="726415" y="1042615"/>
                  </a:cubicBezTo>
                  <a:cubicBezTo>
                    <a:pt x="718732" y="1039046"/>
                    <a:pt x="723494" y="1016015"/>
                    <a:pt x="715919" y="1018504"/>
                  </a:cubicBezTo>
                  <a:lnTo>
                    <a:pt x="715487" y="1018504"/>
                  </a:lnTo>
                  <a:cubicBezTo>
                    <a:pt x="710400" y="1020015"/>
                    <a:pt x="707587" y="1012878"/>
                    <a:pt x="703904" y="1009093"/>
                  </a:cubicBezTo>
                  <a:cubicBezTo>
                    <a:pt x="700336" y="1004769"/>
                    <a:pt x="697624" y="1013964"/>
                    <a:pt x="693732" y="1018936"/>
                  </a:cubicBezTo>
                  <a:cubicBezTo>
                    <a:pt x="690811" y="1023584"/>
                    <a:pt x="691458" y="1013310"/>
                    <a:pt x="690811" y="1009741"/>
                  </a:cubicBezTo>
                  <a:cubicBezTo>
                    <a:pt x="690372" y="1004553"/>
                    <a:pt x="694163" y="1000553"/>
                    <a:pt x="695459" y="997955"/>
                  </a:cubicBezTo>
                  <a:cubicBezTo>
                    <a:pt x="698278" y="993091"/>
                    <a:pt x="695027" y="987573"/>
                    <a:pt x="694056" y="982277"/>
                  </a:cubicBezTo>
                  <a:cubicBezTo>
                    <a:pt x="692862" y="977521"/>
                    <a:pt x="690588" y="987573"/>
                    <a:pt x="685940" y="996336"/>
                  </a:cubicBezTo>
                  <a:cubicBezTo>
                    <a:pt x="683451" y="1000876"/>
                    <a:pt x="680308" y="993307"/>
                    <a:pt x="678796" y="991796"/>
                  </a:cubicBezTo>
                  <a:cubicBezTo>
                    <a:pt x="677603" y="990170"/>
                    <a:pt x="678142" y="988119"/>
                    <a:pt x="679768" y="987249"/>
                  </a:cubicBezTo>
                  <a:cubicBezTo>
                    <a:pt x="683667" y="985306"/>
                    <a:pt x="683337" y="977521"/>
                    <a:pt x="684531" y="965837"/>
                  </a:cubicBezTo>
                  <a:cubicBezTo>
                    <a:pt x="685070" y="960865"/>
                    <a:pt x="679012" y="964218"/>
                    <a:pt x="678034" y="964218"/>
                  </a:cubicBezTo>
                  <a:cubicBezTo>
                    <a:pt x="673704" y="965513"/>
                    <a:pt x="673164" y="971139"/>
                    <a:pt x="672732" y="971895"/>
                  </a:cubicBezTo>
                  <a:cubicBezTo>
                    <a:pt x="670999" y="977305"/>
                    <a:pt x="666128" y="969298"/>
                    <a:pt x="662667" y="966599"/>
                  </a:cubicBezTo>
                  <a:cubicBezTo>
                    <a:pt x="658984" y="962923"/>
                    <a:pt x="666344" y="959893"/>
                    <a:pt x="668509" y="957512"/>
                  </a:cubicBezTo>
                  <a:cubicBezTo>
                    <a:pt x="672624" y="954159"/>
                    <a:pt x="670135" y="947562"/>
                    <a:pt x="670135" y="943130"/>
                  </a:cubicBezTo>
                  <a:cubicBezTo>
                    <a:pt x="669595" y="937726"/>
                    <a:pt x="674790" y="933293"/>
                    <a:pt x="670135" y="932639"/>
                  </a:cubicBezTo>
                  <a:lnTo>
                    <a:pt x="668833" y="932423"/>
                  </a:lnTo>
                  <a:cubicBezTo>
                    <a:pt x="664401" y="931776"/>
                    <a:pt x="659308" y="928639"/>
                    <a:pt x="648812" y="909176"/>
                  </a:cubicBezTo>
                  <a:cubicBezTo>
                    <a:pt x="646538" y="905068"/>
                    <a:pt x="647516" y="905499"/>
                    <a:pt x="631062" y="903118"/>
                  </a:cubicBezTo>
                  <a:cubicBezTo>
                    <a:pt x="626732" y="902470"/>
                    <a:pt x="630845" y="897283"/>
                    <a:pt x="631062" y="896413"/>
                  </a:cubicBezTo>
                  <a:cubicBezTo>
                    <a:pt x="633226" y="892304"/>
                    <a:pt x="631386" y="889497"/>
                    <a:pt x="625108" y="878359"/>
                  </a:cubicBezTo>
                  <a:cubicBezTo>
                    <a:pt x="622836" y="874353"/>
                    <a:pt x="626516" y="870898"/>
                    <a:pt x="626840" y="870244"/>
                  </a:cubicBezTo>
                  <a:cubicBezTo>
                    <a:pt x="628031" y="868625"/>
                    <a:pt x="627490" y="866999"/>
                    <a:pt x="625650" y="866568"/>
                  </a:cubicBezTo>
                  <a:lnTo>
                    <a:pt x="623918" y="866136"/>
                  </a:lnTo>
                  <a:cubicBezTo>
                    <a:pt x="619697" y="865056"/>
                    <a:pt x="619047" y="862675"/>
                    <a:pt x="606925" y="842780"/>
                  </a:cubicBezTo>
                  <a:cubicBezTo>
                    <a:pt x="604652" y="838996"/>
                    <a:pt x="601730" y="838996"/>
                    <a:pt x="591556" y="836722"/>
                  </a:cubicBezTo>
                  <a:cubicBezTo>
                    <a:pt x="587118" y="835751"/>
                    <a:pt x="587767" y="834995"/>
                    <a:pt x="567311" y="795632"/>
                  </a:cubicBezTo>
                  <a:cubicBezTo>
                    <a:pt x="564930" y="790876"/>
                    <a:pt x="559193" y="792927"/>
                    <a:pt x="556379" y="792603"/>
                  </a:cubicBezTo>
                  <a:cubicBezTo>
                    <a:pt x="551616" y="792711"/>
                    <a:pt x="553673" y="795092"/>
                    <a:pt x="563847" y="832722"/>
                  </a:cubicBezTo>
                  <a:cubicBezTo>
                    <a:pt x="565146" y="837586"/>
                    <a:pt x="560384" y="834671"/>
                    <a:pt x="543932" y="828830"/>
                  </a:cubicBezTo>
                  <a:cubicBezTo>
                    <a:pt x="539603" y="827318"/>
                    <a:pt x="541659" y="821476"/>
                    <a:pt x="541659" y="820073"/>
                  </a:cubicBezTo>
                  <a:cubicBezTo>
                    <a:pt x="542200" y="815850"/>
                    <a:pt x="540252" y="813691"/>
                    <a:pt x="535057" y="806230"/>
                  </a:cubicBezTo>
                  <a:cubicBezTo>
                    <a:pt x="532459" y="802445"/>
                    <a:pt x="529644" y="804173"/>
                    <a:pt x="513625" y="808389"/>
                  </a:cubicBezTo>
                  <a:cubicBezTo>
                    <a:pt x="509296" y="809475"/>
                    <a:pt x="513842" y="812065"/>
                    <a:pt x="525965" y="822016"/>
                  </a:cubicBezTo>
                  <a:cubicBezTo>
                    <a:pt x="529428" y="824937"/>
                    <a:pt x="529861" y="829909"/>
                    <a:pt x="530078" y="830557"/>
                  </a:cubicBezTo>
                  <a:cubicBezTo>
                    <a:pt x="531376" y="836075"/>
                    <a:pt x="523259" y="834017"/>
                    <a:pt x="519254" y="834779"/>
                  </a:cubicBezTo>
                  <a:cubicBezTo>
                    <a:pt x="514925" y="834995"/>
                    <a:pt x="513625" y="839859"/>
                    <a:pt x="513084" y="840507"/>
                  </a:cubicBezTo>
                  <a:cubicBezTo>
                    <a:pt x="510812" y="845155"/>
                    <a:pt x="509404" y="842241"/>
                    <a:pt x="467409" y="812828"/>
                  </a:cubicBezTo>
                  <a:cubicBezTo>
                    <a:pt x="463837" y="810230"/>
                    <a:pt x="462646" y="806338"/>
                    <a:pt x="461997" y="805366"/>
                  </a:cubicBezTo>
                  <a:cubicBezTo>
                    <a:pt x="459724" y="800712"/>
                    <a:pt x="454961" y="798121"/>
                    <a:pt x="441757" y="788386"/>
                  </a:cubicBezTo>
                  <a:cubicBezTo>
                    <a:pt x="437969" y="785573"/>
                    <a:pt x="437752" y="785681"/>
                    <a:pt x="390129" y="763297"/>
                  </a:cubicBezTo>
                  <a:cubicBezTo>
                    <a:pt x="385150" y="760916"/>
                    <a:pt x="391536" y="754541"/>
                    <a:pt x="394458" y="746864"/>
                  </a:cubicBezTo>
                  <a:cubicBezTo>
                    <a:pt x="396623" y="742425"/>
                    <a:pt x="391103" y="745994"/>
                    <a:pt x="373893" y="754109"/>
                  </a:cubicBezTo>
                  <a:cubicBezTo>
                    <a:pt x="369563" y="756052"/>
                    <a:pt x="370971" y="755620"/>
                    <a:pt x="316312" y="736589"/>
                  </a:cubicBezTo>
                  <a:cubicBezTo>
                    <a:pt x="310250" y="734532"/>
                    <a:pt x="307869" y="735942"/>
                    <a:pt x="235243" y="735510"/>
                  </a:cubicBezTo>
                  <a:cubicBezTo>
                    <a:pt x="230697" y="735510"/>
                    <a:pt x="229506" y="734100"/>
                    <a:pt x="205911" y="720689"/>
                  </a:cubicBezTo>
                  <a:cubicBezTo>
                    <a:pt x="201473" y="718206"/>
                    <a:pt x="200932" y="712256"/>
                    <a:pt x="199742" y="709443"/>
                  </a:cubicBezTo>
                  <a:cubicBezTo>
                    <a:pt x="198009" y="704255"/>
                    <a:pt x="194546" y="713336"/>
                    <a:pt x="192706" y="715717"/>
                  </a:cubicBezTo>
                  <a:cubicBezTo>
                    <a:pt x="190217" y="719825"/>
                    <a:pt x="187402" y="717343"/>
                    <a:pt x="167920" y="709659"/>
                  </a:cubicBezTo>
                  <a:cubicBezTo>
                    <a:pt x="163374" y="707824"/>
                    <a:pt x="168786" y="702528"/>
                    <a:pt x="169652" y="700579"/>
                  </a:cubicBezTo>
                  <a:cubicBezTo>
                    <a:pt x="172249" y="696470"/>
                    <a:pt x="168028" y="696578"/>
                    <a:pt x="146706" y="691168"/>
                  </a:cubicBezTo>
                  <a:cubicBezTo>
                    <a:pt x="141835" y="689873"/>
                    <a:pt x="148437" y="684684"/>
                    <a:pt x="143675" y="682951"/>
                  </a:cubicBezTo>
                  <a:lnTo>
                    <a:pt x="136964" y="680576"/>
                  </a:lnTo>
                  <a:cubicBezTo>
                    <a:pt x="132635" y="678951"/>
                    <a:pt x="134800" y="673223"/>
                    <a:pt x="134800" y="672029"/>
                  </a:cubicBezTo>
                  <a:cubicBezTo>
                    <a:pt x="135449" y="667057"/>
                    <a:pt x="131661" y="670086"/>
                    <a:pt x="111529" y="679490"/>
                  </a:cubicBezTo>
                  <a:cubicBezTo>
                    <a:pt x="107091" y="681656"/>
                    <a:pt x="104602" y="675706"/>
                    <a:pt x="102762" y="674194"/>
                  </a:cubicBezTo>
                  <a:cubicBezTo>
                    <a:pt x="99840" y="670734"/>
                    <a:pt x="98108" y="673762"/>
                    <a:pt x="87284" y="684030"/>
                  </a:cubicBezTo>
                  <a:cubicBezTo>
                    <a:pt x="83496" y="687599"/>
                    <a:pt x="83063" y="678519"/>
                    <a:pt x="81764" y="675274"/>
                  </a:cubicBezTo>
                  <a:cubicBezTo>
                    <a:pt x="80249" y="669654"/>
                    <a:pt x="75595" y="679166"/>
                    <a:pt x="72672" y="682087"/>
                  </a:cubicBezTo>
                  <a:cubicBezTo>
                    <a:pt x="69208" y="686412"/>
                    <a:pt x="72889" y="692470"/>
                    <a:pt x="73754" y="697981"/>
                  </a:cubicBezTo>
                  <a:cubicBezTo>
                    <a:pt x="74945" y="702636"/>
                    <a:pt x="80357" y="701874"/>
                    <a:pt x="81223" y="702198"/>
                  </a:cubicBezTo>
                  <a:cubicBezTo>
                    <a:pt x="85769" y="702744"/>
                    <a:pt x="84795" y="708903"/>
                    <a:pt x="85120" y="709989"/>
                  </a:cubicBezTo>
                  <a:cubicBezTo>
                    <a:pt x="85552" y="715717"/>
                    <a:pt x="92696" y="710421"/>
                    <a:pt x="97242" y="709443"/>
                  </a:cubicBezTo>
                  <a:cubicBezTo>
                    <a:pt x="101680" y="707824"/>
                    <a:pt x="98216" y="712472"/>
                    <a:pt x="84903" y="738425"/>
                  </a:cubicBezTo>
                  <a:cubicBezTo>
                    <a:pt x="82305" y="743511"/>
                    <a:pt x="77543" y="735726"/>
                    <a:pt x="73322" y="732805"/>
                  </a:cubicBezTo>
                  <a:cubicBezTo>
                    <a:pt x="69750" y="729560"/>
                    <a:pt x="68343" y="736697"/>
                    <a:pt x="67693" y="737669"/>
                  </a:cubicBezTo>
                  <a:cubicBezTo>
                    <a:pt x="65853" y="741993"/>
                    <a:pt x="62715" y="741346"/>
                    <a:pt x="49402" y="742209"/>
                  </a:cubicBezTo>
                  <a:cubicBezTo>
                    <a:pt x="45072" y="742425"/>
                    <a:pt x="43340" y="740158"/>
                    <a:pt x="31218" y="729884"/>
                  </a:cubicBezTo>
                  <a:cubicBezTo>
                    <a:pt x="27754" y="726855"/>
                    <a:pt x="27646" y="732157"/>
                    <a:pt x="24291" y="748915"/>
                  </a:cubicBezTo>
                  <a:cubicBezTo>
                    <a:pt x="23317" y="753455"/>
                    <a:pt x="22018" y="753785"/>
                    <a:pt x="4808" y="769463"/>
                  </a:cubicBezTo>
                  <a:lnTo>
                    <a:pt x="0" y="768891"/>
                  </a:lnTo>
                  <a:lnTo>
                    <a:pt x="0" y="672398"/>
                  </a:lnTo>
                  <a:lnTo>
                    <a:pt x="5485" y="673855"/>
                  </a:lnTo>
                  <a:cubicBezTo>
                    <a:pt x="7975" y="673437"/>
                    <a:pt x="11411" y="672248"/>
                    <a:pt x="16823" y="670734"/>
                  </a:cubicBezTo>
                  <a:cubicBezTo>
                    <a:pt x="21260" y="669546"/>
                    <a:pt x="17039" y="665977"/>
                    <a:pt x="9030" y="655811"/>
                  </a:cubicBezTo>
                  <a:cubicBezTo>
                    <a:pt x="7569" y="653973"/>
                    <a:pt x="6107" y="653215"/>
                    <a:pt x="2535" y="652715"/>
                  </a:cubicBezTo>
                  <a:lnTo>
                    <a:pt x="0" y="652510"/>
                  </a:lnTo>
                  <a:lnTo>
                    <a:pt x="0" y="6626"/>
                  </a:lnTo>
                  <a:lnTo>
                    <a:pt x="2495" y="6985"/>
                  </a:lnTo>
                  <a:cubicBezTo>
                    <a:pt x="6107" y="6093"/>
                    <a:pt x="11952" y="3958"/>
                    <a:pt x="22667" y="497"/>
                  </a:cubicBezTo>
                  <a:cubicBezTo>
                    <a:pt x="23831" y="118"/>
                    <a:pt x="24588" y="-153"/>
                    <a:pt x="26257" y="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48516B5-BAC2-BE0B-9B5E-3FE69216874D}"/>
                </a:ext>
              </a:extLst>
            </p:cNvPr>
            <p:cNvSpPr/>
            <p:nvPr/>
          </p:nvSpPr>
          <p:spPr>
            <a:xfrm>
              <a:off x="1015547" y="2508913"/>
              <a:ext cx="13477" cy="16235"/>
            </a:xfrm>
            <a:custGeom>
              <a:avLst/>
              <a:gdLst>
                <a:gd name="csX0" fmla="*/ 1697 w 13477"/>
                <a:gd name="csY0" fmla="*/ 11072 h 16235"/>
                <a:gd name="csX1" fmla="*/ 12092 w 13477"/>
                <a:gd name="csY1" fmla="*/ 13878 h 16235"/>
                <a:gd name="csX2" fmla="*/ 10790 w 13477"/>
                <a:gd name="csY2" fmla="*/ 1553 h 16235"/>
                <a:gd name="csX3" fmla="*/ 2567 w 13477"/>
                <a:gd name="csY3" fmla="*/ 2201 h 16235"/>
                <a:gd name="csX4" fmla="*/ 1805 w 13477"/>
                <a:gd name="csY4" fmla="*/ 11072 h 16235"/>
                <a:gd name="csX5" fmla="*/ 1697 w 13477"/>
                <a:gd name="csY5" fmla="*/ 11072 h 16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477" h="16235">
                  <a:moveTo>
                    <a:pt x="1697" y="11072"/>
                  </a:moveTo>
                  <a:cubicBezTo>
                    <a:pt x="4516" y="12583"/>
                    <a:pt x="10790" y="19936"/>
                    <a:pt x="12092" y="13878"/>
                  </a:cubicBezTo>
                  <a:cubicBezTo>
                    <a:pt x="12200" y="11065"/>
                    <a:pt x="15876" y="4042"/>
                    <a:pt x="10790" y="1553"/>
                  </a:cubicBezTo>
                  <a:cubicBezTo>
                    <a:pt x="10790" y="1553"/>
                    <a:pt x="5272" y="-2340"/>
                    <a:pt x="2567" y="2201"/>
                  </a:cubicBezTo>
                  <a:cubicBezTo>
                    <a:pt x="2243" y="3280"/>
                    <a:pt x="-2519" y="7935"/>
                    <a:pt x="1805" y="11072"/>
                  </a:cubicBezTo>
                  <a:lnTo>
                    <a:pt x="1697" y="110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4F207B4-FECC-D910-CA7A-C467D9E769CB}"/>
                </a:ext>
              </a:extLst>
            </p:cNvPr>
            <p:cNvSpPr/>
            <p:nvPr/>
          </p:nvSpPr>
          <p:spPr>
            <a:xfrm>
              <a:off x="1184615" y="3193052"/>
              <a:ext cx="17915" cy="14393"/>
            </a:xfrm>
            <a:custGeom>
              <a:avLst/>
              <a:gdLst>
                <a:gd name="csX0" fmla="*/ 726 w 17915"/>
                <a:gd name="csY0" fmla="*/ 737 h 14393"/>
                <a:gd name="csX1" fmla="*/ 1481 w 17915"/>
                <a:gd name="csY1" fmla="*/ 9710 h 14393"/>
                <a:gd name="csX2" fmla="*/ 10251 w 17915"/>
                <a:gd name="csY2" fmla="*/ 14034 h 14393"/>
                <a:gd name="csX3" fmla="*/ 17071 w 17915"/>
                <a:gd name="csY3" fmla="*/ 8414 h 14393"/>
                <a:gd name="csX4" fmla="*/ 726 w 17915"/>
                <a:gd name="csY4" fmla="*/ 629 h 14393"/>
                <a:gd name="csX5" fmla="*/ 726 w 17915"/>
                <a:gd name="csY5" fmla="*/ 737 h 14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15" h="14393">
                  <a:moveTo>
                    <a:pt x="726" y="737"/>
                  </a:moveTo>
                  <a:cubicBezTo>
                    <a:pt x="726" y="3220"/>
                    <a:pt x="-1332" y="7329"/>
                    <a:pt x="1481" y="9710"/>
                  </a:cubicBezTo>
                  <a:cubicBezTo>
                    <a:pt x="3971" y="11335"/>
                    <a:pt x="6784" y="15660"/>
                    <a:pt x="10251" y="14034"/>
                  </a:cubicBezTo>
                  <a:cubicBezTo>
                    <a:pt x="13388" y="12091"/>
                    <a:pt x="20316" y="10573"/>
                    <a:pt x="17071" y="8414"/>
                  </a:cubicBezTo>
                  <a:cubicBezTo>
                    <a:pt x="17071" y="8414"/>
                    <a:pt x="1266" y="-2723"/>
                    <a:pt x="726" y="629"/>
                  </a:cubicBezTo>
                  <a:lnTo>
                    <a:pt x="726" y="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6B6824E-0715-CCD6-9355-831B68D9FA9F}"/>
                </a:ext>
              </a:extLst>
            </p:cNvPr>
            <p:cNvSpPr/>
            <p:nvPr/>
          </p:nvSpPr>
          <p:spPr>
            <a:xfrm>
              <a:off x="1120631" y="3168151"/>
              <a:ext cx="31738" cy="15951"/>
            </a:xfrm>
            <a:custGeom>
              <a:avLst/>
              <a:gdLst>
                <a:gd name="csX0" fmla="*/ 31258 w 31738"/>
                <a:gd name="csY0" fmla="*/ 4873 h 15951"/>
                <a:gd name="csX1" fmla="*/ 27035 w 31738"/>
                <a:gd name="csY1" fmla="*/ 1197 h 15951"/>
                <a:gd name="csX2" fmla="*/ 15783 w 31738"/>
                <a:gd name="csY2" fmla="*/ 2816 h 15951"/>
                <a:gd name="csX3" fmla="*/ 13294 w 31738"/>
                <a:gd name="csY3" fmla="*/ 8874 h 15951"/>
                <a:gd name="csX4" fmla="*/ 302 w 31738"/>
                <a:gd name="csY4" fmla="*/ 5305 h 15951"/>
                <a:gd name="csX5" fmla="*/ 7554 w 31738"/>
                <a:gd name="csY5" fmla="*/ 15472 h 15951"/>
                <a:gd name="csX6" fmla="*/ 19676 w 31738"/>
                <a:gd name="csY6" fmla="*/ 10061 h 15951"/>
                <a:gd name="csX7" fmla="*/ 31582 w 31738"/>
                <a:gd name="csY7" fmla="*/ 5737 h 15951"/>
                <a:gd name="csX8" fmla="*/ 31366 w 31738"/>
                <a:gd name="csY8" fmla="*/ 4873 h 15951"/>
                <a:gd name="csX9" fmla="*/ 31258 w 31738"/>
                <a:gd name="csY9" fmla="*/ 4873 h 15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738" h="15951">
                  <a:moveTo>
                    <a:pt x="31258" y="4873"/>
                  </a:moveTo>
                  <a:cubicBezTo>
                    <a:pt x="30718" y="3140"/>
                    <a:pt x="28877" y="1413"/>
                    <a:pt x="27035" y="1197"/>
                  </a:cubicBezTo>
                  <a:cubicBezTo>
                    <a:pt x="23035" y="1197"/>
                    <a:pt x="15351" y="-2372"/>
                    <a:pt x="15783" y="2816"/>
                  </a:cubicBezTo>
                  <a:cubicBezTo>
                    <a:pt x="15675" y="3896"/>
                    <a:pt x="17510" y="10925"/>
                    <a:pt x="13294" y="8874"/>
                  </a:cubicBezTo>
                  <a:cubicBezTo>
                    <a:pt x="3661" y="4334"/>
                    <a:pt x="-1317" y="1089"/>
                    <a:pt x="302" y="5305"/>
                  </a:cubicBezTo>
                  <a:cubicBezTo>
                    <a:pt x="2467" y="9522"/>
                    <a:pt x="3007" y="18062"/>
                    <a:pt x="7554" y="15472"/>
                  </a:cubicBezTo>
                  <a:cubicBezTo>
                    <a:pt x="11776" y="12982"/>
                    <a:pt x="15351" y="10385"/>
                    <a:pt x="19676" y="10061"/>
                  </a:cubicBezTo>
                  <a:cubicBezTo>
                    <a:pt x="24546" y="9090"/>
                    <a:pt x="32992" y="10817"/>
                    <a:pt x="31582" y="5737"/>
                  </a:cubicBezTo>
                  <a:lnTo>
                    <a:pt x="31366" y="4873"/>
                  </a:lnTo>
                  <a:lnTo>
                    <a:pt x="31258" y="48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C379882-A045-38B5-A415-C0114513A1CF}"/>
                </a:ext>
              </a:extLst>
            </p:cNvPr>
            <p:cNvSpPr/>
            <p:nvPr/>
          </p:nvSpPr>
          <p:spPr>
            <a:xfrm>
              <a:off x="3124412" y="2708845"/>
              <a:ext cx="8486" cy="11623"/>
            </a:xfrm>
            <a:custGeom>
              <a:avLst/>
              <a:gdLst>
                <a:gd name="csX0" fmla="*/ 7223 w 8486"/>
                <a:gd name="csY0" fmla="*/ 2325 h 11623"/>
                <a:gd name="csX1" fmla="*/ 5712 w 8486"/>
                <a:gd name="csY1" fmla="*/ 807 h 11623"/>
                <a:gd name="csX2" fmla="*/ 1705 w 8486"/>
                <a:gd name="csY2" fmla="*/ 1347 h 11623"/>
                <a:gd name="csX3" fmla="*/ 1165 w 8486"/>
                <a:gd name="csY3" fmla="*/ 8815 h 11623"/>
                <a:gd name="csX4" fmla="*/ 6467 w 8486"/>
                <a:gd name="csY4" fmla="*/ 10218 h 11623"/>
                <a:gd name="csX5" fmla="*/ 7223 w 8486"/>
                <a:gd name="csY5" fmla="*/ 2325 h 11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486" h="11623">
                  <a:moveTo>
                    <a:pt x="7223" y="2325"/>
                  </a:moveTo>
                  <a:lnTo>
                    <a:pt x="5712" y="807"/>
                  </a:lnTo>
                  <a:cubicBezTo>
                    <a:pt x="4410" y="-488"/>
                    <a:pt x="2568" y="-164"/>
                    <a:pt x="1705" y="1347"/>
                  </a:cubicBezTo>
                  <a:cubicBezTo>
                    <a:pt x="1489" y="2109"/>
                    <a:pt x="-1648" y="5570"/>
                    <a:pt x="1165" y="8815"/>
                  </a:cubicBezTo>
                  <a:cubicBezTo>
                    <a:pt x="1813" y="9246"/>
                    <a:pt x="4302" y="13895"/>
                    <a:pt x="6467" y="10218"/>
                  </a:cubicBezTo>
                  <a:cubicBezTo>
                    <a:pt x="6683" y="9570"/>
                    <a:pt x="10366" y="5462"/>
                    <a:pt x="7223" y="2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5F00993-F3BB-563B-3F5D-371D2F887B74}"/>
                </a:ext>
              </a:extLst>
            </p:cNvPr>
            <p:cNvSpPr/>
            <p:nvPr/>
          </p:nvSpPr>
          <p:spPr>
            <a:xfrm>
              <a:off x="3049450" y="2737782"/>
              <a:ext cx="7213" cy="9090"/>
            </a:xfrm>
            <a:custGeom>
              <a:avLst/>
              <a:gdLst>
                <a:gd name="csX0" fmla="*/ 4467 w 7213"/>
                <a:gd name="csY0" fmla="*/ 636 h 9090"/>
                <a:gd name="csX1" fmla="*/ 683 w 7213"/>
                <a:gd name="csY1" fmla="*/ 1722 h 9090"/>
                <a:gd name="csX2" fmla="*/ 251 w 7213"/>
                <a:gd name="csY2" fmla="*/ 2801 h 9090"/>
                <a:gd name="csX3" fmla="*/ 1870 w 7213"/>
                <a:gd name="csY3" fmla="*/ 7881 h 9090"/>
                <a:gd name="csX4" fmla="*/ 2740 w 7213"/>
                <a:gd name="csY4" fmla="*/ 8529 h 9090"/>
                <a:gd name="csX5" fmla="*/ 6741 w 7213"/>
                <a:gd name="csY5" fmla="*/ 7342 h 9090"/>
                <a:gd name="csX6" fmla="*/ 6956 w 7213"/>
                <a:gd name="csY6" fmla="*/ 6910 h 9090"/>
                <a:gd name="csX7" fmla="*/ 5661 w 7213"/>
                <a:gd name="csY7" fmla="*/ 1722 h 9090"/>
                <a:gd name="csX8" fmla="*/ 4467 w 7213"/>
                <a:gd name="csY8" fmla="*/ 744 h 9090"/>
                <a:gd name="csX9" fmla="*/ 4467 w 7213"/>
                <a:gd name="csY9" fmla="*/ 636 h 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213" h="9090">
                  <a:moveTo>
                    <a:pt x="4467" y="636"/>
                  </a:moveTo>
                  <a:cubicBezTo>
                    <a:pt x="3064" y="-552"/>
                    <a:pt x="1330" y="-12"/>
                    <a:pt x="683" y="1722"/>
                  </a:cubicBezTo>
                  <a:lnTo>
                    <a:pt x="251" y="2801"/>
                  </a:lnTo>
                  <a:cubicBezTo>
                    <a:pt x="-403" y="4528"/>
                    <a:pt x="251" y="6802"/>
                    <a:pt x="1870" y="7881"/>
                  </a:cubicBezTo>
                  <a:lnTo>
                    <a:pt x="2740" y="8529"/>
                  </a:lnTo>
                  <a:cubicBezTo>
                    <a:pt x="4251" y="9615"/>
                    <a:pt x="6093" y="9075"/>
                    <a:pt x="6741" y="7342"/>
                  </a:cubicBezTo>
                  <a:lnTo>
                    <a:pt x="6956" y="6910"/>
                  </a:lnTo>
                  <a:cubicBezTo>
                    <a:pt x="7611" y="5176"/>
                    <a:pt x="6956" y="2909"/>
                    <a:pt x="5661" y="1722"/>
                  </a:cubicBezTo>
                  <a:lnTo>
                    <a:pt x="4467" y="744"/>
                  </a:lnTo>
                  <a:lnTo>
                    <a:pt x="4467" y="6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0D68C31E-CF6C-0400-47E7-6F2B5EF383C8}"/>
                </a:ext>
              </a:extLst>
            </p:cNvPr>
            <p:cNvSpPr/>
            <p:nvPr/>
          </p:nvSpPr>
          <p:spPr>
            <a:xfrm>
              <a:off x="2979372" y="2861215"/>
              <a:ext cx="13065" cy="8189"/>
            </a:xfrm>
            <a:custGeom>
              <a:avLst/>
              <a:gdLst>
                <a:gd name="csX0" fmla="*/ 10798 w 13065"/>
                <a:gd name="csY0" fmla="*/ 2640 h 8189"/>
                <a:gd name="csX1" fmla="*/ 2143 w 13065"/>
                <a:gd name="csY1" fmla="*/ 1777 h 8189"/>
                <a:gd name="csX2" fmla="*/ 2143 w 13065"/>
                <a:gd name="csY2" fmla="*/ 8159 h 8189"/>
                <a:gd name="csX3" fmla="*/ 12963 w 13065"/>
                <a:gd name="csY3" fmla="*/ 6209 h 8189"/>
                <a:gd name="csX4" fmla="*/ 10798 w 13065"/>
                <a:gd name="csY4" fmla="*/ 2640 h 8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5" h="8189">
                  <a:moveTo>
                    <a:pt x="10798" y="2640"/>
                  </a:moveTo>
                  <a:cubicBezTo>
                    <a:pt x="9178" y="2101"/>
                    <a:pt x="4416" y="-2440"/>
                    <a:pt x="2143" y="1777"/>
                  </a:cubicBezTo>
                  <a:cubicBezTo>
                    <a:pt x="1819" y="2856"/>
                    <a:pt x="-2512" y="8159"/>
                    <a:pt x="2143" y="8159"/>
                  </a:cubicBezTo>
                  <a:cubicBezTo>
                    <a:pt x="8416" y="8159"/>
                    <a:pt x="11991" y="8590"/>
                    <a:pt x="12963" y="6209"/>
                  </a:cubicBezTo>
                  <a:cubicBezTo>
                    <a:pt x="13395" y="5130"/>
                    <a:pt x="12423" y="3510"/>
                    <a:pt x="10798" y="26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D99DB48C-879B-D677-91E6-DB9E240F7F1D}"/>
                </a:ext>
              </a:extLst>
            </p:cNvPr>
            <p:cNvSpPr/>
            <p:nvPr/>
          </p:nvSpPr>
          <p:spPr>
            <a:xfrm>
              <a:off x="2610464" y="3531115"/>
              <a:ext cx="19294" cy="18675"/>
            </a:xfrm>
            <a:custGeom>
              <a:avLst/>
              <a:gdLst>
                <a:gd name="csX0" fmla="*/ 17546 w 19294"/>
                <a:gd name="csY0" fmla="*/ 494 h 18675"/>
                <a:gd name="csX1" fmla="*/ 877 w 19294"/>
                <a:gd name="csY1" fmla="*/ 14984 h 18675"/>
                <a:gd name="csX2" fmla="*/ 230 w 19294"/>
                <a:gd name="csY2" fmla="*/ 16604 h 18675"/>
                <a:gd name="csX3" fmla="*/ 2071 w 19294"/>
                <a:gd name="csY3" fmla="*/ 18445 h 18675"/>
                <a:gd name="csX4" fmla="*/ 17222 w 19294"/>
                <a:gd name="csY4" fmla="*/ 9358 h 18675"/>
                <a:gd name="csX5" fmla="*/ 17546 w 19294"/>
                <a:gd name="csY5" fmla="*/ 494 h 1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94" h="18675">
                  <a:moveTo>
                    <a:pt x="17546" y="494"/>
                  </a:moveTo>
                  <a:cubicBezTo>
                    <a:pt x="5316" y="9467"/>
                    <a:pt x="2503" y="10984"/>
                    <a:pt x="877" y="14984"/>
                  </a:cubicBezTo>
                  <a:lnTo>
                    <a:pt x="230" y="16604"/>
                  </a:lnTo>
                  <a:cubicBezTo>
                    <a:pt x="-418" y="18337"/>
                    <a:pt x="338" y="19093"/>
                    <a:pt x="2071" y="18445"/>
                  </a:cubicBezTo>
                  <a:cubicBezTo>
                    <a:pt x="13431" y="13791"/>
                    <a:pt x="16143" y="13359"/>
                    <a:pt x="17222" y="9358"/>
                  </a:cubicBezTo>
                  <a:cubicBezTo>
                    <a:pt x="17222" y="9358"/>
                    <a:pt x="21661" y="-2535"/>
                    <a:pt x="17546" y="4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77DBE84-F2B6-E225-41A5-0F5F5A638390}"/>
                </a:ext>
              </a:extLst>
            </p:cNvPr>
            <p:cNvSpPr/>
            <p:nvPr/>
          </p:nvSpPr>
          <p:spPr>
            <a:xfrm>
              <a:off x="2588723" y="3548779"/>
              <a:ext cx="12525" cy="7420"/>
            </a:xfrm>
            <a:custGeom>
              <a:avLst/>
              <a:gdLst>
                <a:gd name="csX0" fmla="*/ 10611 w 12525"/>
                <a:gd name="csY0" fmla="*/ 241 h 7420"/>
                <a:gd name="csX1" fmla="*/ 2604 w 12525"/>
                <a:gd name="csY1" fmla="*/ 1969 h 7420"/>
                <a:gd name="csX2" fmla="*/ 1734 w 12525"/>
                <a:gd name="csY2" fmla="*/ 6617 h 7420"/>
                <a:gd name="csX3" fmla="*/ 10503 w 12525"/>
                <a:gd name="csY3" fmla="*/ 5321 h 7420"/>
                <a:gd name="csX4" fmla="*/ 10503 w 12525"/>
                <a:gd name="csY4" fmla="*/ 133 h 7420"/>
                <a:gd name="csX5" fmla="*/ 10611 w 12525"/>
                <a:gd name="csY5" fmla="*/ 241 h 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525" h="7420">
                  <a:moveTo>
                    <a:pt x="10611" y="241"/>
                  </a:moveTo>
                  <a:cubicBezTo>
                    <a:pt x="10611" y="241"/>
                    <a:pt x="5741" y="-952"/>
                    <a:pt x="2604" y="1969"/>
                  </a:cubicBezTo>
                  <a:cubicBezTo>
                    <a:pt x="2274" y="2508"/>
                    <a:pt x="-2482" y="5753"/>
                    <a:pt x="1734" y="6617"/>
                  </a:cubicBezTo>
                  <a:cubicBezTo>
                    <a:pt x="2928" y="6617"/>
                    <a:pt x="7798" y="9106"/>
                    <a:pt x="10503" y="5321"/>
                  </a:cubicBezTo>
                  <a:cubicBezTo>
                    <a:pt x="10719" y="4674"/>
                    <a:pt x="14942" y="565"/>
                    <a:pt x="10503" y="133"/>
                  </a:cubicBezTo>
                  <a:lnTo>
                    <a:pt x="10611" y="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396E2640-3104-3E59-6D98-C7A8BD284EA6}"/>
                </a:ext>
              </a:extLst>
            </p:cNvPr>
            <p:cNvSpPr/>
            <p:nvPr/>
          </p:nvSpPr>
          <p:spPr>
            <a:xfrm>
              <a:off x="2557376" y="3554322"/>
              <a:ext cx="22032" cy="9639"/>
            </a:xfrm>
            <a:custGeom>
              <a:avLst/>
              <a:gdLst>
                <a:gd name="csX0" fmla="*/ 15656 w 22032"/>
                <a:gd name="csY0" fmla="*/ 103 h 9639"/>
                <a:gd name="csX1" fmla="*/ 1044 w 22032"/>
                <a:gd name="csY1" fmla="*/ 6808 h 9639"/>
                <a:gd name="csX2" fmla="*/ 11217 w 22032"/>
                <a:gd name="csY2" fmla="*/ 9621 h 9639"/>
                <a:gd name="csX3" fmla="*/ 21066 w 22032"/>
                <a:gd name="csY3" fmla="*/ 4427 h 9639"/>
                <a:gd name="csX4" fmla="*/ 15548 w 22032"/>
                <a:gd name="csY4" fmla="*/ 103 h 9639"/>
                <a:gd name="csX5" fmla="*/ 15656 w 22032"/>
                <a:gd name="csY5" fmla="*/ 103 h 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32" h="9639">
                  <a:moveTo>
                    <a:pt x="15656" y="103"/>
                  </a:moveTo>
                  <a:cubicBezTo>
                    <a:pt x="11541" y="-977"/>
                    <a:pt x="1044" y="6808"/>
                    <a:pt x="1044" y="6808"/>
                  </a:cubicBezTo>
                  <a:cubicBezTo>
                    <a:pt x="-2747" y="9298"/>
                    <a:pt x="4505" y="9082"/>
                    <a:pt x="11217" y="9621"/>
                  </a:cubicBezTo>
                  <a:cubicBezTo>
                    <a:pt x="16087" y="9945"/>
                    <a:pt x="18901" y="5837"/>
                    <a:pt x="21066" y="4427"/>
                  </a:cubicBezTo>
                  <a:cubicBezTo>
                    <a:pt x="24743" y="1398"/>
                    <a:pt x="16843" y="750"/>
                    <a:pt x="15548" y="103"/>
                  </a:cubicBezTo>
                  <a:lnTo>
                    <a:pt x="15656" y="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CB6DDF15-BBB0-24B3-81D4-B73E25F96462}"/>
                </a:ext>
              </a:extLst>
            </p:cNvPr>
            <p:cNvSpPr/>
            <p:nvPr/>
          </p:nvSpPr>
          <p:spPr>
            <a:xfrm>
              <a:off x="2287351" y="2540524"/>
              <a:ext cx="25961" cy="21905"/>
            </a:xfrm>
            <a:custGeom>
              <a:avLst/>
              <a:gdLst>
                <a:gd name="csX0" fmla="*/ 2204 w 25961"/>
                <a:gd name="csY0" fmla="*/ 21523 h 21905"/>
                <a:gd name="csX1" fmla="*/ 23528 w 25961"/>
                <a:gd name="csY1" fmla="*/ 8328 h 21905"/>
                <a:gd name="csX2" fmla="*/ 24074 w 25961"/>
                <a:gd name="csY2" fmla="*/ 327 h 21905"/>
                <a:gd name="csX3" fmla="*/ 1341 w 25961"/>
                <a:gd name="csY3" fmla="*/ 14494 h 21905"/>
                <a:gd name="csX4" fmla="*/ 2204 w 25961"/>
                <a:gd name="csY4" fmla="*/ 21523 h 2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61" h="21905">
                  <a:moveTo>
                    <a:pt x="2204" y="21523"/>
                  </a:moveTo>
                  <a:cubicBezTo>
                    <a:pt x="18657" y="13414"/>
                    <a:pt x="21800" y="12766"/>
                    <a:pt x="23528" y="8328"/>
                  </a:cubicBezTo>
                  <a:cubicBezTo>
                    <a:pt x="23528" y="8328"/>
                    <a:pt x="28620" y="-1940"/>
                    <a:pt x="24074" y="327"/>
                  </a:cubicBezTo>
                  <a:cubicBezTo>
                    <a:pt x="5347" y="9522"/>
                    <a:pt x="2534" y="9845"/>
                    <a:pt x="1341" y="14494"/>
                  </a:cubicBezTo>
                  <a:cubicBezTo>
                    <a:pt x="1233" y="16011"/>
                    <a:pt x="-2120" y="23688"/>
                    <a:pt x="2204" y="215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B8873DC4-3F75-BD90-3152-61E4C82F6DCD}"/>
                </a:ext>
              </a:extLst>
            </p:cNvPr>
            <p:cNvSpPr/>
            <p:nvPr/>
          </p:nvSpPr>
          <p:spPr>
            <a:xfrm>
              <a:off x="3002682" y="2859906"/>
              <a:ext cx="9534" cy="9297"/>
            </a:xfrm>
            <a:custGeom>
              <a:avLst/>
              <a:gdLst>
                <a:gd name="csX0" fmla="*/ 9351 w 9534"/>
                <a:gd name="csY0" fmla="*/ 2115 h 9297"/>
                <a:gd name="csX1" fmla="*/ 3401 w 9534"/>
                <a:gd name="csY1" fmla="*/ 1683 h 9297"/>
                <a:gd name="csX2" fmla="*/ 2970 w 9534"/>
                <a:gd name="csY2" fmla="*/ 8821 h 9297"/>
                <a:gd name="csX3" fmla="*/ 6323 w 9534"/>
                <a:gd name="csY3" fmla="*/ 9253 h 9297"/>
                <a:gd name="csX4" fmla="*/ 9351 w 9534"/>
                <a:gd name="csY4" fmla="*/ 2007 h 9297"/>
                <a:gd name="csX5" fmla="*/ 9351 w 9534"/>
                <a:gd name="csY5" fmla="*/ 2115 h 9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4" h="9297">
                  <a:moveTo>
                    <a:pt x="9351" y="2115"/>
                  </a:moveTo>
                  <a:cubicBezTo>
                    <a:pt x="9244" y="-2317"/>
                    <a:pt x="4157" y="1575"/>
                    <a:pt x="3401" y="1683"/>
                  </a:cubicBezTo>
                  <a:cubicBezTo>
                    <a:pt x="-605" y="3626"/>
                    <a:pt x="-1469" y="8173"/>
                    <a:pt x="2970" y="8821"/>
                  </a:cubicBezTo>
                  <a:lnTo>
                    <a:pt x="6323" y="9253"/>
                  </a:lnTo>
                  <a:cubicBezTo>
                    <a:pt x="10977" y="9900"/>
                    <a:pt x="9136" y="3410"/>
                    <a:pt x="9351" y="2007"/>
                  </a:cubicBezTo>
                  <a:lnTo>
                    <a:pt x="9351" y="2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CA2E4A2-B859-AFFD-CD50-03833E01FE1F}"/>
                </a:ext>
              </a:extLst>
            </p:cNvPr>
            <p:cNvSpPr/>
            <p:nvPr/>
          </p:nvSpPr>
          <p:spPr>
            <a:xfrm>
              <a:off x="2918301" y="3655698"/>
              <a:ext cx="37804" cy="19534"/>
            </a:xfrm>
            <a:custGeom>
              <a:avLst/>
              <a:gdLst>
                <a:gd name="csX0" fmla="*/ 12992 w 37804"/>
                <a:gd name="csY0" fmla="*/ 9998 h 19534"/>
                <a:gd name="csX1" fmla="*/ 32798 w 37804"/>
                <a:gd name="csY1" fmla="*/ 19084 h 19534"/>
                <a:gd name="csX2" fmla="*/ 37560 w 37804"/>
                <a:gd name="csY2" fmla="*/ 14322 h 19534"/>
                <a:gd name="csX3" fmla="*/ 21755 w 37804"/>
                <a:gd name="csY3" fmla="*/ 1025 h 19534"/>
                <a:gd name="csX4" fmla="*/ 3251 w 37804"/>
                <a:gd name="csY4" fmla="*/ 3939 h 19534"/>
                <a:gd name="csX5" fmla="*/ 0 w 37804"/>
                <a:gd name="csY5" fmla="*/ 7508 h 19534"/>
                <a:gd name="csX6" fmla="*/ 12992 w 37804"/>
                <a:gd name="csY6" fmla="*/ 9998 h 1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804" h="19534">
                  <a:moveTo>
                    <a:pt x="12992" y="9998"/>
                  </a:moveTo>
                  <a:cubicBezTo>
                    <a:pt x="17755" y="9998"/>
                    <a:pt x="22625" y="13458"/>
                    <a:pt x="32798" y="19084"/>
                  </a:cubicBezTo>
                  <a:cubicBezTo>
                    <a:pt x="36690" y="21243"/>
                    <a:pt x="37128" y="14969"/>
                    <a:pt x="37560" y="14322"/>
                  </a:cubicBezTo>
                  <a:cubicBezTo>
                    <a:pt x="38748" y="10321"/>
                    <a:pt x="35935" y="9565"/>
                    <a:pt x="21755" y="1025"/>
                  </a:cubicBezTo>
                  <a:cubicBezTo>
                    <a:pt x="18078" y="-1140"/>
                    <a:pt x="15589" y="263"/>
                    <a:pt x="3251" y="3939"/>
                  </a:cubicBezTo>
                  <a:cubicBezTo>
                    <a:pt x="1518" y="4486"/>
                    <a:pt x="0" y="5997"/>
                    <a:pt x="0" y="7508"/>
                  </a:cubicBezTo>
                  <a:cubicBezTo>
                    <a:pt x="0" y="11407"/>
                    <a:pt x="7791" y="9565"/>
                    <a:pt x="12992" y="99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148C238-B6CD-5AA1-7F59-D29352089613}"/>
                </a:ext>
              </a:extLst>
            </p:cNvPr>
            <p:cNvSpPr/>
            <p:nvPr/>
          </p:nvSpPr>
          <p:spPr>
            <a:xfrm>
              <a:off x="3318797" y="4088818"/>
              <a:ext cx="29865" cy="31302"/>
            </a:xfrm>
            <a:custGeom>
              <a:avLst/>
              <a:gdLst>
                <a:gd name="csX0" fmla="*/ 28116 w 29865"/>
                <a:gd name="csY0" fmla="*/ 22 h 31302"/>
                <a:gd name="csX1" fmla="*/ 5929 w 29865"/>
                <a:gd name="csY1" fmla="*/ 7376 h 31302"/>
                <a:gd name="csX2" fmla="*/ 10907 w 29865"/>
                <a:gd name="csY2" fmla="*/ 14729 h 31302"/>
                <a:gd name="csX3" fmla="*/ 8203 w 29865"/>
                <a:gd name="csY3" fmla="*/ 22514 h 31302"/>
                <a:gd name="csX4" fmla="*/ 1598 w 29865"/>
                <a:gd name="csY4" fmla="*/ 29975 h 31302"/>
                <a:gd name="csX5" fmla="*/ 24116 w 29865"/>
                <a:gd name="csY5" fmla="*/ 28896 h 31302"/>
                <a:gd name="csX6" fmla="*/ 27684 w 29865"/>
                <a:gd name="csY6" fmla="*/ 19269 h 31302"/>
                <a:gd name="csX7" fmla="*/ 27253 w 29865"/>
                <a:gd name="csY7" fmla="*/ 4563 h 31302"/>
                <a:gd name="csX8" fmla="*/ 28008 w 29865"/>
                <a:gd name="csY8" fmla="*/ 130 h 31302"/>
                <a:gd name="csX9" fmla="*/ 28116 w 29865"/>
                <a:gd name="csY9" fmla="*/ 22 h 31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865" h="31302">
                  <a:moveTo>
                    <a:pt x="28116" y="22"/>
                  </a:moveTo>
                  <a:cubicBezTo>
                    <a:pt x="28116" y="22"/>
                    <a:pt x="2468" y="4455"/>
                    <a:pt x="5929" y="7376"/>
                  </a:cubicBezTo>
                  <a:cubicBezTo>
                    <a:pt x="6577" y="8023"/>
                    <a:pt x="10907" y="10297"/>
                    <a:pt x="10907" y="14729"/>
                  </a:cubicBezTo>
                  <a:cubicBezTo>
                    <a:pt x="10800" y="15377"/>
                    <a:pt x="11669" y="20025"/>
                    <a:pt x="8203" y="22514"/>
                  </a:cubicBezTo>
                  <a:cubicBezTo>
                    <a:pt x="5281" y="25111"/>
                    <a:pt x="-3596" y="29543"/>
                    <a:pt x="1598" y="29975"/>
                  </a:cubicBezTo>
                  <a:cubicBezTo>
                    <a:pt x="19137" y="31385"/>
                    <a:pt x="21842" y="32464"/>
                    <a:pt x="24116" y="28896"/>
                  </a:cubicBezTo>
                  <a:cubicBezTo>
                    <a:pt x="24763" y="27492"/>
                    <a:pt x="28554" y="23701"/>
                    <a:pt x="27684" y="19269"/>
                  </a:cubicBezTo>
                  <a:cubicBezTo>
                    <a:pt x="27037" y="14081"/>
                    <a:pt x="24008" y="8563"/>
                    <a:pt x="27253" y="4563"/>
                  </a:cubicBezTo>
                  <a:cubicBezTo>
                    <a:pt x="27576" y="3915"/>
                    <a:pt x="32447" y="-841"/>
                    <a:pt x="28008" y="130"/>
                  </a:cubicBezTo>
                  <a:lnTo>
                    <a:pt x="28116" y="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D1BDB582-8DDE-A2F9-FE35-B2B528A79FC7}"/>
                </a:ext>
              </a:extLst>
            </p:cNvPr>
            <p:cNvSpPr/>
            <p:nvPr/>
          </p:nvSpPr>
          <p:spPr>
            <a:xfrm>
              <a:off x="3351266" y="4068190"/>
              <a:ext cx="14172" cy="11058"/>
            </a:xfrm>
            <a:custGeom>
              <a:avLst/>
              <a:gdLst>
                <a:gd name="csX0" fmla="*/ 2250 w 14172"/>
                <a:gd name="csY0" fmla="*/ 11024 h 11058"/>
                <a:gd name="csX1" fmla="*/ 13617 w 14172"/>
                <a:gd name="csY1" fmla="*/ 6484 h 11058"/>
                <a:gd name="csX2" fmla="*/ 11236 w 14172"/>
                <a:gd name="csY2" fmla="*/ 102 h 11058"/>
                <a:gd name="csX3" fmla="*/ 2143 w 14172"/>
                <a:gd name="csY3" fmla="*/ 4642 h 11058"/>
                <a:gd name="csX4" fmla="*/ 2143 w 14172"/>
                <a:gd name="csY4" fmla="*/ 11024 h 11058"/>
                <a:gd name="csX5" fmla="*/ 2250 w 14172"/>
                <a:gd name="csY5" fmla="*/ 11024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2" h="11058">
                  <a:moveTo>
                    <a:pt x="2250" y="11024"/>
                  </a:moveTo>
                  <a:cubicBezTo>
                    <a:pt x="6042" y="10052"/>
                    <a:pt x="12970" y="11564"/>
                    <a:pt x="13617" y="6484"/>
                  </a:cubicBezTo>
                  <a:cubicBezTo>
                    <a:pt x="13617" y="5404"/>
                    <a:pt x="15890" y="-870"/>
                    <a:pt x="11236" y="102"/>
                  </a:cubicBezTo>
                  <a:cubicBezTo>
                    <a:pt x="11236" y="102"/>
                    <a:pt x="4308" y="425"/>
                    <a:pt x="2143" y="4642"/>
                  </a:cubicBezTo>
                  <a:cubicBezTo>
                    <a:pt x="1819" y="5728"/>
                    <a:pt x="-2512" y="11564"/>
                    <a:pt x="2143" y="11024"/>
                  </a:cubicBezTo>
                  <a:lnTo>
                    <a:pt x="2250" y="110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CC01FDC-030A-ABEB-422D-BCCA3DFBE1D9}"/>
                </a:ext>
              </a:extLst>
            </p:cNvPr>
            <p:cNvSpPr/>
            <p:nvPr/>
          </p:nvSpPr>
          <p:spPr>
            <a:xfrm>
              <a:off x="3334170" y="3994362"/>
              <a:ext cx="9132" cy="11294"/>
            </a:xfrm>
            <a:custGeom>
              <a:avLst/>
              <a:gdLst>
                <a:gd name="csX0" fmla="*/ 8959 w 9132"/>
                <a:gd name="csY0" fmla="*/ 5585 h 11294"/>
                <a:gd name="csX1" fmla="*/ 7225 w 9132"/>
                <a:gd name="csY1" fmla="*/ 613 h 11294"/>
                <a:gd name="csX2" fmla="*/ 621 w 9132"/>
                <a:gd name="csY2" fmla="*/ 4829 h 11294"/>
                <a:gd name="csX3" fmla="*/ 3980 w 9132"/>
                <a:gd name="csY3" fmla="*/ 10779 h 11294"/>
                <a:gd name="csX4" fmla="*/ 8851 w 9132"/>
                <a:gd name="csY4" fmla="*/ 5693 h 11294"/>
                <a:gd name="csX5" fmla="*/ 8959 w 9132"/>
                <a:gd name="csY5" fmla="*/ 5585 h 11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32" h="11294">
                  <a:moveTo>
                    <a:pt x="8959" y="5585"/>
                  </a:moveTo>
                  <a:cubicBezTo>
                    <a:pt x="9499" y="3858"/>
                    <a:pt x="8743" y="1584"/>
                    <a:pt x="7225" y="613"/>
                  </a:cubicBezTo>
                  <a:cubicBezTo>
                    <a:pt x="3657" y="-1877"/>
                    <a:pt x="1491" y="3966"/>
                    <a:pt x="621" y="4829"/>
                  </a:cubicBezTo>
                  <a:cubicBezTo>
                    <a:pt x="-1760" y="8506"/>
                    <a:pt x="3434" y="10239"/>
                    <a:pt x="3980" y="10779"/>
                  </a:cubicBezTo>
                  <a:cubicBezTo>
                    <a:pt x="7981" y="13161"/>
                    <a:pt x="8305" y="6563"/>
                    <a:pt x="8851" y="5693"/>
                  </a:cubicBezTo>
                  <a:lnTo>
                    <a:pt x="8959" y="55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F40BBB9-11A4-1A1E-03D5-8C95F2D3687C}"/>
                </a:ext>
              </a:extLst>
            </p:cNvPr>
            <p:cNvSpPr/>
            <p:nvPr/>
          </p:nvSpPr>
          <p:spPr>
            <a:xfrm>
              <a:off x="3342071" y="3966818"/>
              <a:ext cx="10852" cy="18206"/>
            </a:xfrm>
            <a:custGeom>
              <a:avLst/>
              <a:gdLst>
                <a:gd name="csX0" fmla="*/ 8525 w 10852"/>
                <a:gd name="csY0" fmla="*/ 16911 h 18206"/>
                <a:gd name="csX1" fmla="*/ 10798 w 10852"/>
                <a:gd name="csY1" fmla="*/ 8694 h 18206"/>
                <a:gd name="csX2" fmla="*/ 10252 w 10852"/>
                <a:gd name="csY2" fmla="*/ 3284 h 18206"/>
                <a:gd name="csX3" fmla="*/ 2461 w 10852"/>
                <a:gd name="csY3" fmla="*/ 2960 h 18206"/>
                <a:gd name="csX4" fmla="*/ 1165 w 10852"/>
                <a:gd name="csY4" fmla="*/ 12802 h 18206"/>
                <a:gd name="csX5" fmla="*/ 8525 w 10852"/>
                <a:gd name="csY5" fmla="*/ 16803 h 18206"/>
                <a:gd name="csX6" fmla="*/ 8525 w 10852"/>
                <a:gd name="csY6" fmla="*/ 16911 h 18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2" h="18206">
                  <a:moveTo>
                    <a:pt x="8525" y="16911"/>
                  </a:moveTo>
                  <a:cubicBezTo>
                    <a:pt x="8957" y="15939"/>
                    <a:pt x="11230" y="12910"/>
                    <a:pt x="10798" y="8694"/>
                  </a:cubicBezTo>
                  <a:lnTo>
                    <a:pt x="10252" y="3284"/>
                  </a:lnTo>
                  <a:cubicBezTo>
                    <a:pt x="9820" y="-1148"/>
                    <a:pt x="4302" y="-933"/>
                    <a:pt x="2461" y="2960"/>
                  </a:cubicBezTo>
                  <a:cubicBezTo>
                    <a:pt x="1921" y="4693"/>
                    <a:pt x="-1870" y="9234"/>
                    <a:pt x="1165" y="12802"/>
                  </a:cubicBezTo>
                  <a:cubicBezTo>
                    <a:pt x="2785" y="14206"/>
                    <a:pt x="6252" y="21127"/>
                    <a:pt x="8525" y="16803"/>
                  </a:cubicBezTo>
                  <a:lnTo>
                    <a:pt x="8525" y="169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6DC7FEB-B08B-474D-73E6-F8A7DB047C1A}"/>
                </a:ext>
              </a:extLst>
            </p:cNvPr>
            <p:cNvSpPr/>
            <p:nvPr/>
          </p:nvSpPr>
          <p:spPr>
            <a:xfrm>
              <a:off x="3273671" y="3838714"/>
              <a:ext cx="7659" cy="6751"/>
            </a:xfrm>
            <a:custGeom>
              <a:avLst/>
              <a:gdLst>
                <a:gd name="csX0" fmla="*/ 4840 w 7659"/>
                <a:gd name="csY0" fmla="*/ 0 h 6751"/>
                <a:gd name="csX1" fmla="*/ 3761 w 7659"/>
                <a:gd name="csY1" fmla="*/ 0 h 6751"/>
                <a:gd name="csX2" fmla="*/ 78 w 7659"/>
                <a:gd name="csY2" fmla="*/ 4007 h 6751"/>
                <a:gd name="csX3" fmla="*/ 4840 w 7659"/>
                <a:gd name="csY3" fmla="*/ 6706 h 6751"/>
                <a:gd name="csX4" fmla="*/ 7660 w 7659"/>
                <a:gd name="csY4" fmla="*/ 2705 h 6751"/>
                <a:gd name="csX5" fmla="*/ 4840 w 7659"/>
                <a:gd name="csY5" fmla="*/ 0 h 6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59" h="6751">
                  <a:moveTo>
                    <a:pt x="4840" y="0"/>
                  </a:moveTo>
                  <a:lnTo>
                    <a:pt x="3761" y="0"/>
                  </a:lnTo>
                  <a:cubicBezTo>
                    <a:pt x="294" y="0"/>
                    <a:pt x="78" y="4007"/>
                    <a:pt x="78" y="4007"/>
                  </a:cubicBezTo>
                  <a:cubicBezTo>
                    <a:pt x="-678" y="7576"/>
                    <a:pt x="4301" y="6598"/>
                    <a:pt x="4840" y="6706"/>
                  </a:cubicBezTo>
                  <a:cubicBezTo>
                    <a:pt x="8200" y="6706"/>
                    <a:pt x="7438" y="3245"/>
                    <a:pt x="7660" y="2705"/>
                  </a:cubicBezTo>
                  <a:cubicBezTo>
                    <a:pt x="7660" y="1194"/>
                    <a:pt x="6358" y="0"/>
                    <a:pt x="4840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868AA63-663C-ED54-0D08-532062366384}"/>
                </a:ext>
              </a:extLst>
            </p:cNvPr>
            <p:cNvSpPr/>
            <p:nvPr/>
          </p:nvSpPr>
          <p:spPr>
            <a:xfrm>
              <a:off x="3282764" y="3847693"/>
              <a:ext cx="7653" cy="6778"/>
            </a:xfrm>
            <a:custGeom>
              <a:avLst/>
              <a:gdLst>
                <a:gd name="csX0" fmla="*/ 4840 w 7653"/>
                <a:gd name="csY0" fmla="*/ 108 h 6778"/>
                <a:gd name="csX1" fmla="*/ 3761 w 7653"/>
                <a:gd name="csY1" fmla="*/ 108 h 6778"/>
                <a:gd name="csX2" fmla="*/ 78 w 7653"/>
                <a:gd name="csY2" fmla="*/ 4109 h 6778"/>
                <a:gd name="csX3" fmla="*/ 4840 w 7653"/>
                <a:gd name="csY3" fmla="*/ 6706 h 6778"/>
                <a:gd name="csX4" fmla="*/ 7654 w 7653"/>
                <a:gd name="csY4" fmla="*/ 2705 h 6778"/>
                <a:gd name="csX5" fmla="*/ 4840 w 7653"/>
                <a:gd name="csY5" fmla="*/ 0 h 6778"/>
                <a:gd name="csX6" fmla="*/ 4840 w 7653"/>
                <a:gd name="csY6" fmla="*/ 108 h 6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53" h="6778">
                  <a:moveTo>
                    <a:pt x="4840" y="108"/>
                  </a:moveTo>
                  <a:lnTo>
                    <a:pt x="3761" y="108"/>
                  </a:lnTo>
                  <a:cubicBezTo>
                    <a:pt x="294" y="108"/>
                    <a:pt x="78" y="4109"/>
                    <a:pt x="78" y="4109"/>
                  </a:cubicBezTo>
                  <a:cubicBezTo>
                    <a:pt x="-678" y="7677"/>
                    <a:pt x="4301" y="6598"/>
                    <a:pt x="4840" y="6706"/>
                  </a:cubicBezTo>
                  <a:cubicBezTo>
                    <a:pt x="8193" y="6706"/>
                    <a:pt x="7438" y="3245"/>
                    <a:pt x="7654" y="2705"/>
                  </a:cubicBezTo>
                  <a:cubicBezTo>
                    <a:pt x="7654" y="1188"/>
                    <a:pt x="6358" y="0"/>
                    <a:pt x="4840" y="0"/>
                  </a:cubicBezTo>
                  <a:lnTo>
                    <a:pt x="4840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86E765D-625F-2C54-B336-9C66509DB2BD}"/>
                </a:ext>
              </a:extLst>
            </p:cNvPr>
            <p:cNvSpPr/>
            <p:nvPr/>
          </p:nvSpPr>
          <p:spPr>
            <a:xfrm>
              <a:off x="3196362" y="3820454"/>
              <a:ext cx="18832" cy="10591"/>
            </a:xfrm>
            <a:custGeom>
              <a:avLst/>
              <a:gdLst>
                <a:gd name="csX0" fmla="*/ 1516 w 18832"/>
                <a:gd name="csY0" fmla="*/ 3344 h 10591"/>
                <a:gd name="csX1" fmla="*/ 2380 w 18832"/>
                <a:gd name="csY1" fmla="*/ 10475 h 10591"/>
                <a:gd name="csX2" fmla="*/ 18833 w 18832"/>
                <a:gd name="csY2" fmla="*/ 3236 h 10591"/>
                <a:gd name="csX3" fmla="*/ 15473 w 18832"/>
                <a:gd name="csY3" fmla="*/ 99 h 10591"/>
                <a:gd name="csX4" fmla="*/ 1516 w 18832"/>
                <a:gd name="csY4" fmla="*/ 3344 h 10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32" h="10591">
                  <a:moveTo>
                    <a:pt x="1516" y="3344"/>
                  </a:moveTo>
                  <a:cubicBezTo>
                    <a:pt x="1294" y="4747"/>
                    <a:pt x="-2275" y="11561"/>
                    <a:pt x="2380" y="10475"/>
                  </a:cubicBezTo>
                  <a:cubicBezTo>
                    <a:pt x="15258" y="7237"/>
                    <a:pt x="18833" y="7237"/>
                    <a:pt x="18833" y="3236"/>
                  </a:cubicBezTo>
                  <a:cubicBezTo>
                    <a:pt x="18833" y="1503"/>
                    <a:pt x="17315" y="99"/>
                    <a:pt x="15473" y="99"/>
                  </a:cubicBezTo>
                  <a:cubicBezTo>
                    <a:pt x="10063" y="639"/>
                    <a:pt x="3028" y="-1742"/>
                    <a:pt x="1516" y="3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2519C88-A711-DEF0-C58B-87CD500A11E9}"/>
                </a:ext>
              </a:extLst>
            </p:cNvPr>
            <p:cNvSpPr/>
            <p:nvPr/>
          </p:nvSpPr>
          <p:spPr>
            <a:xfrm>
              <a:off x="3112375" y="3793380"/>
              <a:ext cx="61055" cy="23936"/>
            </a:xfrm>
            <a:custGeom>
              <a:avLst/>
              <a:gdLst>
                <a:gd name="csX0" fmla="*/ 103 w 61055"/>
                <a:gd name="csY0" fmla="*/ 20468 h 23936"/>
                <a:gd name="csX1" fmla="*/ 41340 w 61055"/>
                <a:gd name="csY1" fmla="*/ 23821 h 23936"/>
                <a:gd name="csX2" fmla="*/ 58117 w 61055"/>
                <a:gd name="csY2" fmla="*/ 15597 h 23936"/>
                <a:gd name="csX3" fmla="*/ 61037 w 61055"/>
                <a:gd name="csY3" fmla="*/ 8352 h 23936"/>
                <a:gd name="csX4" fmla="*/ 51297 w 61055"/>
                <a:gd name="csY4" fmla="*/ 999 h 23936"/>
                <a:gd name="csX5" fmla="*/ 5945 w 61055"/>
                <a:gd name="csY5" fmla="*/ 2409 h 23936"/>
                <a:gd name="csX6" fmla="*/ 103 w 61055"/>
                <a:gd name="csY6" fmla="*/ 20468 h 23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055" h="23936">
                  <a:moveTo>
                    <a:pt x="103" y="20468"/>
                  </a:moveTo>
                  <a:cubicBezTo>
                    <a:pt x="-545" y="24900"/>
                    <a:pt x="643" y="23821"/>
                    <a:pt x="41340" y="23821"/>
                  </a:cubicBezTo>
                  <a:cubicBezTo>
                    <a:pt x="45778" y="23821"/>
                    <a:pt x="48807" y="21332"/>
                    <a:pt x="58117" y="15597"/>
                  </a:cubicBezTo>
                  <a:cubicBezTo>
                    <a:pt x="61799" y="13331"/>
                    <a:pt x="60930" y="9006"/>
                    <a:pt x="61037" y="8352"/>
                  </a:cubicBezTo>
                  <a:cubicBezTo>
                    <a:pt x="61037" y="3272"/>
                    <a:pt x="51297" y="999"/>
                    <a:pt x="51297" y="999"/>
                  </a:cubicBezTo>
                  <a:cubicBezTo>
                    <a:pt x="47080" y="-728"/>
                    <a:pt x="47188" y="-188"/>
                    <a:pt x="5945" y="2409"/>
                  </a:cubicBezTo>
                  <a:cubicBezTo>
                    <a:pt x="1621" y="2625"/>
                    <a:pt x="2160" y="5977"/>
                    <a:pt x="103" y="204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D3916AA-550D-BA2C-0F68-515AC0C4D69D}"/>
                </a:ext>
              </a:extLst>
            </p:cNvPr>
            <p:cNvSpPr/>
            <p:nvPr/>
          </p:nvSpPr>
          <p:spPr>
            <a:xfrm>
              <a:off x="2561021" y="4211761"/>
              <a:ext cx="12104" cy="15438"/>
            </a:xfrm>
            <a:custGeom>
              <a:avLst/>
              <a:gdLst>
                <a:gd name="csX0" fmla="*/ 2055 w 12104"/>
                <a:gd name="csY0" fmla="*/ 1438 h 15438"/>
                <a:gd name="csX1" fmla="*/ 1401 w 12104"/>
                <a:gd name="csY1" fmla="*/ 9763 h 15438"/>
                <a:gd name="csX2" fmla="*/ 10926 w 12104"/>
                <a:gd name="csY2" fmla="*/ 13979 h 15438"/>
                <a:gd name="csX3" fmla="*/ 11580 w 12104"/>
                <a:gd name="csY3" fmla="*/ 12684 h 15438"/>
                <a:gd name="csX4" fmla="*/ 11034 w 12104"/>
                <a:gd name="csY4" fmla="*/ 7166 h 15438"/>
                <a:gd name="csX5" fmla="*/ 2055 w 12104"/>
                <a:gd name="csY5" fmla="*/ 1438 h 1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04" h="15438">
                  <a:moveTo>
                    <a:pt x="2055" y="1438"/>
                  </a:moveTo>
                  <a:cubicBezTo>
                    <a:pt x="1725" y="2518"/>
                    <a:pt x="-1952" y="6734"/>
                    <a:pt x="1401" y="9763"/>
                  </a:cubicBezTo>
                  <a:cubicBezTo>
                    <a:pt x="4106" y="11497"/>
                    <a:pt x="8436" y="18412"/>
                    <a:pt x="10926" y="13979"/>
                  </a:cubicBezTo>
                  <a:lnTo>
                    <a:pt x="11580" y="12684"/>
                  </a:lnTo>
                  <a:cubicBezTo>
                    <a:pt x="12443" y="11058"/>
                    <a:pt x="12227" y="8575"/>
                    <a:pt x="11034" y="7166"/>
                  </a:cubicBezTo>
                  <a:cubicBezTo>
                    <a:pt x="8221" y="4683"/>
                    <a:pt x="4436" y="-3210"/>
                    <a:pt x="2055" y="14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79268BAD-29B3-8F2D-20F4-89AEF00DEBC6}"/>
                </a:ext>
              </a:extLst>
            </p:cNvPr>
            <p:cNvSpPr/>
            <p:nvPr/>
          </p:nvSpPr>
          <p:spPr>
            <a:xfrm>
              <a:off x="2524975" y="4135043"/>
              <a:ext cx="211924" cy="89647"/>
            </a:xfrm>
            <a:custGeom>
              <a:avLst/>
              <a:gdLst>
                <a:gd name="csX0" fmla="*/ 8871 w 211924"/>
                <a:gd name="csY0" fmla="*/ 9163 h 89647"/>
                <a:gd name="csX1" fmla="*/ 0 w 211924"/>
                <a:gd name="csY1" fmla="*/ 8407 h 89647"/>
                <a:gd name="csX2" fmla="*/ 0 w 211924"/>
                <a:gd name="csY2" fmla="*/ 26359 h 89647"/>
                <a:gd name="csX3" fmla="*/ 8007 w 211924"/>
                <a:gd name="csY3" fmla="*/ 32087 h 89647"/>
                <a:gd name="csX4" fmla="*/ 3137 w 211924"/>
                <a:gd name="csY4" fmla="*/ 48418 h 89647"/>
                <a:gd name="csX5" fmla="*/ 3569 w 211924"/>
                <a:gd name="csY5" fmla="*/ 50146 h 89647"/>
                <a:gd name="csX6" fmla="*/ 6382 w 211924"/>
                <a:gd name="csY6" fmla="*/ 49390 h 89647"/>
                <a:gd name="csX7" fmla="*/ 29654 w 211924"/>
                <a:gd name="csY7" fmla="*/ 53607 h 89647"/>
                <a:gd name="csX8" fmla="*/ 45244 w 211924"/>
                <a:gd name="csY8" fmla="*/ 59233 h 89647"/>
                <a:gd name="csX9" fmla="*/ 52388 w 211924"/>
                <a:gd name="csY9" fmla="*/ 72853 h 89647"/>
                <a:gd name="csX10" fmla="*/ 61805 w 211924"/>
                <a:gd name="csY10" fmla="*/ 72638 h 89647"/>
                <a:gd name="csX11" fmla="*/ 61805 w 211924"/>
                <a:gd name="csY11" fmla="*/ 69723 h 89647"/>
                <a:gd name="csX12" fmla="*/ 69920 w 211924"/>
                <a:gd name="csY12" fmla="*/ 69507 h 89647"/>
                <a:gd name="csX13" fmla="*/ 80201 w 211924"/>
                <a:gd name="csY13" fmla="*/ 89618 h 89647"/>
                <a:gd name="csX14" fmla="*/ 94272 w 211924"/>
                <a:gd name="csY14" fmla="*/ 85725 h 89647"/>
                <a:gd name="csX15" fmla="*/ 100006 w 211924"/>
                <a:gd name="csY15" fmla="*/ 81401 h 89647"/>
                <a:gd name="csX16" fmla="*/ 109099 w 211924"/>
                <a:gd name="csY16" fmla="*/ 79235 h 89647"/>
                <a:gd name="csX17" fmla="*/ 106610 w 211924"/>
                <a:gd name="csY17" fmla="*/ 74479 h 89647"/>
                <a:gd name="csX18" fmla="*/ 92431 w 211924"/>
                <a:gd name="csY18" fmla="*/ 59880 h 89647"/>
                <a:gd name="csX19" fmla="*/ 91351 w 211924"/>
                <a:gd name="csY19" fmla="*/ 51663 h 89647"/>
                <a:gd name="csX20" fmla="*/ 97409 w 211924"/>
                <a:gd name="csY20" fmla="*/ 48958 h 89647"/>
                <a:gd name="csX21" fmla="*/ 103581 w 211924"/>
                <a:gd name="csY21" fmla="*/ 47555 h 89647"/>
                <a:gd name="csX22" fmla="*/ 114294 w 211924"/>
                <a:gd name="csY22" fmla="*/ 40633 h 89647"/>
                <a:gd name="csX23" fmla="*/ 117221 w 211924"/>
                <a:gd name="csY23" fmla="*/ 33604 h 89647"/>
                <a:gd name="csX24" fmla="*/ 120142 w 211924"/>
                <a:gd name="csY24" fmla="*/ 28410 h 89647"/>
                <a:gd name="csX25" fmla="*/ 133667 w 211924"/>
                <a:gd name="csY25" fmla="*/ 22790 h 89647"/>
                <a:gd name="csX26" fmla="*/ 150552 w 211924"/>
                <a:gd name="csY26" fmla="*/ 27978 h 89647"/>
                <a:gd name="csX27" fmla="*/ 160407 w 211924"/>
                <a:gd name="csY27" fmla="*/ 34684 h 89647"/>
                <a:gd name="csX28" fmla="*/ 164192 w 211924"/>
                <a:gd name="csY28" fmla="*/ 41713 h 89647"/>
                <a:gd name="csX29" fmla="*/ 171228 w 211924"/>
                <a:gd name="csY29" fmla="*/ 45930 h 89647"/>
                <a:gd name="csX30" fmla="*/ 176854 w 211924"/>
                <a:gd name="csY30" fmla="*/ 45174 h 89647"/>
                <a:gd name="csX31" fmla="*/ 177940 w 211924"/>
                <a:gd name="csY31" fmla="*/ 45714 h 89647"/>
                <a:gd name="csX32" fmla="*/ 179019 w 211924"/>
                <a:gd name="csY32" fmla="*/ 49822 h 89647"/>
                <a:gd name="csX33" fmla="*/ 170040 w 211924"/>
                <a:gd name="csY33" fmla="*/ 57607 h 89647"/>
                <a:gd name="csX34" fmla="*/ 169818 w 211924"/>
                <a:gd name="csY34" fmla="*/ 57607 h 89647"/>
                <a:gd name="csX35" fmla="*/ 168091 w 211924"/>
                <a:gd name="csY35" fmla="*/ 60636 h 89647"/>
                <a:gd name="csX36" fmla="*/ 182163 w 211924"/>
                <a:gd name="csY36" fmla="*/ 83998 h 89647"/>
                <a:gd name="csX37" fmla="*/ 185947 w 211924"/>
                <a:gd name="csY37" fmla="*/ 87344 h 89647"/>
                <a:gd name="csX38" fmla="*/ 193631 w 211924"/>
                <a:gd name="csY38" fmla="*/ 72206 h 89647"/>
                <a:gd name="csX39" fmla="*/ 201320 w 211924"/>
                <a:gd name="csY39" fmla="*/ 77724 h 89647"/>
                <a:gd name="csX40" fmla="*/ 211925 w 211924"/>
                <a:gd name="csY40" fmla="*/ 62801 h 89647"/>
                <a:gd name="csX41" fmla="*/ 201752 w 211924"/>
                <a:gd name="csY41" fmla="*/ 46469 h 89647"/>
                <a:gd name="csX42" fmla="*/ 209220 w 211924"/>
                <a:gd name="csY42" fmla="*/ 38468 h 89647"/>
                <a:gd name="csX43" fmla="*/ 206407 w 211924"/>
                <a:gd name="csY43" fmla="*/ 36849 h 89647"/>
                <a:gd name="csX44" fmla="*/ 198831 w 211924"/>
                <a:gd name="csY44" fmla="*/ 31870 h 89647"/>
                <a:gd name="csX45" fmla="*/ 188760 w 211924"/>
                <a:gd name="csY45" fmla="*/ 19329 h 89647"/>
                <a:gd name="csX46" fmla="*/ 161379 w 211924"/>
                <a:gd name="csY46" fmla="*/ 6458 h 89647"/>
                <a:gd name="csX47" fmla="*/ 145358 w 211924"/>
                <a:gd name="csY47" fmla="*/ 4191 h 89647"/>
                <a:gd name="csX48" fmla="*/ 143084 w 211924"/>
                <a:gd name="csY48" fmla="*/ 1486 h 89647"/>
                <a:gd name="csX49" fmla="*/ 121221 w 211924"/>
                <a:gd name="csY49" fmla="*/ 1702 h 89647"/>
                <a:gd name="csX50" fmla="*/ 106394 w 211924"/>
                <a:gd name="csY50" fmla="*/ 13487 h 89647"/>
                <a:gd name="csX51" fmla="*/ 90703 w 211924"/>
                <a:gd name="csY51" fmla="*/ 19113 h 89647"/>
                <a:gd name="csX52" fmla="*/ 65049 w 211924"/>
                <a:gd name="csY52" fmla="*/ 30359 h 89647"/>
                <a:gd name="csX53" fmla="*/ 48057 w 211924"/>
                <a:gd name="csY53" fmla="*/ 27114 h 89647"/>
                <a:gd name="csX54" fmla="*/ 41345 w 211924"/>
                <a:gd name="csY54" fmla="*/ 20301 h 89647"/>
                <a:gd name="csX55" fmla="*/ 39395 w 211924"/>
                <a:gd name="csY55" fmla="*/ 21926 h 89647"/>
                <a:gd name="csX56" fmla="*/ 37122 w 211924"/>
                <a:gd name="csY56" fmla="*/ 26574 h 89647"/>
                <a:gd name="csX57" fmla="*/ 26949 w 211924"/>
                <a:gd name="csY57" fmla="*/ 23114 h 89647"/>
                <a:gd name="csX58" fmla="*/ 25870 w 211924"/>
                <a:gd name="csY58" fmla="*/ 21057 h 89647"/>
                <a:gd name="csX59" fmla="*/ 28791 w 211924"/>
                <a:gd name="csY59" fmla="*/ 17596 h 89647"/>
                <a:gd name="csX60" fmla="*/ 30956 w 211924"/>
                <a:gd name="csY60" fmla="*/ 13811 h 89647"/>
                <a:gd name="csX61" fmla="*/ 14503 w 211924"/>
                <a:gd name="csY61" fmla="*/ 3105 h 89647"/>
                <a:gd name="csX62" fmla="*/ 14288 w 211924"/>
                <a:gd name="csY62" fmla="*/ 3321 h 89647"/>
                <a:gd name="csX63" fmla="*/ 9093 w 211924"/>
                <a:gd name="csY63" fmla="*/ 9055 h 89647"/>
                <a:gd name="csX64" fmla="*/ 8871 w 211924"/>
                <a:gd name="csY64" fmla="*/ 9163 h 8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1924" h="89647">
                  <a:moveTo>
                    <a:pt x="8871" y="9163"/>
                  </a:moveTo>
                  <a:lnTo>
                    <a:pt x="0" y="8407"/>
                  </a:lnTo>
                  <a:lnTo>
                    <a:pt x="0" y="26359"/>
                  </a:lnTo>
                  <a:lnTo>
                    <a:pt x="8007" y="32087"/>
                  </a:lnTo>
                  <a:lnTo>
                    <a:pt x="3137" y="48418"/>
                  </a:lnTo>
                  <a:lnTo>
                    <a:pt x="3569" y="50146"/>
                  </a:lnTo>
                  <a:cubicBezTo>
                    <a:pt x="4115" y="49390"/>
                    <a:pt x="4978" y="48958"/>
                    <a:pt x="6382" y="49390"/>
                  </a:cubicBezTo>
                  <a:cubicBezTo>
                    <a:pt x="24028" y="54254"/>
                    <a:pt x="26194" y="55556"/>
                    <a:pt x="29654" y="53607"/>
                  </a:cubicBezTo>
                  <a:cubicBezTo>
                    <a:pt x="33661" y="51447"/>
                    <a:pt x="43834" y="54800"/>
                    <a:pt x="45244" y="59233"/>
                  </a:cubicBezTo>
                  <a:cubicBezTo>
                    <a:pt x="48057" y="68097"/>
                    <a:pt x="48381" y="71450"/>
                    <a:pt x="52388" y="72853"/>
                  </a:cubicBezTo>
                  <a:cubicBezTo>
                    <a:pt x="54985" y="73291"/>
                    <a:pt x="61474" y="77616"/>
                    <a:pt x="61805" y="72638"/>
                  </a:cubicBezTo>
                  <a:lnTo>
                    <a:pt x="61805" y="69723"/>
                  </a:lnTo>
                  <a:cubicBezTo>
                    <a:pt x="62128" y="65284"/>
                    <a:pt x="68510" y="65392"/>
                    <a:pt x="69920" y="69507"/>
                  </a:cubicBezTo>
                  <a:cubicBezTo>
                    <a:pt x="75438" y="85941"/>
                    <a:pt x="75654" y="90049"/>
                    <a:pt x="80201" y="89618"/>
                  </a:cubicBezTo>
                  <a:cubicBezTo>
                    <a:pt x="85287" y="88754"/>
                    <a:pt x="91783" y="90373"/>
                    <a:pt x="94272" y="85725"/>
                  </a:cubicBezTo>
                  <a:cubicBezTo>
                    <a:pt x="94812" y="85077"/>
                    <a:pt x="95790" y="81292"/>
                    <a:pt x="100006" y="81401"/>
                  </a:cubicBezTo>
                  <a:cubicBezTo>
                    <a:pt x="102387" y="81185"/>
                    <a:pt x="109315" y="82696"/>
                    <a:pt x="109099" y="79235"/>
                  </a:cubicBezTo>
                  <a:cubicBezTo>
                    <a:pt x="109099" y="77940"/>
                    <a:pt x="107912" y="75774"/>
                    <a:pt x="106610" y="74479"/>
                  </a:cubicBezTo>
                  <a:lnTo>
                    <a:pt x="92431" y="59880"/>
                  </a:lnTo>
                  <a:cubicBezTo>
                    <a:pt x="89510" y="56851"/>
                    <a:pt x="91351" y="51009"/>
                    <a:pt x="91351" y="51663"/>
                  </a:cubicBezTo>
                  <a:cubicBezTo>
                    <a:pt x="92215" y="47771"/>
                    <a:pt x="97955" y="48850"/>
                    <a:pt x="97409" y="48958"/>
                  </a:cubicBezTo>
                  <a:cubicBezTo>
                    <a:pt x="99251" y="49174"/>
                    <a:pt x="102064" y="48527"/>
                    <a:pt x="103581" y="47555"/>
                  </a:cubicBezTo>
                  <a:lnTo>
                    <a:pt x="114294" y="40633"/>
                  </a:lnTo>
                  <a:cubicBezTo>
                    <a:pt x="117653" y="38468"/>
                    <a:pt x="117437" y="32956"/>
                    <a:pt x="117221" y="33604"/>
                  </a:cubicBezTo>
                  <a:cubicBezTo>
                    <a:pt x="117221" y="31763"/>
                    <a:pt x="118624" y="29387"/>
                    <a:pt x="120142" y="28410"/>
                  </a:cubicBezTo>
                  <a:cubicBezTo>
                    <a:pt x="124581" y="26143"/>
                    <a:pt x="128689" y="21272"/>
                    <a:pt x="133667" y="22790"/>
                  </a:cubicBezTo>
                  <a:lnTo>
                    <a:pt x="150552" y="27978"/>
                  </a:lnTo>
                  <a:cubicBezTo>
                    <a:pt x="155207" y="29387"/>
                    <a:pt x="160947" y="35115"/>
                    <a:pt x="160407" y="34684"/>
                  </a:cubicBezTo>
                  <a:cubicBezTo>
                    <a:pt x="163436" y="37281"/>
                    <a:pt x="164408" y="42361"/>
                    <a:pt x="164192" y="41713"/>
                  </a:cubicBezTo>
                  <a:cubicBezTo>
                    <a:pt x="165278" y="45930"/>
                    <a:pt x="167875" y="48850"/>
                    <a:pt x="171228" y="45930"/>
                  </a:cubicBezTo>
                  <a:cubicBezTo>
                    <a:pt x="171767" y="45714"/>
                    <a:pt x="174041" y="43770"/>
                    <a:pt x="176854" y="45174"/>
                  </a:cubicBezTo>
                  <a:lnTo>
                    <a:pt x="177940" y="45714"/>
                  </a:lnTo>
                  <a:cubicBezTo>
                    <a:pt x="179673" y="46577"/>
                    <a:pt x="180105" y="48418"/>
                    <a:pt x="179019" y="49822"/>
                  </a:cubicBezTo>
                  <a:cubicBezTo>
                    <a:pt x="177184" y="51879"/>
                    <a:pt x="174911" y="57391"/>
                    <a:pt x="170040" y="57607"/>
                  </a:cubicBezTo>
                  <a:lnTo>
                    <a:pt x="169818" y="57607"/>
                  </a:lnTo>
                  <a:cubicBezTo>
                    <a:pt x="167983" y="57607"/>
                    <a:pt x="167221" y="59017"/>
                    <a:pt x="168091" y="60636"/>
                  </a:cubicBezTo>
                  <a:cubicBezTo>
                    <a:pt x="177940" y="78695"/>
                    <a:pt x="178803" y="81077"/>
                    <a:pt x="182163" y="83998"/>
                  </a:cubicBezTo>
                  <a:lnTo>
                    <a:pt x="185947" y="87344"/>
                  </a:lnTo>
                  <a:lnTo>
                    <a:pt x="193631" y="72206"/>
                  </a:lnTo>
                  <a:lnTo>
                    <a:pt x="201320" y="77724"/>
                  </a:lnTo>
                  <a:lnTo>
                    <a:pt x="211925" y="62801"/>
                  </a:lnTo>
                  <a:lnTo>
                    <a:pt x="201752" y="46469"/>
                  </a:lnTo>
                  <a:lnTo>
                    <a:pt x="209220" y="38468"/>
                  </a:lnTo>
                  <a:cubicBezTo>
                    <a:pt x="208242" y="37820"/>
                    <a:pt x="207378" y="37281"/>
                    <a:pt x="206407" y="36849"/>
                  </a:cubicBezTo>
                  <a:cubicBezTo>
                    <a:pt x="205753" y="36525"/>
                    <a:pt x="201213" y="35655"/>
                    <a:pt x="198831" y="31870"/>
                  </a:cubicBezTo>
                  <a:cubicBezTo>
                    <a:pt x="195040" y="26035"/>
                    <a:pt x="192767" y="21488"/>
                    <a:pt x="188760" y="19329"/>
                  </a:cubicBezTo>
                  <a:cubicBezTo>
                    <a:pt x="168846" y="8623"/>
                    <a:pt x="166033" y="6458"/>
                    <a:pt x="161379" y="6458"/>
                  </a:cubicBezTo>
                  <a:cubicBezTo>
                    <a:pt x="152609" y="6458"/>
                    <a:pt x="143631" y="7652"/>
                    <a:pt x="145358" y="4191"/>
                  </a:cubicBezTo>
                  <a:cubicBezTo>
                    <a:pt x="146012" y="2889"/>
                    <a:pt x="144926" y="1702"/>
                    <a:pt x="143084" y="1486"/>
                  </a:cubicBezTo>
                  <a:cubicBezTo>
                    <a:pt x="127502" y="-25"/>
                    <a:pt x="124689" y="-1003"/>
                    <a:pt x="121221" y="1702"/>
                  </a:cubicBezTo>
                  <a:lnTo>
                    <a:pt x="106394" y="13487"/>
                  </a:lnTo>
                  <a:cubicBezTo>
                    <a:pt x="102387" y="16732"/>
                    <a:pt x="90049" y="19329"/>
                    <a:pt x="90703" y="19113"/>
                  </a:cubicBezTo>
                  <a:cubicBezTo>
                    <a:pt x="81826" y="21488"/>
                    <a:pt x="71869" y="30791"/>
                    <a:pt x="65049" y="30359"/>
                  </a:cubicBezTo>
                  <a:cubicBezTo>
                    <a:pt x="54223" y="29603"/>
                    <a:pt x="51194" y="29927"/>
                    <a:pt x="48057" y="27114"/>
                  </a:cubicBezTo>
                  <a:lnTo>
                    <a:pt x="41345" y="20301"/>
                  </a:lnTo>
                  <a:cubicBezTo>
                    <a:pt x="38640" y="17920"/>
                    <a:pt x="39179" y="22466"/>
                    <a:pt x="39395" y="21926"/>
                  </a:cubicBezTo>
                  <a:cubicBezTo>
                    <a:pt x="39611" y="23761"/>
                    <a:pt x="38964" y="26574"/>
                    <a:pt x="37122" y="26574"/>
                  </a:cubicBezTo>
                  <a:cubicBezTo>
                    <a:pt x="33445" y="26035"/>
                    <a:pt x="29115" y="27654"/>
                    <a:pt x="26949" y="23114"/>
                  </a:cubicBezTo>
                  <a:lnTo>
                    <a:pt x="25870" y="21057"/>
                  </a:lnTo>
                  <a:cubicBezTo>
                    <a:pt x="24244" y="17596"/>
                    <a:pt x="29331" y="17380"/>
                    <a:pt x="28791" y="17596"/>
                  </a:cubicBezTo>
                  <a:cubicBezTo>
                    <a:pt x="32252" y="17272"/>
                    <a:pt x="31064" y="13163"/>
                    <a:pt x="30956" y="13811"/>
                  </a:cubicBezTo>
                  <a:cubicBezTo>
                    <a:pt x="29546" y="9810"/>
                    <a:pt x="20999" y="6242"/>
                    <a:pt x="14503" y="3105"/>
                  </a:cubicBezTo>
                  <a:lnTo>
                    <a:pt x="14288" y="3321"/>
                  </a:lnTo>
                  <a:lnTo>
                    <a:pt x="9093" y="9055"/>
                  </a:lnTo>
                  <a:lnTo>
                    <a:pt x="8871" y="9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959DD38-CEAA-DF4F-CA2B-506DEE02D839}"/>
                </a:ext>
              </a:extLst>
            </p:cNvPr>
            <p:cNvSpPr/>
            <p:nvPr/>
          </p:nvSpPr>
          <p:spPr>
            <a:xfrm>
              <a:off x="3038303" y="4032152"/>
              <a:ext cx="18700" cy="15596"/>
            </a:xfrm>
            <a:custGeom>
              <a:avLst/>
              <a:gdLst>
                <a:gd name="csX0" fmla="*/ 146 w 18700"/>
                <a:gd name="csY0" fmla="*/ 999 h 15596"/>
                <a:gd name="csX1" fmla="*/ 4578 w 18700"/>
                <a:gd name="csY1" fmla="*/ 10511 h 15596"/>
                <a:gd name="csX2" fmla="*/ 15945 w 18700"/>
                <a:gd name="csY2" fmla="*/ 14404 h 15596"/>
                <a:gd name="csX3" fmla="*/ 17247 w 18700"/>
                <a:gd name="csY3" fmla="*/ 8352 h 15596"/>
                <a:gd name="csX4" fmla="*/ 38 w 18700"/>
                <a:gd name="csY4" fmla="*/ 999 h 15596"/>
                <a:gd name="csX5" fmla="*/ 146 w 18700"/>
                <a:gd name="csY5" fmla="*/ 999 h 15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00" h="15596">
                  <a:moveTo>
                    <a:pt x="146" y="999"/>
                  </a:moveTo>
                  <a:cubicBezTo>
                    <a:pt x="902" y="3050"/>
                    <a:pt x="578" y="7704"/>
                    <a:pt x="4578" y="10511"/>
                  </a:cubicBezTo>
                  <a:cubicBezTo>
                    <a:pt x="7937" y="12245"/>
                    <a:pt x="12376" y="18080"/>
                    <a:pt x="15945" y="14404"/>
                  </a:cubicBezTo>
                  <a:cubicBezTo>
                    <a:pt x="16269" y="13864"/>
                    <a:pt x="21031" y="10619"/>
                    <a:pt x="17247" y="8352"/>
                  </a:cubicBezTo>
                  <a:cubicBezTo>
                    <a:pt x="17247" y="8352"/>
                    <a:pt x="-940" y="-3440"/>
                    <a:pt x="38" y="999"/>
                  </a:cubicBezTo>
                  <a:lnTo>
                    <a:pt x="146" y="9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1F39E66-5349-89CB-6F62-9F452E477576}"/>
                </a:ext>
              </a:extLst>
            </p:cNvPr>
            <p:cNvSpPr/>
            <p:nvPr/>
          </p:nvSpPr>
          <p:spPr>
            <a:xfrm>
              <a:off x="3068212" y="4034015"/>
              <a:ext cx="13622" cy="13270"/>
            </a:xfrm>
            <a:custGeom>
              <a:avLst/>
              <a:gdLst>
                <a:gd name="csX0" fmla="*/ 13202 w 13622"/>
                <a:gd name="csY0" fmla="*/ 4540 h 13270"/>
                <a:gd name="csX1" fmla="*/ 0 w 13622"/>
                <a:gd name="csY1" fmla="*/ 0 h 13270"/>
                <a:gd name="csX2" fmla="*/ 0 w 13622"/>
                <a:gd name="csY2" fmla="*/ 755 h 13270"/>
                <a:gd name="csX3" fmla="*/ 6166 w 13622"/>
                <a:gd name="csY3" fmla="*/ 12002 h 13270"/>
                <a:gd name="csX4" fmla="*/ 13094 w 13622"/>
                <a:gd name="csY4" fmla="*/ 4540 h 13270"/>
                <a:gd name="csX5" fmla="*/ 13202 w 13622"/>
                <a:gd name="csY5" fmla="*/ 4540 h 13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2" h="13270">
                  <a:moveTo>
                    <a:pt x="13202" y="4540"/>
                  </a:moveTo>
                  <a:cubicBezTo>
                    <a:pt x="15691" y="-216"/>
                    <a:pt x="6597" y="1295"/>
                    <a:pt x="0" y="0"/>
                  </a:cubicBezTo>
                  <a:lnTo>
                    <a:pt x="0" y="755"/>
                  </a:lnTo>
                  <a:lnTo>
                    <a:pt x="6166" y="12002"/>
                  </a:lnTo>
                  <a:cubicBezTo>
                    <a:pt x="8655" y="16542"/>
                    <a:pt x="11144" y="7677"/>
                    <a:pt x="13094" y="4540"/>
                  </a:cubicBezTo>
                  <a:lnTo>
                    <a:pt x="13202" y="4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1524CD7E-F531-F941-916B-33D3DCA65A9B}"/>
                </a:ext>
              </a:extLst>
            </p:cNvPr>
            <p:cNvSpPr/>
            <p:nvPr/>
          </p:nvSpPr>
          <p:spPr>
            <a:xfrm>
              <a:off x="3121712" y="4049369"/>
              <a:ext cx="14476" cy="12750"/>
            </a:xfrm>
            <a:custGeom>
              <a:avLst/>
              <a:gdLst>
                <a:gd name="csX0" fmla="*/ 7764 w 14476"/>
                <a:gd name="csY0" fmla="*/ 12110 h 12750"/>
                <a:gd name="csX1" fmla="*/ 14476 w 14476"/>
                <a:gd name="csY1" fmla="*/ 0 h 12750"/>
                <a:gd name="csX2" fmla="*/ 13714 w 14476"/>
                <a:gd name="csY2" fmla="*/ 0 h 12750"/>
                <a:gd name="csX3" fmla="*/ 1484 w 14476"/>
                <a:gd name="csY3" fmla="*/ 4109 h 12750"/>
                <a:gd name="csX4" fmla="*/ 7764 w 14476"/>
                <a:gd name="csY4" fmla="*/ 12110 h 1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6" h="12750">
                  <a:moveTo>
                    <a:pt x="7764" y="12110"/>
                  </a:moveTo>
                  <a:cubicBezTo>
                    <a:pt x="12095" y="15246"/>
                    <a:pt x="12095" y="6166"/>
                    <a:pt x="14476" y="0"/>
                  </a:cubicBezTo>
                  <a:lnTo>
                    <a:pt x="13714" y="0"/>
                  </a:lnTo>
                  <a:lnTo>
                    <a:pt x="1484" y="4109"/>
                  </a:lnTo>
                  <a:cubicBezTo>
                    <a:pt x="-3386" y="5842"/>
                    <a:pt x="5059" y="9735"/>
                    <a:pt x="7764" y="121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6F19E3B4-1F61-CC92-24A7-14F794FB1B55}"/>
                </a:ext>
              </a:extLst>
            </p:cNvPr>
            <p:cNvSpPr/>
            <p:nvPr/>
          </p:nvSpPr>
          <p:spPr>
            <a:xfrm>
              <a:off x="2345307" y="3932580"/>
              <a:ext cx="169387" cy="162750"/>
            </a:xfrm>
            <a:custGeom>
              <a:avLst/>
              <a:gdLst>
                <a:gd name="csX0" fmla="*/ 148712 w 169387"/>
                <a:gd name="csY0" fmla="*/ 7785 h 162750"/>
                <a:gd name="csX1" fmla="*/ 119705 w 169387"/>
                <a:gd name="csY1" fmla="*/ 13627 h 162750"/>
                <a:gd name="csX2" fmla="*/ 107691 w 169387"/>
                <a:gd name="csY2" fmla="*/ 3569 h 162750"/>
                <a:gd name="csX3" fmla="*/ 99252 w 169387"/>
                <a:gd name="csY3" fmla="*/ 10706 h 162750"/>
                <a:gd name="csX4" fmla="*/ 97734 w 169387"/>
                <a:gd name="csY4" fmla="*/ 22815 h 162750"/>
                <a:gd name="csX5" fmla="*/ 73706 w 169387"/>
                <a:gd name="csY5" fmla="*/ 43148 h 162750"/>
                <a:gd name="csX6" fmla="*/ 61584 w 169387"/>
                <a:gd name="csY6" fmla="*/ 35255 h 162750"/>
                <a:gd name="csX7" fmla="*/ 50541 w 169387"/>
                <a:gd name="csY7" fmla="*/ 47256 h 162750"/>
                <a:gd name="csX8" fmla="*/ 35606 w 169387"/>
                <a:gd name="csY8" fmla="*/ 48552 h 162750"/>
                <a:gd name="csX9" fmla="*/ 37771 w 169387"/>
                <a:gd name="csY9" fmla="*/ 64236 h 162750"/>
                <a:gd name="csX10" fmla="*/ 28030 w 169387"/>
                <a:gd name="csY10" fmla="*/ 76238 h 162750"/>
                <a:gd name="csX11" fmla="*/ 14930 w 169387"/>
                <a:gd name="csY11" fmla="*/ 75482 h 162750"/>
                <a:gd name="csX12" fmla="*/ 14822 w 169387"/>
                <a:gd name="csY12" fmla="*/ 75482 h 162750"/>
                <a:gd name="csX13" fmla="*/ 13635 w 169387"/>
                <a:gd name="csY13" fmla="*/ 77426 h 162750"/>
                <a:gd name="csX14" fmla="*/ 7901 w 169387"/>
                <a:gd name="csY14" fmla="*/ 78079 h 162750"/>
                <a:gd name="csX15" fmla="*/ 865 w 169387"/>
                <a:gd name="csY15" fmla="*/ 77641 h 162750"/>
                <a:gd name="csX16" fmla="*/ 1189 w 169387"/>
                <a:gd name="csY16" fmla="*/ 81648 h 162750"/>
                <a:gd name="csX17" fmla="*/ 31167 w 169387"/>
                <a:gd name="csY17" fmla="*/ 104680 h 162750"/>
                <a:gd name="csX18" fmla="*/ 40692 w 169387"/>
                <a:gd name="csY18" fmla="*/ 118631 h 162750"/>
                <a:gd name="csX19" fmla="*/ 71756 w 169387"/>
                <a:gd name="csY19" fmla="*/ 147936 h 162750"/>
                <a:gd name="csX20" fmla="*/ 72626 w 169387"/>
                <a:gd name="csY20" fmla="*/ 150419 h 162750"/>
                <a:gd name="csX21" fmla="*/ 79332 w 169387"/>
                <a:gd name="csY21" fmla="*/ 147282 h 162750"/>
                <a:gd name="csX22" fmla="*/ 103684 w 169387"/>
                <a:gd name="csY22" fmla="*/ 156369 h 162750"/>
                <a:gd name="csX23" fmla="*/ 114295 w 169387"/>
                <a:gd name="csY23" fmla="*/ 149663 h 162750"/>
                <a:gd name="csX24" fmla="*/ 142108 w 169387"/>
                <a:gd name="csY24" fmla="*/ 162751 h 162750"/>
                <a:gd name="csX25" fmla="*/ 151525 w 169387"/>
                <a:gd name="csY25" fmla="*/ 155829 h 162750"/>
                <a:gd name="csX26" fmla="*/ 147740 w 169387"/>
                <a:gd name="csY26" fmla="*/ 152260 h 162750"/>
                <a:gd name="csX27" fmla="*/ 142762 w 169387"/>
                <a:gd name="csY27" fmla="*/ 141554 h 162750"/>
                <a:gd name="csX28" fmla="*/ 150446 w 169387"/>
                <a:gd name="csY28" fmla="*/ 123495 h 162750"/>
                <a:gd name="csX29" fmla="*/ 149798 w 169387"/>
                <a:gd name="csY29" fmla="*/ 111061 h 162750"/>
                <a:gd name="csX30" fmla="*/ 145899 w 169387"/>
                <a:gd name="csY30" fmla="*/ 96133 h 162750"/>
                <a:gd name="csX31" fmla="*/ 151633 w 169387"/>
                <a:gd name="csY31" fmla="*/ 95809 h 162750"/>
                <a:gd name="csX32" fmla="*/ 152827 w 169387"/>
                <a:gd name="csY32" fmla="*/ 98298 h 162750"/>
                <a:gd name="csX33" fmla="*/ 159755 w 169387"/>
                <a:gd name="csY33" fmla="*/ 95809 h 162750"/>
                <a:gd name="csX34" fmla="*/ 155748 w 169387"/>
                <a:gd name="csY34" fmla="*/ 50825 h 162750"/>
                <a:gd name="csX35" fmla="*/ 166790 w 169387"/>
                <a:gd name="csY35" fmla="*/ 24765 h 162750"/>
                <a:gd name="csX36" fmla="*/ 165273 w 169387"/>
                <a:gd name="csY36" fmla="*/ 6274 h 162750"/>
                <a:gd name="csX37" fmla="*/ 169388 w 169387"/>
                <a:gd name="csY37" fmla="*/ 0 h 162750"/>
                <a:gd name="csX38" fmla="*/ 156503 w 169387"/>
                <a:gd name="csY38" fmla="*/ 648 h 162750"/>
                <a:gd name="csX39" fmla="*/ 148280 w 169387"/>
                <a:gd name="csY39" fmla="*/ 8217 h 162750"/>
                <a:gd name="csX40" fmla="*/ 148712 w 169387"/>
                <a:gd name="csY40" fmla="*/ 7785 h 162750"/>
                <a:gd name="csX41" fmla="*/ 102821 w 169387"/>
                <a:gd name="csY41" fmla="*/ 142094 h 162750"/>
                <a:gd name="csX42" fmla="*/ 78684 w 169387"/>
                <a:gd name="csY42" fmla="*/ 137878 h 162750"/>
                <a:gd name="csX43" fmla="*/ 66130 w 169387"/>
                <a:gd name="csY43" fmla="*/ 111925 h 162750"/>
                <a:gd name="csX44" fmla="*/ 87561 w 169387"/>
                <a:gd name="csY44" fmla="*/ 114954 h 162750"/>
                <a:gd name="csX45" fmla="*/ 101525 w 169387"/>
                <a:gd name="csY45" fmla="*/ 130308 h 162750"/>
                <a:gd name="csX46" fmla="*/ 102821 w 169387"/>
                <a:gd name="csY46" fmla="*/ 142094 h 16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69387" h="162750">
                  <a:moveTo>
                    <a:pt x="148712" y="7785"/>
                  </a:moveTo>
                  <a:lnTo>
                    <a:pt x="119705" y="13627"/>
                  </a:lnTo>
                  <a:lnTo>
                    <a:pt x="107691" y="3569"/>
                  </a:lnTo>
                  <a:lnTo>
                    <a:pt x="99252" y="10706"/>
                  </a:lnTo>
                  <a:lnTo>
                    <a:pt x="97734" y="22815"/>
                  </a:lnTo>
                  <a:lnTo>
                    <a:pt x="73706" y="43148"/>
                  </a:lnTo>
                  <a:lnTo>
                    <a:pt x="61584" y="35255"/>
                  </a:lnTo>
                  <a:lnTo>
                    <a:pt x="50541" y="47256"/>
                  </a:lnTo>
                  <a:lnTo>
                    <a:pt x="35606" y="48552"/>
                  </a:lnTo>
                  <a:lnTo>
                    <a:pt x="37771" y="64236"/>
                  </a:lnTo>
                  <a:lnTo>
                    <a:pt x="28030" y="76238"/>
                  </a:lnTo>
                  <a:lnTo>
                    <a:pt x="14930" y="75482"/>
                  </a:lnTo>
                  <a:lnTo>
                    <a:pt x="14822" y="75482"/>
                  </a:lnTo>
                  <a:cubicBezTo>
                    <a:pt x="14822" y="76130"/>
                    <a:pt x="14390" y="76778"/>
                    <a:pt x="13635" y="77426"/>
                  </a:cubicBezTo>
                  <a:cubicBezTo>
                    <a:pt x="12987" y="77641"/>
                    <a:pt x="10822" y="79483"/>
                    <a:pt x="7901" y="78079"/>
                  </a:cubicBezTo>
                  <a:cubicBezTo>
                    <a:pt x="7247" y="77965"/>
                    <a:pt x="3786" y="75266"/>
                    <a:pt x="865" y="77641"/>
                  </a:cubicBezTo>
                  <a:cubicBezTo>
                    <a:pt x="-437" y="78727"/>
                    <a:pt x="-221" y="80454"/>
                    <a:pt x="1189" y="81648"/>
                  </a:cubicBezTo>
                  <a:lnTo>
                    <a:pt x="31167" y="104680"/>
                  </a:lnTo>
                  <a:cubicBezTo>
                    <a:pt x="35282" y="107817"/>
                    <a:pt x="41016" y="119278"/>
                    <a:pt x="40692" y="118631"/>
                  </a:cubicBezTo>
                  <a:cubicBezTo>
                    <a:pt x="43613" y="123711"/>
                    <a:pt x="72404" y="148475"/>
                    <a:pt x="71756" y="147936"/>
                  </a:cubicBezTo>
                  <a:cubicBezTo>
                    <a:pt x="72512" y="148584"/>
                    <a:pt x="72842" y="149555"/>
                    <a:pt x="72626" y="150419"/>
                  </a:cubicBezTo>
                  <a:lnTo>
                    <a:pt x="79332" y="147282"/>
                  </a:lnTo>
                  <a:lnTo>
                    <a:pt x="103684" y="156369"/>
                  </a:lnTo>
                  <a:lnTo>
                    <a:pt x="114295" y="149663"/>
                  </a:lnTo>
                  <a:lnTo>
                    <a:pt x="142108" y="162751"/>
                  </a:lnTo>
                  <a:lnTo>
                    <a:pt x="151525" y="155829"/>
                  </a:lnTo>
                  <a:cubicBezTo>
                    <a:pt x="149582" y="153448"/>
                    <a:pt x="147309" y="151828"/>
                    <a:pt x="147740" y="152260"/>
                  </a:cubicBezTo>
                  <a:cubicBezTo>
                    <a:pt x="143842" y="149339"/>
                    <a:pt x="142546" y="140907"/>
                    <a:pt x="142762" y="141554"/>
                  </a:cubicBezTo>
                  <a:cubicBezTo>
                    <a:pt x="140921" y="134956"/>
                    <a:pt x="150769" y="130956"/>
                    <a:pt x="150446" y="123495"/>
                  </a:cubicBezTo>
                  <a:lnTo>
                    <a:pt x="149798" y="111061"/>
                  </a:lnTo>
                  <a:cubicBezTo>
                    <a:pt x="149474" y="103378"/>
                    <a:pt x="141136" y="99809"/>
                    <a:pt x="145899" y="96133"/>
                  </a:cubicBezTo>
                  <a:cubicBezTo>
                    <a:pt x="146547" y="95917"/>
                    <a:pt x="149798" y="92024"/>
                    <a:pt x="151633" y="95809"/>
                  </a:cubicBezTo>
                  <a:lnTo>
                    <a:pt x="152827" y="98298"/>
                  </a:lnTo>
                  <a:cubicBezTo>
                    <a:pt x="154776" y="102298"/>
                    <a:pt x="160402" y="100139"/>
                    <a:pt x="159755" y="95809"/>
                  </a:cubicBezTo>
                  <a:cubicBezTo>
                    <a:pt x="154452" y="55689"/>
                    <a:pt x="153690" y="54826"/>
                    <a:pt x="155748" y="50825"/>
                  </a:cubicBezTo>
                  <a:cubicBezTo>
                    <a:pt x="166136" y="30823"/>
                    <a:pt x="167870" y="29089"/>
                    <a:pt x="166790" y="24765"/>
                  </a:cubicBezTo>
                  <a:cubicBezTo>
                    <a:pt x="163755" y="11569"/>
                    <a:pt x="162568" y="9411"/>
                    <a:pt x="165273" y="6274"/>
                  </a:cubicBezTo>
                  <a:cubicBezTo>
                    <a:pt x="165920" y="5086"/>
                    <a:pt x="169172" y="2705"/>
                    <a:pt x="169388" y="0"/>
                  </a:cubicBezTo>
                  <a:lnTo>
                    <a:pt x="156503" y="648"/>
                  </a:lnTo>
                  <a:lnTo>
                    <a:pt x="148280" y="8217"/>
                  </a:lnTo>
                  <a:lnTo>
                    <a:pt x="148712" y="7785"/>
                  </a:lnTo>
                  <a:close/>
                  <a:moveTo>
                    <a:pt x="102821" y="142094"/>
                  </a:moveTo>
                  <a:cubicBezTo>
                    <a:pt x="102605" y="146094"/>
                    <a:pt x="100007" y="144259"/>
                    <a:pt x="78684" y="137878"/>
                  </a:cubicBezTo>
                  <a:cubicBezTo>
                    <a:pt x="74785" y="136690"/>
                    <a:pt x="74893" y="134741"/>
                    <a:pt x="66130" y="111925"/>
                  </a:cubicBezTo>
                  <a:cubicBezTo>
                    <a:pt x="64613" y="108033"/>
                    <a:pt x="87561" y="114954"/>
                    <a:pt x="87561" y="114954"/>
                  </a:cubicBezTo>
                  <a:cubicBezTo>
                    <a:pt x="91346" y="116034"/>
                    <a:pt x="92648" y="118523"/>
                    <a:pt x="101525" y="130308"/>
                  </a:cubicBezTo>
                  <a:cubicBezTo>
                    <a:pt x="103906" y="133445"/>
                    <a:pt x="103036" y="137878"/>
                    <a:pt x="102821" y="142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7FABA1E7-795A-D89F-C0AA-424362E80C6D}"/>
                </a:ext>
              </a:extLst>
            </p:cNvPr>
            <p:cNvSpPr/>
            <p:nvPr/>
          </p:nvSpPr>
          <p:spPr>
            <a:xfrm>
              <a:off x="3337786" y="3936672"/>
              <a:ext cx="16398" cy="19733"/>
            </a:xfrm>
            <a:custGeom>
              <a:avLst/>
              <a:gdLst>
                <a:gd name="csX0" fmla="*/ 15946 w 16398"/>
                <a:gd name="csY0" fmla="*/ 17536 h 19733"/>
                <a:gd name="csX1" fmla="*/ 15407 w 16398"/>
                <a:gd name="csY1" fmla="*/ 11693 h 19733"/>
                <a:gd name="csX2" fmla="*/ 11514 w 16398"/>
                <a:gd name="csY2" fmla="*/ 5750 h 19733"/>
                <a:gd name="csX3" fmla="*/ 4586 w 16398"/>
                <a:gd name="csY3" fmla="*/ 124 h 19733"/>
                <a:gd name="csX4" fmla="*/ 256 w 16398"/>
                <a:gd name="csY4" fmla="*/ 7261 h 19733"/>
                <a:gd name="csX5" fmla="*/ 6644 w 16398"/>
                <a:gd name="csY5" fmla="*/ 18291 h 19733"/>
                <a:gd name="csX6" fmla="*/ 15946 w 16398"/>
                <a:gd name="csY6" fmla="*/ 17536 h 1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398" h="19733">
                  <a:moveTo>
                    <a:pt x="15946" y="17536"/>
                  </a:moveTo>
                  <a:cubicBezTo>
                    <a:pt x="16709" y="15808"/>
                    <a:pt x="16493" y="13211"/>
                    <a:pt x="15407" y="11693"/>
                  </a:cubicBezTo>
                  <a:lnTo>
                    <a:pt x="11514" y="5750"/>
                  </a:lnTo>
                  <a:cubicBezTo>
                    <a:pt x="9241" y="2181"/>
                    <a:pt x="3932" y="-200"/>
                    <a:pt x="4586" y="124"/>
                  </a:cubicBezTo>
                  <a:cubicBezTo>
                    <a:pt x="2961" y="-740"/>
                    <a:pt x="-1046" y="3045"/>
                    <a:pt x="256" y="7261"/>
                  </a:cubicBezTo>
                  <a:cubicBezTo>
                    <a:pt x="1773" y="10722"/>
                    <a:pt x="1773" y="16996"/>
                    <a:pt x="6644" y="18291"/>
                  </a:cubicBezTo>
                  <a:cubicBezTo>
                    <a:pt x="8479" y="18507"/>
                    <a:pt x="14111" y="21860"/>
                    <a:pt x="15946" y="175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7951FFB5-E2AD-723F-9540-9329B70ACC24}"/>
                </a:ext>
              </a:extLst>
            </p:cNvPr>
            <p:cNvSpPr/>
            <p:nvPr/>
          </p:nvSpPr>
          <p:spPr>
            <a:xfrm>
              <a:off x="2694277" y="3793422"/>
              <a:ext cx="82976" cy="32854"/>
            </a:xfrm>
            <a:custGeom>
              <a:avLst/>
              <a:gdLst>
                <a:gd name="csX0" fmla="*/ 74983 w 82976"/>
                <a:gd name="csY0" fmla="*/ 13612 h 32854"/>
                <a:gd name="csX1" fmla="*/ 58860 w 82976"/>
                <a:gd name="csY1" fmla="*/ 6691 h 32854"/>
                <a:gd name="csX2" fmla="*/ 52904 w 82976"/>
                <a:gd name="csY2" fmla="*/ 2367 h 32854"/>
                <a:gd name="csX3" fmla="*/ 15674 w 82976"/>
                <a:gd name="csY3" fmla="*/ 633 h 32854"/>
                <a:gd name="csX4" fmla="*/ 1818 w 82976"/>
                <a:gd name="csY4" fmla="*/ 6799 h 32854"/>
                <a:gd name="csX5" fmla="*/ 2034 w 82976"/>
                <a:gd name="csY5" fmla="*/ 12749 h 32854"/>
                <a:gd name="csX6" fmla="*/ 13832 w 82976"/>
                <a:gd name="csY6" fmla="*/ 16857 h 32854"/>
                <a:gd name="csX7" fmla="*/ 27040 w 82976"/>
                <a:gd name="csY7" fmla="*/ 27779 h 32854"/>
                <a:gd name="csX8" fmla="*/ 40134 w 82976"/>
                <a:gd name="csY8" fmla="*/ 29938 h 32854"/>
                <a:gd name="csX9" fmla="*/ 46738 w 82976"/>
                <a:gd name="csY9" fmla="*/ 31240 h 32854"/>
                <a:gd name="csX10" fmla="*/ 52580 w 82976"/>
                <a:gd name="csY10" fmla="*/ 25182 h 32854"/>
                <a:gd name="csX11" fmla="*/ 62105 w 82976"/>
                <a:gd name="csY11" fmla="*/ 25398 h 32854"/>
                <a:gd name="csX12" fmla="*/ 72385 w 82976"/>
                <a:gd name="csY12" fmla="*/ 28751 h 32854"/>
                <a:gd name="csX13" fmla="*/ 82565 w 82976"/>
                <a:gd name="csY13" fmla="*/ 22909 h 32854"/>
                <a:gd name="csX14" fmla="*/ 74983 w 82976"/>
                <a:gd name="csY14" fmla="*/ 13720 h 32854"/>
                <a:gd name="csX15" fmla="*/ 74983 w 82976"/>
                <a:gd name="csY15" fmla="*/ 13612 h 3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2976" h="32854">
                  <a:moveTo>
                    <a:pt x="74983" y="13612"/>
                  </a:moveTo>
                  <a:cubicBezTo>
                    <a:pt x="70004" y="12202"/>
                    <a:pt x="61349" y="10691"/>
                    <a:pt x="58860" y="6691"/>
                  </a:cubicBezTo>
                  <a:cubicBezTo>
                    <a:pt x="58320" y="6151"/>
                    <a:pt x="57018" y="2690"/>
                    <a:pt x="52904" y="2367"/>
                  </a:cubicBezTo>
                  <a:cubicBezTo>
                    <a:pt x="20760" y="-123"/>
                    <a:pt x="20004" y="-555"/>
                    <a:pt x="15674" y="633"/>
                  </a:cubicBezTo>
                  <a:cubicBezTo>
                    <a:pt x="15674" y="633"/>
                    <a:pt x="3875" y="3338"/>
                    <a:pt x="1818" y="6799"/>
                  </a:cubicBezTo>
                  <a:cubicBezTo>
                    <a:pt x="1602" y="7447"/>
                    <a:pt x="-2297" y="11987"/>
                    <a:pt x="2034" y="12749"/>
                  </a:cubicBezTo>
                  <a:cubicBezTo>
                    <a:pt x="7444" y="13612"/>
                    <a:pt x="11019" y="13828"/>
                    <a:pt x="13832" y="16857"/>
                  </a:cubicBezTo>
                  <a:cubicBezTo>
                    <a:pt x="19566" y="23232"/>
                    <a:pt x="22386" y="27779"/>
                    <a:pt x="27040" y="27779"/>
                  </a:cubicBezTo>
                  <a:cubicBezTo>
                    <a:pt x="30717" y="28103"/>
                    <a:pt x="36343" y="26693"/>
                    <a:pt x="40134" y="29938"/>
                  </a:cubicBezTo>
                  <a:cubicBezTo>
                    <a:pt x="40889" y="30370"/>
                    <a:pt x="44788" y="35348"/>
                    <a:pt x="46738" y="31240"/>
                  </a:cubicBezTo>
                  <a:cubicBezTo>
                    <a:pt x="47170" y="30592"/>
                    <a:pt x="48465" y="26046"/>
                    <a:pt x="52580" y="25182"/>
                  </a:cubicBezTo>
                  <a:cubicBezTo>
                    <a:pt x="53666" y="25182"/>
                    <a:pt x="58206" y="23125"/>
                    <a:pt x="62105" y="25398"/>
                  </a:cubicBezTo>
                  <a:cubicBezTo>
                    <a:pt x="63838" y="26262"/>
                    <a:pt x="67731" y="29830"/>
                    <a:pt x="72385" y="28751"/>
                  </a:cubicBezTo>
                  <a:cubicBezTo>
                    <a:pt x="76392" y="27240"/>
                    <a:pt x="84946" y="27563"/>
                    <a:pt x="82565" y="22909"/>
                  </a:cubicBezTo>
                  <a:cubicBezTo>
                    <a:pt x="80939" y="20426"/>
                    <a:pt x="79745" y="15016"/>
                    <a:pt x="74983" y="13720"/>
                  </a:cubicBezTo>
                  <a:lnTo>
                    <a:pt x="74983" y="13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54323C0-6F9F-CD37-2C27-8D80FC8C04D4}"/>
                </a:ext>
              </a:extLst>
            </p:cNvPr>
            <p:cNvSpPr/>
            <p:nvPr/>
          </p:nvSpPr>
          <p:spPr>
            <a:xfrm>
              <a:off x="2282310" y="3891304"/>
              <a:ext cx="233140" cy="117298"/>
            </a:xfrm>
            <a:custGeom>
              <a:avLst/>
              <a:gdLst>
                <a:gd name="csX0" fmla="*/ 6388 w 233140"/>
                <a:gd name="csY0" fmla="*/ 41061 h 117298"/>
                <a:gd name="csX1" fmla="*/ 0 w 233140"/>
                <a:gd name="csY1" fmla="*/ 65286 h 117298"/>
                <a:gd name="csX2" fmla="*/ 11582 w 233140"/>
                <a:gd name="csY2" fmla="*/ 67337 h 117298"/>
                <a:gd name="csX3" fmla="*/ 31172 w 233140"/>
                <a:gd name="csY3" fmla="*/ 87238 h 117298"/>
                <a:gd name="csX4" fmla="*/ 41021 w 233140"/>
                <a:gd name="csY4" fmla="*/ 87238 h 117298"/>
                <a:gd name="csX5" fmla="*/ 45244 w 233140"/>
                <a:gd name="csY5" fmla="*/ 79129 h 117298"/>
                <a:gd name="csX6" fmla="*/ 62884 w 233140"/>
                <a:gd name="csY6" fmla="*/ 84964 h 117298"/>
                <a:gd name="csX7" fmla="*/ 58229 w 233140"/>
                <a:gd name="csY7" fmla="*/ 106053 h 117298"/>
                <a:gd name="csX8" fmla="*/ 62020 w 233140"/>
                <a:gd name="csY8" fmla="*/ 104643 h 117298"/>
                <a:gd name="csX9" fmla="*/ 74035 w 233140"/>
                <a:gd name="csY9" fmla="*/ 109837 h 117298"/>
                <a:gd name="csX10" fmla="*/ 78143 w 233140"/>
                <a:gd name="csY10" fmla="*/ 116543 h 117298"/>
                <a:gd name="csX11" fmla="*/ 78251 w 233140"/>
                <a:gd name="csY11" fmla="*/ 116543 h 117298"/>
                <a:gd name="csX12" fmla="*/ 91351 w 233140"/>
                <a:gd name="csY12" fmla="*/ 117298 h 117298"/>
                <a:gd name="csX13" fmla="*/ 101092 w 233140"/>
                <a:gd name="csY13" fmla="*/ 105297 h 117298"/>
                <a:gd name="csX14" fmla="*/ 98927 w 233140"/>
                <a:gd name="csY14" fmla="*/ 89613 h 117298"/>
                <a:gd name="csX15" fmla="*/ 113862 w 233140"/>
                <a:gd name="csY15" fmla="*/ 88317 h 117298"/>
                <a:gd name="csX16" fmla="*/ 124904 w 233140"/>
                <a:gd name="csY16" fmla="*/ 76316 h 117298"/>
                <a:gd name="csX17" fmla="*/ 137027 w 233140"/>
                <a:gd name="csY17" fmla="*/ 84209 h 117298"/>
                <a:gd name="csX18" fmla="*/ 161055 w 233140"/>
                <a:gd name="csY18" fmla="*/ 63876 h 117298"/>
                <a:gd name="csX19" fmla="*/ 162573 w 233140"/>
                <a:gd name="csY19" fmla="*/ 51766 h 117298"/>
                <a:gd name="csX20" fmla="*/ 171012 w 233140"/>
                <a:gd name="csY20" fmla="*/ 44629 h 117298"/>
                <a:gd name="csX21" fmla="*/ 183026 w 233140"/>
                <a:gd name="csY21" fmla="*/ 54688 h 117298"/>
                <a:gd name="csX22" fmla="*/ 212033 w 233140"/>
                <a:gd name="csY22" fmla="*/ 48845 h 117298"/>
                <a:gd name="csX23" fmla="*/ 220262 w 233140"/>
                <a:gd name="csY23" fmla="*/ 41276 h 117298"/>
                <a:gd name="csX24" fmla="*/ 233140 w 233140"/>
                <a:gd name="csY24" fmla="*/ 40629 h 117298"/>
                <a:gd name="csX25" fmla="*/ 232385 w 233140"/>
                <a:gd name="csY25" fmla="*/ 37923 h 117298"/>
                <a:gd name="csX26" fmla="*/ 221774 w 233140"/>
                <a:gd name="csY26" fmla="*/ 26894 h 117298"/>
                <a:gd name="csX27" fmla="*/ 212249 w 233140"/>
                <a:gd name="csY27" fmla="*/ 33383 h 117298"/>
                <a:gd name="csX28" fmla="*/ 207378 w 233140"/>
                <a:gd name="csY28" fmla="*/ 34031 h 117298"/>
                <a:gd name="csX29" fmla="*/ 196990 w 233140"/>
                <a:gd name="csY29" fmla="*/ 23433 h 117298"/>
                <a:gd name="csX30" fmla="*/ 201536 w 233140"/>
                <a:gd name="csY30" fmla="*/ 16619 h 117298"/>
                <a:gd name="csX31" fmla="*/ 186055 w 233140"/>
                <a:gd name="csY31" fmla="*/ 7863 h 117298"/>
                <a:gd name="csX32" fmla="*/ 175127 w 233140"/>
                <a:gd name="csY32" fmla="*/ 8618 h 117298"/>
                <a:gd name="csX33" fmla="*/ 159321 w 233140"/>
                <a:gd name="csY33" fmla="*/ 2998 h 117298"/>
                <a:gd name="csX34" fmla="*/ 143523 w 233140"/>
                <a:gd name="csY34" fmla="*/ 5158 h 117298"/>
                <a:gd name="csX35" fmla="*/ 132264 w 233140"/>
                <a:gd name="csY35" fmla="*/ 401 h 117298"/>
                <a:gd name="csX36" fmla="*/ 126308 w 233140"/>
                <a:gd name="csY36" fmla="*/ 5158 h 117298"/>
                <a:gd name="csX37" fmla="*/ 109423 w 233140"/>
                <a:gd name="csY37" fmla="*/ 11107 h 117298"/>
                <a:gd name="csX38" fmla="*/ 89618 w 233140"/>
                <a:gd name="csY38" fmla="*/ 10784 h 117298"/>
                <a:gd name="csX39" fmla="*/ 75654 w 233140"/>
                <a:gd name="csY39" fmla="*/ 8942 h 117298"/>
                <a:gd name="csX40" fmla="*/ 67862 w 233140"/>
                <a:gd name="csY40" fmla="*/ 8834 h 117298"/>
                <a:gd name="csX41" fmla="*/ 61805 w 233140"/>
                <a:gd name="csY41" fmla="*/ 5265 h 117298"/>
                <a:gd name="csX42" fmla="*/ 53791 w 233140"/>
                <a:gd name="csY42" fmla="*/ 8078 h 117298"/>
                <a:gd name="csX43" fmla="*/ 46755 w 233140"/>
                <a:gd name="csY43" fmla="*/ 13381 h 117298"/>
                <a:gd name="csX44" fmla="*/ 46755 w 233140"/>
                <a:gd name="csY44" fmla="*/ 13597 h 117298"/>
                <a:gd name="csX45" fmla="*/ 6712 w 233140"/>
                <a:gd name="csY45" fmla="*/ 41061 h 117298"/>
                <a:gd name="csX46" fmla="*/ 6388 w 233140"/>
                <a:gd name="csY46" fmla="*/ 41061 h 117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33140" h="117298">
                  <a:moveTo>
                    <a:pt x="6388" y="41061"/>
                  </a:moveTo>
                  <a:lnTo>
                    <a:pt x="0" y="65286"/>
                  </a:lnTo>
                  <a:lnTo>
                    <a:pt x="11582" y="67337"/>
                  </a:lnTo>
                  <a:lnTo>
                    <a:pt x="31172" y="87238"/>
                  </a:lnTo>
                  <a:lnTo>
                    <a:pt x="41021" y="87238"/>
                  </a:lnTo>
                  <a:lnTo>
                    <a:pt x="45244" y="79129"/>
                  </a:lnTo>
                  <a:lnTo>
                    <a:pt x="62884" y="84964"/>
                  </a:lnTo>
                  <a:lnTo>
                    <a:pt x="58229" y="106053"/>
                  </a:lnTo>
                  <a:cubicBezTo>
                    <a:pt x="58877" y="104973"/>
                    <a:pt x="60071" y="104211"/>
                    <a:pt x="62020" y="104643"/>
                  </a:cubicBezTo>
                  <a:cubicBezTo>
                    <a:pt x="66783" y="105945"/>
                    <a:pt x="71222" y="106484"/>
                    <a:pt x="74035" y="109837"/>
                  </a:cubicBezTo>
                  <a:cubicBezTo>
                    <a:pt x="74790" y="111133"/>
                    <a:pt x="78581" y="113946"/>
                    <a:pt x="78143" y="116543"/>
                  </a:cubicBezTo>
                  <a:lnTo>
                    <a:pt x="78251" y="116543"/>
                  </a:lnTo>
                  <a:lnTo>
                    <a:pt x="91351" y="117298"/>
                  </a:lnTo>
                  <a:lnTo>
                    <a:pt x="101092" y="105297"/>
                  </a:lnTo>
                  <a:lnTo>
                    <a:pt x="98927" y="89613"/>
                  </a:lnTo>
                  <a:lnTo>
                    <a:pt x="113862" y="88317"/>
                  </a:lnTo>
                  <a:lnTo>
                    <a:pt x="124904" y="76316"/>
                  </a:lnTo>
                  <a:lnTo>
                    <a:pt x="137027" y="84209"/>
                  </a:lnTo>
                  <a:lnTo>
                    <a:pt x="161055" y="63876"/>
                  </a:lnTo>
                  <a:lnTo>
                    <a:pt x="162573" y="51766"/>
                  </a:lnTo>
                  <a:lnTo>
                    <a:pt x="171012" y="44629"/>
                  </a:lnTo>
                  <a:lnTo>
                    <a:pt x="183026" y="54688"/>
                  </a:lnTo>
                  <a:lnTo>
                    <a:pt x="212033" y="48845"/>
                  </a:lnTo>
                  <a:lnTo>
                    <a:pt x="220262" y="41276"/>
                  </a:lnTo>
                  <a:lnTo>
                    <a:pt x="233140" y="40629"/>
                  </a:lnTo>
                  <a:cubicBezTo>
                    <a:pt x="233140" y="39765"/>
                    <a:pt x="233032" y="38901"/>
                    <a:pt x="232385" y="37923"/>
                  </a:cubicBezTo>
                  <a:cubicBezTo>
                    <a:pt x="226752" y="30138"/>
                    <a:pt x="225673" y="27980"/>
                    <a:pt x="221774" y="26894"/>
                  </a:cubicBezTo>
                  <a:cubicBezTo>
                    <a:pt x="200342" y="20842"/>
                    <a:pt x="217227" y="27002"/>
                    <a:pt x="212249" y="33383"/>
                  </a:cubicBezTo>
                  <a:cubicBezTo>
                    <a:pt x="211169" y="34786"/>
                    <a:pt x="208896" y="35117"/>
                    <a:pt x="207378" y="34031"/>
                  </a:cubicBezTo>
                  <a:cubicBezTo>
                    <a:pt x="201320" y="29059"/>
                    <a:pt x="192443" y="26354"/>
                    <a:pt x="196990" y="23433"/>
                  </a:cubicBezTo>
                  <a:cubicBezTo>
                    <a:pt x="198393" y="22137"/>
                    <a:pt x="205429" y="19540"/>
                    <a:pt x="201536" y="16619"/>
                  </a:cubicBezTo>
                  <a:cubicBezTo>
                    <a:pt x="192335" y="9266"/>
                    <a:pt x="190170" y="6675"/>
                    <a:pt x="186055" y="7863"/>
                  </a:cubicBezTo>
                  <a:cubicBezTo>
                    <a:pt x="183674" y="8294"/>
                    <a:pt x="179349" y="10891"/>
                    <a:pt x="175127" y="8618"/>
                  </a:cubicBezTo>
                  <a:cubicBezTo>
                    <a:pt x="165278" y="3538"/>
                    <a:pt x="163112" y="1913"/>
                    <a:pt x="159321" y="2998"/>
                  </a:cubicBezTo>
                  <a:cubicBezTo>
                    <a:pt x="151530" y="5158"/>
                    <a:pt x="147631" y="6999"/>
                    <a:pt x="143523" y="5158"/>
                  </a:cubicBezTo>
                  <a:lnTo>
                    <a:pt x="132264" y="401"/>
                  </a:lnTo>
                  <a:cubicBezTo>
                    <a:pt x="127718" y="-1548"/>
                    <a:pt x="131178" y="4186"/>
                    <a:pt x="126308" y="5158"/>
                  </a:cubicBezTo>
                  <a:cubicBezTo>
                    <a:pt x="114516" y="7431"/>
                    <a:pt x="115271" y="10891"/>
                    <a:pt x="109423" y="11107"/>
                  </a:cubicBezTo>
                  <a:cubicBezTo>
                    <a:pt x="99035" y="11431"/>
                    <a:pt x="94056" y="12079"/>
                    <a:pt x="89618" y="10784"/>
                  </a:cubicBezTo>
                  <a:cubicBezTo>
                    <a:pt x="83560" y="8942"/>
                    <a:pt x="79661" y="7215"/>
                    <a:pt x="75654" y="8942"/>
                  </a:cubicBezTo>
                  <a:cubicBezTo>
                    <a:pt x="75006" y="9158"/>
                    <a:pt x="70460" y="12403"/>
                    <a:pt x="67862" y="8834"/>
                  </a:cubicBezTo>
                  <a:cubicBezTo>
                    <a:pt x="67323" y="8294"/>
                    <a:pt x="65805" y="4834"/>
                    <a:pt x="61805" y="5265"/>
                  </a:cubicBezTo>
                  <a:cubicBezTo>
                    <a:pt x="60827" y="5481"/>
                    <a:pt x="57042" y="5050"/>
                    <a:pt x="53791" y="8078"/>
                  </a:cubicBezTo>
                  <a:cubicBezTo>
                    <a:pt x="52064" y="9266"/>
                    <a:pt x="49682" y="13165"/>
                    <a:pt x="46755" y="13381"/>
                  </a:cubicBezTo>
                  <a:lnTo>
                    <a:pt x="46755" y="13597"/>
                  </a:lnTo>
                  <a:lnTo>
                    <a:pt x="6712" y="41061"/>
                  </a:lnTo>
                  <a:lnTo>
                    <a:pt x="6388" y="410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1C144AAD-2564-76BA-2D76-37B6A204FCFA}"/>
                </a:ext>
              </a:extLst>
            </p:cNvPr>
            <p:cNvSpPr/>
            <p:nvPr/>
          </p:nvSpPr>
          <p:spPr>
            <a:xfrm>
              <a:off x="2841582" y="3736473"/>
              <a:ext cx="107782" cy="76943"/>
            </a:xfrm>
            <a:custGeom>
              <a:avLst/>
              <a:gdLst>
                <a:gd name="csX0" fmla="*/ 107567 w 107782"/>
                <a:gd name="csY0" fmla="*/ 58236 h 76943"/>
                <a:gd name="csX1" fmla="*/ 98150 w 107782"/>
                <a:gd name="csY1" fmla="*/ 52070 h 76943"/>
                <a:gd name="csX2" fmla="*/ 103998 w 107782"/>
                <a:gd name="csY2" fmla="*/ 40285 h 76943"/>
                <a:gd name="csX3" fmla="*/ 99128 w 107782"/>
                <a:gd name="csY3" fmla="*/ 8814 h 76943"/>
                <a:gd name="csX4" fmla="*/ 99128 w 107782"/>
                <a:gd name="csY4" fmla="*/ 7950 h 76943"/>
                <a:gd name="csX5" fmla="*/ 95769 w 107782"/>
                <a:gd name="csY5" fmla="*/ 8382 h 76943"/>
                <a:gd name="csX6" fmla="*/ 75963 w 107782"/>
                <a:gd name="csY6" fmla="*/ 4921 h 76943"/>
                <a:gd name="csX7" fmla="*/ 60164 w 107782"/>
                <a:gd name="csY7" fmla="*/ 165 h 76943"/>
                <a:gd name="csX8" fmla="*/ 38187 w 107782"/>
                <a:gd name="csY8" fmla="*/ 7950 h 76943"/>
                <a:gd name="csX9" fmla="*/ 41546 w 107782"/>
                <a:gd name="csY9" fmla="*/ 13786 h 76943"/>
                <a:gd name="csX10" fmla="*/ 57021 w 107782"/>
                <a:gd name="csY10" fmla="*/ 15520 h 76943"/>
                <a:gd name="csX11" fmla="*/ 64711 w 107782"/>
                <a:gd name="csY11" fmla="*/ 23629 h 76943"/>
                <a:gd name="csX12" fmla="*/ 65575 w 107782"/>
                <a:gd name="csY12" fmla="*/ 37256 h 76943"/>
                <a:gd name="csX13" fmla="*/ 80833 w 107782"/>
                <a:gd name="csY13" fmla="*/ 53258 h 76943"/>
                <a:gd name="csX14" fmla="*/ 76725 w 107782"/>
                <a:gd name="csY14" fmla="*/ 56286 h 76943"/>
                <a:gd name="csX15" fmla="*/ 72718 w 107782"/>
                <a:gd name="csY15" fmla="*/ 56286 h 76943"/>
                <a:gd name="csX16" fmla="*/ 65251 w 107782"/>
                <a:gd name="csY16" fmla="*/ 58560 h 76943"/>
                <a:gd name="csX17" fmla="*/ 58970 w 107782"/>
                <a:gd name="csY17" fmla="*/ 59747 h 76943"/>
                <a:gd name="csX18" fmla="*/ 33755 w 107782"/>
                <a:gd name="csY18" fmla="*/ 56719 h 76943"/>
                <a:gd name="csX19" fmla="*/ 3662 w 107782"/>
                <a:gd name="csY19" fmla="*/ 52178 h 76943"/>
                <a:gd name="csX20" fmla="*/ 1713 w 107782"/>
                <a:gd name="csY20" fmla="*/ 63856 h 76943"/>
                <a:gd name="csX21" fmla="*/ 24445 w 107782"/>
                <a:gd name="csY21" fmla="*/ 73914 h 76943"/>
                <a:gd name="csX22" fmla="*/ 32237 w 107782"/>
                <a:gd name="csY22" fmla="*/ 69044 h 76943"/>
                <a:gd name="csX23" fmla="*/ 60812 w 107782"/>
                <a:gd name="csY23" fmla="*/ 72720 h 76943"/>
                <a:gd name="csX24" fmla="*/ 72178 w 107782"/>
                <a:gd name="csY24" fmla="*/ 69374 h 76943"/>
                <a:gd name="csX25" fmla="*/ 95769 w 107782"/>
                <a:gd name="csY25" fmla="*/ 72504 h 76943"/>
                <a:gd name="csX26" fmla="*/ 100645 w 107782"/>
                <a:gd name="csY26" fmla="*/ 76943 h 76943"/>
                <a:gd name="csX27" fmla="*/ 101077 w 107782"/>
                <a:gd name="csY27" fmla="*/ 76619 h 76943"/>
                <a:gd name="csX28" fmla="*/ 107783 w 107782"/>
                <a:gd name="csY28" fmla="*/ 58020 h 76943"/>
                <a:gd name="csX29" fmla="*/ 107567 w 107782"/>
                <a:gd name="csY29" fmla="*/ 58236 h 76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7782" h="76943">
                  <a:moveTo>
                    <a:pt x="107567" y="58236"/>
                  </a:moveTo>
                  <a:lnTo>
                    <a:pt x="98150" y="52070"/>
                  </a:lnTo>
                  <a:lnTo>
                    <a:pt x="103998" y="40285"/>
                  </a:lnTo>
                  <a:lnTo>
                    <a:pt x="99128" y="8814"/>
                  </a:lnTo>
                  <a:lnTo>
                    <a:pt x="99128" y="7950"/>
                  </a:lnTo>
                  <a:cubicBezTo>
                    <a:pt x="98042" y="8274"/>
                    <a:pt x="96963" y="8490"/>
                    <a:pt x="95769" y="8382"/>
                  </a:cubicBezTo>
                  <a:cubicBezTo>
                    <a:pt x="86136" y="7195"/>
                    <a:pt x="80402" y="6871"/>
                    <a:pt x="75963" y="4921"/>
                  </a:cubicBezTo>
                  <a:cubicBezTo>
                    <a:pt x="69143" y="2001"/>
                    <a:pt x="64596" y="-705"/>
                    <a:pt x="60164" y="165"/>
                  </a:cubicBezTo>
                  <a:cubicBezTo>
                    <a:pt x="60164" y="165"/>
                    <a:pt x="38187" y="3626"/>
                    <a:pt x="38187" y="7950"/>
                  </a:cubicBezTo>
                  <a:cubicBezTo>
                    <a:pt x="38301" y="8598"/>
                    <a:pt x="37215" y="13786"/>
                    <a:pt x="41546" y="13786"/>
                  </a:cubicBezTo>
                  <a:cubicBezTo>
                    <a:pt x="46848" y="14116"/>
                    <a:pt x="52589" y="12815"/>
                    <a:pt x="57021" y="15520"/>
                  </a:cubicBezTo>
                  <a:cubicBezTo>
                    <a:pt x="59186" y="17247"/>
                    <a:pt x="65467" y="18657"/>
                    <a:pt x="64711" y="23629"/>
                  </a:cubicBezTo>
                  <a:cubicBezTo>
                    <a:pt x="64489" y="27953"/>
                    <a:pt x="61568" y="34011"/>
                    <a:pt x="65575" y="37256"/>
                  </a:cubicBezTo>
                  <a:cubicBezTo>
                    <a:pt x="78668" y="47962"/>
                    <a:pt x="81811" y="49257"/>
                    <a:pt x="80833" y="53258"/>
                  </a:cubicBezTo>
                  <a:cubicBezTo>
                    <a:pt x="80402" y="54883"/>
                    <a:pt x="78560" y="56286"/>
                    <a:pt x="76725" y="56286"/>
                  </a:cubicBezTo>
                  <a:lnTo>
                    <a:pt x="72718" y="56286"/>
                  </a:lnTo>
                  <a:cubicBezTo>
                    <a:pt x="68927" y="56286"/>
                    <a:pt x="64596" y="58776"/>
                    <a:pt x="65251" y="58560"/>
                  </a:cubicBezTo>
                  <a:cubicBezTo>
                    <a:pt x="63625" y="59423"/>
                    <a:pt x="60812" y="59963"/>
                    <a:pt x="58970" y="59747"/>
                  </a:cubicBezTo>
                  <a:lnTo>
                    <a:pt x="33755" y="56719"/>
                  </a:lnTo>
                  <a:cubicBezTo>
                    <a:pt x="17842" y="54775"/>
                    <a:pt x="6583" y="46120"/>
                    <a:pt x="3662" y="52178"/>
                  </a:cubicBezTo>
                  <a:cubicBezTo>
                    <a:pt x="2474" y="55855"/>
                    <a:pt x="-2612" y="61151"/>
                    <a:pt x="1713" y="63856"/>
                  </a:cubicBezTo>
                  <a:cubicBezTo>
                    <a:pt x="20115" y="75102"/>
                    <a:pt x="21632" y="77159"/>
                    <a:pt x="24445" y="73914"/>
                  </a:cubicBezTo>
                  <a:cubicBezTo>
                    <a:pt x="25417" y="73051"/>
                    <a:pt x="27798" y="68180"/>
                    <a:pt x="32237" y="69044"/>
                  </a:cubicBezTo>
                  <a:cubicBezTo>
                    <a:pt x="50315" y="72397"/>
                    <a:pt x="56050" y="74130"/>
                    <a:pt x="60812" y="72720"/>
                  </a:cubicBezTo>
                  <a:lnTo>
                    <a:pt x="72178" y="69374"/>
                  </a:lnTo>
                  <a:cubicBezTo>
                    <a:pt x="75639" y="68396"/>
                    <a:pt x="91228" y="68396"/>
                    <a:pt x="95769" y="72504"/>
                  </a:cubicBezTo>
                  <a:lnTo>
                    <a:pt x="100645" y="76943"/>
                  </a:lnTo>
                  <a:lnTo>
                    <a:pt x="101077" y="76619"/>
                  </a:lnTo>
                  <a:lnTo>
                    <a:pt x="107783" y="58020"/>
                  </a:lnTo>
                  <a:lnTo>
                    <a:pt x="107567" y="58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A1586125-7D6B-DEF4-9DF6-5EC979F26142}"/>
                </a:ext>
              </a:extLst>
            </p:cNvPr>
            <p:cNvSpPr/>
            <p:nvPr/>
          </p:nvSpPr>
          <p:spPr>
            <a:xfrm>
              <a:off x="2877851" y="3774040"/>
              <a:ext cx="24061" cy="11593"/>
            </a:xfrm>
            <a:custGeom>
              <a:avLst/>
              <a:gdLst>
                <a:gd name="csX0" fmla="*/ 13392 w 24061"/>
                <a:gd name="csY0" fmla="*/ 11473 h 11593"/>
                <a:gd name="csX1" fmla="*/ 23241 w 24061"/>
                <a:gd name="csY1" fmla="*/ 9092 h 11593"/>
                <a:gd name="csX2" fmla="*/ 11011 w 24061"/>
                <a:gd name="csY2" fmla="*/ 120 h 11593"/>
                <a:gd name="csX3" fmla="*/ 838 w 24061"/>
                <a:gd name="csY3" fmla="*/ 2501 h 11593"/>
                <a:gd name="csX4" fmla="*/ 13392 w 24061"/>
                <a:gd name="csY4" fmla="*/ 11582 h 11593"/>
                <a:gd name="csX5" fmla="*/ 13392 w 24061"/>
                <a:gd name="csY5" fmla="*/ 11473 h 11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061" h="11593">
                  <a:moveTo>
                    <a:pt x="13392" y="11473"/>
                  </a:moveTo>
                  <a:cubicBezTo>
                    <a:pt x="16643" y="11150"/>
                    <a:pt x="27032" y="12877"/>
                    <a:pt x="23241" y="9092"/>
                  </a:cubicBezTo>
                  <a:cubicBezTo>
                    <a:pt x="23241" y="9092"/>
                    <a:pt x="15234" y="120"/>
                    <a:pt x="11011" y="120"/>
                  </a:cubicBezTo>
                  <a:cubicBezTo>
                    <a:pt x="7118" y="443"/>
                    <a:pt x="-2953" y="-1284"/>
                    <a:pt x="838" y="2501"/>
                  </a:cubicBezTo>
                  <a:cubicBezTo>
                    <a:pt x="7658" y="9200"/>
                    <a:pt x="9284" y="11582"/>
                    <a:pt x="13392" y="11582"/>
                  </a:cubicBezTo>
                  <a:lnTo>
                    <a:pt x="13392" y="11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E0A4AE6C-97BF-4213-36A9-129A6F4F625B}"/>
                </a:ext>
              </a:extLst>
            </p:cNvPr>
            <p:cNvSpPr/>
            <p:nvPr/>
          </p:nvSpPr>
          <p:spPr>
            <a:xfrm>
              <a:off x="2174284" y="3824662"/>
              <a:ext cx="154343" cy="159606"/>
            </a:xfrm>
            <a:custGeom>
              <a:avLst/>
              <a:gdLst>
                <a:gd name="csX0" fmla="*/ 107588 w 154343"/>
                <a:gd name="csY0" fmla="*/ 73317 h 159606"/>
                <a:gd name="csX1" fmla="*/ 109969 w 154343"/>
                <a:gd name="csY1" fmla="*/ 0 h 159606"/>
                <a:gd name="csX2" fmla="*/ 48596 w 154343"/>
                <a:gd name="csY2" fmla="*/ 0 h 159606"/>
                <a:gd name="csX3" fmla="*/ 48596 w 154343"/>
                <a:gd name="csY3" fmla="*/ 14706 h 159606"/>
                <a:gd name="csX4" fmla="*/ 33121 w 154343"/>
                <a:gd name="csY4" fmla="*/ 14706 h 159606"/>
                <a:gd name="csX5" fmla="*/ 43510 w 154343"/>
                <a:gd name="csY5" fmla="*/ 33737 h 159606"/>
                <a:gd name="csX6" fmla="*/ 60071 w 154343"/>
                <a:gd name="csY6" fmla="*/ 41630 h 159606"/>
                <a:gd name="csX7" fmla="*/ 61373 w 154343"/>
                <a:gd name="csY7" fmla="*/ 50171 h 159606"/>
                <a:gd name="csX8" fmla="*/ 70682 w 154343"/>
                <a:gd name="csY8" fmla="*/ 54604 h 159606"/>
                <a:gd name="csX9" fmla="*/ 71113 w 154343"/>
                <a:gd name="csY9" fmla="*/ 70180 h 159606"/>
                <a:gd name="csX10" fmla="*/ 21107 w 154343"/>
                <a:gd name="csY10" fmla="*/ 69856 h 159606"/>
                <a:gd name="csX11" fmla="*/ 2057 w 154343"/>
                <a:gd name="csY11" fmla="*/ 97968 h 159606"/>
                <a:gd name="csX12" fmla="*/ 8230 w 154343"/>
                <a:gd name="csY12" fmla="*/ 106191 h 159606"/>
                <a:gd name="csX13" fmla="*/ 4438 w 154343"/>
                <a:gd name="csY13" fmla="*/ 120243 h 159606"/>
                <a:gd name="csX14" fmla="*/ 0 w 154343"/>
                <a:gd name="csY14" fmla="*/ 125546 h 159606"/>
                <a:gd name="csX15" fmla="*/ 3143 w 154343"/>
                <a:gd name="csY15" fmla="*/ 127927 h 159606"/>
                <a:gd name="csX16" fmla="*/ 40265 w 154343"/>
                <a:gd name="csY16" fmla="*/ 148793 h 159606"/>
                <a:gd name="csX17" fmla="*/ 67862 w 154343"/>
                <a:gd name="csY17" fmla="*/ 150526 h 159606"/>
                <a:gd name="csX18" fmla="*/ 82480 w 154343"/>
                <a:gd name="csY18" fmla="*/ 159607 h 159606"/>
                <a:gd name="csX19" fmla="*/ 82258 w 154343"/>
                <a:gd name="csY19" fmla="*/ 148577 h 159606"/>
                <a:gd name="csX20" fmla="*/ 97091 w 154343"/>
                <a:gd name="csY20" fmla="*/ 141224 h 159606"/>
                <a:gd name="csX21" fmla="*/ 100768 w 154343"/>
                <a:gd name="csY21" fmla="*/ 130842 h 159606"/>
                <a:gd name="csX22" fmla="*/ 107804 w 154343"/>
                <a:gd name="csY22" fmla="*/ 132035 h 159606"/>
                <a:gd name="csX23" fmla="*/ 114192 w 154343"/>
                <a:gd name="csY23" fmla="*/ 107810 h 159606"/>
                <a:gd name="csX24" fmla="*/ 154343 w 154343"/>
                <a:gd name="csY24" fmla="*/ 80346 h 159606"/>
                <a:gd name="csX25" fmla="*/ 154343 w 154343"/>
                <a:gd name="csY25" fmla="*/ 80124 h 159606"/>
                <a:gd name="csX26" fmla="*/ 151746 w 154343"/>
                <a:gd name="csY26" fmla="*/ 79477 h 159606"/>
                <a:gd name="csX27" fmla="*/ 137242 w 154343"/>
                <a:gd name="csY27" fmla="*/ 73425 h 159606"/>
                <a:gd name="csX28" fmla="*/ 134321 w 154343"/>
                <a:gd name="csY28" fmla="*/ 78505 h 159606"/>
                <a:gd name="csX29" fmla="*/ 124257 w 154343"/>
                <a:gd name="csY29" fmla="*/ 71691 h 159606"/>
                <a:gd name="csX30" fmla="*/ 122955 w 154343"/>
                <a:gd name="csY30" fmla="*/ 72231 h 159606"/>
                <a:gd name="csX31" fmla="*/ 107480 w 154343"/>
                <a:gd name="csY31" fmla="*/ 73425 h 159606"/>
                <a:gd name="csX32" fmla="*/ 107588 w 154343"/>
                <a:gd name="csY32" fmla="*/ 73317 h 15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43" h="159606">
                  <a:moveTo>
                    <a:pt x="107588" y="73317"/>
                  </a:moveTo>
                  <a:lnTo>
                    <a:pt x="109969" y="0"/>
                  </a:lnTo>
                  <a:lnTo>
                    <a:pt x="48596" y="0"/>
                  </a:lnTo>
                  <a:lnTo>
                    <a:pt x="48596" y="14706"/>
                  </a:lnTo>
                  <a:lnTo>
                    <a:pt x="33121" y="14706"/>
                  </a:lnTo>
                  <a:lnTo>
                    <a:pt x="43510" y="33737"/>
                  </a:lnTo>
                  <a:lnTo>
                    <a:pt x="60071" y="41630"/>
                  </a:lnTo>
                  <a:lnTo>
                    <a:pt x="61373" y="50171"/>
                  </a:lnTo>
                  <a:lnTo>
                    <a:pt x="70682" y="54604"/>
                  </a:lnTo>
                  <a:lnTo>
                    <a:pt x="71113" y="70180"/>
                  </a:lnTo>
                  <a:lnTo>
                    <a:pt x="21107" y="69856"/>
                  </a:lnTo>
                  <a:lnTo>
                    <a:pt x="2057" y="97968"/>
                  </a:lnTo>
                  <a:lnTo>
                    <a:pt x="8230" y="106191"/>
                  </a:lnTo>
                  <a:lnTo>
                    <a:pt x="4438" y="120243"/>
                  </a:lnTo>
                  <a:lnTo>
                    <a:pt x="0" y="125546"/>
                  </a:lnTo>
                  <a:cubicBezTo>
                    <a:pt x="1410" y="126733"/>
                    <a:pt x="2165" y="127273"/>
                    <a:pt x="3143" y="127927"/>
                  </a:cubicBezTo>
                  <a:cubicBezTo>
                    <a:pt x="34639" y="147390"/>
                    <a:pt x="35611" y="148793"/>
                    <a:pt x="40265" y="148793"/>
                  </a:cubicBezTo>
                  <a:cubicBezTo>
                    <a:pt x="57366" y="149333"/>
                    <a:pt x="62884" y="147498"/>
                    <a:pt x="67862" y="150526"/>
                  </a:cubicBezTo>
                  <a:cubicBezTo>
                    <a:pt x="74358" y="154527"/>
                    <a:pt x="79121" y="157448"/>
                    <a:pt x="82480" y="159607"/>
                  </a:cubicBezTo>
                  <a:lnTo>
                    <a:pt x="82258" y="148577"/>
                  </a:lnTo>
                  <a:lnTo>
                    <a:pt x="97091" y="141224"/>
                  </a:lnTo>
                  <a:lnTo>
                    <a:pt x="100768" y="130842"/>
                  </a:lnTo>
                  <a:lnTo>
                    <a:pt x="107804" y="132035"/>
                  </a:lnTo>
                  <a:lnTo>
                    <a:pt x="114192" y="107810"/>
                  </a:lnTo>
                  <a:lnTo>
                    <a:pt x="154343" y="80346"/>
                  </a:lnTo>
                  <a:lnTo>
                    <a:pt x="154343" y="80124"/>
                  </a:lnTo>
                  <a:cubicBezTo>
                    <a:pt x="153479" y="80124"/>
                    <a:pt x="152724" y="80124"/>
                    <a:pt x="151746" y="79477"/>
                  </a:cubicBezTo>
                  <a:cubicBezTo>
                    <a:pt x="141033" y="72447"/>
                    <a:pt x="137242" y="68986"/>
                    <a:pt x="137242" y="73425"/>
                  </a:cubicBezTo>
                  <a:cubicBezTo>
                    <a:pt x="137027" y="74181"/>
                    <a:pt x="138220" y="80670"/>
                    <a:pt x="134321" y="78505"/>
                  </a:cubicBezTo>
                  <a:cubicBezTo>
                    <a:pt x="130969" y="76124"/>
                    <a:pt x="125120" y="74720"/>
                    <a:pt x="124257" y="71691"/>
                  </a:cubicBezTo>
                  <a:lnTo>
                    <a:pt x="122955" y="72231"/>
                  </a:lnTo>
                  <a:lnTo>
                    <a:pt x="107480" y="73425"/>
                  </a:lnTo>
                  <a:lnTo>
                    <a:pt x="107588" y="733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890EF12-546E-076C-7754-FD48034E7912}"/>
                </a:ext>
              </a:extLst>
            </p:cNvPr>
            <p:cNvSpPr/>
            <p:nvPr/>
          </p:nvSpPr>
          <p:spPr>
            <a:xfrm>
              <a:off x="3314242" y="3872284"/>
              <a:ext cx="25439" cy="24522"/>
            </a:xfrm>
            <a:custGeom>
              <a:avLst/>
              <a:gdLst>
                <a:gd name="csX0" fmla="*/ 6916 w 25439"/>
                <a:gd name="csY0" fmla="*/ 24177 h 24522"/>
                <a:gd name="csX1" fmla="*/ 12110 w 25439"/>
                <a:gd name="csY1" fmla="*/ 18989 h 24522"/>
                <a:gd name="csX2" fmla="*/ 16873 w 25439"/>
                <a:gd name="csY2" fmla="*/ 12931 h 24522"/>
                <a:gd name="csX3" fmla="*/ 24664 w 25439"/>
                <a:gd name="csY3" fmla="*/ 9039 h 24522"/>
                <a:gd name="csX4" fmla="*/ 12866 w 25439"/>
                <a:gd name="csY4" fmla="*/ 930 h 24522"/>
                <a:gd name="csX5" fmla="*/ 5938 w 25439"/>
                <a:gd name="csY5" fmla="*/ 4822 h 24522"/>
                <a:gd name="csX6" fmla="*/ 96 w 25439"/>
                <a:gd name="csY6" fmla="*/ 9254 h 24522"/>
                <a:gd name="csX7" fmla="*/ 6916 w 25439"/>
                <a:gd name="csY7" fmla="*/ 24177 h 24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439" h="24522">
                  <a:moveTo>
                    <a:pt x="6916" y="24177"/>
                  </a:moveTo>
                  <a:cubicBezTo>
                    <a:pt x="7456" y="23745"/>
                    <a:pt x="11132" y="22990"/>
                    <a:pt x="12110" y="18989"/>
                  </a:cubicBezTo>
                  <a:cubicBezTo>
                    <a:pt x="12434" y="18449"/>
                    <a:pt x="12542" y="13579"/>
                    <a:pt x="16873" y="12931"/>
                  </a:cubicBezTo>
                  <a:cubicBezTo>
                    <a:pt x="19578" y="12176"/>
                    <a:pt x="28017" y="12715"/>
                    <a:pt x="24664" y="9039"/>
                  </a:cubicBezTo>
                  <a:cubicBezTo>
                    <a:pt x="20118" y="4930"/>
                    <a:pt x="16873" y="-2639"/>
                    <a:pt x="12866" y="930"/>
                  </a:cubicBezTo>
                  <a:cubicBezTo>
                    <a:pt x="12326" y="1362"/>
                    <a:pt x="10053" y="4066"/>
                    <a:pt x="5938" y="4822"/>
                  </a:cubicBezTo>
                  <a:cubicBezTo>
                    <a:pt x="5938" y="4822"/>
                    <a:pt x="-882" y="4930"/>
                    <a:pt x="96" y="9254"/>
                  </a:cubicBezTo>
                  <a:cubicBezTo>
                    <a:pt x="2585" y="17040"/>
                    <a:pt x="1823" y="26450"/>
                    <a:pt x="6916" y="24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4B941C0-91E0-4FE8-FF9E-164491E493C1}"/>
                </a:ext>
              </a:extLst>
            </p:cNvPr>
            <p:cNvSpPr/>
            <p:nvPr/>
          </p:nvSpPr>
          <p:spPr>
            <a:xfrm>
              <a:off x="3335008" y="3890841"/>
              <a:ext cx="9207" cy="8288"/>
            </a:xfrm>
            <a:custGeom>
              <a:avLst/>
              <a:gdLst>
                <a:gd name="csX0" fmla="*/ 5948 w 9207"/>
                <a:gd name="csY0" fmla="*/ 108 h 8288"/>
                <a:gd name="csX1" fmla="*/ 4653 w 9207"/>
                <a:gd name="csY1" fmla="*/ 108 h 8288"/>
                <a:gd name="csX2" fmla="*/ 107 w 9207"/>
                <a:gd name="csY2" fmla="*/ 4972 h 8288"/>
                <a:gd name="csX3" fmla="*/ 5840 w 9207"/>
                <a:gd name="csY3" fmla="*/ 8217 h 8288"/>
                <a:gd name="csX4" fmla="*/ 9199 w 9207"/>
                <a:gd name="csY4" fmla="*/ 3353 h 8288"/>
                <a:gd name="csX5" fmla="*/ 5840 w 9207"/>
                <a:gd name="csY5" fmla="*/ 0 h 8288"/>
                <a:gd name="csX6" fmla="*/ 5948 w 9207"/>
                <a:gd name="csY6" fmla="*/ 108 h 8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07" h="8288">
                  <a:moveTo>
                    <a:pt x="5948" y="108"/>
                  </a:moveTo>
                  <a:lnTo>
                    <a:pt x="4653" y="108"/>
                  </a:lnTo>
                  <a:cubicBezTo>
                    <a:pt x="430" y="108"/>
                    <a:pt x="107" y="4972"/>
                    <a:pt x="107" y="4972"/>
                  </a:cubicBezTo>
                  <a:cubicBezTo>
                    <a:pt x="-872" y="9296"/>
                    <a:pt x="5193" y="8109"/>
                    <a:pt x="5840" y="8217"/>
                  </a:cubicBezTo>
                  <a:cubicBezTo>
                    <a:pt x="9955" y="8217"/>
                    <a:pt x="9092" y="4001"/>
                    <a:pt x="9199" y="3353"/>
                  </a:cubicBezTo>
                  <a:cubicBezTo>
                    <a:pt x="9199" y="1511"/>
                    <a:pt x="7682" y="0"/>
                    <a:pt x="5840" y="0"/>
                  </a:cubicBezTo>
                  <a:lnTo>
                    <a:pt x="5948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DFBAF5BC-944C-6325-2F30-BCBECC17FDA5}"/>
                </a:ext>
              </a:extLst>
            </p:cNvPr>
            <p:cNvSpPr/>
            <p:nvPr/>
          </p:nvSpPr>
          <p:spPr>
            <a:xfrm>
              <a:off x="3315359" y="4037459"/>
              <a:ext cx="10385" cy="12438"/>
            </a:xfrm>
            <a:custGeom>
              <a:avLst/>
              <a:gdLst>
                <a:gd name="csX0" fmla="*/ 496 w 10385"/>
                <a:gd name="csY0" fmla="*/ 10722 h 12438"/>
                <a:gd name="csX1" fmla="*/ 7208 w 10385"/>
                <a:gd name="csY1" fmla="*/ 10284 h 12438"/>
                <a:gd name="csX2" fmla="*/ 7208 w 10385"/>
                <a:gd name="csY2" fmla="*/ 16 h 12438"/>
                <a:gd name="csX3" fmla="*/ 6662 w 10385"/>
                <a:gd name="csY3" fmla="*/ 16 h 12438"/>
                <a:gd name="csX4" fmla="*/ 820 w 10385"/>
                <a:gd name="csY4" fmla="*/ 4665 h 12438"/>
                <a:gd name="csX5" fmla="*/ 496 w 10385"/>
                <a:gd name="csY5" fmla="*/ 10615 h 12438"/>
                <a:gd name="csX6" fmla="*/ 496 w 10385"/>
                <a:gd name="csY6" fmla="*/ 10722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85" h="12438">
                  <a:moveTo>
                    <a:pt x="496" y="10722"/>
                  </a:moveTo>
                  <a:cubicBezTo>
                    <a:pt x="2337" y="14723"/>
                    <a:pt x="6554" y="10506"/>
                    <a:pt x="7208" y="10284"/>
                  </a:cubicBezTo>
                  <a:cubicBezTo>
                    <a:pt x="10884" y="7802"/>
                    <a:pt x="11970" y="-415"/>
                    <a:pt x="7208" y="16"/>
                  </a:cubicBezTo>
                  <a:lnTo>
                    <a:pt x="6662" y="16"/>
                  </a:lnTo>
                  <a:cubicBezTo>
                    <a:pt x="2553" y="448"/>
                    <a:pt x="1359" y="4125"/>
                    <a:pt x="820" y="4665"/>
                  </a:cubicBezTo>
                  <a:cubicBezTo>
                    <a:pt x="-152" y="6284"/>
                    <a:pt x="-260" y="8989"/>
                    <a:pt x="496" y="10615"/>
                  </a:cubicBezTo>
                  <a:lnTo>
                    <a:pt x="496" y="107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7CBC3B14-F0B5-A663-29FC-1935C140622C}"/>
                </a:ext>
              </a:extLst>
            </p:cNvPr>
            <p:cNvSpPr/>
            <p:nvPr/>
          </p:nvSpPr>
          <p:spPr>
            <a:xfrm>
              <a:off x="3328596" y="4017973"/>
              <a:ext cx="7438" cy="11396"/>
            </a:xfrm>
            <a:custGeom>
              <a:avLst/>
              <a:gdLst>
                <a:gd name="csX0" fmla="*/ 3058 w 7438"/>
                <a:gd name="csY0" fmla="*/ 10739 h 11396"/>
                <a:gd name="csX1" fmla="*/ 7388 w 7438"/>
                <a:gd name="csY1" fmla="*/ 3926 h 11396"/>
                <a:gd name="csX2" fmla="*/ 4684 w 7438"/>
                <a:gd name="csY2" fmla="*/ 579 h 11396"/>
                <a:gd name="csX3" fmla="*/ 29 w 7438"/>
                <a:gd name="csY3" fmla="*/ 7495 h 11396"/>
                <a:gd name="csX4" fmla="*/ 3058 w 7438"/>
                <a:gd name="csY4" fmla="*/ 10632 h 11396"/>
                <a:gd name="csX5" fmla="*/ 3058 w 7438"/>
                <a:gd name="csY5" fmla="*/ 10739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8" h="11396">
                  <a:moveTo>
                    <a:pt x="3058" y="10739"/>
                  </a:moveTo>
                  <a:cubicBezTo>
                    <a:pt x="3604" y="10092"/>
                    <a:pt x="7388" y="8148"/>
                    <a:pt x="7388" y="3926"/>
                  </a:cubicBezTo>
                  <a:cubicBezTo>
                    <a:pt x="7388" y="3926"/>
                    <a:pt x="8036" y="-1802"/>
                    <a:pt x="4684" y="579"/>
                  </a:cubicBezTo>
                  <a:cubicBezTo>
                    <a:pt x="4144" y="1119"/>
                    <a:pt x="-403" y="3170"/>
                    <a:pt x="29" y="7495"/>
                  </a:cubicBezTo>
                  <a:cubicBezTo>
                    <a:pt x="245" y="8041"/>
                    <a:pt x="-187" y="13336"/>
                    <a:pt x="3058" y="10632"/>
                  </a:cubicBezTo>
                  <a:lnTo>
                    <a:pt x="3058" y="107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016C86A-0B59-C4D5-795F-CDDA34291E2A}"/>
                </a:ext>
              </a:extLst>
            </p:cNvPr>
            <p:cNvSpPr/>
            <p:nvPr/>
          </p:nvSpPr>
          <p:spPr>
            <a:xfrm>
              <a:off x="2896628" y="0"/>
              <a:ext cx="2252276" cy="1896600"/>
            </a:xfrm>
            <a:custGeom>
              <a:avLst/>
              <a:gdLst>
                <a:gd name="csX0" fmla="*/ 1899570 w 2252276"/>
                <a:gd name="csY0" fmla="*/ 606706 h 1896600"/>
                <a:gd name="csX1" fmla="*/ 1881708 w 2252276"/>
                <a:gd name="csY1" fmla="*/ 617411 h 1896600"/>
                <a:gd name="csX2" fmla="*/ 1883873 w 2252276"/>
                <a:gd name="csY2" fmla="*/ 631036 h 1896600"/>
                <a:gd name="csX3" fmla="*/ 1903901 w 2252276"/>
                <a:gd name="csY3" fmla="*/ 637636 h 1896600"/>
                <a:gd name="csX4" fmla="*/ 1914721 w 2252276"/>
                <a:gd name="csY4" fmla="*/ 658286 h 1896600"/>
                <a:gd name="csX5" fmla="*/ 1935829 w 2252276"/>
                <a:gd name="csY5" fmla="*/ 651689 h 1896600"/>
                <a:gd name="csX6" fmla="*/ 1929441 w 2252276"/>
                <a:gd name="csY6" fmla="*/ 634389 h 1896600"/>
                <a:gd name="csX7" fmla="*/ 1929549 w 2252276"/>
                <a:gd name="csY7" fmla="*/ 634389 h 1896600"/>
                <a:gd name="csX8" fmla="*/ 1899570 w 2252276"/>
                <a:gd name="csY8" fmla="*/ 606706 h 1896600"/>
                <a:gd name="csX9" fmla="*/ 1952606 w 2252276"/>
                <a:gd name="csY9" fmla="*/ 221520 h 1896600"/>
                <a:gd name="csX10" fmla="*/ 1925218 w 2252276"/>
                <a:gd name="csY10" fmla="*/ 238606 h 1896600"/>
                <a:gd name="csX11" fmla="*/ 1936153 w 2252276"/>
                <a:gd name="csY11" fmla="*/ 251582 h 1896600"/>
                <a:gd name="csX12" fmla="*/ 1961260 w 2252276"/>
                <a:gd name="csY12" fmla="*/ 235902 h 1896600"/>
                <a:gd name="csX13" fmla="*/ 1952606 w 2252276"/>
                <a:gd name="csY13" fmla="*/ 221520 h 1896600"/>
                <a:gd name="csX14" fmla="*/ 2011483 w 2252276"/>
                <a:gd name="csY14" fmla="*/ 179346 h 1896600"/>
                <a:gd name="csX15" fmla="*/ 1965591 w 2252276"/>
                <a:gd name="csY15" fmla="*/ 201406 h 1896600"/>
                <a:gd name="csX16" fmla="*/ 1975008 w 2252276"/>
                <a:gd name="csY16" fmla="*/ 206597 h 1896600"/>
                <a:gd name="csX17" fmla="*/ 1996028 w 2252276"/>
                <a:gd name="csY17" fmla="*/ 198750 h 1896600"/>
                <a:gd name="csX18" fmla="*/ 2018075 w 2252276"/>
                <a:gd name="csY18" fmla="*/ 187678 h 1896600"/>
                <a:gd name="csX19" fmla="*/ 2018087 w 2252276"/>
                <a:gd name="csY19" fmla="*/ 187781 h 1896600"/>
                <a:gd name="csX20" fmla="*/ 2018087 w 2252276"/>
                <a:gd name="csY20" fmla="*/ 187672 h 1896600"/>
                <a:gd name="csX21" fmla="*/ 2018075 w 2252276"/>
                <a:gd name="csY21" fmla="*/ 187678 h 1896600"/>
                <a:gd name="csX22" fmla="*/ 2017585 w 2252276"/>
                <a:gd name="csY22" fmla="*/ 183604 h 1896600"/>
                <a:gd name="csX23" fmla="*/ 2011483 w 2252276"/>
                <a:gd name="csY23" fmla="*/ 179346 h 1896600"/>
                <a:gd name="csX24" fmla="*/ 1226365 w 2252276"/>
                <a:gd name="csY24" fmla="*/ 0 h 1896600"/>
                <a:gd name="csX25" fmla="*/ 1787779 w 2252276"/>
                <a:gd name="csY25" fmla="*/ 0 h 1896600"/>
                <a:gd name="csX26" fmla="*/ 1788845 w 2252276"/>
                <a:gd name="csY26" fmla="*/ 1136 h 1896600"/>
                <a:gd name="csX27" fmla="*/ 1791467 w 2252276"/>
                <a:gd name="csY27" fmla="*/ 2268 h 1896600"/>
                <a:gd name="csX28" fmla="*/ 1792849 w 2252276"/>
                <a:gd name="csY28" fmla="*/ 0 h 1896600"/>
                <a:gd name="csX29" fmla="*/ 1847971 w 2252276"/>
                <a:gd name="csY29" fmla="*/ 0 h 1896600"/>
                <a:gd name="csX30" fmla="*/ 1849996 w 2252276"/>
                <a:gd name="csY30" fmla="*/ 487 h 1896600"/>
                <a:gd name="csX31" fmla="*/ 1888312 w 2252276"/>
                <a:gd name="csY31" fmla="*/ 17897 h 1896600"/>
                <a:gd name="csX32" fmla="*/ 1854543 w 2252276"/>
                <a:gd name="csY32" fmla="*/ 31630 h 1896600"/>
                <a:gd name="csX33" fmla="*/ 1844909 w 2252276"/>
                <a:gd name="csY33" fmla="*/ 46229 h 1896600"/>
                <a:gd name="csX34" fmla="*/ 1787759 w 2252276"/>
                <a:gd name="csY34" fmla="*/ 49797 h 1896600"/>
                <a:gd name="csX35" fmla="*/ 1753451 w 2252276"/>
                <a:gd name="csY35" fmla="*/ 59205 h 1896600"/>
                <a:gd name="csX36" fmla="*/ 1684394 w 2252276"/>
                <a:gd name="csY36" fmla="*/ 53582 h 1896600"/>
                <a:gd name="csX37" fmla="*/ 1601920 w 2252276"/>
                <a:gd name="csY37" fmla="*/ 61801 h 1896600"/>
                <a:gd name="csX38" fmla="*/ 1581683 w 2252276"/>
                <a:gd name="csY38" fmla="*/ 54664 h 1896600"/>
                <a:gd name="csX39" fmla="*/ 1578864 w 2252276"/>
                <a:gd name="csY39" fmla="*/ 65153 h 1896600"/>
                <a:gd name="csX40" fmla="*/ 1541741 w 2252276"/>
                <a:gd name="csY40" fmla="*/ 67532 h 1896600"/>
                <a:gd name="csX41" fmla="*/ 1523771 w 2252276"/>
                <a:gd name="csY41" fmla="*/ 62990 h 1896600"/>
                <a:gd name="csX42" fmla="*/ 1523339 w 2252276"/>
                <a:gd name="csY42" fmla="*/ 68397 h 1896600"/>
                <a:gd name="csX43" fmla="*/ 1432420 w 2252276"/>
                <a:gd name="csY43" fmla="*/ 98675 h 1896600"/>
                <a:gd name="csX44" fmla="*/ 1431016 w 2252276"/>
                <a:gd name="csY44" fmla="*/ 118789 h 1896600"/>
                <a:gd name="csX45" fmla="*/ 1448117 w 2252276"/>
                <a:gd name="csY45" fmla="*/ 122790 h 1896600"/>
                <a:gd name="csX46" fmla="*/ 1473117 w 2252276"/>
                <a:gd name="csY46" fmla="*/ 107651 h 1896600"/>
                <a:gd name="csX47" fmla="*/ 1499419 w 2252276"/>
                <a:gd name="csY47" fmla="*/ 101920 h 1896600"/>
                <a:gd name="csX48" fmla="*/ 1503750 w 2252276"/>
                <a:gd name="csY48" fmla="*/ 110138 h 1896600"/>
                <a:gd name="csX49" fmla="*/ 1518685 w 2252276"/>
                <a:gd name="csY49" fmla="*/ 114139 h 1896600"/>
                <a:gd name="csX50" fmla="*/ 1543253 w 2252276"/>
                <a:gd name="csY50" fmla="*/ 97918 h 1896600"/>
                <a:gd name="csX51" fmla="*/ 1613179 w 2252276"/>
                <a:gd name="csY51" fmla="*/ 82455 h 1896600"/>
                <a:gd name="csX52" fmla="*/ 1622596 w 2252276"/>
                <a:gd name="csY52" fmla="*/ 90998 h 1896600"/>
                <a:gd name="csX53" fmla="*/ 1635474 w 2252276"/>
                <a:gd name="csY53" fmla="*/ 83428 h 1896600"/>
                <a:gd name="csX54" fmla="*/ 1725307 w 2252276"/>
                <a:gd name="csY54" fmla="*/ 84293 h 1896600"/>
                <a:gd name="csX55" fmla="*/ 1734185 w 2252276"/>
                <a:gd name="csY55" fmla="*/ 101704 h 1896600"/>
                <a:gd name="csX56" fmla="*/ 1648676 w 2252276"/>
                <a:gd name="csY56" fmla="*/ 135875 h 1896600"/>
                <a:gd name="csX57" fmla="*/ 1667617 w 2252276"/>
                <a:gd name="csY57" fmla="*/ 148743 h 1896600"/>
                <a:gd name="csX58" fmla="*/ 1726933 w 2252276"/>
                <a:gd name="csY58" fmla="*/ 131009 h 1896600"/>
                <a:gd name="csX59" fmla="*/ 1744573 w 2252276"/>
                <a:gd name="csY59" fmla="*/ 138578 h 1896600"/>
                <a:gd name="csX60" fmla="*/ 1832355 w 2252276"/>
                <a:gd name="csY60" fmla="*/ 109489 h 1896600"/>
                <a:gd name="csX61" fmla="*/ 1851837 w 2252276"/>
                <a:gd name="csY61" fmla="*/ 108624 h 1896600"/>
                <a:gd name="csX62" fmla="*/ 1854758 w 2252276"/>
                <a:gd name="csY62" fmla="*/ 89376 h 1896600"/>
                <a:gd name="csX63" fmla="*/ 1859521 w 2252276"/>
                <a:gd name="csY63" fmla="*/ 82347 h 1896600"/>
                <a:gd name="csX64" fmla="*/ 1870455 w 2252276"/>
                <a:gd name="csY64" fmla="*/ 109381 h 1896600"/>
                <a:gd name="csX65" fmla="*/ 1857464 w 2252276"/>
                <a:gd name="csY65" fmla="*/ 143012 h 1896600"/>
                <a:gd name="csX66" fmla="*/ 1831594 w 2252276"/>
                <a:gd name="csY66" fmla="*/ 163017 h 1896600"/>
                <a:gd name="csX67" fmla="*/ 1801183 w 2252276"/>
                <a:gd name="csY67" fmla="*/ 198811 h 1896600"/>
                <a:gd name="csX68" fmla="*/ 1784191 w 2252276"/>
                <a:gd name="csY68" fmla="*/ 235145 h 1896600"/>
                <a:gd name="csX69" fmla="*/ 1805730 w 2252276"/>
                <a:gd name="csY69" fmla="*/ 236119 h 1896600"/>
                <a:gd name="csX70" fmla="*/ 1810924 w 2252276"/>
                <a:gd name="csY70" fmla="*/ 232333 h 1896600"/>
                <a:gd name="csX71" fmla="*/ 1827161 w 2252276"/>
                <a:gd name="csY71" fmla="*/ 204109 h 1896600"/>
                <a:gd name="csX72" fmla="*/ 1875866 w 2252276"/>
                <a:gd name="csY72" fmla="*/ 159233 h 1896600"/>
                <a:gd name="csX73" fmla="*/ 1925764 w 2252276"/>
                <a:gd name="csY73" fmla="*/ 118681 h 1896600"/>
                <a:gd name="csX74" fmla="*/ 1933664 w 2252276"/>
                <a:gd name="csY74" fmla="*/ 123331 h 1896600"/>
                <a:gd name="csX75" fmla="*/ 1925548 w 2252276"/>
                <a:gd name="csY75" fmla="*/ 142796 h 1896600"/>
                <a:gd name="csX76" fmla="*/ 1885067 w 2252276"/>
                <a:gd name="csY76" fmla="*/ 173399 h 1896600"/>
                <a:gd name="csX77" fmla="*/ 1845989 w 2252276"/>
                <a:gd name="csY77" fmla="*/ 224548 h 1896600"/>
                <a:gd name="csX78" fmla="*/ 1869694 w 2252276"/>
                <a:gd name="csY78" fmla="*/ 221195 h 1896600"/>
                <a:gd name="csX79" fmla="*/ 1891665 w 2252276"/>
                <a:gd name="csY79" fmla="*/ 196756 h 1896600"/>
                <a:gd name="csX80" fmla="*/ 1928145 w 2252276"/>
                <a:gd name="csY80" fmla="*/ 168424 h 1896600"/>
                <a:gd name="csX81" fmla="*/ 1948491 w 2252276"/>
                <a:gd name="csY81" fmla="*/ 160098 h 1896600"/>
                <a:gd name="csX82" fmla="*/ 1974900 w 2252276"/>
                <a:gd name="csY82" fmla="*/ 134793 h 1896600"/>
                <a:gd name="csX83" fmla="*/ 1995792 w 2252276"/>
                <a:gd name="csY83" fmla="*/ 135334 h 1896600"/>
                <a:gd name="csX84" fmla="*/ 2010727 w 2252276"/>
                <a:gd name="csY84" fmla="*/ 144634 h 1896600"/>
                <a:gd name="csX85" fmla="*/ 2033130 w 2252276"/>
                <a:gd name="csY85" fmla="*/ 134144 h 1896600"/>
                <a:gd name="csX86" fmla="*/ 2076316 w 2252276"/>
                <a:gd name="csY86" fmla="*/ 144310 h 1896600"/>
                <a:gd name="csX87" fmla="*/ 2111495 w 2252276"/>
                <a:gd name="csY87" fmla="*/ 119654 h 1896600"/>
                <a:gd name="csX88" fmla="*/ 2120049 w 2252276"/>
                <a:gd name="csY88" fmla="*/ 103758 h 1896600"/>
                <a:gd name="csX89" fmla="*/ 2126862 w 2252276"/>
                <a:gd name="csY89" fmla="*/ 105596 h 1896600"/>
                <a:gd name="csX90" fmla="*/ 2138876 w 2252276"/>
                <a:gd name="csY90" fmla="*/ 116735 h 1896600"/>
                <a:gd name="csX91" fmla="*/ 2163775 w 2252276"/>
                <a:gd name="csY91" fmla="*/ 105596 h 1896600"/>
                <a:gd name="csX92" fmla="*/ 2207933 w 2252276"/>
                <a:gd name="csY92" fmla="*/ 103758 h 1896600"/>
                <a:gd name="csX93" fmla="*/ 2242350 w 2252276"/>
                <a:gd name="csY93" fmla="*/ 120087 h 1896600"/>
                <a:gd name="csX94" fmla="*/ 2249710 w 2252276"/>
                <a:gd name="csY94" fmla="*/ 121925 h 1896600"/>
                <a:gd name="csX95" fmla="*/ 2250147 w 2252276"/>
                <a:gd name="csY95" fmla="*/ 122682 h 1896600"/>
                <a:gd name="csX96" fmla="*/ 2251983 w 2252276"/>
                <a:gd name="csY96" fmla="*/ 127224 h 1896600"/>
                <a:gd name="csX97" fmla="*/ 2249817 w 2252276"/>
                <a:gd name="csY97" fmla="*/ 132955 h 1896600"/>
                <a:gd name="csX98" fmla="*/ 2245277 w 2252276"/>
                <a:gd name="csY98" fmla="*/ 138038 h 1896600"/>
                <a:gd name="csX99" fmla="*/ 2204472 w 2252276"/>
                <a:gd name="csY99" fmla="*/ 156637 h 1896600"/>
                <a:gd name="csX100" fmla="*/ 2189423 w 2252276"/>
                <a:gd name="csY100" fmla="*/ 171884 h 1896600"/>
                <a:gd name="csX101" fmla="*/ 2157711 w 2252276"/>
                <a:gd name="csY101" fmla="*/ 173074 h 1896600"/>
                <a:gd name="csX102" fmla="*/ 2150027 w 2252276"/>
                <a:gd name="csY102" fmla="*/ 179238 h 1896600"/>
                <a:gd name="csX103" fmla="*/ 2159984 w 2252276"/>
                <a:gd name="csY103" fmla="*/ 192539 h 1896600"/>
                <a:gd name="csX104" fmla="*/ 2149487 w 2252276"/>
                <a:gd name="csY104" fmla="*/ 203245 h 1896600"/>
                <a:gd name="csX105" fmla="*/ 2122538 w 2252276"/>
                <a:gd name="csY105" fmla="*/ 203677 h 1896600"/>
                <a:gd name="csX106" fmla="*/ 2111387 w 2252276"/>
                <a:gd name="csY106" fmla="*/ 216005 h 1896600"/>
                <a:gd name="csX107" fmla="*/ 2062137 w 2252276"/>
                <a:gd name="csY107" fmla="*/ 215897 h 1896600"/>
                <a:gd name="csX108" fmla="*/ 2046662 w 2252276"/>
                <a:gd name="csY108" fmla="*/ 205515 h 1896600"/>
                <a:gd name="csX109" fmla="*/ 2036057 w 2252276"/>
                <a:gd name="csY109" fmla="*/ 214923 h 1896600"/>
                <a:gd name="csX110" fmla="*/ 1978368 w 2252276"/>
                <a:gd name="csY110" fmla="*/ 222601 h 1896600"/>
                <a:gd name="csX111" fmla="*/ 1980095 w 2252276"/>
                <a:gd name="csY111" fmla="*/ 232550 h 1896600"/>
                <a:gd name="csX112" fmla="*/ 2101862 w 2252276"/>
                <a:gd name="csY112" fmla="*/ 244012 h 1896600"/>
                <a:gd name="csX113" fmla="*/ 2085409 w 2252276"/>
                <a:gd name="csY113" fmla="*/ 256124 h 1896600"/>
                <a:gd name="csX114" fmla="*/ 2075669 w 2252276"/>
                <a:gd name="csY114" fmla="*/ 267370 h 1896600"/>
                <a:gd name="csX115" fmla="*/ 1988217 w 2252276"/>
                <a:gd name="csY115" fmla="*/ 267587 h 1896600"/>
                <a:gd name="csX116" fmla="*/ 1966023 w 2252276"/>
                <a:gd name="csY116" fmla="*/ 297000 h 1896600"/>
                <a:gd name="csX117" fmla="*/ 1970785 w 2252276"/>
                <a:gd name="csY117" fmla="*/ 322628 h 1896600"/>
                <a:gd name="csX118" fmla="*/ 1994058 w 2252276"/>
                <a:gd name="csY118" fmla="*/ 294512 h 1896600"/>
                <a:gd name="csX119" fmla="*/ 2018195 w 2252276"/>
                <a:gd name="csY119" fmla="*/ 286727 h 1896600"/>
                <a:gd name="csX120" fmla="*/ 2029345 w 2252276"/>
                <a:gd name="csY120" fmla="*/ 290295 h 1896600"/>
                <a:gd name="csX121" fmla="*/ 2048827 w 2252276"/>
                <a:gd name="csY121" fmla="*/ 285537 h 1896600"/>
                <a:gd name="csX122" fmla="*/ 2073395 w 2252276"/>
                <a:gd name="csY122" fmla="*/ 292999 h 1896600"/>
                <a:gd name="csX123" fmla="*/ 2056510 w 2252276"/>
                <a:gd name="csY123" fmla="*/ 309760 h 1896600"/>
                <a:gd name="csX124" fmla="*/ 2050669 w 2252276"/>
                <a:gd name="csY124" fmla="*/ 317438 h 1896600"/>
                <a:gd name="csX125" fmla="*/ 2007158 w 2252276"/>
                <a:gd name="csY125" fmla="*/ 322088 h 1896600"/>
                <a:gd name="csX126" fmla="*/ 1993950 w 2252276"/>
                <a:gd name="csY126" fmla="*/ 345986 h 1896600"/>
                <a:gd name="csX127" fmla="*/ 2011051 w 2252276"/>
                <a:gd name="csY127" fmla="*/ 367289 h 1896600"/>
                <a:gd name="csX128" fmla="*/ 2011921 w 2252276"/>
                <a:gd name="csY128" fmla="*/ 378968 h 1896600"/>
                <a:gd name="csX129" fmla="*/ 1987778 w 2252276"/>
                <a:gd name="csY129" fmla="*/ 388160 h 1896600"/>
                <a:gd name="csX130" fmla="*/ 1986267 w 2252276"/>
                <a:gd name="csY130" fmla="*/ 399839 h 1896600"/>
                <a:gd name="csX131" fmla="*/ 1980095 w 2252276"/>
                <a:gd name="csY131" fmla="*/ 411193 h 1896600"/>
                <a:gd name="csX132" fmla="*/ 1959102 w 2252276"/>
                <a:gd name="csY132" fmla="*/ 410328 h 1896600"/>
                <a:gd name="csX133" fmla="*/ 1935289 w 2252276"/>
                <a:gd name="csY133" fmla="*/ 466667 h 1896600"/>
                <a:gd name="csX134" fmla="*/ 1936908 w 2252276"/>
                <a:gd name="csY134" fmla="*/ 493161 h 1896600"/>
                <a:gd name="csX135" fmla="*/ 1926412 w 2252276"/>
                <a:gd name="csY135" fmla="*/ 499433 h 1896600"/>
                <a:gd name="csX136" fmla="*/ 1913966 w 2252276"/>
                <a:gd name="csY136" fmla="*/ 525494 h 1896600"/>
                <a:gd name="csX137" fmla="*/ 1925218 w 2252276"/>
                <a:gd name="csY137" fmla="*/ 531550 h 1896600"/>
                <a:gd name="csX138" fmla="*/ 1948491 w 2252276"/>
                <a:gd name="csY138" fmla="*/ 506570 h 1896600"/>
                <a:gd name="csX139" fmla="*/ 2004447 w 2252276"/>
                <a:gd name="csY139" fmla="*/ 514789 h 1896600"/>
                <a:gd name="csX140" fmla="*/ 2019820 w 2252276"/>
                <a:gd name="csY140" fmla="*/ 537065 h 1896600"/>
                <a:gd name="csX141" fmla="*/ 2018410 w 2252276"/>
                <a:gd name="csY141" fmla="*/ 541066 h 1896600"/>
                <a:gd name="csX142" fmla="*/ 1997087 w 2252276"/>
                <a:gd name="csY142" fmla="*/ 543770 h 1896600"/>
                <a:gd name="csX143" fmla="*/ 1969490 w 2252276"/>
                <a:gd name="csY143" fmla="*/ 537065 h 1896600"/>
                <a:gd name="csX144" fmla="*/ 1966461 w 2252276"/>
                <a:gd name="csY144" fmla="*/ 540309 h 1896600"/>
                <a:gd name="csX145" fmla="*/ 1967325 w 2252276"/>
                <a:gd name="csY145" fmla="*/ 552420 h 1896600"/>
                <a:gd name="csX146" fmla="*/ 1993087 w 2252276"/>
                <a:gd name="csY146" fmla="*/ 562585 h 1896600"/>
                <a:gd name="csX147" fmla="*/ 2011699 w 2252276"/>
                <a:gd name="csY147" fmla="*/ 571020 h 1896600"/>
                <a:gd name="csX148" fmla="*/ 2017871 w 2252276"/>
                <a:gd name="csY148" fmla="*/ 564316 h 1896600"/>
                <a:gd name="csX149" fmla="*/ 2038655 w 2252276"/>
                <a:gd name="csY149" fmla="*/ 564640 h 1896600"/>
                <a:gd name="csX150" fmla="*/ 2047525 w 2252276"/>
                <a:gd name="csY150" fmla="*/ 589403 h 1896600"/>
                <a:gd name="csX151" fmla="*/ 2042223 w 2252276"/>
                <a:gd name="csY151" fmla="*/ 605840 h 1896600"/>
                <a:gd name="csX152" fmla="*/ 2001742 w 2252276"/>
                <a:gd name="csY152" fmla="*/ 604975 h 1896600"/>
                <a:gd name="csX153" fmla="*/ 1995792 w 2252276"/>
                <a:gd name="csY153" fmla="*/ 616762 h 1896600"/>
                <a:gd name="csX154" fmla="*/ 1988756 w 2252276"/>
                <a:gd name="csY154" fmla="*/ 618709 h 1896600"/>
                <a:gd name="csX155" fmla="*/ 1986699 w 2252276"/>
                <a:gd name="csY155" fmla="*/ 602705 h 1896600"/>
                <a:gd name="csX156" fmla="*/ 1964620 w 2252276"/>
                <a:gd name="csY156" fmla="*/ 596108 h 1896600"/>
                <a:gd name="csX157" fmla="*/ 1935937 w 2252276"/>
                <a:gd name="csY157" fmla="*/ 613302 h 1896600"/>
                <a:gd name="csX158" fmla="*/ 1940807 w 2252276"/>
                <a:gd name="csY158" fmla="*/ 632010 h 1896600"/>
                <a:gd name="csX159" fmla="*/ 1952821 w 2252276"/>
                <a:gd name="csY159" fmla="*/ 628549 h 1896600"/>
                <a:gd name="csX160" fmla="*/ 1970894 w 2252276"/>
                <a:gd name="csY160" fmla="*/ 640767 h 1896600"/>
                <a:gd name="csX161" fmla="*/ 1968950 w 2252276"/>
                <a:gd name="csY161" fmla="*/ 656235 h 1896600"/>
                <a:gd name="csX162" fmla="*/ 1986051 w 2252276"/>
                <a:gd name="csY162" fmla="*/ 661423 h 1896600"/>
                <a:gd name="csX163" fmla="*/ 1986267 w 2252276"/>
                <a:gd name="csY163" fmla="*/ 677425 h 1896600"/>
                <a:gd name="csX164" fmla="*/ 2000339 w 2252276"/>
                <a:gd name="csY164" fmla="*/ 703600 h 1896600"/>
                <a:gd name="csX165" fmla="*/ 1997849 w 2252276"/>
                <a:gd name="csY165" fmla="*/ 713112 h 1896600"/>
                <a:gd name="csX166" fmla="*/ 2004339 w 2252276"/>
                <a:gd name="csY166" fmla="*/ 738633 h 1896600"/>
                <a:gd name="csX167" fmla="*/ 2000339 w 2252276"/>
                <a:gd name="csY167" fmla="*/ 751066 h 1896600"/>
                <a:gd name="csX168" fmla="*/ 1985397 w 2252276"/>
                <a:gd name="csY168" fmla="*/ 753447 h 1896600"/>
                <a:gd name="csX169" fmla="*/ 1978368 w 2252276"/>
                <a:gd name="csY169" fmla="*/ 742094 h 1896600"/>
                <a:gd name="csX170" fmla="*/ 1956606 w 2252276"/>
                <a:gd name="csY170" fmla="*/ 742957 h 1896600"/>
                <a:gd name="csX171" fmla="*/ 1957368 w 2252276"/>
                <a:gd name="csY171" fmla="*/ 761772 h 1896600"/>
                <a:gd name="csX172" fmla="*/ 1972195 w 2252276"/>
                <a:gd name="csY172" fmla="*/ 766643 h 1896600"/>
                <a:gd name="csX173" fmla="*/ 1985181 w 2252276"/>
                <a:gd name="csY173" fmla="*/ 779832 h 1896600"/>
                <a:gd name="csX174" fmla="*/ 1977929 w 2252276"/>
                <a:gd name="csY174" fmla="*/ 794322 h 1896600"/>
                <a:gd name="csX175" fmla="*/ 1987131 w 2252276"/>
                <a:gd name="csY175" fmla="*/ 806762 h 1896600"/>
                <a:gd name="csX176" fmla="*/ 2000878 w 2252276"/>
                <a:gd name="csY176" fmla="*/ 801028 h 1896600"/>
                <a:gd name="csX177" fmla="*/ 2006072 w 2252276"/>
                <a:gd name="csY177" fmla="*/ 811626 h 1896600"/>
                <a:gd name="csX178" fmla="*/ 2015813 w 2252276"/>
                <a:gd name="csY178" fmla="*/ 817792 h 1896600"/>
                <a:gd name="csX179" fmla="*/ 2005533 w 2252276"/>
                <a:gd name="csY179" fmla="*/ 835851 h 1896600"/>
                <a:gd name="csX180" fmla="*/ 1985835 w 2252276"/>
                <a:gd name="csY180" fmla="*/ 837255 h 1896600"/>
                <a:gd name="csX181" fmla="*/ 1964404 w 2252276"/>
                <a:gd name="csY181" fmla="*/ 821469 h 1896600"/>
                <a:gd name="csX182" fmla="*/ 1966677 w 2252276"/>
                <a:gd name="csY182" fmla="*/ 841039 h 1896600"/>
                <a:gd name="csX183" fmla="*/ 1964188 w 2252276"/>
                <a:gd name="csY183" fmla="*/ 844932 h 1896600"/>
                <a:gd name="csX184" fmla="*/ 1934635 w 2252276"/>
                <a:gd name="csY184" fmla="*/ 843744 h 1896600"/>
                <a:gd name="csX185" fmla="*/ 1906930 w 2252276"/>
                <a:gd name="csY185" fmla="*/ 833578 h 1896600"/>
                <a:gd name="csX186" fmla="*/ 1889614 w 2252276"/>
                <a:gd name="csY186" fmla="*/ 850882 h 1896600"/>
                <a:gd name="csX187" fmla="*/ 1902923 w 2252276"/>
                <a:gd name="csY187" fmla="*/ 862775 h 1896600"/>
                <a:gd name="csX188" fmla="*/ 1917858 w 2252276"/>
                <a:gd name="csY188" fmla="*/ 856609 h 1896600"/>
                <a:gd name="csX189" fmla="*/ 1951088 w 2252276"/>
                <a:gd name="csY189" fmla="*/ 868401 h 1896600"/>
                <a:gd name="csX190" fmla="*/ 1967325 w 2252276"/>
                <a:gd name="csY190" fmla="*/ 866236 h 1896600"/>
                <a:gd name="csX191" fmla="*/ 1974361 w 2252276"/>
                <a:gd name="csY191" fmla="*/ 874993 h 1896600"/>
                <a:gd name="csX192" fmla="*/ 1964080 w 2252276"/>
                <a:gd name="csY192" fmla="*/ 884295 h 1896600"/>
                <a:gd name="csX193" fmla="*/ 1964080 w 2252276"/>
                <a:gd name="csY193" fmla="*/ 903218 h 1896600"/>
                <a:gd name="csX194" fmla="*/ 1926520 w 2252276"/>
                <a:gd name="csY194" fmla="*/ 906355 h 1896600"/>
                <a:gd name="csX195" fmla="*/ 1905952 w 2252276"/>
                <a:gd name="csY195" fmla="*/ 918465 h 1896600"/>
                <a:gd name="csX196" fmla="*/ 1872291 w 2252276"/>
                <a:gd name="csY196" fmla="*/ 918141 h 1896600"/>
                <a:gd name="csX197" fmla="*/ 1817636 w 2252276"/>
                <a:gd name="csY197" fmla="*/ 884187 h 1896600"/>
                <a:gd name="csX198" fmla="*/ 1818392 w 2252276"/>
                <a:gd name="csY198" fmla="*/ 901491 h 1896600"/>
                <a:gd name="csX199" fmla="*/ 1822183 w 2252276"/>
                <a:gd name="csY199" fmla="*/ 907327 h 1896600"/>
                <a:gd name="csX200" fmla="*/ 1871319 w 2252276"/>
                <a:gd name="csY200" fmla="*/ 937280 h 1896600"/>
                <a:gd name="csX201" fmla="*/ 1905952 w 2252276"/>
                <a:gd name="csY201" fmla="*/ 953936 h 1896600"/>
                <a:gd name="csX202" fmla="*/ 1909743 w 2252276"/>
                <a:gd name="csY202" fmla="*/ 971887 h 1896600"/>
                <a:gd name="csX203" fmla="*/ 1892427 w 2252276"/>
                <a:gd name="csY203" fmla="*/ 975888 h 1896600"/>
                <a:gd name="csX204" fmla="*/ 1906606 w 2252276"/>
                <a:gd name="csY204" fmla="*/ 993731 h 1896600"/>
                <a:gd name="csX205" fmla="*/ 1893182 w 2252276"/>
                <a:gd name="csY205" fmla="*/ 1000107 h 1896600"/>
                <a:gd name="csX206" fmla="*/ 1899678 w 2252276"/>
                <a:gd name="csY206" fmla="*/ 1015575 h 1896600"/>
                <a:gd name="csX207" fmla="*/ 1895564 w 2252276"/>
                <a:gd name="csY207" fmla="*/ 1024332 h 1896600"/>
                <a:gd name="csX208" fmla="*/ 1890045 w 2252276"/>
                <a:gd name="csY208" fmla="*/ 1024656 h 1896600"/>
                <a:gd name="csX209" fmla="*/ 1860061 w 2252276"/>
                <a:gd name="csY209" fmla="*/ 1003028 h 1896600"/>
                <a:gd name="csX210" fmla="*/ 1822507 w 2252276"/>
                <a:gd name="csY210" fmla="*/ 986270 h 1896600"/>
                <a:gd name="csX211" fmla="*/ 1809946 w 2252276"/>
                <a:gd name="csY211" fmla="*/ 947662 h 1896600"/>
                <a:gd name="csX212" fmla="*/ 1798154 w 2252276"/>
                <a:gd name="csY212" fmla="*/ 941718 h 1896600"/>
                <a:gd name="csX213" fmla="*/ 1808759 w 2252276"/>
                <a:gd name="csY213" fmla="*/ 996976 h 1896600"/>
                <a:gd name="csX214" fmla="*/ 1869046 w 2252276"/>
                <a:gd name="csY214" fmla="*/ 1033959 h 1896600"/>
                <a:gd name="csX215" fmla="*/ 1867858 w 2252276"/>
                <a:gd name="csY215" fmla="*/ 1052342 h 1896600"/>
                <a:gd name="csX216" fmla="*/ 1889614 w 2252276"/>
                <a:gd name="csY216" fmla="*/ 1048341 h 1896600"/>
                <a:gd name="csX217" fmla="*/ 1904981 w 2252276"/>
                <a:gd name="csY217" fmla="*/ 1057422 h 1896600"/>
                <a:gd name="csX218" fmla="*/ 1889830 w 2252276"/>
                <a:gd name="csY218" fmla="*/ 1072021 h 1896600"/>
                <a:gd name="csX219" fmla="*/ 1890693 w 2252276"/>
                <a:gd name="csY219" fmla="*/ 1083698 h 1896600"/>
                <a:gd name="csX220" fmla="*/ 1920132 w 2252276"/>
                <a:gd name="csY220" fmla="*/ 1078618 h 1896600"/>
                <a:gd name="csX221" fmla="*/ 1917211 w 2252276"/>
                <a:gd name="csY221" fmla="*/ 1124357 h 1896600"/>
                <a:gd name="csX222" fmla="*/ 1922513 w 2252276"/>
                <a:gd name="csY222" fmla="*/ 1155720 h 1896600"/>
                <a:gd name="csX223" fmla="*/ 1897729 w 2252276"/>
                <a:gd name="csY223" fmla="*/ 1157231 h 1896600"/>
                <a:gd name="csX224" fmla="*/ 1891233 w 2252276"/>
                <a:gd name="csY224" fmla="*/ 1134200 h 1896600"/>
                <a:gd name="csX225" fmla="*/ 1884089 w 2252276"/>
                <a:gd name="csY225" fmla="*/ 1126523 h 1896600"/>
                <a:gd name="csX226" fmla="*/ 1880412 w 2252276"/>
                <a:gd name="csY226" fmla="*/ 1155612 h 1896600"/>
                <a:gd name="csX227" fmla="*/ 1857680 w 2252276"/>
                <a:gd name="csY227" fmla="*/ 1158857 h 1896600"/>
                <a:gd name="csX228" fmla="*/ 1831924 w 2252276"/>
                <a:gd name="csY228" fmla="*/ 1142956 h 1896600"/>
                <a:gd name="csX229" fmla="*/ 1821961 w 2252276"/>
                <a:gd name="csY229" fmla="*/ 1116140 h 1896600"/>
                <a:gd name="csX230" fmla="*/ 1807457 w 2252276"/>
                <a:gd name="csY230" fmla="*/ 1093972 h 1896600"/>
                <a:gd name="csX231" fmla="*/ 1787759 w 2252276"/>
                <a:gd name="csY231" fmla="*/ 1091699 h 1896600"/>
                <a:gd name="csX232" fmla="*/ 1778889 w 2252276"/>
                <a:gd name="csY232" fmla="*/ 1110305 h 1896600"/>
                <a:gd name="csX233" fmla="*/ 1781702 w 2252276"/>
                <a:gd name="csY233" fmla="*/ 1142201 h 1896600"/>
                <a:gd name="csX234" fmla="*/ 1778996 w 2252276"/>
                <a:gd name="csY234" fmla="*/ 1147287 h 1896600"/>
                <a:gd name="csX235" fmla="*/ 1750529 w 2252276"/>
                <a:gd name="csY235" fmla="*/ 1158317 h 1896600"/>
                <a:gd name="csX236" fmla="*/ 1730718 w 2252276"/>
                <a:gd name="csY236" fmla="*/ 1175075 h 1896600"/>
                <a:gd name="csX237" fmla="*/ 1731371 w 2252276"/>
                <a:gd name="csY237" fmla="*/ 1177240 h 1896600"/>
                <a:gd name="csX238" fmla="*/ 1755724 w 2252276"/>
                <a:gd name="csY238" fmla="*/ 1175183 h 1896600"/>
                <a:gd name="csX239" fmla="*/ 1784299 w 2252276"/>
                <a:gd name="csY239" fmla="*/ 1163505 h 1896600"/>
                <a:gd name="csX240" fmla="*/ 1840039 w 2252276"/>
                <a:gd name="csY240" fmla="*/ 1183184 h 1896600"/>
                <a:gd name="csX241" fmla="*/ 1902275 w 2252276"/>
                <a:gd name="csY241" fmla="*/ 1181025 h 1896600"/>
                <a:gd name="csX242" fmla="*/ 1894268 w 2252276"/>
                <a:gd name="csY242" fmla="*/ 1199840 h 1896600"/>
                <a:gd name="csX243" fmla="*/ 1871751 w 2252276"/>
                <a:gd name="csY243" fmla="*/ 1209250 h 1896600"/>
                <a:gd name="csX244" fmla="*/ 1860930 w 2252276"/>
                <a:gd name="csY244" fmla="*/ 1222223 h 1896600"/>
                <a:gd name="csX245" fmla="*/ 1845665 w 2252276"/>
                <a:gd name="csY245" fmla="*/ 1218979 h 1896600"/>
                <a:gd name="csX246" fmla="*/ 1834953 w 2252276"/>
                <a:gd name="csY246" fmla="*/ 1235959 h 1896600"/>
                <a:gd name="csX247" fmla="*/ 1802809 w 2252276"/>
                <a:gd name="csY247" fmla="*/ 1251097 h 1896600"/>
                <a:gd name="csX248" fmla="*/ 1782673 w 2252276"/>
                <a:gd name="csY248" fmla="*/ 1255097 h 1896600"/>
                <a:gd name="csX249" fmla="*/ 1785594 w 2252276"/>
                <a:gd name="csY249" fmla="*/ 1261371 h 1896600"/>
                <a:gd name="csX250" fmla="*/ 1764925 w 2252276"/>
                <a:gd name="csY250" fmla="*/ 1286244 h 1896600"/>
                <a:gd name="csX251" fmla="*/ 1744789 w 2252276"/>
                <a:gd name="csY251" fmla="*/ 1287216 h 1896600"/>
                <a:gd name="csX252" fmla="*/ 1741436 w 2252276"/>
                <a:gd name="csY252" fmla="*/ 1297166 h 1896600"/>
                <a:gd name="csX253" fmla="*/ 1698682 w 2252276"/>
                <a:gd name="csY253" fmla="*/ 1312844 h 1896600"/>
                <a:gd name="csX254" fmla="*/ 1681473 w 2252276"/>
                <a:gd name="csY254" fmla="*/ 1307218 h 1896600"/>
                <a:gd name="csX255" fmla="*/ 1675739 w 2252276"/>
                <a:gd name="csY255" fmla="*/ 1314463 h 1896600"/>
                <a:gd name="csX256" fmla="*/ 1628546 w 2252276"/>
                <a:gd name="csY256" fmla="*/ 1334149 h 1896600"/>
                <a:gd name="csX257" fmla="*/ 1615992 w 2252276"/>
                <a:gd name="csY257" fmla="*/ 1323119 h 1896600"/>
                <a:gd name="csX258" fmla="*/ 1602892 w 2252276"/>
                <a:gd name="csY258" fmla="*/ 1320090 h 1896600"/>
                <a:gd name="csX259" fmla="*/ 1611661 w 2252276"/>
                <a:gd name="csY259" fmla="*/ 1339984 h 1896600"/>
                <a:gd name="csX260" fmla="*/ 1550180 w 2252276"/>
                <a:gd name="csY260" fmla="*/ 1346582 h 1896600"/>
                <a:gd name="csX261" fmla="*/ 1521504 w 2252276"/>
                <a:gd name="csY261" fmla="*/ 1311441 h 1896600"/>
                <a:gd name="csX262" fmla="*/ 1506994 w 2252276"/>
                <a:gd name="csY262" fmla="*/ 1309815 h 1896600"/>
                <a:gd name="csX263" fmla="*/ 1522584 w 2252276"/>
                <a:gd name="csY263" fmla="*/ 1345178 h 1896600"/>
                <a:gd name="csX264" fmla="*/ 1524425 w 2252276"/>
                <a:gd name="csY264" fmla="*/ 1357828 h 1896600"/>
                <a:gd name="csX265" fmla="*/ 1492707 w 2252276"/>
                <a:gd name="csY265" fmla="*/ 1376535 h 1896600"/>
                <a:gd name="csX266" fmla="*/ 1480261 w 2252276"/>
                <a:gd name="csY266" fmla="*/ 1409841 h 1896600"/>
                <a:gd name="csX267" fmla="*/ 1464570 w 2252276"/>
                <a:gd name="csY267" fmla="*/ 1429310 h 1896600"/>
                <a:gd name="csX268" fmla="*/ 1456448 w 2252276"/>
                <a:gd name="csY268" fmla="*/ 1448556 h 1896600"/>
                <a:gd name="csX269" fmla="*/ 1421600 w 2252276"/>
                <a:gd name="csY269" fmla="*/ 1478294 h 1896600"/>
                <a:gd name="csX270" fmla="*/ 1396053 w 2252276"/>
                <a:gd name="csY270" fmla="*/ 1473321 h 1896600"/>
                <a:gd name="csX271" fmla="*/ 1401248 w 2252276"/>
                <a:gd name="csY271" fmla="*/ 1484783 h 1896600"/>
                <a:gd name="csX272" fmla="*/ 1374730 w 2252276"/>
                <a:gd name="csY272" fmla="*/ 1512247 h 1896600"/>
                <a:gd name="csX273" fmla="*/ 1364557 w 2252276"/>
                <a:gd name="csY273" fmla="*/ 1496029 h 1896600"/>
                <a:gd name="csX274" fmla="*/ 1353191 w 2252276"/>
                <a:gd name="csY274" fmla="*/ 1524039 h 1896600"/>
                <a:gd name="csX275" fmla="*/ 1335982 w 2252276"/>
                <a:gd name="csY275" fmla="*/ 1522089 h 1896600"/>
                <a:gd name="csX276" fmla="*/ 1314551 w 2252276"/>
                <a:gd name="csY276" fmla="*/ 1522413 h 1896600"/>
                <a:gd name="csX277" fmla="*/ 1325594 w 2252276"/>
                <a:gd name="csY277" fmla="*/ 1490727 h 1896600"/>
                <a:gd name="csX278" fmla="*/ 1334471 w 2252276"/>
                <a:gd name="csY278" fmla="*/ 1477214 h 1896600"/>
                <a:gd name="csX279" fmla="*/ 1315853 w 2252276"/>
                <a:gd name="csY279" fmla="*/ 1481754 h 1896600"/>
                <a:gd name="csX280" fmla="*/ 1297127 w 2252276"/>
                <a:gd name="csY280" fmla="*/ 1520686 h 1896600"/>
                <a:gd name="csX281" fmla="*/ 1265307 w 2252276"/>
                <a:gd name="csY281" fmla="*/ 1532796 h 1896600"/>
                <a:gd name="csX282" fmla="*/ 1249940 w 2252276"/>
                <a:gd name="csY282" fmla="*/ 1524039 h 1896600"/>
                <a:gd name="csX283" fmla="*/ 1231322 w 2252276"/>
                <a:gd name="csY283" fmla="*/ 1531932 h 1896600"/>
                <a:gd name="csX284" fmla="*/ 1244308 w 2252276"/>
                <a:gd name="csY284" fmla="*/ 1543825 h 1896600"/>
                <a:gd name="csX285" fmla="*/ 1240847 w 2252276"/>
                <a:gd name="csY285" fmla="*/ 1559720 h 1896600"/>
                <a:gd name="csX286" fmla="*/ 1197121 w 2252276"/>
                <a:gd name="csY286" fmla="*/ 1557992 h 1896600"/>
                <a:gd name="csX287" fmla="*/ 1193006 w 2252276"/>
                <a:gd name="csY287" fmla="*/ 1568051 h 1896600"/>
                <a:gd name="csX288" fmla="*/ 1212596 w 2252276"/>
                <a:gd name="csY288" fmla="*/ 1584916 h 1896600"/>
                <a:gd name="csX289" fmla="*/ 1224070 w 2252276"/>
                <a:gd name="csY289" fmla="*/ 1608278 h 1896600"/>
                <a:gd name="csX290" fmla="*/ 1183157 w 2252276"/>
                <a:gd name="csY290" fmla="*/ 1610653 h 1896600"/>
                <a:gd name="csX291" fmla="*/ 1180452 w 2252276"/>
                <a:gd name="csY291" fmla="*/ 1618870 h 1896600"/>
                <a:gd name="csX292" fmla="*/ 1209135 w 2252276"/>
                <a:gd name="csY292" fmla="*/ 1626445 h 1896600"/>
                <a:gd name="csX293" fmla="*/ 1212488 w 2252276"/>
                <a:gd name="csY293" fmla="*/ 1650340 h 1896600"/>
                <a:gd name="csX294" fmla="*/ 1179042 w 2252276"/>
                <a:gd name="csY294" fmla="*/ 1644714 h 1896600"/>
                <a:gd name="csX295" fmla="*/ 1188891 w 2252276"/>
                <a:gd name="csY295" fmla="*/ 1655744 h 1896600"/>
                <a:gd name="csX296" fmla="*/ 1205560 w 2252276"/>
                <a:gd name="csY296" fmla="*/ 1660507 h 1896600"/>
                <a:gd name="csX297" fmla="*/ 1156423 w 2252276"/>
                <a:gd name="csY297" fmla="*/ 1716304 h 1896600"/>
                <a:gd name="csX298" fmla="*/ 1142676 w 2252276"/>
                <a:gd name="csY298" fmla="*/ 1708303 h 1896600"/>
                <a:gd name="csX299" fmla="*/ 1125251 w 2252276"/>
                <a:gd name="csY299" fmla="*/ 1714901 h 1896600"/>
                <a:gd name="csX300" fmla="*/ 1148956 w 2252276"/>
                <a:gd name="csY300" fmla="*/ 1729715 h 1896600"/>
                <a:gd name="csX301" fmla="*/ 1152201 w 2252276"/>
                <a:gd name="csY301" fmla="*/ 1734903 h 1896600"/>
                <a:gd name="csX302" fmla="*/ 1149172 w 2252276"/>
                <a:gd name="csY302" fmla="*/ 1737716 h 1896600"/>
                <a:gd name="csX303" fmla="*/ 1127957 w 2252276"/>
                <a:gd name="csY303" fmla="*/ 1730471 h 1896600"/>
                <a:gd name="csX304" fmla="*/ 1143108 w 2252276"/>
                <a:gd name="csY304" fmla="*/ 1743666 h 1896600"/>
                <a:gd name="csX305" fmla="*/ 1141920 w 2252276"/>
                <a:gd name="csY305" fmla="*/ 1755884 h 1896600"/>
                <a:gd name="csX306" fmla="*/ 1151007 w 2252276"/>
                <a:gd name="csY306" fmla="*/ 1765504 h 1896600"/>
                <a:gd name="csX307" fmla="*/ 1138561 w 2252276"/>
                <a:gd name="csY307" fmla="*/ 1802709 h 1896600"/>
                <a:gd name="csX308" fmla="*/ 1122546 w 2252276"/>
                <a:gd name="csY308" fmla="*/ 1810602 h 1896600"/>
                <a:gd name="csX309" fmla="*/ 1128712 w 2252276"/>
                <a:gd name="csY309" fmla="*/ 1821092 h 1896600"/>
                <a:gd name="csX310" fmla="*/ 1126115 w 2252276"/>
                <a:gd name="csY310" fmla="*/ 1844339 h 1896600"/>
                <a:gd name="csX311" fmla="*/ 1104900 w 2252276"/>
                <a:gd name="csY311" fmla="*/ 1847908 h 1896600"/>
                <a:gd name="csX312" fmla="*/ 1112043 w 2252276"/>
                <a:gd name="csY312" fmla="*/ 1859586 h 1896600"/>
                <a:gd name="csX313" fmla="*/ 1112583 w 2252276"/>
                <a:gd name="csY313" fmla="*/ 1889215 h 1896600"/>
                <a:gd name="csX314" fmla="*/ 1105439 w 2252276"/>
                <a:gd name="csY314" fmla="*/ 1882401 h 1896600"/>
                <a:gd name="csX315" fmla="*/ 1077842 w 2252276"/>
                <a:gd name="csY315" fmla="*/ 1875156 h 1896600"/>
                <a:gd name="csX316" fmla="*/ 1093755 w 2252276"/>
                <a:gd name="csY316" fmla="*/ 1891056 h 1896600"/>
                <a:gd name="csX317" fmla="*/ 1082173 w 2252276"/>
                <a:gd name="csY317" fmla="*/ 1896352 h 1896600"/>
                <a:gd name="csX318" fmla="*/ 1042447 w 2252276"/>
                <a:gd name="csY318" fmla="*/ 1879918 h 1896600"/>
                <a:gd name="csX319" fmla="*/ 1047534 w 2252276"/>
                <a:gd name="csY319" fmla="*/ 1864564 h 1896600"/>
                <a:gd name="csX320" fmla="*/ 1050677 w 2252276"/>
                <a:gd name="csY320" fmla="*/ 1852880 h 1896600"/>
                <a:gd name="csX321" fmla="*/ 1036066 w 2252276"/>
                <a:gd name="csY321" fmla="*/ 1867910 h 1896600"/>
                <a:gd name="csX322" fmla="*/ 1034224 w 2252276"/>
                <a:gd name="csY322" fmla="*/ 1851585 h 1896600"/>
                <a:gd name="csX323" fmla="*/ 1013872 w 2252276"/>
                <a:gd name="csY323" fmla="*/ 1848340 h 1896600"/>
                <a:gd name="csX324" fmla="*/ 1029030 w 2252276"/>
                <a:gd name="csY324" fmla="*/ 1821200 h 1896600"/>
                <a:gd name="csX325" fmla="*/ 1023397 w 2252276"/>
                <a:gd name="csY325" fmla="*/ 1821524 h 1896600"/>
                <a:gd name="csX326" fmla="*/ 1001534 w 2252276"/>
                <a:gd name="csY326" fmla="*/ 1841310 h 1896600"/>
                <a:gd name="csX327" fmla="*/ 978154 w 2252276"/>
                <a:gd name="csY327" fmla="*/ 1842390 h 1896600"/>
                <a:gd name="csX328" fmla="*/ 1006405 w 2252276"/>
                <a:gd name="csY328" fmla="*/ 1817739 h 1896600"/>
                <a:gd name="csX329" fmla="*/ 1002404 w 2252276"/>
                <a:gd name="csY329" fmla="*/ 1814602 h 1896600"/>
                <a:gd name="csX330" fmla="*/ 940168 w 2252276"/>
                <a:gd name="csY330" fmla="*/ 1846181 h 1896600"/>
                <a:gd name="csX331" fmla="*/ 918083 w 2252276"/>
                <a:gd name="csY331" fmla="*/ 1833201 h 1896600"/>
                <a:gd name="csX332" fmla="*/ 921226 w 2252276"/>
                <a:gd name="csY332" fmla="*/ 1822171 h 1896600"/>
                <a:gd name="csX333" fmla="*/ 886263 w 2252276"/>
                <a:gd name="csY333" fmla="*/ 1790053 h 1896600"/>
                <a:gd name="csX334" fmla="*/ 895464 w 2252276"/>
                <a:gd name="csY334" fmla="*/ 1770267 h 1896600"/>
                <a:gd name="csX335" fmla="*/ 891673 w 2252276"/>
                <a:gd name="csY335" fmla="*/ 1750797 h 1896600"/>
                <a:gd name="csX336" fmla="*/ 871544 w 2252276"/>
                <a:gd name="csY336" fmla="*/ 1747343 h 1896600"/>
                <a:gd name="csX337" fmla="*/ 845889 w 2252276"/>
                <a:gd name="csY337" fmla="*/ 1720844 h 1896600"/>
                <a:gd name="csX338" fmla="*/ 849788 w 2252276"/>
                <a:gd name="csY338" fmla="*/ 1701274 h 1896600"/>
                <a:gd name="csX339" fmla="*/ 826839 w 2252276"/>
                <a:gd name="csY339" fmla="*/ 1692841 h 1896600"/>
                <a:gd name="csX340" fmla="*/ 818076 w 2252276"/>
                <a:gd name="csY340" fmla="*/ 1683754 h 1896600"/>
                <a:gd name="csX341" fmla="*/ 817753 w 2252276"/>
                <a:gd name="csY341" fmla="*/ 1669803 h 1896600"/>
                <a:gd name="csX342" fmla="*/ 808335 w 2252276"/>
                <a:gd name="csY342" fmla="*/ 1666126 h 1896600"/>
                <a:gd name="csX343" fmla="*/ 797401 w 2252276"/>
                <a:gd name="csY343" fmla="*/ 1647635 h 1896600"/>
                <a:gd name="csX344" fmla="*/ 810501 w 2252276"/>
                <a:gd name="csY344" fmla="*/ 1588485 h 1896600"/>
                <a:gd name="csX345" fmla="*/ 784091 w 2252276"/>
                <a:gd name="csY345" fmla="*/ 1621899 h 1896600"/>
                <a:gd name="csX346" fmla="*/ 774027 w 2252276"/>
                <a:gd name="csY346" fmla="*/ 1594219 h 1896600"/>
                <a:gd name="csX347" fmla="*/ 779976 w 2252276"/>
                <a:gd name="csY347" fmla="*/ 1580700 h 1896600"/>
                <a:gd name="csX348" fmla="*/ 775106 w 2252276"/>
                <a:gd name="csY348" fmla="*/ 1572591 h 1896600"/>
                <a:gd name="csX349" fmla="*/ 773480 w 2252276"/>
                <a:gd name="csY349" fmla="*/ 1541768 h 1896600"/>
                <a:gd name="csX350" fmla="*/ 758329 w 2252276"/>
                <a:gd name="csY350" fmla="*/ 1523277 h 1896600"/>
                <a:gd name="csX351" fmla="*/ 749890 w 2252276"/>
                <a:gd name="csY351" fmla="*/ 1540797 h 1896600"/>
                <a:gd name="csX352" fmla="*/ 738847 w 2252276"/>
                <a:gd name="csY352" fmla="*/ 1537876 h 1896600"/>
                <a:gd name="csX353" fmla="*/ 735057 w 2252276"/>
                <a:gd name="csY353" fmla="*/ 1507815 h 1896600"/>
                <a:gd name="csX354" fmla="*/ 720877 w 2252276"/>
                <a:gd name="csY354" fmla="*/ 1496569 h 1896600"/>
                <a:gd name="csX355" fmla="*/ 717848 w 2252276"/>
                <a:gd name="csY355" fmla="*/ 1471048 h 1896600"/>
                <a:gd name="csX356" fmla="*/ 727373 w 2252276"/>
                <a:gd name="csY356" fmla="*/ 1453528 h 1896600"/>
                <a:gd name="csX357" fmla="*/ 715359 w 2252276"/>
                <a:gd name="csY357" fmla="*/ 1433310 h 1896600"/>
                <a:gd name="csX358" fmla="*/ 711460 w 2252276"/>
                <a:gd name="csY358" fmla="*/ 1406272 h 1896600"/>
                <a:gd name="csX359" fmla="*/ 743826 w 2252276"/>
                <a:gd name="csY359" fmla="*/ 1381513 h 1896600"/>
                <a:gd name="csX360" fmla="*/ 747395 w 2252276"/>
                <a:gd name="csY360" fmla="*/ 1374160 h 1896600"/>
                <a:gd name="csX361" fmla="*/ 721099 w 2252276"/>
                <a:gd name="csY361" fmla="*/ 1378592 h 1896600"/>
                <a:gd name="csX362" fmla="*/ 725423 w 2252276"/>
                <a:gd name="csY362" fmla="*/ 1348423 h 1896600"/>
                <a:gd name="csX363" fmla="*/ 750430 w 2252276"/>
                <a:gd name="csY363" fmla="*/ 1344531 h 1896600"/>
                <a:gd name="csX364" fmla="*/ 753135 w 2252276"/>
                <a:gd name="csY364" fmla="*/ 1334904 h 1896600"/>
                <a:gd name="csX365" fmla="*/ 732891 w 2252276"/>
                <a:gd name="csY365" fmla="*/ 1325709 h 1896600"/>
                <a:gd name="csX366" fmla="*/ 743070 w 2252276"/>
                <a:gd name="csY366" fmla="*/ 1299757 h 1896600"/>
                <a:gd name="csX367" fmla="*/ 764394 w 2252276"/>
                <a:gd name="csY367" fmla="*/ 1293274 h 1896600"/>
                <a:gd name="csX368" fmla="*/ 788746 w 2252276"/>
                <a:gd name="csY368" fmla="*/ 1310571 h 1896600"/>
                <a:gd name="csX369" fmla="*/ 814940 w 2252276"/>
                <a:gd name="csY369" fmla="*/ 1305599 h 1896600"/>
                <a:gd name="csX370" fmla="*/ 814940 w 2252276"/>
                <a:gd name="csY370" fmla="*/ 1283539 h 1896600"/>
                <a:gd name="csX371" fmla="*/ 840911 w 2252276"/>
                <a:gd name="csY371" fmla="*/ 1266775 h 1896600"/>
                <a:gd name="csX372" fmla="*/ 818616 w 2252276"/>
                <a:gd name="csY372" fmla="*/ 1257910 h 1896600"/>
                <a:gd name="csX373" fmla="*/ 823163 w 2252276"/>
                <a:gd name="csY373" fmla="*/ 1244715 h 1896600"/>
                <a:gd name="csX374" fmla="*/ 810501 w 2252276"/>
                <a:gd name="csY374" fmla="*/ 1219626 h 1896600"/>
                <a:gd name="csX375" fmla="*/ 820026 w 2252276"/>
                <a:gd name="csY375" fmla="*/ 1200487 h 1896600"/>
                <a:gd name="csX376" fmla="*/ 774566 w 2252276"/>
                <a:gd name="csY376" fmla="*/ 1191299 h 1896600"/>
                <a:gd name="csX377" fmla="*/ 746639 w 2252276"/>
                <a:gd name="csY377" fmla="*/ 1169455 h 1896600"/>
                <a:gd name="csX378" fmla="*/ 713625 w 2252276"/>
                <a:gd name="csY378" fmla="*/ 1163289 h 1896600"/>
                <a:gd name="csX379" fmla="*/ 687654 w 2252276"/>
                <a:gd name="csY379" fmla="*/ 1141553 h 1896600"/>
                <a:gd name="csX380" fmla="*/ 700316 w 2252276"/>
                <a:gd name="csY380" fmla="*/ 1130631 h 1896600"/>
                <a:gd name="csX381" fmla="*/ 746531 w 2252276"/>
                <a:gd name="csY381" fmla="*/ 1133336 h 1896600"/>
                <a:gd name="csX382" fmla="*/ 788962 w 2252276"/>
                <a:gd name="csY382" fmla="*/ 1157447 h 1896600"/>
                <a:gd name="csX383" fmla="*/ 825328 w 2252276"/>
                <a:gd name="csY383" fmla="*/ 1170103 h 1896600"/>
                <a:gd name="csX384" fmla="*/ 829659 w 2252276"/>
                <a:gd name="csY384" fmla="*/ 1161454 h 1896600"/>
                <a:gd name="csX385" fmla="*/ 814394 w 2252276"/>
                <a:gd name="csY385" fmla="*/ 1150532 h 1896600"/>
                <a:gd name="csX386" fmla="*/ 815911 w 2252276"/>
                <a:gd name="csY386" fmla="*/ 1135603 h 1896600"/>
                <a:gd name="csX387" fmla="*/ 783437 w 2252276"/>
                <a:gd name="csY387" fmla="*/ 1126415 h 1896600"/>
                <a:gd name="csX388" fmla="*/ 779760 w 2252276"/>
                <a:gd name="csY388" fmla="*/ 1117442 h 1896600"/>
                <a:gd name="csX389" fmla="*/ 798379 w 2252276"/>
                <a:gd name="csY389" fmla="*/ 1101110 h 1896600"/>
                <a:gd name="csX390" fmla="*/ 788530 w 2252276"/>
                <a:gd name="csY390" fmla="*/ 1091483 h 1896600"/>
                <a:gd name="csX391" fmla="*/ 758869 w 2252276"/>
                <a:gd name="csY391" fmla="*/ 1103599 h 1896600"/>
                <a:gd name="csX392" fmla="*/ 742416 w 2252276"/>
                <a:gd name="csY392" fmla="*/ 1094620 h 1896600"/>
                <a:gd name="csX393" fmla="*/ 752049 w 2252276"/>
                <a:gd name="csY393" fmla="*/ 1077539 h 1896600"/>
                <a:gd name="csX394" fmla="*/ 777271 w 2252276"/>
                <a:gd name="csY394" fmla="*/ 1067372 h 1896600"/>
                <a:gd name="csX395" fmla="*/ 777595 w 2252276"/>
                <a:gd name="csY395" fmla="*/ 1065963 h 1896600"/>
                <a:gd name="csX396" fmla="*/ 758869 w 2252276"/>
                <a:gd name="csY396" fmla="*/ 1059587 h 1896600"/>
                <a:gd name="csX397" fmla="*/ 741121 w 2252276"/>
                <a:gd name="csY397" fmla="*/ 1069315 h 1896600"/>
                <a:gd name="csX398" fmla="*/ 729538 w 2252276"/>
                <a:gd name="csY398" fmla="*/ 1067156 h 1896600"/>
                <a:gd name="csX399" fmla="*/ 748804 w 2252276"/>
                <a:gd name="csY399" fmla="*/ 1044233 h 1896600"/>
                <a:gd name="csX400" fmla="*/ 749344 w 2252276"/>
                <a:gd name="csY400" fmla="*/ 1034390 h 1896600"/>
                <a:gd name="csX401" fmla="*/ 717740 w 2252276"/>
                <a:gd name="csY401" fmla="*/ 1047471 h 1896600"/>
                <a:gd name="csX402" fmla="*/ 715683 w 2252276"/>
                <a:gd name="csY402" fmla="*/ 1055149 h 1896600"/>
                <a:gd name="csX403" fmla="*/ 708107 w 2252276"/>
                <a:gd name="csY403" fmla="*/ 1062724 h 1896600"/>
                <a:gd name="csX404" fmla="*/ 707568 w 2252276"/>
                <a:gd name="csY404" fmla="*/ 1074294 h 1896600"/>
                <a:gd name="csX405" fmla="*/ 679316 w 2252276"/>
                <a:gd name="csY405" fmla="*/ 1085971 h 1896600"/>
                <a:gd name="csX406" fmla="*/ 657993 w 2252276"/>
                <a:gd name="csY406" fmla="*/ 1079482 h 1896600"/>
                <a:gd name="csX407" fmla="*/ 644029 w 2252276"/>
                <a:gd name="csY407" fmla="*/ 1061314 h 1896600"/>
                <a:gd name="csX408" fmla="*/ 661352 w 2252276"/>
                <a:gd name="csY408" fmla="*/ 1043255 h 1896600"/>
                <a:gd name="csX409" fmla="*/ 651173 w 2252276"/>
                <a:gd name="csY409" fmla="*/ 1030282 h 1896600"/>
                <a:gd name="csX410" fmla="*/ 671093 w 2252276"/>
                <a:gd name="csY410" fmla="*/ 1014058 h 1896600"/>
                <a:gd name="csX411" fmla="*/ 672496 w 2252276"/>
                <a:gd name="csY411" fmla="*/ 997408 h 1896600"/>
                <a:gd name="csX412" fmla="*/ 651281 w 2252276"/>
                <a:gd name="csY412" fmla="*/ 990594 h 1896600"/>
                <a:gd name="csX413" fmla="*/ 664057 w 2252276"/>
                <a:gd name="csY413" fmla="*/ 966477 h 1896600"/>
                <a:gd name="csX414" fmla="*/ 679640 w 2252276"/>
                <a:gd name="csY414" fmla="*/ 960965 h 1896600"/>
                <a:gd name="csX415" fmla="*/ 679640 w 2252276"/>
                <a:gd name="csY415" fmla="*/ 950799 h 1896600"/>
                <a:gd name="csX416" fmla="*/ 650309 w 2252276"/>
                <a:gd name="csY416" fmla="*/ 950799 h 1896600"/>
                <a:gd name="csX417" fmla="*/ 645007 w 2252276"/>
                <a:gd name="csY417" fmla="*/ 944093 h 1896600"/>
                <a:gd name="csX418" fmla="*/ 661568 w 2252276"/>
                <a:gd name="csY418" fmla="*/ 932740 h 1896600"/>
                <a:gd name="csX419" fmla="*/ 657777 w 2252276"/>
                <a:gd name="csY419" fmla="*/ 914680 h 1896600"/>
                <a:gd name="csX420" fmla="*/ 644468 w 2252276"/>
                <a:gd name="csY420" fmla="*/ 923767 h 1896600"/>
                <a:gd name="csX421" fmla="*/ 629526 w 2252276"/>
                <a:gd name="csY421" fmla="*/ 923005 h 1896600"/>
                <a:gd name="csX422" fmla="*/ 645223 w 2252276"/>
                <a:gd name="csY422" fmla="*/ 903218 h 1896600"/>
                <a:gd name="csX423" fmla="*/ 635266 w 2252276"/>
                <a:gd name="csY423" fmla="*/ 892296 h 1896600"/>
                <a:gd name="csX424" fmla="*/ 613079 w 2252276"/>
                <a:gd name="csY424" fmla="*/ 883756 h 1896600"/>
                <a:gd name="csX425" fmla="*/ 607663 w 2252276"/>
                <a:gd name="csY425" fmla="*/ 875317 h 1896600"/>
                <a:gd name="csX426" fmla="*/ 641978 w 2252276"/>
                <a:gd name="csY426" fmla="*/ 875532 h 1896600"/>
                <a:gd name="csX427" fmla="*/ 630612 w 2252276"/>
                <a:gd name="csY427" fmla="*/ 856609 h 1896600"/>
                <a:gd name="csX428" fmla="*/ 602145 w 2252276"/>
                <a:gd name="csY428" fmla="*/ 856501 h 1896600"/>
                <a:gd name="csX429" fmla="*/ 589051 w 2252276"/>
                <a:gd name="csY429" fmla="*/ 849796 h 1896600"/>
                <a:gd name="csX430" fmla="*/ 625093 w 2252276"/>
                <a:gd name="csY430" fmla="*/ 831851 h 1896600"/>
                <a:gd name="csX431" fmla="*/ 626605 w 2252276"/>
                <a:gd name="csY431" fmla="*/ 827088 h 1896600"/>
                <a:gd name="csX432" fmla="*/ 625741 w 2252276"/>
                <a:gd name="csY432" fmla="*/ 825469 h 1896600"/>
                <a:gd name="csX433" fmla="*/ 582447 w 2252276"/>
                <a:gd name="csY433" fmla="*/ 818440 h 1896600"/>
                <a:gd name="csX434" fmla="*/ 581907 w 2252276"/>
                <a:gd name="csY434" fmla="*/ 810439 h 1896600"/>
                <a:gd name="csX435" fmla="*/ 599547 w 2252276"/>
                <a:gd name="csY435" fmla="*/ 798647 h 1896600"/>
                <a:gd name="csX436" fmla="*/ 600087 w 2252276"/>
                <a:gd name="csY436" fmla="*/ 789566 h 1896600"/>
                <a:gd name="csX437" fmla="*/ 569563 w 2252276"/>
                <a:gd name="csY437" fmla="*/ 778212 h 1896600"/>
                <a:gd name="csX438" fmla="*/ 561340 w 2252276"/>
                <a:gd name="csY438" fmla="*/ 766427 h 1896600"/>
                <a:gd name="csX439" fmla="*/ 536771 w 2252276"/>
                <a:gd name="csY439" fmla="*/ 753231 h 1896600"/>
                <a:gd name="csX440" fmla="*/ 531469 w 2252276"/>
                <a:gd name="csY440" fmla="*/ 742094 h 1896600"/>
                <a:gd name="csX441" fmla="*/ 543483 w 2252276"/>
                <a:gd name="csY441" fmla="*/ 727171 h 1896600"/>
                <a:gd name="csX442" fmla="*/ 542397 w 2252276"/>
                <a:gd name="csY442" fmla="*/ 713436 h 1896600"/>
                <a:gd name="csX443" fmla="*/ 518477 w 2252276"/>
                <a:gd name="csY443" fmla="*/ 697650 h 1896600"/>
                <a:gd name="csX444" fmla="*/ 506139 w 2252276"/>
                <a:gd name="csY444" fmla="*/ 702730 h 1896600"/>
                <a:gd name="csX445" fmla="*/ 493045 w 2252276"/>
                <a:gd name="csY445" fmla="*/ 702730 h 1896600"/>
                <a:gd name="csX446" fmla="*/ 493045 w 2252276"/>
                <a:gd name="csY446" fmla="*/ 690512 h 1896600"/>
                <a:gd name="csX447" fmla="*/ 475830 w 2252276"/>
                <a:gd name="csY447" fmla="*/ 676993 h 1896600"/>
                <a:gd name="csX448" fmla="*/ 457111 w 2252276"/>
                <a:gd name="csY448" fmla="*/ 680346 h 1896600"/>
                <a:gd name="csX449" fmla="*/ 446392 w 2252276"/>
                <a:gd name="csY449" fmla="*/ 668345 h 1896600"/>
                <a:gd name="csX450" fmla="*/ 427996 w 2252276"/>
                <a:gd name="csY450" fmla="*/ 668776 h 1896600"/>
                <a:gd name="csX451" fmla="*/ 402558 w 2252276"/>
                <a:gd name="csY451" fmla="*/ 657746 h 1896600"/>
                <a:gd name="csX452" fmla="*/ 382860 w 2252276"/>
                <a:gd name="csY452" fmla="*/ 663588 h 1896600"/>
                <a:gd name="csX453" fmla="*/ 358724 w 2252276"/>
                <a:gd name="csY453" fmla="*/ 649638 h 1896600"/>
                <a:gd name="csX454" fmla="*/ 334587 w 2252276"/>
                <a:gd name="csY454" fmla="*/ 671805 h 1896600"/>
                <a:gd name="csX455" fmla="*/ 324954 w 2252276"/>
                <a:gd name="csY455" fmla="*/ 655257 h 1896600"/>
                <a:gd name="csX456" fmla="*/ 309581 w 2252276"/>
                <a:gd name="csY456" fmla="*/ 657746 h 1896600"/>
                <a:gd name="csX457" fmla="*/ 306336 w 2252276"/>
                <a:gd name="csY457" fmla="*/ 667913 h 1896600"/>
                <a:gd name="csX458" fmla="*/ 286423 w 2252276"/>
                <a:gd name="csY458" fmla="*/ 667913 h 1896600"/>
                <a:gd name="csX459" fmla="*/ 278193 w 2252276"/>
                <a:gd name="csY459" fmla="*/ 677857 h 1896600"/>
                <a:gd name="csX460" fmla="*/ 263474 w 2252276"/>
                <a:gd name="csY460" fmla="*/ 680778 h 1896600"/>
                <a:gd name="csX461" fmla="*/ 268344 w 2252276"/>
                <a:gd name="csY461" fmla="*/ 662071 h 1896600"/>
                <a:gd name="csX462" fmla="*/ 256330 w 2252276"/>
                <a:gd name="csY462" fmla="*/ 656559 h 1896600"/>
                <a:gd name="csX463" fmla="*/ 243128 w 2252276"/>
                <a:gd name="csY463" fmla="*/ 668776 h 1896600"/>
                <a:gd name="csX464" fmla="*/ 230136 w 2252276"/>
                <a:gd name="csY464" fmla="*/ 660560 h 1896600"/>
                <a:gd name="csX465" fmla="*/ 216395 w 2252276"/>
                <a:gd name="csY465" fmla="*/ 656991 h 1896600"/>
                <a:gd name="csX466" fmla="*/ 213359 w 2252276"/>
                <a:gd name="csY466" fmla="*/ 667697 h 1896600"/>
                <a:gd name="csX467" fmla="*/ 228517 w 2252276"/>
                <a:gd name="csY467" fmla="*/ 679267 h 1896600"/>
                <a:gd name="csX468" fmla="*/ 233057 w 2252276"/>
                <a:gd name="csY468" fmla="*/ 689649 h 1896600"/>
                <a:gd name="csX469" fmla="*/ 173640 w 2252276"/>
                <a:gd name="csY469" fmla="*/ 678079 h 1896600"/>
                <a:gd name="csX470" fmla="*/ 129476 w 2252276"/>
                <a:gd name="csY470" fmla="*/ 653314 h 1896600"/>
                <a:gd name="csX471" fmla="*/ 123742 w 2252276"/>
                <a:gd name="csY471" fmla="*/ 646069 h 1896600"/>
                <a:gd name="csX472" fmla="*/ 153396 w 2252276"/>
                <a:gd name="csY472" fmla="*/ 630172 h 1896600"/>
                <a:gd name="csX473" fmla="*/ 182949 w 2252276"/>
                <a:gd name="csY473" fmla="*/ 628982 h 1896600"/>
                <a:gd name="csX474" fmla="*/ 183597 w 2252276"/>
                <a:gd name="csY474" fmla="*/ 615897 h 1896600"/>
                <a:gd name="csX475" fmla="*/ 160432 w 2252276"/>
                <a:gd name="csY475" fmla="*/ 615141 h 1896600"/>
                <a:gd name="csX476" fmla="*/ 115081 w 2252276"/>
                <a:gd name="csY476" fmla="*/ 611247 h 1896600"/>
                <a:gd name="csX477" fmla="*/ 121037 w 2252276"/>
                <a:gd name="csY477" fmla="*/ 592107 h 1896600"/>
                <a:gd name="csX478" fmla="*/ 115081 w 2252276"/>
                <a:gd name="csY478" fmla="*/ 587565 h 1896600"/>
                <a:gd name="csX479" fmla="*/ 90404 w 2252276"/>
                <a:gd name="csY479" fmla="*/ 605408 h 1896600"/>
                <a:gd name="csX480" fmla="*/ 56851 w 2252276"/>
                <a:gd name="csY480" fmla="*/ 589944 h 1896600"/>
                <a:gd name="csX481" fmla="*/ 60642 w 2252276"/>
                <a:gd name="csY481" fmla="*/ 574805 h 1896600"/>
                <a:gd name="csX482" fmla="*/ 101879 w 2252276"/>
                <a:gd name="csY482" fmla="*/ 565397 h 1896600"/>
                <a:gd name="csX483" fmla="*/ 156540 w 2252276"/>
                <a:gd name="csY483" fmla="*/ 570912 h 1896600"/>
                <a:gd name="csX484" fmla="*/ 151123 w 2252276"/>
                <a:gd name="csY484" fmla="*/ 562477 h 1896600"/>
                <a:gd name="csX485" fmla="*/ 208813 w 2252276"/>
                <a:gd name="csY485" fmla="*/ 554367 h 1896600"/>
                <a:gd name="csX486" fmla="*/ 230352 w 2252276"/>
                <a:gd name="csY486" fmla="*/ 556962 h 1896600"/>
                <a:gd name="csX487" fmla="*/ 256870 w 2252276"/>
                <a:gd name="csY487" fmla="*/ 546365 h 1896600"/>
                <a:gd name="csX488" fmla="*/ 249510 w 2252276"/>
                <a:gd name="csY488" fmla="*/ 522250 h 1896600"/>
                <a:gd name="csX489" fmla="*/ 226244 w 2252276"/>
                <a:gd name="csY489" fmla="*/ 517925 h 1896600"/>
                <a:gd name="csX490" fmla="*/ 212172 w 2252276"/>
                <a:gd name="csY490" fmla="*/ 532091 h 1896600"/>
                <a:gd name="csX491" fmla="*/ 180676 w 2252276"/>
                <a:gd name="csY491" fmla="*/ 537822 h 1896600"/>
                <a:gd name="csX492" fmla="*/ 164763 w 2252276"/>
                <a:gd name="csY492" fmla="*/ 530793 h 1896600"/>
                <a:gd name="csX493" fmla="*/ 144957 w 2252276"/>
                <a:gd name="csY493" fmla="*/ 542580 h 1896600"/>
                <a:gd name="csX494" fmla="*/ 103282 w 2252276"/>
                <a:gd name="csY494" fmla="*/ 533388 h 1896600"/>
                <a:gd name="csX495" fmla="*/ 124498 w 2252276"/>
                <a:gd name="csY495" fmla="*/ 520304 h 1896600"/>
                <a:gd name="csX496" fmla="*/ 107829 w 2252276"/>
                <a:gd name="csY496" fmla="*/ 515654 h 1896600"/>
                <a:gd name="csX497" fmla="*/ 109346 w 2252276"/>
                <a:gd name="csY497" fmla="*/ 508841 h 1896600"/>
                <a:gd name="csX498" fmla="*/ 107181 w 2252276"/>
                <a:gd name="csY498" fmla="*/ 502244 h 1896600"/>
                <a:gd name="csX499" fmla="*/ 72225 w 2252276"/>
                <a:gd name="csY499" fmla="*/ 510896 h 1896600"/>
                <a:gd name="csX500" fmla="*/ 1866 w 2252276"/>
                <a:gd name="csY500" fmla="*/ 479969 h 1896600"/>
                <a:gd name="csX501" fmla="*/ 10096 w 2252276"/>
                <a:gd name="csY501" fmla="*/ 453799 h 1896600"/>
                <a:gd name="csX502" fmla="*/ 51009 w 2252276"/>
                <a:gd name="csY502" fmla="*/ 434767 h 1896600"/>
                <a:gd name="csX503" fmla="*/ 67132 w 2252276"/>
                <a:gd name="csY503" fmla="*/ 438228 h 1896600"/>
                <a:gd name="csX504" fmla="*/ 73304 w 2252276"/>
                <a:gd name="csY504" fmla="*/ 427846 h 1896600"/>
                <a:gd name="csX505" fmla="*/ 135864 w 2252276"/>
                <a:gd name="csY505" fmla="*/ 410761 h 1896600"/>
                <a:gd name="csX506" fmla="*/ 131641 w 2252276"/>
                <a:gd name="csY506" fmla="*/ 398000 h 1896600"/>
                <a:gd name="csX507" fmla="*/ 202971 w 2252276"/>
                <a:gd name="csY507" fmla="*/ 382969 h 1896600"/>
                <a:gd name="csX508" fmla="*/ 246589 w 2252276"/>
                <a:gd name="csY508" fmla="*/ 384699 h 1896600"/>
                <a:gd name="csX509" fmla="*/ 298869 w 2252276"/>
                <a:gd name="csY509" fmla="*/ 344796 h 1896600"/>
                <a:gd name="csX510" fmla="*/ 294862 w 2252276"/>
                <a:gd name="csY510" fmla="*/ 327819 h 1896600"/>
                <a:gd name="csX511" fmla="*/ 352444 w 2252276"/>
                <a:gd name="csY511" fmla="*/ 292350 h 1896600"/>
                <a:gd name="csX512" fmla="*/ 333286 w 2252276"/>
                <a:gd name="csY512" fmla="*/ 275048 h 1896600"/>
                <a:gd name="csX513" fmla="*/ 305365 w 2252276"/>
                <a:gd name="csY513" fmla="*/ 292350 h 1896600"/>
                <a:gd name="csX514" fmla="*/ 211086 w 2252276"/>
                <a:gd name="csY514" fmla="*/ 283050 h 1896600"/>
                <a:gd name="csX515" fmla="*/ 207733 w 2252276"/>
                <a:gd name="csY515" fmla="*/ 264342 h 1896600"/>
                <a:gd name="csX516" fmla="*/ 292265 w 2252276"/>
                <a:gd name="csY516" fmla="*/ 217735 h 1896600"/>
                <a:gd name="csX517" fmla="*/ 304063 w 2252276"/>
                <a:gd name="csY517" fmla="*/ 197513 h 1896600"/>
                <a:gd name="csX518" fmla="*/ 338804 w 2252276"/>
                <a:gd name="csY518" fmla="*/ 178805 h 1896600"/>
                <a:gd name="csX519" fmla="*/ 359155 w 2252276"/>
                <a:gd name="csY519" fmla="*/ 201731 h 1896600"/>
                <a:gd name="csX520" fmla="*/ 375608 w 2252276"/>
                <a:gd name="csY520" fmla="*/ 212328 h 1896600"/>
                <a:gd name="csX521" fmla="*/ 357962 w 2252276"/>
                <a:gd name="csY521" fmla="*/ 177940 h 1896600"/>
                <a:gd name="csX522" fmla="*/ 393141 w 2252276"/>
                <a:gd name="csY522" fmla="*/ 172425 h 1896600"/>
                <a:gd name="csX523" fmla="*/ 418579 w 2252276"/>
                <a:gd name="csY523" fmla="*/ 183347 h 1896600"/>
                <a:gd name="csX524" fmla="*/ 443255 w 2252276"/>
                <a:gd name="csY524" fmla="*/ 179022 h 1896600"/>
                <a:gd name="csX525" fmla="*/ 434378 w 2252276"/>
                <a:gd name="csY525" fmla="*/ 155881 h 1896600"/>
                <a:gd name="csX526" fmla="*/ 450183 w 2252276"/>
                <a:gd name="csY526" fmla="*/ 139227 h 1896600"/>
                <a:gd name="csX527" fmla="*/ 434486 w 2252276"/>
                <a:gd name="csY527" fmla="*/ 122574 h 1896600"/>
                <a:gd name="csX528" fmla="*/ 430269 w 2252276"/>
                <a:gd name="csY528" fmla="*/ 109597 h 1896600"/>
                <a:gd name="csX529" fmla="*/ 471290 w 2252276"/>
                <a:gd name="csY529" fmla="*/ 89376 h 1896600"/>
                <a:gd name="csX530" fmla="*/ 519125 w 2252276"/>
                <a:gd name="csY530" fmla="*/ 101271 h 1896600"/>
                <a:gd name="csX531" fmla="*/ 526599 w 2252276"/>
                <a:gd name="csY531" fmla="*/ 116626 h 1896600"/>
                <a:gd name="csX532" fmla="*/ 570109 w 2252276"/>
                <a:gd name="csY532" fmla="*/ 136848 h 1896600"/>
                <a:gd name="csX533" fmla="*/ 586778 w 2252276"/>
                <a:gd name="csY533" fmla="*/ 136632 h 1896600"/>
                <a:gd name="csX534" fmla="*/ 561987 w 2252276"/>
                <a:gd name="csY534" fmla="*/ 115112 h 1896600"/>
                <a:gd name="csX535" fmla="*/ 547700 w 2252276"/>
                <a:gd name="csY535" fmla="*/ 109597 h 1896600"/>
                <a:gd name="csX536" fmla="*/ 538721 w 2252276"/>
                <a:gd name="csY536" fmla="*/ 96405 h 1896600"/>
                <a:gd name="csX537" fmla="*/ 507333 w 2252276"/>
                <a:gd name="csY537" fmla="*/ 81266 h 1896600"/>
                <a:gd name="csX538" fmla="*/ 600957 w 2252276"/>
                <a:gd name="csY538" fmla="*/ 57151 h 1896600"/>
                <a:gd name="csX539" fmla="*/ 617080 w 2252276"/>
                <a:gd name="csY539" fmla="*/ 64613 h 1896600"/>
                <a:gd name="csX540" fmla="*/ 641978 w 2252276"/>
                <a:gd name="csY540" fmla="*/ 57583 h 1896600"/>
                <a:gd name="csX541" fmla="*/ 659079 w 2252276"/>
                <a:gd name="csY541" fmla="*/ 64180 h 1896600"/>
                <a:gd name="csX542" fmla="*/ 662108 w 2252276"/>
                <a:gd name="csY542" fmla="*/ 55637 h 1896600"/>
                <a:gd name="csX543" fmla="*/ 682891 w 2252276"/>
                <a:gd name="csY543" fmla="*/ 44607 h 1896600"/>
                <a:gd name="csX544" fmla="*/ 715683 w 2252276"/>
                <a:gd name="csY544" fmla="*/ 64504 h 1896600"/>
                <a:gd name="csX545" fmla="*/ 721639 w 2252276"/>
                <a:gd name="csY545" fmla="*/ 94783 h 1896600"/>
                <a:gd name="csX546" fmla="*/ 716222 w 2252276"/>
                <a:gd name="csY546" fmla="*/ 104623 h 1896600"/>
                <a:gd name="csX547" fmla="*/ 712870 w 2252276"/>
                <a:gd name="csY547" fmla="*/ 127873 h 1896600"/>
                <a:gd name="csX548" fmla="*/ 724020 w 2252276"/>
                <a:gd name="csY548" fmla="*/ 132955 h 1896600"/>
                <a:gd name="csX549" fmla="*/ 725639 w 2252276"/>
                <a:gd name="csY549" fmla="*/ 120736 h 1896600"/>
                <a:gd name="csX550" fmla="*/ 741337 w 2252276"/>
                <a:gd name="csY550" fmla="*/ 102785 h 1896600"/>
                <a:gd name="csX551" fmla="*/ 744042 w 2252276"/>
                <a:gd name="csY551" fmla="*/ 86888 h 1896600"/>
                <a:gd name="csX552" fmla="*/ 779976 w 2252276"/>
                <a:gd name="csY552" fmla="*/ 96189 h 1896600"/>
                <a:gd name="csX553" fmla="*/ 803249 w 2252276"/>
                <a:gd name="csY553" fmla="*/ 94675 h 1896600"/>
                <a:gd name="csX554" fmla="*/ 834313 w 2252276"/>
                <a:gd name="csY554" fmla="*/ 108840 h 1896600"/>
                <a:gd name="csX555" fmla="*/ 869486 w 2252276"/>
                <a:gd name="csY555" fmla="*/ 92944 h 1896600"/>
                <a:gd name="csX556" fmla="*/ 829005 w 2252276"/>
                <a:gd name="csY556" fmla="*/ 63098 h 1896600"/>
                <a:gd name="csX557" fmla="*/ 814178 w 2252276"/>
                <a:gd name="csY557" fmla="*/ 34334 h 1896600"/>
                <a:gd name="csX558" fmla="*/ 860069 w 2252276"/>
                <a:gd name="csY558" fmla="*/ 30765 h 1896600"/>
                <a:gd name="csX559" fmla="*/ 898709 w 2252276"/>
                <a:gd name="csY559" fmla="*/ 53042 h 1896600"/>
                <a:gd name="csX560" fmla="*/ 928154 w 2252276"/>
                <a:gd name="csY560" fmla="*/ 59205 h 1896600"/>
                <a:gd name="csX561" fmla="*/ 955967 w 2252276"/>
                <a:gd name="csY561" fmla="*/ 73263 h 1896600"/>
                <a:gd name="csX562" fmla="*/ 980973 w 2252276"/>
                <a:gd name="csY562" fmla="*/ 73696 h 1896600"/>
                <a:gd name="csX563" fmla="*/ 1027188 w 2252276"/>
                <a:gd name="csY563" fmla="*/ 108840 h 1896600"/>
                <a:gd name="csX564" fmla="*/ 1062907 w 2252276"/>
                <a:gd name="csY564" fmla="*/ 105056 h 1896600"/>
                <a:gd name="csX565" fmla="*/ 1064526 w 2252276"/>
                <a:gd name="csY565" fmla="*/ 88511 h 1896600"/>
                <a:gd name="csX566" fmla="*/ 1046022 w 2252276"/>
                <a:gd name="csY566" fmla="*/ 83969 h 1896600"/>
                <a:gd name="csX567" fmla="*/ 1026210 w 2252276"/>
                <a:gd name="csY567" fmla="*/ 65910 h 1896600"/>
                <a:gd name="csX568" fmla="*/ 971988 w 2252276"/>
                <a:gd name="csY568" fmla="*/ 42985 h 1896600"/>
                <a:gd name="csX569" fmla="*/ 941895 w 2252276"/>
                <a:gd name="csY569" fmla="*/ 17789 h 1896600"/>
                <a:gd name="csX570" fmla="*/ 980103 w 2252276"/>
                <a:gd name="csY570" fmla="*/ 8597 h 1896600"/>
                <a:gd name="csX571" fmla="*/ 989304 w 2252276"/>
                <a:gd name="csY571" fmla="*/ 24493 h 1896600"/>
                <a:gd name="csX572" fmla="*/ 1038009 w 2252276"/>
                <a:gd name="csY572" fmla="*/ 51311 h 1896600"/>
                <a:gd name="csX573" fmla="*/ 1052728 w 2252276"/>
                <a:gd name="csY573" fmla="*/ 50338 h 1896600"/>
                <a:gd name="csX574" fmla="*/ 1013548 w 2252276"/>
                <a:gd name="csY574" fmla="*/ 15734 h 1896600"/>
                <a:gd name="csX575" fmla="*/ 1020800 w 2252276"/>
                <a:gd name="csY575" fmla="*/ 11517 h 1896600"/>
                <a:gd name="csX576" fmla="*/ 1066152 w 2252276"/>
                <a:gd name="csY576" fmla="*/ 37470 h 1896600"/>
                <a:gd name="csX577" fmla="*/ 1082929 w 2252276"/>
                <a:gd name="csY577" fmla="*/ 41579 h 1896600"/>
                <a:gd name="csX578" fmla="*/ 1085202 w 2252276"/>
                <a:gd name="csY578" fmla="*/ 32279 h 1896600"/>
                <a:gd name="csX579" fmla="*/ 1043641 w 2252276"/>
                <a:gd name="csY579" fmla="*/ 3406 h 1896600"/>
                <a:gd name="csX580" fmla="*/ 1091152 w 2252276"/>
                <a:gd name="csY580" fmla="*/ 1568 h 1896600"/>
                <a:gd name="csX581" fmla="*/ 1105547 w 2252276"/>
                <a:gd name="csY581" fmla="*/ 27089 h 1896600"/>
                <a:gd name="csX582" fmla="*/ 1117130 w 2252276"/>
                <a:gd name="csY582" fmla="*/ 30657 h 1896600"/>
                <a:gd name="csX583" fmla="*/ 1114749 w 2252276"/>
                <a:gd name="csY583" fmla="*/ 8056 h 1896600"/>
                <a:gd name="csX584" fmla="*/ 1124927 w 2252276"/>
                <a:gd name="csY584" fmla="*/ 4488 h 1896600"/>
                <a:gd name="csX585" fmla="*/ 1144517 w 2252276"/>
                <a:gd name="csY585" fmla="*/ 19519 h 1896600"/>
                <a:gd name="csX586" fmla="*/ 1158697 w 2252276"/>
                <a:gd name="csY586" fmla="*/ 22006 h 1896600"/>
                <a:gd name="csX587" fmla="*/ 1171467 w 2252276"/>
                <a:gd name="csY587" fmla="*/ 40930 h 1896600"/>
                <a:gd name="csX588" fmla="*/ 1179150 w 2252276"/>
                <a:gd name="csY588" fmla="*/ 44066 h 1896600"/>
                <a:gd name="csX589" fmla="*/ 1181639 w 2252276"/>
                <a:gd name="csY589" fmla="*/ 31847 h 1896600"/>
                <a:gd name="csX590" fmla="*/ 1178287 w 2252276"/>
                <a:gd name="csY590" fmla="*/ 24601 h 1896600"/>
                <a:gd name="csX591" fmla="*/ 1179258 w 2252276"/>
                <a:gd name="csY591" fmla="*/ 16275 h 1896600"/>
                <a:gd name="csX592" fmla="*/ 1201445 w 2252276"/>
                <a:gd name="csY592" fmla="*/ 20708 h 1896600"/>
                <a:gd name="csX593" fmla="*/ 1211624 w 2252276"/>
                <a:gd name="csY593" fmla="*/ 17897 h 1896600"/>
                <a:gd name="csX594" fmla="*/ 1223530 w 2252276"/>
                <a:gd name="csY594" fmla="*/ 31090 h 1896600"/>
                <a:gd name="csX595" fmla="*/ 1232077 w 2252276"/>
                <a:gd name="csY595" fmla="*/ 33793 h 1896600"/>
                <a:gd name="csX596" fmla="*/ 1231102 w 2252276"/>
                <a:gd name="csY596" fmla="*/ 17051 h 1896600"/>
                <a:gd name="csX597" fmla="*/ 1205041 w 2252276"/>
                <a:gd name="csY597" fmla="*/ 0 h 1896600"/>
                <a:gd name="csX598" fmla="*/ 1210817 w 2252276"/>
                <a:gd name="csY598" fmla="*/ 0 h 1896600"/>
                <a:gd name="csX599" fmla="*/ 1210050 w 2252276"/>
                <a:gd name="csY599" fmla="*/ 561 h 189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</a:cxnLst>
              <a:rect l="l" t="t" r="r" b="b"/>
              <a:pathLst>
                <a:path w="2252276" h="1896600">
                  <a:moveTo>
                    <a:pt x="1899570" y="606706"/>
                  </a:moveTo>
                  <a:cubicBezTo>
                    <a:pt x="1895995" y="603570"/>
                    <a:pt x="1893722" y="607030"/>
                    <a:pt x="1881708" y="617411"/>
                  </a:cubicBezTo>
                  <a:cubicBezTo>
                    <a:pt x="1877599" y="620980"/>
                    <a:pt x="1882686" y="627035"/>
                    <a:pt x="1883873" y="631036"/>
                  </a:cubicBezTo>
                  <a:cubicBezTo>
                    <a:pt x="1885931" y="635579"/>
                    <a:pt x="1888744" y="635147"/>
                    <a:pt x="1903901" y="637636"/>
                  </a:cubicBezTo>
                  <a:cubicBezTo>
                    <a:pt x="1908333" y="638392"/>
                    <a:pt x="1908987" y="642932"/>
                    <a:pt x="1914721" y="658286"/>
                  </a:cubicBezTo>
                  <a:cubicBezTo>
                    <a:pt x="1916563" y="663042"/>
                    <a:pt x="1919052" y="660452"/>
                    <a:pt x="1935829" y="651689"/>
                  </a:cubicBezTo>
                  <a:cubicBezTo>
                    <a:pt x="1940915" y="649098"/>
                    <a:pt x="1933232" y="642068"/>
                    <a:pt x="1929441" y="634389"/>
                  </a:cubicBezTo>
                  <a:lnTo>
                    <a:pt x="1929549" y="634389"/>
                  </a:lnTo>
                  <a:cubicBezTo>
                    <a:pt x="1926952" y="629955"/>
                    <a:pt x="1899570" y="606706"/>
                    <a:pt x="1899570" y="606706"/>
                  </a:cubicBezTo>
                  <a:close/>
                  <a:moveTo>
                    <a:pt x="1952606" y="221520"/>
                  </a:moveTo>
                  <a:cubicBezTo>
                    <a:pt x="1952606" y="221520"/>
                    <a:pt x="1922729" y="233956"/>
                    <a:pt x="1925218" y="238606"/>
                  </a:cubicBezTo>
                  <a:cubicBezTo>
                    <a:pt x="1929225" y="244553"/>
                    <a:pt x="1931067" y="253853"/>
                    <a:pt x="1936153" y="251582"/>
                  </a:cubicBezTo>
                  <a:cubicBezTo>
                    <a:pt x="1959857" y="240877"/>
                    <a:pt x="1962994" y="240877"/>
                    <a:pt x="1961260" y="235902"/>
                  </a:cubicBezTo>
                  <a:cubicBezTo>
                    <a:pt x="1958232" y="229198"/>
                    <a:pt x="1957584" y="219141"/>
                    <a:pt x="1952606" y="221520"/>
                  </a:cubicBezTo>
                  <a:close/>
                  <a:moveTo>
                    <a:pt x="2011483" y="179346"/>
                  </a:moveTo>
                  <a:cubicBezTo>
                    <a:pt x="2007590" y="176535"/>
                    <a:pt x="1965591" y="201406"/>
                    <a:pt x="1965591" y="201406"/>
                  </a:cubicBezTo>
                  <a:cubicBezTo>
                    <a:pt x="1961483" y="203677"/>
                    <a:pt x="1968296" y="204650"/>
                    <a:pt x="1975008" y="206597"/>
                  </a:cubicBezTo>
                  <a:cubicBezTo>
                    <a:pt x="1978500" y="207571"/>
                    <a:pt x="1979676" y="207023"/>
                    <a:pt x="1996028" y="198750"/>
                  </a:cubicBezTo>
                  <a:lnTo>
                    <a:pt x="2018075" y="187678"/>
                  </a:lnTo>
                  <a:lnTo>
                    <a:pt x="2018087" y="187781"/>
                  </a:lnTo>
                  <a:lnTo>
                    <a:pt x="2018087" y="187672"/>
                  </a:lnTo>
                  <a:lnTo>
                    <a:pt x="2018075" y="187678"/>
                  </a:lnTo>
                  <a:lnTo>
                    <a:pt x="2017585" y="183604"/>
                  </a:lnTo>
                  <a:cubicBezTo>
                    <a:pt x="2015677" y="182104"/>
                    <a:pt x="2012836" y="180590"/>
                    <a:pt x="2011483" y="179346"/>
                  </a:cubicBezTo>
                  <a:close/>
                  <a:moveTo>
                    <a:pt x="1226365" y="0"/>
                  </a:moveTo>
                  <a:lnTo>
                    <a:pt x="1787779" y="0"/>
                  </a:lnTo>
                  <a:lnTo>
                    <a:pt x="1788845" y="1136"/>
                  </a:lnTo>
                  <a:cubicBezTo>
                    <a:pt x="1789873" y="2758"/>
                    <a:pt x="1790697" y="2920"/>
                    <a:pt x="1791467" y="2268"/>
                  </a:cubicBezTo>
                  <a:lnTo>
                    <a:pt x="1792849" y="0"/>
                  </a:lnTo>
                  <a:lnTo>
                    <a:pt x="1847971" y="0"/>
                  </a:lnTo>
                  <a:lnTo>
                    <a:pt x="1849996" y="487"/>
                  </a:lnTo>
                  <a:lnTo>
                    <a:pt x="1888312" y="17897"/>
                  </a:lnTo>
                  <a:cubicBezTo>
                    <a:pt x="1892750" y="19951"/>
                    <a:pt x="1887124" y="20708"/>
                    <a:pt x="1854543" y="31630"/>
                  </a:cubicBezTo>
                  <a:cubicBezTo>
                    <a:pt x="1847831" y="33793"/>
                    <a:pt x="1851514" y="45905"/>
                    <a:pt x="1844909" y="46229"/>
                  </a:cubicBezTo>
                  <a:cubicBezTo>
                    <a:pt x="1845449" y="46229"/>
                    <a:pt x="1793392" y="48067"/>
                    <a:pt x="1787759" y="49797"/>
                  </a:cubicBezTo>
                  <a:cubicBezTo>
                    <a:pt x="1788299" y="49689"/>
                    <a:pt x="1759184" y="59746"/>
                    <a:pt x="1753451" y="59205"/>
                  </a:cubicBezTo>
                  <a:cubicBezTo>
                    <a:pt x="1754098" y="59314"/>
                    <a:pt x="1690242" y="53042"/>
                    <a:pt x="1684394" y="53582"/>
                  </a:cubicBezTo>
                  <a:lnTo>
                    <a:pt x="1601920" y="61801"/>
                  </a:lnTo>
                  <a:cubicBezTo>
                    <a:pt x="1597158" y="62341"/>
                    <a:pt x="1591748" y="59205"/>
                    <a:pt x="1581683" y="54664"/>
                  </a:cubicBezTo>
                  <a:cubicBezTo>
                    <a:pt x="1575511" y="51960"/>
                    <a:pt x="1585144" y="64504"/>
                    <a:pt x="1578864" y="65153"/>
                  </a:cubicBezTo>
                  <a:cubicBezTo>
                    <a:pt x="1579410" y="65045"/>
                    <a:pt x="1547367" y="68938"/>
                    <a:pt x="1541741" y="67532"/>
                  </a:cubicBezTo>
                  <a:lnTo>
                    <a:pt x="1523771" y="62990"/>
                  </a:lnTo>
                  <a:cubicBezTo>
                    <a:pt x="1519554" y="61909"/>
                    <a:pt x="1523123" y="67640"/>
                    <a:pt x="1523339" y="68397"/>
                  </a:cubicBezTo>
                  <a:cubicBezTo>
                    <a:pt x="1525720" y="73480"/>
                    <a:pt x="1527346" y="71317"/>
                    <a:pt x="1432420" y="98675"/>
                  </a:cubicBezTo>
                  <a:cubicBezTo>
                    <a:pt x="1427226" y="100190"/>
                    <a:pt x="1430909" y="108840"/>
                    <a:pt x="1431016" y="118789"/>
                  </a:cubicBezTo>
                  <a:cubicBezTo>
                    <a:pt x="1431664" y="125494"/>
                    <a:pt x="1440002" y="121925"/>
                    <a:pt x="1448117" y="122790"/>
                  </a:cubicBezTo>
                  <a:cubicBezTo>
                    <a:pt x="1452664" y="122790"/>
                    <a:pt x="1455693" y="119870"/>
                    <a:pt x="1473117" y="107651"/>
                  </a:cubicBezTo>
                  <a:cubicBezTo>
                    <a:pt x="1476908" y="104839"/>
                    <a:pt x="1479829" y="104948"/>
                    <a:pt x="1499419" y="101920"/>
                  </a:cubicBezTo>
                  <a:cubicBezTo>
                    <a:pt x="1503965" y="101163"/>
                    <a:pt x="1503318" y="108732"/>
                    <a:pt x="1503750" y="110138"/>
                  </a:cubicBezTo>
                  <a:cubicBezTo>
                    <a:pt x="1504505" y="116518"/>
                    <a:pt x="1512087" y="113383"/>
                    <a:pt x="1518685" y="114139"/>
                  </a:cubicBezTo>
                  <a:cubicBezTo>
                    <a:pt x="1526260" y="114139"/>
                    <a:pt x="1535353" y="99649"/>
                    <a:pt x="1543253" y="97918"/>
                  </a:cubicBezTo>
                  <a:lnTo>
                    <a:pt x="1613179" y="82455"/>
                  </a:lnTo>
                  <a:cubicBezTo>
                    <a:pt x="1618050" y="81373"/>
                    <a:pt x="1620323" y="88294"/>
                    <a:pt x="1622596" y="90998"/>
                  </a:cubicBezTo>
                  <a:cubicBezTo>
                    <a:pt x="1625949" y="96080"/>
                    <a:pt x="1630388" y="87537"/>
                    <a:pt x="1635474" y="83428"/>
                  </a:cubicBezTo>
                  <a:cubicBezTo>
                    <a:pt x="1639151" y="79752"/>
                    <a:pt x="1636661" y="80833"/>
                    <a:pt x="1725307" y="84293"/>
                  </a:cubicBezTo>
                  <a:cubicBezTo>
                    <a:pt x="1729638" y="84402"/>
                    <a:pt x="1730070" y="88835"/>
                    <a:pt x="1734185" y="101704"/>
                  </a:cubicBezTo>
                  <a:cubicBezTo>
                    <a:pt x="1735918" y="107110"/>
                    <a:pt x="1736890" y="104948"/>
                    <a:pt x="1648676" y="135875"/>
                  </a:cubicBezTo>
                  <a:cubicBezTo>
                    <a:pt x="1644243" y="137497"/>
                    <a:pt x="1650301" y="139552"/>
                    <a:pt x="1667617" y="148743"/>
                  </a:cubicBezTo>
                  <a:cubicBezTo>
                    <a:pt x="1671840" y="151014"/>
                    <a:pt x="1669999" y="150690"/>
                    <a:pt x="1726933" y="131009"/>
                  </a:cubicBezTo>
                  <a:cubicBezTo>
                    <a:pt x="1733969" y="128522"/>
                    <a:pt x="1737537" y="140957"/>
                    <a:pt x="1744573" y="138578"/>
                  </a:cubicBezTo>
                  <a:cubicBezTo>
                    <a:pt x="1743926" y="138795"/>
                    <a:pt x="1826615" y="109706"/>
                    <a:pt x="1832355" y="109489"/>
                  </a:cubicBezTo>
                  <a:lnTo>
                    <a:pt x="1851837" y="108624"/>
                  </a:lnTo>
                  <a:cubicBezTo>
                    <a:pt x="1857248" y="108408"/>
                    <a:pt x="1854219" y="98675"/>
                    <a:pt x="1854758" y="89376"/>
                  </a:cubicBezTo>
                  <a:cubicBezTo>
                    <a:pt x="1854543" y="84185"/>
                    <a:pt x="1858981" y="82996"/>
                    <a:pt x="1859521" y="82347"/>
                  </a:cubicBezTo>
                  <a:cubicBezTo>
                    <a:pt x="1863636" y="79968"/>
                    <a:pt x="1863744" y="84834"/>
                    <a:pt x="1870455" y="109381"/>
                  </a:cubicBezTo>
                  <a:cubicBezTo>
                    <a:pt x="1871859" y="114572"/>
                    <a:pt x="1869909" y="116627"/>
                    <a:pt x="1857464" y="143012"/>
                  </a:cubicBezTo>
                  <a:cubicBezTo>
                    <a:pt x="1854003" y="150366"/>
                    <a:pt x="1838198" y="155556"/>
                    <a:pt x="1831594" y="163017"/>
                  </a:cubicBezTo>
                  <a:cubicBezTo>
                    <a:pt x="1832140" y="162260"/>
                    <a:pt x="1803996" y="192647"/>
                    <a:pt x="1801183" y="198811"/>
                  </a:cubicBezTo>
                  <a:lnTo>
                    <a:pt x="1784191" y="235145"/>
                  </a:lnTo>
                  <a:cubicBezTo>
                    <a:pt x="1781917" y="240011"/>
                    <a:pt x="1786680" y="238281"/>
                    <a:pt x="1805730" y="236119"/>
                  </a:cubicBezTo>
                  <a:cubicBezTo>
                    <a:pt x="1807565" y="235902"/>
                    <a:pt x="1809953" y="234280"/>
                    <a:pt x="1810924" y="232333"/>
                  </a:cubicBezTo>
                  <a:cubicBezTo>
                    <a:pt x="1810601" y="233091"/>
                    <a:pt x="1822723" y="208219"/>
                    <a:pt x="1827161" y="204109"/>
                  </a:cubicBezTo>
                  <a:cubicBezTo>
                    <a:pt x="1826507" y="204650"/>
                    <a:pt x="1871103" y="162909"/>
                    <a:pt x="1875866" y="159233"/>
                  </a:cubicBezTo>
                  <a:cubicBezTo>
                    <a:pt x="1875218" y="159773"/>
                    <a:pt x="1899894" y="141390"/>
                    <a:pt x="1925764" y="118681"/>
                  </a:cubicBezTo>
                  <a:cubicBezTo>
                    <a:pt x="1929549" y="115329"/>
                    <a:pt x="1932362" y="122142"/>
                    <a:pt x="1933664" y="123331"/>
                  </a:cubicBezTo>
                  <a:cubicBezTo>
                    <a:pt x="1936477" y="127224"/>
                    <a:pt x="1933340" y="130360"/>
                    <a:pt x="1925548" y="142796"/>
                  </a:cubicBezTo>
                  <a:cubicBezTo>
                    <a:pt x="1920894" y="150149"/>
                    <a:pt x="1891017" y="165613"/>
                    <a:pt x="1885067" y="173399"/>
                  </a:cubicBezTo>
                  <a:lnTo>
                    <a:pt x="1845989" y="224548"/>
                  </a:lnTo>
                  <a:cubicBezTo>
                    <a:pt x="1842852" y="228657"/>
                    <a:pt x="1848701" y="226278"/>
                    <a:pt x="1869694" y="221195"/>
                  </a:cubicBezTo>
                  <a:cubicBezTo>
                    <a:pt x="1876406" y="219574"/>
                    <a:pt x="1883981" y="202704"/>
                    <a:pt x="1891665" y="196756"/>
                  </a:cubicBezTo>
                  <a:lnTo>
                    <a:pt x="1928145" y="168424"/>
                  </a:lnTo>
                  <a:cubicBezTo>
                    <a:pt x="1934311" y="163558"/>
                    <a:pt x="1942973" y="165288"/>
                    <a:pt x="1948491" y="160098"/>
                  </a:cubicBezTo>
                  <a:lnTo>
                    <a:pt x="1974900" y="134793"/>
                  </a:lnTo>
                  <a:cubicBezTo>
                    <a:pt x="1979555" y="130360"/>
                    <a:pt x="1992547" y="133388"/>
                    <a:pt x="1995792" y="135334"/>
                  </a:cubicBezTo>
                  <a:lnTo>
                    <a:pt x="2010727" y="144634"/>
                  </a:lnTo>
                  <a:cubicBezTo>
                    <a:pt x="2014626" y="147121"/>
                    <a:pt x="2016899" y="144418"/>
                    <a:pt x="2033130" y="134144"/>
                  </a:cubicBezTo>
                  <a:cubicBezTo>
                    <a:pt x="2037245" y="131441"/>
                    <a:pt x="2038108" y="132847"/>
                    <a:pt x="2076316" y="144310"/>
                  </a:cubicBezTo>
                  <a:cubicBezTo>
                    <a:pt x="2080755" y="145715"/>
                    <a:pt x="2081295" y="143985"/>
                    <a:pt x="2111495" y="119654"/>
                  </a:cubicBezTo>
                  <a:cubicBezTo>
                    <a:pt x="2117445" y="114788"/>
                    <a:pt x="2113660" y="104839"/>
                    <a:pt x="2120049" y="103758"/>
                  </a:cubicBezTo>
                  <a:cubicBezTo>
                    <a:pt x="2119503" y="103758"/>
                    <a:pt x="2123941" y="102893"/>
                    <a:pt x="2126862" y="105596"/>
                  </a:cubicBezTo>
                  <a:lnTo>
                    <a:pt x="2138876" y="116735"/>
                  </a:lnTo>
                  <a:cubicBezTo>
                    <a:pt x="2142344" y="119979"/>
                    <a:pt x="2143855" y="117816"/>
                    <a:pt x="2163775" y="105596"/>
                  </a:cubicBezTo>
                  <a:cubicBezTo>
                    <a:pt x="2167667" y="103110"/>
                    <a:pt x="2167775" y="103758"/>
                    <a:pt x="2207933" y="103758"/>
                  </a:cubicBezTo>
                  <a:cubicBezTo>
                    <a:pt x="2215185" y="103758"/>
                    <a:pt x="2233479" y="117816"/>
                    <a:pt x="2242350" y="120087"/>
                  </a:cubicBezTo>
                  <a:lnTo>
                    <a:pt x="2249710" y="121925"/>
                  </a:lnTo>
                  <a:lnTo>
                    <a:pt x="2250147" y="122682"/>
                  </a:lnTo>
                  <a:cubicBezTo>
                    <a:pt x="2251983" y="123115"/>
                    <a:pt x="2252745" y="125169"/>
                    <a:pt x="2251983" y="127224"/>
                  </a:cubicBezTo>
                  <a:lnTo>
                    <a:pt x="2249817" y="132955"/>
                  </a:lnTo>
                  <a:cubicBezTo>
                    <a:pt x="2249062" y="134901"/>
                    <a:pt x="2247004" y="137281"/>
                    <a:pt x="2245277" y="138038"/>
                  </a:cubicBezTo>
                  <a:lnTo>
                    <a:pt x="2204472" y="156637"/>
                  </a:lnTo>
                  <a:cubicBezTo>
                    <a:pt x="2200034" y="158692"/>
                    <a:pt x="2196242" y="163991"/>
                    <a:pt x="2189423" y="171884"/>
                  </a:cubicBezTo>
                  <a:cubicBezTo>
                    <a:pt x="2186286" y="175453"/>
                    <a:pt x="2184876" y="174588"/>
                    <a:pt x="2157711" y="173074"/>
                  </a:cubicBezTo>
                  <a:cubicBezTo>
                    <a:pt x="2153164" y="172858"/>
                    <a:pt x="2150891" y="178373"/>
                    <a:pt x="2150027" y="179238"/>
                  </a:cubicBezTo>
                  <a:cubicBezTo>
                    <a:pt x="2146566" y="184320"/>
                    <a:pt x="2155113" y="187457"/>
                    <a:pt x="2159984" y="192539"/>
                  </a:cubicBezTo>
                  <a:cubicBezTo>
                    <a:pt x="2164422" y="196324"/>
                    <a:pt x="2153488" y="203245"/>
                    <a:pt x="2149487" y="203245"/>
                  </a:cubicBezTo>
                  <a:lnTo>
                    <a:pt x="2122538" y="203677"/>
                  </a:lnTo>
                  <a:cubicBezTo>
                    <a:pt x="2118423" y="203785"/>
                    <a:pt x="2117013" y="207138"/>
                    <a:pt x="2111387" y="216005"/>
                  </a:cubicBezTo>
                  <a:cubicBezTo>
                    <a:pt x="2108574" y="220331"/>
                    <a:pt x="2109006" y="219141"/>
                    <a:pt x="2062137" y="215897"/>
                  </a:cubicBezTo>
                  <a:cubicBezTo>
                    <a:pt x="2057482" y="215572"/>
                    <a:pt x="2053158" y="210922"/>
                    <a:pt x="2046662" y="205515"/>
                  </a:cubicBezTo>
                  <a:cubicBezTo>
                    <a:pt x="2042331" y="201947"/>
                    <a:pt x="2039410" y="210922"/>
                    <a:pt x="2036057" y="214923"/>
                  </a:cubicBezTo>
                  <a:cubicBezTo>
                    <a:pt x="2033130" y="219465"/>
                    <a:pt x="2032698" y="218168"/>
                    <a:pt x="1978368" y="222601"/>
                  </a:cubicBezTo>
                  <a:cubicBezTo>
                    <a:pt x="1973383" y="223034"/>
                    <a:pt x="1979123" y="229955"/>
                    <a:pt x="1980095" y="232550"/>
                  </a:cubicBezTo>
                  <a:cubicBezTo>
                    <a:pt x="1982692" y="237416"/>
                    <a:pt x="1976958" y="235578"/>
                    <a:pt x="2101862" y="244012"/>
                  </a:cubicBezTo>
                  <a:cubicBezTo>
                    <a:pt x="2106517" y="244337"/>
                    <a:pt x="2100237" y="247256"/>
                    <a:pt x="2085409" y="256124"/>
                  </a:cubicBezTo>
                  <a:cubicBezTo>
                    <a:pt x="2081510" y="258503"/>
                    <a:pt x="2078913" y="262829"/>
                    <a:pt x="2075669" y="267370"/>
                  </a:cubicBezTo>
                  <a:cubicBezTo>
                    <a:pt x="2072532" y="271804"/>
                    <a:pt x="2075560" y="270398"/>
                    <a:pt x="1988217" y="267587"/>
                  </a:cubicBezTo>
                  <a:cubicBezTo>
                    <a:pt x="1983562" y="267478"/>
                    <a:pt x="1982692" y="270831"/>
                    <a:pt x="1966023" y="297000"/>
                  </a:cubicBezTo>
                  <a:cubicBezTo>
                    <a:pt x="1963426" y="301217"/>
                    <a:pt x="1965159" y="304029"/>
                    <a:pt x="1970785" y="322628"/>
                  </a:cubicBezTo>
                  <a:cubicBezTo>
                    <a:pt x="1972303" y="327819"/>
                    <a:pt x="1973497" y="324250"/>
                    <a:pt x="1994058" y="294512"/>
                  </a:cubicBezTo>
                  <a:cubicBezTo>
                    <a:pt x="1996871" y="290403"/>
                    <a:pt x="1999145" y="290836"/>
                    <a:pt x="2018195" y="286727"/>
                  </a:cubicBezTo>
                  <a:cubicBezTo>
                    <a:pt x="2022957" y="285753"/>
                    <a:pt x="2026964" y="289322"/>
                    <a:pt x="2029345" y="290295"/>
                  </a:cubicBezTo>
                  <a:cubicBezTo>
                    <a:pt x="2033238" y="292458"/>
                    <a:pt x="2035619" y="290728"/>
                    <a:pt x="2048827" y="285537"/>
                  </a:cubicBezTo>
                  <a:cubicBezTo>
                    <a:pt x="2052942" y="283807"/>
                    <a:pt x="2054885" y="285429"/>
                    <a:pt x="2073395" y="292999"/>
                  </a:cubicBezTo>
                  <a:cubicBezTo>
                    <a:pt x="2079891" y="295594"/>
                    <a:pt x="2063331" y="300784"/>
                    <a:pt x="2056510" y="309760"/>
                  </a:cubicBezTo>
                  <a:lnTo>
                    <a:pt x="2050669" y="317438"/>
                  </a:lnTo>
                  <a:cubicBezTo>
                    <a:pt x="2047525" y="321547"/>
                    <a:pt x="2046985" y="320466"/>
                    <a:pt x="2007158" y="322088"/>
                  </a:cubicBezTo>
                  <a:cubicBezTo>
                    <a:pt x="2002828" y="322304"/>
                    <a:pt x="2002066" y="326305"/>
                    <a:pt x="1993950" y="345986"/>
                  </a:cubicBezTo>
                  <a:cubicBezTo>
                    <a:pt x="1991893" y="350852"/>
                    <a:pt x="1995576" y="352691"/>
                    <a:pt x="2011051" y="367289"/>
                  </a:cubicBezTo>
                  <a:cubicBezTo>
                    <a:pt x="2014734" y="370858"/>
                    <a:pt x="2012029" y="377130"/>
                    <a:pt x="2011921" y="378968"/>
                  </a:cubicBezTo>
                  <a:cubicBezTo>
                    <a:pt x="2011051" y="384159"/>
                    <a:pt x="2008238" y="383618"/>
                    <a:pt x="1987778" y="388160"/>
                  </a:cubicBezTo>
                  <a:cubicBezTo>
                    <a:pt x="1982908" y="389241"/>
                    <a:pt x="1986267" y="396811"/>
                    <a:pt x="1986267" y="399839"/>
                  </a:cubicBezTo>
                  <a:cubicBezTo>
                    <a:pt x="1987238" y="405570"/>
                    <a:pt x="1981828" y="408706"/>
                    <a:pt x="1980095" y="411193"/>
                  </a:cubicBezTo>
                  <a:cubicBezTo>
                    <a:pt x="1976850" y="414653"/>
                    <a:pt x="1974037" y="413139"/>
                    <a:pt x="1959102" y="410328"/>
                  </a:cubicBezTo>
                  <a:cubicBezTo>
                    <a:pt x="1954447" y="409463"/>
                    <a:pt x="1955634" y="410004"/>
                    <a:pt x="1935289" y="466667"/>
                  </a:cubicBezTo>
                  <a:cubicBezTo>
                    <a:pt x="1933556" y="471642"/>
                    <a:pt x="1934743" y="475968"/>
                    <a:pt x="1936908" y="493161"/>
                  </a:cubicBezTo>
                  <a:cubicBezTo>
                    <a:pt x="1937670" y="499217"/>
                    <a:pt x="1930088" y="498027"/>
                    <a:pt x="1926412" y="499433"/>
                  </a:cubicBezTo>
                  <a:cubicBezTo>
                    <a:pt x="1921757" y="500406"/>
                    <a:pt x="1920894" y="506030"/>
                    <a:pt x="1913966" y="525494"/>
                  </a:cubicBezTo>
                  <a:cubicBezTo>
                    <a:pt x="1911908" y="531442"/>
                    <a:pt x="1920786" y="530036"/>
                    <a:pt x="1925218" y="531550"/>
                  </a:cubicBezTo>
                  <a:cubicBezTo>
                    <a:pt x="1929549" y="532307"/>
                    <a:pt x="1930088" y="530144"/>
                    <a:pt x="1948491" y="506570"/>
                  </a:cubicBezTo>
                  <a:cubicBezTo>
                    <a:pt x="1951735" y="502353"/>
                    <a:pt x="1952714" y="503975"/>
                    <a:pt x="2004447" y="514789"/>
                  </a:cubicBezTo>
                  <a:cubicBezTo>
                    <a:pt x="2008778" y="515654"/>
                    <a:pt x="2009540" y="518466"/>
                    <a:pt x="2019820" y="537065"/>
                  </a:cubicBezTo>
                  <a:cubicBezTo>
                    <a:pt x="2020900" y="538903"/>
                    <a:pt x="2020252" y="540742"/>
                    <a:pt x="2018410" y="541066"/>
                  </a:cubicBezTo>
                  <a:cubicBezTo>
                    <a:pt x="2018950" y="540958"/>
                    <a:pt x="2002288" y="545067"/>
                    <a:pt x="1997087" y="543770"/>
                  </a:cubicBezTo>
                  <a:lnTo>
                    <a:pt x="1969490" y="537065"/>
                  </a:lnTo>
                  <a:cubicBezTo>
                    <a:pt x="1967649" y="536632"/>
                    <a:pt x="1966245" y="538038"/>
                    <a:pt x="1966461" y="540309"/>
                  </a:cubicBezTo>
                  <a:lnTo>
                    <a:pt x="1967325" y="552420"/>
                  </a:lnTo>
                  <a:cubicBezTo>
                    <a:pt x="1967972" y="560423"/>
                    <a:pt x="1979879" y="556638"/>
                    <a:pt x="1993087" y="562585"/>
                  </a:cubicBezTo>
                  <a:lnTo>
                    <a:pt x="2011699" y="571020"/>
                  </a:lnTo>
                  <a:cubicBezTo>
                    <a:pt x="2016029" y="573075"/>
                    <a:pt x="2017115" y="565613"/>
                    <a:pt x="2017871" y="564316"/>
                  </a:cubicBezTo>
                  <a:cubicBezTo>
                    <a:pt x="2019605" y="559341"/>
                    <a:pt x="2023173" y="561396"/>
                    <a:pt x="2038655" y="564640"/>
                  </a:cubicBezTo>
                  <a:cubicBezTo>
                    <a:pt x="2043201" y="565613"/>
                    <a:pt x="2043309" y="571453"/>
                    <a:pt x="2047525" y="589403"/>
                  </a:cubicBezTo>
                  <a:cubicBezTo>
                    <a:pt x="2048611" y="594053"/>
                    <a:pt x="2046662" y="596865"/>
                    <a:pt x="2042223" y="605840"/>
                  </a:cubicBezTo>
                  <a:cubicBezTo>
                    <a:pt x="2039950" y="610490"/>
                    <a:pt x="2039194" y="609192"/>
                    <a:pt x="2001742" y="604975"/>
                  </a:cubicBezTo>
                  <a:cubicBezTo>
                    <a:pt x="1996763" y="604434"/>
                    <a:pt x="1997087" y="612869"/>
                    <a:pt x="1995792" y="616762"/>
                  </a:cubicBezTo>
                  <a:cubicBezTo>
                    <a:pt x="1994598" y="621953"/>
                    <a:pt x="1989728" y="618709"/>
                    <a:pt x="1988756" y="618709"/>
                  </a:cubicBezTo>
                  <a:cubicBezTo>
                    <a:pt x="1983670" y="617087"/>
                    <a:pt x="1986699" y="608652"/>
                    <a:pt x="1986699" y="602705"/>
                  </a:cubicBezTo>
                  <a:cubicBezTo>
                    <a:pt x="1987131" y="597406"/>
                    <a:pt x="1983454" y="598271"/>
                    <a:pt x="1964620" y="596108"/>
                  </a:cubicBezTo>
                  <a:cubicBezTo>
                    <a:pt x="1960073" y="595567"/>
                    <a:pt x="1958879" y="597406"/>
                    <a:pt x="1935937" y="613302"/>
                  </a:cubicBezTo>
                  <a:cubicBezTo>
                    <a:pt x="1931174" y="616546"/>
                    <a:pt x="1937670" y="623467"/>
                    <a:pt x="1940807" y="632010"/>
                  </a:cubicBezTo>
                  <a:cubicBezTo>
                    <a:pt x="1943296" y="637414"/>
                    <a:pt x="1948707" y="630496"/>
                    <a:pt x="1952821" y="628549"/>
                  </a:cubicBezTo>
                  <a:cubicBezTo>
                    <a:pt x="1956606" y="626063"/>
                    <a:pt x="1958556" y="629306"/>
                    <a:pt x="1970894" y="640767"/>
                  </a:cubicBezTo>
                  <a:cubicBezTo>
                    <a:pt x="1975008" y="644659"/>
                    <a:pt x="1970138" y="651365"/>
                    <a:pt x="1968950" y="656235"/>
                  </a:cubicBezTo>
                  <a:cubicBezTo>
                    <a:pt x="1967217" y="661099"/>
                    <a:pt x="1972087" y="660344"/>
                    <a:pt x="1986051" y="661423"/>
                  </a:cubicBezTo>
                  <a:cubicBezTo>
                    <a:pt x="1991353" y="661855"/>
                    <a:pt x="1987022" y="670726"/>
                    <a:pt x="1986267" y="677425"/>
                  </a:cubicBezTo>
                  <a:cubicBezTo>
                    <a:pt x="1984318" y="687160"/>
                    <a:pt x="2005101" y="695808"/>
                    <a:pt x="2000339" y="703600"/>
                  </a:cubicBezTo>
                  <a:cubicBezTo>
                    <a:pt x="2000662" y="702838"/>
                    <a:pt x="1996656" y="708248"/>
                    <a:pt x="1997849" y="713112"/>
                  </a:cubicBezTo>
                  <a:lnTo>
                    <a:pt x="2004339" y="738633"/>
                  </a:lnTo>
                  <a:cubicBezTo>
                    <a:pt x="2005749" y="744151"/>
                    <a:pt x="2001418" y="748583"/>
                    <a:pt x="2000339" y="751066"/>
                  </a:cubicBezTo>
                  <a:cubicBezTo>
                    <a:pt x="1997303" y="756260"/>
                    <a:pt x="1990921" y="753231"/>
                    <a:pt x="1985397" y="753447"/>
                  </a:cubicBezTo>
                  <a:cubicBezTo>
                    <a:pt x="1980419" y="753123"/>
                    <a:pt x="1979987" y="745554"/>
                    <a:pt x="1978368" y="742094"/>
                  </a:cubicBezTo>
                  <a:cubicBezTo>
                    <a:pt x="1976634" y="737121"/>
                    <a:pt x="1973275" y="739173"/>
                    <a:pt x="1956606" y="742957"/>
                  </a:cubicBezTo>
                  <a:cubicBezTo>
                    <a:pt x="1951304" y="744151"/>
                    <a:pt x="1956066" y="752908"/>
                    <a:pt x="1957368" y="761772"/>
                  </a:cubicBezTo>
                  <a:cubicBezTo>
                    <a:pt x="1958771" y="767938"/>
                    <a:pt x="1966023" y="765449"/>
                    <a:pt x="1972195" y="766643"/>
                  </a:cubicBezTo>
                  <a:cubicBezTo>
                    <a:pt x="1976310" y="766859"/>
                    <a:pt x="1977713" y="769780"/>
                    <a:pt x="1985181" y="779832"/>
                  </a:cubicBezTo>
                  <a:cubicBezTo>
                    <a:pt x="1988756" y="784702"/>
                    <a:pt x="1981612" y="788918"/>
                    <a:pt x="1977929" y="794322"/>
                  </a:cubicBezTo>
                  <a:cubicBezTo>
                    <a:pt x="1974145" y="798869"/>
                    <a:pt x="1982584" y="801999"/>
                    <a:pt x="1987131" y="806762"/>
                  </a:cubicBezTo>
                  <a:cubicBezTo>
                    <a:pt x="1991461" y="810331"/>
                    <a:pt x="1996116" y="803733"/>
                    <a:pt x="2000878" y="801028"/>
                  </a:cubicBezTo>
                  <a:cubicBezTo>
                    <a:pt x="2005317" y="797891"/>
                    <a:pt x="2004885" y="807841"/>
                    <a:pt x="2006072" y="811626"/>
                  </a:cubicBezTo>
                  <a:cubicBezTo>
                    <a:pt x="2007044" y="817468"/>
                    <a:pt x="2013324" y="816706"/>
                    <a:pt x="2015813" y="817792"/>
                  </a:cubicBezTo>
                  <a:cubicBezTo>
                    <a:pt x="2020144" y="818871"/>
                    <a:pt x="2016137" y="822332"/>
                    <a:pt x="2005533" y="835851"/>
                  </a:cubicBezTo>
                  <a:cubicBezTo>
                    <a:pt x="2002612" y="839528"/>
                    <a:pt x="1999793" y="838442"/>
                    <a:pt x="1985835" y="837255"/>
                  </a:cubicBezTo>
                  <a:cubicBezTo>
                    <a:pt x="1981073" y="836823"/>
                    <a:pt x="1977282" y="832499"/>
                    <a:pt x="1964404" y="821469"/>
                  </a:cubicBezTo>
                  <a:cubicBezTo>
                    <a:pt x="1960613" y="818224"/>
                    <a:pt x="1963102" y="825685"/>
                    <a:pt x="1966677" y="841039"/>
                  </a:cubicBezTo>
                  <a:cubicBezTo>
                    <a:pt x="1967109" y="843205"/>
                    <a:pt x="1966023" y="844932"/>
                    <a:pt x="1964188" y="844932"/>
                  </a:cubicBezTo>
                  <a:cubicBezTo>
                    <a:pt x="1964728" y="844932"/>
                    <a:pt x="1940052" y="845687"/>
                    <a:pt x="1934635" y="843744"/>
                  </a:cubicBezTo>
                  <a:lnTo>
                    <a:pt x="1906930" y="833578"/>
                  </a:lnTo>
                  <a:cubicBezTo>
                    <a:pt x="1902707" y="832067"/>
                    <a:pt x="1901297" y="835527"/>
                    <a:pt x="1889614" y="850882"/>
                  </a:cubicBezTo>
                  <a:cubicBezTo>
                    <a:pt x="1886578" y="854774"/>
                    <a:pt x="1891557" y="856286"/>
                    <a:pt x="1902923" y="862775"/>
                  </a:cubicBezTo>
                  <a:cubicBezTo>
                    <a:pt x="1906714" y="864941"/>
                    <a:pt x="1909203" y="862343"/>
                    <a:pt x="1917858" y="856609"/>
                  </a:cubicBezTo>
                  <a:cubicBezTo>
                    <a:pt x="1921757" y="854019"/>
                    <a:pt x="1923059" y="855746"/>
                    <a:pt x="1951088" y="868401"/>
                  </a:cubicBezTo>
                  <a:cubicBezTo>
                    <a:pt x="1955419" y="870344"/>
                    <a:pt x="1960181" y="868179"/>
                    <a:pt x="1967325" y="866236"/>
                  </a:cubicBezTo>
                  <a:cubicBezTo>
                    <a:pt x="1972087" y="864941"/>
                    <a:pt x="1973059" y="872618"/>
                    <a:pt x="1974361" y="874993"/>
                  </a:cubicBezTo>
                  <a:cubicBezTo>
                    <a:pt x="1976634" y="880727"/>
                    <a:pt x="1968296" y="881482"/>
                    <a:pt x="1964080" y="884295"/>
                  </a:cubicBezTo>
                  <a:cubicBezTo>
                    <a:pt x="1959209" y="886670"/>
                    <a:pt x="1963318" y="895002"/>
                    <a:pt x="1964080" y="903218"/>
                  </a:cubicBezTo>
                  <a:cubicBezTo>
                    <a:pt x="1965268" y="910356"/>
                    <a:pt x="1956282" y="905600"/>
                    <a:pt x="1926520" y="906355"/>
                  </a:cubicBezTo>
                  <a:cubicBezTo>
                    <a:pt x="1921649" y="906247"/>
                    <a:pt x="1917211" y="910464"/>
                    <a:pt x="1905952" y="918465"/>
                  </a:cubicBezTo>
                  <a:cubicBezTo>
                    <a:pt x="1901952" y="921386"/>
                    <a:pt x="1898053" y="920198"/>
                    <a:pt x="1872291" y="918141"/>
                  </a:cubicBezTo>
                  <a:cubicBezTo>
                    <a:pt x="1867858" y="917817"/>
                    <a:pt x="1870780" y="919220"/>
                    <a:pt x="1817636" y="884187"/>
                  </a:cubicBezTo>
                  <a:cubicBezTo>
                    <a:pt x="1813737" y="881590"/>
                    <a:pt x="1815795" y="887972"/>
                    <a:pt x="1818392" y="901491"/>
                  </a:cubicBezTo>
                  <a:cubicBezTo>
                    <a:pt x="1818824" y="903650"/>
                    <a:pt x="1820557" y="906247"/>
                    <a:pt x="1822183" y="907327"/>
                  </a:cubicBezTo>
                  <a:cubicBezTo>
                    <a:pt x="1821529" y="906895"/>
                    <a:pt x="1865909" y="934689"/>
                    <a:pt x="1871319" y="937280"/>
                  </a:cubicBezTo>
                  <a:lnTo>
                    <a:pt x="1905952" y="953936"/>
                  </a:lnTo>
                  <a:cubicBezTo>
                    <a:pt x="1910931" y="956209"/>
                    <a:pt x="1908880" y="964426"/>
                    <a:pt x="1909743" y="971887"/>
                  </a:cubicBezTo>
                  <a:cubicBezTo>
                    <a:pt x="1909959" y="977075"/>
                    <a:pt x="1906060" y="975888"/>
                    <a:pt x="1892427" y="975888"/>
                  </a:cubicBezTo>
                  <a:cubicBezTo>
                    <a:pt x="1887880" y="975888"/>
                    <a:pt x="1892858" y="979672"/>
                    <a:pt x="1906606" y="993731"/>
                  </a:cubicBezTo>
                  <a:cubicBezTo>
                    <a:pt x="1910067" y="997300"/>
                    <a:pt x="1904441" y="997516"/>
                    <a:pt x="1893182" y="1000107"/>
                  </a:cubicBezTo>
                  <a:cubicBezTo>
                    <a:pt x="1887880" y="1001408"/>
                    <a:pt x="1895456" y="1008006"/>
                    <a:pt x="1899678" y="1015575"/>
                  </a:cubicBezTo>
                  <a:cubicBezTo>
                    <a:pt x="1902599" y="1020008"/>
                    <a:pt x="1896427" y="1023145"/>
                    <a:pt x="1895564" y="1024332"/>
                  </a:cubicBezTo>
                  <a:cubicBezTo>
                    <a:pt x="1894160" y="1025735"/>
                    <a:pt x="1891665" y="1025850"/>
                    <a:pt x="1890045" y="1024656"/>
                  </a:cubicBezTo>
                  <a:cubicBezTo>
                    <a:pt x="1890693" y="1025088"/>
                    <a:pt x="1865477" y="1005409"/>
                    <a:pt x="1860061" y="1003028"/>
                  </a:cubicBezTo>
                  <a:lnTo>
                    <a:pt x="1822507" y="986270"/>
                  </a:lnTo>
                  <a:cubicBezTo>
                    <a:pt x="1818176" y="984321"/>
                    <a:pt x="1818500" y="981292"/>
                    <a:pt x="1809946" y="947662"/>
                  </a:cubicBezTo>
                  <a:cubicBezTo>
                    <a:pt x="1808435" y="941718"/>
                    <a:pt x="1801831" y="943014"/>
                    <a:pt x="1798154" y="941718"/>
                  </a:cubicBezTo>
                  <a:cubicBezTo>
                    <a:pt x="1793392" y="940848"/>
                    <a:pt x="1795773" y="944525"/>
                    <a:pt x="1808759" y="996976"/>
                  </a:cubicBezTo>
                  <a:cubicBezTo>
                    <a:pt x="1810061" y="1002488"/>
                    <a:pt x="1810601" y="1001408"/>
                    <a:pt x="1869046" y="1033959"/>
                  </a:cubicBezTo>
                  <a:cubicBezTo>
                    <a:pt x="1873917" y="1036765"/>
                    <a:pt x="1869154" y="1044449"/>
                    <a:pt x="1867858" y="1052342"/>
                  </a:cubicBezTo>
                  <a:cubicBezTo>
                    <a:pt x="1866449" y="1057530"/>
                    <a:pt x="1870995" y="1054717"/>
                    <a:pt x="1889614" y="1048341"/>
                  </a:cubicBezTo>
                  <a:cubicBezTo>
                    <a:pt x="1893830" y="1046932"/>
                    <a:pt x="1897189" y="1050932"/>
                    <a:pt x="1904981" y="1057422"/>
                  </a:cubicBezTo>
                  <a:cubicBezTo>
                    <a:pt x="1908664" y="1060559"/>
                    <a:pt x="1903901" y="1062394"/>
                    <a:pt x="1889830" y="1072021"/>
                  </a:cubicBezTo>
                  <a:cubicBezTo>
                    <a:pt x="1885607" y="1074941"/>
                    <a:pt x="1890045" y="1081107"/>
                    <a:pt x="1890693" y="1083698"/>
                  </a:cubicBezTo>
                  <a:cubicBezTo>
                    <a:pt x="1892643" y="1088569"/>
                    <a:pt x="1894916" y="1086511"/>
                    <a:pt x="1920132" y="1078618"/>
                  </a:cubicBezTo>
                  <a:cubicBezTo>
                    <a:pt x="1924678" y="1077107"/>
                    <a:pt x="1922837" y="1080999"/>
                    <a:pt x="1917211" y="1124357"/>
                  </a:cubicBezTo>
                  <a:cubicBezTo>
                    <a:pt x="1916563" y="1129767"/>
                    <a:pt x="1917643" y="1132796"/>
                    <a:pt x="1922513" y="1155720"/>
                  </a:cubicBezTo>
                  <a:cubicBezTo>
                    <a:pt x="1923599" y="1161016"/>
                    <a:pt x="1919484" y="1159289"/>
                    <a:pt x="1897729" y="1157231"/>
                  </a:cubicBezTo>
                  <a:cubicBezTo>
                    <a:pt x="1893290" y="1156799"/>
                    <a:pt x="1893722" y="1152151"/>
                    <a:pt x="1891233" y="1134200"/>
                  </a:cubicBezTo>
                  <a:cubicBezTo>
                    <a:pt x="1890477" y="1128796"/>
                    <a:pt x="1885175" y="1127386"/>
                    <a:pt x="1884089" y="1126523"/>
                  </a:cubicBezTo>
                  <a:cubicBezTo>
                    <a:pt x="1879980" y="1124249"/>
                    <a:pt x="1881060" y="1129444"/>
                    <a:pt x="1880412" y="1155612"/>
                  </a:cubicBezTo>
                  <a:cubicBezTo>
                    <a:pt x="1880305" y="1162533"/>
                    <a:pt x="1871967" y="1158209"/>
                    <a:pt x="1857680" y="1158857"/>
                  </a:cubicBezTo>
                  <a:cubicBezTo>
                    <a:pt x="1852809" y="1158749"/>
                    <a:pt x="1847723" y="1154101"/>
                    <a:pt x="1831924" y="1142956"/>
                  </a:cubicBezTo>
                  <a:cubicBezTo>
                    <a:pt x="1828133" y="1140150"/>
                    <a:pt x="1827809" y="1136473"/>
                    <a:pt x="1821961" y="1116140"/>
                  </a:cubicBezTo>
                  <a:cubicBezTo>
                    <a:pt x="1820341" y="1110736"/>
                    <a:pt x="1816443" y="1106298"/>
                    <a:pt x="1807457" y="1093972"/>
                  </a:cubicBezTo>
                  <a:cubicBezTo>
                    <a:pt x="1803780" y="1089000"/>
                    <a:pt x="1797500" y="1092029"/>
                    <a:pt x="1787759" y="1091699"/>
                  </a:cubicBezTo>
                  <a:cubicBezTo>
                    <a:pt x="1783651" y="1091813"/>
                    <a:pt x="1783537" y="1095052"/>
                    <a:pt x="1778889" y="1110305"/>
                  </a:cubicBezTo>
                  <a:cubicBezTo>
                    <a:pt x="1777371" y="1115385"/>
                    <a:pt x="1778450" y="1118953"/>
                    <a:pt x="1781702" y="1142201"/>
                  </a:cubicBezTo>
                  <a:cubicBezTo>
                    <a:pt x="1782026" y="1144366"/>
                    <a:pt x="1780724" y="1146633"/>
                    <a:pt x="1778996" y="1147287"/>
                  </a:cubicBezTo>
                  <a:cubicBezTo>
                    <a:pt x="1779644" y="1147071"/>
                    <a:pt x="1755076" y="1154424"/>
                    <a:pt x="1750529" y="1158317"/>
                  </a:cubicBezTo>
                  <a:lnTo>
                    <a:pt x="1730718" y="1175075"/>
                  </a:lnTo>
                  <a:cubicBezTo>
                    <a:pt x="1729206" y="1176268"/>
                    <a:pt x="1729530" y="1177240"/>
                    <a:pt x="1731371" y="1177240"/>
                  </a:cubicBezTo>
                  <a:cubicBezTo>
                    <a:pt x="1730832" y="1177240"/>
                    <a:pt x="1750638" y="1177240"/>
                    <a:pt x="1755724" y="1175183"/>
                  </a:cubicBezTo>
                  <a:lnTo>
                    <a:pt x="1784299" y="1163505"/>
                  </a:lnTo>
                  <a:cubicBezTo>
                    <a:pt x="1788629" y="1161670"/>
                    <a:pt x="1787004" y="1161994"/>
                    <a:pt x="1840039" y="1183184"/>
                  </a:cubicBezTo>
                  <a:cubicBezTo>
                    <a:pt x="1844478" y="1184917"/>
                    <a:pt x="1842528" y="1184377"/>
                    <a:pt x="1902275" y="1181025"/>
                  </a:cubicBezTo>
                  <a:cubicBezTo>
                    <a:pt x="1906822" y="1180809"/>
                    <a:pt x="1903139" y="1185133"/>
                    <a:pt x="1894268" y="1199840"/>
                  </a:cubicBezTo>
                  <a:cubicBezTo>
                    <a:pt x="1891779" y="1203948"/>
                    <a:pt x="1889614" y="1203840"/>
                    <a:pt x="1871751" y="1209250"/>
                  </a:cubicBezTo>
                  <a:cubicBezTo>
                    <a:pt x="1867858" y="1210438"/>
                    <a:pt x="1866773" y="1213035"/>
                    <a:pt x="1860930" y="1222223"/>
                  </a:cubicBezTo>
                  <a:cubicBezTo>
                    <a:pt x="1857680" y="1227310"/>
                    <a:pt x="1852053" y="1221252"/>
                    <a:pt x="1845665" y="1218979"/>
                  </a:cubicBezTo>
                  <a:cubicBezTo>
                    <a:pt x="1839176" y="1215842"/>
                    <a:pt x="1842096" y="1232390"/>
                    <a:pt x="1834953" y="1235959"/>
                  </a:cubicBezTo>
                  <a:cubicBezTo>
                    <a:pt x="1835600" y="1235635"/>
                    <a:pt x="1808435" y="1250017"/>
                    <a:pt x="1802809" y="1251097"/>
                  </a:cubicBezTo>
                  <a:lnTo>
                    <a:pt x="1782673" y="1255097"/>
                  </a:lnTo>
                  <a:cubicBezTo>
                    <a:pt x="1778019" y="1256069"/>
                    <a:pt x="1784839" y="1260400"/>
                    <a:pt x="1785594" y="1261371"/>
                  </a:cubicBezTo>
                  <a:cubicBezTo>
                    <a:pt x="1789169" y="1264616"/>
                    <a:pt x="1786032" y="1266019"/>
                    <a:pt x="1764925" y="1286244"/>
                  </a:cubicBezTo>
                  <a:cubicBezTo>
                    <a:pt x="1761674" y="1289267"/>
                    <a:pt x="1759515" y="1288511"/>
                    <a:pt x="1744789" y="1287216"/>
                  </a:cubicBezTo>
                  <a:cubicBezTo>
                    <a:pt x="1739811" y="1286784"/>
                    <a:pt x="1741760" y="1294893"/>
                    <a:pt x="1741436" y="1297166"/>
                  </a:cubicBezTo>
                  <a:cubicBezTo>
                    <a:pt x="1741436" y="1302786"/>
                    <a:pt x="1740134" y="1301598"/>
                    <a:pt x="1698682" y="1312844"/>
                  </a:cubicBezTo>
                  <a:cubicBezTo>
                    <a:pt x="1694243" y="1314032"/>
                    <a:pt x="1689696" y="1311003"/>
                    <a:pt x="1681473" y="1307218"/>
                  </a:cubicBezTo>
                  <a:cubicBezTo>
                    <a:pt x="1677142" y="1305167"/>
                    <a:pt x="1676495" y="1312952"/>
                    <a:pt x="1675739" y="1314463"/>
                  </a:cubicBezTo>
                  <a:cubicBezTo>
                    <a:pt x="1674221" y="1319658"/>
                    <a:pt x="1674221" y="1318356"/>
                    <a:pt x="1628546" y="1334149"/>
                  </a:cubicBezTo>
                  <a:cubicBezTo>
                    <a:pt x="1623460" y="1335984"/>
                    <a:pt x="1620647" y="1328199"/>
                    <a:pt x="1615992" y="1323119"/>
                  </a:cubicBezTo>
                  <a:cubicBezTo>
                    <a:pt x="1612525" y="1318572"/>
                    <a:pt x="1606791" y="1320521"/>
                    <a:pt x="1602892" y="1320090"/>
                  </a:cubicBezTo>
                  <a:cubicBezTo>
                    <a:pt x="1598453" y="1320090"/>
                    <a:pt x="1601920" y="1323982"/>
                    <a:pt x="1611661" y="1339984"/>
                  </a:cubicBezTo>
                  <a:cubicBezTo>
                    <a:pt x="1614582" y="1344639"/>
                    <a:pt x="1612201" y="1343229"/>
                    <a:pt x="1550180" y="1346582"/>
                  </a:cubicBezTo>
                  <a:cubicBezTo>
                    <a:pt x="1545640" y="1346798"/>
                    <a:pt x="1545748" y="1345286"/>
                    <a:pt x="1521504" y="1311441"/>
                  </a:cubicBezTo>
                  <a:cubicBezTo>
                    <a:pt x="1518037" y="1306678"/>
                    <a:pt x="1511979" y="1309815"/>
                    <a:pt x="1506994" y="1309815"/>
                  </a:cubicBezTo>
                  <a:cubicBezTo>
                    <a:pt x="1502454" y="1310355"/>
                    <a:pt x="1504835" y="1312520"/>
                    <a:pt x="1522584" y="1345178"/>
                  </a:cubicBezTo>
                  <a:cubicBezTo>
                    <a:pt x="1525181" y="1349827"/>
                    <a:pt x="1524317" y="1355669"/>
                    <a:pt x="1524425" y="1357828"/>
                  </a:cubicBezTo>
                  <a:cubicBezTo>
                    <a:pt x="1524425" y="1363238"/>
                    <a:pt x="1522476" y="1362914"/>
                    <a:pt x="1492707" y="1376535"/>
                  </a:cubicBezTo>
                  <a:cubicBezTo>
                    <a:pt x="1488382" y="1378484"/>
                    <a:pt x="1488598" y="1381405"/>
                    <a:pt x="1480261" y="1409841"/>
                  </a:cubicBezTo>
                  <a:cubicBezTo>
                    <a:pt x="1478750" y="1414819"/>
                    <a:pt x="1475937" y="1418496"/>
                    <a:pt x="1464570" y="1429310"/>
                  </a:cubicBezTo>
                  <a:cubicBezTo>
                    <a:pt x="1460995" y="1432770"/>
                    <a:pt x="1459591" y="1439146"/>
                    <a:pt x="1456448" y="1448556"/>
                  </a:cubicBezTo>
                  <a:cubicBezTo>
                    <a:pt x="1454829" y="1453205"/>
                    <a:pt x="1454289" y="1452773"/>
                    <a:pt x="1421600" y="1478294"/>
                  </a:cubicBezTo>
                  <a:cubicBezTo>
                    <a:pt x="1418132" y="1480999"/>
                    <a:pt x="1416945" y="1479805"/>
                    <a:pt x="1396053" y="1473321"/>
                  </a:cubicBezTo>
                  <a:cubicBezTo>
                    <a:pt x="1391615" y="1471912"/>
                    <a:pt x="1396485" y="1477646"/>
                    <a:pt x="1401248" y="1484783"/>
                  </a:cubicBezTo>
                  <a:cubicBezTo>
                    <a:pt x="1403959" y="1488676"/>
                    <a:pt x="1402118" y="1488784"/>
                    <a:pt x="1374730" y="1512247"/>
                  </a:cubicBezTo>
                  <a:cubicBezTo>
                    <a:pt x="1371162" y="1515384"/>
                    <a:pt x="1370076" y="1509548"/>
                    <a:pt x="1364557" y="1496029"/>
                  </a:cubicBezTo>
                  <a:cubicBezTo>
                    <a:pt x="1362716" y="1491381"/>
                    <a:pt x="1361744" y="1497216"/>
                    <a:pt x="1353191" y="1524039"/>
                  </a:cubicBezTo>
                  <a:cubicBezTo>
                    <a:pt x="1351356" y="1529659"/>
                    <a:pt x="1344536" y="1524039"/>
                    <a:pt x="1335982" y="1522089"/>
                  </a:cubicBezTo>
                  <a:cubicBezTo>
                    <a:pt x="1327543" y="1519276"/>
                    <a:pt x="1312278" y="1529767"/>
                    <a:pt x="1314551" y="1522413"/>
                  </a:cubicBezTo>
                  <a:cubicBezTo>
                    <a:pt x="1314335" y="1523061"/>
                    <a:pt x="1322241" y="1495705"/>
                    <a:pt x="1325594" y="1490727"/>
                  </a:cubicBezTo>
                  <a:lnTo>
                    <a:pt x="1334471" y="1477214"/>
                  </a:lnTo>
                  <a:cubicBezTo>
                    <a:pt x="1337176" y="1473106"/>
                    <a:pt x="1331112" y="1476242"/>
                    <a:pt x="1315853" y="1481754"/>
                  </a:cubicBezTo>
                  <a:cubicBezTo>
                    <a:pt x="1311522" y="1483374"/>
                    <a:pt x="1311954" y="1484459"/>
                    <a:pt x="1297127" y="1520686"/>
                  </a:cubicBezTo>
                  <a:cubicBezTo>
                    <a:pt x="1295285" y="1525118"/>
                    <a:pt x="1293342" y="1524687"/>
                    <a:pt x="1265307" y="1532796"/>
                  </a:cubicBezTo>
                  <a:cubicBezTo>
                    <a:pt x="1261408" y="1533983"/>
                    <a:pt x="1259897" y="1531932"/>
                    <a:pt x="1249940" y="1524039"/>
                  </a:cubicBezTo>
                  <a:cubicBezTo>
                    <a:pt x="1246473" y="1521226"/>
                    <a:pt x="1243768" y="1524039"/>
                    <a:pt x="1231322" y="1531932"/>
                  </a:cubicBezTo>
                  <a:cubicBezTo>
                    <a:pt x="1227423" y="1534415"/>
                    <a:pt x="1232293" y="1536256"/>
                    <a:pt x="1244308" y="1543825"/>
                  </a:cubicBezTo>
                  <a:cubicBezTo>
                    <a:pt x="1248962" y="1546747"/>
                    <a:pt x="1243120" y="1553014"/>
                    <a:pt x="1240847" y="1559720"/>
                  </a:cubicBezTo>
                  <a:cubicBezTo>
                    <a:pt x="1238897" y="1564044"/>
                    <a:pt x="1238574" y="1562964"/>
                    <a:pt x="1197121" y="1557992"/>
                  </a:cubicBezTo>
                  <a:cubicBezTo>
                    <a:pt x="1192136" y="1557453"/>
                    <a:pt x="1193653" y="1565130"/>
                    <a:pt x="1193006" y="1568051"/>
                  </a:cubicBezTo>
                  <a:cubicBezTo>
                    <a:pt x="1192682" y="1572807"/>
                    <a:pt x="1195279" y="1573455"/>
                    <a:pt x="1212596" y="1584916"/>
                  </a:cubicBezTo>
                  <a:cubicBezTo>
                    <a:pt x="1216495" y="1587406"/>
                    <a:pt x="1217250" y="1591190"/>
                    <a:pt x="1224070" y="1608278"/>
                  </a:cubicBezTo>
                  <a:cubicBezTo>
                    <a:pt x="1226559" y="1614438"/>
                    <a:pt x="1216495" y="1610221"/>
                    <a:pt x="1183157" y="1610653"/>
                  </a:cubicBezTo>
                  <a:cubicBezTo>
                    <a:pt x="1178395" y="1610653"/>
                    <a:pt x="1180668" y="1617358"/>
                    <a:pt x="1180452" y="1618870"/>
                  </a:cubicBezTo>
                  <a:cubicBezTo>
                    <a:pt x="1180884" y="1623848"/>
                    <a:pt x="1183697" y="1622985"/>
                    <a:pt x="1209135" y="1626445"/>
                  </a:cubicBezTo>
                  <a:cubicBezTo>
                    <a:pt x="1213567" y="1626985"/>
                    <a:pt x="1212488" y="1630986"/>
                    <a:pt x="1212488" y="1650340"/>
                  </a:cubicBezTo>
                  <a:cubicBezTo>
                    <a:pt x="1212488" y="1655312"/>
                    <a:pt x="1210322" y="1653477"/>
                    <a:pt x="1179042" y="1644714"/>
                  </a:cubicBezTo>
                  <a:cubicBezTo>
                    <a:pt x="1173308" y="1643203"/>
                    <a:pt x="1184776" y="1654557"/>
                    <a:pt x="1188891" y="1655744"/>
                  </a:cubicBezTo>
                  <a:lnTo>
                    <a:pt x="1205560" y="1660507"/>
                  </a:lnTo>
                  <a:cubicBezTo>
                    <a:pt x="1210214" y="1661694"/>
                    <a:pt x="1208805" y="1661370"/>
                    <a:pt x="1156423" y="1716304"/>
                  </a:cubicBezTo>
                  <a:cubicBezTo>
                    <a:pt x="1152525" y="1720413"/>
                    <a:pt x="1148302" y="1712627"/>
                    <a:pt x="1142676" y="1708303"/>
                  </a:cubicBezTo>
                  <a:cubicBezTo>
                    <a:pt x="1139431" y="1705166"/>
                    <a:pt x="1136503" y="1708087"/>
                    <a:pt x="1125251" y="1714901"/>
                  </a:cubicBezTo>
                  <a:cubicBezTo>
                    <a:pt x="1121245" y="1717276"/>
                    <a:pt x="1125251" y="1718146"/>
                    <a:pt x="1148956" y="1729715"/>
                  </a:cubicBezTo>
                  <a:cubicBezTo>
                    <a:pt x="1150575" y="1730579"/>
                    <a:pt x="1152093" y="1732852"/>
                    <a:pt x="1152201" y="1734903"/>
                  </a:cubicBezTo>
                  <a:cubicBezTo>
                    <a:pt x="1152417" y="1734256"/>
                    <a:pt x="1152417" y="1738904"/>
                    <a:pt x="1149172" y="1737716"/>
                  </a:cubicBezTo>
                  <a:lnTo>
                    <a:pt x="1127957" y="1730471"/>
                  </a:lnTo>
                  <a:cubicBezTo>
                    <a:pt x="1123518" y="1728845"/>
                    <a:pt x="1129252" y="1732852"/>
                    <a:pt x="1143108" y="1743666"/>
                  </a:cubicBezTo>
                  <a:cubicBezTo>
                    <a:pt x="1147114" y="1746797"/>
                    <a:pt x="1142784" y="1752315"/>
                    <a:pt x="1141920" y="1755884"/>
                  </a:cubicBezTo>
                  <a:cubicBezTo>
                    <a:pt x="1139863" y="1761072"/>
                    <a:pt x="1147438" y="1762697"/>
                    <a:pt x="1151007" y="1765504"/>
                  </a:cubicBezTo>
                  <a:cubicBezTo>
                    <a:pt x="1155014" y="1767885"/>
                    <a:pt x="1153064" y="1769181"/>
                    <a:pt x="1138561" y="1802709"/>
                  </a:cubicBezTo>
                  <a:cubicBezTo>
                    <a:pt x="1136612" y="1807249"/>
                    <a:pt x="1131093" y="1807897"/>
                    <a:pt x="1122546" y="1810602"/>
                  </a:cubicBezTo>
                  <a:cubicBezTo>
                    <a:pt x="1117346" y="1812329"/>
                    <a:pt x="1125899" y="1817523"/>
                    <a:pt x="1128712" y="1821092"/>
                  </a:cubicBezTo>
                  <a:cubicBezTo>
                    <a:pt x="1131957" y="1824229"/>
                    <a:pt x="1130338" y="1826927"/>
                    <a:pt x="1126115" y="1844339"/>
                  </a:cubicBezTo>
                  <a:cubicBezTo>
                    <a:pt x="1125035" y="1849095"/>
                    <a:pt x="1120813" y="1847908"/>
                    <a:pt x="1104900" y="1847908"/>
                  </a:cubicBezTo>
                  <a:cubicBezTo>
                    <a:pt x="1100461" y="1847908"/>
                    <a:pt x="1105224" y="1851909"/>
                    <a:pt x="1112043" y="1859586"/>
                  </a:cubicBezTo>
                  <a:cubicBezTo>
                    <a:pt x="1115180" y="1862938"/>
                    <a:pt x="1114209" y="1865320"/>
                    <a:pt x="1112583" y="1889215"/>
                  </a:cubicBezTo>
                  <a:cubicBezTo>
                    <a:pt x="1112259" y="1894841"/>
                    <a:pt x="1107713" y="1885322"/>
                    <a:pt x="1105439" y="1882401"/>
                  </a:cubicBezTo>
                  <a:cubicBezTo>
                    <a:pt x="1102842" y="1878401"/>
                    <a:pt x="1100245" y="1878832"/>
                    <a:pt x="1077842" y="1875156"/>
                  </a:cubicBezTo>
                  <a:cubicBezTo>
                    <a:pt x="1073188" y="1874400"/>
                    <a:pt x="1078706" y="1878185"/>
                    <a:pt x="1093755" y="1891056"/>
                  </a:cubicBezTo>
                  <a:cubicBezTo>
                    <a:pt x="1097324" y="1894085"/>
                    <a:pt x="1091482" y="1894301"/>
                    <a:pt x="1082173" y="1896352"/>
                  </a:cubicBezTo>
                  <a:cubicBezTo>
                    <a:pt x="1077626" y="1897324"/>
                    <a:pt x="1076756" y="1896136"/>
                    <a:pt x="1042447" y="1879918"/>
                  </a:cubicBezTo>
                  <a:cubicBezTo>
                    <a:pt x="1037469" y="1877645"/>
                    <a:pt x="1044397" y="1871371"/>
                    <a:pt x="1047534" y="1864564"/>
                  </a:cubicBezTo>
                  <a:cubicBezTo>
                    <a:pt x="1049699" y="1860887"/>
                    <a:pt x="1050131" y="1856773"/>
                    <a:pt x="1050677" y="1852880"/>
                  </a:cubicBezTo>
                  <a:cubicBezTo>
                    <a:pt x="1051433" y="1847800"/>
                    <a:pt x="1047642" y="1853750"/>
                    <a:pt x="1036066" y="1867910"/>
                  </a:cubicBezTo>
                  <a:cubicBezTo>
                    <a:pt x="1033030" y="1871587"/>
                    <a:pt x="1033900" y="1865428"/>
                    <a:pt x="1034224" y="1851585"/>
                  </a:cubicBezTo>
                  <a:cubicBezTo>
                    <a:pt x="1034332" y="1845311"/>
                    <a:pt x="1025779" y="1848987"/>
                    <a:pt x="1013872" y="1848340"/>
                  </a:cubicBezTo>
                  <a:cubicBezTo>
                    <a:pt x="1009326" y="1848448"/>
                    <a:pt x="1012253" y="1845743"/>
                    <a:pt x="1029030" y="1821200"/>
                  </a:cubicBezTo>
                  <a:cubicBezTo>
                    <a:pt x="1031843" y="1817091"/>
                    <a:pt x="1024591" y="1821200"/>
                    <a:pt x="1023397" y="1821524"/>
                  </a:cubicBezTo>
                  <a:cubicBezTo>
                    <a:pt x="1018959" y="1823359"/>
                    <a:pt x="1016577" y="1826496"/>
                    <a:pt x="1001534" y="1841310"/>
                  </a:cubicBezTo>
                  <a:cubicBezTo>
                    <a:pt x="998397" y="1844447"/>
                    <a:pt x="996556" y="1843584"/>
                    <a:pt x="978154" y="1842390"/>
                  </a:cubicBezTo>
                  <a:cubicBezTo>
                    <a:pt x="973283" y="1842066"/>
                    <a:pt x="977722" y="1839907"/>
                    <a:pt x="1006405" y="1817739"/>
                  </a:cubicBezTo>
                  <a:cubicBezTo>
                    <a:pt x="1010196" y="1814926"/>
                    <a:pt x="1003052" y="1814818"/>
                    <a:pt x="1002404" y="1814602"/>
                  </a:cubicBezTo>
                  <a:cubicBezTo>
                    <a:pt x="997534" y="1813739"/>
                    <a:pt x="998073" y="1814710"/>
                    <a:pt x="940168" y="1846181"/>
                  </a:cubicBezTo>
                  <a:cubicBezTo>
                    <a:pt x="936269" y="1848340"/>
                    <a:pt x="934643" y="1845958"/>
                    <a:pt x="918083" y="1833201"/>
                  </a:cubicBezTo>
                  <a:cubicBezTo>
                    <a:pt x="913974" y="1830064"/>
                    <a:pt x="919816" y="1825200"/>
                    <a:pt x="921226" y="1822171"/>
                  </a:cubicBezTo>
                  <a:cubicBezTo>
                    <a:pt x="923931" y="1818171"/>
                    <a:pt x="922305" y="1818603"/>
                    <a:pt x="886263" y="1790053"/>
                  </a:cubicBezTo>
                  <a:cubicBezTo>
                    <a:pt x="882694" y="1787240"/>
                    <a:pt x="885939" y="1784325"/>
                    <a:pt x="895464" y="1770267"/>
                  </a:cubicBezTo>
                  <a:cubicBezTo>
                    <a:pt x="897953" y="1766482"/>
                    <a:pt x="896111" y="1763453"/>
                    <a:pt x="891673" y="1750797"/>
                  </a:cubicBezTo>
                  <a:cubicBezTo>
                    <a:pt x="889730" y="1745070"/>
                    <a:pt x="882694" y="1748207"/>
                    <a:pt x="871544" y="1747343"/>
                  </a:cubicBezTo>
                  <a:cubicBezTo>
                    <a:pt x="866997" y="1747343"/>
                    <a:pt x="866565" y="1745501"/>
                    <a:pt x="845889" y="1720844"/>
                  </a:cubicBezTo>
                  <a:cubicBezTo>
                    <a:pt x="842969" y="1717384"/>
                    <a:pt x="844918" y="1714469"/>
                    <a:pt x="849788" y="1701274"/>
                  </a:cubicBezTo>
                  <a:cubicBezTo>
                    <a:pt x="851414" y="1696626"/>
                    <a:pt x="847407" y="1697057"/>
                    <a:pt x="826839" y="1692841"/>
                  </a:cubicBezTo>
                  <a:cubicBezTo>
                    <a:pt x="821969" y="1691755"/>
                    <a:pt x="820026" y="1686135"/>
                    <a:pt x="818076" y="1683754"/>
                  </a:cubicBezTo>
                  <a:cubicBezTo>
                    <a:pt x="815047" y="1679322"/>
                    <a:pt x="817537" y="1673696"/>
                    <a:pt x="817753" y="1669803"/>
                  </a:cubicBezTo>
                  <a:cubicBezTo>
                    <a:pt x="818616" y="1664399"/>
                    <a:pt x="811148" y="1666558"/>
                    <a:pt x="808335" y="1666126"/>
                  </a:cubicBezTo>
                  <a:cubicBezTo>
                    <a:pt x="804005" y="1666126"/>
                    <a:pt x="803465" y="1662450"/>
                    <a:pt x="797401" y="1647635"/>
                  </a:cubicBezTo>
                  <a:cubicBezTo>
                    <a:pt x="792422" y="1635310"/>
                    <a:pt x="805954" y="1601680"/>
                    <a:pt x="810501" y="1588485"/>
                  </a:cubicBezTo>
                  <a:cubicBezTo>
                    <a:pt x="812558" y="1582427"/>
                    <a:pt x="804760" y="1594327"/>
                    <a:pt x="784091" y="1621899"/>
                  </a:cubicBezTo>
                  <a:cubicBezTo>
                    <a:pt x="781278" y="1625683"/>
                    <a:pt x="781056" y="1621359"/>
                    <a:pt x="774027" y="1594219"/>
                  </a:cubicBezTo>
                  <a:cubicBezTo>
                    <a:pt x="772617" y="1588809"/>
                    <a:pt x="777703" y="1584808"/>
                    <a:pt x="779976" y="1580700"/>
                  </a:cubicBezTo>
                  <a:cubicBezTo>
                    <a:pt x="782897" y="1576484"/>
                    <a:pt x="776408" y="1573886"/>
                    <a:pt x="775106" y="1572591"/>
                  </a:cubicBezTo>
                  <a:cubicBezTo>
                    <a:pt x="771531" y="1569886"/>
                    <a:pt x="772509" y="1567397"/>
                    <a:pt x="773480" y="1541768"/>
                  </a:cubicBezTo>
                  <a:cubicBezTo>
                    <a:pt x="773696" y="1537228"/>
                    <a:pt x="771423" y="1536040"/>
                    <a:pt x="758329" y="1523277"/>
                  </a:cubicBezTo>
                  <a:cubicBezTo>
                    <a:pt x="754869" y="1520032"/>
                    <a:pt x="754214" y="1526090"/>
                    <a:pt x="749890" y="1540797"/>
                  </a:cubicBezTo>
                  <a:cubicBezTo>
                    <a:pt x="748265" y="1546207"/>
                    <a:pt x="742416" y="1539501"/>
                    <a:pt x="738847" y="1537876"/>
                  </a:cubicBezTo>
                  <a:cubicBezTo>
                    <a:pt x="734841" y="1535393"/>
                    <a:pt x="735710" y="1530846"/>
                    <a:pt x="735057" y="1507815"/>
                  </a:cubicBezTo>
                  <a:cubicBezTo>
                    <a:pt x="734948" y="1503166"/>
                    <a:pt x="731488" y="1502303"/>
                    <a:pt x="720877" y="1496569"/>
                  </a:cubicBezTo>
                  <a:cubicBezTo>
                    <a:pt x="716877" y="1494403"/>
                    <a:pt x="717848" y="1491165"/>
                    <a:pt x="717848" y="1471048"/>
                  </a:cubicBezTo>
                  <a:cubicBezTo>
                    <a:pt x="717848" y="1466508"/>
                    <a:pt x="719690" y="1464666"/>
                    <a:pt x="727373" y="1453528"/>
                  </a:cubicBezTo>
                  <a:cubicBezTo>
                    <a:pt x="729970" y="1449744"/>
                    <a:pt x="727697" y="1448341"/>
                    <a:pt x="715359" y="1433310"/>
                  </a:cubicBezTo>
                  <a:cubicBezTo>
                    <a:pt x="712546" y="1429849"/>
                    <a:pt x="712870" y="1426928"/>
                    <a:pt x="711460" y="1406272"/>
                  </a:cubicBezTo>
                  <a:cubicBezTo>
                    <a:pt x="711028" y="1400760"/>
                    <a:pt x="712978" y="1401084"/>
                    <a:pt x="743826" y="1381513"/>
                  </a:cubicBezTo>
                  <a:cubicBezTo>
                    <a:pt x="747395" y="1379348"/>
                    <a:pt x="747179" y="1374916"/>
                    <a:pt x="747395" y="1374160"/>
                  </a:cubicBezTo>
                  <a:cubicBezTo>
                    <a:pt x="747941" y="1368750"/>
                    <a:pt x="744582" y="1371131"/>
                    <a:pt x="721099" y="1378592"/>
                  </a:cubicBezTo>
                  <a:cubicBezTo>
                    <a:pt x="716660" y="1379996"/>
                    <a:pt x="718934" y="1375347"/>
                    <a:pt x="725423" y="1348423"/>
                  </a:cubicBezTo>
                  <a:cubicBezTo>
                    <a:pt x="726725" y="1343229"/>
                    <a:pt x="730078" y="1344531"/>
                    <a:pt x="750430" y="1344531"/>
                  </a:cubicBezTo>
                  <a:cubicBezTo>
                    <a:pt x="755193" y="1344531"/>
                    <a:pt x="753027" y="1336955"/>
                    <a:pt x="753135" y="1334904"/>
                  </a:cubicBezTo>
                  <a:cubicBezTo>
                    <a:pt x="752811" y="1329494"/>
                    <a:pt x="748696" y="1329710"/>
                    <a:pt x="732891" y="1325709"/>
                  </a:cubicBezTo>
                  <a:cubicBezTo>
                    <a:pt x="728459" y="1324630"/>
                    <a:pt x="731704" y="1320737"/>
                    <a:pt x="743070" y="1299757"/>
                  </a:cubicBezTo>
                  <a:cubicBezTo>
                    <a:pt x="745452" y="1295325"/>
                    <a:pt x="748588" y="1295756"/>
                    <a:pt x="764394" y="1293274"/>
                  </a:cubicBezTo>
                  <a:cubicBezTo>
                    <a:pt x="768826" y="1292512"/>
                    <a:pt x="770235" y="1294893"/>
                    <a:pt x="788746" y="1310571"/>
                  </a:cubicBezTo>
                  <a:cubicBezTo>
                    <a:pt x="792422" y="1313708"/>
                    <a:pt x="794911" y="1311873"/>
                    <a:pt x="814940" y="1305599"/>
                  </a:cubicBezTo>
                  <a:cubicBezTo>
                    <a:pt x="819372" y="1304196"/>
                    <a:pt x="817429" y="1299109"/>
                    <a:pt x="814940" y="1283539"/>
                  </a:cubicBezTo>
                  <a:cubicBezTo>
                    <a:pt x="814070" y="1278237"/>
                    <a:pt x="817098" y="1278237"/>
                    <a:pt x="840911" y="1266775"/>
                  </a:cubicBezTo>
                  <a:cubicBezTo>
                    <a:pt x="845350" y="1264724"/>
                    <a:pt x="839184" y="1263854"/>
                    <a:pt x="818616" y="1257910"/>
                  </a:cubicBezTo>
                  <a:cubicBezTo>
                    <a:pt x="813422" y="1256393"/>
                    <a:pt x="820673" y="1249694"/>
                    <a:pt x="823163" y="1244715"/>
                  </a:cubicBezTo>
                  <a:cubicBezTo>
                    <a:pt x="825868" y="1240391"/>
                    <a:pt x="822731" y="1237902"/>
                    <a:pt x="810501" y="1219626"/>
                  </a:cubicBezTo>
                  <a:cubicBezTo>
                    <a:pt x="807688" y="1215410"/>
                    <a:pt x="811364" y="1212381"/>
                    <a:pt x="820026" y="1200487"/>
                  </a:cubicBezTo>
                  <a:cubicBezTo>
                    <a:pt x="823163" y="1196055"/>
                    <a:pt x="819048" y="1197027"/>
                    <a:pt x="774566" y="1191299"/>
                  </a:cubicBezTo>
                  <a:cubicBezTo>
                    <a:pt x="769804" y="1190651"/>
                    <a:pt x="767207" y="1187406"/>
                    <a:pt x="746639" y="1169455"/>
                  </a:cubicBezTo>
                  <a:cubicBezTo>
                    <a:pt x="742962" y="1166210"/>
                    <a:pt x="739495" y="1166426"/>
                    <a:pt x="713625" y="1163289"/>
                  </a:cubicBezTo>
                  <a:cubicBezTo>
                    <a:pt x="709085" y="1162641"/>
                    <a:pt x="707783" y="1160476"/>
                    <a:pt x="687654" y="1141553"/>
                  </a:cubicBezTo>
                  <a:cubicBezTo>
                    <a:pt x="684187" y="1138200"/>
                    <a:pt x="689489" y="1136689"/>
                    <a:pt x="700316" y="1130631"/>
                  </a:cubicBezTo>
                  <a:cubicBezTo>
                    <a:pt x="704431" y="1128364"/>
                    <a:pt x="703884" y="1129012"/>
                    <a:pt x="746531" y="1133336"/>
                  </a:cubicBezTo>
                  <a:cubicBezTo>
                    <a:pt x="751185" y="1133876"/>
                    <a:pt x="751833" y="1134955"/>
                    <a:pt x="788962" y="1157447"/>
                  </a:cubicBezTo>
                  <a:cubicBezTo>
                    <a:pt x="793070" y="1159936"/>
                    <a:pt x="794264" y="1160044"/>
                    <a:pt x="825328" y="1170103"/>
                  </a:cubicBezTo>
                  <a:cubicBezTo>
                    <a:pt x="829875" y="1171506"/>
                    <a:pt x="829113" y="1163397"/>
                    <a:pt x="829659" y="1161454"/>
                  </a:cubicBezTo>
                  <a:cubicBezTo>
                    <a:pt x="830307" y="1154856"/>
                    <a:pt x="821969" y="1154856"/>
                    <a:pt x="814394" y="1150532"/>
                  </a:cubicBezTo>
                  <a:cubicBezTo>
                    <a:pt x="809523" y="1148367"/>
                    <a:pt x="814717" y="1140905"/>
                    <a:pt x="815911" y="1135603"/>
                  </a:cubicBezTo>
                  <a:cubicBezTo>
                    <a:pt x="817645" y="1130523"/>
                    <a:pt x="814940" y="1131495"/>
                    <a:pt x="783437" y="1126415"/>
                  </a:cubicBezTo>
                  <a:cubicBezTo>
                    <a:pt x="778897" y="1125659"/>
                    <a:pt x="780084" y="1118953"/>
                    <a:pt x="779760" y="1117442"/>
                  </a:cubicBezTo>
                  <a:cubicBezTo>
                    <a:pt x="779545" y="1112248"/>
                    <a:pt x="782358" y="1111708"/>
                    <a:pt x="798379" y="1101110"/>
                  </a:cubicBezTo>
                  <a:cubicBezTo>
                    <a:pt x="803141" y="1098081"/>
                    <a:pt x="793508" y="1095268"/>
                    <a:pt x="788530" y="1091483"/>
                  </a:cubicBezTo>
                  <a:cubicBezTo>
                    <a:pt x="784523" y="1089108"/>
                    <a:pt x="782789" y="1091051"/>
                    <a:pt x="758869" y="1103599"/>
                  </a:cubicBezTo>
                  <a:cubicBezTo>
                    <a:pt x="754977" y="1105650"/>
                    <a:pt x="752595" y="1102735"/>
                    <a:pt x="742416" y="1094620"/>
                  </a:cubicBezTo>
                  <a:cubicBezTo>
                    <a:pt x="738632" y="1091699"/>
                    <a:pt x="742854" y="1088569"/>
                    <a:pt x="752049" y="1077539"/>
                  </a:cubicBezTo>
                  <a:cubicBezTo>
                    <a:pt x="758221" y="1070077"/>
                    <a:pt x="775214" y="1076345"/>
                    <a:pt x="777271" y="1067372"/>
                  </a:cubicBezTo>
                  <a:lnTo>
                    <a:pt x="777595" y="1065963"/>
                  </a:lnTo>
                  <a:cubicBezTo>
                    <a:pt x="778789" y="1060775"/>
                    <a:pt x="774134" y="1061530"/>
                    <a:pt x="758869" y="1059587"/>
                  </a:cubicBezTo>
                  <a:cubicBezTo>
                    <a:pt x="754538" y="1059047"/>
                    <a:pt x="752703" y="1061206"/>
                    <a:pt x="741121" y="1069315"/>
                  </a:cubicBezTo>
                  <a:cubicBezTo>
                    <a:pt x="736790" y="1072236"/>
                    <a:pt x="731920" y="1067912"/>
                    <a:pt x="729538" y="1067156"/>
                  </a:cubicBezTo>
                  <a:cubicBezTo>
                    <a:pt x="725316" y="1065099"/>
                    <a:pt x="728999" y="1063156"/>
                    <a:pt x="748804" y="1044233"/>
                  </a:cubicBezTo>
                  <a:cubicBezTo>
                    <a:pt x="752265" y="1040880"/>
                    <a:pt x="749344" y="1035254"/>
                    <a:pt x="749344" y="1034390"/>
                  </a:cubicBezTo>
                  <a:cubicBezTo>
                    <a:pt x="747941" y="1029088"/>
                    <a:pt x="745883" y="1031901"/>
                    <a:pt x="717740" y="1047471"/>
                  </a:cubicBezTo>
                  <a:cubicBezTo>
                    <a:pt x="713847" y="1049529"/>
                    <a:pt x="715683" y="1054393"/>
                    <a:pt x="715683" y="1055149"/>
                  </a:cubicBezTo>
                  <a:cubicBezTo>
                    <a:pt x="716660" y="1060883"/>
                    <a:pt x="710057" y="1061422"/>
                    <a:pt x="708107" y="1062724"/>
                  </a:cubicBezTo>
                  <a:cubicBezTo>
                    <a:pt x="703560" y="1064775"/>
                    <a:pt x="707244" y="1071697"/>
                    <a:pt x="707568" y="1074294"/>
                  </a:cubicBezTo>
                  <a:cubicBezTo>
                    <a:pt x="708863" y="1079266"/>
                    <a:pt x="707135" y="1078618"/>
                    <a:pt x="679316" y="1085971"/>
                  </a:cubicBezTo>
                  <a:cubicBezTo>
                    <a:pt x="674878" y="1087159"/>
                    <a:pt x="671525" y="1085000"/>
                    <a:pt x="657993" y="1079482"/>
                  </a:cubicBezTo>
                  <a:cubicBezTo>
                    <a:pt x="653770" y="1077755"/>
                    <a:pt x="652151" y="1073970"/>
                    <a:pt x="644029" y="1061314"/>
                  </a:cubicBezTo>
                  <a:cubicBezTo>
                    <a:pt x="641324" y="1057098"/>
                    <a:pt x="645007" y="1055803"/>
                    <a:pt x="661352" y="1043255"/>
                  </a:cubicBezTo>
                  <a:cubicBezTo>
                    <a:pt x="665899" y="1039686"/>
                    <a:pt x="656913" y="1036010"/>
                    <a:pt x="651173" y="1030282"/>
                  </a:cubicBezTo>
                  <a:cubicBezTo>
                    <a:pt x="647496" y="1027145"/>
                    <a:pt x="651503" y="1026066"/>
                    <a:pt x="671093" y="1014058"/>
                  </a:cubicBezTo>
                  <a:cubicBezTo>
                    <a:pt x="675747" y="1011251"/>
                    <a:pt x="672496" y="1003352"/>
                    <a:pt x="672496" y="997408"/>
                  </a:cubicBezTo>
                  <a:cubicBezTo>
                    <a:pt x="671957" y="991998"/>
                    <a:pt x="668280" y="992868"/>
                    <a:pt x="651281" y="990594"/>
                  </a:cubicBezTo>
                  <a:cubicBezTo>
                    <a:pt x="646849" y="989947"/>
                    <a:pt x="650202" y="986810"/>
                    <a:pt x="664057" y="966477"/>
                  </a:cubicBezTo>
                  <a:cubicBezTo>
                    <a:pt x="666978" y="962261"/>
                    <a:pt x="671633" y="962369"/>
                    <a:pt x="679640" y="960965"/>
                  </a:cubicBezTo>
                  <a:cubicBezTo>
                    <a:pt x="684295" y="960102"/>
                    <a:pt x="680072" y="952964"/>
                    <a:pt x="679640" y="950799"/>
                  </a:cubicBezTo>
                  <a:cubicBezTo>
                    <a:pt x="677913" y="945827"/>
                    <a:pt x="675417" y="947446"/>
                    <a:pt x="650309" y="950799"/>
                  </a:cubicBezTo>
                  <a:cubicBezTo>
                    <a:pt x="645871" y="951339"/>
                    <a:pt x="645439" y="944849"/>
                    <a:pt x="645007" y="944093"/>
                  </a:cubicBezTo>
                  <a:cubicBezTo>
                    <a:pt x="643597" y="939121"/>
                    <a:pt x="647281" y="938797"/>
                    <a:pt x="661568" y="932740"/>
                  </a:cubicBezTo>
                  <a:cubicBezTo>
                    <a:pt x="666762" y="930466"/>
                    <a:pt x="660374" y="922897"/>
                    <a:pt x="657777" y="914680"/>
                  </a:cubicBezTo>
                  <a:cubicBezTo>
                    <a:pt x="655288" y="908845"/>
                    <a:pt x="650849" y="918141"/>
                    <a:pt x="644468" y="923767"/>
                  </a:cubicBezTo>
                  <a:cubicBezTo>
                    <a:pt x="640460" y="927983"/>
                    <a:pt x="634834" y="923875"/>
                    <a:pt x="629526" y="923005"/>
                  </a:cubicBezTo>
                  <a:cubicBezTo>
                    <a:pt x="624979" y="921818"/>
                    <a:pt x="629202" y="919112"/>
                    <a:pt x="645223" y="903218"/>
                  </a:cubicBezTo>
                  <a:cubicBezTo>
                    <a:pt x="649338" y="899110"/>
                    <a:pt x="640245" y="896405"/>
                    <a:pt x="635266" y="892296"/>
                  </a:cubicBezTo>
                  <a:cubicBezTo>
                    <a:pt x="631044" y="889483"/>
                    <a:pt x="625633" y="888080"/>
                    <a:pt x="613079" y="883756"/>
                  </a:cubicBezTo>
                  <a:cubicBezTo>
                    <a:pt x="608857" y="882346"/>
                    <a:pt x="608095" y="876186"/>
                    <a:pt x="607663" y="875317"/>
                  </a:cubicBezTo>
                  <a:cubicBezTo>
                    <a:pt x="606043" y="870129"/>
                    <a:pt x="608641" y="871748"/>
                    <a:pt x="641978" y="875532"/>
                  </a:cubicBezTo>
                  <a:cubicBezTo>
                    <a:pt x="646633" y="875971"/>
                    <a:pt x="641648" y="871100"/>
                    <a:pt x="630612" y="856609"/>
                  </a:cubicBezTo>
                  <a:cubicBezTo>
                    <a:pt x="627583" y="852609"/>
                    <a:pt x="624656" y="854019"/>
                    <a:pt x="602145" y="856501"/>
                  </a:cubicBezTo>
                  <a:cubicBezTo>
                    <a:pt x="598030" y="857041"/>
                    <a:pt x="595433" y="854450"/>
                    <a:pt x="589051" y="849796"/>
                  </a:cubicBezTo>
                  <a:cubicBezTo>
                    <a:pt x="585044" y="846881"/>
                    <a:pt x="589591" y="846335"/>
                    <a:pt x="625093" y="831851"/>
                  </a:cubicBezTo>
                  <a:cubicBezTo>
                    <a:pt x="626821" y="831197"/>
                    <a:pt x="627583" y="829038"/>
                    <a:pt x="626605" y="827088"/>
                  </a:cubicBezTo>
                  <a:lnTo>
                    <a:pt x="625741" y="825469"/>
                  </a:lnTo>
                  <a:cubicBezTo>
                    <a:pt x="623468" y="820821"/>
                    <a:pt x="622928" y="821900"/>
                    <a:pt x="582447" y="818440"/>
                  </a:cubicBezTo>
                  <a:cubicBezTo>
                    <a:pt x="577900" y="818008"/>
                    <a:pt x="581799" y="811410"/>
                    <a:pt x="581907" y="810439"/>
                  </a:cubicBezTo>
                  <a:cubicBezTo>
                    <a:pt x="583634" y="805568"/>
                    <a:pt x="586993" y="804812"/>
                    <a:pt x="599547" y="798647"/>
                  </a:cubicBezTo>
                  <a:cubicBezTo>
                    <a:pt x="603662" y="796596"/>
                    <a:pt x="600195" y="790538"/>
                    <a:pt x="600087" y="789566"/>
                  </a:cubicBezTo>
                  <a:cubicBezTo>
                    <a:pt x="598354" y="784594"/>
                    <a:pt x="596087" y="785134"/>
                    <a:pt x="569563" y="778212"/>
                  </a:cubicBezTo>
                  <a:cubicBezTo>
                    <a:pt x="564584" y="776917"/>
                    <a:pt x="563397" y="770103"/>
                    <a:pt x="561340" y="766427"/>
                  </a:cubicBezTo>
                  <a:cubicBezTo>
                    <a:pt x="559174" y="761772"/>
                    <a:pt x="556469" y="761448"/>
                    <a:pt x="536771" y="753231"/>
                  </a:cubicBezTo>
                  <a:cubicBezTo>
                    <a:pt x="532225" y="751288"/>
                    <a:pt x="532225" y="744367"/>
                    <a:pt x="531469" y="742094"/>
                  </a:cubicBezTo>
                  <a:cubicBezTo>
                    <a:pt x="530275" y="737014"/>
                    <a:pt x="534066" y="735172"/>
                    <a:pt x="543483" y="727171"/>
                  </a:cubicBezTo>
                  <a:cubicBezTo>
                    <a:pt x="547700" y="723710"/>
                    <a:pt x="543267" y="717436"/>
                    <a:pt x="542397" y="713436"/>
                  </a:cubicBezTo>
                  <a:cubicBezTo>
                    <a:pt x="540664" y="708572"/>
                    <a:pt x="538397" y="708248"/>
                    <a:pt x="518477" y="697650"/>
                  </a:cubicBezTo>
                  <a:cubicBezTo>
                    <a:pt x="513822" y="695161"/>
                    <a:pt x="509714" y="700679"/>
                    <a:pt x="506139" y="702730"/>
                  </a:cubicBezTo>
                  <a:cubicBezTo>
                    <a:pt x="502348" y="705543"/>
                    <a:pt x="497700" y="703708"/>
                    <a:pt x="493045" y="702730"/>
                  </a:cubicBezTo>
                  <a:cubicBezTo>
                    <a:pt x="488175" y="701758"/>
                    <a:pt x="492499" y="694189"/>
                    <a:pt x="493045" y="690512"/>
                  </a:cubicBezTo>
                  <a:cubicBezTo>
                    <a:pt x="494449" y="685432"/>
                    <a:pt x="490556" y="684670"/>
                    <a:pt x="475830" y="676993"/>
                  </a:cubicBezTo>
                  <a:cubicBezTo>
                    <a:pt x="471722" y="674834"/>
                    <a:pt x="468363" y="676669"/>
                    <a:pt x="457111" y="680346"/>
                  </a:cubicBezTo>
                  <a:cubicBezTo>
                    <a:pt x="452024" y="681972"/>
                    <a:pt x="450075" y="673533"/>
                    <a:pt x="446392" y="668345"/>
                  </a:cubicBezTo>
                  <a:cubicBezTo>
                    <a:pt x="443903" y="664128"/>
                    <a:pt x="440550" y="665855"/>
                    <a:pt x="427996" y="668776"/>
                  </a:cubicBezTo>
                  <a:cubicBezTo>
                    <a:pt x="423233" y="669748"/>
                    <a:pt x="419011" y="666503"/>
                    <a:pt x="402558" y="657746"/>
                  </a:cubicBezTo>
                  <a:cubicBezTo>
                    <a:pt x="398443" y="655581"/>
                    <a:pt x="394766" y="658286"/>
                    <a:pt x="382860" y="663588"/>
                  </a:cubicBezTo>
                  <a:cubicBezTo>
                    <a:pt x="378637" y="665424"/>
                    <a:pt x="376688" y="662826"/>
                    <a:pt x="358724" y="649638"/>
                  </a:cubicBezTo>
                  <a:cubicBezTo>
                    <a:pt x="354825" y="646824"/>
                    <a:pt x="353745" y="649853"/>
                    <a:pt x="334587" y="671805"/>
                  </a:cubicBezTo>
                  <a:cubicBezTo>
                    <a:pt x="331336" y="675482"/>
                    <a:pt x="330257" y="669532"/>
                    <a:pt x="324954" y="655257"/>
                  </a:cubicBezTo>
                  <a:cubicBezTo>
                    <a:pt x="322789" y="649314"/>
                    <a:pt x="316401" y="655689"/>
                    <a:pt x="309581" y="657746"/>
                  </a:cubicBezTo>
                  <a:cubicBezTo>
                    <a:pt x="305365" y="659696"/>
                    <a:pt x="306660" y="666287"/>
                    <a:pt x="306336" y="667913"/>
                  </a:cubicBezTo>
                  <a:cubicBezTo>
                    <a:pt x="306228" y="673425"/>
                    <a:pt x="302005" y="671158"/>
                    <a:pt x="286423" y="667913"/>
                  </a:cubicBezTo>
                  <a:cubicBezTo>
                    <a:pt x="281552" y="666941"/>
                    <a:pt x="280250" y="674510"/>
                    <a:pt x="278193" y="677857"/>
                  </a:cubicBezTo>
                  <a:cubicBezTo>
                    <a:pt x="275704" y="683375"/>
                    <a:pt x="269100" y="680454"/>
                    <a:pt x="263474" y="680778"/>
                  </a:cubicBezTo>
                  <a:cubicBezTo>
                    <a:pt x="258927" y="680562"/>
                    <a:pt x="262286" y="675698"/>
                    <a:pt x="268344" y="662071"/>
                  </a:cubicBezTo>
                  <a:cubicBezTo>
                    <a:pt x="270833" y="656343"/>
                    <a:pt x="261632" y="657962"/>
                    <a:pt x="256330" y="656559"/>
                  </a:cubicBezTo>
                  <a:cubicBezTo>
                    <a:pt x="252107" y="656019"/>
                    <a:pt x="250488" y="659366"/>
                    <a:pt x="243128" y="668776"/>
                  </a:cubicBezTo>
                  <a:cubicBezTo>
                    <a:pt x="239445" y="673533"/>
                    <a:pt x="234683" y="664344"/>
                    <a:pt x="230136" y="660560"/>
                  </a:cubicBezTo>
                  <a:cubicBezTo>
                    <a:pt x="226999" y="657315"/>
                    <a:pt x="223754" y="657639"/>
                    <a:pt x="216395" y="656991"/>
                  </a:cubicBezTo>
                  <a:cubicBezTo>
                    <a:pt x="211524" y="656559"/>
                    <a:pt x="213683" y="665100"/>
                    <a:pt x="213359" y="667697"/>
                  </a:cubicBezTo>
                  <a:cubicBezTo>
                    <a:pt x="213575" y="672885"/>
                    <a:pt x="217258" y="673641"/>
                    <a:pt x="228517" y="679267"/>
                  </a:cubicBezTo>
                  <a:cubicBezTo>
                    <a:pt x="232841" y="681426"/>
                    <a:pt x="232517" y="687915"/>
                    <a:pt x="233057" y="689649"/>
                  </a:cubicBezTo>
                  <a:cubicBezTo>
                    <a:pt x="233927" y="695269"/>
                    <a:pt x="232302" y="693218"/>
                    <a:pt x="173640" y="678079"/>
                  </a:cubicBezTo>
                  <a:cubicBezTo>
                    <a:pt x="169202" y="676885"/>
                    <a:pt x="169526" y="676669"/>
                    <a:pt x="129476" y="653314"/>
                  </a:cubicBezTo>
                  <a:cubicBezTo>
                    <a:pt x="125583" y="651041"/>
                    <a:pt x="124174" y="646824"/>
                    <a:pt x="123742" y="646069"/>
                  </a:cubicBezTo>
                  <a:cubicBezTo>
                    <a:pt x="121361" y="641198"/>
                    <a:pt x="124714" y="641421"/>
                    <a:pt x="153396" y="630172"/>
                  </a:cubicBezTo>
                  <a:cubicBezTo>
                    <a:pt x="157727" y="628549"/>
                    <a:pt x="160324" y="628982"/>
                    <a:pt x="182949" y="628982"/>
                  </a:cubicBezTo>
                  <a:cubicBezTo>
                    <a:pt x="188036" y="628982"/>
                    <a:pt x="184029" y="620331"/>
                    <a:pt x="183597" y="615897"/>
                  </a:cubicBezTo>
                  <a:cubicBezTo>
                    <a:pt x="182619" y="610598"/>
                    <a:pt x="179158" y="612437"/>
                    <a:pt x="160432" y="615141"/>
                  </a:cubicBezTo>
                  <a:cubicBezTo>
                    <a:pt x="155454" y="615897"/>
                    <a:pt x="153943" y="615248"/>
                    <a:pt x="115081" y="611247"/>
                  </a:cubicBezTo>
                  <a:cubicBezTo>
                    <a:pt x="110534" y="610706"/>
                    <a:pt x="114001" y="606165"/>
                    <a:pt x="121037" y="592107"/>
                  </a:cubicBezTo>
                  <a:cubicBezTo>
                    <a:pt x="123418" y="587241"/>
                    <a:pt x="116274" y="587998"/>
                    <a:pt x="115081" y="587565"/>
                  </a:cubicBezTo>
                  <a:cubicBezTo>
                    <a:pt x="110756" y="587025"/>
                    <a:pt x="109454" y="589079"/>
                    <a:pt x="90404" y="605408"/>
                  </a:cubicBezTo>
                  <a:cubicBezTo>
                    <a:pt x="86728" y="608652"/>
                    <a:pt x="85642" y="606706"/>
                    <a:pt x="56851" y="589944"/>
                  </a:cubicBezTo>
                  <a:cubicBezTo>
                    <a:pt x="52089" y="587133"/>
                    <a:pt x="58477" y="580320"/>
                    <a:pt x="60642" y="574805"/>
                  </a:cubicBezTo>
                  <a:cubicBezTo>
                    <a:pt x="63023" y="570047"/>
                    <a:pt x="64103" y="571020"/>
                    <a:pt x="101879" y="565397"/>
                  </a:cubicBezTo>
                  <a:cubicBezTo>
                    <a:pt x="106426" y="564748"/>
                    <a:pt x="105232" y="564965"/>
                    <a:pt x="156540" y="570912"/>
                  </a:cubicBezTo>
                  <a:cubicBezTo>
                    <a:pt x="161194" y="571453"/>
                    <a:pt x="154698" y="566046"/>
                    <a:pt x="151123" y="562477"/>
                  </a:cubicBezTo>
                  <a:cubicBezTo>
                    <a:pt x="147123" y="558476"/>
                    <a:pt x="153720" y="559450"/>
                    <a:pt x="208813" y="554367"/>
                  </a:cubicBezTo>
                  <a:cubicBezTo>
                    <a:pt x="213575" y="553935"/>
                    <a:pt x="219208" y="555124"/>
                    <a:pt x="230352" y="556962"/>
                  </a:cubicBezTo>
                  <a:cubicBezTo>
                    <a:pt x="234791" y="557611"/>
                    <a:pt x="236956" y="555989"/>
                    <a:pt x="256870" y="546365"/>
                  </a:cubicBezTo>
                  <a:cubicBezTo>
                    <a:pt x="260984" y="544419"/>
                    <a:pt x="258279" y="541066"/>
                    <a:pt x="249510" y="522250"/>
                  </a:cubicBezTo>
                  <a:cubicBezTo>
                    <a:pt x="247345" y="517709"/>
                    <a:pt x="244748" y="518574"/>
                    <a:pt x="226244" y="517925"/>
                  </a:cubicBezTo>
                  <a:cubicBezTo>
                    <a:pt x="221589" y="517709"/>
                    <a:pt x="218446" y="523656"/>
                    <a:pt x="212172" y="532091"/>
                  </a:cubicBezTo>
                  <a:cubicBezTo>
                    <a:pt x="209137" y="536092"/>
                    <a:pt x="207626" y="535335"/>
                    <a:pt x="180676" y="537822"/>
                  </a:cubicBezTo>
                  <a:cubicBezTo>
                    <a:pt x="176129" y="538255"/>
                    <a:pt x="171799" y="534903"/>
                    <a:pt x="164763" y="530793"/>
                  </a:cubicBezTo>
                  <a:cubicBezTo>
                    <a:pt x="160864" y="528522"/>
                    <a:pt x="159029" y="531225"/>
                    <a:pt x="144957" y="542580"/>
                  </a:cubicBezTo>
                  <a:cubicBezTo>
                    <a:pt x="141166" y="545608"/>
                    <a:pt x="140735" y="544419"/>
                    <a:pt x="103282" y="533388"/>
                  </a:cubicBezTo>
                  <a:cubicBezTo>
                    <a:pt x="98742" y="531983"/>
                    <a:pt x="104692" y="530144"/>
                    <a:pt x="124498" y="520304"/>
                  </a:cubicBezTo>
                  <a:cubicBezTo>
                    <a:pt x="128828" y="518249"/>
                    <a:pt x="121901" y="517925"/>
                    <a:pt x="107829" y="515654"/>
                  </a:cubicBezTo>
                  <a:cubicBezTo>
                    <a:pt x="103282" y="514897"/>
                    <a:pt x="108807" y="509922"/>
                    <a:pt x="109346" y="508841"/>
                  </a:cubicBezTo>
                  <a:cubicBezTo>
                    <a:pt x="112160" y="505164"/>
                    <a:pt x="107721" y="503002"/>
                    <a:pt x="107181" y="502244"/>
                  </a:cubicBezTo>
                  <a:cubicBezTo>
                    <a:pt x="103397" y="499217"/>
                    <a:pt x="102311" y="500623"/>
                    <a:pt x="72225" y="510896"/>
                  </a:cubicBezTo>
                  <a:cubicBezTo>
                    <a:pt x="67570" y="512518"/>
                    <a:pt x="68757" y="511869"/>
                    <a:pt x="1866" y="479969"/>
                  </a:cubicBezTo>
                  <a:cubicBezTo>
                    <a:pt x="-2026" y="478130"/>
                    <a:pt x="-83" y="476075"/>
                    <a:pt x="10096" y="453799"/>
                  </a:cubicBezTo>
                  <a:cubicBezTo>
                    <a:pt x="12153" y="449149"/>
                    <a:pt x="12693" y="449906"/>
                    <a:pt x="51009" y="434767"/>
                  </a:cubicBezTo>
                  <a:cubicBezTo>
                    <a:pt x="55340" y="433036"/>
                    <a:pt x="60102" y="435632"/>
                    <a:pt x="67132" y="438228"/>
                  </a:cubicBezTo>
                  <a:cubicBezTo>
                    <a:pt x="72002" y="439957"/>
                    <a:pt x="72002" y="431090"/>
                    <a:pt x="73304" y="427846"/>
                  </a:cubicBezTo>
                  <a:cubicBezTo>
                    <a:pt x="74606" y="422439"/>
                    <a:pt x="74930" y="423737"/>
                    <a:pt x="135864" y="410761"/>
                  </a:cubicBezTo>
                  <a:cubicBezTo>
                    <a:pt x="141166" y="409679"/>
                    <a:pt x="133807" y="402326"/>
                    <a:pt x="131641" y="398000"/>
                  </a:cubicBezTo>
                  <a:cubicBezTo>
                    <a:pt x="128828" y="393458"/>
                    <a:pt x="129806" y="394756"/>
                    <a:pt x="202971" y="382969"/>
                  </a:cubicBezTo>
                  <a:cubicBezTo>
                    <a:pt x="207733" y="382212"/>
                    <a:pt x="211302" y="382753"/>
                    <a:pt x="246589" y="384699"/>
                  </a:cubicBezTo>
                  <a:cubicBezTo>
                    <a:pt x="251459" y="384916"/>
                    <a:pt x="251459" y="383618"/>
                    <a:pt x="298869" y="344796"/>
                  </a:cubicBezTo>
                  <a:cubicBezTo>
                    <a:pt x="303307" y="341120"/>
                    <a:pt x="297243" y="334523"/>
                    <a:pt x="294862" y="327819"/>
                  </a:cubicBezTo>
                  <a:cubicBezTo>
                    <a:pt x="292589" y="322736"/>
                    <a:pt x="294106" y="323818"/>
                    <a:pt x="352444" y="292350"/>
                  </a:cubicBezTo>
                  <a:cubicBezTo>
                    <a:pt x="356666" y="290187"/>
                    <a:pt x="351904" y="288241"/>
                    <a:pt x="333286" y="275048"/>
                  </a:cubicBezTo>
                  <a:cubicBezTo>
                    <a:pt x="329393" y="272236"/>
                    <a:pt x="327983" y="274831"/>
                    <a:pt x="305365" y="292350"/>
                  </a:cubicBezTo>
                  <a:cubicBezTo>
                    <a:pt x="301250" y="295486"/>
                    <a:pt x="304495" y="294837"/>
                    <a:pt x="211086" y="283050"/>
                  </a:cubicBezTo>
                  <a:cubicBezTo>
                    <a:pt x="205676" y="282401"/>
                    <a:pt x="208381" y="272020"/>
                    <a:pt x="207733" y="264342"/>
                  </a:cubicBezTo>
                  <a:cubicBezTo>
                    <a:pt x="207733" y="258611"/>
                    <a:pt x="206000" y="261206"/>
                    <a:pt x="292265" y="217735"/>
                  </a:cubicBezTo>
                  <a:cubicBezTo>
                    <a:pt x="296271" y="215680"/>
                    <a:pt x="297459" y="211679"/>
                    <a:pt x="304063" y="197513"/>
                  </a:cubicBezTo>
                  <a:cubicBezTo>
                    <a:pt x="306336" y="192755"/>
                    <a:pt x="307524" y="193188"/>
                    <a:pt x="338804" y="178805"/>
                  </a:cubicBezTo>
                  <a:cubicBezTo>
                    <a:pt x="343027" y="176859"/>
                    <a:pt x="344112" y="180428"/>
                    <a:pt x="359155" y="201731"/>
                  </a:cubicBezTo>
                  <a:cubicBezTo>
                    <a:pt x="362292" y="206164"/>
                    <a:pt x="368357" y="208544"/>
                    <a:pt x="375608" y="212328"/>
                  </a:cubicBezTo>
                  <a:cubicBezTo>
                    <a:pt x="380695" y="215031"/>
                    <a:pt x="373767" y="205407"/>
                    <a:pt x="357962" y="177940"/>
                  </a:cubicBezTo>
                  <a:cubicBezTo>
                    <a:pt x="355365" y="173399"/>
                    <a:pt x="358184" y="174480"/>
                    <a:pt x="393141" y="172425"/>
                  </a:cubicBezTo>
                  <a:cubicBezTo>
                    <a:pt x="397579" y="172209"/>
                    <a:pt x="399745" y="173831"/>
                    <a:pt x="418579" y="183347"/>
                  </a:cubicBezTo>
                  <a:cubicBezTo>
                    <a:pt x="423011" y="185618"/>
                    <a:pt x="427666" y="183239"/>
                    <a:pt x="443255" y="179022"/>
                  </a:cubicBezTo>
                  <a:cubicBezTo>
                    <a:pt x="447693" y="177832"/>
                    <a:pt x="444442" y="174264"/>
                    <a:pt x="434378" y="155881"/>
                  </a:cubicBezTo>
                  <a:cubicBezTo>
                    <a:pt x="431996" y="151338"/>
                    <a:pt x="435895" y="149932"/>
                    <a:pt x="450183" y="139227"/>
                  </a:cubicBezTo>
                  <a:cubicBezTo>
                    <a:pt x="454075" y="136307"/>
                    <a:pt x="449859" y="134469"/>
                    <a:pt x="434486" y="122574"/>
                  </a:cubicBezTo>
                  <a:cubicBezTo>
                    <a:pt x="430269" y="119438"/>
                    <a:pt x="430917" y="112517"/>
                    <a:pt x="430269" y="109597"/>
                  </a:cubicBezTo>
                  <a:cubicBezTo>
                    <a:pt x="429615" y="104191"/>
                    <a:pt x="430701" y="105164"/>
                    <a:pt x="471290" y="89376"/>
                  </a:cubicBezTo>
                  <a:cubicBezTo>
                    <a:pt x="475830" y="87537"/>
                    <a:pt x="476916" y="88835"/>
                    <a:pt x="519125" y="101271"/>
                  </a:cubicBezTo>
                  <a:cubicBezTo>
                    <a:pt x="524325" y="102676"/>
                    <a:pt x="524433" y="110787"/>
                    <a:pt x="526599" y="116626"/>
                  </a:cubicBezTo>
                  <a:cubicBezTo>
                    <a:pt x="528110" y="121925"/>
                    <a:pt x="528542" y="120736"/>
                    <a:pt x="570109" y="136848"/>
                  </a:cubicBezTo>
                  <a:cubicBezTo>
                    <a:pt x="574433" y="138578"/>
                    <a:pt x="579418" y="137497"/>
                    <a:pt x="586778" y="136632"/>
                  </a:cubicBezTo>
                  <a:cubicBezTo>
                    <a:pt x="591432" y="136091"/>
                    <a:pt x="586340" y="133388"/>
                    <a:pt x="561987" y="115112"/>
                  </a:cubicBezTo>
                  <a:cubicBezTo>
                    <a:pt x="558203" y="112301"/>
                    <a:pt x="553872" y="111436"/>
                    <a:pt x="547700" y="109597"/>
                  </a:cubicBezTo>
                  <a:cubicBezTo>
                    <a:pt x="543807" y="108408"/>
                    <a:pt x="542613" y="104839"/>
                    <a:pt x="538721" y="96405"/>
                  </a:cubicBezTo>
                  <a:cubicBezTo>
                    <a:pt x="536555" y="91646"/>
                    <a:pt x="534606" y="91863"/>
                    <a:pt x="507333" y="81266"/>
                  </a:cubicBezTo>
                  <a:cubicBezTo>
                    <a:pt x="502570" y="79427"/>
                    <a:pt x="502462" y="80617"/>
                    <a:pt x="600957" y="57151"/>
                  </a:cubicBezTo>
                  <a:cubicBezTo>
                    <a:pt x="605720" y="55961"/>
                    <a:pt x="612857" y="61909"/>
                    <a:pt x="617080" y="64613"/>
                  </a:cubicBezTo>
                  <a:cubicBezTo>
                    <a:pt x="620979" y="67099"/>
                    <a:pt x="623468" y="65153"/>
                    <a:pt x="641978" y="57583"/>
                  </a:cubicBezTo>
                  <a:cubicBezTo>
                    <a:pt x="646195" y="55853"/>
                    <a:pt x="650094" y="59097"/>
                    <a:pt x="659079" y="64180"/>
                  </a:cubicBezTo>
                  <a:cubicBezTo>
                    <a:pt x="663403" y="66667"/>
                    <a:pt x="661784" y="57692"/>
                    <a:pt x="662108" y="55637"/>
                  </a:cubicBezTo>
                  <a:cubicBezTo>
                    <a:pt x="662108" y="50122"/>
                    <a:pt x="666007" y="50230"/>
                    <a:pt x="682891" y="44607"/>
                  </a:cubicBezTo>
                  <a:cubicBezTo>
                    <a:pt x="687216" y="43201"/>
                    <a:pt x="687870" y="44931"/>
                    <a:pt x="715683" y="64504"/>
                  </a:cubicBezTo>
                  <a:cubicBezTo>
                    <a:pt x="719474" y="67208"/>
                    <a:pt x="718934" y="70236"/>
                    <a:pt x="721639" y="94783"/>
                  </a:cubicBezTo>
                  <a:cubicBezTo>
                    <a:pt x="722179" y="100406"/>
                    <a:pt x="717308" y="103110"/>
                    <a:pt x="716222" y="104623"/>
                  </a:cubicBezTo>
                  <a:cubicBezTo>
                    <a:pt x="712870" y="107868"/>
                    <a:pt x="713409" y="111220"/>
                    <a:pt x="712870" y="127873"/>
                  </a:cubicBezTo>
                  <a:cubicBezTo>
                    <a:pt x="712546" y="134037"/>
                    <a:pt x="720121" y="131982"/>
                    <a:pt x="724020" y="132955"/>
                  </a:cubicBezTo>
                  <a:cubicBezTo>
                    <a:pt x="729107" y="133388"/>
                    <a:pt x="725639" y="124845"/>
                    <a:pt x="725639" y="120736"/>
                  </a:cubicBezTo>
                  <a:cubicBezTo>
                    <a:pt x="724884" y="115545"/>
                    <a:pt x="727805" y="114355"/>
                    <a:pt x="741337" y="102785"/>
                  </a:cubicBezTo>
                  <a:cubicBezTo>
                    <a:pt x="745559" y="99108"/>
                    <a:pt x="743610" y="91539"/>
                    <a:pt x="744042" y="86888"/>
                  </a:cubicBezTo>
                  <a:cubicBezTo>
                    <a:pt x="744042" y="81373"/>
                    <a:pt x="745883" y="83536"/>
                    <a:pt x="779976" y="96189"/>
                  </a:cubicBezTo>
                  <a:cubicBezTo>
                    <a:pt x="784523" y="97918"/>
                    <a:pt x="789717" y="96513"/>
                    <a:pt x="803249" y="94675"/>
                  </a:cubicBezTo>
                  <a:cubicBezTo>
                    <a:pt x="808012" y="94026"/>
                    <a:pt x="811041" y="96513"/>
                    <a:pt x="834313" y="108840"/>
                  </a:cubicBezTo>
                  <a:cubicBezTo>
                    <a:pt x="838422" y="111003"/>
                    <a:pt x="839076" y="109489"/>
                    <a:pt x="869486" y="92944"/>
                  </a:cubicBezTo>
                  <a:cubicBezTo>
                    <a:pt x="873925" y="90565"/>
                    <a:pt x="868730" y="88943"/>
                    <a:pt x="829005" y="63098"/>
                  </a:cubicBezTo>
                  <a:cubicBezTo>
                    <a:pt x="824896" y="60395"/>
                    <a:pt x="823595" y="55529"/>
                    <a:pt x="814178" y="34334"/>
                  </a:cubicBezTo>
                  <a:cubicBezTo>
                    <a:pt x="811904" y="29251"/>
                    <a:pt x="815587" y="30765"/>
                    <a:pt x="860069" y="30765"/>
                  </a:cubicBezTo>
                  <a:cubicBezTo>
                    <a:pt x="864616" y="30765"/>
                    <a:pt x="866025" y="32387"/>
                    <a:pt x="898709" y="53042"/>
                  </a:cubicBezTo>
                  <a:cubicBezTo>
                    <a:pt x="902823" y="55637"/>
                    <a:pt x="905097" y="55529"/>
                    <a:pt x="928154" y="59205"/>
                  </a:cubicBezTo>
                  <a:cubicBezTo>
                    <a:pt x="932700" y="59962"/>
                    <a:pt x="935837" y="62125"/>
                    <a:pt x="955967" y="73263"/>
                  </a:cubicBezTo>
                  <a:cubicBezTo>
                    <a:pt x="960297" y="75643"/>
                    <a:pt x="965599" y="74561"/>
                    <a:pt x="980973" y="73696"/>
                  </a:cubicBezTo>
                  <a:cubicBezTo>
                    <a:pt x="985405" y="73480"/>
                    <a:pt x="983786" y="73047"/>
                    <a:pt x="1027188" y="108840"/>
                  </a:cubicBezTo>
                  <a:cubicBezTo>
                    <a:pt x="1030865" y="111868"/>
                    <a:pt x="1032167" y="110679"/>
                    <a:pt x="1062907" y="105056"/>
                  </a:cubicBezTo>
                  <a:cubicBezTo>
                    <a:pt x="1068101" y="104082"/>
                    <a:pt x="1064526" y="95215"/>
                    <a:pt x="1064526" y="88511"/>
                  </a:cubicBezTo>
                  <a:cubicBezTo>
                    <a:pt x="1063987" y="83428"/>
                    <a:pt x="1060742" y="84401"/>
                    <a:pt x="1046022" y="83969"/>
                  </a:cubicBezTo>
                  <a:cubicBezTo>
                    <a:pt x="1041799" y="83861"/>
                    <a:pt x="1040936" y="82022"/>
                    <a:pt x="1026210" y="65910"/>
                  </a:cubicBezTo>
                  <a:cubicBezTo>
                    <a:pt x="1022642" y="62125"/>
                    <a:pt x="1021448" y="62341"/>
                    <a:pt x="971988" y="42985"/>
                  </a:cubicBezTo>
                  <a:cubicBezTo>
                    <a:pt x="967657" y="41255"/>
                    <a:pt x="966685" y="39849"/>
                    <a:pt x="941895" y="17789"/>
                  </a:cubicBezTo>
                  <a:cubicBezTo>
                    <a:pt x="937786" y="14112"/>
                    <a:pt x="944600" y="14545"/>
                    <a:pt x="980103" y="8597"/>
                  </a:cubicBezTo>
                  <a:cubicBezTo>
                    <a:pt x="985520" y="7624"/>
                    <a:pt x="989304" y="24493"/>
                    <a:pt x="989304" y="24493"/>
                  </a:cubicBezTo>
                  <a:cubicBezTo>
                    <a:pt x="991038" y="29468"/>
                    <a:pt x="993527" y="30982"/>
                    <a:pt x="1038009" y="51311"/>
                  </a:cubicBezTo>
                  <a:cubicBezTo>
                    <a:pt x="1042232" y="53258"/>
                    <a:pt x="1046562" y="51636"/>
                    <a:pt x="1052728" y="50338"/>
                  </a:cubicBezTo>
                  <a:cubicBezTo>
                    <a:pt x="1058252" y="49149"/>
                    <a:pt x="1049699" y="44499"/>
                    <a:pt x="1013548" y="15734"/>
                  </a:cubicBezTo>
                  <a:cubicBezTo>
                    <a:pt x="1009326" y="12382"/>
                    <a:pt x="1018311" y="12382"/>
                    <a:pt x="1020800" y="11517"/>
                  </a:cubicBezTo>
                  <a:cubicBezTo>
                    <a:pt x="1025455" y="10652"/>
                    <a:pt x="1024807" y="11301"/>
                    <a:pt x="1066152" y="37470"/>
                  </a:cubicBezTo>
                  <a:cubicBezTo>
                    <a:pt x="1070159" y="39957"/>
                    <a:pt x="1075137" y="40281"/>
                    <a:pt x="1082929" y="41579"/>
                  </a:cubicBezTo>
                  <a:cubicBezTo>
                    <a:pt x="1087691" y="42336"/>
                    <a:pt x="1085202" y="34226"/>
                    <a:pt x="1085202" y="32279"/>
                  </a:cubicBezTo>
                  <a:cubicBezTo>
                    <a:pt x="1084662" y="26872"/>
                    <a:pt x="1083900" y="27629"/>
                    <a:pt x="1043641" y="3406"/>
                  </a:cubicBezTo>
                  <a:cubicBezTo>
                    <a:pt x="1038224" y="162"/>
                    <a:pt x="1051973" y="1568"/>
                    <a:pt x="1091152" y="1568"/>
                  </a:cubicBezTo>
                  <a:cubicBezTo>
                    <a:pt x="1095590" y="1568"/>
                    <a:pt x="1096022" y="5245"/>
                    <a:pt x="1105547" y="27089"/>
                  </a:cubicBezTo>
                  <a:cubicBezTo>
                    <a:pt x="1107821" y="32387"/>
                    <a:pt x="1113885" y="30116"/>
                    <a:pt x="1117130" y="30657"/>
                  </a:cubicBezTo>
                  <a:cubicBezTo>
                    <a:pt x="1121568" y="30657"/>
                    <a:pt x="1119187" y="25791"/>
                    <a:pt x="1114749" y="8056"/>
                  </a:cubicBezTo>
                  <a:cubicBezTo>
                    <a:pt x="1113345" y="2109"/>
                    <a:pt x="1121352" y="4920"/>
                    <a:pt x="1124927" y="4488"/>
                  </a:cubicBezTo>
                  <a:cubicBezTo>
                    <a:pt x="1129690" y="4704"/>
                    <a:pt x="1133367" y="9246"/>
                    <a:pt x="1144517" y="19519"/>
                  </a:cubicBezTo>
                  <a:cubicBezTo>
                    <a:pt x="1147762" y="22439"/>
                    <a:pt x="1150791" y="22006"/>
                    <a:pt x="1158697" y="22006"/>
                  </a:cubicBezTo>
                  <a:cubicBezTo>
                    <a:pt x="1163129" y="22006"/>
                    <a:pt x="1164323" y="26548"/>
                    <a:pt x="1171467" y="40930"/>
                  </a:cubicBezTo>
                  <a:cubicBezTo>
                    <a:pt x="1173740" y="45364"/>
                    <a:pt x="1178502" y="43958"/>
                    <a:pt x="1179150" y="44066"/>
                  </a:cubicBezTo>
                  <a:cubicBezTo>
                    <a:pt x="1184128" y="43850"/>
                    <a:pt x="1181424" y="35523"/>
                    <a:pt x="1181639" y="31847"/>
                  </a:cubicBezTo>
                  <a:cubicBezTo>
                    <a:pt x="1181315" y="27413"/>
                    <a:pt x="1178718" y="25358"/>
                    <a:pt x="1178287" y="24601"/>
                  </a:cubicBezTo>
                  <a:cubicBezTo>
                    <a:pt x="1174927" y="21141"/>
                    <a:pt x="1179042" y="17032"/>
                    <a:pt x="1179258" y="16275"/>
                  </a:cubicBezTo>
                  <a:cubicBezTo>
                    <a:pt x="1181747" y="12166"/>
                    <a:pt x="1183913" y="14004"/>
                    <a:pt x="1201445" y="20708"/>
                  </a:cubicBezTo>
                  <a:cubicBezTo>
                    <a:pt x="1205884" y="22331"/>
                    <a:pt x="1209999" y="18546"/>
                    <a:pt x="1211624" y="17897"/>
                  </a:cubicBezTo>
                  <a:cubicBezTo>
                    <a:pt x="1216495" y="15085"/>
                    <a:pt x="1218768" y="24493"/>
                    <a:pt x="1223530" y="31090"/>
                  </a:cubicBezTo>
                  <a:cubicBezTo>
                    <a:pt x="1226020" y="35523"/>
                    <a:pt x="1231106" y="33685"/>
                    <a:pt x="1232077" y="33793"/>
                  </a:cubicBezTo>
                  <a:cubicBezTo>
                    <a:pt x="1235406" y="33550"/>
                    <a:pt x="1235203" y="31786"/>
                    <a:pt x="1231102" y="17051"/>
                  </a:cubicBezTo>
                  <a:close/>
                  <a:moveTo>
                    <a:pt x="1205041" y="0"/>
                  </a:moveTo>
                  <a:lnTo>
                    <a:pt x="1210817" y="0"/>
                  </a:lnTo>
                  <a:lnTo>
                    <a:pt x="1210050" y="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4A99564-FFAC-2FD8-C8B4-44C4D5FF8602}"/>
                </a:ext>
              </a:extLst>
            </p:cNvPr>
            <p:cNvSpPr/>
            <p:nvPr/>
          </p:nvSpPr>
          <p:spPr>
            <a:xfrm>
              <a:off x="2915133" y="527394"/>
              <a:ext cx="40267" cy="17287"/>
            </a:xfrm>
            <a:custGeom>
              <a:avLst/>
              <a:gdLst>
                <a:gd name="csX0" fmla="*/ 39102 w 40267"/>
                <a:gd name="csY0" fmla="*/ 11184 h 17287"/>
                <a:gd name="csX1" fmla="*/ 22001 w 40267"/>
                <a:gd name="csY1" fmla="*/ 587 h 17287"/>
                <a:gd name="csX2" fmla="*/ 462 w 40267"/>
                <a:gd name="csY2" fmla="*/ 6210 h 17287"/>
                <a:gd name="csX3" fmla="*/ 27843 w 40267"/>
                <a:gd name="csY3" fmla="*/ 17024 h 17287"/>
                <a:gd name="csX4" fmla="*/ 39102 w 40267"/>
                <a:gd name="csY4" fmla="*/ 11184 h 17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267" h="17287">
                  <a:moveTo>
                    <a:pt x="39102" y="11184"/>
                  </a:moveTo>
                  <a:cubicBezTo>
                    <a:pt x="42785" y="8048"/>
                    <a:pt x="37915" y="7183"/>
                    <a:pt x="22001" y="587"/>
                  </a:cubicBezTo>
                  <a:cubicBezTo>
                    <a:pt x="17671" y="-1144"/>
                    <a:pt x="14102" y="1019"/>
                    <a:pt x="462" y="6210"/>
                  </a:cubicBezTo>
                  <a:cubicBezTo>
                    <a:pt x="-4192" y="7940"/>
                    <a:pt x="27843" y="17024"/>
                    <a:pt x="27843" y="17024"/>
                  </a:cubicBezTo>
                  <a:cubicBezTo>
                    <a:pt x="32606" y="18538"/>
                    <a:pt x="36289" y="13130"/>
                    <a:pt x="39102" y="1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00054FBD-ADDD-0A3F-104B-7501A9BD8DB1}"/>
                </a:ext>
              </a:extLst>
            </p:cNvPr>
            <p:cNvSpPr/>
            <p:nvPr/>
          </p:nvSpPr>
          <p:spPr>
            <a:xfrm>
              <a:off x="2967078" y="529564"/>
              <a:ext cx="39904" cy="13280"/>
            </a:xfrm>
            <a:custGeom>
              <a:avLst/>
              <a:gdLst>
                <a:gd name="csX0" fmla="*/ 38573 w 39904"/>
                <a:gd name="csY0" fmla="*/ 6526 h 13280"/>
                <a:gd name="csX1" fmla="*/ 21796 w 39904"/>
                <a:gd name="csY1" fmla="*/ 579 h 13280"/>
                <a:gd name="csX2" fmla="*/ 689 w 39904"/>
                <a:gd name="csY2" fmla="*/ 579 h 13280"/>
                <a:gd name="csX3" fmla="*/ 16494 w 39904"/>
                <a:gd name="csY3" fmla="*/ 12257 h 13280"/>
                <a:gd name="csX4" fmla="*/ 38573 w 39904"/>
                <a:gd name="csY4" fmla="*/ 6634 h 13280"/>
                <a:gd name="csX5" fmla="*/ 38573 w 39904"/>
                <a:gd name="csY5" fmla="*/ 6526 h 1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9904" h="13280">
                  <a:moveTo>
                    <a:pt x="38573" y="6526"/>
                  </a:moveTo>
                  <a:cubicBezTo>
                    <a:pt x="43012" y="4796"/>
                    <a:pt x="36084" y="3931"/>
                    <a:pt x="21796" y="579"/>
                  </a:cubicBezTo>
                  <a:cubicBezTo>
                    <a:pt x="17358" y="-394"/>
                    <a:pt x="13897" y="38"/>
                    <a:pt x="689" y="579"/>
                  </a:cubicBezTo>
                  <a:cubicBezTo>
                    <a:pt x="-3966" y="795"/>
                    <a:pt x="16494" y="12257"/>
                    <a:pt x="16494" y="12257"/>
                  </a:cubicBezTo>
                  <a:cubicBezTo>
                    <a:pt x="20501" y="14637"/>
                    <a:pt x="22552" y="12906"/>
                    <a:pt x="38573" y="6634"/>
                  </a:cubicBezTo>
                  <a:lnTo>
                    <a:pt x="38573" y="65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41F322C4-C36D-8BF5-02DF-470EFEB0E233}"/>
                </a:ext>
              </a:extLst>
            </p:cNvPr>
            <p:cNvSpPr/>
            <p:nvPr/>
          </p:nvSpPr>
          <p:spPr>
            <a:xfrm>
              <a:off x="3006959" y="607455"/>
              <a:ext cx="22155" cy="10983"/>
            </a:xfrm>
            <a:custGeom>
              <a:avLst/>
              <a:gdLst>
                <a:gd name="csX0" fmla="*/ 15685 w 22155"/>
                <a:gd name="csY0" fmla="*/ 10278 h 10983"/>
                <a:gd name="csX1" fmla="*/ 21959 w 22155"/>
                <a:gd name="csY1" fmla="*/ 3466 h 10983"/>
                <a:gd name="csX2" fmla="*/ 17526 w 22155"/>
                <a:gd name="csY2" fmla="*/ 5 h 10983"/>
                <a:gd name="csX3" fmla="*/ 750 w 22155"/>
                <a:gd name="csY3" fmla="*/ 4331 h 10983"/>
                <a:gd name="csX4" fmla="*/ 527 w 22155"/>
                <a:gd name="csY4" fmla="*/ 4763 h 10983"/>
                <a:gd name="csX5" fmla="*/ 1829 w 22155"/>
                <a:gd name="csY5" fmla="*/ 8873 h 10983"/>
                <a:gd name="csX6" fmla="*/ 15685 w 22155"/>
                <a:gd name="csY6" fmla="*/ 10278 h 10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155" h="10983">
                  <a:moveTo>
                    <a:pt x="15685" y="10278"/>
                  </a:moveTo>
                  <a:cubicBezTo>
                    <a:pt x="16764" y="9522"/>
                    <a:pt x="23369" y="8657"/>
                    <a:pt x="21959" y="3466"/>
                  </a:cubicBezTo>
                  <a:cubicBezTo>
                    <a:pt x="21419" y="1411"/>
                    <a:pt x="19362" y="-103"/>
                    <a:pt x="17526" y="5"/>
                  </a:cubicBezTo>
                  <a:cubicBezTo>
                    <a:pt x="6268" y="762"/>
                    <a:pt x="3239" y="222"/>
                    <a:pt x="750" y="4331"/>
                  </a:cubicBezTo>
                  <a:lnTo>
                    <a:pt x="527" y="4763"/>
                  </a:lnTo>
                  <a:cubicBezTo>
                    <a:pt x="-552" y="6602"/>
                    <a:pt x="96" y="8440"/>
                    <a:pt x="1829" y="8873"/>
                  </a:cubicBezTo>
                  <a:cubicBezTo>
                    <a:pt x="7024" y="10171"/>
                    <a:pt x="11354" y="12009"/>
                    <a:pt x="15685" y="102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61CA5F5-4754-A5DA-5BBA-1398801F9D61}"/>
                </a:ext>
              </a:extLst>
            </p:cNvPr>
            <p:cNvSpPr/>
            <p:nvPr/>
          </p:nvSpPr>
          <p:spPr>
            <a:xfrm>
              <a:off x="3631144" y="28667"/>
              <a:ext cx="79422" cy="42448"/>
            </a:xfrm>
            <a:custGeom>
              <a:avLst/>
              <a:gdLst>
                <a:gd name="csX0" fmla="*/ 17533 w 79422"/>
                <a:gd name="csY0" fmla="*/ 25021 h 42448"/>
                <a:gd name="csX1" fmla="*/ 59964 w 79422"/>
                <a:gd name="csY1" fmla="*/ 42215 h 42448"/>
                <a:gd name="csX2" fmla="*/ 78144 w 79422"/>
                <a:gd name="csY2" fmla="*/ 36051 h 42448"/>
                <a:gd name="csX3" fmla="*/ 30849 w 79422"/>
                <a:gd name="csY3" fmla="*/ 9666 h 42448"/>
                <a:gd name="csX4" fmla="*/ 24137 w 79422"/>
                <a:gd name="csY4" fmla="*/ 150 h 42448"/>
                <a:gd name="csX5" fmla="*/ 757 w 79422"/>
                <a:gd name="csY5" fmla="*/ 3286 h 42448"/>
                <a:gd name="csX6" fmla="*/ 17533 w 79422"/>
                <a:gd name="csY6" fmla="*/ 25130 h 42448"/>
                <a:gd name="csX7" fmla="*/ 17533 w 79422"/>
                <a:gd name="csY7" fmla="*/ 25021 h 4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422" h="42448">
                  <a:moveTo>
                    <a:pt x="17533" y="25021"/>
                  </a:moveTo>
                  <a:cubicBezTo>
                    <a:pt x="54008" y="41783"/>
                    <a:pt x="55417" y="43189"/>
                    <a:pt x="59964" y="42215"/>
                  </a:cubicBezTo>
                  <a:cubicBezTo>
                    <a:pt x="75655" y="38755"/>
                    <a:pt x="82475" y="38214"/>
                    <a:pt x="78144" y="36051"/>
                  </a:cubicBezTo>
                  <a:cubicBezTo>
                    <a:pt x="32253" y="13559"/>
                    <a:pt x="32691" y="14640"/>
                    <a:pt x="30849" y="9666"/>
                  </a:cubicBezTo>
                  <a:cubicBezTo>
                    <a:pt x="29764" y="7503"/>
                    <a:pt x="29008" y="150"/>
                    <a:pt x="24137" y="150"/>
                  </a:cubicBezTo>
                  <a:cubicBezTo>
                    <a:pt x="2382" y="150"/>
                    <a:pt x="-2056" y="-1040"/>
                    <a:pt x="757" y="3286"/>
                  </a:cubicBezTo>
                  <a:cubicBezTo>
                    <a:pt x="757" y="3286"/>
                    <a:pt x="13095" y="22967"/>
                    <a:pt x="17533" y="25130"/>
                  </a:cubicBezTo>
                  <a:lnTo>
                    <a:pt x="17533" y="2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55AF62C-3D42-C3F3-96C8-88430013EA1B}"/>
                </a:ext>
              </a:extLst>
            </p:cNvPr>
            <p:cNvSpPr/>
            <p:nvPr/>
          </p:nvSpPr>
          <p:spPr>
            <a:xfrm>
              <a:off x="3799290" y="8391"/>
              <a:ext cx="29911" cy="15678"/>
            </a:xfrm>
            <a:custGeom>
              <a:avLst/>
              <a:gdLst>
                <a:gd name="csX0" fmla="*/ 702 w 29911"/>
                <a:gd name="csY0" fmla="*/ 6368 h 15678"/>
                <a:gd name="csX1" fmla="*/ 22565 w 29911"/>
                <a:gd name="csY1" fmla="*/ 14587 h 15678"/>
                <a:gd name="csX2" fmla="*/ 28522 w 29911"/>
                <a:gd name="csY2" fmla="*/ 6368 h 15678"/>
                <a:gd name="csX3" fmla="*/ 11853 w 29911"/>
                <a:gd name="csY3" fmla="*/ 313 h 15678"/>
                <a:gd name="csX4" fmla="*/ 702 w 29911"/>
                <a:gd name="csY4" fmla="*/ 6368 h 1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911" h="15678">
                  <a:moveTo>
                    <a:pt x="702" y="6368"/>
                  </a:moveTo>
                  <a:cubicBezTo>
                    <a:pt x="16939" y="15127"/>
                    <a:pt x="18889" y="17290"/>
                    <a:pt x="22565" y="14587"/>
                  </a:cubicBezTo>
                  <a:cubicBezTo>
                    <a:pt x="24838" y="12424"/>
                    <a:pt x="33176" y="8855"/>
                    <a:pt x="28522" y="6368"/>
                  </a:cubicBezTo>
                  <a:cubicBezTo>
                    <a:pt x="21054" y="2475"/>
                    <a:pt x="16399" y="-1093"/>
                    <a:pt x="11853" y="313"/>
                  </a:cubicBezTo>
                  <a:cubicBezTo>
                    <a:pt x="11853" y="313"/>
                    <a:pt x="-3406" y="4097"/>
                    <a:pt x="702" y="6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C531FCC3-2380-781A-3010-1E18B6A76A93}"/>
                </a:ext>
              </a:extLst>
            </p:cNvPr>
            <p:cNvSpPr/>
            <p:nvPr/>
          </p:nvSpPr>
          <p:spPr>
            <a:xfrm>
              <a:off x="3506286" y="876143"/>
              <a:ext cx="15958" cy="17949"/>
            </a:xfrm>
            <a:custGeom>
              <a:avLst/>
              <a:gdLst>
                <a:gd name="csX0" fmla="*/ 1364 w 15958"/>
                <a:gd name="csY0" fmla="*/ 150 h 17949"/>
                <a:gd name="csX1" fmla="*/ 4070 w 15958"/>
                <a:gd name="csY1" fmla="*/ 15936 h 17949"/>
                <a:gd name="csX2" fmla="*/ 14890 w 15958"/>
                <a:gd name="csY2" fmla="*/ 10316 h 17949"/>
                <a:gd name="csX3" fmla="*/ 1364 w 15958"/>
                <a:gd name="csY3" fmla="*/ 258 h 17949"/>
                <a:gd name="csX4" fmla="*/ 1364 w 15958"/>
                <a:gd name="csY4" fmla="*/ 150 h 1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958" h="17949">
                  <a:moveTo>
                    <a:pt x="1364" y="150"/>
                  </a:moveTo>
                  <a:cubicBezTo>
                    <a:pt x="-2858" y="-1800"/>
                    <a:pt x="4070" y="15936"/>
                    <a:pt x="4070" y="15936"/>
                  </a:cubicBezTo>
                  <a:cubicBezTo>
                    <a:pt x="6127" y="21886"/>
                    <a:pt x="11213" y="13015"/>
                    <a:pt x="14890" y="10316"/>
                  </a:cubicBezTo>
                  <a:cubicBezTo>
                    <a:pt x="18357" y="6855"/>
                    <a:pt x="13270" y="5769"/>
                    <a:pt x="1364" y="258"/>
                  </a:cubicBezTo>
                  <a:lnTo>
                    <a:pt x="1364" y="1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8B211E4-CF33-77F5-0E7B-CEC0C76CB323}"/>
                </a:ext>
              </a:extLst>
            </p:cNvPr>
            <p:cNvSpPr/>
            <p:nvPr/>
          </p:nvSpPr>
          <p:spPr>
            <a:xfrm>
              <a:off x="3528372" y="949725"/>
              <a:ext cx="22404" cy="21072"/>
            </a:xfrm>
            <a:custGeom>
              <a:avLst/>
              <a:gdLst>
                <a:gd name="csX0" fmla="*/ 13479 w 22404"/>
                <a:gd name="csY0" fmla="*/ 425 h 21072"/>
                <a:gd name="csX1" fmla="*/ 1465 w 22404"/>
                <a:gd name="csY1" fmla="*/ 4534 h 21072"/>
                <a:gd name="csX2" fmla="*/ 10666 w 22404"/>
                <a:gd name="csY2" fmla="*/ 19996 h 21072"/>
                <a:gd name="csX3" fmla="*/ 21925 w 22404"/>
                <a:gd name="csY3" fmla="*/ 7563 h 21072"/>
                <a:gd name="csX4" fmla="*/ 13479 w 22404"/>
                <a:gd name="csY4" fmla="*/ 318 h 21072"/>
                <a:gd name="csX5" fmla="*/ 13479 w 22404"/>
                <a:gd name="csY5" fmla="*/ 425 h 2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404" h="21072">
                  <a:moveTo>
                    <a:pt x="13479" y="425"/>
                  </a:moveTo>
                  <a:cubicBezTo>
                    <a:pt x="8717" y="-1416"/>
                    <a:pt x="4278" y="3238"/>
                    <a:pt x="1465" y="4534"/>
                  </a:cubicBezTo>
                  <a:cubicBezTo>
                    <a:pt x="-3513" y="7563"/>
                    <a:pt x="5364" y="12967"/>
                    <a:pt x="10666" y="19996"/>
                  </a:cubicBezTo>
                  <a:cubicBezTo>
                    <a:pt x="14673" y="24428"/>
                    <a:pt x="17270" y="14160"/>
                    <a:pt x="21925" y="7563"/>
                  </a:cubicBezTo>
                  <a:cubicBezTo>
                    <a:pt x="24846" y="2584"/>
                    <a:pt x="13479" y="318"/>
                    <a:pt x="13479" y="318"/>
                  </a:cubicBezTo>
                  <a:lnTo>
                    <a:pt x="13479" y="4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CADA7CF-B862-3B2A-E202-3DCF730B0D1B}"/>
                </a:ext>
              </a:extLst>
            </p:cNvPr>
            <p:cNvSpPr/>
            <p:nvPr/>
          </p:nvSpPr>
          <p:spPr>
            <a:xfrm>
              <a:off x="3539139" y="991185"/>
              <a:ext cx="17792" cy="16341"/>
            </a:xfrm>
            <a:custGeom>
              <a:avLst/>
              <a:gdLst>
                <a:gd name="csX0" fmla="*/ 116 w 17792"/>
                <a:gd name="csY0" fmla="*/ 14006 h 16341"/>
                <a:gd name="csX1" fmla="*/ 16677 w 17792"/>
                <a:gd name="csY1" fmla="*/ 4920 h 16341"/>
                <a:gd name="csX2" fmla="*/ 5742 w 17792"/>
                <a:gd name="csY2" fmla="*/ 55 h 16341"/>
                <a:gd name="csX3" fmla="*/ 224 w 17792"/>
                <a:gd name="csY3" fmla="*/ 14006 h 16341"/>
                <a:gd name="csX4" fmla="*/ 116 w 17792"/>
                <a:gd name="csY4" fmla="*/ 14006 h 16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792" h="16341">
                  <a:moveTo>
                    <a:pt x="116" y="14006"/>
                  </a:moveTo>
                  <a:cubicBezTo>
                    <a:pt x="-754" y="19302"/>
                    <a:pt x="3145" y="15302"/>
                    <a:pt x="16677" y="4920"/>
                  </a:cubicBezTo>
                  <a:cubicBezTo>
                    <a:pt x="20569" y="2005"/>
                    <a:pt x="13641" y="1567"/>
                    <a:pt x="5742" y="55"/>
                  </a:cubicBezTo>
                  <a:cubicBezTo>
                    <a:pt x="548" y="-1024"/>
                    <a:pt x="224" y="14006"/>
                    <a:pt x="224" y="14006"/>
                  </a:cubicBezTo>
                  <a:lnTo>
                    <a:pt x="116" y="14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6AAE1EEE-7F17-9609-58A6-970390110FC5}"/>
                </a:ext>
              </a:extLst>
            </p:cNvPr>
            <p:cNvSpPr/>
            <p:nvPr/>
          </p:nvSpPr>
          <p:spPr>
            <a:xfrm>
              <a:off x="3519412" y="918671"/>
              <a:ext cx="14733" cy="16607"/>
            </a:xfrm>
            <a:custGeom>
              <a:avLst/>
              <a:gdLst>
                <a:gd name="csX0" fmla="*/ 12477 w 14733"/>
                <a:gd name="csY0" fmla="*/ 5203 h 16607"/>
                <a:gd name="csX1" fmla="*/ 570 w 14733"/>
                <a:gd name="csY1" fmla="*/ 2174 h 16607"/>
                <a:gd name="csX2" fmla="*/ 2196 w 14733"/>
                <a:gd name="csY2" fmla="*/ 10283 h 16607"/>
                <a:gd name="csX3" fmla="*/ 13886 w 14733"/>
                <a:gd name="csY3" fmla="*/ 14283 h 16607"/>
                <a:gd name="csX4" fmla="*/ 12584 w 14733"/>
                <a:gd name="csY4" fmla="*/ 5203 h 16607"/>
                <a:gd name="csX5" fmla="*/ 12477 w 14733"/>
                <a:gd name="csY5" fmla="*/ 5203 h 16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733" h="16607">
                  <a:moveTo>
                    <a:pt x="12477" y="5203"/>
                  </a:moveTo>
                  <a:cubicBezTo>
                    <a:pt x="12477" y="5203"/>
                    <a:pt x="1872" y="-4100"/>
                    <a:pt x="570" y="2174"/>
                  </a:cubicBezTo>
                  <a:cubicBezTo>
                    <a:pt x="570" y="2929"/>
                    <a:pt x="-1481" y="7577"/>
                    <a:pt x="2196" y="10283"/>
                  </a:cubicBezTo>
                  <a:cubicBezTo>
                    <a:pt x="6527" y="12664"/>
                    <a:pt x="12477" y="20449"/>
                    <a:pt x="13886" y="14283"/>
                  </a:cubicBezTo>
                  <a:cubicBezTo>
                    <a:pt x="13886" y="13419"/>
                    <a:pt x="16483" y="7685"/>
                    <a:pt x="12584" y="5203"/>
                  </a:cubicBezTo>
                  <a:lnTo>
                    <a:pt x="12477" y="5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8741A45-EF2B-C674-26CC-FFB92D84314D}"/>
                </a:ext>
              </a:extLst>
            </p:cNvPr>
            <p:cNvSpPr/>
            <p:nvPr/>
          </p:nvSpPr>
          <p:spPr>
            <a:xfrm>
              <a:off x="3609434" y="1079892"/>
              <a:ext cx="21711" cy="20311"/>
            </a:xfrm>
            <a:custGeom>
              <a:avLst/>
              <a:gdLst>
                <a:gd name="csX0" fmla="*/ 13158 w 21711"/>
                <a:gd name="csY0" fmla="*/ 20137 h 20311"/>
                <a:gd name="csX1" fmla="*/ 21711 w 21711"/>
                <a:gd name="csY1" fmla="*/ 13972 h 20311"/>
                <a:gd name="csX2" fmla="*/ 19114 w 21711"/>
                <a:gd name="csY2" fmla="*/ 7158 h 20311"/>
                <a:gd name="csX3" fmla="*/ 7316 w 21711"/>
                <a:gd name="csY3" fmla="*/ 891 h 20311"/>
                <a:gd name="csX4" fmla="*/ 1144 w 21711"/>
                <a:gd name="csY4" fmla="*/ 12244 h 20311"/>
                <a:gd name="csX5" fmla="*/ 13266 w 21711"/>
                <a:gd name="csY5" fmla="*/ 20137 h 20311"/>
                <a:gd name="csX6" fmla="*/ 13158 w 21711"/>
                <a:gd name="csY6" fmla="*/ 20137 h 2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1711" h="20311">
                  <a:moveTo>
                    <a:pt x="13158" y="20137"/>
                  </a:moveTo>
                  <a:cubicBezTo>
                    <a:pt x="15323" y="19166"/>
                    <a:pt x="21711" y="19814"/>
                    <a:pt x="21711" y="13972"/>
                  </a:cubicBezTo>
                  <a:cubicBezTo>
                    <a:pt x="21495" y="13216"/>
                    <a:pt x="21711" y="9647"/>
                    <a:pt x="19114" y="7158"/>
                  </a:cubicBezTo>
                  <a:cubicBezTo>
                    <a:pt x="19114" y="7158"/>
                    <a:pt x="11215" y="-3008"/>
                    <a:pt x="7316" y="891"/>
                  </a:cubicBezTo>
                  <a:cubicBezTo>
                    <a:pt x="4719" y="4345"/>
                    <a:pt x="-2857" y="8244"/>
                    <a:pt x="1144" y="12244"/>
                  </a:cubicBezTo>
                  <a:cubicBezTo>
                    <a:pt x="4827" y="15159"/>
                    <a:pt x="8071" y="21433"/>
                    <a:pt x="13266" y="20137"/>
                  </a:cubicBezTo>
                  <a:lnTo>
                    <a:pt x="13158" y="201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197E83F-55EB-F119-23E6-98578AF7522E}"/>
                </a:ext>
              </a:extLst>
            </p:cNvPr>
            <p:cNvSpPr/>
            <p:nvPr/>
          </p:nvSpPr>
          <p:spPr>
            <a:xfrm>
              <a:off x="3574112" y="1158722"/>
              <a:ext cx="108284" cy="80635"/>
            </a:xfrm>
            <a:custGeom>
              <a:avLst/>
              <a:gdLst>
                <a:gd name="csX0" fmla="*/ 48696 w 108284"/>
                <a:gd name="csY0" fmla="*/ 80480 h 80635"/>
                <a:gd name="csX1" fmla="*/ 97400 w 108284"/>
                <a:gd name="csY1" fmla="*/ 63932 h 80635"/>
                <a:gd name="csX2" fmla="*/ 107033 w 108284"/>
                <a:gd name="csY2" fmla="*/ 55715 h 80635"/>
                <a:gd name="csX3" fmla="*/ 106817 w 108284"/>
                <a:gd name="csY3" fmla="*/ 47498 h 80635"/>
                <a:gd name="csX4" fmla="*/ 78357 w 108284"/>
                <a:gd name="csY4" fmla="*/ 30195 h 80635"/>
                <a:gd name="csX5" fmla="*/ 61580 w 108284"/>
                <a:gd name="csY5" fmla="*/ 10084 h 80635"/>
                <a:gd name="csX6" fmla="*/ 19689 w 108284"/>
                <a:gd name="csY6" fmla="*/ 673 h 80635"/>
                <a:gd name="csX7" fmla="*/ 4646 w 108284"/>
                <a:gd name="csY7" fmla="*/ 10516 h 80635"/>
                <a:gd name="csX8" fmla="*/ 7675 w 108284"/>
                <a:gd name="csY8" fmla="*/ 17977 h 80635"/>
                <a:gd name="csX9" fmla="*/ 15574 w 108284"/>
                <a:gd name="csY9" fmla="*/ 25762 h 80635"/>
                <a:gd name="csX10" fmla="*/ 99 w 108284"/>
                <a:gd name="csY10" fmla="*/ 37224 h 80635"/>
                <a:gd name="csX11" fmla="*/ 3344 w 108284"/>
                <a:gd name="csY11" fmla="*/ 53118 h 80635"/>
                <a:gd name="csX12" fmla="*/ 12761 w 108284"/>
                <a:gd name="csY12" fmla="*/ 55067 h 80635"/>
                <a:gd name="csX13" fmla="*/ 46962 w 108284"/>
                <a:gd name="csY13" fmla="*/ 55283 h 80635"/>
                <a:gd name="csX14" fmla="*/ 46530 w 108284"/>
                <a:gd name="csY14" fmla="*/ 61665 h 80635"/>
                <a:gd name="csX15" fmla="*/ 25753 w 108284"/>
                <a:gd name="csY15" fmla="*/ 69774 h 80635"/>
                <a:gd name="csX16" fmla="*/ 48372 w 108284"/>
                <a:gd name="csY16" fmla="*/ 80264 h 80635"/>
                <a:gd name="csX17" fmla="*/ 48696 w 108284"/>
                <a:gd name="csY17" fmla="*/ 80480 h 80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8284" h="80635">
                  <a:moveTo>
                    <a:pt x="48696" y="80480"/>
                  </a:moveTo>
                  <a:lnTo>
                    <a:pt x="97400" y="63932"/>
                  </a:lnTo>
                  <a:cubicBezTo>
                    <a:pt x="102163" y="62313"/>
                    <a:pt x="107687" y="55067"/>
                    <a:pt x="107033" y="55715"/>
                  </a:cubicBezTo>
                  <a:cubicBezTo>
                    <a:pt x="110068" y="52470"/>
                    <a:pt x="106602" y="46851"/>
                    <a:pt x="106817" y="47498"/>
                  </a:cubicBezTo>
                  <a:cubicBezTo>
                    <a:pt x="102709" y="39167"/>
                    <a:pt x="84091" y="38303"/>
                    <a:pt x="78357" y="30195"/>
                  </a:cubicBezTo>
                  <a:cubicBezTo>
                    <a:pt x="66558" y="13323"/>
                    <a:pt x="65796" y="11272"/>
                    <a:pt x="61580" y="10084"/>
                  </a:cubicBezTo>
                  <a:cubicBezTo>
                    <a:pt x="24991" y="26"/>
                    <a:pt x="24128" y="-1054"/>
                    <a:pt x="19689" y="673"/>
                  </a:cubicBezTo>
                  <a:cubicBezTo>
                    <a:pt x="19689" y="673"/>
                    <a:pt x="4646" y="4026"/>
                    <a:pt x="4646" y="10516"/>
                  </a:cubicBezTo>
                  <a:cubicBezTo>
                    <a:pt x="4754" y="11272"/>
                    <a:pt x="3998" y="15920"/>
                    <a:pt x="7675" y="17977"/>
                  </a:cubicBezTo>
                  <a:cubicBezTo>
                    <a:pt x="11250" y="20568"/>
                    <a:pt x="20445" y="23381"/>
                    <a:pt x="15574" y="25762"/>
                  </a:cubicBezTo>
                  <a:cubicBezTo>
                    <a:pt x="3452" y="31598"/>
                    <a:pt x="99" y="32036"/>
                    <a:pt x="99" y="37224"/>
                  </a:cubicBezTo>
                  <a:cubicBezTo>
                    <a:pt x="639" y="42958"/>
                    <a:pt x="-1742" y="51175"/>
                    <a:pt x="3344" y="53118"/>
                  </a:cubicBezTo>
                  <a:cubicBezTo>
                    <a:pt x="5833" y="54096"/>
                    <a:pt x="8869" y="55499"/>
                    <a:pt x="12761" y="55067"/>
                  </a:cubicBezTo>
                  <a:cubicBezTo>
                    <a:pt x="42746" y="52039"/>
                    <a:pt x="44581" y="50635"/>
                    <a:pt x="46962" y="55283"/>
                  </a:cubicBezTo>
                  <a:cubicBezTo>
                    <a:pt x="47185" y="56039"/>
                    <a:pt x="50753" y="60579"/>
                    <a:pt x="46530" y="61665"/>
                  </a:cubicBezTo>
                  <a:cubicBezTo>
                    <a:pt x="27811" y="66637"/>
                    <a:pt x="21530" y="67177"/>
                    <a:pt x="25753" y="69774"/>
                  </a:cubicBezTo>
                  <a:cubicBezTo>
                    <a:pt x="41876" y="79286"/>
                    <a:pt x="44149" y="81668"/>
                    <a:pt x="48372" y="80264"/>
                  </a:cubicBezTo>
                  <a:lnTo>
                    <a:pt x="48696" y="804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C7A85643-BA07-97D2-2F2C-B7FB674869A0}"/>
                </a:ext>
              </a:extLst>
            </p:cNvPr>
            <p:cNvSpPr/>
            <p:nvPr/>
          </p:nvSpPr>
          <p:spPr>
            <a:xfrm>
              <a:off x="3564360" y="1136434"/>
              <a:ext cx="19502" cy="13756"/>
            </a:xfrm>
            <a:custGeom>
              <a:avLst/>
              <a:gdLst>
                <a:gd name="csX0" fmla="*/ 10937 w 19502"/>
                <a:gd name="csY0" fmla="*/ 146 h 13756"/>
                <a:gd name="csX1" fmla="*/ 224 w 19502"/>
                <a:gd name="csY1" fmla="*/ 4686 h 13756"/>
                <a:gd name="csX2" fmla="*/ 6714 w 19502"/>
                <a:gd name="csY2" fmla="*/ 13659 h 13756"/>
                <a:gd name="csX3" fmla="*/ 19058 w 19502"/>
                <a:gd name="csY3" fmla="*/ 10090 h 13756"/>
                <a:gd name="csX4" fmla="*/ 10937 w 19502"/>
                <a:gd name="csY4" fmla="*/ 38 h 13756"/>
                <a:gd name="csX5" fmla="*/ 10937 w 19502"/>
                <a:gd name="csY5" fmla="*/ 146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02" h="13756">
                  <a:moveTo>
                    <a:pt x="10937" y="146"/>
                  </a:moveTo>
                  <a:cubicBezTo>
                    <a:pt x="10937" y="146"/>
                    <a:pt x="-1833" y="-1264"/>
                    <a:pt x="224" y="4686"/>
                  </a:cubicBezTo>
                  <a:cubicBezTo>
                    <a:pt x="1196" y="6635"/>
                    <a:pt x="1952" y="13659"/>
                    <a:pt x="6714" y="13659"/>
                  </a:cubicBezTo>
                  <a:cubicBezTo>
                    <a:pt x="12239" y="13011"/>
                    <a:pt x="21656" y="15716"/>
                    <a:pt x="19058" y="10090"/>
                  </a:cubicBezTo>
                  <a:cubicBezTo>
                    <a:pt x="17109" y="6959"/>
                    <a:pt x="15807" y="-286"/>
                    <a:pt x="10937" y="38"/>
                  </a:cubicBezTo>
                  <a:lnTo>
                    <a:pt x="10937" y="1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7DB75D5E-EB79-D5CB-0463-6DA6AA678A8B}"/>
                </a:ext>
              </a:extLst>
            </p:cNvPr>
            <p:cNvSpPr/>
            <p:nvPr/>
          </p:nvSpPr>
          <p:spPr>
            <a:xfrm>
              <a:off x="4825751" y="913978"/>
              <a:ext cx="14479" cy="13159"/>
            </a:xfrm>
            <a:custGeom>
              <a:avLst/>
              <a:gdLst>
                <a:gd name="csX0" fmla="*/ 13850 w 14479"/>
                <a:gd name="csY0" fmla="*/ 6759 h 13159"/>
                <a:gd name="csX1" fmla="*/ 8541 w 14479"/>
                <a:gd name="csY1" fmla="*/ 377 h 13159"/>
                <a:gd name="csX2" fmla="*/ 750 w 14479"/>
                <a:gd name="csY2" fmla="*/ 4918 h 13159"/>
                <a:gd name="csX3" fmla="*/ 6376 w 14479"/>
                <a:gd name="csY3" fmla="*/ 12595 h 13159"/>
                <a:gd name="csX4" fmla="*/ 13850 w 14479"/>
                <a:gd name="csY4" fmla="*/ 6759 h 13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9" h="13159">
                  <a:moveTo>
                    <a:pt x="13850" y="6759"/>
                  </a:moveTo>
                  <a:cubicBezTo>
                    <a:pt x="16555" y="2219"/>
                    <a:pt x="9735" y="1133"/>
                    <a:pt x="8541" y="377"/>
                  </a:cubicBezTo>
                  <a:cubicBezTo>
                    <a:pt x="4217" y="-1458"/>
                    <a:pt x="1836" y="3946"/>
                    <a:pt x="750" y="4918"/>
                  </a:cubicBezTo>
                  <a:cubicBezTo>
                    <a:pt x="-2603" y="9242"/>
                    <a:pt x="6376" y="12595"/>
                    <a:pt x="6376" y="12595"/>
                  </a:cubicBezTo>
                  <a:cubicBezTo>
                    <a:pt x="10599" y="15192"/>
                    <a:pt x="12764" y="8054"/>
                    <a:pt x="13850" y="67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3D776EB-CFFE-47B1-1B43-036BC6DAD609}"/>
                </a:ext>
              </a:extLst>
            </p:cNvPr>
            <p:cNvSpPr/>
            <p:nvPr/>
          </p:nvSpPr>
          <p:spPr>
            <a:xfrm>
              <a:off x="4918101" y="780316"/>
              <a:ext cx="16508" cy="13659"/>
            </a:xfrm>
            <a:custGeom>
              <a:avLst/>
              <a:gdLst>
                <a:gd name="csX0" fmla="*/ 11765 w 16508"/>
                <a:gd name="csY0" fmla="*/ 13573 h 13659"/>
                <a:gd name="csX1" fmla="*/ 16420 w 16508"/>
                <a:gd name="csY1" fmla="*/ 5788 h 13659"/>
                <a:gd name="csX2" fmla="*/ 7009 w 16508"/>
                <a:gd name="csY2" fmla="*/ 60 h 13659"/>
                <a:gd name="csX3" fmla="*/ 297 w 16508"/>
                <a:gd name="csY3" fmla="*/ 7191 h 13659"/>
                <a:gd name="csX4" fmla="*/ 11765 w 16508"/>
                <a:gd name="csY4" fmla="*/ 13573 h 1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08" h="13659">
                  <a:moveTo>
                    <a:pt x="11765" y="13573"/>
                  </a:moveTo>
                  <a:cubicBezTo>
                    <a:pt x="16312" y="14545"/>
                    <a:pt x="15988" y="7083"/>
                    <a:pt x="16420" y="5788"/>
                  </a:cubicBezTo>
                  <a:cubicBezTo>
                    <a:pt x="17398" y="-162"/>
                    <a:pt x="10038" y="1140"/>
                    <a:pt x="7009" y="60"/>
                  </a:cubicBezTo>
                  <a:cubicBezTo>
                    <a:pt x="2463" y="-702"/>
                    <a:pt x="1053" y="6004"/>
                    <a:pt x="297" y="7191"/>
                  </a:cubicBezTo>
                  <a:cubicBezTo>
                    <a:pt x="-2192" y="12817"/>
                    <a:pt x="11765" y="13573"/>
                    <a:pt x="11765" y="135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2B61D6A-74E4-6C5E-CD61-148C3490B667}"/>
                </a:ext>
              </a:extLst>
            </p:cNvPr>
            <p:cNvSpPr/>
            <p:nvPr/>
          </p:nvSpPr>
          <p:spPr>
            <a:xfrm>
              <a:off x="4923701" y="713562"/>
              <a:ext cx="59994" cy="44493"/>
            </a:xfrm>
            <a:custGeom>
              <a:avLst/>
              <a:gdLst>
                <a:gd name="csX0" fmla="*/ 21539 w 59994"/>
                <a:gd name="csY0" fmla="*/ 8528 h 44493"/>
                <a:gd name="csX1" fmla="*/ 8224 w 59994"/>
                <a:gd name="csY1" fmla="*/ 5607 h 44493"/>
                <a:gd name="csX2" fmla="*/ 0 w 59994"/>
                <a:gd name="csY2" fmla="*/ 7226 h 44493"/>
                <a:gd name="csX3" fmla="*/ 0 w 59994"/>
                <a:gd name="csY3" fmla="*/ 9607 h 44493"/>
                <a:gd name="csX4" fmla="*/ 5518 w 59994"/>
                <a:gd name="csY4" fmla="*/ 40640 h 44493"/>
                <a:gd name="csX5" fmla="*/ 19482 w 59994"/>
                <a:gd name="csY5" fmla="*/ 43885 h 44493"/>
                <a:gd name="csX6" fmla="*/ 34525 w 59994"/>
                <a:gd name="csY6" fmla="*/ 39668 h 44493"/>
                <a:gd name="csX7" fmla="*/ 56496 w 59994"/>
                <a:gd name="csY7" fmla="*/ 41510 h 44493"/>
                <a:gd name="csX8" fmla="*/ 57582 w 59994"/>
                <a:gd name="csY8" fmla="*/ 23882 h 44493"/>
                <a:gd name="csX9" fmla="*/ 47295 w 59994"/>
                <a:gd name="csY9" fmla="*/ 24854 h 44493"/>
                <a:gd name="csX10" fmla="*/ 42316 w 59994"/>
                <a:gd name="csY10" fmla="*/ 26581 h 44493"/>
                <a:gd name="csX11" fmla="*/ 33007 w 59994"/>
                <a:gd name="csY11" fmla="*/ 20529 h 44493"/>
                <a:gd name="csX12" fmla="*/ 40043 w 59994"/>
                <a:gd name="csY12" fmla="*/ 7118 h 44493"/>
                <a:gd name="csX13" fmla="*/ 28791 w 59994"/>
                <a:gd name="csY13" fmla="*/ 1822 h 44493"/>
                <a:gd name="csX14" fmla="*/ 21647 w 59994"/>
                <a:gd name="csY14" fmla="*/ 8528 h 44493"/>
                <a:gd name="csX15" fmla="*/ 21539 w 59994"/>
                <a:gd name="csY15" fmla="*/ 8528 h 44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994" h="44493">
                  <a:moveTo>
                    <a:pt x="21539" y="8528"/>
                  </a:moveTo>
                  <a:cubicBezTo>
                    <a:pt x="16777" y="6794"/>
                    <a:pt x="12554" y="4743"/>
                    <a:pt x="8224" y="5607"/>
                  </a:cubicBezTo>
                  <a:lnTo>
                    <a:pt x="0" y="7226"/>
                  </a:lnTo>
                  <a:lnTo>
                    <a:pt x="0" y="9607"/>
                  </a:lnTo>
                  <a:cubicBezTo>
                    <a:pt x="2489" y="29934"/>
                    <a:pt x="0" y="38373"/>
                    <a:pt x="5518" y="40640"/>
                  </a:cubicBezTo>
                  <a:cubicBezTo>
                    <a:pt x="11252" y="43021"/>
                    <a:pt x="15367" y="45726"/>
                    <a:pt x="19482" y="43885"/>
                  </a:cubicBezTo>
                  <a:cubicBezTo>
                    <a:pt x="25216" y="41402"/>
                    <a:pt x="30087" y="38373"/>
                    <a:pt x="34525" y="39668"/>
                  </a:cubicBezTo>
                  <a:cubicBezTo>
                    <a:pt x="51841" y="44317"/>
                    <a:pt x="55201" y="46590"/>
                    <a:pt x="56496" y="41510"/>
                  </a:cubicBezTo>
                  <a:cubicBezTo>
                    <a:pt x="57798" y="33826"/>
                    <a:pt x="62992" y="24962"/>
                    <a:pt x="57582" y="23882"/>
                  </a:cubicBezTo>
                  <a:cubicBezTo>
                    <a:pt x="55632" y="23882"/>
                    <a:pt x="49676" y="21177"/>
                    <a:pt x="47295" y="24854"/>
                  </a:cubicBezTo>
                  <a:cubicBezTo>
                    <a:pt x="46324" y="26365"/>
                    <a:pt x="44050" y="27127"/>
                    <a:pt x="42316" y="26581"/>
                  </a:cubicBezTo>
                  <a:cubicBezTo>
                    <a:pt x="38748" y="25070"/>
                    <a:pt x="29007" y="24962"/>
                    <a:pt x="33007" y="20529"/>
                  </a:cubicBezTo>
                  <a:cubicBezTo>
                    <a:pt x="36475" y="15551"/>
                    <a:pt x="44158" y="11011"/>
                    <a:pt x="40043" y="7118"/>
                  </a:cubicBezTo>
                  <a:cubicBezTo>
                    <a:pt x="36366" y="4521"/>
                    <a:pt x="31604" y="-3588"/>
                    <a:pt x="28791" y="1822"/>
                  </a:cubicBezTo>
                  <a:cubicBezTo>
                    <a:pt x="27813" y="3118"/>
                    <a:pt x="26086" y="10039"/>
                    <a:pt x="21647" y="8528"/>
                  </a:cubicBezTo>
                  <a:lnTo>
                    <a:pt x="21539" y="85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49A68FEA-C2AF-6BC1-CDC8-F792A99021BF}"/>
                </a:ext>
              </a:extLst>
            </p:cNvPr>
            <p:cNvSpPr/>
            <p:nvPr/>
          </p:nvSpPr>
          <p:spPr>
            <a:xfrm>
              <a:off x="4913250" y="609175"/>
              <a:ext cx="26610" cy="57258"/>
            </a:xfrm>
            <a:custGeom>
              <a:avLst/>
              <a:gdLst>
                <a:gd name="csX0" fmla="*/ 13149 w 26610"/>
                <a:gd name="csY0" fmla="*/ 3045 h 57258"/>
                <a:gd name="csX1" fmla="*/ 56 w 26610"/>
                <a:gd name="csY1" fmla="*/ 2829 h 57258"/>
                <a:gd name="csX2" fmla="*/ 1789 w 26610"/>
                <a:gd name="csY2" fmla="*/ 19482 h 57258"/>
                <a:gd name="csX3" fmla="*/ 22897 w 26610"/>
                <a:gd name="csY3" fmla="*/ 55492 h 57258"/>
                <a:gd name="csX4" fmla="*/ 26034 w 26610"/>
                <a:gd name="csY4" fmla="*/ 34727 h 57258"/>
                <a:gd name="csX5" fmla="*/ 13042 w 26610"/>
                <a:gd name="csY5" fmla="*/ 2937 h 57258"/>
                <a:gd name="csX6" fmla="*/ 13149 w 26610"/>
                <a:gd name="csY6" fmla="*/ 3045 h 57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57258">
                  <a:moveTo>
                    <a:pt x="13149" y="3045"/>
                  </a:moveTo>
                  <a:cubicBezTo>
                    <a:pt x="13149" y="3045"/>
                    <a:pt x="56" y="-3660"/>
                    <a:pt x="56" y="2829"/>
                  </a:cubicBezTo>
                  <a:cubicBezTo>
                    <a:pt x="56" y="9317"/>
                    <a:pt x="-484" y="14940"/>
                    <a:pt x="1789" y="19482"/>
                  </a:cubicBezTo>
                  <a:cubicBezTo>
                    <a:pt x="19322" y="54412"/>
                    <a:pt x="21487" y="61112"/>
                    <a:pt x="22897" y="55492"/>
                  </a:cubicBezTo>
                  <a:cubicBezTo>
                    <a:pt x="25602" y="44786"/>
                    <a:pt x="27659" y="39706"/>
                    <a:pt x="26034" y="34727"/>
                  </a:cubicBezTo>
                  <a:cubicBezTo>
                    <a:pt x="17480" y="7803"/>
                    <a:pt x="17480" y="4451"/>
                    <a:pt x="13042" y="2937"/>
                  </a:cubicBezTo>
                  <a:lnTo>
                    <a:pt x="13149" y="30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F10C295-485A-EC5A-C082-F2CF98127206}"/>
                </a:ext>
              </a:extLst>
            </p:cNvPr>
            <p:cNvSpPr/>
            <p:nvPr/>
          </p:nvSpPr>
          <p:spPr>
            <a:xfrm>
              <a:off x="4947305" y="496393"/>
              <a:ext cx="27034" cy="24867"/>
            </a:xfrm>
            <a:custGeom>
              <a:avLst/>
              <a:gdLst>
                <a:gd name="csX0" fmla="*/ 2043 w 27034"/>
                <a:gd name="csY0" fmla="*/ 24774 h 24867"/>
                <a:gd name="csX1" fmla="*/ 19366 w 27034"/>
                <a:gd name="csY1" fmla="*/ 21422 h 24867"/>
                <a:gd name="csX2" fmla="*/ 25208 w 27034"/>
                <a:gd name="csY2" fmla="*/ 3796 h 24867"/>
                <a:gd name="csX3" fmla="*/ 11136 w 27034"/>
                <a:gd name="csY3" fmla="*/ 1957 h 24867"/>
                <a:gd name="csX4" fmla="*/ 1935 w 27034"/>
                <a:gd name="csY4" fmla="*/ 24774 h 24867"/>
                <a:gd name="csX5" fmla="*/ 2043 w 27034"/>
                <a:gd name="csY5" fmla="*/ 24774 h 24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34" h="24867">
                  <a:moveTo>
                    <a:pt x="2043" y="24774"/>
                  </a:moveTo>
                  <a:cubicBezTo>
                    <a:pt x="13410" y="24774"/>
                    <a:pt x="16985" y="25748"/>
                    <a:pt x="19366" y="21422"/>
                  </a:cubicBezTo>
                  <a:cubicBezTo>
                    <a:pt x="22935" y="13636"/>
                    <a:pt x="30510" y="6066"/>
                    <a:pt x="25208" y="3796"/>
                  </a:cubicBezTo>
                  <a:cubicBezTo>
                    <a:pt x="25208" y="3796"/>
                    <a:pt x="14057" y="-3341"/>
                    <a:pt x="11136" y="1957"/>
                  </a:cubicBezTo>
                  <a:cubicBezTo>
                    <a:pt x="748" y="20882"/>
                    <a:pt x="-2504" y="24774"/>
                    <a:pt x="1935" y="24774"/>
                  </a:cubicBezTo>
                  <a:lnTo>
                    <a:pt x="2043" y="24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93BE7F9D-B9D3-71C2-5AEF-78ED9825E52E}"/>
                </a:ext>
              </a:extLst>
            </p:cNvPr>
            <p:cNvSpPr/>
            <p:nvPr/>
          </p:nvSpPr>
          <p:spPr>
            <a:xfrm>
              <a:off x="4951371" y="364160"/>
              <a:ext cx="24567" cy="24800"/>
            </a:xfrm>
            <a:custGeom>
              <a:avLst/>
              <a:gdLst>
                <a:gd name="csX0" fmla="*/ 21034 w 24567"/>
                <a:gd name="csY0" fmla="*/ 316 h 24800"/>
                <a:gd name="csX1" fmla="*/ 7718 w 24567"/>
                <a:gd name="csY1" fmla="*/ 3668 h 24800"/>
                <a:gd name="csX2" fmla="*/ 1552 w 24567"/>
                <a:gd name="csY2" fmla="*/ 22592 h 24800"/>
                <a:gd name="csX3" fmla="*/ 8588 w 24567"/>
                <a:gd name="csY3" fmla="*/ 23349 h 24800"/>
                <a:gd name="csX4" fmla="*/ 18761 w 24567"/>
                <a:gd name="csY4" fmla="*/ 14590 h 24800"/>
                <a:gd name="csX5" fmla="*/ 24495 w 24567"/>
                <a:gd name="csY5" fmla="*/ 9075 h 24800"/>
                <a:gd name="csX6" fmla="*/ 21142 w 24567"/>
                <a:gd name="csY6" fmla="*/ 208 h 24800"/>
                <a:gd name="csX7" fmla="*/ 21034 w 24567"/>
                <a:gd name="csY7" fmla="*/ 316 h 24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567" h="24800">
                  <a:moveTo>
                    <a:pt x="21034" y="316"/>
                  </a:moveTo>
                  <a:cubicBezTo>
                    <a:pt x="21034" y="316"/>
                    <a:pt x="10639" y="-1522"/>
                    <a:pt x="7718" y="3668"/>
                  </a:cubicBezTo>
                  <a:cubicBezTo>
                    <a:pt x="3826" y="12536"/>
                    <a:pt x="-3102" y="18916"/>
                    <a:pt x="1552" y="22592"/>
                  </a:cubicBezTo>
                  <a:cubicBezTo>
                    <a:pt x="2092" y="22809"/>
                    <a:pt x="5445" y="26918"/>
                    <a:pt x="8588" y="23349"/>
                  </a:cubicBezTo>
                  <a:cubicBezTo>
                    <a:pt x="12157" y="19240"/>
                    <a:pt x="14538" y="15672"/>
                    <a:pt x="18761" y="14590"/>
                  </a:cubicBezTo>
                  <a:cubicBezTo>
                    <a:pt x="19301" y="14266"/>
                    <a:pt x="24495" y="14374"/>
                    <a:pt x="24495" y="9075"/>
                  </a:cubicBezTo>
                  <a:cubicBezTo>
                    <a:pt x="24279" y="7669"/>
                    <a:pt x="25797" y="208"/>
                    <a:pt x="21142" y="208"/>
                  </a:cubicBezTo>
                  <a:lnTo>
                    <a:pt x="21034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77CEFA6-4FFC-B041-E6ED-BEBBFF565376}"/>
                </a:ext>
              </a:extLst>
            </p:cNvPr>
            <p:cNvSpPr/>
            <p:nvPr/>
          </p:nvSpPr>
          <p:spPr>
            <a:xfrm>
              <a:off x="4892337" y="381454"/>
              <a:ext cx="26134" cy="33796"/>
            </a:xfrm>
            <a:custGeom>
              <a:avLst/>
              <a:gdLst>
                <a:gd name="csX0" fmla="*/ 18263 w 26134"/>
                <a:gd name="csY0" fmla="*/ 31360 h 33796"/>
                <a:gd name="csX1" fmla="*/ 23788 w 26134"/>
                <a:gd name="csY1" fmla="*/ 0 h 33796"/>
                <a:gd name="csX2" fmla="*/ 16320 w 26134"/>
                <a:gd name="csY2" fmla="*/ 2379 h 33796"/>
                <a:gd name="csX3" fmla="*/ 6903 w 26134"/>
                <a:gd name="csY3" fmla="*/ 12111 h 33796"/>
                <a:gd name="csX4" fmla="*/ 1595 w 26134"/>
                <a:gd name="csY4" fmla="*/ 26602 h 33796"/>
                <a:gd name="csX5" fmla="*/ 18156 w 26134"/>
                <a:gd name="csY5" fmla="*/ 31360 h 33796"/>
                <a:gd name="csX6" fmla="*/ 18263 w 26134"/>
                <a:gd name="csY6" fmla="*/ 31360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34" h="33796">
                  <a:moveTo>
                    <a:pt x="18263" y="31360"/>
                  </a:moveTo>
                  <a:cubicBezTo>
                    <a:pt x="26169" y="3569"/>
                    <a:pt x="28328" y="0"/>
                    <a:pt x="23788" y="0"/>
                  </a:cubicBezTo>
                  <a:cubicBezTo>
                    <a:pt x="23242" y="109"/>
                    <a:pt x="19565" y="-540"/>
                    <a:pt x="16320" y="2379"/>
                  </a:cubicBezTo>
                  <a:cubicBezTo>
                    <a:pt x="16320" y="2379"/>
                    <a:pt x="9500" y="8111"/>
                    <a:pt x="6903" y="12111"/>
                  </a:cubicBezTo>
                  <a:cubicBezTo>
                    <a:pt x="3976" y="17735"/>
                    <a:pt x="-3168" y="24007"/>
                    <a:pt x="1595" y="26602"/>
                  </a:cubicBezTo>
                  <a:cubicBezTo>
                    <a:pt x="9500" y="29954"/>
                    <a:pt x="16428" y="37740"/>
                    <a:pt x="18156" y="31360"/>
                  </a:cubicBezTo>
                  <a:lnTo>
                    <a:pt x="18263" y="3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BF8DE9BF-ECD2-B654-CDBD-270A97DF9148}"/>
                </a:ext>
              </a:extLst>
            </p:cNvPr>
            <p:cNvSpPr/>
            <p:nvPr/>
          </p:nvSpPr>
          <p:spPr>
            <a:xfrm>
              <a:off x="4895341" y="445553"/>
              <a:ext cx="30458" cy="26136"/>
            </a:xfrm>
            <a:custGeom>
              <a:avLst/>
              <a:gdLst>
                <a:gd name="csX0" fmla="*/ 10389 w 30458"/>
                <a:gd name="csY0" fmla="*/ 18626 h 26136"/>
                <a:gd name="csX1" fmla="*/ 17856 w 30458"/>
                <a:gd name="csY1" fmla="*/ 24249 h 26136"/>
                <a:gd name="csX2" fmla="*/ 28467 w 30458"/>
                <a:gd name="csY2" fmla="*/ 22735 h 26136"/>
                <a:gd name="csX3" fmla="*/ 25330 w 30458"/>
                <a:gd name="csY3" fmla="*/ 2513 h 26136"/>
                <a:gd name="csX4" fmla="*/ 3137 w 30458"/>
                <a:gd name="csY4" fmla="*/ 8028 h 26136"/>
                <a:gd name="csX5" fmla="*/ 0 w 30458"/>
                <a:gd name="csY5" fmla="*/ 13435 h 26136"/>
                <a:gd name="csX6" fmla="*/ 0 w 30458"/>
                <a:gd name="csY6" fmla="*/ 15166 h 26136"/>
                <a:gd name="csX7" fmla="*/ 10389 w 30458"/>
                <a:gd name="csY7" fmla="*/ 18518 h 26136"/>
                <a:gd name="csX8" fmla="*/ 10389 w 30458"/>
                <a:gd name="csY8" fmla="*/ 18626 h 26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458" h="26136">
                  <a:moveTo>
                    <a:pt x="10389" y="18626"/>
                  </a:moveTo>
                  <a:cubicBezTo>
                    <a:pt x="14827" y="18301"/>
                    <a:pt x="17209" y="23600"/>
                    <a:pt x="17856" y="24249"/>
                  </a:cubicBezTo>
                  <a:cubicBezTo>
                    <a:pt x="21215" y="28899"/>
                    <a:pt x="26086" y="23600"/>
                    <a:pt x="28467" y="22735"/>
                  </a:cubicBezTo>
                  <a:cubicBezTo>
                    <a:pt x="33446" y="20032"/>
                    <a:pt x="27820" y="12246"/>
                    <a:pt x="25330" y="2513"/>
                  </a:cubicBezTo>
                  <a:cubicBezTo>
                    <a:pt x="23705" y="-2461"/>
                    <a:pt x="20892" y="243"/>
                    <a:pt x="3137" y="8028"/>
                  </a:cubicBezTo>
                  <a:cubicBezTo>
                    <a:pt x="1410" y="8785"/>
                    <a:pt x="0" y="11272"/>
                    <a:pt x="0" y="13435"/>
                  </a:cubicBezTo>
                  <a:lnTo>
                    <a:pt x="0" y="15166"/>
                  </a:lnTo>
                  <a:cubicBezTo>
                    <a:pt x="0" y="21221"/>
                    <a:pt x="7360" y="18193"/>
                    <a:pt x="10389" y="18518"/>
                  </a:cubicBezTo>
                  <a:lnTo>
                    <a:pt x="10389" y="186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7B6B49F-30EE-6857-BC83-D4F8950AA62D}"/>
                </a:ext>
              </a:extLst>
            </p:cNvPr>
            <p:cNvSpPr/>
            <p:nvPr/>
          </p:nvSpPr>
          <p:spPr>
            <a:xfrm>
              <a:off x="4920650" y="480782"/>
              <a:ext cx="11942" cy="15646"/>
            </a:xfrm>
            <a:custGeom>
              <a:avLst/>
              <a:gdLst>
                <a:gd name="csX0" fmla="*/ 7381 w 11942"/>
                <a:gd name="csY0" fmla="*/ 15081 h 15646"/>
                <a:gd name="csX1" fmla="*/ 11813 w 11942"/>
                <a:gd name="csY1" fmla="*/ 7728 h 15646"/>
                <a:gd name="csX2" fmla="*/ 6943 w 11942"/>
                <a:gd name="csY2" fmla="*/ 374 h 15646"/>
                <a:gd name="csX3" fmla="*/ 453 w 11942"/>
                <a:gd name="csY3" fmla="*/ 8485 h 15646"/>
                <a:gd name="csX4" fmla="*/ 7381 w 11942"/>
                <a:gd name="csY4" fmla="*/ 15081 h 15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2" h="15646">
                  <a:moveTo>
                    <a:pt x="7381" y="15081"/>
                  </a:moveTo>
                  <a:cubicBezTo>
                    <a:pt x="7921" y="14433"/>
                    <a:pt x="12791" y="12810"/>
                    <a:pt x="11813" y="7728"/>
                  </a:cubicBezTo>
                  <a:cubicBezTo>
                    <a:pt x="11813" y="7728"/>
                    <a:pt x="11274" y="-2004"/>
                    <a:pt x="6943" y="374"/>
                  </a:cubicBezTo>
                  <a:cubicBezTo>
                    <a:pt x="5108" y="1888"/>
                    <a:pt x="-1820" y="3294"/>
                    <a:pt x="453" y="8485"/>
                  </a:cubicBezTo>
                  <a:cubicBezTo>
                    <a:pt x="1425" y="9999"/>
                    <a:pt x="3158" y="17785"/>
                    <a:pt x="7381" y="150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36269CC-B451-A9B2-F3CC-ACBFE3FA3FE6}"/>
                </a:ext>
              </a:extLst>
            </p:cNvPr>
            <p:cNvSpPr/>
            <p:nvPr/>
          </p:nvSpPr>
          <p:spPr>
            <a:xfrm>
              <a:off x="4858078" y="463328"/>
              <a:ext cx="13191" cy="13353"/>
            </a:xfrm>
            <a:custGeom>
              <a:avLst/>
              <a:gdLst>
                <a:gd name="csX0" fmla="*/ 142 w 13191"/>
                <a:gd name="csY0" fmla="*/ 3338 h 13353"/>
                <a:gd name="csX1" fmla="*/ 3494 w 13191"/>
                <a:gd name="csY1" fmla="*/ 12422 h 13353"/>
                <a:gd name="csX2" fmla="*/ 12480 w 13191"/>
                <a:gd name="csY2" fmla="*/ 10043 h 13353"/>
                <a:gd name="csX3" fmla="*/ 10638 w 13191"/>
                <a:gd name="csY3" fmla="*/ 1608 h 13353"/>
                <a:gd name="csX4" fmla="*/ 250 w 13191"/>
                <a:gd name="csY4" fmla="*/ 3338 h 13353"/>
                <a:gd name="csX5" fmla="*/ 142 w 13191"/>
                <a:gd name="csY5" fmla="*/ 3338 h 1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91" h="13353">
                  <a:moveTo>
                    <a:pt x="142" y="3338"/>
                  </a:moveTo>
                  <a:cubicBezTo>
                    <a:pt x="142" y="3338"/>
                    <a:pt x="-1052" y="11557"/>
                    <a:pt x="3494" y="12422"/>
                  </a:cubicBezTo>
                  <a:cubicBezTo>
                    <a:pt x="5228" y="12422"/>
                    <a:pt x="11400" y="15666"/>
                    <a:pt x="12480" y="10043"/>
                  </a:cubicBezTo>
                  <a:cubicBezTo>
                    <a:pt x="12480" y="9070"/>
                    <a:pt x="14969" y="2689"/>
                    <a:pt x="10638" y="1608"/>
                  </a:cubicBezTo>
                  <a:cubicBezTo>
                    <a:pt x="7393" y="1392"/>
                    <a:pt x="250" y="-2826"/>
                    <a:pt x="250" y="3338"/>
                  </a:cubicBezTo>
                  <a:lnTo>
                    <a:pt x="142" y="3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1C538F1-5981-6ED0-DE15-0E3448B76842}"/>
                </a:ext>
              </a:extLst>
            </p:cNvPr>
            <p:cNvSpPr/>
            <p:nvPr/>
          </p:nvSpPr>
          <p:spPr>
            <a:xfrm>
              <a:off x="4931940" y="418426"/>
              <a:ext cx="13146" cy="16772"/>
            </a:xfrm>
            <a:custGeom>
              <a:avLst/>
              <a:gdLst>
                <a:gd name="csX0" fmla="*/ 4638 w 13146"/>
                <a:gd name="csY0" fmla="*/ 16772 h 16772"/>
                <a:gd name="csX1" fmla="*/ 12861 w 13146"/>
                <a:gd name="csY1" fmla="*/ 11041 h 16772"/>
                <a:gd name="csX2" fmla="*/ 5825 w 13146"/>
                <a:gd name="csY2" fmla="*/ 552 h 16772"/>
                <a:gd name="csX3" fmla="*/ 91 w 13146"/>
                <a:gd name="csY3" fmla="*/ 9743 h 16772"/>
                <a:gd name="csX4" fmla="*/ 4638 w 13146"/>
                <a:gd name="csY4" fmla="*/ 16664 h 16772"/>
                <a:gd name="csX5" fmla="*/ 4638 w 13146"/>
                <a:gd name="csY5" fmla="*/ 16772 h 16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46" h="16772">
                  <a:moveTo>
                    <a:pt x="4638" y="16772"/>
                  </a:moveTo>
                  <a:cubicBezTo>
                    <a:pt x="7127" y="15691"/>
                    <a:pt x="14703" y="16556"/>
                    <a:pt x="12861" y="11041"/>
                  </a:cubicBezTo>
                  <a:cubicBezTo>
                    <a:pt x="12861" y="11041"/>
                    <a:pt x="10156" y="-2909"/>
                    <a:pt x="5825" y="552"/>
                  </a:cubicBezTo>
                  <a:cubicBezTo>
                    <a:pt x="4746" y="1850"/>
                    <a:pt x="-772" y="4228"/>
                    <a:pt x="91" y="9743"/>
                  </a:cubicBezTo>
                  <a:cubicBezTo>
                    <a:pt x="523" y="10825"/>
                    <a:pt x="91" y="17638"/>
                    <a:pt x="4638" y="16664"/>
                  </a:cubicBezTo>
                  <a:lnTo>
                    <a:pt x="4638" y="16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F682CC8-9B4D-6F20-1F8A-08802873F8FC}"/>
                </a:ext>
              </a:extLst>
            </p:cNvPr>
            <p:cNvSpPr/>
            <p:nvPr/>
          </p:nvSpPr>
          <p:spPr>
            <a:xfrm>
              <a:off x="4956449" y="91875"/>
              <a:ext cx="23303" cy="16738"/>
            </a:xfrm>
            <a:custGeom>
              <a:avLst/>
              <a:gdLst>
                <a:gd name="csX0" fmla="*/ 12712 w 23303"/>
                <a:gd name="csY0" fmla="*/ 16641 h 16738"/>
                <a:gd name="csX1" fmla="*/ 22668 w 23303"/>
                <a:gd name="csY1" fmla="*/ 13396 h 16738"/>
                <a:gd name="csX2" fmla="*/ 10870 w 23303"/>
                <a:gd name="csY2" fmla="*/ 96 h 16738"/>
                <a:gd name="csX3" fmla="*/ 589 w 23303"/>
                <a:gd name="csY3" fmla="*/ 5394 h 16738"/>
                <a:gd name="csX4" fmla="*/ 12604 w 23303"/>
                <a:gd name="csY4" fmla="*/ 16641 h 16738"/>
                <a:gd name="csX5" fmla="*/ 12712 w 23303"/>
                <a:gd name="csY5" fmla="*/ 16641 h 16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03" h="16738">
                  <a:moveTo>
                    <a:pt x="12712" y="16641"/>
                  </a:moveTo>
                  <a:cubicBezTo>
                    <a:pt x="16496" y="16099"/>
                    <a:pt x="25805" y="18479"/>
                    <a:pt x="22668" y="13396"/>
                  </a:cubicBezTo>
                  <a:cubicBezTo>
                    <a:pt x="18230" y="7340"/>
                    <a:pt x="16173" y="-986"/>
                    <a:pt x="10870" y="96"/>
                  </a:cubicBezTo>
                  <a:cubicBezTo>
                    <a:pt x="10870" y="96"/>
                    <a:pt x="-2986" y="636"/>
                    <a:pt x="589" y="5394"/>
                  </a:cubicBezTo>
                  <a:cubicBezTo>
                    <a:pt x="6863" y="13612"/>
                    <a:pt x="8489" y="16641"/>
                    <a:pt x="12604" y="16641"/>
                  </a:cubicBezTo>
                  <a:lnTo>
                    <a:pt x="12712" y="166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36846767-859C-363D-4C93-86339B223FE7}"/>
                </a:ext>
              </a:extLst>
            </p:cNvPr>
            <p:cNvSpPr/>
            <p:nvPr/>
          </p:nvSpPr>
          <p:spPr>
            <a:xfrm>
              <a:off x="4688320" y="67182"/>
              <a:ext cx="22796" cy="26967"/>
            </a:xfrm>
            <a:custGeom>
              <a:avLst/>
              <a:gdLst>
                <a:gd name="csX0" fmla="*/ 3327 w 22796"/>
                <a:gd name="csY0" fmla="*/ 3484 h 26967"/>
                <a:gd name="csX1" fmla="*/ 76 w 22796"/>
                <a:gd name="csY1" fmla="*/ 24247 h 26967"/>
                <a:gd name="csX2" fmla="*/ 20211 w 22796"/>
                <a:gd name="csY2" fmla="*/ 18516 h 26967"/>
                <a:gd name="csX3" fmla="*/ 21399 w 22796"/>
                <a:gd name="csY3" fmla="*/ 1971 h 26967"/>
                <a:gd name="csX4" fmla="*/ 3327 w 22796"/>
                <a:gd name="csY4" fmla="*/ 3484 h 26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796" h="26967">
                  <a:moveTo>
                    <a:pt x="3327" y="3484"/>
                  </a:moveTo>
                  <a:cubicBezTo>
                    <a:pt x="-788" y="4782"/>
                    <a:pt x="76" y="8892"/>
                    <a:pt x="76" y="24247"/>
                  </a:cubicBezTo>
                  <a:cubicBezTo>
                    <a:pt x="76" y="29762"/>
                    <a:pt x="3974" y="26410"/>
                    <a:pt x="20211" y="18516"/>
                  </a:cubicBezTo>
                  <a:cubicBezTo>
                    <a:pt x="25082" y="16137"/>
                    <a:pt x="21615" y="7918"/>
                    <a:pt x="21399" y="1971"/>
                  </a:cubicBezTo>
                  <a:cubicBezTo>
                    <a:pt x="20751" y="-3220"/>
                    <a:pt x="3327" y="3484"/>
                    <a:pt x="3327" y="34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BFB1CA9-EA07-E765-63AC-BA9A80C892C6}"/>
                </a:ext>
              </a:extLst>
            </p:cNvPr>
            <p:cNvSpPr/>
            <p:nvPr/>
          </p:nvSpPr>
          <p:spPr>
            <a:xfrm>
              <a:off x="4820919" y="57915"/>
              <a:ext cx="21630" cy="20605"/>
            </a:xfrm>
            <a:custGeom>
              <a:avLst/>
              <a:gdLst>
                <a:gd name="csX0" fmla="*/ 21603 w 21630"/>
                <a:gd name="csY0" fmla="*/ 18376 h 20605"/>
                <a:gd name="csX1" fmla="*/ 19330 w 21630"/>
                <a:gd name="csY1" fmla="*/ 4318 h 20605"/>
                <a:gd name="csX2" fmla="*/ 12834 w 21630"/>
                <a:gd name="csY2" fmla="*/ 100 h 20605"/>
                <a:gd name="csX3" fmla="*/ 496 w 21630"/>
                <a:gd name="csY3" fmla="*/ 2587 h 20605"/>
                <a:gd name="csX4" fmla="*/ 21603 w 21630"/>
                <a:gd name="csY4" fmla="*/ 18376 h 20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630" h="20605">
                  <a:moveTo>
                    <a:pt x="21603" y="18376"/>
                  </a:moveTo>
                  <a:cubicBezTo>
                    <a:pt x="21279" y="14915"/>
                    <a:pt x="22689" y="8643"/>
                    <a:pt x="19330" y="4318"/>
                  </a:cubicBezTo>
                  <a:cubicBezTo>
                    <a:pt x="18682" y="3777"/>
                    <a:pt x="16840" y="100"/>
                    <a:pt x="12834" y="100"/>
                  </a:cubicBezTo>
                  <a:cubicBezTo>
                    <a:pt x="12834" y="100"/>
                    <a:pt x="-2965" y="-765"/>
                    <a:pt x="496" y="2587"/>
                  </a:cubicBezTo>
                  <a:cubicBezTo>
                    <a:pt x="18790" y="19673"/>
                    <a:pt x="21603" y="23782"/>
                    <a:pt x="21603" y="183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2DF21A8-50D3-9286-D8BE-CDFF589405CE}"/>
                </a:ext>
              </a:extLst>
            </p:cNvPr>
            <p:cNvSpPr/>
            <p:nvPr/>
          </p:nvSpPr>
          <p:spPr>
            <a:xfrm>
              <a:off x="3772279" y="1742460"/>
              <a:ext cx="16261" cy="19294"/>
            </a:xfrm>
            <a:custGeom>
              <a:avLst/>
              <a:gdLst>
                <a:gd name="csX0" fmla="*/ 2066 w 16261"/>
                <a:gd name="csY0" fmla="*/ 766 h 19294"/>
                <a:gd name="csX1" fmla="*/ 3583 w 16261"/>
                <a:gd name="csY1" fmla="*/ 17422 h 19294"/>
                <a:gd name="csX2" fmla="*/ 13216 w 16261"/>
                <a:gd name="csY2" fmla="*/ 12774 h 19294"/>
                <a:gd name="csX3" fmla="*/ 16245 w 16261"/>
                <a:gd name="csY3" fmla="*/ 3472 h 19294"/>
                <a:gd name="csX4" fmla="*/ 2066 w 16261"/>
                <a:gd name="csY4" fmla="*/ 766 h 19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61" h="19294">
                  <a:moveTo>
                    <a:pt x="2066" y="766"/>
                  </a:moveTo>
                  <a:cubicBezTo>
                    <a:pt x="-3345" y="1204"/>
                    <a:pt x="3583" y="17422"/>
                    <a:pt x="3583" y="17422"/>
                  </a:cubicBezTo>
                  <a:cubicBezTo>
                    <a:pt x="5203" y="22826"/>
                    <a:pt x="10073" y="15041"/>
                    <a:pt x="13216" y="12774"/>
                  </a:cubicBezTo>
                  <a:cubicBezTo>
                    <a:pt x="16569" y="9637"/>
                    <a:pt x="16029" y="4443"/>
                    <a:pt x="16245" y="3472"/>
                  </a:cubicBezTo>
                  <a:cubicBezTo>
                    <a:pt x="16677" y="-2472"/>
                    <a:pt x="8346" y="1090"/>
                    <a:pt x="2066" y="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0B791E9-6DA7-BCF3-AAAD-AFD0888B25C3}"/>
                </a:ext>
              </a:extLst>
            </p:cNvPr>
            <p:cNvSpPr/>
            <p:nvPr/>
          </p:nvSpPr>
          <p:spPr>
            <a:xfrm>
              <a:off x="3803552" y="1801073"/>
              <a:ext cx="9243" cy="11215"/>
            </a:xfrm>
            <a:custGeom>
              <a:avLst/>
              <a:gdLst>
                <a:gd name="csX0" fmla="*/ 4123 w 9243"/>
                <a:gd name="csY0" fmla="*/ 333 h 11215"/>
                <a:gd name="csX1" fmla="*/ 339 w 9243"/>
                <a:gd name="csY1" fmla="*/ 2390 h 11215"/>
                <a:gd name="csX2" fmla="*/ 123 w 9243"/>
                <a:gd name="csY2" fmla="*/ 3146 h 11215"/>
                <a:gd name="csX3" fmla="*/ 3800 w 9243"/>
                <a:gd name="csY3" fmla="*/ 10391 h 11215"/>
                <a:gd name="csX4" fmla="*/ 8886 w 9243"/>
                <a:gd name="csY4" fmla="*/ 6930 h 11215"/>
                <a:gd name="csX5" fmla="*/ 4123 w 9243"/>
                <a:gd name="csY5" fmla="*/ 441 h 11215"/>
                <a:gd name="csX6" fmla="*/ 4123 w 9243"/>
                <a:gd name="csY6" fmla="*/ 333 h 11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43" h="11215">
                  <a:moveTo>
                    <a:pt x="4123" y="333"/>
                  </a:moveTo>
                  <a:cubicBezTo>
                    <a:pt x="2396" y="-531"/>
                    <a:pt x="771" y="333"/>
                    <a:pt x="339" y="2390"/>
                  </a:cubicBezTo>
                  <a:lnTo>
                    <a:pt x="123" y="3146"/>
                  </a:lnTo>
                  <a:cubicBezTo>
                    <a:pt x="-747" y="7686"/>
                    <a:pt x="3260" y="9635"/>
                    <a:pt x="3800" y="10391"/>
                  </a:cubicBezTo>
                  <a:cubicBezTo>
                    <a:pt x="7267" y="13312"/>
                    <a:pt x="8346" y="7578"/>
                    <a:pt x="8886" y="6930"/>
                  </a:cubicBezTo>
                  <a:cubicBezTo>
                    <a:pt x="10728" y="2390"/>
                    <a:pt x="4886" y="1088"/>
                    <a:pt x="4123" y="441"/>
                  </a:cubicBezTo>
                  <a:lnTo>
                    <a:pt x="4123" y="3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946B424-E5D7-B3AC-D432-D5238C3D1E87}"/>
                </a:ext>
              </a:extLst>
            </p:cNvPr>
            <p:cNvSpPr/>
            <p:nvPr/>
          </p:nvSpPr>
          <p:spPr>
            <a:xfrm>
              <a:off x="2256764" y="3955395"/>
              <a:ext cx="88430" cy="48421"/>
            </a:xfrm>
            <a:custGeom>
              <a:avLst/>
              <a:gdLst>
                <a:gd name="csX0" fmla="*/ 70790 w 88430"/>
                <a:gd name="csY0" fmla="*/ 15037 h 48421"/>
                <a:gd name="csX1" fmla="*/ 66567 w 88430"/>
                <a:gd name="csY1" fmla="*/ 23146 h 48421"/>
                <a:gd name="csX2" fmla="*/ 56718 w 88430"/>
                <a:gd name="csY2" fmla="*/ 23146 h 48421"/>
                <a:gd name="csX3" fmla="*/ 37129 w 88430"/>
                <a:gd name="csY3" fmla="*/ 3245 h 48421"/>
                <a:gd name="csX4" fmla="*/ 18510 w 88430"/>
                <a:gd name="csY4" fmla="*/ 0 h 48421"/>
                <a:gd name="csX5" fmla="*/ 14834 w 88430"/>
                <a:gd name="csY5" fmla="*/ 10382 h 48421"/>
                <a:gd name="csX6" fmla="*/ 0 w 88430"/>
                <a:gd name="csY6" fmla="*/ 17736 h 48421"/>
                <a:gd name="csX7" fmla="*/ 222 w 88430"/>
                <a:gd name="csY7" fmla="*/ 28766 h 48421"/>
                <a:gd name="csX8" fmla="*/ 12992 w 88430"/>
                <a:gd name="csY8" fmla="*/ 34932 h 48421"/>
                <a:gd name="csX9" fmla="*/ 34315 w 88430"/>
                <a:gd name="csY9" fmla="*/ 38176 h 48421"/>
                <a:gd name="csX10" fmla="*/ 63430 w 88430"/>
                <a:gd name="csY10" fmla="*/ 48343 h 48421"/>
                <a:gd name="csX11" fmla="*/ 82588 w 88430"/>
                <a:gd name="csY11" fmla="*/ 45206 h 48421"/>
                <a:gd name="csX12" fmla="*/ 83776 w 88430"/>
                <a:gd name="csY12" fmla="*/ 42177 h 48421"/>
                <a:gd name="csX13" fmla="*/ 88430 w 88430"/>
                <a:gd name="csY13" fmla="*/ 21089 h 48421"/>
                <a:gd name="csX14" fmla="*/ 70790 w 88430"/>
                <a:gd name="csY14" fmla="*/ 15253 h 48421"/>
                <a:gd name="csX15" fmla="*/ 70790 w 88430"/>
                <a:gd name="csY15" fmla="*/ 15037 h 48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8430" h="48421">
                  <a:moveTo>
                    <a:pt x="70790" y="15037"/>
                  </a:moveTo>
                  <a:lnTo>
                    <a:pt x="66567" y="23146"/>
                  </a:lnTo>
                  <a:lnTo>
                    <a:pt x="56718" y="23146"/>
                  </a:lnTo>
                  <a:lnTo>
                    <a:pt x="37129" y="3245"/>
                  </a:lnTo>
                  <a:lnTo>
                    <a:pt x="18510" y="0"/>
                  </a:lnTo>
                  <a:lnTo>
                    <a:pt x="14834" y="10382"/>
                  </a:lnTo>
                  <a:lnTo>
                    <a:pt x="0" y="17736"/>
                  </a:lnTo>
                  <a:lnTo>
                    <a:pt x="222" y="28766"/>
                  </a:lnTo>
                  <a:cubicBezTo>
                    <a:pt x="8122" y="33744"/>
                    <a:pt x="9747" y="34500"/>
                    <a:pt x="12992" y="34932"/>
                  </a:cubicBezTo>
                  <a:cubicBezTo>
                    <a:pt x="24143" y="36119"/>
                    <a:pt x="29769" y="36335"/>
                    <a:pt x="34315" y="38176"/>
                  </a:cubicBezTo>
                  <a:cubicBezTo>
                    <a:pt x="55963" y="46717"/>
                    <a:pt x="58668" y="48343"/>
                    <a:pt x="63430" y="48343"/>
                  </a:cubicBezTo>
                  <a:cubicBezTo>
                    <a:pt x="78257" y="48343"/>
                    <a:pt x="81286" y="49206"/>
                    <a:pt x="82588" y="45206"/>
                  </a:cubicBezTo>
                  <a:cubicBezTo>
                    <a:pt x="82804" y="44882"/>
                    <a:pt x="83020" y="43364"/>
                    <a:pt x="83776" y="42177"/>
                  </a:cubicBezTo>
                  <a:lnTo>
                    <a:pt x="88430" y="21089"/>
                  </a:lnTo>
                  <a:lnTo>
                    <a:pt x="70790" y="15253"/>
                  </a:lnTo>
                  <a:lnTo>
                    <a:pt x="70790" y="15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0093DDCD-7995-2EC0-5F7F-C8D15CD942E8}"/>
                </a:ext>
              </a:extLst>
            </p:cNvPr>
            <p:cNvSpPr/>
            <p:nvPr/>
          </p:nvSpPr>
          <p:spPr>
            <a:xfrm>
              <a:off x="2939630" y="3736996"/>
              <a:ext cx="132500" cy="92172"/>
            </a:xfrm>
            <a:custGeom>
              <a:avLst/>
              <a:gdLst>
                <a:gd name="csX0" fmla="*/ 131070 w 132500"/>
                <a:gd name="csY0" fmla="*/ 50899 h 92172"/>
                <a:gd name="csX1" fmla="*/ 111696 w 132500"/>
                <a:gd name="csY1" fmla="*/ 37488 h 92172"/>
                <a:gd name="csX2" fmla="*/ 88316 w 132500"/>
                <a:gd name="csY2" fmla="*/ 37165 h 92172"/>
                <a:gd name="csX3" fmla="*/ 86043 w 132500"/>
                <a:gd name="csY3" fmla="*/ 30783 h 92172"/>
                <a:gd name="csX4" fmla="*/ 99358 w 132500"/>
                <a:gd name="csY4" fmla="*/ 27214 h 92172"/>
                <a:gd name="csX5" fmla="*/ 95352 w 132500"/>
                <a:gd name="csY5" fmla="*/ 22350 h 92172"/>
                <a:gd name="csX6" fmla="*/ 75438 w 132500"/>
                <a:gd name="csY6" fmla="*/ 21054 h 92172"/>
                <a:gd name="csX7" fmla="*/ 68726 w 132500"/>
                <a:gd name="csY7" fmla="*/ 10672 h 92172"/>
                <a:gd name="csX8" fmla="*/ 56712 w 132500"/>
                <a:gd name="csY8" fmla="*/ 10457 h 92172"/>
                <a:gd name="csX9" fmla="*/ 50108 w 132500"/>
                <a:gd name="csY9" fmla="*/ 5910 h 92172"/>
                <a:gd name="csX10" fmla="*/ 41453 w 132500"/>
                <a:gd name="csY10" fmla="*/ 3967 h 92172"/>
                <a:gd name="csX11" fmla="*/ 31712 w 132500"/>
                <a:gd name="csY11" fmla="*/ 398 h 92172"/>
                <a:gd name="csX12" fmla="*/ 18396 w 132500"/>
                <a:gd name="csY12" fmla="*/ 2887 h 92172"/>
                <a:gd name="csX13" fmla="*/ 7900 w 132500"/>
                <a:gd name="csY13" fmla="*/ 1478 h 92172"/>
                <a:gd name="csX14" fmla="*/ 864 w 132500"/>
                <a:gd name="csY14" fmla="*/ 7427 h 92172"/>
                <a:gd name="csX15" fmla="*/ 864 w 132500"/>
                <a:gd name="csY15" fmla="*/ 8291 h 92172"/>
                <a:gd name="csX16" fmla="*/ 5842 w 132500"/>
                <a:gd name="csY16" fmla="*/ 39762 h 92172"/>
                <a:gd name="csX17" fmla="*/ 0 w 132500"/>
                <a:gd name="csY17" fmla="*/ 51547 h 92172"/>
                <a:gd name="csX18" fmla="*/ 9417 w 132500"/>
                <a:gd name="csY18" fmla="*/ 57713 h 92172"/>
                <a:gd name="csX19" fmla="*/ 2705 w 132500"/>
                <a:gd name="csY19" fmla="*/ 76312 h 92172"/>
                <a:gd name="csX20" fmla="*/ 2273 w 132500"/>
                <a:gd name="csY20" fmla="*/ 76636 h 92172"/>
                <a:gd name="csX21" fmla="*/ 3569 w 132500"/>
                <a:gd name="csY21" fmla="*/ 77823 h 92172"/>
                <a:gd name="csX22" fmla="*/ 6058 w 132500"/>
                <a:gd name="csY22" fmla="*/ 83882 h 92172"/>
                <a:gd name="csX23" fmla="*/ 8979 w 132500"/>
                <a:gd name="csY23" fmla="*/ 88961 h 92172"/>
                <a:gd name="csX24" fmla="*/ 17209 w 132500"/>
                <a:gd name="csY24" fmla="*/ 90257 h 92172"/>
                <a:gd name="csX25" fmla="*/ 20669 w 132500"/>
                <a:gd name="csY25" fmla="*/ 82256 h 92172"/>
                <a:gd name="csX26" fmla="*/ 26518 w 132500"/>
                <a:gd name="csY26" fmla="*/ 75880 h 92172"/>
                <a:gd name="csX27" fmla="*/ 27489 w 132500"/>
                <a:gd name="csY27" fmla="*/ 68743 h 92172"/>
                <a:gd name="csX28" fmla="*/ 29870 w 132500"/>
                <a:gd name="csY28" fmla="*/ 64520 h 92172"/>
                <a:gd name="csX29" fmla="*/ 46647 w 132500"/>
                <a:gd name="csY29" fmla="*/ 62901 h 92172"/>
                <a:gd name="csX30" fmla="*/ 51518 w 132500"/>
                <a:gd name="csY30" fmla="*/ 69499 h 92172"/>
                <a:gd name="csX31" fmla="*/ 59633 w 132500"/>
                <a:gd name="csY31" fmla="*/ 68527 h 92172"/>
                <a:gd name="csX32" fmla="*/ 68834 w 132500"/>
                <a:gd name="csY32" fmla="*/ 62361 h 92172"/>
                <a:gd name="csX33" fmla="*/ 74575 w 132500"/>
                <a:gd name="csY33" fmla="*/ 60196 h 92172"/>
                <a:gd name="csX34" fmla="*/ 109747 w 132500"/>
                <a:gd name="csY34" fmla="*/ 65066 h 92172"/>
                <a:gd name="csX35" fmla="*/ 113214 w 132500"/>
                <a:gd name="csY35" fmla="*/ 70578 h 92172"/>
                <a:gd name="csX36" fmla="*/ 119488 w 132500"/>
                <a:gd name="csY36" fmla="*/ 73391 h 92172"/>
                <a:gd name="csX37" fmla="*/ 121869 w 132500"/>
                <a:gd name="csY37" fmla="*/ 70254 h 92172"/>
                <a:gd name="csX38" fmla="*/ 121221 w 132500"/>
                <a:gd name="csY38" fmla="*/ 68089 h 92172"/>
                <a:gd name="csX39" fmla="*/ 124682 w 132500"/>
                <a:gd name="csY39" fmla="*/ 64851 h 92172"/>
                <a:gd name="csX40" fmla="*/ 129445 w 132500"/>
                <a:gd name="csY40" fmla="*/ 61822 h 92172"/>
                <a:gd name="csX41" fmla="*/ 130963 w 132500"/>
                <a:gd name="csY41" fmla="*/ 50899 h 92172"/>
                <a:gd name="csX42" fmla="*/ 131070 w 132500"/>
                <a:gd name="csY42" fmla="*/ 50899 h 92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500" h="92172">
                  <a:moveTo>
                    <a:pt x="131070" y="50899"/>
                  </a:moveTo>
                  <a:cubicBezTo>
                    <a:pt x="116999" y="39114"/>
                    <a:pt x="116027" y="37596"/>
                    <a:pt x="111696" y="37488"/>
                  </a:cubicBezTo>
                  <a:lnTo>
                    <a:pt x="88316" y="37165"/>
                  </a:lnTo>
                  <a:cubicBezTo>
                    <a:pt x="83877" y="37165"/>
                    <a:pt x="81718" y="30891"/>
                    <a:pt x="86043" y="30783"/>
                  </a:cubicBezTo>
                  <a:cubicBezTo>
                    <a:pt x="91783" y="30027"/>
                    <a:pt x="100006" y="32408"/>
                    <a:pt x="99358" y="27214"/>
                  </a:cubicBezTo>
                  <a:cubicBezTo>
                    <a:pt x="99143" y="26566"/>
                    <a:pt x="99574" y="21918"/>
                    <a:pt x="95352" y="22350"/>
                  </a:cubicBezTo>
                  <a:cubicBezTo>
                    <a:pt x="80524" y="23861"/>
                    <a:pt x="76740" y="25379"/>
                    <a:pt x="75438" y="21054"/>
                  </a:cubicBezTo>
                  <a:cubicBezTo>
                    <a:pt x="73704" y="17162"/>
                    <a:pt x="73813" y="9478"/>
                    <a:pt x="68726" y="10672"/>
                  </a:cubicBezTo>
                  <a:cubicBezTo>
                    <a:pt x="65157" y="11104"/>
                    <a:pt x="59633" y="14565"/>
                    <a:pt x="56712" y="10457"/>
                  </a:cubicBezTo>
                  <a:cubicBezTo>
                    <a:pt x="56064" y="9917"/>
                    <a:pt x="54439" y="5910"/>
                    <a:pt x="50108" y="5910"/>
                  </a:cubicBezTo>
                  <a:cubicBezTo>
                    <a:pt x="49460" y="5910"/>
                    <a:pt x="44914" y="6456"/>
                    <a:pt x="41453" y="3967"/>
                  </a:cubicBezTo>
                  <a:cubicBezTo>
                    <a:pt x="39827" y="3103"/>
                    <a:pt x="36151" y="-1335"/>
                    <a:pt x="31712" y="398"/>
                  </a:cubicBezTo>
                  <a:cubicBezTo>
                    <a:pt x="27813" y="1478"/>
                    <a:pt x="23051" y="5046"/>
                    <a:pt x="18396" y="2887"/>
                  </a:cubicBezTo>
                  <a:cubicBezTo>
                    <a:pt x="16231" y="2233"/>
                    <a:pt x="11252" y="-1767"/>
                    <a:pt x="7900" y="1478"/>
                  </a:cubicBezTo>
                  <a:cubicBezTo>
                    <a:pt x="5950" y="2995"/>
                    <a:pt x="3893" y="6240"/>
                    <a:pt x="864" y="7427"/>
                  </a:cubicBezTo>
                  <a:lnTo>
                    <a:pt x="864" y="8291"/>
                  </a:lnTo>
                  <a:lnTo>
                    <a:pt x="5842" y="39762"/>
                  </a:lnTo>
                  <a:lnTo>
                    <a:pt x="0" y="51547"/>
                  </a:lnTo>
                  <a:lnTo>
                    <a:pt x="9417" y="57713"/>
                  </a:lnTo>
                  <a:lnTo>
                    <a:pt x="2705" y="76312"/>
                  </a:lnTo>
                  <a:cubicBezTo>
                    <a:pt x="2705" y="76312"/>
                    <a:pt x="2489" y="76420"/>
                    <a:pt x="2273" y="76636"/>
                  </a:cubicBezTo>
                  <a:lnTo>
                    <a:pt x="3569" y="77823"/>
                  </a:lnTo>
                  <a:cubicBezTo>
                    <a:pt x="6166" y="80205"/>
                    <a:pt x="6166" y="84421"/>
                    <a:pt x="6058" y="83882"/>
                  </a:cubicBezTo>
                  <a:cubicBezTo>
                    <a:pt x="6058" y="85717"/>
                    <a:pt x="7360" y="87990"/>
                    <a:pt x="8979" y="88961"/>
                  </a:cubicBezTo>
                  <a:cubicBezTo>
                    <a:pt x="10820" y="89717"/>
                    <a:pt x="16231" y="94912"/>
                    <a:pt x="17209" y="90257"/>
                  </a:cubicBezTo>
                  <a:cubicBezTo>
                    <a:pt x="17532" y="89177"/>
                    <a:pt x="17748" y="85393"/>
                    <a:pt x="20669" y="82256"/>
                  </a:cubicBezTo>
                  <a:lnTo>
                    <a:pt x="26518" y="75880"/>
                  </a:lnTo>
                  <a:cubicBezTo>
                    <a:pt x="29223" y="73067"/>
                    <a:pt x="27489" y="68197"/>
                    <a:pt x="27489" y="68743"/>
                  </a:cubicBezTo>
                  <a:cubicBezTo>
                    <a:pt x="26950" y="66902"/>
                    <a:pt x="28029" y="65066"/>
                    <a:pt x="29870" y="64520"/>
                  </a:cubicBezTo>
                  <a:cubicBezTo>
                    <a:pt x="38094" y="62793"/>
                    <a:pt x="45460" y="57497"/>
                    <a:pt x="46647" y="62901"/>
                  </a:cubicBezTo>
                  <a:cubicBezTo>
                    <a:pt x="47079" y="63980"/>
                    <a:pt x="46971" y="70039"/>
                    <a:pt x="51518" y="69499"/>
                  </a:cubicBezTo>
                  <a:lnTo>
                    <a:pt x="59633" y="68527"/>
                  </a:lnTo>
                  <a:cubicBezTo>
                    <a:pt x="64395" y="67981"/>
                    <a:pt x="69374" y="61822"/>
                    <a:pt x="68834" y="62361"/>
                  </a:cubicBezTo>
                  <a:cubicBezTo>
                    <a:pt x="70136" y="61066"/>
                    <a:pt x="72733" y="60088"/>
                    <a:pt x="74575" y="60196"/>
                  </a:cubicBezTo>
                  <a:cubicBezTo>
                    <a:pt x="105201" y="62038"/>
                    <a:pt x="107366" y="61174"/>
                    <a:pt x="109747" y="65066"/>
                  </a:cubicBezTo>
                  <a:lnTo>
                    <a:pt x="113214" y="70578"/>
                  </a:lnTo>
                  <a:cubicBezTo>
                    <a:pt x="115272" y="73715"/>
                    <a:pt x="120034" y="73499"/>
                    <a:pt x="119488" y="73391"/>
                  </a:cubicBezTo>
                  <a:cubicBezTo>
                    <a:pt x="121329" y="73391"/>
                    <a:pt x="122415" y="71982"/>
                    <a:pt x="121869" y="70254"/>
                  </a:cubicBezTo>
                  <a:lnTo>
                    <a:pt x="121221" y="68089"/>
                  </a:lnTo>
                  <a:cubicBezTo>
                    <a:pt x="120142" y="64520"/>
                    <a:pt x="125228" y="64628"/>
                    <a:pt x="124682" y="64851"/>
                  </a:cubicBezTo>
                  <a:cubicBezTo>
                    <a:pt x="126524" y="64851"/>
                    <a:pt x="128689" y="63549"/>
                    <a:pt x="129445" y="61822"/>
                  </a:cubicBezTo>
                  <a:cubicBezTo>
                    <a:pt x="130207" y="59116"/>
                    <a:pt x="134861" y="54145"/>
                    <a:pt x="130963" y="50899"/>
                  </a:cubicBezTo>
                  <a:lnTo>
                    <a:pt x="131070" y="508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7F746C96-2A03-4704-1DDC-98D0F8CB5C49}"/>
                </a:ext>
              </a:extLst>
            </p:cNvPr>
            <p:cNvSpPr/>
            <p:nvPr/>
          </p:nvSpPr>
          <p:spPr>
            <a:xfrm>
              <a:off x="3324472" y="3907491"/>
              <a:ext cx="13716" cy="17872"/>
            </a:xfrm>
            <a:custGeom>
              <a:avLst/>
              <a:gdLst>
                <a:gd name="csX0" fmla="*/ 10757 w 13716"/>
                <a:gd name="csY0" fmla="*/ 2921 h 17872"/>
                <a:gd name="csX1" fmla="*/ 1016 w 13716"/>
                <a:gd name="csY1" fmla="*/ 1194 h 17872"/>
                <a:gd name="csX2" fmla="*/ 369 w 13716"/>
                <a:gd name="csY2" fmla="*/ 6490 h 17872"/>
                <a:gd name="csX3" fmla="*/ 8592 w 13716"/>
                <a:gd name="csY3" fmla="*/ 17520 h 17872"/>
                <a:gd name="csX4" fmla="*/ 13678 w 13716"/>
                <a:gd name="csY4" fmla="*/ 11894 h 17872"/>
                <a:gd name="csX5" fmla="*/ 10757 w 13716"/>
                <a:gd name="csY5" fmla="*/ 3030 h 17872"/>
                <a:gd name="csX6" fmla="*/ 10757 w 13716"/>
                <a:gd name="csY6" fmla="*/ 2921 h 17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16" h="17872">
                  <a:moveTo>
                    <a:pt x="10757" y="2921"/>
                  </a:moveTo>
                  <a:cubicBezTo>
                    <a:pt x="8808" y="2274"/>
                    <a:pt x="3830" y="-2050"/>
                    <a:pt x="1016" y="1194"/>
                  </a:cubicBezTo>
                  <a:cubicBezTo>
                    <a:pt x="-69" y="2382"/>
                    <a:pt x="-285" y="4757"/>
                    <a:pt x="369" y="6490"/>
                  </a:cubicBezTo>
                  <a:cubicBezTo>
                    <a:pt x="3074" y="11354"/>
                    <a:pt x="3722" y="19685"/>
                    <a:pt x="8592" y="17520"/>
                  </a:cubicBezTo>
                  <a:cubicBezTo>
                    <a:pt x="9132" y="17088"/>
                    <a:pt x="13678" y="16117"/>
                    <a:pt x="13678" y="11894"/>
                  </a:cubicBezTo>
                  <a:cubicBezTo>
                    <a:pt x="13462" y="10491"/>
                    <a:pt x="14764" y="5087"/>
                    <a:pt x="10757" y="3030"/>
                  </a:cubicBezTo>
                  <a:lnTo>
                    <a:pt x="10757" y="29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758BD5-D0A2-1E19-75EE-43FA9C25BAE3}"/>
                </a:ext>
              </a:extLst>
            </p:cNvPr>
            <p:cNvSpPr/>
            <p:nvPr/>
          </p:nvSpPr>
          <p:spPr>
            <a:xfrm>
              <a:off x="2513234" y="3658828"/>
              <a:ext cx="26624" cy="22549"/>
            </a:xfrm>
            <a:custGeom>
              <a:avLst/>
              <a:gdLst>
                <a:gd name="csX0" fmla="*/ 8820 w 26624"/>
                <a:gd name="csY0" fmla="*/ 21359 h 22549"/>
                <a:gd name="csX1" fmla="*/ 24295 w 26624"/>
                <a:gd name="csY1" fmla="*/ 19200 h 22549"/>
                <a:gd name="csX2" fmla="*/ 24079 w 26624"/>
                <a:gd name="csY2" fmla="*/ 7084 h 22549"/>
                <a:gd name="csX3" fmla="*/ 12713 w 26624"/>
                <a:gd name="csY3" fmla="*/ 162 h 22549"/>
                <a:gd name="csX4" fmla="*/ 9576 w 26624"/>
                <a:gd name="csY4" fmla="*/ 9573 h 22549"/>
                <a:gd name="csX5" fmla="*/ 8928 w 26624"/>
                <a:gd name="csY5" fmla="*/ 21143 h 22549"/>
                <a:gd name="csX6" fmla="*/ 8820 w 26624"/>
                <a:gd name="csY6" fmla="*/ 21359 h 2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24" h="22549">
                  <a:moveTo>
                    <a:pt x="8820" y="21359"/>
                  </a:moveTo>
                  <a:cubicBezTo>
                    <a:pt x="13043" y="24496"/>
                    <a:pt x="18561" y="20603"/>
                    <a:pt x="24295" y="19200"/>
                  </a:cubicBezTo>
                  <a:cubicBezTo>
                    <a:pt x="29274" y="17574"/>
                    <a:pt x="24841" y="11192"/>
                    <a:pt x="24079" y="7084"/>
                  </a:cubicBezTo>
                  <a:cubicBezTo>
                    <a:pt x="22568" y="2220"/>
                    <a:pt x="16396" y="1896"/>
                    <a:pt x="12713" y="162"/>
                  </a:cubicBezTo>
                  <a:cubicBezTo>
                    <a:pt x="7957" y="-1457"/>
                    <a:pt x="9576" y="9573"/>
                    <a:pt x="9576" y="9573"/>
                  </a:cubicBezTo>
                  <a:cubicBezTo>
                    <a:pt x="9576" y="18222"/>
                    <a:pt x="-11531" y="5681"/>
                    <a:pt x="8928" y="21143"/>
                  </a:cubicBezTo>
                  <a:lnTo>
                    <a:pt x="8820" y="21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ABC1B54-5935-5255-2DCA-C843903849C8}"/>
                </a:ext>
              </a:extLst>
            </p:cNvPr>
            <p:cNvSpPr/>
            <p:nvPr/>
          </p:nvSpPr>
          <p:spPr>
            <a:xfrm>
              <a:off x="2447526" y="3609898"/>
              <a:ext cx="407117" cy="133182"/>
            </a:xfrm>
            <a:custGeom>
              <a:avLst/>
              <a:gdLst>
                <a:gd name="csX0" fmla="*/ 368820 w 407117"/>
                <a:gd name="csY0" fmla="*/ 131280 h 133182"/>
                <a:gd name="csX1" fmla="*/ 376503 w 407117"/>
                <a:gd name="csY1" fmla="*/ 126308 h 133182"/>
                <a:gd name="csX2" fmla="*/ 398690 w 407117"/>
                <a:gd name="csY2" fmla="*/ 123927 h 133182"/>
                <a:gd name="csX3" fmla="*/ 406272 w 407117"/>
                <a:gd name="csY3" fmla="*/ 114192 h 133182"/>
                <a:gd name="csX4" fmla="*/ 405834 w 407117"/>
                <a:gd name="csY4" fmla="*/ 113761 h 133182"/>
                <a:gd name="csX5" fmla="*/ 397287 w 407117"/>
                <a:gd name="csY5" fmla="*/ 112789 h 133182"/>
                <a:gd name="csX6" fmla="*/ 382783 w 407117"/>
                <a:gd name="csY6" fmla="*/ 102515 h 133182"/>
                <a:gd name="csX7" fmla="*/ 357777 w 407117"/>
                <a:gd name="csY7" fmla="*/ 98082 h 133182"/>
                <a:gd name="csX8" fmla="*/ 349662 w 407117"/>
                <a:gd name="csY8" fmla="*/ 99486 h 133182"/>
                <a:gd name="csX9" fmla="*/ 344359 w 407117"/>
                <a:gd name="csY9" fmla="*/ 96025 h 133182"/>
                <a:gd name="csX10" fmla="*/ 349338 w 407117"/>
                <a:gd name="csY10" fmla="*/ 90297 h 133182"/>
                <a:gd name="csX11" fmla="*/ 348582 w 407117"/>
                <a:gd name="csY11" fmla="*/ 82728 h 133182"/>
                <a:gd name="csX12" fmla="*/ 337000 w 407117"/>
                <a:gd name="csY12" fmla="*/ 81318 h 133182"/>
                <a:gd name="csX13" fmla="*/ 315676 w 407117"/>
                <a:gd name="csY13" fmla="*/ 72993 h 133182"/>
                <a:gd name="csX14" fmla="*/ 260476 w 407117"/>
                <a:gd name="csY14" fmla="*/ 27902 h 133182"/>
                <a:gd name="csX15" fmla="*/ 235584 w 407117"/>
                <a:gd name="csY15" fmla="*/ 20225 h 133182"/>
                <a:gd name="csX16" fmla="*/ 228332 w 407117"/>
                <a:gd name="csY16" fmla="*/ 23032 h 133182"/>
                <a:gd name="csX17" fmla="*/ 247922 w 407117"/>
                <a:gd name="csY17" fmla="*/ 32010 h 133182"/>
                <a:gd name="csX18" fmla="*/ 269353 w 407117"/>
                <a:gd name="csY18" fmla="*/ 49206 h 133182"/>
                <a:gd name="csX19" fmla="*/ 263829 w 407117"/>
                <a:gd name="csY19" fmla="*/ 50610 h 133182"/>
                <a:gd name="csX20" fmla="*/ 243267 w 407117"/>
                <a:gd name="csY20" fmla="*/ 39580 h 133182"/>
                <a:gd name="csX21" fmla="*/ 215880 w 407117"/>
                <a:gd name="csY21" fmla="*/ 33954 h 133182"/>
                <a:gd name="csX22" fmla="*/ 191527 w 407117"/>
                <a:gd name="csY22" fmla="*/ 16110 h 133182"/>
                <a:gd name="csX23" fmla="*/ 190016 w 407117"/>
                <a:gd name="csY23" fmla="*/ 9627 h 133182"/>
                <a:gd name="csX24" fmla="*/ 172154 w 407117"/>
                <a:gd name="csY24" fmla="*/ 9843 h 133182"/>
                <a:gd name="csX25" fmla="*/ 166959 w 407117"/>
                <a:gd name="csY25" fmla="*/ 7029 h 133182"/>
                <a:gd name="csX26" fmla="*/ 161657 w 407117"/>
                <a:gd name="csY26" fmla="*/ 3461 h 133182"/>
                <a:gd name="csX27" fmla="*/ 148773 w 407117"/>
                <a:gd name="csY27" fmla="*/ 3137 h 133182"/>
                <a:gd name="csX28" fmla="*/ 141959 w 407117"/>
                <a:gd name="csY28" fmla="*/ 2489 h 133182"/>
                <a:gd name="csX29" fmla="*/ 133838 w 407117"/>
                <a:gd name="csY29" fmla="*/ 3245 h 133182"/>
                <a:gd name="csX30" fmla="*/ 123881 w 407117"/>
                <a:gd name="csY30" fmla="*/ 0 h 133182"/>
                <a:gd name="csX31" fmla="*/ 102666 w 407117"/>
                <a:gd name="csY31" fmla="*/ 0 h 133182"/>
                <a:gd name="csX32" fmla="*/ 91305 w 407117"/>
                <a:gd name="csY32" fmla="*/ 5950 h 133182"/>
                <a:gd name="csX33" fmla="*/ 66947 w 407117"/>
                <a:gd name="csY33" fmla="*/ 8001 h 133182"/>
                <a:gd name="csX34" fmla="*/ 33285 w 407117"/>
                <a:gd name="csY34" fmla="*/ 22060 h 133182"/>
                <a:gd name="csX35" fmla="*/ 22897 w 407117"/>
                <a:gd name="csY35" fmla="*/ 31579 h 133182"/>
                <a:gd name="csX36" fmla="*/ 23005 w 407117"/>
                <a:gd name="csY36" fmla="*/ 40551 h 133182"/>
                <a:gd name="csX37" fmla="*/ 9149 w 407117"/>
                <a:gd name="csY37" fmla="*/ 43904 h 133182"/>
                <a:gd name="csX38" fmla="*/ 1466 w 407117"/>
                <a:gd name="csY38" fmla="*/ 46933 h 133182"/>
                <a:gd name="csX39" fmla="*/ 926 w 407117"/>
                <a:gd name="csY39" fmla="*/ 50286 h 133182"/>
                <a:gd name="csX40" fmla="*/ 8609 w 407117"/>
                <a:gd name="csY40" fmla="*/ 52883 h 133182"/>
                <a:gd name="csX41" fmla="*/ 11422 w 407117"/>
                <a:gd name="csY41" fmla="*/ 52121 h 133182"/>
                <a:gd name="csX42" fmla="*/ 15861 w 407117"/>
                <a:gd name="csY42" fmla="*/ 54394 h 133182"/>
                <a:gd name="csX43" fmla="*/ 20300 w 407117"/>
                <a:gd name="csY43" fmla="*/ 56776 h 133182"/>
                <a:gd name="csX44" fmla="*/ 33285 w 407117"/>
                <a:gd name="csY44" fmla="*/ 51581 h 133182"/>
                <a:gd name="csX45" fmla="*/ 38048 w 407117"/>
                <a:gd name="csY45" fmla="*/ 43904 h 133182"/>
                <a:gd name="csX46" fmla="*/ 56234 w 407117"/>
                <a:gd name="csY46" fmla="*/ 40659 h 133182"/>
                <a:gd name="csX47" fmla="*/ 79831 w 407117"/>
                <a:gd name="csY47" fmla="*/ 23794 h 133182"/>
                <a:gd name="csX48" fmla="*/ 114140 w 407117"/>
                <a:gd name="csY48" fmla="*/ 21628 h 133182"/>
                <a:gd name="csX49" fmla="*/ 123989 w 407117"/>
                <a:gd name="csY49" fmla="*/ 28658 h 133182"/>
                <a:gd name="csX50" fmla="*/ 108082 w 407117"/>
                <a:gd name="csY50" fmla="*/ 31147 h 133182"/>
                <a:gd name="csX51" fmla="*/ 121176 w 407117"/>
                <a:gd name="csY51" fmla="*/ 40551 h 133182"/>
                <a:gd name="csX52" fmla="*/ 137413 w 407117"/>
                <a:gd name="csY52" fmla="*/ 44012 h 133182"/>
                <a:gd name="csX53" fmla="*/ 140658 w 407117"/>
                <a:gd name="csY53" fmla="*/ 41523 h 133182"/>
                <a:gd name="csX54" fmla="*/ 145852 w 407117"/>
                <a:gd name="csY54" fmla="*/ 42933 h 133182"/>
                <a:gd name="csX55" fmla="*/ 165988 w 407117"/>
                <a:gd name="csY55" fmla="*/ 45530 h 133182"/>
                <a:gd name="csX56" fmla="*/ 186441 w 407117"/>
                <a:gd name="csY56" fmla="*/ 56445 h 133182"/>
                <a:gd name="csX57" fmla="*/ 212851 w 407117"/>
                <a:gd name="csY57" fmla="*/ 64884 h 133182"/>
                <a:gd name="csX58" fmla="*/ 230821 w 407117"/>
                <a:gd name="csY58" fmla="*/ 61424 h 133182"/>
                <a:gd name="csX59" fmla="*/ 240994 w 407117"/>
                <a:gd name="csY59" fmla="*/ 82404 h 133182"/>
                <a:gd name="csX60" fmla="*/ 257987 w 407117"/>
                <a:gd name="csY60" fmla="*/ 96025 h 133182"/>
                <a:gd name="csX61" fmla="*/ 284504 w 407117"/>
                <a:gd name="csY61" fmla="*/ 97867 h 133182"/>
                <a:gd name="csX62" fmla="*/ 293489 w 407117"/>
                <a:gd name="csY62" fmla="*/ 105544 h 133182"/>
                <a:gd name="csX63" fmla="*/ 278224 w 407117"/>
                <a:gd name="csY63" fmla="*/ 121222 h 133182"/>
                <a:gd name="csX64" fmla="*/ 271950 w 407117"/>
                <a:gd name="csY64" fmla="*/ 130201 h 133182"/>
                <a:gd name="csX65" fmla="*/ 281037 w 407117"/>
                <a:gd name="csY65" fmla="*/ 133115 h 133182"/>
                <a:gd name="csX66" fmla="*/ 288943 w 407117"/>
                <a:gd name="csY66" fmla="*/ 129654 h 133182"/>
                <a:gd name="csX67" fmla="*/ 341762 w 407117"/>
                <a:gd name="csY67" fmla="*/ 126848 h 133182"/>
                <a:gd name="csX68" fmla="*/ 356050 w 407117"/>
                <a:gd name="csY68" fmla="*/ 131712 h 133182"/>
                <a:gd name="csX69" fmla="*/ 368604 w 407117"/>
                <a:gd name="csY69" fmla="*/ 131388 h 133182"/>
                <a:gd name="csX70" fmla="*/ 368820 w 407117"/>
                <a:gd name="csY70" fmla="*/ 131280 h 13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07117" h="133182">
                  <a:moveTo>
                    <a:pt x="368820" y="131280"/>
                  </a:moveTo>
                  <a:cubicBezTo>
                    <a:pt x="373150" y="130416"/>
                    <a:pt x="375963" y="126848"/>
                    <a:pt x="376503" y="126308"/>
                  </a:cubicBezTo>
                  <a:cubicBezTo>
                    <a:pt x="379640" y="123171"/>
                    <a:pt x="382999" y="123927"/>
                    <a:pt x="398690" y="123927"/>
                  </a:cubicBezTo>
                  <a:cubicBezTo>
                    <a:pt x="403129" y="123927"/>
                    <a:pt x="409409" y="117869"/>
                    <a:pt x="406272" y="114192"/>
                  </a:cubicBezTo>
                  <a:lnTo>
                    <a:pt x="405834" y="113761"/>
                  </a:lnTo>
                  <a:cubicBezTo>
                    <a:pt x="402913" y="110408"/>
                    <a:pt x="398150" y="112681"/>
                    <a:pt x="397287" y="112789"/>
                  </a:cubicBezTo>
                  <a:cubicBezTo>
                    <a:pt x="393172" y="113761"/>
                    <a:pt x="391330" y="110839"/>
                    <a:pt x="382783" y="102515"/>
                  </a:cubicBezTo>
                  <a:cubicBezTo>
                    <a:pt x="379646" y="99378"/>
                    <a:pt x="377151" y="99809"/>
                    <a:pt x="357777" y="98082"/>
                  </a:cubicBezTo>
                  <a:cubicBezTo>
                    <a:pt x="353560" y="97651"/>
                    <a:pt x="350201" y="99270"/>
                    <a:pt x="349662" y="99486"/>
                  </a:cubicBezTo>
                  <a:cubicBezTo>
                    <a:pt x="345655" y="100895"/>
                    <a:pt x="344899" y="96672"/>
                    <a:pt x="344359" y="96025"/>
                  </a:cubicBezTo>
                  <a:cubicBezTo>
                    <a:pt x="342410" y="91916"/>
                    <a:pt x="348582" y="90945"/>
                    <a:pt x="349338" y="90297"/>
                  </a:cubicBezTo>
                  <a:cubicBezTo>
                    <a:pt x="353668" y="88564"/>
                    <a:pt x="349014" y="83807"/>
                    <a:pt x="348582" y="82728"/>
                  </a:cubicBezTo>
                  <a:cubicBezTo>
                    <a:pt x="345985" y="78505"/>
                    <a:pt x="340245" y="81318"/>
                    <a:pt x="337000" y="81318"/>
                  </a:cubicBezTo>
                  <a:cubicBezTo>
                    <a:pt x="329748" y="82404"/>
                    <a:pt x="329856" y="75698"/>
                    <a:pt x="315676" y="72993"/>
                  </a:cubicBezTo>
                  <a:cubicBezTo>
                    <a:pt x="311022" y="72022"/>
                    <a:pt x="311885" y="72022"/>
                    <a:pt x="260476" y="27902"/>
                  </a:cubicBezTo>
                  <a:cubicBezTo>
                    <a:pt x="256793" y="24765"/>
                    <a:pt x="251706" y="24225"/>
                    <a:pt x="235584" y="20225"/>
                  </a:cubicBezTo>
                  <a:cubicBezTo>
                    <a:pt x="231469" y="19247"/>
                    <a:pt x="228980" y="22600"/>
                    <a:pt x="228332" y="23032"/>
                  </a:cubicBezTo>
                  <a:cubicBezTo>
                    <a:pt x="224973" y="26060"/>
                    <a:pt x="229735" y="26492"/>
                    <a:pt x="247922" y="32010"/>
                  </a:cubicBezTo>
                  <a:cubicBezTo>
                    <a:pt x="252138" y="33306"/>
                    <a:pt x="253764" y="35363"/>
                    <a:pt x="269353" y="49206"/>
                  </a:cubicBezTo>
                  <a:cubicBezTo>
                    <a:pt x="272922" y="52337"/>
                    <a:pt x="265130" y="50610"/>
                    <a:pt x="263829" y="50610"/>
                  </a:cubicBezTo>
                  <a:cubicBezTo>
                    <a:pt x="259066" y="50178"/>
                    <a:pt x="254742" y="46825"/>
                    <a:pt x="243267" y="39580"/>
                  </a:cubicBezTo>
                  <a:cubicBezTo>
                    <a:pt x="239152" y="37090"/>
                    <a:pt x="234714" y="36874"/>
                    <a:pt x="215880" y="33954"/>
                  </a:cubicBezTo>
                  <a:cubicBezTo>
                    <a:pt x="211225" y="33198"/>
                    <a:pt x="208520" y="30061"/>
                    <a:pt x="191527" y="16110"/>
                  </a:cubicBezTo>
                  <a:cubicBezTo>
                    <a:pt x="187743" y="12979"/>
                    <a:pt x="194995" y="9519"/>
                    <a:pt x="190016" y="9627"/>
                  </a:cubicBezTo>
                  <a:lnTo>
                    <a:pt x="172154" y="9843"/>
                  </a:lnTo>
                  <a:cubicBezTo>
                    <a:pt x="170312" y="9843"/>
                    <a:pt x="167931" y="8649"/>
                    <a:pt x="166959" y="7029"/>
                  </a:cubicBezTo>
                  <a:cubicBezTo>
                    <a:pt x="167607" y="7569"/>
                    <a:pt x="165118" y="3893"/>
                    <a:pt x="161657" y="3461"/>
                  </a:cubicBezTo>
                  <a:cubicBezTo>
                    <a:pt x="162305" y="3461"/>
                    <a:pt x="153535" y="1512"/>
                    <a:pt x="148773" y="3137"/>
                  </a:cubicBezTo>
                  <a:cubicBezTo>
                    <a:pt x="149319" y="3137"/>
                    <a:pt x="143363" y="5734"/>
                    <a:pt x="141959" y="2489"/>
                  </a:cubicBezTo>
                  <a:cubicBezTo>
                    <a:pt x="140442" y="-971"/>
                    <a:pt x="135247" y="2813"/>
                    <a:pt x="133838" y="3245"/>
                  </a:cubicBezTo>
                  <a:cubicBezTo>
                    <a:pt x="129399" y="5302"/>
                    <a:pt x="128859" y="0"/>
                    <a:pt x="123881" y="0"/>
                  </a:cubicBezTo>
                  <a:lnTo>
                    <a:pt x="102666" y="0"/>
                  </a:lnTo>
                  <a:cubicBezTo>
                    <a:pt x="98557" y="0"/>
                    <a:pt x="96062" y="2381"/>
                    <a:pt x="91305" y="5950"/>
                  </a:cubicBezTo>
                  <a:cubicBezTo>
                    <a:pt x="87730" y="8649"/>
                    <a:pt x="84809" y="8001"/>
                    <a:pt x="66947" y="8001"/>
                  </a:cubicBezTo>
                  <a:cubicBezTo>
                    <a:pt x="60349" y="8001"/>
                    <a:pt x="36105" y="19571"/>
                    <a:pt x="33285" y="22060"/>
                  </a:cubicBezTo>
                  <a:lnTo>
                    <a:pt x="22897" y="31579"/>
                  </a:lnTo>
                  <a:cubicBezTo>
                    <a:pt x="19544" y="34716"/>
                    <a:pt x="22789" y="39256"/>
                    <a:pt x="23005" y="40551"/>
                  </a:cubicBezTo>
                  <a:cubicBezTo>
                    <a:pt x="25170" y="45962"/>
                    <a:pt x="16077" y="41199"/>
                    <a:pt x="9149" y="43904"/>
                  </a:cubicBezTo>
                  <a:lnTo>
                    <a:pt x="1466" y="46933"/>
                  </a:lnTo>
                  <a:cubicBezTo>
                    <a:pt x="-268" y="47581"/>
                    <a:pt x="-484" y="49092"/>
                    <a:pt x="926" y="50286"/>
                  </a:cubicBezTo>
                  <a:cubicBezTo>
                    <a:pt x="278" y="49962"/>
                    <a:pt x="4495" y="53963"/>
                    <a:pt x="8609" y="52883"/>
                  </a:cubicBezTo>
                  <a:lnTo>
                    <a:pt x="11422" y="52121"/>
                  </a:lnTo>
                  <a:cubicBezTo>
                    <a:pt x="13264" y="51689"/>
                    <a:pt x="15213" y="52661"/>
                    <a:pt x="15861" y="54394"/>
                  </a:cubicBezTo>
                  <a:cubicBezTo>
                    <a:pt x="15321" y="53854"/>
                    <a:pt x="16947" y="58071"/>
                    <a:pt x="20300" y="56776"/>
                  </a:cubicBezTo>
                  <a:lnTo>
                    <a:pt x="33285" y="51581"/>
                  </a:lnTo>
                  <a:cubicBezTo>
                    <a:pt x="37400" y="49962"/>
                    <a:pt x="37616" y="44768"/>
                    <a:pt x="38048" y="43904"/>
                  </a:cubicBezTo>
                  <a:cubicBezTo>
                    <a:pt x="39026" y="39796"/>
                    <a:pt x="42379" y="40659"/>
                    <a:pt x="56234" y="40659"/>
                  </a:cubicBezTo>
                  <a:cubicBezTo>
                    <a:pt x="60457" y="40659"/>
                    <a:pt x="61752" y="38932"/>
                    <a:pt x="79831" y="23794"/>
                  </a:cubicBezTo>
                  <a:cubicBezTo>
                    <a:pt x="83292" y="20873"/>
                    <a:pt x="84701" y="21628"/>
                    <a:pt x="114140" y="21628"/>
                  </a:cubicBezTo>
                  <a:cubicBezTo>
                    <a:pt x="119119" y="21628"/>
                    <a:pt x="121608" y="26600"/>
                    <a:pt x="123989" y="28658"/>
                  </a:cubicBezTo>
                  <a:cubicBezTo>
                    <a:pt x="127018" y="31903"/>
                    <a:pt x="121824" y="31147"/>
                    <a:pt x="108082" y="31147"/>
                  </a:cubicBezTo>
                  <a:cubicBezTo>
                    <a:pt x="102018" y="31147"/>
                    <a:pt x="117601" y="39796"/>
                    <a:pt x="121176" y="40551"/>
                  </a:cubicBezTo>
                  <a:lnTo>
                    <a:pt x="137413" y="44012"/>
                  </a:lnTo>
                  <a:cubicBezTo>
                    <a:pt x="139248" y="44444"/>
                    <a:pt x="140658" y="43256"/>
                    <a:pt x="140658" y="41523"/>
                  </a:cubicBezTo>
                  <a:cubicBezTo>
                    <a:pt x="140658" y="37306"/>
                    <a:pt x="145204" y="42393"/>
                    <a:pt x="145852" y="42933"/>
                  </a:cubicBezTo>
                  <a:cubicBezTo>
                    <a:pt x="149211" y="45853"/>
                    <a:pt x="153535" y="45200"/>
                    <a:pt x="165988" y="45530"/>
                  </a:cubicBezTo>
                  <a:cubicBezTo>
                    <a:pt x="170750" y="45530"/>
                    <a:pt x="174967" y="49200"/>
                    <a:pt x="186441" y="56445"/>
                  </a:cubicBezTo>
                  <a:cubicBezTo>
                    <a:pt x="190340" y="58934"/>
                    <a:pt x="192937" y="59258"/>
                    <a:pt x="212851" y="64884"/>
                  </a:cubicBezTo>
                  <a:cubicBezTo>
                    <a:pt x="217289" y="66180"/>
                    <a:pt x="222268" y="63907"/>
                    <a:pt x="230821" y="61424"/>
                  </a:cubicBezTo>
                  <a:cubicBezTo>
                    <a:pt x="234930" y="60122"/>
                    <a:pt x="234930" y="63151"/>
                    <a:pt x="240994" y="82404"/>
                  </a:cubicBezTo>
                  <a:cubicBezTo>
                    <a:pt x="242289" y="86513"/>
                    <a:pt x="244995" y="87592"/>
                    <a:pt x="257987" y="96025"/>
                  </a:cubicBezTo>
                  <a:cubicBezTo>
                    <a:pt x="261771" y="98514"/>
                    <a:pt x="264807" y="97867"/>
                    <a:pt x="284504" y="97867"/>
                  </a:cubicBezTo>
                  <a:cubicBezTo>
                    <a:pt x="289483" y="97867"/>
                    <a:pt x="291648" y="103486"/>
                    <a:pt x="293489" y="105544"/>
                  </a:cubicBezTo>
                  <a:cubicBezTo>
                    <a:pt x="296195" y="109112"/>
                    <a:pt x="292404" y="110516"/>
                    <a:pt x="278224" y="121222"/>
                  </a:cubicBezTo>
                  <a:cubicBezTo>
                    <a:pt x="274979" y="123603"/>
                    <a:pt x="273570" y="127064"/>
                    <a:pt x="271950" y="130201"/>
                  </a:cubicBezTo>
                  <a:cubicBezTo>
                    <a:pt x="269677" y="134633"/>
                    <a:pt x="277792" y="132683"/>
                    <a:pt x="281037" y="133115"/>
                  </a:cubicBezTo>
                  <a:cubicBezTo>
                    <a:pt x="285368" y="133115"/>
                    <a:pt x="288289" y="129985"/>
                    <a:pt x="288943" y="129654"/>
                  </a:cubicBezTo>
                  <a:cubicBezTo>
                    <a:pt x="292512" y="126848"/>
                    <a:pt x="291756" y="127603"/>
                    <a:pt x="341762" y="126848"/>
                  </a:cubicBezTo>
                  <a:cubicBezTo>
                    <a:pt x="346309" y="126848"/>
                    <a:pt x="350201" y="129007"/>
                    <a:pt x="356050" y="131712"/>
                  </a:cubicBezTo>
                  <a:cubicBezTo>
                    <a:pt x="359942" y="133439"/>
                    <a:pt x="364165" y="132143"/>
                    <a:pt x="368604" y="131388"/>
                  </a:cubicBezTo>
                  <a:lnTo>
                    <a:pt x="368820" y="1312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059EAAE-40D3-FBF5-F145-35D953FE9D74}"/>
                </a:ext>
              </a:extLst>
            </p:cNvPr>
            <p:cNvSpPr/>
            <p:nvPr/>
          </p:nvSpPr>
          <p:spPr>
            <a:xfrm>
              <a:off x="2646601" y="3616913"/>
              <a:ext cx="18923" cy="13247"/>
            </a:xfrm>
            <a:custGeom>
              <a:avLst/>
              <a:gdLst>
                <a:gd name="csX0" fmla="*/ 135 w 18923"/>
                <a:gd name="csY0" fmla="*/ 2066 h 13247"/>
                <a:gd name="csX1" fmla="*/ 135 w 18923"/>
                <a:gd name="csY1" fmla="*/ 2504 h 13247"/>
                <a:gd name="csX2" fmla="*/ 9552 w 18923"/>
                <a:gd name="csY2" fmla="*/ 12448 h 13247"/>
                <a:gd name="csX3" fmla="*/ 17674 w 18923"/>
                <a:gd name="csY3" fmla="*/ 10937 h 13247"/>
                <a:gd name="csX4" fmla="*/ 3818 w 18923"/>
                <a:gd name="csY4" fmla="*/ 339 h 13247"/>
                <a:gd name="csX5" fmla="*/ 135 w 18923"/>
                <a:gd name="csY5" fmla="*/ 2066 h 13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23" h="13247">
                  <a:moveTo>
                    <a:pt x="135" y="2066"/>
                  </a:moveTo>
                  <a:lnTo>
                    <a:pt x="135" y="2504"/>
                  </a:lnTo>
                  <a:cubicBezTo>
                    <a:pt x="-1052" y="7584"/>
                    <a:pt x="5876" y="9419"/>
                    <a:pt x="9552" y="12448"/>
                  </a:cubicBezTo>
                  <a:cubicBezTo>
                    <a:pt x="13235" y="14829"/>
                    <a:pt x="16912" y="11153"/>
                    <a:pt x="17674" y="10937"/>
                  </a:cubicBezTo>
                  <a:cubicBezTo>
                    <a:pt x="21458" y="8556"/>
                    <a:pt x="16588" y="7045"/>
                    <a:pt x="3818" y="339"/>
                  </a:cubicBezTo>
                  <a:cubicBezTo>
                    <a:pt x="2193" y="-525"/>
                    <a:pt x="465" y="339"/>
                    <a:pt x="135" y="20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A66D244-AF99-597B-3655-E33CFC634CD3}"/>
                </a:ext>
              </a:extLst>
            </p:cNvPr>
            <p:cNvSpPr/>
            <p:nvPr/>
          </p:nvSpPr>
          <p:spPr>
            <a:xfrm>
              <a:off x="2414804" y="4079646"/>
              <a:ext cx="124566" cy="113011"/>
            </a:xfrm>
            <a:custGeom>
              <a:avLst/>
              <a:gdLst>
                <a:gd name="csX0" fmla="*/ 45230 w 124566"/>
                <a:gd name="csY0" fmla="*/ 2381 h 113011"/>
                <a:gd name="csX1" fmla="*/ 34625 w 124566"/>
                <a:gd name="csY1" fmla="*/ 9087 h 113011"/>
                <a:gd name="csX2" fmla="*/ 10267 w 124566"/>
                <a:gd name="csY2" fmla="*/ 0 h 113011"/>
                <a:gd name="csX3" fmla="*/ 3561 w 124566"/>
                <a:gd name="csY3" fmla="*/ 3137 h 113011"/>
                <a:gd name="csX4" fmla="*/ 2475 w 124566"/>
                <a:gd name="csY4" fmla="*/ 4978 h 113011"/>
                <a:gd name="csX5" fmla="*/ 1288 w 124566"/>
                <a:gd name="csY5" fmla="*/ 5950 h 113011"/>
                <a:gd name="csX6" fmla="*/ 6050 w 124566"/>
                <a:gd name="csY6" fmla="*/ 18929 h 113011"/>
                <a:gd name="csX7" fmla="*/ 742 w 124566"/>
                <a:gd name="csY7" fmla="*/ 31902 h 113011"/>
                <a:gd name="csX8" fmla="*/ 11352 w 124566"/>
                <a:gd name="csY8" fmla="*/ 48666 h 113011"/>
                <a:gd name="csX9" fmla="*/ 21849 w 124566"/>
                <a:gd name="csY9" fmla="*/ 51365 h 113011"/>
                <a:gd name="csX10" fmla="*/ 29209 w 124566"/>
                <a:gd name="csY10" fmla="*/ 56020 h 113011"/>
                <a:gd name="csX11" fmla="*/ 31374 w 124566"/>
                <a:gd name="csY11" fmla="*/ 48343 h 113011"/>
                <a:gd name="csX12" fmla="*/ 24122 w 124566"/>
                <a:gd name="csY12" fmla="*/ 35795 h 113011"/>
                <a:gd name="csX13" fmla="*/ 32136 w 124566"/>
                <a:gd name="csY13" fmla="*/ 35687 h 113011"/>
                <a:gd name="csX14" fmla="*/ 43388 w 124566"/>
                <a:gd name="csY14" fmla="*/ 45638 h 113011"/>
                <a:gd name="csX15" fmla="*/ 46639 w 124566"/>
                <a:gd name="csY15" fmla="*/ 55150 h 113011"/>
                <a:gd name="csX16" fmla="*/ 50316 w 124566"/>
                <a:gd name="csY16" fmla="*/ 59157 h 113011"/>
                <a:gd name="csX17" fmla="*/ 61359 w 124566"/>
                <a:gd name="csY17" fmla="*/ 62503 h 113011"/>
                <a:gd name="csX18" fmla="*/ 81380 w 124566"/>
                <a:gd name="csY18" fmla="*/ 79051 h 113011"/>
                <a:gd name="csX19" fmla="*/ 81596 w 124566"/>
                <a:gd name="csY19" fmla="*/ 95485 h 113011"/>
                <a:gd name="csX20" fmla="*/ 89826 w 124566"/>
                <a:gd name="csY20" fmla="*/ 101759 h 113011"/>
                <a:gd name="csX21" fmla="*/ 93286 w 124566"/>
                <a:gd name="csY21" fmla="*/ 95161 h 113011"/>
                <a:gd name="csX22" fmla="*/ 93286 w 124566"/>
                <a:gd name="csY22" fmla="*/ 89433 h 113011"/>
                <a:gd name="csX23" fmla="*/ 99236 w 124566"/>
                <a:gd name="csY23" fmla="*/ 90729 h 113011"/>
                <a:gd name="csX24" fmla="*/ 102488 w 124566"/>
                <a:gd name="csY24" fmla="*/ 100679 h 113011"/>
                <a:gd name="csX25" fmla="*/ 104329 w 124566"/>
                <a:gd name="csY25" fmla="*/ 107493 h 113011"/>
                <a:gd name="csX26" fmla="*/ 112552 w 124566"/>
                <a:gd name="csY26" fmla="*/ 111277 h 113011"/>
                <a:gd name="csX27" fmla="*/ 113854 w 124566"/>
                <a:gd name="csY27" fmla="*/ 105220 h 113011"/>
                <a:gd name="csX28" fmla="*/ 113416 w 124566"/>
                <a:gd name="csY28" fmla="*/ 103493 h 113011"/>
                <a:gd name="csX29" fmla="*/ 118286 w 124566"/>
                <a:gd name="csY29" fmla="*/ 87160 h 113011"/>
                <a:gd name="csX30" fmla="*/ 110171 w 124566"/>
                <a:gd name="csY30" fmla="*/ 81433 h 113011"/>
                <a:gd name="csX31" fmla="*/ 110171 w 124566"/>
                <a:gd name="csY31" fmla="*/ 63481 h 113011"/>
                <a:gd name="csX32" fmla="*/ 119156 w 124566"/>
                <a:gd name="csY32" fmla="*/ 64237 h 113011"/>
                <a:gd name="csX33" fmla="*/ 124351 w 124566"/>
                <a:gd name="csY33" fmla="*/ 58503 h 113011"/>
                <a:gd name="csX34" fmla="*/ 124567 w 124566"/>
                <a:gd name="csY34" fmla="*/ 58287 h 113011"/>
                <a:gd name="csX35" fmla="*/ 113092 w 124566"/>
                <a:gd name="csY35" fmla="*/ 51149 h 113011"/>
                <a:gd name="csX36" fmla="*/ 93934 w 124566"/>
                <a:gd name="csY36" fmla="*/ 30931 h 113011"/>
                <a:gd name="csX37" fmla="*/ 84301 w 124566"/>
                <a:gd name="csY37" fmla="*/ 10922 h 113011"/>
                <a:gd name="csX38" fmla="*/ 82574 w 124566"/>
                <a:gd name="csY38" fmla="*/ 8115 h 113011"/>
                <a:gd name="csX39" fmla="*/ 73157 w 124566"/>
                <a:gd name="csY39" fmla="*/ 15030 h 113011"/>
                <a:gd name="csX40" fmla="*/ 45338 w 124566"/>
                <a:gd name="csY40" fmla="*/ 1949 h 113011"/>
                <a:gd name="csX41" fmla="*/ 45230 w 124566"/>
                <a:gd name="csY41" fmla="*/ 2381 h 113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4566" h="113011">
                  <a:moveTo>
                    <a:pt x="45230" y="2381"/>
                  </a:moveTo>
                  <a:lnTo>
                    <a:pt x="34625" y="9087"/>
                  </a:lnTo>
                  <a:lnTo>
                    <a:pt x="10267" y="0"/>
                  </a:lnTo>
                  <a:lnTo>
                    <a:pt x="3561" y="3137"/>
                  </a:lnTo>
                  <a:cubicBezTo>
                    <a:pt x="3561" y="3785"/>
                    <a:pt x="3123" y="4439"/>
                    <a:pt x="2475" y="4978"/>
                  </a:cubicBezTo>
                  <a:lnTo>
                    <a:pt x="1288" y="5950"/>
                  </a:lnTo>
                  <a:cubicBezTo>
                    <a:pt x="-4237" y="10382"/>
                    <a:pt x="10051" y="13088"/>
                    <a:pt x="6050" y="18929"/>
                  </a:cubicBezTo>
                  <a:cubicBezTo>
                    <a:pt x="3885" y="22930"/>
                    <a:pt x="-1309" y="27146"/>
                    <a:pt x="742" y="31902"/>
                  </a:cubicBezTo>
                  <a:cubicBezTo>
                    <a:pt x="6374" y="45098"/>
                    <a:pt x="6914" y="48666"/>
                    <a:pt x="11352" y="48666"/>
                  </a:cubicBezTo>
                  <a:cubicBezTo>
                    <a:pt x="13518" y="48990"/>
                    <a:pt x="19036" y="47473"/>
                    <a:pt x="21849" y="51365"/>
                  </a:cubicBezTo>
                  <a:cubicBezTo>
                    <a:pt x="23259" y="52775"/>
                    <a:pt x="25964" y="59696"/>
                    <a:pt x="29209" y="56020"/>
                  </a:cubicBezTo>
                  <a:cubicBezTo>
                    <a:pt x="29640" y="55150"/>
                    <a:pt x="34511" y="51689"/>
                    <a:pt x="31374" y="48343"/>
                  </a:cubicBezTo>
                  <a:cubicBezTo>
                    <a:pt x="27151" y="42825"/>
                    <a:pt x="19144" y="37960"/>
                    <a:pt x="24122" y="35795"/>
                  </a:cubicBezTo>
                  <a:cubicBezTo>
                    <a:pt x="24770" y="35687"/>
                    <a:pt x="28885" y="32766"/>
                    <a:pt x="32136" y="35687"/>
                  </a:cubicBezTo>
                  <a:lnTo>
                    <a:pt x="43388" y="45638"/>
                  </a:lnTo>
                  <a:cubicBezTo>
                    <a:pt x="46855" y="48666"/>
                    <a:pt x="46855" y="55804"/>
                    <a:pt x="46639" y="55150"/>
                  </a:cubicBezTo>
                  <a:cubicBezTo>
                    <a:pt x="46855" y="56991"/>
                    <a:pt x="48475" y="58719"/>
                    <a:pt x="50316" y="59157"/>
                  </a:cubicBezTo>
                  <a:cubicBezTo>
                    <a:pt x="54323" y="59912"/>
                    <a:pt x="57892" y="60344"/>
                    <a:pt x="61359" y="62503"/>
                  </a:cubicBezTo>
                  <a:cubicBezTo>
                    <a:pt x="79215" y="74079"/>
                    <a:pt x="82136" y="74727"/>
                    <a:pt x="81380" y="79051"/>
                  </a:cubicBezTo>
                  <a:cubicBezTo>
                    <a:pt x="79539" y="89757"/>
                    <a:pt x="78243" y="92894"/>
                    <a:pt x="81596" y="95485"/>
                  </a:cubicBezTo>
                  <a:lnTo>
                    <a:pt x="89826" y="101759"/>
                  </a:lnTo>
                  <a:cubicBezTo>
                    <a:pt x="93286" y="104464"/>
                    <a:pt x="95776" y="98838"/>
                    <a:pt x="93286" y="95161"/>
                  </a:cubicBezTo>
                  <a:cubicBezTo>
                    <a:pt x="93071" y="94621"/>
                    <a:pt x="89280" y="90945"/>
                    <a:pt x="93286" y="89433"/>
                  </a:cubicBezTo>
                  <a:cubicBezTo>
                    <a:pt x="93934" y="89433"/>
                    <a:pt x="97293" y="87376"/>
                    <a:pt x="99236" y="90729"/>
                  </a:cubicBezTo>
                  <a:cubicBezTo>
                    <a:pt x="99891" y="92354"/>
                    <a:pt x="103243" y="96139"/>
                    <a:pt x="102488" y="100679"/>
                  </a:cubicBezTo>
                  <a:cubicBezTo>
                    <a:pt x="102488" y="101219"/>
                    <a:pt x="101294" y="104788"/>
                    <a:pt x="104329" y="107493"/>
                  </a:cubicBezTo>
                  <a:cubicBezTo>
                    <a:pt x="106710" y="109112"/>
                    <a:pt x="112013" y="116249"/>
                    <a:pt x="112552" y="111277"/>
                  </a:cubicBezTo>
                  <a:cubicBezTo>
                    <a:pt x="112876" y="110299"/>
                    <a:pt x="112552" y="106845"/>
                    <a:pt x="113854" y="105220"/>
                  </a:cubicBezTo>
                  <a:lnTo>
                    <a:pt x="113416" y="103493"/>
                  </a:lnTo>
                  <a:lnTo>
                    <a:pt x="118286" y="87160"/>
                  </a:lnTo>
                  <a:lnTo>
                    <a:pt x="110171" y="81433"/>
                  </a:lnTo>
                  <a:lnTo>
                    <a:pt x="110171" y="63481"/>
                  </a:lnTo>
                  <a:lnTo>
                    <a:pt x="119156" y="64237"/>
                  </a:lnTo>
                  <a:lnTo>
                    <a:pt x="124351" y="58503"/>
                  </a:lnTo>
                  <a:lnTo>
                    <a:pt x="124567" y="58287"/>
                  </a:lnTo>
                  <a:cubicBezTo>
                    <a:pt x="120128" y="56128"/>
                    <a:pt x="115797" y="53854"/>
                    <a:pt x="113092" y="51149"/>
                  </a:cubicBezTo>
                  <a:lnTo>
                    <a:pt x="93934" y="30931"/>
                  </a:lnTo>
                  <a:cubicBezTo>
                    <a:pt x="90257" y="27038"/>
                    <a:pt x="83977" y="10382"/>
                    <a:pt x="84301" y="10922"/>
                  </a:cubicBezTo>
                  <a:cubicBezTo>
                    <a:pt x="83869" y="9951"/>
                    <a:pt x="83222" y="8979"/>
                    <a:pt x="82574" y="8115"/>
                  </a:cubicBezTo>
                  <a:lnTo>
                    <a:pt x="73157" y="15030"/>
                  </a:lnTo>
                  <a:lnTo>
                    <a:pt x="45338" y="1949"/>
                  </a:lnTo>
                  <a:lnTo>
                    <a:pt x="45230" y="2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B15A0DD3-EAC3-27D1-886A-B7DF13347BE7}"/>
                </a:ext>
              </a:extLst>
            </p:cNvPr>
            <p:cNvSpPr/>
            <p:nvPr/>
          </p:nvSpPr>
          <p:spPr>
            <a:xfrm>
              <a:off x="2580068" y="3757726"/>
              <a:ext cx="14862" cy="9319"/>
            </a:xfrm>
            <a:custGeom>
              <a:avLst/>
              <a:gdLst>
                <a:gd name="csX0" fmla="*/ 3353 w 14862"/>
                <a:gd name="csY0" fmla="*/ 9189 h 9319"/>
                <a:gd name="csX1" fmla="*/ 14395 w 14862"/>
                <a:gd name="csY1" fmla="*/ 3131 h 9319"/>
                <a:gd name="csX2" fmla="*/ 13957 w 14862"/>
                <a:gd name="csY2" fmla="*/ 2268 h 9319"/>
                <a:gd name="csX3" fmla="*/ 8979 w 14862"/>
                <a:gd name="csY3" fmla="*/ 102 h 9319"/>
                <a:gd name="csX4" fmla="*/ 0 w 14862"/>
                <a:gd name="csY4" fmla="*/ 5405 h 9319"/>
                <a:gd name="csX5" fmla="*/ 0 w 14862"/>
                <a:gd name="csY5" fmla="*/ 6700 h 9319"/>
                <a:gd name="csX6" fmla="*/ 3245 w 14862"/>
                <a:gd name="csY6" fmla="*/ 9189 h 9319"/>
                <a:gd name="csX7" fmla="*/ 3353 w 14862"/>
                <a:gd name="csY7" fmla="*/ 9189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862" h="9319">
                  <a:moveTo>
                    <a:pt x="3353" y="9189"/>
                  </a:moveTo>
                  <a:cubicBezTo>
                    <a:pt x="8115" y="7354"/>
                    <a:pt x="16993" y="7678"/>
                    <a:pt x="14395" y="3131"/>
                  </a:cubicBezTo>
                  <a:lnTo>
                    <a:pt x="13957" y="2268"/>
                  </a:lnTo>
                  <a:cubicBezTo>
                    <a:pt x="13094" y="648"/>
                    <a:pt x="10820" y="-330"/>
                    <a:pt x="8979" y="102"/>
                  </a:cubicBezTo>
                  <a:cubicBezTo>
                    <a:pt x="6814" y="972"/>
                    <a:pt x="0" y="540"/>
                    <a:pt x="0" y="5405"/>
                  </a:cubicBezTo>
                  <a:lnTo>
                    <a:pt x="0" y="6700"/>
                  </a:lnTo>
                  <a:cubicBezTo>
                    <a:pt x="0" y="8541"/>
                    <a:pt x="1403" y="9729"/>
                    <a:pt x="3245" y="9189"/>
                  </a:cubicBezTo>
                  <a:lnTo>
                    <a:pt x="3353" y="91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0FAEB64-93AF-03AA-1404-F0110F99BA70}"/>
                </a:ext>
              </a:extLst>
            </p:cNvPr>
            <p:cNvSpPr/>
            <p:nvPr/>
          </p:nvSpPr>
          <p:spPr>
            <a:xfrm>
              <a:off x="721952" y="2192660"/>
              <a:ext cx="10663" cy="12279"/>
            </a:xfrm>
            <a:custGeom>
              <a:avLst/>
              <a:gdLst>
                <a:gd name="csX0" fmla="*/ 8247 w 10663"/>
                <a:gd name="csY0" fmla="*/ 11990 h 12279"/>
                <a:gd name="csX1" fmla="*/ 9225 w 10663"/>
                <a:gd name="csY1" fmla="*/ 2909 h 12279"/>
                <a:gd name="csX2" fmla="*/ 2944 w 10663"/>
                <a:gd name="csY2" fmla="*/ 420 h 12279"/>
                <a:gd name="csX3" fmla="*/ 23 w 10663"/>
                <a:gd name="csY3" fmla="*/ 4744 h 12279"/>
                <a:gd name="csX4" fmla="*/ 23 w 10663"/>
                <a:gd name="csY4" fmla="*/ 4960 h 12279"/>
                <a:gd name="csX5" fmla="*/ 8247 w 10663"/>
                <a:gd name="csY5" fmla="*/ 11990 h 12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63" h="12279">
                  <a:moveTo>
                    <a:pt x="8247" y="11990"/>
                  </a:moveTo>
                  <a:cubicBezTo>
                    <a:pt x="12901" y="13939"/>
                    <a:pt x="9440" y="5506"/>
                    <a:pt x="9225" y="2909"/>
                  </a:cubicBezTo>
                  <a:cubicBezTo>
                    <a:pt x="8253" y="-1631"/>
                    <a:pt x="3598" y="528"/>
                    <a:pt x="2944" y="420"/>
                  </a:cubicBezTo>
                  <a:cubicBezTo>
                    <a:pt x="1109" y="852"/>
                    <a:pt x="-192" y="2801"/>
                    <a:pt x="23" y="4744"/>
                  </a:cubicBezTo>
                  <a:lnTo>
                    <a:pt x="23" y="4960"/>
                  </a:lnTo>
                  <a:cubicBezTo>
                    <a:pt x="563" y="10154"/>
                    <a:pt x="6412" y="10802"/>
                    <a:pt x="8247" y="11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73539197-79C5-FA63-7BFE-6F938D774E09}"/>
                </a:ext>
              </a:extLst>
            </p:cNvPr>
            <p:cNvSpPr/>
            <p:nvPr/>
          </p:nvSpPr>
          <p:spPr>
            <a:xfrm>
              <a:off x="728834" y="2220679"/>
              <a:ext cx="18736" cy="15763"/>
            </a:xfrm>
            <a:custGeom>
              <a:avLst/>
              <a:gdLst>
                <a:gd name="csX0" fmla="*/ 11868 w 18736"/>
                <a:gd name="csY0" fmla="*/ 12089 h 15763"/>
                <a:gd name="csX1" fmla="*/ 18033 w 18736"/>
                <a:gd name="csY1" fmla="*/ 7872 h 15763"/>
                <a:gd name="csX2" fmla="*/ 14573 w 18736"/>
                <a:gd name="csY2" fmla="*/ 843 h 15763"/>
                <a:gd name="csX3" fmla="*/ 1149 w 18736"/>
                <a:gd name="csY3" fmla="*/ 8088 h 15763"/>
                <a:gd name="csX4" fmla="*/ 3638 w 18736"/>
                <a:gd name="csY4" fmla="*/ 15010 h 15763"/>
                <a:gd name="csX5" fmla="*/ 7753 w 18736"/>
                <a:gd name="csY5" fmla="*/ 14146 h 15763"/>
                <a:gd name="csX6" fmla="*/ 11976 w 18736"/>
                <a:gd name="csY6" fmla="*/ 12089 h 15763"/>
                <a:gd name="csX7" fmla="*/ 11868 w 18736"/>
                <a:gd name="csY7" fmla="*/ 12089 h 15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736" h="15763">
                  <a:moveTo>
                    <a:pt x="11868" y="12089"/>
                  </a:moveTo>
                  <a:cubicBezTo>
                    <a:pt x="15436" y="13930"/>
                    <a:pt x="17386" y="8520"/>
                    <a:pt x="18033" y="7872"/>
                  </a:cubicBezTo>
                  <a:cubicBezTo>
                    <a:pt x="20637" y="3764"/>
                    <a:pt x="15220" y="1707"/>
                    <a:pt x="14573" y="843"/>
                  </a:cubicBezTo>
                  <a:cubicBezTo>
                    <a:pt x="10134" y="-2402"/>
                    <a:pt x="6134" y="4520"/>
                    <a:pt x="1149" y="8088"/>
                  </a:cubicBezTo>
                  <a:cubicBezTo>
                    <a:pt x="-2312" y="11117"/>
                    <a:pt x="3098" y="14254"/>
                    <a:pt x="3638" y="15010"/>
                  </a:cubicBezTo>
                  <a:cubicBezTo>
                    <a:pt x="5048" y="16305"/>
                    <a:pt x="6889" y="15873"/>
                    <a:pt x="7753" y="14146"/>
                  </a:cubicBezTo>
                  <a:cubicBezTo>
                    <a:pt x="7105" y="14686"/>
                    <a:pt x="9270" y="10793"/>
                    <a:pt x="11976" y="12089"/>
                  </a:cubicBezTo>
                  <a:lnTo>
                    <a:pt x="11868" y="120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5559164-32C0-0CB3-EB2E-A112BA251E50}"/>
                </a:ext>
              </a:extLst>
            </p:cNvPr>
            <p:cNvSpPr/>
            <p:nvPr/>
          </p:nvSpPr>
          <p:spPr>
            <a:xfrm>
              <a:off x="737469" y="2247926"/>
              <a:ext cx="27119" cy="25128"/>
            </a:xfrm>
            <a:custGeom>
              <a:avLst/>
              <a:gdLst>
                <a:gd name="csX0" fmla="*/ 26505 w 27119"/>
                <a:gd name="csY0" fmla="*/ 20745 h 25128"/>
                <a:gd name="csX1" fmla="*/ 13945 w 27119"/>
                <a:gd name="csY1" fmla="*/ 5067 h 25128"/>
                <a:gd name="csX2" fmla="*/ 311 w 27119"/>
                <a:gd name="csY2" fmla="*/ 1930 h 25128"/>
                <a:gd name="csX3" fmla="*/ 96 w 27119"/>
                <a:gd name="csY3" fmla="*/ 3441 h 25128"/>
                <a:gd name="csX4" fmla="*/ 15463 w 27119"/>
                <a:gd name="csY4" fmla="*/ 20205 h 25128"/>
                <a:gd name="csX5" fmla="*/ 20225 w 27119"/>
                <a:gd name="csY5" fmla="*/ 25069 h 25128"/>
                <a:gd name="csX6" fmla="*/ 26505 w 27119"/>
                <a:gd name="csY6" fmla="*/ 20853 h 25128"/>
                <a:gd name="csX7" fmla="*/ 26505 w 27119"/>
                <a:gd name="csY7" fmla="*/ 20745 h 25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7119" h="25128">
                  <a:moveTo>
                    <a:pt x="26505" y="20745"/>
                  </a:moveTo>
                  <a:cubicBezTo>
                    <a:pt x="19793" y="10902"/>
                    <a:pt x="18060" y="7118"/>
                    <a:pt x="13945" y="5067"/>
                  </a:cubicBezTo>
                  <a:cubicBezTo>
                    <a:pt x="13945" y="5067"/>
                    <a:pt x="1391" y="-3804"/>
                    <a:pt x="311" y="1930"/>
                  </a:cubicBezTo>
                  <a:lnTo>
                    <a:pt x="96" y="3441"/>
                  </a:lnTo>
                  <a:cubicBezTo>
                    <a:pt x="-1314" y="11010"/>
                    <a:pt x="13297" y="11988"/>
                    <a:pt x="15463" y="20205"/>
                  </a:cubicBezTo>
                  <a:cubicBezTo>
                    <a:pt x="15894" y="20853"/>
                    <a:pt x="16110" y="25717"/>
                    <a:pt x="20225" y="25069"/>
                  </a:cubicBezTo>
                  <a:cubicBezTo>
                    <a:pt x="21635" y="24529"/>
                    <a:pt x="29318" y="25069"/>
                    <a:pt x="26505" y="20853"/>
                  </a:cubicBezTo>
                  <a:lnTo>
                    <a:pt x="26505" y="207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7304329-52EB-2D12-A5AC-51EC4B5B77C4}"/>
                </a:ext>
              </a:extLst>
            </p:cNvPr>
            <p:cNvSpPr/>
            <p:nvPr/>
          </p:nvSpPr>
          <p:spPr>
            <a:xfrm>
              <a:off x="794542" y="2270677"/>
              <a:ext cx="20846" cy="49794"/>
            </a:xfrm>
            <a:custGeom>
              <a:avLst/>
              <a:gdLst>
                <a:gd name="csX0" fmla="*/ 17058 w 20846"/>
                <a:gd name="csY0" fmla="*/ 20053 h 49794"/>
                <a:gd name="csX1" fmla="*/ 17705 w 20846"/>
                <a:gd name="csY1" fmla="*/ 9887 h 49794"/>
                <a:gd name="csX2" fmla="*/ 10778 w 20846"/>
                <a:gd name="csY2" fmla="*/ 2210 h 49794"/>
                <a:gd name="csX3" fmla="*/ 4389 w 20846"/>
                <a:gd name="csY3" fmla="*/ 2210 h 49794"/>
                <a:gd name="csX4" fmla="*/ 2332 w 20846"/>
                <a:gd name="csY4" fmla="*/ 10966 h 49794"/>
                <a:gd name="csX5" fmla="*/ 1684 w 20846"/>
                <a:gd name="csY5" fmla="*/ 11405 h 49794"/>
                <a:gd name="csX6" fmla="*/ 6447 w 20846"/>
                <a:gd name="csY6" fmla="*/ 26543 h 49794"/>
                <a:gd name="csX7" fmla="*/ 7533 w 20846"/>
                <a:gd name="csY7" fmla="*/ 27191 h 49794"/>
                <a:gd name="csX8" fmla="*/ 11317 w 20846"/>
                <a:gd name="csY8" fmla="*/ 48603 h 49794"/>
                <a:gd name="csX9" fmla="*/ 12181 w 20846"/>
                <a:gd name="csY9" fmla="*/ 49143 h 49794"/>
                <a:gd name="csX10" fmla="*/ 18893 w 20846"/>
                <a:gd name="csY10" fmla="*/ 40164 h 49794"/>
                <a:gd name="csX11" fmla="*/ 20734 w 20846"/>
                <a:gd name="csY11" fmla="*/ 36817 h 49794"/>
                <a:gd name="csX12" fmla="*/ 17166 w 20846"/>
                <a:gd name="csY12" fmla="*/ 19945 h 49794"/>
                <a:gd name="csX13" fmla="*/ 17058 w 20846"/>
                <a:gd name="csY13" fmla="*/ 20053 h 49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0846" h="49794">
                  <a:moveTo>
                    <a:pt x="17058" y="20053"/>
                  </a:moveTo>
                  <a:cubicBezTo>
                    <a:pt x="15864" y="14643"/>
                    <a:pt x="20518" y="14319"/>
                    <a:pt x="17705" y="9887"/>
                  </a:cubicBezTo>
                  <a:cubicBezTo>
                    <a:pt x="16943" y="8915"/>
                    <a:pt x="14892" y="4267"/>
                    <a:pt x="10778" y="2210"/>
                  </a:cubicBezTo>
                  <a:cubicBezTo>
                    <a:pt x="10778" y="2210"/>
                    <a:pt x="3850" y="-2762"/>
                    <a:pt x="4389" y="2210"/>
                  </a:cubicBezTo>
                  <a:cubicBezTo>
                    <a:pt x="4389" y="3181"/>
                    <a:pt x="6123" y="8484"/>
                    <a:pt x="2332" y="10966"/>
                  </a:cubicBezTo>
                  <a:lnTo>
                    <a:pt x="1684" y="11405"/>
                  </a:lnTo>
                  <a:cubicBezTo>
                    <a:pt x="-2754" y="14319"/>
                    <a:pt x="2548" y="24378"/>
                    <a:pt x="6447" y="26543"/>
                  </a:cubicBezTo>
                  <a:lnTo>
                    <a:pt x="7533" y="27191"/>
                  </a:lnTo>
                  <a:cubicBezTo>
                    <a:pt x="14238" y="30975"/>
                    <a:pt x="4929" y="44063"/>
                    <a:pt x="11317" y="48603"/>
                  </a:cubicBezTo>
                  <a:lnTo>
                    <a:pt x="12181" y="49143"/>
                  </a:lnTo>
                  <a:cubicBezTo>
                    <a:pt x="17382" y="52819"/>
                    <a:pt x="13807" y="39732"/>
                    <a:pt x="18893" y="40164"/>
                  </a:cubicBezTo>
                  <a:cubicBezTo>
                    <a:pt x="20303" y="40272"/>
                    <a:pt x="21166" y="38760"/>
                    <a:pt x="20734" y="36817"/>
                  </a:cubicBezTo>
                  <a:lnTo>
                    <a:pt x="17166" y="19945"/>
                  </a:lnTo>
                  <a:lnTo>
                    <a:pt x="17058" y="200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F29E3E3-B68C-8151-10E2-A7DC26CD1C04}"/>
                </a:ext>
              </a:extLst>
            </p:cNvPr>
            <p:cNvSpPr/>
            <p:nvPr/>
          </p:nvSpPr>
          <p:spPr>
            <a:xfrm>
              <a:off x="783853" y="2298662"/>
              <a:ext cx="10520" cy="14759"/>
            </a:xfrm>
            <a:custGeom>
              <a:avLst/>
              <a:gdLst>
                <a:gd name="csX0" fmla="*/ 2194 w 10520"/>
                <a:gd name="csY0" fmla="*/ 609 h 14759"/>
                <a:gd name="csX1" fmla="*/ 1007 w 10520"/>
                <a:gd name="csY1" fmla="*/ 7854 h 14759"/>
                <a:gd name="csX2" fmla="*/ 9668 w 10520"/>
                <a:gd name="csY2" fmla="*/ 12833 h 14759"/>
                <a:gd name="csX3" fmla="*/ 10316 w 10520"/>
                <a:gd name="csY3" fmla="*/ 10776 h 14759"/>
                <a:gd name="csX4" fmla="*/ 2194 w 10520"/>
                <a:gd name="csY4" fmla="*/ 501 h 14759"/>
                <a:gd name="csX5" fmla="*/ 2194 w 10520"/>
                <a:gd name="csY5" fmla="*/ 609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0" h="14759">
                  <a:moveTo>
                    <a:pt x="2194" y="609"/>
                  </a:moveTo>
                  <a:cubicBezTo>
                    <a:pt x="-1914" y="-2312"/>
                    <a:pt x="1007" y="6127"/>
                    <a:pt x="1007" y="7854"/>
                  </a:cubicBezTo>
                  <a:cubicBezTo>
                    <a:pt x="1870" y="12617"/>
                    <a:pt x="8043" y="17589"/>
                    <a:pt x="9668" y="12833"/>
                  </a:cubicBezTo>
                  <a:lnTo>
                    <a:pt x="10316" y="10776"/>
                  </a:lnTo>
                  <a:cubicBezTo>
                    <a:pt x="12049" y="5480"/>
                    <a:pt x="2194" y="501"/>
                    <a:pt x="2194" y="501"/>
                  </a:cubicBezTo>
                  <a:lnTo>
                    <a:pt x="2194" y="6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9AB8826-4983-C8F9-7D63-BE3E39EB53B3}"/>
                </a:ext>
              </a:extLst>
            </p:cNvPr>
            <p:cNvSpPr/>
            <p:nvPr/>
          </p:nvSpPr>
          <p:spPr>
            <a:xfrm>
              <a:off x="775524" y="2263979"/>
              <a:ext cx="15645" cy="19436"/>
            </a:xfrm>
            <a:custGeom>
              <a:avLst/>
              <a:gdLst>
                <a:gd name="csX0" fmla="*/ 12370 w 15645"/>
                <a:gd name="csY0" fmla="*/ 15290 h 19436"/>
                <a:gd name="csX1" fmla="*/ 13234 w 15645"/>
                <a:gd name="csY1" fmla="*/ 475 h 19436"/>
                <a:gd name="csX2" fmla="*/ 8579 w 15645"/>
                <a:gd name="csY2" fmla="*/ 2526 h 19436"/>
                <a:gd name="csX3" fmla="*/ 5766 w 15645"/>
                <a:gd name="csY3" fmla="*/ 6095 h 19436"/>
                <a:gd name="csX4" fmla="*/ 1220 w 15645"/>
                <a:gd name="csY4" fmla="*/ 7073 h 19436"/>
                <a:gd name="csX5" fmla="*/ 6414 w 15645"/>
                <a:gd name="csY5" fmla="*/ 18318 h 19436"/>
                <a:gd name="csX6" fmla="*/ 12370 w 15645"/>
                <a:gd name="csY6" fmla="*/ 15182 h 19436"/>
                <a:gd name="csX7" fmla="*/ 12370 w 15645"/>
                <a:gd name="csY7" fmla="*/ 15290 h 19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645" h="19436">
                  <a:moveTo>
                    <a:pt x="12370" y="15290"/>
                  </a:moveTo>
                  <a:cubicBezTo>
                    <a:pt x="14428" y="12045"/>
                    <a:pt x="18104" y="2310"/>
                    <a:pt x="13234" y="475"/>
                  </a:cubicBezTo>
                  <a:cubicBezTo>
                    <a:pt x="13888" y="475"/>
                    <a:pt x="9341" y="-1475"/>
                    <a:pt x="8579" y="2526"/>
                  </a:cubicBezTo>
                  <a:cubicBezTo>
                    <a:pt x="8795" y="1878"/>
                    <a:pt x="8040" y="7612"/>
                    <a:pt x="5766" y="6095"/>
                  </a:cubicBezTo>
                  <a:cubicBezTo>
                    <a:pt x="4687" y="5339"/>
                    <a:pt x="2630" y="5771"/>
                    <a:pt x="1220" y="7073"/>
                  </a:cubicBezTo>
                  <a:cubicBezTo>
                    <a:pt x="-2781" y="10749"/>
                    <a:pt x="4147" y="14966"/>
                    <a:pt x="6414" y="18318"/>
                  </a:cubicBezTo>
                  <a:cubicBezTo>
                    <a:pt x="9557" y="21887"/>
                    <a:pt x="11723" y="15829"/>
                    <a:pt x="12370" y="15182"/>
                  </a:cubicBezTo>
                  <a:lnTo>
                    <a:pt x="12370" y="15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2772BA2-878D-19C9-2C09-A5AE9D831CD9}"/>
                </a:ext>
              </a:extLst>
            </p:cNvPr>
            <p:cNvSpPr/>
            <p:nvPr/>
          </p:nvSpPr>
          <p:spPr>
            <a:xfrm>
              <a:off x="761182" y="2281658"/>
              <a:ext cx="13585" cy="12363"/>
            </a:xfrm>
            <a:custGeom>
              <a:avLst/>
              <a:gdLst>
                <a:gd name="csX0" fmla="*/ 2253 w 13585"/>
                <a:gd name="csY0" fmla="*/ 531 h 12363"/>
                <a:gd name="csX1" fmla="*/ 2037 w 13585"/>
                <a:gd name="csY1" fmla="*/ 9504 h 12363"/>
                <a:gd name="csX2" fmla="*/ 11670 w 13585"/>
                <a:gd name="csY2" fmla="*/ 11453 h 12363"/>
                <a:gd name="csX3" fmla="*/ 10152 w 13585"/>
                <a:gd name="csY3" fmla="*/ 2582 h 12363"/>
                <a:gd name="csX4" fmla="*/ 2361 w 13585"/>
                <a:gd name="csY4" fmla="*/ 423 h 12363"/>
                <a:gd name="csX5" fmla="*/ 2253 w 13585"/>
                <a:gd name="csY5" fmla="*/ 531 h 1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85" h="12363">
                  <a:moveTo>
                    <a:pt x="2253" y="531"/>
                  </a:moveTo>
                  <a:cubicBezTo>
                    <a:pt x="-2510" y="1287"/>
                    <a:pt x="1707" y="7776"/>
                    <a:pt x="2037" y="9504"/>
                  </a:cubicBezTo>
                  <a:cubicBezTo>
                    <a:pt x="3872" y="14476"/>
                    <a:pt x="9397" y="11453"/>
                    <a:pt x="11670" y="11453"/>
                  </a:cubicBezTo>
                  <a:cubicBezTo>
                    <a:pt x="16433" y="10583"/>
                    <a:pt x="10908" y="4747"/>
                    <a:pt x="10152" y="2582"/>
                  </a:cubicBezTo>
                  <a:cubicBezTo>
                    <a:pt x="7771" y="-1418"/>
                    <a:pt x="2361" y="423"/>
                    <a:pt x="2361" y="423"/>
                  </a:cubicBezTo>
                  <a:lnTo>
                    <a:pt x="2253" y="5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DA230A4-3836-DCF5-5345-F2B5C633D1B3}"/>
                </a:ext>
              </a:extLst>
            </p:cNvPr>
            <p:cNvSpPr/>
            <p:nvPr/>
          </p:nvSpPr>
          <p:spPr>
            <a:xfrm>
              <a:off x="826355" y="2357226"/>
              <a:ext cx="10711" cy="13885"/>
            </a:xfrm>
            <a:custGeom>
              <a:avLst/>
              <a:gdLst>
                <a:gd name="csX0" fmla="*/ 5482 w 10711"/>
                <a:gd name="csY0" fmla="*/ 12880 h 13885"/>
                <a:gd name="csX1" fmla="*/ 10461 w 10711"/>
                <a:gd name="csY1" fmla="*/ 11470 h 13885"/>
                <a:gd name="csX2" fmla="*/ 3533 w 10711"/>
                <a:gd name="csY2" fmla="*/ 656 h 13885"/>
                <a:gd name="csX3" fmla="*/ 612 w 10711"/>
                <a:gd name="csY3" fmla="*/ 8657 h 13885"/>
                <a:gd name="csX4" fmla="*/ 5482 w 10711"/>
                <a:gd name="csY4" fmla="*/ 1288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11" h="13885">
                  <a:moveTo>
                    <a:pt x="5482" y="12880"/>
                  </a:moveTo>
                  <a:cubicBezTo>
                    <a:pt x="6130" y="12880"/>
                    <a:pt x="11978" y="15902"/>
                    <a:pt x="10461" y="11470"/>
                  </a:cubicBezTo>
                  <a:cubicBezTo>
                    <a:pt x="10461" y="11470"/>
                    <a:pt x="7324" y="-3237"/>
                    <a:pt x="3533" y="656"/>
                  </a:cubicBezTo>
                  <a:cubicBezTo>
                    <a:pt x="3101" y="1303"/>
                    <a:pt x="-1662" y="4440"/>
                    <a:pt x="612" y="8657"/>
                  </a:cubicBezTo>
                  <a:cubicBezTo>
                    <a:pt x="1151" y="9311"/>
                    <a:pt x="2345" y="11902"/>
                    <a:pt x="5482" y="128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9669EBB0-F7B3-7385-A5FF-197AD4AC0450}"/>
                </a:ext>
              </a:extLst>
            </p:cNvPr>
            <p:cNvSpPr/>
            <p:nvPr/>
          </p:nvSpPr>
          <p:spPr>
            <a:xfrm>
              <a:off x="915777" y="792792"/>
              <a:ext cx="395125" cy="302493"/>
            </a:xfrm>
            <a:custGeom>
              <a:avLst/>
              <a:gdLst>
                <a:gd name="csX0" fmla="*/ 2541 w 395125"/>
                <a:gd name="csY0" fmla="*/ 232294 h 302493"/>
                <a:gd name="csX1" fmla="*/ 22454 w 395125"/>
                <a:gd name="csY1" fmla="*/ 232294 h 302493"/>
                <a:gd name="csX2" fmla="*/ 43130 w 395125"/>
                <a:gd name="csY2" fmla="*/ 245597 h 302493"/>
                <a:gd name="csX3" fmla="*/ 66288 w 395125"/>
                <a:gd name="csY3" fmla="*/ 255332 h 302493"/>
                <a:gd name="csX4" fmla="*/ 72892 w 395125"/>
                <a:gd name="csY4" fmla="*/ 264088 h 302493"/>
                <a:gd name="csX5" fmla="*/ 80360 w 395125"/>
                <a:gd name="csY5" fmla="*/ 269169 h 302493"/>
                <a:gd name="csX6" fmla="*/ 92806 w 395125"/>
                <a:gd name="csY6" fmla="*/ 295775 h 302493"/>
                <a:gd name="csX7" fmla="*/ 99626 w 395125"/>
                <a:gd name="csY7" fmla="*/ 300423 h 302493"/>
                <a:gd name="csX8" fmla="*/ 110345 w 395125"/>
                <a:gd name="csY8" fmla="*/ 302366 h 302493"/>
                <a:gd name="csX9" fmla="*/ 116403 w 395125"/>
                <a:gd name="csY9" fmla="*/ 296315 h 302493"/>
                <a:gd name="csX10" fmla="*/ 146711 w 395125"/>
                <a:gd name="csY10" fmla="*/ 277716 h 302493"/>
                <a:gd name="csX11" fmla="*/ 153639 w 395125"/>
                <a:gd name="csY11" fmla="*/ 270578 h 302493"/>
                <a:gd name="csX12" fmla="*/ 165977 w 395125"/>
                <a:gd name="csY12" fmla="*/ 279551 h 302493"/>
                <a:gd name="csX13" fmla="*/ 195631 w 395125"/>
                <a:gd name="csY13" fmla="*/ 270362 h 302493"/>
                <a:gd name="csX14" fmla="*/ 203315 w 395125"/>
                <a:gd name="csY14" fmla="*/ 254030 h 302493"/>
                <a:gd name="csX15" fmla="*/ 203099 w 395125"/>
                <a:gd name="csY15" fmla="*/ 245597 h 302493"/>
                <a:gd name="csX16" fmla="*/ 203861 w 395125"/>
                <a:gd name="csY16" fmla="*/ 231215 h 302493"/>
                <a:gd name="csX17" fmla="*/ 211221 w 395125"/>
                <a:gd name="csY17" fmla="*/ 211428 h 302493"/>
                <a:gd name="csX18" fmla="*/ 210890 w 395125"/>
                <a:gd name="csY18" fmla="*/ 204290 h 302493"/>
                <a:gd name="csX19" fmla="*/ 229725 w 395125"/>
                <a:gd name="csY19" fmla="*/ 206558 h 302493"/>
                <a:gd name="csX20" fmla="*/ 244990 w 395125"/>
                <a:gd name="csY20" fmla="*/ 191527 h 302493"/>
                <a:gd name="csX21" fmla="*/ 253105 w 395125"/>
                <a:gd name="csY21" fmla="*/ 171309 h 302493"/>
                <a:gd name="csX22" fmla="*/ 277350 w 395125"/>
                <a:gd name="csY22" fmla="*/ 159733 h 302493"/>
                <a:gd name="csX23" fmla="*/ 290881 w 395125"/>
                <a:gd name="csY23" fmla="*/ 147947 h 302493"/>
                <a:gd name="csX24" fmla="*/ 395110 w 395125"/>
                <a:gd name="csY24" fmla="*/ 95394 h 302493"/>
                <a:gd name="csX25" fmla="*/ 395110 w 395125"/>
                <a:gd name="csY25" fmla="*/ 94963 h 302493"/>
                <a:gd name="csX26" fmla="*/ 381039 w 395125"/>
                <a:gd name="csY26" fmla="*/ 78954 h 302493"/>
                <a:gd name="csX27" fmla="*/ 370434 w 395125"/>
                <a:gd name="csY27" fmla="*/ 74846 h 302493"/>
                <a:gd name="csX28" fmla="*/ 312313 w 395125"/>
                <a:gd name="csY28" fmla="*/ 29323 h 302493"/>
                <a:gd name="csX29" fmla="*/ 288608 w 395125"/>
                <a:gd name="csY29" fmla="*/ 26833 h 302493"/>
                <a:gd name="csX30" fmla="*/ 262954 w 395125"/>
                <a:gd name="csY30" fmla="*/ 36892 h 302493"/>
                <a:gd name="csX31" fmla="*/ 257436 w 395125"/>
                <a:gd name="csY31" fmla="*/ 49865 h 302493"/>
                <a:gd name="csX32" fmla="*/ 250400 w 395125"/>
                <a:gd name="csY32" fmla="*/ 48354 h 302493"/>
                <a:gd name="csX33" fmla="*/ 251810 w 395125"/>
                <a:gd name="csY33" fmla="*/ 37540 h 302493"/>
                <a:gd name="csX34" fmla="*/ 251264 w 395125"/>
                <a:gd name="csY34" fmla="*/ 34726 h 302493"/>
                <a:gd name="csX35" fmla="*/ 247047 w 395125"/>
                <a:gd name="csY35" fmla="*/ 30726 h 302493"/>
                <a:gd name="csX36" fmla="*/ 235789 w 395125"/>
                <a:gd name="csY36" fmla="*/ 33323 h 302493"/>
                <a:gd name="csX37" fmla="*/ 229185 w 395125"/>
                <a:gd name="csY37" fmla="*/ 37540 h 302493"/>
                <a:gd name="csX38" fmla="*/ 225940 w 395125"/>
                <a:gd name="csY38" fmla="*/ 28891 h 302493"/>
                <a:gd name="csX39" fmla="*/ 183617 w 395125"/>
                <a:gd name="csY39" fmla="*/ 12559 h 302493"/>
                <a:gd name="csX40" fmla="*/ 168574 w 395125"/>
                <a:gd name="csY40" fmla="*/ 125 h 302493"/>
                <a:gd name="csX41" fmla="*/ 145193 w 395125"/>
                <a:gd name="csY41" fmla="*/ 2068 h 302493"/>
                <a:gd name="csX42" fmla="*/ 128741 w 395125"/>
                <a:gd name="csY42" fmla="*/ 11047 h 302493"/>
                <a:gd name="csX43" fmla="*/ 41504 w 395125"/>
                <a:gd name="csY43" fmla="*/ 22077 h 302493"/>
                <a:gd name="csX44" fmla="*/ 51677 w 395125"/>
                <a:gd name="csY44" fmla="*/ 41756 h 302493"/>
                <a:gd name="csX45" fmla="*/ 56979 w 395125"/>
                <a:gd name="csY45" fmla="*/ 53542 h 302493"/>
                <a:gd name="csX46" fmla="*/ 60986 w 395125"/>
                <a:gd name="csY46" fmla="*/ 59491 h 302493"/>
                <a:gd name="csX47" fmla="*/ 61202 w 395125"/>
                <a:gd name="csY47" fmla="*/ 60571 h 302493"/>
                <a:gd name="csX48" fmla="*/ 74194 w 395125"/>
                <a:gd name="csY48" fmla="*/ 68362 h 302493"/>
                <a:gd name="csX49" fmla="*/ 74194 w 395125"/>
                <a:gd name="csY49" fmla="*/ 75385 h 302493"/>
                <a:gd name="csX50" fmla="*/ 54928 w 395125"/>
                <a:gd name="csY50" fmla="*/ 85768 h 302493"/>
                <a:gd name="csX51" fmla="*/ 62396 w 395125"/>
                <a:gd name="csY51" fmla="*/ 94423 h 302493"/>
                <a:gd name="csX52" fmla="*/ 49728 w 395125"/>
                <a:gd name="csY52" fmla="*/ 103719 h 302493"/>
                <a:gd name="csX53" fmla="*/ 36526 w 395125"/>
                <a:gd name="csY53" fmla="*/ 134542 h 302493"/>
                <a:gd name="csX54" fmla="*/ 46267 w 395125"/>
                <a:gd name="csY54" fmla="*/ 144918 h 302493"/>
                <a:gd name="csX55" fmla="*/ 26893 w 395125"/>
                <a:gd name="csY55" fmla="*/ 152601 h 302493"/>
                <a:gd name="csX56" fmla="*/ 24836 w 395125"/>
                <a:gd name="csY56" fmla="*/ 176604 h 302493"/>
                <a:gd name="csX57" fmla="*/ 4160 w 395125"/>
                <a:gd name="csY57" fmla="*/ 210234 h 302493"/>
                <a:gd name="csX58" fmla="*/ 2433 w 395125"/>
                <a:gd name="csY58" fmla="*/ 232186 h 302493"/>
                <a:gd name="csX59" fmla="*/ 2541 w 395125"/>
                <a:gd name="csY59" fmla="*/ 232294 h 302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95125" h="302493">
                  <a:moveTo>
                    <a:pt x="2541" y="232294"/>
                  </a:moveTo>
                  <a:cubicBezTo>
                    <a:pt x="12174" y="231215"/>
                    <a:pt x="18231" y="229487"/>
                    <a:pt x="22454" y="232294"/>
                  </a:cubicBezTo>
                  <a:lnTo>
                    <a:pt x="43130" y="245597"/>
                  </a:lnTo>
                  <a:cubicBezTo>
                    <a:pt x="49950" y="250030"/>
                    <a:pt x="61850" y="249382"/>
                    <a:pt x="66288" y="255332"/>
                  </a:cubicBezTo>
                  <a:lnTo>
                    <a:pt x="72892" y="264088"/>
                  </a:lnTo>
                  <a:cubicBezTo>
                    <a:pt x="75597" y="267765"/>
                    <a:pt x="80900" y="269492"/>
                    <a:pt x="80360" y="269169"/>
                  </a:cubicBezTo>
                  <a:cubicBezTo>
                    <a:pt x="87828" y="272197"/>
                    <a:pt x="85662" y="290904"/>
                    <a:pt x="92806" y="295775"/>
                  </a:cubicBezTo>
                  <a:lnTo>
                    <a:pt x="99626" y="300423"/>
                  </a:lnTo>
                  <a:cubicBezTo>
                    <a:pt x="103849" y="303236"/>
                    <a:pt x="110992" y="302366"/>
                    <a:pt x="110345" y="302366"/>
                  </a:cubicBezTo>
                  <a:cubicBezTo>
                    <a:pt x="114561" y="302366"/>
                    <a:pt x="116942" y="295667"/>
                    <a:pt x="116403" y="296315"/>
                  </a:cubicBezTo>
                  <a:cubicBezTo>
                    <a:pt x="120733" y="287012"/>
                    <a:pt x="142596" y="286904"/>
                    <a:pt x="146711" y="277716"/>
                  </a:cubicBezTo>
                  <a:cubicBezTo>
                    <a:pt x="148006" y="275658"/>
                    <a:pt x="149956" y="266686"/>
                    <a:pt x="153639" y="270578"/>
                  </a:cubicBezTo>
                  <a:cubicBezTo>
                    <a:pt x="157531" y="274039"/>
                    <a:pt x="160891" y="280630"/>
                    <a:pt x="165977" y="279551"/>
                  </a:cubicBezTo>
                  <a:cubicBezTo>
                    <a:pt x="191301" y="273931"/>
                    <a:pt x="192818" y="274363"/>
                    <a:pt x="195631" y="270362"/>
                  </a:cubicBezTo>
                  <a:cubicBezTo>
                    <a:pt x="199422" y="263873"/>
                    <a:pt x="205912" y="259332"/>
                    <a:pt x="203315" y="254030"/>
                  </a:cubicBezTo>
                  <a:cubicBezTo>
                    <a:pt x="201480" y="250245"/>
                    <a:pt x="203315" y="244842"/>
                    <a:pt x="203099" y="245597"/>
                  </a:cubicBezTo>
                  <a:cubicBezTo>
                    <a:pt x="204725" y="239863"/>
                    <a:pt x="201150" y="236187"/>
                    <a:pt x="203861" y="231215"/>
                  </a:cubicBezTo>
                  <a:cubicBezTo>
                    <a:pt x="210783" y="218673"/>
                    <a:pt x="213164" y="215860"/>
                    <a:pt x="211221" y="211428"/>
                  </a:cubicBezTo>
                  <a:cubicBezTo>
                    <a:pt x="210890" y="210126"/>
                    <a:pt x="206350" y="202989"/>
                    <a:pt x="210890" y="204290"/>
                  </a:cubicBezTo>
                  <a:cubicBezTo>
                    <a:pt x="222689" y="207535"/>
                    <a:pt x="226048" y="209371"/>
                    <a:pt x="229725" y="206558"/>
                  </a:cubicBezTo>
                  <a:cubicBezTo>
                    <a:pt x="239681" y="198772"/>
                    <a:pt x="243580" y="196721"/>
                    <a:pt x="244990" y="191527"/>
                  </a:cubicBezTo>
                  <a:cubicBezTo>
                    <a:pt x="248775" y="176820"/>
                    <a:pt x="249099" y="172928"/>
                    <a:pt x="253105" y="171309"/>
                  </a:cubicBezTo>
                  <a:cubicBezTo>
                    <a:pt x="268803" y="164819"/>
                    <a:pt x="273673" y="163524"/>
                    <a:pt x="277350" y="159733"/>
                  </a:cubicBezTo>
                  <a:cubicBezTo>
                    <a:pt x="283090" y="154113"/>
                    <a:pt x="286659" y="149896"/>
                    <a:pt x="290881" y="147947"/>
                  </a:cubicBezTo>
                  <a:cubicBezTo>
                    <a:pt x="398793" y="97776"/>
                    <a:pt x="395110" y="101230"/>
                    <a:pt x="395110" y="95394"/>
                  </a:cubicBezTo>
                  <a:lnTo>
                    <a:pt x="395110" y="94963"/>
                  </a:lnTo>
                  <a:cubicBezTo>
                    <a:pt x="395110" y="88149"/>
                    <a:pt x="385046" y="79932"/>
                    <a:pt x="381039" y="78954"/>
                  </a:cubicBezTo>
                  <a:cubicBezTo>
                    <a:pt x="377470" y="78091"/>
                    <a:pt x="373787" y="77551"/>
                    <a:pt x="370434" y="74846"/>
                  </a:cubicBezTo>
                  <a:cubicBezTo>
                    <a:pt x="315881" y="30078"/>
                    <a:pt x="317075" y="30078"/>
                    <a:pt x="312313" y="29323"/>
                  </a:cubicBezTo>
                  <a:cubicBezTo>
                    <a:pt x="298349" y="27049"/>
                    <a:pt x="293263" y="25754"/>
                    <a:pt x="288608" y="26833"/>
                  </a:cubicBezTo>
                  <a:cubicBezTo>
                    <a:pt x="267069" y="32136"/>
                    <a:pt x="263932" y="31590"/>
                    <a:pt x="262954" y="36892"/>
                  </a:cubicBezTo>
                  <a:cubicBezTo>
                    <a:pt x="261767" y="41000"/>
                    <a:pt x="262306" y="48569"/>
                    <a:pt x="257436" y="49865"/>
                  </a:cubicBezTo>
                  <a:cubicBezTo>
                    <a:pt x="255918" y="49865"/>
                    <a:pt x="248667" y="53656"/>
                    <a:pt x="250400" y="48354"/>
                  </a:cubicBezTo>
                  <a:cubicBezTo>
                    <a:pt x="250616" y="47382"/>
                    <a:pt x="252889" y="42620"/>
                    <a:pt x="251810" y="37540"/>
                  </a:cubicBezTo>
                  <a:lnTo>
                    <a:pt x="251264" y="34726"/>
                  </a:lnTo>
                  <a:cubicBezTo>
                    <a:pt x="250832" y="32567"/>
                    <a:pt x="248883" y="30726"/>
                    <a:pt x="247047" y="30726"/>
                  </a:cubicBezTo>
                  <a:cubicBezTo>
                    <a:pt x="244552" y="30942"/>
                    <a:pt x="239142" y="29107"/>
                    <a:pt x="235789" y="33323"/>
                  </a:cubicBezTo>
                  <a:cubicBezTo>
                    <a:pt x="234055" y="35050"/>
                    <a:pt x="229185" y="43382"/>
                    <a:pt x="229185" y="37540"/>
                  </a:cubicBezTo>
                  <a:cubicBezTo>
                    <a:pt x="229077" y="36676"/>
                    <a:pt x="230271" y="30294"/>
                    <a:pt x="225940" y="28891"/>
                  </a:cubicBezTo>
                  <a:cubicBezTo>
                    <a:pt x="188596" y="16127"/>
                    <a:pt x="187084" y="16343"/>
                    <a:pt x="183617" y="12559"/>
                  </a:cubicBezTo>
                  <a:cubicBezTo>
                    <a:pt x="176042" y="4450"/>
                    <a:pt x="173013" y="125"/>
                    <a:pt x="168574" y="125"/>
                  </a:cubicBezTo>
                  <a:cubicBezTo>
                    <a:pt x="154934" y="125"/>
                    <a:pt x="149416" y="-738"/>
                    <a:pt x="145193" y="2068"/>
                  </a:cubicBezTo>
                  <a:cubicBezTo>
                    <a:pt x="138481" y="6507"/>
                    <a:pt x="133611" y="10723"/>
                    <a:pt x="128741" y="11047"/>
                  </a:cubicBezTo>
                  <a:cubicBezTo>
                    <a:pt x="38152" y="18940"/>
                    <a:pt x="38799" y="17429"/>
                    <a:pt x="41504" y="22077"/>
                  </a:cubicBezTo>
                  <a:cubicBezTo>
                    <a:pt x="48000" y="32999"/>
                    <a:pt x="50490" y="36568"/>
                    <a:pt x="51677" y="41756"/>
                  </a:cubicBezTo>
                  <a:cubicBezTo>
                    <a:pt x="52655" y="44461"/>
                    <a:pt x="52547" y="50951"/>
                    <a:pt x="56979" y="53542"/>
                  </a:cubicBezTo>
                  <a:cubicBezTo>
                    <a:pt x="57633" y="54196"/>
                    <a:pt x="60338" y="55491"/>
                    <a:pt x="60986" y="59491"/>
                  </a:cubicBezTo>
                  <a:lnTo>
                    <a:pt x="61202" y="60571"/>
                  </a:lnTo>
                  <a:cubicBezTo>
                    <a:pt x="62504" y="68032"/>
                    <a:pt x="70295" y="61657"/>
                    <a:pt x="74194" y="68362"/>
                  </a:cubicBezTo>
                  <a:cubicBezTo>
                    <a:pt x="74410" y="69118"/>
                    <a:pt x="78303" y="73766"/>
                    <a:pt x="74194" y="75385"/>
                  </a:cubicBezTo>
                  <a:cubicBezTo>
                    <a:pt x="58497" y="81767"/>
                    <a:pt x="56655" y="81983"/>
                    <a:pt x="54928" y="85768"/>
                  </a:cubicBezTo>
                  <a:cubicBezTo>
                    <a:pt x="52217" y="91934"/>
                    <a:pt x="68778" y="90962"/>
                    <a:pt x="62396" y="94423"/>
                  </a:cubicBezTo>
                  <a:cubicBezTo>
                    <a:pt x="56547" y="97668"/>
                    <a:pt x="52217" y="99179"/>
                    <a:pt x="49728" y="103719"/>
                  </a:cubicBezTo>
                  <a:cubicBezTo>
                    <a:pt x="35332" y="129348"/>
                    <a:pt x="32735" y="131621"/>
                    <a:pt x="36526" y="134542"/>
                  </a:cubicBezTo>
                  <a:cubicBezTo>
                    <a:pt x="45295" y="141025"/>
                    <a:pt x="50597" y="144162"/>
                    <a:pt x="46267" y="144918"/>
                  </a:cubicBezTo>
                  <a:cubicBezTo>
                    <a:pt x="30138" y="147947"/>
                    <a:pt x="26893" y="147407"/>
                    <a:pt x="26893" y="152601"/>
                  </a:cubicBezTo>
                  <a:cubicBezTo>
                    <a:pt x="26893" y="167200"/>
                    <a:pt x="27541" y="172280"/>
                    <a:pt x="24836" y="176604"/>
                  </a:cubicBezTo>
                  <a:cubicBezTo>
                    <a:pt x="8167" y="201693"/>
                    <a:pt x="5462" y="204614"/>
                    <a:pt x="4160" y="210234"/>
                  </a:cubicBezTo>
                  <a:cubicBezTo>
                    <a:pt x="267" y="227538"/>
                    <a:pt x="-2006" y="232726"/>
                    <a:pt x="2433" y="232186"/>
                  </a:cubicBezTo>
                  <a:lnTo>
                    <a:pt x="2541" y="2322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7586E0BF-D61F-2076-D89E-2DFAE7226218}"/>
                </a:ext>
              </a:extLst>
            </p:cNvPr>
            <p:cNvSpPr/>
            <p:nvPr/>
          </p:nvSpPr>
          <p:spPr>
            <a:xfrm>
              <a:off x="952059" y="865491"/>
              <a:ext cx="11933" cy="11435"/>
            </a:xfrm>
            <a:custGeom>
              <a:avLst/>
              <a:gdLst>
                <a:gd name="csX0" fmla="*/ 3273 w 11933"/>
                <a:gd name="csY0" fmla="*/ 10478 h 11435"/>
                <a:gd name="csX1" fmla="*/ 11287 w 11933"/>
                <a:gd name="csY1" fmla="*/ 8529 h 11435"/>
                <a:gd name="csX2" fmla="*/ 11719 w 11933"/>
                <a:gd name="csY2" fmla="*/ 7126 h 11435"/>
                <a:gd name="csX3" fmla="*/ 9769 w 11933"/>
                <a:gd name="csY3" fmla="*/ 2255 h 11435"/>
                <a:gd name="csX4" fmla="*/ 28 w 11933"/>
                <a:gd name="csY4" fmla="*/ 3017 h 11435"/>
                <a:gd name="csX5" fmla="*/ 3273 w 11933"/>
                <a:gd name="csY5" fmla="*/ 10586 h 11435"/>
                <a:gd name="csX6" fmla="*/ 3273 w 11933"/>
                <a:gd name="csY6" fmla="*/ 10478 h 11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933" h="11435">
                  <a:moveTo>
                    <a:pt x="3273" y="10478"/>
                  </a:moveTo>
                  <a:cubicBezTo>
                    <a:pt x="4359" y="10478"/>
                    <a:pt x="9553" y="13615"/>
                    <a:pt x="11287" y="8529"/>
                  </a:cubicBezTo>
                  <a:lnTo>
                    <a:pt x="11719" y="7126"/>
                  </a:lnTo>
                  <a:cubicBezTo>
                    <a:pt x="12366" y="5068"/>
                    <a:pt x="11503" y="2801"/>
                    <a:pt x="9769" y="2255"/>
                  </a:cubicBezTo>
                  <a:cubicBezTo>
                    <a:pt x="6956" y="1823"/>
                    <a:pt x="28" y="-3041"/>
                    <a:pt x="28" y="3017"/>
                  </a:cubicBezTo>
                  <a:cubicBezTo>
                    <a:pt x="136" y="3773"/>
                    <a:pt x="-835" y="9393"/>
                    <a:pt x="3273" y="10586"/>
                  </a:cubicBezTo>
                  <a:lnTo>
                    <a:pt x="3273" y="10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1F0501B3-3A8D-1E16-56CD-0EC7EC8D61FF}"/>
                </a:ext>
              </a:extLst>
            </p:cNvPr>
            <p:cNvSpPr/>
            <p:nvPr/>
          </p:nvSpPr>
          <p:spPr>
            <a:xfrm>
              <a:off x="1022611" y="526853"/>
              <a:ext cx="281905" cy="169144"/>
            </a:xfrm>
            <a:custGeom>
              <a:avLst/>
              <a:gdLst>
                <a:gd name="csX0" fmla="*/ 2101 w 281905"/>
                <a:gd name="csY0" fmla="*/ 128618 h 169144"/>
                <a:gd name="csX1" fmla="*/ 10648 w 281905"/>
                <a:gd name="csY1" fmla="*/ 132727 h 169144"/>
                <a:gd name="csX2" fmla="*/ 14007 w 281905"/>
                <a:gd name="csY2" fmla="*/ 149167 h 169144"/>
                <a:gd name="csX3" fmla="*/ 24396 w 281905"/>
                <a:gd name="csY3" fmla="*/ 148303 h 169144"/>
                <a:gd name="csX4" fmla="*/ 39439 w 281905"/>
                <a:gd name="csY4" fmla="*/ 134245 h 169144"/>
                <a:gd name="csX5" fmla="*/ 60114 w 281905"/>
                <a:gd name="csY5" fmla="*/ 144303 h 169144"/>
                <a:gd name="csX6" fmla="*/ 69423 w 281905"/>
                <a:gd name="csY6" fmla="*/ 140410 h 169144"/>
                <a:gd name="csX7" fmla="*/ 65093 w 281905"/>
                <a:gd name="csY7" fmla="*/ 156304 h 169144"/>
                <a:gd name="csX8" fmla="*/ 62819 w 281905"/>
                <a:gd name="csY8" fmla="*/ 166255 h 169144"/>
                <a:gd name="csX9" fmla="*/ 74078 w 281905"/>
                <a:gd name="csY9" fmla="*/ 166687 h 169144"/>
                <a:gd name="csX10" fmla="*/ 78625 w 281905"/>
                <a:gd name="csY10" fmla="*/ 147656 h 169144"/>
                <a:gd name="csX11" fmla="*/ 71589 w 281905"/>
                <a:gd name="csY11" fmla="*/ 132727 h 169144"/>
                <a:gd name="csX12" fmla="*/ 79380 w 281905"/>
                <a:gd name="csY12" fmla="*/ 122999 h 169144"/>
                <a:gd name="csX13" fmla="*/ 84575 w 281905"/>
                <a:gd name="csY13" fmla="*/ 127755 h 169144"/>
                <a:gd name="csX14" fmla="*/ 85330 w 281905"/>
                <a:gd name="csY14" fmla="*/ 138029 h 169144"/>
                <a:gd name="csX15" fmla="*/ 101459 w 281905"/>
                <a:gd name="csY15" fmla="*/ 154901 h 169144"/>
                <a:gd name="csX16" fmla="*/ 105790 w 281905"/>
                <a:gd name="csY16" fmla="*/ 150139 h 169144"/>
                <a:gd name="csX17" fmla="*/ 111632 w 281905"/>
                <a:gd name="csY17" fmla="*/ 154901 h 169144"/>
                <a:gd name="csX18" fmla="*/ 119754 w 281905"/>
                <a:gd name="csY18" fmla="*/ 148951 h 169144"/>
                <a:gd name="csX19" fmla="*/ 124732 w 281905"/>
                <a:gd name="csY19" fmla="*/ 143433 h 169144"/>
                <a:gd name="csX20" fmla="*/ 130250 w 281905"/>
                <a:gd name="csY20" fmla="*/ 142461 h 169144"/>
                <a:gd name="csX21" fmla="*/ 129818 w 281905"/>
                <a:gd name="csY21" fmla="*/ 135324 h 169144"/>
                <a:gd name="csX22" fmla="*/ 124516 w 281905"/>
                <a:gd name="csY22" fmla="*/ 113480 h 169144"/>
                <a:gd name="csX23" fmla="*/ 130898 w 281905"/>
                <a:gd name="csY23" fmla="*/ 113156 h 169144"/>
                <a:gd name="csX24" fmla="*/ 135229 w 281905"/>
                <a:gd name="csY24" fmla="*/ 124510 h 169144"/>
                <a:gd name="csX25" fmla="*/ 140969 w 281905"/>
                <a:gd name="csY25" fmla="*/ 130568 h 169144"/>
                <a:gd name="csX26" fmla="*/ 146811 w 281905"/>
                <a:gd name="csY26" fmla="*/ 129812 h 169144"/>
                <a:gd name="csX27" fmla="*/ 151034 w 281905"/>
                <a:gd name="csY27" fmla="*/ 126136 h 169144"/>
                <a:gd name="csX28" fmla="*/ 151573 w 281905"/>
                <a:gd name="csY28" fmla="*/ 119970 h 169144"/>
                <a:gd name="csX29" fmla="*/ 152761 w 281905"/>
                <a:gd name="csY29" fmla="*/ 115214 h 169144"/>
                <a:gd name="csX30" fmla="*/ 164127 w 281905"/>
                <a:gd name="csY30" fmla="*/ 106560 h 169144"/>
                <a:gd name="csX31" fmla="*/ 152113 w 281905"/>
                <a:gd name="csY31" fmla="*/ 93476 h 169144"/>
                <a:gd name="csX32" fmla="*/ 160451 w 281905"/>
                <a:gd name="csY32" fmla="*/ 90123 h 169144"/>
                <a:gd name="csX33" fmla="*/ 168890 w 281905"/>
                <a:gd name="csY33" fmla="*/ 92935 h 169144"/>
                <a:gd name="csX34" fmla="*/ 173436 w 281905"/>
                <a:gd name="csY34" fmla="*/ 82770 h 169144"/>
                <a:gd name="csX35" fmla="*/ 171379 w 281905"/>
                <a:gd name="csY35" fmla="*/ 74444 h 169144"/>
                <a:gd name="csX36" fmla="*/ 193026 w 281905"/>
                <a:gd name="csY36" fmla="*/ 68172 h 169144"/>
                <a:gd name="csX37" fmla="*/ 193896 w 281905"/>
                <a:gd name="csY37" fmla="*/ 71632 h 169144"/>
                <a:gd name="csX38" fmla="*/ 191515 w 281905"/>
                <a:gd name="csY38" fmla="*/ 77904 h 169144"/>
                <a:gd name="csX39" fmla="*/ 187832 w 281905"/>
                <a:gd name="csY39" fmla="*/ 83852 h 169144"/>
                <a:gd name="csX40" fmla="*/ 187184 w 281905"/>
                <a:gd name="csY40" fmla="*/ 104830 h 169144"/>
                <a:gd name="csX41" fmla="*/ 209155 w 281905"/>
                <a:gd name="csY41" fmla="*/ 117696 h 169144"/>
                <a:gd name="csX42" fmla="*/ 225500 w 281905"/>
                <a:gd name="csY42" fmla="*/ 105804 h 169144"/>
                <a:gd name="csX43" fmla="*/ 226148 w 281905"/>
                <a:gd name="csY43" fmla="*/ 88826 h 169144"/>
                <a:gd name="csX44" fmla="*/ 251802 w 281905"/>
                <a:gd name="csY44" fmla="*/ 86231 h 169144"/>
                <a:gd name="csX45" fmla="*/ 256564 w 281905"/>
                <a:gd name="csY45" fmla="*/ 81473 h 169144"/>
                <a:gd name="csX46" fmla="*/ 262838 w 281905"/>
                <a:gd name="csY46" fmla="*/ 78878 h 169144"/>
                <a:gd name="csX47" fmla="*/ 265219 w 281905"/>
                <a:gd name="csY47" fmla="*/ 75092 h 169144"/>
                <a:gd name="csX48" fmla="*/ 260025 w 281905"/>
                <a:gd name="csY48" fmla="*/ 66766 h 169144"/>
                <a:gd name="csX49" fmla="*/ 252126 w 281905"/>
                <a:gd name="csY49" fmla="*/ 64279 h 169144"/>
                <a:gd name="csX50" fmla="*/ 254399 w 281905"/>
                <a:gd name="csY50" fmla="*/ 56385 h 169144"/>
                <a:gd name="csX51" fmla="*/ 270198 w 281905"/>
                <a:gd name="csY51" fmla="*/ 56601 h 169144"/>
                <a:gd name="csX52" fmla="*/ 267601 w 281905"/>
                <a:gd name="csY52" fmla="*/ 51951 h 169144"/>
                <a:gd name="csX53" fmla="*/ 254183 w 281905"/>
                <a:gd name="csY53" fmla="*/ 45247 h 169144"/>
                <a:gd name="csX54" fmla="*/ 251040 w 281905"/>
                <a:gd name="csY54" fmla="*/ 38326 h 169144"/>
                <a:gd name="csX55" fmla="*/ 254399 w 281905"/>
                <a:gd name="csY55" fmla="*/ 33676 h 169144"/>
                <a:gd name="csX56" fmla="*/ 273665 w 281905"/>
                <a:gd name="csY56" fmla="*/ 29999 h 169144"/>
                <a:gd name="csX57" fmla="*/ 281348 w 281905"/>
                <a:gd name="csY57" fmla="*/ 21997 h 169144"/>
                <a:gd name="csX58" fmla="*/ 280155 w 281905"/>
                <a:gd name="csY58" fmla="*/ 17131 h 169144"/>
                <a:gd name="csX59" fmla="*/ 248659 w 281905"/>
                <a:gd name="csY59" fmla="*/ 1667 h 169144"/>
                <a:gd name="csX60" fmla="*/ 233076 w 281905"/>
                <a:gd name="csY60" fmla="*/ 154 h 169144"/>
                <a:gd name="csX61" fmla="*/ 226364 w 281905"/>
                <a:gd name="csY61" fmla="*/ 7615 h 169144"/>
                <a:gd name="csX62" fmla="*/ 217817 w 281905"/>
                <a:gd name="csY62" fmla="*/ 7615 h 169144"/>
                <a:gd name="csX63" fmla="*/ 231234 w 281905"/>
                <a:gd name="csY63" fmla="*/ 20159 h 169144"/>
                <a:gd name="csX64" fmla="*/ 219544 w 281905"/>
                <a:gd name="csY64" fmla="*/ 21240 h 169144"/>
                <a:gd name="csX65" fmla="*/ 213702 w 281905"/>
                <a:gd name="csY65" fmla="*/ 20700 h 169144"/>
                <a:gd name="csX66" fmla="*/ 206666 w 281905"/>
                <a:gd name="csY66" fmla="*/ 22430 h 169144"/>
                <a:gd name="csX67" fmla="*/ 184041 w 281905"/>
                <a:gd name="csY67" fmla="*/ 15941 h 169144"/>
                <a:gd name="csX68" fmla="*/ 142588 w 281905"/>
                <a:gd name="csY68" fmla="*/ 21889 h 169144"/>
                <a:gd name="csX69" fmla="*/ 135336 w 281905"/>
                <a:gd name="csY69" fmla="*/ 30540 h 169144"/>
                <a:gd name="csX70" fmla="*/ 131336 w 281905"/>
                <a:gd name="csY70" fmla="*/ 37569 h 169144"/>
                <a:gd name="csX71" fmla="*/ 97675 w 281905"/>
                <a:gd name="csY71" fmla="*/ 61467 h 169144"/>
                <a:gd name="csX72" fmla="*/ 94315 w 281905"/>
                <a:gd name="csY72" fmla="*/ 72281 h 169144"/>
                <a:gd name="csX73" fmla="*/ 67690 w 281905"/>
                <a:gd name="csY73" fmla="*/ 75741 h 169144"/>
                <a:gd name="csX74" fmla="*/ 51669 w 281905"/>
                <a:gd name="csY74" fmla="*/ 101370 h 169144"/>
                <a:gd name="csX75" fmla="*/ 13791 w 281905"/>
                <a:gd name="csY75" fmla="*/ 104614 h 169144"/>
                <a:gd name="csX76" fmla="*/ 1885 w 281905"/>
                <a:gd name="csY76" fmla="*/ 128187 h 169144"/>
                <a:gd name="csX77" fmla="*/ 2101 w 281905"/>
                <a:gd name="csY77" fmla="*/ 128618 h 16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81905" h="169144">
                  <a:moveTo>
                    <a:pt x="2101" y="128618"/>
                  </a:moveTo>
                  <a:cubicBezTo>
                    <a:pt x="4050" y="129050"/>
                    <a:pt x="10648" y="126891"/>
                    <a:pt x="10648" y="132727"/>
                  </a:cubicBezTo>
                  <a:cubicBezTo>
                    <a:pt x="11302" y="139001"/>
                    <a:pt x="8813" y="147764"/>
                    <a:pt x="14007" y="149167"/>
                  </a:cubicBezTo>
                  <a:cubicBezTo>
                    <a:pt x="16064" y="149275"/>
                    <a:pt x="21151" y="152520"/>
                    <a:pt x="24396" y="148303"/>
                  </a:cubicBezTo>
                  <a:cubicBezTo>
                    <a:pt x="34137" y="135432"/>
                    <a:pt x="35654" y="131647"/>
                    <a:pt x="39439" y="134245"/>
                  </a:cubicBezTo>
                  <a:cubicBezTo>
                    <a:pt x="54488" y="144627"/>
                    <a:pt x="56539" y="147110"/>
                    <a:pt x="60114" y="144303"/>
                  </a:cubicBezTo>
                  <a:cubicBezTo>
                    <a:pt x="63467" y="142246"/>
                    <a:pt x="70611" y="134245"/>
                    <a:pt x="69423" y="140410"/>
                  </a:cubicBezTo>
                  <a:cubicBezTo>
                    <a:pt x="68338" y="146570"/>
                    <a:pt x="67798" y="152088"/>
                    <a:pt x="65093" y="156304"/>
                  </a:cubicBezTo>
                  <a:cubicBezTo>
                    <a:pt x="64121" y="158686"/>
                    <a:pt x="58273" y="164305"/>
                    <a:pt x="62819" y="166255"/>
                  </a:cubicBezTo>
                  <a:cubicBezTo>
                    <a:pt x="65956" y="167011"/>
                    <a:pt x="71805" y="172091"/>
                    <a:pt x="74078" y="166687"/>
                  </a:cubicBezTo>
                  <a:cubicBezTo>
                    <a:pt x="76675" y="158902"/>
                    <a:pt x="82409" y="152520"/>
                    <a:pt x="78625" y="147656"/>
                  </a:cubicBezTo>
                  <a:cubicBezTo>
                    <a:pt x="75589" y="142677"/>
                    <a:pt x="69100" y="138353"/>
                    <a:pt x="71589" y="132727"/>
                  </a:cubicBezTo>
                  <a:cubicBezTo>
                    <a:pt x="73316" y="129812"/>
                    <a:pt x="74294" y="122243"/>
                    <a:pt x="79380" y="122999"/>
                  </a:cubicBezTo>
                  <a:cubicBezTo>
                    <a:pt x="80028" y="123215"/>
                    <a:pt x="85553" y="122675"/>
                    <a:pt x="84575" y="127755"/>
                  </a:cubicBezTo>
                  <a:cubicBezTo>
                    <a:pt x="84575" y="128726"/>
                    <a:pt x="82409" y="134029"/>
                    <a:pt x="85330" y="138029"/>
                  </a:cubicBezTo>
                  <a:cubicBezTo>
                    <a:pt x="97452" y="154787"/>
                    <a:pt x="99726" y="159873"/>
                    <a:pt x="101459" y="154901"/>
                  </a:cubicBezTo>
                  <a:cubicBezTo>
                    <a:pt x="101999" y="153815"/>
                    <a:pt x="103625" y="145274"/>
                    <a:pt x="105790" y="150139"/>
                  </a:cubicBezTo>
                  <a:cubicBezTo>
                    <a:pt x="106330" y="150894"/>
                    <a:pt x="107416" y="156197"/>
                    <a:pt x="111632" y="154901"/>
                  </a:cubicBezTo>
                  <a:cubicBezTo>
                    <a:pt x="112934" y="154247"/>
                    <a:pt x="118344" y="154247"/>
                    <a:pt x="119754" y="148951"/>
                  </a:cubicBezTo>
                  <a:cubicBezTo>
                    <a:pt x="120077" y="148195"/>
                    <a:pt x="120725" y="141058"/>
                    <a:pt x="124732" y="143433"/>
                  </a:cubicBezTo>
                  <a:cubicBezTo>
                    <a:pt x="125380" y="143541"/>
                    <a:pt x="128955" y="146894"/>
                    <a:pt x="130250" y="142461"/>
                  </a:cubicBezTo>
                  <a:cubicBezTo>
                    <a:pt x="130898" y="140518"/>
                    <a:pt x="130682" y="137273"/>
                    <a:pt x="129818" y="135324"/>
                  </a:cubicBezTo>
                  <a:cubicBezTo>
                    <a:pt x="123214" y="119538"/>
                    <a:pt x="120833" y="116401"/>
                    <a:pt x="124516" y="113480"/>
                  </a:cubicBezTo>
                  <a:cubicBezTo>
                    <a:pt x="125056" y="113264"/>
                    <a:pt x="129063" y="108400"/>
                    <a:pt x="130898" y="113156"/>
                  </a:cubicBezTo>
                  <a:lnTo>
                    <a:pt x="135229" y="124510"/>
                  </a:lnTo>
                  <a:cubicBezTo>
                    <a:pt x="136854" y="128726"/>
                    <a:pt x="141617" y="131000"/>
                    <a:pt x="140969" y="130568"/>
                  </a:cubicBezTo>
                  <a:cubicBezTo>
                    <a:pt x="142696" y="131539"/>
                    <a:pt x="145293" y="131216"/>
                    <a:pt x="146811" y="129812"/>
                  </a:cubicBezTo>
                  <a:lnTo>
                    <a:pt x="151034" y="126136"/>
                  </a:lnTo>
                  <a:cubicBezTo>
                    <a:pt x="153847" y="123646"/>
                    <a:pt x="151465" y="119214"/>
                    <a:pt x="151573" y="119970"/>
                  </a:cubicBezTo>
                  <a:cubicBezTo>
                    <a:pt x="150494" y="118128"/>
                    <a:pt x="151034" y="115969"/>
                    <a:pt x="152761" y="115214"/>
                  </a:cubicBezTo>
                  <a:cubicBezTo>
                    <a:pt x="162286" y="110889"/>
                    <a:pt x="168026" y="109264"/>
                    <a:pt x="164127" y="106560"/>
                  </a:cubicBezTo>
                  <a:cubicBezTo>
                    <a:pt x="157523" y="100830"/>
                    <a:pt x="147890" y="97910"/>
                    <a:pt x="152113" y="93476"/>
                  </a:cubicBezTo>
                  <a:cubicBezTo>
                    <a:pt x="153307" y="92719"/>
                    <a:pt x="156768" y="86663"/>
                    <a:pt x="160451" y="90123"/>
                  </a:cubicBezTo>
                  <a:cubicBezTo>
                    <a:pt x="161638" y="90881"/>
                    <a:pt x="165321" y="96720"/>
                    <a:pt x="168890" y="92935"/>
                  </a:cubicBezTo>
                  <a:cubicBezTo>
                    <a:pt x="170407" y="90772"/>
                    <a:pt x="176681" y="87096"/>
                    <a:pt x="173436" y="82770"/>
                  </a:cubicBezTo>
                  <a:cubicBezTo>
                    <a:pt x="172789" y="81473"/>
                    <a:pt x="167048" y="76498"/>
                    <a:pt x="171379" y="74444"/>
                  </a:cubicBezTo>
                  <a:cubicBezTo>
                    <a:pt x="188696" y="66009"/>
                    <a:pt x="191731" y="63090"/>
                    <a:pt x="193026" y="68172"/>
                  </a:cubicBezTo>
                  <a:lnTo>
                    <a:pt x="193896" y="71632"/>
                  </a:lnTo>
                  <a:cubicBezTo>
                    <a:pt x="194976" y="75741"/>
                    <a:pt x="190969" y="78661"/>
                    <a:pt x="191515" y="77904"/>
                  </a:cubicBezTo>
                  <a:cubicBezTo>
                    <a:pt x="189889" y="78986"/>
                    <a:pt x="188264" y="81689"/>
                    <a:pt x="187832" y="83852"/>
                  </a:cubicBezTo>
                  <a:cubicBezTo>
                    <a:pt x="185235" y="97585"/>
                    <a:pt x="183501" y="102019"/>
                    <a:pt x="187184" y="104830"/>
                  </a:cubicBezTo>
                  <a:cubicBezTo>
                    <a:pt x="202875" y="116725"/>
                    <a:pt x="204932" y="119646"/>
                    <a:pt x="209155" y="117696"/>
                  </a:cubicBezTo>
                  <a:cubicBezTo>
                    <a:pt x="222795" y="111321"/>
                    <a:pt x="226256" y="110997"/>
                    <a:pt x="225500" y="105804"/>
                  </a:cubicBezTo>
                  <a:cubicBezTo>
                    <a:pt x="224960" y="98234"/>
                    <a:pt x="220846" y="88826"/>
                    <a:pt x="226148" y="88826"/>
                  </a:cubicBezTo>
                  <a:cubicBezTo>
                    <a:pt x="246277" y="88826"/>
                    <a:pt x="248443" y="89583"/>
                    <a:pt x="251802" y="86231"/>
                  </a:cubicBezTo>
                  <a:lnTo>
                    <a:pt x="256564" y="81473"/>
                  </a:lnTo>
                  <a:cubicBezTo>
                    <a:pt x="259269" y="78878"/>
                    <a:pt x="263492" y="78769"/>
                    <a:pt x="262838" y="78878"/>
                  </a:cubicBezTo>
                  <a:cubicBezTo>
                    <a:pt x="264680" y="78878"/>
                    <a:pt x="265759" y="77147"/>
                    <a:pt x="265219" y="75092"/>
                  </a:cubicBezTo>
                  <a:cubicBezTo>
                    <a:pt x="264788" y="74228"/>
                    <a:pt x="264356" y="68172"/>
                    <a:pt x="260025" y="66766"/>
                  </a:cubicBezTo>
                  <a:lnTo>
                    <a:pt x="252126" y="64279"/>
                  </a:lnTo>
                  <a:cubicBezTo>
                    <a:pt x="247795" y="62981"/>
                    <a:pt x="250068" y="55412"/>
                    <a:pt x="254399" y="56385"/>
                  </a:cubicBezTo>
                  <a:cubicBezTo>
                    <a:pt x="262514" y="58115"/>
                    <a:pt x="269334" y="61035"/>
                    <a:pt x="270198" y="56601"/>
                  </a:cubicBezTo>
                  <a:cubicBezTo>
                    <a:pt x="270522" y="54871"/>
                    <a:pt x="269334" y="52708"/>
                    <a:pt x="267601" y="51951"/>
                  </a:cubicBezTo>
                  <a:lnTo>
                    <a:pt x="254183" y="45247"/>
                  </a:lnTo>
                  <a:cubicBezTo>
                    <a:pt x="250716" y="43516"/>
                    <a:pt x="250932" y="37677"/>
                    <a:pt x="251040" y="38326"/>
                  </a:cubicBezTo>
                  <a:cubicBezTo>
                    <a:pt x="251040" y="36055"/>
                    <a:pt x="252557" y="34000"/>
                    <a:pt x="254399" y="33676"/>
                  </a:cubicBezTo>
                  <a:lnTo>
                    <a:pt x="273665" y="29999"/>
                  </a:lnTo>
                  <a:cubicBezTo>
                    <a:pt x="278319" y="29134"/>
                    <a:pt x="281888" y="21240"/>
                    <a:pt x="281348" y="21997"/>
                  </a:cubicBezTo>
                  <a:cubicBezTo>
                    <a:pt x="282428" y="20159"/>
                    <a:pt x="281888" y="17996"/>
                    <a:pt x="280155" y="17131"/>
                  </a:cubicBezTo>
                  <a:lnTo>
                    <a:pt x="248659" y="1667"/>
                  </a:lnTo>
                  <a:cubicBezTo>
                    <a:pt x="243788" y="-712"/>
                    <a:pt x="232428" y="154"/>
                    <a:pt x="233076" y="154"/>
                  </a:cubicBezTo>
                  <a:cubicBezTo>
                    <a:pt x="227881" y="154"/>
                    <a:pt x="231558" y="7615"/>
                    <a:pt x="226364" y="7615"/>
                  </a:cubicBezTo>
                  <a:lnTo>
                    <a:pt x="217817" y="7615"/>
                  </a:lnTo>
                  <a:cubicBezTo>
                    <a:pt x="226148" y="14103"/>
                    <a:pt x="236644" y="17996"/>
                    <a:pt x="231234" y="20159"/>
                  </a:cubicBezTo>
                  <a:cubicBezTo>
                    <a:pt x="228313" y="20808"/>
                    <a:pt x="223551" y="24809"/>
                    <a:pt x="219544" y="21240"/>
                  </a:cubicBezTo>
                  <a:cubicBezTo>
                    <a:pt x="219004" y="21024"/>
                    <a:pt x="216623" y="18537"/>
                    <a:pt x="213702" y="20700"/>
                  </a:cubicBezTo>
                  <a:cubicBezTo>
                    <a:pt x="213054" y="20915"/>
                    <a:pt x="210451" y="23835"/>
                    <a:pt x="206666" y="22430"/>
                  </a:cubicBezTo>
                  <a:cubicBezTo>
                    <a:pt x="193674" y="17780"/>
                    <a:pt x="188803" y="15400"/>
                    <a:pt x="184041" y="15941"/>
                  </a:cubicBezTo>
                  <a:cubicBezTo>
                    <a:pt x="148113" y="19510"/>
                    <a:pt x="146595" y="18969"/>
                    <a:pt x="142588" y="21889"/>
                  </a:cubicBezTo>
                  <a:cubicBezTo>
                    <a:pt x="141401" y="23078"/>
                    <a:pt x="136314" y="25133"/>
                    <a:pt x="135336" y="30540"/>
                  </a:cubicBezTo>
                  <a:cubicBezTo>
                    <a:pt x="135013" y="31297"/>
                    <a:pt x="134905" y="35514"/>
                    <a:pt x="131336" y="37569"/>
                  </a:cubicBezTo>
                  <a:cubicBezTo>
                    <a:pt x="99294" y="56601"/>
                    <a:pt x="97675" y="56060"/>
                    <a:pt x="97675" y="61467"/>
                  </a:cubicBezTo>
                  <a:cubicBezTo>
                    <a:pt x="97236" y="64171"/>
                    <a:pt x="99186" y="72281"/>
                    <a:pt x="94315" y="72281"/>
                  </a:cubicBezTo>
                  <a:cubicBezTo>
                    <a:pt x="75919" y="72281"/>
                    <a:pt x="70179" y="70767"/>
                    <a:pt x="67690" y="75741"/>
                  </a:cubicBezTo>
                  <a:cubicBezTo>
                    <a:pt x="58273" y="94774"/>
                    <a:pt x="56431" y="101370"/>
                    <a:pt x="51669" y="101370"/>
                  </a:cubicBezTo>
                  <a:cubicBezTo>
                    <a:pt x="17792" y="101370"/>
                    <a:pt x="16604" y="100289"/>
                    <a:pt x="13791" y="104614"/>
                  </a:cubicBezTo>
                  <a:cubicBezTo>
                    <a:pt x="907" y="124510"/>
                    <a:pt x="-2662" y="128187"/>
                    <a:pt x="1885" y="128187"/>
                  </a:cubicBezTo>
                  <a:lnTo>
                    <a:pt x="2101" y="128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D9B056E-01ED-10A3-C080-61939B4D9C9D}"/>
                </a:ext>
              </a:extLst>
            </p:cNvPr>
            <p:cNvSpPr/>
            <p:nvPr/>
          </p:nvSpPr>
          <p:spPr>
            <a:xfrm>
              <a:off x="1155810" y="656314"/>
              <a:ext cx="73250" cy="52896"/>
            </a:xfrm>
            <a:custGeom>
              <a:avLst/>
              <a:gdLst>
                <a:gd name="csX0" fmla="*/ 64704 w 73250"/>
                <a:gd name="csY0" fmla="*/ 136 h 52896"/>
                <a:gd name="csX1" fmla="*/ 50632 w 73250"/>
                <a:gd name="csY1" fmla="*/ 10296 h 52896"/>
                <a:gd name="csX2" fmla="*/ 36561 w 73250"/>
                <a:gd name="csY2" fmla="*/ 12785 h 52896"/>
                <a:gd name="csX3" fmla="*/ 2683 w 73250"/>
                <a:gd name="csY3" fmla="*/ 40040 h 52896"/>
                <a:gd name="csX4" fmla="*/ 3331 w 73250"/>
                <a:gd name="csY4" fmla="*/ 48364 h 52896"/>
                <a:gd name="csX5" fmla="*/ 20972 w 73250"/>
                <a:gd name="csY5" fmla="*/ 49876 h 52896"/>
                <a:gd name="csX6" fmla="*/ 26064 w 73250"/>
                <a:gd name="csY6" fmla="*/ 52257 h 52896"/>
                <a:gd name="csX7" fmla="*/ 44136 w 73250"/>
                <a:gd name="csY7" fmla="*/ 47063 h 52896"/>
                <a:gd name="csX8" fmla="*/ 49331 w 73250"/>
                <a:gd name="csY8" fmla="*/ 42414 h 52896"/>
                <a:gd name="csX9" fmla="*/ 73251 w 73250"/>
                <a:gd name="csY9" fmla="*/ 4029 h 52896"/>
                <a:gd name="csX10" fmla="*/ 64596 w 73250"/>
                <a:gd name="csY10" fmla="*/ 136 h 52896"/>
                <a:gd name="csX11" fmla="*/ 64704 w 73250"/>
                <a:gd name="csY11" fmla="*/ 136 h 52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3250" h="52896">
                  <a:moveTo>
                    <a:pt x="64704" y="136"/>
                  </a:moveTo>
                  <a:cubicBezTo>
                    <a:pt x="60589" y="-1382"/>
                    <a:pt x="50632" y="10296"/>
                    <a:pt x="50632" y="10296"/>
                  </a:cubicBezTo>
                  <a:cubicBezTo>
                    <a:pt x="46733" y="14303"/>
                    <a:pt x="41107" y="12353"/>
                    <a:pt x="36561" y="12785"/>
                  </a:cubicBezTo>
                  <a:cubicBezTo>
                    <a:pt x="32014" y="12785"/>
                    <a:pt x="32014" y="13757"/>
                    <a:pt x="2683" y="40040"/>
                  </a:cubicBezTo>
                  <a:cubicBezTo>
                    <a:pt x="-892" y="43170"/>
                    <a:pt x="-1107" y="48364"/>
                    <a:pt x="3331" y="48364"/>
                  </a:cubicBezTo>
                  <a:cubicBezTo>
                    <a:pt x="2683" y="48364"/>
                    <a:pt x="16101" y="47501"/>
                    <a:pt x="20972" y="49876"/>
                  </a:cubicBezTo>
                  <a:lnTo>
                    <a:pt x="26064" y="52257"/>
                  </a:lnTo>
                  <a:cubicBezTo>
                    <a:pt x="30173" y="54200"/>
                    <a:pt x="34179" y="51501"/>
                    <a:pt x="44136" y="47063"/>
                  </a:cubicBezTo>
                  <a:cubicBezTo>
                    <a:pt x="45870" y="46307"/>
                    <a:pt x="48251" y="44256"/>
                    <a:pt x="49331" y="42414"/>
                  </a:cubicBezTo>
                  <a:cubicBezTo>
                    <a:pt x="48899" y="43170"/>
                    <a:pt x="73251" y="5108"/>
                    <a:pt x="73251" y="4029"/>
                  </a:cubicBezTo>
                  <a:cubicBezTo>
                    <a:pt x="73251" y="3273"/>
                    <a:pt x="68597" y="1755"/>
                    <a:pt x="64596" y="136"/>
                  </a:cubicBezTo>
                  <a:lnTo>
                    <a:pt x="64704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CB46E4E-14D0-AA9E-3B3D-10D8AF04EF1B}"/>
                </a:ext>
              </a:extLst>
            </p:cNvPr>
            <p:cNvSpPr/>
            <p:nvPr/>
          </p:nvSpPr>
          <p:spPr>
            <a:xfrm>
              <a:off x="1316286" y="480828"/>
              <a:ext cx="56757" cy="36181"/>
            </a:xfrm>
            <a:custGeom>
              <a:avLst/>
              <a:gdLst>
                <a:gd name="csX0" fmla="*/ 1098 w 56757"/>
                <a:gd name="csY0" fmla="*/ 14063 h 36181"/>
                <a:gd name="csX1" fmla="*/ 30974 w 56757"/>
                <a:gd name="csY1" fmla="*/ 36123 h 36181"/>
                <a:gd name="csX2" fmla="*/ 47637 w 56757"/>
                <a:gd name="csY2" fmla="*/ 33744 h 36181"/>
                <a:gd name="csX3" fmla="*/ 55543 w 56757"/>
                <a:gd name="csY3" fmla="*/ 21957 h 36181"/>
                <a:gd name="csX4" fmla="*/ 24478 w 56757"/>
                <a:gd name="csY4" fmla="*/ 113 h 36181"/>
                <a:gd name="csX5" fmla="*/ 1206 w 56757"/>
                <a:gd name="csY5" fmla="*/ 14063 h 36181"/>
                <a:gd name="csX6" fmla="*/ 1098 w 56757"/>
                <a:gd name="csY6" fmla="*/ 14063 h 3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6757" h="36181">
                  <a:moveTo>
                    <a:pt x="1098" y="14063"/>
                  </a:moveTo>
                  <a:cubicBezTo>
                    <a:pt x="25450" y="34393"/>
                    <a:pt x="26428" y="36123"/>
                    <a:pt x="30974" y="36123"/>
                  </a:cubicBezTo>
                  <a:cubicBezTo>
                    <a:pt x="41255" y="36123"/>
                    <a:pt x="44284" y="36772"/>
                    <a:pt x="47637" y="33744"/>
                  </a:cubicBezTo>
                  <a:cubicBezTo>
                    <a:pt x="51536" y="29419"/>
                    <a:pt x="59873" y="25633"/>
                    <a:pt x="55543" y="21957"/>
                  </a:cubicBezTo>
                  <a:cubicBezTo>
                    <a:pt x="55543" y="21957"/>
                    <a:pt x="28701" y="-1834"/>
                    <a:pt x="24478" y="113"/>
                  </a:cubicBezTo>
                  <a:cubicBezTo>
                    <a:pt x="1853" y="10170"/>
                    <a:pt x="-2579" y="10927"/>
                    <a:pt x="1206" y="14063"/>
                  </a:cubicBezTo>
                  <a:lnTo>
                    <a:pt x="1098" y="140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B93D6823-CCD8-71C5-9E4B-763FBC0CA13A}"/>
                </a:ext>
              </a:extLst>
            </p:cNvPr>
            <p:cNvSpPr/>
            <p:nvPr/>
          </p:nvSpPr>
          <p:spPr>
            <a:xfrm>
              <a:off x="1386936" y="405691"/>
              <a:ext cx="150627" cy="54919"/>
            </a:xfrm>
            <a:custGeom>
              <a:avLst/>
              <a:gdLst>
                <a:gd name="csX0" fmla="*/ 2095 w 150627"/>
                <a:gd name="csY0" fmla="*/ 50918 h 54919"/>
                <a:gd name="csX1" fmla="*/ 6317 w 150627"/>
                <a:gd name="csY1" fmla="*/ 53838 h 54919"/>
                <a:gd name="csX2" fmla="*/ 40411 w 150627"/>
                <a:gd name="csY2" fmla="*/ 43349 h 54919"/>
                <a:gd name="csX3" fmla="*/ 46367 w 150627"/>
                <a:gd name="csY3" fmla="*/ 44755 h 54919"/>
                <a:gd name="csX4" fmla="*/ 55244 w 150627"/>
                <a:gd name="csY4" fmla="*/ 52540 h 54919"/>
                <a:gd name="csX5" fmla="*/ 61410 w 150627"/>
                <a:gd name="csY5" fmla="*/ 54919 h 54919"/>
                <a:gd name="csX6" fmla="*/ 65525 w 150627"/>
                <a:gd name="csY6" fmla="*/ 54919 h 54919"/>
                <a:gd name="csX7" fmla="*/ 70935 w 150627"/>
                <a:gd name="csY7" fmla="*/ 51675 h 54919"/>
                <a:gd name="csX8" fmla="*/ 77647 w 150627"/>
                <a:gd name="csY8" fmla="*/ 41402 h 54919"/>
                <a:gd name="csX9" fmla="*/ 82625 w 150627"/>
                <a:gd name="csY9" fmla="*/ 40212 h 54919"/>
                <a:gd name="csX10" fmla="*/ 100590 w 150627"/>
                <a:gd name="csY10" fmla="*/ 52757 h 54919"/>
                <a:gd name="csX11" fmla="*/ 114985 w 150627"/>
                <a:gd name="csY11" fmla="*/ 46701 h 54919"/>
                <a:gd name="csX12" fmla="*/ 121157 w 150627"/>
                <a:gd name="csY12" fmla="*/ 45511 h 54919"/>
                <a:gd name="csX13" fmla="*/ 141833 w 150627"/>
                <a:gd name="csY13" fmla="*/ 50485 h 54919"/>
                <a:gd name="csX14" fmla="*/ 146373 w 150627"/>
                <a:gd name="csY14" fmla="*/ 47566 h 54919"/>
                <a:gd name="csX15" fmla="*/ 150380 w 150627"/>
                <a:gd name="csY15" fmla="*/ 35454 h 54919"/>
                <a:gd name="csX16" fmla="*/ 148754 w 150627"/>
                <a:gd name="csY16" fmla="*/ 29615 h 54919"/>
                <a:gd name="csX17" fmla="*/ 109467 w 150627"/>
                <a:gd name="csY17" fmla="*/ 1067 h 54919"/>
                <a:gd name="csX18" fmla="*/ 103517 w 150627"/>
                <a:gd name="csY18" fmla="*/ 526 h 54919"/>
                <a:gd name="csX19" fmla="*/ 61734 w 150627"/>
                <a:gd name="csY19" fmla="*/ 21180 h 54919"/>
                <a:gd name="csX20" fmla="*/ 55352 w 150627"/>
                <a:gd name="csY20" fmla="*/ 21829 h 54919"/>
                <a:gd name="csX21" fmla="*/ 44525 w 150627"/>
                <a:gd name="csY21" fmla="*/ 18909 h 54919"/>
                <a:gd name="csX22" fmla="*/ 38137 w 150627"/>
                <a:gd name="csY22" fmla="*/ 19450 h 54919"/>
                <a:gd name="csX23" fmla="*/ 2311 w 150627"/>
                <a:gd name="csY23" fmla="*/ 36644 h 54919"/>
                <a:gd name="csX24" fmla="*/ 152 w 150627"/>
                <a:gd name="csY24" fmla="*/ 42051 h 54919"/>
                <a:gd name="csX25" fmla="*/ 2203 w 150627"/>
                <a:gd name="csY25" fmla="*/ 50918 h 54919"/>
                <a:gd name="csX26" fmla="*/ 2095 w 150627"/>
                <a:gd name="csY26" fmla="*/ 50918 h 54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627" h="54919">
                  <a:moveTo>
                    <a:pt x="2095" y="50918"/>
                  </a:moveTo>
                  <a:cubicBezTo>
                    <a:pt x="2641" y="53081"/>
                    <a:pt x="4476" y="54379"/>
                    <a:pt x="6317" y="53838"/>
                  </a:cubicBezTo>
                  <a:lnTo>
                    <a:pt x="40411" y="43349"/>
                  </a:lnTo>
                  <a:cubicBezTo>
                    <a:pt x="42144" y="42808"/>
                    <a:pt x="44849" y="43349"/>
                    <a:pt x="46367" y="44755"/>
                  </a:cubicBezTo>
                  <a:lnTo>
                    <a:pt x="55244" y="52540"/>
                  </a:lnTo>
                  <a:cubicBezTo>
                    <a:pt x="56755" y="53838"/>
                    <a:pt x="59461" y="54919"/>
                    <a:pt x="61410" y="54919"/>
                  </a:cubicBezTo>
                  <a:lnTo>
                    <a:pt x="65525" y="54919"/>
                  </a:lnTo>
                  <a:cubicBezTo>
                    <a:pt x="67366" y="54919"/>
                    <a:pt x="69856" y="53514"/>
                    <a:pt x="70935" y="51675"/>
                  </a:cubicBezTo>
                  <a:lnTo>
                    <a:pt x="77647" y="41402"/>
                  </a:lnTo>
                  <a:cubicBezTo>
                    <a:pt x="78834" y="39672"/>
                    <a:pt x="81000" y="39131"/>
                    <a:pt x="82625" y="40212"/>
                  </a:cubicBezTo>
                  <a:lnTo>
                    <a:pt x="100590" y="52757"/>
                  </a:lnTo>
                  <a:cubicBezTo>
                    <a:pt x="105136" y="56000"/>
                    <a:pt x="109791" y="49621"/>
                    <a:pt x="114985" y="46701"/>
                  </a:cubicBezTo>
                  <a:cubicBezTo>
                    <a:pt x="116611" y="45619"/>
                    <a:pt x="119424" y="45079"/>
                    <a:pt x="121157" y="45511"/>
                  </a:cubicBezTo>
                  <a:lnTo>
                    <a:pt x="141833" y="50485"/>
                  </a:lnTo>
                  <a:cubicBezTo>
                    <a:pt x="143668" y="50918"/>
                    <a:pt x="145725" y="49621"/>
                    <a:pt x="146373" y="47566"/>
                  </a:cubicBezTo>
                  <a:lnTo>
                    <a:pt x="150380" y="35454"/>
                  </a:lnTo>
                  <a:cubicBezTo>
                    <a:pt x="151028" y="33400"/>
                    <a:pt x="150380" y="30805"/>
                    <a:pt x="148754" y="29615"/>
                  </a:cubicBezTo>
                  <a:lnTo>
                    <a:pt x="109467" y="1067"/>
                  </a:lnTo>
                  <a:cubicBezTo>
                    <a:pt x="107949" y="-123"/>
                    <a:pt x="105136" y="-339"/>
                    <a:pt x="103517" y="526"/>
                  </a:cubicBezTo>
                  <a:lnTo>
                    <a:pt x="61734" y="21180"/>
                  </a:lnTo>
                  <a:cubicBezTo>
                    <a:pt x="60007" y="22046"/>
                    <a:pt x="57079" y="22262"/>
                    <a:pt x="55352" y="21829"/>
                  </a:cubicBezTo>
                  <a:lnTo>
                    <a:pt x="44525" y="18909"/>
                  </a:lnTo>
                  <a:cubicBezTo>
                    <a:pt x="42684" y="18369"/>
                    <a:pt x="39871" y="18694"/>
                    <a:pt x="38137" y="19450"/>
                  </a:cubicBezTo>
                  <a:lnTo>
                    <a:pt x="2311" y="36644"/>
                  </a:lnTo>
                  <a:cubicBezTo>
                    <a:pt x="583" y="37509"/>
                    <a:pt x="-395" y="39888"/>
                    <a:pt x="152" y="42051"/>
                  </a:cubicBezTo>
                  <a:lnTo>
                    <a:pt x="2203" y="50918"/>
                  </a:lnTo>
                  <a:lnTo>
                    <a:pt x="2095" y="509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64EF2473-FA31-EC33-77FF-81744B9ECA9D}"/>
                </a:ext>
              </a:extLst>
            </p:cNvPr>
            <p:cNvSpPr/>
            <p:nvPr/>
          </p:nvSpPr>
          <p:spPr>
            <a:xfrm>
              <a:off x="1384188" y="473465"/>
              <a:ext cx="141764" cy="74191"/>
            </a:xfrm>
            <a:custGeom>
              <a:avLst/>
              <a:gdLst>
                <a:gd name="csX0" fmla="*/ 4195 w 141764"/>
                <a:gd name="csY0" fmla="*/ 40349 h 74191"/>
                <a:gd name="csX1" fmla="*/ 4951 w 141764"/>
                <a:gd name="csY1" fmla="*/ 47270 h 74191"/>
                <a:gd name="csX2" fmla="*/ 3109 w 141764"/>
                <a:gd name="csY2" fmla="*/ 52244 h 74191"/>
                <a:gd name="csX3" fmla="*/ 4843 w 141764"/>
                <a:gd name="csY3" fmla="*/ 57759 h 74191"/>
                <a:gd name="csX4" fmla="*/ 13720 w 141764"/>
                <a:gd name="csY4" fmla="*/ 63058 h 74191"/>
                <a:gd name="csX5" fmla="*/ 20102 w 141764"/>
                <a:gd name="csY5" fmla="*/ 64464 h 74191"/>
                <a:gd name="csX6" fmla="*/ 30605 w 141764"/>
                <a:gd name="csY6" fmla="*/ 65653 h 74191"/>
                <a:gd name="csX7" fmla="*/ 41101 w 141764"/>
                <a:gd name="csY7" fmla="*/ 72899 h 74191"/>
                <a:gd name="csX8" fmla="*/ 47273 w 141764"/>
                <a:gd name="csY8" fmla="*/ 73980 h 74191"/>
                <a:gd name="csX9" fmla="*/ 74870 w 141764"/>
                <a:gd name="csY9" fmla="*/ 66302 h 74191"/>
                <a:gd name="csX10" fmla="*/ 81474 w 141764"/>
                <a:gd name="csY10" fmla="*/ 66302 h 74191"/>
                <a:gd name="csX11" fmla="*/ 90784 w 141764"/>
                <a:gd name="csY11" fmla="*/ 68789 h 74191"/>
                <a:gd name="csX12" fmla="*/ 97172 w 141764"/>
                <a:gd name="csY12" fmla="*/ 67924 h 74191"/>
                <a:gd name="csX13" fmla="*/ 118381 w 141764"/>
                <a:gd name="csY13" fmla="*/ 55705 h 74191"/>
                <a:gd name="csX14" fmla="*/ 121848 w 141764"/>
                <a:gd name="csY14" fmla="*/ 49865 h 74191"/>
                <a:gd name="csX15" fmla="*/ 122927 w 141764"/>
                <a:gd name="csY15" fmla="*/ 40349 h 74191"/>
                <a:gd name="csX16" fmla="*/ 120006 w 141764"/>
                <a:gd name="csY16" fmla="*/ 36672 h 74191"/>
                <a:gd name="csX17" fmla="*/ 103445 w 141764"/>
                <a:gd name="csY17" fmla="*/ 38403 h 74191"/>
                <a:gd name="csX18" fmla="*/ 97496 w 141764"/>
                <a:gd name="csY18" fmla="*/ 36132 h 74191"/>
                <a:gd name="csX19" fmla="*/ 92187 w 141764"/>
                <a:gd name="csY19" fmla="*/ 30725 h 74191"/>
                <a:gd name="csX20" fmla="*/ 92949 w 141764"/>
                <a:gd name="csY20" fmla="*/ 27481 h 74191"/>
                <a:gd name="csX21" fmla="*/ 129855 w 141764"/>
                <a:gd name="csY21" fmla="*/ 20884 h 74191"/>
                <a:gd name="csX22" fmla="*/ 135919 w 141764"/>
                <a:gd name="csY22" fmla="*/ 17857 h 74191"/>
                <a:gd name="csX23" fmla="*/ 140466 w 141764"/>
                <a:gd name="csY23" fmla="*/ 13856 h 74191"/>
                <a:gd name="csX24" fmla="*/ 136567 w 141764"/>
                <a:gd name="csY24" fmla="*/ 3041 h 74191"/>
                <a:gd name="csX25" fmla="*/ 105395 w 141764"/>
                <a:gd name="csY25" fmla="*/ 122 h 74191"/>
                <a:gd name="csX26" fmla="*/ 97388 w 141764"/>
                <a:gd name="csY26" fmla="*/ 3798 h 74191"/>
                <a:gd name="csX27" fmla="*/ 85805 w 141764"/>
                <a:gd name="csY27" fmla="*/ 1636 h 74191"/>
                <a:gd name="csX28" fmla="*/ 58526 w 141764"/>
                <a:gd name="csY28" fmla="*/ 10395 h 74191"/>
                <a:gd name="csX29" fmla="*/ 36993 w 141764"/>
                <a:gd name="csY29" fmla="*/ 11801 h 74191"/>
                <a:gd name="csX30" fmla="*/ 30605 w 141764"/>
                <a:gd name="csY30" fmla="*/ 13747 h 74191"/>
                <a:gd name="csX31" fmla="*/ 19886 w 141764"/>
                <a:gd name="csY31" fmla="*/ 19803 h 74191"/>
                <a:gd name="csX32" fmla="*/ 13504 w 141764"/>
                <a:gd name="csY32" fmla="*/ 20776 h 74191"/>
                <a:gd name="csX33" fmla="*/ 8742 w 141764"/>
                <a:gd name="csY33" fmla="*/ 19803 h 74191"/>
                <a:gd name="csX34" fmla="*/ 3655 w 141764"/>
                <a:gd name="csY34" fmla="*/ 22615 h 74191"/>
                <a:gd name="csX35" fmla="*/ 620 w 141764"/>
                <a:gd name="csY35" fmla="*/ 28779 h 74191"/>
                <a:gd name="csX36" fmla="*/ 950 w 141764"/>
                <a:gd name="csY36" fmla="*/ 35375 h 74191"/>
                <a:gd name="csX37" fmla="*/ 4195 w 141764"/>
                <a:gd name="csY37" fmla="*/ 40349 h 74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41764" h="74191">
                  <a:moveTo>
                    <a:pt x="4195" y="40349"/>
                  </a:moveTo>
                  <a:cubicBezTo>
                    <a:pt x="5382" y="42079"/>
                    <a:pt x="5706" y="45215"/>
                    <a:pt x="4951" y="47270"/>
                  </a:cubicBezTo>
                  <a:lnTo>
                    <a:pt x="3109" y="52244"/>
                  </a:lnTo>
                  <a:cubicBezTo>
                    <a:pt x="2353" y="54299"/>
                    <a:pt x="3109" y="56786"/>
                    <a:pt x="4843" y="57759"/>
                  </a:cubicBezTo>
                  <a:lnTo>
                    <a:pt x="13720" y="63058"/>
                  </a:lnTo>
                  <a:cubicBezTo>
                    <a:pt x="15339" y="64031"/>
                    <a:pt x="18267" y="64680"/>
                    <a:pt x="20102" y="64464"/>
                  </a:cubicBezTo>
                  <a:cubicBezTo>
                    <a:pt x="19562" y="64464"/>
                    <a:pt x="26490" y="62841"/>
                    <a:pt x="30605" y="65653"/>
                  </a:cubicBezTo>
                  <a:lnTo>
                    <a:pt x="41101" y="72899"/>
                  </a:lnTo>
                  <a:cubicBezTo>
                    <a:pt x="42727" y="73980"/>
                    <a:pt x="45540" y="74520"/>
                    <a:pt x="47273" y="73980"/>
                  </a:cubicBezTo>
                  <a:lnTo>
                    <a:pt x="74870" y="66302"/>
                  </a:lnTo>
                  <a:cubicBezTo>
                    <a:pt x="76712" y="65761"/>
                    <a:pt x="79633" y="65761"/>
                    <a:pt x="81474" y="66302"/>
                  </a:cubicBezTo>
                  <a:lnTo>
                    <a:pt x="90784" y="68789"/>
                  </a:lnTo>
                  <a:cubicBezTo>
                    <a:pt x="92625" y="69222"/>
                    <a:pt x="95438" y="68789"/>
                    <a:pt x="97172" y="67924"/>
                  </a:cubicBezTo>
                  <a:lnTo>
                    <a:pt x="118381" y="55705"/>
                  </a:lnTo>
                  <a:cubicBezTo>
                    <a:pt x="120006" y="54731"/>
                    <a:pt x="121632" y="52136"/>
                    <a:pt x="121848" y="49865"/>
                  </a:cubicBezTo>
                  <a:lnTo>
                    <a:pt x="122927" y="40349"/>
                  </a:lnTo>
                  <a:cubicBezTo>
                    <a:pt x="123143" y="38186"/>
                    <a:pt x="121848" y="36456"/>
                    <a:pt x="120006" y="36672"/>
                  </a:cubicBezTo>
                  <a:lnTo>
                    <a:pt x="103445" y="38403"/>
                  </a:lnTo>
                  <a:cubicBezTo>
                    <a:pt x="101604" y="38619"/>
                    <a:pt x="98899" y="37537"/>
                    <a:pt x="97496" y="36132"/>
                  </a:cubicBezTo>
                  <a:lnTo>
                    <a:pt x="92187" y="30725"/>
                  </a:lnTo>
                  <a:cubicBezTo>
                    <a:pt x="90784" y="29319"/>
                    <a:pt x="91107" y="27805"/>
                    <a:pt x="92949" y="27481"/>
                  </a:cubicBezTo>
                  <a:lnTo>
                    <a:pt x="129855" y="20884"/>
                  </a:lnTo>
                  <a:cubicBezTo>
                    <a:pt x="131697" y="20560"/>
                    <a:pt x="134402" y="19262"/>
                    <a:pt x="135919" y="17857"/>
                  </a:cubicBezTo>
                  <a:lnTo>
                    <a:pt x="140466" y="13856"/>
                  </a:lnTo>
                  <a:cubicBezTo>
                    <a:pt x="144466" y="10287"/>
                    <a:pt x="138085" y="5637"/>
                    <a:pt x="136567" y="3041"/>
                  </a:cubicBezTo>
                  <a:cubicBezTo>
                    <a:pt x="132452" y="-2041"/>
                    <a:pt x="126502" y="987"/>
                    <a:pt x="105395" y="122"/>
                  </a:cubicBezTo>
                  <a:cubicBezTo>
                    <a:pt x="101172" y="122"/>
                    <a:pt x="97388" y="3798"/>
                    <a:pt x="97388" y="3798"/>
                  </a:cubicBezTo>
                  <a:cubicBezTo>
                    <a:pt x="93273" y="7151"/>
                    <a:pt x="88618" y="2609"/>
                    <a:pt x="85805" y="1636"/>
                  </a:cubicBezTo>
                  <a:cubicBezTo>
                    <a:pt x="79417" y="-1500"/>
                    <a:pt x="67403" y="9854"/>
                    <a:pt x="58526" y="10395"/>
                  </a:cubicBezTo>
                  <a:lnTo>
                    <a:pt x="36993" y="11801"/>
                  </a:lnTo>
                  <a:cubicBezTo>
                    <a:pt x="35151" y="11909"/>
                    <a:pt x="32230" y="12774"/>
                    <a:pt x="30605" y="13747"/>
                  </a:cubicBezTo>
                  <a:lnTo>
                    <a:pt x="19886" y="19803"/>
                  </a:lnTo>
                  <a:cubicBezTo>
                    <a:pt x="18159" y="20776"/>
                    <a:pt x="15339" y="21209"/>
                    <a:pt x="13504" y="20776"/>
                  </a:cubicBezTo>
                  <a:lnTo>
                    <a:pt x="8742" y="19803"/>
                  </a:lnTo>
                  <a:cubicBezTo>
                    <a:pt x="6900" y="19478"/>
                    <a:pt x="4627" y="20668"/>
                    <a:pt x="3655" y="22615"/>
                  </a:cubicBezTo>
                  <a:lnTo>
                    <a:pt x="620" y="28779"/>
                  </a:lnTo>
                  <a:cubicBezTo>
                    <a:pt x="-352" y="30725"/>
                    <a:pt x="-136" y="33645"/>
                    <a:pt x="950" y="35375"/>
                  </a:cubicBezTo>
                  <a:lnTo>
                    <a:pt x="4195" y="4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73FB09E6-A955-84CE-CB5B-E11685C99ED0}"/>
                </a:ext>
              </a:extLst>
            </p:cNvPr>
            <p:cNvSpPr/>
            <p:nvPr/>
          </p:nvSpPr>
          <p:spPr>
            <a:xfrm>
              <a:off x="1326246" y="584309"/>
              <a:ext cx="55239" cy="20647"/>
            </a:xfrm>
            <a:custGeom>
              <a:avLst/>
              <a:gdLst>
                <a:gd name="csX0" fmla="*/ 46338 w 55239"/>
                <a:gd name="csY0" fmla="*/ 19152 h 20647"/>
                <a:gd name="csX1" fmla="*/ 54021 w 55239"/>
                <a:gd name="csY1" fmla="*/ 9420 h 20647"/>
                <a:gd name="csX2" fmla="*/ 39086 w 55239"/>
                <a:gd name="csY2" fmla="*/ 12 h 20647"/>
                <a:gd name="csX3" fmla="*/ 4993 w 55239"/>
                <a:gd name="csY3" fmla="*/ 5094 h 20647"/>
                <a:gd name="csX4" fmla="*/ 1748 w 55239"/>
                <a:gd name="csY4" fmla="*/ 14070 h 20647"/>
                <a:gd name="csX5" fmla="*/ 46446 w 55239"/>
                <a:gd name="csY5" fmla="*/ 19152 h 20647"/>
                <a:gd name="csX6" fmla="*/ 46338 w 55239"/>
                <a:gd name="csY6" fmla="*/ 19152 h 20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5239" h="20647">
                  <a:moveTo>
                    <a:pt x="46338" y="19152"/>
                  </a:moveTo>
                  <a:cubicBezTo>
                    <a:pt x="49582" y="16124"/>
                    <a:pt x="58460" y="13096"/>
                    <a:pt x="54021" y="9420"/>
                  </a:cubicBezTo>
                  <a:cubicBezTo>
                    <a:pt x="45798" y="2607"/>
                    <a:pt x="43309" y="-204"/>
                    <a:pt x="39086" y="12"/>
                  </a:cubicBezTo>
                  <a:cubicBezTo>
                    <a:pt x="39086" y="12"/>
                    <a:pt x="8130" y="1201"/>
                    <a:pt x="4993" y="5094"/>
                  </a:cubicBezTo>
                  <a:cubicBezTo>
                    <a:pt x="3583" y="7365"/>
                    <a:pt x="-3123" y="13204"/>
                    <a:pt x="1748" y="14070"/>
                  </a:cubicBezTo>
                  <a:cubicBezTo>
                    <a:pt x="42553" y="21099"/>
                    <a:pt x="42439" y="21963"/>
                    <a:pt x="46446" y="19152"/>
                  </a:cubicBezTo>
                  <a:lnTo>
                    <a:pt x="46338" y="19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E121781-437B-9879-CDC0-BE6C31B374C4}"/>
                </a:ext>
              </a:extLst>
            </p:cNvPr>
            <p:cNvSpPr/>
            <p:nvPr/>
          </p:nvSpPr>
          <p:spPr>
            <a:xfrm>
              <a:off x="1652665" y="506197"/>
              <a:ext cx="69048" cy="62628"/>
            </a:xfrm>
            <a:custGeom>
              <a:avLst/>
              <a:gdLst>
                <a:gd name="csX0" fmla="*/ 13885 w 69048"/>
                <a:gd name="csY0" fmla="*/ 21784 h 62628"/>
                <a:gd name="csX1" fmla="*/ 16374 w 69048"/>
                <a:gd name="csY1" fmla="*/ 27840 h 62628"/>
                <a:gd name="csX2" fmla="*/ 16159 w 69048"/>
                <a:gd name="csY2" fmla="*/ 29354 h 62628"/>
                <a:gd name="csX3" fmla="*/ 32719 w 69048"/>
                <a:gd name="csY3" fmla="*/ 54225 h 62628"/>
                <a:gd name="csX4" fmla="*/ 63129 w 69048"/>
                <a:gd name="csY4" fmla="*/ 62336 h 62628"/>
                <a:gd name="csX5" fmla="*/ 68762 w 69048"/>
                <a:gd name="csY5" fmla="*/ 53901 h 62628"/>
                <a:gd name="csX6" fmla="*/ 60100 w 69048"/>
                <a:gd name="csY6" fmla="*/ 37464 h 62628"/>
                <a:gd name="csX7" fmla="*/ 47762 w 69048"/>
                <a:gd name="csY7" fmla="*/ 34544 h 62628"/>
                <a:gd name="csX8" fmla="*/ 44410 w 69048"/>
                <a:gd name="csY8" fmla="*/ 25245 h 62628"/>
                <a:gd name="csX9" fmla="*/ 19511 w 69048"/>
                <a:gd name="csY9" fmla="*/ 2211 h 62628"/>
                <a:gd name="csX10" fmla="*/ 8145 w 69048"/>
                <a:gd name="csY10" fmla="*/ 48 h 62628"/>
                <a:gd name="csX11" fmla="*/ 677 w 69048"/>
                <a:gd name="csY11" fmla="*/ 7402 h 62628"/>
                <a:gd name="csX12" fmla="*/ 13777 w 69048"/>
                <a:gd name="csY12" fmla="*/ 21784 h 62628"/>
                <a:gd name="csX13" fmla="*/ 13885 w 69048"/>
                <a:gd name="csY13" fmla="*/ 21784 h 62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048" h="62628">
                  <a:moveTo>
                    <a:pt x="13885" y="21784"/>
                  </a:moveTo>
                  <a:cubicBezTo>
                    <a:pt x="15511" y="22865"/>
                    <a:pt x="16590" y="25677"/>
                    <a:pt x="16374" y="27840"/>
                  </a:cubicBezTo>
                  <a:lnTo>
                    <a:pt x="16159" y="29354"/>
                  </a:lnTo>
                  <a:cubicBezTo>
                    <a:pt x="15619" y="34544"/>
                    <a:pt x="17784" y="35842"/>
                    <a:pt x="32719" y="54225"/>
                  </a:cubicBezTo>
                  <a:cubicBezTo>
                    <a:pt x="37806" y="60497"/>
                    <a:pt x="49496" y="56496"/>
                    <a:pt x="63129" y="62336"/>
                  </a:cubicBezTo>
                  <a:cubicBezTo>
                    <a:pt x="67784" y="64282"/>
                    <a:pt x="67892" y="55956"/>
                    <a:pt x="68762" y="53901"/>
                  </a:cubicBezTo>
                  <a:cubicBezTo>
                    <a:pt x="70057" y="48927"/>
                    <a:pt x="66920" y="46331"/>
                    <a:pt x="60100" y="37464"/>
                  </a:cubicBezTo>
                  <a:cubicBezTo>
                    <a:pt x="56748" y="33030"/>
                    <a:pt x="51115" y="34977"/>
                    <a:pt x="47762" y="34544"/>
                  </a:cubicBezTo>
                  <a:cubicBezTo>
                    <a:pt x="43108" y="34544"/>
                    <a:pt x="44626" y="26866"/>
                    <a:pt x="44410" y="25245"/>
                  </a:cubicBezTo>
                  <a:cubicBezTo>
                    <a:pt x="44410" y="19946"/>
                    <a:pt x="42352" y="19622"/>
                    <a:pt x="19511" y="2211"/>
                  </a:cubicBezTo>
                  <a:cubicBezTo>
                    <a:pt x="15403" y="-925"/>
                    <a:pt x="10640" y="265"/>
                    <a:pt x="8145" y="48"/>
                  </a:cubicBezTo>
                  <a:cubicBezTo>
                    <a:pt x="3496" y="48"/>
                    <a:pt x="1547" y="6212"/>
                    <a:pt x="677" y="7402"/>
                  </a:cubicBezTo>
                  <a:cubicBezTo>
                    <a:pt x="-1704" y="11727"/>
                    <a:pt x="2087" y="13241"/>
                    <a:pt x="13777" y="21784"/>
                  </a:cubicBezTo>
                  <a:lnTo>
                    <a:pt x="13885" y="217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956E1DB0-2231-721E-DD56-56C66EE6ED96}"/>
                </a:ext>
              </a:extLst>
            </p:cNvPr>
            <p:cNvSpPr/>
            <p:nvPr/>
          </p:nvSpPr>
          <p:spPr>
            <a:xfrm>
              <a:off x="1698996" y="719269"/>
              <a:ext cx="48573" cy="35627"/>
            </a:xfrm>
            <a:custGeom>
              <a:avLst/>
              <a:gdLst>
                <a:gd name="csX0" fmla="*/ 1540 w 48573"/>
                <a:gd name="csY0" fmla="*/ 25529 h 35627"/>
                <a:gd name="csX1" fmla="*/ 13992 w 48573"/>
                <a:gd name="csY1" fmla="*/ 33098 h 35627"/>
                <a:gd name="csX2" fmla="*/ 43107 w 48573"/>
                <a:gd name="csY2" fmla="*/ 32774 h 35627"/>
                <a:gd name="csX3" fmla="*/ 47654 w 48573"/>
                <a:gd name="csY3" fmla="*/ 17851 h 35627"/>
                <a:gd name="csX4" fmla="*/ 33582 w 48573"/>
                <a:gd name="csY4" fmla="*/ 116 h 35627"/>
                <a:gd name="csX5" fmla="*/ 10525 w 48573"/>
                <a:gd name="csY5" fmla="*/ 3469 h 35627"/>
                <a:gd name="csX6" fmla="*/ 1540 w 48573"/>
                <a:gd name="csY6" fmla="*/ 25529 h 35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8573" h="35627">
                  <a:moveTo>
                    <a:pt x="1540" y="25529"/>
                  </a:moveTo>
                  <a:cubicBezTo>
                    <a:pt x="5979" y="28989"/>
                    <a:pt x="9554" y="32558"/>
                    <a:pt x="13992" y="33098"/>
                  </a:cubicBezTo>
                  <a:cubicBezTo>
                    <a:pt x="38344" y="35803"/>
                    <a:pt x="40618" y="37206"/>
                    <a:pt x="43107" y="32774"/>
                  </a:cubicBezTo>
                  <a:cubicBezTo>
                    <a:pt x="45056" y="28227"/>
                    <a:pt x="50791" y="22931"/>
                    <a:pt x="47654" y="17851"/>
                  </a:cubicBezTo>
                  <a:cubicBezTo>
                    <a:pt x="38884" y="3253"/>
                    <a:pt x="37798" y="116"/>
                    <a:pt x="33582" y="116"/>
                  </a:cubicBezTo>
                  <a:cubicBezTo>
                    <a:pt x="33582" y="116"/>
                    <a:pt x="13122" y="-964"/>
                    <a:pt x="10525" y="3469"/>
                  </a:cubicBezTo>
                  <a:cubicBezTo>
                    <a:pt x="460" y="20442"/>
                    <a:pt x="-2029" y="22823"/>
                    <a:pt x="1540" y="255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551049F-A138-5808-8F57-4420F21F08DF}"/>
                </a:ext>
              </a:extLst>
            </p:cNvPr>
            <p:cNvSpPr/>
            <p:nvPr/>
          </p:nvSpPr>
          <p:spPr>
            <a:xfrm>
              <a:off x="1222629" y="592472"/>
              <a:ext cx="459492" cy="215896"/>
            </a:xfrm>
            <a:custGeom>
              <a:avLst/>
              <a:gdLst>
                <a:gd name="csX0" fmla="*/ 289464 w 459492"/>
                <a:gd name="csY0" fmla="*/ 30561 h 215896"/>
                <a:gd name="csX1" fmla="*/ 274313 w 459492"/>
                <a:gd name="csY1" fmla="*/ 38347 h 215896"/>
                <a:gd name="csX2" fmla="*/ 285572 w 459492"/>
                <a:gd name="csY2" fmla="*/ 52732 h 215896"/>
                <a:gd name="csX3" fmla="*/ 307651 w 459492"/>
                <a:gd name="csY3" fmla="*/ 62028 h 215896"/>
                <a:gd name="csX4" fmla="*/ 308514 w 459492"/>
                <a:gd name="csY4" fmla="*/ 73598 h 215896"/>
                <a:gd name="csX5" fmla="*/ 288493 w 459492"/>
                <a:gd name="csY5" fmla="*/ 85930 h 215896"/>
                <a:gd name="csX6" fmla="*/ 328866 w 459492"/>
                <a:gd name="csY6" fmla="*/ 105824 h 215896"/>
                <a:gd name="csX7" fmla="*/ 321722 w 459492"/>
                <a:gd name="csY7" fmla="*/ 117286 h 215896"/>
                <a:gd name="csX8" fmla="*/ 264249 w 459492"/>
                <a:gd name="csY8" fmla="*/ 113070 h 215896"/>
                <a:gd name="csX9" fmla="*/ 236321 w 459492"/>
                <a:gd name="csY9" fmla="*/ 113501 h 215896"/>
                <a:gd name="csX10" fmla="*/ 229616 w 459492"/>
                <a:gd name="csY10" fmla="*/ 87981 h 215896"/>
                <a:gd name="csX11" fmla="*/ 212947 w 459492"/>
                <a:gd name="csY11" fmla="*/ 75547 h 215896"/>
                <a:gd name="csX12" fmla="*/ 194976 w 459492"/>
                <a:gd name="csY12" fmla="*/ 70029 h 215896"/>
                <a:gd name="csX13" fmla="*/ 192811 w 459492"/>
                <a:gd name="csY13" fmla="*/ 65489 h 215896"/>
                <a:gd name="csX14" fmla="*/ 194005 w 459492"/>
                <a:gd name="csY14" fmla="*/ 61704 h 215896"/>
                <a:gd name="csX15" fmla="*/ 191948 w 459492"/>
                <a:gd name="csY15" fmla="*/ 56840 h 215896"/>
                <a:gd name="csX16" fmla="*/ 170516 w 459492"/>
                <a:gd name="csY16" fmla="*/ 49487 h 215896"/>
                <a:gd name="csX17" fmla="*/ 164020 w 459492"/>
                <a:gd name="csY17" fmla="*/ 49487 h 215896"/>
                <a:gd name="csX18" fmla="*/ 141078 w 459492"/>
                <a:gd name="csY18" fmla="*/ 56948 h 215896"/>
                <a:gd name="csX19" fmla="*/ 136855 w 459492"/>
                <a:gd name="csY19" fmla="*/ 54135 h 215896"/>
                <a:gd name="csX20" fmla="*/ 132200 w 459492"/>
                <a:gd name="csY20" fmla="*/ 36184 h 215896"/>
                <a:gd name="csX21" fmla="*/ 127762 w 459492"/>
                <a:gd name="csY21" fmla="*/ 32399 h 215896"/>
                <a:gd name="csX22" fmla="*/ 76028 w 459492"/>
                <a:gd name="csY22" fmla="*/ 33481 h 215896"/>
                <a:gd name="csX23" fmla="*/ 70720 w 459492"/>
                <a:gd name="csY23" fmla="*/ 36941 h 215896"/>
                <a:gd name="csX24" fmla="*/ 66719 w 459492"/>
                <a:gd name="csY24" fmla="*/ 44077 h 215896"/>
                <a:gd name="csX25" fmla="*/ 67799 w 459492"/>
                <a:gd name="csY25" fmla="*/ 49487 h 215896"/>
                <a:gd name="csX26" fmla="*/ 77971 w 459492"/>
                <a:gd name="csY26" fmla="*/ 56408 h 215896"/>
                <a:gd name="csX27" fmla="*/ 77540 w 459492"/>
                <a:gd name="csY27" fmla="*/ 58460 h 215896"/>
                <a:gd name="csX28" fmla="*/ 52756 w 459492"/>
                <a:gd name="csY28" fmla="*/ 58460 h 215896"/>
                <a:gd name="csX29" fmla="*/ 46913 w 459492"/>
                <a:gd name="csY29" fmla="*/ 61165 h 215896"/>
                <a:gd name="csX30" fmla="*/ 35979 w 459492"/>
                <a:gd name="csY30" fmla="*/ 72842 h 215896"/>
                <a:gd name="csX31" fmla="*/ 36626 w 459492"/>
                <a:gd name="csY31" fmla="*/ 76951 h 215896"/>
                <a:gd name="csX32" fmla="*/ 56000 w 459492"/>
                <a:gd name="csY32" fmla="*/ 85714 h 215896"/>
                <a:gd name="csX33" fmla="*/ 55784 w 459492"/>
                <a:gd name="csY33" fmla="*/ 87549 h 215896"/>
                <a:gd name="csX34" fmla="*/ 34245 w 459492"/>
                <a:gd name="csY34" fmla="*/ 90038 h 215896"/>
                <a:gd name="csX35" fmla="*/ 28619 w 459492"/>
                <a:gd name="csY35" fmla="*/ 93391 h 215896"/>
                <a:gd name="csX36" fmla="*/ 18662 w 459492"/>
                <a:gd name="csY36" fmla="*/ 106472 h 215896"/>
                <a:gd name="csX37" fmla="*/ 19634 w 459492"/>
                <a:gd name="csY37" fmla="*/ 110580 h 215896"/>
                <a:gd name="csX38" fmla="*/ 37274 w 459492"/>
                <a:gd name="csY38" fmla="*/ 116746 h 215896"/>
                <a:gd name="csX39" fmla="*/ 37274 w 459492"/>
                <a:gd name="csY39" fmla="*/ 118257 h 215896"/>
                <a:gd name="csX40" fmla="*/ 13900 w 459492"/>
                <a:gd name="csY40" fmla="*/ 121502 h 215896"/>
                <a:gd name="csX41" fmla="*/ 8267 w 459492"/>
                <a:gd name="csY41" fmla="*/ 124963 h 215896"/>
                <a:gd name="csX42" fmla="*/ 908 w 459492"/>
                <a:gd name="csY42" fmla="*/ 134590 h 215896"/>
                <a:gd name="csX43" fmla="*/ 1124 w 459492"/>
                <a:gd name="csY43" fmla="*/ 140317 h 215896"/>
                <a:gd name="csX44" fmla="*/ 6972 w 459492"/>
                <a:gd name="csY44" fmla="*/ 146915 h 215896"/>
                <a:gd name="csX45" fmla="*/ 12814 w 459492"/>
                <a:gd name="csY45" fmla="*/ 150160 h 215896"/>
                <a:gd name="csX46" fmla="*/ 31756 w 459492"/>
                <a:gd name="csY46" fmla="*/ 153081 h 215896"/>
                <a:gd name="csX47" fmla="*/ 36842 w 459492"/>
                <a:gd name="csY47" fmla="*/ 150160 h 215896"/>
                <a:gd name="csX48" fmla="*/ 38252 w 459492"/>
                <a:gd name="csY48" fmla="*/ 147347 h 215896"/>
                <a:gd name="csX49" fmla="*/ 43338 w 459492"/>
                <a:gd name="csY49" fmla="*/ 144102 h 215896"/>
                <a:gd name="csX50" fmla="*/ 49619 w 459492"/>
                <a:gd name="csY50" fmla="*/ 144540 h 215896"/>
                <a:gd name="csX51" fmla="*/ 53511 w 459492"/>
                <a:gd name="csY51" fmla="*/ 148757 h 215896"/>
                <a:gd name="csX52" fmla="*/ 53943 w 459492"/>
                <a:gd name="csY52" fmla="*/ 152433 h 215896"/>
                <a:gd name="csX53" fmla="*/ 57410 w 459492"/>
                <a:gd name="csY53" fmla="*/ 158269 h 215896"/>
                <a:gd name="csX54" fmla="*/ 71158 w 459492"/>
                <a:gd name="csY54" fmla="*/ 166924 h 215896"/>
                <a:gd name="csX55" fmla="*/ 77432 w 459492"/>
                <a:gd name="csY55" fmla="*/ 165622 h 215896"/>
                <a:gd name="csX56" fmla="*/ 78733 w 459492"/>
                <a:gd name="csY56" fmla="*/ 159355 h 215896"/>
                <a:gd name="csX57" fmla="*/ 76784 w 459492"/>
                <a:gd name="csY57" fmla="*/ 153513 h 215896"/>
                <a:gd name="csX58" fmla="*/ 78841 w 459492"/>
                <a:gd name="csY58" fmla="*/ 149728 h 215896"/>
                <a:gd name="csX59" fmla="*/ 90640 w 459492"/>
                <a:gd name="csY59" fmla="*/ 149404 h 215896"/>
                <a:gd name="csX60" fmla="*/ 93453 w 459492"/>
                <a:gd name="csY60" fmla="*/ 153297 h 215896"/>
                <a:gd name="csX61" fmla="*/ 92697 w 459492"/>
                <a:gd name="csY61" fmla="*/ 158269 h 215896"/>
                <a:gd name="csX62" fmla="*/ 94748 w 459492"/>
                <a:gd name="csY62" fmla="*/ 165838 h 215896"/>
                <a:gd name="csX63" fmla="*/ 100165 w 459492"/>
                <a:gd name="csY63" fmla="*/ 167572 h 215896"/>
                <a:gd name="csX64" fmla="*/ 122136 w 459492"/>
                <a:gd name="csY64" fmla="*/ 156973 h 215896"/>
                <a:gd name="csX65" fmla="*/ 133064 w 459492"/>
                <a:gd name="csY65" fmla="*/ 129834 h 215896"/>
                <a:gd name="csX66" fmla="*/ 137934 w 459492"/>
                <a:gd name="csY66" fmla="*/ 126481 h 215896"/>
                <a:gd name="csX67" fmla="*/ 149517 w 459492"/>
                <a:gd name="csY67" fmla="*/ 130049 h 215896"/>
                <a:gd name="csX68" fmla="*/ 142373 w 459492"/>
                <a:gd name="csY68" fmla="*/ 136971 h 215896"/>
                <a:gd name="csX69" fmla="*/ 138696 w 459492"/>
                <a:gd name="csY69" fmla="*/ 143346 h 215896"/>
                <a:gd name="csX70" fmla="*/ 135661 w 459492"/>
                <a:gd name="csY70" fmla="*/ 154376 h 215896"/>
                <a:gd name="csX71" fmla="*/ 137934 w 459492"/>
                <a:gd name="csY71" fmla="*/ 157837 h 215896"/>
                <a:gd name="csX72" fmla="*/ 181991 w 459492"/>
                <a:gd name="csY72" fmla="*/ 149188 h 215896"/>
                <a:gd name="csX73" fmla="*/ 188157 w 459492"/>
                <a:gd name="csY73" fmla="*/ 140648 h 215896"/>
                <a:gd name="csX74" fmla="*/ 197034 w 459492"/>
                <a:gd name="csY74" fmla="*/ 150268 h 215896"/>
                <a:gd name="csX75" fmla="*/ 224631 w 459492"/>
                <a:gd name="csY75" fmla="*/ 155024 h 215896"/>
                <a:gd name="csX76" fmla="*/ 219329 w 459492"/>
                <a:gd name="csY76" fmla="*/ 166054 h 215896"/>
                <a:gd name="csX77" fmla="*/ 190430 w 459492"/>
                <a:gd name="csY77" fmla="*/ 162377 h 215896"/>
                <a:gd name="csX78" fmla="*/ 166725 w 459492"/>
                <a:gd name="csY78" fmla="*/ 171788 h 215896"/>
                <a:gd name="csX79" fmla="*/ 157200 w 459492"/>
                <a:gd name="csY79" fmla="*/ 179141 h 215896"/>
                <a:gd name="csX80" fmla="*/ 143675 w 459492"/>
                <a:gd name="csY80" fmla="*/ 180437 h 215896"/>
                <a:gd name="csX81" fmla="*/ 122244 w 459492"/>
                <a:gd name="csY81" fmla="*/ 192768 h 215896"/>
                <a:gd name="csX82" fmla="*/ 125272 w 459492"/>
                <a:gd name="csY82" fmla="*/ 198280 h 215896"/>
                <a:gd name="csX83" fmla="*/ 155581 w 459492"/>
                <a:gd name="csY83" fmla="*/ 213749 h 215896"/>
                <a:gd name="csX84" fmla="*/ 192811 w 459492"/>
                <a:gd name="csY84" fmla="*/ 215044 h 215896"/>
                <a:gd name="csX85" fmla="*/ 262623 w 459492"/>
                <a:gd name="csY85" fmla="*/ 188228 h 215896"/>
                <a:gd name="csX86" fmla="*/ 270529 w 459492"/>
                <a:gd name="csY86" fmla="*/ 178925 h 215896"/>
                <a:gd name="csX87" fmla="*/ 305378 w 459492"/>
                <a:gd name="csY87" fmla="*/ 174385 h 215896"/>
                <a:gd name="csX88" fmla="*/ 324535 w 459492"/>
                <a:gd name="csY88" fmla="*/ 160002 h 215896"/>
                <a:gd name="csX89" fmla="*/ 341852 w 459492"/>
                <a:gd name="csY89" fmla="*/ 162707 h 215896"/>
                <a:gd name="csX90" fmla="*/ 346722 w 459492"/>
                <a:gd name="csY90" fmla="*/ 170924 h 215896"/>
                <a:gd name="csX91" fmla="*/ 360254 w 459492"/>
                <a:gd name="csY91" fmla="*/ 168435 h 215896"/>
                <a:gd name="csX92" fmla="*/ 373456 w 459492"/>
                <a:gd name="csY92" fmla="*/ 157405 h 215896"/>
                <a:gd name="csX93" fmla="*/ 378657 w 459492"/>
                <a:gd name="csY93" fmla="*/ 168111 h 215896"/>
                <a:gd name="csX94" fmla="*/ 400304 w 459492"/>
                <a:gd name="csY94" fmla="*/ 170708 h 215896"/>
                <a:gd name="csX95" fmla="*/ 414807 w 459492"/>
                <a:gd name="csY95" fmla="*/ 163571 h 215896"/>
                <a:gd name="csX96" fmla="*/ 433419 w 459492"/>
                <a:gd name="csY96" fmla="*/ 160002 h 215896"/>
                <a:gd name="csX97" fmla="*/ 440455 w 459492"/>
                <a:gd name="csY97" fmla="*/ 143238 h 215896"/>
                <a:gd name="csX98" fmla="*/ 447490 w 459492"/>
                <a:gd name="csY98" fmla="*/ 136101 h 215896"/>
                <a:gd name="csX99" fmla="*/ 450412 w 459492"/>
                <a:gd name="csY99" fmla="*/ 130157 h 215896"/>
                <a:gd name="csX100" fmla="*/ 452685 w 459492"/>
                <a:gd name="csY100" fmla="*/ 115019 h 215896"/>
                <a:gd name="csX101" fmla="*/ 459181 w 459492"/>
                <a:gd name="csY101" fmla="*/ 101392 h 215896"/>
                <a:gd name="csX102" fmla="*/ 449656 w 459492"/>
                <a:gd name="csY102" fmla="*/ 78576 h 215896"/>
                <a:gd name="csX103" fmla="*/ 411664 w 459492"/>
                <a:gd name="csY103" fmla="*/ 69705 h 215896"/>
                <a:gd name="csX104" fmla="*/ 405282 w 459492"/>
                <a:gd name="csY104" fmla="*/ 80951 h 215896"/>
                <a:gd name="csX105" fmla="*/ 406685 w 459492"/>
                <a:gd name="csY105" fmla="*/ 93715 h 215896"/>
                <a:gd name="csX106" fmla="*/ 399434 w 459492"/>
                <a:gd name="csY106" fmla="*/ 98039 h 215896"/>
                <a:gd name="csX107" fmla="*/ 389693 w 459492"/>
                <a:gd name="csY107" fmla="*/ 82145 h 215896"/>
                <a:gd name="csX108" fmla="*/ 375189 w 459492"/>
                <a:gd name="csY108" fmla="*/ 77598 h 215896"/>
                <a:gd name="csX109" fmla="*/ 362096 w 459492"/>
                <a:gd name="csY109" fmla="*/ 67762 h 215896"/>
                <a:gd name="csX110" fmla="*/ 349535 w 459492"/>
                <a:gd name="csY110" fmla="*/ 68086 h 215896"/>
                <a:gd name="csX111" fmla="*/ 348888 w 459492"/>
                <a:gd name="csY111" fmla="*/ 66784 h 215896"/>
                <a:gd name="csX112" fmla="*/ 349212 w 459492"/>
                <a:gd name="csY112" fmla="*/ 60409 h 215896"/>
                <a:gd name="csX113" fmla="*/ 355276 w 459492"/>
                <a:gd name="csY113" fmla="*/ 46350 h 215896"/>
                <a:gd name="csX114" fmla="*/ 340010 w 459492"/>
                <a:gd name="csY114" fmla="*/ 17693 h 215896"/>
                <a:gd name="csX115" fmla="*/ 344449 w 459492"/>
                <a:gd name="csY115" fmla="*/ 6987 h 215896"/>
                <a:gd name="csX116" fmla="*/ 334168 w 459492"/>
                <a:gd name="csY116" fmla="*/ 66 h 215896"/>
                <a:gd name="csX117" fmla="*/ 311874 w 459492"/>
                <a:gd name="csY117" fmla="*/ 6122 h 215896"/>
                <a:gd name="csX118" fmla="*/ 289795 w 459492"/>
                <a:gd name="csY118" fmla="*/ 31318 h 215896"/>
                <a:gd name="csX119" fmla="*/ 289464 w 459492"/>
                <a:gd name="csY119" fmla="*/ 30561 h 215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459492" h="215896">
                  <a:moveTo>
                    <a:pt x="289464" y="30561"/>
                  </a:moveTo>
                  <a:cubicBezTo>
                    <a:pt x="276803" y="33913"/>
                    <a:pt x="271716" y="33913"/>
                    <a:pt x="274313" y="38347"/>
                  </a:cubicBezTo>
                  <a:cubicBezTo>
                    <a:pt x="280378" y="48401"/>
                    <a:pt x="281565" y="51538"/>
                    <a:pt x="285572" y="52732"/>
                  </a:cubicBezTo>
                  <a:cubicBezTo>
                    <a:pt x="303644" y="57704"/>
                    <a:pt x="305809" y="57380"/>
                    <a:pt x="307651" y="62028"/>
                  </a:cubicBezTo>
                  <a:cubicBezTo>
                    <a:pt x="308299" y="64841"/>
                    <a:pt x="313169" y="71439"/>
                    <a:pt x="308514" y="73598"/>
                  </a:cubicBezTo>
                  <a:cubicBezTo>
                    <a:pt x="290118" y="82469"/>
                    <a:pt x="283946" y="84196"/>
                    <a:pt x="288493" y="85930"/>
                  </a:cubicBezTo>
                  <a:cubicBezTo>
                    <a:pt x="328866" y="101500"/>
                    <a:pt x="330600" y="100636"/>
                    <a:pt x="328866" y="105824"/>
                  </a:cubicBezTo>
                  <a:cubicBezTo>
                    <a:pt x="327133" y="109501"/>
                    <a:pt x="326809" y="117610"/>
                    <a:pt x="321722" y="117286"/>
                  </a:cubicBezTo>
                  <a:lnTo>
                    <a:pt x="264249" y="113070"/>
                  </a:lnTo>
                  <a:cubicBezTo>
                    <a:pt x="250609" y="112098"/>
                    <a:pt x="237623" y="121610"/>
                    <a:pt x="236321" y="113501"/>
                  </a:cubicBezTo>
                  <a:cubicBezTo>
                    <a:pt x="233292" y="94902"/>
                    <a:pt x="233400" y="90794"/>
                    <a:pt x="229616" y="87981"/>
                  </a:cubicBezTo>
                  <a:lnTo>
                    <a:pt x="212947" y="75547"/>
                  </a:lnTo>
                  <a:cubicBezTo>
                    <a:pt x="208508" y="72195"/>
                    <a:pt x="194329" y="69813"/>
                    <a:pt x="194976" y="70029"/>
                  </a:cubicBezTo>
                  <a:cubicBezTo>
                    <a:pt x="193135" y="69597"/>
                    <a:pt x="192163" y="67546"/>
                    <a:pt x="192811" y="65489"/>
                  </a:cubicBezTo>
                  <a:lnTo>
                    <a:pt x="194005" y="61704"/>
                  </a:lnTo>
                  <a:cubicBezTo>
                    <a:pt x="194653" y="59647"/>
                    <a:pt x="193681" y="57380"/>
                    <a:pt x="191948" y="56840"/>
                  </a:cubicBezTo>
                  <a:lnTo>
                    <a:pt x="170516" y="49487"/>
                  </a:lnTo>
                  <a:cubicBezTo>
                    <a:pt x="168675" y="48833"/>
                    <a:pt x="165754" y="48833"/>
                    <a:pt x="164020" y="49487"/>
                  </a:cubicBezTo>
                  <a:lnTo>
                    <a:pt x="141078" y="56948"/>
                  </a:lnTo>
                  <a:cubicBezTo>
                    <a:pt x="139344" y="57488"/>
                    <a:pt x="137395" y="56301"/>
                    <a:pt x="136855" y="54135"/>
                  </a:cubicBezTo>
                  <a:lnTo>
                    <a:pt x="132200" y="36184"/>
                  </a:lnTo>
                  <a:cubicBezTo>
                    <a:pt x="131661" y="34021"/>
                    <a:pt x="129711" y="32399"/>
                    <a:pt x="127762" y="32399"/>
                  </a:cubicBezTo>
                  <a:lnTo>
                    <a:pt x="76028" y="33481"/>
                  </a:lnTo>
                  <a:cubicBezTo>
                    <a:pt x="74187" y="33481"/>
                    <a:pt x="71806" y="35102"/>
                    <a:pt x="70720" y="36941"/>
                  </a:cubicBezTo>
                  <a:lnTo>
                    <a:pt x="66719" y="44077"/>
                  </a:lnTo>
                  <a:cubicBezTo>
                    <a:pt x="65633" y="45918"/>
                    <a:pt x="66179" y="48293"/>
                    <a:pt x="67799" y="49487"/>
                  </a:cubicBezTo>
                  <a:lnTo>
                    <a:pt x="77971" y="56408"/>
                  </a:lnTo>
                  <a:cubicBezTo>
                    <a:pt x="79597" y="57488"/>
                    <a:pt x="79381" y="58460"/>
                    <a:pt x="77540" y="58460"/>
                  </a:cubicBezTo>
                  <a:lnTo>
                    <a:pt x="52756" y="58460"/>
                  </a:lnTo>
                  <a:cubicBezTo>
                    <a:pt x="50914" y="58460"/>
                    <a:pt x="48209" y="59647"/>
                    <a:pt x="46913" y="61165"/>
                  </a:cubicBezTo>
                  <a:lnTo>
                    <a:pt x="35979" y="72842"/>
                  </a:lnTo>
                  <a:cubicBezTo>
                    <a:pt x="34569" y="74354"/>
                    <a:pt x="34899" y="76195"/>
                    <a:pt x="36626" y="76951"/>
                  </a:cubicBezTo>
                  <a:lnTo>
                    <a:pt x="56000" y="85714"/>
                  </a:lnTo>
                  <a:cubicBezTo>
                    <a:pt x="57734" y="86469"/>
                    <a:pt x="57626" y="87333"/>
                    <a:pt x="55784" y="87549"/>
                  </a:cubicBezTo>
                  <a:lnTo>
                    <a:pt x="34245" y="90038"/>
                  </a:lnTo>
                  <a:cubicBezTo>
                    <a:pt x="32404" y="90254"/>
                    <a:pt x="29915" y="91765"/>
                    <a:pt x="28619" y="93391"/>
                  </a:cubicBezTo>
                  <a:lnTo>
                    <a:pt x="18662" y="106472"/>
                  </a:lnTo>
                  <a:cubicBezTo>
                    <a:pt x="17469" y="108097"/>
                    <a:pt x="17900" y="109933"/>
                    <a:pt x="19634" y="110580"/>
                  </a:cubicBezTo>
                  <a:lnTo>
                    <a:pt x="37274" y="116746"/>
                  </a:lnTo>
                  <a:cubicBezTo>
                    <a:pt x="39008" y="117394"/>
                    <a:pt x="39008" y="118042"/>
                    <a:pt x="37274" y="118257"/>
                  </a:cubicBezTo>
                  <a:lnTo>
                    <a:pt x="13900" y="121502"/>
                  </a:lnTo>
                  <a:cubicBezTo>
                    <a:pt x="12058" y="121718"/>
                    <a:pt x="9461" y="123344"/>
                    <a:pt x="8267" y="124963"/>
                  </a:cubicBezTo>
                  <a:lnTo>
                    <a:pt x="908" y="134590"/>
                  </a:lnTo>
                  <a:cubicBezTo>
                    <a:pt x="-388" y="136209"/>
                    <a:pt x="-280" y="138806"/>
                    <a:pt x="1124" y="140317"/>
                  </a:cubicBezTo>
                  <a:lnTo>
                    <a:pt x="6972" y="146915"/>
                  </a:lnTo>
                  <a:cubicBezTo>
                    <a:pt x="8267" y="148433"/>
                    <a:pt x="10979" y="149836"/>
                    <a:pt x="12814" y="150160"/>
                  </a:cubicBezTo>
                  <a:lnTo>
                    <a:pt x="31756" y="153081"/>
                  </a:lnTo>
                  <a:cubicBezTo>
                    <a:pt x="33597" y="153405"/>
                    <a:pt x="35871" y="152001"/>
                    <a:pt x="36842" y="150160"/>
                  </a:cubicBezTo>
                  <a:lnTo>
                    <a:pt x="38252" y="147347"/>
                  </a:lnTo>
                  <a:cubicBezTo>
                    <a:pt x="39224" y="145512"/>
                    <a:pt x="41497" y="143994"/>
                    <a:pt x="43338" y="144102"/>
                  </a:cubicBezTo>
                  <a:lnTo>
                    <a:pt x="49619" y="144540"/>
                  </a:lnTo>
                  <a:cubicBezTo>
                    <a:pt x="51454" y="144648"/>
                    <a:pt x="53187" y="146591"/>
                    <a:pt x="53511" y="148757"/>
                  </a:cubicBezTo>
                  <a:lnTo>
                    <a:pt x="53943" y="152433"/>
                  </a:lnTo>
                  <a:cubicBezTo>
                    <a:pt x="54273" y="154592"/>
                    <a:pt x="55784" y="157297"/>
                    <a:pt x="57410" y="158269"/>
                  </a:cubicBezTo>
                  <a:lnTo>
                    <a:pt x="71158" y="166924"/>
                  </a:lnTo>
                  <a:cubicBezTo>
                    <a:pt x="74403" y="168975"/>
                    <a:pt x="78079" y="165298"/>
                    <a:pt x="77432" y="165622"/>
                  </a:cubicBezTo>
                  <a:cubicBezTo>
                    <a:pt x="78841" y="164219"/>
                    <a:pt x="79489" y="161406"/>
                    <a:pt x="78733" y="159355"/>
                  </a:cubicBezTo>
                  <a:lnTo>
                    <a:pt x="76784" y="153513"/>
                  </a:lnTo>
                  <a:cubicBezTo>
                    <a:pt x="76136" y="151455"/>
                    <a:pt x="77000" y="149728"/>
                    <a:pt x="78841" y="149728"/>
                  </a:cubicBezTo>
                  <a:lnTo>
                    <a:pt x="90640" y="149404"/>
                  </a:lnTo>
                  <a:cubicBezTo>
                    <a:pt x="92475" y="149404"/>
                    <a:pt x="93776" y="151131"/>
                    <a:pt x="93453" y="153297"/>
                  </a:cubicBezTo>
                  <a:lnTo>
                    <a:pt x="92697" y="158269"/>
                  </a:lnTo>
                  <a:cubicBezTo>
                    <a:pt x="92043" y="162492"/>
                    <a:pt x="95078" y="166600"/>
                    <a:pt x="94748" y="165838"/>
                  </a:cubicBezTo>
                  <a:cubicBezTo>
                    <a:pt x="95942" y="167572"/>
                    <a:pt x="98323" y="168327"/>
                    <a:pt x="100165" y="167572"/>
                  </a:cubicBezTo>
                  <a:cubicBezTo>
                    <a:pt x="100165" y="167572"/>
                    <a:pt x="121704" y="158269"/>
                    <a:pt x="122136" y="156973"/>
                  </a:cubicBezTo>
                  <a:cubicBezTo>
                    <a:pt x="122675" y="155570"/>
                    <a:pt x="133064" y="129834"/>
                    <a:pt x="133064" y="129834"/>
                  </a:cubicBezTo>
                  <a:cubicBezTo>
                    <a:pt x="133934" y="127884"/>
                    <a:pt x="136099" y="126265"/>
                    <a:pt x="137934" y="126481"/>
                  </a:cubicBezTo>
                  <a:cubicBezTo>
                    <a:pt x="146812" y="127128"/>
                    <a:pt x="152984" y="126697"/>
                    <a:pt x="149517" y="130049"/>
                  </a:cubicBezTo>
                  <a:lnTo>
                    <a:pt x="142373" y="136971"/>
                  </a:lnTo>
                  <a:cubicBezTo>
                    <a:pt x="140970" y="138374"/>
                    <a:pt x="139344" y="141295"/>
                    <a:pt x="138696" y="143346"/>
                  </a:cubicBezTo>
                  <a:lnTo>
                    <a:pt x="135661" y="154376"/>
                  </a:lnTo>
                  <a:cubicBezTo>
                    <a:pt x="135013" y="156542"/>
                    <a:pt x="136099" y="158053"/>
                    <a:pt x="137934" y="157837"/>
                  </a:cubicBezTo>
                  <a:cubicBezTo>
                    <a:pt x="179063" y="153081"/>
                    <a:pt x="180149" y="154268"/>
                    <a:pt x="181991" y="149188"/>
                  </a:cubicBezTo>
                  <a:cubicBezTo>
                    <a:pt x="183502" y="146159"/>
                    <a:pt x="185236" y="135561"/>
                    <a:pt x="188157" y="140648"/>
                  </a:cubicBezTo>
                  <a:cubicBezTo>
                    <a:pt x="190322" y="143562"/>
                    <a:pt x="192055" y="150160"/>
                    <a:pt x="197034" y="150268"/>
                  </a:cubicBezTo>
                  <a:cubicBezTo>
                    <a:pt x="222034" y="151023"/>
                    <a:pt x="225501" y="149728"/>
                    <a:pt x="224631" y="155024"/>
                  </a:cubicBezTo>
                  <a:cubicBezTo>
                    <a:pt x="223659" y="158161"/>
                    <a:pt x="224415" y="167032"/>
                    <a:pt x="219329" y="166054"/>
                  </a:cubicBezTo>
                  <a:cubicBezTo>
                    <a:pt x="201257" y="162707"/>
                    <a:pt x="195084" y="160866"/>
                    <a:pt x="190430" y="162377"/>
                  </a:cubicBezTo>
                  <a:cubicBezTo>
                    <a:pt x="174955" y="167140"/>
                    <a:pt x="170192" y="167680"/>
                    <a:pt x="166725" y="171788"/>
                  </a:cubicBezTo>
                  <a:cubicBezTo>
                    <a:pt x="164782" y="173737"/>
                    <a:pt x="162071" y="179141"/>
                    <a:pt x="157200" y="179141"/>
                  </a:cubicBezTo>
                  <a:cubicBezTo>
                    <a:pt x="152330" y="179141"/>
                    <a:pt x="147783" y="178709"/>
                    <a:pt x="143675" y="180437"/>
                  </a:cubicBezTo>
                  <a:cubicBezTo>
                    <a:pt x="126682" y="187250"/>
                    <a:pt x="122244" y="187574"/>
                    <a:pt x="122244" y="192768"/>
                  </a:cubicBezTo>
                  <a:cubicBezTo>
                    <a:pt x="122244" y="194819"/>
                    <a:pt x="123647" y="197309"/>
                    <a:pt x="125272" y="198280"/>
                  </a:cubicBezTo>
                  <a:cubicBezTo>
                    <a:pt x="147783" y="211044"/>
                    <a:pt x="150819" y="213419"/>
                    <a:pt x="155581" y="213749"/>
                  </a:cubicBezTo>
                  <a:cubicBezTo>
                    <a:pt x="187833" y="216016"/>
                    <a:pt x="188588" y="216555"/>
                    <a:pt x="192811" y="215044"/>
                  </a:cubicBezTo>
                  <a:cubicBezTo>
                    <a:pt x="260458" y="191797"/>
                    <a:pt x="260134" y="193092"/>
                    <a:pt x="262623" y="188228"/>
                  </a:cubicBezTo>
                  <a:cubicBezTo>
                    <a:pt x="264033" y="186063"/>
                    <a:pt x="265658" y="179249"/>
                    <a:pt x="270529" y="178925"/>
                  </a:cubicBezTo>
                  <a:cubicBezTo>
                    <a:pt x="299967" y="176652"/>
                    <a:pt x="301587" y="177198"/>
                    <a:pt x="305378" y="174385"/>
                  </a:cubicBezTo>
                  <a:lnTo>
                    <a:pt x="324535" y="160002"/>
                  </a:lnTo>
                  <a:cubicBezTo>
                    <a:pt x="327780" y="157621"/>
                    <a:pt x="340664" y="156002"/>
                    <a:pt x="341852" y="162707"/>
                  </a:cubicBezTo>
                  <a:cubicBezTo>
                    <a:pt x="342284" y="163895"/>
                    <a:pt x="342176" y="170708"/>
                    <a:pt x="346722" y="170924"/>
                  </a:cubicBezTo>
                  <a:cubicBezTo>
                    <a:pt x="350945" y="170601"/>
                    <a:pt x="356571" y="172760"/>
                    <a:pt x="360254" y="168435"/>
                  </a:cubicBezTo>
                  <a:cubicBezTo>
                    <a:pt x="369455" y="157405"/>
                    <a:pt x="372484" y="152109"/>
                    <a:pt x="373456" y="157405"/>
                  </a:cubicBezTo>
                  <a:cubicBezTo>
                    <a:pt x="374218" y="159679"/>
                    <a:pt x="373894" y="166924"/>
                    <a:pt x="378657" y="168111"/>
                  </a:cubicBezTo>
                  <a:cubicBezTo>
                    <a:pt x="393808" y="171788"/>
                    <a:pt x="396405" y="173191"/>
                    <a:pt x="400304" y="170708"/>
                  </a:cubicBezTo>
                  <a:cubicBezTo>
                    <a:pt x="406038" y="167032"/>
                    <a:pt x="410261" y="163571"/>
                    <a:pt x="414807" y="163571"/>
                  </a:cubicBezTo>
                  <a:cubicBezTo>
                    <a:pt x="428333" y="163571"/>
                    <a:pt x="431470" y="164543"/>
                    <a:pt x="433419" y="160002"/>
                  </a:cubicBezTo>
                  <a:lnTo>
                    <a:pt x="440455" y="143238"/>
                  </a:lnTo>
                  <a:cubicBezTo>
                    <a:pt x="442404" y="138590"/>
                    <a:pt x="448138" y="135669"/>
                    <a:pt x="447490" y="136101"/>
                  </a:cubicBezTo>
                  <a:cubicBezTo>
                    <a:pt x="449116" y="135129"/>
                    <a:pt x="450412" y="132424"/>
                    <a:pt x="450412" y="130157"/>
                  </a:cubicBezTo>
                  <a:cubicBezTo>
                    <a:pt x="450735" y="126265"/>
                    <a:pt x="449224" y="119451"/>
                    <a:pt x="452685" y="115019"/>
                  </a:cubicBezTo>
                  <a:cubicBezTo>
                    <a:pt x="454958" y="111342"/>
                    <a:pt x="460914" y="107228"/>
                    <a:pt x="459181" y="101392"/>
                  </a:cubicBezTo>
                  <a:cubicBezTo>
                    <a:pt x="453987" y="83332"/>
                    <a:pt x="453663" y="79872"/>
                    <a:pt x="449656" y="78576"/>
                  </a:cubicBezTo>
                  <a:cubicBezTo>
                    <a:pt x="416750" y="67978"/>
                    <a:pt x="415239" y="66245"/>
                    <a:pt x="411664" y="69705"/>
                  </a:cubicBezTo>
                  <a:cubicBezTo>
                    <a:pt x="409499" y="72518"/>
                    <a:pt x="403225" y="75439"/>
                    <a:pt x="405282" y="80951"/>
                  </a:cubicBezTo>
                  <a:cubicBezTo>
                    <a:pt x="405930" y="83656"/>
                    <a:pt x="409822" y="89282"/>
                    <a:pt x="406685" y="93715"/>
                  </a:cubicBezTo>
                  <a:cubicBezTo>
                    <a:pt x="405174" y="95226"/>
                    <a:pt x="401599" y="103227"/>
                    <a:pt x="399434" y="98039"/>
                  </a:cubicBezTo>
                  <a:cubicBezTo>
                    <a:pt x="394779" y="86901"/>
                    <a:pt x="393916" y="82793"/>
                    <a:pt x="389693" y="82145"/>
                  </a:cubicBezTo>
                  <a:cubicBezTo>
                    <a:pt x="383197" y="81167"/>
                    <a:pt x="378542" y="81275"/>
                    <a:pt x="375189" y="77598"/>
                  </a:cubicBezTo>
                  <a:cubicBezTo>
                    <a:pt x="370535" y="73274"/>
                    <a:pt x="367182" y="66029"/>
                    <a:pt x="362096" y="67762"/>
                  </a:cubicBezTo>
                  <a:cubicBezTo>
                    <a:pt x="358197" y="68518"/>
                    <a:pt x="352463" y="73166"/>
                    <a:pt x="349535" y="68086"/>
                  </a:cubicBezTo>
                  <a:lnTo>
                    <a:pt x="348888" y="66784"/>
                  </a:lnTo>
                  <a:cubicBezTo>
                    <a:pt x="347808" y="64949"/>
                    <a:pt x="348024" y="62028"/>
                    <a:pt x="349212" y="60409"/>
                  </a:cubicBezTo>
                  <a:cubicBezTo>
                    <a:pt x="351917" y="55754"/>
                    <a:pt x="358521" y="51106"/>
                    <a:pt x="355276" y="46350"/>
                  </a:cubicBezTo>
                  <a:cubicBezTo>
                    <a:pt x="339687" y="23532"/>
                    <a:pt x="336766" y="21477"/>
                    <a:pt x="340010" y="17693"/>
                  </a:cubicBezTo>
                  <a:cubicBezTo>
                    <a:pt x="341636" y="15205"/>
                    <a:pt x="348240" y="10988"/>
                    <a:pt x="344449" y="6987"/>
                  </a:cubicBezTo>
                  <a:cubicBezTo>
                    <a:pt x="342392" y="5257"/>
                    <a:pt x="339039" y="-691"/>
                    <a:pt x="334168" y="66"/>
                  </a:cubicBezTo>
                  <a:cubicBezTo>
                    <a:pt x="317392" y="2661"/>
                    <a:pt x="314795" y="2228"/>
                    <a:pt x="311874" y="6122"/>
                  </a:cubicBezTo>
                  <a:cubicBezTo>
                    <a:pt x="296068" y="26560"/>
                    <a:pt x="294443" y="30020"/>
                    <a:pt x="289795" y="31318"/>
                  </a:cubicBezTo>
                  <a:lnTo>
                    <a:pt x="289464" y="30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93B2A39-8C92-64E9-AE0B-3A5586A9070F}"/>
                </a:ext>
              </a:extLst>
            </p:cNvPr>
            <p:cNvSpPr/>
            <p:nvPr/>
          </p:nvSpPr>
          <p:spPr>
            <a:xfrm>
              <a:off x="1527620" y="1330844"/>
              <a:ext cx="25273" cy="17500"/>
            </a:xfrm>
            <a:custGeom>
              <a:avLst/>
              <a:gdLst>
                <a:gd name="csX0" fmla="*/ 20846 w 25273"/>
                <a:gd name="csY0" fmla="*/ 6001 h 17500"/>
                <a:gd name="csX1" fmla="*/ 171 w 25273"/>
                <a:gd name="csY1" fmla="*/ 2979 h 17500"/>
                <a:gd name="csX2" fmla="*/ 3422 w 25273"/>
                <a:gd name="csY2" fmla="*/ 14549 h 17500"/>
                <a:gd name="csX3" fmla="*/ 25177 w 25273"/>
                <a:gd name="csY3" fmla="*/ 12923 h 17500"/>
                <a:gd name="csX4" fmla="*/ 20846 w 25273"/>
                <a:gd name="csY4" fmla="*/ 6001 h 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73" h="17500">
                  <a:moveTo>
                    <a:pt x="20846" y="6001"/>
                  </a:moveTo>
                  <a:cubicBezTo>
                    <a:pt x="4178" y="274"/>
                    <a:pt x="171" y="-2539"/>
                    <a:pt x="171" y="2979"/>
                  </a:cubicBezTo>
                  <a:cubicBezTo>
                    <a:pt x="171" y="2979"/>
                    <a:pt x="-1125" y="13247"/>
                    <a:pt x="3422" y="14549"/>
                  </a:cubicBezTo>
                  <a:cubicBezTo>
                    <a:pt x="10134" y="16384"/>
                    <a:pt x="26688" y="20924"/>
                    <a:pt x="25177" y="12923"/>
                  </a:cubicBezTo>
                  <a:cubicBezTo>
                    <a:pt x="24853" y="12275"/>
                    <a:pt x="24853" y="7303"/>
                    <a:pt x="20846" y="6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5061D816-5BF4-C28B-719C-DE3E37C704C6}"/>
                </a:ext>
              </a:extLst>
            </p:cNvPr>
            <p:cNvSpPr/>
            <p:nvPr/>
          </p:nvSpPr>
          <p:spPr>
            <a:xfrm>
              <a:off x="1692047" y="1287704"/>
              <a:ext cx="26905" cy="21341"/>
            </a:xfrm>
            <a:custGeom>
              <a:avLst/>
              <a:gdLst>
                <a:gd name="csX0" fmla="*/ 24187 w 26905"/>
                <a:gd name="csY0" fmla="*/ 21030 h 21341"/>
                <a:gd name="csX1" fmla="*/ 25698 w 26905"/>
                <a:gd name="csY1" fmla="*/ 7835 h 21341"/>
                <a:gd name="csX2" fmla="*/ 3295 w 26905"/>
                <a:gd name="csY2" fmla="*/ 50 h 21341"/>
                <a:gd name="csX3" fmla="*/ 50 w 26905"/>
                <a:gd name="csY3" fmla="*/ 5892 h 21341"/>
                <a:gd name="csX4" fmla="*/ 24187 w 26905"/>
                <a:gd name="csY4" fmla="*/ 21030 h 21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905" h="21341">
                  <a:moveTo>
                    <a:pt x="24187" y="21030"/>
                  </a:moveTo>
                  <a:cubicBezTo>
                    <a:pt x="29165" y="23297"/>
                    <a:pt x="25806" y="12598"/>
                    <a:pt x="25698" y="7835"/>
                  </a:cubicBezTo>
                  <a:cubicBezTo>
                    <a:pt x="25158" y="2431"/>
                    <a:pt x="21367" y="3079"/>
                    <a:pt x="3295" y="50"/>
                  </a:cubicBezTo>
                  <a:cubicBezTo>
                    <a:pt x="-928" y="-598"/>
                    <a:pt x="158" y="5244"/>
                    <a:pt x="50" y="5892"/>
                  </a:cubicBezTo>
                  <a:cubicBezTo>
                    <a:pt x="50" y="11404"/>
                    <a:pt x="24187" y="21030"/>
                    <a:pt x="24187" y="2103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5766DC4-43D4-9917-9996-36C4018A7E85}"/>
                </a:ext>
              </a:extLst>
            </p:cNvPr>
            <p:cNvSpPr/>
            <p:nvPr/>
          </p:nvSpPr>
          <p:spPr>
            <a:xfrm>
              <a:off x="1796306" y="1273218"/>
              <a:ext cx="26610" cy="24197"/>
            </a:xfrm>
            <a:custGeom>
              <a:avLst/>
              <a:gdLst>
                <a:gd name="csX0" fmla="*/ 21343 w 26610"/>
                <a:gd name="csY0" fmla="*/ 46 h 24197"/>
                <a:gd name="csX1" fmla="*/ 7488 w 26610"/>
                <a:gd name="csY1" fmla="*/ 2967 h 24197"/>
                <a:gd name="csX2" fmla="*/ 1538 w 26610"/>
                <a:gd name="csY2" fmla="*/ 15616 h 24197"/>
                <a:gd name="csX3" fmla="*/ 22099 w 26610"/>
                <a:gd name="csY3" fmla="*/ 22106 h 24197"/>
                <a:gd name="csX4" fmla="*/ 26430 w 26610"/>
                <a:gd name="csY4" fmla="*/ 8917 h 24197"/>
                <a:gd name="csX5" fmla="*/ 21343 w 26610"/>
                <a:gd name="csY5" fmla="*/ 154 h 24197"/>
                <a:gd name="csX6" fmla="*/ 21343 w 26610"/>
                <a:gd name="csY6" fmla="*/ 46 h 24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24197">
                  <a:moveTo>
                    <a:pt x="21343" y="46"/>
                  </a:moveTo>
                  <a:cubicBezTo>
                    <a:pt x="21343" y="46"/>
                    <a:pt x="10415" y="-602"/>
                    <a:pt x="7488" y="2967"/>
                  </a:cubicBezTo>
                  <a:cubicBezTo>
                    <a:pt x="4674" y="7291"/>
                    <a:pt x="-3333" y="13133"/>
                    <a:pt x="1538" y="15616"/>
                  </a:cubicBezTo>
                  <a:cubicBezTo>
                    <a:pt x="17336" y="23947"/>
                    <a:pt x="19718" y="26430"/>
                    <a:pt x="22099" y="22106"/>
                  </a:cubicBezTo>
                  <a:cubicBezTo>
                    <a:pt x="23401" y="18969"/>
                    <a:pt x="27515" y="14645"/>
                    <a:pt x="26430" y="8917"/>
                  </a:cubicBezTo>
                  <a:cubicBezTo>
                    <a:pt x="25890" y="7399"/>
                    <a:pt x="25998" y="154"/>
                    <a:pt x="21343" y="154"/>
                  </a:cubicBezTo>
                  <a:lnTo>
                    <a:pt x="21343" y="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1DB70C68-B078-81FA-62DF-84ADF601442E}"/>
                </a:ext>
              </a:extLst>
            </p:cNvPr>
            <p:cNvSpPr/>
            <p:nvPr/>
          </p:nvSpPr>
          <p:spPr>
            <a:xfrm>
              <a:off x="1860312" y="1246555"/>
              <a:ext cx="24551" cy="39639"/>
            </a:xfrm>
            <a:custGeom>
              <a:avLst/>
              <a:gdLst>
                <a:gd name="csX0" fmla="*/ 24551 w 24551"/>
                <a:gd name="csY0" fmla="*/ 16326 h 39639"/>
                <a:gd name="csX1" fmla="*/ 19141 w 24551"/>
                <a:gd name="csY1" fmla="*/ 0 h 39639"/>
                <a:gd name="csX2" fmla="*/ 17408 w 24551"/>
                <a:gd name="csY2" fmla="*/ 0 h 39639"/>
                <a:gd name="csX3" fmla="*/ 7019 w 24551"/>
                <a:gd name="csY3" fmla="*/ 10706 h 39639"/>
                <a:gd name="csX4" fmla="*/ 91 w 24551"/>
                <a:gd name="csY4" fmla="*/ 18923 h 39639"/>
                <a:gd name="csX5" fmla="*/ 3342 w 24551"/>
                <a:gd name="csY5" fmla="*/ 37522 h 39639"/>
                <a:gd name="csX6" fmla="*/ 14055 w 24551"/>
                <a:gd name="csY6" fmla="*/ 37522 h 39639"/>
                <a:gd name="csX7" fmla="*/ 24443 w 24551"/>
                <a:gd name="csY7" fmla="*/ 16434 h 39639"/>
                <a:gd name="csX8" fmla="*/ 24551 w 24551"/>
                <a:gd name="csY8" fmla="*/ 16326 h 3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4551" h="39639">
                  <a:moveTo>
                    <a:pt x="24551" y="16326"/>
                  </a:moveTo>
                  <a:cubicBezTo>
                    <a:pt x="23040" y="9404"/>
                    <a:pt x="24551" y="0"/>
                    <a:pt x="19141" y="0"/>
                  </a:cubicBezTo>
                  <a:lnTo>
                    <a:pt x="17408" y="0"/>
                  </a:lnTo>
                  <a:cubicBezTo>
                    <a:pt x="11889" y="0"/>
                    <a:pt x="12645" y="7353"/>
                    <a:pt x="7019" y="10706"/>
                  </a:cubicBezTo>
                  <a:cubicBezTo>
                    <a:pt x="5832" y="11786"/>
                    <a:pt x="91" y="13189"/>
                    <a:pt x="91" y="18923"/>
                  </a:cubicBezTo>
                  <a:cubicBezTo>
                    <a:pt x="739" y="26924"/>
                    <a:pt x="-1858" y="35579"/>
                    <a:pt x="3342" y="37522"/>
                  </a:cubicBezTo>
                  <a:cubicBezTo>
                    <a:pt x="5609" y="37954"/>
                    <a:pt x="11242" y="42062"/>
                    <a:pt x="14055" y="37522"/>
                  </a:cubicBezTo>
                  <a:cubicBezTo>
                    <a:pt x="22170" y="24657"/>
                    <a:pt x="25097" y="21736"/>
                    <a:pt x="24443" y="16434"/>
                  </a:cubicBezTo>
                  <a:lnTo>
                    <a:pt x="24551" y="16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F372ED23-8A3F-9E59-A121-E70E7DD266D1}"/>
                </a:ext>
              </a:extLst>
            </p:cNvPr>
            <p:cNvSpPr/>
            <p:nvPr/>
          </p:nvSpPr>
          <p:spPr>
            <a:xfrm>
              <a:off x="1873831" y="1307794"/>
              <a:ext cx="10825" cy="13079"/>
            </a:xfrm>
            <a:custGeom>
              <a:avLst/>
              <a:gdLst>
                <a:gd name="csX0" fmla="*/ 853 w 10825"/>
                <a:gd name="csY0" fmla="*/ 2667 h 13079"/>
                <a:gd name="csX1" fmla="*/ 2371 w 10825"/>
                <a:gd name="csY1" fmla="*/ 11430 h 13079"/>
                <a:gd name="csX2" fmla="*/ 9946 w 10825"/>
                <a:gd name="csY2" fmla="*/ 10344 h 13079"/>
                <a:gd name="csX3" fmla="*/ 8321 w 10825"/>
                <a:gd name="csY3" fmla="*/ 1264 h 13079"/>
                <a:gd name="csX4" fmla="*/ 853 w 10825"/>
                <a:gd name="csY4" fmla="*/ 2775 h 13079"/>
                <a:gd name="csX5" fmla="*/ 853 w 10825"/>
                <a:gd name="csY5" fmla="*/ 2667 h 13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13079">
                  <a:moveTo>
                    <a:pt x="853" y="2667"/>
                  </a:moveTo>
                  <a:cubicBezTo>
                    <a:pt x="853" y="3861"/>
                    <a:pt x="-1852" y="9589"/>
                    <a:pt x="2371" y="11430"/>
                  </a:cubicBezTo>
                  <a:cubicBezTo>
                    <a:pt x="3558" y="11646"/>
                    <a:pt x="8759" y="15647"/>
                    <a:pt x="9946" y="10344"/>
                  </a:cubicBezTo>
                  <a:cubicBezTo>
                    <a:pt x="9946" y="9157"/>
                    <a:pt x="12760" y="2775"/>
                    <a:pt x="8321" y="1264"/>
                  </a:cubicBezTo>
                  <a:cubicBezTo>
                    <a:pt x="8321" y="1264"/>
                    <a:pt x="1939" y="-2413"/>
                    <a:pt x="853" y="2775"/>
                  </a:cubicBezTo>
                  <a:lnTo>
                    <a:pt x="853" y="26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C79D8EFF-ABFB-1D31-621D-4E0CE93CE3D4}"/>
                </a:ext>
              </a:extLst>
            </p:cNvPr>
            <p:cNvSpPr/>
            <p:nvPr/>
          </p:nvSpPr>
          <p:spPr>
            <a:xfrm>
              <a:off x="1499033" y="1310834"/>
              <a:ext cx="24265" cy="20701"/>
            </a:xfrm>
            <a:custGeom>
              <a:avLst/>
              <a:gdLst>
                <a:gd name="csX0" fmla="*/ 19341 w 24265"/>
                <a:gd name="csY0" fmla="*/ 1362 h 20701"/>
                <a:gd name="csX1" fmla="*/ 938 w 24265"/>
                <a:gd name="csY1" fmla="*/ 12607 h 20701"/>
                <a:gd name="csX2" fmla="*/ 7542 w 24265"/>
                <a:gd name="csY2" fmla="*/ 20069 h 20701"/>
                <a:gd name="csX3" fmla="*/ 23024 w 24265"/>
                <a:gd name="csY3" fmla="*/ 10982 h 20701"/>
                <a:gd name="csX4" fmla="*/ 19233 w 24265"/>
                <a:gd name="csY4" fmla="*/ 1254 h 20701"/>
                <a:gd name="csX5" fmla="*/ 19341 w 24265"/>
                <a:gd name="csY5" fmla="*/ 1362 h 2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265" h="20701">
                  <a:moveTo>
                    <a:pt x="19341" y="1362"/>
                  </a:moveTo>
                  <a:cubicBezTo>
                    <a:pt x="16204" y="-2099"/>
                    <a:pt x="14362" y="822"/>
                    <a:pt x="938" y="12607"/>
                  </a:cubicBezTo>
                  <a:cubicBezTo>
                    <a:pt x="-3170" y="16176"/>
                    <a:pt x="7542" y="20069"/>
                    <a:pt x="7542" y="20069"/>
                  </a:cubicBezTo>
                  <a:cubicBezTo>
                    <a:pt x="11333" y="22120"/>
                    <a:pt x="13607" y="19205"/>
                    <a:pt x="23024" y="10982"/>
                  </a:cubicBezTo>
                  <a:cubicBezTo>
                    <a:pt x="26916" y="7521"/>
                    <a:pt x="20535" y="3305"/>
                    <a:pt x="19233" y="1254"/>
                  </a:cubicBezTo>
                  <a:lnTo>
                    <a:pt x="19341" y="1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1D0F944-ECEF-A4EE-5919-EDF3000C24D6}"/>
                </a:ext>
              </a:extLst>
            </p:cNvPr>
            <p:cNvSpPr/>
            <p:nvPr/>
          </p:nvSpPr>
          <p:spPr>
            <a:xfrm>
              <a:off x="1420407" y="1311060"/>
              <a:ext cx="31489" cy="19979"/>
            </a:xfrm>
            <a:custGeom>
              <a:avLst/>
              <a:gdLst>
                <a:gd name="csX0" fmla="*/ 16903 w 31489"/>
                <a:gd name="csY0" fmla="*/ 1459 h 19979"/>
                <a:gd name="csX1" fmla="*/ 1637 w 31489"/>
                <a:gd name="csY1" fmla="*/ 18432 h 19979"/>
                <a:gd name="csX2" fmla="*/ 18306 w 31489"/>
                <a:gd name="csY2" fmla="*/ 17893 h 19979"/>
                <a:gd name="csX3" fmla="*/ 29888 w 31489"/>
                <a:gd name="csY3" fmla="*/ 2214 h 19979"/>
                <a:gd name="csX4" fmla="*/ 16795 w 31489"/>
                <a:gd name="csY4" fmla="*/ 1459 h 19979"/>
                <a:gd name="csX5" fmla="*/ 16903 w 31489"/>
                <a:gd name="csY5" fmla="*/ 1459 h 1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89" h="19979">
                  <a:moveTo>
                    <a:pt x="16903" y="1459"/>
                  </a:moveTo>
                  <a:cubicBezTo>
                    <a:pt x="1961" y="14648"/>
                    <a:pt x="-2909" y="17785"/>
                    <a:pt x="1637" y="18432"/>
                  </a:cubicBezTo>
                  <a:cubicBezTo>
                    <a:pt x="9435" y="19626"/>
                    <a:pt x="14737" y="21461"/>
                    <a:pt x="18306" y="17893"/>
                  </a:cubicBezTo>
                  <a:cubicBezTo>
                    <a:pt x="29241" y="7187"/>
                    <a:pt x="34327" y="3618"/>
                    <a:pt x="29888" y="2214"/>
                  </a:cubicBezTo>
                  <a:cubicBezTo>
                    <a:pt x="29888" y="2214"/>
                    <a:pt x="20903" y="-2218"/>
                    <a:pt x="16795" y="1459"/>
                  </a:cubicBezTo>
                  <a:lnTo>
                    <a:pt x="16903" y="1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84C2840-0623-EEC3-C83C-37427B78A538}"/>
                </a:ext>
              </a:extLst>
            </p:cNvPr>
            <p:cNvSpPr/>
            <p:nvPr/>
          </p:nvSpPr>
          <p:spPr>
            <a:xfrm>
              <a:off x="1901167" y="1192728"/>
              <a:ext cx="163826" cy="112716"/>
            </a:xfrm>
            <a:custGeom>
              <a:avLst/>
              <a:gdLst>
                <a:gd name="csX0" fmla="*/ 58272 w 163826"/>
                <a:gd name="csY0" fmla="*/ 1161 h 112716"/>
                <a:gd name="csX1" fmla="*/ 47775 w 163826"/>
                <a:gd name="csY1" fmla="*/ 17925 h 112716"/>
                <a:gd name="csX2" fmla="*/ 50912 w 163826"/>
                <a:gd name="csY2" fmla="*/ 28523 h 112716"/>
                <a:gd name="csX3" fmla="*/ 38898 w 163826"/>
                <a:gd name="csY3" fmla="*/ 28307 h 112716"/>
                <a:gd name="csX4" fmla="*/ 37710 w 163826"/>
                <a:gd name="csY4" fmla="*/ 45065 h 112716"/>
                <a:gd name="csX5" fmla="*/ 27753 w 163826"/>
                <a:gd name="csY5" fmla="*/ 54368 h 112716"/>
                <a:gd name="csX6" fmla="*/ 42 w 163826"/>
                <a:gd name="csY6" fmla="*/ 63886 h 112716"/>
                <a:gd name="csX7" fmla="*/ 7618 w 163826"/>
                <a:gd name="csY7" fmla="*/ 80536 h 112716"/>
                <a:gd name="csX8" fmla="*/ 16495 w 163826"/>
                <a:gd name="csY8" fmla="*/ 77939 h 112716"/>
                <a:gd name="csX9" fmla="*/ 27645 w 163826"/>
                <a:gd name="csY9" fmla="*/ 70262 h 112716"/>
                <a:gd name="csX10" fmla="*/ 28401 w 163826"/>
                <a:gd name="csY10" fmla="*/ 70262 h 112716"/>
                <a:gd name="csX11" fmla="*/ 31754 w 163826"/>
                <a:gd name="csY11" fmla="*/ 74370 h 112716"/>
                <a:gd name="csX12" fmla="*/ 34567 w 163826"/>
                <a:gd name="csY12" fmla="*/ 82917 h 112716"/>
                <a:gd name="csX13" fmla="*/ 41495 w 163826"/>
                <a:gd name="csY13" fmla="*/ 83889 h 112716"/>
                <a:gd name="csX14" fmla="*/ 50156 w 163826"/>
                <a:gd name="csY14" fmla="*/ 77939 h 112716"/>
                <a:gd name="csX15" fmla="*/ 56436 w 163826"/>
                <a:gd name="csY15" fmla="*/ 88213 h 112716"/>
                <a:gd name="csX16" fmla="*/ 91501 w 163826"/>
                <a:gd name="csY16" fmla="*/ 101624 h 112716"/>
                <a:gd name="csX17" fmla="*/ 103731 w 163826"/>
                <a:gd name="csY17" fmla="*/ 103459 h 112716"/>
                <a:gd name="csX18" fmla="*/ 123651 w 163826"/>
                <a:gd name="csY18" fmla="*/ 110921 h 112716"/>
                <a:gd name="csX19" fmla="*/ 142695 w 163826"/>
                <a:gd name="csY19" fmla="*/ 89623 h 112716"/>
                <a:gd name="csX20" fmla="*/ 150601 w 163826"/>
                <a:gd name="csY20" fmla="*/ 91890 h 112716"/>
                <a:gd name="csX21" fmla="*/ 162399 w 163826"/>
                <a:gd name="csY21" fmla="*/ 72211 h 112716"/>
                <a:gd name="csX22" fmla="*/ 153845 w 163826"/>
                <a:gd name="csY22" fmla="*/ 69506 h 112716"/>
                <a:gd name="csX23" fmla="*/ 139450 w 163826"/>
                <a:gd name="csY23" fmla="*/ 71017 h 112716"/>
                <a:gd name="csX24" fmla="*/ 123759 w 163826"/>
                <a:gd name="csY24" fmla="*/ 47338 h 112716"/>
                <a:gd name="csX25" fmla="*/ 57948 w 163826"/>
                <a:gd name="csY25" fmla="*/ 1377 h 112716"/>
                <a:gd name="csX26" fmla="*/ 58272 w 163826"/>
                <a:gd name="csY26" fmla="*/ 1161 h 112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3826" h="112716">
                  <a:moveTo>
                    <a:pt x="58272" y="1161"/>
                  </a:moveTo>
                  <a:cubicBezTo>
                    <a:pt x="52538" y="8622"/>
                    <a:pt x="44746" y="12299"/>
                    <a:pt x="47775" y="17925"/>
                  </a:cubicBezTo>
                  <a:cubicBezTo>
                    <a:pt x="49401" y="21709"/>
                    <a:pt x="55890" y="30250"/>
                    <a:pt x="50912" y="28523"/>
                  </a:cubicBezTo>
                  <a:cubicBezTo>
                    <a:pt x="46473" y="27659"/>
                    <a:pt x="38358" y="22033"/>
                    <a:pt x="38898" y="28307"/>
                  </a:cubicBezTo>
                  <a:cubicBezTo>
                    <a:pt x="38898" y="33603"/>
                    <a:pt x="41279" y="40417"/>
                    <a:pt x="37710" y="45065"/>
                  </a:cubicBezTo>
                  <a:cubicBezTo>
                    <a:pt x="33811" y="50151"/>
                    <a:pt x="31754" y="53504"/>
                    <a:pt x="27753" y="54368"/>
                  </a:cubicBezTo>
                  <a:cubicBezTo>
                    <a:pt x="27753" y="54368"/>
                    <a:pt x="-1253" y="58584"/>
                    <a:pt x="42" y="63886"/>
                  </a:cubicBezTo>
                  <a:cubicBezTo>
                    <a:pt x="2639" y="71347"/>
                    <a:pt x="2315" y="80536"/>
                    <a:pt x="7618" y="80536"/>
                  </a:cubicBezTo>
                  <a:cubicBezTo>
                    <a:pt x="8488" y="80428"/>
                    <a:pt x="13034" y="81399"/>
                    <a:pt x="16495" y="77939"/>
                  </a:cubicBezTo>
                  <a:cubicBezTo>
                    <a:pt x="21149" y="73290"/>
                    <a:pt x="23639" y="70262"/>
                    <a:pt x="27645" y="70262"/>
                  </a:cubicBezTo>
                  <a:lnTo>
                    <a:pt x="28401" y="70262"/>
                  </a:lnTo>
                  <a:cubicBezTo>
                    <a:pt x="30243" y="70262"/>
                    <a:pt x="31754" y="72103"/>
                    <a:pt x="31754" y="74370"/>
                  </a:cubicBezTo>
                  <a:cubicBezTo>
                    <a:pt x="31862" y="75024"/>
                    <a:pt x="31106" y="79996"/>
                    <a:pt x="34567" y="82917"/>
                  </a:cubicBezTo>
                  <a:cubicBezTo>
                    <a:pt x="35113" y="83133"/>
                    <a:pt x="38574" y="87673"/>
                    <a:pt x="41495" y="83889"/>
                  </a:cubicBezTo>
                  <a:cubicBezTo>
                    <a:pt x="43984" y="81399"/>
                    <a:pt x="48207" y="72319"/>
                    <a:pt x="50156" y="77939"/>
                  </a:cubicBezTo>
                  <a:cubicBezTo>
                    <a:pt x="51020" y="79888"/>
                    <a:pt x="51998" y="86378"/>
                    <a:pt x="56436" y="88213"/>
                  </a:cubicBezTo>
                  <a:cubicBezTo>
                    <a:pt x="85335" y="100430"/>
                    <a:pt x="86954" y="101624"/>
                    <a:pt x="91501" y="101624"/>
                  </a:cubicBezTo>
                  <a:cubicBezTo>
                    <a:pt x="94314" y="101840"/>
                    <a:pt x="99400" y="100761"/>
                    <a:pt x="103731" y="103459"/>
                  </a:cubicBezTo>
                  <a:cubicBezTo>
                    <a:pt x="117911" y="111898"/>
                    <a:pt x="120832" y="115029"/>
                    <a:pt x="123651" y="110921"/>
                  </a:cubicBezTo>
                  <a:cubicBezTo>
                    <a:pt x="137824" y="90378"/>
                    <a:pt x="139126" y="86270"/>
                    <a:pt x="142695" y="89623"/>
                  </a:cubicBezTo>
                  <a:cubicBezTo>
                    <a:pt x="143673" y="90162"/>
                    <a:pt x="147349" y="95674"/>
                    <a:pt x="150601" y="91890"/>
                  </a:cubicBezTo>
                  <a:cubicBezTo>
                    <a:pt x="162183" y="78047"/>
                    <a:pt x="166291" y="75132"/>
                    <a:pt x="162399" y="72211"/>
                  </a:cubicBezTo>
                  <a:cubicBezTo>
                    <a:pt x="161637" y="71887"/>
                    <a:pt x="158068" y="67887"/>
                    <a:pt x="153845" y="69506"/>
                  </a:cubicBezTo>
                  <a:cubicBezTo>
                    <a:pt x="148543" y="70801"/>
                    <a:pt x="142587" y="76211"/>
                    <a:pt x="139450" y="71017"/>
                  </a:cubicBezTo>
                  <a:cubicBezTo>
                    <a:pt x="130141" y="55555"/>
                    <a:pt x="127760" y="50367"/>
                    <a:pt x="123759" y="47338"/>
                  </a:cubicBezTo>
                  <a:cubicBezTo>
                    <a:pt x="60437" y="-1214"/>
                    <a:pt x="61523" y="-2516"/>
                    <a:pt x="57948" y="1377"/>
                  </a:cubicBezTo>
                  <a:lnTo>
                    <a:pt x="58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8A1B3AD8-D023-57C5-538C-35C6C64A3E6A}"/>
                </a:ext>
              </a:extLst>
            </p:cNvPr>
            <p:cNvSpPr/>
            <p:nvPr/>
          </p:nvSpPr>
          <p:spPr>
            <a:xfrm>
              <a:off x="2007867" y="1208015"/>
              <a:ext cx="21577" cy="18828"/>
            </a:xfrm>
            <a:custGeom>
              <a:avLst/>
              <a:gdLst>
                <a:gd name="csX0" fmla="*/ 18786 w 21577"/>
                <a:gd name="csY0" fmla="*/ 16696 h 18828"/>
                <a:gd name="csX1" fmla="*/ 19002 w 21577"/>
                <a:gd name="csY1" fmla="*/ 148 h 18828"/>
                <a:gd name="csX2" fmla="*/ 390 w 21577"/>
                <a:gd name="csY2" fmla="*/ 2745 h 18828"/>
                <a:gd name="csX3" fmla="*/ 18678 w 21577"/>
                <a:gd name="csY3" fmla="*/ 16696 h 18828"/>
                <a:gd name="csX4" fmla="*/ 18786 w 21577"/>
                <a:gd name="csY4" fmla="*/ 16696 h 1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577" h="18828">
                  <a:moveTo>
                    <a:pt x="18786" y="16696"/>
                  </a:moveTo>
                  <a:cubicBezTo>
                    <a:pt x="19764" y="9343"/>
                    <a:pt x="24418" y="148"/>
                    <a:pt x="19002" y="148"/>
                  </a:cubicBezTo>
                  <a:cubicBezTo>
                    <a:pt x="19002" y="148"/>
                    <a:pt x="-3185" y="-932"/>
                    <a:pt x="390" y="2745"/>
                  </a:cubicBezTo>
                  <a:cubicBezTo>
                    <a:pt x="14779" y="17452"/>
                    <a:pt x="17599" y="21992"/>
                    <a:pt x="18678" y="16696"/>
                  </a:cubicBezTo>
                  <a:lnTo>
                    <a:pt x="18786" y="16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662A1699-80A2-D1B3-2F2B-B9E4DD6F5ECF}"/>
                </a:ext>
              </a:extLst>
            </p:cNvPr>
            <p:cNvSpPr/>
            <p:nvPr/>
          </p:nvSpPr>
          <p:spPr>
            <a:xfrm>
              <a:off x="2039912" y="1214451"/>
              <a:ext cx="19326" cy="21424"/>
            </a:xfrm>
            <a:custGeom>
              <a:avLst/>
              <a:gdLst>
                <a:gd name="csX0" fmla="*/ 2432 w 19326"/>
                <a:gd name="csY0" fmla="*/ 17074 h 21424"/>
                <a:gd name="csX1" fmla="*/ 9684 w 19326"/>
                <a:gd name="csY1" fmla="*/ 19995 h 21424"/>
                <a:gd name="csX2" fmla="*/ 17583 w 19326"/>
                <a:gd name="csY2" fmla="*/ 3015 h 21424"/>
                <a:gd name="csX3" fmla="*/ 51 w 19326"/>
                <a:gd name="csY3" fmla="*/ 2152 h 21424"/>
                <a:gd name="csX4" fmla="*/ 2432 w 19326"/>
                <a:gd name="csY4" fmla="*/ 16966 h 21424"/>
                <a:gd name="csX5" fmla="*/ 2432 w 19326"/>
                <a:gd name="csY5" fmla="*/ 17074 h 21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326" h="21424">
                  <a:moveTo>
                    <a:pt x="2432" y="17074"/>
                  </a:moveTo>
                  <a:cubicBezTo>
                    <a:pt x="3410" y="17830"/>
                    <a:pt x="6763" y="24212"/>
                    <a:pt x="9684" y="19995"/>
                  </a:cubicBezTo>
                  <a:cubicBezTo>
                    <a:pt x="17475" y="8851"/>
                    <a:pt x="22022" y="4203"/>
                    <a:pt x="17583" y="3015"/>
                  </a:cubicBezTo>
                  <a:cubicBezTo>
                    <a:pt x="17583" y="3015"/>
                    <a:pt x="51" y="-3151"/>
                    <a:pt x="51" y="2152"/>
                  </a:cubicBezTo>
                  <a:cubicBezTo>
                    <a:pt x="375" y="6260"/>
                    <a:pt x="-1137" y="12750"/>
                    <a:pt x="2432" y="16966"/>
                  </a:cubicBezTo>
                  <a:lnTo>
                    <a:pt x="2432" y="170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AD2607C3-38A5-7625-E603-807379F5B6D6}"/>
                </a:ext>
              </a:extLst>
            </p:cNvPr>
            <p:cNvSpPr/>
            <p:nvPr/>
          </p:nvSpPr>
          <p:spPr>
            <a:xfrm>
              <a:off x="1167433" y="897479"/>
              <a:ext cx="685928" cy="407529"/>
            </a:xfrm>
            <a:custGeom>
              <a:avLst/>
              <a:gdLst>
                <a:gd name="csX0" fmla="*/ 678035 w 685928"/>
                <a:gd name="csY0" fmla="*/ 270889 h 407529"/>
                <a:gd name="csX1" fmla="*/ 659309 w 685928"/>
                <a:gd name="csY1" fmla="*/ 272299 h 407529"/>
                <a:gd name="csX2" fmla="*/ 656058 w 685928"/>
                <a:gd name="csY2" fmla="*/ 261269 h 407529"/>
                <a:gd name="csX3" fmla="*/ 638093 w 685928"/>
                <a:gd name="csY3" fmla="*/ 257160 h 407529"/>
                <a:gd name="csX4" fmla="*/ 601835 w 685928"/>
                <a:gd name="csY4" fmla="*/ 229150 h 407529"/>
                <a:gd name="csX5" fmla="*/ 584842 w 685928"/>
                <a:gd name="csY5" fmla="*/ 235532 h 407529"/>
                <a:gd name="csX6" fmla="*/ 562872 w 685928"/>
                <a:gd name="csY6" fmla="*/ 209472 h 407529"/>
                <a:gd name="csX7" fmla="*/ 546203 w 685928"/>
                <a:gd name="csY7" fmla="*/ 196061 h 407529"/>
                <a:gd name="csX8" fmla="*/ 553562 w 685928"/>
                <a:gd name="csY8" fmla="*/ 180706 h 407529"/>
                <a:gd name="csX9" fmla="*/ 552699 w 685928"/>
                <a:gd name="csY9" fmla="*/ 155833 h 407529"/>
                <a:gd name="csX10" fmla="*/ 532887 w 685928"/>
                <a:gd name="csY10" fmla="*/ 130529 h 407529"/>
                <a:gd name="csX11" fmla="*/ 516218 w 685928"/>
                <a:gd name="csY11" fmla="*/ 56780 h 407529"/>
                <a:gd name="csX12" fmla="*/ 463722 w 685928"/>
                <a:gd name="csY12" fmla="*/ 13523 h 407529"/>
                <a:gd name="csX13" fmla="*/ 452362 w 685928"/>
                <a:gd name="csY13" fmla="*/ 11364 h 407529"/>
                <a:gd name="csX14" fmla="*/ 449003 w 685928"/>
                <a:gd name="csY14" fmla="*/ 19365 h 407529"/>
                <a:gd name="csX15" fmla="*/ 419133 w 685928"/>
                <a:gd name="csY15" fmla="*/ 1414 h 407529"/>
                <a:gd name="csX16" fmla="*/ 414694 w 685928"/>
                <a:gd name="csY16" fmla="*/ 2925 h 407529"/>
                <a:gd name="csX17" fmla="*/ 413939 w 685928"/>
                <a:gd name="csY17" fmla="*/ 11904 h 407529"/>
                <a:gd name="csX18" fmla="*/ 414910 w 685928"/>
                <a:gd name="csY18" fmla="*/ 14387 h 407529"/>
                <a:gd name="csX19" fmla="*/ 409284 w 685928"/>
                <a:gd name="csY19" fmla="*/ 19258 h 407529"/>
                <a:gd name="csX20" fmla="*/ 425845 w 685928"/>
                <a:gd name="csY20" fmla="*/ 108685 h 407529"/>
                <a:gd name="csX21" fmla="*/ 439154 w 685928"/>
                <a:gd name="csY21" fmla="*/ 126744 h 407529"/>
                <a:gd name="csX22" fmla="*/ 425083 w 685928"/>
                <a:gd name="csY22" fmla="*/ 154862 h 407529"/>
                <a:gd name="csX23" fmla="*/ 407874 w 685928"/>
                <a:gd name="csY23" fmla="*/ 144480 h 407529"/>
                <a:gd name="csX24" fmla="*/ 410040 w 685928"/>
                <a:gd name="csY24" fmla="*/ 125341 h 407529"/>
                <a:gd name="csX25" fmla="*/ 403328 w 685928"/>
                <a:gd name="csY25" fmla="*/ 122096 h 407529"/>
                <a:gd name="csX26" fmla="*/ 392183 w 685928"/>
                <a:gd name="csY26" fmla="*/ 96791 h 407529"/>
                <a:gd name="csX27" fmla="*/ 394996 w 685928"/>
                <a:gd name="csY27" fmla="*/ 81545 h 407529"/>
                <a:gd name="csX28" fmla="*/ 392075 w 685928"/>
                <a:gd name="csY28" fmla="*/ 69645 h 407529"/>
                <a:gd name="csX29" fmla="*/ 382119 w 685928"/>
                <a:gd name="csY29" fmla="*/ 71486 h 407529"/>
                <a:gd name="csX30" fmla="*/ 372486 w 685928"/>
                <a:gd name="csY30" fmla="*/ 53967 h 407529"/>
                <a:gd name="csX31" fmla="*/ 333192 w 685928"/>
                <a:gd name="csY31" fmla="*/ 33748 h 407529"/>
                <a:gd name="csX32" fmla="*/ 317825 w 685928"/>
                <a:gd name="csY32" fmla="*/ 34504 h 407529"/>
                <a:gd name="csX33" fmla="*/ 319882 w 685928"/>
                <a:gd name="csY33" fmla="*/ 43368 h 407529"/>
                <a:gd name="csX34" fmla="*/ 332220 w 685928"/>
                <a:gd name="csY34" fmla="*/ 51370 h 407529"/>
                <a:gd name="csX35" fmla="*/ 331566 w 685928"/>
                <a:gd name="csY35" fmla="*/ 63377 h 407529"/>
                <a:gd name="csX36" fmla="*/ 301804 w 685928"/>
                <a:gd name="csY36" fmla="*/ 90625 h 407529"/>
                <a:gd name="csX37" fmla="*/ 290653 w 685928"/>
                <a:gd name="csY37" fmla="*/ 85545 h 407529"/>
                <a:gd name="csX38" fmla="*/ 297041 w 685928"/>
                <a:gd name="csY38" fmla="*/ 69321 h 407529"/>
                <a:gd name="csX39" fmla="*/ 296717 w 685928"/>
                <a:gd name="csY39" fmla="*/ 60780 h 407529"/>
                <a:gd name="csX40" fmla="*/ 272149 w 685928"/>
                <a:gd name="csY40" fmla="*/ 45426 h 407529"/>
                <a:gd name="csX41" fmla="*/ 248337 w 685928"/>
                <a:gd name="csY41" fmla="*/ 42721 h 407529"/>
                <a:gd name="csX42" fmla="*/ 225064 w 685928"/>
                <a:gd name="csY42" fmla="*/ 34288 h 407529"/>
                <a:gd name="csX43" fmla="*/ 211208 w 685928"/>
                <a:gd name="csY43" fmla="*/ 47915 h 407529"/>
                <a:gd name="csX44" fmla="*/ 211431 w 685928"/>
                <a:gd name="csY44" fmla="*/ 52995 h 407529"/>
                <a:gd name="csX45" fmla="*/ 214783 w 685928"/>
                <a:gd name="csY45" fmla="*/ 60564 h 407529"/>
                <a:gd name="csX46" fmla="*/ 175604 w 685928"/>
                <a:gd name="csY46" fmla="*/ 75055 h 407529"/>
                <a:gd name="csX47" fmla="*/ 173439 w 685928"/>
                <a:gd name="csY47" fmla="*/ 66298 h 407529"/>
                <a:gd name="csX48" fmla="*/ 188266 w 685928"/>
                <a:gd name="csY48" fmla="*/ 52347 h 407529"/>
                <a:gd name="csX49" fmla="*/ 194108 w 685928"/>
                <a:gd name="csY49" fmla="*/ 28230 h 407529"/>
                <a:gd name="csX50" fmla="*/ 184259 w 685928"/>
                <a:gd name="csY50" fmla="*/ 7796 h 407529"/>
                <a:gd name="csX51" fmla="*/ 168136 w 685928"/>
                <a:gd name="csY51" fmla="*/ 220 h 407529"/>
                <a:gd name="csX52" fmla="*/ 153741 w 685928"/>
                <a:gd name="csY52" fmla="*/ 11034 h 407529"/>
                <a:gd name="csX53" fmla="*/ 61088 w 685928"/>
                <a:gd name="csY53" fmla="*/ 45534 h 407529"/>
                <a:gd name="csX54" fmla="*/ 25909 w 685928"/>
                <a:gd name="csY54" fmla="*/ 75919 h 407529"/>
                <a:gd name="csX55" fmla="*/ 21470 w 685928"/>
                <a:gd name="csY55" fmla="*/ 86193 h 407529"/>
                <a:gd name="csX56" fmla="*/ 33161 w 685928"/>
                <a:gd name="csY56" fmla="*/ 91597 h 407529"/>
                <a:gd name="csX57" fmla="*/ 38577 w 685928"/>
                <a:gd name="csY57" fmla="*/ 99928 h 407529"/>
                <a:gd name="csX58" fmla="*/ 19095 w 685928"/>
                <a:gd name="csY58" fmla="*/ 108900 h 407529"/>
                <a:gd name="csX59" fmla="*/ 477 w 685928"/>
                <a:gd name="csY59" fmla="*/ 146531 h 407529"/>
                <a:gd name="csX60" fmla="*/ 5240 w 685928"/>
                <a:gd name="csY60" fmla="*/ 156481 h 407529"/>
                <a:gd name="csX61" fmla="*/ 14111 w 685928"/>
                <a:gd name="csY61" fmla="*/ 153236 h 407529"/>
                <a:gd name="csX62" fmla="*/ 23204 w 685928"/>
                <a:gd name="csY62" fmla="*/ 155294 h 407529"/>
                <a:gd name="csX63" fmla="*/ 36952 w 685928"/>
                <a:gd name="csY63" fmla="*/ 151293 h 407529"/>
                <a:gd name="csX64" fmla="*/ 46693 w 685928"/>
                <a:gd name="csY64" fmla="*/ 158970 h 407529"/>
                <a:gd name="csX65" fmla="*/ 30132 w 685928"/>
                <a:gd name="csY65" fmla="*/ 172051 h 407529"/>
                <a:gd name="csX66" fmla="*/ 33485 w 685928"/>
                <a:gd name="csY66" fmla="*/ 177569 h 407529"/>
                <a:gd name="csX67" fmla="*/ 53405 w 685928"/>
                <a:gd name="csY67" fmla="*/ 177569 h 407529"/>
                <a:gd name="csX68" fmla="*/ 57081 w 685928"/>
                <a:gd name="csY68" fmla="*/ 169137 h 407529"/>
                <a:gd name="csX69" fmla="*/ 63901 w 685928"/>
                <a:gd name="csY69" fmla="*/ 170540 h 407529"/>
                <a:gd name="csX70" fmla="*/ 116936 w 685928"/>
                <a:gd name="csY70" fmla="*/ 160050 h 407529"/>
                <a:gd name="csX71" fmla="*/ 111526 w 685928"/>
                <a:gd name="csY71" fmla="*/ 167403 h 407529"/>
                <a:gd name="csX72" fmla="*/ 114123 w 685928"/>
                <a:gd name="csY72" fmla="*/ 175080 h 407529"/>
                <a:gd name="csX73" fmla="*/ 45283 w 685928"/>
                <a:gd name="csY73" fmla="*/ 193032 h 407529"/>
                <a:gd name="csX74" fmla="*/ 32513 w 685928"/>
                <a:gd name="csY74" fmla="*/ 205033 h 407529"/>
                <a:gd name="csX75" fmla="*/ 69749 w 685928"/>
                <a:gd name="csY75" fmla="*/ 243965 h 407529"/>
                <a:gd name="csX76" fmla="*/ 87714 w 685928"/>
                <a:gd name="csY76" fmla="*/ 243533 h 407529"/>
                <a:gd name="csX77" fmla="*/ 78405 w 685928"/>
                <a:gd name="csY77" fmla="*/ 234230 h 407529"/>
                <a:gd name="csX78" fmla="*/ 101893 w 685928"/>
                <a:gd name="csY78" fmla="*/ 233043 h 407529"/>
                <a:gd name="csX79" fmla="*/ 111958 w 685928"/>
                <a:gd name="csY79" fmla="*/ 238993 h 407529"/>
                <a:gd name="csX80" fmla="*/ 189561 w 685928"/>
                <a:gd name="csY80" fmla="*/ 227531 h 407529"/>
                <a:gd name="csX81" fmla="*/ 236323 w 685928"/>
                <a:gd name="csY81" fmla="*/ 239641 h 407529"/>
                <a:gd name="csX82" fmla="*/ 257862 w 685928"/>
                <a:gd name="csY82" fmla="*/ 241044 h 407529"/>
                <a:gd name="csX83" fmla="*/ 266955 w 685928"/>
                <a:gd name="csY83" fmla="*/ 249699 h 407529"/>
                <a:gd name="csX84" fmla="*/ 258833 w 685928"/>
                <a:gd name="csY84" fmla="*/ 261269 h 407529"/>
                <a:gd name="csX85" fmla="*/ 252668 w 685928"/>
                <a:gd name="csY85" fmla="*/ 263320 h 407529"/>
                <a:gd name="csX86" fmla="*/ 179065 w 685928"/>
                <a:gd name="csY86" fmla="*/ 259535 h 407529"/>
                <a:gd name="csX87" fmla="*/ 89987 w 685928"/>
                <a:gd name="csY87" fmla="*/ 271867 h 407529"/>
                <a:gd name="csX88" fmla="*/ 65203 w 685928"/>
                <a:gd name="csY88" fmla="*/ 281055 h 407529"/>
                <a:gd name="csX89" fmla="*/ 72994 w 685928"/>
                <a:gd name="csY89" fmla="*/ 305497 h 407529"/>
                <a:gd name="csX90" fmla="*/ 94426 w 685928"/>
                <a:gd name="csY90" fmla="*/ 315879 h 407529"/>
                <a:gd name="csX91" fmla="*/ 95289 w 685928"/>
                <a:gd name="csY91" fmla="*/ 323124 h 407529"/>
                <a:gd name="csX92" fmla="*/ 97131 w 685928"/>
                <a:gd name="csY92" fmla="*/ 327988 h 407529"/>
                <a:gd name="csX93" fmla="*/ 138907 w 685928"/>
                <a:gd name="csY93" fmla="*/ 342803 h 407529"/>
                <a:gd name="csX94" fmla="*/ 195302 w 685928"/>
                <a:gd name="csY94" fmla="*/ 342803 h 407529"/>
                <a:gd name="csX95" fmla="*/ 199956 w 685928"/>
                <a:gd name="csY95" fmla="*/ 346479 h 407529"/>
                <a:gd name="csX96" fmla="*/ 205366 w 685928"/>
                <a:gd name="csY96" fmla="*/ 365510 h 407529"/>
                <a:gd name="csX97" fmla="*/ 205366 w 685928"/>
                <a:gd name="csY97" fmla="*/ 376216 h 407529"/>
                <a:gd name="csX98" fmla="*/ 231560 w 685928"/>
                <a:gd name="csY98" fmla="*/ 402817 h 407529"/>
                <a:gd name="csX99" fmla="*/ 300070 w 685928"/>
                <a:gd name="csY99" fmla="*/ 390383 h 407529"/>
                <a:gd name="csX100" fmla="*/ 303429 w 685928"/>
                <a:gd name="csY100" fmla="*/ 404982 h 407529"/>
                <a:gd name="csX101" fmla="*/ 334602 w 685928"/>
                <a:gd name="csY101" fmla="*/ 390275 h 407529"/>
                <a:gd name="csX102" fmla="*/ 376594 w 685928"/>
                <a:gd name="csY102" fmla="*/ 384109 h 407529"/>
                <a:gd name="csX103" fmla="*/ 395968 w 685928"/>
                <a:gd name="csY103" fmla="*/ 367568 h 407529"/>
                <a:gd name="csX104" fmla="*/ 427140 w 685928"/>
                <a:gd name="csY104" fmla="*/ 364215 h 407529"/>
                <a:gd name="csX105" fmla="*/ 450629 w 685928"/>
                <a:gd name="csY105" fmla="*/ 350912 h 407529"/>
                <a:gd name="csX106" fmla="*/ 453550 w 685928"/>
                <a:gd name="csY106" fmla="*/ 344860 h 407529"/>
                <a:gd name="csX107" fmla="*/ 456255 w 685928"/>
                <a:gd name="csY107" fmla="*/ 333938 h 407529"/>
                <a:gd name="csX108" fmla="*/ 467729 w 685928"/>
                <a:gd name="csY108" fmla="*/ 323232 h 407529"/>
                <a:gd name="csX109" fmla="*/ 480175 w 685928"/>
                <a:gd name="csY109" fmla="*/ 330801 h 407529"/>
                <a:gd name="csX110" fmla="*/ 479420 w 685928"/>
                <a:gd name="csY110" fmla="*/ 345076 h 407529"/>
                <a:gd name="csX111" fmla="*/ 528448 w 685928"/>
                <a:gd name="csY111" fmla="*/ 356106 h 407529"/>
                <a:gd name="csX112" fmla="*/ 523793 w 685928"/>
                <a:gd name="csY112" fmla="*/ 366266 h 407529"/>
                <a:gd name="csX113" fmla="*/ 538519 w 685928"/>
                <a:gd name="csY113" fmla="*/ 374489 h 407529"/>
                <a:gd name="csX114" fmla="*/ 557569 w 685928"/>
                <a:gd name="csY114" fmla="*/ 369403 h 407529"/>
                <a:gd name="csX115" fmla="*/ 616230 w 685928"/>
                <a:gd name="csY115" fmla="*/ 375137 h 407529"/>
                <a:gd name="csX116" fmla="*/ 653353 w 685928"/>
                <a:gd name="csY116" fmla="*/ 350804 h 407529"/>
                <a:gd name="csX117" fmla="*/ 643288 w 685928"/>
                <a:gd name="csY117" fmla="*/ 336097 h 407529"/>
                <a:gd name="csX118" fmla="*/ 642532 w 685928"/>
                <a:gd name="csY118" fmla="*/ 328636 h 407529"/>
                <a:gd name="csX119" fmla="*/ 639173 w 685928"/>
                <a:gd name="csY119" fmla="*/ 326039 h 407529"/>
                <a:gd name="csX120" fmla="*/ 621641 w 685928"/>
                <a:gd name="csY120" fmla="*/ 330909 h 407529"/>
                <a:gd name="csX121" fmla="*/ 610712 w 685928"/>
                <a:gd name="csY121" fmla="*/ 333284 h 407529"/>
                <a:gd name="csX122" fmla="*/ 599454 w 685928"/>
                <a:gd name="csY122" fmla="*/ 343450 h 407529"/>
                <a:gd name="csX123" fmla="*/ 609518 w 685928"/>
                <a:gd name="csY123" fmla="*/ 318362 h 407529"/>
                <a:gd name="csX124" fmla="*/ 624130 w 685928"/>
                <a:gd name="csY124" fmla="*/ 314793 h 407529"/>
                <a:gd name="csX125" fmla="*/ 621425 w 685928"/>
                <a:gd name="csY125" fmla="*/ 306252 h 407529"/>
                <a:gd name="csX126" fmla="*/ 632575 w 685928"/>
                <a:gd name="csY126" fmla="*/ 295114 h 407529"/>
                <a:gd name="csX127" fmla="*/ 648698 w 685928"/>
                <a:gd name="csY127" fmla="*/ 307548 h 407529"/>
                <a:gd name="csX128" fmla="*/ 659633 w 685928"/>
                <a:gd name="csY128" fmla="*/ 296518 h 407529"/>
                <a:gd name="csX129" fmla="*/ 668726 w 685928"/>
                <a:gd name="csY129" fmla="*/ 306792 h 407529"/>
                <a:gd name="csX130" fmla="*/ 683661 w 685928"/>
                <a:gd name="csY130" fmla="*/ 305928 h 407529"/>
                <a:gd name="csX131" fmla="*/ 678251 w 685928"/>
                <a:gd name="csY131" fmla="*/ 270349 h 407529"/>
                <a:gd name="csX132" fmla="*/ 678035 w 685928"/>
                <a:gd name="csY132" fmla="*/ 270889 h 40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685928" h="407529">
                  <a:moveTo>
                    <a:pt x="678035" y="270889"/>
                  </a:moveTo>
                  <a:cubicBezTo>
                    <a:pt x="676841" y="266025"/>
                    <a:pt x="673704" y="268082"/>
                    <a:pt x="659309" y="272299"/>
                  </a:cubicBezTo>
                  <a:cubicBezTo>
                    <a:pt x="654438" y="273810"/>
                    <a:pt x="656496" y="264622"/>
                    <a:pt x="656058" y="261269"/>
                  </a:cubicBezTo>
                  <a:cubicBezTo>
                    <a:pt x="656058" y="254563"/>
                    <a:pt x="647511" y="258132"/>
                    <a:pt x="638093" y="257160"/>
                  </a:cubicBezTo>
                  <a:cubicBezTo>
                    <a:pt x="633547" y="257160"/>
                    <a:pt x="632252" y="254995"/>
                    <a:pt x="601835" y="229150"/>
                  </a:cubicBezTo>
                  <a:cubicBezTo>
                    <a:pt x="595663" y="223962"/>
                    <a:pt x="590037" y="241908"/>
                    <a:pt x="584842" y="235532"/>
                  </a:cubicBezTo>
                  <a:cubicBezTo>
                    <a:pt x="585382" y="236288"/>
                    <a:pt x="567526" y="213256"/>
                    <a:pt x="562872" y="209472"/>
                  </a:cubicBezTo>
                  <a:lnTo>
                    <a:pt x="546203" y="196061"/>
                  </a:lnTo>
                  <a:cubicBezTo>
                    <a:pt x="541656" y="192384"/>
                    <a:pt x="549663" y="186974"/>
                    <a:pt x="553562" y="180706"/>
                  </a:cubicBezTo>
                  <a:cubicBezTo>
                    <a:pt x="556483" y="176922"/>
                    <a:pt x="555296" y="173785"/>
                    <a:pt x="552699" y="155833"/>
                  </a:cubicBezTo>
                  <a:cubicBezTo>
                    <a:pt x="551937" y="150645"/>
                    <a:pt x="550095" y="149560"/>
                    <a:pt x="532887" y="130529"/>
                  </a:cubicBezTo>
                  <a:cubicBezTo>
                    <a:pt x="529426" y="126744"/>
                    <a:pt x="530182" y="126528"/>
                    <a:pt x="516218" y="56780"/>
                  </a:cubicBezTo>
                  <a:cubicBezTo>
                    <a:pt x="515138" y="51370"/>
                    <a:pt x="516542" y="53643"/>
                    <a:pt x="463722" y="13523"/>
                  </a:cubicBezTo>
                  <a:cubicBezTo>
                    <a:pt x="459614" y="10387"/>
                    <a:pt x="454852" y="11580"/>
                    <a:pt x="452362" y="11364"/>
                  </a:cubicBezTo>
                  <a:cubicBezTo>
                    <a:pt x="447816" y="11364"/>
                    <a:pt x="449219" y="18172"/>
                    <a:pt x="449003" y="19365"/>
                  </a:cubicBezTo>
                  <a:cubicBezTo>
                    <a:pt x="449003" y="24877"/>
                    <a:pt x="446952" y="21848"/>
                    <a:pt x="419133" y="1414"/>
                  </a:cubicBezTo>
                  <a:cubicBezTo>
                    <a:pt x="417507" y="220"/>
                    <a:pt x="415558" y="874"/>
                    <a:pt x="414694" y="2925"/>
                  </a:cubicBezTo>
                  <a:cubicBezTo>
                    <a:pt x="414910" y="2170"/>
                    <a:pt x="412313" y="7688"/>
                    <a:pt x="413939" y="11904"/>
                  </a:cubicBezTo>
                  <a:lnTo>
                    <a:pt x="414910" y="14387"/>
                  </a:lnTo>
                  <a:cubicBezTo>
                    <a:pt x="416859" y="19473"/>
                    <a:pt x="410256" y="18826"/>
                    <a:pt x="409284" y="19258"/>
                  </a:cubicBezTo>
                  <a:cubicBezTo>
                    <a:pt x="404521" y="20121"/>
                    <a:pt x="405925" y="19689"/>
                    <a:pt x="425845" y="108685"/>
                  </a:cubicBezTo>
                  <a:cubicBezTo>
                    <a:pt x="427140" y="114311"/>
                    <a:pt x="431903" y="118527"/>
                    <a:pt x="439154" y="126744"/>
                  </a:cubicBezTo>
                  <a:cubicBezTo>
                    <a:pt x="442406" y="130421"/>
                    <a:pt x="439694" y="132478"/>
                    <a:pt x="425083" y="154862"/>
                  </a:cubicBezTo>
                  <a:cubicBezTo>
                    <a:pt x="422486" y="158970"/>
                    <a:pt x="420428" y="155725"/>
                    <a:pt x="407874" y="144480"/>
                  </a:cubicBezTo>
                  <a:cubicBezTo>
                    <a:pt x="403544" y="140587"/>
                    <a:pt x="408414" y="133234"/>
                    <a:pt x="410040" y="125341"/>
                  </a:cubicBezTo>
                  <a:cubicBezTo>
                    <a:pt x="411557" y="119930"/>
                    <a:pt x="404629" y="122312"/>
                    <a:pt x="403328" y="122096"/>
                  </a:cubicBezTo>
                  <a:cubicBezTo>
                    <a:pt x="398781" y="122420"/>
                    <a:pt x="398673" y="117987"/>
                    <a:pt x="392183" y="96791"/>
                  </a:cubicBezTo>
                  <a:cubicBezTo>
                    <a:pt x="390450" y="91057"/>
                    <a:pt x="393911" y="85437"/>
                    <a:pt x="394996" y="81545"/>
                  </a:cubicBezTo>
                  <a:cubicBezTo>
                    <a:pt x="396838" y="76242"/>
                    <a:pt x="392831" y="71486"/>
                    <a:pt x="392075" y="69645"/>
                  </a:cubicBezTo>
                  <a:cubicBezTo>
                    <a:pt x="389478" y="64673"/>
                    <a:pt x="384500" y="70515"/>
                    <a:pt x="382119" y="71486"/>
                  </a:cubicBezTo>
                  <a:cubicBezTo>
                    <a:pt x="378112" y="74083"/>
                    <a:pt x="377242" y="67702"/>
                    <a:pt x="372486" y="53967"/>
                  </a:cubicBezTo>
                  <a:cubicBezTo>
                    <a:pt x="370752" y="48887"/>
                    <a:pt x="369450" y="49426"/>
                    <a:pt x="333192" y="33748"/>
                  </a:cubicBezTo>
                  <a:cubicBezTo>
                    <a:pt x="328969" y="31907"/>
                    <a:pt x="324099" y="33424"/>
                    <a:pt x="317825" y="34504"/>
                  </a:cubicBezTo>
                  <a:cubicBezTo>
                    <a:pt x="313062" y="35367"/>
                    <a:pt x="318904" y="41317"/>
                    <a:pt x="319882" y="43368"/>
                  </a:cubicBezTo>
                  <a:cubicBezTo>
                    <a:pt x="322587" y="47477"/>
                    <a:pt x="326810" y="48887"/>
                    <a:pt x="332220" y="51370"/>
                  </a:cubicBezTo>
                  <a:cubicBezTo>
                    <a:pt x="336875" y="53535"/>
                    <a:pt x="332220" y="60348"/>
                    <a:pt x="331566" y="63377"/>
                  </a:cubicBezTo>
                  <a:cubicBezTo>
                    <a:pt x="329731" y="68457"/>
                    <a:pt x="328106" y="68781"/>
                    <a:pt x="301804" y="90625"/>
                  </a:cubicBezTo>
                  <a:cubicBezTo>
                    <a:pt x="297689" y="94086"/>
                    <a:pt x="293689" y="87596"/>
                    <a:pt x="290653" y="85545"/>
                  </a:cubicBezTo>
                  <a:cubicBezTo>
                    <a:pt x="286329" y="81761"/>
                    <a:pt x="293473" y="76027"/>
                    <a:pt x="297041" y="69321"/>
                  </a:cubicBezTo>
                  <a:cubicBezTo>
                    <a:pt x="299639" y="65320"/>
                    <a:pt x="296933" y="61536"/>
                    <a:pt x="296717" y="60780"/>
                  </a:cubicBezTo>
                  <a:cubicBezTo>
                    <a:pt x="294660" y="56024"/>
                    <a:pt x="292387" y="55808"/>
                    <a:pt x="272149" y="45426"/>
                  </a:cubicBezTo>
                  <a:cubicBezTo>
                    <a:pt x="265653" y="42073"/>
                    <a:pt x="255804" y="45426"/>
                    <a:pt x="248337" y="42721"/>
                  </a:cubicBezTo>
                  <a:lnTo>
                    <a:pt x="225064" y="34288"/>
                  </a:lnTo>
                  <a:cubicBezTo>
                    <a:pt x="220949" y="32878"/>
                    <a:pt x="219438" y="36339"/>
                    <a:pt x="211208" y="47915"/>
                  </a:cubicBezTo>
                  <a:cubicBezTo>
                    <a:pt x="210021" y="49642"/>
                    <a:pt x="210129" y="51916"/>
                    <a:pt x="211431" y="52995"/>
                  </a:cubicBezTo>
                  <a:cubicBezTo>
                    <a:pt x="214352" y="55484"/>
                    <a:pt x="214568" y="59917"/>
                    <a:pt x="214783" y="60564"/>
                  </a:cubicBezTo>
                  <a:cubicBezTo>
                    <a:pt x="215647" y="65968"/>
                    <a:pt x="214028" y="64889"/>
                    <a:pt x="175604" y="75055"/>
                  </a:cubicBezTo>
                  <a:cubicBezTo>
                    <a:pt x="170949" y="76242"/>
                    <a:pt x="173439" y="68026"/>
                    <a:pt x="173439" y="66298"/>
                  </a:cubicBezTo>
                  <a:cubicBezTo>
                    <a:pt x="173978" y="61212"/>
                    <a:pt x="177115" y="60025"/>
                    <a:pt x="188266" y="52347"/>
                  </a:cubicBezTo>
                  <a:cubicBezTo>
                    <a:pt x="192050" y="49750"/>
                    <a:pt x="191727" y="46182"/>
                    <a:pt x="194108" y="28230"/>
                  </a:cubicBezTo>
                  <a:cubicBezTo>
                    <a:pt x="194762" y="23150"/>
                    <a:pt x="192597" y="20877"/>
                    <a:pt x="184259" y="7796"/>
                  </a:cubicBezTo>
                  <a:cubicBezTo>
                    <a:pt x="181554" y="3465"/>
                    <a:pt x="176791" y="2925"/>
                    <a:pt x="168136" y="220"/>
                  </a:cubicBezTo>
                  <a:cubicBezTo>
                    <a:pt x="162072" y="-1615"/>
                    <a:pt x="160770" y="8551"/>
                    <a:pt x="153741" y="11034"/>
                  </a:cubicBezTo>
                  <a:cubicBezTo>
                    <a:pt x="154389" y="10818"/>
                    <a:pt x="65851" y="41425"/>
                    <a:pt x="61088" y="45534"/>
                  </a:cubicBezTo>
                  <a:lnTo>
                    <a:pt x="25909" y="75919"/>
                  </a:lnTo>
                  <a:cubicBezTo>
                    <a:pt x="22232" y="79163"/>
                    <a:pt x="21909" y="84898"/>
                    <a:pt x="21470" y="86193"/>
                  </a:cubicBezTo>
                  <a:cubicBezTo>
                    <a:pt x="20175" y="92359"/>
                    <a:pt x="28614" y="90301"/>
                    <a:pt x="33161" y="91597"/>
                  </a:cubicBezTo>
                  <a:cubicBezTo>
                    <a:pt x="37815" y="92143"/>
                    <a:pt x="38031" y="98734"/>
                    <a:pt x="38577" y="99928"/>
                  </a:cubicBezTo>
                  <a:cubicBezTo>
                    <a:pt x="39873" y="105008"/>
                    <a:pt x="35980" y="104684"/>
                    <a:pt x="19095" y="108900"/>
                  </a:cubicBezTo>
                  <a:cubicBezTo>
                    <a:pt x="14657" y="109980"/>
                    <a:pt x="14765" y="112253"/>
                    <a:pt x="477" y="146531"/>
                  </a:cubicBezTo>
                  <a:cubicBezTo>
                    <a:pt x="-1688" y="151725"/>
                    <a:pt x="4154" y="154862"/>
                    <a:pt x="5240" y="156481"/>
                  </a:cubicBezTo>
                  <a:cubicBezTo>
                    <a:pt x="8916" y="160158"/>
                    <a:pt x="12707" y="154106"/>
                    <a:pt x="14111" y="153236"/>
                  </a:cubicBezTo>
                  <a:cubicBezTo>
                    <a:pt x="17794" y="149775"/>
                    <a:pt x="21693" y="154646"/>
                    <a:pt x="23204" y="155294"/>
                  </a:cubicBezTo>
                  <a:cubicBezTo>
                    <a:pt x="27751" y="158431"/>
                    <a:pt x="32621" y="153128"/>
                    <a:pt x="36952" y="151293"/>
                  </a:cubicBezTo>
                  <a:cubicBezTo>
                    <a:pt x="41498" y="148696"/>
                    <a:pt x="44095" y="156157"/>
                    <a:pt x="46693" y="158970"/>
                  </a:cubicBezTo>
                  <a:cubicBezTo>
                    <a:pt x="51779" y="166108"/>
                    <a:pt x="30132" y="162755"/>
                    <a:pt x="30132" y="172051"/>
                  </a:cubicBezTo>
                  <a:cubicBezTo>
                    <a:pt x="29916" y="171296"/>
                    <a:pt x="29700" y="177569"/>
                    <a:pt x="33485" y="177569"/>
                  </a:cubicBezTo>
                  <a:lnTo>
                    <a:pt x="53405" y="177569"/>
                  </a:lnTo>
                  <a:cubicBezTo>
                    <a:pt x="57951" y="177569"/>
                    <a:pt x="56865" y="170432"/>
                    <a:pt x="57081" y="169137"/>
                  </a:cubicBezTo>
                  <a:cubicBezTo>
                    <a:pt x="57297" y="163403"/>
                    <a:pt x="62498" y="169784"/>
                    <a:pt x="63901" y="170540"/>
                  </a:cubicBezTo>
                  <a:cubicBezTo>
                    <a:pt x="67692" y="173569"/>
                    <a:pt x="66282" y="172921"/>
                    <a:pt x="116936" y="160050"/>
                  </a:cubicBezTo>
                  <a:cubicBezTo>
                    <a:pt x="121591" y="158862"/>
                    <a:pt x="114879" y="164266"/>
                    <a:pt x="111526" y="167403"/>
                  </a:cubicBezTo>
                  <a:cubicBezTo>
                    <a:pt x="107951" y="170756"/>
                    <a:pt x="113583" y="174217"/>
                    <a:pt x="114123" y="175080"/>
                  </a:cubicBezTo>
                  <a:cubicBezTo>
                    <a:pt x="117806" y="178649"/>
                    <a:pt x="116828" y="177677"/>
                    <a:pt x="45283" y="193032"/>
                  </a:cubicBezTo>
                  <a:cubicBezTo>
                    <a:pt x="40851" y="194003"/>
                    <a:pt x="37599" y="198982"/>
                    <a:pt x="32513" y="205033"/>
                  </a:cubicBezTo>
                  <a:cubicBezTo>
                    <a:pt x="29268" y="208818"/>
                    <a:pt x="30024" y="207738"/>
                    <a:pt x="69749" y="243965"/>
                  </a:cubicBezTo>
                  <a:cubicBezTo>
                    <a:pt x="73318" y="247210"/>
                    <a:pt x="77649" y="245368"/>
                    <a:pt x="87714" y="243533"/>
                  </a:cubicBezTo>
                  <a:cubicBezTo>
                    <a:pt x="92260" y="242670"/>
                    <a:pt x="85872" y="239317"/>
                    <a:pt x="78405" y="234230"/>
                  </a:cubicBezTo>
                  <a:cubicBezTo>
                    <a:pt x="74290" y="231424"/>
                    <a:pt x="80570" y="232395"/>
                    <a:pt x="101893" y="233043"/>
                  </a:cubicBezTo>
                  <a:cubicBezTo>
                    <a:pt x="106656" y="233151"/>
                    <a:pt x="110332" y="237799"/>
                    <a:pt x="111958" y="238993"/>
                  </a:cubicBezTo>
                  <a:cubicBezTo>
                    <a:pt x="115857" y="242454"/>
                    <a:pt x="114555" y="241368"/>
                    <a:pt x="189561" y="227531"/>
                  </a:cubicBezTo>
                  <a:cubicBezTo>
                    <a:pt x="196165" y="226337"/>
                    <a:pt x="227445" y="238993"/>
                    <a:pt x="236323" y="239641"/>
                  </a:cubicBezTo>
                  <a:lnTo>
                    <a:pt x="257862" y="241044"/>
                  </a:lnTo>
                  <a:cubicBezTo>
                    <a:pt x="262732" y="241368"/>
                    <a:pt x="265114" y="247534"/>
                    <a:pt x="266955" y="249699"/>
                  </a:cubicBezTo>
                  <a:cubicBezTo>
                    <a:pt x="270308" y="254671"/>
                    <a:pt x="262408" y="257592"/>
                    <a:pt x="258833" y="261269"/>
                  </a:cubicBezTo>
                  <a:cubicBezTo>
                    <a:pt x="257322" y="262564"/>
                    <a:pt x="254503" y="263428"/>
                    <a:pt x="252668" y="263320"/>
                  </a:cubicBezTo>
                  <a:cubicBezTo>
                    <a:pt x="253207" y="263320"/>
                    <a:pt x="184799" y="258780"/>
                    <a:pt x="179065" y="259535"/>
                  </a:cubicBezTo>
                  <a:cubicBezTo>
                    <a:pt x="179604" y="259535"/>
                    <a:pt x="95397" y="269917"/>
                    <a:pt x="89987" y="271867"/>
                  </a:cubicBezTo>
                  <a:lnTo>
                    <a:pt x="65203" y="281055"/>
                  </a:lnTo>
                  <a:cubicBezTo>
                    <a:pt x="60872" y="282681"/>
                    <a:pt x="64117" y="286789"/>
                    <a:pt x="72994" y="305497"/>
                  </a:cubicBezTo>
                  <a:cubicBezTo>
                    <a:pt x="75160" y="310145"/>
                    <a:pt x="78405" y="310361"/>
                    <a:pt x="94426" y="315879"/>
                  </a:cubicBezTo>
                  <a:cubicBezTo>
                    <a:pt x="98540" y="317282"/>
                    <a:pt x="95397" y="322362"/>
                    <a:pt x="95289" y="323124"/>
                  </a:cubicBezTo>
                  <a:cubicBezTo>
                    <a:pt x="94533" y="325175"/>
                    <a:pt x="95289" y="327340"/>
                    <a:pt x="97131" y="327988"/>
                  </a:cubicBezTo>
                  <a:cubicBezTo>
                    <a:pt x="96483" y="327772"/>
                    <a:pt x="133065" y="342803"/>
                    <a:pt x="138907" y="342803"/>
                  </a:cubicBezTo>
                  <a:lnTo>
                    <a:pt x="195302" y="342803"/>
                  </a:lnTo>
                  <a:cubicBezTo>
                    <a:pt x="197143" y="342803"/>
                    <a:pt x="199302" y="344422"/>
                    <a:pt x="199956" y="346479"/>
                  </a:cubicBezTo>
                  <a:cubicBezTo>
                    <a:pt x="199740" y="345724"/>
                    <a:pt x="205366" y="359351"/>
                    <a:pt x="205366" y="365510"/>
                  </a:cubicBezTo>
                  <a:lnTo>
                    <a:pt x="205366" y="376216"/>
                  </a:lnTo>
                  <a:cubicBezTo>
                    <a:pt x="205366" y="381735"/>
                    <a:pt x="207856" y="382382"/>
                    <a:pt x="231560" y="402817"/>
                  </a:cubicBezTo>
                  <a:cubicBezTo>
                    <a:pt x="235459" y="406169"/>
                    <a:pt x="234913" y="404982"/>
                    <a:pt x="300070" y="390383"/>
                  </a:cubicBezTo>
                  <a:cubicBezTo>
                    <a:pt x="305271" y="389196"/>
                    <a:pt x="302782" y="399140"/>
                    <a:pt x="303429" y="404982"/>
                  </a:cubicBezTo>
                  <a:cubicBezTo>
                    <a:pt x="303429" y="410500"/>
                    <a:pt x="305595" y="407687"/>
                    <a:pt x="334602" y="390275"/>
                  </a:cubicBezTo>
                  <a:cubicBezTo>
                    <a:pt x="338602" y="387894"/>
                    <a:pt x="339040" y="388218"/>
                    <a:pt x="376594" y="384109"/>
                  </a:cubicBezTo>
                  <a:cubicBezTo>
                    <a:pt x="381357" y="383570"/>
                    <a:pt x="385256" y="378382"/>
                    <a:pt x="395968" y="367568"/>
                  </a:cubicBezTo>
                  <a:cubicBezTo>
                    <a:pt x="399327" y="364215"/>
                    <a:pt x="400838" y="364863"/>
                    <a:pt x="427140" y="364215"/>
                  </a:cubicBezTo>
                  <a:cubicBezTo>
                    <a:pt x="432011" y="364107"/>
                    <a:pt x="436017" y="360430"/>
                    <a:pt x="450629" y="350912"/>
                  </a:cubicBezTo>
                  <a:cubicBezTo>
                    <a:pt x="452254" y="349832"/>
                    <a:pt x="453550" y="347127"/>
                    <a:pt x="453550" y="344860"/>
                  </a:cubicBezTo>
                  <a:cubicBezTo>
                    <a:pt x="453550" y="345616"/>
                    <a:pt x="452578" y="337291"/>
                    <a:pt x="456255" y="333938"/>
                  </a:cubicBezTo>
                  <a:lnTo>
                    <a:pt x="467729" y="323232"/>
                  </a:lnTo>
                  <a:cubicBezTo>
                    <a:pt x="471844" y="319340"/>
                    <a:pt x="475851" y="327340"/>
                    <a:pt x="480175" y="330801"/>
                  </a:cubicBezTo>
                  <a:cubicBezTo>
                    <a:pt x="483966" y="334694"/>
                    <a:pt x="480175" y="340968"/>
                    <a:pt x="479420" y="345076"/>
                  </a:cubicBezTo>
                  <a:cubicBezTo>
                    <a:pt x="477902" y="350264"/>
                    <a:pt x="478448" y="348861"/>
                    <a:pt x="528448" y="356106"/>
                  </a:cubicBezTo>
                  <a:cubicBezTo>
                    <a:pt x="533541" y="356862"/>
                    <a:pt x="525959" y="363028"/>
                    <a:pt x="523793" y="366266"/>
                  </a:cubicBezTo>
                  <a:cubicBezTo>
                    <a:pt x="520657" y="370051"/>
                    <a:pt x="525851" y="370489"/>
                    <a:pt x="538519" y="374489"/>
                  </a:cubicBezTo>
                  <a:cubicBezTo>
                    <a:pt x="545009" y="376540"/>
                    <a:pt x="549879" y="368647"/>
                    <a:pt x="557569" y="369403"/>
                  </a:cubicBezTo>
                  <a:lnTo>
                    <a:pt x="616230" y="375137"/>
                  </a:lnTo>
                  <a:cubicBezTo>
                    <a:pt x="620777" y="375569"/>
                    <a:pt x="620885" y="374489"/>
                    <a:pt x="653353" y="350804"/>
                  </a:cubicBezTo>
                  <a:cubicBezTo>
                    <a:pt x="659849" y="346048"/>
                    <a:pt x="640151" y="344206"/>
                    <a:pt x="643288" y="336097"/>
                  </a:cubicBezTo>
                  <a:cubicBezTo>
                    <a:pt x="643288" y="336745"/>
                    <a:pt x="645777" y="331233"/>
                    <a:pt x="642532" y="328636"/>
                  </a:cubicBezTo>
                  <a:lnTo>
                    <a:pt x="639173" y="326039"/>
                  </a:lnTo>
                  <a:cubicBezTo>
                    <a:pt x="633979" y="321822"/>
                    <a:pt x="629432" y="330909"/>
                    <a:pt x="621641" y="330909"/>
                  </a:cubicBezTo>
                  <a:cubicBezTo>
                    <a:pt x="622288" y="330909"/>
                    <a:pt x="614497" y="329938"/>
                    <a:pt x="610712" y="333284"/>
                  </a:cubicBezTo>
                  <a:lnTo>
                    <a:pt x="599454" y="343450"/>
                  </a:lnTo>
                  <a:cubicBezTo>
                    <a:pt x="595663" y="346803"/>
                    <a:pt x="599238" y="340529"/>
                    <a:pt x="609518" y="318362"/>
                  </a:cubicBezTo>
                  <a:cubicBezTo>
                    <a:pt x="612116" y="312850"/>
                    <a:pt x="618720" y="315447"/>
                    <a:pt x="624130" y="314793"/>
                  </a:cubicBezTo>
                  <a:cubicBezTo>
                    <a:pt x="629000" y="314793"/>
                    <a:pt x="622619" y="308417"/>
                    <a:pt x="621425" y="306252"/>
                  </a:cubicBezTo>
                  <a:cubicBezTo>
                    <a:pt x="617964" y="301280"/>
                    <a:pt x="627051" y="299439"/>
                    <a:pt x="632575" y="295114"/>
                  </a:cubicBezTo>
                  <a:cubicBezTo>
                    <a:pt x="636468" y="292733"/>
                    <a:pt x="638525" y="296410"/>
                    <a:pt x="648698" y="307548"/>
                  </a:cubicBezTo>
                  <a:cubicBezTo>
                    <a:pt x="652705" y="311878"/>
                    <a:pt x="655410" y="302144"/>
                    <a:pt x="659633" y="296518"/>
                  </a:cubicBezTo>
                  <a:cubicBezTo>
                    <a:pt x="662770" y="291438"/>
                    <a:pt x="665475" y="301820"/>
                    <a:pt x="668726" y="306792"/>
                  </a:cubicBezTo>
                  <a:cubicBezTo>
                    <a:pt x="671539" y="312202"/>
                    <a:pt x="677711" y="307008"/>
                    <a:pt x="683661" y="305928"/>
                  </a:cubicBezTo>
                  <a:cubicBezTo>
                    <a:pt x="687776" y="304633"/>
                    <a:pt x="686474" y="303223"/>
                    <a:pt x="678251" y="270349"/>
                  </a:cubicBezTo>
                  <a:lnTo>
                    <a:pt x="678035" y="2708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80DD8E7-0A62-B094-846F-D72611C34F28}"/>
                </a:ext>
              </a:extLst>
            </p:cNvPr>
            <p:cNvSpPr/>
            <p:nvPr/>
          </p:nvSpPr>
          <p:spPr>
            <a:xfrm>
              <a:off x="1580733" y="872426"/>
              <a:ext cx="20527" cy="12324"/>
            </a:xfrm>
            <a:custGeom>
              <a:avLst/>
              <a:gdLst>
                <a:gd name="csX0" fmla="*/ 10157 w 20527"/>
                <a:gd name="csY0" fmla="*/ 12084 h 12324"/>
                <a:gd name="csX1" fmla="*/ 20006 w 20527"/>
                <a:gd name="csY1" fmla="*/ 4623 h 12324"/>
                <a:gd name="csX2" fmla="*/ 13948 w 20527"/>
                <a:gd name="csY2" fmla="*/ 83 h 12324"/>
                <a:gd name="csX3" fmla="*/ 417 w 20527"/>
                <a:gd name="csY3" fmla="*/ 5810 h 12324"/>
                <a:gd name="csX4" fmla="*/ 10157 w 20527"/>
                <a:gd name="csY4" fmla="*/ 12084 h 12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7" h="12324">
                  <a:moveTo>
                    <a:pt x="10157" y="12084"/>
                  </a:moveTo>
                  <a:cubicBezTo>
                    <a:pt x="14164" y="10027"/>
                    <a:pt x="22718" y="10027"/>
                    <a:pt x="20006" y="4623"/>
                  </a:cubicBezTo>
                  <a:cubicBezTo>
                    <a:pt x="19359" y="3975"/>
                    <a:pt x="18171" y="-673"/>
                    <a:pt x="13948" y="83"/>
                  </a:cubicBezTo>
                  <a:cubicBezTo>
                    <a:pt x="13948" y="83"/>
                    <a:pt x="-2828" y="2026"/>
                    <a:pt x="417" y="5810"/>
                  </a:cubicBezTo>
                  <a:cubicBezTo>
                    <a:pt x="2366" y="7544"/>
                    <a:pt x="5395" y="13596"/>
                    <a:pt x="10157" y="120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C1CDB831-D94B-DBDA-3097-0A256F7EC915}"/>
                </a:ext>
              </a:extLst>
            </p:cNvPr>
            <p:cNvSpPr/>
            <p:nvPr/>
          </p:nvSpPr>
          <p:spPr>
            <a:xfrm>
              <a:off x="1624845" y="865886"/>
              <a:ext cx="90016" cy="76823"/>
            </a:xfrm>
            <a:custGeom>
              <a:avLst/>
              <a:gdLst>
                <a:gd name="csX0" fmla="*/ 13994 w 90016"/>
                <a:gd name="csY0" fmla="*/ 3054 h 76823"/>
                <a:gd name="csX1" fmla="*/ 684 w 90016"/>
                <a:gd name="csY1" fmla="*/ 25114 h 76823"/>
                <a:gd name="csX2" fmla="*/ 32504 w 90016"/>
                <a:gd name="csY2" fmla="*/ 40144 h 76823"/>
                <a:gd name="csX3" fmla="*/ 38562 w 90016"/>
                <a:gd name="csY3" fmla="*/ 53009 h 76823"/>
                <a:gd name="csX4" fmla="*/ 62159 w 90016"/>
                <a:gd name="csY4" fmla="*/ 75285 h 76823"/>
                <a:gd name="csX5" fmla="*/ 87381 w 90016"/>
                <a:gd name="csY5" fmla="*/ 36683 h 76823"/>
                <a:gd name="csX6" fmla="*/ 87813 w 90016"/>
                <a:gd name="csY6" fmla="*/ 13652 h 76823"/>
                <a:gd name="csX7" fmla="*/ 64648 w 90016"/>
                <a:gd name="csY7" fmla="*/ 133 h 76823"/>
                <a:gd name="csX8" fmla="*/ 14210 w 90016"/>
                <a:gd name="csY8" fmla="*/ 3054 h 76823"/>
                <a:gd name="csX9" fmla="*/ 13994 w 90016"/>
                <a:gd name="csY9" fmla="*/ 3054 h 76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016" h="76823">
                  <a:moveTo>
                    <a:pt x="13994" y="3054"/>
                  </a:moveTo>
                  <a:cubicBezTo>
                    <a:pt x="13994" y="3054"/>
                    <a:pt x="-3646" y="23488"/>
                    <a:pt x="684" y="25114"/>
                  </a:cubicBezTo>
                  <a:cubicBezTo>
                    <a:pt x="28929" y="35604"/>
                    <a:pt x="30663" y="35058"/>
                    <a:pt x="32504" y="40144"/>
                  </a:cubicBezTo>
                  <a:cubicBezTo>
                    <a:pt x="34238" y="44792"/>
                    <a:pt x="35533" y="49332"/>
                    <a:pt x="38562" y="53009"/>
                  </a:cubicBezTo>
                  <a:cubicBezTo>
                    <a:pt x="58806" y="77018"/>
                    <a:pt x="59346" y="79177"/>
                    <a:pt x="62159" y="75285"/>
                  </a:cubicBezTo>
                  <a:cubicBezTo>
                    <a:pt x="85215" y="42735"/>
                    <a:pt x="86511" y="42195"/>
                    <a:pt x="87381" y="36683"/>
                  </a:cubicBezTo>
                  <a:cubicBezTo>
                    <a:pt x="89870" y="20675"/>
                    <a:pt x="91597" y="16351"/>
                    <a:pt x="87813" y="13652"/>
                  </a:cubicBezTo>
                  <a:cubicBezTo>
                    <a:pt x="73417" y="3917"/>
                    <a:pt x="69410" y="133"/>
                    <a:pt x="64648" y="133"/>
                  </a:cubicBezTo>
                  <a:cubicBezTo>
                    <a:pt x="17023" y="133"/>
                    <a:pt x="17353" y="-947"/>
                    <a:pt x="14210" y="3054"/>
                  </a:cubicBezTo>
                  <a:lnTo>
                    <a:pt x="13994" y="3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C4063EF-0872-D923-5CFB-CD4188E67B69}"/>
                </a:ext>
              </a:extLst>
            </p:cNvPr>
            <p:cNvSpPr/>
            <p:nvPr/>
          </p:nvSpPr>
          <p:spPr>
            <a:xfrm>
              <a:off x="1356994" y="559761"/>
              <a:ext cx="17313" cy="10514"/>
            </a:xfrm>
            <a:custGeom>
              <a:avLst/>
              <a:gdLst>
                <a:gd name="csX0" fmla="*/ 0 w 17313"/>
                <a:gd name="csY0" fmla="*/ 1094 h 10514"/>
                <a:gd name="csX1" fmla="*/ 0 w 17313"/>
                <a:gd name="csY1" fmla="*/ 2391 h 10514"/>
                <a:gd name="csX2" fmla="*/ 7899 w 17313"/>
                <a:gd name="csY2" fmla="*/ 10501 h 10514"/>
                <a:gd name="csX3" fmla="*/ 15481 w 17313"/>
                <a:gd name="csY3" fmla="*/ 6933 h 10514"/>
                <a:gd name="csX4" fmla="*/ 15151 w 17313"/>
                <a:gd name="csY4" fmla="*/ 12 h 10514"/>
                <a:gd name="csX5" fmla="*/ 0 w 17313"/>
                <a:gd name="csY5" fmla="*/ 1094 h 10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313" h="10514">
                  <a:moveTo>
                    <a:pt x="0" y="1094"/>
                  </a:moveTo>
                  <a:lnTo>
                    <a:pt x="0" y="2391"/>
                  </a:lnTo>
                  <a:cubicBezTo>
                    <a:pt x="1302" y="4121"/>
                    <a:pt x="3251" y="10501"/>
                    <a:pt x="7899" y="10501"/>
                  </a:cubicBezTo>
                  <a:cubicBezTo>
                    <a:pt x="8769" y="10285"/>
                    <a:pt x="13424" y="11583"/>
                    <a:pt x="15481" y="6933"/>
                  </a:cubicBezTo>
                  <a:cubicBezTo>
                    <a:pt x="15697" y="5960"/>
                    <a:pt x="19698" y="-312"/>
                    <a:pt x="15151" y="12"/>
                  </a:cubicBezTo>
                  <a:lnTo>
                    <a:pt x="0" y="1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E0ADF1C-9B9C-24B0-20ED-E9E03E1DF795}"/>
                </a:ext>
              </a:extLst>
            </p:cNvPr>
            <p:cNvSpPr/>
            <p:nvPr/>
          </p:nvSpPr>
          <p:spPr>
            <a:xfrm>
              <a:off x="1379340" y="563530"/>
              <a:ext cx="10761" cy="10792"/>
            </a:xfrm>
            <a:custGeom>
              <a:avLst/>
              <a:gdLst>
                <a:gd name="csX0" fmla="*/ 1791 w 10761"/>
                <a:gd name="csY0" fmla="*/ 8787 h 10792"/>
                <a:gd name="csX1" fmla="*/ 9043 w 10761"/>
                <a:gd name="csY1" fmla="*/ 9220 h 10792"/>
                <a:gd name="csX2" fmla="*/ 9906 w 10761"/>
                <a:gd name="csY2" fmla="*/ 8138 h 10792"/>
                <a:gd name="csX3" fmla="*/ 9475 w 10761"/>
                <a:gd name="csY3" fmla="*/ 3056 h 10792"/>
                <a:gd name="csX4" fmla="*/ 1683 w 10761"/>
                <a:gd name="csY4" fmla="*/ 1758 h 10792"/>
                <a:gd name="csX5" fmla="*/ 1683 w 10761"/>
                <a:gd name="csY5" fmla="*/ 8787 h 10792"/>
                <a:gd name="csX6" fmla="*/ 1791 w 10761"/>
                <a:gd name="csY6" fmla="*/ 8787 h 10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61" h="10792">
                  <a:moveTo>
                    <a:pt x="1791" y="8787"/>
                  </a:moveTo>
                  <a:cubicBezTo>
                    <a:pt x="2439" y="9003"/>
                    <a:pt x="6014" y="12896"/>
                    <a:pt x="9043" y="9220"/>
                  </a:cubicBezTo>
                  <a:lnTo>
                    <a:pt x="9906" y="8138"/>
                  </a:lnTo>
                  <a:cubicBezTo>
                    <a:pt x="11208" y="6516"/>
                    <a:pt x="10992" y="4245"/>
                    <a:pt x="9475" y="3056"/>
                  </a:cubicBezTo>
                  <a:cubicBezTo>
                    <a:pt x="8503" y="2623"/>
                    <a:pt x="4280" y="-2676"/>
                    <a:pt x="1683" y="1758"/>
                  </a:cubicBezTo>
                  <a:cubicBezTo>
                    <a:pt x="1467" y="2515"/>
                    <a:pt x="-1994" y="6300"/>
                    <a:pt x="1683" y="8787"/>
                  </a:cubicBezTo>
                  <a:lnTo>
                    <a:pt x="1791" y="8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DB18F0A-31E4-2C3F-77F1-A6F471282FF0}"/>
                </a:ext>
              </a:extLst>
            </p:cNvPr>
            <p:cNvSpPr/>
            <p:nvPr/>
          </p:nvSpPr>
          <p:spPr>
            <a:xfrm>
              <a:off x="1724891" y="560291"/>
              <a:ext cx="22304" cy="16152"/>
            </a:xfrm>
            <a:custGeom>
              <a:avLst/>
              <a:gdLst>
                <a:gd name="csX0" fmla="*/ 13967 w 22304"/>
                <a:gd name="csY0" fmla="*/ 15487 h 16152"/>
                <a:gd name="csX1" fmla="*/ 21327 w 22304"/>
                <a:gd name="csY1" fmla="*/ 6836 h 16152"/>
                <a:gd name="csX2" fmla="*/ 11256 w 22304"/>
                <a:gd name="csY2" fmla="*/ 347 h 16152"/>
                <a:gd name="csX3" fmla="*/ 1083 w 22304"/>
                <a:gd name="csY3" fmla="*/ 8457 h 16152"/>
                <a:gd name="csX4" fmla="*/ 13967 w 22304"/>
                <a:gd name="csY4" fmla="*/ 15487 h 1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304" h="16152">
                  <a:moveTo>
                    <a:pt x="13967" y="15487"/>
                  </a:moveTo>
                  <a:cubicBezTo>
                    <a:pt x="16888" y="13107"/>
                    <a:pt x="25111" y="11053"/>
                    <a:pt x="21327" y="6836"/>
                  </a:cubicBezTo>
                  <a:cubicBezTo>
                    <a:pt x="21327" y="6836"/>
                    <a:pt x="15910" y="-1816"/>
                    <a:pt x="11256" y="347"/>
                  </a:cubicBezTo>
                  <a:cubicBezTo>
                    <a:pt x="6493" y="3159"/>
                    <a:pt x="-3248" y="4673"/>
                    <a:pt x="1083" y="8457"/>
                  </a:cubicBezTo>
                  <a:cubicBezTo>
                    <a:pt x="5306" y="11486"/>
                    <a:pt x="9205" y="18298"/>
                    <a:pt x="13967" y="154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E51378C5-61FD-8BAC-90EA-39A3FFC1E26D}"/>
                </a:ext>
              </a:extLst>
            </p:cNvPr>
            <p:cNvSpPr/>
            <p:nvPr/>
          </p:nvSpPr>
          <p:spPr>
            <a:xfrm>
              <a:off x="1832614" y="1216758"/>
              <a:ext cx="15428" cy="14720"/>
            </a:xfrm>
            <a:custGeom>
              <a:avLst/>
              <a:gdLst>
                <a:gd name="csX0" fmla="*/ 726 w 15428"/>
                <a:gd name="csY0" fmla="*/ 2759 h 14720"/>
                <a:gd name="csX1" fmla="*/ 402 w 15428"/>
                <a:gd name="csY1" fmla="*/ 3845 h 14720"/>
                <a:gd name="csX2" fmla="*/ 1920 w 15428"/>
                <a:gd name="csY2" fmla="*/ 12925 h 14720"/>
                <a:gd name="csX3" fmla="*/ 14366 w 15428"/>
                <a:gd name="csY3" fmla="*/ 6766 h 14720"/>
                <a:gd name="csX4" fmla="*/ 5057 w 15428"/>
                <a:gd name="csY4" fmla="*/ 168 h 14720"/>
                <a:gd name="csX5" fmla="*/ 726 w 15428"/>
                <a:gd name="csY5" fmla="*/ 2867 h 14720"/>
                <a:gd name="csX6" fmla="*/ 726 w 15428"/>
                <a:gd name="csY6" fmla="*/ 2759 h 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8" h="14720">
                  <a:moveTo>
                    <a:pt x="726" y="2759"/>
                  </a:moveTo>
                  <a:lnTo>
                    <a:pt x="402" y="3845"/>
                  </a:lnTo>
                  <a:cubicBezTo>
                    <a:pt x="-1001" y="8601"/>
                    <a:pt x="1704" y="12169"/>
                    <a:pt x="1920" y="12925"/>
                  </a:cubicBezTo>
                  <a:cubicBezTo>
                    <a:pt x="4733" y="18335"/>
                    <a:pt x="9603" y="10112"/>
                    <a:pt x="14366" y="6766"/>
                  </a:cubicBezTo>
                  <a:cubicBezTo>
                    <a:pt x="18696" y="2975"/>
                    <a:pt x="8631" y="1895"/>
                    <a:pt x="5057" y="168"/>
                  </a:cubicBezTo>
                  <a:cubicBezTo>
                    <a:pt x="3323" y="-480"/>
                    <a:pt x="1272" y="816"/>
                    <a:pt x="726" y="2867"/>
                  </a:cubicBezTo>
                  <a:lnTo>
                    <a:pt x="726" y="2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E162821-2724-3F11-7F3C-EB76EFC58B57}"/>
                </a:ext>
              </a:extLst>
            </p:cNvPr>
            <p:cNvSpPr/>
            <p:nvPr/>
          </p:nvSpPr>
          <p:spPr>
            <a:xfrm>
              <a:off x="1857953" y="1126989"/>
              <a:ext cx="20875" cy="22466"/>
            </a:xfrm>
            <a:custGeom>
              <a:avLst/>
              <a:gdLst>
                <a:gd name="csX0" fmla="*/ 5587 w 20875"/>
                <a:gd name="csY0" fmla="*/ 13915 h 22466"/>
                <a:gd name="csX1" fmla="*/ 20846 w 20875"/>
                <a:gd name="csY1" fmla="*/ 19973 h 22466"/>
                <a:gd name="csX2" fmla="*/ 16407 w 20875"/>
                <a:gd name="csY2" fmla="*/ 5591 h 22466"/>
                <a:gd name="csX3" fmla="*/ 69 w 20875"/>
                <a:gd name="csY3" fmla="*/ 1590 h 22466"/>
                <a:gd name="csX4" fmla="*/ 5587 w 20875"/>
                <a:gd name="csY4" fmla="*/ 13915 h 22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875" h="22466">
                  <a:moveTo>
                    <a:pt x="5587" y="13915"/>
                  </a:moveTo>
                  <a:cubicBezTo>
                    <a:pt x="17061" y="21377"/>
                    <a:pt x="21278" y="25377"/>
                    <a:pt x="20846" y="19973"/>
                  </a:cubicBezTo>
                  <a:cubicBezTo>
                    <a:pt x="19982" y="15535"/>
                    <a:pt x="21278" y="7750"/>
                    <a:pt x="16407" y="5591"/>
                  </a:cubicBezTo>
                  <a:cubicBezTo>
                    <a:pt x="16407" y="5591"/>
                    <a:pt x="-1233" y="-3604"/>
                    <a:pt x="69" y="1590"/>
                  </a:cubicBezTo>
                  <a:cubicBezTo>
                    <a:pt x="1040" y="4505"/>
                    <a:pt x="1256" y="11102"/>
                    <a:pt x="5587" y="139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37463613-B9A1-D22C-D8AE-81EC3B22AC22}"/>
                </a:ext>
              </a:extLst>
            </p:cNvPr>
            <p:cNvSpPr/>
            <p:nvPr/>
          </p:nvSpPr>
          <p:spPr>
            <a:xfrm>
              <a:off x="2247929" y="833933"/>
              <a:ext cx="16228" cy="11286"/>
            </a:xfrm>
            <a:custGeom>
              <a:avLst/>
              <a:gdLst>
                <a:gd name="csX0" fmla="*/ 6022 w 16228"/>
                <a:gd name="csY0" fmla="*/ 10241 h 11286"/>
                <a:gd name="csX1" fmla="*/ 14893 w 16228"/>
                <a:gd name="csY1" fmla="*/ 8292 h 11286"/>
                <a:gd name="csX2" fmla="*/ 13921 w 16228"/>
                <a:gd name="csY2" fmla="*/ 399 h 11286"/>
                <a:gd name="csX3" fmla="*/ 281 w 16228"/>
                <a:gd name="csY3" fmla="*/ 3968 h 11286"/>
                <a:gd name="csX4" fmla="*/ 6022 w 16228"/>
                <a:gd name="csY4" fmla="*/ 10241 h 11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28" h="11286">
                  <a:moveTo>
                    <a:pt x="6022" y="10241"/>
                  </a:moveTo>
                  <a:cubicBezTo>
                    <a:pt x="7533" y="10241"/>
                    <a:pt x="13273" y="13594"/>
                    <a:pt x="14893" y="8292"/>
                  </a:cubicBezTo>
                  <a:cubicBezTo>
                    <a:pt x="14893" y="7320"/>
                    <a:pt x="18468" y="399"/>
                    <a:pt x="13921" y="399"/>
                  </a:cubicBezTo>
                  <a:cubicBezTo>
                    <a:pt x="13921" y="399"/>
                    <a:pt x="-2316" y="-1760"/>
                    <a:pt x="281" y="3968"/>
                  </a:cubicBezTo>
                  <a:cubicBezTo>
                    <a:pt x="821" y="4723"/>
                    <a:pt x="1907" y="9162"/>
                    <a:pt x="6022" y="10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359EDEBD-E0C7-81B4-79AC-5C8E11C99E81}"/>
                </a:ext>
              </a:extLst>
            </p:cNvPr>
            <p:cNvSpPr/>
            <p:nvPr/>
          </p:nvSpPr>
          <p:spPr>
            <a:xfrm>
              <a:off x="2190679" y="1189646"/>
              <a:ext cx="19005" cy="14154"/>
            </a:xfrm>
            <a:custGeom>
              <a:avLst/>
              <a:gdLst>
                <a:gd name="csX0" fmla="*/ 1467 w 19005"/>
                <a:gd name="csY0" fmla="*/ 1652 h 14154"/>
                <a:gd name="csX1" fmla="*/ 813 w 19005"/>
                <a:gd name="csY1" fmla="*/ 2623 h 14154"/>
                <a:gd name="csX2" fmla="*/ 8503 w 19005"/>
                <a:gd name="csY2" fmla="*/ 13329 h 14154"/>
                <a:gd name="csX3" fmla="*/ 18244 w 19005"/>
                <a:gd name="csY3" fmla="*/ 6408 h 14154"/>
                <a:gd name="csX4" fmla="*/ 17698 w 19005"/>
                <a:gd name="csY4" fmla="*/ 1220 h 14154"/>
                <a:gd name="csX5" fmla="*/ 17158 w 19005"/>
                <a:gd name="csY5" fmla="*/ 782 h 14154"/>
                <a:gd name="csX6" fmla="*/ 11964 w 19005"/>
                <a:gd name="csY6" fmla="*/ 1652 h 14154"/>
                <a:gd name="csX7" fmla="*/ 7093 w 19005"/>
                <a:gd name="csY7" fmla="*/ 1975 h 14154"/>
                <a:gd name="csX8" fmla="*/ 1575 w 19005"/>
                <a:gd name="csY8" fmla="*/ 1760 h 14154"/>
                <a:gd name="csX9" fmla="*/ 1467 w 19005"/>
                <a:gd name="csY9" fmla="*/ 1652 h 14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005" h="14154">
                  <a:moveTo>
                    <a:pt x="1467" y="1652"/>
                  </a:moveTo>
                  <a:lnTo>
                    <a:pt x="813" y="2623"/>
                  </a:lnTo>
                  <a:cubicBezTo>
                    <a:pt x="-2540" y="7379"/>
                    <a:pt x="5360" y="10192"/>
                    <a:pt x="8503" y="13329"/>
                  </a:cubicBezTo>
                  <a:cubicBezTo>
                    <a:pt x="12719" y="16682"/>
                    <a:pt x="15755" y="8897"/>
                    <a:pt x="18244" y="6408"/>
                  </a:cubicBezTo>
                  <a:cubicBezTo>
                    <a:pt x="19431" y="4789"/>
                    <a:pt x="19215" y="2407"/>
                    <a:pt x="17698" y="1220"/>
                  </a:cubicBezTo>
                  <a:lnTo>
                    <a:pt x="17158" y="782"/>
                  </a:lnTo>
                  <a:cubicBezTo>
                    <a:pt x="14453" y="-1269"/>
                    <a:pt x="12503" y="1328"/>
                    <a:pt x="11964" y="1652"/>
                  </a:cubicBezTo>
                  <a:cubicBezTo>
                    <a:pt x="10668" y="3271"/>
                    <a:pt x="8503" y="3379"/>
                    <a:pt x="7093" y="1975"/>
                  </a:cubicBezTo>
                  <a:cubicBezTo>
                    <a:pt x="7633" y="2299"/>
                    <a:pt x="3956" y="-1809"/>
                    <a:pt x="1575" y="1760"/>
                  </a:cubicBezTo>
                  <a:lnTo>
                    <a:pt x="1467" y="1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DE7389AB-8908-FA0D-3FB1-46EEB419F901}"/>
                </a:ext>
              </a:extLst>
            </p:cNvPr>
            <p:cNvSpPr/>
            <p:nvPr/>
          </p:nvSpPr>
          <p:spPr>
            <a:xfrm>
              <a:off x="2250534" y="1248010"/>
              <a:ext cx="10544" cy="15474"/>
            </a:xfrm>
            <a:custGeom>
              <a:avLst/>
              <a:gdLst>
                <a:gd name="csX0" fmla="*/ 1030 w 10544"/>
                <a:gd name="csY0" fmla="*/ 2222 h 15474"/>
                <a:gd name="csX1" fmla="*/ 1684 w 10544"/>
                <a:gd name="csY1" fmla="*/ 10439 h 15474"/>
                <a:gd name="csX2" fmla="*/ 9691 w 10544"/>
                <a:gd name="csY2" fmla="*/ 13252 h 15474"/>
                <a:gd name="csX3" fmla="*/ 8173 w 10544"/>
                <a:gd name="csY3" fmla="*/ 2006 h 15474"/>
                <a:gd name="csX4" fmla="*/ 1138 w 10544"/>
                <a:gd name="csY4" fmla="*/ 2222 h 15474"/>
                <a:gd name="csX5" fmla="*/ 1030 w 10544"/>
                <a:gd name="csY5" fmla="*/ 2222 h 15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4" h="15474">
                  <a:moveTo>
                    <a:pt x="1030" y="2222"/>
                  </a:moveTo>
                  <a:cubicBezTo>
                    <a:pt x="1030" y="2978"/>
                    <a:pt x="-1675" y="7410"/>
                    <a:pt x="1684" y="10439"/>
                  </a:cubicBezTo>
                  <a:cubicBezTo>
                    <a:pt x="3741" y="11734"/>
                    <a:pt x="8719" y="19088"/>
                    <a:pt x="9691" y="13252"/>
                  </a:cubicBezTo>
                  <a:cubicBezTo>
                    <a:pt x="9691" y="11411"/>
                    <a:pt x="12396" y="4597"/>
                    <a:pt x="8173" y="2006"/>
                  </a:cubicBezTo>
                  <a:cubicBezTo>
                    <a:pt x="8173" y="2006"/>
                    <a:pt x="2871" y="-2648"/>
                    <a:pt x="1138" y="2222"/>
                  </a:cubicBezTo>
                  <a:lnTo>
                    <a:pt x="1030" y="2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BB27BD75-9840-B028-C1BC-B01495A726FA}"/>
                </a:ext>
              </a:extLst>
            </p:cNvPr>
            <p:cNvSpPr/>
            <p:nvPr/>
          </p:nvSpPr>
          <p:spPr>
            <a:xfrm>
              <a:off x="2370241" y="1308696"/>
              <a:ext cx="22914" cy="44014"/>
            </a:xfrm>
            <a:custGeom>
              <a:avLst/>
              <a:gdLst>
                <a:gd name="csX0" fmla="*/ 13155 w 22914"/>
                <a:gd name="csY0" fmla="*/ 43834 h 44014"/>
                <a:gd name="csX1" fmla="*/ 22140 w 22914"/>
                <a:gd name="csY1" fmla="*/ 29343 h 44014"/>
                <a:gd name="csX2" fmla="*/ 20299 w 22914"/>
                <a:gd name="csY2" fmla="*/ 10852 h 44014"/>
                <a:gd name="csX3" fmla="*/ 9047 w 22914"/>
                <a:gd name="csY3" fmla="*/ 362 h 44014"/>
                <a:gd name="csX4" fmla="*/ 385 w 22914"/>
                <a:gd name="csY4" fmla="*/ 14313 h 44014"/>
                <a:gd name="csX5" fmla="*/ 3744 w 22914"/>
                <a:gd name="csY5" fmla="*/ 22314 h 44014"/>
                <a:gd name="csX6" fmla="*/ 4176 w 22914"/>
                <a:gd name="csY6" fmla="*/ 36805 h 44014"/>
                <a:gd name="csX7" fmla="*/ 13155 w 22914"/>
                <a:gd name="csY7" fmla="*/ 43834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14" h="44014">
                  <a:moveTo>
                    <a:pt x="13155" y="43834"/>
                  </a:moveTo>
                  <a:cubicBezTo>
                    <a:pt x="18356" y="45453"/>
                    <a:pt x="19003" y="35833"/>
                    <a:pt x="22140" y="29343"/>
                  </a:cubicBezTo>
                  <a:cubicBezTo>
                    <a:pt x="23766" y="24911"/>
                    <a:pt x="22680" y="21666"/>
                    <a:pt x="20299" y="10852"/>
                  </a:cubicBezTo>
                  <a:cubicBezTo>
                    <a:pt x="19003" y="4902"/>
                    <a:pt x="12939" y="3391"/>
                    <a:pt x="9047" y="362"/>
                  </a:cubicBezTo>
                  <a:cubicBezTo>
                    <a:pt x="4284" y="-2667"/>
                    <a:pt x="385" y="14313"/>
                    <a:pt x="385" y="14313"/>
                  </a:cubicBezTo>
                  <a:cubicBezTo>
                    <a:pt x="-1348" y="19069"/>
                    <a:pt x="3306" y="21558"/>
                    <a:pt x="3744" y="22314"/>
                  </a:cubicBezTo>
                  <a:cubicBezTo>
                    <a:pt x="7745" y="25990"/>
                    <a:pt x="4500" y="32588"/>
                    <a:pt x="4176" y="36805"/>
                  </a:cubicBezTo>
                  <a:cubicBezTo>
                    <a:pt x="3090" y="42748"/>
                    <a:pt x="10450" y="42424"/>
                    <a:pt x="13155" y="43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EBA2EB36-FD95-2C97-8058-6A698394DF70}"/>
                </a:ext>
              </a:extLst>
            </p:cNvPr>
            <p:cNvSpPr/>
            <p:nvPr/>
          </p:nvSpPr>
          <p:spPr>
            <a:xfrm>
              <a:off x="2568221" y="1220417"/>
              <a:ext cx="16924" cy="14150"/>
            </a:xfrm>
            <a:custGeom>
              <a:avLst/>
              <a:gdLst>
                <a:gd name="csX0" fmla="*/ 1344 w 16924"/>
                <a:gd name="csY0" fmla="*/ 2992 h 14150"/>
                <a:gd name="csX1" fmla="*/ 1992 w 16924"/>
                <a:gd name="csY1" fmla="*/ 10460 h 14150"/>
                <a:gd name="csX2" fmla="*/ 14552 w 16924"/>
                <a:gd name="csY2" fmla="*/ 11647 h 14150"/>
                <a:gd name="csX3" fmla="*/ 14768 w 16924"/>
                <a:gd name="csY3" fmla="*/ 1589 h 14150"/>
                <a:gd name="csX4" fmla="*/ 1236 w 16924"/>
                <a:gd name="csY4" fmla="*/ 2884 h 14150"/>
                <a:gd name="csX5" fmla="*/ 1344 w 16924"/>
                <a:gd name="csY5" fmla="*/ 2992 h 14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24" h="14150">
                  <a:moveTo>
                    <a:pt x="1344" y="2992"/>
                  </a:moveTo>
                  <a:cubicBezTo>
                    <a:pt x="1236" y="3754"/>
                    <a:pt x="-2009" y="8726"/>
                    <a:pt x="1992" y="10460"/>
                  </a:cubicBezTo>
                  <a:cubicBezTo>
                    <a:pt x="6322" y="11647"/>
                    <a:pt x="12386" y="17375"/>
                    <a:pt x="14552" y="11647"/>
                  </a:cubicBezTo>
                  <a:cubicBezTo>
                    <a:pt x="14984" y="9482"/>
                    <a:pt x="19530" y="2560"/>
                    <a:pt x="14768" y="1589"/>
                  </a:cubicBezTo>
                  <a:cubicBezTo>
                    <a:pt x="14768" y="1589"/>
                    <a:pt x="3509" y="-2736"/>
                    <a:pt x="1236" y="2884"/>
                  </a:cubicBezTo>
                  <a:lnTo>
                    <a:pt x="1344" y="29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A48F27F-3CEC-45E5-D973-7430661DAE61}"/>
                </a:ext>
              </a:extLst>
            </p:cNvPr>
            <p:cNvSpPr/>
            <p:nvPr/>
          </p:nvSpPr>
          <p:spPr>
            <a:xfrm>
              <a:off x="2492852" y="1504624"/>
              <a:ext cx="28225" cy="12142"/>
            </a:xfrm>
            <a:custGeom>
              <a:avLst/>
              <a:gdLst>
                <a:gd name="csX0" fmla="*/ 12419 w 28225"/>
                <a:gd name="csY0" fmla="*/ 484 h 12142"/>
                <a:gd name="csX1" fmla="*/ 405 w 28225"/>
                <a:gd name="csY1" fmla="*/ 4491 h 12142"/>
                <a:gd name="csX2" fmla="*/ 24865 w 28225"/>
                <a:gd name="csY2" fmla="*/ 12060 h 12142"/>
                <a:gd name="csX3" fmla="*/ 28225 w 28225"/>
                <a:gd name="csY3" fmla="*/ 2865 h 12142"/>
                <a:gd name="csX4" fmla="*/ 21081 w 28225"/>
                <a:gd name="csY4" fmla="*/ 1570 h 12142"/>
                <a:gd name="csX5" fmla="*/ 12635 w 28225"/>
                <a:gd name="csY5" fmla="*/ 484 h 12142"/>
                <a:gd name="csX6" fmla="*/ 12419 w 28225"/>
                <a:gd name="csY6" fmla="*/ 484 h 12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225" h="12142">
                  <a:moveTo>
                    <a:pt x="12419" y="484"/>
                  </a:moveTo>
                  <a:cubicBezTo>
                    <a:pt x="7765" y="-1459"/>
                    <a:pt x="3542" y="2973"/>
                    <a:pt x="405" y="4491"/>
                  </a:cubicBezTo>
                  <a:cubicBezTo>
                    <a:pt x="-3710" y="6974"/>
                    <a:pt x="24865" y="12060"/>
                    <a:pt x="24865" y="12060"/>
                  </a:cubicBezTo>
                  <a:cubicBezTo>
                    <a:pt x="29628" y="13032"/>
                    <a:pt x="27786" y="5139"/>
                    <a:pt x="28225" y="2865"/>
                  </a:cubicBezTo>
                  <a:cubicBezTo>
                    <a:pt x="28225" y="-2215"/>
                    <a:pt x="22160" y="1462"/>
                    <a:pt x="21081" y="1570"/>
                  </a:cubicBezTo>
                  <a:cubicBezTo>
                    <a:pt x="16966" y="2973"/>
                    <a:pt x="13607" y="700"/>
                    <a:pt x="12635" y="484"/>
                  </a:cubicBezTo>
                  <a:lnTo>
                    <a:pt x="12419" y="4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DE97EC-A19D-DB3D-77B8-81D0A3C2C014}"/>
                </a:ext>
              </a:extLst>
            </p:cNvPr>
            <p:cNvSpPr/>
            <p:nvPr/>
          </p:nvSpPr>
          <p:spPr>
            <a:xfrm>
              <a:off x="2514250" y="1468156"/>
              <a:ext cx="16403" cy="10949"/>
            </a:xfrm>
            <a:custGeom>
              <a:avLst/>
              <a:gdLst>
                <a:gd name="csX0" fmla="*/ 16237 w 16403"/>
                <a:gd name="csY0" fmla="*/ 8193 h 10949"/>
                <a:gd name="csX1" fmla="*/ 10065 w 16403"/>
                <a:gd name="csY1" fmla="*/ 293 h 10949"/>
                <a:gd name="csX2" fmla="*/ 0 w 16403"/>
                <a:gd name="csY2" fmla="*/ 3970 h 10949"/>
                <a:gd name="csX3" fmla="*/ 3359 w 16403"/>
                <a:gd name="csY3" fmla="*/ 8624 h 10949"/>
                <a:gd name="csX4" fmla="*/ 16129 w 16403"/>
                <a:gd name="csY4" fmla="*/ 8301 h 10949"/>
                <a:gd name="csX5" fmla="*/ 16237 w 16403"/>
                <a:gd name="csY5" fmla="*/ 8193 h 10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03" h="10949">
                  <a:moveTo>
                    <a:pt x="16237" y="8193"/>
                  </a:moveTo>
                  <a:cubicBezTo>
                    <a:pt x="15481" y="6783"/>
                    <a:pt x="14827" y="293"/>
                    <a:pt x="10065" y="293"/>
                  </a:cubicBezTo>
                  <a:cubicBezTo>
                    <a:pt x="10065" y="293"/>
                    <a:pt x="0" y="-1542"/>
                    <a:pt x="0" y="3970"/>
                  </a:cubicBezTo>
                  <a:cubicBezTo>
                    <a:pt x="216" y="4624"/>
                    <a:pt x="0" y="7862"/>
                    <a:pt x="3359" y="8624"/>
                  </a:cubicBezTo>
                  <a:cubicBezTo>
                    <a:pt x="9201" y="9272"/>
                    <a:pt x="18078" y="13704"/>
                    <a:pt x="16129" y="8301"/>
                  </a:cubicBezTo>
                  <a:lnTo>
                    <a:pt x="16237" y="81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BB29EC6-C338-C441-96B9-8E70D4F1E112}"/>
                </a:ext>
              </a:extLst>
            </p:cNvPr>
            <p:cNvSpPr/>
            <p:nvPr/>
          </p:nvSpPr>
          <p:spPr>
            <a:xfrm>
              <a:off x="2442366" y="1483512"/>
              <a:ext cx="21259" cy="32200"/>
            </a:xfrm>
            <a:custGeom>
              <a:avLst/>
              <a:gdLst>
                <a:gd name="csX0" fmla="*/ 18741 w 21259"/>
                <a:gd name="csY0" fmla="*/ 30359 h 32200"/>
                <a:gd name="csX1" fmla="*/ 19935 w 21259"/>
                <a:gd name="csY1" fmla="*/ 18790 h 32200"/>
                <a:gd name="csX2" fmla="*/ 15 w 21259"/>
                <a:gd name="csY2" fmla="*/ 730 h 32200"/>
                <a:gd name="csX3" fmla="*/ 4453 w 21259"/>
                <a:gd name="csY3" fmla="*/ 19653 h 32200"/>
                <a:gd name="csX4" fmla="*/ 18741 w 21259"/>
                <a:gd name="csY4" fmla="*/ 30467 h 32200"/>
                <a:gd name="csX5" fmla="*/ 18741 w 21259"/>
                <a:gd name="csY5" fmla="*/ 30359 h 32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59" h="32200">
                  <a:moveTo>
                    <a:pt x="18741" y="30359"/>
                  </a:moveTo>
                  <a:cubicBezTo>
                    <a:pt x="19281" y="27978"/>
                    <a:pt x="23288" y="22359"/>
                    <a:pt x="19935" y="18790"/>
                  </a:cubicBezTo>
                  <a:cubicBezTo>
                    <a:pt x="19935" y="18790"/>
                    <a:pt x="-633" y="-4356"/>
                    <a:pt x="15" y="730"/>
                  </a:cubicBezTo>
                  <a:cubicBezTo>
                    <a:pt x="1640" y="13811"/>
                    <a:pt x="1533" y="16517"/>
                    <a:pt x="4453" y="19653"/>
                  </a:cubicBezTo>
                  <a:cubicBezTo>
                    <a:pt x="14194" y="30359"/>
                    <a:pt x="17008" y="35008"/>
                    <a:pt x="18741" y="30467"/>
                  </a:cubicBezTo>
                  <a:lnTo>
                    <a:pt x="18741" y="30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6655065A-0277-3AE4-12B3-7F66CFA52A05}"/>
                </a:ext>
              </a:extLst>
            </p:cNvPr>
            <p:cNvSpPr/>
            <p:nvPr/>
          </p:nvSpPr>
          <p:spPr>
            <a:xfrm>
              <a:off x="2365368" y="1493644"/>
              <a:ext cx="261249" cy="184044"/>
            </a:xfrm>
            <a:custGeom>
              <a:avLst/>
              <a:gdLst>
                <a:gd name="csX0" fmla="*/ 260262 w 261249"/>
                <a:gd name="csY0" fmla="*/ 141017 h 184044"/>
                <a:gd name="csX1" fmla="*/ 252686 w 261249"/>
                <a:gd name="csY1" fmla="*/ 136147 h 184044"/>
                <a:gd name="csX2" fmla="*/ 249441 w 261249"/>
                <a:gd name="csY2" fmla="*/ 128793 h 184044"/>
                <a:gd name="csX3" fmla="*/ 246298 w 261249"/>
                <a:gd name="csY3" fmla="*/ 123498 h 184044"/>
                <a:gd name="csX4" fmla="*/ 235909 w 261249"/>
                <a:gd name="csY4" fmla="*/ 117656 h 184044"/>
                <a:gd name="csX5" fmla="*/ 232881 w 261249"/>
                <a:gd name="csY5" fmla="*/ 119713 h 184044"/>
                <a:gd name="csX6" fmla="*/ 232881 w 261249"/>
                <a:gd name="csY6" fmla="*/ 123713 h 184044"/>
                <a:gd name="csX7" fmla="*/ 229852 w 261249"/>
                <a:gd name="csY7" fmla="*/ 125771 h 184044"/>
                <a:gd name="csX8" fmla="*/ 224003 w 261249"/>
                <a:gd name="csY8" fmla="*/ 122526 h 184044"/>
                <a:gd name="csX9" fmla="*/ 217729 w 261249"/>
                <a:gd name="csY9" fmla="*/ 121770 h 184044"/>
                <a:gd name="csX10" fmla="*/ 198571 w 261249"/>
                <a:gd name="csY10" fmla="*/ 126635 h 184044"/>
                <a:gd name="csX11" fmla="*/ 197809 w 261249"/>
                <a:gd name="csY11" fmla="*/ 125009 h 184044"/>
                <a:gd name="csX12" fmla="*/ 205169 w 261249"/>
                <a:gd name="csY12" fmla="*/ 117979 h 184044"/>
                <a:gd name="csX13" fmla="*/ 205607 w 261249"/>
                <a:gd name="csY13" fmla="*/ 112684 h 184044"/>
                <a:gd name="csX14" fmla="*/ 203874 w 261249"/>
                <a:gd name="csY14" fmla="*/ 110302 h 184044"/>
                <a:gd name="csX15" fmla="*/ 201708 w 261249"/>
                <a:gd name="csY15" fmla="*/ 103819 h 184044"/>
                <a:gd name="csX16" fmla="*/ 201708 w 261249"/>
                <a:gd name="csY16" fmla="*/ 96027 h 184044"/>
                <a:gd name="csX17" fmla="*/ 199111 w 261249"/>
                <a:gd name="csY17" fmla="*/ 89976 h 184044"/>
                <a:gd name="csX18" fmla="*/ 183960 w 261249"/>
                <a:gd name="csY18" fmla="*/ 76241 h 184044"/>
                <a:gd name="csX19" fmla="*/ 178004 w 261249"/>
                <a:gd name="csY19" fmla="*/ 73752 h 184044"/>
                <a:gd name="csX20" fmla="*/ 170320 w 261249"/>
                <a:gd name="csY20" fmla="*/ 73428 h 184044"/>
                <a:gd name="csX21" fmla="*/ 164040 w 261249"/>
                <a:gd name="csY21" fmla="*/ 71485 h 184044"/>
                <a:gd name="csX22" fmla="*/ 150077 w 261249"/>
                <a:gd name="csY22" fmla="*/ 63160 h 184044"/>
                <a:gd name="csX23" fmla="*/ 136875 w 261249"/>
                <a:gd name="csY23" fmla="*/ 50936 h 184044"/>
                <a:gd name="csX24" fmla="*/ 113818 w 261249"/>
                <a:gd name="csY24" fmla="*/ 46288 h 184044"/>
                <a:gd name="csX25" fmla="*/ 112307 w 261249"/>
                <a:gd name="csY25" fmla="*/ 42287 h 184044"/>
                <a:gd name="csX26" fmla="*/ 111113 w 261249"/>
                <a:gd name="csY26" fmla="*/ 37309 h 184044"/>
                <a:gd name="csX27" fmla="*/ 96394 w 261249"/>
                <a:gd name="csY27" fmla="*/ 32445 h 184044"/>
                <a:gd name="csX28" fmla="*/ 91955 w 261249"/>
                <a:gd name="csY28" fmla="*/ 40230 h 184044"/>
                <a:gd name="csX29" fmla="*/ 85135 w 261249"/>
                <a:gd name="csY29" fmla="*/ 43043 h 184044"/>
                <a:gd name="csX30" fmla="*/ 80703 w 261249"/>
                <a:gd name="csY30" fmla="*/ 39366 h 184044"/>
                <a:gd name="csX31" fmla="*/ 75394 w 261249"/>
                <a:gd name="csY31" fmla="*/ 30178 h 184044"/>
                <a:gd name="csX32" fmla="*/ 70308 w 261249"/>
                <a:gd name="csY32" fmla="*/ 22933 h 184044"/>
                <a:gd name="csX33" fmla="*/ 73883 w 261249"/>
                <a:gd name="csY33" fmla="*/ 14062 h 184044"/>
                <a:gd name="csX34" fmla="*/ 67387 w 261249"/>
                <a:gd name="csY34" fmla="*/ 4327 h 184044"/>
                <a:gd name="csX35" fmla="*/ 55157 w 261249"/>
                <a:gd name="csY35" fmla="*/ 873 h 184044"/>
                <a:gd name="csX36" fmla="*/ 43250 w 261249"/>
                <a:gd name="csY36" fmla="*/ 12335 h 184044"/>
                <a:gd name="csX37" fmla="*/ 35567 w 261249"/>
                <a:gd name="csY37" fmla="*/ 72672 h 184044"/>
                <a:gd name="csX38" fmla="*/ 28315 w 261249"/>
                <a:gd name="csY38" fmla="*/ 87811 h 184044"/>
                <a:gd name="csX39" fmla="*/ 34049 w 261249"/>
                <a:gd name="csY39" fmla="*/ 119173 h 184044"/>
                <a:gd name="csX40" fmla="*/ 4611 w 261249"/>
                <a:gd name="csY40" fmla="*/ 134420 h 184044"/>
                <a:gd name="csX41" fmla="*/ 2445 w 261249"/>
                <a:gd name="csY41" fmla="*/ 154752 h 184044"/>
                <a:gd name="csX42" fmla="*/ 16517 w 261249"/>
                <a:gd name="csY42" fmla="*/ 152371 h 184044"/>
                <a:gd name="csX43" fmla="*/ 26690 w 261249"/>
                <a:gd name="csY43" fmla="*/ 145989 h 184044"/>
                <a:gd name="csX44" fmla="*/ 57970 w 261249"/>
                <a:gd name="csY44" fmla="*/ 149126 h 184044"/>
                <a:gd name="csX45" fmla="*/ 60675 w 261249"/>
                <a:gd name="csY45" fmla="*/ 179079 h 184044"/>
                <a:gd name="csX46" fmla="*/ 70632 w 261249"/>
                <a:gd name="csY46" fmla="*/ 183727 h 184044"/>
                <a:gd name="csX47" fmla="*/ 98127 w 261249"/>
                <a:gd name="csY47" fmla="*/ 170862 h 184044"/>
                <a:gd name="csX48" fmla="*/ 102890 w 261249"/>
                <a:gd name="csY48" fmla="*/ 153774 h 184044"/>
                <a:gd name="csX49" fmla="*/ 107436 w 261249"/>
                <a:gd name="csY49" fmla="*/ 150637 h 184044"/>
                <a:gd name="csX50" fmla="*/ 111653 w 261249"/>
                <a:gd name="csY50" fmla="*/ 151076 h 184044"/>
                <a:gd name="csX51" fmla="*/ 117825 w 261249"/>
                <a:gd name="csY51" fmla="*/ 149342 h 184044"/>
                <a:gd name="csX52" fmla="*/ 129623 w 261249"/>
                <a:gd name="csY52" fmla="*/ 140478 h 184044"/>
                <a:gd name="csX53" fmla="*/ 132436 w 261249"/>
                <a:gd name="csY53" fmla="*/ 134743 h 184044"/>
                <a:gd name="csX54" fmla="*/ 132436 w 261249"/>
                <a:gd name="csY54" fmla="*/ 124253 h 184044"/>
                <a:gd name="csX55" fmla="*/ 135573 w 261249"/>
                <a:gd name="csY55" fmla="*/ 119173 h 184044"/>
                <a:gd name="csX56" fmla="*/ 152788 w 261249"/>
                <a:gd name="csY56" fmla="*/ 111604 h 184044"/>
                <a:gd name="csX57" fmla="*/ 154731 w 261249"/>
                <a:gd name="csY57" fmla="*/ 113655 h 184044"/>
                <a:gd name="csX58" fmla="*/ 151378 w 261249"/>
                <a:gd name="csY58" fmla="*/ 123498 h 184044"/>
                <a:gd name="csX59" fmla="*/ 151918 w 261249"/>
                <a:gd name="csY59" fmla="*/ 131175 h 184044"/>
                <a:gd name="csX60" fmla="*/ 156141 w 261249"/>
                <a:gd name="csY60" fmla="*/ 132692 h 184044"/>
                <a:gd name="csX61" fmla="*/ 161767 w 261249"/>
                <a:gd name="csY61" fmla="*/ 128901 h 184044"/>
                <a:gd name="csX62" fmla="*/ 167939 w 261249"/>
                <a:gd name="csY62" fmla="*/ 127930 h 184044"/>
                <a:gd name="csX63" fmla="*/ 179737 w 261249"/>
                <a:gd name="csY63" fmla="*/ 131391 h 184044"/>
                <a:gd name="csX64" fmla="*/ 180385 w 261249"/>
                <a:gd name="csY64" fmla="*/ 134635 h 184044"/>
                <a:gd name="csX65" fmla="*/ 174213 w 261249"/>
                <a:gd name="csY65" fmla="*/ 140262 h 184044"/>
                <a:gd name="csX66" fmla="*/ 173673 w 261249"/>
                <a:gd name="csY66" fmla="*/ 145450 h 184044"/>
                <a:gd name="csX67" fmla="*/ 175407 w 261249"/>
                <a:gd name="csY67" fmla="*/ 147831 h 184044"/>
                <a:gd name="csX68" fmla="*/ 180601 w 261249"/>
                <a:gd name="csY68" fmla="*/ 149234 h 184044"/>
                <a:gd name="csX69" fmla="*/ 187205 w 261249"/>
                <a:gd name="csY69" fmla="*/ 146205 h 184044"/>
                <a:gd name="csX70" fmla="*/ 193485 w 261249"/>
                <a:gd name="csY70" fmla="*/ 146205 h 184044"/>
                <a:gd name="csX71" fmla="*/ 226816 w 261249"/>
                <a:gd name="csY71" fmla="*/ 160804 h 184044"/>
                <a:gd name="csX72" fmla="*/ 232449 w 261249"/>
                <a:gd name="csY72" fmla="*/ 159724 h 184044"/>
                <a:gd name="csX73" fmla="*/ 243701 w 261249"/>
                <a:gd name="csY73" fmla="*/ 148910 h 184044"/>
                <a:gd name="csX74" fmla="*/ 249549 w 261249"/>
                <a:gd name="csY74" fmla="*/ 145773 h 184044"/>
                <a:gd name="csX75" fmla="*/ 259722 w 261249"/>
                <a:gd name="csY75" fmla="*/ 143500 h 184044"/>
                <a:gd name="csX76" fmla="*/ 260154 w 261249"/>
                <a:gd name="csY76" fmla="*/ 140909 h 184044"/>
                <a:gd name="csX77" fmla="*/ 260262 w 261249"/>
                <a:gd name="csY77" fmla="*/ 141017 h 18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61249" h="184044">
                  <a:moveTo>
                    <a:pt x="260262" y="141017"/>
                  </a:moveTo>
                  <a:lnTo>
                    <a:pt x="252686" y="136147"/>
                  </a:lnTo>
                  <a:cubicBezTo>
                    <a:pt x="249226" y="133880"/>
                    <a:pt x="249333" y="128146"/>
                    <a:pt x="249441" y="128793"/>
                  </a:cubicBezTo>
                  <a:cubicBezTo>
                    <a:pt x="249333" y="126742"/>
                    <a:pt x="247924" y="124361"/>
                    <a:pt x="246298" y="123498"/>
                  </a:cubicBezTo>
                  <a:lnTo>
                    <a:pt x="235909" y="117656"/>
                  </a:lnTo>
                  <a:cubicBezTo>
                    <a:pt x="234290" y="116792"/>
                    <a:pt x="232881" y="117656"/>
                    <a:pt x="232881" y="119713"/>
                  </a:cubicBezTo>
                  <a:lnTo>
                    <a:pt x="232881" y="123713"/>
                  </a:lnTo>
                  <a:cubicBezTo>
                    <a:pt x="232881" y="125771"/>
                    <a:pt x="231579" y="126635"/>
                    <a:pt x="229852" y="125771"/>
                  </a:cubicBezTo>
                  <a:lnTo>
                    <a:pt x="224003" y="122526"/>
                  </a:lnTo>
                  <a:cubicBezTo>
                    <a:pt x="222384" y="121656"/>
                    <a:pt x="219565" y="121224"/>
                    <a:pt x="217729" y="121770"/>
                  </a:cubicBezTo>
                  <a:lnTo>
                    <a:pt x="198571" y="126635"/>
                  </a:lnTo>
                  <a:cubicBezTo>
                    <a:pt x="196730" y="127066"/>
                    <a:pt x="196406" y="126419"/>
                    <a:pt x="197809" y="125009"/>
                  </a:cubicBezTo>
                  <a:lnTo>
                    <a:pt x="205169" y="117979"/>
                  </a:lnTo>
                  <a:cubicBezTo>
                    <a:pt x="206579" y="116576"/>
                    <a:pt x="206795" y="114303"/>
                    <a:pt x="205607" y="112684"/>
                  </a:cubicBezTo>
                  <a:lnTo>
                    <a:pt x="203874" y="110302"/>
                  </a:lnTo>
                  <a:cubicBezTo>
                    <a:pt x="202680" y="108683"/>
                    <a:pt x="201708" y="105762"/>
                    <a:pt x="201708" y="103819"/>
                  </a:cubicBezTo>
                  <a:lnTo>
                    <a:pt x="201708" y="96027"/>
                  </a:lnTo>
                  <a:cubicBezTo>
                    <a:pt x="201708" y="93976"/>
                    <a:pt x="200515" y="91271"/>
                    <a:pt x="199111" y="89976"/>
                  </a:cubicBezTo>
                  <a:lnTo>
                    <a:pt x="183960" y="76241"/>
                  </a:lnTo>
                  <a:cubicBezTo>
                    <a:pt x="182551" y="74946"/>
                    <a:pt x="179845" y="73860"/>
                    <a:pt x="178004" y="73752"/>
                  </a:cubicBezTo>
                  <a:lnTo>
                    <a:pt x="170320" y="73428"/>
                  </a:lnTo>
                  <a:cubicBezTo>
                    <a:pt x="168479" y="73428"/>
                    <a:pt x="165666" y="72456"/>
                    <a:pt x="164040" y="71485"/>
                  </a:cubicBezTo>
                  <a:lnTo>
                    <a:pt x="150077" y="63160"/>
                  </a:lnTo>
                  <a:cubicBezTo>
                    <a:pt x="144019" y="59591"/>
                    <a:pt x="142717" y="52130"/>
                    <a:pt x="136875" y="50936"/>
                  </a:cubicBezTo>
                  <a:lnTo>
                    <a:pt x="113818" y="46288"/>
                  </a:lnTo>
                  <a:cubicBezTo>
                    <a:pt x="110465" y="45640"/>
                    <a:pt x="112307" y="41640"/>
                    <a:pt x="112307" y="42287"/>
                  </a:cubicBezTo>
                  <a:cubicBezTo>
                    <a:pt x="113278" y="40554"/>
                    <a:pt x="112738" y="38287"/>
                    <a:pt x="111113" y="37309"/>
                  </a:cubicBezTo>
                  <a:cubicBezTo>
                    <a:pt x="104839" y="34286"/>
                    <a:pt x="99207" y="27473"/>
                    <a:pt x="96394" y="32445"/>
                  </a:cubicBezTo>
                  <a:lnTo>
                    <a:pt x="91955" y="40230"/>
                  </a:lnTo>
                  <a:cubicBezTo>
                    <a:pt x="89790" y="43907"/>
                    <a:pt x="84487" y="43151"/>
                    <a:pt x="85135" y="43043"/>
                  </a:cubicBezTo>
                  <a:cubicBezTo>
                    <a:pt x="83300" y="42935"/>
                    <a:pt x="81243" y="41316"/>
                    <a:pt x="80703" y="39366"/>
                  </a:cubicBezTo>
                  <a:cubicBezTo>
                    <a:pt x="80157" y="38071"/>
                    <a:pt x="79401" y="32661"/>
                    <a:pt x="75394" y="30178"/>
                  </a:cubicBezTo>
                  <a:cubicBezTo>
                    <a:pt x="73991" y="28876"/>
                    <a:pt x="66847" y="26609"/>
                    <a:pt x="70308" y="22933"/>
                  </a:cubicBezTo>
                  <a:cubicBezTo>
                    <a:pt x="70962" y="21955"/>
                    <a:pt x="75832" y="18602"/>
                    <a:pt x="73883" y="14062"/>
                  </a:cubicBezTo>
                  <a:cubicBezTo>
                    <a:pt x="72905" y="12227"/>
                    <a:pt x="71610" y="6708"/>
                    <a:pt x="67387" y="4327"/>
                  </a:cubicBezTo>
                  <a:cubicBezTo>
                    <a:pt x="63926" y="2816"/>
                    <a:pt x="59380" y="-1940"/>
                    <a:pt x="55157" y="873"/>
                  </a:cubicBezTo>
                  <a:cubicBezTo>
                    <a:pt x="46711" y="6600"/>
                    <a:pt x="43790" y="7788"/>
                    <a:pt x="43250" y="12335"/>
                  </a:cubicBezTo>
                  <a:cubicBezTo>
                    <a:pt x="37624" y="69643"/>
                    <a:pt x="38488" y="68564"/>
                    <a:pt x="35567" y="72672"/>
                  </a:cubicBezTo>
                  <a:cubicBezTo>
                    <a:pt x="29827" y="80781"/>
                    <a:pt x="27013" y="83486"/>
                    <a:pt x="28315" y="87811"/>
                  </a:cubicBezTo>
                  <a:cubicBezTo>
                    <a:pt x="36646" y="115928"/>
                    <a:pt x="38056" y="117440"/>
                    <a:pt x="34049" y="119173"/>
                  </a:cubicBezTo>
                  <a:cubicBezTo>
                    <a:pt x="7963" y="129879"/>
                    <a:pt x="5912" y="129663"/>
                    <a:pt x="4611" y="134420"/>
                  </a:cubicBezTo>
                  <a:cubicBezTo>
                    <a:pt x="496" y="149450"/>
                    <a:pt x="-2209" y="154752"/>
                    <a:pt x="2445" y="154752"/>
                  </a:cubicBezTo>
                  <a:cubicBezTo>
                    <a:pt x="8510" y="154752"/>
                    <a:pt x="13050" y="155508"/>
                    <a:pt x="16517" y="152371"/>
                  </a:cubicBezTo>
                  <a:cubicBezTo>
                    <a:pt x="18682" y="150746"/>
                    <a:pt x="21819" y="146097"/>
                    <a:pt x="26690" y="145989"/>
                  </a:cubicBezTo>
                  <a:cubicBezTo>
                    <a:pt x="49747" y="146853"/>
                    <a:pt x="57970" y="142744"/>
                    <a:pt x="57970" y="149126"/>
                  </a:cubicBezTo>
                  <a:cubicBezTo>
                    <a:pt x="57970" y="170215"/>
                    <a:pt x="56890" y="175834"/>
                    <a:pt x="60675" y="179079"/>
                  </a:cubicBezTo>
                  <a:cubicBezTo>
                    <a:pt x="62624" y="180267"/>
                    <a:pt x="65977" y="185353"/>
                    <a:pt x="70632" y="183727"/>
                  </a:cubicBezTo>
                  <a:cubicBezTo>
                    <a:pt x="70632" y="183727"/>
                    <a:pt x="98127" y="173567"/>
                    <a:pt x="98127" y="170862"/>
                  </a:cubicBezTo>
                  <a:cubicBezTo>
                    <a:pt x="98127" y="168157"/>
                    <a:pt x="102890" y="153774"/>
                    <a:pt x="102890" y="153774"/>
                  </a:cubicBezTo>
                  <a:cubicBezTo>
                    <a:pt x="103537" y="151831"/>
                    <a:pt x="105487" y="150529"/>
                    <a:pt x="107436" y="150637"/>
                  </a:cubicBezTo>
                  <a:lnTo>
                    <a:pt x="111653" y="151076"/>
                  </a:lnTo>
                  <a:cubicBezTo>
                    <a:pt x="113494" y="151292"/>
                    <a:pt x="116307" y="150422"/>
                    <a:pt x="117825" y="149342"/>
                  </a:cubicBezTo>
                  <a:lnTo>
                    <a:pt x="129623" y="140478"/>
                  </a:lnTo>
                  <a:cubicBezTo>
                    <a:pt x="131141" y="139284"/>
                    <a:pt x="132436" y="136693"/>
                    <a:pt x="132436" y="134743"/>
                  </a:cubicBezTo>
                  <a:lnTo>
                    <a:pt x="132436" y="124253"/>
                  </a:lnTo>
                  <a:cubicBezTo>
                    <a:pt x="132436" y="122202"/>
                    <a:pt x="133846" y="119929"/>
                    <a:pt x="135573" y="119173"/>
                  </a:cubicBezTo>
                  <a:lnTo>
                    <a:pt x="152788" y="111604"/>
                  </a:lnTo>
                  <a:cubicBezTo>
                    <a:pt x="154515" y="110848"/>
                    <a:pt x="155385" y="111820"/>
                    <a:pt x="154731" y="113655"/>
                  </a:cubicBezTo>
                  <a:lnTo>
                    <a:pt x="151378" y="123498"/>
                  </a:lnTo>
                  <a:cubicBezTo>
                    <a:pt x="150077" y="127282"/>
                    <a:pt x="152026" y="131715"/>
                    <a:pt x="151918" y="131175"/>
                  </a:cubicBezTo>
                  <a:cubicBezTo>
                    <a:pt x="152680" y="133016"/>
                    <a:pt x="154515" y="133664"/>
                    <a:pt x="156141" y="132692"/>
                  </a:cubicBezTo>
                  <a:lnTo>
                    <a:pt x="161767" y="128901"/>
                  </a:lnTo>
                  <a:cubicBezTo>
                    <a:pt x="163393" y="127930"/>
                    <a:pt x="166098" y="127390"/>
                    <a:pt x="167939" y="127930"/>
                  </a:cubicBezTo>
                  <a:lnTo>
                    <a:pt x="179737" y="131391"/>
                  </a:lnTo>
                  <a:cubicBezTo>
                    <a:pt x="181579" y="131930"/>
                    <a:pt x="181795" y="133448"/>
                    <a:pt x="180385" y="134635"/>
                  </a:cubicBezTo>
                  <a:lnTo>
                    <a:pt x="174213" y="140262"/>
                  </a:lnTo>
                  <a:cubicBezTo>
                    <a:pt x="172810" y="141557"/>
                    <a:pt x="172594" y="143938"/>
                    <a:pt x="173673" y="145450"/>
                  </a:cubicBezTo>
                  <a:lnTo>
                    <a:pt x="175407" y="147831"/>
                  </a:lnTo>
                  <a:cubicBezTo>
                    <a:pt x="176486" y="149450"/>
                    <a:pt x="178867" y="150098"/>
                    <a:pt x="180601" y="149234"/>
                  </a:cubicBezTo>
                  <a:lnTo>
                    <a:pt x="187205" y="146205"/>
                  </a:lnTo>
                  <a:cubicBezTo>
                    <a:pt x="188938" y="145450"/>
                    <a:pt x="191752" y="145450"/>
                    <a:pt x="193485" y="146205"/>
                  </a:cubicBezTo>
                  <a:lnTo>
                    <a:pt x="226816" y="160804"/>
                  </a:lnTo>
                  <a:cubicBezTo>
                    <a:pt x="228550" y="161559"/>
                    <a:pt x="231147" y="161020"/>
                    <a:pt x="232449" y="159724"/>
                  </a:cubicBezTo>
                  <a:lnTo>
                    <a:pt x="243701" y="148910"/>
                  </a:lnTo>
                  <a:cubicBezTo>
                    <a:pt x="245111" y="147615"/>
                    <a:pt x="247708" y="146097"/>
                    <a:pt x="249549" y="145773"/>
                  </a:cubicBezTo>
                  <a:lnTo>
                    <a:pt x="259722" y="143500"/>
                  </a:lnTo>
                  <a:cubicBezTo>
                    <a:pt x="261564" y="143068"/>
                    <a:pt x="261779" y="141881"/>
                    <a:pt x="260154" y="140909"/>
                  </a:cubicBezTo>
                  <a:lnTo>
                    <a:pt x="260262" y="141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093DB808-E291-7D2D-3CB4-AFDCF0FFD87C}"/>
                </a:ext>
              </a:extLst>
            </p:cNvPr>
            <p:cNvSpPr/>
            <p:nvPr/>
          </p:nvSpPr>
          <p:spPr>
            <a:xfrm>
              <a:off x="2488474" y="1682456"/>
              <a:ext cx="73439" cy="54650"/>
            </a:xfrm>
            <a:custGeom>
              <a:avLst/>
              <a:gdLst>
                <a:gd name="csX0" fmla="*/ 62149 w 73439"/>
                <a:gd name="csY0" fmla="*/ 109 h 54650"/>
                <a:gd name="csX1" fmla="*/ 54681 w 73439"/>
                <a:gd name="csY1" fmla="*/ 4325 h 54650"/>
                <a:gd name="csX2" fmla="*/ 44616 w 73439"/>
                <a:gd name="csY2" fmla="*/ 4002 h 54650"/>
                <a:gd name="csX3" fmla="*/ 32818 w 73439"/>
                <a:gd name="csY3" fmla="*/ 9297 h 54650"/>
                <a:gd name="csX4" fmla="*/ 13552 w 73439"/>
                <a:gd name="csY4" fmla="*/ 8650 h 54650"/>
                <a:gd name="csX5" fmla="*/ 8466 w 73439"/>
                <a:gd name="csY5" fmla="*/ 20111 h 54650"/>
                <a:gd name="csX6" fmla="*/ 1430 w 73439"/>
                <a:gd name="csY6" fmla="*/ 32227 h 54650"/>
                <a:gd name="csX7" fmla="*/ 3379 w 73439"/>
                <a:gd name="csY7" fmla="*/ 52554 h 54650"/>
                <a:gd name="csX8" fmla="*/ 17229 w 73439"/>
                <a:gd name="csY8" fmla="*/ 47258 h 54650"/>
                <a:gd name="csX9" fmla="*/ 29789 w 73439"/>
                <a:gd name="csY9" fmla="*/ 51150 h 54650"/>
                <a:gd name="csX10" fmla="*/ 52948 w 73439"/>
                <a:gd name="csY10" fmla="*/ 30170 h 54650"/>
                <a:gd name="csX11" fmla="*/ 64854 w 73439"/>
                <a:gd name="csY11" fmla="*/ 27573 h 54650"/>
                <a:gd name="csX12" fmla="*/ 73299 w 73439"/>
                <a:gd name="csY12" fmla="*/ 6275 h 54650"/>
                <a:gd name="csX13" fmla="*/ 62149 w 73439"/>
                <a:gd name="csY13" fmla="*/ 109 h 54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3439" h="54650">
                  <a:moveTo>
                    <a:pt x="62149" y="109"/>
                  </a:moveTo>
                  <a:cubicBezTo>
                    <a:pt x="57818" y="-755"/>
                    <a:pt x="55329" y="3785"/>
                    <a:pt x="54681" y="4325"/>
                  </a:cubicBezTo>
                  <a:cubicBezTo>
                    <a:pt x="51436" y="8110"/>
                    <a:pt x="46566" y="4325"/>
                    <a:pt x="44616" y="4002"/>
                  </a:cubicBezTo>
                  <a:cubicBezTo>
                    <a:pt x="39854" y="2160"/>
                    <a:pt x="36171" y="7354"/>
                    <a:pt x="32818" y="9297"/>
                  </a:cubicBezTo>
                  <a:cubicBezTo>
                    <a:pt x="29135" y="12110"/>
                    <a:pt x="13552" y="8650"/>
                    <a:pt x="13552" y="8650"/>
                  </a:cubicBezTo>
                  <a:cubicBezTo>
                    <a:pt x="8466" y="7786"/>
                    <a:pt x="9545" y="16111"/>
                    <a:pt x="8466" y="20111"/>
                  </a:cubicBezTo>
                  <a:cubicBezTo>
                    <a:pt x="7818" y="24874"/>
                    <a:pt x="4567" y="28220"/>
                    <a:pt x="1430" y="32227"/>
                  </a:cubicBezTo>
                  <a:cubicBezTo>
                    <a:pt x="-1275" y="35796"/>
                    <a:pt x="128" y="38818"/>
                    <a:pt x="3379" y="52554"/>
                  </a:cubicBezTo>
                  <a:cubicBezTo>
                    <a:pt x="4675" y="58288"/>
                    <a:pt x="10631" y="50826"/>
                    <a:pt x="17229" y="47258"/>
                  </a:cubicBezTo>
                  <a:cubicBezTo>
                    <a:pt x="21560" y="44337"/>
                    <a:pt x="26322" y="49525"/>
                    <a:pt x="29789" y="51150"/>
                  </a:cubicBezTo>
                  <a:cubicBezTo>
                    <a:pt x="33682" y="53525"/>
                    <a:pt x="34767" y="50718"/>
                    <a:pt x="52948" y="30170"/>
                  </a:cubicBezTo>
                  <a:cubicBezTo>
                    <a:pt x="56415" y="26277"/>
                    <a:pt x="61717" y="27896"/>
                    <a:pt x="64854" y="27573"/>
                  </a:cubicBezTo>
                  <a:cubicBezTo>
                    <a:pt x="69292" y="27573"/>
                    <a:pt x="69292" y="23248"/>
                    <a:pt x="73299" y="6275"/>
                  </a:cubicBezTo>
                  <a:cubicBezTo>
                    <a:pt x="74595" y="757"/>
                    <a:pt x="66587" y="1728"/>
                    <a:pt x="62149" y="1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C740CA9D-8814-A8B1-8D2E-BACD412663DE}"/>
                </a:ext>
              </a:extLst>
            </p:cNvPr>
            <p:cNvSpPr/>
            <p:nvPr/>
          </p:nvSpPr>
          <p:spPr>
            <a:xfrm>
              <a:off x="2560587" y="2272320"/>
              <a:ext cx="48624" cy="29341"/>
            </a:xfrm>
            <a:custGeom>
              <a:avLst/>
              <a:gdLst>
                <a:gd name="csX0" fmla="*/ 1942 w 48624"/>
                <a:gd name="csY0" fmla="*/ 13108 h 29341"/>
                <a:gd name="csX1" fmla="*/ 17747 w 48624"/>
                <a:gd name="csY1" fmla="*/ 20030 h 29341"/>
                <a:gd name="csX2" fmla="*/ 28244 w 48624"/>
                <a:gd name="csY2" fmla="*/ 21548 h 29341"/>
                <a:gd name="csX3" fmla="*/ 48049 w 48624"/>
                <a:gd name="csY3" fmla="*/ 27491 h 29341"/>
                <a:gd name="csX4" fmla="*/ 47510 w 48624"/>
                <a:gd name="csY4" fmla="*/ 21656 h 29341"/>
                <a:gd name="csX5" fmla="*/ 31921 w 48624"/>
                <a:gd name="csY5" fmla="*/ 2409 h 29341"/>
                <a:gd name="csX6" fmla="*/ 26294 w 48624"/>
                <a:gd name="csY6" fmla="*/ 28 h 29341"/>
                <a:gd name="csX7" fmla="*/ 1078 w 48624"/>
                <a:gd name="csY7" fmla="*/ 6193 h 29341"/>
                <a:gd name="csX8" fmla="*/ 1942 w 48624"/>
                <a:gd name="csY8" fmla="*/ 12893 h 29341"/>
                <a:gd name="csX9" fmla="*/ 1942 w 48624"/>
                <a:gd name="csY9" fmla="*/ 13108 h 2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8624" h="29341">
                  <a:moveTo>
                    <a:pt x="1942" y="13108"/>
                  </a:moveTo>
                  <a:cubicBezTo>
                    <a:pt x="9086" y="17115"/>
                    <a:pt x="13201" y="20030"/>
                    <a:pt x="17747" y="20030"/>
                  </a:cubicBezTo>
                  <a:cubicBezTo>
                    <a:pt x="18935" y="20138"/>
                    <a:pt x="24129" y="19490"/>
                    <a:pt x="28244" y="21548"/>
                  </a:cubicBezTo>
                  <a:cubicBezTo>
                    <a:pt x="43287" y="29009"/>
                    <a:pt x="45884" y="31384"/>
                    <a:pt x="48049" y="27491"/>
                  </a:cubicBezTo>
                  <a:cubicBezTo>
                    <a:pt x="49027" y="25872"/>
                    <a:pt x="48697" y="23167"/>
                    <a:pt x="47510" y="21656"/>
                  </a:cubicBezTo>
                  <a:lnTo>
                    <a:pt x="31921" y="2409"/>
                  </a:lnTo>
                  <a:cubicBezTo>
                    <a:pt x="30733" y="891"/>
                    <a:pt x="28244" y="-188"/>
                    <a:pt x="26294" y="28"/>
                  </a:cubicBezTo>
                  <a:cubicBezTo>
                    <a:pt x="7460" y="2301"/>
                    <a:pt x="3022" y="1647"/>
                    <a:pt x="1078" y="6193"/>
                  </a:cubicBezTo>
                  <a:cubicBezTo>
                    <a:pt x="1078" y="6841"/>
                    <a:pt x="-1849" y="10734"/>
                    <a:pt x="1942" y="12893"/>
                  </a:cubicBezTo>
                  <a:lnTo>
                    <a:pt x="1942" y="13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36F72B01-A927-7E79-A536-E12A830783E7}"/>
                </a:ext>
              </a:extLst>
            </p:cNvPr>
            <p:cNvSpPr/>
            <p:nvPr/>
          </p:nvSpPr>
          <p:spPr>
            <a:xfrm>
              <a:off x="2645165" y="2329331"/>
              <a:ext cx="18613" cy="13417"/>
            </a:xfrm>
            <a:custGeom>
              <a:avLst/>
              <a:gdLst>
                <a:gd name="csX0" fmla="*/ 594 w 18613"/>
                <a:gd name="csY0" fmla="*/ 10167 h 13417"/>
                <a:gd name="csX1" fmla="*/ 4924 w 18613"/>
                <a:gd name="csY1" fmla="*/ 13412 h 13417"/>
                <a:gd name="csX2" fmla="*/ 18342 w 18613"/>
                <a:gd name="csY2" fmla="*/ 8548 h 13417"/>
                <a:gd name="csX3" fmla="*/ 11852 w 18613"/>
                <a:gd name="csY3" fmla="*/ 223 h 13417"/>
                <a:gd name="csX4" fmla="*/ 162 w 18613"/>
                <a:gd name="csY4" fmla="*/ 8764 h 13417"/>
                <a:gd name="csX5" fmla="*/ 486 w 18613"/>
                <a:gd name="csY5" fmla="*/ 10167 h 13417"/>
                <a:gd name="csX6" fmla="*/ 594 w 18613"/>
                <a:gd name="csY6" fmla="*/ 10167 h 1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613" h="13417">
                  <a:moveTo>
                    <a:pt x="594" y="10167"/>
                  </a:moveTo>
                  <a:cubicBezTo>
                    <a:pt x="1133" y="12117"/>
                    <a:pt x="2975" y="13520"/>
                    <a:pt x="4924" y="13412"/>
                  </a:cubicBezTo>
                  <a:cubicBezTo>
                    <a:pt x="11312" y="12117"/>
                    <a:pt x="20291" y="14060"/>
                    <a:pt x="18342" y="8548"/>
                  </a:cubicBezTo>
                  <a:cubicBezTo>
                    <a:pt x="18342" y="8548"/>
                    <a:pt x="16507" y="-1618"/>
                    <a:pt x="11852" y="223"/>
                  </a:cubicBezTo>
                  <a:cubicBezTo>
                    <a:pt x="6874" y="2922"/>
                    <a:pt x="-1248" y="3138"/>
                    <a:pt x="162" y="8764"/>
                  </a:cubicBezTo>
                  <a:lnTo>
                    <a:pt x="486" y="10167"/>
                  </a:lnTo>
                  <a:lnTo>
                    <a:pt x="594" y="101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8FB97E20-6EF3-9C7D-D8B0-A504B85691D4}"/>
                </a:ext>
              </a:extLst>
            </p:cNvPr>
            <p:cNvSpPr/>
            <p:nvPr/>
          </p:nvSpPr>
          <p:spPr>
            <a:xfrm>
              <a:off x="2627052" y="2258951"/>
              <a:ext cx="11069" cy="14114"/>
            </a:xfrm>
            <a:custGeom>
              <a:avLst/>
              <a:gdLst>
                <a:gd name="csX0" fmla="*/ 4857 w 11069"/>
                <a:gd name="csY0" fmla="*/ 13612 h 14114"/>
                <a:gd name="csX1" fmla="*/ 10915 w 11069"/>
                <a:gd name="csY1" fmla="*/ 5827 h 14114"/>
                <a:gd name="csX2" fmla="*/ 6045 w 11069"/>
                <a:gd name="csY2" fmla="*/ 201 h 14114"/>
                <a:gd name="csX3" fmla="*/ 95 w 11069"/>
                <a:gd name="csY3" fmla="*/ 6043 h 14114"/>
                <a:gd name="csX4" fmla="*/ 4857 w 11069"/>
                <a:gd name="csY4" fmla="*/ 13612 h 14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69" h="14114">
                  <a:moveTo>
                    <a:pt x="4857" y="13612"/>
                  </a:moveTo>
                  <a:cubicBezTo>
                    <a:pt x="6045" y="12533"/>
                    <a:pt x="12109" y="10907"/>
                    <a:pt x="10915" y="5827"/>
                  </a:cubicBezTo>
                  <a:cubicBezTo>
                    <a:pt x="10591" y="5179"/>
                    <a:pt x="10375" y="-1202"/>
                    <a:pt x="6045" y="201"/>
                  </a:cubicBezTo>
                  <a:cubicBezTo>
                    <a:pt x="6045" y="201"/>
                    <a:pt x="-883" y="1172"/>
                    <a:pt x="95" y="6043"/>
                  </a:cubicBezTo>
                  <a:cubicBezTo>
                    <a:pt x="850" y="7986"/>
                    <a:pt x="526" y="16209"/>
                    <a:pt x="4857" y="13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0E6BBD3-246A-51B9-ED9F-A04067DE2A33}"/>
                </a:ext>
              </a:extLst>
            </p:cNvPr>
            <p:cNvSpPr/>
            <p:nvPr/>
          </p:nvSpPr>
          <p:spPr>
            <a:xfrm>
              <a:off x="2635429" y="2278834"/>
              <a:ext cx="9141" cy="10310"/>
            </a:xfrm>
            <a:custGeom>
              <a:avLst/>
              <a:gdLst>
                <a:gd name="csX0" fmla="*/ 9034 w 9141"/>
                <a:gd name="csY0" fmla="*/ 4975 h 10310"/>
                <a:gd name="csX1" fmla="*/ 9034 w 9141"/>
                <a:gd name="csY1" fmla="*/ 2923 h 10310"/>
                <a:gd name="csX2" fmla="*/ 3294 w 9141"/>
                <a:gd name="csY2" fmla="*/ 650 h 10310"/>
                <a:gd name="csX3" fmla="*/ 49 w 9141"/>
                <a:gd name="csY3" fmla="*/ 7464 h 10310"/>
                <a:gd name="csX4" fmla="*/ 9142 w 9141"/>
                <a:gd name="csY4" fmla="*/ 4975 h 10310"/>
                <a:gd name="csX5" fmla="*/ 9034 w 9141"/>
                <a:gd name="csY5" fmla="*/ 4975 h 1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41" h="10310">
                  <a:moveTo>
                    <a:pt x="9034" y="4975"/>
                  </a:moveTo>
                  <a:lnTo>
                    <a:pt x="9034" y="2923"/>
                  </a:lnTo>
                  <a:cubicBezTo>
                    <a:pt x="9034" y="-1839"/>
                    <a:pt x="3294" y="650"/>
                    <a:pt x="3294" y="650"/>
                  </a:cubicBezTo>
                  <a:cubicBezTo>
                    <a:pt x="-923" y="1622"/>
                    <a:pt x="157" y="6816"/>
                    <a:pt x="49" y="7464"/>
                  </a:cubicBezTo>
                  <a:cubicBezTo>
                    <a:pt x="49" y="12544"/>
                    <a:pt x="9142" y="10277"/>
                    <a:pt x="9142" y="4975"/>
                  </a:cubicBezTo>
                  <a:lnTo>
                    <a:pt x="9034" y="49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9EDCDE64-5EAE-D931-9C29-0E39A378A92D}"/>
                </a:ext>
              </a:extLst>
            </p:cNvPr>
            <p:cNvSpPr/>
            <p:nvPr/>
          </p:nvSpPr>
          <p:spPr>
            <a:xfrm>
              <a:off x="2747126" y="2029498"/>
              <a:ext cx="10096" cy="30214"/>
            </a:xfrm>
            <a:custGeom>
              <a:avLst/>
              <a:gdLst>
                <a:gd name="csX0" fmla="*/ 6976 w 10096"/>
                <a:gd name="csY0" fmla="*/ 4946 h 30214"/>
                <a:gd name="csX1" fmla="*/ 2652 w 10096"/>
                <a:gd name="csY1" fmla="*/ 190 h 30214"/>
                <a:gd name="csX2" fmla="*/ 55 w 10096"/>
                <a:gd name="csY2" fmla="*/ 2673 h 30214"/>
                <a:gd name="csX3" fmla="*/ 3732 w 10096"/>
                <a:gd name="csY3" fmla="*/ 25387 h 30214"/>
                <a:gd name="csX4" fmla="*/ 7199 w 10096"/>
                <a:gd name="csY4" fmla="*/ 30035 h 30214"/>
                <a:gd name="csX5" fmla="*/ 10012 w 10096"/>
                <a:gd name="csY5" fmla="*/ 20085 h 30214"/>
                <a:gd name="csX6" fmla="*/ 7091 w 10096"/>
                <a:gd name="csY6" fmla="*/ 4946 h 30214"/>
                <a:gd name="csX7" fmla="*/ 6976 w 10096"/>
                <a:gd name="csY7" fmla="*/ 4946 h 30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96" h="30214">
                  <a:moveTo>
                    <a:pt x="6976" y="4946"/>
                  </a:moveTo>
                  <a:cubicBezTo>
                    <a:pt x="6113" y="1485"/>
                    <a:pt x="3300" y="622"/>
                    <a:pt x="2652" y="190"/>
                  </a:cubicBezTo>
                  <a:cubicBezTo>
                    <a:pt x="918" y="-464"/>
                    <a:pt x="-275" y="622"/>
                    <a:pt x="55" y="2673"/>
                  </a:cubicBezTo>
                  <a:lnTo>
                    <a:pt x="3732" y="25387"/>
                  </a:lnTo>
                  <a:cubicBezTo>
                    <a:pt x="4055" y="27330"/>
                    <a:pt x="5573" y="29495"/>
                    <a:pt x="7199" y="30035"/>
                  </a:cubicBezTo>
                  <a:cubicBezTo>
                    <a:pt x="11415" y="31546"/>
                    <a:pt x="9688" y="23113"/>
                    <a:pt x="10012" y="20085"/>
                  </a:cubicBezTo>
                  <a:cubicBezTo>
                    <a:pt x="10012" y="15328"/>
                    <a:pt x="8602" y="11004"/>
                    <a:pt x="7091" y="4946"/>
                  </a:cubicBezTo>
                  <a:lnTo>
                    <a:pt x="6976" y="4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92D2CF-B566-505E-8AE0-10FA2BD65ECF}"/>
                </a:ext>
              </a:extLst>
            </p:cNvPr>
            <p:cNvSpPr/>
            <p:nvPr/>
          </p:nvSpPr>
          <p:spPr>
            <a:xfrm>
              <a:off x="2643981" y="2166009"/>
              <a:ext cx="22973" cy="16417"/>
            </a:xfrm>
            <a:custGeom>
              <a:avLst/>
              <a:gdLst>
                <a:gd name="csX0" fmla="*/ 2216 w 22973"/>
                <a:gd name="csY0" fmla="*/ 16149 h 16417"/>
                <a:gd name="csX1" fmla="*/ 22345 w 22973"/>
                <a:gd name="csY1" fmla="*/ 3715 h 16417"/>
                <a:gd name="csX2" fmla="*/ 16503 w 22973"/>
                <a:gd name="csY2" fmla="*/ 363 h 16417"/>
                <a:gd name="csX3" fmla="*/ 1238 w 22973"/>
                <a:gd name="csY3" fmla="*/ 9767 h 16417"/>
                <a:gd name="csX4" fmla="*/ 2216 w 22973"/>
                <a:gd name="csY4" fmla="*/ 16149 h 16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973" h="16417">
                  <a:moveTo>
                    <a:pt x="2216" y="16149"/>
                  </a:moveTo>
                  <a:cubicBezTo>
                    <a:pt x="20828" y="8255"/>
                    <a:pt x="24726" y="7824"/>
                    <a:pt x="22345" y="3715"/>
                  </a:cubicBezTo>
                  <a:cubicBezTo>
                    <a:pt x="21805" y="3068"/>
                    <a:pt x="20396" y="-1263"/>
                    <a:pt x="16503" y="363"/>
                  </a:cubicBezTo>
                  <a:cubicBezTo>
                    <a:pt x="5352" y="5011"/>
                    <a:pt x="2539" y="5335"/>
                    <a:pt x="1238" y="9767"/>
                  </a:cubicBezTo>
                  <a:cubicBezTo>
                    <a:pt x="1238" y="9767"/>
                    <a:pt x="-2115" y="17990"/>
                    <a:pt x="2216" y="16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E72F81A-F170-7510-A392-47E706C5AD2D}"/>
                </a:ext>
              </a:extLst>
            </p:cNvPr>
            <p:cNvSpPr/>
            <p:nvPr/>
          </p:nvSpPr>
          <p:spPr>
            <a:xfrm>
              <a:off x="2751701" y="2068239"/>
              <a:ext cx="6954" cy="20422"/>
            </a:xfrm>
            <a:custGeom>
              <a:avLst/>
              <a:gdLst>
                <a:gd name="csX0" fmla="*/ 4027 w 6954"/>
                <a:gd name="csY0" fmla="*/ 1022 h 20422"/>
                <a:gd name="csX1" fmla="*/ 3055 w 6954"/>
                <a:gd name="csY1" fmla="*/ 483 h 20422"/>
                <a:gd name="csX2" fmla="*/ 134 w 6954"/>
                <a:gd name="csY2" fmla="*/ 17894 h 20422"/>
                <a:gd name="csX3" fmla="*/ 3271 w 6954"/>
                <a:gd name="csY3" fmla="*/ 20168 h 20422"/>
                <a:gd name="csX4" fmla="*/ 3595 w 6954"/>
                <a:gd name="csY4" fmla="*/ 20168 h 20422"/>
                <a:gd name="csX5" fmla="*/ 6954 w 6954"/>
                <a:gd name="csY5" fmla="*/ 6433 h 20422"/>
                <a:gd name="csX6" fmla="*/ 4027 w 6954"/>
                <a:gd name="csY6" fmla="*/ 1022 h 20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954" h="20422">
                  <a:moveTo>
                    <a:pt x="4027" y="1022"/>
                  </a:moveTo>
                  <a:lnTo>
                    <a:pt x="3055" y="483"/>
                  </a:lnTo>
                  <a:cubicBezTo>
                    <a:pt x="-952" y="-1892"/>
                    <a:pt x="134" y="4591"/>
                    <a:pt x="134" y="17894"/>
                  </a:cubicBezTo>
                  <a:cubicBezTo>
                    <a:pt x="134" y="19952"/>
                    <a:pt x="1538" y="20923"/>
                    <a:pt x="3271" y="20168"/>
                  </a:cubicBezTo>
                  <a:lnTo>
                    <a:pt x="3595" y="20168"/>
                  </a:lnTo>
                  <a:cubicBezTo>
                    <a:pt x="8357" y="17894"/>
                    <a:pt x="6408" y="10865"/>
                    <a:pt x="6954" y="6433"/>
                  </a:cubicBezTo>
                  <a:cubicBezTo>
                    <a:pt x="6954" y="4375"/>
                    <a:pt x="5652" y="2000"/>
                    <a:pt x="4027" y="10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29F7B9E-09A9-B751-F985-C5E5FFBDCA12}"/>
                </a:ext>
              </a:extLst>
            </p:cNvPr>
            <p:cNvSpPr/>
            <p:nvPr/>
          </p:nvSpPr>
          <p:spPr>
            <a:xfrm>
              <a:off x="2631826" y="2072519"/>
              <a:ext cx="40500" cy="51131"/>
            </a:xfrm>
            <a:custGeom>
              <a:avLst/>
              <a:gdLst>
                <a:gd name="csX0" fmla="*/ 39371 w 40500"/>
                <a:gd name="csY0" fmla="*/ 16967 h 51131"/>
                <a:gd name="csX1" fmla="*/ 36342 w 40500"/>
                <a:gd name="csY1" fmla="*/ 10693 h 51131"/>
                <a:gd name="csX2" fmla="*/ 32983 w 40500"/>
                <a:gd name="csY2" fmla="*/ 95 h 51131"/>
                <a:gd name="csX3" fmla="*/ 27573 w 40500"/>
                <a:gd name="csY3" fmla="*/ 4311 h 51131"/>
                <a:gd name="csX4" fmla="*/ 20213 w 40500"/>
                <a:gd name="csY4" fmla="*/ 15671 h 51131"/>
                <a:gd name="csX5" fmla="*/ 1487 w 40500"/>
                <a:gd name="csY5" fmla="*/ 25615 h 51131"/>
                <a:gd name="csX6" fmla="*/ 20969 w 40500"/>
                <a:gd name="csY6" fmla="*/ 28213 h 51131"/>
                <a:gd name="csX7" fmla="*/ 21401 w 40500"/>
                <a:gd name="csY7" fmla="*/ 28644 h 51131"/>
                <a:gd name="csX8" fmla="*/ 15883 w 40500"/>
                <a:gd name="csY8" fmla="*/ 50488 h 51131"/>
                <a:gd name="csX9" fmla="*/ 22487 w 40500"/>
                <a:gd name="csY9" fmla="*/ 48761 h 51131"/>
                <a:gd name="csX10" fmla="*/ 35040 w 40500"/>
                <a:gd name="csY10" fmla="*/ 27349 h 51131"/>
                <a:gd name="csX11" fmla="*/ 39263 w 40500"/>
                <a:gd name="csY11" fmla="*/ 16859 h 51131"/>
                <a:gd name="csX12" fmla="*/ 39371 w 40500"/>
                <a:gd name="csY12" fmla="*/ 16967 h 51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0500" h="51131">
                  <a:moveTo>
                    <a:pt x="39371" y="16967"/>
                  </a:moveTo>
                  <a:cubicBezTo>
                    <a:pt x="38939" y="16319"/>
                    <a:pt x="36342" y="14478"/>
                    <a:pt x="36342" y="10693"/>
                  </a:cubicBezTo>
                  <a:cubicBezTo>
                    <a:pt x="35904" y="7448"/>
                    <a:pt x="37961" y="-985"/>
                    <a:pt x="32983" y="95"/>
                  </a:cubicBezTo>
                  <a:cubicBezTo>
                    <a:pt x="32983" y="95"/>
                    <a:pt x="29198" y="634"/>
                    <a:pt x="27573" y="4311"/>
                  </a:cubicBezTo>
                  <a:cubicBezTo>
                    <a:pt x="25947" y="7448"/>
                    <a:pt x="24976" y="13614"/>
                    <a:pt x="20213" y="15671"/>
                  </a:cubicBezTo>
                  <a:cubicBezTo>
                    <a:pt x="3113" y="23349"/>
                    <a:pt x="-3167" y="25615"/>
                    <a:pt x="1487" y="25615"/>
                  </a:cubicBezTo>
                  <a:cubicBezTo>
                    <a:pt x="10796" y="26155"/>
                    <a:pt x="16968" y="23888"/>
                    <a:pt x="20969" y="28213"/>
                  </a:cubicBezTo>
                  <a:lnTo>
                    <a:pt x="21401" y="28644"/>
                  </a:lnTo>
                  <a:cubicBezTo>
                    <a:pt x="27033" y="34810"/>
                    <a:pt x="8199" y="48215"/>
                    <a:pt x="15883" y="50488"/>
                  </a:cubicBezTo>
                  <a:cubicBezTo>
                    <a:pt x="16422" y="50488"/>
                    <a:pt x="20321" y="52762"/>
                    <a:pt x="22487" y="48761"/>
                  </a:cubicBezTo>
                  <a:cubicBezTo>
                    <a:pt x="29630" y="35674"/>
                    <a:pt x="31903" y="31026"/>
                    <a:pt x="35040" y="27349"/>
                  </a:cubicBezTo>
                  <a:cubicBezTo>
                    <a:pt x="36774" y="24428"/>
                    <a:pt x="43156" y="20212"/>
                    <a:pt x="39263" y="16859"/>
                  </a:cubicBezTo>
                  <a:lnTo>
                    <a:pt x="39371" y="16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18A869B-340B-3F56-119C-A5D41FD42B48}"/>
                </a:ext>
              </a:extLst>
            </p:cNvPr>
            <p:cNvSpPr/>
            <p:nvPr/>
          </p:nvSpPr>
          <p:spPr>
            <a:xfrm>
              <a:off x="2667441" y="2086755"/>
              <a:ext cx="19517" cy="43242"/>
            </a:xfrm>
            <a:custGeom>
              <a:avLst/>
              <a:gdLst>
                <a:gd name="csX0" fmla="*/ 17287 w 19517"/>
                <a:gd name="csY0" fmla="*/ 20790 h 43242"/>
                <a:gd name="csX1" fmla="*/ 19453 w 19517"/>
                <a:gd name="csY1" fmla="*/ 2623 h 43242"/>
                <a:gd name="csX2" fmla="*/ 16310 w 19517"/>
                <a:gd name="csY2" fmla="*/ 241 h 43242"/>
                <a:gd name="csX3" fmla="*/ 15230 w 19517"/>
                <a:gd name="csY3" fmla="*/ 673 h 43242"/>
                <a:gd name="csX4" fmla="*/ 10144 w 19517"/>
                <a:gd name="csY4" fmla="*/ 12357 h 43242"/>
                <a:gd name="csX5" fmla="*/ 295 w 19517"/>
                <a:gd name="csY5" fmla="*/ 41770 h 43242"/>
                <a:gd name="csX6" fmla="*/ 17395 w 19517"/>
                <a:gd name="csY6" fmla="*/ 20898 h 43242"/>
                <a:gd name="csX7" fmla="*/ 17287 w 19517"/>
                <a:gd name="csY7" fmla="*/ 20790 h 43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517" h="43242">
                  <a:moveTo>
                    <a:pt x="17287" y="20790"/>
                  </a:moveTo>
                  <a:cubicBezTo>
                    <a:pt x="20100" y="17005"/>
                    <a:pt x="19453" y="12357"/>
                    <a:pt x="19453" y="2623"/>
                  </a:cubicBezTo>
                  <a:cubicBezTo>
                    <a:pt x="19453" y="565"/>
                    <a:pt x="18043" y="-514"/>
                    <a:pt x="16310" y="241"/>
                  </a:cubicBezTo>
                  <a:lnTo>
                    <a:pt x="15230" y="673"/>
                  </a:lnTo>
                  <a:cubicBezTo>
                    <a:pt x="10575" y="2623"/>
                    <a:pt x="10144" y="12357"/>
                    <a:pt x="10144" y="12357"/>
                  </a:cubicBezTo>
                  <a:cubicBezTo>
                    <a:pt x="9274" y="17329"/>
                    <a:pt x="7654" y="21222"/>
                    <a:pt x="295" y="41770"/>
                  </a:cubicBezTo>
                  <a:cubicBezTo>
                    <a:pt x="-1871" y="48038"/>
                    <a:pt x="8302" y="33008"/>
                    <a:pt x="17395" y="20898"/>
                  </a:cubicBezTo>
                  <a:lnTo>
                    <a:pt x="17287" y="20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98D9A20D-4B67-8A2A-40C6-D1CFB59DE425}"/>
                </a:ext>
              </a:extLst>
            </p:cNvPr>
            <p:cNvSpPr/>
            <p:nvPr/>
          </p:nvSpPr>
          <p:spPr>
            <a:xfrm>
              <a:off x="2635434" y="2053529"/>
              <a:ext cx="15568" cy="17352"/>
            </a:xfrm>
            <a:custGeom>
              <a:avLst/>
              <a:gdLst>
                <a:gd name="csX0" fmla="*/ 3079 w 15568"/>
                <a:gd name="csY0" fmla="*/ 12710 h 17352"/>
                <a:gd name="csX1" fmla="*/ 10439 w 15568"/>
                <a:gd name="csY1" fmla="*/ 2759 h 17352"/>
                <a:gd name="csX2" fmla="*/ 3403 w 15568"/>
                <a:gd name="csY2" fmla="*/ 486 h 17352"/>
                <a:gd name="csX3" fmla="*/ 44 w 15568"/>
                <a:gd name="csY3" fmla="*/ 8271 h 17352"/>
                <a:gd name="csX4" fmla="*/ 3079 w 15568"/>
                <a:gd name="csY4" fmla="*/ 12710 h 17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568" h="17352">
                  <a:moveTo>
                    <a:pt x="3079" y="12710"/>
                  </a:moveTo>
                  <a:cubicBezTo>
                    <a:pt x="16389" y="16279"/>
                    <a:pt x="19418" y="24819"/>
                    <a:pt x="10439" y="2759"/>
                  </a:cubicBezTo>
                  <a:cubicBezTo>
                    <a:pt x="8705" y="-1565"/>
                    <a:pt x="3943" y="486"/>
                    <a:pt x="3403" y="486"/>
                  </a:cubicBezTo>
                  <a:cubicBezTo>
                    <a:pt x="-1144" y="1356"/>
                    <a:pt x="260" y="7192"/>
                    <a:pt x="44" y="8271"/>
                  </a:cubicBezTo>
                  <a:cubicBezTo>
                    <a:pt x="44" y="10328"/>
                    <a:pt x="1346" y="12278"/>
                    <a:pt x="3079" y="127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AC33E89-C81B-B1CF-DAAA-AC9C3A94BF7A}"/>
                </a:ext>
              </a:extLst>
            </p:cNvPr>
            <p:cNvSpPr/>
            <p:nvPr/>
          </p:nvSpPr>
          <p:spPr>
            <a:xfrm>
              <a:off x="2624455" y="1718503"/>
              <a:ext cx="37338" cy="55604"/>
            </a:xfrm>
            <a:custGeom>
              <a:avLst/>
              <a:gdLst>
                <a:gd name="csX0" fmla="*/ 16757 w 37338"/>
                <a:gd name="csY0" fmla="*/ 54575 h 55604"/>
                <a:gd name="csX1" fmla="*/ 36893 w 37338"/>
                <a:gd name="csY1" fmla="*/ 14240 h 55604"/>
                <a:gd name="csX2" fmla="*/ 29749 w 37338"/>
                <a:gd name="csY2" fmla="*/ 937 h 55604"/>
                <a:gd name="csX3" fmla="*/ 11779 w 37338"/>
                <a:gd name="csY3" fmla="*/ 4721 h 55604"/>
                <a:gd name="csX4" fmla="*/ 311 w 37338"/>
                <a:gd name="csY4" fmla="*/ 34890 h 55604"/>
                <a:gd name="csX5" fmla="*/ 16757 w 37338"/>
                <a:gd name="csY5" fmla="*/ 54575 h 55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7338" h="55604">
                  <a:moveTo>
                    <a:pt x="16757" y="54575"/>
                  </a:moveTo>
                  <a:cubicBezTo>
                    <a:pt x="20333" y="57813"/>
                    <a:pt x="19793" y="55654"/>
                    <a:pt x="36893" y="14240"/>
                  </a:cubicBezTo>
                  <a:cubicBezTo>
                    <a:pt x="39059" y="9045"/>
                    <a:pt x="32779" y="5369"/>
                    <a:pt x="29749" y="937"/>
                  </a:cubicBezTo>
                  <a:cubicBezTo>
                    <a:pt x="26828" y="-2524"/>
                    <a:pt x="11779" y="4721"/>
                    <a:pt x="11779" y="4721"/>
                  </a:cubicBezTo>
                  <a:cubicBezTo>
                    <a:pt x="7347" y="6556"/>
                    <a:pt x="7124" y="11103"/>
                    <a:pt x="311" y="34890"/>
                  </a:cubicBezTo>
                  <a:cubicBezTo>
                    <a:pt x="-1099" y="39538"/>
                    <a:pt x="1930" y="40840"/>
                    <a:pt x="16757" y="54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998402C9-02F4-F3D2-EF30-11614BF50D0C}"/>
                </a:ext>
              </a:extLst>
            </p:cNvPr>
            <p:cNvSpPr/>
            <p:nvPr/>
          </p:nvSpPr>
          <p:spPr>
            <a:xfrm>
              <a:off x="2624545" y="1874726"/>
              <a:ext cx="13425" cy="14543"/>
            </a:xfrm>
            <a:custGeom>
              <a:avLst/>
              <a:gdLst>
                <a:gd name="csX0" fmla="*/ 11263 w 13425"/>
                <a:gd name="csY0" fmla="*/ 11356 h 14543"/>
                <a:gd name="csX1" fmla="*/ 11911 w 13425"/>
                <a:gd name="csY1" fmla="*/ 2054 h 14543"/>
                <a:gd name="csX2" fmla="*/ 2278 w 13425"/>
                <a:gd name="csY2" fmla="*/ 2917 h 14543"/>
                <a:gd name="csX3" fmla="*/ 1084 w 13425"/>
                <a:gd name="csY3" fmla="*/ 12220 h 14543"/>
                <a:gd name="csX4" fmla="*/ 11263 w 13425"/>
                <a:gd name="csY4" fmla="*/ 11356 h 14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5" h="14543">
                  <a:moveTo>
                    <a:pt x="11263" y="11356"/>
                  </a:moveTo>
                  <a:cubicBezTo>
                    <a:pt x="15588" y="9299"/>
                    <a:pt x="12127" y="3457"/>
                    <a:pt x="11911" y="2054"/>
                  </a:cubicBezTo>
                  <a:cubicBezTo>
                    <a:pt x="10393" y="-3026"/>
                    <a:pt x="2278" y="2917"/>
                    <a:pt x="2278" y="2917"/>
                  </a:cubicBezTo>
                  <a:cubicBezTo>
                    <a:pt x="-1945" y="5083"/>
                    <a:pt x="976" y="10810"/>
                    <a:pt x="1084" y="12220"/>
                  </a:cubicBezTo>
                  <a:cubicBezTo>
                    <a:pt x="2386" y="17516"/>
                    <a:pt x="8228" y="12220"/>
                    <a:pt x="11263" y="1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7B5A570-5819-6A07-815C-1B40D2D1815A}"/>
                </a:ext>
              </a:extLst>
            </p:cNvPr>
            <p:cNvSpPr/>
            <p:nvPr/>
          </p:nvSpPr>
          <p:spPr>
            <a:xfrm>
              <a:off x="2610226" y="1899342"/>
              <a:ext cx="13623" cy="14821"/>
            </a:xfrm>
            <a:custGeom>
              <a:avLst/>
              <a:gdLst>
                <a:gd name="csX0" fmla="*/ 10532 w 13623"/>
                <a:gd name="csY0" fmla="*/ 11068 h 14821"/>
                <a:gd name="csX1" fmla="*/ 13568 w 13623"/>
                <a:gd name="csY1" fmla="*/ 2959 h 14821"/>
                <a:gd name="csX2" fmla="*/ 3389 w 13623"/>
                <a:gd name="csY2" fmla="*/ 1333 h 14821"/>
                <a:gd name="csX3" fmla="*/ 36 w 13623"/>
                <a:gd name="csY3" fmla="*/ 12363 h 14821"/>
                <a:gd name="csX4" fmla="*/ 10425 w 13623"/>
                <a:gd name="csY4" fmla="*/ 11068 h 14821"/>
                <a:gd name="csX5" fmla="*/ 10532 w 13623"/>
                <a:gd name="csY5" fmla="*/ 11068 h 1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3" h="14821">
                  <a:moveTo>
                    <a:pt x="10532" y="11068"/>
                  </a:moveTo>
                  <a:cubicBezTo>
                    <a:pt x="14539" y="9124"/>
                    <a:pt x="13460" y="3930"/>
                    <a:pt x="13568" y="2959"/>
                  </a:cubicBezTo>
                  <a:cubicBezTo>
                    <a:pt x="13568" y="-2560"/>
                    <a:pt x="3389" y="1333"/>
                    <a:pt x="3389" y="1333"/>
                  </a:cubicBezTo>
                  <a:cubicBezTo>
                    <a:pt x="-1482" y="2311"/>
                    <a:pt x="468" y="9232"/>
                    <a:pt x="36" y="12363"/>
                  </a:cubicBezTo>
                  <a:cubicBezTo>
                    <a:pt x="36" y="18097"/>
                    <a:pt x="6856" y="12147"/>
                    <a:pt x="10425" y="11068"/>
                  </a:cubicBezTo>
                  <a:lnTo>
                    <a:pt x="10532" y="110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7FAEC951-79D3-4AAA-7FF3-50FD40E6F505}"/>
                </a:ext>
              </a:extLst>
            </p:cNvPr>
            <p:cNvSpPr/>
            <p:nvPr/>
          </p:nvSpPr>
          <p:spPr>
            <a:xfrm>
              <a:off x="2633571" y="2017850"/>
              <a:ext cx="12836" cy="16656"/>
            </a:xfrm>
            <a:custGeom>
              <a:avLst/>
              <a:gdLst>
                <a:gd name="csX0" fmla="*/ 11432 w 12836"/>
                <a:gd name="csY0" fmla="*/ 1564 h 16656"/>
                <a:gd name="csX1" fmla="*/ 1799 w 12836"/>
                <a:gd name="csY1" fmla="*/ 5780 h 16656"/>
                <a:gd name="csX2" fmla="*/ 935 w 12836"/>
                <a:gd name="csY2" fmla="*/ 14645 h 16656"/>
                <a:gd name="csX3" fmla="*/ 11108 w 12836"/>
                <a:gd name="csY3" fmla="*/ 10644 h 16656"/>
                <a:gd name="csX4" fmla="*/ 11432 w 12836"/>
                <a:gd name="csY4" fmla="*/ 1672 h 16656"/>
                <a:gd name="csX5" fmla="*/ 11432 w 12836"/>
                <a:gd name="csY5" fmla="*/ 1564 h 16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36" h="16656">
                  <a:moveTo>
                    <a:pt x="11432" y="1564"/>
                  </a:moveTo>
                  <a:cubicBezTo>
                    <a:pt x="9698" y="-3631"/>
                    <a:pt x="1799" y="5780"/>
                    <a:pt x="1799" y="5780"/>
                  </a:cubicBezTo>
                  <a:cubicBezTo>
                    <a:pt x="-1662" y="8809"/>
                    <a:pt x="935" y="13781"/>
                    <a:pt x="935" y="14645"/>
                  </a:cubicBezTo>
                  <a:cubicBezTo>
                    <a:pt x="2447" y="20163"/>
                    <a:pt x="7641" y="12810"/>
                    <a:pt x="11108" y="10644"/>
                  </a:cubicBezTo>
                  <a:cubicBezTo>
                    <a:pt x="14677" y="7730"/>
                    <a:pt x="11648" y="2751"/>
                    <a:pt x="11432" y="1672"/>
                  </a:cubicBezTo>
                  <a:lnTo>
                    <a:pt x="11432" y="15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70FB1D6-AA47-159C-74CA-E7D525BD6AEA}"/>
                </a:ext>
              </a:extLst>
            </p:cNvPr>
            <p:cNvSpPr/>
            <p:nvPr/>
          </p:nvSpPr>
          <p:spPr>
            <a:xfrm>
              <a:off x="2703108" y="1700665"/>
              <a:ext cx="18673" cy="9103"/>
            </a:xfrm>
            <a:custGeom>
              <a:avLst/>
              <a:gdLst>
                <a:gd name="csX0" fmla="*/ 6189 w 18673"/>
                <a:gd name="csY0" fmla="*/ 499 h 9103"/>
                <a:gd name="csX1" fmla="*/ 1096 w 18673"/>
                <a:gd name="csY1" fmla="*/ 5795 h 9103"/>
                <a:gd name="csX2" fmla="*/ 10843 w 18673"/>
                <a:gd name="csY2" fmla="*/ 8932 h 9103"/>
                <a:gd name="csX3" fmla="*/ 17549 w 18673"/>
                <a:gd name="csY3" fmla="*/ 4824 h 9103"/>
                <a:gd name="csX4" fmla="*/ 6189 w 18673"/>
                <a:gd name="csY4" fmla="*/ 499 h 9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673" h="9103">
                  <a:moveTo>
                    <a:pt x="6189" y="499"/>
                  </a:moveTo>
                  <a:cubicBezTo>
                    <a:pt x="6189" y="499"/>
                    <a:pt x="-3120" y="3204"/>
                    <a:pt x="1096" y="5795"/>
                  </a:cubicBezTo>
                  <a:cubicBezTo>
                    <a:pt x="2398" y="6449"/>
                    <a:pt x="6297" y="9904"/>
                    <a:pt x="10843" y="8932"/>
                  </a:cubicBezTo>
                  <a:cubicBezTo>
                    <a:pt x="12894" y="8176"/>
                    <a:pt x="21771" y="7744"/>
                    <a:pt x="17549" y="4824"/>
                  </a:cubicBezTo>
                  <a:cubicBezTo>
                    <a:pt x="14628" y="3312"/>
                    <a:pt x="10729" y="-1558"/>
                    <a:pt x="6189" y="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782A77-961C-07F9-B9A5-735B4C991275}"/>
                </a:ext>
              </a:extLst>
            </p:cNvPr>
            <p:cNvSpPr/>
            <p:nvPr/>
          </p:nvSpPr>
          <p:spPr>
            <a:xfrm>
              <a:off x="2706720" y="1614866"/>
              <a:ext cx="22183" cy="13051"/>
            </a:xfrm>
            <a:custGeom>
              <a:avLst/>
              <a:gdLst>
                <a:gd name="csX0" fmla="*/ 8965 w 22183"/>
                <a:gd name="csY0" fmla="*/ 12766 h 13051"/>
                <a:gd name="csX1" fmla="*/ 21411 w 22183"/>
                <a:gd name="csY1" fmla="*/ 4764 h 13051"/>
                <a:gd name="csX2" fmla="*/ 13727 w 22183"/>
                <a:gd name="csY2" fmla="*/ 218 h 13051"/>
                <a:gd name="csX3" fmla="*/ 525 w 22183"/>
                <a:gd name="csY3" fmla="*/ 7571 h 13051"/>
                <a:gd name="csX4" fmla="*/ 8965 w 22183"/>
                <a:gd name="csY4" fmla="*/ 12766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183" h="13051">
                  <a:moveTo>
                    <a:pt x="8965" y="12766"/>
                  </a:moveTo>
                  <a:cubicBezTo>
                    <a:pt x="15353" y="9737"/>
                    <a:pt x="24986" y="9305"/>
                    <a:pt x="21411" y="4764"/>
                  </a:cubicBezTo>
                  <a:cubicBezTo>
                    <a:pt x="20223" y="3787"/>
                    <a:pt x="18166" y="-1078"/>
                    <a:pt x="13727" y="218"/>
                  </a:cubicBezTo>
                  <a:cubicBezTo>
                    <a:pt x="13727" y="218"/>
                    <a:pt x="-3158" y="3031"/>
                    <a:pt x="525" y="7571"/>
                  </a:cubicBezTo>
                  <a:cubicBezTo>
                    <a:pt x="1713" y="8657"/>
                    <a:pt x="4526" y="14385"/>
                    <a:pt x="8965" y="12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D89639FD-9C76-3865-57B7-B7F202B316EB}"/>
                </a:ext>
              </a:extLst>
            </p:cNvPr>
            <p:cNvSpPr/>
            <p:nvPr/>
          </p:nvSpPr>
          <p:spPr>
            <a:xfrm>
              <a:off x="2689182" y="1650175"/>
              <a:ext cx="39734" cy="27124"/>
            </a:xfrm>
            <a:custGeom>
              <a:avLst/>
              <a:gdLst>
                <a:gd name="csX0" fmla="*/ 33971 w 39734"/>
                <a:gd name="csY0" fmla="*/ 7733 h 27124"/>
                <a:gd name="csX1" fmla="*/ 3446 w 39734"/>
                <a:gd name="csY1" fmla="*/ 56 h 27124"/>
                <a:gd name="csX2" fmla="*/ 93 w 39734"/>
                <a:gd name="csY2" fmla="*/ 6438 h 27124"/>
                <a:gd name="csX3" fmla="*/ 25525 w 39734"/>
                <a:gd name="csY3" fmla="*/ 26440 h 27124"/>
                <a:gd name="csX4" fmla="*/ 38625 w 39734"/>
                <a:gd name="csY4" fmla="*/ 18439 h 27124"/>
                <a:gd name="csX5" fmla="*/ 33971 w 39734"/>
                <a:gd name="csY5" fmla="*/ 7625 h 27124"/>
                <a:gd name="csX6" fmla="*/ 33971 w 39734"/>
                <a:gd name="csY6" fmla="*/ 7733 h 27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734" h="27124">
                  <a:moveTo>
                    <a:pt x="33971" y="7733"/>
                  </a:moveTo>
                  <a:cubicBezTo>
                    <a:pt x="30942" y="4164"/>
                    <a:pt x="29316" y="4596"/>
                    <a:pt x="3446" y="56"/>
                  </a:cubicBezTo>
                  <a:cubicBezTo>
                    <a:pt x="-878" y="-700"/>
                    <a:pt x="93" y="6438"/>
                    <a:pt x="93" y="6438"/>
                  </a:cubicBezTo>
                  <a:cubicBezTo>
                    <a:pt x="93" y="11302"/>
                    <a:pt x="2583" y="11734"/>
                    <a:pt x="25525" y="26440"/>
                  </a:cubicBezTo>
                  <a:cubicBezTo>
                    <a:pt x="30072" y="29361"/>
                    <a:pt x="33755" y="22224"/>
                    <a:pt x="38625" y="18439"/>
                  </a:cubicBezTo>
                  <a:cubicBezTo>
                    <a:pt x="42302" y="14871"/>
                    <a:pt x="35812" y="10438"/>
                    <a:pt x="33971" y="7625"/>
                  </a:cubicBezTo>
                  <a:lnTo>
                    <a:pt x="33971" y="77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8693D9EC-5BC8-A199-39C0-26AAC7B0869A}"/>
                </a:ext>
              </a:extLst>
            </p:cNvPr>
            <p:cNvSpPr/>
            <p:nvPr/>
          </p:nvSpPr>
          <p:spPr>
            <a:xfrm>
              <a:off x="2730296" y="1636604"/>
              <a:ext cx="32537" cy="23771"/>
            </a:xfrm>
            <a:custGeom>
              <a:avLst/>
              <a:gdLst>
                <a:gd name="csX0" fmla="*/ 14395 w 32537"/>
                <a:gd name="csY0" fmla="*/ 1626 h 23771"/>
                <a:gd name="csX1" fmla="*/ 0 w 32537"/>
                <a:gd name="csY1" fmla="*/ 0 h 23771"/>
                <a:gd name="csX2" fmla="*/ 0 w 32537"/>
                <a:gd name="csY2" fmla="*/ 4216 h 23771"/>
                <a:gd name="csX3" fmla="*/ 18618 w 32537"/>
                <a:gd name="csY3" fmla="*/ 22708 h 23771"/>
                <a:gd name="csX4" fmla="*/ 31064 w 32537"/>
                <a:gd name="csY4" fmla="*/ 19469 h 23771"/>
                <a:gd name="csX5" fmla="*/ 20238 w 32537"/>
                <a:gd name="csY5" fmla="*/ 4432 h 23771"/>
                <a:gd name="csX6" fmla="*/ 14395 w 32537"/>
                <a:gd name="csY6" fmla="*/ 1626 h 237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537" h="23771">
                  <a:moveTo>
                    <a:pt x="14395" y="1626"/>
                  </a:moveTo>
                  <a:cubicBezTo>
                    <a:pt x="14395" y="1626"/>
                    <a:pt x="324" y="0"/>
                    <a:pt x="0" y="0"/>
                  </a:cubicBezTo>
                  <a:lnTo>
                    <a:pt x="0" y="4216"/>
                  </a:lnTo>
                  <a:cubicBezTo>
                    <a:pt x="0" y="9087"/>
                    <a:pt x="3245" y="10490"/>
                    <a:pt x="18618" y="22708"/>
                  </a:cubicBezTo>
                  <a:cubicBezTo>
                    <a:pt x="22727" y="25952"/>
                    <a:pt x="27381" y="20872"/>
                    <a:pt x="31064" y="19469"/>
                  </a:cubicBezTo>
                  <a:cubicBezTo>
                    <a:pt x="35065" y="17196"/>
                    <a:pt x="30740" y="14491"/>
                    <a:pt x="20238" y="4432"/>
                  </a:cubicBezTo>
                  <a:cubicBezTo>
                    <a:pt x="18834" y="3137"/>
                    <a:pt x="16237" y="1842"/>
                    <a:pt x="14395" y="16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A8E20DD7-8EB8-8AB8-0958-358B3F5C820E}"/>
                </a:ext>
              </a:extLst>
            </p:cNvPr>
            <p:cNvSpPr/>
            <p:nvPr/>
          </p:nvSpPr>
          <p:spPr>
            <a:xfrm>
              <a:off x="2835338" y="1696016"/>
              <a:ext cx="27172" cy="16098"/>
            </a:xfrm>
            <a:custGeom>
              <a:avLst/>
              <a:gdLst>
                <a:gd name="csX0" fmla="*/ 18892 w 27172"/>
                <a:gd name="csY0" fmla="*/ 3745 h 16098"/>
                <a:gd name="csX1" fmla="*/ 10878 w 27172"/>
                <a:gd name="csY1" fmla="*/ 2659 h 16098"/>
                <a:gd name="csX2" fmla="*/ 58 w 27172"/>
                <a:gd name="csY2" fmla="*/ 2443 h 16098"/>
                <a:gd name="csX3" fmla="*/ 4274 w 27172"/>
                <a:gd name="csY3" fmla="*/ 10552 h 16098"/>
                <a:gd name="csX4" fmla="*/ 20295 w 27172"/>
                <a:gd name="csY4" fmla="*/ 15099 h 16098"/>
                <a:gd name="csX5" fmla="*/ 26035 w 27172"/>
                <a:gd name="csY5" fmla="*/ 6875 h 16098"/>
                <a:gd name="csX6" fmla="*/ 18892 w 27172"/>
                <a:gd name="csY6" fmla="*/ 3745 h 1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172" h="16098">
                  <a:moveTo>
                    <a:pt x="18892" y="3745"/>
                  </a:moveTo>
                  <a:cubicBezTo>
                    <a:pt x="15856" y="3745"/>
                    <a:pt x="13259" y="3415"/>
                    <a:pt x="10878" y="2659"/>
                  </a:cubicBezTo>
                  <a:cubicBezTo>
                    <a:pt x="10878" y="2659"/>
                    <a:pt x="-920" y="-3177"/>
                    <a:pt x="58" y="2443"/>
                  </a:cubicBezTo>
                  <a:cubicBezTo>
                    <a:pt x="381" y="3306"/>
                    <a:pt x="273" y="8609"/>
                    <a:pt x="4274" y="10552"/>
                  </a:cubicBezTo>
                  <a:cubicBezTo>
                    <a:pt x="13799" y="15206"/>
                    <a:pt x="16726" y="17581"/>
                    <a:pt x="20295" y="15099"/>
                  </a:cubicBezTo>
                  <a:cubicBezTo>
                    <a:pt x="22352" y="13041"/>
                    <a:pt x="30036" y="10120"/>
                    <a:pt x="26035" y="6875"/>
                  </a:cubicBezTo>
                  <a:cubicBezTo>
                    <a:pt x="25489" y="6551"/>
                    <a:pt x="22892" y="3745"/>
                    <a:pt x="18892" y="37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9B6DCB09-F900-27A3-5E71-3C9B0A6CE23D}"/>
                </a:ext>
              </a:extLst>
            </p:cNvPr>
            <p:cNvSpPr/>
            <p:nvPr/>
          </p:nvSpPr>
          <p:spPr>
            <a:xfrm>
              <a:off x="1782861" y="845591"/>
              <a:ext cx="240706" cy="233500"/>
            </a:xfrm>
            <a:custGeom>
              <a:avLst/>
              <a:gdLst>
                <a:gd name="csX0" fmla="*/ 238922 w 240706"/>
                <a:gd name="csY0" fmla="*/ 141218 h 233500"/>
                <a:gd name="csX1" fmla="*/ 234375 w 240706"/>
                <a:gd name="csY1" fmla="*/ 116021 h 233500"/>
                <a:gd name="csX2" fmla="*/ 232318 w 240706"/>
                <a:gd name="csY2" fmla="*/ 109747 h 233500"/>
                <a:gd name="csX3" fmla="*/ 212728 w 240706"/>
                <a:gd name="csY3" fmla="*/ 121101 h 233500"/>
                <a:gd name="csX4" fmla="*/ 207966 w 240706"/>
                <a:gd name="csY4" fmla="*/ 120129 h 233500"/>
                <a:gd name="csX5" fmla="*/ 209591 w 240706"/>
                <a:gd name="csY5" fmla="*/ 111589 h 233500"/>
                <a:gd name="csX6" fmla="*/ 203965 w 240706"/>
                <a:gd name="csY6" fmla="*/ 97746 h 233500"/>
                <a:gd name="csX7" fmla="*/ 204181 w 240706"/>
                <a:gd name="csY7" fmla="*/ 96666 h 233500"/>
                <a:gd name="csX8" fmla="*/ 198225 w 240706"/>
                <a:gd name="csY8" fmla="*/ 87687 h 233500"/>
                <a:gd name="csX9" fmla="*/ 178635 w 240706"/>
                <a:gd name="csY9" fmla="*/ 84766 h 233500"/>
                <a:gd name="csX10" fmla="*/ 160125 w 240706"/>
                <a:gd name="csY10" fmla="*/ 90500 h 233500"/>
                <a:gd name="csX11" fmla="*/ 159585 w 240706"/>
                <a:gd name="csY11" fmla="*/ 89421 h 233500"/>
                <a:gd name="csX12" fmla="*/ 182750 w 240706"/>
                <a:gd name="csY12" fmla="*/ 61843 h 233500"/>
                <a:gd name="csX13" fmla="*/ 204397 w 240706"/>
                <a:gd name="csY13" fmla="*/ 55029 h 233500"/>
                <a:gd name="csX14" fmla="*/ 206562 w 240706"/>
                <a:gd name="csY14" fmla="*/ 48438 h 233500"/>
                <a:gd name="csX15" fmla="*/ 192815 w 240706"/>
                <a:gd name="csY15" fmla="*/ 46596 h 233500"/>
                <a:gd name="csX16" fmla="*/ 192167 w 240706"/>
                <a:gd name="csY16" fmla="*/ 39675 h 233500"/>
                <a:gd name="csX17" fmla="*/ 208397 w 240706"/>
                <a:gd name="csY17" fmla="*/ 33509 h 233500"/>
                <a:gd name="csX18" fmla="*/ 214138 w 240706"/>
                <a:gd name="csY18" fmla="*/ 26264 h 233500"/>
                <a:gd name="csX19" fmla="*/ 207426 w 240706"/>
                <a:gd name="csY19" fmla="*/ 8858 h 233500"/>
                <a:gd name="csX20" fmla="*/ 202987 w 240706"/>
                <a:gd name="csY20" fmla="*/ 8211 h 233500"/>
                <a:gd name="csX21" fmla="*/ 201692 w 240706"/>
                <a:gd name="csY21" fmla="*/ 9614 h 233500"/>
                <a:gd name="csX22" fmla="*/ 185779 w 240706"/>
                <a:gd name="csY22" fmla="*/ 8750 h 233500"/>
                <a:gd name="csX23" fmla="*/ 175930 w 240706"/>
                <a:gd name="csY23" fmla="*/ 13830 h 233500"/>
                <a:gd name="csX24" fmla="*/ 134147 w 240706"/>
                <a:gd name="csY24" fmla="*/ 25292 h 233500"/>
                <a:gd name="csX25" fmla="*/ 112830 w 240706"/>
                <a:gd name="csY25" fmla="*/ 12211 h 233500"/>
                <a:gd name="csX26" fmla="*/ 109255 w 240706"/>
                <a:gd name="csY26" fmla="*/ 3340 h 233500"/>
                <a:gd name="csX27" fmla="*/ 93564 w 240706"/>
                <a:gd name="csY27" fmla="*/ 2261 h 233500"/>
                <a:gd name="csX28" fmla="*/ 93996 w 240706"/>
                <a:gd name="csY28" fmla="*/ 7557 h 233500"/>
                <a:gd name="csX29" fmla="*/ 102543 w 240706"/>
                <a:gd name="csY29" fmla="*/ 11665 h 233500"/>
                <a:gd name="csX30" fmla="*/ 101787 w 240706"/>
                <a:gd name="csY30" fmla="*/ 19672 h 233500"/>
                <a:gd name="csX31" fmla="*/ 85442 w 240706"/>
                <a:gd name="csY31" fmla="*/ 14154 h 233500"/>
                <a:gd name="csX32" fmla="*/ 66824 w 240706"/>
                <a:gd name="csY32" fmla="*/ 14910 h 233500"/>
                <a:gd name="csX33" fmla="*/ 60011 w 240706"/>
                <a:gd name="csY33" fmla="*/ 22701 h 233500"/>
                <a:gd name="csX34" fmla="*/ 66069 w 240706"/>
                <a:gd name="csY34" fmla="*/ 26156 h 233500"/>
                <a:gd name="csX35" fmla="*/ 79169 w 240706"/>
                <a:gd name="csY35" fmla="*/ 33401 h 233500"/>
                <a:gd name="csX36" fmla="*/ 78083 w 240706"/>
                <a:gd name="csY36" fmla="*/ 43999 h 233500"/>
                <a:gd name="csX37" fmla="*/ 67802 w 240706"/>
                <a:gd name="csY37" fmla="*/ 38163 h 233500"/>
                <a:gd name="csX38" fmla="*/ 57845 w 240706"/>
                <a:gd name="csY38" fmla="*/ 35458 h 233500"/>
                <a:gd name="csX39" fmla="*/ 45399 w 240706"/>
                <a:gd name="csY39" fmla="*/ 42272 h 233500"/>
                <a:gd name="csX40" fmla="*/ 62500 w 240706"/>
                <a:gd name="csY40" fmla="*/ 62059 h 233500"/>
                <a:gd name="csX41" fmla="*/ 83061 w 240706"/>
                <a:gd name="csY41" fmla="*/ 60008 h 233500"/>
                <a:gd name="csX42" fmla="*/ 79492 w 240706"/>
                <a:gd name="csY42" fmla="*/ 70498 h 233500"/>
                <a:gd name="csX43" fmla="*/ 82521 w 240706"/>
                <a:gd name="csY43" fmla="*/ 78715 h 233500"/>
                <a:gd name="csX44" fmla="*/ 92478 w 240706"/>
                <a:gd name="csY44" fmla="*/ 80010 h 233500"/>
                <a:gd name="csX45" fmla="*/ 98434 w 240706"/>
                <a:gd name="csY45" fmla="*/ 89205 h 233500"/>
                <a:gd name="csX46" fmla="*/ 97780 w 240706"/>
                <a:gd name="csY46" fmla="*/ 94825 h 233500"/>
                <a:gd name="csX47" fmla="*/ 91075 w 240706"/>
                <a:gd name="csY47" fmla="*/ 96558 h 233500"/>
                <a:gd name="csX48" fmla="*/ 87500 w 240706"/>
                <a:gd name="csY48" fmla="*/ 97961 h 233500"/>
                <a:gd name="csX49" fmla="*/ 88586 w 240706"/>
                <a:gd name="csY49" fmla="*/ 101530 h 233500"/>
                <a:gd name="csX50" fmla="*/ 86852 w 240706"/>
                <a:gd name="csY50" fmla="*/ 107480 h 233500"/>
                <a:gd name="csX51" fmla="*/ 81442 w 240706"/>
                <a:gd name="csY51" fmla="*/ 106826 h 233500"/>
                <a:gd name="csX52" fmla="*/ 76025 w 240706"/>
                <a:gd name="csY52" fmla="*/ 104235 h 233500"/>
                <a:gd name="csX53" fmla="*/ 74298 w 240706"/>
                <a:gd name="csY53" fmla="*/ 104883 h 233500"/>
                <a:gd name="csX54" fmla="*/ 72349 w 240706"/>
                <a:gd name="csY54" fmla="*/ 109855 h 233500"/>
                <a:gd name="csX55" fmla="*/ 71047 w 240706"/>
                <a:gd name="csY55" fmla="*/ 116777 h 233500"/>
                <a:gd name="csX56" fmla="*/ 64665 w 240706"/>
                <a:gd name="csY56" fmla="*/ 116237 h 233500"/>
                <a:gd name="csX57" fmla="*/ 57083 w 240706"/>
                <a:gd name="csY57" fmla="*/ 110833 h 233500"/>
                <a:gd name="csX58" fmla="*/ 49508 w 240706"/>
                <a:gd name="csY58" fmla="*/ 107804 h 233500"/>
                <a:gd name="csX59" fmla="*/ 45615 w 240706"/>
                <a:gd name="csY59" fmla="*/ 98069 h 233500"/>
                <a:gd name="csX60" fmla="*/ 39551 w 240706"/>
                <a:gd name="csY60" fmla="*/ 93205 h 233500"/>
                <a:gd name="csX61" fmla="*/ 28838 w 240706"/>
                <a:gd name="csY61" fmla="*/ 83471 h 233500"/>
                <a:gd name="csX62" fmla="*/ 14551 w 240706"/>
                <a:gd name="csY62" fmla="*/ 80550 h 233500"/>
                <a:gd name="csX63" fmla="*/ 1019 w 240706"/>
                <a:gd name="csY63" fmla="*/ 100343 h 233500"/>
                <a:gd name="csX64" fmla="*/ 1667 w 240706"/>
                <a:gd name="csY64" fmla="*/ 112992 h 233500"/>
                <a:gd name="csX65" fmla="*/ 25479 w 240706"/>
                <a:gd name="csY65" fmla="*/ 130512 h 233500"/>
                <a:gd name="csX66" fmla="*/ 30242 w 240706"/>
                <a:gd name="csY66" fmla="*/ 141973 h 233500"/>
                <a:gd name="csX67" fmla="*/ 43450 w 240706"/>
                <a:gd name="csY67" fmla="*/ 155600 h 233500"/>
                <a:gd name="csX68" fmla="*/ 48104 w 240706"/>
                <a:gd name="csY68" fmla="*/ 151492 h 233500"/>
                <a:gd name="csX69" fmla="*/ 55788 w 240706"/>
                <a:gd name="csY69" fmla="*/ 146837 h 233500"/>
                <a:gd name="csX70" fmla="*/ 63471 w 240706"/>
                <a:gd name="csY70" fmla="*/ 156572 h 233500"/>
                <a:gd name="csX71" fmla="*/ 74076 w 240706"/>
                <a:gd name="csY71" fmla="*/ 159709 h 233500"/>
                <a:gd name="csX72" fmla="*/ 96593 w 240706"/>
                <a:gd name="csY72" fmla="*/ 186201 h 233500"/>
                <a:gd name="csX73" fmla="*/ 105362 w 240706"/>
                <a:gd name="csY73" fmla="*/ 189230 h 233500"/>
                <a:gd name="csX74" fmla="*/ 115643 w 240706"/>
                <a:gd name="csY74" fmla="*/ 205778 h 233500"/>
                <a:gd name="csX75" fmla="*/ 120405 w 240706"/>
                <a:gd name="csY75" fmla="*/ 210534 h 233500"/>
                <a:gd name="csX76" fmla="*/ 120837 w 240706"/>
                <a:gd name="csY76" fmla="*/ 210534 h 233500"/>
                <a:gd name="csX77" fmla="*/ 129168 w 240706"/>
                <a:gd name="csY77" fmla="*/ 225349 h 233500"/>
                <a:gd name="csX78" fmla="*/ 138478 w 240706"/>
                <a:gd name="csY78" fmla="*/ 225889 h 233500"/>
                <a:gd name="csX79" fmla="*/ 144974 w 240706"/>
                <a:gd name="csY79" fmla="*/ 232054 h 233500"/>
                <a:gd name="csX80" fmla="*/ 151362 w 240706"/>
                <a:gd name="csY80" fmla="*/ 233350 h 233500"/>
                <a:gd name="csX81" fmla="*/ 170628 w 240706"/>
                <a:gd name="csY81" fmla="*/ 219075 h 233500"/>
                <a:gd name="csX82" fmla="*/ 164563 w 240706"/>
                <a:gd name="csY82" fmla="*/ 209455 h 233500"/>
                <a:gd name="csX83" fmla="*/ 159045 w 240706"/>
                <a:gd name="csY83" fmla="*/ 196367 h 233500"/>
                <a:gd name="csX84" fmla="*/ 161427 w 240706"/>
                <a:gd name="csY84" fmla="*/ 192151 h 233500"/>
                <a:gd name="csX85" fmla="*/ 166945 w 240706"/>
                <a:gd name="csY85" fmla="*/ 195504 h 233500"/>
                <a:gd name="csX86" fmla="*/ 167808 w 240706"/>
                <a:gd name="csY86" fmla="*/ 200584 h 233500"/>
                <a:gd name="csX87" fmla="*/ 192599 w 240706"/>
                <a:gd name="csY87" fmla="*/ 206858 h 233500"/>
                <a:gd name="csX88" fmla="*/ 212836 w 240706"/>
                <a:gd name="csY88" fmla="*/ 201879 h 233500"/>
                <a:gd name="csX89" fmla="*/ 220196 w 240706"/>
                <a:gd name="csY89" fmla="*/ 200584 h 233500"/>
                <a:gd name="csX90" fmla="*/ 219224 w 240706"/>
                <a:gd name="csY90" fmla="*/ 194202 h 233500"/>
                <a:gd name="csX91" fmla="*/ 221821 w 240706"/>
                <a:gd name="csY91" fmla="*/ 191287 h 233500"/>
                <a:gd name="csX92" fmla="*/ 233080 w 240706"/>
                <a:gd name="csY92" fmla="*/ 185230 h 233500"/>
                <a:gd name="csX93" fmla="*/ 233080 w 240706"/>
                <a:gd name="csY93" fmla="*/ 177336 h 233500"/>
                <a:gd name="csX94" fmla="*/ 229829 w 240706"/>
                <a:gd name="csY94" fmla="*/ 172250 h 233500"/>
                <a:gd name="csX95" fmla="*/ 227555 w 240706"/>
                <a:gd name="csY95" fmla="*/ 168681 h 233500"/>
                <a:gd name="csX96" fmla="*/ 231886 w 240706"/>
                <a:gd name="csY96" fmla="*/ 165875 h 233500"/>
                <a:gd name="csX97" fmla="*/ 229505 w 240706"/>
                <a:gd name="csY97" fmla="*/ 151492 h 233500"/>
                <a:gd name="csX98" fmla="*/ 238814 w 240706"/>
                <a:gd name="csY98" fmla="*/ 140570 h 233500"/>
                <a:gd name="csX99" fmla="*/ 238922 w 240706"/>
                <a:gd name="csY99" fmla="*/ 141218 h 233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240706" h="233500">
                  <a:moveTo>
                    <a:pt x="238922" y="141218"/>
                  </a:moveTo>
                  <a:cubicBezTo>
                    <a:pt x="244770" y="137217"/>
                    <a:pt x="234375" y="127267"/>
                    <a:pt x="234375" y="116021"/>
                  </a:cubicBezTo>
                  <a:cubicBezTo>
                    <a:pt x="234483" y="116669"/>
                    <a:pt x="234483" y="111265"/>
                    <a:pt x="232318" y="109747"/>
                  </a:cubicBezTo>
                  <a:cubicBezTo>
                    <a:pt x="229613" y="107912"/>
                    <a:pt x="226476" y="111157"/>
                    <a:pt x="212728" y="121101"/>
                  </a:cubicBezTo>
                  <a:cubicBezTo>
                    <a:pt x="211109" y="122187"/>
                    <a:pt x="209052" y="121863"/>
                    <a:pt x="207966" y="120129"/>
                  </a:cubicBezTo>
                  <a:cubicBezTo>
                    <a:pt x="205584" y="116237"/>
                    <a:pt x="209375" y="112344"/>
                    <a:pt x="209591" y="111589"/>
                  </a:cubicBezTo>
                  <a:cubicBezTo>
                    <a:pt x="213490" y="105531"/>
                    <a:pt x="202340" y="105531"/>
                    <a:pt x="203965" y="97746"/>
                  </a:cubicBezTo>
                  <a:lnTo>
                    <a:pt x="204181" y="96666"/>
                  </a:lnTo>
                  <a:cubicBezTo>
                    <a:pt x="205368" y="90932"/>
                    <a:pt x="199742" y="89421"/>
                    <a:pt x="198225" y="87687"/>
                  </a:cubicBezTo>
                  <a:cubicBezTo>
                    <a:pt x="194110" y="84658"/>
                    <a:pt x="188052" y="85204"/>
                    <a:pt x="178635" y="84766"/>
                  </a:cubicBezTo>
                  <a:cubicBezTo>
                    <a:pt x="170081" y="84442"/>
                    <a:pt x="163592" y="97422"/>
                    <a:pt x="160125" y="90500"/>
                  </a:cubicBezTo>
                  <a:lnTo>
                    <a:pt x="159585" y="89421"/>
                  </a:lnTo>
                  <a:cubicBezTo>
                    <a:pt x="157204" y="84766"/>
                    <a:pt x="159801" y="84010"/>
                    <a:pt x="182750" y="61843"/>
                  </a:cubicBezTo>
                  <a:cubicBezTo>
                    <a:pt x="186210" y="58490"/>
                    <a:pt x="189347" y="58490"/>
                    <a:pt x="204397" y="55029"/>
                  </a:cubicBezTo>
                  <a:cubicBezTo>
                    <a:pt x="208505" y="54058"/>
                    <a:pt x="206562" y="49085"/>
                    <a:pt x="206562" y="48438"/>
                  </a:cubicBezTo>
                  <a:cubicBezTo>
                    <a:pt x="205368" y="42164"/>
                    <a:pt x="198225" y="46488"/>
                    <a:pt x="192815" y="46596"/>
                  </a:cubicBezTo>
                  <a:cubicBezTo>
                    <a:pt x="188376" y="47352"/>
                    <a:pt x="192059" y="40538"/>
                    <a:pt x="192167" y="39675"/>
                  </a:cubicBezTo>
                  <a:cubicBezTo>
                    <a:pt x="193894" y="35027"/>
                    <a:pt x="197253" y="35350"/>
                    <a:pt x="208397" y="33509"/>
                  </a:cubicBezTo>
                  <a:cubicBezTo>
                    <a:pt x="212728" y="32861"/>
                    <a:pt x="213598" y="27134"/>
                    <a:pt x="214138" y="26264"/>
                  </a:cubicBezTo>
                  <a:cubicBezTo>
                    <a:pt x="215757" y="21507"/>
                    <a:pt x="213376" y="19133"/>
                    <a:pt x="207426" y="8858"/>
                  </a:cubicBezTo>
                  <a:cubicBezTo>
                    <a:pt x="206346" y="7125"/>
                    <a:pt x="204289" y="6801"/>
                    <a:pt x="202987" y="8211"/>
                  </a:cubicBezTo>
                  <a:lnTo>
                    <a:pt x="201692" y="9614"/>
                  </a:lnTo>
                  <a:cubicBezTo>
                    <a:pt x="198548" y="12967"/>
                    <a:pt x="195520" y="11341"/>
                    <a:pt x="185779" y="8750"/>
                  </a:cubicBezTo>
                  <a:cubicBezTo>
                    <a:pt x="181124" y="7449"/>
                    <a:pt x="177555" y="12643"/>
                    <a:pt x="175930" y="13830"/>
                  </a:cubicBezTo>
                  <a:cubicBezTo>
                    <a:pt x="172247" y="17183"/>
                    <a:pt x="171059" y="16859"/>
                    <a:pt x="134147" y="25292"/>
                  </a:cubicBezTo>
                  <a:cubicBezTo>
                    <a:pt x="129822" y="26264"/>
                    <a:pt x="127873" y="23781"/>
                    <a:pt x="112830" y="12211"/>
                  </a:cubicBezTo>
                  <a:cubicBezTo>
                    <a:pt x="109255" y="9398"/>
                    <a:pt x="109471" y="4096"/>
                    <a:pt x="109255" y="3340"/>
                  </a:cubicBezTo>
                  <a:cubicBezTo>
                    <a:pt x="108607" y="-3150"/>
                    <a:pt x="100708" y="1721"/>
                    <a:pt x="93564" y="2261"/>
                  </a:cubicBezTo>
                  <a:cubicBezTo>
                    <a:pt x="89449" y="3016"/>
                    <a:pt x="93564" y="6909"/>
                    <a:pt x="93996" y="7557"/>
                  </a:cubicBezTo>
                  <a:cubicBezTo>
                    <a:pt x="97133" y="11341"/>
                    <a:pt x="101679" y="11341"/>
                    <a:pt x="102543" y="11665"/>
                  </a:cubicBezTo>
                  <a:cubicBezTo>
                    <a:pt x="107090" y="12535"/>
                    <a:pt x="102219" y="18479"/>
                    <a:pt x="101787" y="19672"/>
                  </a:cubicBezTo>
                  <a:cubicBezTo>
                    <a:pt x="98758" y="25184"/>
                    <a:pt x="92694" y="17615"/>
                    <a:pt x="85442" y="14154"/>
                  </a:cubicBezTo>
                  <a:cubicBezTo>
                    <a:pt x="81442" y="11671"/>
                    <a:pt x="77651" y="13075"/>
                    <a:pt x="66824" y="14910"/>
                  </a:cubicBezTo>
                  <a:cubicBezTo>
                    <a:pt x="62392" y="15672"/>
                    <a:pt x="60658" y="21615"/>
                    <a:pt x="60011" y="22701"/>
                  </a:cubicBezTo>
                  <a:cubicBezTo>
                    <a:pt x="57629" y="27565"/>
                    <a:pt x="64881" y="25940"/>
                    <a:pt x="66069" y="26156"/>
                  </a:cubicBezTo>
                  <a:cubicBezTo>
                    <a:pt x="70507" y="26156"/>
                    <a:pt x="73968" y="29508"/>
                    <a:pt x="79169" y="33401"/>
                  </a:cubicBezTo>
                  <a:cubicBezTo>
                    <a:pt x="83169" y="36430"/>
                    <a:pt x="78622" y="42056"/>
                    <a:pt x="78083" y="43999"/>
                  </a:cubicBezTo>
                  <a:cubicBezTo>
                    <a:pt x="75594" y="49409"/>
                    <a:pt x="71047" y="40862"/>
                    <a:pt x="67802" y="38163"/>
                  </a:cubicBezTo>
                  <a:cubicBezTo>
                    <a:pt x="64335" y="34487"/>
                    <a:pt x="59249" y="35674"/>
                    <a:pt x="57845" y="35458"/>
                  </a:cubicBezTo>
                  <a:cubicBezTo>
                    <a:pt x="53407" y="35458"/>
                    <a:pt x="49832" y="38919"/>
                    <a:pt x="45399" y="42272"/>
                  </a:cubicBezTo>
                  <a:cubicBezTo>
                    <a:pt x="41500" y="45193"/>
                    <a:pt x="45615" y="47136"/>
                    <a:pt x="62500" y="62059"/>
                  </a:cubicBezTo>
                  <a:cubicBezTo>
                    <a:pt x="65961" y="65088"/>
                    <a:pt x="68558" y="63576"/>
                    <a:pt x="83061" y="60008"/>
                  </a:cubicBezTo>
                  <a:cubicBezTo>
                    <a:pt x="88147" y="58706"/>
                    <a:pt x="81442" y="66599"/>
                    <a:pt x="79492" y="70498"/>
                  </a:cubicBezTo>
                  <a:cubicBezTo>
                    <a:pt x="76787" y="74930"/>
                    <a:pt x="81982" y="77851"/>
                    <a:pt x="82521" y="78715"/>
                  </a:cubicBezTo>
                  <a:cubicBezTo>
                    <a:pt x="86528" y="82607"/>
                    <a:pt x="89449" y="75254"/>
                    <a:pt x="92478" y="80010"/>
                  </a:cubicBezTo>
                  <a:lnTo>
                    <a:pt x="98434" y="89205"/>
                  </a:lnTo>
                  <a:cubicBezTo>
                    <a:pt x="99514" y="90932"/>
                    <a:pt x="99298" y="93529"/>
                    <a:pt x="97780" y="94825"/>
                  </a:cubicBezTo>
                  <a:cubicBezTo>
                    <a:pt x="98326" y="94501"/>
                    <a:pt x="94536" y="98285"/>
                    <a:pt x="91075" y="96558"/>
                  </a:cubicBezTo>
                  <a:cubicBezTo>
                    <a:pt x="91722" y="96558"/>
                    <a:pt x="86096" y="93313"/>
                    <a:pt x="87500" y="97961"/>
                  </a:cubicBezTo>
                  <a:lnTo>
                    <a:pt x="88586" y="101530"/>
                  </a:lnTo>
                  <a:cubicBezTo>
                    <a:pt x="89233" y="103588"/>
                    <a:pt x="88478" y="106286"/>
                    <a:pt x="86852" y="107480"/>
                  </a:cubicBezTo>
                  <a:cubicBezTo>
                    <a:pt x="87392" y="107372"/>
                    <a:pt x="83493" y="110503"/>
                    <a:pt x="81442" y="106826"/>
                  </a:cubicBezTo>
                  <a:cubicBezTo>
                    <a:pt x="82090" y="107372"/>
                    <a:pt x="79384" y="102933"/>
                    <a:pt x="76025" y="104235"/>
                  </a:cubicBezTo>
                  <a:lnTo>
                    <a:pt x="74298" y="104883"/>
                  </a:lnTo>
                  <a:cubicBezTo>
                    <a:pt x="72457" y="105531"/>
                    <a:pt x="71587" y="107804"/>
                    <a:pt x="72349" y="109855"/>
                  </a:cubicBezTo>
                  <a:cubicBezTo>
                    <a:pt x="72349" y="109207"/>
                    <a:pt x="74514" y="114725"/>
                    <a:pt x="71047" y="116777"/>
                  </a:cubicBezTo>
                  <a:cubicBezTo>
                    <a:pt x="71695" y="116669"/>
                    <a:pt x="67370" y="119374"/>
                    <a:pt x="64665" y="116237"/>
                  </a:cubicBezTo>
                  <a:cubicBezTo>
                    <a:pt x="65313" y="116777"/>
                    <a:pt x="59687" y="109207"/>
                    <a:pt x="57083" y="110833"/>
                  </a:cubicBezTo>
                  <a:cubicBezTo>
                    <a:pt x="54594" y="112344"/>
                    <a:pt x="50270" y="108236"/>
                    <a:pt x="49508" y="107804"/>
                  </a:cubicBezTo>
                  <a:cubicBezTo>
                    <a:pt x="45723" y="104991"/>
                    <a:pt x="45939" y="99149"/>
                    <a:pt x="45615" y="98069"/>
                  </a:cubicBezTo>
                  <a:cubicBezTo>
                    <a:pt x="44961" y="92989"/>
                    <a:pt x="40091" y="93529"/>
                    <a:pt x="39551" y="93205"/>
                  </a:cubicBezTo>
                  <a:cubicBezTo>
                    <a:pt x="35220" y="92558"/>
                    <a:pt x="32731" y="88227"/>
                    <a:pt x="28838" y="83471"/>
                  </a:cubicBezTo>
                  <a:cubicBezTo>
                    <a:pt x="25263" y="79038"/>
                    <a:pt x="19098" y="80982"/>
                    <a:pt x="14551" y="80550"/>
                  </a:cubicBezTo>
                  <a:cubicBezTo>
                    <a:pt x="10112" y="80550"/>
                    <a:pt x="9027" y="84658"/>
                    <a:pt x="1019" y="100343"/>
                  </a:cubicBezTo>
                  <a:cubicBezTo>
                    <a:pt x="-1470" y="105207"/>
                    <a:pt x="1343" y="110833"/>
                    <a:pt x="1667" y="112992"/>
                  </a:cubicBezTo>
                  <a:cubicBezTo>
                    <a:pt x="2969" y="117970"/>
                    <a:pt x="5026" y="118294"/>
                    <a:pt x="25479" y="130512"/>
                  </a:cubicBezTo>
                  <a:cubicBezTo>
                    <a:pt x="29810" y="133109"/>
                    <a:pt x="29486" y="139592"/>
                    <a:pt x="30242" y="141973"/>
                  </a:cubicBezTo>
                  <a:cubicBezTo>
                    <a:pt x="31220" y="147276"/>
                    <a:pt x="35544" y="149543"/>
                    <a:pt x="43450" y="155600"/>
                  </a:cubicBezTo>
                  <a:cubicBezTo>
                    <a:pt x="47019" y="158413"/>
                    <a:pt x="47666" y="152248"/>
                    <a:pt x="48104" y="151492"/>
                  </a:cubicBezTo>
                  <a:cubicBezTo>
                    <a:pt x="49616" y="146406"/>
                    <a:pt x="54924" y="147168"/>
                    <a:pt x="55788" y="146837"/>
                  </a:cubicBezTo>
                  <a:cubicBezTo>
                    <a:pt x="60874" y="146190"/>
                    <a:pt x="61846" y="153651"/>
                    <a:pt x="63471" y="156572"/>
                  </a:cubicBezTo>
                  <a:cubicBezTo>
                    <a:pt x="65745" y="161760"/>
                    <a:pt x="71587" y="159385"/>
                    <a:pt x="74076" y="159709"/>
                  </a:cubicBezTo>
                  <a:cubicBezTo>
                    <a:pt x="78622" y="159493"/>
                    <a:pt x="79384" y="162090"/>
                    <a:pt x="96593" y="186201"/>
                  </a:cubicBezTo>
                  <a:cubicBezTo>
                    <a:pt x="99514" y="190310"/>
                    <a:pt x="104492" y="189122"/>
                    <a:pt x="105362" y="189230"/>
                  </a:cubicBezTo>
                  <a:cubicBezTo>
                    <a:pt x="109687" y="189230"/>
                    <a:pt x="110557" y="193554"/>
                    <a:pt x="115643" y="205778"/>
                  </a:cubicBezTo>
                  <a:cubicBezTo>
                    <a:pt x="116399" y="207721"/>
                    <a:pt x="118564" y="209887"/>
                    <a:pt x="120405" y="210534"/>
                  </a:cubicBezTo>
                  <a:lnTo>
                    <a:pt x="120837" y="210534"/>
                  </a:lnTo>
                  <a:cubicBezTo>
                    <a:pt x="124736" y="212046"/>
                    <a:pt x="125492" y="215722"/>
                    <a:pt x="129168" y="225349"/>
                  </a:cubicBezTo>
                  <a:cubicBezTo>
                    <a:pt x="131118" y="230645"/>
                    <a:pt x="136420" y="226212"/>
                    <a:pt x="138478" y="225889"/>
                  </a:cubicBezTo>
                  <a:cubicBezTo>
                    <a:pt x="143240" y="224047"/>
                    <a:pt x="140103" y="230969"/>
                    <a:pt x="144974" y="232054"/>
                  </a:cubicBezTo>
                  <a:lnTo>
                    <a:pt x="151362" y="233350"/>
                  </a:lnTo>
                  <a:cubicBezTo>
                    <a:pt x="155686" y="234213"/>
                    <a:pt x="157312" y="231623"/>
                    <a:pt x="170628" y="219075"/>
                  </a:cubicBezTo>
                  <a:cubicBezTo>
                    <a:pt x="174628" y="215290"/>
                    <a:pt x="166945" y="212154"/>
                    <a:pt x="164563" y="209455"/>
                  </a:cubicBezTo>
                  <a:cubicBezTo>
                    <a:pt x="160448" y="206102"/>
                    <a:pt x="160125" y="199612"/>
                    <a:pt x="159045" y="196367"/>
                  </a:cubicBezTo>
                  <a:cubicBezTo>
                    <a:pt x="158505" y="194202"/>
                    <a:pt x="159585" y="192367"/>
                    <a:pt x="161427" y="192151"/>
                  </a:cubicBezTo>
                  <a:cubicBezTo>
                    <a:pt x="160887" y="191935"/>
                    <a:pt x="166081" y="190957"/>
                    <a:pt x="166945" y="195504"/>
                  </a:cubicBezTo>
                  <a:lnTo>
                    <a:pt x="167808" y="200584"/>
                  </a:lnTo>
                  <a:cubicBezTo>
                    <a:pt x="168786" y="205886"/>
                    <a:pt x="172355" y="204908"/>
                    <a:pt x="192599" y="206858"/>
                  </a:cubicBezTo>
                  <a:cubicBezTo>
                    <a:pt x="200930" y="207613"/>
                    <a:pt x="208073" y="196583"/>
                    <a:pt x="212836" y="201879"/>
                  </a:cubicBezTo>
                  <a:cubicBezTo>
                    <a:pt x="215979" y="205448"/>
                    <a:pt x="221066" y="205886"/>
                    <a:pt x="220196" y="200584"/>
                  </a:cubicBezTo>
                  <a:lnTo>
                    <a:pt x="219224" y="194202"/>
                  </a:lnTo>
                  <a:cubicBezTo>
                    <a:pt x="218900" y="192043"/>
                    <a:pt x="220088" y="190741"/>
                    <a:pt x="221821" y="191287"/>
                  </a:cubicBezTo>
                  <a:cubicBezTo>
                    <a:pt x="220196" y="191065"/>
                    <a:pt x="233080" y="195072"/>
                    <a:pt x="233080" y="185230"/>
                  </a:cubicBezTo>
                  <a:lnTo>
                    <a:pt x="233080" y="177336"/>
                  </a:lnTo>
                  <a:cubicBezTo>
                    <a:pt x="233080" y="175063"/>
                    <a:pt x="231670" y="172790"/>
                    <a:pt x="229829" y="172250"/>
                  </a:cubicBezTo>
                  <a:cubicBezTo>
                    <a:pt x="230483" y="172682"/>
                    <a:pt x="223771" y="171063"/>
                    <a:pt x="227555" y="168681"/>
                  </a:cubicBezTo>
                  <a:lnTo>
                    <a:pt x="231886" y="165875"/>
                  </a:lnTo>
                  <a:cubicBezTo>
                    <a:pt x="236433" y="162846"/>
                    <a:pt x="230915" y="156248"/>
                    <a:pt x="229505" y="151492"/>
                  </a:cubicBezTo>
                  <a:cubicBezTo>
                    <a:pt x="227123" y="145866"/>
                    <a:pt x="235023" y="143815"/>
                    <a:pt x="238814" y="140570"/>
                  </a:cubicBezTo>
                  <a:lnTo>
                    <a:pt x="238922" y="1412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3B02AF7C-872E-649F-C1CE-E06D4371CD3E}"/>
                </a:ext>
              </a:extLst>
            </p:cNvPr>
            <p:cNvSpPr/>
            <p:nvPr/>
          </p:nvSpPr>
          <p:spPr>
            <a:xfrm>
              <a:off x="2002910" y="939142"/>
              <a:ext cx="10872" cy="13756"/>
            </a:xfrm>
            <a:custGeom>
              <a:avLst/>
              <a:gdLst>
                <a:gd name="csX0" fmla="*/ 7074 w 10872"/>
                <a:gd name="csY0" fmla="*/ 13498 h 13756"/>
                <a:gd name="csX1" fmla="*/ 10865 w 10872"/>
                <a:gd name="csY1" fmla="*/ 1922 h 13756"/>
                <a:gd name="csX2" fmla="*/ 1016 w 10872"/>
                <a:gd name="csY2" fmla="*/ 7440 h 13756"/>
                <a:gd name="csX3" fmla="*/ 7074 w 10872"/>
                <a:gd name="csY3" fmla="*/ 13606 h 13756"/>
                <a:gd name="csX4" fmla="*/ 7074 w 10872"/>
                <a:gd name="csY4" fmla="*/ 13498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2" h="13756">
                  <a:moveTo>
                    <a:pt x="7074" y="13498"/>
                  </a:moveTo>
                  <a:cubicBezTo>
                    <a:pt x="11836" y="15441"/>
                    <a:pt x="10217" y="5928"/>
                    <a:pt x="10865" y="1922"/>
                  </a:cubicBezTo>
                  <a:cubicBezTo>
                    <a:pt x="11188" y="-4562"/>
                    <a:pt x="1016" y="7440"/>
                    <a:pt x="1016" y="7440"/>
                  </a:cubicBezTo>
                  <a:cubicBezTo>
                    <a:pt x="-2775" y="11116"/>
                    <a:pt x="5124" y="12304"/>
                    <a:pt x="7074" y="13606"/>
                  </a:cubicBezTo>
                  <a:lnTo>
                    <a:pt x="7074" y="13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7AF0C64-4712-DA6C-842F-24651DFDBA68}"/>
                </a:ext>
              </a:extLst>
            </p:cNvPr>
            <p:cNvSpPr/>
            <p:nvPr/>
          </p:nvSpPr>
          <p:spPr>
            <a:xfrm>
              <a:off x="1994221" y="915165"/>
              <a:ext cx="17519" cy="19417"/>
            </a:xfrm>
            <a:custGeom>
              <a:avLst/>
              <a:gdLst>
                <a:gd name="csX0" fmla="*/ 2231 w 17519"/>
                <a:gd name="csY0" fmla="*/ 1356 h 19417"/>
                <a:gd name="csX1" fmla="*/ 13382 w 17519"/>
                <a:gd name="csY1" fmla="*/ 18329 h 19417"/>
                <a:gd name="csX2" fmla="*/ 2231 w 17519"/>
                <a:gd name="csY2" fmla="*/ 1356 h 19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519" h="19417">
                  <a:moveTo>
                    <a:pt x="2231" y="1356"/>
                  </a:moveTo>
                  <a:cubicBezTo>
                    <a:pt x="-3719" y="5464"/>
                    <a:pt x="2993" y="24063"/>
                    <a:pt x="13382" y="18329"/>
                  </a:cubicBezTo>
                  <a:cubicBezTo>
                    <a:pt x="24316" y="12278"/>
                    <a:pt x="11108" y="-4918"/>
                    <a:pt x="2231" y="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3481084F-9979-ACC4-FF79-E101D3F32B21}"/>
                </a:ext>
              </a:extLst>
            </p:cNvPr>
            <p:cNvSpPr/>
            <p:nvPr/>
          </p:nvSpPr>
          <p:spPr>
            <a:xfrm>
              <a:off x="1905749" y="828635"/>
              <a:ext cx="65580" cy="28054"/>
            </a:xfrm>
            <a:custGeom>
              <a:avLst/>
              <a:gdLst>
                <a:gd name="csX0" fmla="*/ 0 w 65580"/>
                <a:gd name="csY0" fmla="*/ 19756 h 28054"/>
                <a:gd name="csX1" fmla="*/ 18186 w 65580"/>
                <a:gd name="csY1" fmla="*/ 27973 h 28054"/>
                <a:gd name="csX2" fmla="*/ 46761 w 65580"/>
                <a:gd name="csY2" fmla="*/ 22138 h 28054"/>
                <a:gd name="csX3" fmla="*/ 64833 w 65580"/>
                <a:gd name="csY3" fmla="*/ 5481 h 28054"/>
                <a:gd name="csX4" fmla="*/ 57798 w 65580"/>
                <a:gd name="csY4" fmla="*/ 186 h 28054"/>
                <a:gd name="csX5" fmla="*/ 0 w 65580"/>
                <a:gd name="csY5" fmla="*/ 17483 h 28054"/>
                <a:gd name="csX6" fmla="*/ 0 w 65580"/>
                <a:gd name="csY6" fmla="*/ 19756 h 28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5580" h="28054">
                  <a:moveTo>
                    <a:pt x="0" y="19756"/>
                  </a:moveTo>
                  <a:cubicBezTo>
                    <a:pt x="8122" y="23973"/>
                    <a:pt x="12662" y="28735"/>
                    <a:pt x="18186" y="27973"/>
                  </a:cubicBezTo>
                  <a:cubicBezTo>
                    <a:pt x="36366" y="25274"/>
                    <a:pt x="42538" y="24944"/>
                    <a:pt x="46761" y="22138"/>
                  </a:cubicBezTo>
                  <a:cubicBezTo>
                    <a:pt x="63208" y="11108"/>
                    <a:pt x="67539" y="9914"/>
                    <a:pt x="64833" y="5481"/>
                  </a:cubicBezTo>
                  <a:cubicBezTo>
                    <a:pt x="64294" y="4834"/>
                    <a:pt x="62128" y="-1116"/>
                    <a:pt x="57798" y="186"/>
                  </a:cubicBezTo>
                  <a:lnTo>
                    <a:pt x="0" y="17483"/>
                  </a:lnTo>
                  <a:lnTo>
                    <a:pt x="0" y="19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6CFBDF4-DCD2-3A19-C0A2-3FB9D23576BF}"/>
                </a:ext>
              </a:extLst>
            </p:cNvPr>
            <p:cNvSpPr/>
            <p:nvPr/>
          </p:nvSpPr>
          <p:spPr>
            <a:xfrm>
              <a:off x="1964612" y="786493"/>
              <a:ext cx="22307" cy="20579"/>
            </a:xfrm>
            <a:custGeom>
              <a:avLst/>
              <a:gdLst>
                <a:gd name="csX0" fmla="*/ 12575 w 22307"/>
                <a:gd name="csY0" fmla="*/ 18534 h 20579"/>
                <a:gd name="csX1" fmla="*/ 20474 w 22307"/>
                <a:gd name="csY1" fmla="*/ 1453 h 20579"/>
                <a:gd name="csX2" fmla="*/ 8244 w 22307"/>
                <a:gd name="csY2" fmla="*/ 2316 h 20579"/>
                <a:gd name="csX3" fmla="*/ 1646 w 22307"/>
                <a:gd name="csY3" fmla="*/ 17455 h 20579"/>
                <a:gd name="csX4" fmla="*/ 12575 w 22307"/>
                <a:gd name="csY4" fmla="*/ 18642 h 20579"/>
                <a:gd name="csX5" fmla="*/ 12575 w 22307"/>
                <a:gd name="csY5" fmla="*/ 18534 h 20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307" h="20579">
                  <a:moveTo>
                    <a:pt x="12575" y="18534"/>
                  </a:moveTo>
                  <a:cubicBezTo>
                    <a:pt x="20912" y="6425"/>
                    <a:pt x="24913" y="2424"/>
                    <a:pt x="20474" y="1453"/>
                  </a:cubicBezTo>
                  <a:cubicBezTo>
                    <a:pt x="20474" y="1453"/>
                    <a:pt x="11495" y="-2332"/>
                    <a:pt x="8244" y="2316"/>
                  </a:cubicBezTo>
                  <a:cubicBezTo>
                    <a:pt x="4567" y="8698"/>
                    <a:pt x="-3446" y="14965"/>
                    <a:pt x="1646" y="17455"/>
                  </a:cubicBezTo>
                  <a:cubicBezTo>
                    <a:pt x="4459" y="18210"/>
                    <a:pt x="9330" y="23290"/>
                    <a:pt x="12575" y="18642"/>
                  </a:cubicBezTo>
                  <a:lnTo>
                    <a:pt x="12575" y="185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459B4D3-7EC7-C22F-C694-17272DEDCA4F}"/>
                </a:ext>
              </a:extLst>
            </p:cNvPr>
            <p:cNvSpPr/>
            <p:nvPr/>
          </p:nvSpPr>
          <p:spPr>
            <a:xfrm>
              <a:off x="1943726" y="771804"/>
              <a:ext cx="12466" cy="11344"/>
            </a:xfrm>
            <a:custGeom>
              <a:avLst/>
              <a:gdLst>
                <a:gd name="csX0" fmla="*/ 12467 w 12466"/>
                <a:gd name="csY0" fmla="*/ 7270 h 11344"/>
                <a:gd name="csX1" fmla="*/ 12467 w 12466"/>
                <a:gd name="csY1" fmla="*/ 6083 h 11344"/>
                <a:gd name="csX2" fmla="*/ 9222 w 12466"/>
                <a:gd name="csY2" fmla="*/ 1111 h 11344"/>
                <a:gd name="csX3" fmla="*/ 1100 w 12466"/>
                <a:gd name="csY3" fmla="*/ 2946 h 11344"/>
                <a:gd name="csX4" fmla="*/ 2510 w 12466"/>
                <a:gd name="csY4" fmla="*/ 11271 h 11344"/>
                <a:gd name="csX5" fmla="*/ 12467 w 12466"/>
                <a:gd name="csY5" fmla="*/ 7270 h 11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66" h="11344">
                  <a:moveTo>
                    <a:pt x="12467" y="7270"/>
                  </a:moveTo>
                  <a:lnTo>
                    <a:pt x="12467" y="6083"/>
                  </a:lnTo>
                  <a:cubicBezTo>
                    <a:pt x="12467" y="3809"/>
                    <a:pt x="10949" y="1650"/>
                    <a:pt x="9222" y="1111"/>
                  </a:cubicBezTo>
                  <a:cubicBezTo>
                    <a:pt x="7812" y="1111"/>
                    <a:pt x="2402" y="-2350"/>
                    <a:pt x="1100" y="2946"/>
                  </a:cubicBezTo>
                  <a:cubicBezTo>
                    <a:pt x="1100" y="4349"/>
                    <a:pt x="-2145" y="11271"/>
                    <a:pt x="2510" y="11271"/>
                  </a:cubicBezTo>
                  <a:cubicBezTo>
                    <a:pt x="5431" y="10731"/>
                    <a:pt x="12467" y="13220"/>
                    <a:pt x="12467" y="7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5E8E40F2-7CC8-92D3-46DF-7AC0B73495A0}"/>
                </a:ext>
              </a:extLst>
            </p:cNvPr>
            <p:cNvSpPr/>
            <p:nvPr/>
          </p:nvSpPr>
          <p:spPr>
            <a:xfrm>
              <a:off x="1926627" y="809914"/>
              <a:ext cx="17659" cy="9803"/>
            </a:xfrm>
            <a:custGeom>
              <a:avLst/>
              <a:gdLst>
                <a:gd name="csX0" fmla="*/ 5862 w 17659"/>
                <a:gd name="csY0" fmla="*/ 1063 h 9803"/>
                <a:gd name="csX1" fmla="*/ 1747 w 17659"/>
                <a:gd name="csY1" fmla="*/ 9712 h 9803"/>
                <a:gd name="csX2" fmla="*/ 16688 w 17659"/>
                <a:gd name="csY2" fmla="*/ 7007 h 9803"/>
                <a:gd name="csX3" fmla="*/ 5862 w 17659"/>
                <a:gd name="csY3" fmla="*/ 1063 h 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659" h="9803">
                  <a:moveTo>
                    <a:pt x="5862" y="1063"/>
                  </a:moveTo>
                  <a:cubicBezTo>
                    <a:pt x="4128" y="3546"/>
                    <a:pt x="-3339" y="9712"/>
                    <a:pt x="1747" y="9712"/>
                  </a:cubicBezTo>
                  <a:cubicBezTo>
                    <a:pt x="14631" y="9712"/>
                    <a:pt x="20041" y="10575"/>
                    <a:pt x="16688" y="7007"/>
                  </a:cubicBezTo>
                  <a:cubicBezTo>
                    <a:pt x="16688" y="7007"/>
                    <a:pt x="9653" y="-3261"/>
                    <a:pt x="5862" y="10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066CB40-3045-D20D-B912-3E7AFE2FB41E}"/>
                </a:ext>
              </a:extLst>
            </p:cNvPr>
            <p:cNvSpPr/>
            <p:nvPr/>
          </p:nvSpPr>
          <p:spPr>
            <a:xfrm>
              <a:off x="3035876" y="1922386"/>
              <a:ext cx="14007" cy="12768"/>
            </a:xfrm>
            <a:custGeom>
              <a:avLst/>
              <a:gdLst>
                <a:gd name="csX0" fmla="*/ 11660 w 14007"/>
                <a:gd name="csY0" fmla="*/ 133 h 12768"/>
                <a:gd name="csX1" fmla="*/ 947 w 14007"/>
                <a:gd name="csY1" fmla="*/ 6299 h 12768"/>
                <a:gd name="csX2" fmla="*/ 2458 w 14007"/>
                <a:gd name="csY2" fmla="*/ 12680 h 12768"/>
                <a:gd name="csX3" fmla="*/ 12523 w 14007"/>
                <a:gd name="csY3" fmla="*/ 7270 h 12768"/>
                <a:gd name="csX4" fmla="*/ 11660 w 14007"/>
                <a:gd name="csY4" fmla="*/ 133 h 12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07" h="12768">
                  <a:moveTo>
                    <a:pt x="11660" y="133"/>
                  </a:moveTo>
                  <a:cubicBezTo>
                    <a:pt x="8415" y="1434"/>
                    <a:pt x="2242" y="1003"/>
                    <a:pt x="947" y="6299"/>
                  </a:cubicBezTo>
                  <a:cubicBezTo>
                    <a:pt x="947" y="6299"/>
                    <a:pt x="-1980" y="13652"/>
                    <a:pt x="2458" y="12680"/>
                  </a:cubicBezTo>
                  <a:cubicBezTo>
                    <a:pt x="4948" y="11709"/>
                    <a:pt x="10904" y="12356"/>
                    <a:pt x="12523" y="7270"/>
                  </a:cubicBezTo>
                  <a:cubicBezTo>
                    <a:pt x="12631" y="6083"/>
                    <a:pt x="16314" y="-1055"/>
                    <a:pt x="11660" y="1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3BB0F09F-AC2B-AA88-7BD5-E4526D081980}"/>
                </a:ext>
              </a:extLst>
            </p:cNvPr>
            <p:cNvSpPr/>
            <p:nvPr/>
          </p:nvSpPr>
          <p:spPr>
            <a:xfrm>
              <a:off x="3065194" y="1834092"/>
              <a:ext cx="24497" cy="27782"/>
            </a:xfrm>
            <a:custGeom>
              <a:avLst/>
              <a:gdLst>
                <a:gd name="csX0" fmla="*/ 5392 w 24497"/>
                <a:gd name="csY0" fmla="*/ 3649 h 27782"/>
                <a:gd name="csX1" fmla="*/ 630 w 24497"/>
                <a:gd name="csY1" fmla="*/ 23118 h 27782"/>
                <a:gd name="csX2" fmla="*/ 6040 w 24497"/>
                <a:gd name="csY2" fmla="*/ 27334 h 27782"/>
                <a:gd name="csX3" fmla="*/ 21629 w 24497"/>
                <a:gd name="csY3" fmla="*/ 16412 h 27782"/>
                <a:gd name="csX4" fmla="*/ 23032 w 24497"/>
                <a:gd name="csY4" fmla="*/ 4842 h 27782"/>
                <a:gd name="csX5" fmla="*/ 14809 w 24497"/>
                <a:gd name="csY5" fmla="*/ 188 h 27782"/>
                <a:gd name="csX6" fmla="*/ 5500 w 24497"/>
                <a:gd name="csY6" fmla="*/ 3649 h 27782"/>
                <a:gd name="csX7" fmla="*/ 5392 w 24497"/>
                <a:gd name="csY7" fmla="*/ 3649 h 27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97" h="27782">
                  <a:moveTo>
                    <a:pt x="5392" y="3649"/>
                  </a:moveTo>
                  <a:cubicBezTo>
                    <a:pt x="1169" y="14571"/>
                    <a:pt x="-1212" y="18679"/>
                    <a:pt x="630" y="23118"/>
                  </a:cubicBezTo>
                  <a:cubicBezTo>
                    <a:pt x="1061" y="23765"/>
                    <a:pt x="2147" y="29385"/>
                    <a:pt x="6040" y="27334"/>
                  </a:cubicBezTo>
                  <a:cubicBezTo>
                    <a:pt x="15349" y="22356"/>
                    <a:pt x="19680" y="20844"/>
                    <a:pt x="21629" y="16412"/>
                  </a:cubicBezTo>
                  <a:cubicBezTo>
                    <a:pt x="22385" y="13707"/>
                    <a:pt x="26715" y="8411"/>
                    <a:pt x="23032" y="4842"/>
                  </a:cubicBezTo>
                  <a:cubicBezTo>
                    <a:pt x="22277" y="4296"/>
                    <a:pt x="19248" y="188"/>
                    <a:pt x="14809" y="188"/>
                  </a:cubicBezTo>
                  <a:cubicBezTo>
                    <a:pt x="14809" y="188"/>
                    <a:pt x="7342" y="-1216"/>
                    <a:pt x="5500" y="3649"/>
                  </a:cubicBezTo>
                  <a:lnTo>
                    <a:pt x="5392" y="3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8D9E894E-BBD8-D3D5-33F5-FD1FB3A327B0}"/>
                </a:ext>
              </a:extLst>
            </p:cNvPr>
            <p:cNvSpPr/>
            <p:nvPr/>
          </p:nvSpPr>
          <p:spPr>
            <a:xfrm>
              <a:off x="3202805" y="1823252"/>
              <a:ext cx="9398" cy="11038"/>
            </a:xfrm>
            <a:custGeom>
              <a:avLst/>
              <a:gdLst>
                <a:gd name="csX0" fmla="*/ 5996 w 9398"/>
                <a:gd name="csY0" fmla="*/ 105 h 11038"/>
                <a:gd name="csX1" fmla="*/ 46 w 9398"/>
                <a:gd name="csY1" fmla="*/ 3782 h 11038"/>
                <a:gd name="csX2" fmla="*/ 3398 w 9398"/>
                <a:gd name="csY2" fmla="*/ 11027 h 11038"/>
                <a:gd name="csX3" fmla="*/ 9355 w 9398"/>
                <a:gd name="csY3" fmla="*/ 7351 h 11038"/>
                <a:gd name="csX4" fmla="*/ 5996 w 9398"/>
                <a:gd name="csY4" fmla="*/ 105 h 11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98" h="11038">
                  <a:moveTo>
                    <a:pt x="5996" y="105"/>
                  </a:moveTo>
                  <a:cubicBezTo>
                    <a:pt x="5996" y="105"/>
                    <a:pt x="46" y="-974"/>
                    <a:pt x="46" y="3782"/>
                  </a:cubicBezTo>
                  <a:cubicBezTo>
                    <a:pt x="262" y="4868"/>
                    <a:pt x="-1148" y="11027"/>
                    <a:pt x="3398" y="11027"/>
                  </a:cubicBezTo>
                  <a:cubicBezTo>
                    <a:pt x="4053" y="10811"/>
                    <a:pt x="9355" y="12113"/>
                    <a:pt x="9355" y="7351"/>
                  </a:cubicBezTo>
                  <a:cubicBezTo>
                    <a:pt x="9139" y="6271"/>
                    <a:pt x="10542" y="105"/>
                    <a:pt x="5996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AD49668-2CAD-725A-7D3E-EDF18EE667EA}"/>
                </a:ext>
              </a:extLst>
            </p:cNvPr>
            <p:cNvSpPr/>
            <p:nvPr/>
          </p:nvSpPr>
          <p:spPr>
            <a:xfrm>
              <a:off x="3179732" y="1767605"/>
              <a:ext cx="30267" cy="25013"/>
            </a:xfrm>
            <a:custGeom>
              <a:avLst/>
              <a:gdLst>
                <a:gd name="csX0" fmla="*/ 500 w 30267"/>
                <a:gd name="csY0" fmla="*/ 3416 h 25013"/>
                <a:gd name="csX1" fmla="*/ 16737 w 30267"/>
                <a:gd name="csY1" fmla="*/ 20504 h 25013"/>
                <a:gd name="csX2" fmla="*/ 17277 w 30267"/>
                <a:gd name="csY2" fmla="*/ 21691 h 25013"/>
                <a:gd name="csX3" fmla="*/ 22903 w 30267"/>
                <a:gd name="csY3" fmla="*/ 24936 h 25013"/>
                <a:gd name="csX4" fmla="*/ 27234 w 30267"/>
                <a:gd name="csY4" fmla="*/ 21367 h 25013"/>
                <a:gd name="csX5" fmla="*/ 27881 w 30267"/>
                <a:gd name="csY5" fmla="*/ 5143 h 25013"/>
                <a:gd name="csX6" fmla="*/ 9917 w 30267"/>
                <a:gd name="csY6" fmla="*/ 171 h 25013"/>
                <a:gd name="csX7" fmla="*/ 500 w 30267"/>
                <a:gd name="csY7" fmla="*/ 3416 h 25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267" h="25013">
                  <a:moveTo>
                    <a:pt x="500" y="3416"/>
                  </a:moveTo>
                  <a:cubicBezTo>
                    <a:pt x="-2960" y="10229"/>
                    <a:pt x="12515" y="11633"/>
                    <a:pt x="16737" y="20504"/>
                  </a:cubicBezTo>
                  <a:lnTo>
                    <a:pt x="17277" y="21691"/>
                  </a:lnTo>
                  <a:cubicBezTo>
                    <a:pt x="19011" y="25152"/>
                    <a:pt x="23557" y="25152"/>
                    <a:pt x="22903" y="24936"/>
                  </a:cubicBezTo>
                  <a:cubicBezTo>
                    <a:pt x="24745" y="24936"/>
                    <a:pt x="26694" y="23310"/>
                    <a:pt x="27234" y="21367"/>
                  </a:cubicBezTo>
                  <a:cubicBezTo>
                    <a:pt x="28320" y="14446"/>
                    <a:pt x="33082" y="6877"/>
                    <a:pt x="27881" y="5143"/>
                  </a:cubicBezTo>
                  <a:cubicBezTo>
                    <a:pt x="19335" y="2228"/>
                    <a:pt x="14572" y="171"/>
                    <a:pt x="9917" y="171"/>
                  </a:cubicBezTo>
                  <a:cubicBezTo>
                    <a:pt x="9917" y="171"/>
                    <a:pt x="2774" y="-1124"/>
                    <a:pt x="500" y="34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9F4DBFAC-F9CB-754B-B112-12817F09CB8E}"/>
                </a:ext>
              </a:extLst>
            </p:cNvPr>
            <p:cNvSpPr/>
            <p:nvPr/>
          </p:nvSpPr>
          <p:spPr>
            <a:xfrm>
              <a:off x="3185970" y="1745794"/>
              <a:ext cx="20046" cy="15897"/>
            </a:xfrm>
            <a:custGeom>
              <a:avLst/>
              <a:gdLst>
                <a:gd name="csX0" fmla="*/ 13420 w 20046"/>
                <a:gd name="csY0" fmla="*/ 15493 h 15897"/>
                <a:gd name="csX1" fmla="*/ 19052 w 20046"/>
                <a:gd name="csY1" fmla="*/ 9549 h 15897"/>
                <a:gd name="csX2" fmla="*/ 4542 w 20046"/>
                <a:gd name="csY2" fmla="*/ 570 h 15897"/>
                <a:gd name="csX3" fmla="*/ 866 w 20046"/>
                <a:gd name="csY3" fmla="*/ 6412 h 15897"/>
                <a:gd name="csX4" fmla="*/ 13528 w 20046"/>
                <a:gd name="csY4" fmla="*/ 15493 h 15897"/>
                <a:gd name="csX5" fmla="*/ 13420 w 20046"/>
                <a:gd name="csY5" fmla="*/ 15493 h 1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046" h="15897">
                  <a:moveTo>
                    <a:pt x="13420" y="15493"/>
                  </a:moveTo>
                  <a:cubicBezTo>
                    <a:pt x="15153" y="14413"/>
                    <a:pt x="22729" y="13010"/>
                    <a:pt x="19052" y="9549"/>
                  </a:cubicBezTo>
                  <a:cubicBezTo>
                    <a:pt x="13744" y="5441"/>
                    <a:pt x="9527" y="-2135"/>
                    <a:pt x="4542" y="570"/>
                  </a:cubicBezTo>
                  <a:cubicBezTo>
                    <a:pt x="4542" y="570"/>
                    <a:pt x="-2379" y="2951"/>
                    <a:pt x="866" y="6412"/>
                  </a:cubicBezTo>
                  <a:cubicBezTo>
                    <a:pt x="5520" y="10628"/>
                    <a:pt x="8549" y="17658"/>
                    <a:pt x="13528" y="15493"/>
                  </a:cubicBezTo>
                  <a:lnTo>
                    <a:pt x="13420" y="154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A65DC34B-C1F7-63CD-5643-E814411E8523}"/>
                </a:ext>
              </a:extLst>
            </p:cNvPr>
            <p:cNvSpPr/>
            <p:nvPr/>
          </p:nvSpPr>
          <p:spPr>
            <a:xfrm>
              <a:off x="3213108" y="2444117"/>
              <a:ext cx="107161" cy="49727"/>
            </a:xfrm>
            <a:custGeom>
              <a:avLst/>
              <a:gdLst>
                <a:gd name="csX0" fmla="*/ 103281 w 107161"/>
                <a:gd name="csY0" fmla="*/ 36936 h 49727"/>
                <a:gd name="csX1" fmla="*/ 87051 w 107161"/>
                <a:gd name="csY1" fmla="*/ 28935 h 49727"/>
                <a:gd name="csX2" fmla="*/ 78929 w 107161"/>
                <a:gd name="csY2" fmla="*/ 21689 h 49727"/>
                <a:gd name="csX3" fmla="*/ 16477 w 107161"/>
                <a:gd name="csY3" fmla="*/ 277 h 49727"/>
                <a:gd name="csX4" fmla="*/ 462 w 107161"/>
                <a:gd name="csY4" fmla="*/ 3738 h 49727"/>
                <a:gd name="csX5" fmla="*/ 26433 w 107161"/>
                <a:gd name="csY5" fmla="*/ 19416 h 49727"/>
                <a:gd name="csX6" fmla="*/ 34447 w 107161"/>
                <a:gd name="csY6" fmla="*/ 29582 h 49727"/>
                <a:gd name="csX7" fmla="*/ 56094 w 107161"/>
                <a:gd name="csY7" fmla="*/ 41476 h 49727"/>
                <a:gd name="csX8" fmla="*/ 89324 w 107161"/>
                <a:gd name="csY8" fmla="*/ 49477 h 49727"/>
                <a:gd name="csX9" fmla="*/ 105339 w 107161"/>
                <a:gd name="csY9" fmla="*/ 46340 h 49727"/>
                <a:gd name="csX10" fmla="*/ 103065 w 107161"/>
                <a:gd name="csY10" fmla="*/ 37044 h 49727"/>
                <a:gd name="csX11" fmla="*/ 103281 w 107161"/>
                <a:gd name="csY11" fmla="*/ 36936 h 49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7161" h="49727">
                  <a:moveTo>
                    <a:pt x="103281" y="36936"/>
                  </a:moveTo>
                  <a:cubicBezTo>
                    <a:pt x="100900" y="33259"/>
                    <a:pt x="98303" y="32935"/>
                    <a:pt x="87051" y="28935"/>
                  </a:cubicBezTo>
                  <a:cubicBezTo>
                    <a:pt x="82612" y="27417"/>
                    <a:pt x="79907" y="22769"/>
                    <a:pt x="78929" y="21689"/>
                  </a:cubicBezTo>
                  <a:cubicBezTo>
                    <a:pt x="70814" y="11415"/>
                    <a:pt x="36066" y="4925"/>
                    <a:pt x="16477" y="277"/>
                  </a:cubicBezTo>
                  <a:cubicBezTo>
                    <a:pt x="12038" y="-802"/>
                    <a:pt x="7282" y="1465"/>
                    <a:pt x="462" y="3738"/>
                  </a:cubicBezTo>
                  <a:cubicBezTo>
                    <a:pt x="-4085" y="5249"/>
                    <a:pt x="26433" y="19416"/>
                    <a:pt x="26433" y="19416"/>
                  </a:cubicBezTo>
                  <a:cubicBezTo>
                    <a:pt x="30332" y="21366"/>
                    <a:pt x="31958" y="25366"/>
                    <a:pt x="34447" y="29582"/>
                  </a:cubicBezTo>
                  <a:cubicBezTo>
                    <a:pt x="36828" y="33691"/>
                    <a:pt x="39533" y="34123"/>
                    <a:pt x="56094" y="41476"/>
                  </a:cubicBezTo>
                  <a:cubicBezTo>
                    <a:pt x="60425" y="43426"/>
                    <a:pt x="62044" y="43426"/>
                    <a:pt x="89324" y="49477"/>
                  </a:cubicBezTo>
                  <a:cubicBezTo>
                    <a:pt x="93756" y="50455"/>
                    <a:pt x="98627" y="48398"/>
                    <a:pt x="105339" y="46340"/>
                  </a:cubicBezTo>
                  <a:cubicBezTo>
                    <a:pt x="110101" y="44937"/>
                    <a:pt x="104151" y="39425"/>
                    <a:pt x="103065" y="37044"/>
                  </a:cubicBezTo>
                  <a:lnTo>
                    <a:pt x="103281" y="36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1D1C2BE1-04A3-9CDC-601C-8FC2884BDFFE}"/>
                </a:ext>
              </a:extLst>
            </p:cNvPr>
            <p:cNvSpPr/>
            <p:nvPr/>
          </p:nvSpPr>
          <p:spPr>
            <a:xfrm>
              <a:off x="3408214" y="2355029"/>
              <a:ext cx="253339" cy="264456"/>
            </a:xfrm>
            <a:custGeom>
              <a:avLst/>
              <a:gdLst>
                <a:gd name="csX0" fmla="*/ 244147 w 253339"/>
                <a:gd name="csY0" fmla="*/ 204853 h 264456"/>
                <a:gd name="csX1" fmla="*/ 239600 w 253339"/>
                <a:gd name="csY1" fmla="*/ 218156 h 264456"/>
                <a:gd name="csX2" fmla="*/ 231587 w 253339"/>
                <a:gd name="csY2" fmla="*/ 219775 h 264456"/>
                <a:gd name="csX3" fmla="*/ 232888 w 253339"/>
                <a:gd name="csY3" fmla="*/ 203989 h 264456"/>
                <a:gd name="csX4" fmla="*/ 239384 w 253339"/>
                <a:gd name="csY4" fmla="*/ 186901 h 264456"/>
                <a:gd name="csX5" fmla="*/ 224443 w 253339"/>
                <a:gd name="csY5" fmla="*/ 197283 h 264456"/>
                <a:gd name="csX6" fmla="*/ 215248 w 253339"/>
                <a:gd name="csY6" fmla="*/ 213724 h 264456"/>
                <a:gd name="csX7" fmla="*/ 211133 w 253339"/>
                <a:gd name="csY7" fmla="*/ 201392 h 264456"/>
                <a:gd name="csX8" fmla="*/ 224335 w 253339"/>
                <a:gd name="csY8" fmla="*/ 177929 h 264456"/>
                <a:gd name="csX9" fmla="*/ 232457 w 253339"/>
                <a:gd name="csY9" fmla="*/ 175979 h 264456"/>
                <a:gd name="csX10" fmla="*/ 237111 w 253339"/>
                <a:gd name="csY10" fmla="*/ 159114 h 264456"/>
                <a:gd name="csX11" fmla="*/ 231047 w 253339"/>
                <a:gd name="csY11" fmla="*/ 157272 h 264456"/>
                <a:gd name="csX12" fmla="*/ 224551 w 253339"/>
                <a:gd name="csY12" fmla="*/ 163006 h 264456"/>
                <a:gd name="csX13" fmla="*/ 218493 w 253339"/>
                <a:gd name="csY13" fmla="*/ 161711 h 264456"/>
                <a:gd name="csX14" fmla="*/ 213407 w 253339"/>
                <a:gd name="csY14" fmla="*/ 168734 h 264456"/>
                <a:gd name="csX15" fmla="*/ 206910 w 253339"/>
                <a:gd name="csY15" fmla="*/ 164625 h 264456"/>
                <a:gd name="csX16" fmla="*/ 212645 w 253339"/>
                <a:gd name="csY16" fmla="*/ 146026 h 264456"/>
                <a:gd name="csX17" fmla="*/ 211457 w 253339"/>
                <a:gd name="csY17" fmla="*/ 138997 h 264456"/>
                <a:gd name="csX18" fmla="*/ 217845 w 253339"/>
                <a:gd name="csY18" fmla="*/ 124398 h 264456"/>
                <a:gd name="csX19" fmla="*/ 198580 w 253339"/>
                <a:gd name="csY19" fmla="*/ 116073 h 264456"/>
                <a:gd name="csX20" fmla="*/ 186343 w 253339"/>
                <a:gd name="csY20" fmla="*/ 120074 h 264456"/>
                <a:gd name="csX21" fmla="*/ 185047 w 253339"/>
                <a:gd name="csY21" fmla="*/ 121268 h 264456"/>
                <a:gd name="csX22" fmla="*/ 173465 w 253339"/>
                <a:gd name="csY22" fmla="*/ 107209 h 264456"/>
                <a:gd name="csX23" fmla="*/ 168055 w 253339"/>
                <a:gd name="csY23" fmla="*/ 113152 h 264456"/>
                <a:gd name="csX24" fmla="*/ 164810 w 253339"/>
                <a:gd name="csY24" fmla="*/ 122671 h 264456"/>
                <a:gd name="csX25" fmla="*/ 157990 w 253339"/>
                <a:gd name="csY25" fmla="*/ 121153 h 264456"/>
                <a:gd name="csX26" fmla="*/ 154739 w 253339"/>
                <a:gd name="csY26" fmla="*/ 114562 h 264456"/>
                <a:gd name="csX27" fmla="*/ 136343 w 253339"/>
                <a:gd name="csY27" fmla="*/ 115965 h 264456"/>
                <a:gd name="csX28" fmla="*/ 134286 w 253339"/>
                <a:gd name="csY28" fmla="*/ 107856 h 264456"/>
                <a:gd name="csX29" fmla="*/ 129415 w 253339"/>
                <a:gd name="csY29" fmla="*/ 104072 h 264456"/>
                <a:gd name="csX30" fmla="*/ 147379 w 253339"/>
                <a:gd name="csY30" fmla="*/ 89473 h 264456"/>
                <a:gd name="csX31" fmla="*/ 147163 w 253339"/>
                <a:gd name="csY31" fmla="*/ 88933 h 264456"/>
                <a:gd name="csX32" fmla="*/ 130603 w 253339"/>
                <a:gd name="csY32" fmla="*/ 88394 h 264456"/>
                <a:gd name="csX33" fmla="*/ 122056 w 253339"/>
                <a:gd name="csY33" fmla="*/ 87632 h 264456"/>
                <a:gd name="csX34" fmla="*/ 118588 w 253339"/>
                <a:gd name="csY34" fmla="*/ 82768 h 264456"/>
                <a:gd name="csX35" fmla="*/ 116099 w 253339"/>
                <a:gd name="csY35" fmla="*/ 81796 h 264456"/>
                <a:gd name="csX36" fmla="*/ 96509 w 253339"/>
                <a:gd name="csY36" fmla="*/ 106231 h 264456"/>
                <a:gd name="csX37" fmla="*/ 96833 w 253339"/>
                <a:gd name="csY37" fmla="*/ 92070 h 264456"/>
                <a:gd name="csX38" fmla="*/ 98891 w 253339"/>
                <a:gd name="csY38" fmla="*/ 85365 h 264456"/>
                <a:gd name="csX39" fmla="*/ 132552 w 253339"/>
                <a:gd name="csY39" fmla="*/ 27294 h 264456"/>
                <a:gd name="csX40" fmla="*/ 123567 w 253339"/>
                <a:gd name="csY40" fmla="*/ 22754 h 264456"/>
                <a:gd name="csX41" fmla="*/ 123783 w 253339"/>
                <a:gd name="csY41" fmla="*/ 21884 h 264456"/>
                <a:gd name="csX42" fmla="*/ 143811 w 253339"/>
                <a:gd name="csY42" fmla="*/ 16048 h 264456"/>
                <a:gd name="csX43" fmla="*/ 145652 w 253339"/>
                <a:gd name="csY43" fmla="*/ 40 h 264456"/>
                <a:gd name="csX44" fmla="*/ 136991 w 253339"/>
                <a:gd name="csY44" fmla="*/ 3501 h 264456"/>
                <a:gd name="csX45" fmla="*/ 136559 w 253339"/>
                <a:gd name="csY45" fmla="*/ 4802 h 264456"/>
                <a:gd name="csX46" fmla="*/ 132012 w 253339"/>
                <a:gd name="csY46" fmla="*/ 8371 h 264456"/>
                <a:gd name="csX47" fmla="*/ 123027 w 253339"/>
                <a:gd name="csY47" fmla="*/ 4586 h 264456"/>
                <a:gd name="csX48" fmla="*/ 96078 w 253339"/>
                <a:gd name="csY48" fmla="*/ 22100 h 264456"/>
                <a:gd name="csX49" fmla="*/ 83308 w 253339"/>
                <a:gd name="csY49" fmla="*/ 47512 h 264456"/>
                <a:gd name="csX50" fmla="*/ 72913 w 253339"/>
                <a:gd name="csY50" fmla="*/ 55298 h 264456"/>
                <a:gd name="csX51" fmla="*/ 43582 w 253339"/>
                <a:gd name="csY51" fmla="*/ 126564 h 264456"/>
                <a:gd name="csX52" fmla="*/ 48021 w 253339"/>
                <a:gd name="csY52" fmla="*/ 130348 h 264456"/>
                <a:gd name="csX53" fmla="*/ 40553 w 253339"/>
                <a:gd name="csY53" fmla="*/ 139213 h 264456"/>
                <a:gd name="csX54" fmla="*/ 33194 w 253339"/>
                <a:gd name="csY54" fmla="*/ 142565 h 264456"/>
                <a:gd name="csX55" fmla="*/ 27783 w 253339"/>
                <a:gd name="csY55" fmla="*/ 163222 h 264456"/>
                <a:gd name="csX56" fmla="*/ 35143 w 253339"/>
                <a:gd name="csY56" fmla="*/ 169280 h 264456"/>
                <a:gd name="csX57" fmla="*/ 27783 w 253339"/>
                <a:gd name="csY57" fmla="*/ 174036 h 264456"/>
                <a:gd name="csX58" fmla="*/ 22043 w 253339"/>
                <a:gd name="csY58" fmla="*/ 177389 h 264456"/>
                <a:gd name="csX59" fmla="*/ 288 w 253339"/>
                <a:gd name="csY59" fmla="*/ 202802 h 264456"/>
                <a:gd name="csX60" fmla="*/ 7324 w 253339"/>
                <a:gd name="csY60" fmla="*/ 216314 h 264456"/>
                <a:gd name="csX61" fmla="*/ 42065 w 253339"/>
                <a:gd name="csY61" fmla="*/ 211558 h 264456"/>
                <a:gd name="csX62" fmla="*/ 93589 w 253339"/>
                <a:gd name="csY62" fmla="*/ 216537 h 264456"/>
                <a:gd name="csX63" fmla="*/ 121078 w 253339"/>
                <a:gd name="csY63" fmla="*/ 212206 h 264456"/>
                <a:gd name="csX64" fmla="*/ 124221 w 253339"/>
                <a:gd name="csY64" fmla="*/ 220969 h 264456"/>
                <a:gd name="csX65" fmla="*/ 145652 w 253339"/>
                <a:gd name="csY65" fmla="*/ 219127 h 264456"/>
                <a:gd name="csX66" fmla="*/ 150523 w 253339"/>
                <a:gd name="csY66" fmla="*/ 210371 h 264456"/>
                <a:gd name="csX67" fmla="*/ 169350 w 253339"/>
                <a:gd name="csY67" fmla="*/ 214695 h 264456"/>
                <a:gd name="csX68" fmla="*/ 163400 w 253339"/>
                <a:gd name="csY68" fmla="*/ 221725 h 264456"/>
                <a:gd name="csX69" fmla="*/ 153444 w 253339"/>
                <a:gd name="csY69" fmla="*/ 227567 h 264456"/>
                <a:gd name="csX70" fmla="*/ 139372 w 253339"/>
                <a:gd name="csY70" fmla="*/ 239244 h 264456"/>
                <a:gd name="csX71" fmla="*/ 130171 w 253339"/>
                <a:gd name="csY71" fmla="*/ 241079 h 264456"/>
                <a:gd name="csX72" fmla="*/ 127358 w 253339"/>
                <a:gd name="csY72" fmla="*/ 248325 h 264456"/>
                <a:gd name="csX73" fmla="*/ 138617 w 253339"/>
                <a:gd name="csY73" fmla="*/ 253195 h 264456"/>
                <a:gd name="csX74" fmla="*/ 154307 w 253339"/>
                <a:gd name="csY74" fmla="*/ 248217 h 264456"/>
                <a:gd name="csX75" fmla="*/ 167077 w 253339"/>
                <a:gd name="csY75" fmla="*/ 232323 h 264456"/>
                <a:gd name="csX76" fmla="*/ 184616 w 253339"/>
                <a:gd name="csY76" fmla="*/ 223890 h 264456"/>
                <a:gd name="csX77" fmla="*/ 196522 w 253339"/>
                <a:gd name="csY77" fmla="*/ 208961 h 264456"/>
                <a:gd name="csX78" fmla="*/ 200631 w 253339"/>
                <a:gd name="csY78" fmla="*/ 215127 h 264456"/>
                <a:gd name="csX79" fmla="*/ 201716 w 253339"/>
                <a:gd name="csY79" fmla="*/ 233402 h 264456"/>
                <a:gd name="csX80" fmla="*/ 195652 w 253339"/>
                <a:gd name="csY80" fmla="*/ 253735 h 264456"/>
                <a:gd name="csX81" fmla="*/ 201608 w 253339"/>
                <a:gd name="csY81" fmla="*/ 254707 h 264456"/>
                <a:gd name="csX82" fmla="*/ 215680 w 253339"/>
                <a:gd name="csY82" fmla="*/ 242597 h 264456"/>
                <a:gd name="csX83" fmla="*/ 214594 w 253339"/>
                <a:gd name="csY83" fmla="*/ 262492 h 264456"/>
                <a:gd name="csX84" fmla="*/ 219249 w 253339"/>
                <a:gd name="csY84" fmla="*/ 264003 h 264456"/>
                <a:gd name="csX85" fmla="*/ 224881 w 253339"/>
                <a:gd name="csY85" fmla="*/ 260657 h 264456"/>
                <a:gd name="csX86" fmla="*/ 229859 w 253339"/>
                <a:gd name="csY86" fmla="*/ 262600 h 264456"/>
                <a:gd name="csX87" fmla="*/ 233968 w 253339"/>
                <a:gd name="csY87" fmla="*/ 263247 h 264456"/>
                <a:gd name="csX88" fmla="*/ 241544 w 253339"/>
                <a:gd name="csY88" fmla="*/ 251570 h 264456"/>
                <a:gd name="csX89" fmla="*/ 243277 w 253339"/>
                <a:gd name="csY89" fmla="*/ 239136 h 264456"/>
                <a:gd name="csX90" fmla="*/ 252478 w 253339"/>
                <a:gd name="csY90" fmla="*/ 215235 h 264456"/>
                <a:gd name="csX91" fmla="*/ 244363 w 253339"/>
                <a:gd name="csY91" fmla="*/ 204961 h 264456"/>
                <a:gd name="csX92" fmla="*/ 244147 w 253339"/>
                <a:gd name="csY92" fmla="*/ 204853 h 264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253339" h="264456">
                  <a:moveTo>
                    <a:pt x="244147" y="204853"/>
                  </a:moveTo>
                  <a:cubicBezTo>
                    <a:pt x="243169" y="208961"/>
                    <a:pt x="243925" y="215235"/>
                    <a:pt x="239600" y="218156"/>
                  </a:cubicBezTo>
                  <a:cubicBezTo>
                    <a:pt x="237543" y="219127"/>
                    <a:pt x="231695" y="225185"/>
                    <a:pt x="231587" y="219775"/>
                  </a:cubicBezTo>
                  <a:cubicBezTo>
                    <a:pt x="231479" y="212968"/>
                    <a:pt x="230723" y="208313"/>
                    <a:pt x="232888" y="203989"/>
                  </a:cubicBezTo>
                  <a:cubicBezTo>
                    <a:pt x="239816" y="190470"/>
                    <a:pt x="243493" y="184742"/>
                    <a:pt x="239384" y="186901"/>
                  </a:cubicBezTo>
                  <a:cubicBezTo>
                    <a:pt x="230507" y="191448"/>
                    <a:pt x="226069" y="192851"/>
                    <a:pt x="224443" y="197283"/>
                  </a:cubicBezTo>
                  <a:cubicBezTo>
                    <a:pt x="219141" y="211666"/>
                    <a:pt x="217845" y="217724"/>
                    <a:pt x="215248" y="213724"/>
                  </a:cubicBezTo>
                  <a:cubicBezTo>
                    <a:pt x="213622" y="210263"/>
                    <a:pt x="208536" y="206154"/>
                    <a:pt x="211133" y="201392"/>
                  </a:cubicBezTo>
                  <a:lnTo>
                    <a:pt x="224335" y="177929"/>
                  </a:lnTo>
                  <a:cubicBezTo>
                    <a:pt x="227040" y="173065"/>
                    <a:pt x="230075" y="180958"/>
                    <a:pt x="232457" y="175979"/>
                  </a:cubicBezTo>
                  <a:cubicBezTo>
                    <a:pt x="235054" y="169064"/>
                    <a:pt x="240788" y="163438"/>
                    <a:pt x="237111" y="159114"/>
                  </a:cubicBezTo>
                  <a:cubicBezTo>
                    <a:pt x="236565" y="158682"/>
                    <a:pt x="233212" y="153056"/>
                    <a:pt x="231047" y="157272"/>
                  </a:cubicBezTo>
                  <a:cubicBezTo>
                    <a:pt x="229968" y="158790"/>
                    <a:pt x="228126" y="166467"/>
                    <a:pt x="224551" y="163006"/>
                  </a:cubicBezTo>
                  <a:cubicBezTo>
                    <a:pt x="223795" y="162574"/>
                    <a:pt x="219681" y="156948"/>
                    <a:pt x="218493" y="161711"/>
                  </a:cubicBezTo>
                  <a:cubicBezTo>
                    <a:pt x="218061" y="162790"/>
                    <a:pt x="217953" y="169280"/>
                    <a:pt x="213407" y="168734"/>
                  </a:cubicBezTo>
                  <a:cubicBezTo>
                    <a:pt x="211781" y="168302"/>
                    <a:pt x="204529" y="169280"/>
                    <a:pt x="206910" y="164625"/>
                  </a:cubicBezTo>
                  <a:cubicBezTo>
                    <a:pt x="212975" y="152732"/>
                    <a:pt x="215572" y="149595"/>
                    <a:pt x="212645" y="146026"/>
                  </a:cubicBezTo>
                  <a:cubicBezTo>
                    <a:pt x="212429" y="145379"/>
                    <a:pt x="208752" y="142565"/>
                    <a:pt x="211457" y="138997"/>
                  </a:cubicBezTo>
                  <a:cubicBezTo>
                    <a:pt x="215134" y="132729"/>
                    <a:pt x="222716" y="127103"/>
                    <a:pt x="217845" y="124398"/>
                  </a:cubicBezTo>
                  <a:cubicBezTo>
                    <a:pt x="208212" y="119102"/>
                    <a:pt x="203342" y="115318"/>
                    <a:pt x="198580" y="116073"/>
                  </a:cubicBezTo>
                  <a:cubicBezTo>
                    <a:pt x="193817" y="116829"/>
                    <a:pt x="189594" y="116937"/>
                    <a:pt x="186343" y="120074"/>
                  </a:cubicBezTo>
                  <a:lnTo>
                    <a:pt x="185047" y="121268"/>
                  </a:lnTo>
                  <a:cubicBezTo>
                    <a:pt x="179206" y="126887"/>
                    <a:pt x="180501" y="104180"/>
                    <a:pt x="173465" y="107209"/>
                  </a:cubicBezTo>
                  <a:cubicBezTo>
                    <a:pt x="172925" y="107640"/>
                    <a:pt x="168055" y="108504"/>
                    <a:pt x="168055" y="113152"/>
                  </a:cubicBezTo>
                  <a:cubicBezTo>
                    <a:pt x="167731" y="114886"/>
                    <a:pt x="169350" y="121153"/>
                    <a:pt x="164810" y="122671"/>
                  </a:cubicBezTo>
                  <a:cubicBezTo>
                    <a:pt x="163724" y="122671"/>
                    <a:pt x="157990" y="126240"/>
                    <a:pt x="157990" y="121153"/>
                  </a:cubicBezTo>
                  <a:cubicBezTo>
                    <a:pt x="157774" y="120182"/>
                    <a:pt x="159178" y="113368"/>
                    <a:pt x="154739" y="114562"/>
                  </a:cubicBezTo>
                  <a:cubicBezTo>
                    <a:pt x="139912" y="118455"/>
                    <a:pt x="135473" y="120829"/>
                    <a:pt x="136343" y="115965"/>
                  </a:cubicBezTo>
                  <a:cubicBezTo>
                    <a:pt x="136343" y="114886"/>
                    <a:pt x="138724" y="108936"/>
                    <a:pt x="134286" y="107856"/>
                  </a:cubicBezTo>
                  <a:cubicBezTo>
                    <a:pt x="133092" y="107317"/>
                    <a:pt x="125193" y="106561"/>
                    <a:pt x="129415" y="104072"/>
                  </a:cubicBezTo>
                  <a:cubicBezTo>
                    <a:pt x="145430" y="94769"/>
                    <a:pt x="149221" y="93905"/>
                    <a:pt x="147379" y="89473"/>
                  </a:cubicBezTo>
                  <a:lnTo>
                    <a:pt x="147163" y="88933"/>
                  </a:lnTo>
                  <a:cubicBezTo>
                    <a:pt x="144243" y="81796"/>
                    <a:pt x="134825" y="94013"/>
                    <a:pt x="130603" y="88394"/>
                  </a:cubicBezTo>
                  <a:cubicBezTo>
                    <a:pt x="128113" y="85149"/>
                    <a:pt x="121401" y="87632"/>
                    <a:pt x="122056" y="87632"/>
                  </a:cubicBezTo>
                  <a:cubicBezTo>
                    <a:pt x="118157" y="88610"/>
                    <a:pt x="118372" y="82120"/>
                    <a:pt x="118588" y="82768"/>
                  </a:cubicBezTo>
                  <a:cubicBezTo>
                    <a:pt x="118588" y="80710"/>
                    <a:pt x="117401" y="80278"/>
                    <a:pt x="116099" y="81796"/>
                  </a:cubicBezTo>
                  <a:cubicBezTo>
                    <a:pt x="116099" y="81796"/>
                    <a:pt x="96509" y="104935"/>
                    <a:pt x="96509" y="106231"/>
                  </a:cubicBezTo>
                  <a:cubicBezTo>
                    <a:pt x="96509" y="105259"/>
                    <a:pt x="96833" y="92070"/>
                    <a:pt x="96833" y="92070"/>
                  </a:cubicBezTo>
                  <a:cubicBezTo>
                    <a:pt x="96833" y="90013"/>
                    <a:pt x="97811" y="86984"/>
                    <a:pt x="98891" y="85365"/>
                  </a:cubicBezTo>
                  <a:cubicBezTo>
                    <a:pt x="135257" y="28589"/>
                    <a:pt x="137422" y="27726"/>
                    <a:pt x="132552" y="27294"/>
                  </a:cubicBezTo>
                  <a:cubicBezTo>
                    <a:pt x="129955" y="26646"/>
                    <a:pt x="122595" y="28050"/>
                    <a:pt x="123567" y="22754"/>
                  </a:cubicBezTo>
                  <a:lnTo>
                    <a:pt x="123783" y="21884"/>
                  </a:lnTo>
                  <a:cubicBezTo>
                    <a:pt x="125300" y="13559"/>
                    <a:pt x="141214" y="24049"/>
                    <a:pt x="143811" y="16048"/>
                  </a:cubicBezTo>
                  <a:cubicBezTo>
                    <a:pt x="145652" y="8047"/>
                    <a:pt x="151062" y="40"/>
                    <a:pt x="145652" y="40"/>
                  </a:cubicBezTo>
                  <a:cubicBezTo>
                    <a:pt x="144243" y="256"/>
                    <a:pt x="138724" y="-1148"/>
                    <a:pt x="136991" y="3501"/>
                  </a:cubicBezTo>
                  <a:lnTo>
                    <a:pt x="136559" y="4802"/>
                  </a:lnTo>
                  <a:cubicBezTo>
                    <a:pt x="135905" y="6637"/>
                    <a:pt x="133854" y="8263"/>
                    <a:pt x="132012" y="8371"/>
                  </a:cubicBezTo>
                  <a:cubicBezTo>
                    <a:pt x="127034" y="8695"/>
                    <a:pt x="127466" y="2097"/>
                    <a:pt x="123027" y="4586"/>
                  </a:cubicBezTo>
                  <a:cubicBezTo>
                    <a:pt x="99431" y="17667"/>
                    <a:pt x="97811" y="17667"/>
                    <a:pt x="96078" y="22100"/>
                  </a:cubicBezTo>
                  <a:cubicBezTo>
                    <a:pt x="87524" y="42972"/>
                    <a:pt x="87200" y="45461"/>
                    <a:pt x="83308" y="47512"/>
                  </a:cubicBezTo>
                  <a:cubicBezTo>
                    <a:pt x="76596" y="50973"/>
                    <a:pt x="74646" y="51621"/>
                    <a:pt x="72913" y="55298"/>
                  </a:cubicBezTo>
                  <a:cubicBezTo>
                    <a:pt x="40553" y="125592"/>
                    <a:pt x="38820" y="126132"/>
                    <a:pt x="43582" y="126564"/>
                  </a:cubicBezTo>
                  <a:cubicBezTo>
                    <a:pt x="44230" y="126779"/>
                    <a:pt x="49970" y="126132"/>
                    <a:pt x="48021" y="130348"/>
                  </a:cubicBezTo>
                  <a:cubicBezTo>
                    <a:pt x="46719" y="132514"/>
                    <a:pt x="45424" y="139213"/>
                    <a:pt x="40553" y="139213"/>
                  </a:cubicBezTo>
                  <a:cubicBezTo>
                    <a:pt x="39906" y="139321"/>
                    <a:pt x="35035" y="138241"/>
                    <a:pt x="33194" y="142565"/>
                  </a:cubicBezTo>
                  <a:cubicBezTo>
                    <a:pt x="26374" y="157926"/>
                    <a:pt x="23561" y="161603"/>
                    <a:pt x="27783" y="163222"/>
                  </a:cubicBezTo>
                  <a:cubicBezTo>
                    <a:pt x="29619" y="164302"/>
                    <a:pt x="36546" y="165171"/>
                    <a:pt x="35143" y="169280"/>
                  </a:cubicBezTo>
                  <a:cubicBezTo>
                    <a:pt x="33949" y="173065"/>
                    <a:pt x="27237" y="174252"/>
                    <a:pt x="27783" y="174036"/>
                  </a:cubicBezTo>
                  <a:cubicBezTo>
                    <a:pt x="25942" y="174576"/>
                    <a:pt x="23345" y="176087"/>
                    <a:pt x="22043" y="177389"/>
                  </a:cubicBezTo>
                  <a:cubicBezTo>
                    <a:pt x="1374" y="197176"/>
                    <a:pt x="-1007" y="198039"/>
                    <a:pt x="288" y="202802"/>
                  </a:cubicBezTo>
                  <a:cubicBezTo>
                    <a:pt x="2453" y="208529"/>
                    <a:pt x="2130" y="217184"/>
                    <a:pt x="7324" y="216314"/>
                  </a:cubicBezTo>
                  <a:cubicBezTo>
                    <a:pt x="35575" y="211666"/>
                    <a:pt x="37417" y="211018"/>
                    <a:pt x="42065" y="211558"/>
                  </a:cubicBezTo>
                  <a:cubicBezTo>
                    <a:pt x="88934" y="217292"/>
                    <a:pt x="89042" y="217832"/>
                    <a:pt x="93589" y="216537"/>
                  </a:cubicBezTo>
                  <a:cubicBezTo>
                    <a:pt x="117941" y="209507"/>
                    <a:pt x="121185" y="207234"/>
                    <a:pt x="121078" y="212206"/>
                  </a:cubicBezTo>
                  <a:cubicBezTo>
                    <a:pt x="121294" y="213832"/>
                    <a:pt x="119458" y="220537"/>
                    <a:pt x="124221" y="220969"/>
                  </a:cubicBezTo>
                  <a:cubicBezTo>
                    <a:pt x="141106" y="222372"/>
                    <a:pt x="144782" y="223890"/>
                    <a:pt x="145652" y="219127"/>
                  </a:cubicBezTo>
                  <a:cubicBezTo>
                    <a:pt x="146408" y="216969"/>
                    <a:pt x="145652" y="210047"/>
                    <a:pt x="150523" y="210371"/>
                  </a:cubicBezTo>
                  <a:cubicBezTo>
                    <a:pt x="166753" y="211234"/>
                    <a:pt x="171516" y="210371"/>
                    <a:pt x="169350" y="214695"/>
                  </a:cubicBezTo>
                  <a:cubicBezTo>
                    <a:pt x="168919" y="215343"/>
                    <a:pt x="167407" y="219991"/>
                    <a:pt x="163400" y="221725"/>
                  </a:cubicBezTo>
                  <a:cubicBezTo>
                    <a:pt x="159825" y="223236"/>
                    <a:pt x="156257" y="224322"/>
                    <a:pt x="153444" y="227567"/>
                  </a:cubicBezTo>
                  <a:cubicBezTo>
                    <a:pt x="147163" y="234698"/>
                    <a:pt x="144027" y="239568"/>
                    <a:pt x="139372" y="239244"/>
                  </a:cubicBezTo>
                  <a:cubicBezTo>
                    <a:pt x="138508" y="239244"/>
                    <a:pt x="133530" y="237943"/>
                    <a:pt x="130171" y="241079"/>
                  </a:cubicBezTo>
                  <a:cubicBezTo>
                    <a:pt x="129415" y="242165"/>
                    <a:pt x="123459" y="245620"/>
                    <a:pt x="127358" y="248325"/>
                  </a:cubicBezTo>
                  <a:cubicBezTo>
                    <a:pt x="129955" y="249735"/>
                    <a:pt x="133746" y="253843"/>
                    <a:pt x="138617" y="253195"/>
                  </a:cubicBezTo>
                  <a:cubicBezTo>
                    <a:pt x="145760" y="252217"/>
                    <a:pt x="151602" y="252325"/>
                    <a:pt x="154307" y="248217"/>
                  </a:cubicBezTo>
                  <a:cubicBezTo>
                    <a:pt x="160911" y="238051"/>
                    <a:pt x="162861" y="233726"/>
                    <a:pt x="167077" y="232323"/>
                  </a:cubicBezTo>
                  <a:cubicBezTo>
                    <a:pt x="178659" y="228538"/>
                    <a:pt x="182343" y="228106"/>
                    <a:pt x="184616" y="223890"/>
                  </a:cubicBezTo>
                  <a:cubicBezTo>
                    <a:pt x="191868" y="210371"/>
                    <a:pt x="192947" y="206262"/>
                    <a:pt x="196522" y="208961"/>
                  </a:cubicBezTo>
                  <a:cubicBezTo>
                    <a:pt x="197170" y="209615"/>
                    <a:pt x="199875" y="211126"/>
                    <a:pt x="200631" y="215127"/>
                  </a:cubicBezTo>
                  <a:cubicBezTo>
                    <a:pt x="202364" y="225293"/>
                    <a:pt x="203666" y="229186"/>
                    <a:pt x="201716" y="233402"/>
                  </a:cubicBezTo>
                  <a:cubicBezTo>
                    <a:pt x="194788" y="247893"/>
                    <a:pt x="192515" y="250598"/>
                    <a:pt x="195652" y="253735"/>
                  </a:cubicBezTo>
                  <a:cubicBezTo>
                    <a:pt x="196198" y="254059"/>
                    <a:pt x="198687" y="257844"/>
                    <a:pt x="201608" y="254707"/>
                  </a:cubicBezTo>
                  <a:cubicBezTo>
                    <a:pt x="212213" y="243353"/>
                    <a:pt x="216544" y="237619"/>
                    <a:pt x="215680" y="242597"/>
                  </a:cubicBezTo>
                  <a:cubicBezTo>
                    <a:pt x="213838" y="253519"/>
                    <a:pt x="212429" y="258275"/>
                    <a:pt x="214594" y="262492"/>
                  </a:cubicBezTo>
                  <a:cubicBezTo>
                    <a:pt x="215572" y="264333"/>
                    <a:pt x="217630" y="264981"/>
                    <a:pt x="219249" y="264003"/>
                  </a:cubicBezTo>
                  <a:lnTo>
                    <a:pt x="224881" y="260657"/>
                  </a:lnTo>
                  <a:cubicBezTo>
                    <a:pt x="228018" y="258707"/>
                    <a:pt x="230399" y="263139"/>
                    <a:pt x="229859" y="262600"/>
                  </a:cubicBezTo>
                  <a:cubicBezTo>
                    <a:pt x="230831" y="264333"/>
                    <a:pt x="232672" y="264657"/>
                    <a:pt x="233968" y="263247"/>
                  </a:cubicBezTo>
                  <a:cubicBezTo>
                    <a:pt x="236457" y="260110"/>
                    <a:pt x="241544" y="257088"/>
                    <a:pt x="241544" y="251570"/>
                  </a:cubicBezTo>
                  <a:cubicBezTo>
                    <a:pt x="241544" y="247029"/>
                    <a:pt x="241220" y="242921"/>
                    <a:pt x="243277" y="239136"/>
                  </a:cubicBezTo>
                  <a:cubicBezTo>
                    <a:pt x="252802" y="221185"/>
                    <a:pt x="254751" y="219235"/>
                    <a:pt x="252478" y="215235"/>
                  </a:cubicBezTo>
                  <a:cubicBezTo>
                    <a:pt x="247608" y="206262"/>
                    <a:pt x="245119" y="200096"/>
                    <a:pt x="244363" y="204961"/>
                  </a:cubicBezTo>
                  <a:lnTo>
                    <a:pt x="244147" y="20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B9AB7310-8A75-A588-D857-5CAC500F5BD6}"/>
                </a:ext>
              </a:extLst>
            </p:cNvPr>
            <p:cNvSpPr/>
            <p:nvPr/>
          </p:nvSpPr>
          <p:spPr>
            <a:xfrm>
              <a:off x="3407632" y="2514372"/>
              <a:ext cx="19494" cy="15021"/>
            </a:xfrm>
            <a:custGeom>
              <a:avLst/>
              <a:gdLst>
                <a:gd name="csX0" fmla="*/ 1410 w 19494"/>
                <a:gd name="csY0" fmla="*/ 14153 h 15021"/>
                <a:gd name="csX1" fmla="*/ 18294 w 19494"/>
                <a:gd name="csY1" fmla="*/ 6584 h 15021"/>
                <a:gd name="csX2" fmla="*/ 12344 w 19494"/>
                <a:gd name="csY2" fmla="*/ 418 h 15021"/>
                <a:gd name="csX3" fmla="*/ 762 w 19494"/>
                <a:gd name="csY3" fmla="*/ 9498 h 15021"/>
                <a:gd name="csX4" fmla="*/ 1302 w 19494"/>
                <a:gd name="csY4" fmla="*/ 14153 h 15021"/>
                <a:gd name="csX5" fmla="*/ 1410 w 19494"/>
                <a:gd name="csY5" fmla="*/ 14153 h 15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494" h="15021">
                  <a:moveTo>
                    <a:pt x="1410" y="14153"/>
                  </a:moveTo>
                  <a:cubicBezTo>
                    <a:pt x="4985" y="16528"/>
                    <a:pt x="7258" y="14045"/>
                    <a:pt x="18294" y="6584"/>
                  </a:cubicBezTo>
                  <a:cubicBezTo>
                    <a:pt x="22517" y="3771"/>
                    <a:pt x="14402" y="1821"/>
                    <a:pt x="12344" y="418"/>
                  </a:cubicBezTo>
                  <a:cubicBezTo>
                    <a:pt x="7582" y="-1856"/>
                    <a:pt x="4661" y="5714"/>
                    <a:pt x="762" y="9498"/>
                  </a:cubicBezTo>
                  <a:cubicBezTo>
                    <a:pt x="-426" y="11016"/>
                    <a:pt x="-210" y="13067"/>
                    <a:pt x="1302" y="14153"/>
                  </a:cubicBezTo>
                  <a:lnTo>
                    <a:pt x="1410" y="14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7AA257DC-D748-6786-0C63-ADFD6DB6C8AD}"/>
                </a:ext>
              </a:extLst>
            </p:cNvPr>
            <p:cNvSpPr/>
            <p:nvPr/>
          </p:nvSpPr>
          <p:spPr>
            <a:xfrm>
              <a:off x="3597154" y="2452677"/>
              <a:ext cx="12580" cy="13715"/>
            </a:xfrm>
            <a:custGeom>
              <a:avLst/>
              <a:gdLst>
                <a:gd name="csX0" fmla="*/ 3899 w 12580"/>
                <a:gd name="csY0" fmla="*/ 366 h 13715"/>
                <a:gd name="csX1" fmla="*/ 3143 w 12580"/>
                <a:gd name="csY1" fmla="*/ 689 h 13715"/>
                <a:gd name="csX2" fmla="*/ 0 w 12580"/>
                <a:gd name="csY2" fmla="*/ 5776 h 13715"/>
                <a:gd name="csX3" fmla="*/ 0 w 12580"/>
                <a:gd name="csY3" fmla="*/ 13669 h 13715"/>
                <a:gd name="csX4" fmla="*/ 10935 w 12580"/>
                <a:gd name="csY4" fmla="*/ 9021 h 13715"/>
                <a:gd name="csX5" fmla="*/ 11906 w 12580"/>
                <a:gd name="csY5" fmla="*/ 5128 h 13715"/>
                <a:gd name="csX6" fmla="*/ 3899 w 12580"/>
                <a:gd name="csY6" fmla="*/ 366 h 1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80" h="13715">
                  <a:moveTo>
                    <a:pt x="3899" y="366"/>
                  </a:moveTo>
                  <a:lnTo>
                    <a:pt x="3143" y="689"/>
                  </a:lnTo>
                  <a:cubicBezTo>
                    <a:pt x="1410" y="1451"/>
                    <a:pt x="0" y="3719"/>
                    <a:pt x="0" y="5776"/>
                  </a:cubicBezTo>
                  <a:cubicBezTo>
                    <a:pt x="0" y="5776"/>
                    <a:pt x="0" y="14424"/>
                    <a:pt x="0" y="13669"/>
                  </a:cubicBezTo>
                  <a:cubicBezTo>
                    <a:pt x="0" y="12913"/>
                    <a:pt x="10935" y="9021"/>
                    <a:pt x="10935" y="9021"/>
                  </a:cubicBezTo>
                  <a:cubicBezTo>
                    <a:pt x="12668" y="8367"/>
                    <a:pt x="13100" y="6639"/>
                    <a:pt x="11906" y="5128"/>
                  </a:cubicBezTo>
                  <a:cubicBezTo>
                    <a:pt x="10826" y="4150"/>
                    <a:pt x="8229" y="-1470"/>
                    <a:pt x="3899" y="3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BA02D2C-88B6-E70C-703A-826D2C49F8DF}"/>
                </a:ext>
              </a:extLst>
            </p:cNvPr>
            <p:cNvSpPr/>
            <p:nvPr/>
          </p:nvSpPr>
          <p:spPr>
            <a:xfrm>
              <a:off x="3546068" y="2397083"/>
              <a:ext cx="9194" cy="10499"/>
            </a:xfrm>
            <a:custGeom>
              <a:avLst/>
              <a:gdLst>
                <a:gd name="csX0" fmla="*/ 6058 w 9194"/>
                <a:gd name="csY0" fmla="*/ 378 h 10499"/>
                <a:gd name="csX1" fmla="*/ 0 w 9194"/>
                <a:gd name="csY1" fmla="*/ 7084 h 10499"/>
                <a:gd name="csX2" fmla="*/ 0 w 9194"/>
                <a:gd name="csY2" fmla="*/ 8055 h 10499"/>
                <a:gd name="csX3" fmla="*/ 9195 w 9194"/>
                <a:gd name="csY3" fmla="*/ 3839 h 10499"/>
                <a:gd name="csX4" fmla="*/ 9195 w 9194"/>
                <a:gd name="csY4" fmla="*/ 2436 h 10499"/>
                <a:gd name="csX5" fmla="*/ 6166 w 9194"/>
                <a:gd name="csY5" fmla="*/ 270 h 10499"/>
                <a:gd name="csX6" fmla="*/ 6058 w 9194"/>
                <a:gd name="csY6" fmla="*/ 378 h 10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94" h="10499">
                  <a:moveTo>
                    <a:pt x="6058" y="378"/>
                  </a:moveTo>
                  <a:cubicBezTo>
                    <a:pt x="4978" y="1242"/>
                    <a:pt x="0" y="2004"/>
                    <a:pt x="0" y="7084"/>
                  </a:cubicBezTo>
                  <a:lnTo>
                    <a:pt x="0" y="8055"/>
                  </a:lnTo>
                  <a:cubicBezTo>
                    <a:pt x="0" y="13466"/>
                    <a:pt x="9195" y="8919"/>
                    <a:pt x="9195" y="3839"/>
                  </a:cubicBezTo>
                  <a:lnTo>
                    <a:pt x="9195" y="2436"/>
                  </a:lnTo>
                  <a:cubicBezTo>
                    <a:pt x="9195" y="378"/>
                    <a:pt x="7792" y="-486"/>
                    <a:pt x="6166" y="270"/>
                  </a:cubicBezTo>
                  <a:lnTo>
                    <a:pt x="6058" y="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13377CED-5555-364F-8B21-D41B28D28193}"/>
                </a:ext>
              </a:extLst>
            </p:cNvPr>
            <p:cNvSpPr/>
            <p:nvPr/>
          </p:nvSpPr>
          <p:spPr>
            <a:xfrm>
              <a:off x="3552211" y="2333974"/>
              <a:ext cx="10732" cy="11290"/>
            </a:xfrm>
            <a:custGeom>
              <a:avLst/>
              <a:gdLst>
                <a:gd name="csX0" fmla="*/ 8577 w 10732"/>
                <a:gd name="csY0" fmla="*/ 8877 h 11290"/>
                <a:gd name="csX1" fmla="*/ 10412 w 10732"/>
                <a:gd name="csY1" fmla="*/ 3905 h 11290"/>
                <a:gd name="csX2" fmla="*/ 3598 w 10732"/>
                <a:gd name="csY2" fmla="*/ 2387 h 11290"/>
                <a:gd name="csX3" fmla="*/ 1757 w 10732"/>
                <a:gd name="csY3" fmla="*/ 10394 h 11290"/>
                <a:gd name="csX4" fmla="*/ 8577 w 10732"/>
                <a:gd name="csY4" fmla="*/ 8877 h 1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2" h="11290">
                  <a:moveTo>
                    <a:pt x="8577" y="8877"/>
                  </a:moveTo>
                  <a:lnTo>
                    <a:pt x="10412" y="3905"/>
                  </a:lnTo>
                  <a:cubicBezTo>
                    <a:pt x="12145" y="-528"/>
                    <a:pt x="6412" y="-1397"/>
                    <a:pt x="3598" y="2387"/>
                  </a:cubicBezTo>
                  <a:cubicBezTo>
                    <a:pt x="2836" y="4013"/>
                    <a:pt x="-2790" y="8877"/>
                    <a:pt x="1757" y="10394"/>
                  </a:cubicBezTo>
                  <a:cubicBezTo>
                    <a:pt x="2404" y="10394"/>
                    <a:pt x="6951" y="13201"/>
                    <a:pt x="8577" y="88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AD45E9-8272-F0BE-E928-D1B410BFFD2D}"/>
                </a:ext>
              </a:extLst>
            </p:cNvPr>
            <p:cNvSpPr/>
            <p:nvPr/>
          </p:nvSpPr>
          <p:spPr>
            <a:xfrm>
              <a:off x="3218326" y="2598051"/>
              <a:ext cx="90912" cy="53620"/>
            </a:xfrm>
            <a:custGeom>
              <a:avLst/>
              <a:gdLst>
                <a:gd name="csX0" fmla="*/ 77495 w 90912"/>
                <a:gd name="csY0" fmla="*/ 40773 h 53620"/>
                <a:gd name="csX1" fmla="*/ 90812 w 90912"/>
                <a:gd name="csY1" fmla="*/ 30067 h 53620"/>
                <a:gd name="csX2" fmla="*/ 86481 w 90912"/>
                <a:gd name="csY2" fmla="*/ 25527 h 53620"/>
                <a:gd name="csX3" fmla="*/ 39402 w 90912"/>
                <a:gd name="csY3" fmla="*/ 27578 h 53620"/>
                <a:gd name="csX4" fmla="*/ 16129 w 90912"/>
                <a:gd name="csY4" fmla="*/ 10281 h 53620"/>
                <a:gd name="csX5" fmla="*/ 14395 w 90912"/>
                <a:gd name="csY5" fmla="*/ 978 h 53620"/>
                <a:gd name="csX6" fmla="*/ 0 w 90912"/>
                <a:gd name="csY6" fmla="*/ 17958 h 53620"/>
                <a:gd name="csX7" fmla="*/ 0 w 90912"/>
                <a:gd name="csY7" fmla="*/ 19361 h 53620"/>
                <a:gd name="csX8" fmla="*/ 12668 w 90912"/>
                <a:gd name="csY8" fmla="*/ 26283 h 53620"/>
                <a:gd name="csX9" fmla="*/ 16021 w 90912"/>
                <a:gd name="csY9" fmla="*/ 32449 h 53620"/>
                <a:gd name="csX10" fmla="*/ 25330 w 90912"/>
                <a:gd name="csY10" fmla="*/ 35369 h 53620"/>
                <a:gd name="csX11" fmla="*/ 31934 w 90912"/>
                <a:gd name="csY11" fmla="*/ 40773 h 53620"/>
                <a:gd name="csX12" fmla="*/ 55740 w 90912"/>
                <a:gd name="csY12" fmla="*/ 47587 h 53620"/>
                <a:gd name="csX13" fmla="*/ 61805 w 90912"/>
                <a:gd name="csY13" fmla="*/ 53530 h 53620"/>
                <a:gd name="csX14" fmla="*/ 74466 w 90912"/>
                <a:gd name="csY14" fmla="*/ 50184 h 53620"/>
                <a:gd name="csX15" fmla="*/ 77495 w 90912"/>
                <a:gd name="csY15" fmla="*/ 40773 h 53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912" h="53620">
                  <a:moveTo>
                    <a:pt x="77495" y="40773"/>
                  </a:moveTo>
                  <a:cubicBezTo>
                    <a:pt x="84100" y="36557"/>
                    <a:pt x="91891" y="35801"/>
                    <a:pt x="90812" y="30067"/>
                  </a:cubicBezTo>
                  <a:cubicBezTo>
                    <a:pt x="90488" y="29419"/>
                    <a:pt x="90488" y="24771"/>
                    <a:pt x="86481" y="25527"/>
                  </a:cubicBezTo>
                  <a:cubicBezTo>
                    <a:pt x="80315" y="26606"/>
                    <a:pt x="49035" y="33204"/>
                    <a:pt x="39402" y="27578"/>
                  </a:cubicBezTo>
                  <a:cubicBezTo>
                    <a:pt x="18834" y="15684"/>
                    <a:pt x="15913" y="15253"/>
                    <a:pt x="16129" y="10281"/>
                  </a:cubicBezTo>
                  <a:cubicBezTo>
                    <a:pt x="15913" y="6820"/>
                    <a:pt x="17862" y="-3131"/>
                    <a:pt x="14395" y="978"/>
                  </a:cubicBezTo>
                  <a:lnTo>
                    <a:pt x="0" y="17958"/>
                  </a:lnTo>
                  <a:lnTo>
                    <a:pt x="0" y="19361"/>
                  </a:lnTo>
                  <a:cubicBezTo>
                    <a:pt x="5086" y="21419"/>
                    <a:pt x="12668" y="20548"/>
                    <a:pt x="12668" y="26283"/>
                  </a:cubicBezTo>
                  <a:cubicBezTo>
                    <a:pt x="12776" y="26930"/>
                    <a:pt x="11690" y="32449"/>
                    <a:pt x="16021" y="32449"/>
                  </a:cubicBezTo>
                  <a:cubicBezTo>
                    <a:pt x="17316" y="32664"/>
                    <a:pt x="22625" y="31363"/>
                    <a:pt x="25330" y="35369"/>
                  </a:cubicBezTo>
                  <a:cubicBezTo>
                    <a:pt x="25978" y="36017"/>
                    <a:pt x="27819" y="39910"/>
                    <a:pt x="31934" y="40773"/>
                  </a:cubicBezTo>
                  <a:cubicBezTo>
                    <a:pt x="50546" y="44450"/>
                    <a:pt x="53905" y="43478"/>
                    <a:pt x="55740" y="47587"/>
                  </a:cubicBezTo>
                  <a:cubicBezTo>
                    <a:pt x="56286" y="48235"/>
                    <a:pt x="57258" y="53530"/>
                    <a:pt x="61805" y="53530"/>
                  </a:cubicBezTo>
                  <a:cubicBezTo>
                    <a:pt x="66675" y="52991"/>
                    <a:pt x="74466" y="55372"/>
                    <a:pt x="74466" y="50184"/>
                  </a:cubicBezTo>
                  <a:cubicBezTo>
                    <a:pt x="74790" y="48343"/>
                    <a:pt x="73171" y="43047"/>
                    <a:pt x="77495" y="407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50B2B61E-A8DD-AC05-0DC5-4F7661552FC8}"/>
                </a:ext>
              </a:extLst>
            </p:cNvPr>
            <p:cNvSpPr/>
            <p:nvPr/>
          </p:nvSpPr>
          <p:spPr>
            <a:xfrm>
              <a:off x="3306381" y="2581419"/>
              <a:ext cx="9336" cy="11072"/>
            </a:xfrm>
            <a:custGeom>
              <a:avLst/>
              <a:gdLst>
                <a:gd name="csX0" fmla="*/ 8928 w 9336"/>
                <a:gd name="csY0" fmla="*/ 4853 h 11072"/>
                <a:gd name="csX1" fmla="*/ 3188 w 9336"/>
                <a:gd name="csY1" fmla="*/ 852 h 11072"/>
                <a:gd name="csX2" fmla="*/ 698 w 9336"/>
                <a:gd name="csY2" fmla="*/ 7983 h 11072"/>
                <a:gd name="csX3" fmla="*/ 1568 w 9336"/>
                <a:gd name="csY3" fmla="*/ 9393 h 11072"/>
                <a:gd name="csX4" fmla="*/ 7626 w 9336"/>
                <a:gd name="csY4" fmla="*/ 9825 h 11072"/>
                <a:gd name="csX5" fmla="*/ 8928 w 9336"/>
                <a:gd name="csY5" fmla="*/ 4745 h 11072"/>
                <a:gd name="csX6" fmla="*/ 8928 w 9336"/>
                <a:gd name="csY6" fmla="*/ 4853 h 1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36" h="11072">
                  <a:moveTo>
                    <a:pt x="8928" y="4853"/>
                  </a:moveTo>
                  <a:cubicBezTo>
                    <a:pt x="8388" y="4199"/>
                    <a:pt x="6547" y="-2285"/>
                    <a:pt x="3188" y="852"/>
                  </a:cubicBezTo>
                  <a:cubicBezTo>
                    <a:pt x="2756" y="1500"/>
                    <a:pt x="-1683" y="4091"/>
                    <a:pt x="698" y="7983"/>
                  </a:cubicBezTo>
                  <a:lnTo>
                    <a:pt x="1568" y="9393"/>
                  </a:lnTo>
                  <a:cubicBezTo>
                    <a:pt x="3734" y="12962"/>
                    <a:pt x="8172" y="9717"/>
                    <a:pt x="7626" y="9825"/>
                  </a:cubicBezTo>
                  <a:cubicBezTo>
                    <a:pt x="9252" y="8853"/>
                    <a:pt x="9791" y="6580"/>
                    <a:pt x="8928" y="4745"/>
                  </a:cubicBezTo>
                  <a:lnTo>
                    <a:pt x="8928" y="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4CCD2D75-48E9-3582-A99D-53AC8508A2C7}"/>
                </a:ext>
              </a:extLst>
            </p:cNvPr>
            <p:cNvSpPr/>
            <p:nvPr/>
          </p:nvSpPr>
          <p:spPr>
            <a:xfrm>
              <a:off x="2253985" y="857994"/>
              <a:ext cx="1083194" cy="897970"/>
            </a:xfrm>
            <a:custGeom>
              <a:avLst/>
              <a:gdLst>
                <a:gd name="csX0" fmla="*/ 646669 w 1083194"/>
                <a:gd name="csY0" fmla="*/ 193045 h 897970"/>
                <a:gd name="csX1" fmla="*/ 620476 w 1083194"/>
                <a:gd name="csY1" fmla="*/ 205161 h 897970"/>
                <a:gd name="csX2" fmla="*/ 612253 w 1083194"/>
                <a:gd name="csY2" fmla="*/ 196074 h 897970"/>
                <a:gd name="csX3" fmla="*/ 615281 w 1083194"/>
                <a:gd name="csY3" fmla="*/ 183965 h 897970"/>
                <a:gd name="csX4" fmla="*/ 601864 w 1083194"/>
                <a:gd name="csY4" fmla="*/ 185908 h 897970"/>
                <a:gd name="csX5" fmla="*/ 574584 w 1083194"/>
                <a:gd name="csY5" fmla="*/ 200722 h 897970"/>
                <a:gd name="csX6" fmla="*/ 577835 w 1083194"/>
                <a:gd name="csY6" fmla="*/ 183857 h 897970"/>
                <a:gd name="csX7" fmla="*/ 596447 w 1083194"/>
                <a:gd name="csY7" fmla="*/ 172179 h 897970"/>
                <a:gd name="csX8" fmla="*/ 593095 w 1083194"/>
                <a:gd name="csY8" fmla="*/ 155631 h 897970"/>
                <a:gd name="csX9" fmla="*/ 566901 w 1083194"/>
                <a:gd name="csY9" fmla="*/ 154012 h 897970"/>
                <a:gd name="csX10" fmla="*/ 559325 w 1083194"/>
                <a:gd name="csY10" fmla="*/ 153364 h 897970"/>
                <a:gd name="csX11" fmla="*/ 565821 w 1083194"/>
                <a:gd name="csY11" fmla="*/ 136060 h 897970"/>
                <a:gd name="csX12" fmla="*/ 550994 w 1083194"/>
                <a:gd name="csY12" fmla="*/ 115080 h 897970"/>
                <a:gd name="csX13" fmla="*/ 506290 w 1083194"/>
                <a:gd name="csY13" fmla="*/ 105022 h 897970"/>
                <a:gd name="csX14" fmla="*/ 497737 w 1083194"/>
                <a:gd name="csY14" fmla="*/ 99294 h 897970"/>
                <a:gd name="csX15" fmla="*/ 467326 w 1083194"/>
                <a:gd name="csY15" fmla="*/ 98538 h 897970"/>
                <a:gd name="csX16" fmla="*/ 435722 w 1083194"/>
                <a:gd name="csY16" fmla="*/ 124706 h 897970"/>
                <a:gd name="csX17" fmla="*/ 434097 w 1083194"/>
                <a:gd name="csY17" fmla="*/ 134435 h 897970"/>
                <a:gd name="csX18" fmla="*/ 423708 w 1083194"/>
                <a:gd name="csY18" fmla="*/ 134651 h 897970"/>
                <a:gd name="csX19" fmla="*/ 416780 w 1083194"/>
                <a:gd name="csY19" fmla="*/ 166769 h 897970"/>
                <a:gd name="csX20" fmla="*/ 411802 w 1083194"/>
                <a:gd name="csY20" fmla="*/ 163524 h 897970"/>
                <a:gd name="csX21" fmla="*/ 412666 w 1083194"/>
                <a:gd name="csY21" fmla="*/ 135736 h 897970"/>
                <a:gd name="csX22" fmla="*/ 404442 w 1083194"/>
                <a:gd name="csY22" fmla="*/ 129463 h 897970"/>
                <a:gd name="csX23" fmla="*/ 379004 w 1083194"/>
                <a:gd name="csY23" fmla="*/ 124491 h 897970"/>
                <a:gd name="csX24" fmla="*/ 364177 w 1083194"/>
                <a:gd name="csY24" fmla="*/ 152710 h 897970"/>
                <a:gd name="csX25" fmla="*/ 364609 w 1083194"/>
                <a:gd name="csY25" fmla="*/ 153688 h 897970"/>
                <a:gd name="csX26" fmla="*/ 363091 w 1083194"/>
                <a:gd name="csY26" fmla="*/ 158984 h 897970"/>
                <a:gd name="csX27" fmla="*/ 349782 w 1083194"/>
                <a:gd name="csY27" fmla="*/ 162013 h 897970"/>
                <a:gd name="csX28" fmla="*/ 349566 w 1083194"/>
                <a:gd name="csY28" fmla="*/ 141572 h 897970"/>
                <a:gd name="csX29" fmla="*/ 359414 w 1083194"/>
                <a:gd name="csY29" fmla="*/ 116921 h 897970"/>
                <a:gd name="csX30" fmla="*/ 358545 w 1083194"/>
                <a:gd name="csY30" fmla="*/ 108698 h 897970"/>
                <a:gd name="csX31" fmla="*/ 369803 w 1083194"/>
                <a:gd name="csY31" fmla="*/ 95509 h 897970"/>
                <a:gd name="csX32" fmla="*/ 362659 w 1083194"/>
                <a:gd name="csY32" fmla="*/ 90639 h 897970"/>
                <a:gd name="csX33" fmla="*/ 357141 w 1083194"/>
                <a:gd name="csY33" fmla="*/ 85127 h 897970"/>
                <a:gd name="csX34" fmla="*/ 356601 w 1083194"/>
                <a:gd name="csY34" fmla="*/ 77774 h 897970"/>
                <a:gd name="csX35" fmla="*/ 358221 w 1083194"/>
                <a:gd name="csY35" fmla="*/ 72255 h 897970"/>
                <a:gd name="csX36" fmla="*/ 333976 w 1083194"/>
                <a:gd name="csY36" fmla="*/ 48792 h 897970"/>
                <a:gd name="csX37" fmla="*/ 331379 w 1083194"/>
                <a:gd name="csY37" fmla="*/ 23379 h 897970"/>
                <a:gd name="csX38" fmla="*/ 313523 w 1083194"/>
                <a:gd name="csY38" fmla="*/ 9752 h 897970"/>
                <a:gd name="csX39" fmla="*/ 269683 w 1083194"/>
                <a:gd name="csY39" fmla="*/ 14407 h 897970"/>
                <a:gd name="csX40" fmla="*/ 261783 w 1083194"/>
                <a:gd name="csY40" fmla="*/ 19487 h 897970"/>
                <a:gd name="csX41" fmla="*/ 250093 w 1083194"/>
                <a:gd name="csY41" fmla="*/ 21652 h 897970"/>
                <a:gd name="csX42" fmla="*/ 213079 w 1083194"/>
                <a:gd name="csY42" fmla="*/ 39274 h 897970"/>
                <a:gd name="csX43" fmla="*/ 210050 w 1083194"/>
                <a:gd name="csY43" fmla="*/ 47821 h 897970"/>
                <a:gd name="csX44" fmla="*/ 197058 w 1083194"/>
                <a:gd name="csY44" fmla="*/ 44360 h 897970"/>
                <a:gd name="csX45" fmla="*/ 190130 w 1083194"/>
                <a:gd name="csY45" fmla="*/ 55930 h 897970"/>
                <a:gd name="csX46" fmla="*/ 198899 w 1083194"/>
                <a:gd name="csY46" fmla="*/ 64902 h 897970"/>
                <a:gd name="csX47" fmla="*/ 179093 w 1083194"/>
                <a:gd name="csY47" fmla="*/ 65118 h 897970"/>
                <a:gd name="csX48" fmla="*/ 177144 w 1083194"/>
                <a:gd name="csY48" fmla="*/ 72694 h 897970"/>
                <a:gd name="csX49" fmla="*/ 201712 w 1083194"/>
                <a:gd name="csY49" fmla="*/ 85235 h 897970"/>
                <a:gd name="csX50" fmla="*/ 193165 w 1083194"/>
                <a:gd name="csY50" fmla="*/ 91617 h 897970"/>
                <a:gd name="csX51" fmla="*/ 168051 w 1083194"/>
                <a:gd name="csY51" fmla="*/ 88156 h 897970"/>
                <a:gd name="csX52" fmla="*/ 167835 w 1083194"/>
                <a:gd name="csY52" fmla="*/ 111619 h 897970"/>
                <a:gd name="csX53" fmla="*/ 177252 w 1083194"/>
                <a:gd name="csY53" fmla="*/ 125786 h 897970"/>
                <a:gd name="csX54" fmla="*/ 199655 w 1083194"/>
                <a:gd name="csY54" fmla="*/ 137464 h 897970"/>
                <a:gd name="csX55" fmla="*/ 202582 w 1083194"/>
                <a:gd name="csY55" fmla="*/ 147522 h 897970"/>
                <a:gd name="csX56" fmla="*/ 198036 w 1083194"/>
                <a:gd name="csY56" fmla="*/ 145573 h 897970"/>
                <a:gd name="csX57" fmla="*/ 177468 w 1083194"/>
                <a:gd name="csY57" fmla="*/ 143737 h 897970"/>
                <a:gd name="csX58" fmla="*/ 174223 w 1083194"/>
                <a:gd name="csY58" fmla="*/ 157472 h 897970"/>
                <a:gd name="csX59" fmla="*/ 157123 w 1083194"/>
                <a:gd name="csY59" fmla="*/ 158336 h 897970"/>
                <a:gd name="csX60" fmla="*/ 154525 w 1083194"/>
                <a:gd name="csY60" fmla="*/ 162876 h 897970"/>
                <a:gd name="csX61" fmla="*/ 171734 w 1083194"/>
                <a:gd name="csY61" fmla="*/ 176072 h 897970"/>
                <a:gd name="csX62" fmla="*/ 183856 w 1083194"/>
                <a:gd name="csY62" fmla="*/ 192290 h 897970"/>
                <a:gd name="csX63" fmla="*/ 191000 w 1083194"/>
                <a:gd name="csY63" fmla="*/ 193483 h 897970"/>
                <a:gd name="csX64" fmla="*/ 205935 w 1083194"/>
                <a:gd name="csY64" fmla="*/ 193483 h 897970"/>
                <a:gd name="csX65" fmla="*/ 209834 w 1083194"/>
                <a:gd name="csY65" fmla="*/ 208946 h 897970"/>
                <a:gd name="csX66" fmla="*/ 192619 w 1083194"/>
                <a:gd name="csY66" fmla="*/ 212298 h 897970"/>
                <a:gd name="csX67" fmla="*/ 165670 w 1083194"/>
                <a:gd name="csY67" fmla="*/ 197916 h 897970"/>
                <a:gd name="csX68" fmla="*/ 145648 w 1083194"/>
                <a:gd name="csY68" fmla="*/ 171963 h 897970"/>
                <a:gd name="csX69" fmla="*/ 138396 w 1083194"/>
                <a:gd name="csY69" fmla="*/ 139521 h 897970"/>
                <a:gd name="csX70" fmla="*/ 142289 w 1083194"/>
                <a:gd name="csY70" fmla="*/ 122001 h 897970"/>
                <a:gd name="csX71" fmla="*/ 126922 w 1083194"/>
                <a:gd name="csY71" fmla="*/ 101345 h 897970"/>
                <a:gd name="csX72" fmla="*/ 130929 w 1083194"/>
                <a:gd name="csY72" fmla="*/ 85451 h 897970"/>
                <a:gd name="csX73" fmla="*/ 144238 w 1083194"/>
                <a:gd name="csY73" fmla="*/ 69233 h 897970"/>
                <a:gd name="csX74" fmla="*/ 156468 w 1083194"/>
                <a:gd name="csY74" fmla="*/ 43820 h 897970"/>
                <a:gd name="csX75" fmla="*/ 195546 w 1083194"/>
                <a:gd name="csY75" fmla="*/ 8565 h 897970"/>
                <a:gd name="csX76" fmla="*/ 185475 w 1083194"/>
                <a:gd name="csY76" fmla="*/ 2507 h 897970"/>
                <a:gd name="csX77" fmla="*/ 127246 w 1083194"/>
                <a:gd name="csY77" fmla="*/ 996 h 897970"/>
                <a:gd name="csX78" fmla="*/ 68908 w 1083194"/>
                <a:gd name="csY78" fmla="*/ 25545 h 897970"/>
                <a:gd name="csX79" fmla="*/ 31564 w 1083194"/>
                <a:gd name="csY79" fmla="*/ 68471 h 897970"/>
                <a:gd name="csX80" fmla="*/ 26801 w 1083194"/>
                <a:gd name="csY80" fmla="*/ 94969 h 897970"/>
                <a:gd name="csX81" fmla="*/ 25074 w 1083194"/>
                <a:gd name="csY81" fmla="*/ 94100 h 897970"/>
                <a:gd name="csX82" fmla="*/ 22039 w 1083194"/>
                <a:gd name="csY82" fmla="*/ 96481 h 897970"/>
                <a:gd name="csX83" fmla="*/ 18794 w 1083194"/>
                <a:gd name="csY83" fmla="*/ 109022 h 897970"/>
                <a:gd name="csX84" fmla="*/ 10679 w 1083194"/>
                <a:gd name="csY84" fmla="*/ 114864 h 897970"/>
                <a:gd name="csX85" fmla="*/ 8298 w 1083194"/>
                <a:gd name="csY85" fmla="*/ 144709 h 897970"/>
                <a:gd name="csX86" fmla="*/ 14571 w 1083194"/>
                <a:gd name="csY86" fmla="*/ 151307 h 897970"/>
                <a:gd name="csX87" fmla="*/ 1262 w 1083194"/>
                <a:gd name="csY87" fmla="*/ 162445 h 897970"/>
                <a:gd name="csX88" fmla="*/ 1586 w 1083194"/>
                <a:gd name="csY88" fmla="*/ 174554 h 897970"/>
                <a:gd name="csX89" fmla="*/ 8945 w 1083194"/>
                <a:gd name="csY89" fmla="*/ 189915 h 897970"/>
                <a:gd name="csX90" fmla="*/ 3643 w 1083194"/>
                <a:gd name="csY90" fmla="*/ 201376 h 897970"/>
                <a:gd name="csX91" fmla="*/ 14679 w 1083194"/>
                <a:gd name="csY91" fmla="*/ 219652 h 897970"/>
                <a:gd name="csX92" fmla="*/ 88390 w 1083194"/>
                <a:gd name="csY92" fmla="*/ 231977 h 897970"/>
                <a:gd name="csX93" fmla="*/ 103001 w 1083194"/>
                <a:gd name="csY93" fmla="*/ 245604 h 897970"/>
                <a:gd name="csX94" fmla="*/ 77570 w 1083194"/>
                <a:gd name="csY94" fmla="*/ 251224 h 897970"/>
                <a:gd name="csX95" fmla="*/ 59383 w 1083194"/>
                <a:gd name="csY95" fmla="*/ 240842 h 897970"/>
                <a:gd name="csX96" fmla="*/ 27779 w 1083194"/>
                <a:gd name="csY96" fmla="*/ 239654 h 897970"/>
                <a:gd name="csX97" fmla="*/ 31024 w 1083194"/>
                <a:gd name="csY97" fmla="*/ 250360 h 897970"/>
                <a:gd name="csX98" fmla="*/ 29513 w 1083194"/>
                <a:gd name="csY98" fmla="*/ 251332 h 897970"/>
                <a:gd name="csX99" fmla="*/ 28751 w 1083194"/>
                <a:gd name="csY99" fmla="*/ 256310 h 897970"/>
                <a:gd name="csX100" fmla="*/ 55161 w 1083194"/>
                <a:gd name="csY100" fmla="*/ 288860 h 897970"/>
                <a:gd name="csX101" fmla="*/ 66203 w 1083194"/>
                <a:gd name="csY101" fmla="*/ 288860 h 897970"/>
                <a:gd name="csX102" fmla="*/ 81786 w 1083194"/>
                <a:gd name="csY102" fmla="*/ 302481 h 897970"/>
                <a:gd name="csX103" fmla="*/ 90016 w 1083194"/>
                <a:gd name="csY103" fmla="*/ 300862 h 897970"/>
                <a:gd name="csX104" fmla="*/ 128008 w 1083194"/>
                <a:gd name="csY104" fmla="*/ 295236 h 897970"/>
                <a:gd name="csX105" fmla="*/ 134066 w 1083194"/>
                <a:gd name="csY105" fmla="*/ 290588 h 897970"/>
                <a:gd name="csX106" fmla="*/ 139908 w 1083194"/>
                <a:gd name="csY106" fmla="*/ 309295 h 897970"/>
                <a:gd name="csX107" fmla="*/ 161669 w 1083194"/>
                <a:gd name="csY107" fmla="*/ 322814 h 897970"/>
                <a:gd name="csX108" fmla="*/ 178116 w 1083194"/>
                <a:gd name="csY108" fmla="*/ 324649 h 897970"/>
                <a:gd name="csX109" fmla="*/ 181367 w 1083194"/>
                <a:gd name="csY109" fmla="*/ 315353 h 897970"/>
                <a:gd name="csX110" fmla="*/ 205935 w 1083194"/>
                <a:gd name="csY110" fmla="*/ 320972 h 897970"/>
                <a:gd name="csX111" fmla="*/ 255395 w 1083194"/>
                <a:gd name="csY111" fmla="*/ 321188 h 897970"/>
                <a:gd name="csX112" fmla="*/ 279316 w 1083194"/>
                <a:gd name="csY112" fmla="*/ 329843 h 897970"/>
                <a:gd name="csX113" fmla="*/ 279316 w 1083194"/>
                <a:gd name="csY113" fmla="*/ 340657 h 897970"/>
                <a:gd name="csX114" fmla="*/ 290682 w 1083194"/>
                <a:gd name="csY114" fmla="*/ 341737 h 897970"/>
                <a:gd name="csX115" fmla="*/ 307999 w 1083194"/>
                <a:gd name="csY115" fmla="*/ 330275 h 897970"/>
                <a:gd name="csX116" fmla="*/ 307783 w 1083194"/>
                <a:gd name="csY116" fmla="*/ 321404 h 897970"/>
                <a:gd name="csX117" fmla="*/ 341228 w 1083194"/>
                <a:gd name="csY117" fmla="*/ 346817 h 897970"/>
                <a:gd name="csX118" fmla="*/ 358652 w 1083194"/>
                <a:gd name="csY118" fmla="*/ 353306 h 897970"/>
                <a:gd name="csX119" fmla="*/ 373702 w 1083194"/>
                <a:gd name="csY119" fmla="*/ 366178 h 897970"/>
                <a:gd name="csX120" fmla="*/ 382357 w 1083194"/>
                <a:gd name="csY120" fmla="*/ 366178 h 897970"/>
                <a:gd name="csX121" fmla="*/ 384846 w 1083194"/>
                <a:gd name="csY121" fmla="*/ 360012 h 897970"/>
                <a:gd name="csX122" fmla="*/ 404658 w 1083194"/>
                <a:gd name="csY122" fmla="*/ 348011 h 897970"/>
                <a:gd name="csX123" fmla="*/ 397299 w 1083194"/>
                <a:gd name="csY123" fmla="*/ 341629 h 897970"/>
                <a:gd name="csX124" fmla="*/ 380738 w 1083194"/>
                <a:gd name="csY124" fmla="*/ 343686 h 897970"/>
                <a:gd name="csX125" fmla="*/ 374566 w 1083194"/>
                <a:gd name="csY125" fmla="*/ 340118 h 897970"/>
                <a:gd name="csX126" fmla="*/ 351947 w 1083194"/>
                <a:gd name="csY126" fmla="*/ 335679 h 897970"/>
                <a:gd name="csX127" fmla="*/ 338091 w 1083194"/>
                <a:gd name="csY127" fmla="*/ 319245 h 897970"/>
                <a:gd name="csX128" fmla="*/ 384091 w 1083194"/>
                <a:gd name="csY128" fmla="*/ 322166 h 897970"/>
                <a:gd name="csX129" fmla="*/ 395781 w 1083194"/>
                <a:gd name="csY129" fmla="*/ 331462 h 897970"/>
                <a:gd name="csX130" fmla="*/ 405954 w 1083194"/>
                <a:gd name="csY130" fmla="*/ 328649 h 897970"/>
                <a:gd name="csX131" fmla="*/ 420565 w 1083194"/>
                <a:gd name="csY131" fmla="*/ 330707 h 897970"/>
                <a:gd name="csX132" fmla="*/ 426953 w 1083194"/>
                <a:gd name="csY132" fmla="*/ 327462 h 897970"/>
                <a:gd name="csX133" fmla="*/ 427709 w 1083194"/>
                <a:gd name="csY133" fmla="*/ 321080 h 897970"/>
                <a:gd name="csX134" fmla="*/ 415155 w 1083194"/>
                <a:gd name="csY134" fmla="*/ 300646 h 897970"/>
                <a:gd name="csX135" fmla="*/ 400436 w 1083194"/>
                <a:gd name="csY135" fmla="*/ 297401 h 897970"/>
                <a:gd name="csX136" fmla="*/ 395241 w 1083194"/>
                <a:gd name="csY136" fmla="*/ 289832 h 897970"/>
                <a:gd name="csX137" fmla="*/ 397514 w 1083194"/>
                <a:gd name="csY137" fmla="*/ 286155 h 897970"/>
                <a:gd name="csX138" fmla="*/ 426413 w 1083194"/>
                <a:gd name="csY138" fmla="*/ 289940 h 897970"/>
                <a:gd name="csX139" fmla="*/ 446003 w 1083194"/>
                <a:gd name="csY139" fmla="*/ 306590 h 897970"/>
                <a:gd name="csX140" fmla="*/ 457262 w 1083194"/>
                <a:gd name="csY140" fmla="*/ 303567 h 897970"/>
                <a:gd name="csX141" fmla="*/ 466240 w 1083194"/>
                <a:gd name="csY141" fmla="*/ 307459 h 897970"/>
                <a:gd name="csX142" fmla="*/ 468946 w 1083194"/>
                <a:gd name="csY142" fmla="*/ 313835 h 897970"/>
                <a:gd name="csX143" fmla="*/ 471765 w 1083194"/>
                <a:gd name="csY143" fmla="*/ 343686 h 897970"/>
                <a:gd name="csX144" fmla="*/ 477715 w 1083194"/>
                <a:gd name="csY144" fmla="*/ 337844 h 897970"/>
                <a:gd name="csX145" fmla="*/ 482477 w 1083194"/>
                <a:gd name="csY145" fmla="*/ 329951 h 897970"/>
                <a:gd name="csX146" fmla="*/ 499362 w 1083194"/>
                <a:gd name="csY146" fmla="*/ 343794 h 897970"/>
                <a:gd name="csX147" fmla="*/ 491895 w 1083194"/>
                <a:gd name="csY147" fmla="*/ 353199 h 897970"/>
                <a:gd name="csX148" fmla="*/ 539951 w 1083194"/>
                <a:gd name="csY148" fmla="*/ 387806 h 897970"/>
                <a:gd name="csX149" fmla="*/ 528693 w 1083194"/>
                <a:gd name="csY149" fmla="*/ 399807 h 897970"/>
                <a:gd name="csX150" fmla="*/ 507154 w 1083194"/>
                <a:gd name="csY150" fmla="*/ 402297 h 897970"/>
                <a:gd name="csX151" fmla="*/ 510405 w 1083194"/>
                <a:gd name="csY151" fmla="*/ 427487 h 897970"/>
                <a:gd name="csX152" fmla="*/ 545146 w 1083194"/>
                <a:gd name="csY152" fmla="*/ 412241 h 897970"/>
                <a:gd name="csX153" fmla="*/ 552505 w 1083194"/>
                <a:gd name="csY153" fmla="*/ 401211 h 897970"/>
                <a:gd name="csX154" fmla="*/ 563002 w 1083194"/>
                <a:gd name="csY154" fmla="*/ 407269 h 897970"/>
                <a:gd name="csX155" fmla="*/ 579563 w 1083194"/>
                <a:gd name="csY155" fmla="*/ 411809 h 897970"/>
                <a:gd name="csX156" fmla="*/ 580433 w 1083194"/>
                <a:gd name="csY156" fmla="*/ 422731 h 897970"/>
                <a:gd name="csX157" fmla="*/ 596555 w 1083194"/>
                <a:gd name="csY157" fmla="*/ 455497 h 897970"/>
                <a:gd name="csX158" fmla="*/ 603267 w 1083194"/>
                <a:gd name="csY158" fmla="*/ 435056 h 897970"/>
                <a:gd name="csX159" fmla="*/ 600130 w 1083194"/>
                <a:gd name="csY159" fmla="*/ 429545 h 897970"/>
                <a:gd name="csX160" fmla="*/ 599483 w 1083194"/>
                <a:gd name="csY160" fmla="*/ 422299 h 897970"/>
                <a:gd name="csX161" fmla="*/ 603807 w 1083194"/>
                <a:gd name="csY161" fmla="*/ 420026 h 897970"/>
                <a:gd name="csX162" fmla="*/ 621885 w 1083194"/>
                <a:gd name="csY162" fmla="*/ 433113 h 897970"/>
                <a:gd name="csX163" fmla="*/ 618425 w 1083194"/>
                <a:gd name="csY163" fmla="*/ 453008 h 897970"/>
                <a:gd name="csX164" fmla="*/ 643748 w 1083194"/>
                <a:gd name="csY164" fmla="*/ 469124 h 897970"/>
                <a:gd name="csX165" fmla="*/ 670266 w 1083194"/>
                <a:gd name="csY165" fmla="*/ 550010 h 897970"/>
                <a:gd name="csX166" fmla="*/ 651756 w 1083194"/>
                <a:gd name="csY166" fmla="*/ 559307 h 897970"/>
                <a:gd name="csX167" fmla="*/ 639526 w 1083194"/>
                <a:gd name="csY167" fmla="*/ 581697 h 897970"/>
                <a:gd name="csX168" fmla="*/ 589742 w 1083194"/>
                <a:gd name="csY168" fmla="*/ 619435 h 897970"/>
                <a:gd name="csX169" fmla="*/ 624159 w 1083194"/>
                <a:gd name="csY169" fmla="*/ 662475 h 897970"/>
                <a:gd name="csX170" fmla="*/ 595152 w 1083194"/>
                <a:gd name="csY170" fmla="*/ 666044 h 897970"/>
                <a:gd name="csX171" fmla="*/ 590390 w 1083194"/>
                <a:gd name="csY171" fmla="*/ 674045 h 897970"/>
                <a:gd name="csX172" fmla="*/ 579455 w 1083194"/>
                <a:gd name="csY172" fmla="*/ 672635 h 897970"/>
                <a:gd name="csX173" fmla="*/ 573289 w 1083194"/>
                <a:gd name="csY173" fmla="*/ 667771 h 897970"/>
                <a:gd name="csX174" fmla="*/ 563548 w 1083194"/>
                <a:gd name="csY174" fmla="*/ 672527 h 897970"/>
                <a:gd name="csX175" fmla="*/ 558023 w 1083194"/>
                <a:gd name="csY175" fmla="*/ 681182 h 897970"/>
                <a:gd name="csX176" fmla="*/ 534649 w 1083194"/>
                <a:gd name="csY176" fmla="*/ 678693 h 897970"/>
                <a:gd name="csX177" fmla="*/ 482477 w 1083194"/>
                <a:gd name="csY177" fmla="*/ 661929 h 897970"/>
                <a:gd name="csX178" fmla="*/ 477607 w 1083194"/>
                <a:gd name="csY178" fmla="*/ 664095 h 897970"/>
                <a:gd name="csX179" fmla="*/ 475442 w 1083194"/>
                <a:gd name="csY179" fmla="*/ 675988 h 897970"/>
                <a:gd name="csX180" fmla="*/ 480204 w 1083194"/>
                <a:gd name="csY180" fmla="*/ 685291 h 897970"/>
                <a:gd name="csX181" fmla="*/ 450658 w 1083194"/>
                <a:gd name="csY181" fmla="*/ 700969 h 897970"/>
                <a:gd name="csX182" fmla="*/ 450334 w 1083194"/>
                <a:gd name="csY182" fmla="*/ 720324 h 897970"/>
                <a:gd name="csX183" fmla="*/ 479988 w 1083194"/>
                <a:gd name="csY183" fmla="*/ 743578 h 897970"/>
                <a:gd name="csX184" fmla="*/ 513865 w 1083194"/>
                <a:gd name="csY184" fmla="*/ 748981 h 897970"/>
                <a:gd name="csX185" fmla="*/ 534433 w 1083194"/>
                <a:gd name="csY185" fmla="*/ 734383 h 897970"/>
                <a:gd name="csX186" fmla="*/ 533455 w 1083194"/>
                <a:gd name="csY186" fmla="*/ 725734 h 897970"/>
                <a:gd name="csX187" fmla="*/ 545146 w 1083194"/>
                <a:gd name="csY187" fmla="*/ 720648 h 897970"/>
                <a:gd name="csX188" fmla="*/ 584871 w 1083194"/>
                <a:gd name="csY188" fmla="*/ 733843 h 897970"/>
                <a:gd name="csX189" fmla="*/ 589742 w 1083194"/>
                <a:gd name="csY189" fmla="*/ 719676 h 897970"/>
                <a:gd name="csX190" fmla="*/ 601540 w 1083194"/>
                <a:gd name="csY190" fmla="*/ 724654 h 897970"/>
                <a:gd name="csX191" fmla="*/ 610627 w 1083194"/>
                <a:gd name="csY191" fmla="*/ 745736 h 897970"/>
                <a:gd name="csX192" fmla="*/ 627619 w 1083194"/>
                <a:gd name="csY192" fmla="*/ 750283 h 897970"/>
                <a:gd name="csX193" fmla="*/ 639742 w 1083194"/>
                <a:gd name="csY193" fmla="*/ 747362 h 897970"/>
                <a:gd name="csX194" fmla="*/ 648727 w 1083194"/>
                <a:gd name="csY194" fmla="*/ 777531 h 897970"/>
                <a:gd name="csX195" fmla="*/ 648727 w 1083194"/>
                <a:gd name="csY195" fmla="*/ 779372 h 897970"/>
                <a:gd name="csX196" fmla="*/ 671676 w 1083194"/>
                <a:gd name="csY196" fmla="*/ 784560 h 897970"/>
                <a:gd name="csX197" fmla="*/ 680547 w 1083194"/>
                <a:gd name="csY197" fmla="*/ 773314 h 897970"/>
                <a:gd name="csX198" fmla="*/ 707280 w 1083194"/>
                <a:gd name="csY198" fmla="*/ 793317 h 897970"/>
                <a:gd name="csX199" fmla="*/ 680223 w 1083194"/>
                <a:gd name="csY199" fmla="*/ 804131 h 897970"/>
                <a:gd name="csX200" fmla="*/ 706633 w 1083194"/>
                <a:gd name="csY200" fmla="*/ 825327 h 897970"/>
                <a:gd name="csX201" fmla="*/ 774825 w 1083194"/>
                <a:gd name="csY201" fmla="*/ 844574 h 897970"/>
                <a:gd name="csX202" fmla="*/ 814113 w 1083194"/>
                <a:gd name="csY202" fmla="*/ 875505 h 897970"/>
                <a:gd name="csX203" fmla="*/ 910118 w 1083194"/>
                <a:gd name="csY203" fmla="*/ 895400 h 897970"/>
                <a:gd name="csX204" fmla="*/ 906003 w 1083194"/>
                <a:gd name="csY204" fmla="*/ 873340 h 897970"/>
                <a:gd name="csX205" fmla="*/ 797876 w 1083194"/>
                <a:gd name="csY205" fmla="*/ 782611 h 897970"/>
                <a:gd name="csX206" fmla="*/ 807401 w 1083194"/>
                <a:gd name="csY206" fmla="*/ 780020 h 897970"/>
                <a:gd name="csX207" fmla="*/ 813465 w 1083194"/>
                <a:gd name="csY207" fmla="*/ 781100 h 897970"/>
                <a:gd name="csX208" fmla="*/ 842148 w 1083194"/>
                <a:gd name="csY208" fmla="*/ 797641 h 897970"/>
                <a:gd name="csX209" fmla="*/ 845069 w 1083194"/>
                <a:gd name="csY209" fmla="*/ 791806 h 897970"/>
                <a:gd name="csX210" fmla="*/ 917694 w 1083194"/>
                <a:gd name="csY210" fmla="*/ 837761 h 897970"/>
                <a:gd name="csX211" fmla="*/ 957851 w 1083194"/>
                <a:gd name="csY211" fmla="*/ 866634 h 897970"/>
                <a:gd name="csX212" fmla="*/ 971593 w 1083194"/>
                <a:gd name="csY212" fmla="*/ 852906 h 897970"/>
                <a:gd name="csX213" fmla="*/ 947679 w 1083194"/>
                <a:gd name="csY213" fmla="*/ 848359 h 897970"/>
                <a:gd name="csX214" fmla="*/ 939989 w 1083194"/>
                <a:gd name="csY214" fmla="*/ 833760 h 897970"/>
                <a:gd name="csX215" fmla="*/ 952873 w 1083194"/>
                <a:gd name="csY215" fmla="*/ 834522 h 897970"/>
                <a:gd name="csX216" fmla="*/ 954600 w 1083194"/>
                <a:gd name="csY216" fmla="*/ 825435 h 897970"/>
                <a:gd name="csX217" fmla="*/ 945837 w 1083194"/>
                <a:gd name="csY217" fmla="*/ 811376 h 897970"/>
                <a:gd name="csX218" fmla="*/ 950923 w 1083194"/>
                <a:gd name="csY218" fmla="*/ 806836 h 897970"/>
                <a:gd name="csX219" fmla="*/ 961312 w 1083194"/>
                <a:gd name="csY219" fmla="*/ 805217 h 897970"/>
                <a:gd name="csX220" fmla="*/ 962722 w 1083194"/>
                <a:gd name="csY220" fmla="*/ 793965 h 897970"/>
                <a:gd name="csX221" fmla="*/ 978736 w 1083194"/>
                <a:gd name="csY221" fmla="*/ 811592 h 897970"/>
                <a:gd name="csX222" fmla="*/ 979606 w 1083194"/>
                <a:gd name="csY222" fmla="*/ 811161 h 897970"/>
                <a:gd name="csX223" fmla="*/ 976469 w 1083194"/>
                <a:gd name="csY223" fmla="*/ 792777 h 897970"/>
                <a:gd name="csX224" fmla="*/ 981880 w 1083194"/>
                <a:gd name="csY224" fmla="*/ 783697 h 897970"/>
                <a:gd name="csX225" fmla="*/ 969434 w 1083194"/>
                <a:gd name="csY225" fmla="*/ 767473 h 897970"/>
                <a:gd name="csX226" fmla="*/ 959585 w 1083194"/>
                <a:gd name="csY226" fmla="*/ 769962 h 897970"/>
                <a:gd name="csX227" fmla="*/ 952981 w 1083194"/>
                <a:gd name="csY227" fmla="*/ 757090 h 897970"/>
                <a:gd name="csX228" fmla="*/ 944427 w 1083194"/>
                <a:gd name="csY228" fmla="*/ 756874 h 897970"/>
                <a:gd name="csX229" fmla="*/ 943780 w 1083194"/>
                <a:gd name="csY229" fmla="*/ 756443 h 897970"/>
                <a:gd name="csX230" fmla="*/ 954708 w 1083194"/>
                <a:gd name="csY230" fmla="*/ 738491 h 897970"/>
                <a:gd name="csX231" fmla="*/ 953197 w 1083194"/>
                <a:gd name="csY231" fmla="*/ 737412 h 897970"/>
                <a:gd name="csX232" fmla="*/ 947564 w 1083194"/>
                <a:gd name="csY232" fmla="*/ 737520 h 897970"/>
                <a:gd name="csX233" fmla="*/ 934039 w 1083194"/>
                <a:gd name="csY233" fmla="*/ 744117 h 897970"/>
                <a:gd name="csX234" fmla="*/ 933283 w 1083194"/>
                <a:gd name="csY234" fmla="*/ 739469 h 897970"/>
                <a:gd name="csX235" fmla="*/ 939341 w 1083194"/>
                <a:gd name="csY235" fmla="*/ 721518 h 897970"/>
                <a:gd name="csX236" fmla="*/ 911744 w 1083194"/>
                <a:gd name="csY236" fmla="*/ 705725 h 897970"/>
                <a:gd name="csX237" fmla="*/ 905356 w 1083194"/>
                <a:gd name="csY237" fmla="*/ 713294 h 897970"/>
                <a:gd name="csX238" fmla="*/ 899838 w 1083194"/>
                <a:gd name="csY238" fmla="*/ 707351 h 897970"/>
                <a:gd name="csX239" fmla="*/ 897780 w 1083194"/>
                <a:gd name="csY239" fmla="*/ 696213 h 897970"/>
                <a:gd name="csX240" fmla="*/ 885442 w 1083194"/>
                <a:gd name="csY240" fmla="*/ 695565 h 897970"/>
                <a:gd name="csX241" fmla="*/ 874292 w 1083194"/>
                <a:gd name="csY241" fmla="*/ 700105 h 897970"/>
                <a:gd name="csX242" fmla="*/ 870501 w 1083194"/>
                <a:gd name="csY242" fmla="*/ 672419 h 897970"/>
                <a:gd name="csX243" fmla="*/ 855565 w 1083194"/>
                <a:gd name="csY243" fmla="*/ 656094 h 897970"/>
                <a:gd name="csX244" fmla="*/ 833271 w 1083194"/>
                <a:gd name="csY244" fmla="*/ 656094 h 897970"/>
                <a:gd name="csX245" fmla="*/ 832185 w 1083194"/>
                <a:gd name="csY245" fmla="*/ 638358 h 897970"/>
                <a:gd name="csX246" fmla="*/ 856867 w 1083194"/>
                <a:gd name="csY246" fmla="*/ 638034 h 897970"/>
                <a:gd name="csX247" fmla="*/ 868558 w 1083194"/>
                <a:gd name="csY247" fmla="*/ 629278 h 897970"/>
                <a:gd name="csX248" fmla="*/ 850479 w 1083194"/>
                <a:gd name="csY248" fmla="*/ 609485 h 897970"/>
                <a:gd name="csX249" fmla="*/ 870285 w 1083194"/>
                <a:gd name="csY249" fmla="*/ 603535 h 897970"/>
                <a:gd name="csX250" fmla="*/ 913363 w 1083194"/>
                <a:gd name="csY250" fmla="*/ 630897 h 897970"/>
                <a:gd name="csX251" fmla="*/ 935880 w 1083194"/>
                <a:gd name="csY251" fmla="*/ 630681 h 897970"/>
                <a:gd name="csX252" fmla="*/ 924082 w 1083194"/>
                <a:gd name="csY252" fmla="*/ 652741 h 897970"/>
                <a:gd name="csX253" fmla="*/ 957743 w 1083194"/>
                <a:gd name="csY253" fmla="*/ 682910 h 897970"/>
                <a:gd name="csX254" fmla="*/ 967700 w 1083194"/>
                <a:gd name="csY254" fmla="*/ 680420 h 897970"/>
                <a:gd name="csX255" fmla="*/ 998549 w 1083194"/>
                <a:gd name="csY255" fmla="*/ 700321 h 897970"/>
                <a:gd name="csX256" fmla="*/ 1006340 w 1083194"/>
                <a:gd name="csY256" fmla="*/ 670260 h 897970"/>
                <a:gd name="csX257" fmla="*/ 1000714 w 1083194"/>
                <a:gd name="csY257" fmla="*/ 661066 h 897970"/>
                <a:gd name="csX258" fmla="*/ 1006772 w 1083194"/>
                <a:gd name="csY258" fmla="*/ 644524 h 897970"/>
                <a:gd name="csX259" fmla="*/ 1025066 w 1083194"/>
                <a:gd name="csY259" fmla="*/ 658907 h 897970"/>
                <a:gd name="csX260" fmla="*/ 1035347 w 1083194"/>
                <a:gd name="csY260" fmla="*/ 639869 h 897970"/>
                <a:gd name="csX261" fmla="*/ 1030692 w 1083194"/>
                <a:gd name="csY261" fmla="*/ 626249 h 897970"/>
                <a:gd name="csX262" fmla="*/ 1053311 w 1083194"/>
                <a:gd name="csY262" fmla="*/ 633818 h 897970"/>
                <a:gd name="csX263" fmla="*/ 1056886 w 1083194"/>
                <a:gd name="csY263" fmla="*/ 626249 h 897970"/>
                <a:gd name="csX264" fmla="*/ 1043792 w 1083194"/>
                <a:gd name="csY264" fmla="*/ 604297 h 897970"/>
                <a:gd name="csX265" fmla="*/ 1076691 w 1083194"/>
                <a:gd name="csY265" fmla="*/ 600944 h 897970"/>
                <a:gd name="csX266" fmla="*/ 1081562 w 1083194"/>
                <a:gd name="csY266" fmla="*/ 580179 h 897970"/>
                <a:gd name="csX267" fmla="*/ 1043462 w 1083194"/>
                <a:gd name="csY267" fmla="*/ 550442 h 897970"/>
                <a:gd name="csX268" fmla="*/ 1024526 w 1083194"/>
                <a:gd name="csY268" fmla="*/ 562768 h 897970"/>
                <a:gd name="csX269" fmla="*/ 1012944 w 1083194"/>
                <a:gd name="csY269" fmla="*/ 555414 h 897970"/>
                <a:gd name="csX270" fmla="*/ 1014023 w 1083194"/>
                <a:gd name="csY270" fmla="*/ 538009 h 897970"/>
                <a:gd name="csX271" fmla="*/ 995513 w 1083194"/>
                <a:gd name="csY271" fmla="*/ 530110 h 897970"/>
                <a:gd name="csX272" fmla="*/ 985988 w 1083194"/>
                <a:gd name="csY272" fmla="*/ 514647 h 897970"/>
                <a:gd name="csX273" fmla="*/ 958067 w 1083194"/>
                <a:gd name="csY273" fmla="*/ 492479 h 897970"/>
                <a:gd name="csX274" fmla="*/ 946377 w 1083194"/>
                <a:gd name="csY274" fmla="*/ 476477 h 897970"/>
                <a:gd name="csX275" fmla="*/ 917802 w 1083194"/>
                <a:gd name="csY275" fmla="*/ 475722 h 897970"/>
                <a:gd name="csX276" fmla="*/ 902867 w 1083194"/>
                <a:gd name="csY276" fmla="*/ 498861 h 897970"/>
                <a:gd name="csX277" fmla="*/ 893126 w 1083194"/>
                <a:gd name="csY277" fmla="*/ 476046 h 897970"/>
                <a:gd name="csX278" fmla="*/ 892478 w 1083194"/>
                <a:gd name="csY278" fmla="*/ 463930 h 897970"/>
                <a:gd name="csX279" fmla="*/ 875479 w 1083194"/>
                <a:gd name="csY279" fmla="*/ 459929 h 897970"/>
                <a:gd name="csX280" fmla="*/ 873968 w 1083194"/>
                <a:gd name="csY280" fmla="*/ 441546 h 897970"/>
                <a:gd name="csX281" fmla="*/ 836623 w 1083194"/>
                <a:gd name="csY281" fmla="*/ 431710 h 897970"/>
                <a:gd name="csX282" fmla="*/ 840630 w 1083194"/>
                <a:gd name="csY282" fmla="*/ 412133 h 897970"/>
                <a:gd name="csX283" fmla="*/ 833055 w 1083194"/>
                <a:gd name="csY283" fmla="*/ 384453 h 897970"/>
                <a:gd name="csX284" fmla="*/ 878083 w 1083194"/>
                <a:gd name="csY284" fmla="*/ 391045 h 897970"/>
                <a:gd name="csX285" fmla="*/ 877974 w 1083194"/>
                <a:gd name="csY285" fmla="*/ 380015 h 897970"/>
                <a:gd name="csX286" fmla="*/ 854810 w 1083194"/>
                <a:gd name="csY286" fmla="*/ 362609 h 897970"/>
                <a:gd name="csX287" fmla="*/ 830781 w 1083194"/>
                <a:gd name="csY287" fmla="*/ 362393 h 897970"/>
                <a:gd name="csX288" fmla="*/ 841602 w 1083194"/>
                <a:gd name="csY288" fmla="*/ 346925 h 897970"/>
                <a:gd name="csX289" fmla="*/ 862061 w 1083194"/>
                <a:gd name="csY289" fmla="*/ 341845 h 897970"/>
                <a:gd name="csX290" fmla="*/ 846910 w 1083194"/>
                <a:gd name="csY290" fmla="*/ 312324 h 897970"/>
                <a:gd name="csX291" fmla="*/ 821364 w 1083194"/>
                <a:gd name="csY291" fmla="*/ 300430 h 897970"/>
                <a:gd name="csX292" fmla="*/ 799933 w 1083194"/>
                <a:gd name="csY292" fmla="*/ 327246 h 897970"/>
                <a:gd name="csX293" fmla="*/ 802206 w 1083194"/>
                <a:gd name="csY293" fmla="*/ 302157 h 897970"/>
                <a:gd name="csX294" fmla="*/ 813465 w 1083194"/>
                <a:gd name="csY294" fmla="*/ 277500 h 897970"/>
                <a:gd name="csX295" fmla="*/ 778718 w 1083194"/>
                <a:gd name="csY295" fmla="*/ 262794 h 897970"/>
                <a:gd name="csX296" fmla="*/ 757502 w 1083194"/>
                <a:gd name="csY296" fmla="*/ 266692 h 897970"/>
                <a:gd name="csX297" fmla="*/ 756855 w 1083194"/>
                <a:gd name="csY297" fmla="*/ 255548 h 897970"/>
                <a:gd name="csX298" fmla="*/ 725467 w 1083194"/>
                <a:gd name="csY298" fmla="*/ 266800 h 897970"/>
                <a:gd name="csX299" fmla="*/ 730229 w 1083194"/>
                <a:gd name="csY299" fmla="*/ 238251 h 897970"/>
                <a:gd name="csX300" fmla="*/ 719186 w 1083194"/>
                <a:gd name="csY300" fmla="*/ 236625 h 897970"/>
                <a:gd name="csX301" fmla="*/ 700359 w 1083194"/>
                <a:gd name="csY301" fmla="*/ 250576 h 897970"/>
                <a:gd name="csX302" fmla="*/ 698949 w 1083194"/>
                <a:gd name="csY302" fmla="*/ 238143 h 897970"/>
                <a:gd name="csX303" fmla="*/ 708366 w 1083194"/>
                <a:gd name="csY303" fmla="*/ 217486 h 897970"/>
                <a:gd name="csX304" fmla="*/ 694402 w 1083194"/>
                <a:gd name="csY304" fmla="*/ 204075 h 897970"/>
                <a:gd name="csX305" fmla="*/ 646885 w 1083194"/>
                <a:gd name="csY305" fmla="*/ 193807 h 897970"/>
                <a:gd name="csX306" fmla="*/ 646669 w 1083194"/>
                <a:gd name="csY306" fmla="*/ 193045 h 897970"/>
                <a:gd name="csX307" fmla="*/ 707503 w 1083194"/>
                <a:gd name="csY307" fmla="*/ 562552 h 897970"/>
                <a:gd name="csX308" fmla="*/ 728064 w 1083194"/>
                <a:gd name="csY308" fmla="*/ 566876 h 897970"/>
                <a:gd name="csX309" fmla="*/ 731639 w 1083194"/>
                <a:gd name="csY309" fmla="*/ 578020 h 897970"/>
                <a:gd name="csX310" fmla="*/ 739322 w 1083194"/>
                <a:gd name="csY310" fmla="*/ 583532 h 897970"/>
                <a:gd name="csX311" fmla="*/ 750251 w 1083194"/>
                <a:gd name="csY311" fmla="*/ 578344 h 897970"/>
                <a:gd name="csX312" fmla="*/ 764538 w 1083194"/>
                <a:gd name="csY312" fmla="*/ 584935 h 897970"/>
                <a:gd name="csX313" fmla="*/ 764538 w 1083194"/>
                <a:gd name="csY313" fmla="*/ 594886 h 897970"/>
                <a:gd name="csX314" fmla="*/ 774171 w 1083194"/>
                <a:gd name="csY314" fmla="*/ 609485 h 897970"/>
                <a:gd name="csX315" fmla="*/ 748085 w 1083194"/>
                <a:gd name="csY315" fmla="*/ 623651 h 897970"/>
                <a:gd name="csX316" fmla="*/ 736725 w 1083194"/>
                <a:gd name="csY316" fmla="*/ 613161 h 897970"/>
                <a:gd name="csX317" fmla="*/ 714862 w 1083194"/>
                <a:gd name="csY317" fmla="*/ 629925 h 897970"/>
                <a:gd name="csX318" fmla="*/ 704359 w 1083194"/>
                <a:gd name="csY318" fmla="*/ 632408 h 897970"/>
                <a:gd name="csX319" fmla="*/ 707395 w 1083194"/>
                <a:gd name="csY319" fmla="*/ 609485 h 897970"/>
                <a:gd name="csX320" fmla="*/ 702410 w 1083194"/>
                <a:gd name="csY320" fmla="*/ 591965 h 897970"/>
                <a:gd name="csX321" fmla="*/ 707503 w 1083194"/>
                <a:gd name="csY321" fmla="*/ 562444 h 897970"/>
                <a:gd name="csX322" fmla="*/ 707503 w 1083194"/>
                <a:gd name="csY322" fmla="*/ 562552 h 897970"/>
                <a:gd name="csX323" fmla="*/ 680007 w 1083194"/>
                <a:gd name="csY323" fmla="*/ 712863 h 897970"/>
                <a:gd name="csX324" fmla="*/ 693323 w 1083194"/>
                <a:gd name="csY324" fmla="*/ 699566 h 897970"/>
                <a:gd name="csX325" fmla="*/ 694726 w 1083194"/>
                <a:gd name="csY325" fmla="*/ 674153 h 897970"/>
                <a:gd name="csX326" fmla="*/ 731639 w 1083194"/>
                <a:gd name="csY326" fmla="*/ 692320 h 897970"/>
                <a:gd name="csX327" fmla="*/ 739754 w 1083194"/>
                <a:gd name="csY327" fmla="*/ 720432 h 897970"/>
                <a:gd name="csX328" fmla="*/ 726876 w 1083194"/>
                <a:gd name="csY328" fmla="*/ 718057 h 897970"/>
                <a:gd name="csX329" fmla="*/ 714970 w 1083194"/>
                <a:gd name="csY329" fmla="*/ 712215 h 897970"/>
                <a:gd name="csX330" fmla="*/ 703604 w 1083194"/>
                <a:gd name="csY330" fmla="*/ 719676 h 897970"/>
                <a:gd name="csX331" fmla="*/ 680115 w 1083194"/>
                <a:gd name="csY331" fmla="*/ 712755 h 897970"/>
                <a:gd name="csX332" fmla="*/ 680007 w 1083194"/>
                <a:gd name="csY332" fmla="*/ 712863 h 897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</a:cxnLst>
              <a:rect l="l" t="t" r="r" b="b"/>
              <a:pathLst>
                <a:path w="1083194" h="897970">
                  <a:moveTo>
                    <a:pt x="646669" y="193045"/>
                  </a:moveTo>
                  <a:cubicBezTo>
                    <a:pt x="626756" y="204945"/>
                    <a:pt x="624698" y="207536"/>
                    <a:pt x="620476" y="205161"/>
                  </a:cubicBezTo>
                  <a:cubicBezTo>
                    <a:pt x="617555" y="202888"/>
                    <a:pt x="609547" y="201376"/>
                    <a:pt x="612253" y="196074"/>
                  </a:cubicBezTo>
                  <a:cubicBezTo>
                    <a:pt x="613986" y="191750"/>
                    <a:pt x="620476" y="183965"/>
                    <a:pt x="615281" y="183965"/>
                  </a:cubicBezTo>
                  <a:cubicBezTo>
                    <a:pt x="610087" y="183965"/>
                    <a:pt x="605648" y="183317"/>
                    <a:pt x="601864" y="185908"/>
                  </a:cubicBezTo>
                  <a:cubicBezTo>
                    <a:pt x="577073" y="202996"/>
                    <a:pt x="574584" y="206132"/>
                    <a:pt x="574584" y="200722"/>
                  </a:cubicBezTo>
                  <a:cubicBezTo>
                    <a:pt x="575130" y="194239"/>
                    <a:pt x="572857" y="185908"/>
                    <a:pt x="577835" y="183857"/>
                  </a:cubicBezTo>
                  <a:cubicBezTo>
                    <a:pt x="592879" y="177691"/>
                    <a:pt x="596447" y="177367"/>
                    <a:pt x="596447" y="172179"/>
                  </a:cubicBezTo>
                  <a:cubicBezTo>
                    <a:pt x="595800" y="165366"/>
                    <a:pt x="598397" y="156171"/>
                    <a:pt x="593095" y="155631"/>
                  </a:cubicBezTo>
                  <a:cubicBezTo>
                    <a:pt x="576534" y="153688"/>
                    <a:pt x="571663" y="152602"/>
                    <a:pt x="566901" y="154012"/>
                  </a:cubicBezTo>
                  <a:cubicBezTo>
                    <a:pt x="564520" y="154336"/>
                    <a:pt x="556296" y="158228"/>
                    <a:pt x="559325" y="153364"/>
                  </a:cubicBezTo>
                  <a:cubicBezTo>
                    <a:pt x="562678" y="146443"/>
                    <a:pt x="568850" y="141356"/>
                    <a:pt x="565821" y="136060"/>
                  </a:cubicBezTo>
                  <a:cubicBezTo>
                    <a:pt x="556080" y="118864"/>
                    <a:pt x="555318" y="115835"/>
                    <a:pt x="550994" y="115080"/>
                  </a:cubicBezTo>
                  <a:cubicBezTo>
                    <a:pt x="510189" y="107835"/>
                    <a:pt x="509751" y="108590"/>
                    <a:pt x="506290" y="105022"/>
                  </a:cubicBezTo>
                  <a:cubicBezTo>
                    <a:pt x="505319" y="104266"/>
                    <a:pt x="502283" y="99726"/>
                    <a:pt x="497737" y="99294"/>
                  </a:cubicBezTo>
                  <a:cubicBezTo>
                    <a:pt x="475118" y="97020"/>
                    <a:pt x="471435" y="95725"/>
                    <a:pt x="467326" y="98538"/>
                  </a:cubicBezTo>
                  <a:cubicBezTo>
                    <a:pt x="436694" y="119620"/>
                    <a:pt x="434960" y="119404"/>
                    <a:pt x="435722" y="124706"/>
                  </a:cubicBezTo>
                  <a:cubicBezTo>
                    <a:pt x="435722" y="127405"/>
                    <a:pt x="438751" y="136168"/>
                    <a:pt x="434097" y="134435"/>
                  </a:cubicBezTo>
                  <a:cubicBezTo>
                    <a:pt x="431068" y="133895"/>
                    <a:pt x="424356" y="128599"/>
                    <a:pt x="423708" y="134651"/>
                  </a:cubicBezTo>
                  <a:cubicBezTo>
                    <a:pt x="420673" y="162337"/>
                    <a:pt x="421327" y="166121"/>
                    <a:pt x="416780" y="166769"/>
                  </a:cubicBezTo>
                  <a:cubicBezTo>
                    <a:pt x="416234" y="166769"/>
                    <a:pt x="411040" y="168610"/>
                    <a:pt x="411802" y="163524"/>
                  </a:cubicBezTo>
                  <a:cubicBezTo>
                    <a:pt x="414615" y="142982"/>
                    <a:pt x="416018" y="139197"/>
                    <a:pt x="412666" y="135736"/>
                  </a:cubicBezTo>
                  <a:cubicBezTo>
                    <a:pt x="410716" y="133679"/>
                    <a:pt x="408227" y="130758"/>
                    <a:pt x="404442" y="129463"/>
                  </a:cubicBezTo>
                  <a:cubicBezTo>
                    <a:pt x="384307" y="122433"/>
                    <a:pt x="381817" y="120274"/>
                    <a:pt x="379004" y="124491"/>
                  </a:cubicBezTo>
                  <a:cubicBezTo>
                    <a:pt x="364285" y="146658"/>
                    <a:pt x="362228" y="148062"/>
                    <a:pt x="364177" y="152710"/>
                  </a:cubicBezTo>
                  <a:lnTo>
                    <a:pt x="364609" y="153688"/>
                  </a:lnTo>
                  <a:cubicBezTo>
                    <a:pt x="365472" y="155631"/>
                    <a:pt x="364717" y="158012"/>
                    <a:pt x="363091" y="158984"/>
                  </a:cubicBezTo>
                  <a:cubicBezTo>
                    <a:pt x="357573" y="161257"/>
                    <a:pt x="350645" y="168394"/>
                    <a:pt x="349782" y="162013"/>
                  </a:cubicBezTo>
                  <a:cubicBezTo>
                    <a:pt x="348480" y="151523"/>
                    <a:pt x="347076" y="146119"/>
                    <a:pt x="349566" y="141572"/>
                  </a:cubicBezTo>
                  <a:cubicBezTo>
                    <a:pt x="359630" y="123405"/>
                    <a:pt x="362012" y="121138"/>
                    <a:pt x="359414" y="116921"/>
                  </a:cubicBezTo>
                  <a:cubicBezTo>
                    <a:pt x="359199" y="116159"/>
                    <a:pt x="354976" y="111727"/>
                    <a:pt x="358545" y="108698"/>
                  </a:cubicBezTo>
                  <a:cubicBezTo>
                    <a:pt x="366019" y="102539"/>
                    <a:pt x="370889" y="99834"/>
                    <a:pt x="369803" y="95509"/>
                  </a:cubicBezTo>
                  <a:cubicBezTo>
                    <a:pt x="368832" y="91293"/>
                    <a:pt x="362012" y="90423"/>
                    <a:pt x="362659" y="90639"/>
                  </a:cubicBezTo>
                  <a:cubicBezTo>
                    <a:pt x="358875" y="89667"/>
                    <a:pt x="356709" y="84371"/>
                    <a:pt x="357141" y="85127"/>
                  </a:cubicBezTo>
                  <a:cubicBezTo>
                    <a:pt x="356278" y="83177"/>
                    <a:pt x="356055" y="79825"/>
                    <a:pt x="356601" y="77774"/>
                  </a:cubicBezTo>
                  <a:lnTo>
                    <a:pt x="358221" y="72255"/>
                  </a:lnTo>
                  <a:cubicBezTo>
                    <a:pt x="362983" y="55822"/>
                    <a:pt x="333976" y="59390"/>
                    <a:pt x="333976" y="48792"/>
                  </a:cubicBezTo>
                  <a:cubicBezTo>
                    <a:pt x="333976" y="30085"/>
                    <a:pt x="334738" y="26624"/>
                    <a:pt x="331379" y="23379"/>
                  </a:cubicBezTo>
                  <a:cubicBezTo>
                    <a:pt x="320775" y="13321"/>
                    <a:pt x="318070" y="9537"/>
                    <a:pt x="313523" y="9752"/>
                  </a:cubicBezTo>
                  <a:cubicBezTo>
                    <a:pt x="273258" y="11594"/>
                    <a:pt x="273042" y="10838"/>
                    <a:pt x="269683" y="14407"/>
                  </a:cubicBezTo>
                  <a:cubicBezTo>
                    <a:pt x="269035" y="14839"/>
                    <a:pt x="266114" y="19055"/>
                    <a:pt x="261783" y="19487"/>
                  </a:cubicBezTo>
                  <a:cubicBezTo>
                    <a:pt x="261783" y="19487"/>
                    <a:pt x="251934" y="20566"/>
                    <a:pt x="250093" y="21652"/>
                  </a:cubicBezTo>
                  <a:cubicBezTo>
                    <a:pt x="221302" y="33654"/>
                    <a:pt x="213079" y="31920"/>
                    <a:pt x="213079" y="39274"/>
                  </a:cubicBezTo>
                  <a:cubicBezTo>
                    <a:pt x="212755" y="41331"/>
                    <a:pt x="214374" y="50304"/>
                    <a:pt x="210050" y="47821"/>
                  </a:cubicBezTo>
                  <a:cubicBezTo>
                    <a:pt x="206043" y="46087"/>
                    <a:pt x="201065" y="40467"/>
                    <a:pt x="197058" y="44360"/>
                  </a:cubicBezTo>
                  <a:cubicBezTo>
                    <a:pt x="194029" y="48037"/>
                    <a:pt x="185691" y="52361"/>
                    <a:pt x="190130" y="55930"/>
                  </a:cubicBezTo>
                  <a:cubicBezTo>
                    <a:pt x="196734" y="61226"/>
                    <a:pt x="203554" y="65664"/>
                    <a:pt x="198899" y="64902"/>
                  </a:cubicBezTo>
                  <a:cubicBezTo>
                    <a:pt x="185913" y="62851"/>
                    <a:pt x="182123" y="61226"/>
                    <a:pt x="179093" y="65118"/>
                  </a:cubicBezTo>
                  <a:cubicBezTo>
                    <a:pt x="178439" y="66312"/>
                    <a:pt x="172705" y="71068"/>
                    <a:pt x="177144" y="72694"/>
                  </a:cubicBezTo>
                  <a:cubicBezTo>
                    <a:pt x="200633" y="81019"/>
                    <a:pt x="204633" y="81126"/>
                    <a:pt x="201712" y="85235"/>
                  </a:cubicBezTo>
                  <a:cubicBezTo>
                    <a:pt x="200201" y="86746"/>
                    <a:pt x="197820" y="93020"/>
                    <a:pt x="193165" y="91617"/>
                  </a:cubicBezTo>
                  <a:cubicBezTo>
                    <a:pt x="172058" y="85235"/>
                    <a:pt x="168591" y="82746"/>
                    <a:pt x="168051" y="88156"/>
                  </a:cubicBezTo>
                  <a:cubicBezTo>
                    <a:pt x="166755" y="101999"/>
                    <a:pt x="165562" y="106971"/>
                    <a:pt x="167835" y="111619"/>
                  </a:cubicBezTo>
                  <a:cubicBezTo>
                    <a:pt x="171626" y="119404"/>
                    <a:pt x="173137" y="124059"/>
                    <a:pt x="177252" y="125786"/>
                  </a:cubicBezTo>
                  <a:cubicBezTo>
                    <a:pt x="194137" y="132492"/>
                    <a:pt x="197274" y="132923"/>
                    <a:pt x="199655" y="137464"/>
                  </a:cubicBezTo>
                  <a:cubicBezTo>
                    <a:pt x="201173" y="140924"/>
                    <a:pt x="207453" y="149687"/>
                    <a:pt x="202582" y="147522"/>
                  </a:cubicBezTo>
                  <a:lnTo>
                    <a:pt x="198036" y="145573"/>
                  </a:lnTo>
                  <a:cubicBezTo>
                    <a:pt x="193057" y="143414"/>
                    <a:pt x="176820" y="143629"/>
                    <a:pt x="177468" y="143737"/>
                  </a:cubicBezTo>
                  <a:cubicBezTo>
                    <a:pt x="170540" y="143521"/>
                    <a:pt x="181151" y="157149"/>
                    <a:pt x="174223" y="157472"/>
                  </a:cubicBezTo>
                  <a:lnTo>
                    <a:pt x="157123" y="158336"/>
                  </a:lnTo>
                  <a:cubicBezTo>
                    <a:pt x="153655" y="158444"/>
                    <a:pt x="154417" y="163524"/>
                    <a:pt x="154525" y="162876"/>
                  </a:cubicBezTo>
                  <a:cubicBezTo>
                    <a:pt x="155929" y="170985"/>
                    <a:pt x="167295" y="168287"/>
                    <a:pt x="171734" y="176072"/>
                  </a:cubicBezTo>
                  <a:cubicBezTo>
                    <a:pt x="177144" y="185692"/>
                    <a:pt x="179310" y="191534"/>
                    <a:pt x="183856" y="192290"/>
                  </a:cubicBezTo>
                  <a:lnTo>
                    <a:pt x="191000" y="193483"/>
                  </a:lnTo>
                  <a:cubicBezTo>
                    <a:pt x="198251" y="194671"/>
                    <a:pt x="203014" y="187425"/>
                    <a:pt x="205935" y="193483"/>
                  </a:cubicBezTo>
                  <a:cubicBezTo>
                    <a:pt x="208424" y="199967"/>
                    <a:pt x="215028" y="207212"/>
                    <a:pt x="209834" y="208946"/>
                  </a:cubicBezTo>
                  <a:cubicBezTo>
                    <a:pt x="199007" y="212622"/>
                    <a:pt x="196518" y="214134"/>
                    <a:pt x="192619" y="212298"/>
                  </a:cubicBezTo>
                  <a:cubicBezTo>
                    <a:pt x="171518" y="202348"/>
                    <a:pt x="168921" y="201700"/>
                    <a:pt x="165670" y="197916"/>
                  </a:cubicBezTo>
                  <a:cubicBezTo>
                    <a:pt x="149433" y="178885"/>
                    <a:pt x="147159" y="177043"/>
                    <a:pt x="145648" y="171963"/>
                  </a:cubicBezTo>
                  <a:cubicBezTo>
                    <a:pt x="137965" y="146658"/>
                    <a:pt x="136339" y="144277"/>
                    <a:pt x="138396" y="139521"/>
                  </a:cubicBezTo>
                  <a:cubicBezTo>
                    <a:pt x="140670" y="132599"/>
                    <a:pt x="146296" y="126218"/>
                    <a:pt x="142289" y="122001"/>
                  </a:cubicBezTo>
                  <a:cubicBezTo>
                    <a:pt x="128655" y="107727"/>
                    <a:pt x="126382" y="106431"/>
                    <a:pt x="126922" y="101345"/>
                  </a:cubicBezTo>
                  <a:cubicBezTo>
                    <a:pt x="127678" y="94861"/>
                    <a:pt x="127570" y="89127"/>
                    <a:pt x="130929" y="85451"/>
                  </a:cubicBezTo>
                  <a:cubicBezTo>
                    <a:pt x="139152" y="76694"/>
                    <a:pt x="142289" y="74097"/>
                    <a:pt x="144238" y="69233"/>
                  </a:cubicBezTo>
                  <a:cubicBezTo>
                    <a:pt x="151922" y="50196"/>
                    <a:pt x="152684" y="46843"/>
                    <a:pt x="156468" y="43820"/>
                  </a:cubicBezTo>
                  <a:cubicBezTo>
                    <a:pt x="195870" y="12781"/>
                    <a:pt x="199331" y="12026"/>
                    <a:pt x="195546" y="8565"/>
                  </a:cubicBezTo>
                  <a:cubicBezTo>
                    <a:pt x="193813" y="7378"/>
                    <a:pt x="190346" y="2723"/>
                    <a:pt x="185475" y="2507"/>
                  </a:cubicBezTo>
                  <a:cubicBezTo>
                    <a:pt x="130167" y="-192"/>
                    <a:pt x="131685" y="-738"/>
                    <a:pt x="127246" y="996"/>
                  </a:cubicBezTo>
                  <a:cubicBezTo>
                    <a:pt x="73347" y="22192"/>
                    <a:pt x="72699" y="21652"/>
                    <a:pt x="68908" y="25545"/>
                  </a:cubicBezTo>
                  <a:cubicBezTo>
                    <a:pt x="31672" y="64578"/>
                    <a:pt x="31894" y="63175"/>
                    <a:pt x="31564" y="68471"/>
                  </a:cubicBezTo>
                  <a:cubicBezTo>
                    <a:pt x="30161" y="91832"/>
                    <a:pt x="30916" y="97128"/>
                    <a:pt x="26801" y="94969"/>
                  </a:cubicBezTo>
                  <a:lnTo>
                    <a:pt x="25074" y="94100"/>
                  </a:lnTo>
                  <a:cubicBezTo>
                    <a:pt x="23341" y="93236"/>
                    <a:pt x="22039" y="94315"/>
                    <a:pt x="22039" y="96481"/>
                  </a:cubicBezTo>
                  <a:cubicBezTo>
                    <a:pt x="21607" y="100157"/>
                    <a:pt x="23665" y="107727"/>
                    <a:pt x="18794" y="109022"/>
                  </a:cubicBezTo>
                  <a:cubicBezTo>
                    <a:pt x="17276" y="109676"/>
                    <a:pt x="11758" y="109244"/>
                    <a:pt x="10679" y="114864"/>
                  </a:cubicBezTo>
                  <a:cubicBezTo>
                    <a:pt x="6024" y="138765"/>
                    <a:pt x="4183" y="142442"/>
                    <a:pt x="8298" y="144709"/>
                  </a:cubicBezTo>
                  <a:cubicBezTo>
                    <a:pt x="10571" y="146335"/>
                    <a:pt x="19118" y="148709"/>
                    <a:pt x="14571" y="151307"/>
                  </a:cubicBezTo>
                  <a:cubicBezTo>
                    <a:pt x="5592" y="156495"/>
                    <a:pt x="2341" y="157472"/>
                    <a:pt x="1262" y="162445"/>
                  </a:cubicBezTo>
                  <a:cubicBezTo>
                    <a:pt x="1046" y="165042"/>
                    <a:pt x="-1659" y="170446"/>
                    <a:pt x="1586" y="174554"/>
                  </a:cubicBezTo>
                  <a:cubicBezTo>
                    <a:pt x="5484" y="180720"/>
                    <a:pt x="12844" y="185368"/>
                    <a:pt x="8945" y="189915"/>
                  </a:cubicBezTo>
                  <a:cubicBezTo>
                    <a:pt x="7212" y="192613"/>
                    <a:pt x="1262" y="195966"/>
                    <a:pt x="3643" y="201376"/>
                  </a:cubicBezTo>
                  <a:cubicBezTo>
                    <a:pt x="10133" y="216299"/>
                    <a:pt x="10679" y="219112"/>
                    <a:pt x="14679" y="219652"/>
                  </a:cubicBezTo>
                  <a:cubicBezTo>
                    <a:pt x="85037" y="229920"/>
                    <a:pt x="84060" y="228948"/>
                    <a:pt x="88390" y="231977"/>
                  </a:cubicBezTo>
                  <a:cubicBezTo>
                    <a:pt x="102678" y="241927"/>
                    <a:pt x="107332" y="244086"/>
                    <a:pt x="103001" y="245604"/>
                  </a:cubicBezTo>
                  <a:cubicBezTo>
                    <a:pt x="83951" y="251979"/>
                    <a:pt x="81462" y="253821"/>
                    <a:pt x="77570" y="251224"/>
                  </a:cubicBezTo>
                  <a:cubicBezTo>
                    <a:pt x="69124" y="245604"/>
                    <a:pt x="64146" y="241496"/>
                    <a:pt x="59383" y="240842"/>
                  </a:cubicBezTo>
                  <a:cubicBezTo>
                    <a:pt x="29837" y="237057"/>
                    <a:pt x="24750" y="235330"/>
                    <a:pt x="27779" y="239654"/>
                  </a:cubicBezTo>
                  <a:cubicBezTo>
                    <a:pt x="29183" y="242251"/>
                    <a:pt x="35463" y="247547"/>
                    <a:pt x="31024" y="250360"/>
                  </a:cubicBezTo>
                  <a:lnTo>
                    <a:pt x="29513" y="251332"/>
                  </a:lnTo>
                  <a:cubicBezTo>
                    <a:pt x="27887" y="252418"/>
                    <a:pt x="27564" y="254577"/>
                    <a:pt x="28751" y="256310"/>
                  </a:cubicBezTo>
                  <a:cubicBezTo>
                    <a:pt x="50614" y="287127"/>
                    <a:pt x="50722" y="288860"/>
                    <a:pt x="55161" y="288860"/>
                  </a:cubicBezTo>
                  <a:lnTo>
                    <a:pt x="66203" y="288860"/>
                  </a:lnTo>
                  <a:cubicBezTo>
                    <a:pt x="73779" y="288860"/>
                    <a:pt x="74642" y="303891"/>
                    <a:pt x="81786" y="302481"/>
                  </a:cubicBezTo>
                  <a:lnTo>
                    <a:pt x="90016" y="300862"/>
                  </a:lnTo>
                  <a:cubicBezTo>
                    <a:pt x="108958" y="297077"/>
                    <a:pt x="123569" y="302265"/>
                    <a:pt x="128008" y="295236"/>
                  </a:cubicBezTo>
                  <a:cubicBezTo>
                    <a:pt x="129411" y="293509"/>
                    <a:pt x="133094" y="284746"/>
                    <a:pt x="134066" y="290588"/>
                  </a:cubicBezTo>
                  <a:cubicBezTo>
                    <a:pt x="135799" y="300862"/>
                    <a:pt x="135799" y="306697"/>
                    <a:pt x="139908" y="309295"/>
                  </a:cubicBezTo>
                  <a:lnTo>
                    <a:pt x="161669" y="322814"/>
                  </a:lnTo>
                  <a:cubicBezTo>
                    <a:pt x="166317" y="325735"/>
                    <a:pt x="178770" y="324649"/>
                    <a:pt x="178116" y="324649"/>
                  </a:cubicBezTo>
                  <a:cubicBezTo>
                    <a:pt x="184288" y="324649"/>
                    <a:pt x="175195" y="313943"/>
                    <a:pt x="181367" y="315353"/>
                  </a:cubicBezTo>
                  <a:lnTo>
                    <a:pt x="205935" y="320972"/>
                  </a:lnTo>
                  <a:cubicBezTo>
                    <a:pt x="211669" y="322274"/>
                    <a:pt x="256049" y="321188"/>
                    <a:pt x="255395" y="321188"/>
                  </a:cubicBezTo>
                  <a:cubicBezTo>
                    <a:pt x="260812" y="321188"/>
                    <a:pt x="279970" y="330167"/>
                    <a:pt x="279316" y="329843"/>
                  </a:cubicBezTo>
                  <a:cubicBezTo>
                    <a:pt x="285272" y="332434"/>
                    <a:pt x="273258" y="338816"/>
                    <a:pt x="279316" y="340657"/>
                  </a:cubicBezTo>
                  <a:cubicBezTo>
                    <a:pt x="283214" y="341845"/>
                    <a:pt x="286790" y="343356"/>
                    <a:pt x="290682" y="341737"/>
                  </a:cubicBezTo>
                  <a:cubicBezTo>
                    <a:pt x="305078" y="335787"/>
                    <a:pt x="309408" y="335355"/>
                    <a:pt x="307999" y="330275"/>
                  </a:cubicBezTo>
                  <a:cubicBezTo>
                    <a:pt x="307567" y="327570"/>
                    <a:pt x="303566" y="318166"/>
                    <a:pt x="307783" y="321404"/>
                  </a:cubicBezTo>
                  <a:lnTo>
                    <a:pt x="341228" y="346817"/>
                  </a:lnTo>
                  <a:cubicBezTo>
                    <a:pt x="345559" y="350170"/>
                    <a:pt x="359199" y="353522"/>
                    <a:pt x="358652" y="353306"/>
                  </a:cubicBezTo>
                  <a:cubicBezTo>
                    <a:pt x="365580" y="355364"/>
                    <a:pt x="367206" y="366178"/>
                    <a:pt x="373702" y="366178"/>
                  </a:cubicBezTo>
                  <a:lnTo>
                    <a:pt x="382357" y="366178"/>
                  </a:lnTo>
                  <a:cubicBezTo>
                    <a:pt x="386364" y="366178"/>
                    <a:pt x="384954" y="359364"/>
                    <a:pt x="384846" y="360012"/>
                  </a:cubicBezTo>
                  <a:cubicBezTo>
                    <a:pt x="383443" y="350170"/>
                    <a:pt x="409421" y="356120"/>
                    <a:pt x="404658" y="348011"/>
                  </a:cubicBezTo>
                  <a:cubicBezTo>
                    <a:pt x="403680" y="346925"/>
                    <a:pt x="401839" y="341089"/>
                    <a:pt x="397299" y="341629"/>
                  </a:cubicBezTo>
                  <a:lnTo>
                    <a:pt x="380738" y="343686"/>
                  </a:lnTo>
                  <a:cubicBezTo>
                    <a:pt x="377055" y="344226"/>
                    <a:pt x="374026" y="339571"/>
                    <a:pt x="374566" y="340118"/>
                  </a:cubicBezTo>
                  <a:cubicBezTo>
                    <a:pt x="369803" y="333304"/>
                    <a:pt x="358113" y="341629"/>
                    <a:pt x="351947" y="335679"/>
                  </a:cubicBezTo>
                  <a:cubicBezTo>
                    <a:pt x="339063" y="323354"/>
                    <a:pt x="333437" y="319245"/>
                    <a:pt x="338091" y="319245"/>
                  </a:cubicBezTo>
                  <a:cubicBezTo>
                    <a:pt x="374242" y="320325"/>
                    <a:pt x="379868" y="316864"/>
                    <a:pt x="384091" y="322166"/>
                  </a:cubicBezTo>
                  <a:cubicBezTo>
                    <a:pt x="387882" y="325951"/>
                    <a:pt x="390911" y="333736"/>
                    <a:pt x="395781" y="331462"/>
                  </a:cubicBezTo>
                  <a:cubicBezTo>
                    <a:pt x="398486" y="330167"/>
                    <a:pt x="401839" y="328110"/>
                    <a:pt x="405954" y="328649"/>
                  </a:cubicBezTo>
                  <a:lnTo>
                    <a:pt x="420565" y="330707"/>
                  </a:lnTo>
                  <a:cubicBezTo>
                    <a:pt x="424248" y="331247"/>
                    <a:pt x="427601" y="327030"/>
                    <a:pt x="426953" y="327462"/>
                  </a:cubicBezTo>
                  <a:cubicBezTo>
                    <a:pt x="428248" y="325843"/>
                    <a:pt x="428579" y="323030"/>
                    <a:pt x="427709" y="321080"/>
                  </a:cubicBezTo>
                  <a:cubicBezTo>
                    <a:pt x="420241" y="305078"/>
                    <a:pt x="419378" y="301617"/>
                    <a:pt x="415155" y="300646"/>
                  </a:cubicBezTo>
                  <a:lnTo>
                    <a:pt x="400436" y="297401"/>
                  </a:lnTo>
                  <a:cubicBezTo>
                    <a:pt x="396213" y="296430"/>
                    <a:pt x="394917" y="289076"/>
                    <a:pt x="395241" y="289832"/>
                  </a:cubicBezTo>
                  <a:cubicBezTo>
                    <a:pt x="394695" y="287775"/>
                    <a:pt x="395673" y="286047"/>
                    <a:pt x="397514" y="286155"/>
                  </a:cubicBezTo>
                  <a:cubicBezTo>
                    <a:pt x="420565" y="287127"/>
                    <a:pt x="422946" y="286155"/>
                    <a:pt x="426413" y="289940"/>
                  </a:cubicBezTo>
                  <a:cubicBezTo>
                    <a:pt x="440485" y="305078"/>
                    <a:pt x="441780" y="307675"/>
                    <a:pt x="446003" y="306590"/>
                  </a:cubicBezTo>
                  <a:lnTo>
                    <a:pt x="457262" y="303567"/>
                  </a:lnTo>
                  <a:cubicBezTo>
                    <a:pt x="461694" y="302373"/>
                    <a:pt x="466780" y="307891"/>
                    <a:pt x="466240" y="307459"/>
                  </a:cubicBezTo>
                  <a:cubicBezTo>
                    <a:pt x="467758" y="308755"/>
                    <a:pt x="468946" y="311568"/>
                    <a:pt x="468946" y="313835"/>
                  </a:cubicBezTo>
                  <a:cubicBezTo>
                    <a:pt x="468514" y="340549"/>
                    <a:pt x="467326" y="345305"/>
                    <a:pt x="471765" y="343686"/>
                  </a:cubicBezTo>
                  <a:cubicBezTo>
                    <a:pt x="472413" y="343248"/>
                    <a:pt x="476744" y="342816"/>
                    <a:pt x="477715" y="337844"/>
                  </a:cubicBezTo>
                  <a:cubicBezTo>
                    <a:pt x="478363" y="336003"/>
                    <a:pt x="478147" y="327462"/>
                    <a:pt x="482477" y="329951"/>
                  </a:cubicBezTo>
                  <a:cubicBezTo>
                    <a:pt x="498714" y="339679"/>
                    <a:pt x="503261" y="341089"/>
                    <a:pt x="499362" y="343794"/>
                  </a:cubicBezTo>
                  <a:cubicBezTo>
                    <a:pt x="496117" y="346817"/>
                    <a:pt x="487132" y="350170"/>
                    <a:pt x="491895" y="353199"/>
                  </a:cubicBezTo>
                  <a:cubicBezTo>
                    <a:pt x="542548" y="384885"/>
                    <a:pt x="542765" y="383475"/>
                    <a:pt x="539951" y="387806"/>
                  </a:cubicBezTo>
                  <a:cubicBezTo>
                    <a:pt x="536268" y="392670"/>
                    <a:pt x="533995" y="400239"/>
                    <a:pt x="528693" y="399807"/>
                  </a:cubicBezTo>
                  <a:cubicBezTo>
                    <a:pt x="510729" y="398506"/>
                    <a:pt x="507154" y="396994"/>
                    <a:pt x="507154" y="402297"/>
                  </a:cubicBezTo>
                  <a:cubicBezTo>
                    <a:pt x="507154" y="423271"/>
                    <a:pt x="506074" y="429005"/>
                    <a:pt x="510405" y="427487"/>
                  </a:cubicBezTo>
                  <a:cubicBezTo>
                    <a:pt x="541793" y="416673"/>
                    <a:pt x="543412" y="417219"/>
                    <a:pt x="545146" y="412241"/>
                  </a:cubicBezTo>
                  <a:cubicBezTo>
                    <a:pt x="547311" y="407701"/>
                    <a:pt x="548283" y="397642"/>
                    <a:pt x="552505" y="401211"/>
                  </a:cubicBezTo>
                  <a:cubicBezTo>
                    <a:pt x="555972" y="404132"/>
                    <a:pt x="558893" y="407161"/>
                    <a:pt x="563002" y="407269"/>
                  </a:cubicBezTo>
                  <a:cubicBezTo>
                    <a:pt x="571447" y="408456"/>
                    <a:pt x="580217" y="405103"/>
                    <a:pt x="579563" y="411809"/>
                  </a:cubicBezTo>
                  <a:cubicBezTo>
                    <a:pt x="579563" y="412673"/>
                    <a:pt x="578483" y="417867"/>
                    <a:pt x="580433" y="422731"/>
                  </a:cubicBezTo>
                  <a:cubicBezTo>
                    <a:pt x="593634" y="456037"/>
                    <a:pt x="594174" y="460145"/>
                    <a:pt x="596555" y="455497"/>
                  </a:cubicBezTo>
                  <a:cubicBezTo>
                    <a:pt x="603375" y="442086"/>
                    <a:pt x="605756" y="439279"/>
                    <a:pt x="603267" y="435056"/>
                  </a:cubicBezTo>
                  <a:lnTo>
                    <a:pt x="600130" y="429545"/>
                  </a:lnTo>
                  <a:cubicBezTo>
                    <a:pt x="598181" y="426192"/>
                    <a:pt x="599590" y="421544"/>
                    <a:pt x="599483" y="422299"/>
                  </a:cubicBezTo>
                  <a:cubicBezTo>
                    <a:pt x="600130" y="420242"/>
                    <a:pt x="602080" y="419162"/>
                    <a:pt x="603807" y="420026"/>
                  </a:cubicBezTo>
                  <a:cubicBezTo>
                    <a:pt x="619612" y="427703"/>
                    <a:pt x="623619" y="428249"/>
                    <a:pt x="621885" y="433113"/>
                  </a:cubicBezTo>
                  <a:cubicBezTo>
                    <a:pt x="619288" y="442632"/>
                    <a:pt x="613332" y="450417"/>
                    <a:pt x="618425" y="453008"/>
                  </a:cubicBezTo>
                  <a:cubicBezTo>
                    <a:pt x="640828" y="464584"/>
                    <a:pt x="642015" y="464476"/>
                    <a:pt x="643748" y="469124"/>
                  </a:cubicBezTo>
                  <a:cubicBezTo>
                    <a:pt x="673619" y="549147"/>
                    <a:pt x="674921" y="548931"/>
                    <a:pt x="670266" y="550010"/>
                  </a:cubicBezTo>
                  <a:cubicBezTo>
                    <a:pt x="656848" y="553147"/>
                    <a:pt x="653705" y="555090"/>
                    <a:pt x="651756" y="559307"/>
                  </a:cubicBezTo>
                  <a:cubicBezTo>
                    <a:pt x="645266" y="573582"/>
                    <a:pt x="643641" y="578992"/>
                    <a:pt x="639526" y="581697"/>
                  </a:cubicBezTo>
                  <a:cubicBezTo>
                    <a:pt x="588872" y="615866"/>
                    <a:pt x="586383" y="615650"/>
                    <a:pt x="589742" y="619435"/>
                  </a:cubicBezTo>
                  <a:cubicBezTo>
                    <a:pt x="626108" y="660850"/>
                    <a:pt x="628921" y="662475"/>
                    <a:pt x="624159" y="662475"/>
                  </a:cubicBezTo>
                  <a:cubicBezTo>
                    <a:pt x="598829" y="662475"/>
                    <a:pt x="596016" y="661174"/>
                    <a:pt x="595152" y="666044"/>
                  </a:cubicBezTo>
                  <a:cubicBezTo>
                    <a:pt x="594612" y="667339"/>
                    <a:pt x="594936" y="673181"/>
                    <a:pt x="590390" y="674045"/>
                  </a:cubicBezTo>
                  <a:cubicBezTo>
                    <a:pt x="587900" y="674045"/>
                    <a:pt x="581944" y="677398"/>
                    <a:pt x="579455" y="672635"/>
                  </a:cubicBezTo>
                  <a:cubicBezTo>
                    <a:pt x="578915" y="671988"/>
                    <a:pt x="577620" y="667231"/>
                    <a:pt x="573289" y="667771"/>
                  </a:cubicBezTo>
                  <a:cubicBezTo>
                    <a:pt x="571123" y="668419"/>
                    <a:pt x="564735" y="667555"/>
                    <a:pt x="563548" y="672527"/>
                  </a:cubicBezTo>
                  <a:cubicBezTo>
                    <a:pt x="562570" y="674693"/>
                    <a:pt x="562894" y="681722"/>
                    <a:pt x="558023" y="681182"/>
                  </a:cubicBezTo>
                  <a:lnTo>
                    <a:pt x="534649" y="678693"/>
                  </a:lnTo>
                  <a:cubicBezTo>
                    <a:pt x="528801" y="678045"/>
                    <a:pt x="481830" y="661713"/>
                    <a:pt x="482477" y="661929"/>
                  </a:cubicBezTo>
                  <a:cubicBezTo>
                    <a:pt x="480744" y="661389"/>
                    <a:pt x="478579" y="662259"/>
                    <a:pt x="477607" y="664095"/>
                  </a:cubicBezTo>
                  <a:cubicBezTo>
                    <a:pt x="476528" y="667231"/>
                    <a:pt x="471765" y="672311"/>
                    <a:pt x="475442" y="675988"/>
                  </a:cubicBezTo>
                  <a:cubicBezTo>
                    <a:pt x="477499" y="678693"/>
                    <a:pt x="484967" y="683341"/>
                    <a:pt x="480204" y="685291"/>
                  </a:cubicBezTo>
                  <a:cubicBezTo>
                    <a:pt x="453795" y="696321"/>
                    <a:pt x="451521" y="696105"/>
                    <a:pt x="450658" y="700969"/>
                  </a:cubicBezTo>
                  <a:cubicBezTo>
                    <a:pt x="448276" y="714812"/>
                    <a:pt x="447083" y="717625"/>
                    <a:pt x="450334" y="720324"/>
                  </a:cubicBezTo>
                  <a:cubicBezTo>
                    <a:pt x="475010" y="741412"/>
                    <a:pt x="475550" y="742600"/>
                    <a:pt x="479988" y="743578"/>
                  </a:cubicBezTo>
                  <a:cubicBezTo>
                    <a:pt x="508671" y="750067"/>
                    <a:pt x="509751" y="751039"/>
                    <a:pt x="513865" y="748981"/>
                  </a:cubicBezTo>
                  <a:cubicBezTo>
                    <a:pt x="532915" y="739253"/>
                    <a:pt x="536814" y="738599"/>
                    <a:pt x="534433" y="734383"/>
                  </a:cubicBezTo>
                  <a:cubicBezTo>
                    <a:pt x="534103" y="733303"/>
                    <a:pt x="529671" y="728547"/>
                    <a:pt x="533455" y="725734"/>
                  </a:cubicBezTo>
                  <a:cubicBezTo>
                    <a:pt x="536707" y="723785"/>
                    <a:pt x="540491" y="718597"/>
                    <a:pt x="545146" y="720648"/>
                  </a:cubicBezTo>
                  <a:cubicBezTo>
                    <a:pt x="583570" y="737196"/>
                    <a:pt x="584325" y="738815"/>
                    <a:pt x="584871" y="733843"/>
                  </a:cubicBezTo>
                  <a:cubicBezTo>
                    <a:pt x="586167" y="727893"/>
                    <a:pt x="584433" y="719028"/>
                    <a:pt x="589742" y="719676"/>
                  </a:cubicBezTo>
                  <a:cubicBezTo>
                    <a:pt x="593418" y="720648"/>
                    <a:pt x="599915" y="719352"/>
                    <a:pt x="601540" y="724654"/>
                  </a:cubicBezTo>
                  <a:cubicBezTo>
                    <a:pt x="606410" y="740656"/>
                    <a:pt x="606626" y="744009"/>
                    <a:pt x="610627" y="745736"/>
                  </a:cubicBezTo>
                  <a:cubicBezTo>
                    <a:pt x="621130" y="750499"/>
                    <a:pt x="623835" y="752442"/>
                    <a:pt x="627619" y="750283"/>
                  </a:cubicBezTo>
                  <a:cubicBezTo>
                    <a:pt x="631950" y="748442"/>
                    <a:pt x="638122" y="741952"/>
                    <a:pt x="639742" y="747362"/>
                  </a:cubicBezTo>
                  <a:lnTo>
                    <a:pt x="648727" y="777531"/>
                  </a:lnTo>
                  <a:lnTo>
                    <a:pt x="648727" y="779372"/>
                  </a:lnTo>
                  <a:cubicBezTo>
                    <a:pt x="661827" y="783481"/>
                    <a:pt x="669079" y="790180"/>
                    <a:pt x="671676" y="784560"/>
                  </a:cubicBezTo>
                  <a:cubicBezTo>
                    <a:pt x="674705" y="779480"/>
                    <a:pt x="675892" y="770394"/>
                    <a:pt x="680547" y="773314"/>
                  </a:cubicBezTo>
                  <a:cubicBezTo>
                    <a:pt x="705661" y="789317"/>
                    <a:pt x="712157" y="792022"/>
                    <a:pt x="707280" y="793317"/>
                  </a:cubicBezTo>
                  <a:cubicBezTo>
                    <a:pt x="680547" y="800994"/>
                    <a:pt x="676654" y="800994"/>
                    <a:pt x="680223" y="804131"/>
                  </a:cubicBezTo>
                  <a:cubicBezTo>
                    <a:pt x="699597" y="821219"/>
                    <a:pt x="702086" y="824248"/>
                    <a:pt x="706633" y="825327"/>
                  </a:cubicBezTo>
                  <a:cubicBezTo>
                    <a:pt x="773631" y="842631"/>
                    <a:pt x="771250" y="841545"/>
                    <a:pt x="774825" y="844574"/>
                  </a:cubicBezTo>
                  <a:cubicBezTo>
                    <a:pt x="808810" y="873124"/>
                    <a:pt x="809458" y="874419"/>
                    <a:pt x="814113" y="875505"/>
                  </a:cubicBezTo>
                  <a:cubicBezTo>
                    <a:pt x="913039" y="899724"/>
                    <a:pt x="910550" y="900594"/>
                    <a:pt x="910118" y="895400"/>
                  </a:cubicBezTo>
                  <a:cubicBezTo>
                    <a:pt x="909032" y="879074"/>
                    <a:pt x="909471" y="876153"/>
                    <a:pt x="906003" y="873340"/>
                  </a:cubicBezTo>
                  <a:cubicBezTo>
                    <a:pt x="788243" y="778610"/>
                    <a:pt x="793437" y="783805"/>
                    <a:pt x="797876" y="782611"/>
                  </a:cubicBezTo>
                  <a:lnTo>
                    <a:pt x="807401" y="780020"/>
                  </a:lnTo>
                  <a:cubicBezTo>
                    <a:pt x="809242" y="779480"/>
                    <a:pt x="811947" y="780020"/>
                    <a:pt x="813465" y="781100"/>
                  </a:cubicBezTo>
                  <a:cubicBezTo>
                    <a:pt x="840091" y="799915"/>
                    <a:pt x="842148" y="802728"/>
                    <a:pt x="842148" y="797641"/>
                  </a:cubicBezTo>
                  <a:cubicBezTo>
                    <a:pt x="842256" y="796670"/>
                    <a:pt x="841062" y="789317"/>
                    <a:pt x="845069" y="791806"/>
                  </a:cubicBezTo>
                  <a:cubicBezTo>
                    <a:pt x="913363" y="834414"/>
                    <a:pt x="914011" y="834630"/>
                    <a:pt x="917694" y="837761"/>
                  </a:cubicBezTo>
                  <a:cubicBezTo>
                    <a:pt x="953197" y="867174"/>
                    <a:pt x="954060" y="869663"/>
                    <a:pt x="957851" y="866634"/>
                  </a:cubicBezTo>
                  <a:cubicBezTo>
                    <a:pt x="970513" y="856690"/>
                    <a:pt x="976247" y="853229"/>
                    <a:pt x="971593" y="852906"/>
                  </a:cubicBezTo>
                  <a:cubicBezTo>
                    <a:pt x="953520" y="851496"/>
                    <a:pt x="950384" y="852251"/>
                    <a:pt x="947679" y="848359"/>
                  </a:cubicBezTo>
                  <a:cubicBezTo>
                    <a:pt x="940427" y="837977"/>
                    <a:pt x="935550" y="832249"/>
                    <a:pt x="939989" y="833760"/>
                  </a:cubicBezTo>
                  <a:cubicBezTo>
                    <a:pt x="944103" y="834630"/>
                    <a:pt x="949838" y="839062"/>
                    <a:pt x="952873" y="834522"/>
                  </a:cubicBezTo>
                  <a:cubicBezTo>
                    <a:pt x="953413" y="833220"/>
                    <a:pt x="957959" y="828896"/>
                    <a:pt x="954600" y="825435"/>
                  </a:cubicBezTo>
                  <a:cubicBezTo>
                    <a:pt x="950600" y="820140"/>
                    <a:pt x="943995" y="816787"/>
                    <a:pt x="945837" y="811376"/>
                  </a:cubicBezTo>
                  <a:cubicBezTo>
                    <a:pt x="946269" y="810729"/>
                    <a:pt x="946809" y="805973"/>
                    <a:pt x="950923" y="806836"/>
                  </a:cubicBezTo>
                  <a:cubicBezTo>
                    <a:pt x="954168" y="806944"/>
                    <a:pt x="961528" y="810837"/>
                    <a:pt x="961312" y="805217"/>
                  </a:cubicBezTo>
                  <a:cubicBezTo>
                    <a:pt x="960988" y="798080"/>
                    <a:pt x="959909" y="789856"/>
                    <a:pt x="962722" y="793965"/>
                  </a:cubicBezTo>
                  <a:cubicBezTo>
                    <a:pt x="973110" y="809325"/>
                    <a:pt x="974520" y="813326"/>
                    <a:pt x="978736" y="811592"/>
                  </a:cubicBezTo>
                  <a:lnTo>
                    <a:pt x="979606" y="811161"/>
                  </a:lnTo>
                  <a:cubicBezTo>
                    <a:pt x="986750" y="808239"/>
                    <a:pt x="970513" y="797756"/>
                    <a:pt x="976469" y="792777"/>
                  </a:cubicBezTo>
                  <a:cubicBezTo>
                    <a:pt x="978089" y="790942"/>
                    <a:pt x="984369" y="788345"/>
                    <a:pt x="981880" y="783697"/>
                  </a:cubicBezTo>
                  <a:cubicBezTo>
                    <a:pt x="974088" y="768882"/>
                    <a:pt x="973218" y="764990"/>
                    <a:pt x="969434" y="767473"/>
                  </a:cubicBezTo>
                  <a:cubicBezTo>
                    <a:pt x="966506" y="768882"/>
                    <a:pt x="960988" y="775258"/>
                    <a:pt x="959585" y="769962"/>
                  </a:cubicBezTo>
                  <a:cubicBezTo>
                    <a:pt x="957635" y="764552"/>
                    <a:pt x="958067" y="755687"/>
                    <a:pt x="952981" y="757090"/>
                  </a:cubicBezTo>
                  <a:cubicBezTo>
                    <a:pt x="952219" y="757090"/>
                    <a:pt x="948110" y="759364"/>
                    <a:pt x="944427" y="756874"/>
                  </a:cubicBezTo>
                  <a:lnTo>
                    <a:pt x="943780" y="756443"/>
                  </a:lnTo>
                  <a:cubicBezTo>
                    <a:pt x="936852" y="751794"/>
                    <a:pt x="961636" y="743146"/>
                    <a:pt x="954708" y="738491"/>
                  </a:cubicBezTo>
                  <a:lnTo>
                    <a:pt x="953197" y="737412"/>
                  </a:lnTo>
                  <a:cubicBezTo>
                    <a:pt x="951571" y="736332"/>
                    <a:pt x="949082" y="736440"/>
                    <a:pt x="947564" y="737520"/>
                  </a:cubicBezTo>
                  <a:cubicBezTo>
                    <a:pt x="938909" y="743901"/>
                    <a:pt x="937068" y="745952"/>
                    <a:pt x="934039" y="744117"/>
                  </a:cubicBezTo>
                  <a:cubicBezTo>
                    <a:pt x="932629" y="743254"/>
                    <a:pt x="932305" y="741196"/>
                    <a:pt x="933283" y="739469"/>
                  </a:cubicBezTo>
                  <a:cubicBezTo>
                    <a:pt x="937284" y="730706"/>
                    <a:pt x="943995" y="724870"/>
                    <a:pt x="939341" y="721518"/>
                  </a:cubicBezTo>
                  <a:cubicBezTo>
                    <a:pt x="915205" y="703998"/>
                    <a:pt x="913363" y="701185"/>
                    <a:pt x="911744" y="705725"/>
                  </a:cubicBezTo>
                  <a:cubicBezTo>
                    <a:pt x="910550" y="707890"/>
                    <a:pt x="909902" y="715136"/>
                    <a:pt x="905356" y="713294"/>
                  </a:cubicBezTo>
                  <a:cubicBezTo>
                    <a:pt x="904708" y="712863"/>
                    <a:pt x="899292" y="712107"/>
                    <a:pt x="899838" y="707351"/>
                  </a:cubicBezTo>
                  <a:cubicBezTo>
                    <a:pt x="899838" y="704430"/>
                    <a:pt x="902543" y="697616"/>
                    <a:pt x="897780" y="696213"/>
                  </a:cubicBezTo>
                  <a:cubicBezTo>
                    <a:pt x="894529" y="695673"/>
                    <a:pt x="889551" y="692428"/>
                    <a:pt x="885442" y="695565"/>
                  </a:cubicBezTo>
                  <a:cubicBezTo>
                    <a:pt x="881219" y="698048"/>
                    <a:pt x="874723" y="705833"/>
                    <a:pt x="874292" y="700105"/>
                  </a:cubicBezTo>
                  <a:cubicBezTo>
                    <a:pt x="872990" y="682586"/>
                    <a:pt x="873320" y="676636"/>
                    <a:pt x="870501" y="672419"/>
                  </a:cubicBezTo>
                  <a:cubicBezTo>
                    <a:pt x="861306" y="659123"/>
                    <a:pt x="859896" y="655338"/>
                    <a:pt x="855565" y="656094"/>
                  </a:cubicBezTo>
                  <a:cubicBezTo>
                    <a:pt x="837817" y="659015"/>
                    <a:pt x="834458" y="660742"/>
                    <a:pt x="833271" y="656094"/>
                  </a:cubicBezTo>
                  <a:cubicBezTo>
                    <a:pt x="831861" y="647439"/>
                    <a:pt x="826559" y="638466"/>
                    <a:pt x="832185" y="638358"/>
                  </a:cubicBezTo>
                  <a:lnTo>
                    <a:pt x="856867" y="638034"/>
                  </a:lnTo>
                  <a:cubicBezTo>
                    <a:pt x="860652" y="638034"/>
                    <a:pt x="872990" y="633062"/>
                    <a:pt x="868558" y="629278"/>
                  </a:cubicBezTo>
                  <a:cubicBezTo>
                    <a:pt x="850371" y="613485"/>
                    <a:pt x="846256" y="611542"/>
                    <a:pt x="850479" y="609485"/>
                  </a:cubicBezTo>
                  <a:cubicBezTo>
                    <a:pt x="863465" y="603319"/>
                    <a:pt x="866500" y="600836"/>
                    <a:pt x="870285" y="603535"/>
                  </a:cubicBezTo>
                  <a:cubicBezTo>
                    <a:pt x="909471" y="630897"/>
                    <a:pt x="908817" y="631436"/>
                    <a:pt x="913363" y="630897"/>
                  </a:cubicBezTo>
                  <a:cubicBezTo>
                    <a:pt x="932953" y="628408"/>
                    <a:pt x="938801" y="626680"/>
                    <a:pt x="935880" y="630681"/>
                  </a:cubicBezTo>
                  <a:cubicBezTo>
                    <a:pt x="923866" y="647115"/>
                    <a:pt x="920831" y="649388"/>
                    <a:pt x="924082" y="652741"/>
                  </a:cubicBezTo>
                  <a:cubicBezTo>
                    <a:pt x="954168" y="684097"/>
                    <a:pt x="953844" y="685399"/>
                    <a:pt x="957743" y="682910"/>
                  </a:cubicBezTo>
                  <a:cubicBezTo>
                    <a:pt x="959693" y="682046"/>
                    <a:pt x="963801" y="677398"/>
                    <a:pt x="967700" y="680420"/>
                  </a:cubicBezTo>
                  <a:cubicBezTo>
                    <a:pt x="995621" y="702480"/>
                    <a:pt x="996815" y="704970"/>
                    <a:pt x="998549" y="700321"/>
                  </a:cubicBezTo>
                  <a:cubicBezTo>
                    <a:pt x="1007743" y="675880"/>
                    <a:pt x="1009801" y="673289"/>
                    <a:pt x="1006340" y="670260"/>
                  </a:cubicBezTo>
                  <a:cubicBezTo>
                    <a:pt x="1005038" y="668743"/>
                    <a:pt x="999736" y="666260"/>
                    <a:pt x="1000714" y="661066"/>
                  </a:cubicBezTo>
                  <a:cubicBezTo>
                    <a:pt x="1003311" y="647661"/>
                    <a:pt x="1003527" y="641063"/>
                    <a:pt x="1006772" y="644524"/>
                  </a:cubicBezTo>
                  <a:cubicBezTo>
                    <a:pt x="1021383" y="660094"/>
                    <a:pt x="1022361" y="662475"/>
                    <a:pt x="1025066" y="658907"/>
                  </a:cubicBezTo>
                  <a:cubicBezTo>
                    <a:pt x="1035023" y="645711"/>
                    <a:pt x="1037512" y="643984"/>
                    <a:pt x="1035347" y="639869"/>
                  </a:cubicBezTo>
                  <a:cubicBezTo>
                    <a:pt x="1030692" y="630681"/>
                    <a:pt x="1026362" y="624083"/>
                    <a:pt x="1030692" y="626249"/>
                  </a:cubicBezTo>
                  <a:cubicBezTo>
                    <a:pt x="1048009" y="634789"/>
                    <a:pt x="1049850" y="636739"/>
                    <a:pt x="1053311" y="633818"/>
                  </a:cubicBezTo>
                  <a:cubicBezTo>
                    <a:pt x="1054073" y="632840"/>
                    <a:pt x="1059807" y="630141"/>
                    <a:pt x="1056886" y="626249"/>
                  </a:cubicBezTo>
                  <a:cubicBezTo>
                    <a:pt x="1042490" y="607103"/>
                    <a:pt x="1039246" y="604297"/>
                    <a:pt x="1043792" y="604297"/>
                  </a:cubicBezTo>
                  <a:cubicBezTo>
                    <a:pt x="1072799" y="604297"/>
                    <a:pt x="1074850" y="605484"/>
                    <a:pt x="1076691" y="600944"/>
                  </a:cubicBezTo>
                  <a:cubicBezTo>
                    <a:pt x="1082540" y="586561"/>
                    <a:pt x="1085137" y="583100"/>
                    <a:pt x="1081562" y="580179"/>
                  </a:cubicBezTo>
                  <a:cubicBezTo>
                    <a:pt x="1048009" y="552169"/>
                    <a:pt x="1047469" y="547413"/>
                    <a:pt x="1043462" y="550442"/>
                  </a:cubicBezTo>
                  <a:cubicBezTo>
                    <a:pt x="1030584" y="560285"/>
                    <a:pt x="1028635" y="564069"/>
                    <a:pt x="1024526" y="562768"/>
                  </a:cubicBezTo>
                  <a:cubicBezTo>
                    <a:pt x="1019650" y="560609"/>
                    <a:pt x="1011102" y="560825"/>
                    <a:pt x="1012944" y="555414"/>
                  </a:cubicBezTo>
                  <a:cubicBezTo>
                    <a:pt x="1014131" y="550118"/>
                    <a:pt x="1019218" y="539304"/>
                    <a:pt x="1014023" y="538009"/>
                  </a:cubicBezTo>
                  <a:cubicBezTo>
                    <a:pt x="1000498" y="534332"/>
                    <a:pt x="997787" y="534440"/>
                    <a:pt x="995513" y="530110"/>
                  </a:cubicBezTo>
                  <a:cubicBezTo>
                    <a:pt x="992052" y="523302"/>
                    <a:pt x="989887" y="517676"/>
                    <a:pt x="985988" y="514647"/>
                  </a:cubicBezTo>
                  <a:lnTo>
                    <a:pt x="958067" y="492479"/>
                  </a:lnTo>
                  <a:cubicBezTo>
                    <a:pt x="951787" y="487507"/>
                    <a:pt x="952657" y="477449"/>
                    <a:pt x="946377" y="476477"/>
                  </a:cubicBezTo>
                  <a:cubicBezTo>
                    <a:pt x="922672" y="472801"/>
                    <a:pt x="920075" y="471067"/>
                    <a:pt x="917802" y="475722"/>
                  </a:cubicBezTo>
                  <a:cubicBezTo>
                    <a:pt x="906651" y="498214"/>
                    <a:pt x="905464" y="503401"/>
                    <a:pt x="902867" y="498861"/>
                  </a:cubicBezTo>
                  <a:cubicBezTo>
                    <a:pt x="894097" y="483291"/>
                    <a:pt x="892040" y="481018"/>
                    <a:pt x="893126" y="476046"/>
                  </a:cubicBezTo>
                  <a:cubicBezTo>
                    <a:pt x="893450" y="472261"/>
                    <a:pt x="897564" y="463930"/>
                    <a:pt x="892478" y="463930"/>
                  </a:cubicBezTo>
                  <a:cubicBezTo>
                    <a:pt x="879702" y="463930"/>
                    <a:pt x="874939" y="465232"/>
                    <a:pt x="875479" y="459929"/>
                  </a:cubicBezTo>
                  <a:cubicBezTo>
                    <a:pt x="875593" y="451604"/>
                    <a:pt x="879378" y="442410"/>
                    <a:pt x="873968" y="441546"/>
                  </a:cubicBezTo>
                  <a:cubicBezTo>
                    <a:pt x="836839" y="435710"/>
                    <a:pt x="834896" y="436682"/>
                    <a:pt x="836623" y="431710"/>
                  </a:cubicBezTo>
                  <a:cubicBezTo>
                    <a:pt x="839659" y="422947"/>
                    <a:pt x="842580" y="417219"/>
                    <a:pt x="840630" y="412133"/>
                  </a:cubicBezTo>
                  <a:cubicBezTo>
                    <a:pt x="831321" y="387806"/>
                    <a:pt x="828616" y="383475"/>
                    <a:pt x="833055" y="384453"/>
                  </a:cubicBezTo>
                  <a:cubicBezTo>
                    <a:pt x="873968" y="394073"/>
                    <a:pt x="876457" y="396455"/>
                    <a:pt x="878083" y="391045"/>
                  </a:cubicBezTo>
                  <a:cubicBezTo>
                    <a:pt x="878298" y="389317"/>
                    <a:pt x="881759" y="383367"/>
                    <a:pt x="877974" y="380015"/>
                  </a:cubicBezTo>
                  <a:cubicBezTo>
                    <a:pt x="860544" y="364336"/>
                    <a:pt x="859141" y="362069"/>
                    <a:pt x="854810" y="362609"/>
                  </a:cubicBezTo>
                  <a:cubicBezTo>
                    <a:pt x="832839" y="365416"/>
                    <a:pt x="828400" y="367150"/>
                    <a:pt x="830781" y="362393"/>
                  </a:cubicBezTo>
                  <a:cubicBezTo>
                    <a:pt x="836300" y="351147"/>
                    <a:pt x="837385" y="347255"/>
                    <a:pt x="841602" y="346925"/>
                  </a:cubicBezTo>
                  <a:cubicBezTo>
                    <a:pt x="859464" y="345629"/>
                    <a:pt x="864227" y="346601"/>
                    <a:pt x="862061" y="341845"/>
                  </a:cubicBezTo>
                  <a:cubicBezTo>
                    <a:pt x="851565" y="317950"/>
                    <a:pt x="850911" y="314921"/>
                    <a:pt x="846910" y="312324"/>
                  </a:cubicBezTo>
                  <a:cubicBezTo>
                    <a:pt x="826343" y="299128"/>
                    <a:pt x="824285" y="296322"/>
                    <a:pt x="821364" y="300430"/>
                  </a:cubicBezTo>
                  <a:cubicBezTo>
                    <a:pt x="804264" y="324865"/>
                    <a:pt x="799825" y="333412"/>
                    <a:pt x="799933" y="327246"/>
                  </a:cubicBezTo>
                  <a:cubicBezTo>
                    <a:pt x="800149" y="310482"/>
                    <a:pt x="799501" y="306374"/>
                    <a:pt x="802206" y="302157"/>
                  </a:cubicBezTo>
                  <a:cubicBezTo>
                    <a:pt x="814113" y="283126"/>
                    <a:pt x="817681" y="279666"/>
                    <a:pt x="813465" y="277500"/>
                  </a:cubicBezTo>
                  <a:cubicBezTo>
                    <a:pt x="783912" y="262686"/>
                    <a:pt x="783048" y="261282"/>
                    <a:pt x="778718" y="262794"/>
                  </a:cubicBezTo>
                  <a:cubicBezTo>
                    <a:pt x="760646" y="269175"/>
                    <a:pt x="756423" y="271880"/>
                    <a:pt x="757502" y="266692"/>
                  </a:cubicBezTo>
                  <a:cubicBezTo>
                    <a:pt x="757833" y="263124"/>
                    <a:pt x="761725" y="253389"/>
                    <a:pt x="756855" y="255548"/>
                  </a:cubicBezTo>
                  <a:cubicBezTo>
                    <a:pt x="729689" y="268204"/>
                    <a:pt x="723841" y="272312"/>
                    <a:pt x="725467" y="266800"/>
                  </a:cubicBezTo>
                  <a:cubicBezTo>
                    <a:pt x="732179" y="243763"/>
                    <a:pt x="734344" y="240410"/>
                    <a:pt x="730229" y="238251"/>
                  </a:cubicBezTo>
                  <a:cubicBezTo>
                    <a:pt x="727956" y="237495"/>
                    <a:pt x="722977" y="232841"/>
                    <a:pt x="719186" y="236625"/>
                  </a:cubicBezTo>
                  <a:cubicBezTo>
                    <a:pt x="704683" y="251224"/>
                    <a:pt x="702194" y="255440"/>
                    <a:pt x="700359" y="250576"/>
                  </a:cubicBezTo>
                  <a:cubicBezTo>
                    <a:pt x="699705" y="248087"/>
                    <a:pt x="696028" y="242683"/>
                    <a:pt x="698949" y="238143"/>
                  </a:cubicBezTo>
                  <a:cubicBezTo>
                    <a:pt x="708582" y="223544"/>
                    <a:pt x="711395" y="221163"/>
                    <a:pt x="708366" y="217486"/>
                  </a:cubicBezTo>
                  <a:cubicBezTo>
                    <a:pt x="702410" y="210565"/>
                    <a:pt x="699057" y="205377"/>
                    <a:pt x="694402" y="204075"/>
                  </a:cubicBezTo>
                  <a:cubicBezTo>
                    <a:pt x="650245" y="192074"/>
                    <a:pt x="651000" y="191318"/>
                    <a:pt x="646885" y="193807"/>
                  </a:cubicBezTo>
                  <a:lnTo>
                    <a:pt x="646669" y="193045"/>
                  </a:lnTo>
                  <a:close/>
                  <a:moveTo>
                    <a:pt x="707503" y="562552"/>
                  </a:moveTo>
                  <a:cubicBezTo>
                    <a:pt x="708690" y="557903"/>
                    <a:pt x="728064" y="566876"/>
                    <a:pt x="728064" y="566876"/>
                  </a:cubicBezTo>
                  <a:cubicBezTo>
                    <a:pt x="732502" y="568718"/>
                    <a:pt x="731201" y="575639"/>
                    <a:pt x="731639" y="578020"/>
                  </a:cubicBezTo>
                  <a:cubicBezTo>
                    <a:pt x="731855" y="583208"/>
                    <a:pt x="737913" y="582884"/>
                    <a:pt x="739322" y="583532"/>
                  </a:cubicBezTo>
                  <a:cubicBezTo>
                    <a:pt x="744193" y="584720"/>
                    <a:pt x="747761" y="579963"/>
                    <a:pt x="750251" y="578344"/>
                  </a:cubicBezTo>
                  <a:cubicBezTo>
                    <a:pt x="754581" y="574991"/>
                    <a:pt x="759020" y="581583"/>
                    <a:pt x="764538" y="584935"/>
                  </a:cubicBezTo>
                  <a:cubicBezTo>
                    <a:pt x="768329" y="587856"/>
                    <a:pt x="764754" y="593159"/>
                    <a:pt x="764538" y="594886"/>
                  </a:cubicBezTo>
                  <a:cubicBezTo>
                    <a:pt x="762595" y="600404"/>
                    <a:pt x="769409" y="603649"/>
                    <a:pt x="774171" y="609485"/>
                  </a:cubicBezTo>
                  <a:cubicBezTo>
                    <a:pt x="777530" y="612945"/>
                    <a:pt x="773739" y="613161"/>
                    <a:pt x="748085" y="623651"/>
                  </a:cubicBezTo>
                  <a:cubicBezTo>
                    <a:pt x="743107" y="625709"/>
                    <a:pt x="740726" y="617917"/>
                    <a:pt x="736725" y="613161"/>
                  </a:cubicBezTo>
                  <a:cubicBezTo>
                    <a:pt x="733912" y="609161"/>
                    <a:pt x="731855" y="613161"/>
                    <a:pt x="714862" y="629925"/>
                  </a:cubicBezTo>
                  <a:cubicBezTo>
                    <a:pt x="711287" y="633386"/>
                    <a:pt x="706201" y="632192"/>
                    <a:pt x="704359" y="632408"/>
                  </a:cubicBezTo>
                  <a:cubicBezTo>
                    <a:pt x="699813" y="632408"/>
                    <a:pt x="702302" y="627760"/>
                    <a:pt x="707395" y="609485"/>
                  </a:cubicBezTo>
                  <a:cubicBezTo>
                    <a:pt x="708582" y="605268"/>
                    <a:pt x="706956" y="602779"/>
                    <a:pt x="702410" y="591965"/>
                  </a:cubicBezTo>
                  <a:cubicBezTo>
                    <a:pt x="700575" y="587641"/>
                    <a:pt x="701654" y="585805"/>
                    <a:pt x="707503" y="562444"/>
                  </a:cubicBezTo>
                  <a:lnTo>
                    <a:pt x="707503" y="562552"/>
                  </a:lnTo>
                  <a:close/>
                  <a:moveTo>
                    <a:pt x="680007" y="712863"/>
                  </a:moveTo>
                  <a:cubicBezTo>
                    <a:pt x="690510" y="705401"/>
                    <a:pt x="693647" y="704214"/>
                    <a:pt x="693323" y="699566"/>
                  </a:cubicBezTo>
                  <a:cubicBezTo>
                    <a:pt x="693323" y="699566"/>
                    <a:pt x="690510" y="672311"/>
                    <a:pt x="694726" y="674153"/>
                  </a:cubicBezTo>
                  <a:cubicBezTo>
                    <a:pt x="728280" y="688212"/>
                    <a:pt x="729689" y="687774"/>
                    <a:pt x="731639" y="692320"/>
                  </a:cubicBezTo>
                  <a:cubicBezTo>
                    <a:pt x="741811" y="717301"/>
                    <a:pt x="744301" y="720432"/>
                    <a:pt x="739754" y="720432"/>
                  </a:cubicBezTo>
                  <a:cubicBezTo>
                    <a:pt x="731747" y="720432"/>
                    <a:pt x="729797" y="720762"/>
                    <a:pt x="726876" y="718057"/>
                  </a:cubicBezTo>
                  <a:cubicBezTo>
                    <a:pt x="722977" y="715352"/>
                    <a:pt x="718755" y="708322"/>
                    <a:pt x="714970" y="712215"/>
                  </a:cubicBezTo>
                  <a:cubicBezTo>
                    <a:pt x="711827" y="714812"/>
                    <a:pt x="708582" y="720648"/>
                    <a:pt x="703604" y="719676"/>
                  </a:cubicBezTo>
                  <a:cubicBezTo>
                    <a:pt x="682172" y="715676"/>
                    <a:pt x="676222" y="715568"/>
                    <a:pt x="680115" y="712755"/>
                  </a:cubicBezTo>
                  <a:lnTo>
                    <a:pt x="680007" y="712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54460A2F-1F6F-34A2-DEA1-F459236D18C0}"/>
                </a:ext>
              </a:extLst>
            </p:cNvPr>
            <p:cNvSpPr/>
            <p:nvPr/>
          </p:nvSpPr>
          <p:spPr>
            <a:xfrm>
              <a:off x="2358558" y="1170858"/>
              <a:ext cx="32928" cy="10813"/>
            </a:xfrm>
            <a:custGeom>
              <a:avLst/>
              <a:gdLst>
                <a:gd name="csX0" fmla="*/ 31226 w 32928"/>
                <a:gd name="csY0" fmla="*/ 10813 h 10813"/>
                <a:gd name="csX1" fmla="*/ 27219 w 32928"/>
                <a:gd name="csY1" fmla="*/ 2812 h 10813"/>
                <a:gd name="csX2" fmla="*/ 1349 w 32928"/>
                <a:gd name="csY2" fmla="*/ 107 h 10813"/>
                <a:gd name="csX3" fmla="*/ 7197 w 32928"/>
                <a:gd name="csY3" fmla="*/ 8324 h 10813"/>
                <a:gd name="csX4" fmla="*/ 31334 w 32928"/>
                <a:gd name="csY4" fmla="*/ 10705 h 10813"/>
                <a:gd name="csX5" fmla="*/ 31226 w 32928"/>
                <a:gd name="csY5" fmla="*/ 10813 h 1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28" h="10813">
                  <a:moveTo>
                    <a:pt x="31226" y="10813"/>
                  </a:moveTo>
                  <a:cubicBezTo>
                    <a:pt x="36204" y="10813"/>
                    <a:pt x="28844" y="5086"/>
                    <a:pt x="27219" y="2812"/>
                  </a:cubicBezTo>
                  <a:cubicBezTo>
                    <a:pt x="22888" y="-1836"/>
                    <a:pt x="17046" y="863"/>
                    <a:pt x="1349" y="107"/>
                  </a:cubicBezTo>
                  <a:cubicBezTo>
                    <a:pt x="-3737" y="107"/>
                    <a:pt x="7197" y="8324"/>
                    <a:pt x="7197" y="8324"/>
                  </a:cubicBezTo>
                  <a:cubicBezTo>
                    <a:pt x="10766" y="11569"/>
                    <a:pt x="13579" y="10705"/>
                    <a:pt x="31334" y="10705"/>
                  </a:cubicBezTo>
                  <a:lnTo>
                    <a:pt x="31226" y="10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D44925EF-09E7-24DB-C0E7-F8692AB497EE}"/>
                </a:ext>
              </a:extLst>
            </p:cNvPr>
            <p:cNvSpPr/>
            <p:nvPr/>
          </p:nvSpPr>
          <p:spPr>
            <a:xfrm>
              <a:off x="2676574" y="1200387"/>
              <a:ext cx="35385" cy="22328"/>
            </a:xfrm>
            <a:custGeom>
              <a:avLst/>
              <a:gdLst>
                <a:gd name="csX0" fmla="*/ 14860 w 35385"/>
                <a:gd name="csY0" fmla="*/ 20971 h 22328"/>
                <a:gd name="csX1" fmla="*/ 26982 w 35385"/>
                <a:gd name="csY1" fmla="*/ 15669 h 22328"/>
                <a:gd name="csX2" fmla="*/ 33263 w 35385"/>
                <a:gd name="csY2" fmla="*/ 13186 h 22328"/>
                <a:gd name="csX3" fmla="*/ 33910 w 35385"/>
                <a:gd name="csY3" fmla="*/ 6049 h 22328"/>
                <a:gd name="csX4" fmla="*/ 20810 w 35385"/>
                <a:gd name="csY4" fmla="*/ 855 h 22328"/>
                <a:gd name="csX5" fmla="*/ 1544 w 35385"/>
                <a:gd name="csY5" fmla="*/ 20324 h 22328"/>
                <a:gd name="csX6" fmla="*/ 14860 w 35385"/>
                <a:gd name="csY6" fmla="*/ 21079 h 22328"/>
                <a:gd name="csX7" fmla="*/ 14860 w 35385"/>
                <a:gd name="csY7" fmla="*/ 20971 h 22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385" h="22328">
                  <a:moveTo>
                    <a:pt x="14860" y="20971"/>
                  </a:moveTo>
                  <a:cubicBezTo>
                    <a:pt x="20702" y="17079"/>
                    <a:pt x="22976" y="15021"/>
                    <a:pt x="26982" y="15669"/>
                  </a:cubicBezTo>
                  <a:cubicBezTo>
                    <a:pt x="27630" y="15669"/>
                    <a:pt x="30881" y="16755"/>
                    <a:pt x="33263" y="13186"/>
                  </a:cubicBezTo>
                  <a:cubicBezTo>
                    <a:pt x="33478" y="12539"/>
                    <a:pt x="37479" y="8754"/>
                    <a:pt x="33910" y="6049"/>
                  </a:cubicBezTo>
                  <a:cubicBezTo>
                    <a:pt x="33910" y="6049"/>
                    <a:pt x="25141" y="-2714"/>
                    <a:pt x="20810" y="855"/>
                  </a:cubicBezTo>
                  <a:cubicBezTo>
                    <a:pt x="2198" y="16215"/>
                    <a:pt x="-2996" y="19130"/>
                    <a:pt x="1544" y="20324"/>
                  </a:cubicBezTo>
                  <a:cubicBezTo>
                    <a:pt x="6307" y="21619"/>
                    <a:pt x="10961" y="23676"/>
                    <a:pt x="14860" y="21079"/>
                  </a:cubicBezTo>
                  <a:lnTo>
                    <a:pt x="14860" y="209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F022449-9BB0-4163-C6ED-BB0B8E5471C7}"/>
                </a:ext>
              </a:extLst>
            </p:cNvPr>
            <p:cNvSpPr/>
            <p:nvPr/>
          </p:nvSpPr>
          <p:spPr>
            <a:xfrm>
              <a:off x="2658435" y="1231392"/>
              <a:ext cx="42052" cy="40815"/>
            </a:xfrm>
            <a:custGeom>
              <a:avLst/>
              <a:gdLst>
                <a:gd name="csX0" fmla="*/ 6164 w 42052"/>
                <a:gd name="csY0" fmla="*/ 21761 h 40815"/>
                <a:gd name="csX1" fmla="*/ 100 w 42052"/>
                <a:gd name="csY1" fmla="*/ 37763 h 40815"/>
                <a:gd name="csX2" fmla="*/ 17093 w 42052"/>
                <a:gd name="csY2" fmla="*/ 37007 h 40815"/>
                <a:gd name="csX3" fmla="*/ 28243 w 42052"/>
                <a:gd name="csY3" fmla="*/ 21977 h 40815"/>
                <a:gd name="csX4" fmla="*/ 41661 w 42052"/>
                <a:gd name="csY4" fmla="*/ 4349 h 40815"/>
                <a:gd name="csX5" fmla="*/ 41445 w 42052"/>
                <a:gd name="csY5" fmla="*/ 3809 h 40815"/>
                <a:gd name="csX6" fmla="*/ 28567 w 42052"/>
                <a:gd name="csY6" fmla="*/ 132 h 40815"/>
                <a:gd name="csX7" fmla="*/ 15797 w 42052"/>
                <a:gd name="csY7" fmla="*/ 17538 h 40815"/>
                <a:gd name="csX8" fmla="*/ 6164 w 42052"/>
                <a:gd name="csY8" fmla="*/ 21761 h 40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052" h="40815">
                  <a:moveTo>
                    <a:pt x="6164" y="21761"/>
                  </a:moveTo>
                  <a:cubicBezTo>
                    <a:pt x="856" y="22300"/>
                    <a:pt x="1834" y="31273"/>
                    <a:pt x="100" y="37763"/>
                  </a:cubicBezTo>
                  <a:cubicBezTo>
                    <a:pt x="-764" y="43059"/>
                    <a:pt x="3891" y="40576"/>
                    <a:pt x="17093" y="37007"/>
                  </a:cubicBezTo>
                  <a:cubicBezTo>
                    <a:pt x="21099" y="35921"/>
                    <a:pt x="22287" y="32791"/>
                    <a:pt x="28243" y="21977"/>
                  </a:cubicBezTo>
                  <a:cubicBezTo>
                    <a:pt x="33222" y="13106"/>
                    <a:pt x="44264" y="11270"/>
                    <a:pt x="41661" y="4349"/>
                  </a:cubicBezTo>
                  <a:lnTo>
                    <a:pt x="41445" y="3809"/>
                  </a:lnTo>
                  <a:cubicBezTo>
                    <a:pt x="39280" y="-1925"/>
                    <a:pt x="32898" y="672"/>
                    <a:pt x="28567" y="132"/>
                  </a:cubicBezTo>
                  <a:cubicBezTo>
                    <a:pt x="24344" y="132"/>
                    <a:pt x="15797" y="17538"/>
                    <a:pt x="15797" y="17538"/>
                  </a:cubicBezTo>
                  <a:cubicBezTo>
                    <a:pt x="13200" y="22300"/>
                    <a:pt x="8114" y="21215"/>
                    <a:pt x="6164" y="217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A48BC873-9773-06D9-9308-5C466E6DE249}"/>
                </a:ext>
              </a:extLst>
            </p:cNvPr>
            <p:cNvSpPr/>
            <p:nvPr/>
          </p:nvSpPr>
          <p:spPr>
            <a:xfrm>
              <a:off x="2676053" y="1284120"/>
              <a:ext cx="16736" cy="22189"/>
            </a:xfrm>
            <a:custGeom>
              <a:avLst/>
              <a:gdLst>
                <a:gd name="csX0" fmla="*/ 15597 w 16736"/>
                <a:gd name="csY0" fmla="*/ 2447 h 22189"/>
                <a:gd name="csX1" fmla="*/ 15165 w 16736"/>
                <a:gd name="csY1" fmla="*/ 1907 h 22189"/>
                <a:gd name="csX2" fmla="*/ 9323 w 16736"/>
                <a:gd name="csY2" fmla="*/ 174 h 22189"/>
                <a:gd name="csX3" fmla="*/ 985 w 16736"/>
                <a:gd name="csY3" fmla="*/ 6124 h 22189"/>
                <a:gd name="csX4" fmla="*/ 1309 w 16736"/>
                <a:gd name="csY4" fmla="*/ 6556 h 22189"/>
                <a:gd name="csX5" fmla="*/ 1639 w 16736"/>
                <a:gd name="csY5" fmla="*/ 12937 h 22189"/>
                <a:gd name="csX6" fmla="*/ 1639 w 16736"/>
                <a:gd name="csY6" fmla="*/ 20075 h 22189"/>
                <a:gd name="csX7" fmla="*/ 8453 w 16736"/>
                <a:gd name="csY7" fmla="*/ 20399 h 22189"/>
                <a:gd name="csX8" fmla="*/ 15489 w 16736"/>
                <a:gd name="csY8" fmla="*/ 2447 h 22189"/>
                <a:gd name="csX9" fmla="*/ 15597 w 16736"/>
                <a:gd name="csY9" fmla="*/ 2447 h 22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736" h="22189">
                  <a:moveTo>
                    <a:pt x="15597" y="2447"/>
                  </a:moveTo>
                  <a:lnTo>
                    <a:pt x="15165" y="1907"/>
                  </a:lnTo>
                  <a:cubicBezTo>
                    <a:pt x="13762" y="390"/>
                    <a:pt x="11158" y="-366"/>
                    <a:pt x="9323" y="174"/>
                  </a:cubicBezTo>
                  <a:cubicBezTo>
                    <a:pt x="6288" y="1577"/>
                    <a:pt x="-2367" y="1469"/>
                    <a:pt x="985" y="6124"/>
                  </a:cubicBezTo>
                  <a:lnTo>
                    <a:pt x="1309" y="6556"/>
                  </a:lnTo>
                  <a:cubicBezTo>
                    <a:pt x="2503" y="8175"/>
                    <a:pt x="2611" y="11096"/>
                    <a:pt x="1639" y="12937"/>
                  </a:cubicBezTo>
                  <a:cubicBezTo>
                    <a:pt x="1417" y="13693"/>
                    <a:pt x="-1936" y="17370"/>
                    <a:pt x="1639" y="20075"/>
                  </a:cubicBezTo>
                  <a:cubicBezTo>
                    <a:pt x="2179" y="20291"/>
                    <a:pt x="5748" y="24507"/>
                    <a:pt x="8453" y="20399"/>
                  </a:cubicBezTo>
                  <a:cubicBezTo>
                    <a:pt x="12568" y="12283"/>
                    <a:pt x="19604" y="6879"/>
                    <a:pt x="15489" y="2447"/>
                  </a:cubicBezTo>
                  <a:lnTo>
                    <a:pt x="15597" y="2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99B93FA-D2F4-8742-3CDE-BBB7807625DE}"/>
                </a:ext>
              </a:extLst>
            </p:cNvPr>
            <p:cNvSpPr/>
            <p:nvPr/>
          </p:nvSpPr>
          <p:spPr>
            <a:xfrm>
              <a:off x="2662125" y="1310135"/>
              <a:ext cx="16200" cy="18823"/>
            </a:xfrm>
            <a:custGeom>
              <a:avLst/>
              <a:gdLst>
                <a:gd name="csX0" fmla="*/ 2900 w 16200"/>
                <a:gd name="csY0" fmla="*/ 17090 h 18823"/>
                <a:gd name="csX1" fmla="*/ 4202 w 16200"/>
                <a:gd name="csY1" fmla="*/ 18062 h 18823"/>
                <a:gd name="csX2" fmla="*/ 9504 w 16200"/>
                <a:gd name="csY2" fmla="*/ 17522 h 18823"/>
                <a:gd name="csX3" fmla="*/ 15346 w 16200"/>
                <a:gd name="csY3" fmla="*/ 5844 h 18823"/>
                <a:gd name="csX4" fmla="*/ 7447 w 16200"/>
                <a:gd name="csY4" fmla="*/ 110 h 18823"/>
                <a:gd name="csX5" fmla="*/ 87 w 16200"/>
                <a:gd name="csY5" fmla="*/ 1520 h 18823"/>
                <a:gd name="csX6" fmla="*/ 87 w 16200"/>
                <a:gd name="csY6" fmla="*/ 3355 h 18823"/>
                <a:gd name="csX7" fmla="*/ 2900 w 16200"/>
                <a:gd name="csY7" fmla="*/ 17198 h 18823"/>
                <a:gd name="csX8" fmla="*/ 2900 w 16200"/>
                <a:gd name="csY8" fmla="*/ 17090 h 18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00" h="18823">
                  <a:moveTo>
                    <a:pt x="2900" y="17090"/>
                  </a:moveTo>
                  <a:lnTo>
                    <a:pt x="4202" y="18062"/>
                  </a:lnTo>
                  <a:cubicBezTo>
                    <a:pt x="5713" y="19249"/>
                    <a:pt x="8202" y="19033"/>
                    <a:pt x="9504" y="17522"/>
                  </a:cubicBezTo>
                  <a:cubicBezTo>
                    <a:pt x="11670" y="14493"/>
                    <a:pt x="18597" y="10493"/>
                    <a:pt x="15346" y="5844"/>
                  </a:cubicBezTo>
                  <a:cubicBezTo>
                    <a:pt x="14375" y="4873"/>
                    <a:pt x="11885" y="-861"/>
                    <a:pt x="7447" y="110"/>
                  </a:cubicBezTo>
                  <a:lnTo>
                    <a:pt x="87" y="1520"/>
                  </a:lnTo>
                  <a:lnTo>
                    <a:pt x="87" y="3355"/>
                  </a:lnTo>
                  <a:cubicBezTo>
                    <a:pt x="411" y="7140"/>
                    <a:pt x="-1323" y="13953"/>
                    <a:pt x="2900" y="17198"/>
                  </a:cubicBezTo>
                  <a:lnTo>
                    <a:pt x="2900" y="170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11361331-3710-ECB6-8DC6-2D3E1B3224A9}"/>
                </a:ext>
              </a:extLst>
            </p:cNvPr>
            <p:cNvSpPr/>
            <p:nvPr/>
          </p:nvSpPr>
          <p:spPr>
            <a:xfrm>
              <a:off x="2601169" y="862785"/>
              <a:ext cx="183878" cy="92574"/>
            </a:xfrm>
            <a:custGeom>
              <a:avLst/>
              <a:gdLst>
                <a:gd name="csX0" fmla="*/ 29870 w 183878"/>
                <a:gd name="csY0" fmla="*/ 70277 h 92574"/>
                <a:gd name="csX1" fmla="*/ 54439 w 183878"/>
                <a:gd name="csY1" fmla="*/ 92553 h 92574"/>
                <a:gd name="csX2" fmla="*/ 64941 w 183878"/>
                <a:gd name="csY2" fmla="*/ 91041 h 92574"/>
                <a:gd name="csX3" fmla="*/ 99358 w 183878"/>
                <a:gd name="csY3" fmla="*/ 76119 h 92574"/>
                <a:gd name="csX4" fmla="*/ 129343 w 183878"/>
                <a:gd name="csY4" fmla="*/ 77522 h 92574"/>
                <a:gd name="csX5" fmla="*/ 166465 w 183878"/>
                <a:gd name="csY5" fmla="*/ 86285 h 92574"/>
                <a:gd name="csX6" fmla="*/ 183782 w 183878"/>
                <a:gd name="csY6" fmla="*/ 76982 h 92574"/>
                <a:gd name="csX7" fmla="*/ 179127 w 183878"/>
                <a:gd name="csY7" fmla="*/ 69089 h 92574"/>
                <a:gd name="csX8" fmla="*/ 168631 w 183878"/>
                <a:gd name="csY8" fmla="*/ 65629 h 92574"/>
                <a:gd name="csX9" fmla="*/ 163328 w 183878"/>
                <a:gd name="csY9" fmla="*/ 57952 h 92574"/>
                <a:gd name="csX10" fmla="*/ 161595 w 183878"/>
                <a:gd name="csY10" fmla="*/ 57304 h 92574"/>
                <a:gd name="csX11" fmla="*/ 154667 w 183878"/>
                <a:gd name="csY11" fmla="*/ 41295 h 92574"/>
                <a:gd name="csX12" fmla="*/ 141027 w 183878"/>
                <a:gd name="csY12" fmla="*/ 34920 h 92574"/>
                <a:gd name="csX13" fmla="*/ 125336 w 183878"/>
                <a:gd name="csY13" fmla="*/ 18372 h 92574"/>
                <a:gd name="csX14" fmla="*/ 97733 w 183878"/>
                <a:gd name="csY14" fmla="*/ 9615 h 92574"/>
                <a:gd name="csX15" fmla="*/ 49028 w 183878"/>
                <a:gd name="csY15" fmla="*/ 11990 h 92574"/>
                <a:gd name="csX16" fmla="*/ 37884 w 183878"/>
                <a:gd name="csY16" fmla="*/ 7558 h 92574"/>
                <a:gd name="csX17" fmla="*/ 23158 w 183878"/>
                <a:gd name="csY17" fmla="*/ 5177 h 92574"/>
                <a:gd name="csX18" fmla="*/ 14827 w 183878"/>
                <a:gd name="csY18" fmla="*/ 97 h 92574"/>
                <a:gd name="csX19" fmla="*/ 0 w 183878"/>
                <a:gd name="csY19" fmla="*/ 2694 h 92574"/>
                <a:gd name="csX20" fmla="*/ 2273 w 183878"/>
                <a:gd name="csY20" fmla="*/ 4529 h 92574"/>
                <a:gd name="csX21" fmla="*/ 1842 w 183878"/>
                <a:gd name="csY21" fmla="*/ 34704 h 92574"/>
                <a:gd name="csX22" fmla="*/ 10820 w 183878"/>
                <a:gd name="csY22" fmla="*/ 45512 h 92574"/>
                <a:gd name="csX23" fmla="*/ 28683 w 183878"/>
                <a:gd name="csY23" fmla="*/ 51462 h 92574"/>
                <a:gd name="csX24" fmla="*/ 29763 w 183878"/>
                <a:gd name="csY24" fmla="*/ 70601 h 92574"/>
                <a:gd name="csX25" fmla="*/ 29870 w 183878"/>
                <a:gd name="csY25" fmla="*/ 70277 h 92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3878" h="92574">
                  <a:moveTo>
                    <a:pt x="29870" y="70277"/>
                  </a:moveTo>
                  <a:cubicBezTo>
                    <a:pt x="48489" y="89854"/>
                    <a:pt x="49898" y="92553"/>
                    <a:pt x="54439" y="92553"/>
                  </a:cubicBezTo>
                  <a:cubicBezTo>
                    <a:pt x="57582" y="92553"/>
                    <a:pt x="61258" y="92877"/>
                    <a:pt x="64941" y="91041"/>
                  </a:cubicBezTo>
                  <a:cubicBezTo>
                    <a:pt x="93625" y="77198"/>
                    <a:pt x="94812" y="76011"/>
                    <a:pt x="99358" y="76119"/>
                  </a:cubicBezTo>
                  <a:cubicBezTo>
                    <a:pt x="122631" y="76443"/>
                    <a:pt x="125013" y="76119"/>
                    <a:pt x="129343" y="77522"/>
                  </a:cubicBezTo>
                  <a:cubicBezTo>
                    <a:pt x="160731" y="86609"/>
                    <a:pt x="162027" y="87581"/>
                    <a:pt x="166465" y="86285"/>
                  </a:cubicBezTo>
                  <a:cubicBezTo>
                    <a:pt x="180969" y="82062"/>
                    <a:pt x="184544" y="82170"/>
                    <a:pt x="183782" y="76982"/>
                  </a:cubicBezTo>
                  <a:cubicBezTo>
                    <a:pt x="183350" y="75795"/>
                    <a:pt x="183782" y="68874"/>
                    <a:pt x="179127" y="69089"/>
                  </a:cubicBezTo>
                  <a:cubicBezTo>
                    <a:pt x="176854" y="68766"/>
                    <a:pt x="170364" y="70925"/>
                    <a:pt x="168631" y="65629"/>
                  </a:cubicBezTo>
                  <a:cubicBezTo>
                    <a:pt x="168199" y="64873"/>
                    <a:pt x="167437" y="59463"/>
                    <a:pt x="163328" y="57952"/>
                  </a:cubicBezTo>
                  <a:lnTo>
                    <a:pt x="161595" y="57304"/>
                  </a:lnTo>
                  <a:cubicBezTo>
                    <a:pt x="154883" y="54815"/>
                    <a:pt x="161379" y="43245"/>
                    <a:pt x="154667" y="41295"/>
                  </a:cubicBezTo>
                  <a:cubicBezTo>
                    <a:pt x="148609" y="39460"/>
                    <a:pt x="144170" y="38705"/>
                    <a:pt x="141027" y="34920"/>
                  </a:cubicBezTo>
                  <a:cubicBezTo>
                    <a:pt x="133559" y="25617"/>
                    <a:pt x="129883" y="20105"/>
                    <a:pt x="125336" y="18372"/>
                  </a:cubicBezTo>
                  <a:cubicBezTo>
                    <a:pt x="106718" y="11450"/>
                    <a:pt x="102495" y="9183"/>
                    <a:pt x="97733" y="9615"/>
                  </a:cubicBezTo>
                  <a:cubicBezTo>
                    <a:pt x="52388" y="13832"/>
                    <a:pt x="53035" y="14371"/>
                    <a:pt x="49028" y="11990"/>
                  </a:cubicBezTo>
                  <a:cubicBezTo>
                    <a:pt x="45352" y="9831"/>
                    <a:pt x="42101" y="7450"/>
                    <a:pt x="37884" y="7558"/>
                  </a:cubicBezTo>
                  <a:cubicBezTo>
                    <a:pt x="29223" y="7774"/>
                    <a:pt x="26086" y="8529"/>
                    <a:pt x="23158" y="5177"/>
                  </a:cubicBezTo>
                  <a:cubicBezTo>
                    <a:pt x="22187" y="4421"/>
                    <a:pt x="19374" y="-767"/>
                    <a:pt x="14827" y="97"/>
                  </a:cubicBezTo>
                  <a:lnTo>
                    <a:pt x="0" y="2694"/>
                  </a:lnTo>
                  <a:lnTo>
                    <a:pt x="2273" y="4529"/>
                  </a:lnTo>
                  <a:cubicBezTo>
                    <a:pt x="1403" y="21833"/>
                    <a:pt x="-1302" y="28862"/>
                    <a:pt x="1842" y="34704"/>
                  </a:cubicBezTo>
                  <a:cubicBezTo>
                    <a:pt x="4115" y="38159"/>
                    <a:pt x="5734" y="44972"/>
                    <a:pt x="10820" y="45512"/>
                  </a:cubicBezTo>
                  <a:cubicBezTo>
                    <a:pt x="25324" y="47030"/>
                    <a:pt x="29115" y="46274"/>
                    <a:pt x="28683" y="51462"/>
                  </a:cubicBezTo>
                  <a:cubicBezTo>
                    <a:pt x="27489" y="64225"/>
                    <a:pt x="26733" y="67464"/>
                    <a:pt x="29763" y="70601"/>
                  </a:cubicBezTo>
                  <a:lnTo>
                    <a:pt x="29870" y="702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CDE8B88-AE2A-980C-B4F5-3EFC1AEE0820}"/>
                </a:ext>
              </a:extLst>
            </p:cNvPr>
            <p:cNvSpPr/>
            <p:nvPr/>
          </p:nvSpPr>
          <p:spPr>
            <a:xfrm>
              <a:off x="1880153" y="267003"/>
              <a:ext cx="56671" cy="44125"/>
            </a:xfrm>
            <a:custGeom>
              <a:avLst/>
              <a:gdLst>
                <a:gd name="csX0" fmla="*/ 6546 w 56671"/>
                <a:gd name="csY0" fmla="*/ 20370 h 44125"/>
                <a:gd name="csX1" fmla="*/ 26897 w 56671"/>
                <a:gd name="csY1" fmla="*/ 26534 h 44125"/>
                <a:gd name="csX2" fmla="*/ 33063 w 56671"/>
                <a:gd name="csY2" fmla="*/ 37024 h 44125"/>
                <a:gd name="csX3" fmla="*/ 49948 w 56671"/>
                <a:gd name="csY3" fmla="*/ 42322 h 44125"/>
                <a:gd name="csX4" fmla="*/ 56120 w 56671"/>
                <a:gd name="csY4" fmla="*/ 27616 h 44125"/>
                <a:gd name="csX5" fmla="*/ 44862 w 56671"/>
                <a:gd name="csY5" fmla="*/ 9016 h 44125"/>
                <a:gd name="csX6" fmla="*/ 25920 w 56671"/>
                <a:gd name="csY6" fmla="*/ 5339 h 44125"/>
                <a:gd name="csX7" fmla="*/ 17157 w 56671"/>
                <a:gd name="csY7" fmla="*/ 41 h 44125"/>
                <a:gd name="csX8" fmla="*/ 56 w 56671"/>
                <a:gd name="csY8" fmla="*/ 5988 h 44125"/>
                <a:gd name="csX9" fmla="*/ 6438 w 56671"/>
                <a:gd name="csY9" fmla="*/ 20370 h 44125"/>
                <a:gd name="csX10" fmla="*/ 6546 w 56671"/>
                <a:gd name="csY10" fmla="*/ 20370 h 44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6671" h="44125">
                  <a:moveTo>
                    <a:pt x="6546" y="20370"/>
                  </a:moveTo>
                  <a:cubicBezTo>
                    <a:pt x="22243" y="22425"/>
                    <a:pt x="25164" y="21885"/>
                    <a:pt x="26897" y="26534"/>
                  </a:cubicBezTo>
                  <a:cubicBezTo>
                    <a:pt x="27761" y="28481"/>
                    <a:pt x="28739" y="34645"/>
                    <a:pt x="33063" y="37024"/>
                  </a:cubicBezTo>
                  <a:cubicBezTo>
                    <a:pt x="40861" y="40484"/>
                    <a:pt x="46487" y="47405"/>
                    <a:pt x="49948" y="42322"/>
                  </a:cubicBezTo>
                  <a:cubicBezTo>
                    <a:pt x="52551" y="37564"/>
                    <a:pt x="58501" y="33131"/>
                    <a:pt x="56120" y="27616"/>
                  </a:cubicBezTo>
                  <a:cubicBezTo>
                    <a:pt x="49516" y="12044"/>
                    <a:pt x="48976" y="9233"/>
                    <a:pt x="44862" y="9016"/>
                  </a:cubicBezTo>
                  <a:cubicBezTo>
                    <a:pt x="32847" y="8259"/>
                    <a:pt x="29171" y="8800"/>
                    <a:pt x="25920" y="5339"/>
                  </a:cubicBezTo>
                  <a:cubicBezTo>
                    <a:pt x="24840" y="4474"/>
                    <a:pt x="21703" y="-499"/>
                    <a:pt x="17157" y="41"/>
                  </a:cubicBezTo>
                  <a:cubicBezTo>
                    <a:pt x="17157" y="41"/>
                    <a:pt x="-1138" y="690"/>
                    <a:pt x="56" y="5988"/>
                  </a:cubicBezTo>
                  <a:cubicBezTo>
                    <a:pt x="1783" y="11179"/>
                    <a:pt x="1351" y="19722"/>
                    <a:pt x="6438" y="20370"/>
                  </a:cubicBezTo>
                  <a:lnTo>
                    <a:pt x="6546" y="203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849C9E0-421E-4DD9-87C0-7142C4A1E57F}"/>
                </a:ext>
              </a:extLst>
            </p:cNvPr>
            <p:cNvSpPr/>
            <p:nvPr/>
          </p:nvSpPr>
          <p:spPr>
            <a:xfrm>
              <a:off x="1789341" y="494637"/>
              <a:ext cx="60176" cy="25617"/>
            </a:xfrm>
            <a:custGeom>
              <a:avLst/>
              <a:gdLst>
                <a:gd name="csX0" fmla="*/ 58287 w 60176"/>
                <a:gd name="csY0" fmla="*/ 14961 h 25617"/>
                <a:gd name="csX1" fmla="*/ 26143 w 60176"/>
                <a:gd name="csY1" fmla="*/ 37 h 25617"/>
                <a:gd name="csX2" fmla="*/ 4604 w 60176"/>
                <a:gd name="csY2" fmla="*/ 3065 h 25617"/>
                <a:gd name="csX3" fmla="*/ 705 w 60176"/>
                <a:gd name="csY3" fmla="*/ 7607 h 25617"/>
                <a:gd name="csX4" fmla="*/ 57 w 60176"/>
                <a:gd name="csY4" fmla="*/ 12365 h 25617"/>
                <a:gd name="csX5" fmla="*/ 2438 w 60176"/>
                <a:gd name="csY5" fmla="*/ 18097 h 25617"/>
                <a:gd name="csX6" fmla="*/ 13157 w 60176"/>
                <a:gd name="csY6" fmla="*/ 24477 h 25617"/>
                <a:gd name="csX7" fmla="*/ 19431 w 60176"/>
                <a:gd name="csY7" fmla="*/ 25450 h 25617"/>
                <a:gd name="csX8" fmla="*/ 34042 w 60176"/>
                <a:gd name="csY8" fmla="*/ 21773 h 25617"/>
                <a:gd name="csX9" fmla="*/ 54070 w 60176"/>
                <a:gd name="csY9" fmla="*/ 23503 h 25617"/>
                <a:gd name="csX10" fmla="*/ 59696 w 60176"/>
                <a:gd name="csY10" fmla="*/ 19719 h 25617"/>
                <a:gd name="csX11" fmla="*/ 58401 w 60176"/>
                <a:gd name="csY11" fmla="*/ 14853 h 25617"/>
                <a:gd name="csX12" fmla="*/ 58287 w 60176"/>
                <a:gd name="csY12" fmla="*/ 14961 h 2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176" h="25617">
                  <a:moveTo>
                    <a:pt x="58287" y="14961"/>
                  </a:moveTo>
                  <a:lnTo>
                    <a:pt x="26143" y="37"/>
                  </a:lnTo>
                  <a:cubicBezTo>
                    <a:pt x="24625" y="-395"/>
                    <a:pt x="4604" y="3065"/>
                    <a:pt x="4604" y="3065"/>
                  </a:cubicBezTo>
                  <a:cubicBezTo>
                    <a:pt x="2762" y="3390"/>
                    <a:pt x="1035" y="5444"/>
                    <a:pt x="705" y="7607"/>
                  </a:cubicBezTo>
                  <a:lnTo>
                    <a:pt x="57" y="12365"/>
                  </a:lnTo>
                  <a:cubicBezTo>
                    <a:pt x="-267" y="14528"/>
                    <a:pt x="819" y="17123"/>
                    <a:pt x="2438" y="18097"/>
                  </a:cubicBezTo>
                  <a:lnTo>
                    <a:pt x="13157" y="24477"/>
                  </a:lnTo>
                  <a:cubicBezTo>
                    <a:pt x="14777" y="25450"/>
                    <a:pt x="17704" y="25883"/>
                    <a:pt x="19431" y="25450"/>
                  </a:cubicBezTo>
                  <a:lnTo>
                    <a:pt x="34042" y="21773"/>
                  </a:lnTo>
                  <a:cubicBezTo>
                    <a:pt x="39243" y="20476"/>
                    <a:pt x="54718" y="23612"/>
                    <a:pt x="54070" y="23503"/>
                  </a:cubicBezTo>
                  <a:cubicBezTo>
                    <a:pt x="57747" y="24152"/>
                    <a:pt x="60236" y="19070"/>
                    <a:pt x="59696" y="19719"/>
                  </a:cubicBezTo>
                  <a:cubicBezTo>
                    <a:pt x="60668" y="17880"/>
                    <a:pt x="60128" y="15610"/>
                    <a:pt x="58401" y="14853"/>
                  </a:cubicBezTo>
                  <a:lnTo>
                    <a:pt x="58287" y="14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0E0925C0-8888-4323-A8B0-644F6AC33240}"/>
                </a:ext>
              </a:extLst>
            </p:cNvPr>
            <p:cNvSpPr/>
            <p:nvPr/>
          </p:nvSpPr>
          <p:spPr>
            <a:xfrm>
              <a:off x="1949398" y="405074"/>
              <a:ext cx="124808" cy="104917"/>
            </a:xfrm>
            <a:custGeom>
              <a:avLst/>
              <a:gdLst>
                <a:gd name="csX0" fmla="*/ 4630 w 124808"/>
                <a:gd name="csY0" fmla="*/ 29259 h 104917"/>
                <a:gd name="csX1" fmla="*/ 947 w 124808"/>
                <a:gd name="csY1" fmla="*/ 39748 h 104917"/>
                <a:gd name="csX2" fmla="*/ 18047 w 124808"/>
                <a:gd name="csY2" fmla="*/ 60511 h 104917"/>
                <a:gd name="csX3" fmla="*/ 51816 w 124808"/>
                <a:gd name="csY3" fmla="*/ 71865 h 104917"/>
                <a:gd name="csX4" fmla="*/ 51277 w 124808"/>
                <a:gd name="csY4" fmla="*/ 73163 h 104917"/>
                <a:gd name="csX5" fmla="*/ 46406 w 124808"/>
                <a:gd name="csY5" fmla="*/ 76732 h 104917"/>
                <a:gd name="csX6" fmla="*/ 18701 w 124808"/>
                <a:gd name="csY6" fmla="*/ 79651 h 104917"/>
                <a:gd name="csX7" fmla="*/ 25515 w 124808"/>
                <a:gd name="csY7" fmla="*/ 85599 h 104917"/>
                <a:gd name="csX8" fmla="*/ 42184 w 124808"/>
                <a:gd name="csY8" fmla="*/ 96304 h 104917"/>
                <a:gd name="csX9" fmla="*/ 44349 w 124808"/>
                <a:gd name="csY9" fmla="*/ 104847 h 104917"/>
                <a:gd name="csX10" fmla="*/ 55931 w 124808"/>
                <a:gd name="csY10" fmla="*/ 101819 h 104917"/>
                <a:gd name="csX11" fmla="*/ 67082 w 124808"/>
                <a:gd name="csY11" fmla="*/ 93168 h 104917"/>
                <a:gd name="csX12" fmla="*/ 76607 w 124808"/>
                <a:gd name="csY12" fmla="*/ 95763 h 104917"/>
                <a:gd name="csX13" fmla="*/ 107887 w 124808"/>
                <a:gd name="csY13" fmla="*/ 87978 h 104917"/>
                <a:gd name="csX14" fmla="*/ 119469 w 124808"/>
                <a:gd name="csY14" fmla="*/ 86247 h 104917"/>
                <a:gd name="csX15" fmla="*/ 123362 w 124808"/>
                <a:gd name="csY15" fmla="*/ 72190 h 104917"/>
                <a:gd name="csX16" fmla="*/ 112326 w 124808"/>
                <a:gd name="csY16" fmla="*/ 58564 h 104917"/>
                <a:gd name="csX17" fmla="*/ 123254 w 124808"/>
                <a:gd name="csY17" fmla="*/ 45696 h 104917"/>
                <a:gd name="csX18" fmla="*/ 117304 w 124808"/>
                <a:gd name="csY18" fmla="*/ 36180 h 104917"/>
                <a:gd name="csX19" fmla="*/ 76607 w 124808"/>
                <a:gd name="csY19" fmla="*/ 27096 h 104917"/>
                <a:gd name="csX20" fmla="*/ 70435 w 124808"/>
                <a:gd name="csY20" fmla="*/ 15958 h 104917"/>
                <a:gd name="csX21" fmla="*/ 59284 w 124808"/>
                <a:gd name="csY21" fmla="*/ 10443 h 104917"/>
                <a:gd name="csX22" fmla="*/ 45759 w 124808"/>
                <a:gd name="csY22" fmla="*/ 8064 h 104917"/>
                <a:gd name="csX23" fmla="*/ 24003 w 124808"/>
                <a:gd name="csY23" fmla="*/ 62 h 104917"/>
                <a:gd name="csX24" fmla="*/ 1378 w 124808"/>
                <a:gd name="csY24" fmla="*/ 6226 h 104917"/>
                <a:gd name="csX25" fmla="*/ 1270 w 124808"/>
                <a:gd name="csY25" fmla="*/ 17148 h 104917"/>
                <a:gd name="csX26" fmla="*/ 5061 w 124808"/>
                <a:gd name="csY26" fmla="*/ 29367 h 104917"/>
                <a:gd name="csX27" fmla="*/ 4630 w 124808"/>
                <a:gd name="csY27" fmla="*/ 29259 h 10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808" h="104917">
                  <a:moveTo>
                    <a:pt x="4630" y="29259"/>
                  </a:moveTo>
                  <a:cubicBezTo>
                    <a:pt x="3436" y="31422"/>
                    <a:pt x="-2190" y="35207"/>
                    <a:pt x="947" y="39748"/>
                  </a:cubicBezTo>
                  <a:cubicBezTo>
                    <a:pt x="12313" y="56294"/>
                    <a:pt x="13723" y="59538"/>
                    <a:pt x="18047" y="60511"/>
                  </a:cubicBezTo>
                  <a:cubicBezTo>
                    <a:pt x="51493" y="67864"/>
                    <a:pt x="53982" y="66999"/>
                    <a:pt x="51816" y="71865"/>
                  </a:cubicBezTo>
                  <a:lnTo>
                    <a:pt x="51277" y="73163"/>
                  </a:lnTo>
                  <a:cubicBezTo>
                    <a:pt x="50413" y="75109"/>
                    <a:pt x="48248" y="76732"/>
                    <a:pt x="46406" y="76732"/>
                  </a:cubicBezTo>
                  <a:cubicBezTo>
                    <a:pt x="20536" y="76732"/>
                    <a:pt x="15450" y="75650"/>
                    <a:pt x="18701" y="79651"/>
                  </a:cubicBezTo>
                  <a:cubicBezTo>
                    <a:pt x="19241" y="80192"/>
                    <a:pt x="21406" y="83869"/>
                    <a:pt x="25515" y="85599"/>
                  </a:cubicBezTo>
                  <a:cubicBezTo>
                    <a:pt x="39370" y="91114"/>
                    <a:pt x="42946" y="91222"/>
                    <a:pt x="42184" y="96304"/>
                  </a:cubicBezTo>
                  <a:cubicBezTo>
                    <a:pt x="42184" y="97602"/>
                    <a:pt x="39586" y="104847"/>
                    <a:pt x="44349" y="104847"/>
                  </a:cubicBezTo>
                  <a:cubicBezTo>
                    <a:pt x="47270" y="104523"/>
                    <a:pt x="52578" y="106253"/>
                    <a:pt x="55931" y="101819"/>
                  </a:cubicBezTo>
                  <a:cubicBezTo>
                    <a:pt x="59398" y="98359"/>
                    <a:pt x="62319" y="90465"/>
                    <a:pt x="67082" y="93168"/>
                  </a:cubicBezTo>
                  <a:cubicBezTo>
                    <a:pt x="68161" y="93601"/>
                    <a:pt x="72168" y="97061"/>
                    <a:pt x="76607" y="95763"/>
                  </a:cubicBezTo>
                  <a:cubicBezTo>
                    <a:pt x="101823" y="88194"/>
                    <a:pt x="103448" y="87221"/>
                    <a:pt x="107887" y="87978"/>
                  </a:cubicBezTo>
                  <a:cubicBezTo>
                    <a:pt x="111024" y="87978"/>
                    <a:pt x="116650" y="91222"/>
                    <a:pt x="119469" y="86247"/>
                  </a:cubicBezTo>
                  <a:cubicBezTo>
                    <a:pt x="121412" y="81706"/>
                    <a:pt x="127585" y="75758"/>
                    <a:pt x="123362" y="72190"/>
                  </a:cubicBezTo>
                  <a:cubicBezTo>
                    <a:pt x="113297" y="63863"/>
                    <a:pt x="108427" y="61376"/>
                    <a:pt x="112326" y="58564"/>
                  </a:cubicBezTo>
                  <a:cubicBezTo>
                    <a:pt x="117412" y="53806"/>
                    <a:pt x="124987" y="51752"/>
                    <a:pt x="123254" y="45696"/>
                  </a:cubicBezTo>
                  <a:cubicBezTo>
                    <a:pt x="122498" y="43858"/>
                    <a:pt x="121959" y="36829"/>
                    <a:pt x="117304" y="36180"/>
                  </a:cubicBezTo>
                  <a:cubicBezTo>
                    <a:pt x="79420" y="31097"/>
                    <a:pt x="78334" y="32071"/>
                    <a:pt x="76607" y="27096"/>
                  </a:cubicBezTo>
                  <a:cubicBezTo>
                    <a:pt x="75629" y="24934"/>
                    <a:pt x="74657" y="18770"/>
                    <a:pt x="70435" y="15958"/>
                  </a:cubicBezTo>
                  <a:cubicBezTo>
                    <a:pt x="66758" y="13471"/>
                    <a:pt x="63507" y="10876"/>
                    <a:pt x="59284" y="10443"/>
                  </a:cubicBezTo>
                  <a:cubicBezTo>
                    <a:pt x="54306" y="10010"/>
                    <a:pt x="49873" y="9902"/>
                    <a:pt x="45759" y="8064"/>
                  </a:cubicBezTo>
                  <a:cubicBezTo>
                    <a:pt x="33528" y="2549"/>
                    <a:pt x="28766" y="-479"/>
                    <a:pt x="24003" y="62"/>
                  </a:cubicBezTo>
                  <a:cubicBezTo>
                    <a:pt x="24003" y="62"/>
                    <a:pt x="2788" y="1251"/>
                    <a:pt x="1378" y="6226"/>
                  </a:cubicBezTo>
                  <a:cubicBezTo>
                    <a:pt x="1162" y="7632"/>
                    <a:pt x="-1543" y="12930"/>
                    <a:pt x="1270" y="17148"/>
                  </a:cubicBezTo>
                  <a:cubicBezTo>
                    <a:pt x="2680" y="20175"/>
                    <a:pt x="8522" y="25042"/>
                    <a:pt x="5061" y="29367"/>
                  </a:cubicBezTo>
                  <a:lnTo>
                    <a:pt x="4630" y="29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6E09A02-730E-C4EC-46B5-B121E994D6D6}"/>
                </a:ext>
              </a:extLst>
            </p:cNvPr>
            <p:cNvSpPr/>
            <p:nvPr/>
          </p:nvSpPr>
          <p:spPr>
            <a:xfrm>
              <a:off x="1676340" y="345620"/>
              <a:ext cx="247782" cy="160959"/>
            </a:xfrm>
            <a:custGeom>
              <a:avLst/>
              <a:gdLst>
                <a:gd name="csX0" fmla="*/ 5476 w 247782"/>
                <a:gd name="csY0" fmla="*/ 35509 h 160959"/>
                <a:gd name="csX1" fmla="*/ 15973 w 247782"/>
                <a:gd name="csY1" fmla="*/ 36482 h 160959"/>
                <a:gd name="csX2" fmla="*/ 25930 w 247782"/>
                <a:gd name="csY2" fmla="*/ 34212 h 160959"/>
                <a:gd name="csX3" fmla="*/ 29937 w 247782"/>
                <a:gd name="csY3" fmla="*/ 36374 h 160959"/>
                <a:gd name="csX4" fmla="*/ 26038 w 247782"/>
                <a:gd name="csY4" fmla="*/ 52919 h 160959"/>
                <a:gd name="csX5" fmla="*/ 27771 w 247782"/>
                <a:gd name="csY5" fmla="*/ 56056 h 160959"/>
                <a:gd name="csX6" fmla="*/ 36534 w 247782"/>
                <a:gd name="csY6" fmla="*/ 52162 h 160959"/>
                <a:gd name="csX7" fmla="*/ 42383 w 247782"/>
                <a:gd name="csY7" fmla="*/ 43836 h 160959"/>
                <a:gd name="csX8" fmla="*/ 56778 w 247782"/>
                <a:gd name="csY8" fmla="*/ 47080 h 160959"/>
                <a:gd name="csX9" fmla="*/ 54505 w 247782"/>
                <a:gd name="csY9" fmla="*/ 56056 h 160959"/>
                <a:gd name="csX10" fmla="*/ 55152 w 247782"/>
                <a:gd name="csY10" fmla="*/ 61138 h 160959"/>
                <a:gd name="csX11" fmla="*/ 61541 w 247782"/>
                <a:gd name="csY11" fmla="*/ 62760 h 160959"/>
                <a:gd name="csX12" fmla="*/ 80914 w 247782"/>
                <a:gd name="csY12" fmla="*/ 59191 h 160959"/>
                <a:gd name="csX13" fmla="*/ 81886 w 247782"/>
                <a:gd name="csY13" fmla="*/ 68924 h 160959"/>
                <a:gd name="csX14" fmla="*/ 70310 w 247782"/>
                <a:gd name="csY14" fmla="*/ 72168 h 160959"/>
                <a:gd name="csX15" fmla="*/ 66951 w 247782"/>
                <a:gd name="csY15" fmla="*/ 75953 h 160959"/>
                <a:gd name="csX16" fmla="*/ 70196 w 247782"/>
                <a:gd name="csY16" fmla="*/ 81468 h 160959"/>
                <a:gd name="csX17" fmla="*/ 78857 w 247782"/>
                <a:gd name="csY17" fmla="*/ 84928 h 160959"/>
                <a:gd name="csX18" fmla="*/ 76800 w 247782"/>
                <a:gd name="csY18" fmla="*/ 92498 h 160959"/>
                <a:gd name="csX19" fmla="*/ 71174 w 247782"/>
                <a:gd name="csY19" fmla="*/ 94444 h 160959"/>
                <a:gd name="csX20" fmla="*/ 40649 w 247782"/>
                <a:gd name="csY20" fmla="*/ 86658 h 160959"/>
                <a:gd name="csX21" fmla="*/ 31772 w 247782"/>
                <a:gd name="csY21" fmla="*/ 86983 h 160959"/>
                <a:gd name="csX22" fmla="*/ 26901 w 247782"/>
                <a:gd name="csY22" fmla="*/ 95634 h 160959"/>
                <a:gd name="csX23" fmla="*/ 42167 w 247782"/>
                <a:gd name="csY23" fmla="*/ 115748 h 160959"/>
                <a:gd name="csX24" fmla="*/ 57965 w 247782"/>
                <a:gd name="csY24" fmla="*/ 119532 h 160959"/>
                <a:gd name="csX25" fmla="*/ 74310 w 247782"/>
                <a:gd name="csY25" fmla="*/ 109367 h 160959"/>
                <a:gd name="csX26" fmla="*/ 102993 w 247782"/>
                <a:gd name="csY26" fmla="*/ 106772 h 160959"/>
                <a:gd name="csX27" fmla="*/ 106353 w 247782"/>
                <a:gd name="csY27" fmla="*/ 110448 h 160959"/>
                <a:gd name="csX28" fmla="*/ 102993 w 247782"/>
                <a:gd name="csY28" fmla="*/ 116612 h 160959"/>
                <a:gd name="csX29" fmla="*/ 93468 w 247782"/>
                <a:gd name="csY29" fmla="*/ 120722 h 160959"/>
                <a:gd name="csX30" fmla="*/ 88598 w 247782"/>
                <a:gd name="csY30" fmla="*/ 126021 h 160959"/>
                <a:gd name="csX31" fmla="*/ 92821 w 247782"/>
                <a:gd name="csY31" fmla="*/ 133590 h 160959"/>
                <a:gd name="csX32" fmla="*/ 118799 w 247782"/>
                <a:gd name="csY32" fmla="*/ 120829 h 160959"/>
                <a:gd name="csX33" fmla="*/ 133086 w 247782"/>
                <a:gd name="csY33" fmla="*/ 116829 h 160959"/>
                <a:gd name="csX34" fmla="*/ 141741 w 247782"/>
                <a:gd name="csY34" fmla="*/ 123533 h 160959"/>
                <a:gd name="csX35" fmla="*/ 165985 w 247782"/>
                <a:gd name="csY35" fmla="*/ 126669 h 160959"/>
                <a:gd name="csX36" fmla="*/ 176380 w 247782"/>
                <a:gd name="csY36" fmla="*/ 133157 h 160959"/>
                <a:gd name="csX37" fmla="*/ 177136 w 247782"/>
                <a:gd name="csY37" fmla="*/ 138997 h 160959"/>
                <a:gd name="csX38" fmla="*/ 177676 w 247782"/>
                <a:gd name="csY38" fmla="*/ 145161 h 160959"/>
                <a:gd name="csX39" fmla="*/ 192941 w 247782"/>
                <a:gd name="csY39" fmla="*/ 158462 h 160959"/>
                <a:gd name="csX40" fmla="*/ 198999 w 247782"/>
                <a:gd name="csY40" fmla="*/ 160841 h 160959"/>
                <a:gd name="csX41" fmla="*/ 227142 w 247782"/>
                <a:gd name="csY41" fmla="*/ 159759 h 160959"/>
                <a:gd name="csX42" fmla="*/ 242401 w 247782"/>
                <a:gd name="csY42" fmla="*/ 154785 h 160959"/>
                <a:gd name="csX43" fmla="*/ 244027 w 247782"/>
                <a:gd name="csY43" fmla="*/ 150135 h 160959"/>
                <a:gd name="csX44" fmla="*/ 244783 w 247782"/>
                <a:gd name="csY44" fmla="*/ 143647 h 160959"/>
                <a:gd name="csX45" fmla="*/ 246840 w 247782"/>
                <a:gd name="csY45" fmla="*/ 141160 h 160959"/>
                <a:gd name="csX46" fmla="*/ 236775 w 247782"/>
                <a:gd name="csY46" fmla="*/ 129589 h 160959"/>
                <a:gd name="csX47" fmla="*/ 222164 w 247782"/>
                <a:gd name="csY47" fmla="*/ 112179 h 160959"/>
                <a:gd name="csX48" fmla="*/ 217941 w 247782"/>
                <a:gd name="csY48" fmla="*/ 103636 h 160959"/>
                <a:gd name="csX49" fmla="*/ 222164 w 247782"/>
                <a:gd name="csY49" fmla="*/ 87848 h 160959"/>
                <a:gd name="csX50" fmla="*/ 213179 w 247782"/>
                <a:gd name="csY50" fmla="*/ 75845 h 160959"/>
                <a:gd name="csX51" fmla="*/ 209826 w 247782"/>
                <a:gd name="csY51" fmla="*/ 68599 h 160959"/>
                <a:gd name="csX52" fmla="*/ 200625 w 247782"/>
                <a:gd name="csY52" fmla="*/ 65247 h 160959"/>
                <a:gd name="csX53" fmla="*/ 189474 w 247782"/>
                <a:gd name="csY53" fmla="*/ 59083 h 160959"/>
                <a:gd name="csX54" fmla="*/ 168475 w 247782"/>
                <a:gd name="csY54" fmla="*/ 59083 h 160959"/>
                <a:gd name="csX55" fmla="*/ 165985 w 247782"/>
                <a:gd name="csY55" fmla="*/ 49783 h 160959"/>
                <a:gd name="csX56" fmla="*/ 142611 w 247782"/>
                <a:gd name="csY56" fmla="*/ 30427 h 160959"/>
                <a:gd name="csX57" fmla="*/ 125942 w 247782"/>
                <a:gd name="csY57" fmla="*/ 33995 h 160959"/>
                <a:gd name="csX58" fmla="*/ 119446 w 247782"/>
                <a:gd name="csY58" fmla="*/ 42214 h 160959"/>
                <a:gd name="csX59" fmla="*/ 111001 w 247782"/>
                <a:gd name="csY59" fmla="*/ 45783 h 160959"/>
                <a:gd name="csX60" fmla="*/ 107648 w 247782"/>
                <a:gd name="csY60" fmla="*/ 35509 h 160959"/>
                <a:gd name="csX61" fmla="*/ 98555 w 247782"/>
                <a:gd name="csY61" fmla="*/ 21884 h 160959"/>
                <a:gd name="csX62" fmla="*/ 95418 w 247782"/>
                <a:gd name="csY62" fmla="*/ 15504 h 160959"/>
                <a:gd name="csX63" fmla="*/ 60131 w 247782"/>
                <a:gd name="csY63" fmla="*/ 689 h 160959"/>
                <a:gd name="csX64" fmla="*/ 11211 w 247782"/>
                <a:gd name="csY64" fmla="*/ 5231 h 160959"/>
                <a:gd name="csX65" fmla="*/ 1038 w 247782"/>
                <a:gd name="csY65" fmla="*/ 17991 h 160959"/>
                <a:gd name="csX66" fmla="*/ 5908 w 247782"/>
                <a:gd name="csY66" fmla="*/ 35618 h 160959"/>
                <a:gd name="csX67" fmla="*/ 5476 w 247782"/>
                <a:gd name="csY67" fmla="*/ 35509 h 160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247782" h="160959">
                  <a:moveTo>
                    <a:pt x="5476" y="35509"/>
                  </a:moveTo>
                  <a:cubicBezTo>
                    <a:pt x="4930" y="35401"/>
                    <a:pt x="11642" y="38862"/>
                    <a:pt x="15973" y="36482"/>
                  </a:cubicBezTo>
                  <a:cubicBezTo>
                    <a:pt x="15325" y="36699"/>
                    <a:pt x="21707" y="31941"/>
                    <a:pt x="25930" y="34212"/>
                  </a:cubicBezTo>
                  <a:lnTo>
                    <a:pt x="29937" y="36374"/>
                  </a:lnTo>
                  <a:cubicBezTo>
                    <a:pt x="34807" y="38970"/>
                    <a:pt x="28527" y="45891"/>
                    <a:pt x="26038" y="52919"/>
                  </a:cubicBezTo>
                  <a:cubicBezTo>
                    <a:pt x="25174" y="54866"/>
                    <a:pt x="25930" y="56272"/>
                    <a:pt x="27771" y="56056"/>
                  </a:cubicBezTo>
                  <a:cubicBezTo>
                    <a:pt x="27231" y="56164"/>
                    <a:pt x="33613" y="56272"/>
                    <a:pt x="36534" y="52162"/>
                  </a:cubicBezTo>
                  <a:lnTo>
                    <a:pt x="42383" y="43836"/>
                  </a:lnTo>
                  <a:cubicBezTo>
                    <a:pt x="45735" y="38970"/>
                    <a:pt x="51368" y="45134"/>
                    <a:pt x="56778" y="47080"/>
                  </a:cubicBezTo>
                  <a:cubicBezTo>
                    <a:pt x="61109" y="49351"/>
                    <a:pt x="55260" y="54541"/>
                    <a:pt x="54505" y="56056"/>
                  </a:cubicBezTo>
                  <a:cubicBezTo>
                    <a:pt x="53311" y="57785"/>
                    <a:pt x="53533" y="60057"/>
                    <a:pt x="55152" y="61138"/>
                  </a:cubicBezTo>
                  <a:cubicBezTo>
                    <a:pt x="54505" y="60922"/>
                    <a:pt x="58182" y="63300"/>
                    <a:pt x="61541" y="62760"/>
                  </a:cubicBezTo>
                  <a:lnTo>
                    <a:pt x="80914" y="59191"/>
                  </a:lnTo>
                  <a:cubicBezTo>
                    <a:pt x="85785" y="58326"/>
                    <a:pt x="82102" y="66329"/>
                    <a:pt x="81886" y="68924"/>
                  </a:cubicBezTo>
                  <a:cubicBezTo>
                    <a:pt x="80591" y="74871"/>
                    <a:pt x="73879" y="71844"/>
                    <a:pt x="70310" y="72168"/>
                  </a:cubicBezTo>
                  <a:cubicBezTo>
                    <a:pt x="68468" y="72060"/>
                    <a:pt x="66951" y="73790"/>
                    <a:pt x="66951" y="75953"/>
                  </a:cubicBezTo>
                  <a:cubicBezTo>
                    <a:pt x="66735" y="75196"/>
                    <a:pt x="66951" y="80170"/>
                    <a:pt x="70196" y="81468"/>
                  </a:cubicBezTo>
                  <a:lnTo>
                    <a:pt x="78857" y="84928"/>
                  </a:lnTo>
                  <a:cubicBezTo>
                    <a:pt x="83296" y="86658"/>
                    <a:pt x="77447" y="91308"/>
                    <a:pt x="76800" y="92498"/>
                  </a:cubicBezTo>
                  <a:cubicBezTo>
                    <a:pt x="75504" y="94120"/>
                    <a:pt x="72907" y="94877"/>
                    <a:pt x="71174" y="94444"/>
                  </a:cubicBezTo>
                  <a:cubicBezTo>
                    <a:pt x="71821" y="94660"/>
                    <a:pt x="46281" y="86442"/>
                    <a:pt x="40649" y="86658"/>
                  </a:cubicBezTo>
                  <a:lnTo>
                    <a:pt x="31772" y="86983"/>
                  </a:lnTo>
                  <a:cubicBezTo>
                    <a:pt x="27231" y="87199"/>
                    <a:pt x="27339" y="94120"/>
                    <a:pt x="26901" y="95634"/>
                  </a:cubicBezTo>
                  <a:cubicBezTo>
                    <a:pt x="26038" y="100716"/>
                    <a:pt x="28527" y="101906"/>
                    <a:pt x="42167" y="115748"/>
                  </a:cubicBezTo>
                  <a:cubicBezTo>
                    <a:pt x="45627" y="119208"/>
                    <a:pt x="50930" y="118883"/>
                    <a:pt x="57965" y="119532"/>
                  </a:cubicBezTo>
                  <a:cubicBezTo>
                    <a:pt x="64569" y="120073"/>
                    <a:pt x="67275" y="110124"/>
                    <a:pt x="74310" y="109367"/>
                  </a:cubicBezTo>
                  <a:lnTo>
                    <a:pt x="102993" y="106772"/>
                  </a:lnTo>
                  <a:cubicBezTo>
                    <a:pt x="104835" y="106664"/>
                    <a:pt x="106353" y="108286"/>
                    <a:pt x="106353" y="110448"/>
                  </a:cubicBezTo>
                  <a:cubicBezTo>
                    <a:pt x="106568" y="109800"/>
                    <a:pt x="106784" y="115856"/>
                    <a:pt x="102993" y="116612"/>
                  </a:cubicBezTo>
                  <a:cubicBezTo>
                    <a:pt x="103641" y="116396"/>
                    <a:pt x="96828" y="117045"/>
                    <a:pt x="93468" y="120722"/>
                  </a:cubicBezTo>
                  <a:lnTo>
                    <a:pt x="88598" y="126021"/>
                  </a:lnTo>
                  <a:cubicBezTo>
                    <a:pt x="85137" y="129805"/>
                    <a:pt x="91735" y="132508"/>
                    <a:pt x="92821" y="133590"/>
                  </a:cubicBezTo>
                  <a:cubicBezTo>
                    <a:pt x="98879" y="138023"/>
                    <a:pt x="107324" y="123966"/>
                    <a:pt x="118799" y="120829"/>
                  </a:cubicBezTo>
                  <a:lnTo>
                    <a:pt x="133086" y="116829"/>
                  </a:lnTo>
                  <a:cubicBezTo>
                    <a:pt x="137741" y="115531"/>
                    <a:pt x="140122" y="121911"/>
                    <a:pt x="141741" y="123533"/>
                  </a:cubicBezTo>
                  <a:cubicBezTo>
                    <a:pt x="144662" y="127642"/>
                    <a:pt x="147697" y="126669"/>
                    <a:pt x="165985" y="126669"/>
                  </a:cubicBezTo>
                  <a:cubicBezTo>
                    <a:pt x="170856" y="126669"/>
                    <a:pt x="174215" y="131536"/>
                    <a:pt x="176380" y="133157"/>
                  </a:cubicBezTo>
                  <a:cubicBezTo>
                    <a:pt x="177892" y="134563"/>
                    <a:pt x="178215" y="137158"/>
                    <a:pt x="177136" y="138997"/>
                  </a:cubicBezTo>
                  <a:cubicBezTo>
                    <a:pt x="177244" y="138240"/>
                    <a:pt x="174863" y="142673"/>
                    <a:pt x="177676" y="145161"/>
                  </a:cubicBezTo>
                  <a:lnTo>
                    <a:pt x="192941" y="158462"/>
                  </a:lnTo>
                  <a:cubicBezTo>
                    <a:pt x="194452" y="159759"/>
                    <a:pt x="197158" y="160841"/>
                    <a:pt x="198999" y="160841"/>
                  </a:cubicBezTo>
                  <a:cubicBezTo>
                    <a:pt x="198351" y="160841"/>
                    <a:pt x="221732" y="161489"/>
                    <a:pt x="227142" y="159759"/>
                  </a:cubicBezTo>
                  <a:lnTo>
                    <a:pt x="242401" y="154785"/>
                  </a:lnTo>
                  <a:cubicBezTo>
                    <a:pt x="244243" y="154136"/>
                    <a:pt x="244890" y="152082"/>
                    <a:pt x="244027" y="150135"/>
                  </a:cubicBezTo>
                  <a:cubicBezTo>
                    <a:pt x="244027" y="150892"/>
                    <a:pt x="242509" y="146458"/>
                    <a:pt x="244783" y="143647"/>
                  </a:cubicBezTo>
                  <a:lnTo>
                    <a:pt x="246840" y="141160"/>
                  </a:lnTo>
                  <a:cubicBezTo>
                    <a:pt x="250523" y="136618"/>
                    <a:pt x="242617" y="135969"/>
                    <a:pt x="236775" y="129589"/>
                  </a:cubicBezTo>
                  <a:cubicBezTo>
                    <a:pt x="237423" y="130238"/>
                    <a:pt x="224869" y="117694"/>
                    <a:pt x="222164" y="112179"/>
                  </a:cubicBezTo>
                  <a:lnTo>
                    <a:pt x="217941" y="103636"/>
                  </a:lnTo>
                  <a:cubicBezTo>
                    <a:pt x="215236" y="98229"/>
                    <a:pt x="220322" y="92714"/>
                    <a:pt x="222164" y="87848"/>
                  </a:cubicBezTo>
                  <a:cubicBezTo>
                    <a:pt x="225517" y="81035"/>
                    <a:pt x="213179" y="84171"/>
                    <a:pt x="213179" y="75845"/>
                  </a:cubicBezTo>
                  <a:cubicBezTo>
                    <a:pt x="213287" y="76602"/>
                    <a:pt x="213934" y="69356"/>
                    <a:pt x="209826" y="68599"/>
                  </a:cubicBezTo>
                  <a:cubicBezTo>
                    <a:pt x="210473" y="68599"/>
                    <a:pt x="204409" y="68167"/>
                    <a:pt x="200625" y="65247"/>
                  </a:cubicBezTo>
                  <a:cubicBezTo>
                    <a:pt x="201272" y="65680"/>
                    <a:pt x="194452" y="59083"/>
                    <a:pt x="189474" y="59083"/>
                  </a:cubicBezTo>
                  <a:lnTo>
                    <a:pt x="168475" y="59083"/>
                  </a:lnTo>
                  <a:cubicBezTo>
                    <a:pt x="163712" y="59083"/>
                    <a:pt x="166093" y="51406"/>
                    <a:pt x="165985" y="49783"/>
                  </a:cubicBezTo>
                  <a:cubicBezTo>
                    <a:pt x="166424" y="44485"/>
                    <a:pt x="163496" y="43944"/>
                    <a:pt x="142611" y="30427"/>
                  </a:cubicBezTo>
                  <a:cubicBezTo>
                    <a:pt x="138496" y="27831"/>
                    <a:pt x="133518" y="30967"/>
                    <a:pt x="125942" y="33995"/>
                  </a:cubicBezTo>
                  <a:cubicBezTo>
                    <a:pt x="121719" y="35726"/>
                    <a:pt x="119986" y="41348"/>
                    <a:pt x="119446" y="42214"/>
                  </a:cubicBezTo>
                  <a:cubicBezTo>
                    <a:pt x="117173" y="46864"/>
                    <a:pt x="111979" y="45458"/>
                    <a:pt x="111001" y="45783"/>
                  </a:cubicBezTo>
                  <a:cubicBezTo>
                    <a:pt x="106238" y="45783"/>
                    <a:pt x="107972" y="37888"/>
                    <a:pt x="107648" y="35509"/>
                  </a:cubicBezTo>
                  <a:cubicBezTo>
                    <a:pt x="107648" y="30427"/>
                    <a:pt x="104295" y="28048"/>
                    <a:pt x="98555" y="21884"/>
                  </a:cubicBezTo>
                  <a:cubicBezTo>
                    <a:pt x="97151" y="20478"/>
                    <a:pt x="95742" y="17558"/>
                    <a:pt x="95418" y="15504"/>
                  </a:cubicBezTo>
                  <a:cubicBezTo>
                    <a:pt x="94554" y="10421"/>
                    <a:pt x="92173" y="11070"/>
                    <a:pt x="60131" y="689"/>
                  </a:cubicBezTo>
                  <a:cubicBezTo>
                    <a:pt x="55584" y="-825"/>
                    <a:pt x="54289" y="-68"/>
                    <a:pt x="11211" y="5231"/>
                  </a:cubicBezTo>
                  <a:cubicBezTo>
                    <a:pt x="5908" y="5880"/>
                    <a:pt x="4283" y="13125"/>
                    <a:pt x="1038" y="17991"/>
                  </a:cubicBezTo>
                  <a:cubicBezTo>
                    <a:pt x="-1667" y="22857"/>
                    <a:pt x="1254" y="33995"/>
                    <a:pt x="5908" y="35618"/>
                  </a:cubicBezTo>
                  <a:lnTo>
                    <a:pt x="5476" y="35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12E4791A-DF06-9EAE-D65B-3BD7C31DE146}"/>
                </a:ext>
              </a:extLst>
            </p:cNvPr>
            <p:cNvSpPr/>
            <p:nvPr/>
          </p:nvSpPr>
          <p:spPr>
            <a:xfrm>
              <a:off x="1719380" y="637052"/>
              <a:ext cx="87681" cy="50308"/>
            </a:xfrm>
            <a:custGeom>
              <a:avLst/>
              <a:gdLst>
                <a:gd name="csX0" fmla="*/ 61686 w 87681"/>
                <a:gd name="csY0" fmla="*/ 1662 h 50308"/>
                <a:gd name="csX1" fmla="*/ 47183 w 87681"/>
                <a:gd name="csY1" fmla="*/ 3821 h 50308"/>
                <a:gd name="csX2" fmla="*/ 7889 w 87681"/>
                <a:gd name="csY2" fmla="*/ 9231 h 50308"/>
                <a:gd name="csX3" fmla="*/ 1075 w 87681"/>
                <a:gd name="csY3" fmla="*/ 19722 h 50308"/>
                <a:gd name="csX4" fmla="*/ 2479 w 87681"/>
                <a:gd name="csY4" fmla="*/ 21233 h 50308"/>
                <a:gd name="csX5" fmla="*/ 23910 w 87681"/>
                <a:gd name="csY5" fmla="*/ 21557 h 50308"/>
                <a:gd name="csX6" fmla="*/ 34407 w 87681"/>
                <a:gd name="csY6" fmla="*/ 25341 h 50308"/>
                <a:gd name="csX7" fmla="*/ 19363 w 87681"/>
                <a:gd name="csY7" fmla="*/ 33673 h 50308"/>
                <a:gd name="csX8" fmla="*/ 24126 w 87681"/>
                <a:gd name="csY8" fmla="*/ 41997 h 50308"/>
                <a:gd name="csX9" fmla="*/ 54327 w 87681"/>
                <a:gd name="csY9" fmla="*/ 35400 h 50308"/>
                <a:gd name="csX10" fmla="*/ 54111 w 87681"/>
                <a:gd name="csY10" fmla="*/ 36155 h 50308"/>
                <a:gd name="csX11" fmla="*/ 62766 w 87681"/>
                <a:gd name="csY11" fmla="*/ 48595 h 50308"/>
                <a:gd name="csX12" fmla="*/ 69046 w 87681"/>
                <a:gd name="csY12" fmla="*/ 44156 h 50308"/>
                <a:gd name="csX13" fmla="*/ 86470 w 87681"/>
                <a:gd name="csY13" fmla="*/ 30644 h 50308"/>
                <a:gd name="csX14" fmla="*/ 85930 w 87681"/>
                <a:gd name="csY14" fmla="*/ 30212 h 50308"/>
                <a:gd name="csX15" fmla="*/ 74564 w 87681"/>
                <a:gd name="csY15" fmla="*/ 27615 h 50308"/>
                <a:gd name="csX16" fmla="*/ 73916 w 87681"/>
                <a:gd name="csY16" fmla="*/ 25125 h 50308"/>
                <a:gd name="csX17" fmla="*/ 75104 w 87681"/>
                <a:gd name="csY17" fmla="*/ 19506 h 50308"/>
                <a:gd name="csX18" fmla="*/ 63959 w 87681"/>
                <a:gd name="csY18" fmla="*/ 19398 h 50308"/>
                <a:gd name="csX19" fmla="*/ 65363 w 87681"/>
                <a:gd name="csY19" fmla="*/ 11175 h 50308"/>
                <a:gd name="csX20" fmla="*/ 61470 w 87681"/>
                <a:gd name="csY20" fmla="*/ 1554 h 50308"/>
                <a:gd name="csX21" fmla="*/ 61686 w 87681"/>
                <a:gd name="csY21" fmla="*/ 1662 h 50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7681" h="50308">
                  <a:moveTo>
                    <a:pt x="61686" y="1662"/>
                  </a:moveTo>
                  <a:cubicBezTo>
                    <a:pt x="57787" y="-2556"/>
                    <a:pt x="52161" y="2418"/>
                    <a:pt x="47183" y="3821"/>
                  </a:cubicBezTo>
                  <a:cubicBezTo>
                    <a:pt x="42744" y="5663"/>
                    <a:pt x="41334" y="5447"/>
                    <a:pt x="7889" y="9231"/>
                  </a:cubicBezTo>
                  <a:cubicBezTo>
                    <a:pt x="3234" y="9771"/>
                    <a:pt x="-2392" y="16045"/>
                    <a:pt x="1075" y="19722"/>
                  </a:cubicBezTo>
                  <a:lnTo>
                    <a:pt x="2479" y="21233"/>
                  </a:lnTo>
                  <a:cubicBezTo>
                    <a:pt x="5730" y="24586"/>
                    <a:pt x="8327" y="23506"/>
                    <a:pt x="23910" y="21557"/>
                  </a:cubicBezTo>
                  <a:cubicBezTo>
                    <a:pt x="27917" y="21017"/>
                    <a:pt x="31162" y="23398"/>
                    <a:pt x="34407" y="25341"/>
                  </a:cubicBezTo>
                  <a:cubicBezTo>
                    <a:pt x="38521" y="27723"/>
                    <a:pt x="32356" y="28910"/>
                    <a:pt x="19363" y="33673"/>
                  </a:cubicBezTo>
                  <a:cubicBezTo>
                    <a:pt x="14493" y="35400"/>
                    <a:pt x="22284" y="39724"/>
                    <a:pt x="24126" y="41997"/>
                  </a:cubicBezTo>
                  <a:cubicBezTo>
                    <a:pt x="31054" y="48163"/>
                    <a:pt x="56924" y="25449"/>
                    <a:pt x="54327" y="35400"/>
                  </a:cubicBezTo>
                  <a:lnTo>
                    <a:pt x="54111" y="36155"/>
                  </a:lnTo>
                  <a:cubicBezTo>
                    <a:pt x="50751" y="49459"/>
                    <a:pt x="18500" y="52811"/>
                    <a:pt x="62766" y="48595"/>
                  </a:cubicBezTo>
                  <a:cubicBezTo>
                    <a:pt x="66665" y="48271"/>
                    <a:pt x="68506" y="44703"/>
                    <a:pt x="69046" y="44156"/>
                  </a:cubicBezTo>
                  <a:cubicBezTo>
                    <a:pt x="74780" y="36371"/>
                    <a:pt x="92427" y="35184"/>
                    <a:pt x="86470" y="30644"/>
                  </a:cubicBezTo>
                  <a:lnTo>
                    <a:pt x="85930" y="30212"/>
                  </a:lnTo>
                  <a:cubicBezTo>
                    <a:pt x="82463" y="27507"/>
                    <a:pt x="78679" y="27831"/>
                    <a:pt x="74564" y="27615"/>
                  </a:cubicBezTo>
                  <a:cubicBezTo>
                    <a:pt x="72722" y="27615"/>
                    <a:pt x="72399" y="26427"/>
                    <a:pt x="73916" y="25125"/>
                  </a:cubicBezTo>
                  <a:cubicBezTo>
                    <a:pt x="73484" y="25773"/>
                    <a:pt x="77269" y="22535"/>
                    <a:pt x="75104" y="19506"/>
                  </a:cubicBezTo>
                  <a:cubicBezTo>
                    <a:pt x="72183" y="15397"/>
                    <a:pt x="66772" y="18966"/>
                    <a:pt x="63959" y="19398"/>
                  </a:cubicBezTo>
                  <a:cubicBezTo>
                    <a:pt x="59197" y="20801"/>
                    <a:pt x="64607" y="13232"/>
                    <a:pt x="65363" y="11175"/>
                  </a:cubicBezTo>
                  <a:cubicBezTo>
                    <a:pt x="67852" y="6418"/>
                    <a:pt x="62442" y="2958"/>
                    <a:pt x="61470" y="1554"/>
                  </a:cubicBezTo>
                  <a:lnTo>
                    <a:pt x="61686" y="1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86B3339-EA5D-D25C-245B-F3391126C000}"/>
                </a:ext>
              </a:extLst>
            </p:cNvPr>
            <p:cNvSpPr/>
            <p:nvPr/>
          </p:nvSpPr>
          <p:spPr>
            <a:xfrm>
              <a:off x="1708954" y="605028"/>
              <a:ext cx="58868" cy="30661"/>
            </a:xfrm>
            <a:custGeom>
              <a:avLst/>
              <a:gdLst>
                <a:gd name="csX0" fmla="*/ 675 w 58868"/>
                <a:gd name="csY0" fmla="*/ 10111 h 30661"/>
                <a:gd name="csX1" fmla="*/ 7279 w 58868"/>
                <a:gd name="csY1" fmla="*/ 16815 h 30661"/>
                <a:gd name="csX2" fmla="*/ 8688 w 58868"/>
                <a:gd name="csY2" fmla="*/ 17248 h 30661"/>
                <a:gd name="csX3" fmla="*/ 10847 w 58868"/>
                <a:gd name="csY3" fmla="*/ 22006 h 30661"/>
                <a:gd name="csX4" fmla="*/ 9984 w 58868"/>
                <a:gd name="csY4" fmla="*/ 24925 h 30661"/>
                <a:gd name="csX5" fmla="*/ 12257 w 58868"/>
                <a:gd name="csY5" fmla="*/ 29035 h 30661"/>
                <a:gd name="csX6" fmla="*/ 41156 w 58868"/>
                <a:gd name="csY6" fmla="*/ 29575 h 30661"/>
                <a:gd name="csX7" fmla="*/ 57501 w 58868"/>
                <a:gd name="csY7" fmla="*/ 20059 h 30661"/>
                <a:gd name="csX8" fmla="*/ 36825 w 58868"/>
                <a:gd name="csY8" fmla="*/ 10219 h 30661"/>
                <a:gd name="csX9" fmla="*/ 30228 w 58868"/>
                <a:gd name="csY9" fmla="*/ 6759 h 30661"/>
                <a:gd name="csX10" fmla="*/ 25681 w 58868"/>
                <a:gd name="csY10" fmla="*/ 5893 h 30661"/>
                <a:gd name="csX11" fmla="*/ 17344 w 58868"/>
                <a:gd name="csY11" fmla="*/ 270 h 30661"/>
                <a:gd name="csX12" fmla="*/ 675 w 58868"/>
                <a:gd name="csY12" fmla="*/ 10219 h 30661"/>
                <a:gd name="csX13" fmla="*/ 675 w 58868"/>
                <a:gd name="csY13" fmla="*/ 10111 h 30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8868" h="30661">
                  <a:moveTo>
                    <a:pt x="675" y="10111"/>
                  </a:moveTo>
                  <a:cubicBezTo>
                    <a:pt x="1215" y="10868"/>
                    <a:pt x="3056" y="15626"/>
                    <a:pt x="7279" y="16815"/>
                  </a:cubicBezTo>
                  <a:lnTo>
                    <a:pt x="8688" y="17248"/>
                  </a:lnTo>
                  <a:cubicBezTo>
                    <a:pt x="10524" y="17789"/>
                    <a:pt x="11501" y="19843"/>
                    <a:pt x="10847" y="22006"/>
                  </a:cubicBezTo>
                  <a:lnTo>
                    <a:pt x="9984" y="24925"/>
                  </a:lnTo>
                  <a:cubicBezTo>
                    <a:pt x="9336" y="26980"/>
                    <a:pt x="10416" y="28819"/>
                    <a:pt x="12257" y="29035"/>
                  </a:cubicBezTo>
                  <a:cubicBezTo>
                    <a:pt x="32171" y="30549"/>
                    <a:pt x="36609" y="31520"/>
                    <a:pt x="41156" y="29575"/>
                  </a:cubicBezTo>
                  <a:cubicBezTo>
                    <a:pt x="55336" y="23520"/>
                    <a:pt x="61940" y="21682"/>
                    <a:pt x="57501" y="20059"/>
                  </a:cubicBezTo>
                  <a:cubicBezTo>
                    <a:pt x="43214" y="14652"/>
                    <a:pt x="39861" y="14112"/>
                    <a:pt x="36825" y="10219"/>
                  </a:cubicBezTo>
                  <a:cubicBezTo>
                    <a:pt x="36178" y="9678"/>
                    <a:pt x="33257" y="3947"/>
                    <a:pt x="30228" y="6759"/>
                  </a:cubicBezTo>
                  <a:cubicBezTo>
                    <a:pt x="28926" y="7948"/>
                    <a:pt x="26869" y="7516"/>
                    <a:pt x="25681" y="5893"/>
                  </a:cubicBezTo>
                  <a:cubicBezTo>
                    <a:pt x="24487" y="4812"/>
                    <a:pt x="21890" y="-1352"/>
                    <a:pt x="17344" y="270"/>
                  </a:cubicBezTo>
                  <a:cubicBezTo>
                    <a:pt x="2840" y="5461"/>
                    <a:pt x="-1922" y="5785"/>
                    <a:pt x="675" y="10219"/>
                  </a:cubicBezTo>
                  <a:lnTo>
                    <a:pt x="675" y="101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93F4407-39B9-02C7-C2B9-E51F63F0B625}"/>
                </a:ext>
              </a:extLst>
            </p:cNvPr>
            <p:cNvSpPr/>
            <p:nvPr/>
          </p:nvSpPr>
          <p:spPr>
            <a:xfrm>
              <a:off x="1778823" y="604563"/>
              <a:ext cx="210246" cy="152671"/>
            </a:xfrm>
            <a:custGeom>
              <a:avLst/>
              <a:gdLst>
                <a:gd name="csX0" fmla="*/ 143169 w 210246"/>
                <a:gd name="csY0" fmla="*/ 23337 h 152671"/>
                <a:gd name="csX1" fmla="*/ 134292 w 210246"/>
                <a:gd name="csY1" fmla="*/ 24418 h 152671"/>
                <a:gd name="csX2" fmla="*/ 114378 w 210246"/>
                <a:gd name="csY2" fmla="*/ 6467 h 152671"/>
                <a:gd name="csX3" fmla="*/ 89048 w 210246"/>
                <a:gd name="csY3" fmla="*/ 8414 h 152671"/>
                <a:gd name="csX4" fmla="*/ 76494 w 210246"/>
                <a:gd name="csY4" fmla="*/ 17174 h 152671"/>
                <a:gd name="csX5" fmla="*/ 70868 w 210246"/>
                <a:gd name="csY5" fmla="*/ 20958 h 152671"/>
                <a:gd name="csX6" fmla="*/ 80501 w 210246"/>
                <a:gd name="csY6" fmla="*/ 27987 h 152671"/>
                <a:gd name="csX7" fmla="*/ 99875 w 210246"/>
                <a:gd name="csY7" fmla="*/ 29285 h 152671"/>
                <a:gd name="csX8" fmla="*/ 102040 w 210246"/>
                <a:gd name="csY8" fmla="*/ 36095 h 152671"/>
                <a:gd name="csX9" fmla="*/ 88832 w 210246"/>
                <a:gd name="csY9" fmla="*/ 40209 h 152671"/>
                <a:gd name="csX10" fmla="*/ 96840 w 210246"/>
                <a:gd name="csY10" fmla="*/ 44210 h 152671"/>
                <a:gd name="csX11" fmla="*/ 106911 w 210246"/>
                <a:gd name="csY11" fmla="*/ 47340 h 152671"/>
                <a:gd name="csX12" fmla="*/ 107774 w 210246"/>
                <a:gd name="csY12" fmla="*/ 48534 h 152671"/>
                <a:gd name="csX13" fmla="*/ 103336 w 210246"/>
                <a:gd name="csY13" fmla="*/ 56103 h 152671"/>
                <a:gd name="csX14" fmla="*/ 109724 w 210246"/>
                <a:gd name="csY14" fmla="*/ 68753 h 152671"/>
                <a:gd name="csX15" fmla="*/ 100954 w 210246"/>
                <a:gd name="csY15" fmla="*/ 70378 h 152671"/>
                <a:gd name="csX16" fmla="*/ 67401 w 210246"/>
                <a:gd name="csY16" fmla="*/ 42800 h 152671"/>
                <a:gd name="csX17" fmla="*/ 66106 w 210246"/>
                <a:gd name="csY17" fmla="*/ 42476 h 152671"/>
                <a:gd name="csX18" fmla="*/ 63508 w 210246"/>
                <a:gd name="csY18" fmla="*/ 36965 h 152671"/>
                <a:gd name="csX19" fmla="*/ 61127 w 210246"/>
                <a:gd name="csY19" fmla="*/ 31015 h 152671"/>
                <a:gd name="csX20" fmla="*/ 46401 w 210246"/>
                <a:gd name="csY20" fmla="*/ 23661 h 152671"/>
                <a:gd name="csX21" fmla="*/ 27136 w 210246"/>
                <a:gd name="csY21" fmla="*/ 30042 h 152671"/>
                <a:gd name="csX22" fmla="*/ 27136 w 210246"/>
                <a:gd name="csY22" fmla="*/ 41937 h 152671"/>
                <a:gd name="csX23" fmla="*/ 40128 w 210246"/>
                <a:gd name="csY23" fmla="*/ 47017 h 152671"/>
                <a:gd name="csX24" fmla="*/ 35905 w 210246"/>
                <a:gd name="csY24" fmla="*/ 56967 h 152671"/>
                <a:gd name="csX25" fmla="*/ 45214 w 210246"/>
                <a:gd name="csY25" fmla="*/ 63673 h 152671"/>
                <a:gd name="csX26" fmla="*/ 49221 w 210246"/>
                <a:gd name="csY26" fmla="*/ 67457 h 152671"/>
                <a:gd name="csX27" fmla="*/ 50732 w 210246"/>
                <a:gd name="csY27" fmla="*/ 73839 h 152671"/>
                <a:gd name="csX28" fmla="*/ 56257 w 210246"/>
                <a:gd name="csY28" fmla="*/ 83135 h 152671"/>
                <a:gd name="csX29" fmla="*/ 54307 w 210246"/>
                <a:gd name="csY29" fmla="*/ 83783 h 152671"/>
                <a:gd name="csX30" fmla="*/ 30819 w 210246"/>
                <a:gd name="csY30" fmla="*/ 74703 h 152671"/>
                <a:gd name="csX31" fmla="*/ 20214 w 210246"/>
                <a:gd name="csY31" fmla="*/ 83459 h 152671"/>
                <a:gd name="csX32" fmla="*/ 18588 w 210246"/>
                <a:gd name="csY32" fmla="*/ 87568 h 152671"/>
                <a:gd name="csX33" fmla="*/ 834 w 210246"/>
                <a:gd name="csY33" fmla="*/ 98058 h 152671"/>
                <a:gd name="csX34" fmla="*/ 11661 w 210246"/>
                <a:gd name="csY34" fmla="*/ 106281 h 152671"/>
                <a:gd name="csX35" fmla="*/ 61451 w 210246"/>
                <a:gd name="csY35" fmla="*/ 96007 h 152671"/>
                <a:gd name="csX36" fmla="*/ 113184 w 210246"/>
                <a:gd name="csY36" fmla="*/ 91359 h 152671"/>
                <a:gd name="csX37" fmla="*/ 117407 w 210246"/>
                <a:gd name="csY37" fmla="*/ 96439 h 152671"/>
                <a:gd name="csX38" fmla="*/ 114810 w 210246"/>
                <a:gd name="csY38" fmla="*/ 101411 h 152671"/>
                <a:gd name="csX39" fmla="*/ 89156 w 210246"/>
                <a:gd name="csY39" fmla="*/ 109196 h 152671"/>
                <a:gd name="csX40" fmla="*/ 80285 w 210246"/>
                <a:gd name="csY40" fmla="*/ 121420 h 152671"/>
                <a:gd name="csX41" fmla="*/ 90782 w 210246"/>
                <a:gd name="csY41" fmla="*/ 128665 h 152671"/>
                <a:gd name="csX42" fmla="*/ 88292 w 210246"/>
                <a:gd name="csY42" fmla="*/ 139263 h 152671"/>
                <a:gd name="csX43" fmla="*/ 96084 w 210246"/>
                <a:gd name="csY43" fmla="*/ 152668 h 152671"/>
                <a:gd name="csX44" fmla="*/ 178888 w 210246"/>
                <a:gd name="csY44" fmla="*/ 145315 h 152671"/>
                <a:gd name="csX45" fmla="*/ 180723 w 210246"/>
                <a:gd name="csY45" fmla="*/ 139695 h 152671"/>
                <a:gd name="csX46" fmla="*/ 188298 w 210246"/>
                <a:gd name="csY46" fmla="*/ 141314 h 152671"/>
                <a:gd name="csX47" fmla="*/ 195010 w 210246"/>
                <a:gd name="csY47" fmla="*/ 136342 h 152671"/>
                <a:gd name="csX48" fmla="*/ 194039 w 210246"/>
                <a:gd name="csY48" fmla="*/ 130932 h 152671"/>
                <a:gd name="csX49" fmla="*/ 182457 w 210246"/>
                <a:gd name="csY49" fmla="*/ 118175 h 152671"/>
                <a:gd name="csX50" fmla="*/ 187435 w 210246"/>
                <a:gd name="csY50" fmla="*/ 105303 h 152671"/>
                <a:gd name="csX51" fmla="*/ 197284 w 210246"/>
                <a:gd name="csY51" fmla="*/ 111577 h 152671"/>
                <a:gd name="csX52" fmla="*/ 208542 w 210246"/>
                <a:gd name="csY52" fmla="*/ 123255 h 152671"/>
                <a:gd name="csX53" fmla="*/ 209298 w 210246"/>
                <a:gd name="csY53" fmla="*/ 111685 h 152671"/>
                <a:gd name="csX54" fmla="*/ 205183 w 210246"/>
                <a:gd name="csY54" fmla="*/ 103900 h 152671"/>
                <a:gd name="csX55" fmla="*/ 203348 w 210246"/>
                <a:gd name="csY55" fmla="*/ 94381 h 152671"/>
                <a:gd name="csX56" fmla="*/ 186787 w 210246"/>
                <a:gd name="csY56" fmla="*/ 82488 h 152671"/>
                <a:gd name="csX57" fmla="*/ 194903 w 210246"/>
                <a:gd name="csY57" fmla="*/ 69407 h 152671"/>
                <a:gd name="csX58" fmla="*/ 193931 w 210246"/>
                <a:gd name="csY58" fmla="*/ 58377 h 152671"/>
                <a:gd name="csX59" fmla="*/ 198046 w 210246"/>
                <a:gd name="csY59" fmla="*/ 48858 h 152671"/>
                <a:gd name="csX60" fmla="*/ 190356 w 210246"/>
                <a:gd name="csY60" fmla="*/ 29068 h 152671"/>
                <a:gd name="csX61" fmla="*/ 188083 w 210246"/>
                <a:gd name="csY61" fmla="*/ 15551 h 152671"/>
                <a:gd name="csX62" fmla="*/ 157672 w 210246"/>
                <a:gd name="csY62" fmla="*/ 412 h 152671"/>
                <a:gd name="csX63" fmla="*/ 151716 w 210246"/>
                <a:gd name="csY63" fmla="*/ 7441 h 152671"/>
                <a:gd name="csX64" fmla="*/ 140134 w 210246"/>
                <a:gd name="csY64" fmla="*/ 14686 h 152671"/>
                <a:gd name="csX65" fmla="*/ 143169 w 210246"/>
                <a:gd name="csY65" fmla="*/ 23445 h 152671"/>
                <a:gd name="csX66" fmla="*/ 143169 w 210246"/>
                <a:gd name="csY66" fmla="*/ 23337 h 15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10246" h="152671">
                  <a:moveTo>
                    <a:pt x="143169" y="23337"/>
                  </a:moveTo>
                  <a:cubicBezTo>
                    <a:pt x="141975" y="23770"/>
                    <a:pt x="137645" y="28203"/>
                    <a:pt x="134292" y="24418"/>
                  </a:cubicBezTo>
                  <a:cubicBezTo>
                    <a:pt x="120544" y="9279"/>
                    <a:pt x="118817" y="5819"/>
                    <a:pt x="114378" y="6467"/>
                  </a:cubicBezTo>
                  <a:cubicBezTo>
                    <a:pt x="98249" y="8739"/>
                    <a:pt x="94134" y="3764"/>
                    <a:pt x="89048" y="8414"/>
                  </a:cubicBezTo>
                  <a:cubicBezTo>
                    <a:pt x="84070" y="12956"/>
                    <a:pt x="80933" y="16633"/>
                    <a:pt x="76494" y="17174"/>
                  </a:cubicBezTo>
                  <a:cubicBezTo>
                    <a:pt x="75192" y="17606"/>
                    <a:pt x="67509" y="16957"/>
                    <a:pt x="70868" y="20958"/>
                  </a:cubicBezTo>
                  <a:cubicBezTo>
                    <a:pt x="72703" y="22688"/>
                    <a:pt x="75631" y="28419"/>
                    <a:pt x="80501" y="27987"/>
                  </a:cubicBezTo>
                  <a:cubicBezTo>
                    <a:pt x="93702" y="26798"/>
                    <a:pt x="96840" y="25716"/>
                    <a:pt x="99875" y="29285"/>
                  </a:cubicBezTo>
                  <a:cubicBezTo>
                    <a:pt x="100522" y="30366"/>
                    <a:pt x="106695" y="35555"/>
                    <a:pt x="102040" y="36095"/>
                  </a:cubicBezTo>
                  <a:cubicBezTo>
                    <a:pt x="90889" y="37288"/>
                    <a:pt x="85156" y="37072"/>
                    <a:pt x="88832" y="40209"/>
                  </a:cubicBezTo>
                  <a:cubicBezTo>
                    <a:pt x="89804" y="40857"/>
                    <a:pt x="92515" y="44102"/>
                    <a:pt x="96840" y="44210"/>
                  </a:cubicBezTo>
                  <a:cubicBezTo>
                    <a:pt x="99113" y="44642"/>
                    <a:pt x="103552" y="43016"/>
                    <a:pt x="106911" y="47340"/>
                  </a:cubicBezTo>
                  <a:lnTo>
                    <a:pt x="107774" y="48534"/>
                  </a:lnTo>
                  <a:cubicBezTo>
                    <a:pt x="111997" y="53938"/>
                    <a:pt x="98789" y="50909"/>
                    <a:pt x="103336" y="56103"/>
                  </a:cubicBezTo>
                  <a:cubicBezTo>
                    <a:pt x="106472" y="60644"/>
                    <a:pt x="114378" y="65730"/>
                    <a:pt x="109724" y="68753"/>
                  </a:cubicBezTo>
                  <a:cubicBezTo>
                    <a:pt x="108422" y="69292"/>
                    <a:pt x="104745" y="73623"/>
                    <a:pt x="100954" y="70378"/>
                  </a:cubicBezTo>
                  <a:cubicBezTo>
                    <a:pt x="72811" y="45397"/>
                    <a:pt x="71839" y="43886"/>
                    <a:pt x="67401" y="42800"/>
                  </a:cubicBezTo>
                  <a:lnTo>
                    <a:pt x="66106" y="42476"/>
                  </a:lnTo>
                  <a:cubicBezTo>
                    <a:pt x="62638" y="41613"/>
                    <a:pt x="63400" y="36311"/>
                    <a:pt x="63508" y="36965"/>
                  </a:cubicBezTo>
                  <a:cubicBezTo>
                    <a:pt x="63832" y="34799"/>
                    <a:pt x="62746" y="32094"/>
                    <a:pt x="61127" y="31015"/>
                  </a:cubicBezTo>
                  <a:cubicBezTo>
                    <a:pt x="53005" y="25392"/>
                    <a:pt x="50516" y="23121"/>
                    <a:pt x="46401" y="23661"/>
                  </a:cubicBezTo>
                  <a:cubicBezTo>
                    <a:pt x="32336" y="25608"/>
                    <a:pt x="28545" y="24959"/>
                    <a:pt x="27136" y="30042"/>
                  </a:cubicBezTo>
                  <a:cubicBezTo>
                    <a:pt x="26596" y="33396"/>
                    <a:pt x="22157" y="41181"/>
                    <a:pt x="27136" y="41937"/>
                  </a:cubicBezTo>
                  <a:cubicBezTo>
                    <a:pt x="37638" y="43556"/>
                    <a:pt x="43480" y="43448"/>
                    <a:pt x="40128" y="47017"/>
                  </a:cubicBezTo>
                  <a:cubicBezTo>
                    <a:pt x="38718" y="49182"/>
                    <a:pt x="32336" y="52859"/>
                    <a:pt x="35905" y="56967"/>
                  </a:cubicBezTo>
                  <a:cubicBezTo>
                    <a:pt x="37531" y="58485"/>
                    <a:pt x="40451" y="63673"/>
                    <a:pt x="45214" y="63673"/>
                  </a:cubicBezTo>
                  <a:cubicBezTo>
                    <a:pt x="45862" y="63889"/>
                    <a:pt x="50516" y="62809"/>
                    <a:pt x="49221" y="67457"/>
                  </a:cubicBezTo>
                  <a:cubicBezTo>
                    <a:pt x="49221" y="68213"/>
                    <a:pt x="48243" y="71566"/>
                    <a:pt x="50732" y="73839"/>
                  </a:cubicBezTo>
                  <a:cubicBezTo>
                    <a:pt x="53113" y="76646"/>
                    <a:pt x="61127" y="81408"/>
                    <a:pt x="56257" y="83135"/>
                  </a:cubicBezTo>
                  <a:lnTo>
                    <a:pt x="54307" y="83783"/>
                  </a:lnTo>
                  <a:cubicBezTo>
                    <a:pt x="46509" y="86488"/>
                    <a:pt x="38178" y="71458"/>
                    <a:pt x="30819" y="74703"/>
                  </a:cubicBezTo>
                  <a:cubicBezTo>
                    <a:pt x="26164" y="77516"/>
                    <a:pt x="17725" y="78271"/>
                    <a:pt x="20214" y="83459"/>
                  </a:cubicBezTo>
                  <a:cubicBezTo>
                    <a:pt x="21078" y="85193"/>
                    <a:pt x="20322" y="87136"/>
                    <a:pt x="18588" y="87568"/>
                  </a:cubicBezTo>
                  <a:cubicBezTo>
                    <a:pt x="12200" y="89301"/>
                    <a:pt x="-3814" y="92654"/>
                    <a:pt x="834" y="98058"/>
                  </a:cubicBezTo>
                  <a:cubicBezTo>
                    <a:pt x="3761" y="100871"/>
                    <a:pt x="6682" y="107253"/>
                    <a:pt x="11661" y="106281"/>
                  </a:cubicBezTo>
                  <a:lnTo>
                    <a:pt x="61451" y="96007"/>
                  </a:lnTo>
                  <a:cubicBezTo>
                    <a:pt x="67293" y="94813"/>
                    <a:pt x="113832" y="91244"/>
                    <a:pt x="113184" y="91359"/>
                  </a:cubicBezTo>
                  <a:cubicBezTo>
                    <a:pt x="116975" y="91028"/>
                    <a:pt x="117731" y="97086"/>
                    <a:pt x="117407" y="96439"/>
                  </a:cubicBezTo>
                  <a:cubicBezTo>
                    <a:pt x="117731" y="98598"/>
                    <a:pt x="116544" y="100871"/>
                    <a:pt x="114810" y="101411"/>
                  </a:cubicBezTo>
                  <a:lnTo>
                    <a:pt x="89156" y="109196"/>
                  </a:lnTo>
                  <a:cubicBezTo>
                    <a:pt x="85048" y="110390"/>
                    <a:pt x="74977" y="119794"/>
                    <a:pt x="80285" y="121420"/>
                  </a:cubicBezTo>
                  <a:cubicBezTo>
                    <a:pt x="84717" y="123471"/>
                    <a:pt x="93702" y="123363"/>
                    <a:pt x="90782" y="128665"/>
                  </a:cubicBezTo>
                  <a:cubicBezTo>
                    <a:pt x="90350" y="129960"/>
                    <a:pt x="86559" y="134177"/>
                    <a:pt x="88292" y="139263"/>
                  </a:cubicBezTo>
                  <a:cubicBezTo>
                    <a:pt x="90458" y="144235"/>
                    <a:pt x="90782" y="152884"/>
                    <a:pt x="96084" y="152668"/>
                  </a:cubicBezTo>
                  <a:cubicBezTo>
                    <a:pt x="181917" y="149207"/>
                    <a:pt x="180183" y="150725"/>
                    <a:pt x="178888" y="145315"/>
                  </a:cubicBezTo>
                  <a:cubicBezTo>
                    <a:pt x="178888" y="144559"/>
                    <a:pt x="176507" y="138825"/>
                    <a:pt x="180723" y="139695"/>
                  </a:cubicBezTo>
                  <a:lnTo>
                    <a:pt x="188298" y="141314"/>
                  </a:lnTo>
                  <a:cubicBezTo>
                    <a:pt x="192413" y="142178"/>
                    <a:pt x="195664" y="135586"/>
                    <a:pt x="195010" y="136342"/>
                  </a:cubicBezTo>
                  <a:cubicBezTo>
                    <a:pt x="196096" y="134501"/>
                    <a:pt x="195664" y="132126"/>
                    <a:pt x="194039" y="130932"/>
                  </a:cubicBezTo>
                  <a:cubicBezTo>
                    <a:pt x="188845" y="126284"/>
                    <a:pt x="181701" y="124449"/>
                    <a:pt x="182457" y="118175"/>
                  </a:cubicBezTo>
                  <a:cubicBezTo>
                    <a:pt x="183650" y="113196"/>
                    <a:pt x="182457" y="103252"/>
                    <a:pt x="187435" y="105303"/>
                  </a:cubicBezTo>
                  <a:cubicBezTo>
                    <a:pt x="189277" y="106281"/>
                    <a:pt x="194363" y="107145"/>
                    <a:pt x="197284" y="111577"/>
                  </a:cubicBezTo>
                  <a:cubicBezTo>
                    <a:pt x="204320" y="122391"/>
                    <a:pt x="207025" y="128233"/>
                    <a:pt x="208542" y="123255"/>
                  </a:cubicBezTo>
                  <a:cubicBezTo>
                    <a:pt x="208866" y="121743"/>
                    <a:pt x="211679" y="116333"/>
                    <a:pt x="209298" y="111685"/>
                  </a:cubicBezTo>
                  <a:lnTo>
                    <a:pt x="205183" y="103900"/>
                  </a:lnTo>
                  <a:cubicBezTo>
                    <a:pt x="203024" y="99899"/>
                    <a:pt x="203348" y="93626"/>
                    <a:pt x="203348" y="94381"/>
                  </a:cubicBezTo>
                  <a:cubicBezTo>
                    <a:pt x="203348" y="84977"/>
                    <a:pt x="180831" y="88869"/>
                    <a:pt x="186787" y="82488"/>
                  </a:cubicBezTo>
                  <a:cubicBezTo>
                    <a:pt x="189492" y="79027"/>
                    <a:pt x="195442" y="75674"/>
                    <a:pt x="194903" y="69407"/>
                  </a:cubicBezTo>
                  <a:lnTo>
                    <a:pt x="193931" y="58377"/>
                  </a:lnTo>
                  <a:cubicBezTo>
                    <a:pt x="193499" y="53182"/>
                    <a:pt x="198477" y="48102"/>
                    <a:pt x="198046" y="48858"/>
                  </a:cubicBezTo>
                  <a:cubicBezTo>
                    <a:pt x="202916" y="42800"/>
                    <a:pt x="189708" y="38476"/>
                    <a:pt x="190356" y="29068"/>
                  </a:cubicBezTo>
                  <a:cubicBezTo>
                    <a:pt x="190140" y="25175"/>
                    <a:pt x="192737" y="17930"/>
                    <a:pt x="188083" y="15551"/>
                  </a:cubicBezTo>
                  <a:lnTo>
                    <a:pt x="157672" y="412"/>
                  </a:lnTo>
                  <a:cubicBezTo>
                    <a:pt x="153126" y="-1859"/>
                    <a:pt x="156479" y="5927"/>
                    <a:pt x="151716" y="7441"/>
                  </a:cubicBezTo>
                  <a:cubicBezTo>
                    <a:pt x="151716" y="7441"/>
                    <a:pt x="136349" y="10253"/>
                    <a:pt x="140134" y="14686"/>
                  </a:cubicBezTo>
                  <a:cubicBezTo>
                    <a:pt x="141112" y="16417"/>
                    <a:pt x="147385" y="20958"/>
                    <a:pt x="143169" y="23445"/>
                  </a:cubicBezTo>
                  <a:lnTo>
                    <a:pt x="143169" y="23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6034BB85-CEFC-AB6E-47B2-1762FFDDFE07}"/>
                </a:ext>
              </a:extLst>
            </p:cNvPr>
            <p:cNvSpPr/>
            <p:nvPr/>
          </p:nvSpPr>
          <p:spPr>
            <a:xfrm>
              <a:off x="1817059" y="595046"/>
              <a:ext cx="51461" cy="19766"/>
            </a:xfrm>
            <a:custGeom>
              <a:avLst/>
              <a:gdLst>
                <a:gd name="csX0" fmla="*/ 33165 w 51461"/>
                <a:gd name="csY0" fmla="*/ 88 h 19766"/>
                <a:gd name="csX1" fmla="*/ 21265 w 51461"/>
                <a:gd name="csY1" fmla="*/ 6144 h 19766"/>
                <a:gd name="csX2" fmla="*/ 1453 w 51461"/>
                <a:gd name="csY2" fmla="*/ 12632 h 19766"/>
                <a:gd name="csX3" fmla="*/ 7302 w 51461"/>
                <a:gd name="csY3" fmla="*/ 18579 h 19766"/>
                <a:gd name="csX4" fmla="*/ 27539 w 51461"/>
                <a:gd name="csY4" fmla="*/ 17282 h 19766"/>
                <a:gd name="csX5" fmla="*/ 50920 w 51461"/>
                <a:gd name="csY5" fmla="*/ 5387 h 19766"/>
                <a:gd name="csX6" fmla="*/ 33280 w 51461"/>
                <a:gd name="csY6" fmla="*/ 88 h 19766"/>
                <a:gd name="csX7" fmla="*/ 33165 w 51461"/>
                <a:gd name="csY7" fmla="*/ 88 h 19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1461" h="19766">
                  <a:moveTo>
                    <a:pt x="33165" y="88"/>
                  </a:moveTo>
                  <a:cubicBezTo>
                    <a:pt x="28733" y="-669"/>
                    <a:pt x="24510" y="3656"/>
                    <a:pt x="21265" y="6144"/>
                  </a:cubicBezTo>
                  <a:cubicBezTo>
                    <a:pt x="17475" y="9063"/>
                    <a:pt x="14122" y="9388"/>
                    <a:pt x="1453" y="12632"/>
                  </a:cubicBezTo>
                  <a:cubicBezTo>
                    <a:pt x="-3417" y="13821"/>
                    <a:pt x="5352" y="17174"/>
                    <a:pt x="7302" y="18579"/>
                  </a:cubicBezTo>
                  <a:cubicBezTo>
                    <a:pt x="11302" y="20850"/>
                    <a:pt x="14661" y="19553"/>
                    <a:pt x="27539" y="17282"/>
                  </a:cubicBezTo>
                  <a:cubicBezTo>
                    <a:pt x="32302" y="16417"/>
                    <a:pt x="36956" y="13280"/>
                    <a:pt x="50920" y="5387"/>
                  </a:cubicBezTo>
                  <a:cubicBezTo>
                    <a:pt x="55143" y="3007"/>
                    <a:pt x="33280" y="88"/>
                    <a:pt x="33280" y="88"/>
                  </a:cubicBezTo>
                  <a:lnTo>
                    <a:pt x="33165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22915189-C2CD-B595-FAEB-F37021021E5E}"/>
                </a:ext>
              </a:extLst>
            </p:cNvPr>
            <p:cNvSpPr/>
            <p:nvPr/>
          </p:nvSpPr>
          <p:spPr>
            <a:xfrm>
              <a:off x="2021384" y="506824"/>
              <a:ext cx="123177" cy="36139"/>
            </a:xfrm>
            <a:custGeom>
              <a:avLst/>
              <a:gdLst>
                <a:gd name="csX0" fmla="*/ 21937 w 123177"/>
                <a:gd name="csY0" fmla="*/ 32619 h 36139"/>
                <a:gd name="csX1" fmla="*/ 56684 w 123177"/>
                <a:gd name="csY1" fmla="*/ 27862 h 36139"/>
                <a:gd name="csX2" fmla="*/ 66425 w 123177"/>
                <a:gd name="csY2" fmla="*/ 33700 h 36139"/>
                <a:gd name="csX3" fmla="*/ 102900 w 123177"/>
                <a:gd name="csY3" fmla="*/ 33052 h 36139"/>
                <a:gd name="csX4" fmla="*/ 112965 w 123177"/>
                <a:gd name="csY4" fmla="*/ 17264 h 36139"/>
                <a:gd name="csX5" fmla="*/ 122490 w 123177"/>
                <a:gd name="csY5" fmla="*/ 11100 h 36139"/>
                <a:gd name="csX6" fmla="*/ 113828 w 123177"/>
                <a:gd name="csY6" fmla="*/ 3422 h 36139"/>
                <a:gd name="csX7" fmla="*/ 94130 w 123177"/>
                <a:gd name="csY7" fmla="*/ 5152 h 36139"/>
                <a:gd name="csX8" fmla="*/ 54951 w 123177"/>
                <a:gd name="csY8" fmla="*/ 70 h 36139"/>
                <a:gd name="csX9" fmla="*/ 44016 w 123177"/>
                <a:gd name="csY9" fmla="*/ 4612 h 36139"/>
                <a:gd name="csX10" fmla="*/ 38066 w 123177"/>
                <a:gd name="csY10" fmla="*/ 4720 h 36139"/>
                <a:gd name="csX11" fmla="*/ 26592 w 123177"/>
                <a:gd name="csY11" fmla="*/ 1260 h 36139"/>
                <a:gd name="csX12" fmla="*/ 1268 w 123177"/>
                <a:gd name="csY12" fmla="*/ 18886 h 36139"/>
                <a:gd name="csX13" fmla="*/ 22045 w 123177"/>
                <a:gd name="csY13" fmla="*/ 32728 h 36139"/>
                <a:gd name="csX14" fmla="*/ 21937 w 123177"/>
                <a:gd name="csY14" fmla="*/ 32619 h 36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177" h="36139">
                  <a:moveTo>
                    <a:pt x="21937" y="32619"/>
                  </a:moveTo>
                  <a:cubicBezTo>
                    <a:pt x="51592" y="26023"/>
                    <a:pt x="53001" y="24617"/>
                    <a:pt x="56684" y="27862"/>
                  </a:cubicBezTo>
                  <a:cubicBezTo>
                    <a:pt x="59497" y="30348"/>
                    <a:pt x="62418" y="33377"/>
                    <a:pt x="66425" y="33700"/>
                  </a:cubicBezTo>
                  <a:cubicBezTo>
                    <a:pt x="99433" y="36404"/>
                    <a:pt x="100842" y="37702"/>
                    <a:pt x="102900" y="33052"/>
                  </a:cubicBezTo>
                  <a:cubicBezTo>
                    <a:pt x="106576" y="24942"/>
                    <a:pt x="108418" y="18453"/>
                    <a:pt x="112965" y="17264"/>
                  </a:cubicBezTo>
                  <a:cubicBezTo>
                    <a:pt x="116647" y="15750"/>
                    <a:pt x="125734" y="15966"/>
                    <a:pt x="122490" y="11100"/>
                  </a:cubicBezTo>
                  <a:cubicBezTo>
                    <a:pt x="120864" y="9262"/>
                    <a:pt x="118591" y="2990"/>
                    <a:pt x="113828" y="3422"/>
                  </a:cubicBezTo>
                  <a:lnTo>
                    <a:pt x="94130" y="5152"/>
                  </a:lnTo>
                  <a:cubicBezTo>
                    <a:pt x="88288" y="5693"/>
                    <a:pt x="54411" y="-38"/>
                    <a:pt x="54951" y="70"/>
                  </a:cubicBezTo>
                  <a:cubicBezTo>
                    <a:pt x="50188" y="-687"/>
                    <a:pt x="43368" y="4936"/>
                    <a:pt x="44016" y="4612"/>
                  </a:cubicBezTo>
                  <a:cubicBezTo>
                    <a:pt x="42397" y="5693"/>
                    <a:pt x="39692" y="5693"/>
                    <a:pt x="38066" y="4720"/>
                  </a:cubicBezTo>
                  <a:cubicBezTo>
                    <a:pt x="35253" y="3530"/>
                    <a:pt x="31138" y="-1228"/>
                    <a:pt x="26592" y="1260"/>
                  </a:cubicBezTo>
                  <a:cubicBezTo>
                    <a:pt x="1154" y="15101"/>
                    <a:pt x="-2523" y="15750"/>
                    <a:pt x="1268" y="18886"/>
                  </a:cubicBezTo>
                  <a:cubicBezTo>
                    <a:pt x="16635" y="31754"/>
                    <a:pt x="17822" y="33700"/>
                    <a:pt x="22045" y="32728"/>
                  </a:cubicBezTo>
                  <a:lnTo>
                    <a:pt x="21937" y="326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BB4370C-2F19-5F62-FEB2-3BCA6FBBBCB5}"/>
                </a:ext>
              </a:extLst>
            </p:cNvPr>
            <p:cNvSpPr/>
            <p:nvPr/>
          </p:nvSpPr>
          <p:spPr>
            <a:xfrm>
              <a:off x="2728963" y="1227481"/>
              <a:ext cx="26161" cy="24830"/>
            </a:xfrm>
            <a:custGeom>
              <a:avLst/>
              <a:gdLst>
                <a:gd name="csX0" fmla="*/ 5442 w 26161"/>
                <a:gd name="csY0" fmla="*/ 260 h 24830"/>
                <a:gd name="csX1" fmla="*/ 32 w 26161"/>
                <a:gd name="csY1" fmla="*/ 20802 h 24830"/>
                <a:gd name="csX2" fmla="*/ 7607 w 26161"/>
                <a:gd name="csY2" fmla="*/ 24803 h 24830"/>
                <a:gd name="csX3" fmla="*/ 24060 w 26161"/>
                <a:gd name="csY3" fmla="*/ 13557 h 24830"/>
                <a:gd name="csX4" fmla="*/ 25572 w 26161"/>
                <a:gd name="csY4" fmla="*/ 4152 h 24830"/>
                <a:gd name="csX5" fmla="*/ 5442 w 26161"/>
                <a:gd name="csY5" fmla="*/ 152 h 24830"/>
                <a:gd name="csX6" fmla="*/ 5442 w 26161"/>
                <a:gd name="csY6" fmla="*/ 260 h 2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61" h="24830">
                  <a:moveTo>
                    <a:pt x="5442" y="260"/>
                  </a:moveTo>
                  <a:cubicBezTo>
                    <a:pt x="1111" y="260"/>
                    <a:pt x="32" y="20802"/>
                    <a:pt x="32" y="20802"/>
                  </a:cubicBezTo>
                  <a:cubicBezTo>
                    <a:pt x="-508" y="26428"/>
                    <a:pt x="5982" y="24371"/>
                    <a:pt x="7607" y="24803"/>
                  </a:cubicBezTo>
                  <a:cubicBezTo>
                    <a:pt x="12370" y="24803"/>
                    <a:pt x="15723" y="20694"/>
                    <a:pt x="24060" y="13557"/>
                  </a:cubicBezTo>
                  <a:cubicBezTo>
                    <a:pt x="27629" y="10528"/>
                    <a:pt x="25572" y="5124"/>
                    <a:pt x="25572" y="4152"/>
                  </a:cubicBezTo>
                  <a:cubicBezTo>
                    <a:pt x="24384" y="-2553"/>
                    <a:pt x="16269" y="1123"/>
                    <a:pt x="5442" y="152"/>
                  </a:cubicBezTo>
                  <a:lnTo>
                    <a:pt x="5442" y="2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963C9E3A-999E-D301-B5C0-BC6A73FB5D9D}"/>
                </a:ext>
              </a:extLst>
            </p:cNvPr>
            <p:cNvSpPr/>
            <p:nvPr/>
          </p:nvSpPr>
          <p:spPr>
            <a:xfrm>
              <a:off x="2805738" y="1285222"/>
              <a:ext cx="21756" cy="28752"/>
            </a:xfrm>
            <a:custGeom>
              <a:avLst/>
              <a:gdLst>
                <a:gd name="csX0" fmla="*/ 21535 w 21756"/>
                <a:gd name="csY0" fmla="*/ 18750 h 28752"/>
                <a:gd name="csX1" fmla="*/ 7680 w 21756"/>
                <a:gd name="csY1" fmla="*/ 697 h 28752"/>
                <a:gd name="csX2" fmla="*/ 428 w 21756"/>
                <a:gd name="csY2" fmla="*/ 10533 h 28752"/>
                <a:gd name="csX3" fmla="*/ 16119 w 21756"/>
                <a:gd name="csY3" fmla="*/ 28053 h 28752"/>
                <a:gd name="csX4" fmla="*/ 21535 w 21756"/>
                <a:gd name="csY4" fmla="*/ 18750 h 28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756" h="28752">
                  <a:moveTo>
                    <a:pt x="21535" y="18750"/>
                  </a:moveTo>
                  <a:cubicBezTo>
                    <a:pt x="22615" y="13886"/>
                    <a:pt x="20018" y="12482"/>
                    <a:pt x="7680" y="697"/>
                  </a:cubicBezTo>
                  <a:cubicBezTo>
                    <a:pt x="3565" y="-3202"/>
                    <a:pt x="428" y="10533"/>
                    <a:pt x="428" y="10533"/>
                  </a:cubicBezTo>
                  <a:cubicBezTo>
                    <a:pt x="-1414" y="15511"/>
                    <a:pt x="2485" y="17023"/>
                    <a:pt x="16119" y="28053"/>
                  </a:cubicBezTo>
                  <a:cubicBezTo>
                    <a:pt x="20234" y="31405"/>
                    <a:pt x="20449" y="21779"/>
                    <a:pt x="21535" y="1875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635FE5-BA55-04FA-7B1E-6AB84BDD64AC}"/>
                </a:ext>
              </a:extLst>
            </p:cNvPr>
            <p:cNvSpPr/>
            <p:nvPr/>
          </p:nvSpPr>
          <p:spPr>
            <a:xfrm>
              <a:off x="2830828" y="1332414"/>
              <a:ext cx="52419" cy="27700"/>
            </a:xfrm>
            <a:custGeom>
              <a:avLst/>
              <a:gdLst>
                <a:gd name="csX0" fmla="*/ 2402 w 52419"/>
                <a:gd name="csY0" fmla="*/ 15354 h 27700"/>
                <a:gd name="csX1" fmla="*/ 16473 w 52419"/>
                <a:gd name="csY1" fmla="*/ 27686 h 27700"/>
                <a:gd name="csX2" fmla="*/ 52078 w 52419"/>
                <a:gd name="csY2" fmla="*/ 21196 h 27700"/>
                <a:gd name="csX3" fmla="*/ 44502 w 52419"/>
                <a:gd name="csY3" fmla="*/ 6922 h 27700"/>
                <a:gd name="csX4" fmla="*/ 20 w 52419"/>
                <a:gd name="csY4" fmla="*/ 0 h 27700"/>
                <a:gd name="csX5" fmla="*/ 20 w 52419"/>
                <a:gd name="csY5" fmla="*/ 1194 h 27700"/>
                <a:gd name="csX6" fmla="*/ 2402 w 52419"/>
                <a:gd name="csY6" fmla="*/ 15354 h 27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419" h="27700">
                  <a:moveTo>
                    <a:pt x="2402" y="15354"/>
                  </a:moveTo>
                  <a:cubicBezTo>
                    <a:pt x="8675" y="22816"/>
                    <a:pt x="11819" y="28010"/>
                    <a:pt x="16473" y="27686"/>
                  </a:cubicBezTo>
                  <a:cubicBezTo>
                    <a:pt x="51430" y="25089"/>
                    <a:pt x="53595" y="26276"/>
                    <a:pt x="52078" y="21196"/>
                  </a:cubicBezTo>
                  <a:cubicBezTo>
                    <a:pt x="50027" y="16008"/>
                    <a:pt x="49703" y="7785"/>
                    <a:pt x="44502" y="6922"/>
                  </a:cubicBezTo>
                  <a:lnTo>
                    <a:pt x="20" y="0"/>
                  </a:lnTo>
                  <a:lnTo>
                    <a:pt x="20" y="1194"/>
                  </a:lnTo>
                  <a:cubicBezTo>
                    <a:pt x="344" y="4756"/>
                    <a:pt x="-1065" y="11138"/>
                    <a:pt x="2402" y="15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ED80BEC-BDF1-6DAE-33D4-DF471C74B665}"/>
                </a:ext>
              </a:extLst>
            </p:cNvPr>
            <p:cNvSpPr/>
            <p:nvPr/>
          </p:nvSpPr>
          <p:spPr>
            <a:xfrm>
              <a:off x="2737272" y="1316144"/>
              <a:ext cx="78819" cy="83384"/>
            </a:xfrm>
            <a:custGeom>
              <a:avLst/>
              <a:gdLst>
                <a:gd name="csX0" fmla="*/ 25383 w 78819"/>
                <a:gd name="csY0" fmla="*/ 4700 h 83384"/>
                <a:gd name="csX1" fmla="*/ 1031 w 78819"/>
                <a:gd name="csY1" fmla="*/ 43848 h 83384"/>
                <a:gd name="csX2" fmla="*/ 9362 w 78819"/>
                <a:gd name="csY2" fmla="*/ 79427 h 83384"/>
                <a:gd name="csX3" fmla="*/ 49304 w 78819"/>
                <a:gd name="csY3" fmla="*/ 83211 h 83384"/>
                <a:gd name="csX4" fmla="*/ 76361 w 78819"/>
                <a:gd name="csY4" fmla="*/ 63742 h 83384"/>
                <a:gd name="csX5" fmla="*/ 78743 w 78819"/>
                <a:gd name="csY5" fmla="*/ 16701 h 83384"/>
                <a:gd name="csX6" fmla="*/ 52657 w 78819"/>
                <a:gd name="csY6" fmla="*/ 376 h 83384"/>
                <a:gd name="csX7" fmla="*/ 25383 w 78819"/>
                <a:gd name="csY7" fmla="*/ 4700 h 8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819" h="83384">
                  <a:moveTo>
                    <a:pt x="25383" y="4700"/>
                  </a:moveTo>
                  <a:cubicBezTo>
                    <a:pt x="20837" y="5779"/>
                    <a:pt x="20945" y="7513"/>
                    <a:pt x="1031" y="43848"/>
                  </a:cubicBezTo>
                  <a:cubicBezTo>
                    <a:pt x="-1458" y="48496"/>
                    <a:pt x="275" y="50769"/>
                    <a:pt x="9362" y="79427"/>
                  </a:cubicBezTo>
                  <a:cubicBezTo>
                    <a:pt x="10988" y="84615"/>
                    <a:pt x="12398" y="83211"/>
                    <a:pt x="49304" y="83211"/>
                  </a:cubicBezTo>
                  <a:cubicBezTo>
                    <a:pt x="53743" y="83211"/>
                    <a:pt x="55038" y="81370"/>
                    <a:pt x="76361" y="63742"/>
                  </a:cubicBezTo>
                  <a:cubicBezTo>
                    <a:pt x="82210" y="58878"/>
                    <a:pt x="75282" y="47308"/>
                    <a:pt x="78743" y="16701"/>
                  </a:cubicBezTo>
                  <a:cubicBezTo>
                    <a:pt x="79390" y="11406"/>
                    <a:pt x="76361" y="11406"/>
                    <a:pt x="52657" y="376"/>
                  </a:cubicBezTo>
                  <a:cubicBezTo>
                    <a:pt x="48440" y="-1574"/>
                    <a:pt x="25383" y="4700"/>
                    <a:pt x="25383" y="4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6FC453C8-BEF5-D860-421C-B0324027F42B}"/>
                </a:ext>
              </a:extLst>
            </p:cNvPr>
            <p:cNvSpPr/>
            <p:nvPr/>
          </p:nvSpPr>
          <p:spPr>
            <a:xfrm>
              <a:off x="2966343" y="1694631"/>
              <a:ext cx="38609" cy="24196"/>
            </a:xfrm>
            <a:custGeom>
              <a:avLst/>
              <a:gdLst>
                <a:gd name="csX0" fmla="*/ 662 w 38609"/>
                <a:gd name="csY0" fmla="*/ 44 h 24196"/>
                <a:gd name="csX1" fmla="*/ 16461 w 38609"/>
                <a:gd name="csY1" fmla="*/ 22104 h 24196"/>
                <a:gd name="csX2" fmla="*/ 36813 w 38609"/>
                <a:gd name="csY2" fmla="*/ 21564 h 24196"/>
                <a:gd name="csX3" fmla="*/ 31943 w 38609"/>
                <a:gd name="csY3" fmla="*/ 10534 h 24196"/>
                <a:gd name="csX4" fmla="*/ 662 w 38609"/>
                <a:gd name="csY4" fmla="*/ 44 h 24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09" h="24196">
                  <a:moveTo>
                    <a:pt x="662" y="44"/>
                  </a:moveTo>
                  <a:cubicBezTo>
                    <a:pt x="-3884" y="-1143"/>
                    <a:pt x="16461" y="22104"/>
                    <a:pt x="16461" y="22104"/>
                  </a:cubicBezTo>
                  <a:cubicBezTo>
                    <a:pt x="19389" y="25565"/>
                    <a:pt x="21986" y="24269"/>
                    <a:pt x="36813" y="21564"/>
                  </a:cubicBezTo>
                  <a:cubicBezTo>
                    <a:pt x="42115" y="20593"/>
                    <a:pt x="34216" y="14211"/>
                    <a:pt x="31943" y="10534"/>
                  </a:cubicBezTo>
                  <a:cubicBezTo>
                    <a:pt x="29130" y="6858"/>
                    <a:pt x="27936" y="7182"/>
                    <a:pt x="662" y="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FB5D0B83-AB4B-051F-FADD-D0C8A8F9E7D5}"/>
                </a:ext>
              </a:extLst>
            </p:cNvPr>
            <p:cNvSpPr/>
            <p:nvPr/>
          </p:nvSpPr>
          <p:spPr>
            <a:xfrm>
              <a:off x="1995625" y="690057"/>
              <a:ext cx="41338" cy="29742"/>
            </a:xfrm>
            <a:custGeom>
              <a:avLst/>
              <a:gdLst>
                <a:gd name="csX0" fmla="*/ 24100 w 41338"/>
                <a:gd name="csY0" fmla="*/ 22299 h 29742"/>
                <a:gd name="csX1" fmla="*/ 31784 w 41338"/>
                <a:gd name="csY1" fmla="*/ 22083 h 29742"/>
                <a:gd name="csX2" fmla="*/ 40769 w 41338"/>
                <a:gd name="csY2" fmla="*/ 8995 h 29742"/>
                <a:gd name="csX3" fmla="*/ 33079 w 41338"/>
                <a:gd name="csY3" fmla="*/ 131 h 29742"/>
                <a:gd name="csX4" fmla="*/ 20525 w 41338"/>
                <a:gd name="csY4" fmla="*/ 4131 h 29742"/>
                <a:gd name="csX5" fmla="*/ 20525 w 41338"/>
                <a:gd name="csY5" fmla="*/ 4779 h 29742"/>
                <a:gd name="csX6" fmla="*/ 17388 w 41338"/>
                <a:gd name="csY6" fmla="*/ 10081 h 29742"/>
                <a:gd name="csX7" fmla="*/ 720 w 41338"/>
                <a:gd name="csY7" fmla="*/ 21003 h 29742"/>
                <a:gd name="csX8" fmla="*/ 10245 w 41338"/>
                <a:gd name="csY8" fmla="*/ 29004 h 29742"/>
                <a:gd name="csX9" fmla="*/ 24100 w 41338"/>
                <a:gd name="csY9" fmla="*/ 22299 h 29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1338" h="29742">
                  <a:moveTo>
                    <a:pt x="24100" y="22299"/>
                  </a:moveTo>
                  <a:cubicBezTo>
                    <a:pt x="24856" y="22406"/>
                    <a:pt x="28425" y="25112"/>
                    <a:pt x="31784" y="22083"/>
                  </a:cubicBezTo>
                  <a:cubicBezTo>
                    <a:pt x="35892" y="17542"/>
                    <a:pt x="43474" y="14513"/>
                    <a:pt x="40769" y="8995"/>
                  </a:cubicBezTo>
                  <a:cubicBezTo>
                    <a:pt x="39467" y="6944"/>
                    <a:pt x="37950" y="131"/>
                    <a:pt x="33079" y="131"/>
                  </a:cubicBezTo>
                  <a:cubicBezTo>
                    <a:pt x="28317" y="778"/>
                    <a:pt x="20525" y="-2143"/>
                    <a:pt x="20525" y="4131"/>
                  </a:cubicBezTo>
                  <a:lnTo>
                    <a:pt x="20525" y="4779"/>
                  </a:lnTo>
                  <a:cubicBezTo>
                    <a:pt x="20525" y="6944"/>
                    <a:pt x="19122" y="9427"/>
                    <a:pt x="17388" y="10081"/>
                  </a:cubicBezTo>
                  <a:cubicBezTo>
                    <a:pt x="3317" y="15809"/>
                    <a:pt x="-2094" y="16672"/>
                    <a:pt x="720" y="21003"/>
                  </a:cubicBezTo>
                  <a:cubicBezTo>
                    <a:pt x="3209" y="23918"/>
                    <a:pt x="5914" y="32249"/>
                    <a:pt x="10245" y="29004"/>
                  </a:cubicBezTo>
                  <a:cubicBezTo>
                    <a:pt x="14899" y="26083"/>
                    <a:pt x="19122" y="20133"/>
                    <a:pt x="24100" y="22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2EF8B4F1-C377-D7AE-7E36-CF75E43D5141}"/>
                </a:ext>
              </a:extLst>
            </p:cNvPr>
            <p:cNvSpPr/>
            <p:nvPr/>
          </p:nvSpPr>
          <p:spPr>
            <a:xfrm>
              <a:off x="2212609" y="520565"/>
              <a:ext cx="59988" cy="41379"/>
            </a:xfrm>
            <a:custGeom>
              <a:avLst/>
              <a:gdLst>
                <a:gd name="csX0" fmla="*/ 57795 w 59988"/>
                <a:gd name="csY0" fmla="*/ 18012 h 41379"/>
                <a:gd name="csX1" fmla="*/ 37227 w 59988"/>
                <a:gd name="csY1" fmla="*/ 1468 h 41379"/>
                <a:gd name="csX2" fmla="*/ 2702 w 59988"/>
                <a:gd name="csY2" fmla="*/ 3738 h 41379"/>
                <a:gd name="csX3" fmla="*/ 1400 w 59988"/>
                <a:gd name="csY3" fmla="*/ 18770 h 41379"/>
                <a:gd name="csX4" fmla="*/ 31277 w 59988"/>
                <a:gd name="csY4" fmla="*/ 40505 h 41379"/>
                <a:gd name="csX5" fmla="*/ 57903 w 59988"/>
                <a:gd name="csY5" fmla="*/ 30124 h 41379"/>
                <a:gd name="csX6" fmla="*/ 57687 w 59988"/>
                <a:gd name="csY6" fmla="*/ 18012 h 41379"/>
                <a:gd name="csX7" fmla="*/ 57795 w 59988"/>
                <a:gd name="csY7" fmla="*/ 18012 h 41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9988" h="41379">
                  <a:moveTo>
                    <a:pt x="57795" y="18012"/>
                  </a:moveTo>
                  <a:cubicBezTo>
                    <a:pt x="56169" y="12931"/>
                    <a:pt x="53140" y="11957"/>
                    <a:pt x="37227" y="1468"/>
                  </a:cubicBezTo>
                  <a:cubicBezTo>
                    <a:pt x="33227" y="-1236"/>
                    <a:pt x="31493" y="-46"/>
                    <a:pt x="2702" y="3738"/>
                  </a:cubicBezTo>
                  <a:cubicBezTo>
                    <a:pt x="-2492" y="4387"/>
                    <a:pt x="1400" y="18770"/>
                    <a:pt x="1400" y="18770"/>
                  </a:cubicBezTo>
                  <a:cubicBezTo>
                    <a:pt x="2162" y="24176"/>
                    <a:pt x="4213" y="24176"/>
                    <a:pt x="31277" y="40505"/>
                  </a:cubicBezTo>
                  <a:cubicBezTo>
                    <a:pt x="35278" y="42884"/>
                    <a:pt x="37335" y="40721"/>
                    <a:pt x="57903" y="30124"/>
                  </a:cubicBezTo>
                  <a:cubicBezTo>
                    <a:pt x="62449" y="27745"/>
                    <a:pt x="58227" y="21041"/>
                    <a:pt x="57687" y="18012"/>
                  </a:cubicBezTo>
                  <a:lnTo>
                    <a:pt x="57795" y="18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021267A-EEB6-CF30-1BAF-5D13C8177131}"/>
                </a:ext>
              </a:extLst>
            </p:cNvPr>
            <p:cNvSpPr/>
            <p:nvPr/>
          </p:nvSpPr>
          <p:spPr>
            <a:xfrm>
              <a:off x="2208464" y="558857"/>
              <a:ext cx="23459" cy="13677"/>
            </a:xfrm>
            <a:custGeom>
              <a:avLst/>
              <a:gdLst>
                <a:gd name="csX0" fmla="*/ 999 w 23459"/>
                <a:gd name="csY0" fmla="*/ 50 h 13677"/>
                <a:gd name="csX1" fmla="*/ 8904 w 23459"/>
                <a:gd name="csY1" fmla="*/ 12053 h 13677"/>
                <a:gd name="csX2" fmla="*/ 21998 w 23459"/>
                <a:gd name="csY2" fmla="*/ 10323 h 13677"/>
                <a:gd name="csX3" fmla="*/ 17020 w 23459"/>
                <a:gd name="csY3" fmla="*/ 2321 h 13677"/>
                <a:gd name="csX4" fmla="*/ 1107 w 23459"/>
                <a:gd name="csY4" fmla="*/ 50 h 13677"/>
                <a:gd name="csX5" fmla="*/ 999 w 23459"/>
                <a:gd name="csY5" fmla="*/ 50 h 1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59" h="13677">
                  <a:moveTo>
                    <a:pt x="999" y="50"/>
                  </a:moveTo>
                  <a:cubicBezTo>
                    <a:pt x="-3548" y="50"/>
                    <a:pt x="8904" y="12053"/>
                    <a:pt x="8904" y="12053"/>
                  </a:cubicBezTo>
                  <a:cubicBezTo>
                    <a:pt x="12797" y="16162"/>
                    <a:pt x="18207" y="11296"/>
                    <a:pt x="21998" y="10323"/>
                  </a:cubicBezTo>
                  <a:cubicBezTo>
                    <a:pt x="26653" y="8377"/>
                    <a:pt x="18861" y="4376"/>
                    <a:pt x="17020" y="2321"/>
                  </a:cubicBezTo>
                  <a:cubicBezTo>
                    <a:pt x="12689" y="-1247"/>
                    <a:pt x="6847" y="482"/>
                    <a:pt x="1107" y="50"/>
                  </a:cubicBezTo>
                  <a:lnTo>
                    <a:pt x="999" y="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5CB09451-DE63-A25C-8FE8-F5F60BA6674B}"/>
                </a:ext>
              </a:extLst>
            </p:cNvPr>
            <p:cNvSpPr/>
            <p:nvPr/>
          </p:nvSpPr>
          <p:spPr>
            <a:xfrm>
              <a:off x="2011610" y="698485"/>
              <a:ext cx="117249" cy="87430"/>
            </a:xfrm>
            <a:custGeom>
              <a:avLst/>
              <a:gdLst>
                <a:gd name="csX0" fmla="*/ 58884 w 117249"/>
                <a:gd name="csY0" fmla="*/ 83834 h 87430"/>
                <a:gd name="csX1" fmla="*/ 114084 w 117249"/>
                <a:gd name="csY1" fmla="*/ 87295 h 87430"/>
                <a:gd name="csX2" fmla="*/ 115380 w 117249"/>
                <a:gd name="csY2" fmla="*/ 33980 h 87430"/>
                <a:gd name="csX3" fmla="*/ 88214 w 117249"/>
                <a:gd name="csY3" fmla="*/ 6409 h 87430"/>
                <a:gd name="csX4" fmla="*/ 62452 w 117249"/>
                <a:gd name="csY4" fmla="*/ 135 h 87430"/>
                <a:gd name="csX5" fmla="*/ 31388 w 117249"/>
                <a:gd name="csY5" fmla="*/ 13222 h 87430"/>
                <a:gd name="csX6" fmla="*/ 29439 w 117249"/>
                <a:gd name="csY6" fmla="*/ 22303 h 87430"/>
                <a:gd name="csX7" fmla="*/ 11151 w 117249"/>
                <a:gd name="csY7" fmla="*/ 35930 h 87430"/>
                <a:gd name="csX8" fmla="*/ 6280 w 117249"/>
                <a:gd name="csY8" fmla="*/ 40902 h 87430"/>
                <a:gd name="csX9" fmla="*/ 0 w 117249"/>
                <a:gd name="csY9" fmla="*/ 53989 h 87430"/>
                <a:gd name="csX10" fmla="*/ 52927 w 117249"/>
                <a:gd name="csY10" fmla="*/ 77129 h 87430"/>
                <a:gd name="csX11" fmla="*/ 58776 w 117249"/>
                <a:gd name="csY11" fmla="*/ 83834 h 87430"/>
                <a:gd name="csX12" fmla="*/ 58884 w 117249"/>
                <a:gd name="csY12" fmla="*/ 83834 h 87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17249" h="87430">
                  <a:moveTo>
                    <a:pt x="58884" y="83834"/>
                  </a:moveTo>
                  <a:cubicBezTo>
                    <a:pt x="61265" y="88482"/>
                    <a:pt x="59963" y="87295"/>
                    <a:pt x="114084" y="87295"/>
                  </a:cubicBezTo>
                  <a:cubicBezTo>
                    <a:pt x="118847" y="87295"/>
                    <a:pt x="117329" y="83510"/>
                    <a:pt x="115380" y="33980"/>
                  </a:cubicBezTo>
                  <a:cubicBezTo>
                    <a:pt x="115164" y="28469"/>
                    <a:pt x="112998" y="28037"/>
                    <a:pt x="88214" y="6409"/>
                  </a:cubicBezTo>
                  <a:cubicBezTo>
                    <a:pt x="84423" y="3056"/>
                    <a:pt x="79985" y="3056"/>
                    <a:pt x="62452" y="135"/>
                  </a:cubicBezTo>
                  <a:cubicBezTo>
                    <a:pt x="57906" y="-621"/>
                    <a:pt x="54985" y="1544"/>
                    <a:pt x="31388" y="13222"/>
                  </a:cubicBezTo>
                  <a:cubicBezTo>
                    <a:pt x="27273" y="15273"/>
                    <a:pt x="29546" y="21547"/>
                    <a:pt x="29439" y="22303"/>
                  </a:cubicBezTo>
                  <a:cubicBezTo>
                    <a:pt x="30309" y="27605"/>
                    <a:pt x="26518" y="28145"/>
                    <a:pt x="11151" y="35930"/>
                  </a:cubicBezTo>
                  <a:cubicBezTo>
                    <a:pt x="9417" y="36793"/>
                    <a:pt x="7252" y="39067"/>
                    <a:pt x="6280" y="40902"/>
                  </a:cubicBezTo>
                  <a:cubicBezTo>
                    <a:pt x="6280" y="40902"/>
                    <a:pt x="1086" y="51284"/>
                    <a:pt x="0" y="53989"/>
                  </a:cubicBezTo>
                  <a:lnTo>
                    <a:pt x="52927" y="77129"/>
                  </a:lnTo>
                  <a:cubicBezTo>
                    <a:pt x="56934" y="78862"/>
                    <a:pt x="58230" y="83079"/>
                    <a:pt x="58776" y="83834"/>
                  </a:cubicBezTo>
                  <a:lnTo>
                    <a:pt x="58884" y="83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7E42EA75-D165-2F8A-DCFC-98A49233A360}"/>
                </a:ext>
              </a:extLst>
            </p:cNvPr>
            <p:cNvSpPr/>
            <p:nvPr/>
          </p:nvSpPr>
          <p:spPr>
            <a:xfrm>
              <a:off x="2039607" y="785971"/>
              <a:ext cx="23928" cy="16357"/>
            </a:xfrm>
            <a:custGeom>
              <a:avLst/>
              <a:gdLst>
                <a:gd name="csX0" fmla="*/ 1873 w 23928"/>
                <a:gd name="csY0" fmla="*/ 26 h 16357"/>
                <a:gd name="csX1" fmla="*/ 6636 w 23928"/>
                <a:gd name="csY1" fmla="*/ 13113 h 16357"/>
                <a:gd name="csX2" fmla="*/ 11945 w 23928"/>
                <a:gd name="csY2" fmla="*/ 16358 h 16357"/>
                <a:gd name="csX3" fmla="*/ 21901 w 23928"/>
                <a:gd name="csY3" fmla="*/ 16358 h 16357"/>
                <a:gd name="csX4" fmla="*/ 19952 w 23928"/>
                <a:gd name="csY4" fmla="*/ 5106 h 16357"/>
                <a:gd name="csX5" fmla="*/ 1981 w 23928"/>
                <a:gd name="csY5" fmla="*/ 26 h 16357"/>
                <a:gd name="csX6" fmla="*/ 1873 w 23928"/>
                <a:gd name="csY6" fmla="*/ 26 h 16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928" h="16357">
                  <a:moveTo>
                    <a:pt x="1873" y="26"/>
                  </a:moveTo>
                  <a:cubicBezTo>
                    <a:pt x="-3429" y="-514"/>
                    <a:pt x="3931" y="7595"/>
                    <a:pt x="6636" y="13113"/>
                  </a:cubicBezTo>
                  <a:cubicBezTo>
                    <a:pt x="7722" y="14948"/>
                    <a:pt x="10103" y="16358"/>
                    <a:pt x="11945" y="16358"/>
                  </a:cubicBezTo>
                  <a:lnTo>
                    <a:pt x="21901" y="16358"/>
                  </a:lnTo>
                  <a:cubicBezTo>
                    <a:pt x="26988" y="16358"/>
                    <a:pt x="21031" y="8458"/>
                    <a:pt x="19952" y="5106"/>
                  </a:cubicBezTo>
                  <a:cubicBezTo>
                    <a:pt x="17786" y="673"/>
                    <a:pt x="14542" y="1213"/>
                    <a:pt x="1981" y="26"/>
                  </a:cubicBezTo>
                  <a:lnTo>
                    <a:pt x="1873" y="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0C4EE7D-8D8A-113C-5AC6-B2F318076A80}"/>
                </a:ext>
              </a:extLst>
            </p:cNvPr>
            <p:cNvSpPr/>
            <p:nvPr/>
          </p:nvSpPr>
          <p:spPr>
            <a:xfrm>
              <a:off x="1996814" y="574564"/>
              <a:ext cx="660631" cy="229670"/>
            </a:xfrm>
            <a:custGeom>
              <a:avLst/>
              <a:gdLst>
                <a:gd name="csX0" fmla="*/ 227584 w 660631"/>
                <a:gd name="csY0" fmla="*/ 199754 h 229670"/>
                <a:gd name="csX1" fmla="*/ 237655 w 660631"/>
                <a:gd name="csY1" fmla="*/ 212403 h 229670"/>
                <a:gd name="csX2" fmla="*/ 281165 w 660631"/>
                <a:gd name="csY2" fmla="*/ 223541 h 229670"/>
                <a:gd name="csX3" fmla="*/ 311575 w 660631"/>
                <a:gd name="csY3" fmla="*/ 197049 h 229670"/>
                <a:gd name="csX4" fmla="*/ 319265 w 660631"/>
                <a:gd name="csY4" fmla="*/ 198237 h 229670"/>
                <a:gd name="csX5" fmla="*/ 316992 w 660631"/>
                <a:gd name="csY5" fmla="*/ 223757 h 229670"/>
                <a:gd name="csX6" fmla="*/ 385610 w 660631"/>
                <a:gd name="csY6" fmla="*/ 227656 h 229670"/>
                <a:gd name="csX7" fmla="*/ 399574 w 660631"/>
                <a:gd name="csY7" fmla="*/ 218677 h 229670"/>
                <a:gd name="csX8" fmla="*/ 410724 w 660631"/>
                <a:gd name="csY8" fmla="*/ 225059 h 229670"/>
                <a:gd name="csX9" fmla="*/ 497637 w 660631"/>
                <a:gd name="csY9" fmla="*/ 219649 h 229670"/>
                <a:gd name="csX10" fmla="*/ 508457 w 660631"/>
                <a:gd name="csY10" fmla="*/ 199862 h 229670"/>
                <a:gd name="csX11" fmla="*/ 518414 w 660631"/>
                <a:gd name="csY11" fmla="*/ 196186 h 229670"/>
                <a:gd name="csX12" fmla="*/ 524694 w 660631"/>
                <a:gd name="csY12" fmla="*/ 218353 h 229670"/>
                <a:gd name="csX13" fmla="*/ 563550 w 660631"/>
                <a:gd name="csY13" fmla="*/ 229491 h 229670"/>
                <a:gd name="csX14" fmla="*/ 584549 w 660631"/>
                <a:gd name="csY14" fmla="*/ 221058 h 229670"/>
                <a:gd name="csX15" fmla="*/ 624922 w 660631"/>
                <a:gd name="csY15" fmla="*/ 219433 h 229670"/>
                <a:gd name="csX16" fmla="*/ 629901 w 660631"/>
                <a:gd name="csY16" fmla="*/ 203863 h 229670"/>
                <a:gd name="csX17" fmla="*/ 658692 w 660631"/>
                <a:gd name="csY17" fmla="*/ 194560 h 229670"/>
                <a:gd name="csX18" fmla="*/ 655009 w 660631"/>
                <a:gd name="csY18" fmla="*/ 181263 h 229670"/>
                <a:gd name="csX19" fmla="*/ 632174 w 660631"/>
                <a:gd name="csY19" fmla="*/ 181047 h 229670"/>
                <a:gd name="csX20" fmla="*/ 625678 w 660631"/>
                <a:gd name="csY20" fmla="*/ 175421 h 229670"/>
                <a:gd name="csX21" fmla="*/ 652951 w 660631"/>
                <a:gd name="csY21" fmla="*/ 156390 h 229670"/>
                <a:gd name="csX22" fmla="*/ 633577 w 660631"/>
                <a:gd name="csY22" fmla="*/ 126437 h 229670"/>
                <a:gd name="csX23" fmla="*/ 591477 w 660631"/>
                <a:gd name="csY23" fmla="*/ 123516 h 229670"/>
                <a:gd name="csX24" fmla="*/ 592556 w 660631"/>
                <a:gd name="csY24" fmla="*/ 113134 h 229670"/>
                <a:gd name="csX25" fmla="*/ 547421 w 660631"/>
                <a:gd name="csY25" fmla="*/ 105133 h 229670"/>
                <a:gd name="csX26" fmla="*/ 522313 w 660631"/>
                <a:gd name="csY26" fmla="*/ 116811 h 229670"/>
                <a:gd name="csX27" fmla="*/ 495147 w 660631"/>
                <a:gd name="csY27" fmla="*/ 107190 h 229670"/>
                <a:gd name="csX28" fmla="*/ 442652 w 660631"/>
                <a:gd name="csY28" fmla="*/ 129682 h 229670"/>
                <a:gd name="csX29" fmla="*/ 414185 w 660631"/>
                <a:gd name="csY29" fmla="*/ 131193 h 229670"/>
                <a:gd name="csX30" fmla="*/ 417430 w 660631"/>
                <a:gd name="csY30" fmla="*/ 143417 h 229670"/>
                <a:gd name="csX31" fmla="*/ 400329 w 660631"/>
                <a:gd name="csY31" fmla="*/ 146763 h 229670"/>
                <a:gd name="csX32" fmla="*/ 368186 w 660631"/>
                <a:gd name="csY32" fmla="*/ 125681 h 229670"/>
                <a:gd name="csX33" fmla="*/ 337769 w 660631"/>
                <a:gd name="csY33" fmla="*/ 133898 h 229670"/>
                <a:gd name="csX34" fmla="*/ 318935 w 660631"/>
                <a:gd name="csY34" fmla="*/ 121465 h 229670"/>
                <a:gd name="csX35" fmla="*/ 307683 w 660631"/>
                <a:gd name="csY35" fmla="*/ 125358 h 229670"/>
                <a:gd name="csX36" fmla="*/ 311467 w 660631"/>
                <a:gd name="csY36" fmla="*/ 140604 h 229670"/>
                <a:gd name="csX37" fmla="*/ 303676 w 660631"/>
                <a:gd name="csY37" fmla="*/ 144065 h 229670"/>
                <a:gd name="csX38" fmla="*/ 290474 w 660631"/>
                <a:gd name="csY38" fmla="*/ 133790 h 229670"/>
                <a:gd name="csX39" fmla="*/ 287979 w 660631"/>
                <a:gd name="csY39" fmla="*/ 112378 h 229670"/>
                <a:gd name="csX40" fmla="*/ 265252 w 660631"/>
                <a:gd name="csY40" fmla="*/ 95290 h 229670"/>
                <a:gd name="csX41" fmla="*/ 243281 w 660631"/>
                <a:gd name="csY41" fmla="*/ 93563 h 229670"/>
                <a:gd name="csX42" fmla="*/ 232454 w 660631"/>
                <a:gd name="csY42" fmla="*/ 80800 h 229670"/>
                <a:gd name="csX43" fmla="*/ 280619 w 660631"/>
                <a:gd name="csY43" fmla="*/ 77453 h 229670"/>
                <a:gd name="csX44" fmla="*/ 286575 w 660631"/>
                <a:gd name="csY44" fmla="*/ 70424 h 229670"/>
                <a:gd name="csX45" fmla="*/ 236785 w 660631"/>
                <a:gd name="csY45" fmla="*/ 56147 h 229670"/>
                <a:gd name="csX46" fmla="*/ 240792 w 660631"/>
                <a:gd name="csY46" fmla="*/ 51714 h 229670"/>
                <a:gd name="csX47" fmla="*/ 241979 w 660631"/>
                <a:gd name="csY47" fmla="*/ 46739 h 229670"/>
                <a:gd name="csX48" fmla="*/ 241763 w 660631"/>
                <a:gd name="csY48" fmla="*/ 46306 h 229670"/>
                <a:gd name="csX49" fmla="*/ 208864 w 660631"/>
                <a:gd name="csY49" fmla="*/ 30086 h 229670"/>
                <a:gd name="csX50" fmla="*/ 185052 w 660631"/>
                <a:gd name="csY50" fmla="*/ 37007 h 229670"/>
                <a:gd name="csX51" fmla="*/ 154527 w 660631"/>
                <a:gd name="csY51" fmla="*/ 35601 h 229670"/>
                <a:gd name="csX52" fmla="*/ 142513 w 660631"/>
                <a:gd name="csY52" fmla="*/ 47063 h 229670"/>
                <a:gd name="csX53" fmla="*/ 133744 w 660631"/>
                <a:gd name="csY53" fmla="*/ 50091 h 229670"/>
                <a:gd name="csX54" fmla="*/ 138830 w 660631"/>
                <a:gd name="csY54" fmla="*/ 29869 h 229670"/>
                <a:gd name="csX55" fmla="*/ 118377 w 660631"/>
                <a:gd name="csY55" fmla="*/ 8350 h 229670"/>
                <a:gd name="csX56" fmla="*/ 106686 w 660631"/>
                <a:gd name="csY56" fmla="*/ 11919 h 229670"/>
                <a:gd name="csX57" fmla="*/ 66313 w 660631"/>
                <a:gd name="csY57" fmla="*/ 240 h 229670"/>
                <a:gd name="csX58" fmla="*/ 8299 w 660631"/>
                <a:gd name="csY58" fmla="*/ 5755 h 229670"/>
                <a:gd name="csX59" fmla="*/ 7220 w 660631"/>
                <a:gd name="csY59" fmla="*/ 18191 h 229670"/>
                <a:gd name="csX60" fmla="*/ 5918 w 660631"/>
                <a:gd name="csY60" fmla="*/ 18515 h 229670"/>
                <a:gd name="csX61" fmla="*/ 508 w 660631"/>
                <a:gd name="csY61" fmla="*/ 24896 h 229670"/>
                <a:gd name="csX62" fmla="*/ 37960 w 660631"/>
                <a:gd name="csY62" fmla="*/ 37331 h 229670"/>
                <a:gd name="csX63" fmla="*/ 35357 w 660631"/>
                <a:gd name="csY63" fmla="*/ 43387 h 229670"/>
                <a:gd name="csX64" fmla="*/ 39040 w 660631"/>
                <a:gd name="csY64" fmla="*/ 54633 h 229670"/>
                <a:gd name="csX65" fmla="*/ 64694 w 660631"/>
                <a:gd name="csY65" fmla="*/ 53552 h 229670"/>
                <a:gd name="csX66" fmla="*/ 71183 w 660631"/>
                <a:gd name="csY66" fmla="*/ 56688 h 229670"/>
                <a:gd name="csX67" fmla="*/ 61989 w 660631"/>
                <a:gd name="csY67" fmla="*/ 66093 h 229670"/>
                <a:gd name="csX68" fmla="*/ 65233 w 660631"/>
                <a:gd name="csY68" fmla="*/ 73230 h 229670"/>
                <a:gd name="csX69" fmla="*/ 84931 w 660631"/>
                <a:gd name="csY69" fmla="*/ 70640 h 229670"/>
                <a:gd name="csX70" fmla="*/ 119564 w 660631"/>
                <a:gd name="csY70" fmla="*/ 71287 h 229670"/>
                <a:gd name="csX71" fmla="*/ 131908 w 660631"/>
                <a:gd name="csY71" fmla="*/ 64690 h 229670"/>
                <a:gd name="csX72" fmla="*/ 145758 w 660631"/>
                <a:gd name="csY72" fmla="*/ 62963 h 229670"/>
                <a:gd name="csX73" fmla="*/ 164268 w 660631"/>
                <a:gd name="csY73" fmla="*/ 92376 h 229670"/>
                <a:gd name="csX74" fmla="*/ 179419 w 660631"/>
                <a:gd name="csY74" fmla="*/ 103837 h 229670"/>
                <a:gd name="csX75" fmla="*/ 186239 w 660631"/>
                <a:gd name="csY75" fmla="*/ 127193 h 229670"/>
                <a:gd name="csX76" fmla="*/ 177800 w 660631"/>
                <a:gd name="csY76" fmla="*/ 133143 h 229670"/>
                <a:gd name="csX77" fmla="*/ 169462 w 660631"/>
                <a:gd name="csY77" fmla="*/ 155526 h 229670"/>
                <a:gd name="csX78" fmla="*/ 193059 w 660631"/>
                <a:gd name="csY78" fmla="*/ 207647 h 229670"/>
                <a:gd name="csX79" fmla="*/ 216763 w 660631"/>
                <a:gd name="csY79" fmla="*/ 213705 h 229670"/>
                <a:gd name="csX80" fmla="*/ 216763 w 660631"/>
                <a:gd name="csY80" fmla="*/ 205266 h 229670"/>
                <a:gd name="csX81" fmla="*/ 227692 w 660631"/>
                <a:gd name="csY81" fmla="*/ 199754 h 229670"/>
                <a:gd name="csX82" fmla="*/ 227584 w 660631"/>
                <a:gd name="csY82" fmla="*/ 199754 h 229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660631" h="229670">
                  <a:moveTo>
                    <a:pt x="227584" y="199754"/>
                  </a:moveTo>
                  <a:cubicBezTo>
                    <a:pt x="232892" y="198999"/>
                    <a:pt x="234404" y="207431"/>
                    <a:pt x="237655" y="212403"/>
                  </a:cubicBezTo>
                  <a:cubicBezTo>
                    <a:pt x="240036" y="217274"/>
                    <a:pt x="241116" y="216080"/>
                    <a:pt x="281165" y="223541"/>
                  </a:cubicBezTo>
                  <a:cubicBezTo>
                    <a:pt x="285604" y="224411"/>
                    <a:pt x="285928" y="222678"/>
                    <a:pt x="311575" y="197049"/>
                  </a:cubicBezTo>
                  <a:cubicBezTo>
                    <a:pt x="314934" y="193696"/>
                    <a:pt x="318503" y="198021"/>
                    <a:pt x="319265" y="198237"/>
                  </a:cubicBezTo>
                  <a:cubicBezTo>
                    <a:pt x="323050" y="201050"/>
                    <a:pt x="321100" y="204942"/>
                    <a:pt x="316992" y="223757"/>
                  </a:cubicBezTo>
                  <a:cubicBezTo>
                    <a:pt x="315798" y="229275"/>
                    <a:pt x="315690" y="227656"/>
                    <a:pt x="385610" y="227656"/>
                  </a:cubicBezTo>
                  <a:cubicBezTo>
                    <a:pt x="390157" y="227656"/>
                    <a:pt x="394056" y="223325"/>
                    <a:pt x="399574" y="218677"/>
                  </a:cubicBezTo>
                  <a:cubicBezTo>
                    <a:pt x="403796" y="215109"/>
                    <a:pt x="407473" y="222462"/>
                    <a:pt x="410724" y="225059"/>
                  </a:cubicBezTo>
                  <a:cubicBezTo>
                    <a:pt x="414293" y="228736"/>
                    <a:pt x="411264" y="227980"/>
                    <a:pt x="497637" y="219649"/>
                  </a:cubicBezTo>
                  <a:cubicBezTo>
                    <a:pt x="501967" y="219217"/>
                    <a:pt x="502399" y="215648"/>
                    <a:pt x="508457" y="199862"/>
                  </a:cubicBezTo>
                  <a:cubicBezTo>
                    <a:pt x="510515" y="194560"/>
                    <a:pt x="516248" y="196617"/>
                    <a:pt x="518414" y="196186"/>
                  </a:cubicBezTo>
                  <a:cubicBezTo>
                    <a:pt x="522745" y="196186"/>
                    <a:pt x="522313" y="200294"/>
                    <a:pt x="524694" y="218353"/>
                  </a:cubicBezTo>
                  <a:cubicBezTo>
                    <a:pt x="525450" y="223757"/>
                    <a:pt x="526967" y="222678"/>
                    <a:pt x="563550" y="229491"/>
                  </a:cubicBezTo>
                  <a:cubicBezTo>
                    <a:pt x="567988" y="230355"/>
                    <a:pt x="570693" y="228196"/>
                    <a:pt x="584549" y="221058"/>
                  </a:cubicBezTo>
                  <a:cubicBezTo>
                    <a:pt x="588880" y="218893"/>
                    <a:pt x="589851" y="219433"/>
                    <a:pt x="624922" y="219433"/>
                  </a:cubicBezTo>
                  <a:cubicBezTo>
                    <a:pt x="630225" y="219433"/>
                    <a:pt x="628599" y="210244"/>
                    <a:pt x="629901" y="203863"/>
                  </a:cubicBezTo>
                  <a:cubicBezTo>
                    <a:pt x="630441" y="198459"/>
                    <a:pt x="633254" y="199214"/>
                    <a:pt x="658692" y="194560"/>
                  </a:cubicBezTo>
                  <a:cubicBezTo>
                    <a:pt x="663994" y="193588"/>
                    <a:pt x="656958" y="186019"/>
                    <a:pt x="655009" y="181263"/>
                  </a:cubicBezTo>
                  <a:cubicBezTo>
                    <a:pt x="652519" y="176831"/>
                    <a:pt x="649383" y="178450"/>
                    <a:pt x="632174" y="181047"/>
                  </a:cubicBezTo>
                  <a:cubicBezTo>
                    <a:pt x="627843" y="181695"/>
                    <a:pt x="626218" y="176177"/>
                    <a:pt x="625678" y="175421"/>
                  </a:cubicBezTo>
                  <a:cubicBezTo>
                    <a:pt x="623297" y="170773"/>
                    <a:pt x="626326" y="170665"/>
                    <a:pt x="652951" y="156390"/>
                  </a:cubicBezTo>
                  <a:cubicBezTo>
                    <a:pt x="657066" y="154117"/>
                    <a:pt x="654361" y="152605"/>
                    <a:pt x="633577" y="126437"/>
                  </a:cubicBezTo>
                  <a:cubicBezTo>
                    <a:pt x="629361" y="121135"/>
                    <a:pt x="624052" y="124596"/>
                    <a:pt x="591477" y="123516"/>
                  </a:cubicBezTo>
                  <a:cubicBezTo>
                    <a:pt x="586499" y="123516"/>
                    <a:pt x="591693" y="115947"/>
                    <a:pt x="592556" y="113134"/>
                  </a:cubicBezTo>
                  <a:cubicBezTo>
                    <a:pt x="594722" y="108054"/>
                    <a:pt x="591045" y="109349"/>
                    <a:pt x="547421" y="105133"/>
                  </a:cubicBezTo>
                  <a:cubicBezTo>
                    <a:pt x="542880" y="104701"/>
                    <a:pt x="540823" y="106536"/>
                    <a:pt x="522313" y="116811"/>
                  </a:cubicBezTo>
                  <a:cubicBezTo>
                    <a:pt x="518198" y="119084"/>
                    <a:pt x="516141" y="117026"/>
                    <a:pt x="495147" y="107190"/>
                  </a:cubicBezTo>
                  <a:cubicBezTo>
                    <a:pt x="490925" y="105241"/>
                    <a:pt x="492550" y="105457"/>
                    <a:pt x="442652" y="129682"/>
                  </a:cubicBezTo>
                  <a:cubicBezTo>
                    <a:pt x="438321" y="131841"/>
                    <a:pt x="434099" y="131193"/>
                    <a:pt x="414185" y="131193"/>
                  </a:cubicBezTo>
                  <a:cubicBezTo>
                    <a:pt x="408991" y="131193"/>
                    <a:pt x="415595" y="138978"/>
                    <a:pt x="417430" y="143417"/>
                  </a:cubicBezTo>
                  <a:cubicBezTo>
                    <a:pt x="419919" y="147957"/>
                    <a:pt x="414833" y="146763"/>
                    <a:pt x="400329" y="146763"/>
                  </a:cubicBezTo>
                  <a:cubicBezTo>
                    <a:pt x="395891" y="146763"/>
                    <a:pt x="395567" y="145684"/>
                    <a:pt x="368186" y="125681"/>
                  </a:cubicBezTo>
                  <a:cubicBezTo>
                    <a:pt x="364287" y="122868"/>
                    <a:pt x="362775" y="124596"/>
                    <a:pt x="337769" y="133898"/>
                  </a:cubicBezTo>
                  <a:cubicBezTo>
                    <a:pt x="333438" y="135518"/>
                    <a:pt x="331165" y="132165"/>
                    <a:pt x="318935" y="121465"/>
                  </a:cubicBezTo>
                  <a:cubicBezTo>
                    <a:pt x="314934" y="117896"/>
                    <a:pt x="310604" y="123732"/>
                    <a:pt x="307683" y="125358"/>
                  </a:cubicBezTo>
                  <a:cubicBezTo>
                    <a:pt x="303136" y="128596"/>
                    <a:pt x="309302" y="135086"/>
                    <a:pt x="311467" y="140604"/>
                  </a:cubicBezTo>
                  <a:cubicBezTo>
                    <a:pt x="314064" y="145684"/>
                    <a:pt x="306057" y="143633"/>
                    <a:pt x="303676" y="144065"/>
                  </a:cubicBezTo>
                  <a:cubicBezTo>
                    <a:pt x="299345" y="144065"/>
                    <a:pt x="296748" y="140388"/>
                    <a:pt x="290474" y="133790"/>
                  </a:cubicBezTo>
                  <a:cubicBezTo>
                    <a:pt x="287223" y="130438"/>
                    <a:pt x="287979" y="126653"/>
                    <a:pt x="287979" y="112378"/>
                  </a:cubicBezTo>
                  <a:cubicBezTo>
                    <a:pt x="287979" y="106974"/>
                    <a:pt x="284842" y="106536"/>
                    <a:pt x="265252" y="95290"/>
                  </a:cubicBezTo>
                  <a:cubicBezTo>
                    <a:pt x="260274" y="92376"/>
                    <a:pt x="254971" y="93995"/>
                    <a:pt x="243281" y="93563"/>
                  </a:cubicBezTo>
                  <a:cubicBezTo>
                    <a:pt x="237979" y="93563"/>
                    <a:pt x="236029" y="85994"/>
                    <a:pt x="232454" y="80800"/>
                  </a:cubicBezTo>
                  <a:cubicBezTo>
                    <a:pt x="229641" y="76044"/>
                    <a:pt x="234296" y="77453"/>
                    <a:pt x="280619" y="77453"/>
                  </a:cubicBezTo>
                  <a:cubicBezTo>
                    <a:pt x="285058" y="77453"/>
                    <a:pt x="286036" y="71287"/>
                    <a:pt x="286575" y="70424"/>
                  </a:cubicBezTo>
                  <a:cubicBezTo>
                    <a:pt x="288525" y="65229"/>
                    <a:pt x="285820" y="66309"/>
                    <a:pt x="236785" y="56147"/>
                  </a:cubicBezTo>
                  <a:cubicBezTo>
                    <a:pt x="232131" y="55174"/>
                    <a:pt x="239706" y="52470"/>
                    <a:pt x="240792" y="51714"/>
                  </a:cubicBezTo>
                  <a:cubicBezTo>
                    <a:pt x="242525" y="50848"/>
                    <a:pt x="243065" y="48577"/>
                    <a:pt x="241979" y="46739"/>
                  </a:cubicBezTo>
                  <a:lnTo>
                    <a:pt x="241763" y="46306"/>
                  </a:lnTo>
                  <a:cubicBezTo>
                    <a:pt x="239274" y="41873"/>
                    <a:pt x="238087" y="42197"/>
                    <a:pt x="208864" y="30086"/>
                  </a:cubicBezTo>
                  <a:cubicBezTo>
                    <a:pt x="204641" y="28356"/>
                    <a:pt x="201936" y="30194"/>
                    <a:pt x="185052" y="37007"/>
                  </a:cubicBezTo>
                  <a:cubicBezTo>
                    <a:pt x="180613" y="38845"/>
                    <a:pt x="177254" y="37764"/>
                    <a:pt x="154527" y="35601"/>
                  </a:cubicBezTo>
                  <a:cubicBezTo>
                    <a:pt x="150304" y="35169"/>
                    <a:pt x="148355" y="39170"/>
                    <a:pt x="142513" y="47063"/>
                  </a:cubicBezTo>
                  <a:cubicBezTo>
                    <a:pt x="139592" y="51065"/>
                    <a:pt x="134721" y="49875"/>
                    <a:pt x="133744" y="50091"/>
                  </a:cubicBezTo>
                  <a:cubicBezTo>
                    <a:pt x="129305" y="50091"/>
                    <a:pt x="132448" y="45225"/>
                    <a:pt x="138830" y="29869"/>
                  </a:cubicBezTo>
                  <a:cubicBezTo>
                    <a:pt x="140779" y="25220"/>
                    <a:pt x="138074" y="24462"/>
                    <a:pt x="118377" y="8350"/>
                  </a:cubicBezTo>
                  <a:cubicBezTo>
                    <a:pt x="114262" y="4998"/>
                    <a:pt x="109823" y="10405"/>
                    <a:pt x="106686" y="11919"/>
                  </a:cubicBezTo>
                  <a:cubicBezTo>
                    <a:pt x="102679" y="14514"/>
                    <a:pt x="102355" y="13325"/>
                    <a:pt x="66313" y="240"/>
                  </a:cubicBezTo>
                  <a:cubicBezTo>
                    <a:pt x="61982" y="-1382"/>
                    <a:pt x="8299" y="5755"/>
                    <a:pt x="8299" y="5755"/>
                  </a:cubicBezTo>
                  <a:cubicBezTo>
                    <a:pt x="1695" y="6512"/>
                    <a:pt x="13710" y="16352"/>
                    <a:pt x="7220" y="18191"/>
                  </a:cubicBezTo>
                  <a:lnTo>
                    <a:pt x="5918" y="18515"/>
                  </a:lnTo>
                  <a:cubicBezTo>
                    <a:pt x="1911" y="19704"/>
                    <a:pt x="940" y="24139"/>
                    <a:pt x="508" y="24896"/>
                  </a:cubicBezTo>
                  <a:cubicBezTo>
                    <a:pt x="-1442" y="29869"/>
                    <a:pt x="508" y="28788"/>
                    <a:pt x="37960" y="37331"/>
                  </a:cubicBezTo>
                  <a:cubicBezTo>
                    <a:pt x="42500" y="38304"/>
                    <a:pt x="36119" y="42413"/>
                    <a:pt x="35357" y="43387"/>
                  </a:cubicBezTo>
                  <a:cubicBezTo>
                    <a:pt x="31356" y="46955"/>
                    <a:pt x="37630" y="51929"/>
                    <a:pt x="39040" y="54633"/>
                  </a:cubicBezTo>
                  <a:cubicBezTo>
                    <a:pt x="41961" y="58742"/>
                    <a:pt x="44450" y="57121"/>
                    <a:pt x="64694" y="53552"/>
                  </a:cubicBezTo>
                  <a:cubicBezTo>
                    <a:pt x="68586" y="52903"/>
                    <a:pt x="70536" y="56255"/>
                    <a:pt x="71183" y="56688"/>
                  </a:cubicBezTo>
                  <a:cubicBezTo>
                    <a:pt x="74974" y="61121"/>
                    <a:pt x="66097" y="63070"/>
                    <a:pt x="61989" y="66093"/>
                  </a:cubicBezTo>
                  <a:cubicBezTo>
                    <a:pt x="57766" y="68474"/>
                    <a:pt x="64363" y="72151"/>
                    <a:pt x="65233" y="73230"/>
                  </a:cubicBezTo>
                  <a:cubicBezTo>
                    <a:pt x="68586" y="76044"/>
                    <a:pt x="70428" y="74856"/>
                    <a:pt x="84931" y="70640"/>
                  </a:cubicBezTo>
                  <a:cubicBezTo>
                    <a:pt x="89262" y="69338"/>
                    <a:pt x="91319" y="69770"/>
                    <a:pt x="119564" y="71287"/>
                  </a:cubicBezTo>
                  <a:cubicBezTo>
                    <a:pt x="124003" y="71503"/>
                    <a:pt x="127578" y="67935"/>
                    <a:pt x="131908" y="64690"/>
                  </a:cubicBezTo>
                  <a:cubicBezTo>
                    <a:pt x="135693" y="61877"/>
                    <a:pt x="140348" y="62855"/>
                    <a:pt x="145758" y="62963"/>
                  </a:cubicBezTo>
                  <a:cubicBezTo>
                    <a:pt x="150196" y="63178"/>
                    <a:pt x="150520" y="65769"/>
                    <a:pt x="164268" y="92376"/>
                  </a:cubicBezTo>
                  <a:cubicBezTo>
                    <a:pt x="166757" y="97132"/>
                    <a:pt x="172059" y="99405"/>
                    <a:pt x="179419" y="103837"/>
                  </a:cubicBezTo>
                  <a:cubicBezTo>
                    <a:pt x="183426" y="106212"/>
                    <a:pt x="183318" y="110759"/>
                    <a:pt x="186239" y="127193"/>
                  </a:cubicBezTo>
                  <a:cubicBezTo>
                    <a:pt x="187217" y="133035"/>
                    <a:pt x="180289" y="132165"/>
                    <a:pt x="177800" y="133143"/>
                  </a:cubicBezTo>
                  <a:cubicBezTo>
                    <a:pt x="173577" y="134114"/>
                    <a:pt x="173685" y="137575"/>
                    <a:pt x="169462" y="155526"/>
                  </a:cubicBezTo>
                  <a:cubicBezTo>
                    <a:pt x="168275" y="160822"/>
                    <a:pt x="168707" y="159635"/>
                    <a:pt x="193059" y="207647"/>
                  </a:cubicBezTo>
                  <a:cubicBezTo>
                    <a:pt x="195332" y="212080"/>
                    <a:pt x="197929" y="211432"/>
                    <a:pt x="216763" y="213705"/>
                  </a:cubicBezTo>
                  <a:cubicBezTo>
                    <a:pt x="221526" y="214245"/>
                    <a:pt x="217087" y="207108"/>
                    <a:pt x="216763" y="205266"/>
                  </a:cubicBezTo>
                  <a:cubicBezTo>
                    <a:pt x="214490" y="199430"/>
                    <a:pt x="223583" y="200942"/>
                    <a:pt x="227692" y="199754"/>
                  </a:cubicBezTo>
                  <a:lnTo>
                    <a:pt x="227584" y="199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AEED9A46-4E5C-BDA3-277C-6E2644242D7A}"/>
                </a:ext>
              </a:extLst>
            </p:cNvPr>
            <p:cNvSpPr/>
            <p:nvPr/>
          </p:nvSpPr>
          <p:spPr>
            <a:xfrm>
              <a:off x="2076549" y="670348"/>
              <a:ext cx="23537" cy="17791"/>
            </a:xfrm>
            <a:custGeom>
              <a:avLst/>
              <a:gdLst>
                <a:gd name="csX0" fmla="*/ 9635 w 23537"/>
                <a:gd name="csY0" fmla="*/ 17674 h 17791"/>
                <a:gd name="csX1" fmla="*/ 23160 w 23537"/>
                <a:gd name="csY1" fmla="*/ 13997 h 17791"/>
                <a:gd name="csX2" fmla="*/ 13857 w 23537"/>
                <a:gd name="csY2" fmla="*/ 46 h 17791"/>
                <a:gd name="csX3" fmla="*/ 325 w 23537"/>
                <a:gd name="csY3" fmla="*/ 5672 h 17791"/>
                <a:gd name="csX4" fmla="*/ 9527 w 23537"/>
                <a:gd name="csY4" fmla="*/ 17566 h 17791"/>
                <a:gd name="csX5" fmla="*/ 9635 w 23537"/>
                <a:gd name="csY5" fmla="*/ 17674 h 1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537" h="17791">
                  <a:moveTo>
                    <a:pt x="9635" y="17674"/>
                  </a:moveTo>
                  <a:cubicBezTo>
                    <a:pt x="16131" y="16918"/>
                    <a:pt x="25541" y="19947"/>
                    <a:pt x="23160" y="13997"/>
                  </a:cubicBezTo>
                  <a:cubicBezTo>
                    <a:pt x="19915" y="7946"/>
                    <a:pt x="19160" y="-709"/>
                    <a:pt x="13857" y="46"/>
                  </a:cubicBezTo>
                  <a:cubicBezTo>
                    <a:pt x="13857" y="46"/>
                    <a:pt x="-2488" y="46"/>
                    <a:pt x="325" y="5672"/>
                  </a:cubicBezTo>
                  <a:cubicBezTo>
                    <a:pt x="2923" y="9889"/>
                    <a:pt x="4440" y="17566"/>
                    <a:pt x="9527" y="17566"/>
                  </a:cubicBezTo>
                  <a:lnTo>
                    <a:pt x="9635" y="176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93D7ED2-FB08-6A3A-00C1-C2E596610823}"/>
                </a:ext>
              </a:extLst>
            </p:cNvPr>
            <p:cNvSpPr/>
            <p:nvPr/>
          </p:nvSpPr>
          <p:spPr>
            <a:xfrm>
              <a:off x="2011651" y="131640"/>
              <a:ext cx="429911" cy="345655"/>
            </a:xfrm>
            <a:custGeom>
              <a:avLst/>
              <a:gdLst>
                <a:gd name="csX0" fmla="*/ 64138 w 429911"/>
                <a:gd name="csY0" fmla="*/ 188500 h 345655"/>
                <a:gd name="csX1" fmla="*/ 37944 w 429911"/>
                <a:gd name="csY1" fmla="*/ 202017 h 345655"/>
                <a:gd name="csX2" fmla="*/ 56130 w 429911"/>
                <a:gd name="csY2" fmla="*/ 222347 h 345655"/>
                <a:gd name="csX3" fmla="*/ 82648 w 429911"/>
                <a:gd name="csY3" fmla="*/ 215859 h 345655"/>
                <a:gd name="csX4" fmla="*/ 96396 w 429911"/>
                <a:gd name="csY4" fmla="*/ 222564 h 345655"/>
                <a:gd name="csX5" fmla="*/ 140662 w 429911"/>
                <a:gd name="csY5" fmla="*/ 205370 h 345655"/>
                <a:gd name="csX6" fmla="*/ 154733 w 429911"/>
                <a:gd name="csY6" fmla="*/ 211966 h 345655"/>
                <a:gd name="csX7" fmla="*/ 153654 w 429911"/>
                <a:gd name="csY7" fmla="*/ 220833 h 345655"/>
                <a:gd name="csX8" fmla="*/ 163826 w 429911"/>
                <a:gd name="csY8" fmla="*/ 234891 h 345655"/>
                <a:gd name="csX9" fmla="*/ 124317 w 429911"/>
                <a:gd name="csY9" fmla="*/ 237811 h 345655"/>
                <a:gd name="csX10" fmla="*/ 92605 w 429911"/>
                <a:gd name="csY10" fmla="*/ 255005 h 345655"/>
                <a:gd name="csX11" fmla="*/ 121072 w 429911"/>
                <a:gd name="csY11" fmla="*/ 295016 h 345655"/>
                <a:gd name="csX12" fmla="*/ 144884 w 429911"/>
                <a:gd name="csY12" fmla="*/ 292745 h 345655"/>
                <a:gd name="csX13" fmla="*/ 168805 w 429911"/>
                <a:gd name="csY13" fmla="*/ 300639 h 345655"/>
                <a:gd name="csX14" fmla="*/ 141532 w 429911"/>
                <a:gd name="csY14" fmla="*/ 312750 h 345655"/>
                <a:gd name="csX15" fmla="*/ 167611 w 429911"/>
                <a:gd name="csY15" fmla="*/ 335568 h 345655"/>
                <a:gd name="csX16" fmla="*/ 230063 w 429911"/>
                <a:gd name="csY16" fmla="*/ 345624 h 345655"/>
                <a:gd name="csX17" fmla="*/ 236235 w 429911"/>
                <a:gd name="csY17" fmla="*/ 329511 h 345655"/>
                <a:gd name="csX18" fmla="*/ 261127 w 429911"/>
                <a:gd name="csY18" fmla="*/ 340109 h 345655"/>
                <a:gd name="csX19" fmla="*/ 262429 w 429911"/>
                <a:gd name="csY19" fmla="*/ 325078 h 345655"/>
                <a:gd name="csX20" fmla="*/ 282775 w 429911"/>
                <a:gd name="csY20" fmla="*/ 339460 h 345655"/>
                <a:gd name="csX21" fmla="*/ 293494 w 429911"/>
                <a:gd name="csY21" fmla="*/ 341839 h 345655"/>
                <a:gd name="csX22" fmla="*/ 297710 w 429911"/>
                <a:gd name="csY22" fmla="*/ 320860 h 345655"/>
                <a:gd name="csX23" fmla="*/ 295113 w 429911"/>
                <a:gd name="csY23" fmla="*/ 299449 h 345655"/>
                <a:gd name="csX24" fmla="*/ 296199 w 429911"/>
                <a:gd name="csY24" fmla="*/ 297936 h 345655"/>
                <a:gd name="csX25" fmla="*/ 309838 w 429911"/>
                <a:gd name="csY25" fmla="*/ 308101 h 345655"/>
                <a:gd name="csX26" fmla="*/ 307019 w 429911"/>
                <a:gd name="csY26" fmla="*/ 327890 h 345655"/>
                <a:gd name="csX27" fmla="*/ 314925 w 429911"/>
                <a:gd name="csY27" fmla="*/ 331674 h 345655"/>
                <a:gd name="csX28" fmla="*/ 326285 w 429911"/>
                <a:gd name="csY28" fmla="*/ 299882 h 345655"/>
                <a:gd name="csX29" fmla="*/ 318925 w 429911"/>
                <a:gd name="csY29" fmla="*/ 291231 h 345655"/>
                <a:gd name="csX30" fmla="*/ 312213 w 429911"/>
                <a:gd name="csY30" fmla="*/ 271441 h 345655"/>
                <a:gd name="csX31" fmla="*/ 319249 w 429911"/>
                <a:gd name="csY31" fmla="*/ 263656 h 345655"/>
                <a:gd name="csX32" fmla="*/ 325745 w 429911"/>
                <a:gd name="csY32" fmla="*/ 273172 h 345655"/>
                <a:gd name="csX33" fmla="*/ 337759 w 429911"/>
                <a:gd name="csY33" fmla="*/ 283986 h 345655"/>
                <a:gd name="csX34" fmla="*/ 363845 w 429911"/>
                <a:gd name="csY34" fmla="*/ 252734 h 345655"/>
                <a:gd name="csX35" fmla="*/ 428247 w 429911"/>
                <a:gd name="csY35" fmla="*/ 223645 h 345655"/>
                <a:gd name="csX36" fmla="*/ 409089 w 429911"/>
                <a:gd name="csY36" fmla="*/ 195421 h 345655"/>
                <a:gd name="csX37" fmla="*/ 401945 w 429911"/>
                <a:gd name="csY37" fmla="*/ 196718 h 345655"/>
                <a:gd name="csX38" fmla="*/ 379212 w 429911"/>
                <a:gd name="csY38" fmla="*/ 182985 h 345655"/>
                <a:gd name="csX39" fmla="*/ 370125 w 429911"/>
                <a:gd name="csY39" fmla="*/ 186986 h 345655"/>
                <a:gd name="csX40" fmla="*/ 355076 w 429911"/>
                <a:gd name="csY40" fmla="*/ 190988 h 345655"/>
                <a:gd name="csX41" fmla="*/ 359946 w 429911"/>
                <a:gd name="csY41" fmla="*/ 164818 h 345655"/>
                <a:gd name="csX42" fmla="*/ 354644 w 429911"/>
                <a:gd name="csY42" fmla="*/ 150003 h 345655"/>
                <a:gd name="csX43" fmla="*/ 291112 w 429911"/>
                <a:gd name="csY43" fmla="*/ 143299 h 345655"/>
                <a:gd name="csX44" fmla="*/ 262969 w 429911"/>
                <a:gd name="csY44" fmla="*/ 127187 h 345655"/>
                <a:gd name="csX45" fmla="*/ 267516 w 429911"/>
                <a:gd name="csY45" fmla="*/ 105775 h 345655"/>
                <a:gd name="csX46" fmla="*/ 259286 w 429911"/>
                <a:gd name="csY46" fmla="*/ 94313 h 345655"/>
                <a:gd name="csX47" fmla="*/ 211775 w 429911"/>
                <a:gd name="csY47" fmla="*/ 90419 h 345655"/>
                <a:gd name="csX48" fmla="*/ 208416 w 429911"/>
                <a:gd name="csY48" fmla="*/ 80038 h 345655"/>
                <a:gd name="csX49" fmla="*/ 193913 w 429911"/>
                <a:gd name="csY49" fmla="*/ 73118 h 345655"/>
                <a:gd name="csX50" fmla="*/ 158956 w 429911"/>
                <a:gd name="csY50" fmla="*/ 23374 h 345655"/>
                <a:gd name="csX51" fmla="*/ 110575 w 429911"/>
                <a:gd name="csY51" fmla="*/ 665 h 345655"/>
                <a:gd name="csX52" fmla="*/ 78857 w 429911"/>
                <a:gd name="csY52" fmla="*/ 9966 h 345655"/>
                <a:gd name="csX53" fmla="*/ 88928 w 429911"/>
                <a:gd name="csY53" fmla="*/ 17967 h 345655"/>
                <a:gd name="csX54" fmla="*/ 117389 w 429911"/>
                <a:gd name="csY54" fmla="*/ 19590 h 345655"/>
                <a:gd name="csX55" fmla="*/ 125618 w 429911"/>
                <a:gd name="csY55" fmla="*/ 27051 h 345655"/>
                <a:gd name="csX56" fmla="*/ 83404 w 429911"/>
                <a:gd name="csY56" fmla="*/ 43488 h 345655"/>
                <a:gd name="csX57" fmla="*/ 54181 w 429911"/>
                <a:gd name="csY57" fmla="*/ 40244 h 345655"/>
                <a:gd name="csX58" fmla="*/ 44116 w 429911"/>
                <a:gd name="csY58" fmla="*/ 53436 h 345655"/>
                <a:gd name="csX59" fmla="*/ 74317 w 429911"/>
                <a:gd name="csY59" fmla="*/ 65548 h 345655"/>
                <a:gd name="csX60" fmla="*/ 85677 w 429911"/>
                <a:gd name="csY60" fmla="*/ 89447 h 345655"/>
                <a:gd name="csX61" fmla="*/ 59159 w 429911"/>
                <a:gd name="csY61" fmla="*/ 93664 h 345655"/>
                <a:gd name="csX62" fmla="*/ 42383 w 429911"/>
                <a:gd name="csY62" fmla="*/ 84472 h 345655"/>
                <a:gd name="csX63" fmla="*/ 29505 w 429911"/>
                <a:gd name="csY63" fmla="*/ 89879 h 345655"/>
                <a:gd name="csX64" fmla="*/ 32210 w 429911"/>
                <a:gd name="csY64" fmla="*/ 101774 h 345655"/>
                <a:gd name="csX65" fmla="*/ 7210 w 429911"/>
                <a:gd name="csY65" fmla="*/ 111290 h 345655"/>
                <a:gd name="csX66" fmla="*/ 6556 w 429911"/>
                <a:gd name="csY66" fmla="*/ 113237 h 345655"/>
                <a:gd name="csX67" fmla="*/ 44116 w 429911"/>
                <a:gd name="csY67" fmla="*/ 129133 h 345655"/>
                <a:gd name="csX68" fmla="*/ 77778 w 429911"/>
                <a:gd name="csY68" fmla="*/ 125348 h 345655"/>
                <a:gd name="csX69" fmla="*/ 54721 w 429911"/>
                <a:gd name="csY69" fmla="*/ 145786 h 345655"/>
                <a:gd name="csX70" fmla="*/ 1793 w 429911"/>
                <a:gd name="csY70" fmla="*/ 144164 h 345655"/>
                <a:gd name="csX71" fmla="*/ 20628 w 429911"/>
                <a:gd name="csY71" fmla="*/ 177578 h 345655"/>
                <a:gd name="csX72" fmla="*/ 64462 w 429911"/>
                <a:gd name="csY72" fmla="*/ 188500 h 345655"/>
                <a:gd name="csX73" fmla="*/ 64138 w 429911"/>
                <a:gd name="csY73" fmla="*/ 188500 h 345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29911" h="345655">
                  <a:moveTo>
                    <a:pt x="64138" y="188500"/>
                  </a:moveTo>
                  <a:cubicBezTo>
                    <a:pt x="69008" y="189365"/>
                    <a:pt x="62303" y="191420"/>
                    <a:pt x="37944" y="202017"/>
                  </a:cubicBezTo>
                  <a:cubicBezTo>
                    <a:pt x="33620" y="203856"/>
                    <a:pt x="37512" y="205802"/>
                    <a:pt x="56130" y="222347"/>
                  </a:cubicBezTo>
                  <a:cubicBezTo>
                    <a:pt x="59591" y="225483"/>
                    <a:pt x="61001" y="223969"/>
                    <a:pt x="82648" y="215859"/>
                  </a:cubicBezTo>
                  <a:cubicBezTo>
                    <a:pt x="86763" y="214345"/>
                    <a:pt x="89468" y="217373"/>
                    <a:pt x="96396" y="222564"/>
                  </a:cubicBezTo>
                  <a:cubicBezTo>
                    <a:pt x="100288" y="225483"/>
                    <a:pt x="100504" y="224185"/>
                    <a:pt x="140662" y="205370"/>
                  </a:cubicBezTo>
                  <a:cubicBezTo>
                    <a:pt x="145532" y="203099"/>
                    <a:pt x="149863" y="209046"/>
                    <a:pt x="154733" y="211966"/>
                  </a:cubicBezTo>
                  <a:cubicBezTo>
                    <a:pt x="158632" y="214778"/>
                    <a:pt x="153978" y="219752"/>
                    <a:pt x="153654" y="220833"/>
                  </a:cubicBezTo>
                  <a:cubicBezTo>
                    <a:pt x="150510" y="226132"/>
                    <a:pt x="158740" y="229268"/>
                    <a:pt x="163826" y="234891"/>
                  </a:cubicBezTo>
                  <a:cubicBezTo>
                    <a:pt x="167719" y="238244"/>
                    <a:pt x="162309" y="237270"/>
                    <a:pt x="124317" y="237811"/>
                  </a:cubicBezTo>
                  <a:cubicBezTo>
                    <a:pt x="119770" y="237811"/>
                    <a:pt x="118583" y="239325"/>
                    <a:pt x="92605" y="255005"/>
                  </a:cubicBezTo>
                  <a:cubicBezTo>
                    <a:pt x="88274" y="257600"/>
                    <a:pt x="91957" y="259655"/>
                    <a:pt x="121072" y="295016"/>
                  </a:cubicBezTo>
                  <a:cubicBezTo>
                    <a:pt x="124101" y="298584"/>
                    <a:pt x="126158" y="297287"/>
                    <a:pt x="144884" y="292745"/>
                  </a:cubicBezTo>
                  <a:cubicBezTo>
                    <a:pt x="149215" y="291664"/>
                    <a:pt x="151920" y="293502"/>
                    <a:pt x="168805" y="300639"/>
                  </a:cubicBezTo>
                  <a:cubicBezTo>
                    <a:pt x="173783" y="302801"/>
                    <a:pt x="164906" y="304424"/>
                    <a:pt x="141532" y="312750"/>
                  </a:cubicBezTo>
                  <a:cubicBezTo>
                    <a:pt x="136877" y="314372"/>
                    <a:pt x="142611" y="317076"/>
                    <a:pt x="167611" y="335568"/>
                  </a:cubicBezTo>
                  <a:cubicBezTo>
                    <a:pt x="171726" y="338595"/>
                    <a:pt x="172050" y="337946"/>
                    <a:pt x="230063" y="345624"/>
                  </a:cubicBezTo>
                  <a:cubicBezTo>
                    <a:pt x="235372" y="346273"/>
                    <a:pt x="234286" y="336649"/>
                    <a:pt x="236235" y="329511"/>
                  </a:cubicBezTo>
                  <a:cubicBezTo>
                    <a:pt x="237099" y="324104"/>
                    <a:pt x="239912" y="327457"/>
                    <a:pt x="261127" y="340109"/>
                  </a:cubicBezTo>
                  <a:cubicBezTo>
                    <a:pt x="265890" y="343029"/>
                    <a:pt x="262645" y="331890"/>
                    <a:pt x="262429" y="325078"/>
                  </a:cubicBezTo>
                  <a:cubicBezTo>
                    <a:pt x="261889" y="319563"/>
                    <a:pt x="265998" y="324646"/>
                    <a:pt x="282775" y="339460"/>
                  </a:cubicBezTo>
                  <a:cubicBezTo>
                    <a:pt x="286566" y="342812"/>
                    <a:pt x="291652" y="341623"/>
                    <a:pt x="293494" y="341839"/>
                  </a:cubicBezTo>
                  <a:cubicBezTo>
                    <a:pt x="297494" y="341839"/>
                    <a:pt x="296954" y="338920"/>
                    <a:pt x="297710" y="320860"/>
                  </a:cubicBezTo>
                  <a:cubicBezTo>
                    <a:pt x="298148" y="311128"/>
                    <a:pt x="291004" y="305181"/>
                    <a:pt x="295113" y="299449"/>
                  </a:cubicBezTo>
                  <a:lnTo>
                    <a:pt x="296199" y="297936"/>
                  </a:lnTo>
                  <a:cubicBezTo>
                    <a:pt x="299767" y="292853"/>
                    <a:pt x="304098" y="302694"/>
                    <a:pt x="309838" y="308101"/>
                  </a:cubicBezTo>
                  <a:cubicBezTo>
                    <a:pt x="313839" y="312750"/>
                    <a:pt x="308752" y="320320"/>
                    <a:pt x="307019" y="327890"/>
                  </a:cubicBezTo>
                  <a:cubicBezTo>
                    <a:pt x="305292" y="333405"/>
                    <a:pt x="312759" y="331242"/>
                    <a:pt x="314925" y="331674"/>
                  </a:cubicBezTo>
                  <a:cubicBezTo>
                    <a:pt x="319471" y="331674"/>
                    <a:pt x="319141" y="327998"/>
                    <a:pt x="326285" y="299882"/>
                  </a:cubicBezTo>
                  <a:cubicBezTo>
                    <a:pt x="327695" y="294259"/>
                    <a:pt x="320983" y="292961"/>
                    <a:pt x="318925" y="291231"/>
                  </a:cubicBezTo>
                  <a:cubicBezTo>
                    <a:pt x="315141" y="289068"/>
                    <a:pt x="315141" y="285716"/>
                    <a:pt x="312213" y="271441"/>
                  </a:cubicBezTo>
                  <a:cubicBezTo>
                    <a:pt x="311134" y="265818"/>
                    <a:pt x="317414" y="265062"/>
                    <a:pt x="319249" y="263656"/>
                  </a:cubicBezTo>
                  <a:cubicBezTo>
                    <a:pt x="323903" y="261385"/>
                    <a:pt x="324342" y="270361"/>
                    <a:pt x="325745" y="273172"/>
                  </a:cubicBezTo>
                  <a:cubicBezTo>
                    <a:pt x="327263" y="278254"/>
                    <a:pt x="332025" y="280309"/>
                    <a:pt x="337759" y="283986"/>
                  </a:cubicBezTo>
                  <a:cubicBezTo>
                    <a:pt x="341874" y="286581"/>
                    <a:pt x="342414" y="283445"/>
                    <a:pt x="363845" y="252734"/>
                  </a:cubicBezTo>
                  <a:cubicBezTo>
                    <a:pt x="366766" y="248517"/>
                    <a:pt x="363521" y="250679"/>
                    <a:pt x="428247" y="223645"/>
                  </a:cubicBezTo>
                  <a:cubicBezTo>
                    <a:pt x="432470" y="221807"/>
                    <a:pt x="429542" y="219968"/>
                    <a:pt x="409089" y="195421"/>
                  </a:cubicBezTo>
                  <a:cubicBezTo>
                    <a:pt x="406060" y="191744"/>
                    <a:pt x="401945" y="196718"/>
                    <a:pt x="401945" y="196718"/>
                  </a:cubicBezTo>
                  <a:cubicBezTo>
                    <a:pt x="398370" y="199855"/>
                    <a:pt x="396205" y="196610"/>
                    <a:pt x="379212" y="182985"/>
                  </a:cubicBezTo>
                  <a:cubicBezTo>
                    <a:pt x="375212" y="179741"/>
                    <a:pt x="371745" y="185905"/>
                    <a:pt x="370125" y="186986"/>
                  </a:cubicBezTo>
                  <a:cubicBezTo>
                    <a:pt x="366658" y="190447"/>
                    <a:pt x="361248" y="190339"/>
                    <a:pt x="355076" y="190988"/>
                  </a:cubicBezTo>
                  <a:cubicBezTo>
                    <a:pt x="350529" y="191528"/>
                    <a:pt x="353241" y="186445"/>
                    <a:pt x="359946" y="164818"/>
                  </a:cubicBezTo>
                  <a:cubicBezTo>
                    <a:pt x="361788" y="158978"/>
                    <a:pt x="356593" y="154112"/>
                    <a:pt x="354644" y="150003"/>
                  </a:cubicBezTo>
                  <a:cubicBezTo>
                    <a:pt x="351939" y="145353"/>
                    <a:pt x="351291" y="146651"/>
                    <a:pt x="291112" y="143299"/>
                  </a:cubicBezTo>
                  <a:cubicBezTo>
                    <a:pt x="286458" y="143082"/>
                    <a:pt x="283429" y="140379"/>
                    <a:pt x="262969" y="127187"/>
                  </a:cubicBezTo>
                  <a:cubicBezTo>
                    <a:pt x="259070" y="124699"/>
                    <a:pt x="261889" y="120374"/>
                    <a:pt x="267516" y="105775"/>
                  </a:cubicBezTo>
                  <a:cubicBezTo>
                    <a:pt x="269681" y="100044"/>
                    <a:pt x="262321" y="97448"/>
                    <a:pt x="259286" y="94313"/>
                  </a:cubicBezTo>
                  <a:cubicBezTo>
                    <a:pt x="255501" y="91176"/>
                    <a:pt x="255609" y="92042"/>
                    <a:pt x="211775" y="90419"/>
                  </a:cubicBezTo>
                  <a:cubicBezTo>
                    <a:pt x="207013" y="90203"/>
                    <a:pt x="208740" y="82417"/>
                    <a:pt x="208416" y="80038"/>
                  </a:cubicBezTo>
                  <a:cubicBezTo>
                    <a:pt x="208416" y="73550"/>
                    <a:pt x="200517" y="75280"/>
                    <a:pt x="193913" y="73118"/>
                  </a:cubicBezTo>
                  <a:cubicBezTo>
                    <a:pt x="189474" y="72253"/>
                    <a:pt x="190884" y="73010"/>
                    <a:pt x="158956" y="23374"/>
                  </a:cubicBezTo>
                  <a:cubicBezTo>
                    <a:pt x="156035" y="18941"/>
                    <a:pt x="155705" y="19698"/>
                    <a:pt x="110575" y="665"/>
                  </a:cubicBezTo>
                  <a:cubicBezTo>
                    <a:pt x="106245" y="-1173"/>
                    <a:pt x="104403" y="449"/>
                    <a:pt x="78857" y="9966"/>
                  </a:cubicBezTo>
                  <a:cubicBezTo>
                    <a:pt x="74533" y="11587"/>
                    <a:pt x="81130" y="13966"/>
                    <a:pt x="88928" y="17967"/>
                  </a:cubicBezTo>
                  <a:cubicBezTo>
                    <a:pt x="93252" y="20130"/>
                    <a:pt x="97367" y="19590"/>
                    <a:pt x="117389" y="19590"/>
                  </a:cubicBezTo>
                  <a:cubicBezTo>
                    <a:pt x="122151" y="19590"/>
                    <a:pt x="124209" y="25320"/>
                    <a:pt x="125618" y="27051"/>
                  </a:cubicBezTo>
                  <a:cubicBezTo>
                    <a:pt x="128539" y="31593"/>
                    <a:pt x="124425" y="31160"/>
                    <a:pt x="83404" y="43488"/>
                  </a:cubicBezTo>
                  <a:cubicBezTo>
                    <a:pt x="78641" y="44894"/>
                    <a:pt x="72907" y="43271"/>
                    <a:pt x="54181" y="40244"/>
                  </a:cubicBezTo>
                  <a:cubicBezTo>
                    <a:pt x="48879" y="39379"/>
                    <a:pt x="47469" y="47921"/>
                    <a:pt x="44116" y="53436"/>
                  </a:cubicBezTo>
                  <a:cubicBezTo>
                    <a:pt x="41843" y="58194"/>
                    <a:pt x="44980" y="57654"/>
                    <a:pt x="74317" y="65548"/>
                  </a:cubicBezTo>
                  <a:cubicBezTo>
                    <a:pt x="78533" y="66629"/>
                    <a:pt x="78749" y="69765"/>
                    <a:pt x="85677" y="89447"/>
                  </a:cubicBezTo>
                  <a:cubicBezTo>
                    <a:pt x="87411" y="94528"/>
                    <a:pt x="83620" y="93231"/>
                    <a:pt x="59159" y="93664"/>
                  </a:cubicBezTo>
                  <a:cubicBezTo>
                    <a:pt x="54397" y="93664"/>
                    <a:pt x="49203" y="89230"/>
                    <a:pt x="42383" y="84472"/>
                  </a:cubicBezTo>
                  <a:cubicBezTo>
                    <a:pt x="37836" y="81336"/>
                    <a:pt x="33404" y="87608"/>
                    <a:pt x="29505" y="89879"/>
                  </a:cubicBezTo>
                  <a:cubicBezTo>
                    <a:pt x="25282" y="93015"/>
                    <a:pt x="30908" y="98638"/>
                    <a:pt x="32210" y="101774"/>
                  </a:cubicBezTo>
                  <a:cubicBezTo>
                    <a:pt x="36865" y="109993"/>
                    <a:pt x="10239" y="101990"/>
                    <a:pt x="7210" y="111290"/>
                  </a:cubicBezTo>
                  <a:lnTo>
                    <a:pt x="6556" y="113237"/>
                  </a:lnTo>
                  <a:cubicBezTo>
                    <a:pt x="4937" y="118319"/>
                    <a:pt x="6556" y="117346"/>
                    <a:pt x="44116" y="129133"/>
                  </a:cubicBezTo>
                  <a:cubicBezTo>
                    <a:pt x="48771" y="130539"/>
                    <a:pt x="51908" y="129349"/>
                    <a:pt x="77778" y="125348"/>
                  </a:cubicBezTo>
                  <a:cubicBezTo>
                    <a:pt x="82972" y="124483"/>
                    <a:pt x="73987" y="130431"/>
                    <a:pt x="54721" y="145786"/>
                  </a:cubicBezTo>
                  <a:cubicBezTo>
                    <a:pt x="50936" y="148814"/>
                    <a:pt x="52016" y="147948"/>
                    <a:pt x="1793" y="144164"/>
                  </a:cubicBezTo>
                  <a:cubicBezTo>
                    <a:pt x="-3077" y="143731"/>
                    <a:pt x="1578" y="148705"/>
                    <a:pt x="20628" y="177578"/>
                  </a:cubicBezTo>
                  <a:cubicBezTo>
                    <a:pt x="23441" y="181904"/>
                    <a:pt x="23656" y="180822"/>
                    <a:pt x="64462" y="188500"/>
                  </a:cubicBezTo>
                  <a:lnTo>
                    <a:pt x="64138" y="1885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2E50BF4D-9BFE-C182-9E05-E72CB1C1F65C}"/>
                </a:ext>
              </a:extLst>
            </p:cNvPr>
            <p:cNvSpPr/>
            <p:nvPr/>
          </p:nvSpPr>
          <p:spPr>
            <a:xfrm>
              <a:off x="2310630" y="232982"/>
              <a:ext cx="24748" cy="31640"/>
            </a:xfrm>
            <a:custGeom>
              <a:avLst/>
              <a:gdLst>
                <a:gd name="csX0" fmla="*/ 2522 w 24748"/>
                <a:gd name="csY0" fmla="*/ 16977 h 31640"/>
                <a:gd name="csX1" fmla="*/ 19515 w 24748"/>
                <a:gd name="csY1" fmla="*/ 31576 h 31640"/>
                <a:gd name="csX2" fmla="*/ 24709 w 24748"/>
                <a:gd name="csY2" fmla="*/ 26710 h 31640"/>
                <a:gd name="csX3" fmla="*/ 18867 w 24748"/>
                <a:gd name="csY3" fmla="*/ 3893 h 31640"/>
                <a:gd name="csX4" fmla="*/ 896 w 24748"/>
                <a:gd name="csY4" fmla="*/ 0 h 31640"/>
                <a:gd name="csX5" fmla="*/ 33 w 24748"/>
                <a:gd name="csY5" fmla="*/ 0 h 31640"/>
                <a:gd name="csX6" fmla="*/ 2522 w 24748"/>
                <a:gd name="csY6" fmla="*/ 16977 h 3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748" h="31640">
                  <a:moveTo>
                    <a:pt x="2522" y="16977"/>
                  </a:moveTo>
                  <a:cubicBezTo>
                    <a:pt x="13781" y="29413"/>
                    <a:pt x="15292" y="32116"/>
                    <a:pt x="19515" y="31576"/>
                  </a:cubicBezTo>
                  <a:cubicBezTo>
                    <a:pt x="20162" y="31252"/>
                    <a:pt x="25249" y="31900"/>
                    <a:pt x="24709" y="26710"/>
                  </a:cubicBezTo>
                  <a:cubicBezTo>
                    <a:pt x="22760" y="8975"/>
                    <a:pt x="23191" y="4758"/>
                    <a:pt x="18867" y="3893"/>
                  </a:cubicBezTo>
                  <a:lnTo>
                    <a:pt x="896" y="0"/>
                  </a:lnTo>
                  <a:lnTo>
                    <a:pt x="33" y="0"/>
                  </a:lnTo>
                  <a:cubicBezTo>
                    <a:pt x="465" y="5515"/>
                    <a:pt x="-1269" y="12868"/>
                    <a:pt x="2522" y="169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50D4A16-BC06-6156-7512-BE670EA9EFA2}"/>
                </a:ext>
              </a:extLst>
            </p:cNvPr>
            <p:cNvSpPr/>
            <p:nvPr/>
          </p:nvSpPr>
          <p:spPr>
            <a:xfrm>
              <a:off x="2394383" y="375067"/>
              <a:ext cx="45774" cy="20344"/>
            </a:xfrm>
            <a:custGeom>
              <a:avLst/>
              <a:gdLst>
                <a:gd name="csX0" fmla="*/ 2221 w 45774"/>
                <a:gd name="csY0" fmla="*/ 20336 h 20344"/>
                <a:gd name="csX1" fmla="*/ 45407 w 45774"/>
                <a:gd name="csY1" fmla="*/ 5954 h 20344"/>
                <a:gd name="csX2" fmla="*/ 40429 w 45774"/>
                <a:gd name="csY2" fmla="*/ 114 h 20344"/>
                <a:gd name="csX3" fmla="*/ 17588 w 45774"/>
                <a:gd name="csY3" fmla="*/ 1737 h 20344"/>
                <a:gd name="csX4" fmla="*/ 1459 w 45774"/>
                <a:gd name="csY4" fmla="*/ 13524 h 20344"/>
                <a:gd name="csX5" fmla="*/ 2221 w 45774"/>
                <a:gd name="csY5" fmla="*/ 20228 h 20344"/>
                <a:gd name="csX6" fmla="*/ 2221 w 45774"/>
                <a:gd name="csY6" fmla="*/ 20336 h 20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5774" h="20344">
                  <a:moveTo>
                    <a:pt x="2221" y="20336"/>
                  </a:moveTo>
                  <a:cubicBezTo>
                    <a:pt x="45731" y="9955"/>
                    <a:pt x="46918" y="11144"/>
                    <a:pt x="45407" y="5954"/>
                  </a:cubicBezTo>
                  <a:cubicBezTo>
                    <a:pt x="44975" y="5197"/>
                    <a:pt x="44645" y="114"/>
                    <a:pt x="40429" y="114"/>
                  </a:cubicBezTo>
                  <a:cubicBezTo>
                    <a:pt x="27329" y="114"/>
                    <a:pt x="22026" y="-642"/>
                    <a:pt x="17588" y="1737"/>
                  </a:cubicBezTo>
                  <a:cubicBezTo>
                    <a:pt x="17588" y="1737"/>
                    <a:pt x="3192" y="8549"/>
                    <a:pt x="1459" y="13524"/>
                  </a:cubicBezTo>
                  <a:cubicBezTo>
                    <a:pt x="1351" y="14497"/>
                    <a:pt x="-2218" y="21309"/>
                    <a:pt x="2221" y="20228"/>
                  </a:cubicBezTo>
                  <a:lnTo>
                    <a:pt x="2221" y="203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DEE02AD-1542-39ED-A0DA-01AAF596A2ED}"/>
                </a:ext>
              </a:extLst>
            </p:cNvPr>
            <p:cNvSpPr/>
            <p:nvPr/>
          </p:nvSpPr>
          <p:spPr>
            <a:xfrm>
              <a:off x="2238710" y="590971"/>
              <a:ext cx="31224" cy="33636"/>
            </a:xfrm>
            <a:custGeom>
              <a:avLst/>
              <a:gdLst>
                <a:gd name="csX0" fmla="*/ 29523 w 31224"/>
                <a:gd name="csY0" fmla="*/ 6325 h 33636"/>
                <a:gd name="csX1" fmla="*/ 16645 w 31224"/>
                <a:gd name="csY1" fmla="*/ 486 h 33636"/>
                <a:gd name="csX2" fmla="*/ 408 w 31224"/>
                <a:gd name="csY2" fmla="*/ 11083 h 33636"/>
                <a:gd name="csX3" fmla="*/ 26278 w 31224"/>
                <a:gd name="csY3" fmla="*/ 33359 h 33636"/>
                <a:gd name="csX4" fmla="*/ 30500 w 31224"/>
                <a:gd name="csY4" fmla="*/ 28277 h 33636"/>
                <a:gd name="csX5" fmla="*/ 28119 w 31224"/>
                <a:gd name="csY5" fmla="*/ 17787 h 33636"/>
                <a:gd name="csX6" fmla="*/ 29523 w 31224"/>
                <a:gd name="csY6" fmla="*/ 6325 h 33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224" h="33636">
                  <a:moveTo>
                    <a:pt x="29523" y="6325"/>
                  </a:moveTo>
                  <a:cubicBezTo>
                    <a:pt x="25630" y="3946"/>
                    <a:pt x="21515" y="-1677"/>
                    <a:pt x="16645" y="486"/>
                  </a:cubicBezTo>
                  <a:cubicBezTo>
                    <a:pt x="16645" y="486"/>
                    <a:pt x="-3053" y="7514"/>
                    <a:pt x="408" y="11083"/>
                  </a:cubicBezTo>
                  <a:cubicBezTo>
                    <a:pt x="20760" y="32062"/>
                    <a:pt x="21731" y="34657"/>
                    <a:pt x="26278" y="33359"/>
                  </a:cubicBezTo>
                  <a:cubicBezTo>
                    <a:pt x="26818" y="33035"/>
                    <a:pt x="33098" y="32711"/>
                    <a:pt x="30500" y="28277"/>
                  </a:cubicBezTo>
                  <a:cubicBezTo>
                    <a:pt x="29954" y="26871"/>
                    <a:pt x="25846" y="22654"/>
                    <a:pt x="28119" y="17787"/>
                  </a:cubicBezTo>
                  <a:cubicBezTo>
                    <a:pt x="28875" y="15300"/>
                    <a:pt x="33745" y="9353"/>
                    <a:pt x="29523" y="6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86CFC690-DFA6-A29D-F27C-244F5E6F7D38}"/>
                </a:ext>
              </a:extLst>
            </p:cNvPr>
            <p:cNvSpPr/>
            <p:nvPr/>
          </p:nvSpPr>
          <p:spPr>
            <a:xfrm>
              <a:off x="2642760" y="656061"/>
              <a:ext cx="38432" cy="29540"/>
            </a:xfrm>
            <a:custGeom>
              <a:avLst/>
              <a:gdLst>
                <a:gd name="csX0" fmla="*/ 36660 w 38432"/>
                <a:gd name="csY0" fmla="*/ 65 h 29540"/>
                <a:gd name="csX1" fmla="*/ 17610 w 38432"/>
                <a:gd name="csY1" fmla="*/ 2980 h 29540"/>
                <a:gd name="csX2" fmla="*/ 1811 w 38432"/>
                <a:gd name="csY2" fmla="*/ 27097 h 29540"/>
                <a:gd name="csX3" fmla="*/ 31250 w 38432"/>
                <a:gd name="csY3" fmla="*/ 26450 h 29540"/>
                <a:gd name="csX4" fmla="*/ 28976 w 38432"/>
                <a:gd name="csY4" fmla="*/ 14118 h 29540"/>
                <a:gd name="csX5" fmla="*/ 36660 w 38432"/>
                <a:gd name="csY5" fmla="*/ 65 h 29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432" h="29540">
                  <a:moveTo>
                    <a:pt x="36660" y="65"/>
                  </a:moveTo>
                  <a:cubicBezTo>
                    <a:pt x="36660" y="65"/>
                    <a:pt x="20531" y="-697"/>
                    <a:pt x="17610" y="2980"/>
                  </a:cubicBezTo>
                  <a:cubicBezTo>
                    <a:pt x="833" y="23745"/>
                    <a:pt x="-2735" y="26666"/>
                    <a:pt x="1811" y="27097"/>
                  </a:cubicBezTo>
                  <a:cubicBezTo>
                    <a:pt x="30056" y="29694"/>
                    <a:pt x="33631" y="31206"/>
                    <a:pt x="31250" y="26450"/>
                  </a:cubicBezTo>
                  <a:cubicBezTo>
                    <a:pt x="30494" y="24068"/>
                    <a:pt x="25731" y="18233"/>
                    <a:pt x="28976" y="14118"/>
                  </a:cubicBezTo>
                  <a:cubicBezTo>
                    <a:pt x="36120" y="5037"/>
                    <a:pt x="41314" y="65"/>
                    <a:pt x="36660" y="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769947E-8752-2AF6-4012-9C76F76662D1}"/>
                </a:ext>
              </a:extLst>
            </p:cNvPr>
            <p:cNvSpPr/>
            <p:nvPr/>
          </p:nvSpPr>
          <p:spPr>
            <a:xfrm>
              <a:off x="2190172" y="0"/>
              <a:ext cx="1136179" cy="656107"/>
            </a:xfrm>
            <a:custGeom>
              <a:avLst/>
              <a:gdLst>
                <a:gd name="csX0" fmla="*/ 819440 w 1136179"/>
                <a:gd name="csY0" fmla="*/ 75284 h 656107"/>
                <a:gd name="csX1" fmla="*/ 736244 w 1136179"/>
                <a:gd name="csY1" fmla="*/ 83860 h 656107"/>
                <a:gd name="csX2" fmla="*/ 693813 w 1136179"/>
                <a:gd name="csY2" fmla="*/ 104515 h 656107"/>
                <a:gd name="csX3" fmla="*/ 693921 w 1136179"/>
                <a:gd name="csY3" fmla="*/ 104515 h 656107"/>
                <a:gd name="csX4" fmla="*/ 738517 w 1136179"/>
                <a:gd name="csY4" fmla="*/ 106137 h 656107"/>
                <a:gd name="csX5" fmla="*/ 838307 w 1136179"/>
                <a:gd name="csY5" fmla="*/ 81157 h 656107"/>
                <a:gd name="csX6" fmla="*/ 836688 w 1136179"/>
                <a:gd name="csY6" fmla="*/ 75534 h 656107"/>
                <a:gd name="csX7" fmla="*/ 819440 w 1136179"/>
                <a:gd name="csY7" fmla="*/ 75284 h 656107"/>
                <a:gd name="csX8" fmla="*/ 358438 w 1136179"/>
                <a:gd name="csY8" fmla="*/ 0 h 656107"/>
                <a:gd name="csX9" fmla="*/ 385016 w 1136179"/>
                <a:gd name="csY9" fmla="*/ 0 h 656107"/>
                <a:gd name="csX10" fmla="*/ 407746 w 1136179"/>
                <a:gd name="csY10" fmla="*/ 5893 h 656107"/>
                <a:gd name="csX11" fmla="*/ 408597 w 1136179"/>
                <a:gd name="csY11" fmla="*/ 2000 h 656107"/>
                <a:gd name="csX12" fmla="*/ 407575 w 1136179"/>
                <a:gd name="csY12" fmla="*/ 0 h 656107"/>
                <a:gd name="csX13" fmla="*/ 585739 w 1136179"/>
                <a:gd name="csY13" fmla="*/ 0 h 656107"/>
                <a:gd name="csX14" fmla="*/ 591642 w 1136179"/>
                <a:gd name="csY14" fmla="*/ 3947 h 656107"/>
                <a:gd name="csX15" fmla="*/ 598391 w 1136179"/>
                <a:gd name="csY15" fmla="*/ 3190 h 656107"/>
                <a:gd name="csX16" fmla="*/ 602667 w 1136179"/>
                <a:gd name="csY16" fmla="*/ 0 h 656107"/>
                <a:gd name="csX17" fmla="*/ 880545 w 1136179"/>
                <a:gd name="csY17" fmla="*/ 0 h 656107"/>
                <a:gd name="csX18" fmla="*/ 882904 w 1136179"/>
                <a:gd name="csY18" fmla="*/ 1460 h 656107"/>
                <a:gd name="csX19" fmla="*/ 886281 w 1136179"/>
                <a:gd name="csY19" fmla="*/ 2517 h 656107"/>
                <a:gd name="csX20" fmla="*/ 897547 w 1136179"/>
                <a:gd name="csY20" fmla="*/ 0 h 656107"/>
                <a:gd name="csX21" fmla="*/ 1048348 w 1136179"/>
                <a:gd name="csY21" fmla="*/ 0 h 656107"/>
                <a:gd name="csX22" fmla="*/ 1058354 w 1136179"/>
                <a:gd name="csY22" fmla="*/ 15193 h 656107"/>
                <a:gd name="csX23" fmla="*/ 1084872 w 1136179"/>
                <a:gd name="csY23" fmla="*/ 12057 h 656107"/>
                <a:gd name="csX24" fmla="*/ 1128490 w 1136179"/>
                <a:gd name="csY24" fmla="*/ 21141 h 656107"/>
                <a:gd name="csX25" fmla="*/ 1135850 w 1136179"/>
                <a:gd name="csY25" fmla="*/ 40605 h 656107"/>
                <a:gd name="csX26" fmla="*/ 1026966 w 1136179"/>
                <a:gd name="csY26" fmla="*/ 89592 h 656107"/>
                <a:gd name="csX27" fmla="*/ 878465 w 1136179"/>
                <a:gd name="csY27" fmla="*/ 107218 h 656107"/>
                <a:gd name="csX28" fmla="*/ 901630 w 1136179"/>
                <a:gd name="csY28" fmla="*/ 117166 h 656107"/>
                <a:gd name="csX29" fmla="*/ 819912 w 1136179"/>
                <a:gd name="csY29" fmla="*/ 144633 h 656107"/>
                <a:gd name="csX30" fmla="*/ 831488 w 1136179"/>
                <a:gd name="csY30" fmla="*/ 154582 h 656107"/>
                <a:gd name="csX31" fmla="*/ 998607 w 1136179"/>
                <a:gd name="csY31" fmla="*/ 116734 h 656107"/>
                <a:gd name="csX32" fmla="*/ 1008132 w 1136179"/>
                <a:gd name="csY32" fmla="*/ 121817 h 656107"/>
                <a:gd name="csX33" fmla="*/ 944594 w 1136179"/>
                <a:gd name="csY33" fmla="*/ 157177 h 656107"/>
                <a:gd name="csX34" fmla="*/ 925220 w 1136179"/>
                <a:gd name="csY34" fmla="*/ 175129 h 656107"/>
                <a:gd name="csX35" fmla="*/ 838523 w 1136179"/>
                <a:gd name="csY35" fmla="*/ 222493 h 656107"/>
                <a:gd name="csX36" fmla="*/ 827163 w 1136179"/>
                <a:gd name="csY36" fmla="*/ 236442 h 656107"/>
                <a:gd name="csX37" fmla="*/ 816552 w 1136179"/>
                <a:gd name="csY37" fmla="*/ 240011 h 656107"/>
                <a:gd name="csX38" fmla="*/ 805516 w 1136179"/>
                <a:gd name="csY38" fmla="*/ 230063 h 656107"/>
                <a:gd name="csX39" fmla="*/ 800969 w 1136179"/>
                <a:gd name="csY39" fmla="*/ 241525 h 656107"/>
                <a:gd name="csX40" fmla="*/ 783647 w 1136179"/>
                <a:gd name="csY40" fmla="*/ 236983 h 656107"/>
                <a:gd name="csX41" fmla="*/ 784517 w 1136179"/>
                <a:gd name="csY41" fmla="*/ 251149 h 656107"/>
                <a:gd name="csX42" fmla="*/ 725417 w 1136179"/>
                <a:gd name="csY42" fmla="*/ 262395 h 656107"/>
                <a:gd name="csX43" fmla="*/ 727691 w 1136179"/>
                <a:gd name="csY43" fmla="*/ 278075 h 656107"/>
                <a:gd name="csX44" fmla="*/ 773798 w 1136179"/>
                <a:gd name="csY44" fmla="*/ 271263 h 656107"/>
                <a:gd name="csX45" fmla="*/ 785704 w 1136179"/>
                <a:gd name="csY45" fmla="*/ 277210 h 656107"/>
                <a:gd name="csX46" fmla="*/ 779106 w 1136179"/>
                <a:gd name="csY46" fmla="*/ 284780 h 656107"/>
                <a:gd name="csX47" fmla="*/ 782027 w 1136179"/>
                <a:gd name="csY47" fmla="*/ 292782 h 656107"/>
                <a:gd name="csX48" fmla="*/ 738733 w 1136179"/>
                <a:gd name="csY48" fmla="*/ 313761 h 656107"/>
                <a:gd name="csX49" fmla="*/ 699770 w 1136179"/>
                <a:gd name="csY49" fmla="*/ 309651 h 656107"/>
                <a:gd name="csX50" fmla="*/ 698792 w 1136179"/>
                <a:gd name="csY50" fmla="*/ 325332 h 656107"/>
                <a:gd name="csX51" fmla="*/ 639368 w 1136179"/>
                <a:gd name="csY51" fmla="*/ 334956 h 656107"/>
                <a:gd name="csX52" fmla="*/ 617289 w 1136179"/>
                <a:gd name="csY52" fmla="*/ 344147 h 656107"/>
                <a:gd name="csX53" fmla="*/ 556139 w 1136179"/>
                <a:gd name="csY53" fmla="*/ 343606 h 656107"/>
                <a:gd name="csX54" fmla="*/ 548017 w 1136179"/>
                <a:gd name="csY54" fmla="*/ 350527 h 656107"/>
                <a:gd name="csX55" fmla="*/ 549211 w 1136179"/>
                <a:gd name="csY55" fmla="*/ 353988 h 656107"/>
                <a:gd name="csX56" fmla="*/ 603218 w 1136179"/>
                <a:gd name="csY56" fmla="*/ 360152 h 656107"/>
                <a:gd name="csX57" fmla="*/ 644569 w 1136179"/>
                <a:gd name="csY57" fmla="*/ 360692 h 656107"/>
                <a:gd name="csX58" fmla="*/ 653764 w 1136179"/>
                <a:gd name="csY58" fmla="*/ 381238 h 656107"/>
                <a:gd name="csX59" fmla="*/ 610692 w 1136179"/>
                <a:gd name="csY59" fmla="*/ 380698 h 656107"/>
                <a:gd name="csX60" fmla="*/ 590448 w 1136179"/>
                <a:gd name="csY60" fmla="*/ 369776 h 656107"/>
                <a:gd name="csX61" fmla="*/ 554081 w 1136179"/>
                <a:gd name="csY61" fmla="*/ 375507 h 656107"/>
                <a:gd name="csX62" fmla="*/ 542499 w 1136179"/>
                <a:gd name="csY62" fmla="*/ 384374 h 656107"/>
                <a:gd name="csX63" fmla="*/ 596512 w 1136179"/>
                <a:gd name="csY63" fmla="*/ 389240 h 656107"/>
                <a:gd name="csX64" fmla="*/ 599865 w 1136179"/>
                <a:gd name="csY64" fmla="*/ 396053 h 656107"/>
                <a:gd name="csX65" fmla="*/ 619023 w 1136179"/>
                <a:gd name="csY65" fmla="*/ 397567 h 656107"/>
                <a:gd name="csX66" fmla="*/ 657123 w 1136179"/>
                <a:gd name="csY66" fmla="*/ 410219 h 656107"/>
                <a:gd name="csX67" fmla="*/ 660368 w 1136179"/>
                <a:gd name="csY67" fmla="*/ 415302 h 656107"/>
                <a:gd name="csX68" fmla="*/ 657015 w 1136179"/>
                <a:gd name="csY68" fmla="*/ 420925 h 656107"/>
                <a:gd name="csX69" fmla="*/ 641426 w 1136179"/>
                <a:gd name="csY69" fmla="*/ 421682 h 656107"/>
                <a:gd name="csX70" fmla="*/ 638505 w 1136179"/>
                <a:gd name="csY70" fmla="*/ 425899 h 656107"/>
                <a:gd name="csX71" fmla="*/ 635800 w 1136179"/>
                <a:gd name="csY71" fmla="*/ 431631 h 656107"/>
                <a:gd name="csX72" fmla="*/ 604304 w 1136179"/>
                <a:gd name="csY72" fmla="*/ 438984 h 656107"/>
                <a:gd name="csX73" fmla="*/ 621296 w 1136179"/>
                <a:gd name="csY73" fmla="*/ 452718 h 656107"/>
                <a:gd name="csX74" fmla="*/ 615670 w 1136179"/>
                <a:gd name="csY74" fmla="*/ 465910 h 656107"/>
                <a:gd name="csX75" fmla="*/ 582441 w 1136179"/>
                <a:gd name="csY75" fmla="*/ 468506 h 656107"/>
                <a:gd name="csX76" fmla="*/ 583844 w 1136179"/>
                <a:gd name="csY76" fmla="*/ 475426 h 656107"/>
                <a:gd name="csX77" fmla="*/ 603218 w 1136179"/>
                <a:gd name="csY77" fmla="*/ 482563 h 656107"/>
                <a:gd name="csX78" fmla="*/ 599001 w 1136179"/>
                <a:gd name="csY78" fmla="*/ 492295 h 656107"/>
                <a:gd name="csX79" fmla="*/ 582873 w 1136179"/>
                <a:gd name="csY79" fmla="*/ 489809 h 656107"/>
                <a:gd name="csX80" fmla="*/ 570103 w 1136179"/>
                <a:gd name="csY80" fmla="*/ 495864 h 656107"/>
                <a:gd name="csX81" fmla="*/ 516629 w 1136179"/>
                <a:gd name="csY81" fmla="*/ 491322 h 656107"/>
                <a:gd name="csX82" fmla="*/ 506672 w 1136179"/>
                <a:gd name="csY82" fmla="*/ 499216 h 656107"/>
                <a:gd name="csX83" fmla="*/ 522370 w 1136179"/>
                <a:gd name="csY83" fmla="*/ 506678 h 656107"/>
                <a:gd name="csX84" fmla="*/ 521392 w 1136179"/>
                <a:gd name="csY84" fmla="*/ 513923 h 656107"/>
                <a:gd name="csX85" fmla="*/ 526916 w 1136179"/>
                <a:gd name="csY85" fmla="*/ 523547 h 656107"/>
                <a:gd name="csX86" fmla="*/ 495312 w 1136179"/>
                <a:gd name="csY86" fmla="*/ 546148 h 656107"/>
                <a:gd name="csX87" fmla="*/ 408285 w 1136179"/>
                <a:gd name="csY87" fmla="*/ 542363 h 656107"/>
                <a:gd name="csX88" fmla="*/ 407206 w 1136179"/>
                <a:gd name="csY88" fmla="*/ 554259 h 656107"/>
                <a:gd name="csX89" fmla="*/ 468141 w 1136179"/>
                <a:gd name="csY89" fmla="*/ 560314 h 656107"/>
                <a:gd name="csX90" fmla="*/ 475176 w 1136179"/>
                <a:gd name="csY90" fmla="*/ 566910 h 656107"/>
                <a:gd name="csX91" fmla="*/ 464788 w 1136179"/>
                <a:gd name="csY91" fmla="*/ 582807 h 656107"/>
                <a:gd name="csX92" fmla="*/ 482752 w 1136179"/>
                <a:gd name="csY92" fmla="*/ 593512 h 656107"/>
                <a:gd name="csX93" fmla="*/ 507758 w 1136179"/>
                <a:gd name="csY93" fmla="*/ 576643 h 656107"/>
                <a:gd name="csX94" fmla="*/ 521068 w 1136179"/>
                <a:gd name="csY94" fmla="*/ 582807 h 656107"/>
                <a:gd name="csX95" fmla="*/ 523557 w 1136179"/>
                <a:gd name="csY95" fmla="*/ 605083 h 656107"/>
                <a:gd name="csX96" fmla="*/ 503535 w 1136179"/>
                <a:gd name="csY96" fmla="*/ 626819 h 656107"/>
                <a:gd name="csX97" fmla="*/ 490436 w 1136179"/>
                <a:gd name="csY97" fmla="*/ 618817 h 656107"/>
                <a:gd name="csX98" fmla="*/ 470630 w 1136179"/>
                <a:gd name="csY98" fmla="*/ 637521 h 656107"/>
                <a:gd name="csX99" fmla="*/ 411645 w 1136179"/>
                <a:gd name="csY99" fmla="*/ 655911 h 656107"/>
                <a:gd name="csX100" fmla="*/ 402444 w 1136179"/>
                <a:gd name="csY100" fmla="*/ 651904 h 656107"/>
                <a:gd name="csX101" fmla="*/ 413480 w 1136179"/>
                <a:gd name="csY101" fmla="*/ 632009 h 656107"/>
                <a:gd name="csX102" fmla="*/ 401466 w 1136179"/>
                <a:gd name="csY102" fmla="*/ 620222 h 656107"/>
                <a:gd name="csX103" fmla="*/ 391293 w 1136179"/>
                <a:gd name="csY103" fmla="*/ 626602 h 656107"/>
                <a:gd name="csX104" fmla="*/ 376574 w 1136179"/>
                <a:gd name="csY104" fmla="*/ 628873 h 656107"/>
                <a:gd name="csX105" fmla="*/ 364559 w 1136179"/>
                <a:gd name="csY105" fmla="*/ 619790 h 656107"/>
                <a:gd name="csX106" fmla="*/ 356552 w 1136179"/>
                <a:gd name="csY106" fmla="*/ 630711 h 656107"/>
                <a:gd name="csX107" fmla="*/ 338690 w 1136179"/>
                <a:gd name="csY107" fmla="*/ 634821 h 656107"/>
                <a:gd name="csX108" fmla="*/ 324078 w 1136179"/>
                <a:gd name="csY108" fmla="*/ 620871 h 656107"/>
                <a:gd name="csX109" fmla="*/ 318884 w 1136179"/>
                <a:gd name="csY109" fmla="*/ 627792 h 656107"/>
                <a:gd name="csX110" fmla="*/ 285438 w 1136179"/>
                <a:gd name="csY110" fmla="*/ 628333 h 656107"/>
                <a:gd name="csX111" fmla="*/ 270827 w 1136179"/>
                <a:gd name="csY111" fmla="*/ 616870 h 656107"/>
                <a:gd name="csX112" fmla="*/ 258273 w 1136179"/>
                <a:gd name="csY112" fmla="*/ 614275 h 656107"/>
                <a:gd name="csX113" fmla="*/ 255568 w 1136179"/>
                <a:gd name="csY113" fmla="*/ 618276 h 656107"/>
                <a:gd name="csX114" fmla="*/ 259791 w 1136179"/>
                <a:gd name="csY114" fmla="*/ 627684 h 656107"/>
                <a:gd name="csX115" fmla="*/ 270179 w 1136179"/>
                <a:gd name="csY115" fmla="*/ 634388 h 656107"/>
                <a:gd name="csX116" fmla="*/ 273100 w 1136179"/>
                <a:gd name="csY116" fmla="*/ 640334 h 656107"/>
                <a:gd name="csX117" fmla="*/ 269748 w 1136179"/>
                <a:gd name="csY117" fmla="*/ 644550 h 656107"/>
                <a:gd name="csX118" fmla="*/ 216496 w 1136179"/>
                <a:gd name="csY118" fmla="*/ 633956 h 656107"/>
                <a:gd name="csX119" fmla="*/ 208699 w 1136179"/>
                <a:gd name="csY119" fmla="*/ 622601 h 656107"/>
                <a:gd name="csX120" fmla="*/ 190195 w 1136179"/>
                <a:gd name="csY120" fmla="*/ 633307 h 656107"/>
                <a:gd name="csX121" fmla="*/ 164001 w 1136179"/>
                <a:gd name="csY121" fmla="*/ 618709 h 656107"/>
                <a:gd name="csX122" fmla="*/ 161836 w 1136179"/>
                <a:gd name="csY122" fmla="*/ 631577 h 656107"/>
                <a:gd name="csX123" fmla="*/ 132721 w 1136179"/>
                <a:gd name="csY123" fmla="*/ 630820 h 656107"/>
                <a:gd name="csX124" fmla="*/ 121894 w 1136179"/>
                <a:gd name="csY124" fmla="*/ 614707 h 656107"/>
                <a:gd name="csX125" fmla="*/ 112261 w 1136179"/>
                <a:gd name="csY125" fmla="*/ 626710 h 656107"/>
                <a:gd name="csX126" fmla="*/ 92132 w 1136179"/>
                <a:gd name="csY126" fmla="*/ 616870 h 656107"/>
                <a:gd name="csX127" fmla="*/ 90506 w 1136179"/>
                <a:gd name="csY127" fmla="*/ 594377 h 656107"/>
                <a:gd name="csX128" fmla="*/ 126765 w 1136179"/>
                <a:gd name="csY128" fmla="*/ 571128 h 656107"/>
                <a:gd name="csX129" fmla="*/ 162591 w 1136179"/>
                <a:gd name="csY129" fmla="*/ 569506 h 656107"/>
                <a:gd name="csX130" fmla="*/ 174282 w 1136179"/>
                <a:gd name="csY130" fmla="*/ 551663 h 656107"/>
                <a:gd name="csX131" fmla="*/ 154368 w 1136179"/>
                <a:gd name="csY131" fmla="*/ 537714 h 656107"/>
                <a:gd name="csX132" fmla="*/ 152095 w 1136179"/>
                <a:gd name="csY132" fmla="*/ 528846 h 656107"/>
                <a:gd name="csX133" fmla="*/ 136829 w 1136179"/>
                <a:gd name="csY133" fmla="*/ 512733 h 656107"/>
                <a:gd name="csX134" fmla="*/ 166706 w 1136179"/>
                <a:gd name="csY134" fmla="*/ 499216 h 656107"/>
                <a:gd name="csX135" fmla="*/ 206749 w 1136179"/>
                <a:gd name="csY135" fmla="*/ 505705 h 656107"/>
                <a:gd name="csX136" fmla="*/ 233381 w 1136179"/>
                <a:gd name="csY136" fmla="*/ 544742 h 656107"/>
                <a:gd name="csX137" fmla="*/ 297884 w 1136179"/>
                <a:gd name="csY137" fmla="*/ 547987 h 656107"/>
                <a:gd name="csX138" fmla="*/ 339775 w 1136179"/>
                <a:gd name="csY138" fmla="*/ 508949 h 656107"/>
                <a:gd name="csX139" fmla="*/ 342696 w 1136179"/>
                <a:gd name="csY139" fmla="*/ 490781 h 656107"/>
                <a:gd name="csX140" fmla="*/ 301351 w 1136179"/>
                <a:gd name="csY140" fmla="*/ 527549 h 656107"/>
                <a:gd name="csX141" fmla="*/ 274186 w 1136179"/>
                <a:gd name="csY141" fmla="*/ 532415 h 656107"/>
                <a:gd name="csX142" fmla="*/ 262280 w 1136179"/>
                <a:gd name="csY142" fmla="*/ 536632 h 656107"/>
                <a:gd name="csX143" fmla="*/ 246151 w 1136179"/>
                <a:gd name="csY143" fmla="*/ 529603 h 656107"/>
                <a:gd name="csX144" fmla="*/ 255244 w 1136179"/>
                <a:gd name="csY144" fmla="*/ 525386 h 656107"/>
                <a:gd name="csX145" fmla="*/ 233705 w 1136179"/>
                <a:gd name="csY145" fmla="*/ 497162 h 656107"/>
                <a:gd name="csX146" fmla="*/ 249072 w 1136179"/>
                <a:gd name="csY146" fmla="*/ 486132 h 656107"/>
                <a:gd name="csX147" fmla="*/ 253726 w 1136179"/>
                <a:gd name="csY147" fmla="*/ 468614 h 656107"/>
                <a:gd name="csX148" fmla="*/ 215195 w 1136179"/>
                <a:gd name="csY148" fmla="*/ 481265 h 656107"/>
                <a:gd name="csX149" fmla="*/ 210540 w 1136179"/>
                <a:gd name="csY149" fmla="*/ 473264 h 656107"/>
                <a:gd name="csX150" fmla="*/ 169843 w 1136179"/>
                <a:gd name="csY150" fmla="*/ 479211 h 656107"/>
                <a:gd name="csX151" fmla="*/ 162375 w 1136179"/>
                <a:gd name="csY151" fmla="*/ 449473 h 656107"/>
                <a:gd name="csX152" fmla="*/ 180232 w 1136179"/>
                <a:gd name="csY152" fmla="*/ 429468 h 656107"/>
                <a:gd name="csX153" fmla="*/ 190843 w 1136179"/>
                <a:gd name="csY153" fmla="*/ 413247 h 656107"/>
                <a:gd name="csX154" fmla="*/ 220821 w 1136179"/>
                <a:gd name="csY154" fmla="*/ 410003 h 656107"/>
                <a:gd name="csX155" fmla="*/ 249288 w 1136179"/>
                <a:gd name="csY155" fmla="*/ 397783 h 656107"/>
                <a:gd name="csX156" fmla="*/ 275590 w 1136179"/>
                <a:gd name="csY156" fmla="*/ 404488 h 656107"/>
                <a:gd name="csX157" fmla="*/ 301244 w 1136179"/>
                <a:gd name="csY157" fmla="*/ 404704 h 656107"/>
                <a:gd name="csX158" fmla="*/ 334473 w 1136179"/>
                <a:gd name="csY158" fmla="*/ 417140 h 656107"/>
                <a:gd name="csX159" fmla="*/ 331654 w 1136179"/>
                <a:gd name="csY159" fmla="*/ 407408 h 656107"/>
                <a:gd name="csX160" fmla="*/ 372459 w 1136179"/>
                <a:gd name="csY160" fmla="*/ 404056 h 656107"/>
                <a:gd name="csX161" fmla="*/ 381120 w 1136179"/>
                <a:gd name="csY161" fmla="*/ 386429 h 656107"/>
                <a:gd name="csX162" fmla="*/ 374516 w 1136179"/>
                <a:gd name="csY162" fmla="*/ 379184 h 656107"/>
                <a:gd name="csX163" fmla="*/ 358171 w 1136179"/>
                <a:gd name="csY163" fmla="*/ 390646 h 656107"/>
                <a:gd name="csX164" fmla="*/ 269748 w 1136179"/>
                <a:gd name="csY164" fmla="*/ 383509 h 656107"/>
                <a:gd name="csX165" fmla="*/ 270827 w 1136179"/>
                <a:gd name="csY165" fmla="*/ 372479 h 656107"/>
                <a:gd name="csX166" fmla="*/ 290309 w 1136179"/>
                <a:gd name="csY166" fmla="*/ 368911 h 656107"/>
                <a:gd name="csX167" fmla="*/ 261518 w 1136179"/>
                <a:gd name="csY167" fmla="*/ 318627 h 656107"/>
                <a:gd name="csX168" fmla="*/ 211734 w 1136179"/>
                <a:gd name="csY168" fmla="*/ 301541 h 656107"/>
                <a:gd name="csX169" fmla="*/ 199612 w 1136179"/>
                <a:gd name="csY169" fmla="*/ 268884 h 656107"/>
                <a:gd name="csX170" fmla="*/ 201987 w 1136179"/>
                <a:gd name="csY170" fmla="*/ 252879 h 656107"/>
                <a:gd name="csX171" fmla="*/ 230238 w 1136179"/>
                <a:gd name="csY171" fmla="*/ 255367 h 656107"/>
                <a:gd name="csX172" fmla="*/ 275805 w 1136179"/>
                <a:gd name="csY172" fmla="*/ 255367 h 656107"/>
                <a:gd name="csX173" fmla="*/ 306546 w 1136179"/>
                <a:gd name="csY173" fmla="*/ 275264 h 656107"/>
                <a:gd name="csX174" fmla="*/ 338797 w 1136179"/>
                <a:gd name="csY174" fmla="*/ 277319 h 656107"/>
                <a:gd name="csX175" fmla="*/ 364775 w 1136179"/>
                <a:gd name="csY175" fmla="*/ 293971 h 656107"/>
                <a:gd name="csX176" fmla="*/ 380580 w 1136179"/>
                <a:gd name="csY176" fmla="*/ 314734 h 656107"/>
                <a:gd name="csX177" fmla="*/ 386207 w 1136179"/>
                <a:gd name="csY177" fmla="*/ 317762 h 656107"/>
                <a:gd name="csX178" fmla="*/ 390213 w 1136179"/>
                <a:gd name="csY178" fmla="*/ 313869 h 656107"/>
                <a:gd name="csX179" fmla="*/ 382854 w 1136179"/>
                <a:gd name="csY179" fmla="*/ 285320 h 656107"/>
                <a:gd name="csX180" fmla="*/ 341941 w 1136179"/>
                <a:gd name="csY180" fmla="*/ 246932 h 656107"/>
                <a:gd name="csX181" fmla="*/ 483946 w 1136179"/>
                <a:gd name="csY181" fmla="*/ 221303 h 656107"/>
                <a:gd name="csX182" fmla="*/ 471170 w 1136179"/>
                <a:gd name="csY182" fmla="*/ 205407 h 656107"/>
                <a:gd name="csX183" fmla="*/ 550075 w 1136179"/>
                <a:gd name="csY183" fmla="*/ 195134 h 656107"/>
                <a:gd name="csX184" fmla="*/ 563175 w 1136179"/>
                <a:gd name="csY184" fmla="*/ 180967 h 656107"/>
                <a:gd name="csX185" fmla="*/ 488492 w 1136179"/>
                <a:gd name="csY185" fmla="*/ 175345 h 656107"/>
                <a:gd name="csX186" fmla="*/ 533736 w 1136179"/>
                <a:gd name="csY186" fmla="*/ 129602 h 656107"/>
                <a:gd name="csX187" fmla="*/ 486867 w 1136179"/>
                <a:gd name="csY187" fmla="*/ 143012 h 656107"/>
                <a:gd name="csX188" fmla="*/ 448767 w 1136179"/>
                <a:gd name="csY188" fmla="*/ 189294 h 656107"/>
                <a:gd name="csX189" fmla="*/ 364236 w 1136179"/>
                <a:gd name="csY189" fmla="*/ 219681 h 656107"/>
                <a:gd name="csX190" fmla="*/ 330898 w 1136179"/>
                <a:gd name="csY190" fmla="*/ 212652 h 656107"/>
                <a:gd name="csX191" fmla="*/ 350812 w 1136179"/>
                <a:gd name="csY191" fmla="*/ 193512 h 656107"/>
                <a:gd name="csX192" fmla="*/ 325704 w 1136179"/>
                <a:gd name="csY192" fmla="*/ 198486 h 656107"/>
                <a:gd name="csX193" fmla="*/ 313474 w 1136179"/>
                <a:gd name="csY193" fmla="*/ 193295 h 656107"/>
                <a:gd name="csX194" fmla="*/ 287712 w 1136179"/>
                <a:gd name="csY194" fmla="*/ 201514 h 656107"/>
                <a:gd name="csX195" fmla="*/ 284575 w 1136179"/>
                <a:gd name="csY195" fmla="*/ 216761 h 656107"/>
                <a:gd name="csX196" fmla="*/ 201771 w 1136179"/>
                <a:gd name="csY196" fmla="*/ 211354 h 656107"/>
                <a:gd name="csX197" fmla="*/ 224396 w 1136179"/>
                <a:gd name="csY197" fmla="*/ 185834 h 656107"/>
                <a:gd name="csX198" fmla="*/ 270179 w 1136179"/>
                <a:gd name="csY198" fmla="*/ 170046 h 656107"/>
                <a:gd name="csX199" fmla="*/ 255892 w 1136179"/>
                <a:gd name="csY199" fmla="*/ 163017 h 656107"/>
                <a:gd name="csX200" fmla="*/ 249396 w 1136179"/>
                <a:gd name="csY200" fmla="*/ 163125 h 656107"/>
                <a:gd name="csX201" fmla="*/ 190303 w 1136179"/>
                <a:gd name="csY201" fmla="*/ 187240 h 656107"/>
                <a:gd name="csX202" fmla="*/ 161074 w 1136179"/>
                <a:gd name="csY202" fmla="*/ 208867 h 656107"/>
                <a:gd name="csX203" fmla="*/ 95916 w 1136179"/>
                <a:gd name="csY203" fmla="*/ 177832 h 656107"/>
                <a:gd name="csX204" fmla="*/ 96247 w 1136179"/>
                <a:gd name="csY204" fmla="*/ 176209 h 656107"/>
                <a:gd name="csX205" fmla="*/ 175583 w 1136179"/>
                <a:gd name="csY205" fmla="*/ 174912 h 656107"/>
                <a:gd name="csX206" fmla="*/ 237597 w 1136179"/>
                <a:gd name="csY206" fmla="*/ 149067 h 656107"/>
                <a:gd name="csX207" fmla="*/ 235108 w 1136179"/>
                <a:gd name="csY207" fmla="*/ 141498 h 656107"/>
                <a:gd name="csX208" fmla="*/ 229374 w 1136179"/>
                <a:gd name="csY208" fmla="*/ 139767 h 656107"/>
                <a:gd name="csX209" fmla="*/ 157181 w 1136179"/>
                <a:gd name="csY209" fmla="*/ 160530 h 656107"/>
                <a:gd name="csX210" fmla="*/ 84340 w 1136179"/>
                <a:gd name="csY210" fmla="*/ 167883 h 656107"/>
                <a:gd name="csX211" fmla="*/ 66370 w 1136179"/>
                <a:gd name="csY211" fmla="*/ 154582 h 656107"/>
                <a:gd name="csX212" fmla="*/ 106095 w 1136179"/>
                <a:gd name="csY212" fmla="*/ 128845 h 656107"/>
                <a:gd name="csX213" fmla="*/ 107067 w 1136179"/>
                <a:gd name="csY213" fmla="*/ 118572 h 656107"/>
                <a:gd name="csX214" fmla="*/ 66910 w 1136179"/>
                <a:gd name="csY214" fmla="*/ 126250 h 656107"/>
                <a:gd name="csX215" fmla="*/ 55657 w 1136179"/>
                <a:gd name="csY215" fmla="*/ 122033 h 656107"/>
                <a:gd name="csX216" fmla="*/ 71996 w 1136179"/>
                <a:gd name="csY216" fmla="*/ 107759 h 656107"/>
                <a:gd name="csX217" fmla="*/ 59658 w 1136179"/>
                <a:gd name="csY217" fmla="*/ 100730 h 656107"/>
                <a:gd name="csX218" fmla="*/ 19176 w 1136179"/>
                <a:gd name="csY218" fmla="*/ 112733 h 656107"/>
                <a:gd name="csX219" fmla="*/ 1968 w 1136179"/>
                <a:gd name="csY219" fmla="*/ 102784 h 656107"/>
                <a:gd name="csX220" fmla="*/ 1212 w 1136179"/>
                <a:gd name="csY220" fmla="*/ 103433 h 656107"/>
                <a:gd name="csX221" fmla="*/ 42557 w 1136179"/>
                <a:gd name="csY221" fmla="*/ 77805 h 656107"/>
                <a:gd name="csX222" fmla="*/ 73190 w 1136179"/>
                <a:gd name="csY222" fmla="*/ 85698 h 656107"/>
                <a:gd name="csX223" fmla="*/ 89535 w 1136179"/>
                <a:gd name="csY223" fmla="*/ 81806 h 656107"/>
                <a:gd name="csX224" fmla="*/ 106203 w 1136179"/>
                <a:gd name="csY224" fmla="*/ 61368 h 656107"/>
                <a:gd name="csX225" fmla="*/ 141592 w 1136179"/>
                <a:gd name="csY225" fmla="*/ 58340 h 656107"/>
                <a:gd name="csX226" fmla="*/ 155987 w 1136179"/>
                <a:gd name="csY226" fmla="*/ 73155 h 656107"/>
                <a:gd name="csX227" fmla="*/ 173850 w 1136179"/>
                <a:gd name="csY227" fmla="*/ 66450 h 656107"/>
                <a:gd name="csX228" fmla="*/ 234461 w 1136179"/>
                <a:gd name="csY228" fmla="*/ 78129 h 656107"/>
                <a:gd name="csX229" fmla="*/ 236626 w 1136179"/>
                <a:gd name="csY229" fmla="*/ 62449 h 656107"/>
                <a:gd name="csX230" fmla="*/ 190519 w 1136179"/>
                <a:gd name="csY230" fmla="*/ 45904 h 656107"/>
                <a:gd name="csX231" fmla="*/ 232943 w 1136179"/>
                <a:gd name="csY231" fmla="*/ 35090 h 656107"/>
                <a:gd name="csX232" fmla="*/ 233489 w 1136179"/>
                <a:gd name="csY232" fmla="*/ 22222 h 656107"/>
                <a:gd name="csX233" fmla="*/ 256000 w 1136179"/>
                <a:gd name="csY233" fmla="*/ 18329 h 656107"/>
                <a:gd name="csX234" fmla="*/ 262604 w 1136179"/>
                <a:gd name="csY234" fmla="*/ 27953 h 656107"/>
                <a:gd name="csX235" fmla="*/ 315423 w 1136179"/>
                <a:gd name="csY235" fmla="*/ 37577 h 656107"/>
                <a:gd name="csX236" fmla="*/ 335445 w 1136179"/>
                <a:gd name="csY236" fmla="*/ 51743 h 656107"/>
                <a:gd name="csX237" fmla="*/ 390645 w 1136179"/>
                <a:gd name="csY237" fmla="*/ 62449 h 656107"/>
                <a:gd name="csX238" fmla="*/ 404069 w 1136179"/>
                <a:gd name="csY238" fmla="*/ 53041 h 656107"/>
                <a:gd name="csX239" fmla="*/ 343020 w 1136179"/>
                <a:gd name="csY239" fmla="*/ 26656 h 656107"/>
                <a:gd name="csX240" fmla="*/ 359041 w 1136179"/>
                <a:gd name="csY240" fmla="*/ 13895 h 656107"/>
                <a:gd name="csX241" fmla="*/ 358839 w 1136179"/>
                <a:gd name="csY241" fmla="*/ 1392 h 656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136179" h="656107">
                  <a:moveTo>
                    <a:pt x="819440" y="75284"/>
                  </a:moveTo>
                  <a:cubicBezTo>
                    <a:pt x="790672" y="77108"/>
                    <a:pt x="736244" y="83860"/>
                    <a:pt x="736244" y="83860"/>
                  </a:cubicBezTo>
                  <a:cubicBezTo>
                    <a:pt x="731913" y="84293"/>
                    <a:pt x="732237" y="84509"/>
                    <a:pt x="693813" y="104515"/>
                  </a:cubicBezTo>
                  <a:lnTo>
                    <a:pt x="693921" y="104515"/>
                  </a:lnTo>
                  <a:cubicBezTo>
                    <a:pt x="688835" y="107110"/>
                    <a:pt x="698576" y="106137"/>
                    <a:pt x="738517" y="106137"/>
                  </a:cubicBezTo>
                  <a:cubicBezTo>
                    <a:pt x="743172" y="106137"/>
                    <a:pt x="739057" y="106893"/>
                    <a:pt x="838307" y="81157"/>
                  </a:cubicBezTo>
                  <a:cubicBezTo>
                    <a:pt x="842638" y="80075"/>
                    <a:pt x="837120" y="76291"/>
                    <a:pt x="836688" y="75534"/>
                  </a:cubicBezTo>
                  <a:cubicBezTo>
                    <a:pt x="835767" y="74615"/>
                    <a:pt x="829029" y="74676"/>
                    <a:pt x="819440" y="75284"/>
                  </a:cubicBezTo>
                  <a:close/>
                  <a:moveTo>
                    <a:pt x="358438" y="0"/>
                  </a:moveTo>
                  <a:lnTo>
                    <a:pt x="385016" y="0"/>
                  </a:lnTo>
                  <a:lnTo>
                    <a:pt x="407746" y="5893"/>
                  </a:lnTo>
                  <a:cubicBezTo>
                    <a:pt x="409965" y="6488"/>
                    <a:pt x="410181" y="5542"/>
                    <a:pt x="408597" y="2000"/>
                  </a:cubicBezTo>
                  <a:lnTo>
                    <a:pt x="407575" y="0"/>
                  </a:lnTo>
                  <a:lnTo>
                    <a:pt x="585739" y="0"/>
                  </a:lnTo>
                  <a:lnTo>
                    <a:pt x="591642" y="3947"/>
                  </a:lnTo>
                  <a:cubicBezTo>
                    <a:pt x="593915" y="5461"/>
                    <a:pt x="596160" y="4677"/>
                    <a:pt x="598391" y="3190"/>
                  </a:cubicBezTo>
                  <a:lnTo>
                    <a:pt x="602667" y="0"/>
                  </a:lnTo>
                  <a:lnTo>
                    <a:pt x="880545" y="0"/>
                  </a:lnTo>
                  <a:lnTo>
                    <a:pt x="882904" y="1460"/>
                  </a:lnTo>
                  <a:cubicBezTo>
                    <a:pt x="883960" y="2109"/>
                    <a:pt x="884413" y="2622"/>
                    <a:pt x="886281" y="2517"/>
                  </a:cubicBezTo>
                  <a:lnTo>
                    <a:pt x="897547" y="0"/>
                  </a:lnTo>
                  <a:lnTo>
                    <a:pt x="1048348" y="0"/>
                  </a:lnTo>
                  <a:lnTo>
                    <a:pt x="1058354" y="15193"/>
                  </a:lnTo>
                  <a:cubicBezTo>
                    <a:pt x="1061167" y="19410"/>
                    <a:pt x="1063656" y="17464"/>
                    <a:pt x="1084872" y="12057"/>
                  </a:cubicBezTo>
                  <a:cubicBezTo>
                    <a:pt x="1089310" y="10976"/>
                    <a:pt x="1089202" y="11516"/>
                    <a:pt x="1128490" y="21141"/>
                  </a:cubicBezTo>
                  <a:cubicBezTo>
                    <a:pt x="1132604" y="22114"/>
                    <a:pt x="1132713" y="26223"/>
                    <a:pt x="1135850" y="40605"/>
                  </a:cubicBezTo>
                  <a:cubicBezTo>
                    <a:pt x="1137043" y="46228"/>
                    <a:pt x="1140720" y="42876"/>
                    <a:pt x="1026966" y="89592"/>
                  </a:cubicBezTo>
                  <a:cubicBezTo>
                    <a:pt x="1022635" y="91430"/>
                    <a:pt x="1031837" y="90132"/>
                    <a:pt x="878465" y="107218"/>
                  </a:cubicBezTo>
                  <a:cubicBezTo>
                    <a:pt x="873163" y="107867"/>
                    <a:pt x="883443" y="110570"/>
                    <a:pt x="901630" y="117166"/>
                  </a:cubicBezTo>
                  <a:cubicBezTo>
                    <a:pt x="906608" y="119005"/>
                    <a:pt x="901954" y="119113"/>
                    <a:pt x="819912" y="144633"/>
                  </a:cubicBezTo>
                  <a:cubicBezTo>
                    <a:pt x="815581" y="146039"/>
                    <a:pt x="820991" y="148310"/>
                    <a:pt x="831488" y="154582"/>
                  </a:cubicBezTo>
                  <a:cubicBezTo>
                    <a:pt x="835710" y="157178"/>
                    <a:pt x="824452" y="158800"/>
                    <a:pt x="998607" y="116734"/>
                  </a:cubicBezTo>
                  <a:cubicBezTo>
                    <a:pt x="1003370" y="115653"/>
                    <a:pt x="1006290" y="120519"/>
                    <a:pt x="1008132" y="121817"/>
                  </a:cubicBezTo>
                  <a:cubicBezTo>
                    <a:pt x="1011916" y="125277"/>
                    <a:pt x="1010837" y="124304"/>
                    <a:pt x="944594" y="157177"/>
                  </a:cubicBezTo>
                  <a:cubicBezTo>
                    <a:pt x="940485" y="159232"/>
                    <a:pt x="938320" y="161827"/>
                    <a:pt x="925220" y="175129"/>
                  </a:cubicBezTo>
                  <a:cubicBezTo>
                    <a:pt x="921651" y="178697"/>
                    <a:pt x="924572" y="176750"/>
                    <a:pt x="838523" y="222493"/>
                  </a:cubicBezTo>
                  <a:cubicBezTo>
                    <a:pt x="834415" y="224655"/>
                    <a:pt x="831596" y="229954"/>
                    <a:pt x="827163" y="236442"/>
                  </a:cubicBezTo>
                  <a:cubicBezTo>
                    <a:pt x="824128" y="240984"/>
                    <a:pt x="818826" y="239578"/>
                    <a:pt x="816552" y="240011"/>
                  </a:cubicBezTo>
                  <a:cubicBezTo>
                    <a:pt x="811358" y="240227"/>
                    <a:pt x="808761" y="233631"/>
                    <a:pt x="805516" y="230063"/>
                  </a:cubicBezTo>
                  <a:cubicBezTo>
                    <a:pt x="802049" y="225412"/>
                    <a:pt x="802049" y="237416"/>
                    <a:pt x="800969" y="241525"/>
                  </a:cubicBezTo>
                  <a:cubicBezTo>
                    <a:pt x="800100" y="246823"/>
                    <a:pt x="796207" y="243363"/>
                    <a:pt x="783647" y="236983"/>
                  </a:cubicBezTo>
                  <a:cubicBezTo>
                    <a:pt x="778776" y="234496"/>
                    <a:pt x="783539" y="244985"/>
                    <a:pt x="784517" y="251149"/>
                  </a:cubicBezTo>
                  <a:cubicBezTo>
                    <a:pt x="785920" y="256664"/>
                    <a:pt x="783869" y="255367"/>
                    <a:pt x="725417" y="262395"/>
                  </a:cubicBezTo>
                  <a:cubicBezTo>
                    <a:pt x="720115" y="263044"/>
                    <a:pt x="725963" y="271587"/>
                    <a:pt x="727691" y="278075"/>
                  </a:cubicBezTo>
                  <a:cubicBezTo>
                    <a:pt x="729532" y="283157"/>
                    <a:pt x="729964" y="281644"/>
                    <a:pt x="773798" y="271263"/>
                  </a:cubicBezTo>
                  <a:cubicBezTo>
                    <a:pt x="778776" y="270073"/>
                    <a:pt x="782783" y="275372"/>
                    <a:pt x="785704" y="277210"/>
                  </a:cubicBezTo>
                  <a:cubicBezTo>
                    <a:pt x="789927" y="280562"/>
                    <a:pt x="781488" y="282834"/>
                    <a:pt x="779106" y="284780"/>
                  </a:cubicBezTo>
                  <a:cubicBezTo>
                    <a:pt x="774884" y="287267"/>
                    <a:pt x="781157" y="291484"/>
                    <a:pt x="782027" y="292782"/>
                  </a:cubicBezTo>
                  <a:cubicBezTo>
                    <a:pt x="785704" y="296567"/>
                    <a:pt x="781704" y="296567"/>
                    <a:pt x="738733" y="313761"/>
                  </a:cubicBezTo>
                  <a:cubicBezTo>
                    <a:pt x="734294" y="315599"/>
                    <a:pt x="732777" y="314625"/>
                    <a:pt x="699770" y="309651"/>
                  </a:cubicBezTo>
                  <a:cubicBezTo>
                    <a:pt x="694461" y="308786"/>
                    <a:pt x="698468" y="318735"/>
                    <a:pt x="698792" y="325332"/>
                  </a:cubicBezTo>
                  <a:cubicBezTo>
                    <a:pt x="699662" y="330954"/>
                    <a:pt x="698036" y="329549"/>
                    <a:pt x="639368" y="334956"/>
                  </a:cubicBezTo>
                  <a:cubicBezTo>
                    <a:pt x="632009" y="335605"/>
                    <a:pt x="624325" y="344147"/>
                    <a:pt x="617289" y="344147"/>
                  </a:cubicBezTo>
                  <a:lnTo>
                    <a:pt x="556139" y="343606"/>
                  </a:lnTo>
                  <a:cubicBezTo>
                    <a:pt x="551484" y="343498"/>
                    <a:pt x="549211" y="349230"/>
                    <a:pt x="548017" y="350527"/>
                  </a:cubicBezTo>
                  <a:cubicBezTo>
                    <a:pt x="546830" y="352150"/>
                    <a:pt x="547370" y="353771"/>
                    <a:pt x="549211" y="353988"/>
                  </a:cubicBezTo>
                  <a:cubicBezTo>
                    <a:pt x="548671" y="353880"/>
                    <a:pt x="597376" y="360152"/>
                    <a:pt x="603218" y="360152"/>
                  </a:cubicBezTo>
                  <a:lnTo>
                    <a:pt x="644569" y="360692"/>
                  </a:lnTo>
                  <a:cubicBezTo>
                    <a:pt x="648893" y="360692"/>
                    <a:pt x="649001" y="364477"/>
                    <a:pt x="653764" y="381238"/>
                  </a:cubicBezTo>
                  <a:cubicBezTo>
                    <a:pt x="655389" y="386753"/>
                    <a:pt x="651605" y="384807"/>
                    <a:pt x="610692" y="380698"/>
                  </a:cubicBezTo>
                  <a:cubicBezTo>
                    <a:pt x="605821" y="380265"/>
                    <a:pt x="601059" y="376480"/>
                    <a:pt x="590448" y="369776"/>
                  </a:cubicBezTo>
                  <a:cubicBezTo>
                    <a:pt x="586441" y="367289"/>
                    <a:pt x="585146" y="368478"/>
                    <a:pt x="554081" y="375507"/>
                  </a:cubicBezTo>
                  <a:cubicBezTo>
                    <a:pt x="549751" y="376480"/>
                    <a:pt x="546614" y="380373"/>
                    <a:pt x="542499" y="384374"/>
                  </a:cubicBezTo>
                  <a:cubicBezTo>
                    <a:pt x="538822" y="388051"/>
                    <a:pt x="541743" y="387078"/>
                    <a:pt x="596512" y="389240"/>
                  </a:cubicBezTo>
                  <a:cubicBezTo>
                    <a:pt x="600837" y="389457"/>
                    <a:pt x="599757" y="395296"/>
                    <a:pt x="599865" y="396053"/>
                  </a:cubicBezTo>
                  <a:cubicBezTo>
                    <a:pt x="599865" y="403839"/>
                    <a:pt x="610362" y="394648"/>
                    <a:pt x="619023" y="397567"/>
                  </a:cubicBezTo>
                  <a:lnTo>
                    <a:pt x="657123" y="410219"/>
                  </a:lnTo>
                  <a:cubicBezTo>
                    <a:pt x="658856" y="410760"/>
                    <a:pt x="660368" y="413031"/>
                    <a:pt x="660368" y="415302"/>
                  </a:cubicBezTo>
                  <a:cubicBezTo>
                    <a:pt x="660584" y="414545"/>
                    <a:pt x="660908" y="420709"/>
                    <a:pt x="657015" y="420925"/>
                  </a:cubicBezTo>
                  <a:lnTo>
                    <a:pt x="641426" y="421682"/>
                  </a:lnTo>
                  <a:cubicBezTo>
                    <a:pt x="639591" y="421790"/>
                    <a:pt x="638289" y="423628"/>
                    <a:pt x="638505" y="425899"/>
                  </a:cubicBezTo>
                  <a:cubicBezTo>
                    <a:pt x="638721" y="425250"/>
                    <a:pt x="639368" y="430765"/>
                    <a:pt x="635800" y="431631"/>
                  </a:cubicBezTo>
                  <a:lnTo>
                    <a:pt x="604304" y="438984"/>
                  </a:lnTo>
                  <a:cubicBezTo>
                    <a:pt x="599865" y="439957"/>
                    <a:pt x="604412" y="441904"/>
                    <a:pt x="621296" y="452718"/>
                  </a:cubicBezTo>
                  <a:cubicBezTo>
                    <a:pt x="626059" y="455745"/>
                    <a:pt x="618375" y="461368"/>
                    <a:pt x="615670" y="465910"/>
                  </a:cubicBezTo>
                  <a:cubicBezTo>
                    <a:pt x="609498" y="474021"/>
                    <a:pt x="585470" y="458773"/>
                    <a:pt x="582441" y="468506"/>
                  </a:cubicBezTo>
                  <a:cubicBezTo>
                    <a:pt x="582441" y="467857"/>
                    <a:pt x="579951" y="474021"/>
                    <a:pt x="583844" y="475426"/>
                  </a:cubicBezTo>
                  <a:lnTo>
                    <a:pt x="603218" y="482563"/>
                  </a:lnTo>
                  <a:cubicBezTo>
                    <a:pt x="608088" y="484402"/>
                    <a:pt x="600729" y="489700"/>
                    <a:pt x="599001" y="492295"/>
                  </a:cubicBezTo>
                  <a:cubicBezTo>
                    <a:pt x="595103" y="496729"/>
                    <a:pt x="589368" y="491538"/>
                    <a:pt x="582873" y="489809"/>
                  </a:cubicBezTo>
                  <a:cubicBezTo>
                    <a:pt x="577894" y="487862"/>
                    <a:pt x="573995" y="493377"/>
                    <a:pt x="570103" y="495864"/>
                  </a:cubicBezTo>
                  <a:cubicBezTo>
                    <a:pt x="566204" y="498784"/>
                    <a:pt x="567067" y="497919"/>
                    <a:pt x="516629" y="491322"/>
                  </a:cubicBezTo>
                  <a:cubicBezTo>
                    <a:pt x="511651" y="490674"/>
                    <a:pt x="509054" y="496837"/>
                    <a:pt x="506672" y="499216"/>
                  </a:cubicBezTo>
                  <a:cubicBezTo>
                    <a:pt x="503535" y="503109"/>
                    <a:pt x="508838" y="503217"/>
                    <a:pt x="522370" y="506678"/>
                  </a:cubicBezTo>
                  <a:cubicBezTo>
                    <a:pt x="526808" y="507759"/>
                    <a:pt x="521830" y="512950"/>
                    <a:pt x="521392" y="513923"/>
                  </a:cubicBezTo>
                  <a:cubicBezTo>
                    <a:pt x="518255" y="518465"/>
                    <a:pt x="525075" y="521385"/>
                    <a:pt x="526916" y="523547"/>
                  </a:cubicBezTo>
                  <a:cubicBezTo>
                    <a:pt x="530809" y="526900"/>
                    <a:pt x="526262" y="527981"/>
                    <a:pt x="495312" y="546148"/>
                  </a:cubicBezTo>
                  <a:cubicBezTo>
                    <a:pt x="490874" y="548744"/>
                    <a:pt x="493147" y="547878"/>
                    <a:pt x="408285" y="542363"/>
                  </a:cubicBezTo>
                  <a:cubicBezTo>
                    <a:pt x="403307" y="542039"/>
                    <a:pt x="406990" y="550690"/>
                    <a:pt x="407206" y="554259"/>
                  </a:cubicBezTo>
                  <a:cubicBezTo>
                    <a:pt x="408285" y="559882"/>
                    <a:pt x="410559" y="558260"/>
                    <a:pt x="468141" y="560314"/>
                  </a:cubicBezTo>
                  <a:cubicBezTo>
                    <a:pt x="472579" y="560423"/>
                    <a:pt x="474637" y="566153"/>
                    <a:pt x="475176" y="566910"/>
                  </a:cubicBezTo>
                  <a:cubicBezTo>
                    <a:pt x="478205" y="572317"/>
                    <a:pt x="470738" y="575454"/>
                    <a:pt x="464788" y="582807"/>
                  </a:cubicBezTo>
                  <a:cubicBezTo>
                    <a:pt x="461321" y="586375"/>
                    <a:pt x="466191" y="587024"/>
                    <a:pt x="482752" y="593512"/>
                  </a:cubicBezTo>
                  <a:cubicBezTo>
                    <a:pt x="486975" y="595243"/>
                    <a:pt x="488492" y="592755"/>
                    <a:pt x="507758" y="576643"/>
                  </a:cubicBezTo>
                  <a:cubicBezTo>
                    <a:pt x="512089" y="573074"/>
                    <a:pt x="516521" y="579995"/>
                    <a:pt x="521068" y="582807"/>
                  </a:cubicBezTo>
                  <a:cubicBezTo>
                    <a:pt x="524643" y="585618"/>
                    <a:pt x="523773" y="589511"/>
                    <a:pt x="523557" y="605083"/>
                  </a:cubicBezTo>
                  <a:cubicBezTo>
                    <a:pt x="523449" y="610274"/>
                    <a:pt x="521722" y="610814"/>
                    <a:pt x="503535" y="626819"/>
                  </a:cubicBezTo>
                  <a:cubicBezTo>
                    <a:pt x="499313" y="630603"/>
                    <a:pt x="495312" y="622710"/>
                    <a:pt x="490436" y="618817"/>
                  </a:cubicBezTo>
                  <a:cubicBezTo>
                    <a:pt x="486975" y="615356"/>
                    <a:pt x="485457" y="619033"/>
                    <a:pt x="470630" y="637521"/>
                  </a:cubicBezTo>
                  <a:cubicBezTo>
                    <a:pt x="467493" y="641528"/>
                    <a:pt x="469227" y="640226"/>
                    <a:pt x="411645" y="655911"/>
                  </a:cubicBezTo>
                  <a:cubicBezTo>
                    <a:pt x="407206" y="657098"/>
                    <a:pt x="403631" y="652558"/>
                    <a:pt x="402444" y="651904"/>
                  </a:cubicBezTo>
                  <a:cubicBezTo>
                    <a:pt x="398760" y="648773"/>
                    <a:pt x="402552" y="645960"/>
                    <a:pt x="413480" y="632009"/>
                  </a:cubicBezTo>
                  <a:cubicBezTo>
                    <a:pt x="417379" y="627143"/>
                    <a:pt x="407314" y="624656"/>
                    <a:pt x="401466" y="620222"/>
                  </a:cubicBezTo>
                  <a:cubicBezTo>
                    <a:pt x="397033" y="617519"/>
                    <a:pt x="393890" y="624331"/>
                    <a:pt x="391293" y="626602"/>
                  </a:cubicBezTo>
                  <a:cubicBezTo>
                    <a:pt x="387508" y="630820"/>
                    <a:pt x="381444" y="628549"/>
                    <a:pt x="376574" y="628873"/>
                  </a:cubicBezTo>
                  <a:cubicBezTo>
                    <a:pt x="372459" y="628657"/>
                    <a:pt x="370293" y="625737"/>
                    <a:pt x="364559" y="619790"/>
                  </a:cubicBezTo>
                  <a:cubicBezTo>
                    <a:pt x="360553" y="615572"/>
                    <a:pt x="358933" y="626278"/>
                    <a:pt x="356552" y="630711"/>
                  </a:cubicBezTo>
                  <a:cubicBezTo>
                    <a:pt x="354711" y="635254"/>
                    <a:pt x="351466" y="634497"/>
                    <a:pt x="338690" y="634821"/>
                  </a:cubicBezTo>
                  <a:cubicBezTo>
                    <a:pt x="334257" y="634929"/>
                    <a:pt x="331654" y="630279"/>
                    <a:pt x="324078" y="620871"/>
                  </a:cubicBezTo>
                  <a:cubicBezTo>
                    <a:pt x="320725" y="616654"/>
                    <a:pt x="319747" y="625845"/>
                    <a:pt x="318884" y="627792"/>
                  </a:cubicBezTo>
                  <a:cubicBezTo>
                    <a:pt x="317366" y="633091"/>
                    <a:pt x="313797" y="631144"/>
                    <a:pt x="285438" y="628333"/>
                  </a:cubicBezTo>
                  <a:cubicBezTo>
                    <a:pt x="280784" y="627900"/>
                    <a:pt x="276891" y="622926"/>
                    <a:pt x="270827" y="616870"/>
                  </a:cubicBezTo>
                  <a:cubicBezTo>
                    <a:pt x="267043" y="612977"/>
                    <a:pt x="261842" y="614599"/>
                    <a:pt x="258273" y="614275"/>
                  </a:cubicBezTo>
                  <a:cubicBezTo>
                    <a:pt x="256324" y="614275"/>
                    <a:pt x="255136" y="616113"/>
                    <a:pt x="255568" y="618276"/>
                  </a:cubicBezTo>
                  <a:cubicBezTo>
                    <a:pt x="255244" y="617519"/>
                    <a:pt x="255892" y="625196"/>
                    <a:pt x="259791" y="627684"/>
                  </a:cubicBezTo>
                  <a:lnTo>
                    <a:pt x="270179" y="634388"/>
                  </a:lnTo>
                  <a:cubicBezTo>
                    <a:pt x="271805" y="635470"/>
                    <a:pt x="273100" y="638067"/>
                    <a:pt x="273100" y="640334"/>
                  </a:cubicBezTo>
                  <a:cubicBezTo>
                    <a:pt x="273316" y="639578"/>
                    <a:pt x="273316" y="645205"/>
                    <a:pt x="269748" y="644550"/>
                  </a:cubicBezTo>
                  <a:lnTo>
                    <a:pt x="216496" y="633956"/>
                  </a:lnTo>
                  <a:cubicBezTo>
                    <a:pt x="211512" y="632983"/>
                    <a:pt x="210432" y="625845"/>
                    <a:pt x="208699" y="622601"/>
                  </a:cubicBezTo>
                  <a:cubicBezTo>
                    <a:pt x="206749" y="617627"/>
                    <a:pt x="203504" y="622169"/>
                    <a:pt x="190195" y="633307"/>
                  </a:cubicBezTo>
                  <a:cubicBezTo>
                    <a:pt x="186080" y="636765"/>
                    <a:pt x="181425" y="631252"/>
                    <a:pt x="164001" y="618709"/>
                  </a:cubicBezTo>
                  <a:cubicBezTo>
                    <a:pt x="159346" y="615356"/>
                    <a:pt x="162051" y="626602"/>
                    <a:pt x="161836" y="631577"/>
                  </a:cubicBezTo>
                  <a:cubicBezTo>
                    <a:pt x="162160" y="637089"/>
                    <a:pt x="159023" y="635146"/>
                    <a:pt x="132721" y="630820"/>
                  </a:cubicBezTo>
                  <a:cubicBezTo>
                    <a:pt x="128498" y="630063"/>
                    <a:pt x="127527" y="626494"/>
                    <a:pt x="121894" y="614707"/>
                  </a:cubicBezTo>
                  <a:cubicBezTo>
                    <a:pt x="119189" y="609084"/>
                    <a:pt x="116484" y="620006"/>
                    <a:pt x="112261" y="626710"/>
                  </a:cubicBezTo>
                  <a:cubicBezTo>
                    <a:pt x="109988" y="631360"/>
                    <a:pt x="107283" y="627900"/>
                    <a:pt x="92132" y="616870"/>
                  </a:cubicBezTo>
                  <a:cubicBezTo>
                    <a:pt x="88557" y="614166"/>
                    <a:pt x="89535" y="610490"/>
                    <a:pt x="90506" y="594377"/>
                  </a:cubicBezTo>
                  <a:cubicBezTo>
                    <a:pt x="90830" y="588862"/>
                    <a:pt x="92132" y="589511"/>
                    <a:pt x="126765" y="571128"/>
                  </a:cubicBezTo>
                  <a:cubicBezTo>
                    <a:pt x="130879" y="568857"/>
                    <a:pt x="132505" y="569506"/>
                    <a:pt x="162591" y="569506"/>
                  </a:cubicBezTo>
                  <a:cubicBezTo>
                    <a:pt x="166922" y="569506"/>
                    <a:pt x="167786" y="565829"/>
                    <a:pt x="174282" y="551663"/>
                  </a:cubicBezTo>
                  <a:cubicBezTo>
                    <a:pt x="178288" y="543120"/>
                    <a:pt x="153936" y="547554"/>
                    <a:pt x="154368" y="537714"/>
                  </a:cubicBezTo>
                  <a:cubicBezTo>
                    <a:pt x="154368" y="538471"/>
                    <a:pt x="155124" y="532090"/>
                    <a:pt x="152095" y="528846"/>
                  </a:cubicBezTo>
                  <a:lnTo>
                    <a:pt x="136829" y="512733"/>
                  </a:lnTo>
                  <a:cubicBezTo>
                    <a:pt x="133369" y="509057"/>
                    <a:pt x="136937" y="509165"/>
                    <a:pt x="166706" y="499216"/>
                  </a:cubicBezTo>
                  <a:cubicBezTo>
                    <a:pt x="171037" y="497702"/>
                    <a:pt x="171900" y="498459"/>
                    <a:pt x="206749" y="505705"/>
                  </a:cubicBezTo>
                  <a:cubicBezTo>
                    <a:pt x="211188" y="506678"/>
                    <a:pt x="210864" y="507651"/>
                    <a:pt x="233381" y="544742"/>
                  </a:cubicBezTo>
                  <a:cubicBezTo>
                    <a:pt x="236194" y="549392"/>
                    <a:pt x="236734" y="547987"/>
                    <a:pt x="297884" y="547987"/>
                  </a:cubicBezTo>
                  <a:cubicBezTo>
                    <a:pt x="302431" y="547987"/>
                    <a:pt x="301351" y="547878"/>
                    <a:pt x="339775" y="508949"/>
                  </a:cubicBezTo>
                  <a:cubicBezTo>
                    <a:pt x="343020" y="505597"/>
                    <a:pt x="342480" y="500839"/>
                    <a:pt x="342696" y="490781"/>
                  </a:cubicBezTo>
                  <a:cubicBezTo>
                    <a:pt x="342912" y="484942"/>
                    <a:pt x="340855" y="488619"/>
                    <a:pt x="301351" y="527549"/>
                  </a:cubicBezTo>
                  <a:cubicBezTo>
                    <a:pt x="296049" y="532739"/>
                    <a:pt x="283819" y="528954"/>
                    <a:pt x="274186" y="532415"/>
                  </a:cubicBezTo>
                  <a:lnTo>
                    <a:pt x="262280" y="536632"/>
                  </a:lnTo>
                  <a:cubicBezTo>
                    <a:pt x="257949" y="538146"/>
                    <a:pt x="254158" y="534685"/>
                    <a:pt x="246151" y="529603"/>
                  </a:cubicBezTo>
                  <a:cubicBezTo>
                    <a:pt x="242036" y="526900"/>
                    <a:pt x="249828" y="526359"/>
                    <a:pt x="255244" y="525386"/>
                  </a:cubicBezTo>
                  <a:cubicBezTo>
                    <a:pt x="259791" y="524521"/>
                    <a:pt x="256216" y="522034"/>
                    <a:pt x="233705" y="497162"/>
                  </a:cubicBezTo>
                  <a:cubicBezTo>
                    <a:pt x="230454" y="493593"/>
                    <a:pt x="235324" y="492512"/>
                    <a:pt x="249072" y="486132"/>
                  </a:cubicBezTo>
                  <a:cubicBezTo>
                    <a:pt x="254050" y="483861"/>
                    <a:pt x="252539" y="475750"/>
                    <a:pt x="253726" y="468614"/>
                  </a:cubicBezTo>
                  <a:cubicBezTo>
                    <a:pt x="254266" y="463207"/>
                    <a:pt x="252971" y="465153"/>
                    <a:pt x="215195" y="481265"/>
                  </a:cubicBezTo>
                  <a:cubicBezTo>
                    <a:pt x="210756" y="483212"/>
                    <a:pt x="211188" y="475102"/>
                    <a:pt x="210540" y="473264"/>
                  </a:cubicBezTo>
                  <a:cubicBezTo>
                    <a:pt x="209676" y="467640"/>
                    <a:pt x="206641" y="470019"/>
                    <a:pt x="169843" y="479211"/>
                  </a:cubicBezTo>
                  <a:cubicBezTo>
                    <a:pt x="165404" y="480293"/>
                    <a:pt x="165944" y="475967"/>
                    <a:pt x="162375" y="449473"/>
                  </a:cubicBezTo>
                  <a:cubicBezTo>
                    <a:pt x="161296" y="441471"/>
                    <a:pt x="173742" y="439416"/>
                    <a:pt x="180232" y="429468"/>
                  </a:cubicBezTo>
                  <a:lnTo>
                    <a:pt x="190843" y="413247"/>
                  </a:lnTo>
                  <a:cubicBezTo>
                    <a:pt x="193656" y="408922"/>
                    <a:pt x="196037" y="410003"/>
                    <a:pt x="220821" y="410003"/>
                  </a:cubicBezTo>
                  <a:cubicBezTo>
                    <a:pt x="225475" y="410003"/>
                    <a:pt x="228726" y="407732"/>
                    <a:pt x="249288" y="397783"/>
                  </a:cubicBezTo>
                  <a:cubicBezTo>
                    <a:pt x="255676" y="394648"/>
                    <a:pt x="267258" y="404921"/>
                    <a:pt x="275590" y="404488"/>
                  </a:cubicBezTo>
                  <a:cubicBezTo>
                    <a:pt x="275050" y="404596"/>
                    <a:pt x="296049" y="402758"/>
                    <a:pt x="301244" y="404704"/>
                  </a:cubicBezTo>
                  <a:lnTo>
                    <a:pt x="334473" y="417140"/>
                  </a:lnTo>
                  <a:cubicBezTo>
                    <a:pt x="339344" y="418978"/>
                    <a:pt x="333063" y="410543"/>
                    <a:pt x="331654" y="407408"/>
                  </a:cubicBezTo>
                  <a:cubicBezTo>
                    <a:pt x="328949" y="402650"/>
                    <a:pt x="333387" y="404056"/>
                    <a:pt x="372459" y="404056"/>
                  </a:cubicBezTo>
                  <a:cubicBezTo>
                    <a:pt x="377875" y="404056"/>
                    <a:pt x="377875" y="394755"/>
                    <a:pt x="381120" y="386429"/>
                  </a:cubicBezTo>
                  <a:cubicBezTo>
                    <a:pt x="382746" y="380914"/>
                    <a:pt x="376034" y="380265"/>
                    <a:pt x="374516" y="379184"/>
                  </a:cubicBezTo>
                  <a:cubicBezTo>
                    <a:pt x="370624" y="377346"/>
                    <a:pt x="368674" y="380481"/>
                    <a:pt x="358171" y="390646"/>
                  </a:cubicBezTo>
                  <a:cubicBezTo>
                    <a:pt x="354387" y="394323"/>
                    <a:pt x="356768" y="393350"/>
                    <a:pt x="269748" y="383509"/>
                  </a:cubicBezTo>
                  <a:cubicBezTo>
                    <a:pt x="264769" y="382969"/>
                    <a:pt x="270071" y="375507"/>
                    <a:pt x="270827" y="372479"/>
                  </a:cubicBezTo>
                  <a:cubicBezTo>
                    <a:pt x="272776" y="367938"/>
                    <a:pt x="275805" y="368911"/>
                    <a:pt x="290309" y="368911"/>
                  </a:cubicBezTo>
                  <a:cubicBezTo>
                    <a:pt x="295179" y="368911"/>
                    <a:pt x="292150" y="366532"/>
                    <a:pt x="261518" y="318627"/>
                  </a:cubicBezTo>
                  <a:cubicBezTo>
                    <a:pt x="258597" y="313977"/>
                    <a:pt x="254806" y="314085"/>
                    <a:pt x="211734" y="301541"/>
                  </a:cubicBezTo>
                  <a:cubicBezTo>
                    <a:pt x="207295" y="300243"/>
                    <a:pt x="207403" y="296891"/>
                    <a:pt x="199612" y="268884"/>
                  </a:cubicBezTo>
                  <a:cubicBezTo>
                    <a:pt x="198202" y="263909"/>
                    <a:pt x="200151" y="259367"/>
                    <a:pt x="201987" y="252879"/>
                  </a:cubicBezTo>
                  <a:cubicBezTo>
                    <a:pt x="204152" y="245094"/>
                    <a:pt x="216604" y="255367"/>
                    <a:pt x="230238" y="255367"/>
                  </a:cubicBezTo>
                  <a:lnTo>
                    <a:pt x="275805" y="255367"/>
                  </a:lnTo>
                  <a:cubicBezTo>
                    <a:pt x="280460" y="255367"/>
                    <a:pt x="281438" y="256988"/>
                    <a:pt x="306546" y="275264"/>
                  </a:cubicBezTo>
                  <a:cubicBezTo>
                    <a:pt x="310445" y="278075"/>
                    <a:pt x="312280" y="277319"/>
                    <a:pt x="338797" y="277319"/>
                  </a:cubicBezTo>
                  <a:cubicBezTo>
                    <a:pt x="345078" y="277319"/>
                    <a:pt x="362394" y="290835"/>
                    <a:pt x="364775" y="293971"/>
                  </a:cubicBezTo>
                  <a:lnTo>
                    <a:pt x="380580" y="314734"/>
                  </a:lnTo>
                  <a:cubicBezTo>
                    <a:pt x="381768" y="316464"/>
                    <a:pt x="384365" y="317762"/>
                    <a:pt x="386207" y="317762"/>
                  </a:cubicBezTo>
                  <a:cubicBezTo>
                    <a:pt x="385559" y="317978"/>
                    <a:pt x="391401" y="318411"/>
                    <a:pt x="390213" y="313869"/>
                  </a:cubicBezTo>
                  <a:lnTo>
                    <a:pt x="382854" y="285320"/>
                  </a:lnTo>
                  <a:cubicBezTo>
                    <a:pt x="381444" y="280022"/>
                    <a:pt x="381552" y="281211"/>
                    <a:pt x="341941" y="246932"/>
                  </a:cubicBezTo>
                  <a:cubicBezTo>
                    <a:pt x="337610" y="243147"/>
                    <a:pt x="337826" y="244877"/>
                    <a:pt x="483946" y="221303"/>
                  </a:cubicBezTo>
                  <a:cubicBezTo>
                    <a:pt x="488492" y="220546"/>
                    <a:pt x="484054" y="217627"/>
                    <a:pt x="471170" y="205407"/>
                  </a:cubicBezTo>
                  <a:cubicBezTo>
                    <a:pt x="467385" y="201838"/>
                    <a:pt x="468141" y="202811"/>
                    <a:pt x="550075" y="195134"/>
                  </a:cubicBezTo>
                  <a:cubicBezTo>
                    <a:pt x="554513" y="194701"/>
                    <a:pt x="556895" y="189943"/>
                    <a:pt x="563175" y="180967"/>
                  </a:cubicBezTo>
                  <a:cubicBezTo>
                    <a:pt x="566312" y="176534"/>
                    <a:pt x="563823" y="177724"/>
                    <a:pt x="488492" y="175345"/>
                  </a:cubicBezTo>
                  <a:cubicBezTo>
                    <a:pt x="483514" y="175237"/>
                    <a:pt x="486975" y="173723"/>
                    <a:pt x="533736" y="129602"/>
                  </a:cubicBezTo>
                  <a:cubicBezTo>
                    <a:pt x="538168" y="125385"/>
                    <a:pt x="528428" y="129602"/>
                    <a:pt x="486867" y="143012"/>
                  </a:cubicBezTo>
                  <a:cubicBezTo>
                    <a:pt x="482428" y="144525"/>
                    <a:pt x="482536" y="145390"/>
                    <a:pt x="448767" y="189294"/>
                  </a:cubicBezTo>
                  <a:cubicBezTo>
                    <a:pt x="445522" y="193403"/>
                    <a:pt x="447795" y="191782"/>
                    <a:pt x="364236" y="219681"/>
                  </a:cubicBezTo>
                  <a:cubicBezTo>
                    <a:pt x="359689" y="221195"/>
                    <a:pt x="356120" y="219465"/>
                    <a:pt x="330898" y="212652"/>
                  </a:cubicBezTo>
                  <a:cubicBezTo>
                    <a:pt x="326352" y="211463"/>
                    <a:pt x="331330" y="208975"/>
                    <a:pt x="350812" y="193512"/>
                  </a:cubicBezTo>
                  <a:cubicBezTo>
                    <a:pt x="355466" y="189835"/>
                    <a:pt x="343890" y="193836"/>
                    <a:pt x="325704" y="198486"/>
                  </a:cubicBezTo>
                  <a:cubicBezTo>
                    <a:pt x="321373" y="199567"/>
                    <a:pt x="317366" y="195999"/>
                    <a:pt x="313474" y="193295"/>
                  </a:cubicBezTo>
                  <a:cubicBezTo>
                    <a:pt x="309575" y="190700"/>
                    <a:pt x="307302" y="192755"/>
                    <a:pt x="287712" y="201514"/>
                  </a:cubicBezTo>
                  <a:cubicBezTo>
                    <a:pt x="282841" y="203677"/>
                    <a:pt x="285115" y="211679"/>
                    <a:pt x="284575" y="216761"/>
                  </a:cubicBezTo>
                  <a:cubicBezTo>
                    <a:pt x="284575" y="222385"/>
                    <a:pt x="285978" y="221087"/>
                    <a:pt x="201771" y="211354"/>
                  </a:cubicBezTo>
                  <a:cubicBezTo>
                    <a:pt x="196576" y="210706"/>
                    <a:pt x="203612" y="205948"/>
                    <a:pt x="224396" y="185834"/>
                  </a:cubicBezTo>
                  <a:cubicBezTo>
                    <a:pt x="227964" y="182482"/>
                    <a:pt x="228511" y="182806"/>
                    <a:pt x="270179" y="170046"/>
                  </a:cubicBezTo>
                  <a:cubicBezTo>
                    <a:pt x="274726" y="168640"/>
                    <a:pt x="267690" y="167018"/>
                    <a:pt x="255892" y="163017"/>
                  </a:cubicBezTo>
                  <a:cubicBezTo>
                    <a:pt x="254050" y="162368"/>
                    <a:pt x="251129" y="162476"/>
                    <a:pt x="249396" y="163125"/>
                  </a:cubicBezTo>
                  <a:cubicBezTo>
                    <a:pt x="250044" y="162909"/>
                    <a:pt x="195281" y="183563"/>
                    <a:pt x="190303" y="187240"/>
                  </a:cubicBezTo>
                  <a:lnTo>
                    <a:pt x="161074" y="208867"/>
                  </a:lnTo>
                  <a:cubicBezTo>
                    <a:pt x="156965" y="211895"/>
                    <a:pt x="157613" y="210489"/>
                    <a:pt x="95916" y="177832"/>
                  </a:cubicBezTo>
                  <a:cubicBezTo>
                    <a:pt x="94297" y="176967"/>
                    <a:pt x="94405" y="176209"/>
                    <a:pt x="96247" y="176209"/>
                  </a:cubicBezTo>
                  <a:cubicBezTo>
                    <a:pt x="95700" y="176209"/>
                    <a:pt x="170059" y="177183"/>
                    <a:pt x="175583" y="174912"/>
                  </a:cubicBezTo>
                  <a:lnTo>
                    <a:pt x="237597" y="149067"/>
                  </a:lnTo>
                  <a:cubicBezTo>
                    <a:pt x="242036" y="147121"/>
                    <a:pt x="235762" y="142579"/>
                    <a:pt x="235108" y="141498"/>
                  </a:cubicBezTo>
                  <a:cubicBezTo>
                    <a:pt x="233813" y="139984"/>
                    <a:pt x="231216" y="139226"/>
                    <a:pt x="229374" y="139767"/>
                  </a:cubicBezTo>
                  <a:cubicBezTo>
                    <a:pt x="229914" y="139551"/>
                    <a:pt x="162699" y="159989"/>
                    <a:pt x="157181" y="160530"/>
                  </a:cubicBezTo>
                  <a:lnTo>
                    <a:pt x="84340" y="167883"/>
                  </a:lnTo>
                  <a:cubicBezTo>
                    <a:pt x="79902" y="168208"/>
                    <a:pt x="77952" y="165396"/>
                    <a:pt x="66370" y="154582"/>
                  </a:cubicBezTo>
                  <a:cubicBezTo>
                    <a:pt x="62471" y="151014"/>
                    <a:pt x="67125" y="150257"/>
                    <a:pt x="106095" y="128845"/>
                  </a:cubicBezTo>
                  <a:cubicBezTo>
                    <a:pt x="110312" y="126467"/>
                    <a:pt x="107175" y="120195"/>
                    <a:pt x="107067" y="118572"/>
                  </a:cubicBezTo>
                  <a:cubicBezTo>
                    <a:pt x="105765" y="113165"/>
                    <a:pt x="103606" y="115437"/>
                    <a:pt x="66910" y="126250"/>
                  </a:cubicBezTo>
                  <a:cubicBezTo>
                    <a:pt x="62147" y="127764"/>
                    <a:pt x="58147" y="123330"/>
                    <a:pt x="55657" y="122033"/>
                  </a:cubicBezTo>
                  <a:cubicBezTo>
                    <a:pt x="51650" y="119437"/>
                    <a:pt x="56845" y="117491"/>
                    <a:pt x="71996" y="107759"/>
                  </a:cubicBezTo>
                  <a:cubicBezTo>
                    <a:pt x="76003" y="105272"/>
                    <a:pt x="70377" y="104298"/>
                    <a:pt x="59658" y="100730"/>
                  </a:cubicBezTo>
                  <a:cubicBezTo>
                    <a:pt x="55327" y="99216"/>
                    <a:pt x="55003" y="100081"/>
                    <a:pt x="19176" y="112733"/>
                  </a:cubicBezTo>
                  <a:cubicBezTo>
                    <a:pt x="15068" y="114247"/>
                    <a:pt x="12903" y="111436"/>
                    <a:pt x="1968" y="102784"/>
                  </a:cubicBezTo>
                  <a:lnTo>
                    <a:pt x="1212" y="103433"/>
                  </a:lnTo>
                  <a:cubicBezTo>
                    <a:pt x="-2687" y="100297"/>
                    <a:pt x="781" y="99865"/>
                    <a:pt x="42557" y="77805"/>
                  </a:cubicBezTo>
                  <a:cubicBezTo>
                    <a:pt x="46564" y="75642"/>
                    <a:pt x="47968" y="76939"/>
                    <a:pt x="73190" y="85698"/>
                  </a:cubicBezTo>
                  <a:cubicBezTo>
                    <a:pt x="77520" y="87212"/>
                    <a:pt x="82175" y="84617"/>
                    <a:pt x="89535" y="81806"/>
                  </a:cubicBezTo>
                  <a:cubicBezTo>
                    <a:pt x="94189" y="80075"/>
                    <a:pt x="96786" y="74885"/>
                    <a:pt x="106203" y="61368"/>
                  </a:cubicBezTo>
                  <a:cubicBezTo>
                    <a:pt x="109124" y="57258"/>
                    <a:pt x="110750" y="58340"/>
                    <a:pt x="141592" y="58340"/>
                  </a:cubicBezTo>
                  <a:cubicBezTo>
                    <a:pt x="145923" y="58340"/>
                    <a:pt x="147440" y="61584"/>
                    <a:pt x="155987" y="73155"/>
                  </a:cubicBezTo>
                  <a:cubicBezTo>
                    <a:pt x="158807" y="76939"/>
                    <a:pt x="161404" y="74236"/>
                    <a:pt x="173850" y="66450"/>
                  </a:cubicBezTo>
                  <a:cubicBezTo>
                    <a:pt x="177958" y="63963"/>
                    <a:pt x="175907" y="64503"/>
                    <a:pt x="234461" y="78129"/>
                  </a:cubicBezTo>
                  <a:cubicBezTo>
                    <a:pt x="239763" y="79427"/>
                    <a:pt x="236518" y="69046"/>
                    <a:pt x="236626" y="62449"/>
                  </a:cubicBezTo>
                  <a:cubicBezTo>
                    <a:pt x="236194" y="56826"/>
                    <a:pt x="234029" y="57691"/>
                    <a:pt x="190519" y="45904"/>
                  </a:cubicBezTo>
                  <a:cubicBezTo>
                    <a:pt x="185648" y="44606"/>
                    <a:pt x="191490" y="44174"/>
                    <a:pt x="232943" y="35090"/>
                  </a:cubicBezTo>
                  <a:cubicBezTo>
                    <a:pt x="237921" y="34009"/>
                    <a:pt x="233921" y="26007"/>
                    <a:pt x="233489" y="22222"/>
                  </a:cubicBezTo>
                  <a:cubicBezTo>
                    <a:pt x="232295" y="17031"/>
                    <a:pt x="236626" y="18329"/>
                    <a:pt x="256000" y="18329"/>
                  </a:cubicBezTo>
                  <a:cubicBezTo>
                    <a:pt x="260762" y="18329"/>
                    <a:pt x="261518" y="25790"/>
                    <a:pt x="262604" y="27953"/>
                  </a:cubicBezTo>
                  <a:cubicBezTo>
                    <a:pt x="264439" y="33252"/>
                    <a:pt x="264661" y="31738"/>
                    <a:pt x="315423" y="37577"/>
                  </a:cubicBezTo>
                  <a:cubicBezTo>
                    <a:pt x="320294" y="38226"/>
                    <a:pt x="324294" y="42552"/>
                    <a:pt x="335445" y="51743"/>
                  </a:cubicBezTo>
                  <a:cubicBezTo>
                    <a:pt x="339236" y="54879"/>
                    <a:pt x="337826" y="54014"/>
                    <a:pt x="390645" y="62449"/>
                  </a:cubicBezTo>
                  <a:cubicBezTo>
                    <a:pt x="394976" y="63098"/>
                    <a:pt x="397573" y="59421"/>
                    <a:pt x="404069" y="53041"/>
                  </a:cubicBezTo>
                  <a:cubicBezTo>
                    <a:pt x="407854" y="49256"/>
                    <a:pt x="405904" y="50121"/>
                    <a:pt x="343020" y="26656"/>
                  </a:cubicBezTo>
                  <a:cubicBezTo>
                    <a:pt x="338474" y="25033"/>
                    <a:pt x="344754" y="22438"/>
                    <a:pt x="359041" y="13895"/>
                  </a:cubicBezTo>
                  <a:cubicBezTo>
                    <a:pt x="362343" y="11895"/>
                    <a:pt x="360530" y="6272"/>
                    <a:pt x="358839" y="13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614F1F5-2DD8-1F01-ADAF-8D9A7FB785D6}"/>
                </a:ext>
              </a:extLst>
            </p:cNvPr>
            <p:cNvSpPr/>
            <p:nvPr/>
          </p:nvSpPr>
          <p:spPr>
            <a:xfrm>
              <a:off x="2494005" y="2649707"/>
              <a:ext cx="79739" cy="24446"/>
            </a:xfrm>
            <a:custGeom>
              <a:avLst/>
              <a:gdLst>
                <a:gd name="csX0" fmla="*/ 47632 w 79739"/>
                <a:gd name="csY0" fmla="*/ 15610 h 24446"/>
                <a:gd name="csX1" fmla="*/ 67546 w 79739"/>
                <a:gd name="csY1" fmla="*/ 24042 h 24446"/>
                <a:gd name="csX2" fmla="*/ 79128 w 79739"/>
                <a:gd name="csY2" fmla="*/ 12473 h 24446"/>
                <a:gd name="csX3" fmla="*/ 63438 w 79739"/>
                <a:gd name="csY3" fmla="*/ 5774 h 24446"/>
                <a:gd name="csX4" fmla="*/ 17000 w 79739"/>
                <a:gd name="csY4" fmla="*/ 39 h 24446"/>
                <a:gd name="csX5" fmla="*/ 1201 w 79739"/>
                <a:gd name="csY5" fmla="*/ 4688 h 24446"/>
                <a:gd name="csX6" fmla="*/ 47525 w 79739"/>
                <a:gd name="csY6" fmla="*/ 15610 h 24446"/>
                <a:gd name="csX7" fmla="*/ 47632 w 79739"/>
                <a:gd name="csY7" fmla="*/ 15610 h 24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739" h="24446">
                  <a:moveTo>
                    <a:pt x="47632" y="15610"/>
                  </a:moveTo>
                  <a:cubicBezTo>
                    <a:pt x="52395" y="16473"/>
                    <a:pt x="57373" y="19286"/>
                    <a:pt x="67546" y="24042"/>
                  </a:cubicBezTo>
                  <a:cubicBezTo>
                    <a:pt x="72417" y="26316"/>
                    <a:pt x="74258" y="18531"/>
                    <a:pt x="79128" y="12473"/>
                  </a:cubicBezTo>
                  <a:cubicBezTo>
                    <a:pt x="81618" y="8688"/>
                    <a:pt x="76531" y="8688"/>
                    <a:pt x="63438" y="5774"/>
                  </a:cubicBezTo>
                  <a:cubicBezTo>
                    <a:pt x="59107" y="4796"/>
                    <a:pt x="60841" y="5119"/>
                    <a:pt x="17000" y="39"/>
                  </a:cubicBezTo>
                  <a:cubicBezTo>
                    <a:pt x="12460" y="-500"/>
                    <a:pt x="1201" y="4688"/>
                    <a:pt x="1201" y="4688"/>
                  </a:cubicBezTo>
                  <a:cubicBezTo>
                    <a:pt x="-4431" y="6961"/>
                    <a:pt x="9532" y="8148"/>
                    <a:pt x="47525" y="15610"/>
                  </a:cubicBezTo>
                  <a:lnTo>
                    <a:pt x="47632" y="156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F62DC8D-12EF-C3C4-53B2-FC2C19A6FE0E}"/>
                </a:ext>
              </a:extLst>
            </p:cNvPr>
            <p:cNvSpPr/>
            <p:nvPr/>
          </p:nvSpPr>
          <p:spPr>
            <a:xfrm>
              <a:off x="3290030" y="1506806"/>
              <a:ext cx="14402" cy="13215"/>
            </a:xfrm>
            <a:custGeom>
              <a:avLst/>
              <a:gdLst>
                <a:gd name="csX0" fmla="*/ 5905 w 14402"/>
                <a:gd name="csY0" fmla="*/ 1007 h 13215"/>
                <a:gd name="csX1" fmla="*/ 57 w 14402"/>
                <a:gd name="csY1" fmla="*/ 10418 h 13215"/>
                <a:gd name="csX2" fmla="*/ 57 w 14402"/>
                <a:gd name="csY2" fmla="*/ 10957 h 13215"/>
                <a:gd name="csX3" fmla="*/ 3524 w 14402"/>
                <a:gd name="csY3" fmla="*/ 12793 h 13215"/>
                <a:gd name="csX4" fmla="*/ 13373 w 14402"/>
                <a:gd name="csY4" fmla="*/ 3064 h 13215"/>
                <a:gd name="csX5" fmla="*/ 5905 w 14402"/>
                <a:gd name="csY5" fmla="*/ 1007 h 13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02" h="13215">
                  <a:moveTo>
                    <a:pt x="5905" y="1007"/>
                  </a:moveTo>
                  <a:cubicBezTo>
                    <a:pt x="4495" y="2633"/>
                    <a:pt x="-591" y="5223"/>
                    <a:pt x="57" y="10418"/>
                  </a:cubicBezTo>
                  <a:lnTo>
                    <a:pt x="57" y="10957"/>
                  </a:lnTo>
                  <a:cubicBezTo>
                    <a:pt x="380" y="13008"/>
                    <a:pt x="1898" y="13770"/>
                    <a:pt x="3524" y="12793"/>
                  </a:cubicBezTo>
                  <a:cubicBezTo>
                    <a:pt x="8286" y="9116"/>
                    <a:pt x="17481" y="6741"/>
                    <a:pt x="13373" y="3064"/>
                  </a:cubicBezTo>
                  <a:cubicBezTo>
                    <a:pt x="13373" y="3064"/>
                    <a:pt x="9366" y="-2130"/>
                    <a:pt x="5905" y="10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961DD0E-8F3C-F55B-339F-92BADEF0DF17}"/>
                </a:ext>
              </a:extLst>
            </p:cNvPr>
            <p:cNvSpPr/>
            <p:nvPr/>
          </p:nvSpPr>
          <p:spPr>
            <a:xfrm>
              <a:off x="3193776" y="3793601"/>
              <a:ext cx="25558" cy="10950"/>
            </a:xfrm>
            <a:custGeom>
              <a:avLst/>
              <a:gdLst>
                <a:gd name="csX0" fmla="*/ 9836 w 25558"/>
                <a:gd name="csY0" fmla="*/ 2727 h 10950"/>
                <a:gd name="csX1" fmla="*/ 527 w 25558"/>
                <a:gd name="csY1" fmla="*/ 5324 h 10950"/>
                <a:gd name="csX2" fmla="*/ 203 w 25558"/>
                <a:gd name="csY2" fmla="*/ 6080 h 10950"/>
                <a:gd name="csX3" fmla="*/ 2369 w 25558"/>
                <a:gd name="csY3" fmla="*/ 9648 h 10950"/>
                <a:gd name="csX4" fmla="*/ 18059 w 25558"/>
                <a:gd name="csY4" fmla="*/ 9001 h 10950"/>
                <a:gd name="csX5" fmla="*/ 9836 w 25558"/>
                <a:gd name="csY5" fmla="*/ 2727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558" h="10950">
                  <a:moveTo>
                    <a:pt x="9836" y="2727"/>
                  </a:moveTo>
                  <a:cubicBezTo>
                    <a:pt x="9836" y="2727"/>
                    <a:pt x="2153" y="885"/>
                    <a:pt x="527" y="5324"/>
                  </a:cubicBezTo>
                  <a:lnTo>
                    <a:pt x="203" y="6080"/>
                  </a:lnTo>
                  <a:cubicBezTo>
                    <a:pt x="-451" y="7807"/>
                    <a:pt x="527" y="9432"/>
                    <a:pt x="2369" y="9648"/>
                  </a:cubicBezTo>
                  <a:cubicBezTo>
                    <a:pt x="12001" y="10944"/>
                    <a:pt x="15138" y="12030"/>
                    <a:pt x="18059" y="9001"/>
                  </a:cubicBezTo>
                  <a:cubicBezTo>
                    <a:pt x="33541" y="-7116"/>
                    <a:pt x="22174" y="3482"/>
                    <a:pt x="9836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C35C346A-6A41-2A27-FAD1-3E865B194005}"/>
                </a:ext>
              </a:extLst>
            </p:cNvPr>
            <p:cNvSpPr/>
            <p:nvPr/>
          </p:nvSpPr>
          <p:spPr>
            <a:xfrm>
              <a:off x="3200376" y="3245663"/>
              <a:ext cx="10771" cy="8498"/>
            </a:xfrm>
            <a:custGeom>
              <a:avLst/>
              <a:gdLst>
                <a:gd name="csX0" fmla="*/ 9949 w 10771"/>
                <a:gd name="csY0" fmla="*/ 139 h 8498"/>
                <a:gd name="csX1" fmla="*/ 2589 w 10771"/>
                <a:gd name="csY1" fmla="*/ 2514 h 8498"/>
                <a:gd name="csX2" fmla="*/ 748 w 10771"/>
                <a:gd name="csY2" fmla="*/ 8032 h 8498"/>
                <a:gd name="csX3" fmla="*/ 8107 w 10771"/>
                <a:gd name="csY3" fmla="*/ 5651 h 8498"/>
                <a:gd name="csX4" fmla="*/ 9949 w 10771"/>
                <a:gd name="csY4" fmla="*/ 139 h 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71" h="8498">
                  <a:moveTo>
                    <a:pt x="9949" y="139"/>
                  </a:moveTo>
                  <a:cubicBezTo>
                    <a:pt x="8431" y="-400"/>
                    <a:pt x="5078" y="679"/>
                    <a:pt x="2589" y="2514"/>
                  </a:cubicBezTo>
                  <a:cubicBezTo>
                    <a:pt x="100" y="4356"/>
                    <a:pt x="-764" y="6839"/>
                    <a:pt x="748" y="8032"/>
                  </a:cubicBezTo>
                  <a:cubicBezTo>
                    <a:pt x="2157" y="9220"/>
                    <a:pt x="5510" y="8032"/>
                    <a:pt x="8107" y="5651"/>
                  </a:cubicBezTo>
                  <a:cubicBezTo>
                    <a:pt x="10704" y="3162"/>
                    <a:pt x="11574" y="679"/>
                    <a:pt x="9949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779F7B75-413E-033B-B16F-A2E64AE9854C}"/>
                </a:ext>
              </a:extLst>
            </p:cNvPr>
            <p:cNvSpPr/>
            <p:nvPr/>
          </p:nvSpPr>
          <p:spPr>
            <a:xfrm>
              <a:off x="2334222" y="3832460"/>
              <a:ext cx="8081" cy="14659"/>
            </a:xfrm>
            <a:custGeom>
              <a:avLst/>
              <a:gdLst>
                <a:gd name="csX0" fmla="*/ 5023 w 8081"/>
                <a:gd name="csY0" fmla="*/ 743 h 14659"/>
                <a:gd name="csX1" fmla="*/ 44 w 8081"/>
                <a:gd name="csY1" fmla="*/ 9284 h 14659"/>
                <a:gd name="csX2" fmla="*/ 3505 w 8081"/>
                <a:gd name="csY2" fmla="*/ 13938 h 14659"/>
                <a:gd name="csX3" fmla="*/ 8052 w 8081"/>
                <a:gd name="csY3" fmla="*/ 6477 h 14659"/>
                <a:gd name="csX4" fmla="*/ 5023 w 8081"/>
                <a:gd name="csY4" fmla="*/ 743 h 1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81" h="14659">
                  <a:moveTo>
                    <a:pt x="5023" y="743"/>
                  </a:moveTo>
                  <a:cubicBezTo>
                    <a:pt x="4045" y="1930"/>
                    <a:pt x="-495" y="4743"/>
                    <a:pt x="44" y="9284"/>
                  </a:cubicBezTo>
                  <a:cubicBezTo>
                    <a:pt x="260" y="10046"/>
                    <a:pt x="44" y="16853"/>
                    <a:pt x="3505" y="13938"/>
                  </a:cubicBezTo>
                  <a:cubicBezTo>
                    <a:pt x="4045" y="13284"/>
                    <a:pt x="8483" y="10909"/>
                    <a:pt x="8052" y="6477"/>
                  </a:cubicBezTo>
                  <a:cubicBezTo>
                    <a:pt x="8052" y="6477"/>
                    <a:pt x="8376" y="-2610"/>
                    <a:pt x="5023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70615889-A056-A3E1-3F68-4A9BCC1C44F9}"/>
                </a:ext>
              </a:extLst>
            </p:cNvPr>
            <p:cNvSpPr/>
            <p:nvPr/>
          </p:nvSpPr>
          <p:spPr>
            <a:xfrm>
              <a:off x="2281878" y="3799897"/>
              <a:ext cx="46165" cy="98081"/>
            </a:xfrm>
            <a:custGeom>
              <a:avLst/>
              <a:gdLst>
                <a:gd name="csX0" fmla="*/ 22187 w 46165"/>
                <a:gd name="csY0" fmla="*/ 21628 h 98081"/>
                <a:gd name="csX1" fmla="*/ 16231 w 46165"/>
                <a:gd name="csY1" fmla="*/ 15894 h 98081"/>
                <a:gd name="csX2" fmla="*/ 2381 w 46165"/>
                <a:gd name="csY2" fmla="*/ 18815 h 98081"/>
                <a:gd name="csX3" fmla="*/ 2381 w 46165"/>
                <a:gd name="csY3" fmla="*/ 24765 h 98081"/>
                <a:gd name="csX4" fmla="*/ 0 w 46165"/>
                <a:gd name="csY4" fmla="*/ 98082 h 98081"/>
                <a:gd name="csX5" fmla="*/ 15475 w 46165"/>
                <a:gd name="csY5" fmla="*/ 96888 h 98081"/>
                <a:gd name="csX6" fmla="*/ 16777 w 46165"/>
                <a:gd name="csY6" fmla="*/ 96348 h 98081"/>
                <a:gd name="csX7" fmla="*/ 17101 w 46165"/>
                <a:gd name="csY7" fmla="*/ 93974 h 98081"/>
                <a:gd name="csX8" fmla="*/ 26518 w 46165"/>
                <a:gd name="csY8" fmla="*/ 82944 h 98081"/>
                <a:gd name="csX9" fmla="*/ 33331 w 46165"/>
                <a:gd name="csY9" fmla="*/ 79807 h 98081"/>
                <a:gd name="csX10" fmla="*/ 40697 w 46165"/>
                <a:gd name="csY10" fmla="*/ 51257 h 98081"/>
                <a:gd name="csX11" fmla="*/ 39503 w 46165"/>
                <a:gd name="csY11" fmla="*/ 41739 h 98081"/>
                <a:gd name="csX12" fmla="*/ 40913 w 46165"/>
                <a:gd name="csY12" fmla="*/ 31248 h 98081"/>
                <a:gd name="csX13" fmla="*/ 40913 w 46165"/>
                <a:gd name="csY13" fmla="*/ 31033 h 98081"/>
                <a:gd name="csX14" fmla="*/ 46107 w 46165"/>
                <a:gd name="csY14" fmla="*/ 6706 h 98081"/>
                <a:gd name="csX15" fmla="*/ 42316 w 46165"/>
                <a:gd name="csY15" fmla="*/ 1619 h 98081"/>
                <a:gd name="csX16" fmla="*/ 37338 w 46165"/>
                <a:gd name="csY16" fmla="*/ 0 h 98081"/>
                <a:gd name="csX17" fmla="*/ 36043 w 46165"/>
                <a:gd name="csY17" fmla="*/ 1079 h 98081"/>
                <a:gd name="csX18" fmla="*/ 22079 w 46165"/>
                <a:gd name="csY18" fmla="*/ 21952 h 98081"/>
                <a:gd name="csX19" fmla="*/ 22187 w 46165"/>
                <a:gd name="csY19" fmla="*/ 21628 h 98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6165" h="98081">
                  <a:moveTo>
                    <a:pt x="22187" y="21628"/>
                  </a:moveTo>
                  <a:lnTo>
                    <a:pt x="16231" y="15894"/>
                  </a:lnTo>
                  <a:lnTo>
                    <a:pt x="2381" y="18815"/>
                  </a:lnTo>
                  <a:lnTo>
                    <a:pt x="2381" y="24765"/>
                  </a:lnTo>
                  <a:lnTo>
                    <a:pt x="0" y="98082"/>
                  </a:lnTo>
                  <a:lnTo>
                    <a:pt x="15475" y="96888"/>
                  </a:lnTo>
                  <a:lnTo>
                    <a:pt x="16777" y="96348"/>
                  </a:lnTo>
                  <a:cubicBezTo>
                    <a:pt x="16561" y="95593"/>
                    <a:pt x="16561" y="94837"/>
                    <a:pt x="17101" y="93974"/>
                  </a:cubicBezTo>
                  <a:cubicBezTo>
                    <a:pt x="20021" y="89751"/>
                    <a:pt x="21317" y="82944"/>
                    <a:pt x="26518" y="82944"/>
                  </a:cubicBezTo>
                  <a:cubicBezTo>
                    <a:pt x="27165" y="82836"/>
                    <a:pt x="32036" y="83807"/>
                    <a:pt x="33331" y="79807"/>
                  </a:cubicBezTo>
                  <a:cubicBezTo>
                    <a:pt x="41021" y="56877"/>
                    <a:pt x="42208" y="55258"/>
                    <a:pt x="40697" y="51257"/>
                  </a:cubicBezTo>
                  <a:cubicBezTo>
                    <a:pt x="40475" y="50178"/>
                    <a:pt x="37878" y="45955"/>
                    <a:pt x="39503" y="41739"/>
                  </a:cubicBezTo>
                  <a:cubicBezTo>
                    <a:pt x="39935" y="40012"/>
                    <a:pt x="42964" y="35471"/>
                    <a:pt x="40913" y="31248"/>
                  </a:cubicBezTo>
                  <a:lnTo>
                    <a:pt x="40913" y="31033"/>
                  </a:lnTo>
                  <a:cubicBezTo>
                    <a:pt x="37878" y="24981"/>
                    <a:pt x="46971" y="14815"/>
                    <a:pt x="46107" y="6706"/>
                  </a:cubicBezTo>
                  <a:cubicBezTo>
                    <a:pt x="45891" y="6166"/>
                    <a:pt x="46431" y="1943"/>
                    <a:pt x="42316" y="1619"/>
                  </a:cubicBezTo>
                  <a:cubicBezTo>
                    <a:pt x="41884" y="1403"/>
                    <a:pt x="37986" y="1727"/>
                    <a:pt x="37338" y="0"/>
                  </a:cubicBezTo>
                  <a:lnTo>
                    <a:pt x="36043" y="1079"/>
                  </a:lnTo>
                  <a:lnTo>
                    <a:pt x="22079" y="21952"/>
                  </a:lnTo>
                  <a:lnTo>
                    <a:pt x="22187" y="216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8359FB9F-BF73-F4DE-F1F3-2B02169D01BD}"/>
                </a:ext>
              </a:extLst>
            </p:cNvPr>
            <p:cNvSpPr/>
            <p:nvPr/>
          </p:nvSpPr>
          <p:spPr>
            <a:xfrm>
              <a:off x="3395796" y="3997096"/>
              <a:ext cx="10878" cy="12124"/>
            </a:xfrm>
            <a:custGeom>
              <a:avLst/>
              <a:gdLst>
                <a:gd name="csX0" fmla="*/ 2755 w 10878"/>
                <a:gd name="csY0" fmla="*/ 10427 h 12124"/>
                <a:gd name="csX1" fmla="*/ 8705 w 10878"/>
                <a:gd name="csY1" fmla="*/ 10643 h 12124"/>
                <a:gd name="csX2" fmla="*/ 9353 w 10878"/>
                <a:gd name="csY2" fmla="*/ 4153 h 12124"/>
                <a:gd name="csX3" fmla="*/ 44 w 10878"/>
                <a:gd name="csY3" fmla="*/ 1771 h 12124"/>
                <a:gd name="csX4" fmla="*/ 2755 w 10878"/>
                <a:gd name="csY4" fmla="*/ 10534 h 12124"/>
                <a:gd name="csX5" fmla="*/ 2755 w 10878"/>
                <a:gd name="csY5" fmla="*/ 10427 h 1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78" h="12124">
                  <a:moveTo>
                    <a:pt x="2755" y="10427"/>
                  </a:moveTo>
                  <a:cubicBezTo>
                    <a:pt x="3403" y="10643"/>
                    <a:pt x="6324" y="13995"/>
                    <a:pt x="8705" y="10643"/>
                  </a:cubicBezTo>
                  <a:cubicBezTo>
                    <a:pt x="8921" y="10103"/>
                    <a:pt x="13036" y="6426"/>
                    <a:pt x="9353" y="4153"/>
                  </a:cubicBezTo>
                  <a:cubicBezTo>
                    <a:pt x="9353" y="4153"/>
                    <a:pt x="44" y="-3309"/>
                    <a:pt x="44" y="1771"/>
                  </a:cubicBezTo>
                  <a:cubicBezTo>
                    <a:pt x="151" y="2749"/>
                    <a:pt x="-820" y="7830"/>
                    <a:pt x="2755" y="10534"/>
                  </a:cubicBezTo>
                  <a:lnTo>
                    <a:pt x="2755" y="10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EB95D46-C71C-3CD5-D110-32C66415D38C}"/>
                </a:ext>
              </a:extLst>
            </p:cNvPr>
            <p:cNvSpPr/>
            <p:nvPr/>
          </p:nvSpPr>
          <p:spPr>
            <a:xfrm>
              <a:off x="2691885" y="3531230"/>
              <a:ext cx="25755" cy="33321"/>
            </a:xfrm>
            <a:custGeom>
              <a:avLst/>
              <a:gdLst>
                <a:gd name="csX0" fmla="*/ 16770 w 25755"/>
                <a:gd name="csY0" fmla="*/ 32599 h 33321"/>
                <a:gd name="csX1" fmla="*/ 25749 w 25755"/>
                <a:gd name="csY1" fmla="*/ 23734 h 33321"/>
                <a:gd name="csX2" fmla="*/ 23806 w 25755"/>
                <a:gd name="csY2" fmla="*/ 16921 h 33321"/>
                <a:gd name="csX3" fmla="*/ 13627 w 25755"/>
                <a:gd name="csY3" fmla="*/ 919 h 33321"/>
                <a:gd name="csX4" fmla="*/ 8864 w 25755"/>
                <a:gd name="csY4" fmla="*/ 2323 h 33321"/>
                <a:gd name="csX5" fmla="*/ 7893 w 25755"/>
                <a:gd name="csY5" fmla="*/ 11079 h 33321"/>
                <a:gd name="csX6" fmla="*/ 1181 w 25755"/>
                <a:gd name="csY6" fmla="*/ 23843 h 33321"/>
                <a:gd name="csX7" fmla="*/ 16662 w 25755"/>
                <a:gd name="csY7" fmla="*/ 32599 h 33321"/>
                <a:gd name="csX8" fmla="*/ 16770 w 25755"/>
                <a:gd name="csY8" fmla="*/ 32599 h 33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755" h="33321">
                  <a:moveTo>
                    <a:pt x="16770" y="32599"/>
                  </a:moveTo>
                  <a:cubicBezTo>
                    <a:pt x="19691" y="30332"/>
                    <a:pt x="25749" y="28815"/>
                    <a:pt x="25749" y="23734"/>
                  </a:cubicBezTo>
                  <a:cubicBezTo>
                    <a:pt x="25749" y="23195"/>
                    <a:pt x="25971" y="19950"/>
                    <a:pt x="23806" y="16921"/>
                  </a:cubicBezTo>
                  <a:cubicBezTo>
                    <a:pt x="15792" y="5675"/>
                    <a:pt x="18828" y="2646"/>
                    <a:pt x="13627" y="919"/>
                  </a:cubicBezTo>
                  <a:cubicBezTo>
                    <a:pt x="13627" y="919"/>
                    <a:pt x="8109" y="-1894"/>
                    <a:pt x="8864" y="2323"/>
                  </a:cubicBezTo>
                  <a:cubicBezTo>
                    <a:pt x="8864" y="3078"/>
                    <a:pt x="10814" y="7840"/>
                    <a:pt x="7893" y="11079"/>
                  </a:cubicBezTo>
                  <a:cubicBezTo>
                    <a:pt x="4756" y="15626"/>
                    <a:pt x="-2928" y="20382"/>
                    <a:pt x="1181" y="23843"/>
                  </a:cubicBezTo>
                  <a:cubicBezTo>
                    <a:pt x="10706" y="31735"/>
                    <a:pt x="12979" y="34872"/>
                    <a:pt x="16662" y="32599"/>
                  </a:cubicBezTo>
                  <a:lnTo>
                    <a:pt x="16770" y="32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EA3D0095-7BFB-70D4-C109-9B04E433A86E}"/>
                </a:ext>
              </a:extLst>
            </p:cNvPr>
            <p:cNvSpPr/>
            <p:nvPr/>
          </p:nvSpPr>
          <p:spPr>
            <a:xfrm>
              <a:off x="2712311" y="3568808"/>
              <a:ext cx="15539" cy="21396"/>
            </a:xfrm>
            <a:custGeom>
              <a:avLst/>
              <a:gdLst>
                <a:gd name="csX0" fmla="*/ 3488 w 15539"/>
                <a:gd name="csY0" fmla="*/ 16433 h 21396"/>
                <a:gd name="csX1" fmla="*/ 8790 w 15539"/>
                <a:gd name="csY1" fmla="*/ 21196 h 21396"/>
                <a:gd name="csX2" fmla="*/ 14848 w 15539"/>
                <a:gd name="csY2" fmla="*/ 15030 h 21396"/>
                <a:gd name="csX3" fmla="*/ 13337 w 15539"/>
                <a:gd name="csY3" fmla="*/ 2597 h 21396"/>
                <a:gd name="csX4" fmla="*/ 2186 w 15539"/>
                <a:gd name="csY4" fmla="*/ 1079 h 21396"/>
                <a:gd name="csX5" fmla="*/ 2294 w 15539"/>
                <a:gd name="csY5" fmla="*/ 10274 h 21396"/>
                <a:gd name="csX6" fmla="*/ 3488 w 15539"/>
                <a:gd name="csY6" fmla="*/ 16542 h 21396"/>
                <a:gd name="csX7" fmla="*/ 3488 w 15539"/>
                <a:gd name="csY7" fmla="*/ 16433 h 2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539" h="21396">
                  <a:moveTo>
                    <a:pt x="3488" y="16433"/>
                  </a:moveTo>
                  <a:cubicBezTo>
                    <a:pt x="3488" y="20434"/>
                    <a:pt x="8250" y="20872"/>
                    <a:pt x="8790" y="21196"/>
                  </a:cubicBezTo>
                  <a:cubicBezTo>
                    <a:pt x="13337" y="22599"/>
                    <a:pt x="14092" y="16218"/>
                    <a:pt x="14848" y="15030"/>
                  </a:cubicBezTo>
                  <a:cubicBezTo>
                    <a:pt x="16258" y="11462"/>
                    <a:pt x="15394" y="9620"/>
                    <a:pt x="13337" y="2597"/>
                  </a:cubicBezTo>
                  <a:cubicBezTo>
                    <a:pt x="11927" y="-2165"/>
                    <a:pt x="5539" y="1079"/>
                    <a:pt x="2186" y="1079"/>
                  </a:cubicBezTo>
                  <a:cubicBezTo>
                    <a:pt x="-2576" y="1943"/>
                    <a:pt x="1862" y="8109"/>
                    <a:pt x="2294" y="10274"/>
                  </a:cubicBezTo>
                  <a:cubicBezTo>
                    <a:pt x="2942" y="12001"/>
                    <a:pt x="3488" y="14814"/>
                    <a:pt x="3488" y="16542"/>
                  </a:cubicBezTo>
                  <a:lnTo>
                    <a:pt x="3488" y="164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E3599274-6A37-40C3-EF1C-5AB01996DF7F}"/>
                </a:ext>
              </a:extLst>
            </p:cNvPr>
            <p:cNvSpPr/>
            <p:nvPr/>
          </p:nvSpPr>
          <p:spPr>
            <a:xfrm>
              <a:off x="2725893" y="3532929"/>
              <a:ext cx="11426" cy="7848"/>
            </a:xfrm>
            <a:custGeom>
              <a:avLst/>
              <a:gdLst>
                <a:gd name="csX0" fmla="*/ 8734 w 11426"/>
                <a:gd name="csY0" fmla="*/ 6897 h 7848"/>
                <a:gd name="csX1" fmla="*/ 10252 w 11426"/>
                <a:gd name="csY1" fmla="*/ 5925 h 7848"/>
                <a:gd name="csX2" fmla="*/ 10252 w 11426"/>
                <a:gd name="csY2" fmla="*/ 2141 h 7848"/>
                <a:gd name="csX3" fmla="*/ 3108 w 11426"/>
                <a:gd name="csY3" fmla="*/ 1055 h 7848"/>
                <a:gd name="csX4" fmla="*/ 1375 w 11426"/>
                <a:gd name="csY4" fmla="*/ 6573 h 7848"/>
                <a:gd name="csX5" fmla="*/ 8626 w 11426"/>
                <a:gd name="csY5" fmla="*/ 6897 h 7848"/>
                <a:gd name="csX6" fmla="*/ 8734 w 11426"/>
                <a:gd name="csY6" fmla="*/ 6897 h 7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26" h="7848">
                  <a:moveTo>
                    <a:pt x="8734" y="6897"/>
                  </a:moveTo>
                  <a:lnTo>
                    <a:pt x="10252" y="5925"/>
                  </a:lnTo>
                  <a:cubicBezTo>
                    <a:pt x="11763" y="4948"/>
                    <a:pt x="11871" y="3221"/>
                    <a:pt x="10252" y="2141"/>
                  </a:cubicBezTo>
                  <a:cubicBezTo>
                    <a:pt x="9598" y="1919"/>
                    <a:pt x="6461" y="-1758"/>
                    <a:pt x="3108" y="1055"/>
                  </a:cubicBezTo>
                  <a:cubicBezTo>
                    <a:pt x="3108" y="1055"/>
                    <a:pt x="-2524" y="4624"/>
                    <a:pt x="1375" y="6573"/>
                  </a:cubicBezTo>
                  <a:cubicBezTo>
                    <a:pt x="1914" y="6681"/>
                    <a:pt x="5159" y="9164"/>
                    <a:pt x="8626" y="6897"/>
                  </a:cubicBezTo>
                  <a:lnTo>
                    <a:pt x="8734" y="6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FF5F90C-AE7E-3B24-E7C1-04D3E404F3B4}"/>
                </a:ext>
              </a:extLst>
            </p:cNvPr>
            <p:cNvSpPr/>
            <p:nvPr/>
          </p:nvSpPr>
          <p:spPr>
            <a:xfrm>
              <a:off x="2868813" y="3682141"/>
              <a:ext cx="27961" cy="18609"/>
            </a:xfrm>
            <a:custGeom>
              <a:avLst/>
              <a:gdLst>
                <a:gd name="csX0" fmla="*/ 3165 w 27961"/>
                <a:gd name="csY0" fmla="*/ 7888 h 18609"/>
                <a:gd name="csX1" fmla="*/ 2301 w 27961"/>
                <a:gd name="csY1" fmla="*/ 18486 h 18609"/>
                <a:gd name="csX2" fmla="*/ 24164 w 27961"/>
                <a:gd name="csY2" fmla="*/ 15349 h 18609"/>
                <a:gd name="csX3" fmla="*/ 14855 w 27961"/>
                <a:gd name="csY3" fmla="*/ 5183 h 18609"/>
                <a:gd name="csX4" fmla="*/ 3057 w 27961"/>
                <a:gd name="csY4" fmla="*/ 7996 h 18609"/>
                <a:gd name="csX5" fmla="*/ 3165 w 27961"/>
                <a:gd name="csY5" fmla="*/ 7888 h 18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961" h="18609">
                  <a:moveTo>
                    <a:pt x="3165" y="7888"/>
                  </a:moveTo>
                  <a:cubicBezTo>
                    <a:pt x="2193" y="11673"/>
                    <a:pt x="-2893" y="18486"/>
                    <a:pt x="2301" y="18486"/>
                  </a:cubicBezTo>
                  <a:cubicBezTo>
                    <a:pt x="19186" y="18486"/>
                    <a:pt x="22862" y="19566"/>
                    <a:pt x="24164" y="15349"/>
                  </a:cubicBezTo>
                  <a:cubicBezTo>
                    <a:pt x="32387" y="-11905"/>
                    <a:pt x="26330" y="5507"/>
                    <a:pt x="14855" y="5183"/>
                  </a:cubicBezTo>
                  <a:cubicBezTo>
                    <a:pt x="14855" y="5183"/>
                    <a:pt x="4898" y="3240"/>
                    <a:pt x="3057" y="7996"/>
                  </a:cubicBezTo>
                  <a:lnTo>
                    <a:pt x="3165" y="78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8EF6A1E-E04E-FEA8-A4D0-02A87B31830E}"/>
                </a:ext>
              </a:extLst>
            </p:cNvPr>
            <p:cNvSpPr/>
            <p:nvPr/>
          </p:nvSpPr>
          <p:spPr>
            <a:xfrm>
              <a:off x="2673647" y="3465845"/>
              <a:ext cx="40156" cy="15756"/>
            </a:xfrm>
            <a:custGeom>
              <a:avLst/>
              <a:gdLst>
                <a:gd name="csX0" fmla="*/ 38145 w 40156"/>
                <a:gd name="csY0" fmla="*/ 12341 h 15756"/>
                <a:gd name="csX1" fmla="*/ 37059 w 40156"/>
                <a:gd name="csY1" fmla="*/ 5312 h 15756"/>
                <a:gd name="csX2" fmla="*/ 25477 w 40156"/>
                <a:gd name="csY2" fmla="*/ 2391 h 15756"/>
                <a:gd name="csX3" fmla="*/ 15958 w 40156"/>
                <a:gd name="csY3" fmla="*/ 232 h 15756"/>
                <a:gd name="csX4" fmla="*/ 9138 w 40156"/>
                <a:gd name="csY4" fmla="*/ 6067 h 15756"/>
                <a:gd name="csX5" fmla="*/ 1671 w 40156"/>
                <a:gd name="csY5" fmla="*/ 8988 h 15756"/>
                <a:gd name="csX6" fmla="*/ 6319 w 40156"/>
                <a:gd name="csY6" fmla="*/ 14830 h 15756"/>
                <a:gd name="csX7" fmla="*/ 20175 w 40156"/>
                <a:gd name="csY7" fmla="*/ 10614 h 15756"/>
                <a:gd name="csX8" fmla="*/ 38037 w 40156"/>
                <a:gd name="csY8" fmla="*/ 12341 h 15756"/>
                <a:gd name="csX9" fmla="*/ 38145 w 40156"/>
                <a:gd name="csY9" fmla="*/ 12341 h 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0156" h="15756">
                  <a:moveTo>
                    <a:pt x="38145" y="12341"/>
                  </a:moveTo>
                  <a:cubicBezTo>
                    <a:pt x="42907" y="13421"/>
                    <a:pt x="37821" y="7153"/>
                    <a:pt x="37059" y="5312"/>
                  </a:cubicBezTo>
                  <a:cubicBezTo>
                    <a:pt x="34678" y="987"/>
                    <a:pt x="28728" y="2829"/>
                    <a:pt x="25477" y="2391"/>
                  </a:cubicBezTo>
                  <a:cubicBezTo>
                    <a:pt x="21584" y="2391"/>
                    <a:pt x="18447" y="1095"/>
                    <a:pt x="15958" y="232"/>
                  </a:cubicBezTo>
                  <a:cubicBezTo>
                    <a:pt x="11519" y="-1394"/>
                    <a:pt x="9138" y="6067"/>
                    <a:pt x="9138" y="6067"/>
                  </a:cubicBezTo>
                  <a:cubicBezTo>
                    <a:pt x="7189" y="9852"/>
                    <a:pt x="2426" y="8880"/>
                    <a:pt x="1671" y="8988"/>
                  </a:cubicBezTo>
                  <a:cubicBezTo>
                    <a:pt x="-3422" y="8988"/>
                    <a:pt x="4592" y="13205"/>
                    <a:pt x="6319" y="14830"/>
                  </a:cubicBezTo>
                  <a:cubicBezTo>
                    <a:pt x="10542" y="17859"/>
                    <a:pt x="15412" y="12665"/>
                    <a:pt x="20175" y="10614"/>
                  </a:cubicBezTo>
                  <a:cubicBezTo>
                    <a:pt x="24181" y="8449"/>
                    <a:pt x="28404" y="10182"/>
                    <a:pt x="38037" y="12341"/>
                  </a:cubicBezTo>
                  <a:lnTo>
                    <a:pt x="38145" y="123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C94AA16-7AAE-EB21-9CB9-EF1ECB6D2CE7}"/>
                </a:ext>
              </a:extLst>
            </p:cNvPr>
            <p:cNvSpPr/>
            <p:nvPr/>
          </p:nvSpPr>
          <p:spPr>
            <a:xfrm>
              <a:off x="2721527" y="3462879"/>
              <a:ext cx="25549" cy="42981"/>
            </a:xfrm>
            <a:custGeom>
              <a:avLst/>
              <a:gdLst>
                <a:gd name="csX0" fmla="*/ 23711 w 25549"/>
                <a:gd name="csY0" fmla="*/ 26662 h 42981"/>
                <a:gd name="csX1" fmla="*/ 24466 w 25549"/>
                <a:gd name="csY1" fmla="*/ 17473 h 42981"/>
                <a:gd name="csX2" fmla="*/ 10941 w 25549"/>
                <a:gd name="csY2" fmla="*/ 2329 h 42981"/>
                <a:gd name="csX3" fmla="*/ 1632 w 25549"/>
                <a:gd name="csY3" fmla="*/ 61 h 42981"/>
                <a:gd name="csX4" fmla="*/ 870 w 25549"/>
                <a:gd name="csY4" fmla="*/ 2113 h 42981"/>
                <a:gd name="csX5" fmla="*/ 2388 w 25549"/>
                <a:gd name="csY5" fmla="*/ 3306 h 42981"/>
                <a:gd name="csX6" fmla="*/ 10395 w 25549"/>
                <a:gd name="csY6" fmla="*/ 12926 h 42981"/>
                <a:gd name="csX7" fmla="*/ 13754 w 25549"/>
                <a:gd name="csY7" fmla="*/ 24395 h 42981"/>
                <a:gd name="csX8" fmla="*/ 11589 w 25549"/>
                <a:gd name="csY8" fmla="*/ 33475 h 42981"/>
                <a:gd name="csX9" fmla="*/ 17539 w 25549"/>
                <a:gd name="csY9" fmla="*/ 42340 h 42981"/>
                <a:gd name="csX10" fmla="*/ 20352 w 25549"/>
                <a:gd name="csY10" fmla="*/ 32503 h 42981"/>
                <a:gd name="csX11" fmla="*/ 23711 w 25549"/>
                <a:gd name="csY11" fmla="*/ 26554 h 42981"/>
                <a:gd name="csX12" fmla="*/ 23711 w 25549"/>
                <a:gd name="csY12" fmla="*/ 26662 h 42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49" h="42981">
                  <a:moveTo>
                    <a:pt x="23711" y="26662"/>
                  </a:moveTo>
                  <a:cubicBezTo>
                    <a:pt x="27279" y="23849"/>
                    <a:pt x="24574" y="18985"/>
                    <a:pt x="24466" y="17473"/>
                  </a:cubicBezTo>
                  <a:cubicBezTo>
                    <a:pt x="23387" y="13257"/>
                    <a:pt x="20352" y="11199"/>
                    <a:pt x="10941" y="2329"/>
                  </a:cubicBezTo>
                  <a:cubicBezTo>
                    <a:pt x="7582" y="-802"/>
                    <a:pt x="2711" y="169"/>
                    <a:pt x="1632" y="61"/>
                  </a:cubicBezTo>
                  <a:cubicBezTo>
                    <a:pt x="-210" y="61"/>
                    <a:pt x="-534" y="925"/>
                    <a:pt x="870" y="2113"/>
                  </a:cubicBezTo>
                  <a:lnTo>
                    <a:pt x="2388" y="3306"/>
                  </a:lnTo>
                  <a:cubicBezTo>
                    <a:pt x="5740" y="5904"/>
                    <a:pt x="7798" y="9250"/>
                    <a:pt x="10395" y="12926"/>
                  </a:cubicBezTo>
                  <a:cubicBezTo>
                    <a:pt x="12776" y="16387"/>
                    <a:pt x="13100" y="20280"/>
                    <a:pt x="13754" y="24395"/>
                  </a:cubicBezTo>
                  <a:cubicBezTo>
                    <a:pt x="14402" y="28827"/>
                    <a:pt x="11913" y="32719"/>
                    <a:pt x="11589" y="33475"/>
                  </a:cubicBezTo>
                  <a:cubicBezTo>
                    <a:pt x="9531" y="38016"/>
                    <a:pt x="15697" y="40397"/>
                    <a:pt x="17539" y="42340"/>
                  </a:cubicBezTo>
                  <a:cubicBezTo>
                    <a:pt x="21653" y="45477"/>
                    <a:pt x="19920" y="36288"/>
                    <a:pt x="20352" y="32503"/>
                  </a:cubicBezTo>
                  <a:cubicBezTo>
                    <a:pt x="20352" y="28827"/>
                    <a:pt x="23279" y="27201"/>
                    <a:pt x="23711" y="26554"/>
                  </a:cubicBezTo>
                  <a:lnTo>
                    <a:pt x="23711" y="26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83CBEDF-1777-0073-06D7-7BEE0D7C9FC0}"/>
                </a:ext>
              </a:extLst>
            </p:cNvPr>
            <p:cNvSpPr/>
            <p:nvPr/>
          </p:nvSpPr>
          <p:spPr>
            <a:xfrm>
              <a:off x="2886851" y="3638185"/>
              <a:ext cx="19533" cy="10221"/>
            </a:xfrm>
            <a:custGeom>
              <a:avLst/>
              <a:gdLst>
                <a:gd name="csX0" fmla="*/ 19334 w 19533"/>
                <a:gd name="csY0" fmla="*/ 7508 h 10221"/>
                <a:gd name="csX1" fmla="*/ 16629 w 19533"/>
                <a:gd name="csY1" fmla="*/ 2098 h 10221"/>
                <a:gd name="csX2" fmla="*/ 1694 w 19533"/>
                <a:gd name="csY2" fmla="*/ 1990 h 10221"/>
                <a:gd name="csX3" fmla="*/ 2017 w 19533"/>
                <a:gd name="csY3" fmla="*/ 7617 h 10221"/>
                <a:gd name="csX4" fmla="*/ 19226 w 19533"/>
                <a:gd name="csY4" fmla="*/ 7617 h 10221"/>
                <a:gd name="csX5" fmla="*/ 19334 w 19533"/>
                <a:gd name="csY5" fmla="*/ 7508 h 1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33" h="10221">
                  <a:moveTo>
                    <a:pt x="19334" y="7508"/>
                  </a:moveTo>
                  <a:cubicBezTo>
                    <a:pt x="19334" y="6969"/>
                    <a:pt x="20629" y="2968"/>
                    <a:pt x="16629" y="2098"/>
                  </a:cubicBezTo>
                  <a:cubicBezTo>
                    <a:pt x="16629" y="2098"/>
                    <a:pt x="4399" y="-2550"/>
                    <a:pt x="1694" y="1990"/>
                  </a:cubicBezTo>
                  <a:cubicBezTo>
                    <a:pt x="1478" y="2644"/>
                    <a:pt x="-2205" y="6753"/>
                    <a:pt x="2017" y="7617"/>
                  </a:cubicBezTo>
                  <a:cubicBezTo>
                    <a:pt x="10888" y="8480"/>
                    <a:pt x="18470" y="13020"/>
                    <a:pt x="19226" y="7617"/>
                  </a:cubicBezTo>
                  <a:lnTo>
                    <a:pt x="19334" y="75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818AB22F-30D8-5683-C921-EB6BD96BA23A}"/>
                </a:ext>
              </a:extLst>
            </p:cNvPr>
            <p:cNvSpPr/>
            <p:nvPr/>
          </p:nvSpPr>
          <p:spPr>
            <a:xfrm>
              <a:off x="2844434" y="3618601"/>
              <a:ext cx="21204" cy="16089"/>
            </a:xfrm>
            <a:custGeom>
              <a:avLst/>
              <a:gdLst>
                <a:gd name="csX0" fmla="*/ 3407 w 21204"/>
                <a:gd name="csY0" fmla="*/ 10652 h 16089"/>
                <a:gd name="csX1" fmla="*/ 11522 w 21204"/>
                <a:gd name="csY1" fmla="*/ 13897 h 16089"/>
                <a:gd name="csX2" fmla="*/ 18342 w 21204"/>
                <a:gd name="csY2" fmla="*/ 16062 h 16089"/>
                <a:gd name="csX3" fmla="*/ 21155 w 21204"/>
                <a:gd name="csY3" fmla="*/ 12818 h 16089"/>
                <a:gd name="csX4" fmla="*/ 20292 w 21204"/>
                <a:gd name="csY4" fmla="*/ 8385 h 16089"/>
                <a:gd name="csX5" fmla="*/ 14989 w 21204"/>
                <a:gd name="csY5" fmla="*/ 5357 h 16089"/>
                <a:gd name="csX6" fmla="*/ 8709 w 21204"/>
                <a:gd name="csY6" fmla="*/ 3839 h 16089"/>
                <a:gd name="csX7" fmla="*/ 48 w 21204"/>
                <a:gd name="csY7" fmla="*/ 2004 h 16089"/>
                <a:gd name="csX8" fmla="*/ 3407 w 21204"/>
                <a:gd name="csY8" fmla="*/ 10760 h 16089"/>
                <a:gd name="csX9" fmla="*/ 3407 w 21204"/>
                <a:gd name="csY9" fmla="*/ 10652 h 1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04" h="16089">
                  <a:moveTo>
                    <a:pt x="3407" y="10652"/>
                  </a:moveTo>
                  <a:cubicBezTo>
                    <a:pt x="5032" y="11084"/>
                    <a:pt x="9795" y="11084"/>
                    <a:pt x="11522" y="13897"/>
                  </a:cubicBezTo>
                  <a:cubicBezTo>
                    <a:pt x="13040" y="16494"/>
                    <a:pt x="18882" y="16062"/>
                    <a:pt x="18342" y="16062"/>
                  </a:cubicBezTo>
                  <a:cubicBezTo>
                    <a:pt x="20184" y="16062"/>
                    <a:pt x="21479" y="14545"/>
                    <a:pt x="21155" y="12818"/>
                  </a:cubicBezTo>
                  <a:lnTo>
                    <a:pt x="20292" y="8385"/>
                  </a:lnTo>
                  <a:cubicBezTo>
                    <a:pt x="19644" y="4601"/>
                    <a:pt x="14443" y="5248"/>
                    <a:pt x="14989" y="5357"/>
                  </a:cubicBezTo>
                  <a:cubicBezTo>
                    <a:pt x="13148" y="5464"/>
                    <a:pt x="10335" y="4817"/>
                    <a:pt x="8709" y="3839"/>
                  </a:cubicBezTo>
                  <a:cubicBezTo>
                    <a:pt x="6220" y="2759"/>
                    <a:pt x="48" y="-2975"/>
                    <a:pt x="48" y="2004"/>
                  </a:cubicBezTo>
                  <a:cubicBezTo>
                    <a:pt x="378" y="3731"/>
                    <a:pt x="-1355" y="9897"/>
                    <a:pt x="3407" y="10760"/>
                  </a:cubicBezTo>
                  <a:lnTo>
                    <a:pt x="3407" y="10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32E8A324-0CA9-88C7-B230-E3E513491E4C}"/>
                </a:ext>
              </a:extLst>
            </p:cNvPr>
            <p:cNvSpPr/>
            <p:nvPr/>
          </p:nvSpPr>
          <p:spPr>
            <a:xfrm>
              <a:off x="2847285" y="3642532"/>
              <a:ext cx="12655" cy="10658"/>
            </a:xfrm>
            <a:custGeom>
              <a:avLst/>
              <a:gdLst>
                <a:gd name="csX0" fmla="*/ 1966 w 12655"/>
                <a:gd name="csY0" fmla="*/ 10515 h 10658"/>
                <a:gd name="csX1" fmla="*/ 11821 w 12655"/>
                <a:gd name="csY1" fmla="*/ 5104 h 10658"/>
                <a:gd name="csX2" fmla="*/ 10196 w 12655"/>
                <a:gd name="csY2" fmla="*/ 24 h 10658"/>
                <a:gd name="csX3" fmla="*/ 2944 w 12655"/>
                <a:gd name="csY3" fmla="*/ 3593 h 10658"/>
                <a:gd name="csX4" fmla="*/ 1966 w 12655"/>
                <a:gd name="csY4" fmla="*/ 10515 h 1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55" h="10658">
                  <a:moveTo>
                    <a:pt x="1966" y="10515"/>
                  </a:moveTo>
                  <a:cubicBezTo>
                    <a:pt x="4455" y="9543"/>
                    <a:pt x="10304" y="9759"/>
                    <a:pt x="11821" y="5104"/>
                  </a:cubicBezTo>
                  <a:cubicBezTo>
                    <a:pt x="11821" y="5104"/>
                    <a:pt x="14526" y="-408"/>
                    <a:pt x="10196" y="24"/>
                  </a:cubicBezTo>
                  <a:cubicBezTo>
                    <a:pt x="9656" y="240"/>
                    <a:pt x="5001" y="-192"/>
                    <a:pt x="2944" y="3593"/>
                  </a:cubicBezTo>
                  <a:cubicBezTo>
                    <a:pt x="2296" y="5212"/>
                    <a:pt x="-2688" y="11702"/>
                    <a:pt x="1966" y="105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0A19E33-0197-9ABD-7388-52F5F85DECBD}"/>
                </a:ext>
              </a:extLst>
            </p:cNvPr>
            <p:cNvSpPr/>
            <p:nvPr/>
          </p:nvSpPr>
          <p:spPr>
            <a:xfrm>
              <a:off x="2791777" y="3551828"/>
              <a:ext cx="21948" cy="21979"/>
            </a:xfrm>
            <a:custGeom>
              <a:avLst/>
              <a:gdLst>
                <a:gd name="csX0" fmla="*/ 10071 w 21948"/>
                <a:gd name="csY0" fmla="*/ 19577 h 21979"/>
                <a:gd name="csX1" fmla="*/ 20136 w 21948"/>
                <a:gd name="csY1" fmla="*/ 19901 h 21979"/>
                <a:gd name="csX2" fmla="*/ 11798 w 21948"/>
                <a:gd name="csY2" fmla="*/ 4108 h 21979"/>
                <a:gd name="csX3" fmla="*/ 0 w 21948"/>
                <a:gd name="csY3" fmla="*/ 0 h 21979"/>
                <a:gd name="csX4" fmla="*/ 0 w 21948"/>
                <a:gd name="csY4" fmla="*/ 755 h 21979"/>
                <a:gd name="csX5" fmla="*/ 8985 w 21948"/>
                <a:gd name="csY5" fmla="*/ 13519 h 21979"/>
                <a:gd name="csX6" fmla="*/ 10071 w 21948"/>
                <a:gd name="csY6" fmla="*/ 19469 h 21979"/>
                <a:gd name="csX7" fmla="*/ 10071 w 21948"/>
                <a:gd name="csY7" fmla="*/ 19577 h 21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48" h="21979">
                  <a:moveTo>
                    <a:pt x="10071" y="19577"/>
                  </a:moveTo>
                  <a:cubicBezTo>
                    <a:pt x="8769" y="24549"/>
                    <a:pt x="16669" y="20332"/>
                    <a:pt x="20136" y="19901"/>
                  </a:cubicBezTo>
                  <a:cubicBezTo>
                    <a:pt x="24467" y="18707"/>
                    <a:pt x="20784" y="15577"/>
                    <a:pt x="11798" y="4108"/>
                  </a:cubicBezTo>
                  <a:cubicBezTo>
                    <a:pt x="8661" y="108"/>
                    <a:pt x="3143" y="755"/>
                    <a:pt x="0" y="0"/>
                  </a:cubicBezTo>
                  <a:lnTo>
                    <a:pt x="0" y="755"/>
                  </a:lnTo>
                  <a:lnTo>
                    <a:pt x="8985" y="13519"/>
                  </a:lnTo>
                  <a:cubicBezTo>
                    <a:pt x="10071" y="15030"/>
                    <a:pt x="10503" y="17735"/>
                    <a:pt x="10071" y="19469"/>
                  </a:cubicBezTo>
                  <a:lnTo>
                    <a:pt x="10071" y="1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E30873B3-9D21-9991-1647-E98CB61F4EA7}"/>
                </a:ext>
              </a:extLst>
            </p:cNvPr>
            <p:cNvSpPr/>
            <p:nvPr/>
          </p:nvSpPr>
          <p:spPr>
            <a:xfrm>
              <a:off x="2807222" y="3587785"/>
              <a:ext cx="17680" cy="32267"/>
            </a:xfrm>
            <a:custGeom>
              <a:avLst/>
              <a:gdLst>
                <a:gd name="csX0" fmla="*/ 5986 w 17680"/>
                <a:gd name="csY0" fmla="*/ 27194 h 32267"/>
                <a:gd name="csX1" fmla="*/ 13346 w 17680"/>
                <a:gd name="csY1" fmla="*/ 17142 h 32267"/>
                <a:gd name="csX2" fmla="*/ 11397 w 17680"/>
                <a:gd name="csY2" fmla="*/ 10004 h 32267"/>
                <a:gd name="csX3" fmla="*/ 36 w 17680"/>
                <a:gd name="csY3" fmla="*/ 1781 h 32267"/>
                <a:gd name="csX4" fmla="*/ 1763 w 17680"/>
                <a:gd name="csY4" fmla="*/ 10112 h 32267"/>
                <a:gd name="csX5" fmla="*/ 4907 w 17680"/>
                <a:gd name="csY5" fmla="*/ 19948 h 32267"/>
                <a:gd name="csX6" fmla="*/ 5986 w 17680"/>
                <a:gd name="csY6" fmla="*/ 27194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680" h="32267">
                  <a:moveTo>
                    <a:pt x="5986" y="27194"/>
                  </a:moveTo>
                  <a:cubicBezTo>
                    <a:pt x="27741" y="38547"/>
                    <a:pt x="12266" y="28927"/>
                    <a:pt x="13346" y="17142"/>
                  </a:cubicBezTo>
                  <a:cubicBezTo>
                    <a:pt x="13346" y="16595"/>
                    <a:pt x="14324" y="12919"/>
                    <a:pt x="11397" y="10004"/>
                  </a:cubicBezTo>
                  <a:cubicBezTo>
                    <a:pt x="3389" y="1889"/>
                    <a:pt x="36" y="-2760"/>
                    <a:pt x="36" y="1781"/>
                  </a:cubicBezTo>
                  <a:cubicBezTo>
                    <a:pt x="36" y="1781"/>
                    <a:pt x="-402" y="6543"/>
                    <a:pt x="1763" y="10112"/>
                  </a:cubicBezTo>
                  <a:cubicBezTo>
                    <a:pt x="2634" y="12055"/>
                    <a:pt x="6418" y="15516"/>
                    <a:pt x="4907" y="19948"/>
                  </a:cubicBezTo>
                  <a:cubicBezTo>
                    <a:pt x="4907" y="20602"/>
                    <a:pt x="2087" y="25143"/>
                    <a:pt x="5986" y="27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B4D1CE7B-49A4-7C29-136C-072952D773DE}"/>
                </a:ext>
              </a:extLst>
            </p:cNvPr>
            <p:cNvSpPr/>
            <p:nvPr/>
          </p:nvSpPr>
          <p:spPr>
            <a:xfrm>
              <a:off x="2777251" y="3585702"/>
              <a:ext cx="20255" cy="13668"/>
            </a:xfrm>
            <a:custGeom>
              <a:avLst/>
              <a:gdLst>
                <a:gd name="csX0" fmla="*/ 9871 w 20255"/>
                <a:gd name="csY0" fmla="*/ 13275 h 13668"/>
                <a:gd name="csX1" fmla="*/ 19504 w 20255"/>
                <a:gd name="csY1" fmla="*/ 11224 h 13668"/>
                <a:gd name="csX2" fmla="*/ 11382 w 20255"/>
                <a:gd name="csY2" fmla="*/ 3978 h 13668"/>
                <a:gd name="csX3" fmla="*/ 238 w 20255"/>
                <a:gd name="csY3" fmla="*/ 1273 h 13668"/>
                <a:gd name="csX4" fmla="*/ 9871 w 20255"/>
                <a:gd name="csY4" fmla="*/ 13275 h 13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255" h="13668">
                  <a:moveTo>
                    <a:pt x="9871" y="13275"/>
                  </a:moveTo>
                  <a:cubicBezTo>
                    <a:pt x="13548" y="13059"/>
                    <a:pt x="22965" y="15224"/>
                    <a:pt x="19504" y="11224"/>
                  </a:cubicBezTo>
                  <a:cubicBezTo>
                    <a:pt x="17231" y="8518"/>
                    <a:pt x="15174" y="5598"/>
                    <a:pt x="11382" y="3978"/>
                  </a:cubicBezTo>
                  <a:cubicBezTo>
                    <a:pt x="11382" y="3978"/>
                    <a:pt x="-1927" y="-2727"/>
                    <a:pt x="238" y="1273"/>
                  </a:cubicBezTo>
                  <a:cubicBezTo>
                    <a:pt x="3483" y="6245"/>
                    <a:pt x="4569" y="13059"/>
                    <a:pt x="9871" y="132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BD78B3BD-1182-6B64-F678-611E99727A52}"/>
                </a:ext>
              </a:extLst>
            </p:cNvPr>
            <p:cNvSpPr/>
            <p:nvPr/>
          </p:nvSpPr>
          <p:spPr>
            <a:xfrm>
              <a:off x="2771315" y="3532198"/>
              <a:ext cx="9080" cy="22883"/>
            </a:xfrm>
            <a:custGeom>
              <a:avLst/>
              <a:gdLst>
                <a:gd name="csX0" fmla="*/ 7794 w 9080"/>
                <a:gd name="csY0" fmla="*/ 21256 h 22883"/>
                <a:gd name="csX1" fmla="*/ 8556 w 9080"/>
                <a:gd name="csY1" fmla="*/ 8060 h 22883"/>
                <a:gd name="csX2" fmla="*/ 4549 w 9080"/>
                <a:gd name="csY2" fmla="*/ 1139 h 22883"/>
                <a:gd name="csX3" fmla="*/ 1304 w 9080"/>
                <a:gd name="csY3" fmla="*/ 17471 h 22883"/>
                <a:gd name="csX4" fmla="*/ 7794 w 9080"/>
                <a:gd name="csY4" fmla="*/ 21256 h 22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80" h="22883">
                  <a:moveTo>
                    <a:pt x="7794" y="21256"/>
                  </a:moveTo>
                  <a:cubicBezTo>
                    <a:pt x="8664" y="16493"/>
                    <a:pt x="9744" y="12169"/>
                    <a:pt x="8556" y="8060"/>
                  </a:cubicBezTo>
                  <a:cubicBezTo>
                    <a:pt x="8556" y="8060"/>
                    <a:pt x="6391" y="-3617"/>
                    <a:pt x="4549" y="1139"/>
                  </a:cubicBezTo>
                  <a:cubicBezTo>
                    <a:pt x="542" y="11305"/>
                    <a:pt x="-1515" y="14226"/>
                    <a:pt x="1304" y="17471"/>
                  </a:cubicBezTo>
                  <a:cubicBezTo>
                    <a:pt x="2924" y="18983"/>
                    <a:pt x="7039" y="26012"/>
                    <a:pt x="7794" y="212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17636A94-ECC2-05CA-BDDE-603B1D24B3D7}"/>
                </a:ext>
              </a:extLst>
            </p:cNvPr>
            <p:cNvSpPr/>
            <p:nvPr/>
          </p:nvSpPr>
          <p:spPr>
            <a:xfrm>
              <a:off x="2754001" y="3515027"/>
              <a:ext cx="16640" cy="9804"/>
            </a:xfrm>
            <a:custGeom>
              <a:avLst/>
              <a:gdLst>
                <a:gd name="csX0" fmla="*/ 6820 w 16640"/>
                <a:gd name="csY0" fmla="*/ 142 h 9804"/>
                <a:gd name="csX1" fmla="*/ 540 w 16640"/>
                <a:gd name="csY1" fmla="*/ 2847 h 9804"/>
                <a:gd name="csX2" fmla="*/ 9093 w 16640"/>
                <a:gd name="csY2" fmla="*/ 9769 h 9804"/>
                <a:gd name="csX3" fmla="*/ 15913 w 16640"/>
                <a:gd name="csY3" fmla="*/ 7172 h 9804"/>
                <a:gd name="csX4" fmla="*/ 6712 w 16640"/>
                <a:gd name="csY4" fmla="*/ 142 h 9804"/>
                <a:gd name="csX5" fmla="*/ 6820 w 16640"/>
                <a:gd name="csY5" fmla="*/ 142 h 9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640" h="9804">
                  <a:moveTo>
                    <a:pt x="6820" y="142"/>
                  </a:moveTo>
                  <a:cubicBezTo>
                    <a:pt x="6820" y="142"/>
                    <a:pt x="-2273" y="-937"/>
                    <a:pt x="540" y="2847"/>
                  </a:cubicBezTo>
                  <a:cubicBezTo>
                    <a:pt x="2166" y="4467"/>
                    <a:pt x="4223" y="9769"/>
                    <a:pt x="9093" y="9769"/>
                  </a:cubicBezTo>
                  <a:cubicBezTo>
                    <a:pt x="11151" y="9445"/>
                    <a:pt x="19050" y="10956"/>
                    <a:pt x="15913" y="7172"/>
                  </a:cubicBezTo>
                  <a:cubicBezTo>
                    <a:pt x="13964" y="5337"/>
                    <a:pt x="11583" y="142"/>
                    <a:pt x="6712" y="142"/>
                  </a:cubicBezTo>
                  <a:lnTo>
                    <a:pt x="6820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4B23164B-3D86-8997-6515-37DA0FA10837}"/>
                </a:ext>
              </a:extLst>
            </p:cNvPr>
            <p:cNvSpPr/>
            <p:nvPr/>
          </p:nvSpPr>
          <p:spPr>
            <a:xfrm>
              <a:off x="2835099" y="3572189"/>
              <a:ext cx="8545" cy="10666"/>
            </a:xfrm>
            <a:custGeom>
              <a:avLst/>
              <a:gdLst>
                <a:gd name="csX0" fmla="*/ 5059 w 8545"/>
                <a:gd name="csY0" fmla="*/ 295 h 10666"/>
                <a:gd name="csX1" fmla="*/ 1052 w 8545"/>
                <a:gd name="csY1" fmla="*/ 2022 h 10666"/>
                <a:gd name="csX2" fmla="*/ 2245 w 8545"/>
                <a:gd name="csY2" fmla="*/ 9915 h 10666"/>
                <a:gd name="csX3" fmla="*/ 3763 w 8545"/>
                <a:gd name="csY3" fmla="*/ 10455 h 10666"/>
                <a:gd name="csX4" fmla="*/ 6252 w 8545"/>
                <a:gd name="csY4" fmla="*/ 835 h 10666"/>
                <a:gd name="csX5" fmla="*/ 4843 w 8545"/>
                <a:gd name="csY5" fmla="*/ 187 h 10666"/>
                <a:gd name="csX6" fmla="*/ 5059 w 8545"/>
                <a:gd name="csY6" fmla="*/ 295 h 10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45" h="10666">
                  <a:moveTo>
                    <a:pt x="5059" y="295"/>
                  </a:moveTo>
                  <a:cubicBezTo>
                    <a:pt x="3325" y="-467"/>
                    <a:pt x="1598" y="295"/>
                    <a:pt x="1052" y="2022"/>
                  </a:cubicBezTo>
                  <a:cubicBezTo>
                    <a:pt x="1052" y="3102"/>
                    <a:pt x="-1977" y="8296"/>
                    <a:pt x="2245" y="9915"/>
                  </a:cubicBezTo>
                  <a:lnTo>
                    <a:pt x="3763" y="10455"/>
                  </a:lnTo>
                  <a:cubicBezTo>
                    <a:pt x="8418" y="12189"/>
                    <a:pt x="10469" y="2778"/>
                    <a:pt x="6252" y="835"/>
                  </a:cubicBezTo>
                  <a:lnTo>
                    <a:pt x="4843" y="187"/>
                  </a:lnTo>
                  <a:lnTo>
                    <a:pt x="5059" y="2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45A84842-D1F1-BCD2-279E-359A61940C91}"/>
                </a:ext>
              </a:extLst>
            </p:cNvPr>
            <p:cNvSpPr/>
            <p:nvPr/>
          </p:nvSpPr>
          <p:spPr>
            <a:xfrm>
              <a:off x="3310964" y="3823220"/>
              <a:ext cx="9488" cy="10903"/>
            </a:xfrm>
            <a:custGeom>
              <a:avLst/>
              <a:gdLst>
                <a:gd name="csX0" fmla="*/ 6085 w 9488"/>
                <a:gd name="csY0" fmla="*/ 896 h 10903"/>
                <a:gd name="csX1" fmla="*/ 21 w 9488"/>
                <a:gd name="csY1" fmla="*/ 2413 h 10903"/>
                <a:gd name="csX2" fmla="*/ 3920 w 9488"/>
                <a:gd name="csY2" fmla="*/ 10306 h 10903"/>
                <a:gd name="csX3" fmla="*/ 9438 w 9488"/>
                <a:gd name="csY3" fmla="*/ 8255 h 10903"/>
                <a:gd name="csX4" fmla="*/ 6193 w 9488"/>
                <a:gd name="csY4" fmla="*/ 787 h 10903"/>
                <a:gd name="csX5" fmla="*/ 6085 w 9488"/>
                <a:gd name="csY5" fmla="*/ 896 h 1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8" h="10903">
                  <a:moveTo>
                    <a:pt x="6085" y="896"/>
                  </a:moveTo>
                  <a:cubicBezTo>
                    <a:pt x="6085" y="896"/>
                    <a:pt x="-411" y="-1911"/>
                    <a:pt x="21" y="2413"/>
                  </a:cubicBezTo>
                  <a:cubicBezTo>
                    <a:pt x="351" y="3493"/>
                    <a:pt x="-627" y="9226"/>
                    <a:pt x="3920" y="10306"/>
                  </a:cubicBezTo>
                  <a:cubicBezTo>
                    <a:pt x="4567" y="10306"/>
                    <a:pt x="9438" y="12579"/>
                    <a:pt x="9438" y="8255"/>
                  </a:cubicBezTo>
                  <a:cubicBezTo>
                    <a:pt x="9222" y="7277"/>
                    <a:pt x="10632" y="1981"/>
                    <a:pt x="6193" y="787"/>
                  </a:cubicBezTo>
                  <a:lnTo>
                    <a:pt x="6085" y="8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9781CAE-7758-13BC-05AA-DD2ECEC23127}"/>
                </a:ext>
              </a:extLst>
            </p:cNvPr>
            <p:cNvSpPr/>
            <p:nvPr/>
          </p:nvSpPr>
          <p:spPr>
            <a:xfrm>
              <a:off x="3310769" y="3845901"/>
              <a:ext cx="11394" cy="11003"/>
            </a:xfrm>
            <a:custGeom>
              <a:avLst/>
              <a:gdLst>
                <a:gd name="csX0" fmla="*/ 971 w 11394"/>
                <a:gd name="csY0" fmla="*/ 6872 h 11003"/>
                <a:gd name="csX1" fmla="*/ 8223 w 11394"/>
                <a:gd name="csY1" fmla="*/ 9901 h 11003"/>
                <a:gd name="csX2" fmla="*/ 10065 w 11394"/>
                <a:gd name="csY2" fmla="*/ 2872 h 11003"/>
                <a:gd name="csX3" fmla="*/ 1733 w 11394"/>
                <a:gd name="csY3" fmla="*/ 1144 h 11003"/>
                <a:gd name="csX4" fmla="*/ 971 w 11394"/>
                <a:gd name="csY4" fmla="*/ 1900 h 11003"/>
                <a:gd name="csX5" fmla="*/ 971 w 11394"/>
                <a:gd name="csY5" fmla="*/ 6872 h 11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94" h="11003">
                  <a:moveTo>
                    <a:pt x="971" y="6872"/>
                  </a:moveTo>
                  <a:cubicBezTo>
                    <a:pt x="1949" y="7634"/>
                    <a:pt x="5194" y="13362"/>
                    <a:pt x="8223" y="9901"/>
                  </a:cubicBezTo>
                  <a:cubicBezTo>
                    <a:pt x="8655" y="9038"/>
                    <a:pt x="13748" y="5469"/>
                    <a:pt x="10065" y="2872"/>
                  </a:cubicBezTo>
                  <a:cubicBezTo>
                    <a:pt x="10065" y="2872"/>
                    <a:pt x="4870" y="-2208"/>
                    <a:pt x="1733" y="1144"/>
                  </a:cubicBezTo>
                  <a:lnTo>
                    <a:pt x="971" y="1900"/>
                  </a:lnTo>
                  <a:cubicBezTo>
                    <a:pt x="-324" y="3304"/>
                    <a:pt x="-324" y="5469"/>
                    <a:pt x="971" y="68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85A474B-59CF-48E2-A6CB-A075F0461AAA}"/>
                </a:ext>
              </a:extLst>
            </p:cNvPr>
            <p:cNvSpPr/>
            <p:nvPr/>
          </p:nvSpPr>
          <p:spPr>
            <a:xfrm>
              <a:off x="3263304" y="3803488"/>
              <a:ext cx="11672" cy="12240"/>
            </a:xfrm>
            <a:custGeom>
              <a:avLst/>
              <a:gdLst>
                <a:gd name="csX0" fmla="*/ 9473 w 11672"/>
                <a:gd name="csY0" fmla="*/ 85 h 12240"/>
                <a:gd name="csX1" fmla="*/ 272 w 11672"/>
                <a:gd name="csY1" fmla="*/ 4194 h 12240"/>
                <a:gd name="csX2" fmla="*/ 1574 w 11672"/>
                <a:gd name="csY2" fmla="*/ 8956 h 12240"/>
                <a:gd name="csX3" fmla="*/ 8394 w 11672"/>
                <a:gd name="csY3" fmla="*/ 10576 h 12240"/>
                <a:gd name="csX4" fmla="*/ 9473 w 11672"/>
                <a:gd name="csY4" fmla="*/ 85 h 12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72" h="12240">
                  <a:moveTo>
                    <a:pt x="9473" y="85"/>
                  </a:moveTo>
                  <a:cubicBezTo>
                    <a:pt x="7739" y="625"/>
                    <a:pt x="2113" y="625"/>
                    <a:pt x="272" y="4194"/>
                  </a:cubicBezTo>
                  <a:cubicBezTo>
                    <a:pt x="-376" y="5604"/>
                    <a:pt x="164" y="7763"/>
                    <a:pt x="1574" y="8956"/>
                  </a:cubicBezTo>
                  <a:cubicBezTo>
                    <a:pt x="2545" y="9496"/>
                    <a:pt x="6660" y="14900"/>
                    <a:pt x="8394" y="10576"/>
                  </a:cubicBezTo>
                  <a:cubicBezTo>
                    <a:pt x="9365" y="6683"/>
                    <a:pt x="14559" y="-886"/>
                    <a:pt x="9473" y="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3EC3AFE-E546-8053-DD3C-6D3965870B1F}"/>
                </a:ext>
              </a:extLst>
            </p:cNvPr>
            <p:cNvSpPr/>
            <p:nvPr/>
          </p:nvSpPr>
          <p:spPr>
            <a:xfrm>
              <a:off x="350732" y="823086"/>
              <a:ext cx="3197940" cy="2014199"/>
            </a:xfrm>
            <a:custGeom>
              <a:avLst/>
              <a:gdLst>
                <a:gd name="csX0" fmla="*/ 3196638 w 3197940"/>
                <a:gd name="csY0" fmla="*/ 1498244 h 2014199"/>
                <a:gd name="csX1" fmla="*/ 3192314 w 3197940"/>
                <a:gd name="csY1" fmla="*/ 1494028 h 2014199"/>
                <a:gd name="csX2" fmla="*/ 3194365 w 3197940"/>
                <a:gd name="csY2" fmla="*/ 1486135 h 2014199"/>
                <a:gd name="csX3" fmla="*/ 3191012 w 3197940"/>
                <a:gd name="csY3" fmla="*/ 1469803 h 2014199"/>
                <a:gd name="csX4" fmla="*/ 3192422 w 3197940"/>
                <a:gd name="csY4" fmla="*/ 1445152 h 2014199"/>
                <a:gd name="csX5" fmla="*/ 3191120 w 3197940"/>
                <a:gd name="csY5" fmla="*/ 1444612 h 2014199"/>
                <a:gd name="csX6" fmla="*/ 3189933 w 3197940"/>
                <a:gd name="csY6" fmla="*/ 1432712 h 2014199"/>
                <a:gd name="csX7" fmla="*/ 3166552 w 3197940"/>
                <a:gd name="csY7" fmla="*/ 1425359 h 2014199"/>
                <a:gd name="csX8" fmla="*/ 3165790 w 3197940"/>
                <a:gd name="csY8" fmla="*/ 1418654 h 2014199"/>
                <a:gd name="csX9" fmla="*/ 3141330 w 3197940"/>
                <a:gd name="csY9" fmla="*/ 1427848 h 2014199"/>
                <a:gd name="csX10" fmla="*/ 3136459 w 3197940"/>
                <a:gd name="csY10" fmla="*/ 1434446 h 2014199"/>
                <a:gd name="csX11" fmla="*/ 3130186 w 3197940"/>
                <a:gd name="csY11" fmla="*/ 1423308 h 2014199"/>
                <a:gd name="csX12" fmla="*/ 3136459 w 3197940"/>
                <a:gd name="csY12" fmla="*/ 1411084 h 2014199"/>
                <a:gd name="csX13" fmla="*/ 3124553 w 3197940"/>
                <a:gd name="csY13" fmla="*/ 1396702 h 2014199"/>
                <a:gd name="csX14" fmla="*/ 3099014 w 3197940"/>
                <a:gd name="csY14" fmla="*/ 1393247 h 2014199"/>
                <a:gd name="csX15" fmla="*/ 3104856 w 3197940"/>
                <a:gd name="csY15" fmla="*/ 1385240 h 2014199"/>
                <a:gd name="csX16" fmla="*/ 3139495 w 3197940"/>
                <a:gd name="csY16" fmla="*/ 1375404 h 2014199"/>
                <a:gd name="csX17" fmla="*/ 3122280 w 3197940"/>
                <a:gd name="csY17" fmla="*/ 1367396 h 2014199"/>
                <a:gd name="csX18" fmla="*/ 3114920 w 3197940"/>
                <a:gd name="csY18" fmla="*/ 1368266 h 2014199"/>
                <a:gd name="csX19" fmla="*/ 3108431 w 3197940"/>
                <a:gd name="csY19" fmla="*/ 1359935 h 2014199"/>
                <a:gd name="csX20" fmla="*/ 3110050 w 3197940"/>
                <a:gd name="csY20" fmla="*/ 1353236 h 2014199"/>
                <a:gd name="csX21" fmla="*/ 3096308 w 3197940"/>
                <a:gd name="csY21" fmla="*/ 1357344 h 2014199"/>
                <a:gd name="csX22" fmla="*/ 3091108 w 3197940"/>
                <a:gd name="csY22" fmla="*/ 1362532 h 2014199"/>
                <a:gd name="csX23" fmla="*/ 3073683 w 3197940"/>
                <a:gd name="csY23" fmla="*/ 1355935 h 2014199"/>
                <a:gd name="csX24" fmla="*/ 3075741 w 3197940"/>
                <a:gd name="csY24" fmla="*/ 1349559 h 2014199"/>
                <a:gd name="csX25" fmla="*/ 3079532 w 3197940"/>
                <a:gd name="csY25" fmla="*/ 1343609 h 2014199"/>
                <a:gd name="csX26" fmla="*/ 3060050 w 3197940"/>
                <a:gd name="csY26" fmla="*/ 1335177 h 2014199"/>
                <a:gd name="csX27" fmla="*/ 3042511 w 3197940"/>
                <a:gd name="csY27" fmla="*/ 1336904 h 2014199"/>
                <a:gd name="csX28" fmla="*/ 3042511 w 3197940"/>
                <a:gd name="csY28" fmla="*/ 1328039 h 2014199"/>
                <a:gd name="csX29" fmla="*/ 3031799 w 3197940"/>
                <a:gd name="csY29" fmla="*/ 1333011 h 2014199"/>
                <a:gd name="csX30" fmla="*/ 3028440 w 3197940"/>
                <a:gd name="csY30" fmla="*/ 1317117 h 2014199"/>
                <a:gd name="csX31" fmla="*/ 3021950 w 3197940"/>
                <a:gd name="csY31" fmla="*/ 1314736 h 2014199"/>
                <a:gd name="csX32" fmla="*/ 3023353 w 3197940"/>
                <a:gd name="csY32" fmla="*/ 1310304 h 2014199"/>
                <a:gd name="csX33" fmla="*/ 3020756 w 3197940"/>
                <a:gd name="csY33" fmla="*/ 1300677 h 2014199"/>
                <a:gd name="csX34" fmla="*/ 3016533 w 3197940"/>
                <a:gd name="csY34" fmla="*/ 1300245 h 2014199"/>
                <a:gd name="csX35" fmla="*/ 3006469 w 3197940"/>
                <a:gd name="csY35" fmla="*/ 1307922 h 2014199"/>
                <a:gd name="csX36" fmla="*/ 3003116 w 3197940"/>
                <a:gd name="csY36" fmla="*/ 1297540 h 2014199"/>
                <a:gd name="csX37" fmla="*/ 2997375 w 3197940"/>
                <a:gd name="csY37" fmla="*/ 1295057 h 2014199"/>
                <a:gd name="csX38" fmla="*/ 2998137 w 3197940"/>
                <a:gd name="csY38" fmla="*/ 1291920 h 2014199"/>
                <a:gd name="csX39" fmla="*/ 2996188 w 3197940"/>
                <a:gd name="csY39" fmla="*/ 1282941 h 2014199"/>
                <a:gd name="csX40" fmla="*/ 2977030 w 3197940"/>
                <a:gd name="csY40" fmla="*/ 1277322 h 2014199"/>
                <a:gd name="csX41" fmla="*/ 2977894 w 3197940"/>
                <a:gd name="csY41" fmla="*/ 1268781 h 2014199"/>
                <a:gd name="csX42" fmla="*/ 2984174 w 3197940"/>
                <a:gd name="csY42" fmla="*/ 1263263 h 2014199"/>
                <a:gd name="csX43" fmla="*/ 2975081 w 3197940"/>
                <a:gd name="csY43" fmla="*/ 1254938 h 2014199"/>
                <a:gd name="csX44" fmla="*/ 2990670 w 3197940"/>
                <a:gd name="csY44" fmla="*/ 1251585 h 2014199"/>
                <a:gd name="csX45" fmla="*/ 2974972 w 3197940"/>
                <a:gd name="csY45" fmla="*/ 1220330 h 2014199"/>
                <a:gd name="csX46" fmla="*/ 2966965 w 3197940"/>
                <a:gd name="csY46" fmla="*/ 1215790 h 2014199"/>
                <a:gd name="csX47" fmla="*/ 2971404 w 3197940"/>
                <a:gd name="csY47" fmla="*/ 1203789 h 2014199"/>
                <a:gd name="csX48" fmla="*/ 2961663 w 3197940"/>
                <a:gd name="csY48" fmla="*/ 1199248 h 2014199"/>
                <a:gd name="csX49" fmla="*/ 2958520 w 3197940"/>
                <a:gd name="csY49" fmla="*/ 1193622 h 2014199"/>
                <a:gd name="csX50" fmla="*/ 2969239 w 3197940"/>
                <a:gd name="csY50" fmla="*/ 1188326 h 2014199"/>
                <a:gd name="csX51" fmla="*/ 2965987 w 3197940"/>
                <a:gd name="csY51" fmla="*/ 1179995 h 2014199"/>
                <a:gd name="csX52" fmla="*/ 2945858 w 3197940"/>
                <a:gd name="csY52" fmla="*/ 1171023 h 2014199"/>
                <a:gd name="csX53" fmla="*/ 2943153 w 3197940"/>
                <a:gd name="csY53" fmla="*/ 1164533 h 2014199"/>
                <a:gd name="csX54" fmla="*/ 2939038 w 3197940"/>
                <a:gd name="csY54" fmla="*/ 1163993 h 2014199"/>
                <a:gd name="csX55" fmla="*/ 2931031 w 3197940"/>
                <a:gd name="csY55" fmla="*/ 1164749 h 2014199"/>
                <a:gd name="csX56" fmla="*/ 2929405 w 3197940"/>
                <a:gd name="csY56" fmla="*/ 1160533 h 2014199"/>
                <a:gd name="csX57" fmla="*/ 2935139 w 3197940"/>
                <a:gd name="csY57" fmla="*/ 1148747 h 2014199"/>
                <a:gd name="csX58" fmla="*/ 2934168 w 3197940"/>
                <a:gd name="csY58" fmla="*/ 1141286 h 2014199"/>
                <a:gd name="csX59" fmla="*/ 2929405 w 3197940"/>
                <a:gd name="csY59" fmla="*/ 1140092 h 2014199"/>
                <a:gd name="csX60" fmla="*/ 2920420 w 3197940"/>
                <a:gd name="csY60" fmla="*/ 1145718 h 2014199"/>
                <a:gd name="csX61" fmla="*/ 2915765 w 3197940"/>
                <a:gd name="csY61" fmla="*/ 1144099 h 2014199"/>
                <a:gd name="csX62" fmla="*/ 2923455 w 3197940"/>
                <a:gd name="csY62" fmla="*/ 1125823 h 2014199"/>
                <a:gd name="csX63" fmla="*/ 2908082 w 3197940"/>
                <a:gd name="csY63" fmla="*/ 1106354 h 2014199"/>
                <a:gd name="csX64" fmla="*/ 2900614 w 3197940"/>
                <a:gd name="csY64" fmla="*/ 1105707 h 2014199"/>
                <a:gd name="csX65" fmla="*/ 2904945 w 3197940"/>
                <a:gd name="csY65" fmla="*/ 1095432 h 2014199"/>
                <a:gd name="csX66" fmla="*/ 2897477 w 3197940"/>
                <a:gd name="csY66" fmla="*/ 1087431 h 2014199"/>
                <a:gd name="csX67" fmla="*/ 2888168 w 3197940"/>
                <a:gd name="csY67" fmla="*/ 1083431 h 2014199"/>
                <a:gd name="csX68" fmla="*/ 2890981 w 3197940"/>
                <a:gd name="csY68" fmla="*/ 1076401 h 2014199"/>
                <a:gd name="csX69" fmla="*/ 2879615 w 3197940"/>
                <a:gd name="csY69" fmla="*/ 1066991 h 2014199"/>
                <a:gd name="csX70" fmla="*/ 2883621 w 3197940"/>
                <a:gd name="csY70" fmla="*/ 1058990 h 2014199"/>
                <a:gd name="csX71" fmla="*/ 2872363 w 3197940"/>
                <a:gd name="csY71" fmla="*/ 1045585 h 2014199"/>
                <a:gd name="csX72" fmla="*/ 2869982 w 3197940"/>
                <a:gd name="csY72" fmla="*/ 1046664 h 2014199"/>
                <a:gd name="csX73" fmla="*/ 2861758 w 3197940"/>
                <a:gd name="csY73" fmla="*/ 1020820 h 2014199"/>
                <a:gd name="csX74" fmla="*/ 2850068 w 3197940"/>
                <a:gd name="csY74" fmla="*/ 1021467 h 2014199"/>
                <a:gd name="csX75" fmla="*/ 2837298 w 3197940"/>
                <a:gd name="csY75" fmla="*/ 1052068 h 2014199"/>
                <a:gd name="csX76" fmla="*/ 2826687 w 3197940"/>
                <a:gd name="csY76" fmla="*/ 1066883 h 2014199"/>
                <a:gd name="csX77" fmla="*/ 2831126 w 3197940"/>
                <a:gd name="csY77" fmla="*/ 1078675 h 2014199"/>
                <a:gd name="csX78" fmla="*/ 2823982 w 3197940"/>
                <a:gd name="csY78" fmla="*/ 1083647 h 2014199"/>
                <a:gd name="csX79" fmla="*/ 2821277 w 3197940"/>
                <a:gd name="csY79" fmla="*/ 1092619 h 2014199"/>
                <a:gd name="csX80" fmla="*/ 2822471 w 3197940"/>
                <a:gd name="csY80" fmla="*/ 1101706 h 2014199"/>
                <a:gd name="csX81" fmla="*/ 2822255 w 3197940"/>
                <a:gd name="csY81" fmla="*/ 1102030 h 2014199"/>
                <a:gd name="csX82" fmla="*/ 2810673 w 3197940"/>
                <a:gd name="csY82" fmla="*/ 1105599 h 2014199"/>
                <a:gd name="csX83" fmla="*/ 2810241 w 3197940"/>
                <a:gd name="csY83" fmla="*/ 1106138 h 2014199"/>
                <a:gd name="csX84" fmla="*/ 2810019 w 3197940"/>
                <a:gd name="csY84" fmla="*/ 1112088 h 2014199"/>
                <a:gd name="csX85" fmla="*/ 2811644 w 3197940"/>
                <a:gd name="csY85" fmla="*/ 1119010 h 2014199"/>
                <a:gd name="csX86" fmla="*/ 2804285 w 3197940"/>
                <a:gd name="csY86" fmla="*/ 1120305 h 2014199"/>
                <a:gd name="csX87" fmla="*/ 2802767 w 3197940"/>
                <a:gd name="csY87" fmla="*/ 1128090 h 2014199"/>
                <a:gd name="csX88" fmla="*/ 2789565 w 3197940"/>
                <a:gd name="csY88" fmla="*/ 1123658 h 2014199"/>
                <a:gd name="csX89" fmla="*/ 2778091 w 3197940"/>
                <a:gd name="csY89" fmla="*/ 1145286 h 2014199"/>
                <a:gd name="csX90" fmla="*/ 2769328 w 3197940"/>
                <a:gd name="csY90" fmla="*/ 1143984 h 2014199"/>
                <a:gd name="csX91" fmla="*/ 2748112 w 3197940"/>
                <a:gd name="csY91" fmla="*/ 1156424 h 2014199"/>
                <a:gd name="csX92" fmla="*/ 2749084 w 3197940"/>
                <a:gd name="csY92" fmla="*/ 1145178 h 2014199"/>
                <a:gd name="csX93" fmla="*/ 2738695 w 3197940"/>
                <a:gd name="csY93" fmla="*/ 1148963 h 2014199"/>
                <a:gd name="csX94" fmla="*/ 2737718 w 3197940"/>
                <a:gd name="csY94" fmla="*/ 1142473 h 2014199"/>
                <a:gd name="csX95" fmla="*/ 2729386 w 3197940"/>
                <a:gd name="csY95" fmla="*/ 1138581 h 2014199"/>
                <a:gd name="csX96" fmla="*/ 2723106 w 3197940"/>
                <a:gd name="csY96" fmla="*/ 1141825 h 2014199"/>
                <a:gd name="csX97" fmla="*/ 2716724 w 3197940"/>
                <a:gd name="csY97" fmla="*/ 1123658 h 2014199"/>
                <a:gd name="csX98" fmla="*/ 2706545 w 3197940"/>
                <a:gd name="csY98" fmla="*/ 1118140 h 2014199"/>
                <a:gd name="csX99" fmla="*/ 2679596 w 3197940"/>
                <a:gd name="csY99" fmla="*/ 1122471 h 2014199"/>
                <a:gd name="csX100" fmla="*/ 2664013 w 3197940"/>
                <a:gd name="csY100" fmla="*/ 1132523 h 2014199"/>
                <a:gd name="csX101" fmla="*/ 2668776 w 3197940"/>
                <a:gd name="csY101" fmla="*/ 1115873 h 2014199"/>
                <a:gd name="csX102" fmla="*/ 2674942 w 3197940"/>
                <a:gd name="csY102" fmla="*/ 1113492 h 2014199"/>
                <a:gd name="csX103" fmla="*/ 2679596 w 3197940"/>
                <a:gd name="csY103" fmla="*/ 1099541 h 2014199"/>
                <a:gd name="csX104" fmla="*/ 2668776 w 3197940"/>
                <a:gd name="csY104" fmla="*/ 1085266 h 2014199"/>
                <a:gd name="csX105" fmla="*/ 2668560 w 3197940"/>
                <a:gd name="csY105" fmla="*/ 1076185 h 2014199"/>
                <a:gd name="csX106" fmla="*/ 2676027 w 3197940"/>
                <a:gd name="csY106" fmla="*/ 1066127 h 2014199"/>
                <a:gd name="csX107" fmla="*/ 2670071 w 3197940"/>
                <a:gd name="csY107" fmla="*/ 1050665 h 2014199"/>
                <a:gd name="csX108" fmla="*/ 2663467 w 3197940"/>
                <a:gd name="csY108" fmla="*/ 1045477 h 2014199"/>
                <a:gd name="csX109" fmla="*/ 2671912 w 3197940"/>
                <a:gd name="csY109" fmla="*/ 1037146 h 2014199"/>
                <a:gd name="csX110" fmla="*/ 2666178 w 3197940"/>
                <a:gd name="csY110" fmla="*/ 1014978 h 2014199"/>
                <a:gd name="csX111" fmla="*/ 2670179 w 3197940"/>
                <a:gd name="csY111" fmla="*/ 1013574 h 2014199"/>
                <a:gd name="csX112" fmla="*/ 2671912 w 3197940"/>
                <a:gd name="csY112" fmla="*/ 1007840 h 2014199"/>
                <a:gd name="csX113" fmla="*/ 2682301 w 3197940"/>
                <a:gd name="csY113" fmla="*/ 994867 h 2014199"/>
                <a:gd name="csX114" fmla="*/ 2678624 w 3197940"/>
                <a:gd name="csY114" fmla="*/ 980808 h 2014199"/>
                <a:gd name="csX115" fmla="*/ 2672560 w 3197940"/>
                <a:gd name="csY115" fmla="*/ 978643 h 2014199"/>
                <a:gd name="csX116" fmla="*/ 2666178 w 3197940"/>
                <a:gd name="csY116" fmla="*/ 993242 h 2014199"/>
                <a:gd name="csX117" fmla="*/ 2656438 w 3197940"/>
                <a:gd name="csY117" fmla="*/ 993458 h 2014199"/>
                <a:gd name="csX118" fmla="*/ 2646259 w 3197940"/>
                <a:gd name="csY118" fmla="*/ 979075 h 2014199"/>
                <a:gd name="csX119" fmla="*/ 2630891 w 3197940"/>
                <a:gd name="csY119" fmla="*/ 982536 h 2014199"/>
                <a:gd name="csX120" fmla="*/ 2601345 w 3197940"/>
                <a:gd name="csY120" fmla="*/ 967613 h 2014199"/>
                <a:gd name="csX121" fmla="*/ 2597986 w 3197940"/>
                <a:gd name="csY121" fmla="*/ 961022 h 2014199"/>
                <a:gd name="csX122" fmla="*/ 2592252 w 3197940"/>
                <a:gd name="csY122" fmla="*/ 959072 h 2014199"/>
                <a:gd name="csX123" fmla="*/ 2597986 w 3197940"/>
                <a:gd name="csY123" fmla="*/ 943610 h 2014199"/>
                <a:gd name="csX124" fmla="*/ 2580885 w 3197940"/>
                <a:gd name="csY124" fmla="*/ 939825 h 2014199"/>
                <a:gd name="csX125" fmla="*/ 2570821 w 3197940"/>
                <a:gd name="csY125" fmla="*/ 929983 h 2014199"/>
                <a:gd name="csX126" fmla="*/ 2558914 w 3197940"/>
                <a:gd name="csY126" fmla="*/ 923493 h 2014199"/>
                <a:gd name="csX127" fmla="*/ 2557073 w 3197940"/>
                <a:gd name="csY127" fmla="*/ 915492 h 2014199"/>
                <a:gd name="csX128" fmla="*/ 2550253 w 3197940"/>
                <a:gd name="csY128" fmla="*/ 911924 h 2014199"/>
                <a:gd name="csX129" fmla="*/ 2517138 w 3197940"/>
                <a:gd name="csY129" fmla="*/ 892137 h 2014199"/>
                <a:gd name="csX130" fmla="*/ 2498303 w 3197940"/>
                <a:gd name="csY130" fmla="*/ 903707 h 2014199"/>
                <a:gd name="csX131" fmla="*/ 2485857 w 3197940"/>
                <a:gd name="csY131" fmla="*/ 904678 h 2014199"/>
                <a:gd name="csX132" fmla="*/ 2480879 w 3197940"/>
                <a:gd name="csY132" fmla="*/ 908571 h 2014199"/>
                <a:gd name="csX133" fmla="*/ 2476440 w 3197940"/>
                <a:gd name="csY133" fmla="*/ 910412 h 2014199"/>
                <a:gd name="csX134" fmla="*/ 2460743 w 3197940"/>
                <a:gd name="csY134" fmla="*/ 902627 h 2014199"/>
                <a:gd name="csX135" fmla="*/ 2441585 w 3197940"/>
                <a:gd name="csY135" fmla="*/ 903491 h 2014199"/>
                <a:gd name="csX136" fmla="*/ 2376536 w 3197940"/>
                <a:gd name="csY136" fmla="*/ 888676 h 2014199"/>
                <a:gd name="csX137" fmla="*/ 2369932 w 3197940"/>
                <a:gd name="csY137" fmla="*/ 892785 h 2014199"/>
                <a:gd name="csX138" fmla="*/ 2355536 w 3197940"/>
                <a:gd name="csY138" fmla="*/ 898951 h 2014199"/>
                <a:gd name="csX139" fmla="*/ 2352292 w 3197940"/>
                <a:gd name="csY139" fmla="*/ 910628 h 2014199"/>
                <a:gd name="csX140" fmla="*/ 2360083 w 3197940"/>
                <a:gd name="csY140" fmla="*/ 941121 h 2014199"/>
                <a:gd name="csX141" fmla="*/ 2365931 w 3197940"/>
                <a:gd name="csY141" fmla="*/ 944366 h 2014199"/>
                <a:gd name="csX142" fmla="*/ 2370802 w 3197940"/>
                <a:gd name="csY142" fmla="*/ 951719 h 2014199"/>
                <a:gd name="csX143" fmla="*/ 2364630 w 3197940"/>
                <a:gd name="csY143" fmla="*/ 962641 h 2014199"/>
                <a:gd name="csX144" fmla="*/ 2364306 w 3197940"/>
                <a:gd name="csY144" fmla="*/ 976376 h 2014199"/>
                <a:gd name="csX145" fmla="*/ 2348285 w 3197940"/>
                <a:gd name="csY145" fmla="*/ 993566 h 2014199"/>
                <a:gd name="csX146" fmla="*/ 2336594 w 3197940"/>
                <a:gd name="csY146" fmla="*/ 995623 h 2014199"/>
                <a:gd name="csX147" fmla="*/ 2334435 w 3197940"/>
                <a:gd name="csY147" fmla="*/ 1001789 h 2014199"/>
                <a:gd name="csX148" fmla="*/ 2338436 w 3197940"/>
                <a:gd name="csY148" fmla="*/ 1004488 h 2014199"/>
                <a:gd name="csX149" fmla="*/ 2364522 w 3197940"/>
                <a:gd name="csY149" fmla="*/ 998004 h 2014199"/>
                <a:gd name="csX150" fmla="*/ 2368960 w 3197940"/>
                <a:gd name="csY150" fmla="*/ 1004703 h 2014199"/>
                <a:gd name="csX151" fmla="*/ 2368097 w 3197940"/>
                <a:gd name="csY151" fmla="*/ 1005357 h 2014199"/>
                <a:gd name="csX152" fmla="*/ 2370910 w 3197940"/>
                <a:gd name="csY152" fmla="*/ 1018223 h 2014199"/>
                <a:gd name="csX153" fmla="*/ 2369500 w 3197940"/>
                <a:gd name="csY153" fmla="*/ 1025144 h 2014199"/>
                <a:gd name="csX154" fmla="*/ 2373939 w 3197940"/>
                <a:gd name="csY154" fmla="*/ 1032605 h 2014199"/>
                <a:gd name="csX155" fmla="*/ 2375025 w 3197940"/>
                <a:gd name="csY155" fmla="*/ 1042556 h 2014199"/>
                <a:gd name="csX156" fmla="*/ 2383788 w 3197940"/>
                <a:gd name="csY156" fmla="*/ 1044607 h 2014199"/>
                <a:gd name="csX157" fmla="*/ 2379781 w 3197940"/>
                <a:gd name="csY157" fmla="*/ 1056069 h 2014199"/>
                <a:gd name="csX158" fmla="*/ 2380651 w 3197940"/>
                <a:gd name="csY158" fmla="*/ 1057155 h 2014199"/>
                <a:gd name="csX159" fmla="*/ 2365277 w 3197940"/>
                <a:gd name="csY159" fmla="*/ 1071429 h 2014199"/>
                <a:gd name="csX160" fmla="*/ 2364090 w 3197940"/>
                <a:gd name="csY160" fmla="*/ 1077481 h 2014199"/>
                <a:gd name="csX161" fmla="*/ 2363658 w 3197940"/>
                <a:gd name="csY161" fmla="*/ 1077913 h 2014199"/>
                <a:gd name="csX162" fmla="*/ 2363226 w 3197940"/>
                <a:gd name="csY162" fmla="*/ 1083323 h 2014199"/>
                <a:gd name="csX163" fmla="*/ 2363658 w 3197940"/>
                <a:gd name="csY163" fmla="*/ 1089812 h 2014199"/>
                <a:gd name="csX164" fmla="*/ 2350558 w 3197940"/>
                <a:gd name="csY164" fmla="*/ 1100842 h 2014199"/>
                <a:gd name="csX165" fmla="*/ 2342982 w 3197940"/>
                <a:gd name="csY165" fmla="*/ 1113060 h 2014199"/>
                <a:gd name="csX166" fmla="*/ 2335731 w 3197940"/>
                <a:gd name="csY166" fmla="*/ 1111764 h 2014199"/>
                <a:gd name="csX167" fmla="*/ 2333350 w 3197940"/>
                <a:gd name="csY167" fmla="*/ 1121601 h 2014199"/>
                <a:gd name="csX168" fmla="*/ 2335299 w 3197940"/>
                <a:gd name="csY168" fmla="*/ 1132415 h 2014199"/>
                <a:gd name="csX169" fmla="*/ 2333026 w 3197940"/>
                <a:gd name="csY169" fmla="*/ 1137177 h 2014199"/>
                <a:gd name="csX170" fmla="*/ 2384327 w 3197940"/>
                <a:gd name="csY170" fmla="*/ 1166266 h 2014199"/>
                <a:gd name="csX171" fmla="*/ 2415500 w 3197940"/>
                <a:gd name="csY171" fmla="*/ 1257643 h 2014199"/>
                <a:gd name="csX172" fmla="*/ 2293300 w 3197940"/>
                <a:gd name="csY172" fmla="*/ 1369022 h 2014199"/>
                <a:gd name="csX173" fmla="*/ 2300336 w 3197940"/>
                <a:gd name="csY173" fmla="*/ 1379080 h 2014199"/>
                <a:gd name="csX174" fmla="*/ 2306508 w 3197940"/>
                <a:gd name="csY174" fmla="*/ 1397140 h 2014199"/>
                <a:gd name="csX175" fmla="*/ 2319824 w 3197940"/>
                <a:gd name="csY175" fmla="*/ 1407954 h 2014199"/>
                <a:gd name="csX176" fmla="*/ 2319278 w 3197940"/>
                <a:gd name="csY176" fmla="*/ 1408386 h 2014199"/>
                <a:gd name="csX177" fmla="*/ 2316789 w 3197940"/>
                <a:gd name="csY177" fmla="*/ 1431525 h 2014199"/>
                <a:gd name="csX178" fmla="*/ 2316033 w 3197940"/>
                <a:gd name="csY178" fmla="*/ 1439634 h 2014199"/>
                <a:gd name="csX179" fmla="*/ 2322745 w 3197940"/>
                <a:gd name="csY179" fmla="*/ 1451858 h 2014199"/>
                <a:gd name="csX180" fmla="*/ 2322205 w 3197940"/>
                <a:gd name="csY180" fmla="*/ 1462126 h 2014199"/>
                <a:gd name="csX181" fmla="*/ 2328371 w 3197940"/>
                <a:gd name="csY181" fmla="*/ 1474241 h 2014199"/>
                <a:gd name="csX182" fmla="*/ 2331292 w 3197940"/>
                <a:gd name="csY182" fmla="*/ 1484078 h 2014199"/>
                <a:gd name="csX183" fmla="*/ 2339414 w 3197940"/>
                <a:gd name="csY183" fmla="*/ 1490459 h 2014199"/>
                <a:gd name="csX184" fmla="*/ 2337032 w 3197940"/>
                <a:gd name="csY184" fmla="*/ 1506138 h 2014199"/>
                <a:gd name="csX185" fmla="*/ 2323501 w 3197940"/>
                <a:gd name="csY185" fmla="*/ 1526254 h 2014199"/>
                <a:gd name="csX186" fmla="*/ 2327076 w 3197940"/>
                <a:gd name="csY186" fmla="*/ 1542256 h 2014199"/>
                <a:gd name="csX187" fmla="*/ 2323393 w 3197940"/>
                <a:gd name="csY187" fmla="*/ 1544853 h 2014199"/>
                <a:gd name="csX188" fmla="*/ 2305752 w 3197940"/>
                <a:gd name="csY188" fmla="*/ 1533716 h 2014199"/>
                <a:gd name="csX189" fmla="*/ 2294278 w 3197940"/>
                <a:gd name="csY189" fmla="*/ 1549934 h 2014199"/>
                <a:gd name="csX190" fmla="*/ 2291249 w 3197940"/>
                <a:gd name="csY190" fmla="*/ 1559776 h 2014199"/>
                <a:gd name="csX191" fmla="*/ 2266675 w 3197940"/>
                <a:gd name="csY191" fmla="*/ 1544530 h 2014199"/>
                <a:gd name="csX192" fmla="*/ 2254660 w 3197940"/>
                <a:gd name="csY192" fmla="*/ 1521390 h 2014199"/>
                <a:gd name="csX193" fmla="*/ 2228473 w 3197940"/>
                <a:gd name="csY193" fmla="*/ 1504302 h 2014199"/>
                <a:gd name="csX194" fmla="*/ 2222193 w 3197940"/>
                <a:gd name="csY194" fmla="*/ 1487862 h 2014199"/>
                <a:gd name="csX195" fmla="*/ 2209963 w 3197940"/>
                <a:gd name="csY195" fmla="*/ 1473264 h 2014199"/>
                <a:gd name="csX196" fmla="*/ 2196323 w 3197940"/>
                <a:gd name="csY196" fmla="*/ 1459859 h 2014199"/>
                <a:gd name="csX197" fmla="*/ 2196323 w 3197940"/>
                <a:gd name="csY197" fmla="*/ 1453693 h 2014199"/>
                <a:gd name="csX198" fmla="*/ 2200438 w 3197940"/>
                <a:gd name="csY198" fmla="*/ 1448505 h 2014199"/>
                <a:gd name="csX199" fmla="*/ 2202927 w 3197940"/>
                <a:gd name="csY199" fmla="*/ 1443742 h 2014199"/>
                <a:gd name="csX200" fmla="*/ 2200330 w 3197940"/>
                <a:gd name="csY200" fmla="*/ 1430338 h 2014199"/>
                <a:gd name="csX201" fmla="*/ 2201625 w 3197940"/>
                <a:gd name="csY201" fmla="*/ 1410760 h 2014199"/>
                <a:gd name="csX202" fmla="*/ 2192208 w 3197940"/>
                <a:gd name="csY202" fmla="*/ 1390758 h 2014199"/>
                <a:gd name="csX203" fmla="*/ 2200546 w 3197940"/>
                <a:gd name="csY203" fmla="*/ 1355503 h 2014199"/>
                <a:gd name="csX204" fmla="*/ 2198272 w 3197940"/>
                <a:gd name="csY204" fmla="*/ 1341120 h 2014199"/>
                <a:gd name="csX205" fmla="*/ 2194265 w 3197940"/>
                <a:gd name="csY205" fmla="*/ 1341012 h 2014199"/>
                <a:gd name="csX206" fmla="*/ 2178467 w 3197940"/>
                <a:gd name="csY206" fmla="*/ 1339069 h 2014199"/>
                <a:gd name="csX207" fmla="*/ 2176733 w 3197940"/>
                <a:gd name="csY207" fmla="*/ 1340904 h 2014199"/>
                <a:gd name="csX208" fmla="*/ 2166992 w 3197940"/>
                <a:gd name="csY208" fmla="*/ 1333551 h 2014199"/>
                <a:gd name="csX209" fmla="*/ 2086900 w 3197940"/>
                <a:gd name="csY209" fmla="*/ 1331392 h 2014199"/>
                <a:gd name="csX210" fmla="*/ 2065576 w 3197940"/>
                <a:gd name="csY210" fmla="*/ 1313872 h 2014199"/>
                <a:gd name="csX211" fmla="*/ 2004096 w 3197940"/>
                <a:gd name="csY211" fmla="*/ 1290079 h 2014199"/>
                <a:gd name="csX212" fmla="*/ 1981693 w 3197940"/>
                <a:gd name="csY212" fmla="*/ 1262075 h 2014199"/>
                <a:gd name="csX213" fmla="*/ 1949111 w 3197940"/>
                <a:gd name="csY213" fmla="*/ 1241419 h 2014199"/>
                <a:gd name="csX214" fmla="*/ 1909284 w 3197940"/>
                <a:gd name="csY214" fmla="*/ 1229309 h 2014199"/>
                <a:gd name="csX215" fmla="*/ 1874860 w 3197940"/>
                <a:gd name="csY215" fmla="*/ 1213193 h 2014199"/>
                <a:gd name="csX216" fmla="*/ 1809919 w 3197940"/>
                <a:gd name="csY216" fmla="*/ 1227468 h 2014199"/>
                <a:gd name="csX217" fmla="*/ 1815005 w 3197940"/>
                <a:gd name="csY217" fmla="*/ 1205516 h 2014199"/>
                <a:gd name="csX218" fmla="*/ 1804617 w 3197940"/>
                <a:gd name="csY218" fmla="*/ 1182484 h 2014199"/>
                <a:gd name="csX219" fmla="*/ 1799314 w 3197940"/>
                <a:gd name="csY219" fmla="*/ 1159237 h 2014199"/>
                <a:gd name="csX220" fmla="*/ 1789142 w 3197940"/>
                <a:gd name="csY220" fmla="*/ 1138581 h 2014199"/>
                <a:gd name="csX221" fmla="*/ 1786976 w 3197940"/>
                <a:gd name="csY221" fmla="*/ 1123118 h 2014199"/>
                <a:gd name="csX222" fmla="*/ 1747467 w 3197940"/>
                <a:gd name="csY222" fmla="*/ 1123334 h 2014199"/>
                <a:gd name="csX223" fmla="*/ 1739675 w 3197940"/>
                <a:gd name="csY223" fmla="*/ 1127443 h 2014199"/>
                <a:gd name="csX224" fmla="*/ 1725172 w 3197940"/>
                <a:gd name="csY224" fmla="*/ 1103002 h 2014199"/>
                <a:gd name="csX225" fmla="*/ 1728855 w 3197940"/>
                <a:gd name="csY225" fmla="*/ 1080726 h 2014199"/>
                <a:gd name="csX226" fmla="*/ 1725496 w 3197940"/>
                <a:gd name="csY226" fmla="*/ 1046880 h 2014199"/>
                <a:gd name="csX227" fmla="*/ 1730912 w 3197940"/>
                <a:gd name="csY227" fmla="*/ 1021251 h 2014199"/>
                <a:gd name="csX228" fmla="*/ 1727769 w 3197940"/>
                <a:gd name="csY228" fmla="*/ 1011949 h 2014199"/>
                <a:gd name="csX229" fmla="*/ 1737294 w 3197940"/>
                <a:gd name="csY229" fmla="*/ 1008818 h 2014199"/>
                <a:gd name="csX230" fmla="*/ 1760675 w 3197940"/>
                <a:gd name="csY230" fmla="*/ 961130 h 2014199"/>
                <a:gd name="csX231" fmla="*/ 1761430 w 3197940"/>
                <a:gd name="csY231" fmla="*/ 953668 h 2014199"/>
                <a:gd name="csX232" fmla="*/ 1782106 w 3197940"/>
                <a:gd name="csY232" fmla="*/ 935063 h 2014199"/>
                <a:gd name="csX233" fmla="*/ 1781890 w 3197940"/>
                <a:gd name="csY233" fmla="*/ 929011 h 2014199"/>
                <a:gd name="csX234" fmla="*/ 1796394 w 3197940"/>
                <a:gd name="csY234" fmla="*/ 928040 h 2014199"/>
                <a:gd name="csX235" fmla="*/ 1793581 w 3197940"/>
                <a:gd name="csY235" fmla="*/ 913765 h 2014199"/>
                <a:gd name="csX236" fmla="*/ 1811976 w 3197940"/>
                <a:gd name="csY236" fmla="*/ 902519 h 2014199"/>
                <a:gd name="csX237" fmla="*/ 1822803 w 3197940"/>
                <a:gd name="csY237" fmla="*/ 901002 h 2014199"/>
                <a:gd name="csX238" fmla="*/ 1818364 w 3197940"/>
                <a:gd name="csY238" fmla="*/ 891597 h 2014199"/>
                <a:gd name="csX239" fmla="*/ 1834709 w 3197940"/>
                <a:gd name="csY239" fmla="*/ 893648 h 2014199"/>
                <a:gd name="csX240" fmla="*/ 1838494 w 3197940"/>
                <a:gd name="csY240" fmla="*/ 888568 h 2014199"/>
                <a:gd name="csX241" fmla="*/ 1835681 w 3197940"/>
                <a:gd name="csY241" fmla="*/ 883590 h 2014199"/>
                <a:gd name="csX242" fmla="*/ 1822803 w 3197940"/>
                <a:gd name="csY242" fmla="*/ 878402 h 2014199"/>
                <a:gd name="csX243" fmla="*/ 1821393 w 3197940"/>
                <a:gd name="csY243" fmla="*/ 872128 h 2014199"/>
                <a:gd name="csX244" fmla="*/ 1856033 w 3197940"/>
                <a:gd name="csY244" fmla="*/ 871372 h 2014199"/>
                <a:gd name="csX245" fmla="*/ 1878759 w 3197940"/>
                <a:gd name="csY245" fmla="*/ 860666 h 2014199"/>
                <a:gd name="csX246" fmla="*/ 1880385 w 3197940"/>
                <a:gd name="csY246" fmla="*/ 836333 h 2014199"/>
                <a:gd name="csX247" fmla="*/ 1873997 w 3197940"/>
                <a:gd name="csY247" fmla="*/ 823792 h 2014199"/>
                <a:gd name="csX248" fmla="*/ 1900407 w 3197940"/>
                <a:gd name="csY248" fmla="*/ 821087 h 2014199"/>
                <a:gd name="csX249" fmla="*/ 1913392 w 3197940"/>
                <a:gd name="csY249" fmla="*/ 800868 h 2014199"/>
                <a:gd name="csX250" fmla="*/ 1913614 w 3197940"/>
                <a:gd name="csY250" fmla="*/ 791026 h 2014199"/>
                <a:gd name="csX251" fmla="*/ 1955283 w 3197940"/>
                <a:gd name="csY251" fmla="*/ 795242 h 2014199"/>
                <a:gd name="csX252" fmla="*/ 1981693 w 3197940"/>
                <a:gd name="csY252" fmla="*/ 778701 h 2014199"/>
                <a:gd name="csX253" fmla="*/ 1989808 w 3197940"/>
                <a:gd name="csY253" fmla="*/ 760857 h 2014199"/>
                <a:gd name="csX254" fmla="*/ 2000851 w 3197940"/>
                <a:gd name="csY254" fmla="*/ 753936 h 2014199"/>
                <a:gd name="csX255" fmla="*/ 2017735 w 3197940"/>
                <a:gd name="csY255" fmla="*/ 728091 h 2014199"/>
                <a:gd name="csX256" fmla="*/ 2019685 w 3197940"/>
                <a:gd name="csY256" fmla="*/ 716845 h 2014199"/>
                <a:gd name="csX257" fmla="*/ 2016434 w 3197940"/>
                <a:gd name="csY257" fmla="*/ 712305 h 2014199"/>
                <a:gd name="csX258" fmla="*/ 2002584 w 3197940"/>
                <a:gd name="csY258" fmla="*/ 706139 h 2014199"/>
                <a:gd name="csX259" fmla="*/ 2039059 w 3197940"/>
                <a:gd name="csY259" fmla="*/ 680403 h 2014199"/>
                <a:gd name="csX260" fmla="*/ 2042628 w 3197940"/>
                <a:gd name="csY260" fmla="*/ 669804 h 2014199"/>
                <a:gd name="csX261" fmla="*/ 2061246 w 3197940"/>
                <a:gd name="csY261" fmla="*/ 651421 h 2014199"/>
                <a:gd name="csX262" fmla="*/ 2031375 w 3197940"/>
                <a:gd name="csY262" fmla="*/ 637038 h 2014199"/>
                <a:gd name="csX263" fmla="*/ 2032347 w 3197940"/>
                <a:gd name="csY263" fmla="*/ 624605 h 2014199"/>
                <a:gd name="csX264" fmla="*/ 2065360 w 3197940"/>
                <a:gd name="csY264" fmla="*/ 628929 h 2014199"/>
                <a:gd name="csX265" fmla="*/ 2079318 w 3197940"/>
                <a:gd name="csY265" fmla="*/ 626224 h 2014199"/>
                <a:gd name="csX266" fmla="*/ 2088843 w 3197940"/>
                <a:gd name="csY266" fmla="*/ 644392 h 2014199"/>
                <a:gd name="csX267" fmla="*/ 2112871 w 3197940"/>
                <a:gd name="csY267" fmla="*/ 651313 h 2014199"/>
                <a:gd name="csX268" fmla="*/ 2116230 w 3197940"/>
                <a:gd name="csY268" fmla="*/ 661372 h 2014199"/>
                <a:gd name="csX269" fmla="*/ 2132575 w 3197940"/>
                <a:gd name="csY269" fmla="*/ 677158 h 2014199"/>
                <a:gd name="csX270" fmla="*/ 2145669 w 3197940"/>
                <a:gd name="csY270" fmla="*/ 668293 h 2014199"/>
                <a:gd name="csX271" fmla="*/ 2124238 w 3197940"/>
                <a:gd name="csY271" fmla="*/ 649148 h 2014199"/>
                <a:gd name="csX272" fmla="*/ 2125539 w 3197940"/>
                <a:gd name="csY272" fmla="*/ 641363 h 2014199"/>
                <a:gd name="csX273" fmla="*/ 2150647 w 3197940"/>
                <a:gd name="csY273" fmla="*/ 657479 h 2014199"/>
                <a:gd name="csX274" fmla="*/ 2139173 w 3197940"/>
                <a:gd name="csY274" fmla="*/ 631958 h 2014199"/>
                <a:gd name="csX275" fmla="*/ 2128676 w 3197940"/>
                <a:gd name="csY275" fmla="*/ 618763 h 2014199"/>
                <a:gd name="csX276" fmla="*/ 2134194 w 3197940"/>
                <a:gd name="csY276" fmla="*/ 612489 h 2014199"/>
                <a:gd name="csX277" fmla="*/ 2149676 w 3197940"/>
                <a:gd name="csY277" fmla="*/ 626764 h 2014199"/>
                <a:gd name="csX278" fmla="*/ 2156928 w 3197940"/>
                <a:gd name="csY278" fmla="*/ 636283 h 2014199"/>
                <a:gd name="csX279" fmla="*/ 2174568 w 3197940"/>
                <a:gd name="csY279" fmla="*/ 624389 h 2014199"/>
                <a:gd name="csX280" fmla="*/ 2186798 w 3197940"/>
                <a:gd name="csY280" fmla="*/ 621252 h 2014199"/>
                <a:gd name="csX281" fmla="*/ 2188855 w 3197940"/>
                <a:gd name="csY281" fmla="*/ 617360 h 2014199"/>
                <a:gd name="csX282" fmla="*/ 2197079 w 3197940"/>
                <a:gd name="csY282" fmla="*/ 614223 h 2014199"/>
                <a:gd name="csX283" fmla="*/ 2214186 w 3197940"/>
                <a:gd name="csY283" fmla="*/ 595840 h 2014199"/>
                <a:gd name="csX284" fmla="*/ 2226416 w 3197940"/>
                <a:gd name="csY284" fmla="*/ 592271 h 2014199"/>
                <a:gd name="csX285" fmla="*/ 2232581 w 3197940"/>
                <a:gd name="csY285" fmla="*/ 553663 h 2014199"/>
                <a:gd name="csX286" fmla="*/ 2203790 w 3197940"/>
                <a:gd name="csY286" fmla="*/ 517544 h 2014199"/>
                <a:gd name="csX287" fmla="*/ 2207689 w 3197940"/>
                <a:gd name="csY287" fmla="*/ 500247 h 2014199"/>
                <a:gd name="csX288" fmla="*/ 2199574 w 3197940"/>
                <a:gd name="csY288" fmla="*/ 504247 h 2014199"/>
                <a:gd name="csX289" fmla="*/ 2194265 w 3197940"/>
                <a:gd name="csY289" fmla="*/ 501542 h 2014199"/>
                <a:gd name="csX290" fmla="*/ 2199352 w 3197940"/>
                <a:gd name="csY290" fmla="*/ 489217 h 2014199"/>
                <a:gd name="csX291" fmla="*/ 2186474 w 3197940"/>
                <a:gd name="csY291" fmla="*/ 479590 h 2014199"/>
                <a:gd name="csX292" fmla="*/ 2215265 w 3197940"/>
                <a:gd name="csY292" fmla="*/ 477101 h 2014199"/>
                <a:gd name="csX293" fmla="*/ 2237020 w 3197940"/>
                <a:gd name="csY293" fmla="*/ 457962 h 2014199"/>
                <a:gd name="csX294" fmla="*/ 2229660 w 3197940"/>
                <a:gd name="csY294" fmla="*/ 444011 h 2014199"/>
                <a:gd name="csX295" fmla="*/ 2222085 w 3197940"/>
                <a:gd name="csY295" fmla="*/ 446824 h 2014199"/>
                <a:gd name="csX296" fmla="*/ 2220567 w 3197940"/>
                <a:gd name="csY296" fmla="*/ 438283 h 2014199"/>
                <a:gd name="csX297" fmla="*/ 2228905 w 3197940"/>
                <a:gd name="csY297" fmla="*/ 421519 h 2014199"/>
                <a:gd name="csX298" fmla="*/ 2207366 w 3197940"/>
                <a:gd name="csY298" fmla="*/ 417411 h 2014199"/>
                <a:gd name="csX299" fmla="*/ 2198056 w 3197940"/>
                <a:gd name="csY299" fmla="*/ 418929 h 2014199"/>
                <a:gd name="csX300" fmla="*/ 2197733 w 3197940"/>
                <a:gd name="csY300" fmla="*/ 408330 h 2014199"/>
                <a:gd name="csX301" fmla="*/ 2201625 w 3197940"/>
                <a:gd name="csY301" fmla="*/ 406813 h 2014199"/>
                <a:gd name="csX302" fmla="*/ 2204006 w 3197940"/>
                <a:gd name="csY302" fmla="*/ 396646 h 2014199"/>
                <a:gd name="csX303" fmla="*/ 2180632 w 3197940"/>
                <a:gd name="csY303" fmla="*/ 381292 h 2014199"/>
                <a:gd name="csX304" fmla="*/ 2147618 w 3197940"/>
                <a:gd name="csY304" fmla="*/ 377831 h 2014199"/>
                <a:gd name="csX305" fmla="*/ 2148482 w 3197940"/>
                <a:gd name="csY305" fmla="*/ 376212 h 2014199"/>
                <a:gd name="csX306" fmla="*/ 2146971 w 3197940"/>
                <a:gd name="csY306" fmla="*/ 371996 h 2014199"/>
                <a:gd name="csX307" fmla="*/ 2135928 w 3197940"/>
                <a:gd name="csY307" fmla="*/ 373075 h 2014199"/>
                <a:gd name="csX308" fmla="*/ 2135280 w 3197940"/>
                <a:gd name="csY308" fmla="*/ 374155 h 2014199"/>
                <a:gd name="csX309" fmla="*/ 2098476 w 3197940"/>
                <a:gd name="csY309" fmla="*/ 371126 h 2014199"/>
                <a:gd name="csX310" fmla="*/ 2075749 w 3197940"/>
                <a:gd name="csY310" fmla="*/ 385293 h 2014199"/>
                <a:gd name="csX311" fmla="*/ 2081483 w 3197940"/>
                <a:gd name="csY311" fmla="*/ 417951 h 2014199"/>
                <a:gd name="csX312" fmla="*/ 2096094 w 3197940"/>
                <a:gd name="csY312" fmla="*/ 436982 h 2014199"/>
                <a:gd name="csX313" fmla="*/ 2091440 w 3197940"/>
                <a:gd name="csY313" fmla="*/ 447040 h 2014199"/>
                <a:gd name="csX314" fmla="*/ 2095339 w 3197940"/>
                <a:gd name="csY314" fmla="*/ 457314 h 2014199"/>
                <a:gd name="csX315" fmla="*/ 2072288 w 3197940"/>
                <a:gd name="csY315" fmla="*/ 458934 h 2014199"/>
                <a:gd name="csX316" fmla="*/ 2067411 w 3197940"/>
                <a:gd name="csY316" fmla="*/ 469316 h 2014199"/>
                <a:gd name="csX317" fmla="*/ 2058756 w 3197940"/>
                <a:gd name="csY317" fmla="*/ 515817 h 2014199"/>
                <a:gd name="csX318" fmla="*/ 2041002 w 3197940"/>
                <a:gd name="csY318" fmla="*/ 541985 h 2014199"/>
                <a:gd name="csX319" fmla="*/ 2036246 w 3197940"/>
                <a:gd name="csY319" fmla="*/ 563397 h 2014199"/>
                <a:gd name="csX320" fmla="*/ 2025311 w 3197940"/>
                <a:gd name="csY320" fmla="*/ 560369 h 2014199"/>
                <a:gd name="csX321" fmla="*/ 2019247 w 3197940"/>
                <a:gd name="csY321" fmla="*/ 567830 h 2014199"/>
                <a:gd name="csX322" fmla="*/ 2019355 w 3197940"/>
                <a:gd name="csY322" fmla="*/ 578968 h 2014199"/>
                <a:gd name="csX323" fmla="*/ 2008426 w 3197940"/>
                <a:gd name="csY323" fmla="*/ 580701 h 2014199"/>
                <a:gd name="csX324" fmla="*/ 1999981 w 3197940"/>
                <a:gd name="csY324" fmla="*/ 564477 h 2014199"/>
                <a:gd name="csX325" fmla="*/ 1978556 w 3197940"/>
                <a:gd name="csY325" fmla="*/ 541014 h 2014199"/>
                <a:gd name="csX326" fmla="*/ 1968053 w 3197940"/>
                <a:gd name="csY326" fmla="*/ 512464 h 2014199"/>
                <a:gd name="csX327" fmla="*/ 1969355 w 3197940"/>
                <a:gd name="csY327" fmla="*/ 502838 h 2014199"/>
                <a:gd name="csX328" fmla="*/ 1968485 w 3197940"/>
                <a:gd name="csY328" fmla="*/ 491484 h 2014199"/>
                <a:gd name="csX329" fmla="*/ 1976607 w 3197940"/>
                <a:gd name="csY329" fmla="*/ 488785 h 2014199"/>
                <a:gd name="csX330" fmla="*/ 1983318 w 3197940"/>
                <a:gd name="csY330" fmla="*/ 497542 h 2014199"/>
                <a:gd name="csX331" fmla="*/ 1990240 w 3197940"/>
                <a:gd name="csY331" fmla="*/ 488893 h 2014199"/>
                <a:gd name="csX332" fmla="*/ 1984506 w 3197940"/>
                <a:gd name="csY332" fmla="*/ 466833 h 2014199"/>
                <a:gd name="csX333" fmla="*/ 1979635 w 3197940"/>
                <a:gd name="csY333" fmla="*/ 449529 h 2014199"/>
                <a:gd name="csX334" fmla="*/ 1949657 w 3197940"/>
                <a:gd name="csY334" fmla="*/ 423793 h 2014199"/>
                <a:gd name="csX335" fmla="*/ 1944787 w 3197940"/>
                <a:gd name="csY335" fmla="*/ 416871 h 2014199"/>
                <a:gd name="csX336" fmla="*/ 1936449 w 3197940"/>
                <a:gd name="csY336" fmla="*/ 416547 h 2014199"/>
                <a:gd name="csX337" fmla="*/ 1917723 w 3197940"/>
                <a:gd name="csY337" fmla="*/ 441096 h 2014199"/>
                <a:gd name="csX338" fmla="*/ 1915234 w 3197940"/>
                <a:gd name="csY338" fmla="*/ 456991 h 2014199"/>
                <a:gd name="csX339" fmla="*/ 1905925 w 3197940"/>
                <a:gd name="csY339" fmla="*/ 449961 h 2014199"/>
                <a:gd name="csX340" fmla="*/ 1907874 w 3197940"/>
                <a:gd name="csY340" fmla="*/ 483375 h 2014199"/>
                <a:gd name="csX341" fmla="*/ 1896730 w 3197940"/>
                <a:gd name="csY341" fmla="*/ 493109 h 2014199"/>
                <a:gd name="csX342" fmla="*/ 1890989 w 3197940"/>
                <a:gd name="csY342" fmla="*/ 485216 h 2014199"/>
                <a:gd name="csX343" fmla="*/ 1884932 w 3197940"/>
                <a:gd name="csY343" fmla="*/ 479266 h 2014199"/>
                <a:gd name="csX344" fmla="*/ 1887529 w 3197940"/>
                <a:gd name="csY344" fmla="*/ 467049 h 2014199"/>
                <a:gd name="csX345" fmla="*/ 1887313 w 3197940"/>
                <a:gd name="csY345" fmla="*/ 453638 h 2014199"/>
                <a:gd name="csX346" fmla="*/ 1888176 w 3197940"/>
                <a:gd name="csY346" fmla="*/ 444443 h 2014199"/>
                <a:gd name="csX347" fmla="*/ 1876378 w 3197940"/>
                <a:gd name="csY347" fmla="*/ 419144 h 2014199"/>
                <a:gd name="csX348" fmla="*/ 1892615 w 3197940"/>
                <a:gd name="csY348" fmla="*/ 418706 h 2014199"/>
                <a:gd name="csX349" fmla="*/ 1902248 w 3197940"/>
                <a:gd name="csY349" fmla="*/ 402596 h 2014199"/>
                <a:gd name="csX350" fmla="*/ 1887205 w 3197940"/>
                <a:gd name="csY350" fmla="*/ 392754 h 2014199"/>
                <a:gd name="csX351" fmla="*/ 1869774 w 3197940"/>
                <a:gd name="csY351" fmla="*/ 393186 h 2014199"/>
                <a:gd name="csX352" fmla="*/ 1870206 w 3197940"/>
                <a:gd name="csY352" fmla="*/ 392322 h 2014199"/>
                <a:gd name="csX353" fmla="*/ 1863716 w 3197940"/>
                <a:gd name="csY353" fmla="*/ 384861 h 2014199"/>
                <a:gd name="csX354" fmla="*/ 1847479 w 3197940"/>
                <a:gd name="csY354" fmla="*/ 389731 h 2014199"/>
                <a:gd name="csX355" fmla="*/ 1836767 w 3197940"/>
                <a:gd name="csY355" fmla="*/ 398704 h 2014199"/>
                <a:gd name="csX356" fmla="*/ 1829947 w 3197940"/>
                <a:gd name="csY356" fmla="*/ 394056 h 2014199"/>
                <a:gd name="csX357" fmla="*/ 1824530 w 3197940"/>
                <a:gd name="csY357" fmla="*/ 383565 h 2014199"/>
                <a:gd name="csX358" fmla="*/ 1810789 w 3197940"/>
                <a:gd name="csY358" fmla="*/ 376644 h 2014199"/>
                <a:gd name="csX359" fmla="*/ 1829731 w 3197940"/>
                <a:gd name="csY359" fmla="*/ 355879 h 2014199"/>
                <a:gd name="csX360" fmla="*/ 1822695 w 3197940"/>
                <a:gd name="csY360" fmla="*/ 354584 h 2014199"/>
                <a:gd name="csX361" fmla="*/ 1816523 w 3197940"/>
                <a:gd name="csY361" fmla="*/ 347231 h 2014199"/>
                <a:gd name="csX362" fmla="*/ 1824969 w 3197940"/>
                <a:gd name="csY362" fmla="*/ 342475 h 2014199"/>
                <a:gd name="csX363" fmla="*/ 1841961 w 3197940"/>
                <a:gd name="csY363" fmla="*/ 349612 h 2014199"/>
                <a:gd name="csX364" fmla="*/ 1854623 w 3197940"/>
                <a:gd name="csY364" fmla="*/ 344202 h 2014199"/>
                <a:gd name="csX365" fmla="*/ 1849321 w 3197940"/>
                <a:gd name="csY365" fmla="*/ 338582 h 2014199"/>
                <a:gd name="csX366" fmla="*/ 1842825 w 3197940"/>
                <a:gd name="csY366" fmla="*/ 328632 h 2014199"/>
                <a:gd name="csX367" fmla="*/ 1836983 w 3197940"/>
                <a:gd name="csY367" fmla="*/ 330359 h 2014199"/>
                <a:gd name="csX368" fmla="*/ 1835789 w 3197940"/>
                <a:gd name="csY368" fmla="*/ 331769 h 2014199"/>
                <a:gd name="csX369" fmla="*/ 1832436 w 3197940"/>
                <a:gd name="csY369" fmla="*/ 331121 h 2014199"/>
                <a:gd name="csX370" fmla="*/ 1827674 w 3197940"/>
                <a:gd name="csY370" fmla="*/ 320307 h 2014199"/>
                <a:gd name="csX371" fmla="*/ 1828861 w 3197940"/>
                <a:gd name="csY371" fmla="*/ 314033 h 2014199"/>
                <a:gd name="csX372" fmla="*/ 1828321 w 3197940"/>
                <a:gd name="csY372" fmla="*/ 310032 h 2014199"/>
                <a:gd name="csX373" fmla="*/ 1813062 w 3197940"/>
                <a:gd name="csY373" fmla="*/ 302787 h 2014199"/>
                <a:gd name="csX374" fmla="*/ 1799962 w 3197940"/>
                <a:gd name="csY374" fmla="*/ 286131 h 2014199"/>
                <a:gd name="csX375" fmla="*/ 1797365 w 3197940"/>
                <a:gd name="csY375" fmla="*/ 257150 h 2014199"/>
                <a:gd name="csX376" fmla="*/ 1793142 w 3197940"/>
                <a:gd name="csY376" fmla="*/ 251422 h 2014199"/>
                <a:gd name="csX377" fmla="*/ 1787624 w 3197940"/>
                <a:gd name="csY377" fmla="*/ 243961 h 2014199"/>
                <a:gd name="csX378" fmla="*/ 1766625 w 3197940"/>
                <a:gd name="csY378" fmla="*/ 225362 h 2014199"/>
                <a:gd name="csX379" fmla="*/ 1765761 w 3197940"/>
                <a:gd name="csY379" fmla="*/ 217462 h 2014199"/>
                <a:gd name="csX380" fmla="*/ 1746171 w 3197940"/>
                <a:gd name="csY380" fmla="*/ 216922 h 2014199"/>
                <a:gd name="csX381" fmla="*/ 1738272 w 3197940"/>
                <a:gd name="csY381" fmla="*/ 219520 h 2014199"/>
                <a:gd name="csX382" fmla="*/ 1739136 w 3197940"/>
                <a:gd name="csY382" fmla="*/ 203518 h 2014199"/>
                <a:gd name="csX383" fmla="*/ 1736106 w 3197940"/>
                <a:gd name="csY383" fmla="*/ 198647 h 2014199"/>
                <a:gd name="csX384" fmla="*/ 1742926 w 3197940"/>
                <a:gd name="csY384" fmla="*/ 195948 h 2014199"/>
                <a:gd name="csX385" fmla="*/ 1750286 w 3197940"/>
                <a:gd name="csY385" fmla="*/ 200489 h 2014199"/>
                <a:gd name="csX386" fmla="*/ 1754395 w 3197940"/>
                <a:gd name="csY386" fmla="*/ 196056 h 2014199"/>
                <a:gd name="csX387" fmla="*/ 1761862 w 3197940"/>
                <a:gd name="csY387" fmla="*/ 174104 h 2014199"/>
                <a:gd name="csX388" fmla="*/ 1771603 w 3197940"/>
                <a:gd name="csY388" fmla="*/ 166967 h 2014199"/>
                <a:gd name="csX389" fmla="*/ 1777128 w 3197940"/>
                <a:gd name="csY389" fmla="*/ 159398 h 2014199"/>
                <a:gd name="csX390" fmla="*/ 1765329 w 3197940"/>
                <a:gd name="csY390" fmla="*/ 139605 h 2014199"/>
                <a:gd name="csX391" fmla="*/ 1761754 w 3197940"/>
                <a:gd name="csY391" fmla="*/ 135820 h 2014199"/>
                <a:gd name="csX392" fmla="*/ 1750178 w 3197940"/>
                <a:gd name="csY392" fmla="*/ 130200 h 2014199"/>
                <a:gd name="csX393" fmla="*/ 1778747 w 3197940"/>
                <a:gd name="csY393" fmla="*/ 126200 h 2014199"/>
                <a:gd name="csX394" fmla="*/ 1818149 w 3197940"/>
                <a:gd name="csY394" fmla="*/ 134309 h 2014199"/>
                <a:gd name="csX395" fmla="*/ 1836875 w 3197940"/>
                <a:gd name="csY395" fmla="*/ 125546 h 2014199"/>
                <a:gd name="csX396" fmla="*/ 1869666 w 3197940"/>
                <a:gd name="csY396" fmla="*/ 71482 h 2014199"/>
                <a:gd name="csX397" fmla="*/ 1869774 w 3197940"/>
                <a:gd name="csY397" fmla="*/ 63805 h 2014199"/>
                <a:gd name="csX398" fmla="*/ 1872809 w 3197940"/>
                <a:gd name="csY398" fmla="*/ 61747 h 2014199"/>
                <a:gd name="csX399" fmla="*/ 1878435 w 3197940"/>
                <a:gd name="csY399" fmla="*/ 60014 h 2014199"/>
                <a:gd name="csX400" fmla="*/ 1889694 w 3197940"/>
                <a:gd name="csY400" fmla="*/ 46177 h 2014199"/>
                <a:gd name="csX401" fmla="*/ 1892939 w 3197940"/>
                <a:gd name="csY401" fmla="*/ 39148 h 2014199"/>
                <a:gd name="csX402" fmla="*/ 1898349 w 3197940"/>
                <a:gd name="csY402" fmla="*/ 31902 h 2014199"/>
                <a:gd name="csX403" fmla="*/ 1898025 w 3197940"/>
                <a:gd name="csY403" fmla="*/ 28658 h 2014199"/>
                <a:gd name="csX404" fmla="*/ 1876594 w 3197940"/>
                <a:gd name="csY404" fmla="*/ 20441 h 2014199"/>
                <a:gd name="csX405" fmla="*/ 1833947 w 3197940"/>
                <a:gd name="csY405" fmla="*/ 19793 h 2014199"/>
                <a:gd name="csX406" fmla="*/ 1822041 w 3197940"/>
                <a:gd name="csY406" fmla="*/ 22924 h 2014199"/>
                <a:gd name="csX407" fmla="*/ 1817171 w 3197940"/>
                <a:gd name="csY407" fmla="*/ 11786 h 2014199"/>
                <a:gd name="csX408" fmla="*/ 1799746 w 3197940"/>
                <a:gd name="csY408" fmla="*/ 0 h 2014199"/>
                <a:gd name="csX409" fmla="*/ 1770847 w 3197940"/>
                <a:gd name="csY409" fmla="*/ 0 h 2014199"/>
                <a:gd name="csX410" fmla="*/ 1762732 w 3197940"/>
                <a:gd name="csY410" fmla="*/ 7893 h 2014199"/>
                <a:gd name="csX411" fmla="*/ 1753099 w 3197940"/>
                <a:gd name="csY411" fmla="*/ 5950 h 2014199"/>
                <a:gd name="csX412" fmla="*/ 1708179 w 3197940"/>
                <a:gd name="csY412" fmla="*/ 24873 h 2014199"/>
                <a:gd name="csX413" fmla="*/ 1712402 w 3197940"/>
                <a:gd name="csY413" fmla="*/ 33846 h 2014199"/>
                <a:gd name="csX414" fmla="*/ 1731128 w 3197940"/>
                <a:gd name="csY414" fmla="*/ 51257 h 2014199"/>
                <a:gd name="csX415" fmla="*/ 1716187 w 3197940"/>
                <a:gd name="csY415" fmla="*/ 48876 h 2014199"/>
                <a:gd name="csX416" fmla="*/ 1703093 w 3197940"/>
                <a:gd name="csY416" fmla="*/ 44012 h 2014199"/>
                <a:gd name="csX417" fmla="*/ 1694870 w 3197940"/>
                <a:gd name="csY417" fmla="*/ 52229 h 2014199"/>
                <a:gd name="csX418" fmla="*/ 1696705 w 3197940"/>
                <a:gd name="csY418" fmla="*/ 65316 h 2014199"/>
                <a:gd name="csX419" fmla="*/ 1694216 w 3197940"/>
                <a:gd name="csY419" fmla="*/ 73857 h 2014199"/>
                <a:gd name="csX420" fmla="*/ 1695949 w 3197940"/>
                <a:gd name="csY420" fmla="*/ 95917 h 2014199"/>
                <a:gd name="csX421" fmla="*/ 1687288 w 3197940"/>
                <a:gd name="csY421" fmla="*/ 94513 h 2014199"/>
                <a:gd name="csX422" fmla="*/ 1693028 w 3197940"/>
                <a:gd name="csY422" fmla="*/ 109760 h 2014199"/>
                <a:gd name="csX423" fmla="*/ 1691511 w 3197940"/>
                <a:gd name="csY423" fmla="*/ 110731 h 2014199"/>
                <a:gd name="csX424" fmla="*/ 1690971 w 3197940"/>
                <a:gd name="csY424" fmla="*/ 128035 h 2014199"/>
                <a:gd name="csX425" fmla="*/ 1715107 w 3197940"/>
                <a:gd name="csY425" fmla="*/ 161881 h 2014199"/>
                <a:gd name="csX426" fmla="*/ 1709043 w 3197940"/>
                <a:gd name="csY426" fmla="*/ 212382 h 2014199"/>
                <a:gd name="csX427" fmla="*/ 1703201 w 3197940"/>
                <a:gd name="csY427" fmla="*/ 214871 h 2014199"/>
                <a:gd name="csX428" fmla="*/ 1700388 w 3197940"/>
                <a:gd name="csY428" fmla="*/ 220707 h 2014199"/>
                <a:gd name="csX429" fmla="*/ 1687504 w 3197940"/>
                <a:gd name="csY429" fmla="*/ 230118 h 2014199"/>
                <a:gd name="csX430" fmla="*/ 1686964 w 3197940"/>
                <a:gd name="csY430" fmla="*/ 232061 h 2014199"/>
                <a:gd name="csX431" fmla="*/ 1701359 w 3197940"/>
                <a:gd name="csY431" fmla="*/ 242875 h 2014199"/>
                <a:gd name="csX432" fmla="*/ 1698978 w 3197940"/>
                <a:gd name="csY432" fmla="*/ 256070 h 2014199"/>
                <a:gd name="csX433" fmla="*/ 1693244 w 3197940"/>
                <a:gd name="csY433" fmla="*/ 254991 h 2014199"/>
                <a:gd name="csX434" fmla="*/ 1682748 w 3197940"/>
                <a:gd name="csY434" fmla="*/ 246012 h 2014199"/>
                <a:gd name="csX435" fmla="*/ 1673654 w 3197940"/>
                <a:gd name="csY435" fmla="*/ 248717 h 2014199"/>
                <a:gd name="csX436" fmla="*/ 1663259 w 3197940"/>
                <a:gd name="csY436" fmla="*/ 256178 h 2014199"/>
                <a:gd name="csX437" fmla="*/ 1656554 w 3197940"/>
                <a:gd name="csY437" fmla="*/ 259207 h 2014199"/>
                <a:gd name="csX438" fmla="*/ 1665749 w 3197940"/>
                <a:gd name="csY438" fmla="*/ 276727 h 2014199"/>
                <a:gd name="csX439" fmla="*/ 1663805 w 3197940"/>
                <a:gd name="csY439" fmla="*/ 297485 h 2014199"/>
                <a:gd name="csX440" fmla="*/ 1668238 w 3197940"/>
                <a:gd name="csY440" fmla="*/ 304622 h 2014199"/>
                <a:gd name="csX441" fmla="*/ 1675712 w 3197940"/>
                <a:gd name="csY441" fmla="*/ 309709 h 2014199"/>
                <a:gd name="csX442" fmla="*/ 1662612 w 3197940"/>
                <a:gd name="csY442" fmla="*/ 343446 h 2014199"/>
                <a:gd name="csX443" fmla="*/ 1668568 w 3197940"/>
                <a:gd name="csY443" fmla="*/ 355556 h 2014199"/>
                <a:gd name="csX444" fmla="*/ 1675712 w 3197940"/>
                <a:gd name="csY444" fmla="*/ 360534 h 2014199"/>
                <a:gd name="csX445" fmla="*/ 1682855 w 3197940"/>
                <a:gd name="csY445" fmla="*/ 369614 h 2014199"/>
                <a:gd name="csX446" fmla="*/ 1729611 w 3197940"/>
                <a:gd name="csY446" fmla="*/ 390379 h 2014199"/>
                <a:gd name="csX447" fmla="*/ 1737186 w 3197940"/>
                <a:gd name="csY447" fmla="*/ 390379 h 2014199"/>
                <a:gd name="csX448" fmla="*/ 1750718 w 3197940"/>
                <a:gd name="csY448" fmla="*/ 401841 h 2014199"/>
                <a:gd name="csX449" fmla="*/ 1759703 w 3197940"/>
                <a:gd name="csY449" fmla="*/ 400107 h 2014199"/>
                <a:gd name="csX450" fmla="*/ 1775178 w 3197940"/>
                <a:gd name="csY450" fmla="*/ 395891 h 2014199"/>
                <a:gd name="csX451" fmla="*/ 1776696 w 3197940"/>
                <a:gd name="csY451" fmla="*/ 405949 h 2014199"/>
                <a:gd name="csX452" fmla="*/ 1749200 w 3197940"/>
                <a:gd name="csY452" fmla="*/ 414706 h 2014199"/>
                <a:gd name="csX453" fmla="*/ 1745193 w 3197940"/>
                <a:gd name="csY453" fmla="*/ 427901 h 2014199"/>
                <a:gd name="csX454" fmla="*/ 1734265 w 3197940"/>
                <a:gd name="csY454" fmla="*/ 439687 h 2014199"/>
                <a:gd name="csX455" fmla="*/ 1738704 w 3197940"/>
                <a:gd name="csY455" fmla="*/ 457638 h 2014199"/>
                <a:gd name="csX456" fmla="*/ 1757208 w 3197940"/>
                <a:gd name="csY456" fmla="*/ 446932 h 2014199"/>
                <a:gd name="csX457" fmla="*/ 1763380 w 3197940"/>
                <a:gd name="csY457" fmla="*/ 435686 h 2014199"/>
                <a:gd name="csX458" fmla="*/ 1772365 w 3197940"/>
                <a:gd name="csY458" fmla="*/ 439687 h 2014199"/>
                <a:gd name="csX459" fmla="*/ 1772905 w 3197940"/>
                <a:gd name="csY459" fmla="*/ 466941 h 2014199"/>
                <a:gd name="csX460" fmla="*/ 1774854 w 3197940"/>
                <a:gd name="csY460" fmla="*/ 474186 h 2014199"/>
                <a:gd name="csX461" fmla="*/ 1752337 w 3197940"/>
                <a:gd name="csY461" fmla="*/ 490188 h 2014199"/>
                <a:gd name="csX462" fmla="*/ 1727661 w 3197940"/>
                <a:gd name="csY462" fmla="*/ 514845 h 2014199"/>
                <a:gd name="csX463" fmla="*/ 1705366 w 3197940"/>
                <a:gd name="csY463" fmla="*/ 514845 h 2014199"/>
                <a:gd name="csX464" fmla="*/ 1696057 w 3197940"/>
                <a:gd name="csY464" fmla="*/ 539934 h 2014199"/>
                <a:gd name="csX465" fmla="*/ 1713050 w 3197940"/>
                <a:gd name="csY465" fmla="*/ 553879 h 2014199"/>
                <a:gd name="csX466" fmla="*/ 1709697 w 3197940"/>
                <a:gd name="csY466" fmla="*/ 573888 h 2014199"/>
                <a:gd name="csX467" fmla="*/ 1696705 w 3197940"/>
                <a:gd name="csY467" fmla="*/ 570319 h 2014199"/>
                <a:gd name="csX468" fmla="*/ 1697467 w 3197940"/>
                <a:gd name="csY468" fmla="*/ 568585 h 2014199"/>
                <a:gd name="csX469" fmla="*/ 1685884 w 3197940"/>
                <a:gd name="csY469" fmla="*/ 565563 h 2014199"/>
                <a:gd name="csX470" fmla="*/ 1675604 w 3197940"/>
                <a:gd name="csY470" fmla="*/ 569995 h 2014199"/>
                <a:gd name="csX471" fmla="*/ 1672569 w 3197940"/>
                <a:gd name="csY471" fmla="*/ 552152 h 2014199"/>
                <a:gd name="csX472" fmla="*/ 1686100 w 3197940"/>
                <a:gd name="csY472" fmla="*/ 492893 h 2014199"/>
                <a:gd name="csX473" fmla="*/ 1667158 w 3197940"/>
                <a:gd name="csY473" fmla="*/ 507384 h 2014199"/>
                <a:gd name="csX474" fmla="*/ 1663805 w 3197940"/>
                <a:gd name="csY474" fmla="*/ 496570 h 2014199"/>
                <a:gd name="csX475" fmla="*/ 1646051 w 3197940"/>
                <a:gd name="csY475" fmla="*/ 494621 h 2014199"/>
                <a:gd name="csX476" fmla="*/ 1638043 w 3197940"/>
                <a:gd name="csY476" fmla="*/ 484130 h 2014199"/>
                <a:gd name="csX477" fmla="*/ 1606871 w 3197940"/>
                <a:gd name="csY477" fmla="*/ 474834 h 2014199"/>
                <a:gd name="csX478" fmla="*/ 1598426 w 3197940"/>
                <a:gd name="csY478" fmla="*/ 486188 h 2014199"/>
                <a:gd name="csX479" fmla="*/ 1580678 w 3197940"/>
                <a:gd name="csY479" fmla="*/ 488023 h 2014199"/>
                <a:gd name="csX480" fmla="*/ 1587821 w 3197940"/>
                <a:gd name="csY480" fmla="*/ 507600 h 2014199"/>
                <a:gd name="csX481" fmla="*/ 1578944 w 3197940"/>
                <a:gd name="csY481" fmla="*/ 518198 h 2014199"/>
                <a:gd name="csX482" fmla="*/ 1587498 w 3197940"/>
                <a:gd name="csY482" fmla="*/ 533876 h 2014199"/>
                <a:gd name="csX483" fmla="*/ 1568124 w 3197940"/>
                <a:gd name="csY483" fmla="*/ 538740 h 2014199"/>
                <a:gd name="csX484" fmla="*/ 1506319 w 3197940"/>
                <a:gd name="csY484" fmla="*/ 526307 h 2014199"/>
                <a:gd name="csX485" fmla="*/ 1472658 w 3197940"/>
                <a:gd name="csY485" fmla="*/ 538093 h 2014199"/>
                <a:gd name="csX486" fmla="*/ 1456853 w 3197940"/>
                <a:gd name="csY486" fmla="*/ 533876 h 2014199"/>
                <a:gd name="csX487" fmla="*/ 1442025 w 3197940"/>
                <a:gd name="csY487" fmla="*/ 537769 h 2014199"/>
                <a:gd name="csX488" fmla="*/ 1409450 w 3197940"/>
                <a:gd name="csY488" fmla="*/ 514629 h 2014199"/>
                <a:gd name="csX489" fmla="*/ 1407069 w 3197940"/>
                <a:gd name="csY489" fmla="*/ 505111 h 2014199"/>
                <a:gd name="csX490" fmla="*/ 1401004 w 3197940"/>
                <a:gd name="csY490" fmla="*/ 503600 h 2014199"/>
                <a:gd name="csX491" fmla="*/ 1387695 w 3197940"/>
                <a:gd name="csY491" fmla="*/ 515061 h 2014199"/>
                <a:gd name="csX492" fmla="*/ 1364314 w 3197940"/>
                <a:gd name="csY492" fmla="*/ 511493 h 2014199"/>
                <a:gd name="csX493" fmla="*/ 1365070 w 3197940"/>
                <a:gd name="csY493" fmla="*/ 500571 h 2014199"/>
                <a:gd name="csX494" fmla="*/ 1329027 w 3197940"/>
                <a:gd name="csY494" fmla="*/ 480238 h 2014199"/>
                <a:gd name="csX495" fmla="*/ 1323185 w 3197940"/>
                <a:gd name="csY495" fmla="*/ 456019 h 2014199"/>
                <a:gd name="csX496" fmla="*/ 1297207 w 3197940"/>
                <a:gd name="csY496" fmla="*/ 442176 h 2014199"/>
                <a:gd name="csX497" fmla="*/ 1257812 w 3197940"/>
                <a:gd name="csY497" fmla="*/ 459480 h 2014199"/>
                <a:gd name="csX498" fmla="*/ 1218410 w 3197940"/>
                <a:gd name="csY498" fmla="*/ 466503 h 2014199"/>
                <a:gd name="csX499" fmla="*/ 1204015 w 3197940"/>
                <a:gd name="csY499" fmla="*/ 494189 h 2014199"/>
                <a:gd name="csX500" fmla="*/ 1210727 w 3197940"/>
                <a:gd name="csY500" fmla="*/ 500139 h 2014199"/>
                <a:gd name="csX501" fmla="*/ 1218842 w 3197940"/>
                <a:gd name="csY501" fmla="*/ 499815 h 2014199"/>
                <a:gd name="csX502" fmla="*/ 1223935 w 3197940"/>
                <a:gd name="csY502" fmla="*/ 504355 h 2014199"/>
                <a:gd name="csX503" fmla="*/ 1239841 w 3197940"/>
                <a:gd name="csY503" fmla="*/ 496030 h 2014199"/>
                <a:gd name="csX504" fmla="*/ 1242762 w 3197940"/>
                <a:gd name="csY504" fmla="*/ 488347 h 2014199"/>
                <a:gd name="csX505" fmla="*/ 1263870 w 3197940"/>
                <a:gd name="csY505" fmla="*/ 490296 h 2014199"/>
                <a:gd name="csX506" fmla="*/ 1276208 w 3197940"/>
                <a:gd name="csY506" fmla="*/ 479266 h 2014199"/>
                <a:gd name="csX507" fmla="*/ 1302833 w 3197940"/>
                <a:gd name="csY507" fmla="*/ 466179 h 2014199"/>
                <a:gd name="csX508" fmla="*/ 1315826 w 3197940"/>
                <a:gd name="csY508" fmla="*/ 470179 h 2014199"/>
                <a:gd name="csX509" fmla="*/ 1312574 w 3197940"/>
                <a:gd name="csY509" fmla="*/ 486296 h 2014199"/>
                <a:gd name="csX510" fmla="*/ 1287143 w 3197940"/>
                <a:gd name="csY510" fmla="*/ 497434 h 2014199"/>
                <a:gd name="csX511" fmla="*/ 1276316 w 3197940"/>
                <a:gd name="csY511" fmla="*/ 510407 h 2014199"/>
                <a:gd name="csX512" fmla="*/ 1242331 w 3197940"/>
                <a:gd name="csY512" fmla="*/ 516573 h 2014199"/>
                <a:gd name="csX513" fmla="*/ 1240603 w 3197940"/>
                <a:gd name="csY513" fmla="*/ 525228 h 2014199"/>
                <a:gd name="csX514" fmla="*/ 1230748 w 3197940"/>
                <a:gd name="csY514" fmla="*/ 530631 h 2014199"/>
                <a:gd name="csX515" fmla="*/ 1248395 w 3197940"/>
                <a:gd name="csY515" fmla="*/ 557663 h 2014199"/>
                <a:gd name="csX516" fmla="*/ 1248395 w 3197940"/>
                <a:gd name="csY516" fmla="*/ 576593 h 2014199"/>
                <a:gd name="csX517" fmla="*/ 1258136 w 3197940"/>
                <a:gd name="csY517" fmla="*/ 598869 h 2014199"/>
                <a:gd name="csX518" fmla="*/ 1232914 w 3197940"/>
                <a:gd name="csY518" fmla="*/ 590645 h 2014199"/>
                <a:gd name="csX519" fmla="*/ 1232158 w 3197940"/>
                <a:gd name="csY519" fmla="*/ 552691 h 2014199"/>
                <a:gd name="csX520" fmla="*/ 1230640 w 3197940"/>
                <a:gd name="csY520" fmla="*/ 551072 h 2014199"/>
                <a:gd name="csX521" fmla="*/ 1214518 w 3197940"/>
                <a:gd name="csY521" fmla="*/ 551288 h 2014199"/>
                <a:gd name="csX522" fmla="*/ 1207482 w 3197940"/>
                <a:gd name="csY522" fmla="*/ 549447 h 2014199"/>
                <a:gd name="csX523" fmla="*/ 1201957 w 3197940"/>
                <a:gd name="csY523" fmla="*/ 567182 h 2014199"/>
                <a:gd name="csX524" fmla="*/ 1195036 w 3197940"/>
                <a:gd name="csY524" fmla="*/ 554095 h 2014199"/>
                <a:gd name="csX525" fmla="*/ 1194706 w 3197940"/>
                <a:gd name="csY525" fmla="*/ 544151 h 2014199"/>
                <a:gd name="csX526" fmla="*/ 1187346 w 3197940"/>
                <a:gd name="csY526" fmla="*/ 534740 h 2014199"/>
                <a:gd name="csX527" fmla="*/ 1169058 w 3197940"/>
                <a:gd name="csY527" fmla="*/ 537121 h 2014199"/>
                <a:gd name="csX528" fmla="*/ 1153685 w 3197940"/>
                <a:gd name="csY528" fmla="*/ 521113 h 2014199"/>
                <a:gd name="csX529" fmla="*/ 1119807 w 3197940"/>
                <a:gd name="csY529" fmla="*/ 536905 h 2014199"/>
                <a:gd name="csX530" fmla="*/ 1119807 w 3197940"/>
                <a:gd name="csY530" fmla="*/ 529768 h 2014199"/>
                <a:gd name="csX531" fmla="*/ 1126735 w 3197940"/>
                <a:gd name="csY531" fmla="*/ 519278 h 2014199"/>
                <a:gd name="csX532" fmla="*/ 1125764 w 3197940"/>
                <a:gd name="csY532" fmla="*/ 517982 h 2014199"/>
                <a:gd name="csX533" fmla="*/ 1120569 w 3197940"/>
                <a:gd name="csY533" fmla="*/ 516680 h 2014199"/>
                <a:gd name="csX534" fmla="*/ 1107901 w 3197940"/>
                <a:gd name="csY534" fmla="*/ 526955 h 2014199"/>
                <a:gd name="csX535" fmla="*/ 1100973 w 3197940"/>
                <a:gd name="csY535" fmla="*/ 535927 h 2014199"/>
                <a:gd name="csX536" fmla="*/ 1094484 w 3197940"/>
                <a:gd name="csY536" fmla="*/ 533337 h 2014199"/>
                <a:gd name="csX537" fmla="*/ 1069477 w 3197940"/>
                <a:gd name="csY537" fmla="*/ 538093 h 2014199"/>
                <a:gd name="csX538" fmla="*/ 1056923 w 3197940"/>
                <a:gd name="csY538" fmla="*/ 542957 h 2014199"/>
                <a:gd name="csX539" fmla="*/ 1008111 w 3197940"/>
                <a:gd name="csY539" fmla="*/ 539064 h 2014199"/>
                <a:gd name="csX540" fmla="*/ 988953 w 3197940"/>
                <a:gd name="csY540" fmla="*/ 532473 h 2014199"/>
                <a:gd name="csX541" fmla="*/ 963083 w 3197940"/>
                <a:gd name="csY541" fmla="*/ 530955 h 2014199"/>
                <a:gd name="csX542" fmla="*/ 954536 w 3197940"/>
                <a:gd name="csY542" fmla="*/ 521221 h 2014199"/>
                <a:gd name="csX543" fmla="*/ 962975 w 3197940"/>
                <a:gd name="csY543" fmla="*/ 510737 h 2014199"/>
                <a:gd name="csX544" fmla="*/ 962975 w 3197940"/>
                <a:gd name="csY544" fmla="*/ 501974 h 2014199"/>
                <a:gd name="csX545" fmla="*/ 970766 w 3197940"/>
                <a:gd name="csY545" fmla="*/ 502838 h 2014199"/>
                <a:gd name="csX546" fmla="*/ 978888 w 3197940"/>
                <a:gd name="csY546" fmla="*/ 498513 h 2014199"/>
                <a:gd name="csX547" fmla="*/ 1006809 w 3197940"/>
                <a:gd name="csY547" fmla="*/ 491916 h 2014199"/>
                <a:gd name="csX548" fmla="*/ 1008003 w 3197940"/>
                <a:gd name="csY548" fmla="*/ 480130 h 2014199"/>
                <a:gd name="csX549" fmla="*/ 985054 w 3197940"/>
                <a:gd name="csY549" fmla="*/ 457854 h 2014199"/>
                <a:gd name="csX550" fmla="*/ 952040 w 3197940"/>
                <a:gd name="csY550" fmla="*/ 440011 h 2014199"/>
                <a:gd name="csX551" fmla="*/ 931803 w 3197940"/>
                <a:gd name="csY551" fmla="*/ 435794 h 2014199"/>
                <a:gd name="csX552" fmla="*/ 926069 w 3197940"/>
                <a:gd name="csY552" fmla="*/ 441744 h 2014199"/>
                <a:gd name="csX553" fmla="*/ 932235 w 3197940"/>
                <a:gd name="csY553" fmla="*/ 450069 h 2014199"/>
                <a:gd name="csX554" fmla="*/ 924983 w 3197940"/>
                <a:gd name="csY554" fmla="*/ 451256 h 2014199"/>
                <a:gd name="csX555" fmla="*/ 911781 w 3197940"/>
                <a:gd name="csY555" fmla="*/ 446824 h 2014199"/>
                <a:gd name="csX556" fmla="*/ 887213 w 3197940"/>
                <a:gd name="csY556" fmla="*/ 443579 h 2014199"/>
                <a:gd name="csX557" fmla="*/ 878660 w 3197940"/>
                <a:gd name="csY557" fmla="*/ 439363 h 2014199"/>
                <a:gd name="csX558" fmla="*/ 860149 w 3197940"/>
                <a:gd name="csY558" fmla="*/ 436982 h 2014199"/>
                <a:gd name="csX559" fmla="*/ 828222 w 3197940"/>
                <a:gd name="csY559" fmla="*/ 416979 h 2014199"/>
                <a:gd name="csX560" fmla="*/ 766849 w 3197940"/>
                <a:gd name="csY560" fmla="*/ 403352 h 2014199"/>
                <a:gd name="csX561" fmla="*/ 746180 w 3197940"/>
                <a:gd name="csY561" fmla="*/ 384645 h 2014199"/>
                <a:gd name="csX562" fmla="*/ 712194 w 3197940"/>
                <a:gd name="csY562" fmla="*/ 372536 h 2014199"/>
                <a:gd name="csX563" fmla="*/ 668246 w 3197940"/>
                <a:gd name="csY563" fmla="*/ 376428 h 2014199"/>
                <a:gd name="csX564" fmla="*/ 659807 w 3197940"/>
                <a:gd name="csY564" fmla="*/ 397732 h 2014199"/>
                <a:gd name="csX565" fmla="*/ 652771 w 3197940"/>
                <a:gd name="csY565" fmla="*/ 401409 h 2014199"/>
                <a:gd name="csX566" fmla="*/ 644872 w 3197940"/>
                <a:gd name="csY566" fmla="*/ 409410 h 2014199"/>
                <a:gd name="csX567" fmla="*/ 614779 w 3197940"/>
                <a:gd name="csY567" fmla="*/ 404654 h 2014199"/>
                <a:gd name="csX568" fmla="*/ 627441 w 3197940"/>
                <a:gd name="csY568" fmla="*/ 381832 h 2014199"/>
                <a:gd name="csX569" fmla="*/ 613915 w 3197940"/>
                <a:gd name="csY569" fmla="*/ 379241 h 2014199"/>
                <a:gd name="csX570" fmla="*/ 615757 w 3197940"/>
                <a:gd name="csY570" fmla="*/ 345605 h 2014199"/>
                <a:gd name="csX571" fmla="*/ 607204 w 3197940"/>
                <a:gd name="csY571" fmla="*/ 344418 h 2014199"/>
                <a:gd name="csX572" fmla="*/ 587722 w 3197940"/>
                <a:gd name="csY572" fmla="*/ 355879 h 2014199"/>
                <a:gd name="csX573" fmla="*/ 587398 w 3197940"/>
                <a:gd name="csY573" fmla="*/ 357181 h 2014199"/>
                <a:gd name="csX574" fmla="*/ 598650 w 3197940"/>
                <a:gd name="csY574" fmla="*/ 363880 h 2014199"/>
                <a:gd name="csX575" fmla="*/ 592916 w 3197940"/>
                <a:gd name="csY575" fmla="*/ 376644 h 2014199"/>
                <a:gd name="csX576" fmla="*/ 581765 w 3197940"/>
                <a:gd name="csY576" fmla="*/ 375996 h 2014199"/>
                <a:gd name="csX577" fmla="*/ 578844 w 3197940"/>
                <a:gd name="csY577" fmla="*/ 388430 h 2014199"/>
                <a:gd name="csX578" fmla="*/ 579930 w 3197940"/>
                <a:gd name="csY578" fmla="*/ 397193 h 2014199"/>
                <a:gd name="csX579" fmla="*/ 578844 w 3197940"/>
                <a:gd name="csY579" fmla="*/ 397840 h 2014199"/>
                <a:gd name="csX580" fmla="*/ 580686 w 3197940"/>
                <a:gd name="csY580" fmla="*/ 410381 h 2014199"/>
                <a:gd name="csX581" fmla="*/ 564017 w 3197940"/>
                <a:gd name="csY581" fmla="*/ 407892 h 2014199"/>
                <a:gd name="csX582" fmla="*/ 528838 w 3197940"/>
                <a:gd name="csY582" fmla="*/ 377076 h 2014199"/>
                <a:gd name="csX583" fmla="*/ 503298 w 3197940"/>
                <a:gd name="csY583" fmla="*/ 327006 h 2014199"/>
                <a:gd name="csX584" fmla="*/ 471040 w 3197940"/>
                <a:gd name="csY584" fmla="*/ 308839 h 2014199"/>
                <a:gd name="csX585" fmla="*/ 472018 w 3197940"/>
                <a:gd name="csY585" fmla="*/ 322358 h 2014199"/>
                <a:gd name="csX586" fmla="*/ 477321 w 3197940"/>
                <a:gd name="csY586" fmla="*/ 332632 h 2014199"/>
                <a:gd name="csX587" fmla="*/ 486846 w 3197940"/>
                <a:gd name="csY587" fmla="*/ 345719 h 2014199"/>
                <a:gd name="csX588" fmla="*/ 467472 w 3197940"/>
                <a:gd name="csY588" fmla="*/ 354044 h 2014199"/>
                <a:gd name="csX589" fmla="*/ 469853 w 3197940"/>
                <a:gd name="csY589" fmla="*/ 363125 h 2014199"/>
                <a:gd name="csX590" fmla="*/ 455781 w 3197940"/>
                <a:gd name="csY590" fmla="*/ 377076 h 2014199"/>
                <a:gd name="csX591" fmla="*/ 439113 w 3197940"/>
                <a:gd name="csY591" fmla="*/ 378587 h 2014199"/>
                <a:gd name="csX592" fmla="*/ 440414 w 3197940"/>
                <a:gd name="csY592" fmla="*/ 367779 h 2014199"/>
                <a:gd name="csX593" fmla="*/ 399063 w 3197940"/>
                <a:gd name="csY593" fmla="*/ 384537 h 2014199"/>
                <a:gd name="csX594" fmla="*/ 376445 w 3197940"/>
                <a:gd name="csY594" fmla="*/ 401841 h 2014199"/>
                <a:gd name="csX595" fmla="*/ 386185 w 3197940"/>
                <a:gd name="csY595" fmla="*/ 377292 h 2014199"/>
                <a:gd name="csX596" fmla="*/ 417034 w 3197940"/>
                <a:gd name="csY596" fmla="*/ 363017 h 2014199"/>
                <a:gd name="csX597" fmla="*/ 426991 w 3197940"/>
                <a:gd name="csY597" fmla="*/ 346799 h 2014199"/>
                <a:gd name="csX598" fmla="*/ 419415 w 3197940"/>
                <a:gd name="csY598" fmla="*/ 339985 h 2014199"/>
                <a:gd name="csX599" fmla="*/ 414868 w 3197940"/>
                <a:gd name="csY599" fmla="*/ 340957 h 2014199"/>
                <a:gd name="csX600" fmla="*/ 409566 w 3197940"/>
                <a:gd name="csY600" fmla="*/ 350799 h 2014199"/>
                <a:gd name="csX601" fmla="*/ 404696 w 3197940"/>
                <a:gd name="csY601" fmla="*/ 352527 h 2014199"/>
                <a:gd name="csX602" fmla="*/ 395495 w 3197940"/>
                <a:gd name="csY602" fmla="*/ 347555 h 2014199"/>
                <a:gd name="csX603" fmla="*/ 389106 w 3197940"/>
                <a:gd name="csY603" fmla="*/ 346475 h 2014199"/>
                <a:gd name="csX604" fmla="*/ 376445 w 3197940"/>
                <a:gd name="csY604" fmla="*/ 348850 h 2014199"/>
                <a:gd name="csX605" fmla="*/ 371898 w 3197940"/>
                <a:gd name="csY605" fmla="*/ 353289 h 2014199"/>
                <a:gd name="csX606" fmla="*/ 368437 w 3197940"/>
                <a:gd name="csY606" fmla="*/ 364103 h 2014199"/>
                <a:gd name="csX607" fmla="*/ 363999 w 3197940"/>
                <a:gd name="csY607" fmla="*/ 366909 h 2014199"/>
                <a:gd name="csX608" fmla="*/ 356639 w 3197940"/>
                <a:gd name="csY608" fmla="*/ 364750 h 2014199"/>
                <a:gd name="csX609" fmla="*/ 350575 w 3197940"/>
                <a:gd name="csY609" fmla="*/ 365938 h 2014199"/>
                <a:gd name="csX610" fmla="*/ 332503 w 3197940"/>
                <a:gd name="csY610" fmla="*/ 379997 h 2014199"/>
                <a:gd name="csX611" fmla="*/ 326654 w 3197940"/>
                <a:gd name="csY611" fmla="*/ 380536 h 2014199"/>
                <a:gd name="csX612" fmla="*/ 317891 w 3197940"/>
                <a:gd name="csY612" fmla="*/ 375672 h 2014199"/>
                <a:gd name="csX613" fmla="*/ 312583 w 3197940"/>
                <a:gd name="csY613" fmla="*/ 376860 h 2014199"/>
                <a:gd name="csX614" fmla="*/ 308258 w 3197940"/>
                <a:gd name="csY614" fmla="*/ 382270 h 2014199"/>
                <a:gd name="csX615" fmla="*/ 299921 w 3197940"/>
                <a:gd name="csY615" fmla="*/ 385616 h 2014199"/>
                <a:gd name="csX616" fmla="*/ 295920 w 3197940"/>
                <a:gd name="csY616" fmla="*/ 389839 h 2014199"/>
                <a:gd name="csX617" fmla="*/ 294187 w 3197940"/>
                <a:gd name="csY617" fmla="*/ 400869 h 2014199"/>
                <a:gd name="csX618" fmla="*/ 290288 w 3197940"/>
                <a:gd name="csY618" fmla="*/ 405625 h 2014199"/>
                <a:gd name="csX619" fmla="*/ 261715 w 3197940"/>
                <a:gd name="csY619" fmla="*/ 411899 h 2014199"/>
                <a:gd name="csX620" fmla="*/ 259874 w 3197940"/>
                <a:gd name="csY620" fmla="*/ 408978 h 2014199"/>
                <a:gd name="csX621" fmla="*/ 265828 w 3197940"/>
                <a:gd name="csY621" fmla="*/ 394272 h 2014199"/>
                <a:gd name="csX622" fmla="*/ 264204 w 3197940"/>
                <a:gd name="csY622" fmla="*/ 389077 h 2014199"/>
                <a:gd name="csX623" fmla="*/ 240175 w 3197940"/>
                <a:gd name="csY623" fmla="*/ 377292 h 2014199"/>
                <a:gd name="csX624" fmla="*/ 237794 w 3197940"/>
                <a:gd name="csY624" fmla="*/ 379673 h 2014199"/>
                <a:gd name="csX625" fmla="*/ 239310 w 3197940"/>
                <a:gd name="csY625" fmla="*/ 387242 h 2014199"/>
                <a:gd name="csX626" fmla="*/ 237578 w 3197940"/>
                <a:gd name="csY626" fmla="*/ 393840 h 2014199"/>
                <a:gd name="csX627" fmla="*/ 232707 w 3197940"/>
                <a:gd name="csY627" fmla="*/ 399136 h 2014199"/>
                <a:gd name="csX628" fmla="*/ 226863 w 3197940"/>
                <a:gd name="csY628" fmla="*/ 401193 h 2014199"/>
                <a:gd name="csX629" fmla="*/ 209761 w 3197940"/>
                <a:gd name="csY629" fmla="*/ 397732 h 2014199"/>
                <a:gd name="csX630" fmla="*/ 203592 w 3197940"/>
                <a:gd name="csY630" fmla="*/ 399352 h 2014199"/>
                <a:gd name="csX631" fmla="*/ 176966 w 3197940"/>
                <a:gd name="csY631" fmla="*/ 420440 h 2014199"/>
                <a:gd name="csX632" fmla="*/ 175558 w 3197940"/>
                <a:gd name="csY632" fmla="*/ 426282 h 2014199"/>
                <a:gd name="csX633" fmla="*/ 181620 w 3197940"/>
                <a:gd name="csY633" fmla="*/ 441528 h 2014199"/>
                <a:gd name="csX634" fmla="*/ 179672 w 3197940"/>
                <a:gd name="csY634" fmla="*/ 444773 h 2014199"/>
                <a:gd name="csX635" fmla="*/ 164086 w 3197940"/>
                <a:gd name="csY635" fmla="*/ 442716 h 2014199"/>
                <a:gd name="csX636" fmla="*/ 157700 w 3197940"/>
                <a:gd name="csY636" fmla="*/ 447256 h 2014199"/>
                <a:gd name="csX637" fmla="*/ 152613 w 3197940"/>
                <a:gd name="csY637" fmla="*/ 449205 h 2014199"/>
                <a:gd name="csX638" fmla="*/ 117869 w 3197940"/>
                <a:gd name="csY638" fmla="*/ 434175 h 2014199"/>
                <a:gd name="csX639" fmla="*/ 73059 w 3197940"/>
                <a:gd name="csY639" fmla="*/ 406165 h 2014199"/>
                <a:gd name="csX640" fmla="*/ 72302 w 3197940"/>
                <a:gd name="csY640" fmla="*/ 401193 h 2014199"/>
                <a:gd name="csX641" fmla="*/ 77280 w 3197940"/>
                <a:gd name="csY641" fmla="*/ 394272 h 2014199"/>
                <a:gd name="csX642" fmla="*/ 75982 w 3197940"/>
                <a:gd name="csY642" fmla="*/ 388969 h 2014199"/>
                <a:gd name="csX643" fmla="*/ 70137 w 3197940"/>
                <a:gd name="csY643" fmla="*/ 389185 h 2014199"/>
                <a:gd name="csX644" fmla="*/ 54442 w 3197940"/>
                <a:gd name="csY644" fmla="*/ 397408 h 2014199"/>
                <a:gd name="csX645" fmla="*/ 30956 w 3197940"/>
                <a:gd name="csY645" fmla="*/ 391027 h 2014199"/>
                <a:gd name="csX646" fmla="*/ 0 w 3197940"/>
                <a:gd name="csY646" fmla="*/ 389401 h 2014199"/>
                <a:gd name="csX647" fmla="*/ 0 w 3197940"/>
                <a:gd name="csY647" fmla="*/ 1033577 h 2014199"/>
                <a:gd name="csX648" fmla="*/ 15153 w 3197940"/>
                <a:gd name="csY648" fmla="*/ 1038447 h 2014199"/>
                <a:gd name="csX649" fmla="*/ 22297 w 3197940"/>
                <a:gd name="csY649" fmla="*/ 1031526 h 2014199"/>
                <a:gd name="csX650" fmla="*/ 36151 w 3197940"/>
                <a:gd name="csY650" fmla="*/ 1040822 h 2014199"/>
                <a:gd name="csX651" fmla="*/ 49572 w 3197940"/>
                <a:gd name="csY651" fmla="*/ 1030332 h 2014199"/>
                <a:gd name="csX652" fmla="*/ 69920 w 3197940"/>
                <a:gd name="csY652" fmla="*/ 1031202 h 2014199"/>
                <a:gd name="csX653" fmla="*/ 66890 w 3197940"/>
                <a:gd name="csY653" fmla="*/ 1048938 h 2014199"/>
                <a:gd name="csX654" fmla="*/ 123497 w 3197940"/>
                <a:gd name="csY654" fmla="*/ 1097382 h 2014199"/>
                <a:gd name="csX655" fmla="*/ 129775 w 3197940"/>
                <a:gd name="csY655" fmla="*/ 1119118 h 2014199"/>
                <a:gd name="csX656" fmla="*/ 163761 w 3197940"/>
                <a:gd name="csY656" fmla="*/ 1101814 h 2014199"/>
                <a:gd name="csX657" fmla="*/ 167008 w 3197940"/>
                <a:gd name="csY657" fmla="*/ 1087755 h 2014199"/>
                <a:gd name="csX658" fmla="*/ 177723 w 3197940"/>
                <a:gd name="csY658" fmla="*/ 1082351 h 2014199"/>
                <a:gd name="csX659" fmla="*/ 180213 w 3197940"/>
                <a:gd name="csY659" fmla="*/ 1073696 h 2014199"/>
                <a:gd name="csX660" fmla="*/ 204674 w 3197940"/>
                <a:gd name="csY660" fmla="*/ 1064724 h 2014199"/>
                <a:gd name="csX661" fmla="*/ 221234 w 3197940"/>
                <a:gd name="csY661" fmla="*/ 1077589 h 2014199"/>
                <a:gd name="csX662" fmla="*/ 224481 w 3197940"/>
                <a:gd name="csY662" fmla="*/ 1097598 h 2014199"/>
                <a:gd name="csX663" fmla="*/ 235955 w 3197940"/>
                <a:gd name="csY663" fmla="*/ 1100519 h 2014199"/>
                <a:gd name="csX664" fmla="*/ 250782 w 3197940"/>
                <a:gd name="csY664" fmla="*/ 1121709 h 2014199"/>
                <a:gd name="csX665" fmla="*/ 264096 w 3197940"/>
                <a:gd name="csY665" fmla="*/ 1128846 h 2014199"/>
                <a:gd name="csX666" fmla="*/ 283253 w 3197940"/>
                <a:gd name="csY666" fmla="*/ 1145718 h 2014199"/>
                <a:gd name="csX667" fmla="*/ 281847 w 3197940"/>
                <a:gd name="csY667" fmla="*/ 1158043 h 2014199"/>
                <a:gd name="csX668" fmla="*/ 295806 w 3197940"/>
                <a:gd name="csY668" fmla="*/ 1166159 h 2014199"/>
                <a:gd name="csX669" fmla="*/ 323193 w 3197940"/>
                <a:gd name="csY669" fmla="*/ 1214603 h 2014199"/>
                <a:gd name="csX670" fmla="*/ 322546 w 3197940"/>
                <a:gd name="csY670" fmla="*/ 1226604 h 2014199"/>
                <a:gd name="csX671" fmla="*/ 332718 w 3197940"/>
                <a:gd name="csY671" fmla="*/ 1229741 h 2014199"/>
                <a:gd name="csX672" fmla="*/ 331633 w 3197940"/>
                <a:gd name="csY672" fmla="*/ 1240015 h 2014199"/>
                <a:gd name="csX673" fmla="*/ 340402 w 3197940"/>
                <a:gd name="csY673" fmla="*/ 1243800 h 2014199"/>
                <a:gd name="csX674" fmla="*/ 342675 w 3197940"/>
                <a:gd name="csY674" fmla="*/ 1255586 h 2014199"/>
                <a:gd name="csX675" fmla="*/ 355985 w 3197940"/>
                <a:gd name="csY675" fmla="*/ 1256341 h 2014199"/>
                <a:gd name="csX676" fmla="*/ 382395 w 3197940"/>
                <a:gd name="csY676" fmla="*/ 1269537 h 2014199"/>
                <a:gd name="csX677" fmla="*/ 394631 w 3197940"/>
                <a:gd name="csY677" fmla="*/ 1281214 h 2014199"/>
                <a:gd name="csX678" fmla="*/ 404804 w 3197940"/>
                <a:gd name="csY678" fmla="*/ 1281970 h 2014199"/>
                <a:gd name="csX679" fmla="*/ 410106 w 3197940"/>
                <a:gd name="csY679" fmla="*/ 1292892 h 2014199"/>
                <a:gd name="csX680" fmla="*/ 404480 w 3197940"/>
                <a:gd name="csY680" fmla="*/ 1311491 h 2014199"/>
                <a:gd name="csX681" fmla="*/ 412055 w 3197940"/>
                <a:gd name="csY681" fmla="*/ 1330306 h 2014199"/>
                <a:gd name="csX682" fmla="*/ 382617 w 3197940"/>
                <a:gd name="csY682" fmla="*/ 1362424 h 2014199"/>
                <a:gd name="csX683" fmla="*/ 388891 w 3197940"/>
                <a:gd name="csY683" fmla="*/ 1363504 h 2014199"/>
                <a:gd name="csX684" fmla="*/ 394085 w 3197940"/>
                <a:gd name="csY684" fmla="*/ 1366101 h 2014199"/>
                <a:gd name="csX685" fmla="*/ 391380 w 3197940"/>
                <a:gd name="csY685" fmla="*/ 1377779 h 2014199"/>
                <a:gd name="csX686" fmla="*/ 402530 w 3197940"/>
                <a:gd name="csY686" fmla="*/ 1393679 h 2014199"/>
                <a:gd name="csX687" fmla="*/ 408804 w 3197940"/>
                <a:gd name="csY687" fmla="*/ 1397895 h 2014199"/>
                <a:gd name="csX688" fmla="*/ 407617 w 3197940"/>
                <a:gd name="csY688" fmla="*/ 1413358 h 2014199"/>
                <a:gd name="csX689" fmla="*/ 405343 w 3197940"/>
                <a:gd name="csY689" fmla="*/ 1420171 h 2014199"/>
                <a:gd name="csX690" fmla="*/ 412919 w 3197940"/>
                <a:gd name="csY690" fmla="*/ 1425359 h 2014199"/>
                <a:gd name="csX691" fmla="*/ 425365 w 3197940"/>
                <a:gd name="csY691" fmla="*/ 1437907 h 2014199"/>
                <a:gd name="csX692" fmla="*/ 428832 w 3197940"/>
                <a:gd name="csY692" fmla="*/ 1428604 h 2014199"/>
                <a:gd name="csX693" fmla="*/ 428616 w 3197940"/>
                <a:gd name="csY693" fmla="*/ 1426985 h 2014199"/>
                <a:gd name="csX694" fmla="*/ 430997 w 3197940"/>
                <a:gd name="csY694" fmla="*/ 1425251 h 2014199"/>
                <a:gd name="csX695" fmla="*/ 438573 w 3197940"/>
                <a:gd name="csY695" fmla="*/ 1426337 h 2014199"/>
                <a:gd name="csX696" fmla="*/ 442796 w 3197940"/>
                <a:gd name="csY696" fmla="*/ 1427525 h 2014199"/>
                <a:gd name="csX697" fmla="*/ 444199 w 3197940"/>
                <a:gd name="csY697" fmla="*/ 1430877 h 2014199"/>
                <a:gd name="csX698" fmla="*/ 451343 w 3197940"/>
                <a:gd name="csY698" fmla="*/ 1435957 h 2014199"/>
                <a:gd name="csX699" fmla="*/ 469205 w 3197940"/>
                <a:gd name="csY699" fmla="*/ 1449800 h 2014199"/>
                <a:gd name="csX700" fmla="*/ 476241 w 3197940"/>
                <a:gd name="csY700" fmla="*/ 1472400 h 2014199"/>
                <a:gd name="csX701" fmla="*/ 473314 w 3197940"/>
                <a:gd name="csY701" fmla="*/ 1482350 h 2014199"/>
                <a:gd name="csX702" fmla="*/ 479594 w 3197940"/>
                <a:gd name="csY702" fmla="*/ 1487970 h 2014199"/>
                <a:gd name="csX703" fmla="*/ 481112 w 3197940"/>
                <a:gd name="csY703" fmla="*/ 1488186 h 2014199"/>
                <a:gd name="csX704" fmla="*/ 483385 w 3197940"/>
                <a:gd name="csY704" fmla="*/ 1492193 h 2014199"/>
                <a:gd name="csX705" fmla="*/ 477537 w 3197940"/>
                <a:gd name="csY705" fmla="*/ 1501165 h 2014199"/>
                <a:gd name="csX706" fmla="*/ 467472 w 3197940"/>
                <a:gd name="csY706" fmla="*/ 1506246 h 2014199"/>
                <a:gd name="csX707" fmla="*/ 475371 w 3197940"/>
                <a:gd name="csY707" fmla="*/ 1517168 h 2014199"/>
                <a:gd name="csX708" fmla="*/ 479918 w 3197940"/>
                <a:gd name="csY708" fmla="*/ 1520952 h 2014199"/>
                <a:gd name="csX709" fmla="*/ 490198 w 3197940"/>
                <a:gd name="csY709" fmla="*/ 1508735 h 2014199"/>
                <a:gd name="csX710" fmla="*/ 497558 w 3197940"/>
                <a:gd name="csY710" fmla="*/ 1512303 h 2014199"/>
                <a:gd name="csX711" fmla="*/ 489875 w 3197940"/>
                <a:gd name="csY711" fmla="*/ 1526470 h 2014199"/>
                <a:gd name="csX712" fmla="*/ 497018 w 3197940"/>
                <a:gd name="csY712" fmla="*/ 1536853 h 2014199"/>
                <a:gd name="csX713" fmla="*/ 497774 w 3197940"/>
                <a:gd name="csY713" fmla="*/ 1536637 h 2014199"/>
                <a:gd name="csX714" fmla="*/ 501781 w 3197940"/>
                <a:gd name="csY714" fmla="*/ 1545285 h 2014199"/>
                <a:gd name="csX715" fmla="*/ 508169 w 3197940"/>
                <a:gd name="csY715" fmla="*/ 1548422 h 2014199"/>
                <a:gd name="csX716" fmla="*/ 508709 w 3197940"/>
                <a:gd name="csY716" fmla="*/ 1550257 h 2014199"/>
                <a:gd name="csX717" fmla="*/ 494961 w 3197940"/>
                <a:gd name="csY717" fmla="*/ 1558157 h 2014199"/>
                <a:gd name="csX718" fmla="*/ 510226 w 3197940"/>
                <a:gd name="csY718" fmla="*/ 1572101 h 2014199"/>
                <a:gd name="csX719" fmla="*/ 532953 w 3197940"/>
                <a:gd name="csY719" fmla="*/ 1581512 h 2014199"/>
                <a:gd name="csX720" fmla="*/ 533709 w 3197940"/>
                <a:gd name="csY720" fmla="*/ 1595463 h 2014199"/>
                <a:gd name="csX721" fmla="*/ 505572 w 3197940"/>
                <a:gd name="csY721" fmla="*/ 1586160 h 2014199"/>
                <a:gd name="csX722" fmla="*/ 485328 w 3197940"/>
                <a:gd name="csY722" fmla="*/ 1572540 h 2014199"/>
                <a:gd name="csX723" fmla="*/ 469313 w 3197940"/>
                <a:gd name="csY723" fmla="*/ 1581512 h 2014199"/>
                <a:gd name="csX724" fmla="*/ 488579 w 3197940"/>
                <a:gd name="csY724" fmla="*/ 1608652 h 2014199"/>
                <a:gd name="csX725" fmla="*/ 491824 w 3197940"/>
                <a:gd name="csY725" fmla="*/ 1616221 h 2014199"/>
                <a:gd name="csX726" fmla="*/ 503406 w 3197940"/>
                <a:gd name="csY726" fmla="*/ 1616113 h 2014199"/>
                <a:gd name="csX727" fmla="*/ 535334 w 3197940"/>
                <a:gd name="csY727" fmla="*/ 1645634 h 2014199"/>
                <a:gd name="csX728" fmla="*/ 539881 w 3197940"/>
                <a:gd name="csY728" fmla="*/ 1652880 h 2014199"/>
                <a:gd name="csX729" fmla="*/ 541398 w 3197940"/>
                <a:gd name="csY729" fmla="*/ 1651908 h 2014199"/>
                <a:gd name="csX730" fmla="*/ 547025 w 3197940"/>
                <a:gd name="csY730" fmla="*/ 1652340 h 2014199"/>
                <a:gd name="csX731" fmla="*/ 578413 w 3197940"/>
                <a:gd name="csY731" fmla="*/ 1674292 h 2014199"/>
                <a:gd name="csX732" fmla="*/ 579168 w 3197940"/>
                <a:gd name="csY732" fmla="*/ 1673428 h 2014199"/>
                <a:gd name="csX733" fmla="*/ 584801 w 3197940"/>
                <a:gd name="csY733" fmla="*/ 1671701 h 2014199"/>
                <a:gd name="csX734" fmla="*/ 591945 w 3197940"/>
                <a:gd name="csY734" fmla="*/ 1677429 h 2014199"/>
                <a:gd name="csX735" fmla="*/ 591945 w 3197940"/>
                <a:gd name="csY735" fmla="*/ 1685754 h 2014199"/>
                <a:gd name="csX736" fmla="*/ 650066 w 3197940"/>
                <a:gd name="csY736" fmla="*/ 1705547 h 2014199"/>
                <a:gd name="csX737" fmla="*/ 653959 w 3197940"/>
                <a:gd name="csY737" fmla="*/ 1699705 h 2014199"/>
                <a:gd name="csX738" fmla="*/ 648872 w 3197940"/>
                <a:gd name="csY738" fmla="*/ 1688891 h 2014199"/>
                <a:gd name="csX739" fmla="*/ 653743 w 3197940"/>
                <a:gd name="csY739" fmla="*/ 1679270 h 2014199"/>
                <a:gd name="csX740" fmla="*/ 637074 w 3197940"/>
                <a:gd name="csY740" fmla="*/ 1665859 h 2014199"/>
                <a:gd name="csX741" fmla="*/ 597463 w 3197940"/>
                <a:gd name="csY741" fmla="*/ 1639367 h 2014199"/>
                <a:gd name="csX742" fmla="*/ 587398 w 3197940"/>
                <a:gd name="csY742" fmla="*/ 1616437 h 2014199"/>
                <a:gd name="csX743" fmla="*/ 603089 w 3197940"/>
                <a:gd name="csY743" fmla="*/ 1620006 h 2014199"/>
                <a:gd name="csX744" fmla="*/ 622571 w 3197940"/>
                <a:gd name="csY744" fmla="*/ 1637417 h 2014199"/>
                <a:gd name="csX745" fmla="*/ 622571 w 3197940"/>
                <a:gd name="csY745" fmla="*/ 1637094 h 2014199"/>
                <a:gd name="csX746" fmla="*/ 641081 w 3197940"/>
                <a:gd name="csY746" fmla="*/ 1648231 h 2014199"/>
                <a:gd name="csX747" fmla="*/ 664677 w 3197940"/>
                <a:gd name="csY747" fmla="*/ 1660017 h 2014199"/>
                <a:gd name="csX748" fmla="*/ 672037 w 3197940"/>
                <a:gd name="csY748" fmla="*/ 1668564 h 2014199"/>
                <a:gd name="csX749" fmla="*/ 679289 w 3197940"/>
                <a:gd name="csY749" fmla="*/ 1670723 h 2014199"/>
                <a:gd name="csX750" fmla="*/ 682642 w 3197940"/>
                <a:gd name="csY750" fmla="*/ 1674508 h 2014199"/>
                <a:gd name="csX751" fmla="*/ 1708719 w 3197940"/>
                <a:gd name="csY751" fmla="*/ 1674508 h 2014199"/>
                <a:gd name="csX752" fmla="*/ 1731992 w 3197940"/>
                <a:gd name="csY752" fmla="*/ 1688243 h 2014199"/>
                <a:gd name="csX753" fmla="*/ 1767063 w 3197940"/>
                <a:gd name="csY753" fmla="*/ 1701330 h 2014199"/>
                <a:gd name="csX754" fmla="*/ 1784271 w 3197940"/>
                <a:gd name="csY754" fmla="*/ 1695272 h 2014199"/>
                <a:gd name="csX755" fmla="*/ 1811868 w 3197940"/>
                <a:gd name="csY755" fmla="*/ 1701654 h 2014199"/>
                <a:gd name="csX756" fmla="*/ 1816199 w 3197940"/>
                <a:gd name="csY756" fmla="*/ 1716361 h 2014199"/>
                <a:gd name="csX757" fmla="*/ 1841529 w 3197940"/>
                <a:gd name="csY757" fmla="*/ 1714303 h 2014199"/>
                <a:gd name="csX758" fmla="*/ 1844774 w 3197940"/>
                <a:gd name="csY758" fmla="*/ 1724793 h 2014199"/>
                <a:gd name="csX759" fmla="*/ 1861443 w 3197940"/>
                <a:gd name="csY759" fmla="*/ 1724793 h 2014199"/>
                <a:gd name="csX760" fmla="*/ 1866205 w 3197940"/>
                <a:gd name="csY760" fmla="*/ 1714195 h 2014199"/>
                <a:gd name="csX761" fmla="*/ 1880277 w 3197940"/>
                <a:gd name="csY761" fmla="*/ 1710087 h 2014199"/>
                <a:gd name="csX762" fmla="*/ 1884062 w 3197940"/>
                <a:gd name="csY762" fmla="*/ 1721117 h 2014199"/>
                <a:gd name="csX763" fmla="*/ 1903327 w 3197940"/>
                <a:gd name="csY763" fmla="*/ 1718520 h 2014199"/>
                <a:gd name="csX764" fmla="*/ 1912852 w 3197940"/>
                <a:gd name="csY764" fmla="*/ 1728578 h 2014199"/>
                <a:gd name="csX765" fmla="*/ 1927140 w 3197940"/>
                <a:gd name="csY765" fmla="*/ 1722088 h 2014199"/>
                <a:gd name="csX766" fmla="*/ 1933420 w 3197940"/>
                <a:gd name="csY766" fmla="*/ 1706950 h 2014199"/>
                <a:gd name="csX767" fmla="*/ 1946406 w 3197940"/>
                <a:gd name="csY767" fmla="*/ 1703165 h 2014199"/>
                <a:gd name="csX768" fmla="*/ 1954959 w 3197940"/>
                <a:gd name="csY768" fmla="*/ 1691596 h 2014199"/>
                <a:gd name="csX769" fmla="*/ 1963722 w 3197940"/>
                <a:gd name="csY769" fmla="*/ 1688567 h 2014199"/>
                <a:gd name="csX770" fmla="*/ 1963075 w 3197940"/>
                <a:gd name="csY770" fmla="*/ 1701222 h 2014199"/>
                <a:gd name="csX771" fmla="*/ 1991758 w 3197940"/>
                <a:gd name="csY771" fmla="*/ 1687379 h 2014199"/>
                <a:gd name="csX772" fmla="*/ 1983204 w 3197940"/>
                <a:gd name="csY772" fmla="*/ 1684134 h 2014199"/>
                <a:gd name="csX773" fmla="*/ 1976175 w 3197940"/>
                <a:gd name="csY773" fmla="*/ 1679810 h 2014199"/>
                <a:gd name="csX774" fmla="*/ 1981045 w 3197940"/>
                <a:gd name="csY774" fmla="*/ 1673105 h 2014199"/>
                <a:gd name="csX775" fmla="*/ 2006045 w 3197940"/>
                <a:gd name="csY775" fmla="*/ 1681753 h 2014199"/>
                <a:gd name="csX776" fmla="*/ 2038735 w 3197940"/>
                <a:gd name="csY776" fmla="*/ 1684998 h 2014199"/>
                <a:gd name="csX777" fmla="*/ 2054210 w 3197940"/>
                <a:gd name="csY777" fmla="*/ 1715929 h 2014199"/>
                <a:gd name="csX778" fmla="*/ 2068173 w 3197940"/>
                <a:gd name="csY778" fmla="*/ 1729118 h 2014199"/>
                <a:gd name="csX779" fmla="*/ 2098260 w 3197940"/>
                <a:gd name="csY779" fmla="*/ 1728794 h 2014199"/>
                <a:gd name="csX780" fmla="*/ 2096317 w 3197940"/>
                <a:gd name="csY780" fmla="*/ 1745018 h 2014199"/>
                <a:gd name="csX781" fmla="*/ 2109411 w 3197940"/>
                <a:gd name="csY781" fmla="*/ 1761344 h 2014199"/>
                <a:gd name="csX782" fmla="*/ 2106489 w 3197940"/>
                <a:gd name="csY782" fmla="*/ 1776590 h 2014199"/>
                <a:gd name="csX783" fmla="*/ 2116338 w 3197940"/>
                <a:gd name="csY783" fmla="*/ 1785029 h 2014199"/>
                <a:gd name="csX784" fmla="*/ 2117418 w 3197940"/>
                <a:gd name="csY784" fmla="*/ 1804924 h 2014199"/>
                <a:gd name="csX785" fmla="*/ 2116230 w 3197940"/>
                <a:gd name="csY785" fmla="*/ 1807521 h 2014199"/>
                <a:gd name="csX786" fmla="*/ 2116986 w 3197940"/>
                <a:gd name="csY786" fmla="*/ 1808601 h 2014199"/>
                <a:gd name="csX787" fmla="*/ 2130950 w 3197940"/>
                <a:gd name="csY787" fmla="*/ 1826552 h 2014199"/>
                <a:gd name="csX788" fmla="*/ 2131813 w 3197940"/>
                <a:gd name="csY788" fmla="*/ 1824279 h 2014199"/>
                <a:gd name="csX789" fmla="*/ 2135172 w 3197940"/>
                <a:gd name="csY789" fmla="*/ 1811522 h 2014199"/>
                <a:gd name="csX790" fmla="*/ 2184417 w 3197940"/>
                <a:gd name="csY790" fmla="*/ 1815846 h 2014199"/>
                <a:gd name="csX791" fmla="*/ 2253365 w 3197940"/>
                <a:gd name="csY791" fmla="*/ 1830876 h 2014199"/>
                <a:gd name="csX792" fmla="*/ 2258559 w 3197940"/>
                <a:gd name="csY792" fmla="*/ 1834337 h 2014199"/>
                <a:gd name="csX793" fmla="*/ 2291789 w 3197940"/>
                <a:gd name="csY793" fmla="*/ 1880946 h 2014199"/>
                <a:gd name="csX794" fmla="*/ 2290379 w 3197940"/>
                <a:gd name="csY794" fmla="*/ 1883429 h 2014199"/>
                <a:gd name="csX795" fmla="*/ 2282588 w 3197940"/>
                <a:gd name="csY795" fmla="*/ 1882781 h 2014199"/>
                <a:gd name="csX796" fmla="*/ 2281178 w 3197940"/>
                <a:gd name="csY796" fmla="*/ 1885271 h 2014199"/>
                <a:gd name="csX797" fmla="*/ 2283451 w 3197940"/>
                <a:gd name="csY797" fmla="*/ 1888407 h 2014199"/>
                <a:gd name="csX798" fmla="*/ 2283889 w 3197940"/>
                <a:gd name="csY798" fmla="*/ 1894027 h 2014199"/>
                <a:gd name="csX799" fmla="*/ 2281508 w 3197940"/>
                <a:gd name="csY799" fmla="*/ 1898460 h 2014199"/>
                <a:gd name="csX800" fmla="*/ 2276962 w 3197940"/>
                <a:gd name="csY800" fmla="*/ 1899761 h 2014199"/>
                <a:gd name="csX801" fmla="*/ 2260940 w 3197940"/>
                <a:gd name="csY801" fmla="*/ 1890566 h 2014199"/>
                <a:gd name="csX802" fmla="*/ 2253365 w 3197940"/>
                <a:gd name="csY802" fmla="*/ 1890459 h 2014199"/>
                <a:gd name="csX803" fmla="*/ 2249466 w 3197940"/>
                <a:gd name="csY803" fmla="*/ 1888192 h 2014199"/>
                <a:gd name="csX804" fmla="*/ 2248602 w 3197940"/>
                <a:gd name="csY804" fmla="*/ 1884083 h 2014199"/>
                <a:gd name="csX805" fmla="*/ 2245681 w 3197940"/>
                <a:gd name="csY805" fmla="*/ 1878241 h 2014199"/>
                <a:gd name="csX806" fmla="*/ 2230524 w 3197940"/>
                <a:gd name="csY806" fmla="*/ 1864506 h 2014199"/>
                <a:gd name="csX807" fmla="*/ 2220891 w 3197940"/>
                <a:gd name="csY807" fmla="*/ 1867535 h 2014199"/>
                <a:gd name="csX808" fmla="*/ 2233667 w 3197940"/>
                <a:gd name="csY808" fmla="*/ 1885810 h 2014199"/>
                <a:gd name="csX809" fmla="*/ 2232689 w 3197940"/>
                <a:gd name="csY809" fmla="*/ 1897056 h 2014199"/>
                <a:gd name="csX810" fmla="*/ 2218726 w 3197940"/>
                <a:gd name="csY810" fmla="*/ 1920088 h 2014199"/>
                <a:gd name="csX811" fmla="*/ 2216021 w 3197940"/>
                <a:gd name="csY811" fmla="*/ 1952530 h 2014199"/>
                <a:gd name="csX812" fmla="*/ 2206172 w 3197940"/>
                <a:gd name="csY812" fmla="*/ 1960315 h 2014199"/>
                <a:gd name="csX813" fmla="*/ 2199898 w 3197940"/>
                <a:gd name="csY813" fmla="*/ 1965941 h 2014199"/>
                <a:gd name="csX814" fmla="*/ 2188963 w 3197940"/>
                <a:gd name="csY814" fmla="*/ 1964969 h 2014199"/>
                <a:gd name="csX815" fmla="*/ 2162985 w 3197940"/>
                <a:gd name="csY815" fmla="*/ 2006060 h 2014199"/>
                <a:gd name="csX816" fmla="*/ 2163747 w 3197940"/>
                <a:gd name="csY816" fmla="*/ 2007032 h 2014199"/>
                <a:gd name="csX817" fmla="*/ 2166129 w 3197940"/>
                <a:gd name="csY817" fmla="*/ 2007248 h 2014199"/>
                <a:gd name="csX818" fmla="*/ 2188963 w 3197940"/>
                <a:gd name="csY818" fmla="*/ 2012118 h 2014199"/>
                <a:gd name="csX819" fmla="*/ 2194050 w 3197940"/>
                <a:gd name="csY819" fmla="*/ 2004327 h 2014199"/>
                <a:gd name="csX820" fmla="*/ 2234639 w 3197940"/>
                <a:gd name="csY820" fmla="*/ 1981835 h 2014199"/>
                <a:gd name="csX821" fmla="*/ 2269056 w 3197940"/>
                <a:gd name="csY821" fmla="*/ 1983677 h 2014199"/>
                <a:gd name="csX822" fmla="*/ 2277717 w 3197940"/>
                <a:gd name="csY822" fmla="*/ 1974158 h 2014199"/>
                <a:gd name="csX823" fmla="*/ 2326314 w 3197940"/>
                <a:gd name="csY823" fmla="*/ 1968970 h 2014199"/>
                <a:gd name="csX824" fmla="*/ 2322421 w 3197940"/>
                <a:gd name="csY824" fmla="*/ 1956098 h 2014199"/>
                <a:gd name="csX825" fmla="*/ 2291573 w 3197940"/>
                <a:gd name="csY825" fmla="*/ 1953724 h 2014199"/>
                <a:gd name="csX826" fmla="*/ 2297091 w 3197940"/>
                <a:gd name="csY826" fmla="*/ 1939125 h 2014199"/>
                <a:gd name="csX827" fmla="*/ 2306724 w 3197940"/>
                <a:gd name="csY827" fmla="*/ 1936744 h 2014199"/>
                <a:gd name="csX828" fmla="*/ 2321767 w 3197940"/>
                <a:gd name="csY828" fmla="*/ 1926362 h 2014199"/>
                <a:gd name="csX829" fmla="*/ 2366903 w 3197940"/>
                <a:gd name="csY829" fmla="*/ 1918145 h 2014199"/>
                <a:gd name="csX830" fmla="*/ 2387471 w 3197940"/>
                <a:gd name="csY830" fmla="*/ 1925174 h 2014199"/>
                <a:gd name="csX831" fmla="*/ 2405759 w 3197940"/>
                <a:gd name="csY831" fmla="*/ 1913496 h 2014199"/>
                <a:gd name="csX832" fmla="*/ 2417557 w 3197940"/>
                <a:gd name="csY832" fmla="*/ 1911331 h 2014199"/>
                <a:gd name="csX833" fmla="*/ 2420478 w 3197940"/>
                <a:gd name="csY833" fmla="*/ 1909604 h 2014199"/>
                <a:gd name="csX834" fmla="*/ 2476117 w 3197940"/>
                <a:gd name="csY834" fmla="*/ 1870240 h 2014199"/>
                <a:gd name="csX835" fmla="*/ 2602748 w 3197940"/>
                <a:gd name="csY835" fmla="*/ 1870240 h 2014199"/>
                <a:gd name="csX836" fmla="*/ 2608267 w 3197940"/>
                <a:gd name="csY836" fmla="*/ 1857693 h 2014199"/>
                <a:gd name="csX837" fmla="*/ 2624287 w 3197940"/>
                <a:gd name="csY837" fmla="*/ 1863103 h 2014199"/>
                <a:gd name="csX838" fmla="*/ 2629050 w 3197940"/>
                <a:gd name="csY838" fmla="*/ 1851425 h 2014199"/>
                <a:gd name="csX839" fmla="*/ 2648856 w 3197940"/>
                <a:gd name="csY839" fmla="*/ 1835741 h 2014199"/>
                <a:gd name="csX840" fmla="*/ 2647344 w 3197940"/>
                <a:gd name="csY840" fmla="*/ 1820602 h 2014199"/>
                <a:gd name="csX841" fmla="*/ 2655892 w 3197940"/>
                <a:gd name="csY841" fmla="*/ 1809140 h 2014199"/>
                <a:gd name="csX842" fmla="*/ 2657625 w 3197940"/>
                <a:gd name="csY842" fmla="*/ 1795621 h 2014199"/>
                <a:gd name="csX843" fmla="*/ 2687387 w 3197940"/>
                <a:gd name="csY843" fmla="*/ 1755718 h 2014199"/>
                <a:gd name="csX844" fmla="*/ 2693668 w 3197940"/>
                <a:gd name="csY844" fmla="*/ 1760049 h 2014199"/>
                <a:gd name="csX845" fmla="*/ 2694969 w 3197940"/>
                <a:gd name="csY845" fmla="*/ 1767942 h 2014199"/>
                <a:gd name="csX846" fmla="*/ 2700811 w 3197940"/>
                <a:gd name="csY846" fmla="*/ 1772806 h 2014199"/>
                <a:gd name="csX847" fmla="*/ 2722459 w 3197940"/>
                <a:gd name="csY847" fmla="*/ 1761344 h 2014199"/>
                <a:gd name="csX848" fmla="*/ 2740423 w 3197940"/>
                <a:gd name="csY848" fmla="*/ 1777022 h 2014199"/>
                <a:gd name="csX849" fmla="*/ 2743782 w 3197940"/>
                <a:gd name="csY849" fmla="*/ 1844936 h 2014199"/>
                <a:gd name="csX850" fmla="*/ 2759581 w 3197940"/>
                <a:gd name="csY850" fmla="*/ 1847533 h 2014199"/>
                <a:gd name="csX851" fmla="*/ 2759581 w 3197940"/>
                <a:gd name="csY851" fmla="*/ 1865262 h 2014199"/>
                <a:gd name="csX852" fmla="*/ 2763911 w 3197940"/>
                <a:gd name="csY852" fmla="*/ 1866887 h 2014199"/>
                <a:gd name="csX853" fmla="*/ 2765105 w 3197940"/>
                <a:gd name="csY853" fmla="*/ 1874888 h 2014199"/>
                <a:gd name="csX854" fmla="*/ 2766616 w 3197940"/>
                <a:gd name="csY854" fmla="*/ 1872399 h 2014199"/>
                <a:gd name="csX855" fmla="*/ 2769544 w 3197940"/>
                <a:gd name="csY855" fmla="*/ 1869377 h 2014199"/>
                <a:gd name="csX856" fmla="*/ 2775386 w 3197940"/>
                <a:gd name="csY856" fmla="*/ 1870348 h 2014199"/>
                <a:gd name="csX857" fmla="*/ 2781120 w 3197940"/>
                <a:gd name="csY857" fmla="*/ 1871967 h 2014199"/>
                <a:gd name="csX858" fmla="*/ 2796925 w 3197940"/>
                <a:gd name="csY858" fmla="*/ 1868615 h 2014199"/>
                <a:gd name="csX859" fmla="*/ 2800932 w 3197940"/>
                <a:gd name="csY859" fmla="*/ 1863750 h 2014199"/>
                <a:gd name="csX860" fmla="*/ 2804500 w 3197940"/>
                <a:gd name="csY860" fmla="*/ 1862023 h 2014199"/>
                <a:gd name="csX861" fmla="*/ 2813594 w 3197940"/>
                <a:gd name="csY861" fmla="*/ 1863643 h 2014199"/>
                <a:gd name="csX862" fmla="*/ 2843032 w 3197940"/>
                <a:gd name="csY862" fmla="*/ 1847856 h 2014199"/>
                <a:gd name="csX863" fmla="*/ 2859269 w 3197940"/>
                <a:gd name="csY863" fmla="*/ 1834445 h 2014199"/>
                <a:gd name="csX864" fmla="*/ 2866629 w 3197940"/>
                <a:gd name="csY864" fmla="*/ 1836827 h 2014199"/>
                <a:gd name="csX865" fmla="*/ 2849636 w 3197940"/>
                <a:gd name="csY865" fmla="*/ 1856613 h 2014199"/>
                <a:gd name="csX866" fmla="*/ 2856996 w 3197940"/>
                <a:gd name="csY866" fmla="*/ 1859966 h 2014199"/>
                <a:gd name="csX867" fmla="*/ 2867708 w 3197940"/>
                <a:gd name="csY867" fmla="*/ 1858886 h 2014199"/>
                <a:gd name="csX868" fmla="*/ 2898449 w 3197940"/>
                <a:gd name="csY868" fmla="*/ 1858886 h 2014199"/>
                <a:gd name="csX869" fmla="*/ 2898449 w 3197940"/>
                <a:gd name="csY869" fmla="*/ 1863211 h 2014199"/>
                <a:gd name="csX870" fmla="*/ 2886111 w 3197940"/>
                <a:gd name="csY870" fmla="*/ 1865046 h 2014199"/>
                <a:gd name="csX871" fmla="*/ 2869766 w 3197940"/>
                <a:gd name="csY871" fmla="*/ 1868831 h 2014199"/>
                <a:gd name="csX872" fmla="*/ 2863600 w 3197940"/>
                <a:gd name="csY872" fmla="*/ 1866132 h 2014199"/>
                <a:gd name="csX873" fmla="*/ 2849097 w 3197940"/>
                <a:gd name="csY873" fmla="*/ 1869262 h 2014199"/>
                <a:gd name="csX874" fmla="*/ 2806774 w 3197940"/>
                <a:gd name="csY874" fmla="*/ 1898136 h 2014199"/>
                <a:gd name="csX875" fmla="*/ 2801472 w 3197940"/>
                <a:gd name="csY875" fmla="*/ 1913496 h 2014199"/>
                <a:gd name="csX876" fmla="*/ 2804824 w 3197940"/>
                <a:gd name="csY876" fmla="*/ 1932635 h 2014199"/>
                <a:gd name="csX877" fmla="*/ 2814781 w 3197940"/>
                <a:gd name="csY877" fmla="*/ 1936528 h 2014199"/>
                <a:gd name="csX878" fmla="*/ 2824090 w 3197940"/>
                <a:gd name="csY878" fmla="*/ 1945176 h 2014199"/>
                <a:gd name="csX879" fmla="*/ 2832752 w 3197940"/>
                <a:gd name="csY879" fmla="*/ 1940528 h 2014199"/>
                <a:gd name="csX880" fmla="*/ 2839356 w 3197940"/>
                <a:gd name="csY880" fmla="*/ 1932527 h 2014199"/>
                <a:gd name="csX881" fmla="*/ 2847471 w 3197940"/>
                <a:gd name="csY881" fmla="*/ 1931441 h 2014199"/>
                <a:gd name="csX882" fmla="*/ 2872255 w 3197940"/>
                <a:gd name="csY882" fmla="*/ 1904949 h 2014199"/>
                <a:gd name="csX883" fmla="*/ 2875506 w 3197940"/>
                <a:gd name="csY883" fmla="*/ 1892948 h 2014199"/>
                <a:gd name="csX884" fmla="*/ 2885895 w 3197940"/>
                <a:gd name="csY884" fmla="*/ 1893380 h 2014199"/>
                <a:gd name="csX885" fmla="*/ 2890333 w 3197940"/>
                <a:gd name="csY885" fmla="*/ 1897164 h 2014199"/>
                <a:gd name="csX886" fmla="*/ 2896283 w 3197940"/>
                <a:gd name="csY886" fmla="*/ 1899329 h 2014199"/>
                <a:gd name="csX887" fmla="*/ 2897585 w 3197940"/>
                <a:gd name="csY887" fmla="*/ 1896840 h 2014199"/>
                <a:gd name="csX888" fmla="*/ 2897585 w 3197940"/>
                <a:gd name="csY888" fmla="*/ 1893164 h 2014199"/>
                <a:gd name="csX889" fmla="*/ 2902887 w 3197940"/>
                <a:gd name="csY889" fmla="*/ 1889487 h 2014199"/>
                <a:gd name="csX890" fmla="*/ 2922369 w 3197940"/>
                <a:gd name="csY890" fmla="*/ 1887652 h 2014199"/>
                <a:gd name="csX891" fmla="*/ 2942505 w 3197940"/>
                <a:gd name="csY891" fmla="*/ 1878997 h 2014199"/>
                <a:gd name="csX892" fmla="*/ 2951808 w 3197940"/>
                <a:gd name="csY892" fmla="*/ 1877485 h 2014199"/>
                <a:gd name="csX893" fmla="*/ 2958304 w 3197940"/>
                <a:gd name="csY893" fmla="*/ 1875860 h 2014199"/>
                <a:gd name="csX894" fmla="*/ 2973893 w 3197940"/>
                <a:gd name="csY894" fmla="*/ 1869154 h 2014199"/>
                <a:gd name="csX895" fmla="*/ 2991641 w 3197940"/>
                <a:gd name="csY895" fmla="*/ 1866456 h 2014199"/>
                <a:gd name="csX896" fmla="*/ 2993807 w 3197940"/>
                <a:gd name="csY896" fmla="*/ 1858563 h 2014199"/>
                <a:gd name="csX897" fmla="*/ 2979843 w 3197940"/>
                <a:gd name="csY897" fmla="*/ 1854670 h 2014199"/>
                <a:gd name="csX898" fmla="*/ 2992073 w 3197940"/>
                <a:gd name="csY898" fmla="*/ 1846771 h 2014199"/>
                <a:gd name="csX899" fmla="*/ 3013396 w 3197940"/>
                <a:gd name="csY899" fmla="*/ 1846987 h 2014199"/>
                <a:gd name="csX900" fmla="*/ 3041756 w 3197940"/>
                <a:gd name="csY900" fmla="*/ 1830661 h 2014199"/>
                <a:gd name="csX901" fmla="*/ 3041108 w 3197940"/>
                <a:gd name="csY901" fmla="*/ 1826768 h 2014199"/>
                <a:gd name="csX902" fmla="*/ 3038181 w 3197940"/>
                <a:gd name="csY902" fmla="*/ 1820494 h 2014199"/>
                <a:gd name="csX903" fmla="*/ 3034936 w 3197940"/>
                <a:gd name="csY903" fmla="*/ 1816818 h 2014199"/>
                <a:gd name="csX904" fmla="*/ 3016857 w 3197940"/>
                <a:gd name="csY904" fmla="*/ 1813249 h 2014199"/>
                <a:gd name="csX905" fmla="*/ 3015130 w 3197940"/>
                <a:gd name="csY905" fmla="*/ 1809356 h 2014199"/>
                <a:gd name="csX906" fmla="*/ 3018807 w 3197940"/>
                <a:gd name="csY906" fmla="*/ 1801787 h 2014199"/>
                <a:gd name="csX907" fmla="*/ 3020972 w 3197940"/>
                <a:gd name="csY907" fmla="*/ 1787620 h 2014199"/>
                <a:gd name="csX908" fmla="*/ 3015346 w 3197940"/>
                <a:gd name="csY908" fmla="*/ 1779943 h 2014199"/>
                <a:gd name="csX909" fmla="*/ 3012425 w 3197940"/>
                <a:gd name="csY909" fmla="*/ 1776806 h 2014199"/>
                <a:gd name="csX910" fmla="*/ 2992505 w 3197940"/>
                <a:gd name="csY910" fmla="*/ 1799844 h 2014199"/>
                <a:gd name="csX911" fmla="*/ 2989260 w 3197940"/>
                <a:gd name="csY911" fmla="*/ 1809896 h 2014199"/>
                <a:gd name="csX912" fmla="*/ 2975728 w 3197940"/>
                <a:gd name="csY912" fmla="*/ 1829149 h 2014199"/>
                <a:gd name="csX913" fmla="*/ 2974757 w 3197940"/>
                <a:gd name="csY913" fmla="*/ 1841798 h 2014199"/>
                <a:gd name="csX914" fmla="*/ 2964152 w 3197940"/>
                <a:gd name="csY914" fmla="*/ 1843634 h 2014199"/>
                <a:gd name="csX915" fmla="*/ 2955599 w 3197940"/>
                <a:gd name="csY915" fmla="*/ 1835525 h 2014199"/>
                <a:gd name="csX916" fmla="*/ 2936549 w 3197940"/>
                <a:gd name="csY916" fmla="*/ 1844288 h 2014199"/>
                <a:gd name="csX917" fmla="*/ 2928649 w 3197940"/>
                <a:gd name="csY917" fmla="*/ 1839093 h 2014199"/>
                <a:gd name="csX918" fmla="*/ 2914254 w 3197940"/>
                <a:gd name="csY918" fmla="*/ 1837366 h 2014199"/>
                <a:gd name="csX919" fmla="*/ 2904189 w 3197940"/>
                <a:gd name="csY919" fmla="*/ 1838662 h 2014199"/>
                <a:gd name="csX920" fmla="*/ 2882326 w 3197940"/>
                <a:gd name="csY920" fmla="*/ 1826552 h 2014199"/>
                <a:gd name="csX921" fmla="*/ 2884053 w 3197940"/>
                <a:gd name="csY921" fmla="*/ 1821034 h 2014199"/>
                <a:gd name="csX922" fmla="*/ 2858406 w 3197940"/>
                <a:gd name="csY922" fmla="*/ 1811738 h 2014199"/>
                <a:gd name="csX923" fmla="*/ 2852665 w 3197940"/>
                <a:gd name="csY923" fmla="*/ 1793570 h 2014199"/>
                <a:gd name="csX924" fmla="*/ 2848881 w 3197940"/>
                <a:gd name="csY924" fmla="*/ 1786109 h 2014199"/>
                <a:gd name="csX925" fmla="*/ 2852233 w 3197940"/>
                <a:gd name="csY925" fmla="*/ 1778864 h 2014199"/>
                <a:gd name="csX926" fmla="*/ 2848550 w 3197940"/>
                <a:gd name="csY926" fmla="*/ 1775511 h 2014199"/>
                <a:gd name="csX927" fmla="*/ 2837946 w 3197940"/>
                <a:gd name="csY927" fmla="*/ 1775511 h 2014199"/>
                <a:gd name="csX928" fmla="*/ 2837190 w 3197940"/>
                <a:gd name="csY928" fmla="*/ 1773346 h 2014199"/>
                <a:gd name="csX929" fmla="*/ 2843140 w 3197940"/>
                <a:gd name="csY929" fmla="*/ 1767834 h 2014199"/>
                <a:gd name="csX930" fmla="*/ 2853967 w 3197940"/>
                <a:gd name="csY930" fmla="*/ 1748365 h 2014199"/>
                <a:gd name="csX931" fmla="*/ 2862622 w 3197940"/>
                <a:gd name="csY931" fmla="*/ 1741989 h 2014199"/>
                <a:gd name="csX932" fmla="*/ 2868147 w 3197940"/>
                <a:gd name="csY932" fmla="*/ 1725873 h 2014199"/>
                <a:gd name="csX933" fmla="*/ 2860025 w 3197940"/>
                <a:gd name="csY933" fmla="*/ 1728362 h 2014199"/>
                <a:gd name="csX934" fmla="*/ 2850284 w 3197940"/>
                <a:gd name="csY934" fmla="*/ 1735715 h 2014199"/>
                <a:gd name="csX935" fmla="*/ 2841299 w 3197940"/>
                <a:gd name="csY935" fmla="*/ 1736471 h 2014199"/>
                <a:gd name="csX936" fmla="*/ 2819220 w 3197940"/>
                <a:gd name="csY936" fmla="*/ 1743069 h 2014199"/>
                <a:gd name="csX937" fmla="*/ 2809911 w 3197940"/>
                <a:gd name="csY937" fmla="*/ 1732687 h 2014199"/>
                <a:gd name="csX938" fmla="*/ 2792055 w 3197940"/>
                <a:gd name="csY938" fmla="*/ 1723606 h 2014199"/>
                <a:gd name="csX939" fmla="*/ 2812076 w 3197940"/>
                <a:gd name="csY939" fmla="*/ 1717656 h 2014199"/>
                <a:gd name="csX940" fmla="*/ 2833939 w 3197940"/>
                <a:gd name="csY940" fmla="*/ 1725441 h 2014199"/>
                <a:gd name="csX941" fmla="*/ 2849420 w 3197940"/>
                <a:gd name="csY941" fmla="*/ 1717008 h 2014199"/>
                <a:gd name="csX942" fmla="*/ 2856024 w 3197940"/>
                <a:gd name="csY942" fmla="*/ 1709871 h 2014199"/>
                <a:gd name="csX943" fmla="*/ 2864571 w 3197940"/>
                <a:gd name="csY943" fmla="*/ 1707166 h 2014199"/>
                <a:gd name="csX944" fmla="*/ 2871715 w 3197940"/>
                <a:gd name="csY944" fmla="*/ 1702841 h 2014199"/>
                <a:gd name="csX945" fmla="*/ 2872585 w 3197940"/>
                <a:gd name="csY945" fmla="*/ 1696784 h 2014199"/>
                <a:gd name="csX946" fmla="*/ 2871175 w 3197940"/>
                <a:gd name="csY946" fmla="*/ 1687163 h 2014199"/>
                <a:gd name="csX947" fmla="*/ 2874096 w 3197940"/>
                <a:gd name="csY947" fmla="*/ 1688027 h 2014199"/>
                <a:gd name="csX948" fmla="*/ 2876910 w 3197940"/>
                <a:gd name="csY948" fmla="*/ 1684566 h 2014199"/>
                <a:gd name="csX949" fmla="*/ 2874096 w 3197940"/>
                <a:gd name="csY949" fmla="*/ 1678400 h 2014199"/>
                <a:gd name="csX950" fmla="*/ 2867823 w 3197940"/>
                <a:gd name="csY950" fmla="*/ 1672025 h 2014199"/>
                <a:gd name="csX951" fmla="*/ 2846499 w 3197940"/>
                <a:gd name="csY951" fmla="*/ 1662614 h 2014199"/>
                <a:gd name="csX952" fmla="*/ 2810127 w 3197940"/>
                <a:gd name="csY952" fmla="*/ 1662183 h 2014199"/>
                <a:gd name="csX953" fmla="*/ 2785774 w 3197940"/>
                <a:gd name="csY953" fmla="*/ 1667694 h 2014199"/>
                <a:gd name="csX954" fmla="*/ 2734041 w 3197940"/>
                <a:gd name="csY954" fmla="*/ 1691488 h 2014199"/>
                <a:gd name="csX955" fmla="*/ 2713042 w 3197940"/>
                <a:gd name="csY955" fmla="*/ 1704137 h 2014199"/>
                <a:gd name="csX956" fmla="*/ 2697459 w 3197940"/>
                <a:gd name="csY956" fmla="*/ 1711928 h 2014199"/>
                <a:gd name="csX957" fmla="*/ 2687610 w 3197940"/>
                <a:gd name="csY957" fmla="*/ 1723822 h 2014199"/>
                <a:gd name="csX958" fmla="*/ 2677755 w 3197940"/>
                <a:gd name="csY958" fmla="*/ 1730420 h 2014199"/>
                <a:gd name="csX959" fmla="*/ 2638143 w 3197940"/>
                <a:gd name="csY959" fmla="*/ 1779619 h 2014199"/>
                <a:gd name="csX960" fmla="*/ 2626993 w 3197940"/>
                <a:gd name="csY960" fmla="*/ 1781131 h 2014199"/>
                <a:gd name="csX961" fmla="*/ 2640956 w 3197940"/>
                <a:gd name="csY961" fmla="*/ 1755940 h 2014199"/>
                <a:gd name="csX962" fmla="*/ 2649294 w 3197940"/>
                <a:gd name="csY962" fmla="*/ 1750206 h 2014199"/>
                <a:gd name="csX963" fmla="*/ 2660114 w 3197940"/>
                <a:gd name="csY963" fmla="*/ 1734096 h 2014199"/>
                <a:gd name="csX964" fmla="*/ 2668776 w 3197940"/>
                <a:gd name="csY964" fmla="*/ 1716792 h 2014199"/>
                <a:gd name="csX965" fmla="*/ 2686524 w 3197940"/>
                <a:gd name="csY965" fmla="*/ 1697000 h 2014199"/>
                <a:gd name="csX966" fmla="*/ 2691610 w 3197940"/>
                <a:gd name="csY966" fmla="*/ 1689646 h 2014199"/>
                <a:gd name="csX967" fmla="*/ 2695941 w 3197940"/>
                <a:gd name="csY967" fmla="*/ 1684674 h 2014199"/>
                <a:gd name="csX968" fmla="*/ 2703624 w 3197940"/>
                <a:gd name="csY968" fmla="*/ 1680566 h 2014199"/>
                <a:gd name="csX969" fmla="*/ 2708711 w 3197940"/>
                <a:gd name="csY969" fmla="*/ 1674832 h 2014199"/>
                <a:gd name="csX970" fmla="*/ 2725703 w 3197940"/>
                <a:gd name="csY970" fmla="*/ 1666615 h 2014199"/>
                <a:gd name="csX971" fmla="*/ 2734149 w 3197940"/>
                <a:gd name="csY971" fmla="*/ 1658614 h 2014199"/>
                <a:gd name="csX972" fmla="*/ 2758825 w 3197940"/>
                <a:gd name="csY972" fmla="*/ 1652448 h 2014199"/>
                <a:gd name="csX973" fmla="*/ 2772681 w 3197940"/>
                <a:gd name="csY973" fmla="*/ 1622279 h 2014199"/>
                <a:gd name="csX974" fmla="*/ 2784371 w 3197940"/>
                <a:gd name="csY974" fmla="*/ 1614710 h 2014199"/>
                <a:gd name="csX975" fmla="*/ 2798767 w 3197940"/>
                <a:gd name="csY975" fmla="*/ 1612221 h 2014199"/>
                <a:gd name="csX976" fmla="*/ 2805586 w 3197940"/>
                <a:gd name="csY976" fmla="*/ 1608760 h 2014199"/>
                <a:gd name="csX977" fmla="*/ 2811752 w 3197940"/>
                <a:gd name="csY977" fmla="*/ 1608544 h 2014199"/>
                <a:gd name="csX978" fmla="*/ 2818032 w 3197940"/>
                <a:gd name="csY978" fmla="*/ 1609306 h 2014199"/>
                <a:gd name="csX979" fmla="*/ 2827342 w 3197940"/>
                <a:gd name="csY979" fmla="*/ 1606385 h 2014199"/>
                <a:gd name="csX980" fmla="*/ 2844658 w 3197940"/>
                <a:gd name="csY980" fmla="*/ 1608004 h 2014199"/>
                <a:gd name="csX981" fmla="*/ 2860025 w 3197940"/>
                <a:gd name="csY981" fmla="*/ 1605191 h 2014199"/>
                <a:gd name="csX982" fmla="*/ 2869982 w 3197940"/>
                <a:gd name="csY982" fmla="*/ 1608004 h 2014199"/>
                <a:gd name="csX983" fmla="*/ 2876262 w 3197940"/>
                <a:gd name="csY983" fmla="*/ 1608868 h 2014199"/>
                <a:gd name="csX984" fmla="*/ 2886219 w 3197940"/>
                <a:gd name="csY984" fmla="*/ 1606277 h 2014199"/>
                <a:gd name="csX985" fmla="*/ 2895312 w 3197940"/>
                <a:gd name="csY985" fmla="*/ 1610278 h 2014199"/>
                <a:gd name="csX986" fmla="*/ 2924427 w 3197940"/>
                <a:gd name="csY986" fmla="*/ 1606277 h 2014199"/>
                <a:gd name="csX987" fmla="*/ 2962311 w 3197940"/>
                <a:gd name="csY987" fmla="*/ 1612652 h 2014199"/>
                <a:gd name="csX988" fmla="*/ 2968915 w 3197940"/>
                <a:gd name="csY988" fmla="*/ 1616437 h 2014199"/>
                <a:gd name="csX989" fmla="*/ 2985037 w 3197940"/>
                <a:gd name="csY989" fmla="*/ 1610817 h 2014199"/>
                <a:gd name="csX990" fmla="*/ 3033526 w 3197940"/>
                <a:gd name="csY990" fmla="*/ 1608220 h 2014199"/>
                <a:gd name="csX991" fmla="*/ 3044569 w 3197940"/>
                <a:gd name="csY991" fmla="*/ 1597190 h 2014199"/>
                <a:gd name="csX992" fmla="*/ 3070115 w 3197940"/>
                <a:gd name="csY992" fmla="*/ 1578159 h 2014199"/>
                <a:gd name="csX993" fmla="*/ 3074877 w 3197940"/>
                <a:gd name="csY993" fmla="*/ 1567669 h 2014199"/>
                <a:gd name="csX994" fmla="*/ 3114812 w 3197940"/>
                <a:gd name="csY994" fmla="*/ 1546904 h 2014199"/>
                <a:gd name="csX995" fmla="*/ 3135812 w 3197940"/>
                <a:gd name="csY995" fmla="*/ 1543450 h 2014199"/>
                <a:gd name="csX996" fmla="*/ 3148474 w 3197940"/>
                <a:gd name="csY996" fmla="*/ 1543774 h 2014199"/>
                <a:gd name="csX997" fmla="*/ 3159084 w 3197940"/>
                <a:gd name="csY997" fmla="*/ 1532420 h 2014199"/>
                <a:gd name="csX998" fmla="*/ 3186466 w 3197940"/>
                <a:gd name="csY998" fmla="*/ 1516304 h 2014199"/>
                <a:gd name="csX999" fmla="*/ 3196099 w 3197940"/>
                <a:gd name="csY999" fmla="*/ 1499654 h 2014199"/>
                <a:gd name="csX1000" fmla="*/ 3196638 w 3197940"/>
                <a:gd name="csY1000" fmla="*/ 1498244 h 2014199"/>
                <a:gd name="csX1001" fmla="*/ 1787300 w 3197940"/>
                <a:gd name="csY1001" fmla="*/ 409518 h 2014199"/>
                <a:gd name="csX1002" fmla="*/ 1797689 w 3197940"/>
                <a:gd name="csY1002" fmla="*/ 405625 h 2014199"/>
                <a:gd name="csX1003" fmla="*/ 1800070 w 3197940"/>
                <a:gd name="csY1003" fmla="*/ 409518 h 2014199"/>
                <a:gd name="csX1004" fmla="*/ 1794444 w 3197940"/>
                <a:gd name="csY1004" fmla="*/ 432873 h 2014199"/>
                <a:gd name="csX1005" fmla="*/ 1787300 w 3197940"/>
                <a:gd name="csY1005" fmla="*/ 426282 h 2014199"/>
                <a:gd name="csX1006" fmla="*/ 1787408 w 3197940"/>
                <a:gd name="csY1006" fmla="*/ 409626 h 2014199"/>
                <a:gd name="csX1007" fmla="*/ 1787300 w 3197940"/>
                <a:gd name="csY1007" fmla="*/ 409518 h 2014199"/>
                <a:gd name="csX1008" fmla="*/ 1723768 w 3197940"/>
                <a:gd name="csY1008" fmla="*/ 139065 h 2014199"/>
                <a:gd name="csX1009" fmla="*/ 1717381 w 3197940"/>
                <a:gd name="csY1009" fmla="*/ 120790 h 2014199"/>
                <a:gd name="csX1010" fmla="*/ 1727445 w 3197940"/>
                <a:gd name="csY1010" fmla="*/ 121761 h 2014199"/>
                <a:gd name="csX1011" fmla="*/ 1738050 w 3197940"/>
                <a:gd name="csY1011" fmla="*/ 136684 h 2014199"/>
                <a:gd name="csX1012" fmla="*/ 1723768 w 3197940"/>
                <a:gd name="csY1012" fmla="*/ 138957 h 2014199"/>
                <a:gd name="csX1013" fmla="*/ 1723768 w 3197940"/>
                <a:gd name="csY1013" fmla="*/ 139065 h 2014199"/>
                <a:gd name="csX1014" fmla="*/ 834502 w 3197940"/>
                <a:gd name="csY1014" fmla="*/ 742798 h 2014199"/>
                <a:gd name="csX1015" fmla="*/ 825840 w 3197940"/>
                <a:gd name="csY1015" fmla="*/ 721278 h 2014199"/>
                <a:gd name="csX1016" fmla="*/ 840776 w 3197940"/>
                <a:gd name="csY1016" fmla="*/ 708844 h 2014199"/>
                <a:gd name="csX1017" fmla="*/ 853330 w 3197940"/>
                <a:gd name="csY1017" fmla="*/ 744309 h 2014199"/>
                <a:gd name="csX1018" fmla="*/ 834502 w 3197940"/>
                <a:gd name="csY1018" fmla="*/ 742798 h 2014199"/>
                <a:gd name="csX1019" fmla="*/ 868811 w 3197940"/>
                <a:gd name="csY1019" fmla="*/ 621468 h 2014199"/>
                <a:gd name="csX1020" fmla="*/ 849653 w 3197940"/>
                <a:gd name="csY1020" fmla="*/ 672294 h 2014199"/>
                <a:gd name="csX1021" fmla="*/ 830387 w 3197940"/>
                <a:gd name="csY1021" fmla="*/ 685698 h 2014199"/>
                <a:gd name="csX1022" fmla="*/ 818373 w 3197940"/>
                <a:gd name="csY1022" fmla="*/ 677266 h 2014199"/>
                <a:gd name="csX1023" fmla="*/ 792827 w 3197940"/>
                <a:gd name="csY1023" fmla="*/ 680403 h 2014199"/>
                <a:gd name="csX1024" fmla="*/ 787201 w 3197940"/>
                <a:gd name="csY1024" fmla="*/ 690785 h 2014199"/>
                <a:gd name="csX1025" fmla="*/ 795424 w 3197940"/>
                <a:gd name="csY1025" fmla="*/ 695649 h 2014199"/>
                <a:gd name="csX1026" fmla="*/ 796510 w 3197940"/>
                <a:gd name="csY1026" fmla="*/ 695649 h 2014199"/>
                <a:gd name="csX1027" fmla="*/ 801164 w 3197940"/>
                <a:gd name="csY1027" fmla="*/ 698786 h 2014199"/>
                <a:gd name="csX1028" fmla="*/ 801704 w 3197940"/>
                <a:gd name="csY1028" fmla="*/ 709060 h 2014199"/>
                <a:gd name="csX1029" fmla="*/ 785359 w 3197940"/>
                <a:gd name="csY1029" fmla="*/ 712089 h 2014199"/>
                <a:gd name="csX1030" fmla="*/ 776374 w 3197940"/>
                <a:gd name="csY1030" fmla="*/ 721170 h 2014199"/>
                <a:gd name="csX1031" fmla="*/ 769668 w 3197940"/>
                <a:gd name="csY1031" fmla="*/ 723443 h 2014199"/>
                <a:gd name="csX1032" fmla="*/ 740115 w 3197940"/>
                <a:gd name="csY1032" fmla="*/ 744417 h 2014199"/>
                <a:gd name="csX1033" fmla="*/ 725828 w 3197940"/>
                <a:gd name="csY1033" fmla="*/ 735876 h 2014199"/>
                <a:gd name="csX1034" fmla="*/ 732972 w 3197940"/>
                <a:gd name="csY1034" fmla="*/ 728631 h 2014199"/>
                <a:gd name="csX1035" fmla="*/ 744230 w 3197940"/>
                <a:gd name="csY1035" fmla="*/ 723119 h 2014199"/>
                <a:gd name="csX1036" fmla="*/ 747799 w 3197940"/>
                <a:gd name="csY1036" fmla="*/ 716845 h 2014199"/>
                <a:gd name="csX1037" fmla="*/ 766417 w 3197940"/>
                <a:gd name="csY1037" fmla="*/ 698570 h 2014199"/>
                <a:gd name="csX1038" fmla="*/ 762417 w 3197940"/>
                <a:gd name="csY1038" fmla="*/ 691648 h 2014199"/>
                <a:gd name="csX1039" fmla="*/ 750402 w 3197940"/>
                <a:gd name="csY1039" fmla="*/ 691001 h 2014199"/>
                <a:gd name="csX1040" fmla="*/ 724101 w 3197940"/>
                <a:gd name="csY1040" fmla="*/ 708412 h 2014199"/>
                <a:gd name="csX1041" fmla="*/ 715547 w 3197940"/>
                <a:gd name="csY1041" fmla="*/ 727767 h 2014199"/>
                <a:gd name="csX1042" fmla="*/ 701476 w 3197940"/>
                <a:gd name="csY1042" fmla="*/ 732739 h 2014199"/>
                <a:gd name="csX1043" fmla="*/ 691735 w 3197940"/>
                <a:gd name="csY1043" fmla="*/ 728847 h 2014199"/>
                <a:gd name="csX1044" fmla="*/ 667382 w 3197940"/>
                <a:gd name="csY1044" fmla="*/ 727551 h 2014199"/>
                <a:gd name="csX1045" fmla="*/ 648548 w 3197940"/>
                <a:gd name="csY1045" fmla="*/ 717277 h 2014199"/>
                <a:gd name="csX1046" fmla="*/ 677987 w 3197940"/>
                <a:gd name="csY1046" fmla="*/ 709276 h 2014199"/>
                <a:gd name="csX1047" fmla="*/ 678533 w 3197940"/>
                <a:gd name="csY1047" fmla="*/ 708412 h 2014199"/>
                <a:gd name="csX1048" fmla="*/ 678857 w 3197940"/>
                <a:gd name="csY1048" fmla="*/ 702139 h 2014199"/>
                <a:gd name="csX1049" fmla="*/ 677447 w 3197940"/>
                <a:gd name="csY1049" fmla="*/ 691648 h 2014199"/>
                <a:gd name="csX1050" fmla="*/ 693144 w 3197940"/>
                <a:gd name="csY1050" fmla="*/ 685698 h 2014199"/>
                <a:gd name="csX1051" fmla="*/ 697475 w 3197940"/>
                <a:gd name="csY1051" fmla="*/ 675431 h 2014199"/>
                <a:gd name="csX1052" fmla="*/ 686648 w 3197940"/>
                <a:gd name="csY1052" fmla="*/ 666236 h 2014199"/>
                <a:gd name="csX1053" fmla="*/ 686648 w 3197940"/>
                <a:gd name="csY1053" fmla="*/ 665264 h 2014199"/>
                <a:gd name="csX1054" fmla="*/ 689785 w 3197940"/>
                <a:gd name="csY1054" fmla="*/ 661803 h 2014199"/>
                <a:gd name="csX1055" fmla="*/ 713382 w 3197940"/>
                <a:gd name="csY1055" fmla="*/ 665264 h 2014199"/>
                <a:gd name="csX1056" fmla="*/ 720634 w 3197940"/>
                <a:gd name="csY1056" fmla="*/ 668077 h 2014199"/>
                <a:gd name="csX1057" fmla="*/ 731784 w 3197940"/>
                <a:gd name="csY1057" fmla="*/ 665048 h 2014199"/>
                <a:gd name="csX1058" fmla="*/ 732864 w 3197940"/>
                <a:gd name="csY1058" fmla="*/ 657695 h 2014199"/>
                <a:gd name="csX1059" fmla="*/ 718900 w 3197940"/>
                <a:gd name="csY1059" fmla="*/ 655530 h 2014199"/>
                <a:gd name="csX1060" fmla="*/ 707324 w 3197940"/>
                <a:gd name="csY1060" fmla="*/ 647421 h 2014199"/>
                <a:gd name="csX1061" fmla="*/ 670627 w 3197940"/>
                <a:gd name="csY1061" fmla="*/ 650881 h 2014199"/>
                <a:gd name="csX1062" fmla="*/ 669116 w 3197940"/>
                <a:gd name="csY1062" fmla="*/ 657155 h 2014199"/>
                <a:gd name="csX1063" fmla="*/ 658613 w 3197940"/>
                <a:gd name="csY1063" fmla="*/ 656501 h 2014199"/>
                <a:gd name="csX1064" fmla="*/ 652879 w 3197940"/>
                <a:gd name="csY1064" fmla="*/ 654558 h 2014199"/>
                <a:gd name="csX1065" fmla="*/ 630045 w 3197940"/>
                <a:gd name="csY1065" fmla="*/ 658127 h 2014199"/>
                <a:gd name="csX1066" fmla="*/ 623440 w 3197940"/>
                <a:gd name="csY1066" fmla="*/ 654558 h 2014199"/>
                <a:gd name="csX1067" fmla="*/ 611966 w 3197940"/>
                <a:gd name="csY1067" fmla="*/ 658882 h 2014199"/>
                <a:gd name="csX1068" fmla="*/ 608721 w 3197940"/>
                <a:gd name="csY1068" fmla="*/ 666236 h 2014199"/>
                <a:gd name="csX1069" fmla="*/ 599412 w 3197940"/>
                <a:gd name="csY1069" fmla="*/ 665804 h 2014199"/>
                <a:gd name="csX1070" fmla="*/ 590751 w 3197940"/>
                <a:gd name="csY1070" fmla="*/ 653371 h 2014199"/>
                <a:gd name="csX1071" fmla="*/ 597894 w 3197940"/>
                <a:gd name="csY1071" fmla="*/ 640823 h 2014199"/>
                <a:gd name="csX1072" fmla="*/ 615103 w 3197940"/>
                <a:gd name="csY1072" fmla="*/ 640607 h 2014199"/>
                <a:gd name="csX1073" fmla="*/ 623872 w 3197940"/>
                <a:gd name="csY1073" fmla="*/ 636822 h 2014199"/>
                <a:gd name="csX1074" fmla="*/ 635671 w 3197940"/>
                <a:gd name="csY1074" fmla="*/ 637254 h 2014199"/>
                <a:gd name="csX1075" fmla="*/ 669224 w 3197940"/>
                <a:gd name="csY1075" fmla="*/ 627412 h 2014199"/>
                <a:gd name="csX1076" fmla="*/ 710569 w 3197940"/>
                <a:gd name="csY1076" fmla="*/ 619519 h 2014199"/>
                <a:gd name="csX1077" fmla="*/ 744662 w 3197940"/>
                <a:gd name="csY1077" fmla="*/ 603409 h 2014199"/>
                <a:gd name="csX1078" fmla="*/ 793589 w 3197940"/>
                <a:gd name="csY1078" fmla="*/ 595840 h 2014199"/>
                <a:gd name="csX1079" fmla="*/ 811337 w 3197940"/>
                <a:gd name="csY1079" fmla="*/ 607841 h 2014199"/>
                <a:gd name="csX1080" fmla="*/ 771834 w 3197940"/>
                <a:gd name="csY1080" fmla="*/ 627850 h 2014199"/>
                <a:gd name="csX1081" fmla="*/ 769992 w 3197940"/>
                <a:gd name="csY1081" fmla="*/ 636715 h 2014199"/>
                <a:gd name="csX1082" fmla="*/ 784496 w 3197940"/>
                <a:gd name="csY1082" fmla="*/ 638334 h 2014199"/>
                <a:gd name="csX1083" fmla="*/ 792287 w 3197940"/>
                <a:gd name="csY1083" fmla="*/ 641903 h 2014199"/>
                <a:gd name="csX1084" fmla="*/ 840992 w 3197940"/>
                <a:gd name="csY1084" fmla="*/ 636607 h 2014199"/>
                <a:gd name="csX1085" fmla="*/ 856041 w 3197940"/>
                <a:gd name="csY1085" fmla="*/ 622116 h 2014199"/>
                <a:gd name="csX1086" fmla="*/ 869027 w 3197940"/>
                <a:gd name="csY1086" fmla="*/ 621576 h 2014199"/>
                <a:gd name="csX1087" fmla="*/ 868811 w 3197940"/>
                <a:gd name="csY1087" fmla="*/ 621468 h 2014199"/>
                <a:gd name="csX1088" fmla="*/ 1092102 w 3197940"/>
                <a:gd name="csY1088" fmla="*/ 931386 h 2014199"/>
                <a:gd name="csX1089" fmla="*/ 1077923 w 3197940"/>
                <a:gd name="csY1089" fmla="*/ 949446 h 2014199"/>
                <a:gd name="csX1090" fmla="*/ 1057247 w 3197940"/>
                <a:gd name="csY1090" fmla="*/ 959288 h 2014199"/>
                <a:gd name="csX1091" fmla="*/ 1041988 w 3197940"/>
                <a:gd name="csY1091" fmla="*/ 957561 h 2014199"/>
                <a:gd name="csX1092" fmla="*/ 1026291 w 3197940"/>
                <a:gd name="csY1092" fmla="*/ 963720 h 2014199"/>
                <a:gd name="csX1093" fmla="*/ 1023262 w 3197940"/>
                <a:gd name="csY1093" fmla="*/ 976916 h 2014199"/>
                <a:gd name="csX1094" fmla="*/ 1012226 w 3197940"/>
                <a:gd name="csY1094" fmla="*/ 988377 h 2014199"/>
                <a:gd name="csX1095" fmla="*/ 1000211 w 3197940"/>
                <a:gd name="csY1095" fmla="*/ 987190 h 2014199"/>
                <a:gd name="csX1096" fmla="*/ 940356 w 3197940"/>
                <a:gd name="csY1096" fmla="*/ 996810 h 2014199"/>
                <a:gd name="csX1097" fmla="*/ 915782 w 3197940"/>
                <a:gd name="csY1097" fmla="*/ 986104 h 2014199"/>
                <a:gd name="csX1098" fmla="*/ 906041 w 3197940"/>
                <a:gd name="csY1098" fmla="*/ 966318 h 2014199"/>
                <a:gd name="csX1099" fmla="*/ 929206 w 3197940"/>
                <a:gd name="csY1099" fmla="*/ 968153 h 2014199"/>
                <a:gd name="csX1100" fmla="*/ 947278 w 3197940"/>
                <a:gd name="csY1100" fmla="*/ 938632 h 2014199"/>
                <a:gd name="csX1101" fmla="*/ 970335 w 3197940"/>
                <a:gd name="csY1101" fmla="*/ 938200 h 2014199"/>
                <a:gd name="csX1102" fmla="*/ 979968 w 3197940"/>
                <a:gd name="csY1102" fmla="*/ 932904 h 2014199"/>
                <a:gd name="csX1103" fmla="*/ 963191 w 3197940"/>
                <a:gd name="csY1103" fmla="*/ 910952 h 2014199"/>
                <a:gd name="csX1104" fmla="*/ 949989 w 3197940"/>
                <a:gd name="csY1104" fmla="*/ 884244 h 2014199"/>
                <a:gd name="csX1105" fmla="*/ 980507 w 3197940"/>
                <a:gd name="csY1105" fmla="*/ 897649 h 2014199"/>
                <a:gd name="csX1106" fmla="*/ 993715 w 3197940"/>
                <a:gd name="csY1106" fmla="*/ 895922 h 2014199"/>
                <a:gd name="csX1107" fmla="*/ 1025859 w 3197940"/>
                <a:gd name="csY1107" fmla="*/ 917550 h 2014199"/>
                <a:gd name="csX1108" fmla="*/ 1060930 w 3197940"/>
                <a:gd name="csY1108" fmla="*/ 915816 h 2014199"/>
                <a:gd name="csX1109" fmla="*/ 1104764 w 3197940"/>
                <a:gd name="csY1109" fmla="*/ 886295 h 2014199"/>
                <a:gd name="csX1110" fmla="*/ 1144160 w 3197940"/>
                <a:gd name="csY1110" fmla="*/ 877754 h 2014199"/>
                <a:gd name="csX1111" fmla="*/ 1161698 w 3197940"/>
                <a:gd name="csY1111" fmla="*/ 882186 h 2014199"/>
                <a:gd name="csX1112" fmla="*/ 1140699 w 3197940"/>
                <a:gd name="csY1112" fmla="*/ 897217 h 2014199"/>
                <a:gd name="csX1113" fmla="*/ 1116670 w 3197940"/>
                <a:gd name="csY1113" fmla="*/ 903923 h 2014199"/>
                <a:gd name="csX1114" fmla="*/ 1111692 w 3197940"/>
                <a:gd name="csY1114" fmla="*/ 914737 h 2014199"/>
                <a:gd name="csX1115" fmla="*/ 1091778 w 3197940"/>
                <a:gd name="csY1115" fmla="*/ 931825 h 2014199"/>
                <a:gd name="csX1116" fmla="*/ 1092102 w 3197940"/>
                <a:gd name="csY1116" fmla="*/ 931386 h 2014199"/>
                <a:gd name="csX1117" fmla="*/ 1670619 w 3197940"/>
                <a:gd name="csY1117" fmla="*/ 1585728 h 2014199"/>
                <a:gd name="csX1118" fmla="*/ 1663805 w 3197940"/>
                <a:gd name="csY1118" fmla="*/ 1588434 h 2014199"/>
                <a:gd name="csX1119" fmla="*/ 1658065 w 3197940"/>
                <a:gd name="csY1119" fmla="*/ 1600975 h 2014199"/>
                <a:gd name="csX1120" fmla="*/ 1643994 w 3197940"/>
                <a:gd name="csY1120" fmla="*/ 1605191 h 2014199"/>
                <a:gd name="csX1121" fmla="*/ 1645511 w 3197940"/>
                <a:gd name="csY1121" fmla="*/ 1558912 h 2014199"/>
                <a:gd name="csX1122" fmla="*/ 1650274 w 3197940"/>
                <a:gd name="csY1122" fmla="*/ 1539119 h 2014199"/>
                <a:gd name="csX1123" fmla="*/ 1644755 w 3197940"/>
                <a:gd name="csY1123" fmla="*/ 1533823 h 2014199"/>
                <a:gd name="csX1124" fmla="*/ 1634684 w 3197940"/>
                <a:gd name="csY1124" fmla="*/ 1543558 h 2014199"/>
                <a:gd name="csX1125" fmla="*/ 1631331 w 3197940"/>
                <a:gd name="csY1125" fmla="*/ 1532528 h 2014199"/>
                <a:gd name="csX1126" fmla="*/ 1630144 w 3197940"/>
                <a:gd name="csY1126" fmla="*/ 1519657 h 2014199"/>
                <a:gd name="csX1127" fmla="*/ 1617368 w 3197940"/>
                <a:gd name="csY1127" fmla="*/ 1512843 h 2014199"/>
                <a:gd name="csX1128" fmla="*/ 1610878 w 3197940"/>
                <a:gd name="csY1128" fmla="*/ 1520952 h 2014199"/>
                <a:gd name="csX1129" fmla="*/ 1604058 w 3197940"/>
                <a:gd name="csY1129" fmla="*/ 1515656 h 2014199"/>
                <a:gd name="csX1130" fmla="*/ 1595721 w 3197940"/>
                <a:gd name="csY1130" fmla="*/ 1498460 h 2014199"/>
                <a:gd name="csX1131" fmla="*/ 1586850 w 3197940"/>
                <a:gd name="csY1131" fmla="*/ 1492517 h 2014199"/>
                <a:gd name="csX1132" fmla="*/ 1572778 w 3197940"/>
                <a:gd name="csY1132" fmla="*/ 1460075 h 2014199"/>
                <a:gd name="csX1133" fmla="*/ 1574074 w 3197940"/>
                <a:gd name="csY1133" fmla="*/ 1453045 h 2014199"/>
                <a:gd name="csX1134" fmla="*/ 1559462 w 3197940"/>
                <a:gd name="csY1134" fmla="*/ 1443203 h 2014199"/>
                <a:gd name="csX1135" fmla="*/ 1572670 w 3197940"/>
                <a:gd name="csY1135" fmla="*/ 1413466 h 2014199"/>
                <a:gd name="csX1136" fmla="*/ 1589879 w 3197940"/>
                <a:gd name="csY1136" fmla="*/ 1410221 h 2014199"/>
                <a:gd name="csX1137" fmla="*/ 1607735 w 3197940"/>
                <a:gd name="csY1137" fmla="*/ 1418984 h 2014199"/>
                <a:gd name="csX1138" fmla="*/ 1617584 w 3197940"/>
                <a:gd name="csY1138" fmla="*/ 1422114 h 2014199"/>
                <a:gd name="csX1139" fmla="*/ 1633821 w 3197940"/>
                <a:gd name="csY1139" fmla="*/ 1457693 h 2014199"/>
                <a:gd name="csX1140" fmla="*/ 1633713 w 3197940"/>
                <a:gd name="csY1140" fmla="*/ 1466780 h 2014199"/>
                <a:gd name="csX1141" fmla="*/ 1648864 w 3197940"/>
                <a:gd name="csY1141" fmla="*/ 1501921 h 2014199"/>
                <a:gd name="csX1142" fmla="*/ 1655252 w 3197940"/>
                <a:gd name="csY1142" fmla="*/ 1523225 h 2014199"/>
                <a:gd name="csX1143" fmla="*/ 1674086 w 3197940"/>
                <a:gd name="csY1143" fmla="*/ 1557611 h 2014199"/>
                <a:gd name="csX1144" fmla="*/ 1670727 w 3197940"/>
                <a:gd name="csY1144" fmla="*/ 1585621 h 2014199"/>
                <a:gd name="csX1145" fmla="*/ 1670619 w 3197940"/>
                <a:gd name="csY1145" fmla="*/ 1585728 h 2014199"/>
                <a:gd name="csX1146" fmla="*/ 3078014 w 3197940"/>
                <a:gd name="csY1146" fmla="*/ 1418114 h 2014199"/>
                <a:gd name="csX1147" fmla="*/ 3066540 w 3197940"/>
                <a:gd name="csY1147" fmla="*/ 1423740 h 2014199"/>
                <a:gd name="csX1148" fmla="*/ 3056907 w 3197940"/>
                <a:gd name="csY1148" fmla="*/ 1432173 h 2014199"/>
                <a:gd name="csX1149" fmla="*/ 3045000 w 3197940"/>
                <a:gd name="csY1149" fmla="*/ 1434878 h 2014199"/>
                <a:gd name="csX1150" fmla="*/ 3022058 w 3197940"/>
                <a:gd name="csY1150" fmla="*/ 1441799 h 2014199"/>
                <a:gd name="csX1151" fmla="*/ 3014806 w 3197940"/>
                <a:gd name="csY1151" fmla="*/ 1438986 h 2014199"/>
                <a:gd name="csX1152" fmla="*/ 3028979 w 3197940"/>
                <a:gd name="csY1152" fmla="*/ 1416063 h 2014199"/>
                <a:gd name="csX1153" fmla="*/ 3049331 w 3197940"/>
                <a:gd name="csY1153" fmla="*/ 1413250 h 2014199"/>
                <a:gd name="csX1154" fmla="*/ 3084294 w 3197940"/>
                <a:gd name="csY1154" fmla="*/ 1398003 h 2014199"/>
                <a:gd name="csX1155" fmla="*/ 3077906 w 3197940"/>
                <a:gd name="csY1155" fmla="*/ 1418006 h 2014199"/>
                <a:gd name="csX1156" fmla="*/ 3078014 w 3197940"/>
                <a:gd name="csY1156" fmla="*/ 1418114 h 20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</a:cxnLst>
              <a:rect l="l" t="t" r="r" b="b"/>
              <a:pathLst>
                <a:path w="3197940" h="2014199">
                  <a:moveTo>
                    <a:pt x="3196638" y="1498244"/>
                  </a:moveTo>
                  <a:cubicBezTo>
                    <a:pt x="3195991" y="1497921"/>
                    <a:pt x="3189603" y="1497813"/>
                    <a:pt x="3192314" y="1494028"/>
                  </a:cubicBezTo>
                  <a:cubicBezTo>
                    <a:pt x="3192638" y="1493380"/>
                    <a:pt x="3195775" y="1490567"/>
                    <a:pt x="3194365" y="1486135"/>
                  </a:cubicBezTo>
                  <a:cubicBezTo>
                    <a:pt x="3192314" y="1479861"/>
                    <a:pt x="3190041" y="1474673"/>
                    <a:pt x="3191012" y="1469803"/>
                  </a:cubicBezTo>
                  <a:cubicBezTo>
                    <a:pt x="3194695" y="1450664"/>
                    <a:pt x="3196531" y="1447095"/>
                    <a:pt x="3192422" y="1445152"/>
                  </a:cubicBezTo>
                  <a:lnTo>
                    <a:pt x="3191120" y="1444612"/>
                  </a:lnTo>
                  <a:cubicBezTo>
                    <a:pt x="3185062" y="1441691"/>
                    <a:pt x="3196422" y="1433798"/>
                    <a:pt x="3189933" y="1432712"/>
                  </a:cubicBezTo>
                  <a:cubicBezTo>
                    <a:pt x="3168718" y="1429360"/>
                    <a:pt x="3165034" y="1429906"/>
                    <a:pt x="3166552" y="1425359"/>
                  </a:cubicBezTo>
                  <a:cubicBezTo>
                    <a:pt x="3166660" y="1424280"/>
                    <a:pt x="3170337" y="1417574"/>
                    <a:pt x="3165790" y="1418654"/>
                  </a:cubicBezTo>
                  <a:cubicBezTo>
                    <a:pt x="3145660" y="1423524"/>
                    <a:pt x="3142632" y="1423200"/>
                    <a:pt x="3141330" y="1427848"/>
                  </a:cubicBezTo>
                  <a:cubicBezTo>
                    <a:pt x="3140574" y="1429576"/>
                    <a:pt x="3140034" y="1437907"/>
                    <a:pt x="3136459" y="1434446"/>
                  </a:cubicBezTo>
                  <a:cubicBezTo>
                    <a:pt x="3133754" y="1430985"/>
                    <a:pt x="3126610" y="1427417"/>
                    <a:pt x="3130186" y="1423308"/>
                  </a:cubicBezTo>
                  <a:cubicBezTo>
                    <a:pt x="3132675" y="1419739"/>
                    <a:pt x="3139272" y="1415847"/>
                    <a:pt x="3136459" y="1411084"/>
                  </a:cubicBezTo>
                  <a:cubicBezTo>
                    <a:pt x="3130078" y="1400270"/>
                    <a:pt x="3128884" y="1396702"/>
                    <a:pt x="3124553" y="1396702"/>
                  </a:cubicBezTo>
                  <a:cubicBezTo>
                    <a:pt x="3101179" y="1396702"/>
                    <a:pt x="3097388" y="1397895"/>
                    <a:pt x="3099014" y="1393247"/>
                  </a:cubicBezTo>
                  <a:cubicBezTo>
                    <a:pt x="3099661" y="1391946"/>
                    <a:pt x="3100309" y="1386002"/>
                    <a:pt x="3104856" y="1385240"/>
                  </a:cubicBezTo>
                  <a:cubicBezTo>
                    <a:pt x="3136459" y="1379620"/>
                    <a:pt x="3143819" y="1378318"/>
                    <a:pt x="3139495" y="1375404"/>
                  </a:cubicBezTo>
                  <a:cubicBezTo>
                    <a:pt x="3128560" y="1367943"/>
                    <a:pt x="3126071" y="1365130"/>
                    <a:pt x="3122280" y="1367396"/>
                  </a:cubicBezTo>
                  <a:cubicBezTo>
                    <a:pt x="3121632" y="1367619"/>
                    <a:pt x="3118495" y="1370533"/>
                    <a:pt x="3114920" y="1368266"/>
                  </a:cubicBezTo>
                  <a:cubicBezTo>
                    <a:pt x="3112755" y="1366317"/>
                    <a:pt x="3105287" y="1364158"/>
                    <a:pt x="3108431" y="1359935"/>
                  </a:cubicBezTo>
                  <a:cubicBezTo>
                    <a:pt x="3109078" y="1358748"/>
                    <a:pt x="3114812" y="1353020"/>
                    <a:pt x="3110050" y="1353236"/>
                  </a:cubicBezTo>
                  <a:cubicBezTo>
                    <a:pt x="3105071" y="1354100"/>
                    <a:pt x="3098035" y="1351934"/>
                    <a:pt x="3096308" y="1357344"/>
                  </a:cubicBezTo>
                  <a:cubicBezTo>
                    <a:pt x="3095870" y="1357992"/>
                    <a:pt x="3095331" y="1363396"/>
                    <a:pt x="3091108" y="1362532"/>
                  </a:cubicBezTo>
                  <a:cubicBezTo>
                    <a:pt x="3078338" y="1360265"/>
                    <a:pt x="3074547" y="1360589"/>
                    <a:pt x="3073683" y="1355935"/>
                  </a:cubicBezTo>
                  <a:cubicBezTo>
                    <a:pt x="3073683" y="1355287"/>
                    <a:pt x="3072496" y="1351610"/>
                    <a:pt x="3075741" y="1349559"/>
                  </a:cubicBezTo>
                  <a:cubicBezTo>
                    <a:pt x="3076712" y="1348689"/>
                    <a:pt x="3083640" y="1345991"/>
                    <a:pt x="3079532" y="1343609"/>
                  </a:cubicBezTo>
                  <a:cubicBezTo>
                    <a:pt x="3066432" y="1336040"/>
                    <a:pt x="3064158" y="1333983"/>
                    <a:pt x="3060050" y="1335177"/>
                  </a:cubicBezTo>
                  <a:cubicBezTo>
                    <a:pt x="3045978" y="1339177"/>
                    <a:pt x="3041324" y="1341552"/>
                    <a:pt x="3042511" y="1336904"/>
                  </a:cubicBezTo>
                  <a:cubicBezTo>
                    <a:pt x="3042943" y="1333983"/>
                    <a:pt x="3046518" y="1324794"/>
                    <a:pt x="3042511" y="1328039"/>
                  </a:cubicBezTo>
                  <a:cubicBezTo>
                    <a:pt x="3039914" y="1329658"/>
                    <a:pt x="3036237" y="1334853"/>
                    <a:pt x="3031799" y="1333011"/>
                  </a:cubicBezTo>
                  <a:cubicBezTo>
                    <a:pt x="3025303" y="1330306"/>
                    <a:pt x="3035583" y="1316031"/>
                    <a:pt x="3028440" y="1317117"/>
                  </a:cubicBezTo>
                  <a:cubicBezTo>
                    <a:pt x="3027252" y="1317117"/>
                    <a:pt x="3020432" y="1319600"/>
                    <a:pt x="3021950" y="1314736"/>
                  </a:cubicBezTo>
                  <a:lnTo>
                    <a:pt x="3023353" y="1310304"/>
                  </a:lnTo>
                  <a:cubicBezTo>
                    <a:pt x="3024763" y="1305763"/>
                    <a:pt x="3020540" y="1300029"/>
                    <a:pt x="3020756" y="1300677"/>
                  </a:cubicBezTo>
                  <a:cubicBezTo>
                    <a:pt x="3019784" y="1298950"/>
                    <a:pt x="3017835" y="1298734"/>
                    <a:pt x="3016533" y="1300245"/>
                  </a:cubicBezTo>
                  <a:cubicBezTo>
                    <a:pt x="3010152" y="1307490"/>
                    <a:pt x="3006469" y="1312901"/>
                    <a:pt x="3006469" y="1307922"/>
                  </a:cubicBezTo>
                  <a:cubicBezTo>
                    <a:pt x="3006037" y="1304893"/>
                    <a:pt x="3008094" y="1296677"/>
                    <a:pt x="3003116" y="1297540"/>
                  </a:cubicBezTo>
                  <a:cubicBezTo>
                    <a:pt x="3002360" y="1297540"/>
                    <a:pt x="2996296" y="1299813"/>
                    <a:pt x="2997375" y="1295057"/>
                  </a:cubicBezTo>
                  <a:lnTo>
                    <a:pt x="2998137" y="1291920"/>
                  </a:lnTo>
                  <a:cubicBezTo>
                    <a:pt x="2999217" y="1287488"/>
                    <a:pt x="2995972" y="1282294"/>
                    <a:pt x="2996188" y="1282941"/>
                  </a:cubicBezTo>
                  <a:cubicBezTo>
                    <a:pt x="2992397" y="1275588"/>
                    <a:pt x="2979519" y="1284999"/>
                    <a:pt x="2977030" y="1277322"/>
                  </a:cubicBezTo>
                  <a:cubicBezTo>
                    <a:pt x="2976922" y="1276134"/>
                    <a:pt x="2973569" y="1270400"/>
                    <a:pt x="2977894" y="1268781"/>
                  </a:cubicBezTo>
                  <a:cubicBezTo>
                    <a:pt x="2980059" y="1267587"/>
                    <a:pt x="2988505" y="1266076"/>
                    <a:pt x="2984174" y="1263263"/>
                  </a:cubicBezTo>
                  <a:cubicBezTo>
                    <a:pt x="2977138" y="1258615"/>
                    <a:pt x="2970318" y="1254938"/>
                    <a:pt x="2975081" y="1254938"/>
                  </a:cubicBezTo>
                  <a:cubicBezTo>
                    <a:pt x="2987311" y="1254938"/>
                    <a:pt x="2992505" y="1256125"/>
                    <a:pt x="2990670" y="1251585"/>
                  </a:cubicBezTo>
                  <a:cubicBezTo>
                    <a:pt x="2979411" y="1223251"/>
                    <a:pt x="2979519" y="1220984"/>
                    <a:pt x="2974972" y="1220330"/>
                  </a:cubicBezTo>
                  <a:cubicBezTo>
                    <a:pt x="2972159" y="1219467"/>
                    <a:pt x="2963822" y="1220115"/>
                    <a:pt x="2966965" y="1215790"/>
                  </a:cubicBezTo>
                  <a:cubicBezTo>
                    <a:pt x="2969239" y="1211682"/>
                    <a:pt x="2976274" y="1206056"/>
                    <a:pt x="2971404" y="1203789"/>
                  </a:cubicBezTo>
                  <a:lnTo>
                    <a:pt x="2961663" y="1199248"/>
                  </a:lnTo>
                  <a:cubicBezTo>
                    <a:pt x="2958412" y="1197731"/>
                    <a:pt x="2958412" y="1192975"/>
                    <a:pt x="2958520" y="1193622"/>
                  </a:cubicBezTo>
                  <a:cubicBezTo>
                    <a:pt x="2958520" y="1186377"/>
                    <a:pt x="2969239" y="1195572"/>
                    <a:pt x="2969239" y="1188326"/>
                  </a:cubicBezTo>
                  <a:cubicBezTo>
                    <a:pt x="2969023" y="1187241"/>
                    <a:pt x="2970426" y="1181297"/>
                    <a:pt x="2965987" y="1179995"/>
                  </a:cubicBezTo>
                  <a:cubicBezTo>
                    <a:pt x="2951376" y="1175563"/>
                    <a:pt x="2947699" y="1175455"/>
                    <a:pt x="2945858" y="1171023"/>
                  </a:cubicBezTo>
                  <a:lnTo>
                    <a:pt x="2943153" y="1164533"/>
                  </a:lnTo>
                  <a:cubicBezTo>
                    <a:pt x="2941743" y="1161072"/>
                    <a:pt x="2938390" y="1164209"/>
                    <a:pt x="2939038" y="1163993"/>
                  </a:cubicBezTo>
                  <a:cubicBezTo>
                    <a:pt x="2935901" y="1167130"/>
                    <a:pt x="2930491" y="1164641"/>
                    <a:pt x="2931031" y="1164749"/>
                  </a:cubicBezTo>
                  <a:cubicBezTo>
                    <a:pt x="2929297" y="1164209"/>
                    <a:pt x="2928542" y="1162260"/>
                    <a:pt x="2929405" y="1160533"/>
                  </a:cubicBezTo>
                  <a:lnTo>
                    <a:pt x="2935139" y="1148747"/>
                  </a:lnTo>
                  <a:cubicBezTo>
                    <a:pt x="2936981" y="1144962"/>
                    <a:pt x="2933952" y="1140638"/>
                    <a:pt x="2934168" y="1141286"/>
                  </a:cubicBezTo>
                  <a:cubicBezTo>
                    <a:pt x="2933196" y="1139552"/>
                    <a:pt x="2931031" y="1139012"/>
                    <a:pt x="2929405" y="1140092"/>
                  </a:cubicBezTo>
                  <a:lnTo>
                    <a:pt x="2920420" y="1145718"/>
                  </a:lnTo>
                  <a:cubicBezTo>
                    <a:pt x="2917499" y="1147553"/>
                    <a:pt x="2915118" y="1143660"/>
                    <a:pt x="2915765" y="1144099"/>
                  </a:cubicBezTo>
                  <a:cubicBezTo>
                    <a:pt x="2912089" y="1136961"/>
                    <a:pt x="2927564" y="1132631"/>
                    <a:pt x="2923455" y="1125823"/>
                  </a:cubicBezTo>
                  <a:cubicBezTo>
                    <a:pt x="2912844" y="1108088"/>
                    <a:pt x="2912305" y="1105491"/>
                    <a:pt x="2908082" y="1106354"/>
                  </a:cubicBezTo>
                  <a:cubicBezTo>
                    <a:pt x="2905700" y="1106570"/>
                    <a:pt x="2897261" y="1109707"/>
                    <a:pt x="2900614" y="1105707"/>
                  </a:cubicBezTo>
                  <a:cubicBezTo>
                    <a:pt x="2901808" y="1103757"/>
                    <a:pt x="2907326" y="1099865"/>
                    <a:pt x="2904945" y="1095432"/>
                  </a:cubicBezTo>
                  <a:cubicBezTo>
                    <a:pt x="2903751" y="1093813"/>
                    <a:pt x="2902240" y="1087971"/>
                    <a:pt x="2897477" y="1087431"/>
                  </a:cubicBezTo>
                  <a:cubicBezTo>
                    <a:pt x="2893794" y="1086568"/>
                    <a:pt x="2884269" y="1087215"/>
                    <a:pt x="2888168" y="1083431"/>
                  </a:cubicBezTo>
                  <a:cubicBezTo>
                    <a:pt x="2888924" y="1082459"/>
                    <a:pt x="2895204" y="1078567"/>
                    <a:pt x="2890981" y="1076401"/>
                  </a:cubicBezTo>
                  <a:cubicBezTo>
                    <a:pt x="2884923" y="1072509"/>
                    <a:pt x="2875398" y="1070667"/>
                    <a:pt x="2879615" y="1066991"/>
                  </a:cubicBezTo>
                  <a:cubicBezTo>
                    <a:pt x="2880377" y="1066019"/>
                    <a:pt x="2885895" y="1063314"/>
                    <a:pt x="2883621" y="1058990"/>
                  </a:cubicBezTo>
                  <a:cubicBezTo>
                    <a:pt x="2878859" y="1051960"/>
                    <a:pt x="2877341" y="1043203"/>
                    <a:pt x="2872363" y="1045585"/>
                  </a:cubicBezTo>
                  <a:lnTo>
                    <a:pt x="2869982" y="1046664"/>
                  </a:lnTo>
                  <a:cubicBezTo>
                    <a:pt x="2862406" y="1050233"/>
                    <a:pt x="2869874" y="1022979"/>
                    <a:pt x="2861758" y="1020820"/>
                  </a:cubicBezTo>
                  <a:cubicBezTo>
                    <a:pt x="2858190" y="1020388"/>
                    <a:pt x="2851910" y="1016387"/>
                    <a:pt x="2850068" y="1021467"/>
                  </a:cubicBezTo>
                  <a:cubicBezTo>
                    <a:pt x="2841521" y="1045039"/>
                    <a:pt x="2840759" y="1048715"/>
                    <a:pt x="2837298" y="1052068"/>
                  </a:cubicBezTo>
                  <a:cubicBezTo>
                    <a:pt x="2828529" y="1060399"/>
                    <a:pt x="2824960" y="1062450"/>
                    <a:pt x="2826687" y="1066883"/>
                  </a:cubicBezTo>
                  <a:lnTo>
                    <a:pt x="2831126" y="1078675"/>
                  </a:lnTo>
                  <a:cubicBezTo>
                    <a:pt x="2832968" y="1083431"/>
                    <a:pt x="2827126" y="1079430"/>
                    <a:pt x="2823982" y="1083647"/>
                  </a:cubicBezTo>
                  <a:cubicBezTo>
                    <a:pt x="2823550" y="1084618"/>
                    <a:pt x="2819328" y="1088187"/>
                    <a:pt x="2821277" y="1092619"/>
                  </a:cubicBezTo>
                  <a:cubicBezTo>
                    <a:pt x="2821493" y="1093381"/>
                    <a:pt x="2824306" y="1097382"/>
                    <a:pt x="2822471" y="1101706"/>
                  </a:cubicBezTo>
                  <a:lnTo>
                    <a:pt x="2822255" y="1102030"/>
                  </a:lnTo>
                  <a:cubicBezTo>
                    <a:pt x="2819652" y="1108088"/>
                    <a:pt x="2814349" y="1100195"/>
                    <a:pt x="2810673" y="1105599"/>
                  </a:cubicBezTo>
                  <a:lnTo>
                    <a:pt x="2810241" y="1106138"/>
                  </a:lnTo>
                  <a:cubicBezTo>
                    <a:pt x="2809155" y="1107764"/>
                    <a:pt x="2809047" y="1110463"/>
                    <a:pt x="2810019" y="1112088"/>
                  </a:cubicBezTo>
                  <a:cubicBezTo>
                    <a:pt x="2810781" y="1113707"/>
                    <a:pt x="2816299" y="1120413"/>
                    <a:pt x="2811644" y="1119010"/>
                  </a:cubicBezTo>
                  <a:cubicBezTo>
                    <a:pt x="2810025" y="1118902"/>
                    <a:pt x="2803529" y="1115225"/>
                    <a:pt x="2804285" y="1120305"/>
                  </a:cubicBezTo>
                  <a:cubicBezTo>
                    <a:pt x="2804285" y="1122578"/>
                    <a:pt x="2806990" y="1130903"/>
                    <a:pt x="2802767" y="1128090"/>
                  </a:cubicBezTo>
                  <a:cubicBezTo>
                    <a:pt x="2797465" y="1125385"/>
                    <a:pt x="2791515" y="1118248"/>
                    <a:pt x="2789565" y="1123658"/>
                  </a:cubicBezTo>
                  <a:cubicBezTo>
                    <a:pt x="2782422" y="1143337"/>
                    <a:pt x="2782098" y="1147553"/>
                    <a:pt x="2778091" y="1145286"/>
                  </a:cubicBezTo>
                  <a:cubicBezTo>
                    <a:pt x="2777119" y="1144962"/>
                    <a:pt x="2773005" y="1141286"/>
                    <a:pt x="2769328" y="1143984"/>
                  </a:cubicBezTo>
                  <a:cubicBezTo>
                    <a:pt x="2751034" y="1156964"/>
                    <a:pt x="2746487" y="1161288"/>
                    <a:pt x="2748112" y="1156424"/>
                  </a:cubicBezTo>
                  <a:cubicBezTo>
                    <a:pt x="2748760" y="1153179"/>
                    <a:pt x="2752659" y="1146581"/>
                    <a:pt x="2749084" y="1145178"/>
                  </a:cubicBezTo>
                  <a:cubicBezTo>
                    <a:pt x="2744214" y="1143229"/>
                    <a:pt x="2739775" y="1155668"/>
                    <a:pt x="2738695" y="1148963"/>
                  </a:cubicBezTo>
                  <a:lnTo>
                    <a:pt x="2737718" y="1142473"/>
                  </a:lnTo>
                  <a:cubicBezTo>
                    <a:pt x="2737070" y="1137717"/>
                    <a:pt x="2732307" y="1134904"/>
                    <a:pt x="2729386" y="1138581"/>
                  </a:cubicBezTo>
                  <a:cubicBezTo>
                    <a:pt x="2728300" y="1139552"/>
                    <a:pt x="2724192" y="1146905"/>
                    <a:pt x="2723106" y="1141825"/>
                  </a:cubicBezTo>
                  <a:cubicBezTo>
                    <a:pt x="2720725" y="1131551"/>
                    <a:pt x="2720185" y="1126579"/>
                    <a:pt x="2716724" y="1123658"/>
                  </a:cubicBezTo>
                  <a:cubicBezTo>
                    <a:pt x="2714559" y="1122255"/>
                    <a:pt x="2711416" y="1117816"/>
                    <a:pt x="2706545" y="1118140"/>
                  </a:cubicBezTo>
                  <a:cubicBezTo>
                    <a:pt x="2685768" y="1119873"/>
                    <a:pt x="2683171" y="1119442"/>
                    <a:pt x="2679596" y="1122471"/>
                  </a:cubicBezTo>
                  <a:cubicBezTo>
                    <a:pt x="2667042" y="1133393"/>
                    <a:pt x="2663581" y="1137501"/>
                    <a:pt x="2664013" y="1132523"/>
                  </a:cubicBezTo>
                  <a:cubicBezTo>
                    <a:pt x="2665417" y="1124198"/>
                    <a:pt x="2663359" y="1114793"/>
                    <a:pt x="2668776" y="1115873"/>
                  </a:cubicBezTo>
                  <a:cubicBezTo>
                    <a:pt x="2669423" y="1115873"/>
                    <a:pt x="2673970" y="1118032"/>
                    <a:pt x="2674942" y="1113492"/>
                  </a:cubicBezTo>
                  <a:cubicBezTo>
                    <a:pt x="2676027" y="1107872"/>
                    <a:pt x="2676351" y="1102785"/>
                    <a:pt x="2679596" y="1099541"/>
                  </a:cubicBezTo>
                  <a:cubicBezTo>
                    <a:pt x="2700272" y="1078021"/>
                    <a:pt x="2672344" y="1093489"/>
                    <a:pt x="2668776" y="1085266"/>
                  </a:cubicBezTo>
                  <a:cubicBezTo>
                    <a:pt x="2668452" y="1083971"/>
                    <a:pt x="2664769" y="1079106"/>
                    <a:pt x="2668560" y="1076185"/>
                  </a:cubicBezTo>
                  <a:cubicBezTo>
                    <a:pt x="2671049" y="1073588"/>
                    <a:pt x="2677107" y="1071429"/>
                    <a:pt x="2676027" y="1066127"/>
                  </a:cubicBezTo>
                  <a:cubicBezTo>
                    <a:pt x="2674294" y="1060183"/>
                    <a:pt x="2675049" y="1052614"/>
                    <a:pt x="2670071" y="1050665"/>
                  </a:cubicBezTo>
                  <a:cubicBezTo>
                    <a:pt x="2667690" y="1049477"/>
                    <a:pt x="2658819" y="1047744"/>
                    <a:pt x="2663467" y="1045477"/>
                  </a:cubicBezTo>
                  <a:cubicBezTo>
                    <a:pt x="2666394" y="1043419"/>
                    <a:pt x="2674078" y="1042232"/>
                    <a:pt x="2671912" y="1037146"/>
                  </a:cubicBezTo>
                  <a:cubicBezTo>
                    <a:pt x="2664121" y="1018762"/>
                    <a:pt x="2662064" y="1016495"/>
                    <a:pt x="2666178" y="1014978"/>
                  </a:cubicBezTo>
                  <a:lnTo>
                    <a:pt x="2670179" y="1013574"/>
                  </a:lnTo>
                  <a:cubicBezTo>
                    <a:pt x="2673754" y="1012279"/>
                    <a:pt x="2671912" y="1007085"/>
                    <a:pt x="2671912" y="1007840"/>
                  </a:cubicBezTo>
                  <a:cubicBezTo>
                    <a:pt x="2669639" y="1000271"/>
                    <a:pt x="2684251" y="1002544"/>
                    <a:pt x="2682301" y="994867"/>
                  </a:cubicBezTo>
                  <a:lnTo>
                    <a:pt x="2678624" y="980808"/>
                  </a:lnTo>
                  <a:cubicBezTo>
                    <a:pt x="2677539" y="976592"/>
                    <a:pt x="2672020" y="978535"/>
                    <a:pt x="2672560" y="978643"/>
                  </a:cubicBezTo>
                  <a:cubicBezTo>
                    <a:pt x="2665848" y="980377"/>
                    <a:pt x="2672776" y="990435"/>
                    <a:pt x="2666178" y="993242"/>
                  </a:cubicBezTo>
                  <a:cubicBezTo>
                    <a:pt x="2663905" y="993781"/>
                    <a:pt x="2658597" y="998220"/>
                    <a:pt x="2656438" y="993458"/>
                  </a:cubicBezTo>
                  <a:cubicBezTo>
                    <a:pt x="2652323" y="986104"/>
                    <a:pt x="2651453" y="977024"/>
                    <a:pt x="2646259" y="979075"/>
                  </a:cubicBezTo>
                  <a:cubicBezTo>
                    <a:pt x="2638467" y="982104"/>
                    <a:pt x="2635006" y="984161"/>
                    <a:pt x="2630891" y="982536"/>
                  </a:cubicBezTo>
                  <a:cubicBezTo>
                    <a:pt x="2603834" y="972268"/>
                    <a:pt x="2601345" y="972591"/>
                    <a:pt x="2601345" y="967613"/>
                  </a:cubicBezTo>
                  <a:cubicBezTo>
                    <a:pt x="2601129" y="966750"/>
                    <a:pt x="2602424" y="960368"/>
                    <a:pt x="2597986" y="961022"/>
                  </a:cubicBezTo>
                  <a:cubicBezTo>
                    <a:pt x="2596906" y="961022"/>
                    <a:pt x="2589763" y="963397"/>
                    <a:pt x="2592252" y="959072"/>
                  </a:cubicBezTo>
                  <a:cubicBezTo>
                    <a:pt x="2598640" y="948150"/>
                    <a:pt x="2602424" y="943826"/>
                    <a:pt x="2597986" y="943610"/>
                  </a:cubicBezTo>
                  <a:cubicBezTo>
                    <a:pt x="2589115" y="943070"/>
                    <a:pt x="2583806" y="943826"/>
                    <a:pt x="2580885" y="939825"/>
                  </a:cubicBezTo>
                  <a:cubicBezTo>
                    <a:pt x="2577425" y="935171"/>
                    <a:pt x="2575043" y="931062"/>
                    <a:pt x="2570821" y="929983"/>
                  </a:cubicBezTo>
                  <a:cubicBezTo>
                    <a:pt x="2566922" y="928472"/>
                    <a:pt x="2560102" y="929011"/>
                    <a:pt x="2558914" y="923493"/>
                  </a:cubicBezTo>
                  <a:lnTo>
                    <a:pt x="2557073" y="915492"/>
                  </a:lnTo>
                  <a:cubicBezTo>
                    <a:pt x="2555993" y="910952"/>
                    <a:pt x="2549605" y="911816"/>
                    <a:pt x="2550253" y="911924"/>
                  </a:cubicBezTo>
                  <a:cubicBezTo>
                    <a:pt x="2540512" y="911924"/>
                    <a:pt x="2524173" y="887813"/>
                    <a:pt x="2517138" y="892137"/>
                  </a:cubicBezTo>
                  <a:lnTo>
                    <a:pt x="2498303" y="903707"/>
                  </a:lnTo>
                  <a:cubicBezTo>
                    <a:pt x="2493973" y="906304"/>
                    <a:pt x="2485203" y="904678"/>
                    <a:pt x="2485857" y="904678"/>
                  </a:cubicBezTo>
                  <a:cubicBezTo>
                    <a:pt x="2482175" y="904354"/>
                    <a:pt x="2480333" y="909218"/>
                    <a:pt x="2480879" y="908571"/>
                  </a:cubicBezTo>
                  <a:cubicBezTo>
                    <a:pt x="2480117" y="910412"/>
                    <a:pt x="2478168" y="911276"/>
                    <a:pt x="2476440" y="910412"/>
                  </a:cubicBezTo>
                  <a:lnTo>
                    <a:pt x="2460743" y="902627"/>
                  </a:lnTo>
                  <a:cubicBezTo>
                    <a:pt x="2454685" y="899706"/>
                    <a:pt x="2448513" y="905326"/>
                    <a:pt x="2441585" y="903491"/>
                  </a:cubicBezTo>
                  <a:cubicBezTo>
                    <a:pt x="2377291" y="886187"/>
                    <a:pt x="2380435" y="886187"/>
                    <a:pt x="2376536" y="888676"/>
                  </a:cubicBezTo>
                  <a:lnTo>
                    <a:pt x="2369932" y="892785"/>
                  </a:lnTo>
                  <a:cubicBezTo>
                    <a:pt x="2363766" y="896677"/>
                    <a:pt x="2358241" y="893432"/>
                    <a:pt x="2355536" y="898951"/>
                  </a:cubicBezTo>
                  <a:cubicBezTo>
                    <a:pt x="2354673" y="901325"/>
                    <a:pt x="2351428" y="905434"/>
                    <a:pt x="2352292" y="910628"/>
                  </a:cubicBezTo>
                  <a:cubicBezTo>
                    <a:pt x="2356622" y="936473"/>
                    <a:pt x="2356190" y="938956"/>
                    <a:pt x="2360083" y="941121"/>
                  </a:cubicBezTo>
                  <a:lnTo>
                    <a:pt x="2365931" y="944366"/>
                  </a:lnTo>
                  <a:cubicBezTo>
                    <a:pt x="2369608" y="946423"/>
                    <a:pt x="2371126" y="952367"/>
                    <a:pt x="2370802" y="951719"/>
                  </a:cubicBezTo>
                  <a:cubicBezTo>
                    <a:pt x="2372859" y="958209"/>
                    <a:pt x="2363442" y="955720"/>
                    <a:pt x="2364630" y="962641"/>
                  </a:cubicBezTo>
                  <a:cubicBezTo>
                    <a:pt x="2364846" y="966533"/>
                    <a:pt x="2367551" y="972268"/>
                    <a:pt x="2364306" y="976376"/>
                  </a:cubicBezTo>
                  <a:cubicBezTo>
                    <a:pt x="2354241" y="989565"/>
                    <a:pt x="2352615" y="992810"/>
                    <a:pt x="2348285" y="993566"/>
                  </a:cubicBezTo>
                  <a:lnTo>
                    <a:pt x="2336594" y="995623"/>
                  </a:lnTo>
                  <a:cubicBezTo>
                    <a:pt x="2332594" y="996271"/>
                    <a:pt x="2334435" y="1002437"/>
                    <a:pt x="2334435" y="1001789"/>
                  </a:cubicBezTo>
                  <a:cubicBezTo>
                    <a:pt x="2334867" y="1003732"/>
                    <a:pt x="2336709" y="1005034"/>
                    <a:pt x="2338436" y="1004488"/>
                  </a:cubicBezTo>
                  <a:lnTo>
                    <a:pt x="2364522" y="998004"/>
                  </a:lnTo>
                  <a:cubicBezTo>
                    <a:pt x="2368852" y="996918"/>
                    <a:pt x="2372643" y="1001897"/>
                    <a:pt x="2368960" y="1004703"/>
                  </a:cubicBezTo>
                  <a:lnTo>
                    <a:pt x="2368097" y="1005357"/>
                  </a:lnTo>
                  <a:cubicBezTo>
                    <a:pt x="2362572" y="1009466"/>
                    <a:pt x="2375564" y="1012819"/>
                    <a:pt x="2370910" y="1018223"/>
                  </a:cubicBezTo>
                  <a:cubicBezTo>
                    <a:pt x="2370586" y="1018870"/>
                    <a:pt x="2365931" y="1022439"/>
                    <a:pt x="2369500" y="1025144"/>
                  </a:cubicBezTo>
                  <a:cubicBezTo>
                    <a:pt x="2370040" y="1025792"/>
                    <a:pt x="2374910" y="1027849"/>
                    <a:pt x="2373939" y="1032605"/>
                  </a:cubicBezTo>
                  <a:cubicBezTo>
                    <a:pt x="2373723" y="1035526"/>
                    <a:pt x="2370040" y="1043311"/>
                    <a:pt x="2375025" y="1042556"/>
                  </a:cubicBezTo>
                  <a:cubicBezTo>
                    <a:pt x="2376212" y="1042556"/>
                    <a:pt x="2381514" y="1040282"/>
                    <a:pt x="2383788" y="1044607"/>
                  </a:cubicBezTo>
                  <a:cubicBezTo>
                    <a:pt x="2386925" y="1050665"/>
                    <a:pt x="2375564" y="1050989"/>
                    <a:pt x="2379781" y="1056069"/>
                  </a:cubicBezTo>
                  <a:lnTo>
                    <a:pt x="2380651" y="1057155"/>
                  </a:lnTo>
                  <a:cubicBezTo>
                    <a:pt x="2386169" y="1063752"/>
                    <a:pt x="2362464" y="1063422"/>
                    <a:pt x="2365277" y="1071429"/>
                  </a:cubicBezTo>
                  <a:cubicBezTo>
                    <a:pt x="2365277" y="1072077"/>
                    <a:pt x="2366471" y="1075106"/>
                    <a:pt x="2364090" y="1077481"/>
                  </a:cubicBezTo>
                  <a:lnTo>
                    <a:pt x="2363658" y="1077913"/>
                  </a:lnTo>
                  <a:cubicBezTo>
                    <a:pt x="2362356" y="1079214"/>
                    <a:pt x="2362140" y="1081697"/>
                    <a:pt x="2363226" y="1083323"/>
                  </a:cubicBezTo>
                  <a:cubicBezTo>
                    <a:pt x="2363442" y="1083971"/>
                    <a:pt x="2367335" y="1087539"/>
                    <a:pt x="2363658" y="1089812"/>
                  </a:cubicBezTo>
                  <a:cubicBezTo>
                    <a:pt x="2356082" y="1094569"/>
                    <a:pt x="2352076" y="1096296"/>
                    <a:pt x="2350558" y="1100842"/>
                  </a:cubicBezTo>
                  <a:cubicBezTo>
                    <a:pt x="2347961" y="1106462"/>
                    <a:pt x="2347421" y="1116521"/>
                    <a:pt x="2342982" y="1113060"/>
                  </a:cubicBezTo>
                  <a:cubicBezTo>
                    <a:pt x="2342227" y="1112736"/>
                    <a:pt x="2338112" y="1107764"/>
                    <a:pt x="2335731" y="1111764"/>
                  </a:cubicBezTo>
                  <a:cubicBezTo>
                    <a:pt x="2335191" y="1113276"/>
                    <a:pt x="2330968" y="1117276"/>
                    <a:pt x="2333350" y="1121601"/>
                  </a:cubicBezTo>
                  <a:cubicBezTo>
                    <a:pt x="2334327" y="1124306"/>
                    <a:pt x="2339738" y="1129824"/>
                    <a:pt x="2335299" y="1132415"/>
                  </a:cubicBezTo>
                  <a:cubicBezTo>
                    <a:pt x="2334651" y="1132954"/>
                    <a:pt x="2329127" y="1135012"/>
                    <a:pt x="2333026" y="1137177"/>
                  </a:cubicBezTo>
                  <a:lnTo>
                    <a:pt x="2384327" y="1166266"/>
                  </a:lnTo>
                  <a:cubicBezTo>
                    <a:pt x="2403701" y="1180865"/>
                    <a:pt x="2420046" y="1218711"/>
                    <a:pt x="2415500" y="1257643"/>
                  </a:cubicBezTo>
                  <a:cubicBezTo>
                    <a:pt x="2408248" y="1319384"/>
                    <a:pt x="2324910" y="1358208"/>
                    <a:pt x="2293300" y="1369022"/>
                  </a:cubicBezTo>
                  <a:cubicBezTo>
                    <a:pt x="2294926" y="1371073"/>
                    <a:pt x="2299256" y="1373886"/>
                    <a:pt x="2300336" y="1379080"/>
                  </a:cubicBezTo>
                  <a:cubicBezTo>
                    <a:pt x="2302825" y="1392269"/>
                    <a:pt x="2302825" y="1395082"/>
                    <a:pt x="2306508" y="1397140"/>
                  </a:cubicBezTo>
                  <a:cubicBezTo>
                    <a:pt x="2318306" y="1403515"/>
                    <a:pt x="2323393" y="1405033"/>
                    <a:pt x="2319824" y="1407954"/>
                  </a:cubicBezTo>
                  <a:lnTo>
                    <a:pt x="2319278" y="1408386"/>
                  </a:lnTo>
                  <a:cubicBezTo>
                    <a:pt x="2313544" y="1413142"/>
                    <a:pt x="2321012" y="1424064"/>
                    <a:pt x="2316789" y="1431525"/>
                  </a:cubicBezTo>
                  <a:cubicBezTo>
                    <a:pt x="2316573" y="1432173"/>
                    <a:pt x="2312896" y="1436281"/>
                    <a:pt x="2316033" y="1439634"/>
                  </a:cubicBezTo>
                  <a:cubicBezTo>
                    <a:pt x="2318630" y="1443203"/>
                    <a:pt x="2324694" y="1446556"/>
                    <a:pt x="2322745" y="1451858"/>
                  </a:cubicBezTo>
                  <a:cubicBezTo>
                    <a:pt x="2322421" y="1453369"/>
                    <a:pt x="2319278" y="1458233"/>
                    <a:pt x="2322205" y="1462126"/>
                  </a:cubicBezTo>
                  <a:cubicBezTo>
                    <a:pt x="2323932" y="1465047"/>
                    <a:pt x="2328587" y="1468723"/>
                    <a:pt x="2328371" y="1474241"/>
                  </a:cubicBezTo>
                  <a:cubicBezTo>
                    <a:pt x="2328587" y="1475969"/>
                    <a:pt x="2326638" y="1482566"/>
                    <a:pt x="2331292" y="1484078"/>
                  </a:cubicBezTo>
                  <a:cubicBezTo>
                    <a:pt x="2333134" y="1485056"/>
                    <a:pt x="2339414" y="1485163"/>
                    <a:pt x="2339414" y="1490459"/>
                  </a:cubicBezTo>
                  <a:cubicBezTo>
                    <a:pt x="2339414" y="1499654"/>
                    <a:pt x="2339846" y="1503007"/>
                    <a:pt x="2337032" y="1506138"/>
                  </a:cubicBezTo>
                  <a:cubicBezTo>
                    <a:pt x="2324256" y="1520412"/>
                    <a:pt x="2321659" y="1522038"/>
                    <a:pt x="2323501" y="1526254"/>
                  </a:cubicBezTo>
                  <a:cubicBezTo>
                    <a:pt x="2325774" y="1532960"/>
                    <a:pt x="2331616" y="1539119"/>
                    <a:pt x="2327076" y="1542256"/>
                  </a:cubicBezTo>
                  <a:lnTo>
                    <a:pt x="2323393" y="1544853"/>
                  </a:lnTo>
                  <a:cubicBezTo>
                    <a:pt x="2316573" y="1549502"/>
                    <a:pt x="2311271" y="1527658"/>
                    <a:pt x="2305752" y="1533716"/>
                  </a:cubicBezTo>
                  <a:cubicBezTo>
                    <a:pt x="2297955" y="1542256"/>
                    <a:pt x="2294278" y="1545069"/>
                    <a:pt x="2294278" y="1549934"/>
                  </a:cubicBezTo>
                  <a:cubicBezTo>
                    <a:pt x="2293846" y="1553394"/>
                    <a:pt x="2295789" y="1562157"/>
                    <a:pt x="2291249" y="1559776"/>
                  </a:cubicBezTo>
                  <a:cubicBezTo>
                    <a:pt x="2271005" y="1549394"/>
                    <a:pt x="2268516" y="1548962"/>
                    <a:pt x="2266675" y="1544530"/>
                  </a:cubicBezTo>
                  <a:cubicBezTo>
                    <a:pt x="2259315" y="1526794"/>
                    <a:pt x="2258667" y="1523549"/>
                    <a:pt x="2254660" y="1521390"/>
                  </a:cubicBezTo>
                  <a:cubicBezTo>
                    <a:pt x="2232365" y="1509382"/>
                    <a:pt x="2229768" y="1509059"/>
                    <a:pt x="2228473" y="1504302"/>
                  </a:cubicBezTo>
                  <a:cubicBezTo>
                    <a:pt x="2226416" y="1496949"/>
                    <a:pt x="2225330" y="1491431"/>
                    <a:pt x="2222193" y="1487862"/>
                  </a:cubicBezTo>
                  <a:lnTo>
                    <a:pt x="2209963" y="1473264"/>
                  </a:lnTo>
                  <a:cubicBezTo>
                    <a:pt x="2204222" y="1466456"/>
                    <a:pt x="2196323" y="1466342"/>
                    <a:pt x="2196323" y="1459859"/>
                  </a:cubicBezTo>
                  <a:lnTo>
                    <a:pt x="2196323" y="1453693"/>
                  </a:lnTo>
                  <a:cubicBezTo>
                    <a:pt x="2196323" y="1449584"/>
                    <a:pt x="2201085" y="1448067"/>
                    <a:pt x="2200438" y="1448505"/>
                  </a:cubicBezTo>
                  <a:cubicBezTo>
                    <a:pt x="2202171" y="1447851"/>
                    <a:pt x="2203251" y="1445692"/>
                    <a:pt x="2202927" y="1443742"/>
                  </a:cubicBezTo>
                  <a:lnTo>
                    <a:pt x="2200330" y="1430338"/>
                  </a:lnTo>
                  <a:cubicBezTo>
                    <a:pt x="2198812" y="1422553"/>
                    <a:pt x="2205308" y="1416495"/>
                    <a:pt x="2201625" y="1410760"/>
                  </a:cubicBezTo>
                  <a:cubicBezTo>
                    <a:pt x="2193618" y="1398219"/>
                    <a:pt x="2190805" y="1395514"/>
                    <a:pt x="2192208" y="1390758"/>
                  </a:cubicBezTo>
                  <a:cubicBezTo>
                    <a:pt x="2199898" y="1363504"/>
                    <a:pt x="2201409" y="1360697"/>
                    <a:pt x="2200546" y="1355503"/>
                  </a:cubicBezTo>
                  <a:lnTo>
                    <a:pt x="2198272" y="1341120"/>
                  </a:lnTo>
                  <a:cubicBezTo>
                    <a:pt x="2197625" y="1336904"/>
                    <a:pt x="2193618" y="1341228"/>
                    <a:pt x="2194265" y="1341012"/>
                  </a:cubicBezTo>
                  <a:cubicBezTo>
                    <a:pt x="2188963" y="1346314"/>
                    <a:pt x="2183553" y="1333551"/>
                    <a:pt x="2178467" y="1339069"/>
                  </a:cubicBezTo>
                  <a:lnTo>
                    <a:pt x="2176733" y="1340904"/>
                  </a:lnTo>
                  <a:cubicBezTo>
                    <a:pt x="2172187" y="1345883"/>
                    <a:pt x="2173596" y="1333551"/>
                    <a:pt x="2166992" y="1333551"/>
                  </a:cubicBezTo>
                  <a:cubicBezTo>
                    <a:pt x="2089497" y="1333551"/>
                    <a:pt x="2090792" y="1334522"/>
                    <a:pt x="2086900" y="1331392"/>
                  </a:cubicBezTo>
                  <a:lnTo>
                    <a:pt x="2065576" y="1313872"/>
                  </a:lnTo>
                  <a:cubicBezTo>
                    <a:pt x="2060922" y="1310088"/>
                    <a:pt x="2003556" y="1289863"/>
                    <a:pt x="2004096" y="1290079"/>
                  </a:cubicBezTo>
                  <a:cubicBezTo>
                    <a:pt x="1996520" y="1287272"/>
                    <a:pt x="1989592" y="1267371"/>
                    <a:pt x="1981693" y="1262075"/>
                  </a:cubicBezTo>
                  <a:cubicBezTo>
                    <a:pt x="1953765" y="1243368"/>
                    <a:pt x="1953334" y="1242606"/>
                    <a:pt x="1949111" y="1241419"/>
                  </a:cubicBezTo>
                  <a:cubicBezTo>
                    <a:pt x="1913068" y="1231252"/>
                    <a:pt x="1913068" y="1231468"/>
                    <a:pt x="1909284" y="1229309"/>
                  </a:cubicBezTo>
                  <a:cubicBezTo>
                    <a:pt x="1879953" y="1213193"/>
                    <a:pt x="1879191" y="1211790"/>
                    <a:pt x="1874860" y="1213193"/>
                  </a:cubicBezTo>
                  <a:cubicBezTo>
                    <a:pt x="1865774" y="1216222"/>
                    <a:pt x="1806134" y="1238174"/>
                    <a:pt x="1809919" y="1227468"/>
                  </a:cubicBezTo>
                  <a:cubicBezTo>
                    <a:pt x="1815444" y="1211898"/>
                    <a:pt x="1817063" y="1209624"/>
                    <a:pt x="1815005" y="1205516"/>
                  </a:cubicBezTo>
                  <a:cubicBezTo>
                    <a:pt x="1808408" y="1192435"/>
                    <a:pt x="1805487" y="1187564"/>
                    <a:pt x="1804617" y="1182484"/>
                  </a:cubicBezTo>
                  <a:cubicBezTo>
                    <a:pt x="1802451" y="1169613"/>
                    <a:pt x="1802127" y="1163669"/>
                    <a:pt x="1799314" y="1159237"/>
                  </a:cubicBezTo>
                  <a:cubicBezTo>
                    <a:pt x="1793142" y="1149287"/>
                    <a:pt x="1788710" y="1143876"/>
                    <a:pt x="1789142" y="1138581"/>
                  </a:cubicBezTo>
                  <a:cubicBezTo>
                    <a:pt x="1789034" y="1131875"/>
                    <a:pt x="1792387" y="1123442"/>
                    <a:pt x="1786976" y="1123118"/>
                  </a:cubicBezTo>
                  <a:cubicBezTo>
                    <a:pt x="1751042" y="1120737"/>
                    <a:pt x="1750502" y="1119765"/>
                    <a:pt x="1747467" y="1123334"/>
                  </a:cubicBezTo>
                  <a:cubicBezTo>
                    <a:pt x="1745956" y="1124629"/>
                    <a:pt x="1742704" y="1131551"/>
                    <a:pt x="1739675" y="1127443"/>
                  </a:cubicBezTo>
                  <a:cubicBezTo>
                    <a:pt x="1726474" y="1109383"/>
                    <a:pt x="1724200" y="1107656"/>
                    <a:pt x="1725172" y="1103002"/>
                  </a:cubicBezTo>
                  <a:cubicBezTo>
                    <a:pt x="1728309" y="1089050"/>
                    <a:pt x="1729503" y="1085596"/>
                    <a:pt x="1728855" y="1080726"/>
                  </a:cubicBezTo>
                  <a:cubicBezTo>
                    <a:pt x="1725496" y="1057694"/>
                    <a:pt x="1723876" y="1051852"/>
                    <a:pt x="1725496" y="1046880"/>
                  </a:cubicBezTo>
                  <a:cubicBezTo>
                    <a:pt x="1731668" y="1027957"/>
                    <a:pt x="1733617" y="1025036"/>
                    <a:pt x="1730912" y="1021251"/>
                  </a:cubicBezTo>
                  <a:cubicBezTo>
                    <a:pt x="1729503" y="1018546"/>
                    <a:pt x="1722683" y="1011949"/>
                    <a:pt x="1727769" y="1011949"/>
                  </a:cubicBezTo>
                  <a:cubicBezTo>
                    <a:pt x="1729287" y="1011733"/>
                    <a:pt x="1734805" y="1013251"/>
                    <a:pt x="1737294" y="1008818"/>
                  </a:cubicBezTo>
                  <a:cubicBezTo>
                    <a:pt x="1761862" y="964584"/>
                    <a:pt x="1762300" y="965670"/>
                    <a:pt x="1760675" y="961130"/>
                  </a:cubicBezTo>
                  <a:cubicBezTo>
                    <a:pt x="1760675" y="960476"/>
                    <a:pt x="1757862" y="956151"/>
                    <a:pt x="1761430" y="953668"/>
                  </a:cubicBezTo>
                  <a:cubicBezTo>
                    <a:pt x="1781020" y="940149"/>
                    <a:pt x="1784487" y="939286"/>
                    <a:pt x="1782106" y="935063"/>
                  </a:cubicBezTo>
                  <a:cubicBezTo>
                    <a:pt x="1781890" y="934307"/>
                    <a:pt x="1777451" y="928364"/>
                    <a:pt x="1781890" y="929011"/>
                  </a:cubicBezTo>
                  <a:cubicBezTo>
                    <a:pt x="1793142" y="930631"/>
                    <a:pt x="1798343" y="932472"/>
                    <a:pt x="1796394" y="928040"/>
                  </a:cubicBezTo>
                  <a:cubicBezTo>
                    <a:pt x="1794768" y="923062"/>
                    <a:pt x="1789250" y="917118"/>
                    <a:pt x="1793581" y="913765"/>
                  </a:cubicBezTo>
                  <a:cubicBezTo>
                    <a:pt x="1805595" y="904570"/>
                    <a:pt x="1807538" y="902081"/>
                    <a:pt x="1811976" y="902519"/>
                  </a:cubicBezTo>
                  <a:cubicBezTo>
                    <a:pt x="1816307" y="902519"/>
                    <a:pt x="1826264" y="905434"/>
                    <a:pt x="1822803" y="901002"/>
                  </a:cubicBezTo>
                  <a:cubicBezTo>
                    <a:pt x="1820638" y="897757"/>
                    <a:pt x="1813170" y="890943"/>
                    <a:pt x="1818364" y="891597"/>
                  </a:cubicBezTo>
                  <a:lnTo>
                    <a:pt x="1834709" y="893648"/>
                  </a:lnTo>
                  <a:cubicBezTo>
                    <a:pt x="1838602" y="894080"/>
                    <a:pt x="1838710" y="887921"/>
                    <a:pt x="1838494" y="888568"/>
                  </a:cubicBezTo>
                  <a:cubicBezTo>
                    <a:pt x="1838710" y="886511"/>
                    <a:pt x="1837414" y="884352"/>
                    <a:pt x="1835681" y="883590"/>
                  </a:cubicBezTo>
                  <a:lnTo>
                    <a:pt x="1822803" y="878402"/>
                  </a:lnTo>
                  <a:cubicBezTo>
                    <a:pt x="1819120" y="876891"/>
                    <a:pt x="1821393" y="871480"/>
                    <a:pt x="1821393" y="872128"/>
                  </a:cubicBezTo>
                  <a:cubicBezTo>
                    <a:pt x="1824099" y="864235"/>
                    <a:pt x="1845422" y="874833"/>
                    <a:pt x="1856033" y="871372"/>
                  </a:cubicBezTo>
                  <a:cubicBezTo>
                    <a:pt x="1875191" y="865207"/>
                    <a:pt x="1877896" y="865423"/>
                    <a:pt x="1878759" y="860666"/>
                  </a:cubicBezTo>
                  <a:cubicBezTo>
                    <a:pt x="1882004" y="842499"/>
                    <a:pt x="1883090" y="839902"/>
                    <a:pt x="1880385" y="836333"/>
                  </a:cubicBezTo>
                  <a:cubicBezTo>
                    <a:pt x="1874429" y="828548"/>
                    <a:pt x="1869450" y="823792"/>
                    <a:pt x="1873997" y="823792"/>
                  </a:cubicBezTo>
                  <a:cubicBezTo>
                    <a:pt x="1894672" y="823792"/>
                    <a:pt x="1897377" y="824656"/>
                    <a:pt x="1900407" y="821087"/>
                  </a:cubicBezTo>
                  <a:cubicBezTo>
                    <a:pt x="1912529" y="806596"/>
                    <a:pt x="1914694" y="805193"/>
                    <a:pt x="1913392" y="800868"/>
                  </a:cubicBezTo>
                  <a:cubicBezTo>
                    <a:pt x="1912960" y="797947"/>
                    <a:pt x="1908630" y="790270"/>
                    <a:pt x="1913614" y="791026"/>
                  </a:cubicBezTo>
                  <a:cubicBezTo>
                    <a:pt x="1950521" y="796544"/>
                    <a:pt x="1951168" y="797300"/>
                    <a:pt x="1955283" y="795242"/>
                  </a:cubicBezTo>
                  <a:cubicBezTo>
                    <a:pt x="1978556" y="783349"/>
                    <a:pt x="1980283" y="783241"/>
                    <a:pt x="1981693" y="778701"/>
                  </a:cubicBezTo>
                  <a:cubicBezTo>
                    <a:pt x="1985585" y="766045"/>
                    <a:pt x="1985916" y="762584"/>
                    <a:pt x="1989808" y="760857"/>
                  </a:cubicBezTo>
                  <a:cubicBezTo>
                    <a:pt x="1994247" y="758908"/>
                    <a:pt x="1998362" y="757720"/>
                    <a:pt x="2000851" y="753936"/>
                  </a:cubicBezTo>
                  <a:lnTo>
                    <a:pt x="2017735" y="728091"/>
                  </a:lnTo>
                  <a:cubicBezTo>
                    <a:pt x="2020440" y="723983"/>
                    <a:pt x="2019793" y="716197"/>
                    <a:pt x="2019685" y="716845"/>
                  </a:cubicBezTo>
                  <a:cubicBezTo>
                    <a:pt x="2019685" y="714788"/>
                    <a:pt x="2018167" y="712737"/>
                    <a:pt x="2016434" y="712305"/>
                  </a:cubicBezTo>
                  <a:cubicBezTo>
                    <a:pt x="2005074" y="709384"/>
                    <a:pt x="1998793" y="708844"/>
                    <a:pt x="2002584" y="706139"/>
                  </a:cubicBezTo>
                  <a:lnTo>
                    <a:pt x="2039059" y="680403"/>
                  </a:lnTo>
                  <a:cubicBezTo>
                    <a:pt x="2043389" y="677266"/>
                    <a:pt x="2038405" y="673049"/>
                    <a:pt x="2042628" y="669804"/>
                  </a:cubicBezTo>
                  <a:cubicBezTo>
                    <a:pt x="2059296" y="656825"/>
                    <a:pt x="2062541" y="655745"/>
                    <a:pt x="2061246" y="651421"/>
                  </a:cubicBezTo>
                  <a:cubicBezTo>
                    <a:pt x="2058540" y="642664"/>
                    <a:pt x="2032995" y="646017"/>
                    <a:pt x="2031375" y="637038"/>
                  </a:cubicBezTo>
                  <a:cubicBezTo>
                    <a:pt x="2031045" y="632606"/>
                    <a:pt x="2027045" y="623519"/>
                    <a:pt x="2032347" y="624605"/>
                  </a:cubicBezTo>
                  <a:cubicBezTo>
                    <a:pt x="2057893" y="629577"/>
                    <a:pt x="2061138" y="630981"/>
                    <a:pt x="2065360" y="628929"/>
                  </a:cubicBezTo>
                  <a:cubicBezTo>
                    <a:pt x="2071095" y="626980"/>
                    <a:pt x="2077483" y="620820"/>
                    <a:pt x="2079318" y="626224"/>
                  </a:cubicBezTo>
                  <a:cubicBezTo>
                    <a:pt x="2084302" y="640283"/>
                    <a:pt x="2084734" y="643744"/>
                    <a:pt x="2088843" y="644392"/>
                  </a:cubicBezTo>
                  <a:cubicBezTo>
                    <a:pt x="2108547" y="647205"/>
                    <a:pt x="2112008" y="646449"/>
                    <a:pt x="2112871" y="651313"/>
                  </a:cubicBezTo>
                  <a:cubicBezTo>
                    <a:pt x="2113093" y="652285"/>
                    <a:pt x="2113309" y="657587"/>
                    <a:pt x="2116230" y="661372"/>
                  </a:cubicBezTo>
                  <a:cubicBezTo>
                    <a:pt x="2127051" y="675538"/>
                    <a:pt x="2128568" y="678885"/>
                    <a:pt x="2132575" y="677158"/>
                  </a:cubicBezTo>
                  <a:cubicBezTo>
                    <a:pt x="2144151" y="672186"/>
                    <a:pt x="2149352" y="671100"/>
                    <a:pt x="2145669" y="668293"/>
                  </a:cubicBezTo>
                  <a:cubicBezTo>
                    <a:pt x="2127051" y="654558"/>
                    <a:pt x="2124993" y="653910"/>
                    <a:pt x="2124238" y="649148"/>
                  </a:cubicBezTo>
                  <a:cubicBezTo>
                    <a:pt x="2124238" y="646881"/>
                    <a:pt x="2121533" y="638334"/>
                    <a:pt x="2125539" y="641363"/>
                  </a:cubicBezTo>
                  <a:cubicBezTo>
                    <a:pt x="2145885" y="656393"/>
                    <a:pt x="2152705" y="662667"/>
                    <a:pt x="2150647" y="657479"/>
                  </a:cubicBezTo>
                  <a:cubicBezTo>
                    <a:pt x="2144151" y="640391"/>
                    <a:pt x="2142964" y="635095"/>
                    <a:pt x="2139173" y="631958"/>
                  </a:cubicBezTo>
                  <a:cubicBezTo>
                    <a:pt x="2134194" y="626872"/>
                    <a:pt x="2126835" y="624389"/>
                    <a:pt x="2128676" y="618763"/>
                  </a:cubicBezTo>
                  <a:cubicBezTo>
                    <a:pt x="2129540" y="617252"/>
                    <a:pt x="2130302" y="609467"/>
                    <a:pt x="2134194" y="612489"/>
                  </a:cubicBezTo>
                  <a:cubicBezTo>
                    <a:pt x="2142316" y="618763"/>
                    <a:pt x="2147726" y="621900"/>
                    <a:pt x="2149676" y="626764"/>
                  </a:cubicBezTo>
                  <a:cubicBezTo>
                    <a:pt x="2151733" y="630549"/>
                    <a:pt x="2152813" y="639744"/>
                    <a:pt x="2156928" y="636283"/>
                  </a:cubicBezTo>
                  <a:cubicBezTo>
                    <a:pt x="2167532" y="627412"/>
                    <a:pt x="2170021" y="624389"/>
                    <a:pt x="2174568" y="624389"/>
                  </a:cubicBezTo>
                  <a:cubicBezTo>
                    <a:pt x="2178251" y="623951"/>
                    <a:pt x="2184201" y="626008"/>
                    <a:pt x="2186798" y="621252"/>
                  </a:cubicBezTo>
                  <a:lnTo>
                    <a:pt x="2188855" y="617360"/>
                  </a:lnTo>
                  <a:cubicBezTo>
                    <a:pt x="2191129" y="613251"/>
                    <a:pt x="2197625" y="614115"/>
                    <a:pt x="2197079" y="614223"/>
                  </a:cubicBezTo>
                  <a:cubicBezTo>
                    <a:pt x="2205092" y="614223"/>
                    <a:pt x="2206280" y="595840"/>
                    <a:pt x="2214186" y="595840"/>
                  </a:cubicBezTo>
                  <a:cubicBezTo>
                    <a:pt x="2218078" y="595300"/>
                    <a:pt x="2224898" y="597675"/>
                    <a:pt x="2226416" y="592271"/>
                  </a:cubicBezTo>
                  <a:cubicBezTo>
                    <a:pt x="2234315" y="564153"/>
                    <a:pt x="2235941" y="557232"/>
                    <a:pt x="2232581" y="553663"/>
                  </a:cubicBezTo>
                  <a:cubicBezTo>
                    <a:pt x="2204006" y="522954"/>
                    <a:pt x="2201841" y="522630"/>
                    <a:pt x="2203790" y="517544"/>
                  </a:cubicBezTo>
                  <a:cubicBezTo>
                    <a:pt x="2208553" y="504787"/>
                    <a:pt x="2211912" y="498081"/>
                    <a:pt x="2207689" y="500247"/>
                  </a:cubicBezTo>
                  <a:lnTo>
                    <a:pt x="2199574" y="504247"/>
                  </a:lnTo>
                  <a:cubicBezTo>
                    <a:pt x="2196107" y="505974"/>
                    <a:pt x="2193618" y="500894"/>
                    <a:pt x="2194265" y="501542"/>
                  </a:cubicBezTo>
                  <a:cubicBezTo>
                    <a:pt x="2190805" y="494729"/>
                    <a:pt x="2205524" y="492785"/>
                    <a:pt x="2199352" y="489217"/>
                  </a:cubicBezTo>
                  <a:cubicBezTo>
                    <a:pt x="2188531" y="482835"/>
                    <a:pt x="2181712" y="479698"/>
                    <a:pt x="2186474" y="479590"/>
                  </a:cubicBezTo>
                  <a:cubicBezTo>
                    <a:pt x="2204876" y="479158"/>
                    <a:pt x="2211042" y="479914"/>
                    <a:pt x="2215265" y="477101"/>
                  </a:cubicBezTo>
                  <a:cubicBezTo>
                    <a:pt x="2232581" y="465531"/>
                    <a:pt x="2238538" y="463480"/>
                    <a:pt x="2237020" y="457962"/>
                  </a:cubicBezTo>
                  <a:cubicBezTo>
                    <a:pt x="2234315" y="450933"/>
                    <a:pt x="2233667" y="439687"/>
                    <a:pt x="2229660" y="444011"/>
                  </a:cubicBezTo>
                  <a:cubicBezTo>
                    <a:pt x="2228689" y="444665"/>
                    <a:pt x="2225006" y="451041"/>
                    <a:pt x="2222085" y="446824"/>
                  </a:cubicBezTo>
                  <a:cubicBezTo>
                    <a:pt x="2221761" y="446069"/>
                    <a:pt x="2217646" y="442176"/>
                    <a:pt x="2220567" y="438283"/>
                  </a:cubicBezTo>
                  <a:cubicBezTo>
                    <a:pt x="2228689" y="427361"/>
                    <a:pt x="2233343" y="422929"/>
                    <a:pt x="2228905" y="421519"/>
                  </a:cubicBezTo>
                  <a:cubicBezTo>
                    <a:pt x="2213747" y="416547"/>
                    <a:pt x="2211150" y="414922"/>
                    <a:pt x="2207366" y="417411"/>
                  </a:cubicBezTo>
                  <a:cubicBezTo>
                    <a:pt x="2205200" y="418383"/>
                    <a:pt x="2200006" y="424332"/>
                    <a:pt x="2198056" y="418929"/>
                  </a:cubicBezTo>
                  <a:cubicBezTo>
                    <a:pt x="2197517" y="416547"/>
                    <a:pt x="2193078" y="410058"/>
                    <a:pt x="2197733" y="408330"/>
                  </a:cubicBezTo>
                  <a:lnTo>
                    <a:pt x="2201625" y="406813"/>
                  </a:lnTo>
                  <a:cubicBezTo>
                    <a:pt x="2205848" y="405194"/>
                    <a:pt x="2207797" y="399459"/>
                    <a:pt x="2204006" y="396646"/>
                  </a:cubicBezTo>
                  <a:cubicBezTo>
                    <a:pt x="2187122" y="383673"/>
                    <a:pt x="2185179" y="381292"/>
                    <a:pt x="2180632" y="381292"/>
                  </a:cubicBezTo>
                  <a:cubicBezTo>
                    <a:pt x="2148266" y="381292"/>
                    <a:pt x="2145237" y="382486"/>
                    <a:pt x="2147618" y="377831"/>
                  </a:cubicBezTo>
                  <a:lnTo>
                    <a:pt x="2148482" y="376212"/>
                  </a:lnTo>
                  <a:cubicBezTo>
                    <a:pt x="2149460" y="374371"/>
                    <a:pt x="2148806" y="372428"/>
                    <a:pt x="2146971" y="371996"/>
                  </a:cubicBezTo>
                  <a:cubicBezTo>
                    <a:pt x="2144697" y="371780"/>
                    <a:pt x="2138633" y="368319"/>
                    <a:pt x="2135928" y="373075"/>
                  </a:cubicBezTo>
                  <a:lnTo>
                    <a:pt x="2135280" y="374155"/>
                  </a:lnTo>
                  <a:cubicBezTo>
                    <a:pt x="2130518" y="382378"/>
                    <a:pt x="2108109" y="366909"/>
                    <a:pt x="2098476" y="371126"/>
                  </a:cubicBezTo>
                  <a:cubicBezTo>
                    <a:pt x="2078670" y="379889"/>
                    <a:pt x="2075317" y="379997"/>
                    <a:pt x="2075749" y="385293"/>
                  </a:cubicBezTo>
                  <a:cubicBezTo>
                    <a:pt x="2078454" y="412115"/>
                    <a:pt x="2078022" y="414706"/>
                    <a:pt x="2081483" y="417951"/>
                  </a:cubicBezTo>
                  <a:cubicBezTo>
                    <a:pt x="2095231" y="431146"/>
                    <a:pt x="2099562" y="433521"/>
                    <a:pt x="2096094" y="436982"/>
                  </a:cubicBezTo>
                  <a:cubicBezTo>
                    <a:pt x="2094691" y="439039"/>
                    <a:pt x="2088303" y="442500"/>
                    <a:pt x="2091440" y="447040"/>
                  </a:cubicBezTo>
                  <a:cubicBezTo>
                    <a:pt x="2093389" y="450501"/>
                    <a:pt x="2100533" y="457746"/>
                    <a:pt x="2095339" y="457314"/>
                  </a:cubicBezTo>
                  <a:cubicBezTo>
                    <a:pt x="2077590" y="456019"/>
                    <a:pt x="2074993" y="454825"/>
                    <a:pt x="2072288" y="458934"/>
                  </a:cubicBezTo>
                  <a:cubicBezTo>
                    <a:pt x="2071634" y="460127"/>
                    <a:pt x="2068173" y="463912"/>
                    <a:pt x="2067411" y="469316"/>
                  </a:cubicBezTo>
                  <a:cubicBezTo>
                    <a:pt x="2061570" y="509327"/>
                    <a:pt x="2061893" y="511708"/>
                    <a:pt x="2058756" y="515817"/>
                  </a:cubicBezTo>
                  <a:cubicBezTo>
                    <a:pt x="2043059" y="535603"/>
                    <a:pt x="2041332" y="536689"/>
                    <a:pt x="2041002" y="541985"/>
                  </a:cubicBezTo>
                  <a:cubicBezTo>
                    <a:pt x="2039706" y="559289"/>
                    <a:pt x="2040354" y="565779"/>
                    <a:pt x="2036246" y="563397"/>
                  </a:cubicBezTo>
                  <a:cubicBezTo>
                    <a:pt x="2033972" y="562426"/>
                    <a:pt x="2029750" y="558095"/>
                    <a:pt x="2025311" y="560369"/>
                  </a:cubicBezTo>
                  <a:cubicBezTo>
                    <a:pt x="2024009" y="561340"/>
                    <a:pt x="2017520" y="562642"/>
                    <a:pt x="2019247" y="567830"/>
                  </a:cubicBezTo>
                  <a:cubicBezTo>
                    <a:pt x="2019685" y="570319"/>
                    <a:pt x="2023685" y="576485"/>
                    <a:pt x="2019355" y="578968"/>
                  </a:cubicBezTo>
                  <a:cubicBezTo>
                    <a:pt x="2016110" y="580161"/>
                    <a:pt x="2010808" y="586213"/>
                    <a:pt x="2008426" y="580701"/>
                  </a:cubicBezTo>
                  <a:cubicBezTo>
                    <a:pt x="2005721" y="574535"/>
                    <a:pt x="2003556" y="568046"/>
                    <a:pt x="1999981" y="564477"/>
                  </a:cubicBezTo>
                  <a:cubicBezTo>
                    <a:pt x="1985916" y="550202"/>
                    <a:pt x="1981045" y="546094"/>
                    <a:pt x="1978556" y="541014"/>
                  </a:cubicBezTo>
                  <a:cubicBezTo>
                    <a:pt x="1968377" y="520141"/>
                    <a:pt x="1965780" y="517220"/>
                    <a:pt x="1968053" y="512464"/>
                  </a:cubicBezTo>
                  <a:cubicBezTo>
                    <a:pt x="1968269" y="511708"/>
                    <a:pt x="1971298" y="507492"/>
                    <a:pt x="1969355" y="502838"/>
                  </a:cubicBezTo>
                  <a:cubicBezTo>
                    <a:pt x="1968923" y="500786"/>
                    <a:pt x="1964808" y="495052"/>
                    <a:pt x="1968485" y="491484"/>
                  </a:cubicBezTo>
                  <a:cubicBezTo>
                    <a:pt x="1970218" y="490404"/>
                    <a:pt x="1974657" y="483375"/>
                    <a:pt x="1976607" y="488785"/>
                  </a:cubicBezTo>
                  <a:cubicBezTo>
                    <a:pt x="1978010" y="491484"/>
                    <a:pt x="1978880" y="500139"/>
                    <a:pt x="1983318" y="497542"/>
                  </a:cubicBezTo>
                  <a:cubicBezTo>
                    <a:pt x="1985154" y="495922"/>
                    <a:pt x="1991865" y="494405"/>
                    <a:pt x="1990240" y="488893"/>
                  </a:cubicBezTo>
                  <a:cubicBezTo>
                    <a:pt x="1986563" y="476345"/>
                    <a:pt x="1985154" y="472021"/>
                    <a:pt x="1984506" y="466833"/>
                  </a:cubicBezTo>
                  <a:cubicBezTo>
                    <a:pt x="1982988" y="455803"/>
                    <a:pt x="1983096" y="452126"/>
                    <a:pt x="1979635" y="449529"/>
                  </a:cubicBezTo>
                  <a:cubicBezTo>
                    <a:pt x="1952794" y="428981"/>
                    <a:pt x="1951384" y="428981"/>
                    <a:pt x="1949657" y="423793"/>
                  </a:cubicBezTo>
                  <a:cubicBezTo>
                    <a:pt x="1949219" y="423037"/>
                    <a:pt x="1948571" y="418814"/>
                    <a:pt x="1944787" y="416871"/>
                  </a:cubicBezTo>
                  <a:cubicBezTo>
                    <a:pt x="1944025" y="416655"/>
                    <a:pt x="1939802" y="412871"/>
                    <a:pt x="1936449" y="416547"/>
                  </a:cubicBezTo>
                  <a:cubicBezTo>
                    <a:pt x="1919888" y="434715"/>
                    <a:pt x="1917723" y="435794"/>
                    <a:pt x="1917723" y="441096"/>
                  </a:cubicBezTo>
                  <a:cubicBezTo>
                    <a:pt x="1917723" y="453962"/>
                    <a:pt x="1918593" y="460667"/>
                    <a:pt x="1915234" y="456991"/>
                  </a:cubicBezTo>
                  <a:cubicBezTo>
                    <a:pt x="1909932" y="451041"/>
                    <a:pt x="1905169" y="444443"/>
                    <a:pt x="1905925" y="449961"/>
                  </a:cubicBezTo>
                  <a:cubicBezTo>
                    <a:pt x="1909608" y="476669"/>
                    <a:pt x="1910795" y="479266"/>
                    <a:pt x="1907874" y="483375"/>
                  </a:cubicBezTo>
                  <a:cubicBezTo>
                    <a:pt x="1903112" y="488785"/>
                    <a:pt x="1898781" y="499161"/>
                    <a:pt x="1896730" y="493109"/>
                  </a:cubicBezTo>
                  <a:cubicBezTo>
                    <a:pt x="1896292" y="492246"/>
                    <a:pt x="1895320" y="486512"/>
                    <a:pt x="1890989" y="485216"/>
                  </a:cubicBezTo>
                  <a:cubicBezTo>
                    <a:pt x="1889802" y="484562"/>
                    <a:pt x="1882874" y="484346"/>
                    <a:pt x="1884932" y="479266"/>
                  </a:cubicBezTo>
                  <a:cubicBezTo>
                    <a:pt x="1885471" y="477317"/>
                    <a:pt x="1888608" y="472453"/>
                    <a:pt x="1887529" y="467049"/>
                  </a:cubicBezTo>
                  <a:cubicBezTo>
                    <a:pt x="1887205" y="464020"/>
                    <a:pt x="1884932" y="458610"/>
                    <a:pt x="1887313" y="453638"/>
                  </a:cubicBezTo>
                  <a:cubicBezTo>
                    <a:pt x="1887529" y="452882"/>
                    <a:pt x="1890666" y="448666"/>
                    <a:pt x="1888176" y="444443"/>
                  </a:cubicBezTo>
                  <a:cubicBezTo>
                    <a:pt x="1875730" y="423037"/>
                    <a:pt x="1871724" y="418383"/>
                    <a:pt x="1876378" y="419144"/>
                  </a:cubicBezTo>
                  <a:cubicBezTo>
                    <a:pt x="1886119" y="420764"/>
                    <a:pt x="1889472" y="422167"/>
                    <a:pt x="1892615" y="418706"/>
                  </a:cubicBezTo>
                  <a:cubicBezTo>
                    <a:pt x="1897917" y="411683"/>
                    <a:pt x="1906795" y="406597"/>
                    <a:pt x="1902248" y="402596"/>
                  </a:cubicBezTo>
                  <a:cubicBezTo>
                    <a:pt x="1895536" y="396646"/>
                    <a:pt x="1891745" y="391782"/>
                    <a:pt x="1887205" y="392754"/>
                  </a:cubicBezTo>
                  <a:cubicBezTo>
                    <a:pt x="1872263" y="395783"/>
                    <a:pt x="1867393" y="397840"/>
                    <a:pt x="1869774" y="393186"/>
                  </a:cubicBezTo>
                  <a:lnTo>
                    <a:pt x="1870206" y="392322"/>
                  </a:lnTo>
                  <a:cubicBezTo>
                    <a:pt x="1872587" y="387782"/>
                    <a:pt x="1868047" y="384321"/>
                    <a:pt x="1863716" y="384861"/>
                  </a:cubicBezTo>
                  <a:cubicBezTo>
                    <a:pt x="1853213" y="386163"/>
                    <a:pt x="1850292" y="385832"/>
                    <a:pt x="1847479" y="389731"/>
                  </a:cubicBezTo>
                  <a:cubicBezTo>
                    <a:pt x="1844234" y="393294"/>
                    <a:pt x="1841199" y="401733"/>
                    <a:pt x="1836767" y="398704"/>
                  </a:cubicBezTo>
                  <a:lnTo>
                    <a:pt x="1829947" y="394056"/>
                  </a:lnTo>
                  <a:cubicBezTo>
                    <a:pt x="1825616" y="391027"/>
                    <a:pt x="1829293" y="384861"/>
                    <a:pt x="1824530" y="383565"/>
                  </a:cubicBezTo>
                  <a:cubicBezTo>
                    <a:pt x="1812846" y="380429"/>
                    <a:pt x="1807214" y="379997"/>
                    <a:pt x="1810789" y="376644"/>
                  </a:cubicBezTo>
                  <a:cubicBezTo>
                    <a:pt x="1827020" y="361506"/>
                    <a:pt x="1832328" y="357829"/>
                    <a:pt x="1829731" y="355879"/>
                  </a:cubicBezTo>
                  <a:cubicBezTo>
                    <a:pt x="1827566" y="354260"/>
                    <a:pt x="1822041" y="354476"/>
                    <a:pt x="1822695" y="354584"/>
                  </a:cubicBezTo>
                  <a:cubicBezTo>
                    <a:pt x="1818257" y="354584"/>
                    <a:pt x="1813386" y="351015"/>
                    <a:pt x="1816523" y="347231"/>
                  </a:cubicBezTo>
                  <a:cubicBezTo>
                    <a:pt x="1817717" y="346259"/>
                    <a:pt x="1820746" y="340093"/>
                    <a:pt x="1824969" y="342475"/>
                  </a:cubicBezTo>
                  <a:cubicBezTo>
                    <a:pt x="1833300" y="347123"/>
                    <a:pt x="1837414" y="350368"/>
                    <a:pt x="1841961" y="349612"/>
                  </a:cubicBezTo>
                  <a:cubicBezTo>
                    <a:pt x="1846832" y="348202"/>
                    <a:pt x="1854623" y="349396"/>
                    <a:pt x="1854623" y="344202"/>
                  </a:cubicBezTo>
                  <a:cubicBezTo>
                    <a:pt x="1854623" y="339985"/>
                    <a:pt x="1848667" y="338144"/>
                    <a:pt x="1849321" y="338582"/>
                  </a:cubicBezTo>
                  <a:cubicBezTo>
                    <a:pt x="1844450" y="336525"/>
                    <a:pt x="1847911" y="330251"/>
                    <a:pt x="1842825" y="328632"/>
                  </a:cubicBezTo>
                  <a:cubicBezTo>
                    <a:pt x="1842177" y="328632"/>
                    <a:pt x="1839364" y="327552"/>
                    <a:pt x="1836983" y="330359"/>
                  </a:cubicBezTo>
                  <a:lnTo>
                    <a:pt x="1835789" y="331769"/>
                  </a:lnTo>
                  <a:cubicBezTo>
                    <a:pt x="1834494" y="333388"/>
                    <a:pt x="1832976" y="333064"/>
                    <a:pt x="1832436" y="331121"/>
                  </a:cubicBezTo>
                  <a:cubicBezTo>
                    <a:pt x="1831134" y="326142"/>
                    <a:pt x="1827350" y="319545"/>
                    <a:pt x="1827674" y="320307"/>
                  </a:cubicBezTo>
                  <a:cubicBezTo>
                    <a:pt x="1825832" y="316738"/>
                    <a:pt x="1829185" y="313385"/>
                    <a:pt x="1828861" y="314033"/>
                  </a:cubicBezTo>
                  <a:cubicBezTo>
                    <a:pt x="1830271" y="312623"/>
                    <a:pt x="1830055" y="310896"/>
                    <a:pt x="1828321" y="310032"/>
                  </a:cubicBezTo>
                  <a:lnTo>
                    <a:pt x="1813062" y="302787"/>
                  </a:lnTo>
                  <a:cubicBezTo>
                    <a:pt x="1809703" y="301161"/>
                    <a:pt x="1800502" y="292945"/>
                    <a:pt x="1799962" y="286131"/>
                  </a:cubicBezTo>
                  <a:lnTo>
                    <a:pt x="1797365" y="257150"/>
                  </a:lnTo>
                  <a:cubicBezTo>
                    <a:pt x="1796933" y="252825"/>
                    <a:pt x="1792495" y="250882"/>
                    <a:pt x="1793142" y="251422"/>
                  </a:cubicBezTo>
                  <a:cubicBezTo>
                    <a:pt x="1789250" y="249688"/>
                    <a:pt x="1787300" y="243205"/>
                    <a:pt x="1787624" y="243961"/>
                  </a:cubicBezTo>
                  <a:cubicBezTo>
                    <a:pt x="1784163" y="234766"/>
                    <a:pt x="1763920" y="233578"/>
                    <a:pt x="1766625" y="225362"/>
                  </a:cubicBezTo>
                  <a:cubicBezTo>
                    <a:pt x="1766733" y="224384"/>
                    <a:pt x="1770200" y="218116"/>
                    <a:pt x="1765761" y="217462"/>
                  </a:cubicBezTo>
                  <a:cubicBezTo>
                    <a:pt x="1753099" y="215519"/>
                    <a:pt x="1749956" y="214224"/>
                    <a:pt x="1746171" y="216922"/>
                  </a:cubicBezTo>
                  <a:cubicBezTo>
                    <a:pt x="1743682" y="218332"/>
                    <a:pt x="1736646" y="225254"/>
                    <a:pt x="1738272" y="219520"/>
                  </a:cubicBezTo>
                  <a:cubicBezTo>
                    <a:pt x="1741733" y="206978"/>
                    <a:pt x="1743250" y="204921"/>
                    <a:pt x="1739136" y="203518"/>
                  </a:cubicBezTo>
                  <a:cubicBezTo>
                    <a:pt x="1738488" y="203086"/>
                    <a:pt x="1733179" y="202324"/>
                    <a:pt x="1736106" y="198647"/>
                  </a:cubicBezTo>
                  <a:cubicBezTo>
                    <a:pt x="1736970" y="197999"/>
                    <a:pt x="1739567" y="192164"/>
                    <a:pt x="1742926" y="195948"/>
                  </a:cubicBezTo>
                  <a:cubicBezTo>
                    <a:pt x="1743574" y="196380"/>
                    <a:pt x="1746711" y="201352"/>
                    <a:pt x="1750286" y="200489"/>
                  </a:cubicBezTo>
                  <a:cubicBezTo>
                    <a:pt x="1751797" y="200165"/>
                    <a:pt x="1753639" y="198107"/>
                    <a:pt x="1754395" y="196056"/>
                  </a:cubicBezTo>
                  <a:lnTo>
                    <a:pt x="1761862" y="174104"/>
                  </a:lnTo>
                  <a:cubicBezTo>
                    <a:pt x="1763704" y="168478"/>
                    <a:pt x="1768898" y="172155"/>
                    <a:pt x="1771603" y="166967"/>
                  </a:cubicBezTo>
                  <a:cubicBezTo>
                    <a:pt x="1774531" y="161449"/>
                    <a:pt x="1777667" y="158744"/>
                    <a:pt x="1777128" y="159398"/>
                  </a:cubicBezTo>
                  <a:cubicBezTo>
                    <a:pt x="1782862" y="154419"/>
                    <a:pt x="1766409" y="147174"/>
                    <a:pt x="1765329" y="139605"/>
                  </a:cubicBezTo>
                  <a:cubicBezTo>
                    <a:pt x="1765113" y="138094"/>
                    <a:pt x="1763488" y="136468"/>
                    <a:pt x="1761754" y="135820"/>
                  </a:cubicBezTo>
                  <a:cubicBezTo>
                    <a:pt x="1752883" y="132791"/>
                    <a:pt x="1745416" y="130848"/>
                    <a:pt x="1750178" y="130200"/>
                  </a:cubicBezTo>
                  <a:lnTo>
                    <a:pt x="1778747" y="126200"/>
                  </a:lnTo>
                  <a:cubicBezTo>
                    <a:pt x="1784487" y="125438"/>
                    <a:pt x="1818796" y="134417"/>
                    <a:pt x="1818149" y="134309"/>
                  </a:cubicBezTo>
                  <a:cubicBezTo>
                    <a:pt x="1822695" y="135388"/>
                    <a:pt x="1833624" y="130740"/>
                    <a:pt x="1836875" y="125546"/>
                  </a:cubicBezTo>
                  <a:lnTo>
                    <a:pt x="1869666" y="71482"/>
                  </a:lnTo>
                  <a:cubicBezTo>
                    <a:pt x="1871832" y="67913"/>
                    <a:pt x="1869666" y="63043"/>
                    <a:pt x="1869774" y="63805"/>
                  </a:cubicBezTo>
                  <a:cubicBezTo>
                    <a:pt x="1868047" y="59582"/>
                    <a:pt x="1873457" y="61747"/>
                    <a:pt x="1872809" y="61747"/>
                  </a:cubicBezTo>
                  <a:cubicBezTo>
                    <a:pt x="1874537" y="62395"/>
                    <a:pt x="1877134" y="61532"/>
                    <a:pt x="1878435" y="60014"/>
                  </a:cubicBezTo>
                  <a:lnTo>
                    <a:pt x="1889694" y="46177"/>
                  </a:lnTo>
                  <a:cubicBezTo>
                    <a:pt x="1892075" y="43364"/>
                    <a:pt x="1893263" y="38500"/>
                    <a:pt x="1892939" y="39148"/>
                  </a:cubicBezTo>
                  <a:cubicBezTo>
                    <a:pt x="1894018" y="34500"/>
                    <a:pt x="1898997" y="31363"/>
                    <a:pt x="1898349" y="31902"/>
                  </a:cubicBezTo>
                  <a:cubicBezTo>
                    <a:pt x="1899975" y="30823"/>
                    <a:pt x="1899759" y="29305"/>
                    <a:pt x="1898025" y="28658"/>
                  </a:cubicBezTo>
                  <a:lnTo>
                    <a:pt x="1876594" y="20441"/>
                  </a:lnTo>
                  <a:cubicBezTo>
                    <a:pt x="1873133" y="19139"/>
                    <a:pt x="1839580" y="16116"/>
                    <a:pt x="1833947" y="19793"/>
                  </a:cubicBezTo>
                  <a:cubicBezTo>
                    <a:pt x="1829731" y="21736"/>
                    <a:pt x="1823775" y="28874"/>
                    <a:pt x="1822041" y="22924"/>
                  </a:cubicBezTo>
                  <a:cubicBezTo>
                    <a:pt x="1821717" y="22168"/>
                    <a:pt x="1821070" y="14059"/>
                    <a:pt x="1817171" y="11786"/>
                  </a:cubicBezTo>
                  <a:cubicBezTo>
                    <a:pt x="1809919" y="7461"/>
                    <a:pt x="1804617" y="0"/>
                    <a:pt x="1799746" y="0"/>
                  </a:cubicBezTo>
                  <a:lnTo>
                    <a:pt x="1770847" y="0"/>
                  </a:lnTo>
                  <a:cubicBezTo>
                    <a:pt x="1765869" y="0"/>
                    <a:pt x="1766949" y="10922"/>
                    <a:pt x="1762732" y="7893"/>
                  </a:cubicBezTo>
                  <a:cubicBezTo>
                    <a:pt x="1761430" y="7245"/>
                    <a:pt x="1757646" y="4540"/>
                    <a:pt x="1753099" y="5950"/>
                  </a:cubicBezTo>
                  <a:cubicBezTo>
                    <a:pt x="1707856" y="20009"/>
                    <a:pt x="1706992" y="19463"/>
                    <a:pt x="1708179" y="24873"/>
                  </a:cubicBezTo>
                  <a:cubicBezTo>
                    <a:pt x="1708503" y="25845"/>
                    <a:pt x="1708719" y="30931"/>
                    <a:pt x="1712402" y="33846"/>
                  </a:cubicBezTo>
                  <a:cubicBezTo>
                    <a:pt x="1730258" y="47904"/>
                    <a:pt x="1735783" y="51473"/>
                    <a:pt x="1731128" y="51257"/>
                  </a:cubicBezTo>
                  <a:cubicBezTo>
                    <a:pt x="1724632" y="50933"/>
                    <a:pt x="1720194" y="51473"/>
                    <a:pt x="1716187" y="48876"/>
                  </a:cubicBezTo>
                  <a:cubicBezTo>
                    <a:pt x="1712510" y="47041"/>
                    <a:pt x="1707963" y="41745"/>
                    <a:pt x="1703093" y="44012"/>
                  </a:cubicBezTo>
                  <a:cubicBezTo>
                    <a:pt x="1700496" y="45853"/>
                    <a:pt x="1692596" y="46717"/>
                    <a:pt x="1694870" y="52229"/>
                  </a:cubicBezTo>
                  <a:cubicBezTo>
                    <a:pt x="1695625" y="55366"/>
                    <a:pt x="1699848" y="60884"/>
                    <a:pt x="1696705" y="65316"/>
                  </a:cubicBezTo>
                  <a:cubicBezTo>
                    <a:pt x="1696381" y="66072"/>
                    <a:pt x="1693244" y="68993"/>
                    <a:pt x="1694216" y="73857"/>
                  </a:cubicBezTo>
                  <a:cubicBezTo>
                    <a:pt x="1697899" y="92888"/>
                    <a:pt x="1699848" y="98406"/>
                    <a:pt x="1695949" y="95917"/>
                  </a:cubicBezTo>
                  <a:cubicBezTo>
                    <a:pt x="1694216" y="95269"/>
                    <a:pt x="1689021" y="89865"/>
                    <a:pt x="1687288" y="94513"/>
                  </a:cubicBezTo>
                  <a:cubicBezTo>
                    <a:pt x="1684583" y="101543"/>
                    <a:pt x="1699086" y="105975"/>
                    <a:pt x="1693028" y="109760"/>
                  </a:cubicBezTo>
                  <a:lnTo>
                    <a:pt x="1691511" y="110731"/>
                  </a:lnTo>
                  <a:cubicBezTo>
                    <a:pt x="1687072" y="113544"/>
                    <a:pt x="1687834" y="124250"/>
                    <a:pt x="1690971" y="128035"/>
                  </a:cubicBezTo>
                  <a:cubicBezTo>
                    <a:pt x="1714021" y="156153"/>
                    <a:pt x="1715431" y="156477"/>
                    <a:pt x="1715107" y="161881"/>
                  </a:cubicBezTo>
                  <a:cubicBezTo>
                    <a:pt x="1712402" y="211950"/>
                    <a:pt x="1713482" y="213462"/>
                    <a:pt x="1709043" y="212382"/>
                  </a:cubicBezTo>
                  <a:cubicBezTo>
                    <a:pt x="1708287" y="212382"/>
                    <a:pt x="1702877" y="209569"/>
                    <a:pt x="1703201" y="214871"/>
                  </a:cubicBezTo>
                  <a:cubicBezTo>
                    <a:pt x="1703093" y="215519"/>
                    <a:pt x="1703417" y="219196"/>
                    <a:pt x="1700388" y="220707"/>
                  </a:cubicBezTo>
                  <a:cubicBezTo>
                    <a:pt x="1691834" y="224822"/>
                    <a:pt x="1688913" y="225577"/>
                    <a:pt x="1687504" y="230118"/>
                  </a:cubicBezTo>
                  <a:lnTo>
                    <a:pt x="1686964" y="232061"/>
                  </a:lnTo>
                  <a:cubicBezTo>
                    <a:pt x="1684367" y="240500"/>
                    <a:pt x="1700820" y="233902"/>
                    <a:pt x="1701359" y="242875"/>
                  </a:cubicBezTo>
                  <a:cubicBezTo>
                    <a:pt x="1701144" y="246228"/>
                    <a:pt x="1703633" y="253473"/>
                    <a:pt x="1698978" y="256070"/>
                  </a:cubicBezTo>
                  <a:cubicBezTo>
                    <a:pt x="1698438" y="256070"/>
                    <a:pt x="1695625" y="257912"/>
                    <a:pt x="1693244" y="254991"/>
                  </a:cubicBezTo>
                  <a:cubicBezTo>
                    <a:pt x="1690539" y="252070"/>
                    <a:pt x="1687834" y="246012"/>
                    <a:pt x="1682748" y="246012"/>
                  </a:cubicBezTo>
                  <a:cubicBezTo>
                    <a:pt x="1681770" y="246120"/>
                    <a:pt x="1677007" y="245148"/>
                    <a:pt x="1673654" y="248717"/>
                  </a:cubicBezTo>
                  <a:cubicBezTo>
                    <a:pt x="1671273" y="250774"/>
                    <a:pt x="1668238" y="256178"/>
                    <a:pt x="1663259" y="256178"/>
                  </a:cubicBezTo>
                  <a:cubicBezTo>
                    <a:pt x="1661316" y="256502"/>
                    <a:pt x="1653411" y="254775"/>
                    <a:pt x="1656554" y="259207"/>
                  </a:cubicBezTo>
                  <a:cubicBezTo>
                    <a:pt x="1664129" y="269481"/>
                    <a:pt x="1666834" y="271748"/>
                    <a:pt x="1665749" y="276727"/>
                  </a:cubicBezTo>
                  <a:cubicBezTo>
                    <a:pt x="1662720" y="289808"/>
                    <a:pt x="1661316" y="293376"/>
                    <a:pt x="1663805" y="297485"/>
                  </a:cubicBezTo>
                  <a:lnTo>
                    <a:pt x="1668238" y="304622"/>
                  </a:lnTo>
                  <a:cubicBezTo>
                    <a:pt x="1670727" y="308623"/>
                    <a:pt x="1676251" y="310032"/>
                    <a:pt x="1675712" y="309709"/>
                  </a:cubicBezTo>
                  <a:cubicBezTo>
                    <a:pt x="1684043" y="312515"/>
                    <a:pt x="1658173" y="334467"/>
                    <a:pt x="1662612" y="343446"/>
                  </a:cubicBezTo>
                  <a:lnTo>
                    <a:pt x="1668568" y="355556"/>
                  </a:lnTo>
                  <a:cubicBezTo>
                    <a:pt x="1670619" y="359880"/>
                    <a:pt x="1676251" y="360858"/>
                    <a:pt x="1675712" y="360534"/>
                  </a:cubicBezTo>
                  <a:cubicBezTo>
                    <a:pt x="1680582" y="361937"/>
                    <a:pt x="1678093" y="367125"/>
                    <a:pt x="1682855" y="369614"/>
                  </a:cubicBezTo>
                  <a:cubicBezTo>
                    <a:pt x="1725927" y="391782"/>
                    <a:pt x="1725388" y="392754"/>
                    <a:pt x="1729611" y="390379"/>
                  </a:cubicBezTo>
                  <a:cubicBezTo>
                    <a:pt x="1730258" y="390271"/>
                    <a:pt x="1734049" y="386918"/>
                    <a:pt x="1737186" y="390379"/>
                  </a:cubicBezTo>
                  <a:cubicBezTo>
                    <a:pt x="1744870" y="399136"/>
                    <a:pt x="1746603" y="401841"/>
                    <a:pt x="1750718" y="401841"/>
                  </a:cubicBezTo>
                  <a:cubicBezTo>
                    <a:pt x="1751366" y="401841"/>
                    <a:pt x="1755804" y="402273"/>
                    <a:pt x="1759703" y="400107"/>
                  </a:cubicBezTo>
                  <a:cubicBezTo>
                    <a:pt x="1766409" y="397300"/>
                    <a:pt x="1772257" y="390379"/>
                    <a:pt x="1775178" y="395891"/>
                  </a:cubicBezTo>
                  <a:cubicBezTo>
                    <a:pt x="1776042" y="398488"/>
                    <a:pt x="1781674" y="405086"/>
                    <a:pt x="1776696" y="405949"/>
                  </a:cubicBezTo>
                  <a:cubicBezTo>
                    <a:pt x="1753531" y="409950"/>
                    <a:pt x="1749740" y="409302"/>
                    <a:pt x="1749200" y="414706"/>
                  </a:cubicBezTo>
                  <a:cubicBezTo>
                    <a:pt x="1748553" y="417951"/>
                    <a:pt x="1749524" y="424872"/>
                    <a:pt x="1745193" y="427901"/>
                  </a:cubicBezTo>
                  <a:cubicBezTo>
                    <a:pt x="1740869" y="431578"/>
                    <a:pt x="1733833" y="433413"/>
                    <a:pt x="1734265" y="439687"/>
                  </a:cubicBezTo>
                  <a:cubicBezTo>
                    <a:pt x="1735668" y="449205"/>
                    <a:pt x="1733509" y="459588"/>
                    <a:pt x="1738704" y="457638"/>
                  </a:cubicBezTo>
                  <a:cubicBezTo>
                    <a:pt x="1752883" y="452126"/>
                    <a:pt x="1756020" y="451911"/>
                    <a:pt x="1757208" y="446932"/>
                  </a:cubicBezTo>
                  <a:cubicBezTo>
                    <a:pt x="1758509" y="443579"/>
                    <a:pt x="1758401" y="435686"/>
                    <a:pt x="1763380" y="435686"/>
                  </a:cubicBezTo>
                  <a:cubicBezTo>
                    <a:pt x="1765869" y="436226"/>
                    <a:pt x="1772797" y="433851"/>
                    <a:pt x="1772365" y="439687"/>
                  </a:cubicBezTo>
                  <a:cubicBezTo>
                    <a:pt x="1770739" y="460019"/>
                    <a:pt x="1769768" y="463480"/>
                    <a:pt x="1772905" y="466941"/>
                  </a:cubicBezTo>
                  <a:cubicBezTo>
                    <a:pt x="1773445" y="467805"/>
                    <a:pt x="1778855" y="471589"/>
                    <a:pt x="1774854" y="474186"/>
                  </a:cubicBezTo>
                  <a:cubicBezTo>
                    <a:pt x="1760351" y="483699"/>
                    <a:pt x="1755804" y="486188"/>
                    <a:pt x="1752337" y="490188"/>
                  </a:cubicBezTo>
                  <a:cubicBezTo>
                    <a:pt x="1732855" y="513004"/>
                    <a:pt x="1732100" y="515601"/>
                    <a:pt x="1727661" y="514845"/>
                  </a:cubicBezTo>
                  <a:cubicBezTo>
                    <a:pt x="1711100" y="512140"/>
                    <a:pt x="1707748" y="510407"/>
                    <a:pt x="1705366" y="514845"/>
                  </a:cubicBezTo>
                  <a:cubicBezTo>
                    <a:pt x="1695086" y="534416"/>
                    <a:pt x="1692050" y="537661"/>
                    <a:pt x="1696057" y="539934"/>
                  </a:cubicBezTo>
                  <a:cubicBezTo>
                    <a:pt x="1709913" y="547935"/>
                    <a:pt x="1713050" y="548583"/>
                    <a:pt x="1713050" y="553879"/>
                  </a:cubicBezTo>
                  <a:cubicBezTo>
                    <a:pt x="1712294" y="564045"/>
                    <a:pt x="1715215" y="573888"/>
                    <a:pt x="1709697" y="573888"/>
                  </a:cubicBezTo>
                  <a:cubicBezTo>
                    <a:pt x="1703525" y="573132"/>
                    <a:pt x="1694324" y="576047"/>
                    <a:pt x="1696705" y="570319"/>
                  </a:cubicBezTo>
                  <a:lnTo>
                    <a:pt x="1697467" y="568585"/>
                  </a:lnTo>
                  <a:cubicBezTo>
                    <a:pt x="1699740" y="563182"/>
                    <a:pt x="1689453" y="562426"/>
                    <a:pt x="1685884" y="565563"/>
                  </a:cubicBezTo>
                  <a:cubicBezTo>
                    <a:pt x="1682417" y="567938"/>
                    <a:pt x="1677331" y="575939"/>
                    <a:pt x="1675604" y="569995"/>
                  </a:cubicBezTo>
                  <a:cubicBezTo>
                    <a:pt x="1672676" y="560045"/>
                    <a:pt x="1671273" y="556800"/>
                    <a:pt x="1672569" y="552152"/>
                  </a:cubicBezTo>
                  <a:cubicBezTo>
                    <a:pt x="1687504" y="494729"/>
                    <a:pt x="1689885" y="489109"/>
                    <a:pt x="1686100" y="492893"/>
                  </a:cubicBezTo>
                  <a:cubicBezTo>
                    <a:pt x="1670511" y="508140"/>
                    <a:pt x="1667158" y="512896"/>
                    <a:pt x="1667158" y="507384"/>
                  </a:cubicBezTo>
                  <a:cubicBezTo>
                    <a:pt x="1666726" y="504463"/>
                    <a:pt x="1668676" y="496138"/>
                    <a:pt x="1663805" y="496570"/>
                  </a:cubicBezTo>
                  <a:cubicBezTo>
                    <a:pt x="1651575" y="497650"/>
                    <a:pt x="1648324" y="498945"/>
                    <a:pt x="1646051" y="494621"/>
                  </a:cubicBezTo>
                  <a:cubicBezTo>
                    <a:pt x="1644432" y="492131"/>
                    <a:pt x="1642590" y="486188"/>
                    <a:pt x="1638043" y="484130"/>
                  </a:cubicBezTo>
                  <a:cubicBezTo>
                    <a:pt x="1610878" y="472345"/>
                    <a:pt x="1609037" y="470072"/>
                    <a:pt x="1606871" y="474834"/>
                  </a:cubicBezTo>
                  <a:cubicBezTo>
                    <a:pt x="1604598" y="478727"/>
                    <a:pt x="1603519" y="486512"/>
                    <a:pt x="1598426" y="486188"/>
                  </a:cubicBezTo>
                  <a:cubicBezTo>
                    <a:pt x="1583167" y="485000"/>
                    <a:pt x="1578080" y="483591"/>
                    <a:pt x="1580678" y="488023"/>
                  </a:cubicBezTo>
                  <a:cubicBezTo>
                    <a:pt x="1588577" y="502082"/>
                    <a:pt x="1591390" y="505111"/>
                    <a:pt x="1587821" y="507600"/>
                  </a:cubicBezTo>
                  <a:cubicBezTo>
                    <a:pt x="1584031" y="510953"/>
                    <a:pt x="1575267" y="513652"/>
                    <a:pt x="1578944" y="518198"/>
                  </a:cubicBezTo>
                  <a:cubicBezTo>
                    <a:pt x="1587498" y="528682"/>
                    <a:pt x="1591828" y="532359"/>
                    <a:pt x="1587498" y="533876"/>
                  </a:cubicBezTo>
                  <a:cubicBezTo>
                    <a:pt x="1578188" y="537121"/>
                    <a:pt x="1572886" y="539934"/>
                    <a:pt x="1568124" y="538740"/>
                  </a:cubicBezTo>
                  <a:cubicBezTo>
                    <a:pt x="1511082" y="525336"/>
                    <a:pt x="1510866" y="524358"/>
                    <a:pt x="1506319" y="526307"/>
                  </a:cubicBezTo>
                  <a:cubicBezTo>
                    <a:pt x="1478068" y="538525"/>
                    <a:pt x="1476880" y="540042"/>
                    <a:pt x="1472658" y="538093"/>
                  </a:cubicBezTo>
                  <a:cubicBezTo>
                    <a:pt x="1462593" y="533552"/>
                    <a:pt x="1460536" y="532143"/>
                    <a:pt x="1456853" y="533876"/>
                  </a:cubicBezTo>
                  <a:cubicBezTo>
                    <a:pt x="1448413" y="537985"/>
                    <a:pt x="1445816" y="539934"/>
                    <a:pt x="1442025" y="537769"/>
                  </a:cubicBezTo>
                  <a:cubicBezTo>
                    <a:pt x="1410961" y="519602"/>
                    <a:pt x="1409450" y="520033"/>
                    <a:pt x="1409450" y="514629"/>
                  </a:cubicBezTo>
                  <a:cubicBezTo>
                    <a:pt x="1409342" y="513544"/>
                    <a:pt x="1410098" y="508787"/>
                    <a:pt x="1407069" y="505111"/>
                  </a:cubicBezTo>
                  <a:cubicBezTo>
                    <a:pt x="1406421" y="504679"/>
                    <a:pt x="1404148" y="500139"/>
                    <a:pt x="1401004" y="503600"/>
                  </a:cubicBezTo>
                  <a:cubicBezTo>
                    <a:pt x="1393861" y="511816"/>
                    <a:pt x="1391911" y="515061"/>
                    <a:pt x="1387695" y="515061"/>
                  </a:cubicBezTo>
                  <a:cubicBezTo>
                    <a:pt x="1366587" y="515061"/>
                    <a:pt x="1362257" y="516249"/>
                    <a:pt x="1364314" y="511493"/>
                  </a:cubicBezTo>
                  <a:cubicBezTo>
                    <a:pt x="1364854" y="509111"/>
                    <a:pt x="1369616" y="502622"/>
                    <a:pt x="1365070" y="500571"/>
                  </a:cubicBezTo>
                  <a:cubicBezTo>
                    <a:pt x="1331516" y="485108"/>
                    <a:pt x="1329789" y="485648"/>
                    <a:pt x="1329027" y="480238"/>
                  </a:cubicBezTo>
                  <a:cubicBezTo>
                    <a:pt x="1326646" y="462286"/>
                    <a:pt x="1326970" y="458502"/>
                    <a:pt x="1323185" y="456019"/>
                  </a:cubicBezTo>
                  <a:cubicBezTo>
                    <a:pt x="1303379" y="442824"/>
                    <a:pt x="1301538" y="440227"/>
                    <a:pt x="1297207" y="442176"/>
                  </a:cubicBezTo>
                  <a:cubicBezTo>
                    <a:pt x="1262358" y="458610"/>
                    <a:pt x="1262466" y="458934"/>
                    <a:pt x="1257812" y="459480"/>
                  </a:cubicBezTo>
                  <a:cubicBezTo>
                    <a:pt x="1222093" y="463156"/>
                    <a:pt x="1221338" y="462178"/>
                    <a:pt x="1218410" y="466503"/>
                  </a:cubicBezTo>
                  <a:cubicBezTo>
                    <a:pt x="1205101" y="486512"/>
                    <a:pt x="1201741" y="489433"/>
                    <a:pt x="1204015" y="494189"/>
                  </a:cubicBezTo>
                  <a:cubicBezTo>
                    <a:pt x="1204885" y="495376"/>
                    <a:pt x="1206504" y="502622"/>
                    <a:pt x="1210727" y="500139"/>
                  </a:cubicBezTo>
                  <a:cubicBezTo>
                    <a:pt x="1211920" y="499707"/>
                    <a:pt x="1217115" y="494621"/>
                    <a:pt x="1218842" y="499815"/>
                  </a:cubicBezTo>
                  <a:cubicBezTo>
                    <a:pt x="1219280" y="500571"/>
                    <a:pt x="1219928" y="505435"/>
                    <a:pt x="1223935" y="504355"/>
                  </a:cubicBezTo>
                  <a:cubicBezTo>
                    <a:pt x="1231834" y="501326"/>
                    <a:pt x="1240057" y="502622"/>
                    <a:pt x="1239841" y="496030"/>
                  </a:cubicBezTo>
                  <a:cubicBezTo>
                    <a:pt x="1239949" y="495052"/>
                    <a:pt x="1238330" y="487267"/>
                    <a:pt x="1242762" y="488347"/>
                  </a:cubicBezTo>
                  <a:cubicBezTo>
                    <a:pt x="1258028" y="492131"/>
                    <a:pt x="1260625" y="493541"/>
                    <a:pt x="1263870" y="490296"/>
                  </a:cubicBezTo>
                  <a:cubicBezTo>
                    <a:pt x="1268956" y="485216"/>
                    <a:pt x="1272099" y="481648"/>
                    <a:pt x="1276208" y="479266"/>
                  </a:cubicBezTo>
                  <a:cubicBezTo>
                    <a:pt x="1294718" y="468776"/>
                    <a:pt x="1298071" y="466179"/>
                    <a:pt x="1302833" y="466179"/>
                  </a:cubicBezTo>
                  <a:cubicBezTo>
                    <a:pt x="1308142" y="466941"/>
                    <a:pt x="1315826" y="463912"/>
                    <a:pt x="1315826" y="470179"/>
                  </a:cubicBezTo>
                  <a:cubicBezTo>
                    <a:pt x="1315286" y="476021"/>
                    <a:pt x="1317667" y="484562"/>
                    <a:pt x="1312574" y="486296"/>
                  </a:cubicBezTo>
                  <a:cubicBezTo>
                    <a:pt x="1290927" y="493541"/>
                    <a:pt x="1289524" y="493325"/>
                    <a:pt x="1287143" y="497434"/>
                  </a:cubicBezTo>
                  <a:cubicBezTo>
                    <a:pt x="1281294" y="507384"/>
                    <a:pt x="1280323" y="510191"/>
                    <a:pt x="1276316" y="510407"/>
                  </a:cubicBezTo>
                  <a:cubicBezTo>
                    <a:pt x="1244064" y="512464"/>
                    <a:pt x="1241251" y="511169"/>
                    <a:pt x="1242331" y="516573"/>
                  </a:cubicBezTo>
                  <a:cubicBezTo>
                    <a:pt x="1242331" y="517544"/>
                    <a:pt x="1245144" y="524250"/>
                    <a:pt x="1240603" y="525228"/>
                  </a:cubicBezTo>
                  <a:cubicBezTo>
                    <a:pt x="1236705" y="526523"/>
                    <a:pt x="1227072" y="525875"/>
                    <a:pt x="1230748" y="530631"/>
                  </a:cubicBezTo>
                  <a:cubicBezTo>
                    <a:pt x="1246337" y="550526"/>
                    <a:pt x="1249043" y="552260"/>
                    <a:pt x="1248395" y="557663"/>
                  </a:cubicBezTo>
                  <a:cubicBezTo>
                    <a:pt x="1247201" y="567074"/>
                    <a:pt x="1245798" y="572262"/>
                    <a:pt x="1248395" y="576593"/>
                  </a:cubicBezTo>
                  <a:cubicBezTo>
                    <a:pt x="1258244" y="593458"/>
                    <a:pt x="1262574" y="600272"/>
                    <a:pt x="1258136" y="598869"/>
                  </a:cubicBezTo>
                  <a:lnTo>
                    <a:pt x="1232914" y="590645"/>
                  </a:lnTo>
                  <a:cubicBezTo>
                    <a:pt x="1224798" y="588055"/>
                    <a:pt x="1238654" y="559829"/>
                    <a:pt x="1232158" y="552691"/>
                  </a:cubicBezTo>
                  <a:lnTo>
                    <a:pt x="1230640" y="551072"/>
                  </a:lnTo>
                  <a:cubicBezTo>
                    <a:pt x="1225554" y="545446"/>
                    <a:pt x="1220144" y="556260"/>
                    <a:pt x="1214518" y="551288"/>
                  </a:cubicBezTo>
                  <a:cubicBezTo>
                    <a:pt x="1213108" y="550418"/>
                    <a:pt x="1208345" y="543827"/>
                    <a:pt x="1207482" y="549447"/>
                  </a:cubicBezTo>
                  <a:cubicBezTo>
                    <a:pt x="1205208" y="564477"/>
                    <a:pt x="1205208" y="570967"/>
                    <a:pt x="1201957" y="567182"/>
                  </a:cubicBezTo>
                  <a:cubicBezTo>
                    <a:pt x="1199468" y="563613"/>
                    <a:pt x="1193950" y="560045"/>
                    <a:pt x="1195036" y="554095"/>
                  </a:cubicBezTo>
                  <a:cubicBezTo>
                    <a:pt x="1195036" y="553123"/>
                    <a:pt x="1196547" y="548799"/>
                    <a:pt x="1194706" y="544151"/>
                  </a:cubicBezTo>
                  <a:cubicBezTo>
                    <a:pt x="1193086" y="541230"/>
                    <a:pt x="1192108" y="533121"/>
                    <a:pt x="1187346" y="534740"/>
                  </a:cubicBezTo>
                  <a:cubicBezTo>
                    <a:pt x="1174792" y="539064"/>
                    <a:pt x="1171871" y="541014"/>
                    <a:pt x="1169058" y="537121"/>
                  </a:cubicBezTo>
                  <a:cubicBezTo>
                    <a:pt x="1159317" y="523170"/>
                    <a:pt x="1157691" y="518738"/>
                    <a:pt x="1153685" y="521113"/>
                  </a:cubicBezTo>
                  <a:cubicBezTo>
                    <a:pt x="1123490" y="539280"/>
                    <a:pt x="1122405" y="541338"/>
                    <a:pt x="1119807" y="536905"/>
                  </a:cubicBezTo>
                  <a:cubicBezTo>
                    <a:pt x="1119591" y="536143"/>
                    <a:pt x="1116454" y="532581"/>
                    <a:pt x="1119807" y="529768"/>
                  </a:cubicBezTo>
                  <a:cubicBezTo>
                    <a:pt x="1122405" y="526955"/>
                    <a:pt x="1130094" y="523926"/>
                    <a:pt x="1126735" y="519278"/>
                  </a:cubicBezTo>
                  <a:lnTo>
                    <a:pt x="1125764" y="517982"/>
                  </a:lnTo>
                  <a:cubicBezTo>
                    <a:pt x="1124570" y="516249"/>
                    <a:pt x="1122189" y="515709"/>
                    <a:pt x="1120569" y="516680"/>
                  </a:cubicBezTo>
                  <a:cubicBezTo>
                    <a:pt x="1114505" y="520141"/>
                    <a:pt x="1109743" y="522091"/>
                    <a:pt x="1107901" y="526955"/>
                  </a:cubicBezTo>
                  <a:cubicBezTo>
                    <a:pt x="1106174" y="530308"/>
                    <a:pt x="1104872" y="539826"/>
                    <a:pt x="1100973" y="535927"/>
                  </a:cubicBezTo>
                  <a:cubicBezTo>
                    <a:pt x="1100433" y="535496"/>
                    <a:pt x="1098160" y="532797"/>
                    <a:pt x="1094484" y="533337"/>
                  </a:cubicBezTo>
                  <a:cubicBezTo>
                    <a:pt x="1077707" y="535711"/>
                    <a:pt x="1073592" y="535819"/>
                    <a:pt x="1069477" y="538093"/>
                  </a:cubicBezTo>
                  <a:cubicBezTo>
                    <a:pt x="1065039" y="540474"/>
                    <a:pt x="1061254" y="543173"/>
                    <a:pt x="1056923" y="542957"/>
                  </a:cubicBezTo>
                  <a:cubicBezTo>
                    <a:pt x="1013629" y="540582"/>
                    <a:pt x="1012549" y="541014"/>
                    <a:pt x="1008111" y="539064"/>
                  </a:cubicBezTo>
                  <a:cubicBezTo>
                    <a:pt x="999234" y="535280"/>
                    <a:pt x="993823" y="532359"/>
                    <a:pt x="988953" y="532473"/>
                  </a:cubicBezTo>
                  <a:cubicBezTo>
                    <a:pt x="972392" y="532797"/>
                    <a:pt x="967306" y="533768"/>
                    <a:pt x="963083" y="530955"/>
                  </a:cubicBezTo>
                  <a:cubicBezTo>
                    <a:pt x="959184" y="527710"/>
                    <a:pt x="949989" y="524466"/>
                    <a:pt x="954536" y="521221"/>
                  </a:cubicBezTo>
                  <a:cubicBezTo>
                    <a:pt x="957565" y="518414"/>
                    <a:pt x="965140" y="516357"/>
                    <a:pt x="962975" y="510737"/>
                  </a:cubicBezTo>
                  <a:cubicBezTo>
                    <a:pt x="962543" y="508895"/>
                    <a:pt x="958212" y="501434"/>
                    <a:pt x="962975" y="501974"/>
                  </a:cubicBezTo>
                  <a:lnTo>
                    <a:pt x="970766" y="502838"/>
                  </a:lnTo>
                  <a:cubicBezTo>
                    <a:pt x="975097" y="503276"/>
                    <a:pt x="979536" y="498081"/>
                    <a:pt x="978888" y="498513"/>
                  </a:cubicBezTo>
                  <a:cubicBezTo>
                    <a:pt x="985594" y="491916"/>
                    <a:pt x="1003456" y="500139"/>
                    <a:pt x="1006809" y="491916"/>
                  </a:cubicBezTo>
                  <a:cubicBezTo>
                    <a:pt x="1007463" y="489325"/>
                    <a:pt x="1011787" y="483807"/>
                    <a:pt x="1008003" y="480130"/>
                  </a:cubicBezTo>
                  <a:lnTo>
                    <a:pt x="985054" y="457854"/>
                  </a:lnTo>
                  <a:cubicBezTo>
                    <a:pt x="980507" y="453530"/>
                    <a:pt x="951393" y="439687"/>
                    <a:pt x="952040" y="440011"/>
                  </a:cubicBezTo>
                  <a:cubicBezTo>
                    <a:pt x="947170" y="437528"/>
                    <a:pt x="931263" y="435686"/>
                    <a:pt x="931803" y="435794"/>
                  </a:cubicBezTo>
                  <a:cubicBezTo>
                    <a:pt x="927472" y="435147"/>
                    <a:pt x="922170" y="439039"/>
                    <a:pt x="926069" y="441744"/>
                  </a:cubicBezTo>
                  <a:cubicBezTo>
                    <a:pt x="928342" y="443903"/>
                    <a:pt x="936673" y="447256"/>
                    <a:pt x="932235" y="450069"/>
                  </a:cubicBezTo>
                  <a:cubicBezTo>
                    <a:pt x="931695" y="450285"/>
                    <a:pt x="928774" y="452882"/>
                    <a:pt x="924983" y="451256"/>
                  </a:cubicBezTo>
                  <a:cubicBezTo>
                    <a:pt x="920328" y="449205"/>
                    <a:pt x="916220" y="447040"/>
                    <a:pt x="911781" y="446824"/>
                  </a:cubicBezTo>
                  <a:cubicBezTo>
                    <a:pt x="893811" y="445961"/>
                    <a:pt x="890890" y="446500"/>
                    <a:pt x="887213" y="443579"/>
                  </a:cubicBezTo>
                  <a:cubicBezTo>
                    <a:pt x="886559" y="443147"/>
                    <a:pt x="883098" y="439471"/>
                    <a:pt x="878660" y="439363"/>
                  </a:cubicBezTo>
                  <a:cubicBezTo>
                    <a:pt x="870760" y="439147"/>
                    <a:pt x="864372" y="439903"/>
                    <a:pt x="860149" y="436982"/>
                  </a:cubicBezTo>
                  <a:cubicBezTo>
                    <a:pt x="833632" y="419037"/>
                    <a:pt x="832552" y="417843"/>
                    <a:pt x="828222" y="416979"/>
                  </a:cubicBezTo>
                  <a:cubicBezTo>
                    <a:pt x="768259" y="405841"/>
                    <a:pt x="770316" y="406813"/>
                    <a:pt x="766849" y="403352"/>
                  </a:cubicBezTo>
                  <a:cubicBezTo>
                    <a:pt x="754187" y="390703"/>
                    <a:pt x="750726" y="386378"/>
                    <a:pt x="746180" y="384645"/>
                  </a:cubicBezTo>
                  <a:cubicBezTo>
                    <a:pt x="718036" y="373507"/>
                    <a:pt x="716741" y="372536"/>
                    <a:pt x="712194" y="372536"/>
                  </a:cubicBezTo>
                  <a:cubicBezTo>
                    <a:pt x="670519" y="372536"/>
                    <a:pt x="669440" y="371126"/>
                    <a:pt x="668246" y="376428"/>
                  </a:cubicBezTo>
                  <a:cubicBezTo>
                    <a:pt x="664246" y="393078"/>
                    <a:pt x="664246" y="397516"/>
                    <a:pt x="659807" y="397732"/>
                  </a:cubicBezTo>
                  <a:cubicBezTo>
                    <a:pt x="659159" y="397948"/>
                    <a:pt x="655044" y="397193"/>
                    <a:pt x="652771" y="401409"/>
                  </a:cubicBezTo>
                  <a:cubicBezTo>
                    <a:pt x="651469" y="403136"/>
                    <a:pt x="649634" y="409626"/>
                    <a:pt x="644872" y="409410"/>
                  </a:cubicBezTo>
                  <a:cubicBezTo>
                    <a:pt x="616405" y="408007"/>
                    <a:pt x="611750" y="408978"/>
                    <a:pt x="614779" y="404654"/>
                  </a:cubicBezTo>
                  <a:cubicBezTo>
                    <a:pt x="627549" y="386163"/>
                    <a:pt x="632096" y="381292"/>
                    <a:pt x="627441" y="381832"/>
                  </a:cubicBezTo>
                  <a:cubicBezTo>
                    <a:pt x="621383" y="381724"/>
                    <a:pt x="612938" y="385616"/>
                    <a:pt x="613915" y="379241"/>
                  </a:cubicBezTo>
                  <a:cubicBezTo>
                    <a:pt x="618246" y="350907"/>
                    <a:pt x="619973" y="347555"/>
                    <a:pt x="615757" y="345605"/>
                  </a:cubicBezTo>
                  <a:cubicBezTo>
                    <a:pt x="614995" y="345389"/>
                    <a:pt x="611318" y="342691"/>
                    <a:pt x="607204" y="344418"/>
                  </a:cubicBezTo>
                  <a:cubicBezTo>
                    <a:pt x="592808" y="350368"/>
                    <a:pt x="589239" y="350799"/>
                    <a:pt x="587722" y="355879"/>
                  </a:cubicBezTo>
                  <a:lnTo>
                    <a:pt x="587398" y="357181"/>
                  </a:lnTo>
                  <a:cubicBezTo>
                    <a:pt x="585017" y="365398"/>
                    <a:pt x="601577" y="355879"/>
                    <a:pt x="598650" y="363880"/>
                  </a:cubicBezTo>
                  <a:cubicBezTo>
                    <a:pt x="598650" y="363880"/>
                    <a:pt x="594110" y="376644"/>
                    <a:pt x="592916" y="376644"/>
                  </a:cubicBezTo>
                  <a:cubicBezTo>
                    <a:pt x="589563" y="376644"/>
                    <a:pt x="584693" y="370694"/>
                    <a:pt x="581765" y="375996"/>
                  </a:cubicBezTo>
                  <a:cubicBezTo>
                    <a:pt x="580902" y="378371"/>
                    <a:pt x="576139" y="383781"/>
                    <a:pt x="578844" y="388430"/>
                  </a:cubicBezTo>
                  <a:cubicBezTo>
                    <a:pt x="579276" y="389617"/>
                    <a:pt x="583931" y="394703"/>
                    <a:pt x="579930" y="397193"/>
                  </a:cubicBezTo>
                  <a:lnTo>
                    <a:pt x="578844" y="397840"/>
                  </a:lnTo>
                  <a:cubicBezTo>
                    <a:pt x="573002" y="401517"/>
                    <a:pt x="587614" y="410489"/>
                    <a:pt x="580686" y="410381"/>
                  </a:cubicBezTo>
                  <a:cubicBezTo>
                    <a:pt x="572895" y="410274"/>
                    <a:pt x="567808" y="410921"/>
                    <a:pt x="564017" y="407892"/>
                  </a:cubicBezTo>
                  <a:cubicBezTo>
                    <a:pt x="537176" y="386055"/>
                    <a:pt x="531327" y="382594"/>
                    <a:pt x="528838" y="377076"/>
                  </a:cubicBezTo>
                  <a:cubicBezTo>
                    <a:pt x="506867" y="330251"/>
                    <a:pt x="507191" y="329603"/>
                    <a:pt x="503298" y="327006"/>
                  </a:cubicBezTo>
                  <a:cubicBezTo>
                    <a:pt x="474723" y="307219"/>
                    <a:pt x="471479" y="303111"/>
                    <a:pt x="471040" y="308839"/>
                  </a:cubicBezTo>
                  <a:cubicBezTo>
                    <a:pt x="471040" y="311760"/>
                    <a:pt x="469421" y="317386"/>
                    <a:pt x="472018" y="322358"/>
                  </a:cubicBezTo>
                  <a:lnTo>
                    <a:pt x="477321" y="332632"/>
                  </a:lnTo>
                  <a:cubicBezTo>
                    <a:pt x="481328" y="340417"/>
                    <a:pt x="492688" y="344202"/>
                    <a:pt x="486846" y="345719"/>
                  </a:cubicBezTo>
                  <a:cubicBezTo>
                    <a:pt x="468989" y="350152"/>
                    <a:pt x="464443" y="350044"/>
                    <a:pt x="467472" y="354044"/>
                  </a:cubicBezTo>
                  <a:cubicBezTo>
                    <a:pt x="468012" y="355124"/>
                    <a:pt x="472990" y="359340"/>
                    <a:pt x="469853" y="363125"/>
                  </a:cubicBezTo>
                  <a:cubicBezTo>
                    <a:pt x="463465" y="370694"/>
                    <a:pt x="460220" y="375780"/>
                    <a:pt x="455781" y="377076"/>
                  </a:cubicBezTo>
                  <a:cubicBezTo>
                    <a:pt x="442796" y="380860"/>
                    <a:pt x="437271" y="383673"/>
                    <a:pt x="439113" y="378587"/>
                  </a:cubicBezTo>
                  <a:cubicBezTo>
                    <a:pt x="440084" y="374802"/>
                    <a:pt x="445285" y="365722"/>
                    <a:pt x="440414" y="367779"/>
                  </a:cubicBezTo>
                  <a:lnTo>
                    <a:pt x="399063" y="384537"/>
                  </a:lnTo>
                  <a:cubicBezTo>
                    <a:pt x="390192" y="388106"/>
                    <a:pt x="373955" y="410489"/>
                    <a:pt x="376445" y="401841"/>
                  </a:cubicBezTo>
                  <a:cubicBezTo>
                    <a:pt x="381963" y="382702"/>
                    <a:pt x="382179" y="379133"/>
                    <a:pt x="386185" y="377292"/>
                  </a:cubicBezTo>
                  <a:lnTo>
                    <a:pt x="417034" y="363017"/>
                  </a:lnTo>
                  <a:cubicBezTo>
                    <a:pt x="419955" y="361614"/>
                    <a:pt x="431861" y="351123"/>
                    <a:pt x="426991" y="346799"/>
                  </a:cubicBezTo>
                  <a:lnTo>
                    <a:pt x="419415" y="339985"/>
                  </a:lnTo>
                  <a:cubicBezTo>
                    <a:pt x="417897" y="338690"/>
                    <a:pt x="415840" y="339122"/>
                    <a:pt x="414868" y="340957"/>
                  </a:cubicBezTo>
                  <a:lnTo>
                    <a:pt x="409566" y="350799"/>
                  </a:lnTo>
                  <a:cubicBezTo>
                    <a:pt x="408588" y="352635"/>
                    <a:pt x="406315" y="353505"/>
                    <a:pt x="404696" y="352527"/>
                  </a:cubicBezTo>
                  <a:lnTo>
                    <a:pt x="395495" y="347555"/>
                  </a:lnTo>
                  <a:cubicBezTo>
                    <a:pt x="393869" y="346583"/>
                    <a:pt x="390948" y="346151"/>
                    <a:pt x="389106" y="346475"/>
                  </a:cubicBezTo>
                  <a:lnTo>
                    <a:pt x="376445" y="348850"/>
                  </a:lnTo>
                  <a:cubicBezTo>
                    <a:pt x="374603" y="349174"/>
                    <a:pt x="372546" y="351123"/>
                    <a:pt x="371898" y="353289"/>
                  </a:cubicBezTo>
                  <a:lnTo>
                    <a:pt x="368437" y="364103"/>
                  </a:lnTo>
                  <a:cubicBezTo>
                    <a:pt x="367783" y="366154"/>
                    <a:pt x="365732" y="367449"/>
                    <a:pt x="363999" y="366909"/>
                  </a:cubicBezTo>
                  <a:lnTo>
                    <a:pt x="356639" y="364750"/>
                  </a:lnTo>
                  <a:cubicBezTo>
                    <a:pt x="354797" y="364211"/>
                    <a:pt x="352092" y="364750"/>
                    <a:pt x="350575" y="365938"/>
                  </a:cubicBezTo>
                  <a:lnTo>
                    <a:pt x="332503" y="379997"/>
                  </a:lnTo>
                  <a:cubicBezTo>
                    <a:pt x="330985" y="381184"/>
                    <a:pt x="328280" y="381400"/>
                    <a:pt x="326654" y="380536"/>
                  </a:cubicBezTo>
                  <a:lnTo>
                    <a:pt x="317891" y="375672"/>
                  </a:lnTo>
                  <a:cubicBezTo>
                    <a:pt x="316266" y="374694"/>
                    <a:pt x="313776" y="375241"/>
                    <a:pt x="312583" y="376860"/>
                  </a:cubicBezTo>
                  <a:lnTo>
                    <a:pt x="308258" y="382270"/>
                  </a:lnTo>
                  <a:cubicBezTo>
                    <a:pt x="305331" y="386055"/>
                    <a:pt x="299273" y="385724"/>
                    <a:pt x="299921" y="385616"/>
                  </a:cubicBezTo>
                  <a:cubicBezTo>
                    <a:pt x="298079" y="385724"/>
                    <a:pt x="296244" y="387566"/>
                    <a:pt x="295920" y="389839"/>
                  </a:cubicBezTo>
                  <a:lnTo>
                    <a:pt x="294187" y="400869"/>
                  </a:lnTo>
                  <a:cubicBezTo>
                    <a:pt x="293863" y="403028"/>
                    <a:pt x="292021" y="405194"/>
                    <a:pt x="290288" y="405625"/>
                  </a:cubicBezTo>
                  <a:lnTo>
                    <a:pt x="261715" y="411899"/>
                  </a:lnTo>
                  <a:cubicBezTo>
                    <a:pt x="259874" y="412223"/>
                    <a:pt x="259008" y="410921"/>
                    <a:pt x="259874" y="408978"/>
                  </a:cubicBezTo>
                  <a:lnTo>
                    <a:pt x="265828" y="394272"/>
                  </a:lnTo>
                  <a:cubicBezTo>
                    <a:pt x="266585" y="392322"/>
                    <a:pt x="265828" y="389947"/>
                    <a:pt x="264204" y="389077"/>
                  </a:cubicBezTo>
                  <a:lnTo>
                    <a:pt x="240175" y="377292"/>
                  </a:lnTo>
                  <a:cubicBezTo>
                    <a:pt x="238444" y="376428"/>
                    <a:pt x="237362" y="377508"/>
                    <a:pt x="237794" y="379673"/>
                  </a:cubicBezTo>
                  <a:lnTo>
                    <a:pt x="239310" y="387242"/>
                  </a:lnTo>
                  <a:cubicBezTo>
                    <a:pt x="239742" y="389401"/>
                    <a:pt x="238877" y="392430"/>
                    <a:pt x="237578" y="393840"/>
                  </a:cubicBezTo>
                  <a:lnTo>
                    <a:pt x="232707" y="399136"/>
                  </a:lnTo>
                  <a:cubicBezTo>
                    <a:pt x="231300" y="400653"/>
                    <a:pt x="228703" y="401517"/>
                    <a:pt x="226863" y="401193"/>
                  </a:cubicBezTo>
                  <a:lnTo>
                    <a:pt x="209761" y="397732"/>
                  </a:lnTo>
                  <a:cubicBezTo>
                    <a:pt x="207921" y="397408"/>
                    <a:pt x="205107" y="398056"/>
                    <a:pt x="203592" y="399352"/>
                  </a:cubicBezTo>
                  <a:lnTo>
                    <a:pt x="176966" y="420440"/>
                  </a:lnTo>
                  <a:cubicBezTo>
                    <a:pt x="175451" y="421627"/>
                    <a:pt x="174801" y="424332"/>
                    <a:pt x="175558" y="426282"/>
                  </a:cubicBezTo>
                  <a:lnTo>
                    <a:pt x="181620" y="441528"/>
                  </a:lnTo>
                  <a:cubicBezTo>
                    <a:pt x="182378" y="443579"/>
                    <a:pt x="181620" y="444989"/>
                    <a:pt x="179672" y="444773"/>
                  </a:cubicBezTo>
                  <a:lnTo>
                    <a:pt x="164086" y="442716"/>
                  </a:lnTo>
                  <a:cubicBezTo>
                    <a:pt x="160081" y="442176"/>
                    <a:pt x="157159" y="447904"/>
                    <a:pt x="157700" y="447256"/>
                  </a:cubicBezTo>
                  <a:cubicBezTo>
                    <a:pt x="156618" y="449097"/>
                    <a:pt x="154344" y="449961"/>
                    <a:pt x="152613" y="449205"/>
                  </a:cubicBezTo>
                  <a:lnTo>
                    <a:pt x="117869" y="434175"/>
                  </a:lnTo>
                  <a:cubicBezTo>
                    <a:pt x="112349" y="431794"/>
                    <a:pt x="72518" y="405733"/>
                    <a:pt x="73059" y="406165"/>
                  </a:cubicBezTo>
                  <a:cubicBezTo>
                    <a:pt x="71436" y="405086"/>
                    <a:pt x="71111" y="402920"/>
                    <a:pt x="72302" y="401193"/>
                  </a:cubicBezTo>
                  <a:lnTo>
                    <a:pt x="77280" y="394272"/>
                  </a:lnTo>
                  <a:cubicBezTo>
                    <a:pt x="79661" y="391027"/>
                    <a:pt x="75548" y="388214"/>
                    <a:pt x="75982" y="388969"/>
                  </a:cubicBezTo>
                  <a:cubicBezTo>
                    <a:pt x="74358" y="387890"/>
                    <a:pt x="71760" y="387998"/>
                    <a:pt x="70137" y="389185"/>
                  </a:cubicBezTo>
                  <a:cubicBezTo>
                    <a:pt x="62344" y="394919"/>
                    <a:pt x="58664" y="398704"/>
                    <a:pt x="54442" y="397408"/>
                  </a:cubicBezTo>
                  <a:cubicBezTo>
                    <a:pt x="38857" y="392970"/>
                    <a:pt x="35826" y="391351"/>
                    <a:pt x="30956" y="391027"/>
                  </a:cubicBezTo>
                  <a:cubicBezTo>
                    <a:pt x="16019" y="390271"/>
                    <a:pt x="0" y="389839"/>
                    <a:pt x="0" y="389401"/>
                  </a:cubicBezTo>
                  <a:lnTo>
                    <a:pt x="0" y="1033577"/>
                  </a:lnTo>
                  <a:lnTo>
                    <a:pt x="15153" y="1038447"/>
                  </a:lnTo>
                  <a:lnTo>
                    <a:pt x="22297" y="1031526"/>
                  </a:lnTo>
                  <a:lnTo>
                    <a:pt x="36151" y="1040822"/>
                  </a:lnTo>
                  <a:lnTo>
                    <a:pt x="49572" y="1030332"/>
                  </a:lnTo>
                  <a:lnTo>
                    <a:pt x="69920" y="1031202"/>
                  </a:lnTo>
                  <a:lnTo>
                    <a:pt x="66890" y="1048938"/>
                  </a:lnTo>
                  <a:lnTo>
                    <a:pt x="123497" y="1097382"/>
                  </a:lnTo>
                  <a:lnTo>
                    <a:pt x="129775" y="1119118"/>
                  </a:lnTo>
                  <a:lnTo>
                    <a:pt x="163761" y="1101814"/>
                  </a:lnTo>
                  <a:lnTo>
                    <a:pt x="167008" y="1087755"/>
                  </a:lnTo>
                  <a:lnTo>
                    <a:pt x="177723" y="1082351"/>
                  </a:lnTo>
                  <a:lnTo>
                    <a:pt x="180213" y="1073696"/>
                  </a:lnTo>
                  <a:lnTo>
                    <a:pt x="204674" y="1064724"/>
                  </a:lnTo>
                  <a:lnTo>
                    <a:pt x="221234" y="1077589"/>
                  </a:lnTo>
                  <a:lnTo>
                    <a:pt x="224481" y="1097598"/>
                  </a:lnTo>
                  <a:lnTo>
                    <a:pt x="235955" y="1100519"/>
                  </a:lnTo>
                  <a:lnTo>
                    <a:pt x="250782" y="1121709"/>
                  </a:lnTo>
                  <a:lnTo>
                    <a:pt x="264096" y="1128846"/>
                  </a:lnTo>
                  <a:lnTo>
                    <a:pt x="283253" y="1145718"/>
                  </a:lnTo>
                  <a:lnTo>
                    <a:pt x="281847" y="1158043"/>
                  </a:lnTo>
                  <a:lnTo>
                    <a:pt x="295806" y="1166159"/>
                  </a:lnTo>
                  <a:lnTo>
                    <a:pt x="323193" y="1214603"/>
                  </a:lnTo>
                  <a:lnTo>
                    <a:pt x="322546" y="1226604"/>
                  </a:lnTo>
                  <a:lnTo>
                    <a:pt x="332718" y="1229741"/>
                  </a:lnTo>
                  <a:lnTo>
                    <a:pt x="331633" y="1240015"/>
                  </a:lnTo>
                  <a:lnTo>
                    <a:pt x="340402" y="1243800"/>
                  </a:lnTo>
                  <a:lnTo>
                    <a:pt x="342675" y="1255586"/>
                  </a:lnTo>
                  <a:lnTo>
                    <a:pt x="355985" y="1256341"/>
                  </a:lnTo>
                  <a:lnTo>
                    <a:pt x="382395" y="1269537"/>
                  </a:lnTo>
                  <a:lnTo>
                    <a:pt x="394631" y="1281214"/>
                  </a:lnTo>
                  <a:lnTo>
                    <a:pt x="404804" y="1281970"/>
                  </a:lnTo>
                  <a:lnTo>
                    <a:pt x="410106" y="1292892"/>
                  </a:lnTo>
                  <a:lnTo>
                    <a:pt x="404480" y="1311491"/>
                  </a:lnTo>
                  <a:lnTo>
                    <a:pt x="412055" y="1330306"/>
                  </a:lnTo>
                  <a:lnTo>
                    <a:pt x="382617" y="1362424"/>
                  </a:lnTo>
                  <a:cubicBezTo>
                    <a:pt x="384668" y="1363180"/>
                    <a:pt x="386725" y="1363720"/>
                    <a:pt x="388891" y="1363504"/>
                  </a:cubicBezTo>
                  <a:cubicBezTo>
                    <a:pt x="389760" y="1363612"/>
                    <a:pt x="396250" y="1361777"/>
                    <a:pt x="394085" y="1366101"/>
                  </a:cubicBezTo>
                  <a:cubicBezTo>
                    <a:pt x="393221" y="1368590"/>
                    <a:pt x="389106" y="1373130"/>
                    <a:pt x="391380" y="1377779"/>
                  </a:cubicBezTo>
                  <a:cubicBezTo>
                    <a:pt x="397228" y="1389679"/>
                    <a:pt x="398200" y="1393247"/>
                    <a:pt x="402530" y="1393679"/>
                  </a:cubicBezTo>
                  <a:cubicBezTo>
                    <a:pt x="403070" y="1393895"/>
                    <a:pt x="408372" y="1393247"/>
                    <a:pt x="408804" y="1397895"/>
                  </a:cubicBezTo>
                  <a:cubicBezTo>
                    <a:pt x="408804" y="1403083"/>
                    <a:pt x="411408" y="1409465"/>
                    <a:pt x="407617" y="1413358"/>
                  </a:cubicBezTo>
                  <a:cubicBezTo>
                    <a:pt x="406861" y="1414437"/>
                    <a:pt x="400905" y="1418438"/>
                    <a:pt x="405343" y="1420171"/>
                  </a:cubicBezTo>
                  <a:cubicBezTo>
                    <a:pt x="405883" y="1420495"/>
                    <a:pt x="410430" y="1421575"/>
                    <a:pt x="412919" y="1425359"/>
                  </a:cubicBezTo>
                  <a:cubicBezTo>
                    <a:pt x="420602" y="1436821"/>
                    <a:pt x="422660" y="1441799"/>
                    <a:pt x="425365" y="1437907"/>
                  </a:cubicBezTo>
                  <a:cubicBezTo>
                    <a:pt x="425911" y="1436929"/>
                    <a:pt x="429588" y="1433475"/>
                    <a:pt x="428832" y="1428604"/>
                  </a:cubicBezTo>
                  <a:lnTo>
                    <a:pt x="428616" y="1426985"/>
                  </a:lnTo>
                  <a:cubicBezTo>
                    <a:pt x="428292" y="1424927"/>
                    <a:pt x="429372" y="1424172"/>
                    <a:pt x="430997" y="1425251"/>
                  </a:cubicBezTo>
                  <a:cubicBezTo>
                    <a:pt x="431645" y="1425467"/>
                    <a:pt x="435106" y="1428928"/>
                    <a:pt x="438573" y="1426337"/>
                  </a:cubicBezTo>
                  <a:cubicBezTo>
                    <a:pt x="440084" y="1425143"/>
                    <a:pt x="441926" y="1425683"/>
                    <a:pt x="442796" y="1427525"/>
                  </a:cubicBezTo>
                  <a:lnTo>
                    <a:pt x="444199" y="1430877"/>
                  </a:lnTo>
                  <a:cubicBezTo>
                    <a:pt x="446041" y="1435094"/>
                    <a:pt x="451990" y="1436281"/>
                    <a:pt x="451343" y="1435957"/>
                  </a:cubicBezTo>
                  <a:cubicBezTo>
                    <a:pt x="454264" y="1436929"/>
                    <a:pt x="467256" y="1443526"/>
                    <a:pt x="469205" y="1449800"/>
                  </a:cubicBezTo>
                  <a:lnTo>
                    <a:pt x="476241" y="1472400"/>
                  </a:lnTo>
                  <a:cubicBezTo>
                    <a:pt x="477860" y="1477702"/>
                    <a:pt x="470609" y="1477702"/>
                    <a:pt x="473314" y="1482350"/>
                  </a:cubicBezTo>
                  <a:cubicBezTo>
                    <a:pt x="473860" y="1482998"/>
                    <a:pt x="475371" y="1487322"/>
                    <a:pt x="479594" y="1487970"/>
                  </a:cubicBezTo>
                  <a:lnTo>
                    <a:pt x="481112" y="1488186"/>
                  </a:lnTo>
                  <a:cubicBezTo>
                    <a:pt x="482947" y="1488408"/>
                    <a:pt x="483925" y="1490243"/>
                    <a:pt x="483385" y="1492193"/>
                  </a:cubicBezTo>
                  <a:cubicBezTo>
                    <a:pt x="482515" y="1494028"/>
                    <a:pt x="482191" y="1500302"/>
                    <a:pt x="477537" y="1501165"/>
                  </a:cubicBezTo>
                  <a:cubicBezTo>
                    <a:pt x="473638" y="1502353"/>
                    <a:pt x="463789" y="1501921"/>
                    <a:pt x="467472" y="1506246"/>
                  </a:cubicBezTo>
                  <a:cubicBezTo>
                    <a:pt x="470501" y="1509814"/>
                    <a:pt x="473530" y="1512951"/>
                    <a:pt x="475371" y="1517168"/>
                  </a:cubicBezTo>
                  <a:cubicBezTo>
                    <a:pt x="475803" y="1517822"/>
                    <a:pt x="477537" y="1525175"/>
                    <a:pt x="479918" y="1520952"/>
                  </a:cubicBezTo>
                  <a:cubicBezTo>
                    <a:pt x="483493" y="1515764"/>
                    <a:pt x="484896" y="1508195"/>
                    <a:pt x="490198" y="1508735"/>
                  </a:cubicBezTo>
                  <a:cubicBezTo>
                    <a:pt x="492472" y="1509274"/>
                    <a:pt x="500809" y="1508303"/>
                    <a:pt x="497558" y="1512303"/>
                  </a:cubicBezTo>
                  <a:cubicBezTo>
                    <a:pt x="494097" y="1517383"/>
                    <a:pt x="488033" y="1521060"/>
                    <a:pt x="489875" y="1526470"/>
                  </a:cubicBezTo>
                  <a:cubicBezTo>
                    <a:pt x="491716" y="1530147"/>
                    <a:pt x="492148" y="1537932"/>
                    <a:pt x="497018" y="1536853"/>
                  </a:cubicBezTo>
                  <a:lnTo>
                    <a:pt x="497774" y="1536637"/>
                  </a:lnTo>
                  <a:cubicBezTo>
                    <a:pt x="503946" y="1535227"/>
                    <a:pt x="495615" y="1545717"/>
                    <a:pt x="501781" y="1545285"/>
                  </a:cubicBezTo>
                  <a:cubicBezTo>
                    <a:pt x="502429" y="1545393"/>
                    <a:pt x="506975" y="1543990"/>
                    <a:pt x="508169" y="1548422"/>
                  </a:cubicBezTo>
                  <a:lnTo>
                    <a:pt x="508709" y="1550257"/>
                  </a:lnTo>
                  <a:cubicBezTo>
                    <a:pt x="510766" y="1558049"/>
                    <a:pt x="489335" y="1552099"/>
                    <a:pt x="494961" y="1558157"/>
                  </a:cubicBezTo>
                  <a:cubicBezTo>
                    <a:pt x="501781" y="1565618"/>
                    <a:pt x="505572" y="1570914"/>
                    <a:pt x="510226" y="1572101"/>
                  </a:cubicBezTo>
                  <a:cubicBezTo>
                    <a:pt x="528190" y="1576972"/>
                    <a:pt x="531658" y="1576756"/>
                    <a:pt x="532953" y="1581512"/>
                  </a:cubicBezTo>
                  <a:cubicBezTo>
                    <a:pt x="534039" y="1587678"/>
                    <a:pt x="538909" y="1596866"/>
                    <a:pt x="533709" y="1595463"/>
                  </a:cubicBezTo>
                  <a:cubicBezTo>
                    <a:pt x="511846" y="1589405"/>
                    <a:pt x="509248" y="1589297"/>
                    <a:pt x="505572" y="1586160"/>
                  </a:cubicBezTo>
                  <a:cubicBezTo>
                    <a:pt x="490853" y="1573403"/>
                    <a:pt x="489443" y="1571130"/>
                    <a:pt x="485328" y="1572540"/>
                  </a:cubicBezTo>
                  <a:cubicBezTo>
                    <a:pt x="471256" y="1577296"/>
                    <a:pt x="466386" y="1577835"/>
                    <a:pt x="469313" y="1581512"/>
                  </a:cubicBezTo>
                  <a:cubicBezTo>
                    <a:pt x="486954" y="1603032"/>
                    <a:pt x="488579" y="1603896"/>
                    <a:pt x="488579" y="1608652"/>
                  </a:cubicBezTo>
                  <a:cubicBezTo>
                    <a:pt x="488795" y="1610062"/>
                    <a:pt x="487277" y="1617415"/>
                    <a:pt x="491824" y="1616221"/>
                  </a:cubicBezTo>
                  <a:cubicBezTo>
                    <a:pt x="494313" y="1615897"/>
                    <a:pt x="499508" y="1612875"/>
                    <a:pt x="503406" y="1616113"/>
                  </a:cubicBezTo>
                  <a:cubicBezTo>
                    <a:pt x="533601" y="1641094"/>
                    <a:pt x="534471" y="1640770"/>
                    <a:pt x="535334" y="1645634"/>
                  </a:cubicBezTo>
                  <a:cubicBezTo>
                    <a:pt x="535982" y="1647584"/>
                    <a:pt x="535658" y="1655477"/>
                    <a:pt x="539881" y="1652880"/>
                  </a:cubicBezTo>
                  <a:lnTo>
                    <a:pt x="541398" y="1651908"/>
                  </a:lnTo>
                  <a:cubicBezTo>
                    <a:pt x="543018" y="1650937"/>
                    <a:pt x="545507" y="1651153"/>
                    <a:pt x="547025" y="1652340"/>
                  </a:cubicBezTo>
                  <a:cubicBezTo>
                    <a:pt x="574514" y="1675486"/>
                    <a:pt x="575168" y="1677861"/>
                    <a:pt x="578413" y="1674292"/>
                  </a:cubicBezTo>
                  <a:lnTo>
                    <a:pt x="579168" y="1673428"/>
                  </a:lnTo>
                  <a:cubicBezTo>
                    <a:pt x="580470" y="1672025"/>
                    <a:pt x="583067" y="1671263"/>
                    <a:pt x="584801" y="1671701"/>
                  </a:cubicBezTo>
                  <a:cubicBezTo>
                    <a:pt x="586636" y="1672673"/>
                    <a:pt x="594002" y="1672673"/>
                    <a:pt x="591945" y="1677429"/>
                  </a:cubicBezTo>
                  <a:cubicBezTo>
                    <a:pt x="591729" y="1678508"/>
                    <a:pt x="587938" y="1683703"/>
                    <a:pt x="591945" y="1685754"/>
                  </a:cubicBezTo>
                  <a:cubicBezTo>
                    <a:pt x="601031" y="1690192"/>
                    <a:pt x="639455" y="1711058"/>
                    <a:pt x="650066" y="1705547"/>
                  </a:cubicBezTo>
                  <a:cubicBezTo>
                    <a:pt x="650822" y="1704899"/>
                    <a:pt x="657102" y="1703165"/>
                    <a:pt x="653959" y="1699705"/>
                  </a:cubicBezTo>
                  <a:cubicBezTo>
                    <a:pt x="651908" y="1696784"/>
                    <a:pt x="644980" y="1692675"/>
                    <a:pt x="648872" y="1688891"/>
                  </a:cubicBezTo>
                  <a:cubicBezTo>
                    <a:pt x="650714" y="1686408"/>
                    <a:pt x="657642" y="1682731"/>
                    <a:pt x="653743" y="1679270"/>
                  </a:cubicBezTo>
                  <a:cubicBezTo>
                    <a:pt x="643678" y="1670399"/>
                    <a:pt x="641189" y="1667694"/>
                    <a:pt x="637074" y="1665859"/>
                  </a:cubicBezTo>
                  <a:cubicBezTo>
                    <a:pt x="628959" y="1662290"/>
                    <a:pt x="595513" y="1648879"/>
                    <a:pt x="597463" y="1639367"/>
                  </a:cubicBezTo>
                  <a:cubicBezTo>
                    <a:pt x="599088" y="1631144"/>
                    <a:pt x="579714" y="1615897"/>
                    <a:pt x="587398" y="1616437"/>
                  </a:cubicBezTo>
                  <a:cubicBezTo>
                    <a:pt x="596053" y="1616983"/>
                    <a:pt x="600060" y="1616659"/>
                    <a:pt x="603089" y="1620006"/>
                  </a:cubicBezTo>
                  <a:cubicBezTo>
                    <a:pt x="619110" y="1638173"/>
                    <a:pt x="621167" y="1642072"/>
                    <a:pt x="622571" y="1637417"/>
                  </a:cubicBezTo>
                  <a:lnTo>
                    <a:pt x="622571" y="1637094"/>
                  </a:lnTo>
                  <a:cubicBezTo>
                    <a:pt x="624736" y="1630172"/>
                    <a:pt x="632096" y="1644771"/>
                    <a:pt x="641081" y="1648231"/>
                  </a:cubicBezTo>
                  <a:cubicBezTo>
                    <a:pt x="659807" y="1655369"/>
                    <a:pt x="662620" y="1655693"/>
                    <a:pt x="664677" y="1660017"/>
                  </a:cubicBezTo>
                  <a:cubicBezTo>
                    <a:pt x="665973" y="1662075"/>
                    <a:pt x="667275" y="1668564"/>
                    <a:pt x="672037" y="1668564"/>
                  </a:cubicBezTo>
                  <a:cubicBezTo>
                    <a:pt x="672577" y="1668672"/>
                    <a:pt x="676692" y="1667047"/>
                    <a:pt x="679289" y="1670723"/>
                  </a:cubicBezTo>
                  <a:cubicBezTo>
                    <a:pt x="680476" y="1672349"/>
                    <a:pt x="681562" y="1674508"/>
                    <a:pt x="682642" y="1674508"/>
                  </a:cubicBezTo>
                  <a:lnTo>
                    <a:pt x="1708719" y="1674508"/>
                  </a:lnTo>
                  <a:lnTo>
                    <a:pt x="1731992" y="1688243"/>
                  </a:lnTo>
                  <a:lnTo>
                    <a:pt x="1767063" y="1701330"/>
                  </a:lnTo>
                  <a:lnTo>
                    <a:pt x="1784271" y="1695272"/>
                  </a:lnTo>
                  <a:lnTo>
                    <a:pt x="1811868" y="1701654"/>
                  </a:lnTo>
                  <a:lnTo>
                    <a:pt x="1816199" y="1716361"/>
                  </a:lnTo>
                  <a:lnTo>
                    <a:pt x="1841529" y="1714303"/>
                  </a:lnTo>
                  <a:lnTo>
                    <a:pt x="1844774" y="1724793"/>
                  </a:lnTo>
                  <a:lnTo>
                    <a:pt x="1861443" y="1724793"/>
                  </a:lnTo>
                  <a:lnTo>
                    <a:pt x="1866205" y="1714195"/>
                  </a:lnTo>
                  <a:lnTo>
                    <a:pt x="1880277" y="1710087"/>
                  </a:lnTo>
                  <a:lnTo>
                    <a:pt x="1884062" y="1721117"/>
                  </a:lnTo>
                  <a:lnTo>
                    <a:pt x="1903327" y="1718520"/>
                  </a:lnTo>
                  <a:lnTo>
                    <a:pt x="1912852" y="1728578"/>
                  </a:lnTo>
                  <a:cubicBezTo>
                    <a:pt x="1917075" y="1726743"/>
                    <a:pt x="1921730" y="1724578"/>
                    <a:pt x="1927140" y="1722088"/>
                  </a:cubicBezTo>
                  <a:cubicBezTo>
                    <a:pt x="1931147" y="1720253"/>
                    <a:pt x="1931363" y="1715821"/>
                    <a:pt x="1933420" y="1706950"/>
                  </a:cubicBezTo>
                  <a:cubicBezTo>
                    <a:pt x="1934715" y="1701438"/>
                    <a:pt x="1946406" y="1703165"/>
                    <a:pt x="1946406" y="1703165"/>
                  </a:cubicBezTo>
                  <a:cubicBezTo>
                    <a:pt x="1951600" y="1703057"/>
                    <a:pt x="1952578" y="1695704"/>
                    <a:pt x="1954959" y="1691596"/>
                  </a:cubicBezTo>
                  <a:cubicBezTo>
                    <a:pt x="1957017" y="1687055"/>
                    <a:pt x="1962319" y="1688783"/>
                    <a:pt x="1963722" y="1688567"/>
                  </a:cubicBezTo>
                  <a:cubicBezTo>
                    <a:pt x="1969031" y="1688783"/>
                    <a:pt x="1963938" y="1696891"/>
                    <a:pt x="1963075" y="1701222"/>
                  </a:cubicBezTo>
                  <a:cubicBezTo>
                    <a:pt x="1961557" y="1705978"/>
                    <a:pt x="1965564" y="1702626"/>
                    <a:pt x="1991758" y="1687379"/>
                  </a:cubicBezTo>
                  <a:cubicBezTo>
                    <a:pt x="1995872" y="1684998"/>
                    <a:pt x="1987967" y="1684782"/>
                    <a:pt x="1983204" y="1684134"/>
                  </a:cubicBezTo>
                  <a:cubicBezTo>
                    <a:pt x="1978988" y="1683595"/>
                    <a:pt x="1976822" y="1680350"/>
                    <a:pt x="1976175" y="1679810"/>
                  </a:cubicBezTo>
                  <a:cubicBezTo>
                    <a:pt x="1972708" y="1676133"/>
                    <a:pt x="1979851" y="1674076"/>
                    <a:pt x="1981045" y="1673105"/>
                  </a:cubicBezTo>
                  <a:cubicBezTo>
                    <a:pt x="1984938" y="1670831"/>
                    <a:pt x="1986887" y="1672781"/>
                    <a:pt x="2006045" y="1681753"/>
                  </a:cubicBezTo>
                  <a:cubicBezTo>
                    <a:pt x="2010484" y="1683810"/>
                    <a:pt x="2013945" y="1683487"/>
                    <a:pt x="2038735" y="1684998"/>
                  </a:cubicBezTo>
                  <a:cubicBezTo>
                    <a:pt x="2043605" y="1685214"/>
                    <a:pt x="2044685" y="1691596"/>
                    <a:pt x="2054210" y="1715929"/>
                  </a:cubicBezTo>
                  <a:cubicBezTo>
                    <a:pt x="2056051" y="1720685"/>
                    <a:pt x="2061678" y="1724038"/>
                    <a:pt x="2068173" y="1729118"/>
                  </a:cubicBezTo>
                  <a:cubicBezTo>
                    <a:pt x="2071958" y="1732039"/>
                    <a:pt x="2075533" y="1730851"/>
                    <a:pt x="2098260" y="1728794"/>
                  </a:cubicBezTo>
                  <a:cubicBezTo>
                    <a:pt x="2103676" y="1728362"/>
                    <a:pt x="2098260" y="1736903"/>
                    <a:pt x="2096317" y="1745018"/>
                  </a:cubicBezTo>
                  <a:cubicBezTo>
                    <a:pt x="2094907" y="1749450"/>
                    <a:pt x="2098152" y="1751070"/>
                    <a:pt x="2109411" y="1761344"/>
                  </a:cubicBezTo>
                  <a:cubicBezTo>
                    <a:pt x="2113525" y="1765021"/>
                    <a:pt x="2108223" y="1770971"/>
                    <a:pt x="2106489" y="1776590"/>
                  </a:cubicBezTo>
                  <a:cubicBezTo>
                    <a:pt x="2104216" y="1781785"/>
                    <a:pt x="2112331" y="1782540"/>
                    <a:pt x="2116338" y="1785029"/>
                  </a:cubicBezTo>
                  <a:cubicBezTo>
                    <a:pt x="2120237" y="1786757"/>
                    <a:pt x="2119043" y="1790218"/>
                    <a:pt x="2117418" y="1804924"/>
                  </a:cubicBezTo>
                  <a:cubicBezTo>
                    <a:pt x="2117310" y="1806112"/>
                    <a:pt x="2116986" y="1806981"/>
                    <a:pt x="2116230" y="1807521"/>
                  </a:cubicBezTo>
                  <a:lnTo>
                    <a:pt x="2116986" y="1808601"/>
                  </a:lnTo>
                  <a:lnTo>
                    <a:pt x="2130950" y="1826552"/>
                  </a:lnTo>
                  <a:cubicBezTo>
                    <a:pt x="2131597" y="1826120"/>
                    <a:pt x="2131813" y="1825365"/>
                    <a:pt x="2131813" y="1824279"/>
                  </a:cubicBezTo>
                  <a:cubicBezTo>
                    <a:pt x="2132467" y="1819091"/>
                    <a:pt x="2129870" y="1811090"/>
                    <a:pt x="2135172" y="1811522"/>
                  </a:cubicBezTo>
                  <a:lnTo>
                    <a:pt x="2184417" y="1815846"/>
                  </a:lnTo>
                  <a:cubicBezTo>
                    <a:pt x="2190265" y="1816386"/>
                    <a:pt x="2253905" y="1830984"/>
                    <a:pt x="2253365" y="1830876"/>
                  </a:cubicBezTo>
                  <a:cubicBezTo>
                    <a:pt x="2255206" y="1831308"/>
                    <a:pt x="2257588" y="1832826"/>
                    <a:pt x="2258559" y="1834337"/>
                  </a:cubicBezTo>
                  <a:lnTo>
                    <a:pt x="2291789" y="1880946"/>
                  </a:lnTo>
                  <a:cubicBezTo>
                    <a:pt x="2292868" y="1882458"/>
                    <a:pt x="2292221" y="1883537"/>
                    <a:pt x="2290379" y="1883429"/>
                  </a:cubicBezTo>
                  <a:lnTo>
                    <a:pt x="2282588" y="1882781"/>
                  </a:lnTo>
                  <a:cubicBezTo>
                    <a:pt x="2280746" y="1882674"/>
                    <a:pt x="2280098" y="1883753"/>
                    <a:pt x="2281178" y="1885271"/>
                  </a:cubicBezTo>
                  <a:lnTo>
                    <a:pt x="2283451" y="1888407"/>
                  </a:lnTo>
                  <a:cubicBezTo>
                    <a:pt x="2284537" y="1889919"/>
                    <a:pt x="2284753" y="1892408"/>
                    <a:pt x="2283889" y="1894027"/>
                  </a:cubicBezTo>
                  <a:lnTo>
                    <a:pt x="2281508" y="1898460"/>
                  </a:lnTo>
                  <a:cubicBezTo>
                    <a:pt x="2280638" y="1900085"/>
                    <a:pt x="2278581" y="1900625"/>
                    <a:pt x="2276962" y="1899761"/>
                  </a:cubicBezTo>
                  <a:lnTo>
                    <a:pt x="2260940" y="1890566"/>
                  </a:lnTo>
                  <a:cubicBezTo>
                    <a:pt x="2257588" y="1888623"/>
                    <a:pt x="2252825" y="1890566"/>
                    <a:pt x="2253365" y="1890459"/>
                  </a:cubicBezTo>
                  <a:cubicBezTo>
                    <a:pt x="2251631" y="1890998"/>
                    <a:pt x="2249898" y="1890027"/>
                    <a:pt x="2249466" y="1888192"/>
                  </a:cubicBezTo>
                  <a:lnTo>
                    <a:pt x="2248602" y="1884083"/>
                  </a:lnTo>
                  <a:cubicBezTo>
                    <a:pt x="2248171" y="1882350"/>
                    <a:pt x="2246977" y="1879645"/>
                    <a:pt x="2245681" y="1878241"/>
                  </a:cubicBezTo>
                  <a:cubicBezTo>
                    <a:pt x="2236696" y="1867643"/>
                    <a:pt x="2235071" y="1864290"/>
                    <a:pt x="2230524" y="1864506"/>
                  </a:cubicBezTo>
                  <a:cubicBezTo>
                    <a:pt x="2226955" y="1865046"/>
                    <a:pt x="2217646" y="1863535"/>
                    <a:pt x="2220891" y="1867535"/>
                  </a:cubicBezTo>
                  <a:cubicBezTo>
                    <a:pt x="2228905" y="1877270"/>
                    <a:pt x="2233236" y="1881054"/>
                    <a:pt x="2233667" y="1885810"/>
                  </a:cubicBezTo>
                  <a:cubicBezTo>
                    <a:pt x="2233667" y="1888300"/>
                    <a:pt x="2235394" y="1893164"/>
                    <a:pt x="2232689" y="1897056"/>
                  </a:cubicBezTo>
                  <a:cubicBezTo>
                    <a:pt x="2220891" y="1913820"/>
                    <a:pt x="2218726" y="1915655"/>
                    <a:pt x="2218726" y="1920088"/>
                  </a:cubicBezTo>
                  <a:cubicBezTo>
                    <a:pt x="2218948" y="1947990"/>
                    <a:pt x="2220027" y="1950263"/>
                    <a:pt x="2216021" y="1952530"/>
                  </a:cubicBezTo>
                  <a:cubicBezTo>
                    <a:pt x="2212128" y="1954803"/>
                    <a:pt x="2208121" y="1956530"/>
                    <a:pt x="2206172" y="1960315"/>
                  </a:cubicBezTo>
                  <a:cubicBezTo>
                    <a:pt x="2205740" y="1960861"/>
                    <a:pt x="2204330" y="1965833"/>
                    <a:pt x="2199898" y="1965941"/>
                  </a:cubicBezTo>
                  <a:cubicBezTo>
                    <a:pt x="2196539" y="1965617"/>
                    <a:pt x="2191129" y="1967128"/>
                    <a:pt x="2188963" y="1964969"/>
                  </a:cubicBezTo>
                  <a:lnTo>
                    <a:pt x="2162985" y="2006060"/>
                  </a:lnTo>
                  <a:lnTo>
                    <a:pt x="2163747" y="2007032"/>
                  </a:lnTo>
                  <a:cubicBezTo>
                    <a:pt x="2164503" y="2006816"/>
                    <a:pt x="2165259" y="2006924"/>
                    <a:pt x="2166129" y="2007248"/>
                  </a:cubicBezTo>
                  <a:cubicBezTo>
                    <a:pt x="2185172" y="2014277"/>
                    <a:pt x="2187554" y="2016119"/>
                    <a:pt x="2188963" y="2012118"/>
                  </a:cubicBezTo>
                  <a:cubicBezTo>
                    <a:pt x="2189395" y="2011248"/>
                    <a:pt x="2190265" y="2006600"/>
                    <a:pt x="2194050" y="2004327"/>
                  </a:cubicBezTo>
                  <a:cubicBezTo>
                    <a:pt x="2230854" y="1981727"/>
                    <a:pt x="2230092" y="1981187"/>
                    <a:pt x="2234639" y="1981835"/>
                  </a:cubicBezTo>
                  <a:cubicBezTo>
                    <a:pt x="2265055" y="1986159"/>
                    <a:pt x="2266782" y="1987461"/>
                    <a:pt x="2269056" y="1983677"/>
                  </a:cubicBezTo>
                  <a:cubicBezTo>
                    <a:pt x="2269056" y="1983677"/>
                    <a:pt x="2272739" y="1974806"/>
                    <a:pt x="2277717" y="1974158"/>
                  </a:cubicBezTo>
                  <a:cubicBezTo>
                    <a:pt x="2308997" y="1970265"/>
                    <a:pt x="2322529" y="1968430"/>
                    <a:pt x="2326314" y="1968970"/>
                  </a:cubicBezTo>
                  <a:lnTo>
                    <a:pt x="2322421" y="1956098"/>
                  </a:lnTo>
                  <a:cubicBezTo>
                    <a:pt x="2310947" y="1956314"/>
                    <a:pt x="2305968" y="1956746"/>
                    <a:pt x="2291573" y="1953724"/>
                  </a:cubicBezTo>
                  <a:cubicBezTo>
                    <a:pt x="2287134" y="1952854"/>
                    <a:pt x="2290271" y="1949177"/>
                    <a:pt x="2297091" y="1939125"/>
                  </a:cubicBezTo>
                  <a:cubicBezTo>
                    <a:pt x="2299796" y="1935233"/>
                    <a:pt x="2306724" y="1936744"/>
                    <a:pt x="2306724" y="1936744"/>
                  </a:cubicBezTo>
                  <a:cubicBezTo>
                    <a:pt x="2311163" y="1936960"/>
                    <a:pt x="2313004" y="1934039"/>
                    <a:pt x="2321767" y="1926362"/>
                  </a:cubicBezTo>
                  <a:cubicBezTo>
                    <a:pt x="2325234" y="1923225"/>
                    <a:pt x="2326098" y="1923872"/>
                    <a:pt x="2366903" y="1918145"/>
                  </a:cubicBezTo>
                  <a:cubicBezTo>
                    <a:pt x="2371665" y="1917497"/>
                    <a:pt x="2376752" y="1920526"/>
                    <a:pt x="2387471" y="1925174"/>
                  </a:cubicBezTo>
                  <a:cubicBezTo>
                    <a:pt x="2391579" y="1926901"/>
                    <a:pt x="2393528" y="1923980"/>
                    <a:pt x="2405759" y="1913496"/>
                  </a:cubicBezTo>
                  <a:cubicBezTo>
                    <a:pt x="2409550" y="1910251"/>
                    <a:pt x="2414744" y="1911547"/>
                    <a:pt x="2417557" y="1911331"/>
                  </a:cubicBezTo>
                  <a:cubicBezTo>
                    <a:pt x="2418859" y="1911331"/>
                    <a:pt x="2419722" y="1908734"/>
                    <a:pt x="2420478" y="1909604"/>
                  </a:cubicBezTo>
                  <a:lnTo>
                    <a:pt x="2476117" y="1870240"/>
                  </a:lnTo>
                  <a:lnTo>
                    <a:pt x="2602748" y="1870240"/>
                  </a:lnTo>
                  <a:lnTo>
                    <a:pt x="2608267" y="1857693"/>
                  </a:lnTo>
                  <a:lnTo>
                    <a:pt x="2624287" y="1863103"/>
                  </a:lnTo>
                  <a:lnTo>
                    <a:pt x="2629050" y="1851425"/>
                  </a:lnTo>
                  <a:lnTo>
                    <a:pt x="2648856" y="1835741"/>
                  </a:lnTo>
                  <a:lnTo>
                    <a:pt x="2647344" y="1820602"/>
                  </a:lnTo>
                  <a:lnTo>
                    <a:pt x="2655892" y="1809140"/>
                  </a:lnTo>
                  <a:lnTo>
                    <a:pt x="2657625" y="1795621"/>
                  </a:lnTo>
                  <a:lnTo>
                    <a:pt x="2687387" y="1755718"/>
                  </a:lnTo>
                  <a:lnTo>
                    <a:pt x="2693668" y="1760049"/>
                  </a:lnTo>
                  <a:lnTo>
                    <a:pt x="2694969" y="1767942"/>
                  </a:lnTo>
                  <a:lnTo>
                    <a:pt x="2700811" y="1772806"/>
                  </a:lnTo>
                  <a:lnTo>
                    <a:pt x="2722459" y="1761344"/>
                  </a:lnTo>
                  <a:lnTo>
                    <a:pt x="2740423" y="1777022"/>
                  </a:lnTo>
                  <a:lnTo>
                    <a:pt x="2743782" y="1844936"/>
                  </a:lnTo>
                  <a:lnTo>
                    <a:pt x="2759581" y="1847533"/>
                  </a:lnTo>
                  <a:lnTo>
                    <a:pt x="2759581" y="1865262"/>
                  </a:lnTo>
                  <a:lnTo>
                    <a:pt x="2763911" y="1866887"/>
                  </a:lnTo>
                  <a:lnTo>
                    <a:pt x="2765105" y="1874888"/>
                  </a:lnTo>
                  <a:cubicBezTo>
                    <a:pt x="2764997" y="1874241"/>
                    <a:pt x="2765753" y="1873161"/>
                    <a:pt x="2766616" y="1872399"/>
                  </a:cubicBezTo>
                  <a:lnTo>
                    <a:pt x="2769544" y="1869377"/>
                  </a:lnTo>
                  <a:cubicBezTo>
                    <a:pt x="2772357" y="1866672"/>
                    <a:pt x="2775925" y="1870672"/>
                    <a:pt x="2775386" y="1870348"/>
                  </a:cubicBezTo>
                  <a:cubicBezTo>
                    <a:pt x="2776795" y="1871536"/>
                    <a:pt x="2779285" y="1872291"/>
                    <a:pt x="2781120" y="1871967"/>
                  </a:cubicBezTo>
                  <a:lnTo>
                    <a:pt x="2796925" y="1868615"/>
                  </a:lnTo>
                  <a:cubicBezTo>
                    <a:pt x="2800494" y="1867859"/>
                    <a:pt x="2801148" y="1863211"/>
                    <a:pt x="2800932" y="1863750"/>
                  </a:cubicBezTo>
                  <a:cubicBezTo>
                    <a:pt x="2801256" y="1861915"/>
                    <a:pt x="2802767" y="1861153"/>
                    <a:pt x="2804500" y="1862023"/>
                  </a:cubicBezTo>
                  <a:cubicBezTo>
                    <a:pt x="2805478" y="1862347"/>
                    <a:pt x="2809587" y="1865808"/>
                    <a:pt x="2813594" y="1863643"/>
                  </a:cubicBezTo>
                  <a:lnTo>
                    <a:pt x="2843032" y="1847856"/>
                  </a:lnTo>
                  <a:cubicBezTo>
                    <a:pt x="2851154" y="1843418"/>
                    <a:pt x="2852989" y="1832388"/>
                    <a:pt x="2859269" y="1834445"/>
                  </a:cubicBezTo>
                  <a:lnTo>
                    <a:pt x="2866629" y="1836827"/>
                  </a:lnTo>
                  <a:cubicBezTo>
                    <a:pt x="2875068" y="1839525"/>
                    <a:pt x="2842493" y="1852073"/>
                    <a:pt x="2849636" y="1856613"/>
                  </a:cubicBezTo>
                  <a:cubicBezTo>
                    <a:pt x="2850284" y="1856829"/>
                    <a:pt x="2853097" y="1861585"/>
                    <a:pt x="2856996" y="1859966"/>
                  </a:cubicBezTo>
                  <a:cubicBezTo>
                    <a:pt x="2860241" y="1858563"/>
                    <a:pt x="2863600" y="1858886"/>
                    <a:pt x="2867708" y="1858886"/>
                  </a:cubicBezTo>
                  <a:lnTo>
                    <a:pt x="2898449" y="1858886"/>
                  </a:lnTo>
                  <a:cubicBezTo>
                    <a:pt x="2902887" y="1858886"/>
                    <a:pt x="2902887" y="1862563"/>
                    <a:pt x="2898449" y="1863211"/>
                  </a:cubicBezTo>
                  <a:cubicBezTo>
                    <a:pt x="2893794" y="1863858"/>
                    <a:pt x="2889902" y="1863211"/>
                    <a:pt x="2886111" y="1865046"/>
                  </a:cubicBezTo>
                  <a:cubicBezTo>
                    <a:pt x="2878967" y="1867751"/>
                    <a:pt x="2873665" y="1872723"/>
                    <a:pt x="2869766" y="1868831"/>
                  </a:cubicBezTo>
                  <a:cubicBezTo>
                    <a:pt x="2869118" y="1868507"/>
                    <a:pt x="2867169" y="1865808"/>
                    <a:pt x="2863600" y="1866132"/>
                  </a:cubicBezTo>
                  <a:cubicBezTo>
                    <a:pt x="2857320" y="1866887"/>
                    <a:pt x="2852881" y="1866887"/>
                    <a:pt x="2849097" y="1869262"/>
                  </a:cubicBezTo>
                  <a:cubicBezTo>
                    <a:pt x="2808831" y="1894675"/>
                    <a:pt x="2808615" y="1893811"/>
                    <a:pt x="2806774" y="1898136"/>
                  </a:cubicBezTo>
                  <a:cubicBezTo>
                    <a:pt x="2803961" y="1904518"/>
                    <a:pt x="2801472" y="1909058"/>
                    <a:pt x="2801472" y="1913496"/>
                  </a:cubicBezTo>
                  <a:cubicBezTo>
                    <a:pt x="2801472" y="1928851"/>
                    <a:pt x="2800500" y="1932096"/>
                    <a:pt x="2804824" y="1932635"/>
                  </a:cubicBezTo>
                  <a:cubicBezTo>
                    <a:pt x="2806774" y="1933175"/>
                    <a:pt x="2812292" y="1932527"/>
                    <a:pt x="2814781" y="1936528"/>
                  </a:cubicBezTo>
                  <a:cubicBezTo>
                    <a:pt x="2817378" y="1939557"/>
                    <a:pt x="2819004" y="1946148"/>
                    <a:pt x="2824090" y="1945176"/>
                  </a:cubicBezTo>
                  <a:cubicBezTo>
                    <a:pt x="2825608" y="1944637"/>
                    <a:pt x="2831126" y="1944853"/>
                    <a:pt x="2832752" y="1940528"/>
                  </a:cubicBezTo>
                  <a:cubicBezTo>
                    <a:pt x="2833939" y="1938471"/>
                    <a:pt x="2834485" y="1931556"/>
                    <a:pt x="2839356" y="1932527"/>
                  </a:cubicBezTo>
                  <a:cubicBezTo>
                    <a:pt x="2840219" y="1932527"/>
                    <a:pt x="2844226" y="1934362"/>
                    <a:pt x="2847471" y="1931441"/>
                  </a:cubicBezTo>
                  <a:cubicBezTo>
                    <a:pt x="2870636" y="1909820"/>
                    <a:pt x="2872255" y="1909382"/>
                    <a:pt x="2872255" y="1904949"/>
                  </a:cubicBezTo>
                  <a:cubicBezTo>
                    <a:pt x="2872801" y="1901057"/>
                    <a:pt x="2870528" y="1894243"/>
                    <a:pt x="2875506" y="1892948"/>
                  </a:cubicBezTo>
                  <a:cubicBezTo>
                    <a:pt x="2878103" y="1892624"/>
                    <a:pt x="2884053" y="1889055"/>
                    <a:pt x="2885895" y="1893380"/>
                  </a:cubicBezTo>
                  <a:cubicBezTo>
                    <a:pt x="2886543" y="1895005"/>
                    <a:pt x="2888600" y="1896732"/>
                    <a:pt x="2890333" y="1897164"/>
                  </a:cubicBezTo>
                  <a:lnTo>
                    <a:pt x="2896283" y="1899329"/>
                  </a:lnTo>
                  <a:cubicBezTo>
                    <a:pt x="2898017" y="1899869"/>
                    <a:pt x="2897585" y="1898682"/>
                    <a:pt x="2897585" y="1896840"/>
                  </a:cubicBezTo>
                  <a:lnTo>
                    <a:pt x="2897585" y="1893164"/>
                  </a:lnTo>
                  <a:cubicBezTo>
                    <a:pt x="2897585" y="1891329"/>
                    <a:pt x="2900938" y="1889703"/>
                    <a:pt x="2902887" y="1889487"/>
                  </a:cubicBezTo>
                  <a:lnTo>
                    <a:pt x="2922369" y="1887652"/>
                  </a:lnTo>
                  <a:cubicBezTo>
                    <a:pt x="2927671" y="1887106"/>
                    <a:pt x="2943153" y="1878673"/>
                    <a:pt x="2942505" y="1878997"/>
                  </a:cubicBezTo>
                  <a:cubicBezTo>
                    <a:pt x="2946290" y="1877054"/>
                    <a:pt x="2952354" y="1877485"/>
                    <a:pt x="2951808" y="1877485"/>
                  </a:cubicBezTo>
                  <a:cubicBezTo>
                    <a:pt x="2953649" y="1877485"/>
                    <a:pt x="2956570" y="1876730"/>
                    <a:pt x="2958304" y="1875860"/>
                  </a:cubicBezTo>
                  <a:cubicBezTo>
                    <a:pt x="2965340" y="1871967"/>
                    <a:pt x="2969346" y="1869154"/>
                    <a:pt x="2973893" y="1869154"/>
                  </a:cubicBezTo>
                  <a:cubicBezTo>
                    <a:pt x="2985799" y="1869154"/>
                    <a:pt x="2989152" y="1869916"/>
                    <a:pt x="2991641" y="1866456"/>
                  </a:cubicBezTo>
                  <a:cubicBezTo>
                    <a:pt x="2992727" y="1864398"/>
                    <a:pt x="2998677" y="1858994"/>
                    <a:pt x="2993807" y="1858563"/>
                  </a:cubicBezTo>
                  <a:cubicBezTo>
                    <a:pt x="2982116" y="1857369"/>
                    <a:pt x="2976490" y="1857693"/>
                    <a:pt x="2979843" y="1854670"/>
                  </a:cubicBezTo>
                  <a:cubicBezTo>
                    <a:pt x="2986231" y="1848720"/>
                    <a:pt x="2988073" y="1846339"/>
                    <a:pt x="2992073" y="1846771"/>
                  </a:cubicBezTo>
                  <a:cubicBezTo>
                    <a:pt x="3003547" y="1847964"/>
                    <a:pt x="3009282" y="1849368"/>
                    <a:pt x="3013396" y="1846987"/>
                  </a:cubicBezTo>
                  <a:lnTo>
                    <a:pt x="3041756" y="1830661"/>
                  </a:lnTo>
                  <a:cubicBezTo>
                    <a:pt x="3045000" y="1828819"/>
                    <a:pt x="3040670" y="1826228"/>
                    <a:pt x="3041108" y="1826768"/>
                  </a:cubicBezTo>
                  <a:cubicBezTo>
                    <a:pt x="3037857" y="1824819"/>
                    <a:pt x="3038072" y="1819954"/>
                    <a:pt x="3038181" y="1820494"/>
                  </a:cubicBezTo>
                  <a:cubicBezTo>
                    <a:pt x="3038181" y="1818659"/>
                    <a:pt x="3036669" y="1817249"/>
                    <a:pt x="3034936" y="1816818"/>
                  </a:cubicBezTo>
                  <a:lnTo>
                    <a:pt x="3016857" y="1813249"/>
                  </a:lnTo>
                  <a:cubicBezTo>
                    <a:pt x="3015022" y="1812925"/>
                    <a:pt x="3014260" y="1811090"/>
                    <a:pt x="3015130" y="1809356"/>
                  </a:cubicBezTo>
                  <a:lnTo>
                    <a:pt x="3018807" y="1801787"/>
                  </a:lnTo>
                  <a:cubicBezTo>
                    <a:pt x="3021188" y="1796923"/>
                    <a:pt x="3020972" y="1786973"/>
                    <a:pt x="3020972" y="1787620"/>
                  </a:cubicBezTo>
                  <a:cubicBezTo>
                    <a:pt x="3021296" y="1782109"/>
                    <a:pt x="3015778" y="1785461"/>
                    <a:pt x="3015346" y="1779943"/>
                  </a:cubicBezTo>
                  <a:cubicBezTo>
                    <a:pt x="3015130" y="1779296"/>
                    <a:pt x="3015454" y="1773669"/>
                    <a:pt x="3012425" y="1776806"/>
                  </a:cubicBezTo>
                  <a:cubicBezTo>
                    <a:pt x="2998677" y="1790433"/>
                    <a:pt x="2993267" y="1794542"/>
                    <a:pt x="2992505" y="1799844"/>
                  </a:cubicBezTo>
                  <a:cubicBezTo>
                    <a:pt x="2992181" y="1801032"/>
                    <a:pt x="2992289" y="1806219"/>
                    <a:pt x="2989260" y="1809896"/>
                  </a:cubicBezTo>
                  <a:cubicBezTo>
                    <a:pt x="2977246" y="1824495"/>
                    <a:pt x="2974972" y="1824927"/>
                    <a:pt x="2975728" y="1829149"/>
                  </a:cubicBezTo>
                  <a:cubicBezTo>
                    <a:pt x="2975944" y="1833150"/>
                    <a:pt x="2979303" y="1839417"/>
                    <a:pt x="2974757" y="1841798"/>
                  </a:cubicBezTo>
                  <a:cubicBezTo>
                    <a:pt x="2971944" y="1842770"/>
                    <a:pt x="2966749" y="1847964"/>
                    <a:pt x="2964152" y="1843634"/>
                  </a:cubicBezTo>
                  <a:cubicBezTo>
                    <a:pt x="2961663" y="1840395"/>
                    <a:pt x="2959930" y="1832604"/>
                    <a:pt x="2955599" y="1835525"/>
                  </a:cubicBezTo>
                  <a:cubicBezTo>
                    <a:pt x="2942397" y="1844396"/>
                    <a:pt x="2939902" y="1847310"/>
                    <a:pt x="2936549" y="1844288"/>
                  </a:cubicBezTo>
                  <a:cubicBezTo>
                    <a:pt x="2935793" y="1843634"/>
                    <a:pt x="2932980" y="1840179"/>
                    <a:pt x="2928649" y="1839093"/>
                  </a:cubicBezTo>
                  <a:cubicBezTo>
                    <a:pt x="2922585" y="1837582"/>
                    <a:pt x="2918477" y="1835849"/>
                    <a:pt x="2914254" y="1837366"/>
                  </a:cubicBezTo>
                  <a:cubicBezTo>
                    <a:pt x="2912844" y="1837690"/>
                    <a:pt x="2908514" y="1840287"/>
                    <a:pt x="2904189" y="1838662"/>
                  </a:cubicBezTo>
                  <a:cubicBezTo>
                    <a:pt x="2883082" y="1830229"/>
                    <a:pt x="2878967" y="1829689"/>
                    <a:pt x="2882326" y="1826552"/>
                  </a:cubicBezTo>
                  <a:cubicBezTo>
                    <a:pt x="2882758" y="1825905"/>
                    <a:pt x="2888384" y="1822120"/>
                    <a:pt x="2884053" y="1821034"/>
                  </a:cubicBezTo>
                  <a:cubicBezTo>
                    <a:pt x="2863276" y="1816170"/>
                    <a:pt x="2859377" y="1816602"/>
                    <a:pt x="2858406" y="1811738"/>
                  </a:cubicBezTo>
                  <a:cubicBezTo>
                    <a:pt x="2857320" y="1806112"/>
                    <a:pt x="2856564" y="1796707"/>
                    <a:pt x="2852665" y="1793570"/>
                  </a:cubicBezTo>
                  <a:cubicBezTo>
                    <a:pt x="2851694" y="1792491"/>
                    <a:pt x="2845521" y="1789678"/>
                    <a:pt x="2848881" y="1786109"/>
                  </a:cubicBezTo>
                  <a:cubicBezTo>
                    <a:pt x="2849312" y="1785461"/>
                    <a:pt x="2852557" y="1783080"/>
                    <a:pt x="2852233" y="1778864"/>
                  </a:cubicBezTo>
                  <a:cubicBezTo>
                    <a:pt x="2852125" y="1777022"/>
                    <a:pt x="2850500" y="1775511"/>
                    <a:pt x="2848550" y="1775511"/>
                  </a:cubicBezTo>
                  <a:lnTo>
                    <a:pt x="2837946" y="1775511"/>
                  </a:lnTo>
                  <a:cubicBezTo>
                    <a:pt x="2836105" y="1775727"/>
                    <a:pt x="2835781" y="1774647"/>
                    <a:pt x="2837190" y="1773346"/>
                  </a:cubicBezTo>
                  <a:lnTo>
                    <a:pt x="2843140" y="1767834"/>
                  </a:lnTo>
                  <a:cubicBezTo>
                    <a:pt x="2848773" y="1762639"/>
                    <a:pt x="2848227" y="1752587"/>
                    <a:pt x="2853967" y="1748365"/>
                  </a:cubicBezTo>
                  <a:lnTo>
                    <a:pt x="2862622" y="1741989"/>
                  </a:lnTo>
                  <a:cubicBezTo>
                    <a:pt x="2865765" y="1739608"/>
                    <a:pt x="2873988" y="1725873"/>
                    <a:pt x="2868147" y="1725873"/>
                  </a:cubicBezTo>
                  <a:cubicBezTo>
                    <a:pt x="2867600" y="1725873"/>
                    <a:pt x="2863054" y="1725117"/>
                    <a:pt x="2860025" y="1728362"/>
                  </a:cubicBezTo>
                  <a:cubicBezTo>
                    <a:pt x="2857860" y="1730312"/>
                    <a:pt x="2855155" y="1735392"/>
                    <a:pt x="2850284" y="1735715"/>
                  </a:cubicBezTo>
                  <a:lnTo>
                    <a:pt x="2841299" y="1736471"/>
                  </a:lnTo>
                  <a:cubicBezTo>
                    <a:pt x="2831234" y="1737227"/>
                    <a:pt x="2823227" y="1749127"/>
                    <a:pt x="2819220" y="1743069"/>
                  </a:cubicBezTo>
                  <a:cubicBezTo>
                    <a:pt x="2816299" y="1738636"/>
                    <a:pt x="2814025" y="1734204"/>
                    <a:pt x="2809911" y="1732687"/>
                  </a:cubicBezTo>
                  <a:cubicBezTo>
                    <a:pt x="2794112" y="1726851"/>
                    <a:pt x="2787724" y="1725549"/>
                    <a:pt x="2792055" y="1723606"/>
                  </a:cubicBezTo>
                  <a:cubicBezTo>
                    <a:pt x="2805802" y="1717548"/>
                    <a:pt x="2808184" y="1715605"/>
                    <a:pt x="2812076" y="1717656"/>
                  </a:cubicBezTo>
                  <a:cubicBezTo>
                    <a:pt x="2827881" y="1725549"/>
                    <a:pt x="2830047" y="1727498"/>
                    <a:pt x="2833939" y="1725441"/>
                  </a:cubicBezTo>
                  <a:lnTo>
                    <a:pt x="2849420" y="1717008"/>
                  </a:lnTo>
                  <a:cubicBezTo>
                    <a:pt x="2853313" y="1714951"/>
                    <a:pt x="2856564" y="1709223"/>
                    <a:pt x="2856024" y="1709871"/>
                  </a:cubicBezTo>
                  <a:cubicBezTo>
                    <a:pt x="2858622" y="1705870"/>
                    <a:pt x="2865219" y="1707058"/>
                    <a:pt x="2864571" y="1707166"/>
                  </a:cubicBezTo>
                  <a:cubicBezTo>
                    <a:pt x="2868686" y="1707382"/>
                    <a:pt x="2872255" y="1702410"/>
                    <a:pt x="2871715" y="1702841"/>
                  </a:cubicBezTo>
                  <a:cubicBezTo>
                    <a:pt x="2873017" y="1701330"/>
                    <a:pt x="2873341" y="1698625"/>
                    <a:pt x="2872585" y="1696784"/>
                  </a:cubicBezTo>
                  <a:cubicBezTo>
                    <a:pt x="2871607" y="1693761"/>
                    <a:pt x="2866305" y="1685754"/>
                    <a:pt x="2871175" y="1687163"/>
                  </a:cubicBezTo>
                  <a:lnTo>
                    <a:pt x="2874096" y="1688027"/>
                  </a:lnTo>
                  <a:cubicBezTo>
                    <a:pt x="2877672" y="1689106"/>
                    <a:pt x="2877125" y="1683918"/>
                    <a:pt x="2876910" y="1684566"/>
                  </a:cubicBezTo>
                  <a:cubicBezTo>
                    <a:pt x="2876802" y="1682515"/>
                    <a:pt x="2875506" y="1679810"/>
                    <a:pt x="2874096" y="1678400"/>
                  </a:cubicBezTo>
                  <a:lnTo>
                    <a:pt x="2867823" y="1672025"/>
                  </a:lnTo>
                  <a:cubicBezTo>
                    <a:pt x="2864787" y="1668996"/>
                    <a:pt x="2852449" y="1662722"/>
                    <a:pt x="2846499" y="1662614"/>
                  </a:cubicBezTo>
                  <a:lnTo>
                    <a:pt x="2810127" y="1662183"/>
                  </a:lnTo>
                  <a:cubicBezTo>
                    <a:pt x="2804716" y="1662183"/>
                    <a:pt x="2785127" y="1667916"/>
                    <a:pt x="2785774" y="1667694"/>
                  </a:cubicBezTo>
                  <a:cubicBezTo>
                    <a:pt x="2780040" y="1669212"/>
                    <a:pt x="2733501" y="1691704"/>
                    <a:pt x="2734041" y="1691488"/>
                  </a:cubicBezTo>
                  <a:cubicBezTo>
                    <a:pt x="2729062" y="1693761"/>
                    <a:pt x="2712502" y="1704461"/>
                    <a:pt x="2713042" y="1704137"/>
                  </a:cubicBezTo>
                  <a:cubicBezTo>
                    <a:pt x="2706653" y="1708137"/>
                    <a:pt x="2701351" y="1707274"/>
                    <a:pt x="2697459" y="1711928"/>
                  </a:cubicBezTo>
                  <a:lnTo>
                    <a:pt x="2687610" y="1723822"/>
                  </a:lnTo>
                  <a:cubicBezTo>
                    <a:pt x="2684143" y="1728038"/>
                    <a:pt x="2681006" y="1726197"/>
                    <a:pt x="2677755" y="1730420"/>
                  </a:cubicBezTo>
                  <a:cubicBezTo>
                    <a:pt x="2640524" y="1779511"/>
                    <a:pt x="2642258" y="1778000"/>
                    <a:pt x="2638143" y="1779619"/>
                  </a:cubicBezTo>
                  <a:cubicBezTo>
                    <a:pt x="2631215" y="1782216"/>
                    <a:pt x="2624935" y="1785569"/>
                    <a:pt x="2626993" y="1781131"/>
                  </a:cubicBezTo>
                  <a:cubicBezTo>
                    <a:pt x="2636302" y="1760696"/>
                    <a:pt x="2636842" y="1757883"/>
                    <a:pt x="2640956" y="1755940"/>
                  </a:cubicBezTo>
                  <a:cubicBezTo>
                    <a:pt x="2641934" y="1755286"/>
                    <a:pt x="2646474" y="1753991"/>
                    <a:pt x="2649294" y="1750206"/>
                  </a:cubicBezTo>
                  <a:cubicBezTo>
                    <a:pt x="2654056" y="1743609"/>
                    <a:pt x="2658057" y="1738744"/>
                    <a:pt x="2660114" y="1734096"/>
                  </a:cubicBezTo>
                  <a:cubicBezTo>
                    <a:pt x="2663359" y="1726635"/>
                    <a:pt x="2665632" y="1720685"/>
                    <a:pt x="2668776" y="1716792"/>
                  </a:cubicBezTo>
                  <a:cubicBezTo>
                    <a:pt x="2681329" y="1701546"/>
                    <a:pt x="2682955" y="1698949"/>
                    <a:pt x="2686524" y="1697000"/>
                  </a:cubicBezTo>
                  <a:cubicBezTo>
                    <a:pt x="2689877" y="1695272"/>
                    <a:pt x="2691934" y="1688999"/>
                    <a:pt x="2691610" y="1689646"/>
                  </a:cubicBezTo>
                  <a:cubicBezTo>
                    <a:pt x="2692372" y="1687811"/>
                    <a:pt x="2694315" y="1685538"/>
                    <a:pt x="2695941" y="1684674"/>
                  </a:cubicBezTo>
                  <a:lnTo>
                    <a:pt x="2703624" y="1680566"/>
                  </a:lnTo>
                  <a:cubicBezTo>
                    <a:pt x="2706984" y="1678838"/>
                    <a:pt x="2709257" y="1674184"/>
                    <a:pt x="2708711" y="1674832"/>
                  </a:cubicBezTo>
                  <a:cubicBezTo>
                    <a:pt x="2712178" y="1668132"/>
                    <a:pt x="2721379" y="1673105"/>
                    <a:pt x="2725703" y="1666615"/>
                  </a:cubicBezTo>
                  <a:cubicBezTo>
                    <a:pt x="2727329" y="1664672"/>
                    <a:pt x="2729278" y="1659261"/>
                    <a:pt x="2734149" y="1658614"/>
                  </a:cubicBezTo>
                  <a:cubicBezTo>
                    <a:pt x="2754062" y="1656232"/>
                    <a:pt x="2757091" y="1656887"/>
                    <a:pt x="2758825" y="1652448"/>
                  </a:cubicBezTo>
                  <a:cubicBezTo>
                    <a:pt x="2768998" y="1626064"/>
                    <a:pt x="2768998" y="1624660"/>
                    <a:pt x="2772681" y="1622279"/>
                  </a:cubicBezTo>
                  <a:lnTo>
                    <a:pt x="2784371" y="1614710"/>
                  </a:lnTo>
                  <a:cubicBezTo>
                    <a:pt x="2788918" y="1611789"/>
                    <a:pt x="2799414" y="1612113"/>
                    <a:pt x="2798767" y="1612221"/>
                  </a:cubicBezTo>
                  <a:cubicBezTo>
                    <a:pt x="2802551" y="1612005"/>
                    <a:pt x="2806126" y="1608328"/>
                    <a:pt x="2805586" y="1608760"/>
                  </a:cubicBezTo>
                  <a:cubicBezTo>
                    <a:pt x="2808292" y="1606169"/>
                    <a:pt x="2812292" y="1608652"/>
                    <a:pt x="2811752" y="1608544"/>
                  </a:cubicBezTo>
                  <a:cubicBezTo>
                    <a:pt x="2813378" y="1609522"/>
                    <a:pt x="2816191" y="1609846"/>
                    <a:pt x="2818032" y="1609306"/>
                  </a:cubicBezTo>
                  <a:lnTo>
                    <a:pt x="2827342" y="1606385"/>
                  </a:lnTo>
                  <a:cubicBezTo>
                    <a:pt x="2832428" y="1604867"/>
                    <a:pt x="2845198" y="1608112"/>
                    <a:pt x="2844658" y="1608004"/>
                  </a:cubicBezTo>
                  <a:cubicBezTo>
                    <a:pt x="2849852" y="1608976"/>
                    <a:pt x="2860679" y="1605083"/>
                    <a:pt x="2860025" y="1605191"/>
                  </a:cubicBezTo>
                  <a:cubicBezTo>
                    <a:pt x="2864571" y="1603896"/>
                    <a:pt x="2870636" y="1608220"/>
                    <a:pt x="2869982" y="1608004"/>
                  </a:cubicBezTo>
                  <a:cubicBezTo>
                    <a:pt x="2871607" y="1608868"/>
                    <a:pt x="2874420" y="1609306"/>
                    <a:pt x="2876262" y="1608868"/>
                  </a:cubicBezTo>
                  <a:lnTo>
                    <a:pt x="2886219" y="1606277"/>
                  </a:lnTo>
                  <a:cubicBezTo>
                    <a:pt x="2891197" y="1604975"/>
                    <a:pt x="2890225" y="1611141"/>
                    <a:pt x="2895312" y="1610278"/>
                  </a:cubicBezTo>
                  <a:cubicBezTo>
                    <a:pt x="2913498" y="1607249"/>
                    <a:pt x="2919556" y="1605845"/>
                    <a:pt x="2924427" y="1606277"/>
                  </a:cubicBezTo>
                  <a:cubicBezTo>
                    <a:pt x="2958520" y="1609522"/>
                    <a:pt x="2959714" y="1608760"/>
                    <a:pt x="2962311" y="1612652"/>
                  </a:cubicBezTo>
                  <a:cubicBezTo>
                    <a:pt x="2962958" y="1613198"/>
                    <a:pt x="2964800" y="1618171"/>
                    <a:pt x="2968915" y="1616437"/>
                  </a:cubicBezTo>
                  <a:cubicBezTo>
                    <a:pt x="2976058" y="1613306"/>
                    <a:pt x="2980491" y="1610817"/>
                    <a:pt x="2985037" y="1610817"/>
                  </a:cubicBezTo>
                  <a:cubicBezTo>
                    <a:pt x="3030173" y="1610817"/>
                    <a:pt x="3030389" y="1611789"/>
                    <a:pt x="3033526" y="1608220"/>
                  </a:cubicBezTo>
                  <a:cubicBezTo>
                    <a:pt x="3037857" y="1603248"/>
                    <a:pt x="3040562" y="1599571"/>
                    <a:pt x="3044569" y="1597190"/>
                  </a:cubicBezTo>
                  <a:cubicBezTo>
                    <a:pt x="3067079" y="1583131"/>
                    <a:pt x="3069137" y="1582915"/>
                    <a:pt x="3070115" y="1578159"/>
                  </a:cubicBezTo>
                  <a:cubicBezTo>
                    <a:pt x="3070762" y="1576210"/>
                    <a:pt x="3070546" y="1570050"/>
                    <a:pt x="3074877" y="1567669"/>
                  </a:cubicBezTo>
                  <a:cubicBezTo>
                    <a:pt x="3109402" y="1548854"/>
                    <a:pt x="3110158" y="1547990"/>
                    <a:pt x="3114812" y="1546904"/>
                  </a:cubicBezTo>
                  <a:cubicBezTo>
                    <a:pt x="3125639" y="1544206"/>
                    <a:pt x="3131157" y="1542040"/>
                    <a:pt x="3135812" y="1543450"/>
                  </a:cubicBezTo>
                  <a:cubicBezTo>
                    <a:pt x="3139711" y="1544098"/>
                    <a:pt x="3145229" y="1547990"/>
                    <a:pt x="3148474" y="1543774"/>
                  </a:cubicBezTo>
                  <a:cubicBezTo>
                    <a:pt x="3152481" y="1538580"/>
                    <a:pt x="3154970" y="1534579"/>
                    <a:pt x="3159084" y="1532420"/>
                  </a:cubicBezTo>
                  <a:cubicBezTo>
                    <a:pt x="3179862" y="1521390"/>
                    <a:pt x="3183329" y="1520088"/>
                    <a:pt x="3186466" y="1516304"/>
                  </a:cubicBezTo>
                  <a:cubicBezTo>
                    <a:pt x="3196531" y="1503871"/>
                    <a:pt x="3200645" y="1500626"/>
                    <a:pt x="3196099" y="1499654"/>
                  </a:cubicBezTo>
                  <a:lnTo>
                    <a:pt x="3196638" y="1498244"/>
                  </a:lnTo>
                  <a:close/>
                  <a:moveTo>
                    <a:pt x="1787300" y="409518"/>
                  </a:moveTo>
                  <a:cubicBezTo>
                    <a:pt x="1788380" y="403784"/>
                    <a:pt x="1794876" y="406057"/>
                    <a:pt x="1797689" y="405625"/>
                  </a:cubicBezTo>
                  <a:cubicBezTo>
                    <a:pt x="1799530" y="405625"/>
                    <a:pt x="1800616" y="407353"/>
                    <a:pt x="1800070" y="409518"/>
                  </a:cubicBezTo>
                  <a:cubicBezTo>
                    <a:pt x="1800070" y="409518"/>
                    <a:pt x="1794444" y="431578"/>
                    <a:pt x="1794444" y="432873"/>
                  </a:cubicBezTo>
                  <a:cubicBezTo>
                    <a:pt x="1794444" y="434175"/>
                    <a:pt x="1787300" y="426282"/>
                    <a:pt x="1787300" y="426282"/>
                  </a:cubicBezTo>
                  <a:cubicBezTo>
                    <a:pt x="1783509" y="422059"/>
                    <a:pt x="1786869" y="415030"/>
                    <a:pt x="1787408" y="409626"/>
                  </a:cubicBezTo>
                  <a:lnTo>
                    <a:pt x="1787300" y="409518"/>
                  </a:lnTo>
                  <a:close/>
                  <a:moveTo>
                    <a:pt x="1723768" y="139065"/>
                  </a:moveTo>
                  <a:cubicBezTo>
                    <a:pt x="1723768" y="139065"/>
                    <a:pt x="1712942" y="121761"/>
                    <a:pt x="1717381" y="120790"/>
                  </a:cubicBezTo>
                  <a:cubicBezTo>
                    <a:pt x="1718898" y="120790"/>
                    <a:pt x="1723768" y="118301"/>
                    <a:pt x="1727445" y="121761"/>
                  </a:cubicBezTo>
                  <a:cubicBezTo>
                    <a:pt x="1737726" y="131820"/>
                    <a:pt x="1742272" y="134741"/>
                    <a:pt x="1738050" y="136684"/>
                  </a:cubicBezTo>
                  <a:cubicBezTo>
                    <a:pt x="1732532" y="138417"/>
                    <a:pt x="1726690" y="144367"/>
                    <a:pt x="1723768" y="138957"/>
                  </a:cubicBezTo>
                  <a:lnTo>
                    <a:pt x="1723768" y="139065"/>
                  </a:lnTo>
                  <a:close/>
                  <a:moveTo>
                    <a:pt x="834502" y="742798"/>
                  </a:moveTo>
                  <a:cubicBezTo>
                    <a:pt x="830279" y="741718"/>
                    <a:pt x="830279" y="738581"/>
                    <a:pt x="825840" y="721278"/>
                  </a:cubicBezTo>
                  <a:cubicBezTo>
                    <a:pt x="824647" y="716521"/>
                    <a:pt x="840776" y="708844"/>
                    <a:pt x="840776" y="708844"/>
                  </a:cubicBezTo>
                  <a:cubicBezTo>
                    <a:pt x="844782" y="706571"/>
                    <a:pt x="844243" y="709276"/>
                    <a:pt x="853330" y="744309"/>
                  </a:cubicBezTo>
                  <a:cubicBezTo>
                    <a:pt x="854523" y="749071"/>
                    <a:pt x="850193" y="746798"/>
                    <a:pt x="834502" y="742798"/>
                  </a:cubicBezTo>
                  <a:close/>
                  <a:moveTo>
                    <a:pt x="868811" y="621468"/>
                  </a:moveTo>
                  <a:cubicBezTo>
                    <a:pt x="852898" y="667639"/>
                    <a:pt x="853222" y="668833"/>
                    <a:pt x="849653" y="672294"/>
                  </a:cubicBezTo>
                  <a:cubicBezTo>
                    <a:pt x="834934" y="686238"/>
                    <a:pt x="833524" y="688835"/>
                    <a:pt x="830387" y="685698"/>
                  </a:cubicBezTo>
                  <a:cubicBezTo>
                    <a:pt x="825732" y="681158"/>
                    <a:pt x="822811" y="677158"/>
                    <a:pt x="818373" y="677266"/>
                  </a:cubicBezTo>
                  <a:cubicBezTo>
                    <a:pt x="798351" y="677913"/>
                    <a:pt x="796078" y="677266"/>
                    <a:pt x="792827" y="680403"/>
                  </a:cubicBezTo>
                  <a:cubicBezTo>
                    <a:pt x="790445" y="683324"/>
                    <a:pt x="783302" y="687216"/>
                    <a:pt x="787201" y="690785"/>
                  </a:cubicBezTo>
                  <a:cubicBezTo>
                    <a:pt x="787956" y="691325"/>
                    <a:pt x="790985" y="695649"/>
                    <a:pt x="795424" y="695649"/>
                  </a:cubicBezTo>
                  <a:lnTo>
                    <a:pt x="796510" y="695649"/>
                  </a:lnTo>
                  <a:cubicBezTo>
                    <a:pt x="798351" y="695649"/>
                    <a:pt x="800402" y="696836"/>
                    <a:pt x="801164" y="698786"/>
                  </a:cubicBezTo>
                  <a:cubicBezTo>
                    <a:pt x="801920" y="701815"/>
                    <a:pt x="806790" y="709060"/>
                    <a:pt x="801704" y="709060"/>
                  </a:cubicBezTo>
                  <a:cubicBezTo>
                    <a:pt x="791100" y="709060"/>
                    <a:pt x="787740" y="708190"/>
                    <a:pt x="785359" y="712089"/>
                  </a:cubicBezTo>
                  <a:cubicBezTo>
                    <a:pt x="783194" y="714788"/>
                    <a:pt x="781352" y="721170"/>
                    <a:pt x="776374" y="721170"/>
                  </a:cubicBezTo>
                  <a:cubicBezTo>
                    <a:pt x="775726" y="721278"/>
                    <a:pt x="772589" y="720954"/>
                    <a:pt x="769668" y="723443"/>
                  </a:cubicBezTo>
                  <a:cubicBezTo>
                    <a:pt x="745424" y="743769"/>
                    <a:pt x="744554" y="745935"/>
                    <a:pt x="740115" y="744417"/>
                  </a:cubicBezTo>
                  <a:cubicBezTo>
                    <a:pt x="732648" y="741064"/>
                    <a:pt x="722799" y="741064"/>
                    <a:pt x="725828" y="735876"/>
                  </a:cubicBezTo>
                  <a:cubicBezTo>
                    <a:pt x="726698" y="734689"/>
                    <a:pt x="728317" y="729494"/>
                    <a:pt x="732972" y="728631"/>
                  </a:cubicBezTo>
                  <a:cubicBezTo>
                    <a:pt x="736655" y="727443"/>
                    <a:pt x="743259" y="728631"/>
                    <a:pt x="744230" y="723119"/>
                  </a:cubicBezTo>
                  <a:cubicBezTo>
                    <a:pt x="744446" y="722465"/>
                    <a:pt x="744986" y="719112"/>
                    <a:pt x="747799" y="716845"/>
                  </a:cubicBezTo>
                  <a:cubicBezTo>
                    <a:pt x="764360" y="704190"/>
                    <a:pt x="767071" y="703218"/>
                    <a:pt x="766417" y="698570"/>
                  </a:cubicBezTo>
                  <a:cubicBezTo>
                    <a:pt x="766201" y="697922"/>
                    <a:pt x="766525" y="692836"/>
                    <a:pt x="762417" y="691648"/>
                  </a:cubicBezTo>
                  <a:cubicBezTo>
                    <a:pt x="759597" y="691217"/>
                    <a:pt x="754727" y="688511"/>
                    <a:pt x="750402" y="691001"/>
                  </a:cubicBezTo>
                  <a:cubicBezTo>
                    <a:pt x="728209" y="703218"/>
                    <a:pt x="725612" y="703650"/>
                    <a:pt x="724101" y="708412"/>
                  </a:cubicBezTo>
                  <a:cubicBezTo>
                    <a:pt x="720202" y="720738"/>
                    <a:pt x="719554" y="725386"/>
                    <a:pt x="715547" y="727767"/>
                  </a:cubicBezTo>
                  <a:cubicBezTo>
                    <a:pt x="710677" y="730034"/>
                    <a:pt x="706022" y="735552"/>
                    <a:pt x="701476" y="732739"/>
                  </a:cubicBezTo>
                  <a:cubicBezTo>
                    <a:pt x="698878" y="731228"/>
                    <a:pt x="695742" y="728847"/>
                    <a:pt x="691735" y="728847"/>
                  </a:cubicBezTo>
                  <a:cubicBezTo>
                    <a:pt x="674418" y="728847"/>
                    <a:pt x="671605" y="729278"/>
                    <a:pt x="667382" y="727551"/>
                  </a:cubicBezTo>
                  <a:cubicBezTo>
                    <a:pt x="650282" y="720090"/>
                    <a:pt x="643894" y="718141"/>
                    <a:pt x="648548" y="717277"/>
                  </a:cubicBezTo>
                  <a:cubicBezTo>
                    <a:pt x="673339" y="712737"/>
                    <a:pt x="675498" y="713169"/>
                    <a:pt x="677987" y="709276"/>
                  </a:cubicBezTo>
                  <a:lnTo>
                    <a:pt x="678533" y="708412"/>
                  </a:lnTo>
                  <a:cubicBezTo>
                    <a:pt x="679613" y="706787"/>
                    <a:pt x="679721" y="703974"/>
                    <a:pt x="678857" y="702139"/>
                  </a:cubicBezTo>
                  <a:cubicBezTo>
                    <a:pt x="677879" y="699218"/>
                    <a:pt x="672469" y="692836"/>
                    <a:pt x="677447" y="691648"/>
                  </a:cubicBezTo>
                  <a:cubicBezTo>
                    <a:pt x="684915" y="689807"/>
                    <a:pt x="690115" y="689267"/>
                    <a:pt x="693144" y="685698"/>
                  </a:cubicBezTo>
                  <a:cubicBezTo>
                    <a:pt x="695094" y="682676"/>
                    <a:pt x="702130" y="677805"/>
                    <a:pt x="697475" y="675431"/>
                  </a:cubicBezTo>
                  <a:cubicBezTo>
                    <a:pt x="693684" y="672941"/>
                    <a:pt x="686864" y="671862"/>
                    <a:pt x="686648" y="666236"/>
                  </a:cubicBezTo>
                  <a:lnTo>
                    <a:pt x="686648" y="665264"/>
                  </a:lnTo>
                  <a:cubicBezTo>
                    <a:pt x="686540" y="663207"/>
                    <a:pt x="687950" y="661695"/>
                    <a:pt x="689785" y="661803"/>
                  </a:cubicBezTo>
                  <a:cubicBezTo>
                    <a:pt x="703965" y="662775"/>
                    <a:pt x="709381" y="662343"/>
                    <a:pt x="713382" y="665264"/>
                  </a:cubicBezTo>
                  <a:cubicBezTo>
                    <a:pt x="713922" y="665588"/>
                    <a:pt x="716633" y="668077"/>
                    <a:pt x="720634" y="668077"/>
                  </a:cubicBezTo>
                  <a:cubicBezTo>
                    <a:pt x="723447" y="667747"/>
                    <a:pt x="729079" y="669481"/>
                    <a:pt x="731784" y="665048"/>
                  </a:cubicBezTo>
                  <a:cubicBezTo>
                    <a:pt x="732324" y="663639"/>
                    <a:pt x="737626" y="657587"/>
                    <a:pt x="732864" y="657695"/>
                  </a:cubicBezTo>
                  <a:cubicBezTo>
                    <a:pt x="726806" y="657911"/>
                    <a:pt x="722259" y="658774"/>
                    <a:pt x="718900" y="655530"/>
                  </a:cubicBezTo>
                  <a:cubicBezTo>
                    <a:pt x="715223" y="651853"/>
                    <a:pt x="711763" y="647421"/>
                    <a:pt x="707324" y="647421"/>
                  </a:cubicBezTo>
                  <a:cubicBezTo>
                    <a:pt x="671281" y="647421"/>
                    <a:pt x="669008" y="646233"/>
                    <a:pt x="670627" y="650881"/>
                  </a:cubicBezTo>
                  <a:cubicBezTo>
                    <a:pt x="670627" y="651529"/>
                    <a:pt x="673225" y="656177"/>
                    <a:pt x="669116" y="657155"/>
                  </a:cubicBezTo>
                  <a:cubicBezTo>
                    <a:pt x="666951" y="657371"/>
                    <a:pt x="661864" y="660286"/>
                    <a:pt x="658613" y="656501"/>
                  </a:cubicBezTo>
                  <a:cubicBezTo>
                    <a:pt x="657965" y="656069"/>
                    <a:pt x="656124" y="653479"/>
                    <a:pt x="652879" y="654558"/>
                  </a:cubicBezTo>
                  <a:cubicBezTo>
                    <a:pt x="635994" y="659638"/>
                    <a:pt x="633073" y="661695"/>
                    <a:pt x="630045" y="658127"/>
                  </a:cubicBezTo>
                  <a:cubicBezTo>
                    <a:pt x="629390" y="657695"/>
                    <a:pt x="627441" y="654234"/>
                    <a:pt x="623440" y="654558"/>
                  </a:cubicBezTo>
                  <a:cubicBezTo>
                    <a:pt x="619542" y="655314"/>
                    <a:pt x="611966" y="653148"/>
                    <a:pt x="611966" y="658882"/>
                  </a:cubicBezTo>
                  <a:cubicBezTo>
                    <a:pt x="611750" y="659530"/>
                    <a:pt x="612938" y="665048"/>
                    <a:pt x="608721" y="666236"/>
                  </a:cubicBezTo>
                  <a:cubicBezTo>
                    <a:pt x="607635" y="666344"/>
                    <a:pt x="602873" y="668941"/>
                    <a:pt x="599412" y="665804"/>
                  </a:cubicBezTo>
                  <a:cubicBezTo>
                    <a:pt x="595945" y="661803"/>
                    <a:pt x="589125" y="658774"/>
                    <a:pt x="590751" y="653371"/>
                  </a:cubicBezTo>
                  <a:cubicBezTo>
                    <a:pt x="592808" y="648392"/>
                    <a:pt x="592700" y="640067"/>
                    <a:pt x="597894" y="640823"/>
                  </a:cubicBezTo>
                  <a:cubicBezTo>
                    <a:pt x="606988" y="642010"/>
                    <a:pt x="611534" y="643528"/>
                    <a:pt x="615103" y="640607"/>
                  </a:cubicBezTo>
                  <a:cubicBezTo>
                    <a:pt x="615865" y="640175"/>
                    <a:pt x="619434" y="636067"/>
                    <a:pt x="623872" y="636822"/>
                  </a:cubicBezTo>
                  <a:cubicBezTo>
                    <a:pt x="623872" y="636822"/>
                    <a:pt x="631664" y="638550"/>
                    <a:pt x="635671" y="637254"/>
                  </a:cubicBezTo>
                  <a:cubicBezTo>
                    <a:pt x="662188" y="629145"/>
                    <a:pt x="664677" y="628174"/>
                    <a:pt x="669224" y="627412"/>
                  </a:cubicBezTo>
                  <a:cubicBezTo>
                    <a:pt x="704727" y="621468"/>
                    <a:pt x="706346" y="621684"/>
                    <a:pt x="710569" y="619519"/>
                  </a:cubicBezTo>
                  <a:cubicBezTo>
                    <a:pt x="738604" y="605352"/>
                    <a:pt x="740223" y="604272"/>
                    <a:pt x="744662" y="603409"/>
                  </a:cubicBezTo>
                  <a:cubicBezTo>
                    <a:pt x="789690" y="594538"/>
                    <a:pt x="789474" y="593782"/>
                    <a:pt x="793589" y="595840"/>
                  </a:cubicBezTo>
                  <a:cubicBezTo>
                    <a:pt x="810689" y="604488"/>
                    <a:pt x="815560" y="606006"/>
                    <a:pt x="811337" y="607841"/>
                  </a:cubicBezTo>
                  <a:cubicBezTo>
                    <a:pt x="774647" y="624173"/>
                    <a:pt x="774209" y="623627"/>
                    <a:pt x="771834" y="627850"/>
                  </a:cubicBezTo>
                  <a:cubicBezTo>
                    <a:pt x="770856" y="630333"/>
                    <a:pt x="765014" y="637038"/>
                    <a:pt x="769992" y="636715"/>
                  </a:cubicBezTo>
                  <a:cubicBezTo>
                    <a:pt x="774755" y="636822"/>
                    <a:pt x="780381" y="634873"/>
                    <a:pt x="784496" y="638334"/>
                  </a:cubicBezTo>
                  <a:cubicBezTo>
                    <a:pt x="785359" y="638880"/>
                    <a:pt x="787956" y="642226"/>
                    <a:pt x="792287" y="641903"/>
                  </a:cubicBezTo>
                  <a:cubicBezTo>
                    <a:pt x="838934" y="639204"/>
                    <a:pt x="837963" y="640175"/>
                    <a:pt x="840992" y="636607"/>
                  </a:cubicBezTo>
                  <a:cubicBezTo>
                    <a:pt x="847919" y="628606"/>
                    <a:pt x="851386" y="623411"/>
                    <a:pt x="856041" y="622116"/>
                  </a:cubicBezTo>
                  <a:cubicBezTo>
                    <a:pt x="862207" y="621036"/>
                    <a:pt x="870976" y="616058"/>
                    <a:pt x="869027" y="621576"/>
                  </a:cubicBezTo>
                  <a:lnTo>
                    <a:pt x="868811" y="621468"/>
                  </a:lnTo>
                  <a:close/>
                  <a:moveTo>
                    <a:pt x="1092102" y="931386"/>
                  </a:moveTo>
                  <a:cubicBezTo>
                    <a:pt x="1088095" y="934199"/>
                    <a:pt x="1084959" y="939394"/>
                    <a:pt x="1077923" y="949446"/>
                  </a:cubicBezTo>
                  <a:cubicBezTo>
                    <a:pt x="1075002" y="953668"/>
                    <a:pt x="1069369" y="954748"/>
                    <a:pt x="1057247" y="959288"/>
                  </a:cubicBezTo>
                  <a:cubicBezTo>
                    <a:pt x="1053024" y="960907"/>
                    <a:pt x="1048154" y="959072"/>
                    <a:pt x="1041988" y="957561"/>
                  </a:cubicBezTo>
                  <a:cubicBezTo>
                    <a:pt x="1037765" y="956475"/>
                    <a:pt x="1034628" y="959072"/>
                    <a:pt x="1026291" y="963720"/>
                  </a:cubicBezTo>
                  <a:cubicBezTo>
                    <a:pt x="1021859" y="966318"/>
                    <a:pt x="1023802" y="972915"/>
                    <a:pt x="1023262" y="976916"/>
                  </a:cubicBezTo>
                  <a:cubicBezTo>
                    <a:pt x="1023262" y="982644"/>
                    <a:pt x="1016766" y="984485"/>
                    <a:pt x="1012226" y="988377"/>
                  </a:cubicBezTo>
                  <a:cubicBezTo>
                    <a:pt x="1008111" y="991299"/>
                    <a:pt x="1003348" y="987838"/>
                    <a:pt x="1000211" y="987190"/>
                  </a:cubicBezTo>
                  <a:cubicBezTo>
                    <a:pt x="995989" y="985672"/>
                    <a:pt x="997716" y="985780"/>
                    <a:pt x="940356" y="996810"/>
                  </a:cubicBezTo>
                  <a:cubicBezTo>
                    <a:pt x="935918" y="997680"/>
                    <a:pt x="933968" y="995731"/>
                    <a:pt x="915782" y="986104"/>
                  </a:cubicBezTo>
                  <a:cubicBezTo>
                    <a:pt x="911781" y="984053"/>
                    <a:pt x="911242" y="980269"/>
                    <a:pt x="906041" y="966318"/>
                  </a:cubicBezTo>
                  <a:cubicBezTo>
                    <a:pt x="904314" y="961669"/>
                    <a:pt x="908860" y="963720"/>
                    <a:pt x="929206" y="968153"/>
                  </a:cubicBezTo>
                  <a:cubicBezTo>
                    <a:pt x="933644" y="969131"/>
                    <a:pt x="933644" y="966426"/>
                    <a:pt x="947278" y="938632"/>
                  </a:cubicBezTo>
                  <a:cubicBezTo>
                    <a:pt x="949335" y="934415"/>
                    <a:pt x="952263" y="935825"/>
                    <a:pt x="970335" y="938200"/>
                  </a:cubicBezTo>
                  <a:cubicBezTo>
                    <a:pt x="975097" y="938740"/>
                    <a:pt x="978342" y="933984"/>
                    <a:pt x="979968" y="932904"/>
                  </a:cubicBezTo>
                  <a:cubicBezTo>
                    <a:pt x="983435" y="929767"/>
                    <a:pt x="980076" y="928040"/>
                    <a:pt x="963191" y="910952"/>
                  </a:cubicBezTo>
                  <a:cubicBezTo>
                    <a:pt x="959946" y="907707"/>
                    <a:pt x="959184" y="905002"/>
                    <a:pt x="949989" y="884244"/>
                  </a:cubicBezTo>
                  <a:cubicBezTo>
                    <a:pt x="947608" y="878834"/>
                    <a:pt x="956479" y="885107"/>
                    <a:pt x="980507" y="897649"/>
                  </a:cubicBezTo>
                  <a:cubicBezTo>
                    <a:pt x="985054" y="900030"/>
                    <a:pt x="989924" y="896785"/>
                    <a:pt x="993715" y="895922"/>
                  </a:cubicBezTo>
                  <a:cubicBezTo>
                    <a:pt x="998046" y="894512"/>
                    <a:pt x="998478" y="896029"/>
                    <a:pt x="1025859" y="917550"/>
                  </a:cubicBezTo>
                  <a:cubicBezTo>
                    <a:pt x="1029542" y="920464"/>
                    <a:pt x="1031053" y="919385"/>
                    <a:pt x="1060930" y="915816"/>
                  </a:cubicBezTo>
                  <a:cubicBezTo>
                    <a:pt x="1065585" y="915276"/>
                    <a:pt x="1065153" y="914845"/>
                    <a:pt x="1104764" y="886295"/>
                  </a:cubicBezTo>
                  <a:cubicBezTo>
                    <a:pt x="1108555" y="883590"/>
                    <a:pt x="1110390" y="883806"/>
                    <a:pt x="1144160" y="877754"/>
                  </a:cubicBezTo>
                  <a:cubicBezTo>
                    <a:pt x="1148814" y="876891"/>
                    <a:pt x="1154447" y="879589"/>
                    <a:pt x="1161698" y="882186"/>
                  </a:cubicBezTo>
                  <a:cubicBezTo>
                    <a:pt x="1166137" y="883806"/>
                    <a:pt x="1161044" y="885539"/>
                    <a:pt x="1140699" y="897217"/>
                  </a:cubicBezTo>
                  <a:cubicBezTo>
                    <a:pt x="1136692" y="899490"/>
                    <a:pt x="1133987" y="899814"/>
                    <a:pt x="1116670" y="903923"/>
                  </a:cubicBezTo>
                  <a:cubicBezTo>
                    <a:pt x="1112016" y="905002"/>
                    <a:pt x="1112340" y="912355"/>
                    <a:pt x="1111692" y="914737"/>
                  </a:cubicBezTo>
                  <a:cubicBezTo>
                    <a:pt x="1110936" y="919277"/>
                    <a:pt x="1109095" y="919817"/>
                    <a:pt x="1091778" y="931825"/>
                  </a:cubicBezTo>
                  <a:lnTo>
                    <a:pt x="1092102" y="931386"/>
                  </a:lnTo>
                  <a:close/>
                  <a:moveTo>
                    <a:pt x="1670619" y="1585728"/>
                  </a:moveTo>
                  <a:cubicBezTo>
                    <a:pt x="1670079" y="1585728"/>
                    <a:pt x="1664993" y="1583785"/>
                    <a:pt x="1663805" y="1588434"/>
                  </a:cubicBezTo>
                  <a:cubicBezTo>
                    <a:pt x="1662504" y="1592218"/>
                    <a:pt x="1662504" y="1598384"/>
                    <a:pt x="1658065" y="1600975"/>
                  </a:cubicBezTo>
                  <a:cubicBezTo>
                    <a:pt x="1651569" y="1603896"/>
                    <a:pt x="1643994" y="1611249"/>
                    <a:pt x="1643994" y="1605191"/>
                  </a:cubicBezTo>
                  <a:cubicBezTo>
                    <a:pt x="1644209" y="1564208"/>
                    <a:pt x="1643778" y="1563669"/>
                    <a:pt x="1645511" y="1558912"/>
                  </a:cubicBezTo>
                  <a:cubicBezTo>
                    <a:pt x="1649734" y="1547883"/>
                    <a:pt x="1652223" y="1543666"/>
                    <a:pt x="1650274" y="1539119"/>
                  </a:cubicBezTo>
                  <a:cubicBezTo>
                    <a:pt x="1649410" y="1537824"/>
                    <a:pt x="1647568" y="1529607"/>
                    <a:pt x="1644755" y="1533823"/>
                  </a:cubicBezTo>
                  <a:cubicBezTo>
                    <a:pt x="1644755" y="1533823"/>
                    <a:pt x="1637288" y="1548638"/>
                    <a:pt x="1634684" y="1543558"/>
                  </a:cubicBezTo>
                  <a:cubicBezTo>
                    <a:pt x="1634037" y="1541932"/>
                    <a:pt x="1630576" y="1537716"/>
                    <a:pt x="1631331" y="1532528"/>
                  </a:cubicBezTo>
                  <a:cubicBezTo>
                    <a:pt x="1631331" y="1529067"/>
                    <a:pt x="1633929" y="1523117"/>
                    <a:pt x="1630144" y="1519657"/>
                  </a:cubicBezTo>
                  <a:cubicBezTo>
                    <a:pt x="1624512" y="1515656"/>
                    <a:pt x="1619317" y="1507331"/>
                    <a:pt x="1617368" y="1512843"/>
                  </a:cubicBezTo>
                  <a:cubicBezTo>
                    <a:pt x="1616180" y="1515009"/>
                    <a:pt x="1615533" y="1522470"/>
                    <a:pt x="1610878" y="1520952"/>
                  </a:cubicBezTo>
                  <a:cubicBezTo>
                    <a:pt x="1610224" y="1520628"/>
                    <a:pt x="1605462" y="1520088"/>
                    <a:pt x="1604058" y="1515656"/>
                  </a:cubicBezTo>
                  <a:cubicBezTo>
                    <a:pt x="1600051" y="1503439"/>
                    <a:pt x="1599728" y="1499978"/>
                    <a:pt x="1595721" y="1498460"/>
                  </a:cubicBezTo>
                  <a:cubicBezTo>
                    <a:pt x="1594210" y="1497597"/>
                    <a:pt x="1589231" y="1496841"/>
                    <a:pt x="1586850" y="1492517"/>
                  </a:cubicBezTo>
                  <a:cubicBezTo>
                    <a:pt x="1571800" y="1465155"/>
                    <a:pt x="1569857" y="1463751"/>
                    <a:pt x="1572778" y="1460075"/>
                  </a:cubicBezTo>
                  <a:cubicBezTo>
                    <a:pt x="1573210" y="1459211"/>
                    <a:pt x="1578404" y="1454772"/>
                    <a:pt x="1574074" y="1453045"/>
                  </a:cubicBezTo>
                  <a:cubicBezTo>
                    <a:pt x="1566282" y="1448937"/>
                    <a:pt x="1557513" y="1448829"/>
                    <a:pt x="1559462" y="1443203"/>
                  </a:cubicBezTo>
                  <a:cubicBezTo>
                    <a:pt x="1568340" y="1417790"/>
                    <a:pt x="1568340" y="1414977"/>
                    <a:pt x="1572670" y="1413466"/>
                  </a:cubicBezTo>
                  <a:cubicBezTo>
                    <a:pt x="1580893" y="1410545"/>
                    <a:pt x="1585764" y="1407846"/>
                    <a:pt x="1589879" y="1410221"/>
                  </a:cubicBezTo>
                  <a:cubicBezTo>
                    <a:pt x="1598102" y="1415199"/>
                    <a:pt x="1602973" y="1418984"/>
                    <a:pt x="1607735" y="1418984"/>
                  </a:cubicBezTo>
                  <a:cubicBezTo>
                    <a:pt x="1609684" y="1419308"/>
                    <a:pt x="1615203" y="1417682"/>
                    <a:pt x="1617584" y="1422114"/>
                  </a:cubicBezTo>
                  <a:cubicBezTo>
                    <a:pt x="1633713" y="1452290"/>
                    <a:pt x="1635123" y="1453045"/>
                    <a:pt x="1633821" y="1457693"/>
                  </a:cubicBezTo>
                  <a:cubicBezTo>
                    <a:pt x="1633713" y="1458773"/>
                    <a:pt x="1631763" y="1462557"/>
                    <a:pt x="1633713" y="1466780"/>
                  </a:cubicBezTo>
                  <a:cubicBezTo>
                    <a:pt x="1646699" y="1495539"/>
                    <a:pt x="1647676" y="1497057"/>
                    <a:pt x="1648864" y="1501921"/>
                  </a:cubicBezTo>
                  <a:cubicBezTo>
                    <a:pt x="1651575" y="1512735"/>
                    <a:pt x="1652547" y="1518793"/>
                    <a:pt x="1655252" y="1523225"/>
                  </a:cubicBezTo>
                  <a:cubicBezTo>
                    <a:pt x="1672569" y="1551451"/>
                    <a:pt x="1674086" y="1552639"/>
                    <a:pt x="1674086" y="1557611"/>
                  </a:cubicBezTo>
                  <a:cubicBezTo>
                    <a:pt x="1674086" y="1582268"/>
                    <a:pt x="1675274" y="1586268"/>
                    <a:pt x="1670727" y="1585621"/>
                  </a:cubicBezTo>
                  <a:lnTo>
                    <a:pt x="1670619" y="1585728"/>
                  </a:lnTo>
                  <a:close/>
                  <a:moveTo>
                    <a:pt x="3078014" y="1418114"/>
                  </a:moveTo>
                  <a:cubicBezTo>
                    <a:pt x="3075849" y="1423092"/>
                    <a:pt x="3070007" y="1422553"/>
                    <a:pt x="3066540" y="1423740"/>
                  </a:cubicBezTo>
                  <a:cubicBezTo>
                    <a:pt x="3062425" y="1424712"/>
                    <a:pt x="3059828" y="1428496"/>
                    <a:pt x="3056907" y="1432173"/>
                  </a:cubicBezTo>
                  <a:cubicBezTo>
                    <a:pt x="3053554" y="1436173"/>
                    <a:pt x="3048144" y="1434554"/>
                    <a:pt x="3045000" y="1434878"/>
                  </a:cubicBezTo>
                  <a:cubicBezTo>
                    <a:pt x="3036237" y="1434878"/>
                    <a:pt x="3028878" y="1444390"/>
                    <a:pt x="3022058" y="1441799"/>
                  </a:cubicBezTo>
                  <a:lnTo>
                    <a:pt x="3014806" y="1438986"/>
                  </a:lnTo>
                  <a:cubicBezTo>
                    <a:pt x="3010475" y="1437367"/>
                    <a:pt x="3013936" y="1434878"/>
                    <a:pt x="3028979" y="1416063"/>
                  </a:cubicBezTo>
                  <a:cubicBezTo>
                    <a:pt x="3031799" y="1412494"/>
                    <a:pt x="3034396" y="1413250"/>
                    <a:pt x="3049331" y="1413250"/>
                  </a:cubicBezTo>
                  <a:cubicBezTo>
                    <a:pt x="3053770" y="1413250"/>
                    <a:pt x="3054633" y="1412278"/>
                    <a:pt x="3084294" y="1398003"/>
                  </a:cubicBezTo>
                  <a:cubicBezTo>
                    <a:pt x="3088510" y="1395946"/>
                    <a:pt x="3077906" y="1418006"/>
                    <a:pt x="3077906" y="1418006"/>
                  </a:cubicBezTo>
                  <a:lnTo>
                    <a:pt x="3078014" y="1418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E2E17385-D20E-E64C-722A-3B4ADD3D98B8}"/>
                </a:ext>
              </a:extLst>
            </p:cNvPr>
            <p:cNvSpPr/>
            <p:nvPr/>
          </p:nvSpPr>
          <p:spPr>
            <a:xfrm>
              <a:off x="958906" y="2514553"/>
              <a:ext cx="2164792" cy="1038868"/>
            </a:xfrm>
            <a:custGeom>
              <a:avLst/>
              <a:gdLst>
                <a:gd name="csX0" fmla="*/ 682213 w 2164792"/>
                <a:gd name="csY0" fmla="*/ 777615 h 1038868"/>
                <a:gd name="csX1" fmla="*/ 693687 w 2164792"/>
                <a:gd name="csY1" fmla="*/ 789838 h 1038868"/>
                <a:gd name="csX2" fmla="*/ 706781 w 2164792"/>
                <a:gd name="csY2" fmla="*/ 793515 h 1038868"/>
                <a:gd name="csX3" fmla="*/ 725075 w 2164792"/>
                <a:gd name="csY3" fmla="*/ 813626 h 1038868"/>
                <a:gd name="csX4" fmla="*/ 739471 w 2164792"/>
                <a:gd name="csY4" fmla="*/ 820007 h 1038868"/>
                <a:gd name="csX5" fmla="*/ 752133 w 2164792"/>
                <a:gd name="csY5" fmla="*/ 841635 h 1038868"/>
                <a:gd name="csX6" fmla="*/ 755162 w 2164792"/>
                <a:gd name="csY6" fmla="*/ 862292 h 1038868"/>
                <a:gd name="csX7" fmla="*/ 807117 w 2164792"/>
                <a:gd name="csY7" fmla="*/ 889324 h 1038868"/>
                <a:gd name="csX8" fmla="*/ 826599 w 2164792"/>
                <a:gd name="csY8" fmla="*/ 858939 h 1038868"/>
                <a:gd name="csX9" fmla="*/ 841426 w 2164792"/>
                <a:gd name="csY9" fmla="*/ 852665 h 1038868"/>
                <a:gd name="csX10" fmla="*/ 862102 w 2164792"/>
                <a:gd name="csY10" fmla="*/ 857421 h 1038868"/>
                <a:gd name="csX11" fmla="*/ 871297 w 2164792"/>
                <a:gd name="csY11" fmla="*/ 849744 h 1038868"/>
                <a:gd name="csX12" fmla="*/ 880606 w 2164792"/>
                <a:gd name="csY12" fmla="*/ 855586 h 1038868"/>
                <a:gd name="csX13" fmla="*/ 882771 w 2164792"/>
                <a:gd name="csY13" fmla="*/ 867588 h 1038868"/>
                <a:gd name="csX14" fmla="*/ 896951 w 2164792"/>
                <a:gd name="csY14" fmla="*/ 879589 h 1038868"/>
                <a:gd name="csX15" fmla="*/ 914591 w 2164792"/>
                <a:gd name="csY15" fmla="*/ 915708 h 1038868"/>
                <a:gd name="csX16" fmla="*/ 925202 w 2164792"/>
                <a:gd name="csY16" fmla="*/ 920902 h 1038868"/>
                <a:gd name="csX17" fmla="*/ 933425 w 2164792"/>
                <a:gd name="csY17" fmla="*/ 939825 h 1038868"/>
                <a:gd name="csX18" fmla="*/ 944576 w 2164792"/>
                <a:gd name="csY18" fmla="*/ 942962 h 1038868"/>
                <a:gd name="csX19" fmla="*/ 946093 w 2164792"/>
                <a:gd name="csY19" fmla="*/ 968699 h 1038868"/>
                <a:gd name="csX20" fmla="*/ 954964 w 2164792"/>
                <a:gd name="csY20" fmla="*/ 975074 h 1038868"/>
                <a:gd name="csX21" fmla="*/ 959943 w 2164792"/>
                <a:gd name="csY21" fmla="*/ 992702 h 1038868"/>
                <a:gd name="csX22" fmla="*/ 979532 w 2164792"/>
                <a:gd name="csY22" fmla="*/ 995191 h 1038868"/>
                <a:gd name="csX23" fmla="*/ 993712 w 2164792"/>
                <a:gd name="csY23" fmla="*/ 1005357 h 1038868"/>
                <a:gd name="csX24" fmla="*/ 1013308 w 2164792"/>
                <a:gd name="csY24" fmla="*/ 1005357 h 1038868"/>
                <a:gd name="csX25" fmla="*/ 1018934 w 2164792"/>
                <a:gd name="csY25" fmla="*/ 1012489 h 1038868"/>
                <a:gd name="csX26" fmla="*/ 1035927 w 2164792"/>
                <a:gd name="csY26" fmla="*/ 1012272 h 1038868"/>
                <a:gd name="csX27" fmla="*/ 1034955 w 2164792"/>
                <a:gd name="csY27" fmla="*/ 994435 h 1038868"/>
                <a:gd name="csX28" fmla="*/ 1028243 w 2164792"/>
                <a:gd name="csY28" fmla="*/ 953446 h 1038868"/>
                <a:gd name="csX29" fmla="*/ 1034625 w 2164792"/>
                <a:gd name="csY29" fmla="*/ 938200 h 1038868"/>
                <a:gd name="csX30" fmla="*/ 1067099 w 2164792"/>
                <a:gd name="csY30" fmla="*/ 909110 h 1038868"/>
                <a:gd name="csX31" fmla="*/ 1101624 w 2164792"/>
                <a:gd name="csY31" fmla="*/ 888460 h 1038868"/>
                <a:gd name="csX32" fmla="*/ 1128688 w 2164792"/>
                <a:gd name="csY32" fmla="*/ 866077 h 1038868"/>
                <a:gd name="csX33" fmla="*/ 1157587 w 2164792"/>
                <a:gd name="csY33" fmla="*/ 854608 h 1038868"/>
                <a:gd name="csX34" fmla="*/ 1183450 w 2164792"/>
                <a:gd name="csY34" fmla="*/ 854177 h 1038868"/>
                <a:gd name="csX35" fmla="*/ 1211809 w 2164792"/>
                <a:gd name="csY35" fmla="*/ 862178 h 1038868"/>
                <a:gd name="csX36" fmla="*/ 1220579 w 2164792"/>
                <a:gd name="csY36" fmla="*/ 862070 h 1038868"/>
                <a:gd name="csX37" fmla="*/ 1233240 w 2164792"/>
                <a:gd name="csY37" fmla="*/ 863803 h 1038868"/>
                <a:gd name="csX38" fmla="*/ 1222090 w 2164792"/>
                <a:gd name="csY38" fmla="*/ 850392 h 1038868"/>
                <a:gd name="csX39" fmla="*/ 1232701 w 2164792"/>
                <a:gd name="csY39" fmla="*/ 847147 h 1038868"/>
                <a:gd name="csX40" fmla="*/ 1243737 w 2164792"/>
                <a:gd name="csY40" fmla="*/ 858501 h 1038868"/>
                <a:gd name="csX41" fmla="*/ 1253046 w 2164792"/>
                <a:gd name="csY41" fmla="*/ 868235 h 1038868"/>
                <a:gd name="csX42" fmla="*/ 1251967 w 2164792"/>
                <a:gd name="csY42" fmla="*/ 875049 h 1038868"/>
                <a:gd name="csX43" fmla="*/ 1274261 w 2164792"/>
                <a:gd name="csY43" fmla="*/ 878618 h 1038868"/>
                <a:gd name="csX44" fmla="*/ 1278160 w 2164792"/>
                <a:gd name="csY44" fmla="*/ 872020 h 1038868"/>
                <a:gd name="csX45" fmla="*/ 1285736 w 2164792"/>
                <a:gd name="csY45" fmla="*/ 871480 h 1038868"/>
                <a:gd name="csX46" fmla="*/ 1290283 w 2164792"/>
                <a:gd name="csY46" fmla="*/ 877214 h 1038868"/>
                <a:gd name="csX47" fmla="*/ 1294175 w 2164792"/>
                <a:gd name="csY47" fmla="*/ 878402 h 1038868"/>
                <a:gd name="csX48" fmla="*/ 1297642 w 2164792"/>
                <a:gd name="csY48" fmla="*/ 876236 h 1038868"/>
                <a:gd name="csX49" fmla="*/ 1299808 w 2164792"/>
                <a:gd name="csY49" fmla="*/ 869639 h 1038868"/>
                <a:gd name="csX50" fmla="*/ 1306189 w 2164792"/>
                <a:gd name="csY50" fmla="*/ 867048 h 1038868"/>
                <a:gd name="csX51" fmla="*/ 1312146 w 2164792"/>
                <a:gd name="csY51" fmla="*/ 871912 h 1038868"/>
                <a:gd name="csX52" fmla="*/ 1333469 w 2164792"/>
                <a:gd name="csY52" fmla="*/ 882186 h 1038868"/>
                <a:gd name="csX53" fmla="*/ 1337361 w 2164792"/>
                <a:gd name="csY53" fmla="*/ 874941 h 1038868"/>
                <a:gd name="csX54" fmla="*/ 1328275 w 2164792"/>
                <a:gd name="csY54" fmla="*/ 868344 h 1038868"/>
                <a:gd name="csX55" fmla="*/ 1316260 w 2164792"/>
                <a:gd name="csY55" fmla="*/ 863371 h 1038868"/>
                <a:gd name="csX56" fmla="*/ 1315714 w 2164792"/>
                <a:gd name="csY56" fmla="*/ 862508 h 1038868"/>
                <a:gd name="csX57" fmla="*/ 1328275 w 2164792"/>
                <a:gd name="csY57" fmla="*/ 849420 h 1038868"/>
                <a:gd name="csX58" fmla="*/ 1326541 w 2164792"/>
                <a:gd name="csY58" fmla="*/ 840118 h 1038868"/>
                <a:gd name="csX59" fmla="*/ 1311390 w 2164792"/>
                <a:gd name="csY59" fmla="*/ 846931 h 1038868"/>
                <a:gd name="csX60" fmla="*/ 1307275 w 2164792"/>
                <a:gd name="csY60" fmla="*/ 842607 h 1038868"/>
                <a:gd name="csX61" fmla="*/ 1358361 w 2164792"/>
                <a:gd name="csY61" fmla="*/ 828548 h 1038868"/>
                <a:gd name="csX62" fmla="*/ 1370159 w 2164792"/>
                <a:gd name="csY62" fmla="*/ 825303 h 1038868"/>
                <a:gd name="csX63" fmla="*/ 1375353 w 2164792"/>
                <a:gd name="csY63" fmla="*/ 815575 h 1038868"/>
                <a:gd name="csX64" fmla="*/ 1376001 w 2164792"/>
                <a:gd name="csY64" fmla="*/ 815359 h 1038868"/>
                <a:gd name="csX65" fmla="*/ 1381849 w 2164792"/>
                <a:gd name="csY65" fmla="*/ 826821 h 1038868"/>
                <a:gd name="csX66" fmla="*/ 1390505 w 2164792"/>
                <a:gd name="csY66" fmla="*/ 830606 h 1038868"/>
                <a:gd name="csX67" fmla="*/ 1436834 w 2164792"/>
                <a:gd name="csY67" fmla="*/ 826065 h 1038868"/>
                <a:gd name="csX68" fmla="*/ 1472223 w 2164792"/>
                <a:gd name="csY68" fmla="*/ 844017 h 1038868"/>
                <a:gd name="csX69" fmla="*/ 1478827 w 2164792"/>
                <a:gd name="csY69" fmla="*/ 854392 h 1038868"/>
                <a:gd name="csX70" fmla="*/ 1490841 w 2164792"/>
                <a:gd name="csY70" fmla="*/ 858069 h 1038868"/>
                <a:gd name="csX71" fmla="*/ 1505020 w 2164792"/>
                <a:gd name="csY71" fmla="*/ 848665 h 1038868"/>
                <a:gd name="csX72" fmla="*/ 1512056 w 2164792"/>
                <a:gd name="csY72" fmla="*/ 838822 h 1038868"/>
                <a:gd name="csX73" fmla="*/ 1524934 w 2164792"/>
                <a:gd name="csY73" fmla="*/ 837527 h 1038868"/>
                <a:gd name="csX74" fmla="*/ 1549401 w 2164792"/>
                <a:gd name="csY74" fmla="*/ 859479 h 1038868"/>
                <a:gd name="csX75" fmla="*/ 1551674 w 2164792"/>
                <a:gd name="csY75" fmla="*/ 865968 h 1038868"/>
                <a:gd name="csX76" fmla="*/ 1564984 w 2164792"/>
                <a:gd name="csY76" fmla="*/ 877322 h 1038868"/>
                <a:gd name="csX77" fmla="*/ 1572559 w 2164792"/>
                <a:gd name="csY77" fmla="*/ 881755 h 1038868"/>
                <a:gd name="csX78" fmla="*/ 1576674 w 2164792"/>
                <a:gd name="csY78" fmla="*/ 905866 h 1038868"/>
                <a:gd name="csX79" fmla="*/ 1568774 w 2164792"/>
                <a:gd name="csY79" fmla="*/ 930415 h 1038868"/>
                <a:gd name="csX80" fmla="*/ 1575264 w 2164792"/>
                <a:gd name="csY80" fmla="*/ 932796 h 1038868"/>
                <a:gd name="csX81" fmla="*/ 1582516 w 2164792"/>
                <a:gd name="csY81" fmla="*/ 927278 h 1038868"/>
                <a:gd name="csX82" fmla="*/ 1585875 w 2164792"/>
                <a:gd name="csY82" fmla="*/ 933876 h 1038868"/>
                <a:gd name="csX83" fmla="*/ 1576998 w 2164792"/>
                <a:gd name="csY83" fmla="*/ 950639 h 1038868"/>
                <a:gd name="csX84" fmla="*/ 1592149 w 2164792"/>
                <a:gd name="csY84" fmla="*/ 971182 h 1038868"/>
                <a:gd name="csX85" fmla="*/ 1593343 w 2164792"/>
                <a:gd name="csY85" fmla="*/ 968153 h 1038868"/>
                <a:gd name="csX86" fmla="*/ 1598105 w 2164792"/>
                <a:gd name="csY86" fmla="*/ 967721 h 1038868"/>
                <a:gd name="csX87" fmla="*/ 1599185 w 2164792"/>
                <a:gd name="csY87" fmla="*/ 986536 h 1038868"/>
                <a:gd name="csX88" fmla="*/ 1607090 w 2164792"/>
                <a:gd name="csY88" fmla="*/ 994759 h 1038868"/>
                <a:gd name="csX89" fmla="*/ 1614882 w 2164792"/>
                <a:gd name="csY89" fmla="*/ 1009898 h 1038868"/>
                <a:gd name="csX90" fmla="*/ 1626026 w 2164792"/>
                <a:gd name="csY90" fmla="*/ 1015841 h 1038868"/>
                <a:gd name="csX91" fmla="*/ 1631982 w 2164792"/>
                <a:gd name="csY91" fmla="*/ 1026223 h 1038868"/>
                <a:gd name="csX92" fmla="*/ 1631982 w 2164792"/>
                <a:gd name="csY92" fmla="*/ 1032065 h 1038868"/>
                <a:gd name="csX93" fmla="*/ 1633062 w 2164792"/>
                <a:gd name="csY93" fmla="*/ 1037469 h 1038868"/>
                <a:gd name="csX94" fmla="*/ 1640536 w 2164792"/>
                <a:gd name="csY94" fmla="*/ 1038123 h 1038868"/>
                <a:gd name="csX95" fmla="*/ 1660989 w 2164792"/>
                <a:gd name="csY95" fmla="*/ 1029360 h 1038868"/>
                <a:gd name="csX96" fmla="*/ 1664564 w 2164792"/>
                <a:gd name="csY96" fmla="*/ 1018762 h 1038868"/>
                <a:gd name="csX97" fmla="*/ 1670082 w 2164792"/>
                <a:gd name="csY97" fmla="*/ 1009790 h 1038868"/>
                <a:gd name="csX98" fmla="*/ 1672572 w 2164792"/>
                <a:gd name="csY98" fmla="*/ 965454 h 1038868"/>
                <a:gd name="csX99" fmla="*/ 1653198 w 2164792"/>
                <a:gd name="csY99" fmla="*/ 913003 h 1038868"/>
                <a:gd name="csX100" fmla="*/ 1653630 w 2164792"/>
                <a:gd name="csY100" fmla="*/ 902951 h 1038868"/>
                <a:gd name="csX101" fmla="*/ 1638047 w 2164792"/>
                <a:gd name="csY101" fmla="*/ 873646 h 1038868"/>
                <a:gd name="csX102" fmla="*/ 1624731 w 2164792"/>
                <a:gd name="csY102" fmla="*/ 837959 h 1038868"/>
                <a:gd name="csX103" fmla="*/ 1618558 w 2164792"/>
                <a:gd name="csY103" fmla="*/ 811790 h 1038868"/>
                <a:gd name="csX104" fmla="*/ 1621918 w 2164792"/>
                <a:gd name="csY104" fmla="*/ 804545 h 1038868"/>
                <a:gd name="csX105" fmla="*/ 1620940 w 2164792"/>
                <a:gd name="csY105" fmla="*/ 798703 h 1038868"/>
                <a:gd name="csX106" fmla="*/ 1625378 w 2164792"/>
                <a:gd name="csY106" fmla="*/ 792105 h 1038868"/>
                <a:gd name="csX107" fmla="*/ 1628299 w 2164792"/>
                <a:gd name="csY107" fmla="*/ 784968 h 1038868"/>
                <a:gd name="csX108" fmla="*/ 1628299 w 2164792"/>
                <a:gd name="csY108" fmla="*/ 779564 h 1038868"/>
                <a:gd name="csX109" fmla="*/ 1633170 w 2164792"/>
                <a:gd name="csY109" fmla="*/ 773182 h 1038868"/>
                <a:gd name="csX110" fmla="*/ 1640421 w 2164792"/>
                <a:gd name="csY110" fmla="*/ 757612 h 1038868"/>
                <a:gd name="csX111" fmla="*/ 1639342 w 2164792"/>
                <a:gd name="csY111" fmla="*/ 756317 h 1038868"/>
                <a:gd name="csX112" fmla="*/ 1649731 w 2164792"/>
                <a:gd name="csY112" fmla="*/ 751986 h 1038868"/>
                <a:gd name="csX113" fmla="*/ 1658284 w 2164792"/>
                <a:gd name="csY113" fmla="*/ 743769 h 1038868"/>
                <a:gd name="csX114" fmla="*/ 1658284 w 2164792"/>
                <a:gd name="csY114" fmla="*/ 742474 h 1038868"/>
                <a:gd name="csX115" fmla="*/ 1661421 w 2164792"/>
                <a:gd name="csY115" fmla="*/ 739121 h 1038868"/>
                <a:gd name="csX116" fmla="*/ 1681449 w 2164792"/>
                <a:gd name="csY116" fmla="*/ 730904 h 1038868"/>
                <a:gd name="csX117" fmla="*/ 1692809 w 2164792"/>
                <a:gd name="csY117" fmla="*/ 718788 h 1038868"/>
                <a:gd name="csX118" fmla="*/ 1699413 w 2164792"/>
                <a:gd name="csY118" fmla="*/ 716197 h 1038868"/>
                <a:gd name="csX119" fmla="*/ 1704068 w 2164792"/>
                <a:gd name="csY119" fmla="*/ 713061 h 1038868"/>
                <a:gd name="csX120" fmla="*/ 1708506 w 2164792"/>
                <a:gd name="csY120" fmla="*/ 702031 h 1038868"/>
                <a:gd name="csX121" fmla="*/ 1724959 w 2164792"/>
                <a:gd name="csY121" fmla="*/ 685267 h 1038868"/>
                <a:gd name="csX122" fmla="*/ 1737081 w 2164792"/>
                <a:gd name="csY122" fmla="*/ 681374 h 1038868"/>
                <a:gd name="csX123" fmla="*/ 1753204 w 2164792"/>
                <a:gd name="csY123" fmla="*/ 680618 h 1038868"/>
                <a:gd name="csX124" fmla="*/ 1762945 w 2164792"/>
                <a:gd name="csY124" fmla="*/ 663962 h 1038868"/>
                <a:gd name="csX125" fmla="*/ 1793469 w 2164792"/>
                <a:gd name="csY125" fmla="*/ 649364 h 1038868"/>
                <a:gd name="csX126" fmla="*/ 1807649 w 2164792"/>
                <a:gd name="csY126" fmla="*/ 648500 h 1038868"/>
                <a:gd name="csX127" fmla="*/ 1813605 w 2164792"/>
                <a:gd name="csY127" fmla="*/ 636930 h 1038868"/>
                <a:gd name="csX128" fmla="*/ 1804512 w 2164792"/>
                <a:gd name="csY128" fmla="*/ 631196 h 1038868"/>
                <a:gd name="csX129" fmla="*/ 1805915 w 2164792"/>
                <a:gd name="csY129" fmla="*/ 629361 h 1038868"/>
                <a:gd name="csX130" fmla="*/ 1805375 w 2164792"/>
                <a:gd name="csY130" fmla="*/ 622224 h 1038868"/>
                <a:gd name="csX131" fmla="*/ 1823886 w 2164792"/>
                <a:gd name="csY131" fmla="*/ 621576 h 1038868"/>
                <a:gd name="csX132" fmla="*/ 1834706 w 2164792"/>
                <a:gd name="csY132" fmla="*/ 608057 h 1038868"/>
                <a:gd name="csX133" fmla="*/ 1828324 w 2164792"/>
                <a:gd name="csY133" fmla="*/ 597027 h 1038868"/>
                <a:gd name="csX134" fmla="*/ 1811548 w 2164792"/>
                <a:gd name="csY134" fmla="*/ 596056 h 1038868"/>
                <a:gd name="csX135" fmla="*/ 1822044 w 2164792"/>
                <a:gd name="csY135" fmla="*/ 590429 h 1038868"/>
                <a:gd name="csX136" fmla="*/ 1833735 w 2164792"/>
                <a:gd name="csY136" fmla="*/ 591839 h 1038868"/>
                <a:gd name="csX137" fmla="*/ 1842720 w 2164792"/>
                <a:gd name="csY137" fmla="*/ 609683 h 1038868"/>
                <a:gd name="csX138" fmla="*/ 1839469 w 2164792"/>
                <a:gd name="csY138" fmla="*/ 626008 h 1038868"/>
                <a:gd name="csX139" fmla="*/ 1845641 w 2164792"/>
                <a:gd name="csY139" fmla="*/ 619519 h 1038868"/>
                <a:gd name="csX140" fmla="*/ 1847806 w 2164792"/>
                <a:gd name="csY140" fmla="*/ 601459 h 1038868"/>
                <a:gd name="csX141" fmla="*/ 1833627 w 2164792"/>
                <a:gd name="csY141" fmla="*/ 578428 h 1038868"/>
                <a:gd name="csX142" fmla="*/ 1828108 w 2164792"/>
                <a:gd name="csY142" fmla="*/ 560152 h 1038868"/>
                <a:gd name="csX143" fmla="*/ 1823994 w 2164792"/>
                <a:gd name="csY143" fmla="*/ 556584 h 1038868"/>
                <a:gd name="csX144" fmla="*/ 1820419 w 2164792"/>
                <a:gd name="csY144" fmla="*/ 556260 h 1038868"/>
                <a:gd name="csX145" fmla="*/ 1808081 w 2164792"/>
                <a:gd name="csY145" fmla="*/ 556368 h 1038868"/>
                <a:gd name="csX146" fmla="*/ 1812195 w 2164792"/>
                <a:gd name="csY146" fmla="*/ 546310 h 1038868"/>
                <a:gd name="csX147" fmla="*/ 1808843 w 2164792"/>
                <a:gd name="csY147" fmla="*/ 539280 h 1038868"/>
                <a:gd name="csX148" fmla="*/ 1811656 w 2164792"/>
                <a:gd name="csY148" fmla="*/ 536035 h 1038868"/>
                <a:gd name="csX149" fmla="*/ 1814900 w 2164792"/>
                <a:gd name="csY149" fmla="*/ 532575 h 1038868"/>
                <a:gd name="csX150" fmla="*/ 1811332 w 2164792"/>
                <a:gd name="csY150" fmla="*/ 512248 h 1038868"/>
                <a:gd name="csX151" fmla="*/ 1807757 w 2164792"/>
                <a:gd name="csY151" fmla="*/ 505651 h 1038868"/>
                <a:gd name="csX152" fmla="*/ 1808189 w 2164792"/>
                <a:gd name="csY152" fmla="*/ 505435 h 1038868"/>
                <a:gd name="csX153" fmla="*/ 1810570 w 2164792"/>
                <a:gd name="csY153" fmla="*/ 500786 h 1038868"/>
                <a:gd name="csX154" fmla="*/ 1811763 w 2164792"/>
                <a:gd name="csY154" fmla="*/ 497002 h 1038868"/>
                <a:gd name="csX155" fmla="*/ 1806239 w 2164792"/>
                <a:gd name="csY155" fmla="*/ 485648 h 1038868"/>
                <a:gd name="csX156" fmla="*/ 1805052 w 2164792"/>
                <a:gd name="csY156" fmla="*/ 479482 h 1038868"/>
                <a:gd name="csX157" fmla="*/ 1808081 w 2164792"/>
                <a:gd name="csY157" fmla="*/ 460667 h 1038868"/>
                <a:gd name="csX158" fmla="*/ 1811109 w 2164792"/>
                <a:gd name="csY158" fmla="*/ 455041 h 1038868"/>
                <a:gd name="csX159" fmla="*/ 1822260 w 2164792"/>
                <a:gd name="csY159" fmla="*/ 443147 h 1038868"/>
                <a:gd name="csX160" fmla="*/ 1825505 w 2164792"/>
                <a:gd name="csY160" fmla="*/ 444119 h 1038868"/>
                <a:gd name="csX161" fmla="*/ 1825505 w 2164792"/>
                <a:gd name="csY161" fmla="*/ 447256 h 1038868"/>
                <a:gd name="csX162" fmla="*/ 1823016 w 2164792"/>
                <a:gd name="csY162" fmla="*/ 453098 h 1038868"/>
                <a:gd name="csX163" fmla="*/ 1819339 w 2164792"/>
                <a:gd name="csY163" fmla="*/ 458825 h 1038868"/>
                <a:gd name="csX164" fmla="*/ 1816958 w 2164792"/>
                <a:gd name="csY164" fmla="*/ 464776 h 1038868"/>
                <a:gd name="csX165" fmla="*/ 1816958 w 2164792"/>
                <a:gd name="csY165" fmla="*/ 473856 h 1038868"/>
                <a:gd name="csX166" fmla="*/ 1821504 w 2164792"/>
                <a:gd name="csY166" fmla="*/ 479590 h 1038868"/>
                <a:gd name="csX167" fmla="*/ 1818253 w 2164792"/>
                <a:gd name="csY167" fmla="*/ 483699 h 1038868"/>
                <a:gd name="csX168" fmla="*/ 1816418 w 2164792"/>
                <a:gd name="csY168" fmla="*/ 487915 h 1038868"/>
                <a:gd name="csX169" fmla="*/ 1818475 w 2164792"/>
                <a:gd name="csY169" fmla="*/ 492785 h 1038868"/>
                <a:gd name="csX170" fmla="*/ 1826915 w 2164792"/>
                <a:gd name="csY170" fmla="*/ 500139 h 1038868"/>
                <a:gd name="csX171" fmla="*/ 1829836 w 2164792"/>
                <a:gd name="csY171" fmla="*/ 507384 h 1038868"/>
                <a:gd name="csX172" fmla="*/ 1834598 w 2164792"/>
                <a:gd name="csY172" fmla="*/ 511600 h 1038868"/>
                <a:gd name="csX173" fmla="*/ 1827562 w 2164792"/>
                <a:gd name="csY173" fmla="*/ 528574 h 1038868"/>
                <a:gd name="csX174" fmla="*/ 1827454 w 2164792"/>
                <a:gd name="csY174" fmla="*/ 545986 h 1038868"/>
                <a:gd name="csX175" fmla="*/ 1835468 w 2164792"/>
                <a:gd name="csY175" fmla="*/ 540906 h 1038868"/>
                <a:gd name="csX176" fmla="*/ 1848346 w 2164792"/>
                <a:gd name="csY176" fmla="*/ 515169 h 1038868"/>
                <a:gd name="csX177" fmla="*/ 1854296 w 2164792"/>
                <a:gd name="csY177" fmla="*/ 508356 h 1038868"/>
                <a:gd name="csX178" fmla="*/ 1858950 w 2164792"/>
                <a:gd name="csY178" fmla="*/ 478834 h 1038868"/>
                <a:gd name="csX179" fmla="*/ 1848130 w 2164792"/>
                <a:gd name="csY179" fmla="*/ 460991 h 1038868"/>
                <a:gd name="csX180" fmla="*/ 1851375 w 2164792"/>
                <a:gd name="csY180" fmla="*/ 451364 h 1038868"/>
                <a:gd name="csX181" fmla="*/ 1865123 w 2164792"/>
                <a:gd name="csY181" fmla="*/ 458178 h 1038868"/>
                <a:gd name="csX182" fmla="*/ 1865446 w 2164792"/>
                <a:gd name="csY182" fmla="*/ 470287 h 1038868"/>
                <a:gd name="csX183" fmla="*/ 1871295 w 2164792"/>
                <a:gd name="csY183" fmla="*/ 470072 h 1038868"/>
                <a:gd name="csX184" fmla="*/ 1882223 w 2164792"/>
                <a:gd name="csY184" fmla="*/ 452126 h 1038868"/>
                <a:gd name="csX185" fmla="*/ 1894777 w 2164792"/>
                <a:gd name="csY185" fmla="*/ 437413 h 1038868"/>
                <a:gd name="csX186" fmla="*/ 1897698 w 2164792"/>
                <a:gd name="csY186" fmla="*/ 404324 h 1038868"/>
                <a:gd name="csX187" fmla="*/ 1891532 w 2164792"/>
                <a:gd name="csY187" fmla="*/ 401517 h 1038868"/>
                <a:gd name="csX188" fmla="*/ 1901921 w 2164792"/>
                <a:gd name="csY188" fmla="*/ 395999 h 1038868"/>
                <a:gd name="csX189" fmla="*/ 1924870 w 2164792"/>
                <a:gd name="csY189" fmla="*/ 396862 h 1038868"/>
                <a:gd name="csX190" fmla="*/ 1957337 w 2164792"/>
                <a:gd name="csY190" fmla="*/ 390487 h 1038868"/>
                <a:gd name="csX191" fmla="*/ 1978877 w 2164792"/>
                <a:gd name="csY191" fmla="*/ 378587 h 1038868"/>
                <a:gd name="csX192" fmla="*/ 1959179 w 2164792"/>
                <a:gd name="csY192" fmla="*/ 378587 h 1038868"/>
                <a:gd name="csX193" fmla="*/ 1945107 w 2164792"/>
                <a:gd name="csY193" fmla="*/ 384321 h 1038868"/>
                <a:gd name="csX194" fmla="*/ 1916424 w 2164792"/>
                <a:gd name="csY194" fmla="*/ 380213 h 1038868"/>
                <a:gd name="csX195" fmla="*/ 1943266 w 2164792"/>
                <a:gd name="csY195" fmla="*/ 367773 h 1038868"/>
                <a:gd name="csX196" fmla="*/ 1983315 w 2164792"/>
                <a:gd name="csY196" fmla="*/ 365182 h 1038868"/>
                <a:gd name="csX197" fmla="*/ 2011674 w 2164792"/>
                <a:gd name="csY197" fmla="*/ 356743 h 1038868"/>
                <a:gd name="csX198" fmla="*/ 2022495 w 2164792"/>
                <a:gd name="csY198" fmla="*/ 353289 h 1038868"/>
                <a:gd name="csX199" fmla="*/ 2028127 w 2164792"/>
                <a:gd name="csY199" fmla="*/ 357829 h 1038868"/>
                <a:gd name="csX200" fmla="*/ 2054213 w 2164792"/>
                <a:gd name="csY200" fmla="*/ 347339 h 1038868"/>
                <a:gd name="csX201" fmla="*/ 2050206 w 2164792"/>
                <a:gd name="csY201" fmla="*/ 333064 h 1038868"/>
                <a:gd name="csX202" fmla="*/ 2043494 w 2164792"/>
                <a:gd name="csY202" fmla="*/ 331445 h 1038868"/>
                <a:gd name="csX203" fmla="*/ 2043926 w 2164792"/>
                <a:gd name="csY203" fmla="*/ 338906 h 1038868"/>
                <a:gd name="csX204" fmla="*/ 2043278 w 2164792"/>
                <a:gd name="csY204" fmla="*/ 344742 h 1038868"/>
                <a:gd name="csX205" fmla="*/ 2030508 w 2164792"/>
                <a:gd name="csY205" fmla="*/ 344310 h 1038868"/>
                <a:gd name="csX206" fmla="*/ 2017300 w 2164792"/>
                <a:gd name="csY206" fmla="*/ 325819 h 1038868"/>
                <a:gd name="csX207" fmla="*/ 2011674 w 2164792"/>
                <a:gd name="csY207" fmla="*/ 323653 h 1038868"/>
                <a:gd name="csX208" fmla="*/ 2014487 w 2164792"/>
                <a:gd name="csY208" fmla="*/ 314789 h 1038868"/>
                <a:gd name="csX209" fmla="*/ 2025206 w 2164792"/>
                <a:gd name="csY209" fmla="*/ 303543 h 1038868"/>
                <a:gd name="csX210" fmla="*/ 2022063 w 2164792"/>
                <a:gd name="csY210" fmla="*/ 292513 h 1038868"/>
                <a:gd name="csX211" fmla="*/ 2046199 w 2164792"/>
                <a:gd name="csY211" fmla="*/ 258343 h 1038868"/>
                <a:gd name="csX212" fmla="*/ 2066875 w 2164792"/>
                <a:gd name="csY212" fmla="*/ 250990 h 1038868"/>
                <a:gd name="csX213" fmla="*/ 2075644 w 2164792"/>
                <a:gd name="csY213" fmla="*/ 246012 h 1038868"/>
                <a:gd name="csX214" fmla="*/ 2082350 w 2164792"/>
                <a:gd name="csY214" fmla="*/ 243415 h 1038868"/>
                <a:gd name="csX215" fmla="*/ 2084083 w 2164792"/>
                <a:gd name="csY215" fmla="*/ 237903 h 1038868"/>
                <a:gd name="csX216" fmla="*/ 2084083 w 2164792"/>
                <a:gd name="csY216" fmla="*/ 232169 h 1038868"/>
                <a:gd name="csX217" fmla="*/ 2088198 w 2164792"/>
                <a:gd name="csY217" fmla="*/ 227952 h 1038868"/>
                <a:gd name="csX218" fmla="*/ 2092199 w 2164792"/>
                <a:gd name="csY218" fmla="*/ 226981 h 1038868"/>
                <a:gd name="csX219" fmla="*/ 2097615 w 2164792"/>
                <a:gd name="csY219" fmla="*/ 228822 h 1038868"/>
                <a:gd name="csX220" fmla="*/ 2100968 w 2164792"/>
                <a:gd name="csY220" fmla="*/ 233578 h 1038868"/>
                <a:gd name="csX221" fmla="*/ 2109953 w 2164792"/>
                <a:gd name="csY221" fmla="*/ 234442 h 1038868"/>
                <a:gd name="csX222" fmla="*/ 2110925 w 2164792"/>
                <a:gd name="csY222" fmla="*/ 234874 h 1038868"/>
                <a:gd name="csX223" fmla="*/ 2120882 w 2164792"/>
                <a:gd name="csY223" fmla="*/ 226009 h 1038868"/>
                <a:gd name="csX224" fmla="*/ 2127593 w 2164792"/>
                <a:gd name="csY224" fmla="*/ 226009 h 1038868"/>
                <a:gd name="csX225" fmla="*/ 2135493 w 2164792"/>
                <a:gd name="csY225" fmla="*/ 220707 h 1038868"/>
                <a:gd name="csX226" fmla="*/ 2143723 w 2164792"/>
                <a:gd name="csY226" fmla="*/ 221361 h 1038868"/>
                <a:gd name="csX227" fmla="*/ 2150866 w 2164792"/>
                <a:gd name="csY227" fmla="*/ 215951 h 1038868"/>
                <a:gd name="csX228" fmla="*/ 2156384 w 2164792"/>
                <a:gd name="csY228" fmla="*/ 214331 h 1038868"/>
                <a:gd name="csX229" fmla="*/ 2163420 w 2164792"/>
                <a:gd name="csY229" fmla="*/ 202863 h 1038868"/>
                <a:gd name="csX230" fmla="*/ 2158550 w 2164792"/>
                <a:gd name="csY230" fmla="*/ 199079 h 1038868"/>
                <a:gd name="csX231" fmla="*/ 2157362 w 2164792"/>
                <a:gd name="csY231" fmla="*/ 191510 h 1038868"/>
                <a:gd name="csX232" fmla="*/ 2153032 w 2164792"/>
                <a:gd name="csY232" fmla="*/ 189890 h 1038868"/>
                <a:gd name="csX233" fmla="*/ 2153032 w 2164792"/>
                <a:gd name="csY233" fmla="*/ 172155 h 1038868"/>
                <a:gd name="csX234" fmla="*/ 2137226 w 2164792"/>
                <a:gd name="csY234" fmla="*/ 169558 h 1038868"/>
                <a:gd name="csX235" fmla="*/ 2133874 w 2164792"/>
                <a:gd name="csY235" fmla="*/ 101651 h 1038868"/>
                <a:gd name="csX236" fmla="*/ 2115903 w 2164792"/>
                <a:gd name="csY236" fmla="*/ 85973 h 1038868"/>
                <a:gd name="csX237" fmla="*/ 2094256 w 2164792"/>
                <a:gd name="csY237" fmla="*/ 97434 h 1038868"/>
                <a:gd name="csX238" fmla="*/ 2088414 w 2164792"/>
                <a:gd name="csY238" fmla="*/ 92564 h 1038868"/>
                <a:gd name="csX239" fmla="*/ 2087220 w 2164792"/>
                <a:gd name="csY239" fmla="*/ 84671 h 1038868"/>
                <a:gd name="csX240" fmla="*/ 2080946 w 2164792"/>
                <a:gd name="csY240" fmla="*/ 80346 h 1038868"/>
                <a:gd name="csX241" fmla="*/ 2051178 w 2164792"/>
                <a:gd name="csY241" fmla="*/ 120250 h 1038868"/>
                <a:gd name="csX242" fmla="*/ 2049450 w 2164792"/>
                <a:gd name="csY242" fmla="*/ 133877 h 1038868"/>
                <a:gd name="csX243" fmla="*/ 2040897 w 2164792"/>
                <a:gd name="csY243" fmla="*/ 145123 h 1038868"/>
                <a:gd name="csX244" fmla="*/ 2042415 w 2164792"/>
                <a:gd name="csY244" fmla="*/ 160261 h 1038868"/>
                <a:gd name="csX245" fmla="*/ 2022603 w 2164792"/>
                <a:gd name="csY245" fmla="*/ 175939 h 1038868"/>
                <a:gd name="csX246" fmla="*/ 2017840 w 2164792"/>
                <a:gd name="csY246" fmla="*/ 187617 h 1038868"/>
                <a:gd name="csX247" fmla="*/ 2001825 w 2164792"/>
                <a:gd name="csY247" fmla="*/ 182213 h 1038868"/>
                <a:gd name="csX248" fmla="*/ 1996307 w 2164792"/>
                <a:gd name="csY248" fmla="*/ 194754 h 1038868"/>
                <a:gd name="csX249" fmla="*/ 1869669 w 2164792"/>
                <a:gd name="csY249" fmla="*/ 194754 h 1038868"/>
                <a:gd name="csX250" fmla="*/ 1814037 w 2164792"/>
                <a:gd name="csY250" fmla="*/ 234118 h 1038868"/>
                <a:gd name="csX251" fmla="*/ 1821288 w 2164792"/>
                <a:gd name="csY251" fmla="*/ 258013 h 1038868"/>
                <a:gd name="csX252" fmla="*/ 1810462 w 2164792"/>
                <a:gd name="csY252" fmla="*/ 266992 h 1038868"/>
                <a:gd name="csX253" fmla="*/ 1799857 w 2164792"/>
                <a:gd name="csY253" fmla="*/ 275857 h 1038868"/>
                <a:gd name="csX254" fmla="*/ 1769549 w 2164792"/>
                <a:gd name="csY254" fmla="*/ 281915 h 1038868"/>
                <a:gd name="csX255" fmla="*/ 1759376 w 2164792"/>
                <a:gd name="csY255" fmla="*/ 276727 h 1038868"/>
                <a:gd name="csX256" fmla="*/ 1735671 w 2164792"/>
                <a:gd name="csY256" fmla="*/ 274669 h 1038868"/>
                <a:gd name="csX257" fmla="*/ 1715974 w 2164792"/>
                <a:gd name="csY257" fmla="*/ 280727 h 1038868"/>
                <a:gd name="csX258" fmla="*/ 1719873 w 2164792"/>
                <a:gd name="csY258" fmla="*/ 293700 h 1038868"/>
                <a:gd name="csX259" fmla="*/ 1720520 w 2164792"/>
                <a:gd name="csY259" fmla="*/ 296297 h 1038868"/>
                <a:gd name="csX260" fmla="*/ 1716945 w 2164792"/>
                <a:gd name="csY260" fmla="*/ 304298 h 1038868"/>
                <a:gd name="csX261" fmla="*/ 1667701 w 2164792"/>
                <a:gd name="csY261" fmla="*/ 333820 h 1038868"/>
                <a:gd name="csX262" fmla="*/ 1623759 w 2164792"/>
                <a:gd name="csY262" fmla="*/ 349720 h 1038868"/>
                <a:gd name="csX263" fmla="*/ 1607414 w 2164792"/>
                <a:gd name="csY263" fmla="*/ 361290 h 1038868"/>
                <a:gd name="csX264" fmla="*/ 1575810 w 2164792"/>
                <a:gd name="csY264" fmla="*/ 363341 h 1038868"/>
                <a:gd name="csX265" fmla="*/ 1546149 w 2164792"/>
                <a:gd name="csY265" fmla="*/ 346475 h 1038868"/>
                <a:gd name="csX266" fmla="*/ 1557300 w 2164792"/>
                <a:gd name="csY266" fmla="*/ 331768 h 1038868"/>
                <a:gd name="csX267" fmla="*/ 1556544 w 2164792"/>
                <a:gd name="csY267" fmla="*/ 330790 h 1038868"/>
                <a:gd name="csX268" fmla="*/ 1582516 w 2164792"/>
                <a:gd name="csY268" fmla="*/ 289700 h 1038868"/>
                <a:gd name="csX269" fmla="*/ 1581544 w 2164792"/>
                <a:gd name="csY269" fmla="*/ 287756 h 1038868"/>
                <a:gd name="csX270" fmla="*/ 1574617 w 2164792"/>
                <a:gd name="csY270" fmla="*/ 251314 h 1038868"/>
                <a:gd name="csX271" fmla="*/ 1563034 w 2164792"/>
                <a:gd name="csY271" fmla="*/ 244392 h 1038868"/>
                <a:gd name="csX272" fmla="*/ 1549616 w 2164792"/>
                <a:gd name="csY272" fmla="*/ 252393 h 1038868"/>
                <a:gd name="csX273" fmla="*/ 1535869 w 2164792"/>
                <a:gd name="csY273" fmla="*/ 264071 h 1038868"/>
                <a:gd name="csX274" fmla="*/ 1526344 w 2164792"/>
                <a:gd name="csY274" fmla="*/ 255854 h 1038868"/>
                <a:gd name="csX275" fmla="*/ 1530674 w 2164792"/>
                <a:gd name="csY275" fmla="*/ 244608 h 1038868"/>
                <a:gd name="csX276" fmla="*/ 1539876 w 2164792"/>
                <a:gd name="csY276" fmla="*/ 239744 h 1038868"/>
                <a:gd name="csX277" fmla="*/ 1550372 w 2164792"/>
                <a:gd name="csY277" fmla="*/ 222441 h 1038868"/>
                <a:gd name="csX278" fmla="*/ 1549616 w 2164792"/>
                <a:gd name="csY278" fmla="*/ 205461 h 1038868"/>
                <a:gd name="csX279" fmla="*/ 1547127 w 2164792"/>
                <a:gd name="csY279" fmla="*/ 197352 h 1038868"/>
                <a:gd name="csX280" fmla="*/ 1550048 w 2164792"/>
                <a:gd name="csY280" fmla="*/ 191402 h 1038868"/>
                <a:gd name="csX281" fmla="*/ 1542041 w 2164792"/>
                <a:gd name="csY281" fmla="*/ 182645 h 1038868"/>
                <a:gd name="csX282" fmla="*/ 1521365 w 2164792"/>
                <a:gd name="csY282" fmla="*/ 175508 h 1038868"/>
                <a:gd name="csX283" fmla="*/ 1513358 w 2164792"/>
                <a:gd name="csY283" fmla="*/ 168910 h 1038868"/>
                <a:gd name="csX284" fmla="*/ 1494308 w 2164792"/>
                <a:gd name="csY284" fmla="*/ 167075 h 1038868"/>
                <a:gd name="csX285" fmla="*/ 1488244 w 2164792"/>
                <a:gd name="csY285" fmla="*/ 176911 h 1038868"/>
                <a:gd name="csX286" fmla="*/ 1489546 w 2164792"/>
                <a:gd name="csY286" fmla="*/ 184588 h 1038868"/>
                <a:gd name="csX287" fmla="*/ 1475474 w 2164792"/>
                <a:gd name="csY287" fmla="*/ 190538 h 1038868"/>
                <a:gd name="csX288" fmla="*/ 1472337 w 2164792"/>
                <a:gd name="csY288" fmla="*/ 207626 h 1038868"/>
                <a:gd name="csX289" fmla="*/ 1464215 w 2164792"/>
                <a:gd name="csY289" fmla="*/ 206978 h 1038868"/>
                <a:gd name="csX290" fmla="*/ 1461618 w 2164792"/>
                <a:gd name="csY290" fmla="*/ 196164 h 1038868"/>
                <a:gd name="csX291" fmla="*/ 1442676 w 2164792"/>
                <a:gd name="csY291" fmla="*/ 216167 h 1038868"/>
                <a:gd name="csX292" fmla="*/ 1440835 w 2164792"/>
                <a:gd name="csY292" fmla="*/ 231953 h 1038868"/>
                <a:gd name="csX293" fmla="*/ 1434669 w 2164792"/>
                <a:gd name="csY293" fmla="*/ 244608 h 1038868"/>
                <a:gd name="csX294" fmla="*/ 1435101 w 2164792"/>
                <a:gd name="csY294" fmla="*/ 258013 h 1038868"/>
                <a:gd name="csX295" fmla="*/ 1433691 w 2164792"/>
                <a:gd name="csY295" fmla="*/ 265258 h 1038868"/>
                <a:gd name="csX296" fmla="*/ 1444410 w 2164792"/>
                <a:gd name="csY296" fmla="*/ 295434 h 1038868"/>
                <a:gd name="csX297" fmla="*/ 1439863 w 2164792"/>
                <a:gd name="csY297" fmla="*/ 323869 h 1038868"/>
                <a:gd name="csX298" fmla="*/ 1421791 w 2164792"/>
                <a:gd name="csY298" fmla="*/ 347447 h 1038868"/>
                <a:gd name="csX299" fmla="*/ 1399706 w 2164792"/>
                <a:gd name="csY299" fmla="*/ 353396 h 1038868"/>
                <a:gd name="csX300" fmla="*/ 1391374 w 2164792"/>
                <a:gd name="csY300" fmla="*/ 345935 h 1038868"/>
                <a:gd name="csX301" fmla="*/ 1385964 w 2164792"/>
                <a:gd name="csY301" fmla="*/ 332524 h 1038868"/>
                <a:gd name="csX302" fmla="*/ 1380872 w 2164792"/>
                <a:gd name="csY302" fmla="*/ 323329 h 1038868"/>
                <a:gd name="csX303" fmla="*/ 1383367 w 2164792"/>
                <a:gd name="csY303" fmla="*/ 298571 h 1038868"/>
                <a:gd name="csX304" fmla="*/ 1378166 w 2164792"/>
                <a:gd name="csY304" fmla="*/ 281807 h 1038868"/>
                <a:gd name="csX305" fmla="*/ 1386288 w 2164792"/>
                <a:gd name="csY305" fmla="*/ 255422 h 1038868"/>
                <a:gd name="csX306" fmla="*/ 1385526 w 2164792"/>
                <a:gd name="csY306" fmla="*/ 247091 h 1038868"/>
                <a:gd name="csX307" fmla="*/ 1395921 w 2164792"/>
                <a:gd name="csY307" fmla="*/ 233686 h 1038868"/>
                <a:gd name="csX308" fmla="*/ 1409770 w 2164792"/>
                <a:gd name="csY308" fmla="*/ 191726 h 1038868"/>
                <a:gd name="csX309" fmla="*/ 1405230 w 2164792"/>
                <a:gd name="csY309" fmla="*/ 192595 h 1038868"/>
                <a:gd name="csX310" fmla="*/ 1376655 w 2164792"/>
                <a:gd name="csY310" fmla="*/ 223088 h 1038868"/>
                <a:gd name="csX311" fmla="*/ 1369835 w 2164792"/>
                <a:gd name="csY311" fmla="*/ 222872 h 1038868"/>
                <a:gd name="csX312" fmla="*/ 1368857 w 2164792"/>
                <a:gd name="csY312" fmla="*/ 218332 h 1038868"/>
                <a:gd name="csX313" fmla="*/ 1409231 w 2164792"/>
                <a:gd name="csY313" fmla="*/ 162636 h 1038868"/>
                <a:gd name="csX314" fmla="*/ 1424928 w 2164792"/>
                <a:gd name="csY314" fmla="*/ 161988 h 1038868"/>
                <a:gd name="csX315" fmla="*/ 1427525 w 2164792"/>
                <a:gd name="csY315" fmla="*/ 166205 h 1038868"/>
                <a:gd name="csX316" fmla="*/ 1449496 w 2164792"/>
                <a:gd name="csY316" fmla="*/ 149447 h 1038868"/>
                <a:gd name="csX317" fmla="*/ 1458158 w 2164792"/>
                <a:gd name="csY317" fmla="*/ 149447 h 1038868"/>
                <a:gd name="csX318" fmla="*/ 1466920 w 2164792"/>
                <a:gd name="csY318" fmla="*/ 146850 h 1038868"/>
                <a:gd name="csX319" fmla="*/ 1472661 w 2164792"/>
                <a:gd name="csY319" fmla="*/ 146850 h 1038868"/>
                <a:gd name="csX320" fmla="*/ 1496473 w 2164792"/>
                <a:gd name="csY320" fmla="*/ 152692 h 1038868"/>
                <a:gd name="csX321" fmla="*/ 1505998 w 2164792"/>
                <a:gd name="csY321" fmla="*/ 149123 h 1038868"/>
                <a:gd name="csX322" fmla="*/ 1524070 w 2164792"/>
                <a:gd name="csY322" fmla="*/ 151498 h 1038868"/>
                <a:gd name="csX323" fmla="*/ 1510107 w 2164792"/>
                <a:gd name="csY323" fmla="*/ 133547 h 1038868"/>
                <a:gd name="csX324" fmla="*/ 1509351 w 2164792"/>
                <a:gd name="csY324" fmla="*/ 132575 h 1038868"/>
                <a:gd name="csX325" fmla="*/ 1487704 w 2164792"/>
                <a:gd name="csY325" fmla="*/ 133661 h 1038868"/>
                <a:gd name="csX326" fmla="*/ 1484351 w 2164792"/>
                <a:gd name="csY326" fmla="*/ 121653 h 1038868"/>
                <a:gd name="csX327" fmla="*/ 1448633 w 2164792"/>
                <a:gd name="csY327" fmla="*/ 121437 h 1038868"/>
                <a:gd name="csX328" fmla="*/ 1426985 w 2164792"/>
                <a:gd name="csY328" fmla="*/ 132036 h 1038868"/>
                <a:gd name="csX329" fmla="*/ 1405554 w 2164792"/>
                <a:gd name="csY329" fmla="*/ 130956 h 1038868"/>
                <a:gd name="csX330" fmla="*/ 1388669 w 2164792"/>
                <a:gd name="csY330" fmla="*/ 114300 h 1038868"/>
                <a:gd name="csX331" fmla="*/ 1374382 w 2164792"/>
                <a:gd name="csY331" fmla="*/ 109004 h 1038868"/>
                <a:gd name="csX332" fmla="*/ 1370159 w 2164792"/>
                <a:gd name="csY332" fmla="*/ 92996 h 1038868"/>
                <a:gd name="csX333" fmla="*/ 1388453 w 2164792"/>
                <a:gd name="csY333" fmla="*/ 79375 h 1038868"/>
                <a:gd name="csX334" fmla="*/ 1368534 w 2164792"/>
                <a:gd name="csY334" fmla="*/ 77533 h 1038868"/>
                <a:gd name="csX335" fmla="*/ 1335526 w 2164792"/>
                <a:gd name="csY335" fmla="*/ 106407 h 1038868"/>
                <a:gd name="csX336" fmla="*/ 1311060 w 2164792"/>
                <a:gd name="csY336" fmla="*/ 114084 h 1038868"/>
                <a:gd name="csX337" fmla="*/ 1288981 w 2164792"/>
                <a:gd name="csY337" fmla="*/ 124574 h 1038868"/>
                <a:gd name="csX338" fmla="*/ 1269499 w 2164792"/>
                <a:gd name="csY338" fmla="*/ 126193 h 1038868"/>
                <a:gd name="csX339" fmla="*/ 1272750 w 2164792"/>
                <a:gd name="csY339" fmla="*/ 115170 h 1038868"/>
                <a:gd name="csX340" fmla="*/ 1269823 w 2164792"/>
                <a:gd name="csY340" fmla="*/ 108356 h 1038868"/>
                <a:gd name="csX341" fmla="*/ 1228154 w 2164792"/>
                <a:gd name="csY341" fmla="*/ 122193 h 1038868"/>
                <a:gd name="csX342" fmla="*/ 1222636 w 2164792"/>
                <a:gd name="csY342" fmla="*/ 115602 h 1038868"/>
                <a:gd name="csX343" fmla="*/ 1272420 w 2164792"/>
                <a:gd name="csY343" fmla="*/ 70504 h 1038868"/>
                <a:gd name="csX344" fmla="*/ 1306297 w 2164792"/>
                <a:gd name="csY344" fmla="*/ 54070 h 1038868"/>
                <a:gd name="csX345" fmla="*/ 1296779 w 2164792"/>
                <a:gd name="csY345" fmla="*/ 44012 h 1038868"/>
                <a:gd name="csX346" fmla="*/ 1277513 w 2164792"/>
                <a:gd name="csY346" fmla="*/ 46609 h 1038868"/>
                <a:gd name="csX347" fmla="*/ 1273722 w 2164792"/>
                <a:gd name="csY347" fmla="*/ 35579 h 1038868"/>
                <a:gd name="csX348" fmla="*/ 1259650 w 2164792"/>
                <a:gd name="csY348" fmla="*/ 39688 h 1038868"/>
                <a:gd name="csX349" fmla="*/ 1254888 w 2164792"/>
                <a:gd name="csY349" fmla="*/ 50286 h 1038868"/>
                <a:gd name="csX350" fmla="*/ 1238219 w 2164792"/>
                <a:gd name="csY350" fmla="*/ 50286 h 1038868"/>
                <a:gd name="csX351" fmla="*/ 1234974 w 2164792"/>
                <a:gd name="csY351" fmla="*/ 39795 h 1038868"/>
                <a:gd name="csX352" fmla="*/ 1209644 w 2164792"/>
                <a:gd name="csY352" fmla="*/ 41846 h 1038868"/>
                <a:gd name="csX353" fmla="*/ 1205313 w 2164792"/>
                <a:gd name="csY353" fmla="*/ 27140 h 1038868"/>
                <a:gd name="csX354" fmla="*/ 1177716 w 2164792"/>
                <a:gd name="csY354" fmla="*/ 20764 h 1038868"/>
                <a:gd name="csX355" fmla="*/ 1160507 w 2164792"/>
                <a:gd name="csY355" fmla="*/ 26816 h 1038868"/>
                <a:gd name="csX356" fmla="*/ 1125437 w 2164792"/>
                <a:gd name="csY356" fmla="*/ 13735 h 1038868"/>
                <a:gd name="csX357" fmla="*/ 1102278 w 2164792"/>
                <a:gd name="csY357" fmla="*/ 0 h 1038868"/>
                <a:gd name="csX358" fmla="*/ 76201 w 2164792"/>
                <a:gd name="csY358" fmla="*/ 0 h 1038868"/>
                <a:gd name="csX359" fmla="*/ 81287 w 2164792"/>
                <a:gd name="csY359" fmla="*/ 11138 h 1038868"/>
                <a:gd name="csX360" fmla="*/ 81395 w 2164792"/>
                <a:gd name="csY360" fmla="*/ 33953 h 1038868"/>
                <a:gd name="csX361" fmla="*/ 81179 w 2164792"/>
                <a:gd name="csY361" fmla="*/ 34493 h 1038868"/>
                <a:gd name="csX362" fmla="*/ 80309 w 2164792"/>
                <a:gd name="csY362" fmla="*/ 40983 h 1038868"/>
                <a:gd name="csX363" fmla="*/ 81935 w 2164792"/>
                <a:gd name="csY363" fmla="*/ 46069 h 1038868"/>
                <a:gd name="csX364" fmla="*/ 86373 w 2164792"/>
                <a:gd name="csY364" fmla="*/ 49962 h 1038868"/>
                <a:gd name="csX365" fmla="*/ 90488 w 2164792"/>
                <a:gd name="csY365" fmla="*/ 50394 h 1038868"/>
                <a:gd name="csX366" fmla="*/ 92869 w 2164792"/>
                <a:gd name="csY366" fmla="*/ 54286 h 1038868"/>
                <a:gd name="csX367" fmla="*/ 87345 w 2164792"/>
                <a:gd name="csY367" fmla="*/ 73857 h 1038868"/>
                <a:gd name="csX368" fmla="*/ 85294 w 2164792"/>
                <a:gd name="csY368" fmla="*/ 73857 h 1038868"/>
                <a:gd name="csX369" fmla="*/ 82582 w 2164792"/>
                <a:gd name="csY369" fmla="*/ 64776 h 1038868"/>
                <a:gd name="csX370" fmla="*/ 79337 w 2164792"/>
                <a:gd name="csY370" fmla="*/ 64021 h 1038868"/>
                <a:gd name="csX371" fmla="*/ 74683 w 2164792"/>
                <a:gd name="csY371" fmla="*/ 69532 h 1038868"/>
                <a:gd name="csX372" fmla="*/ 69057 w 2164792"/>
                <a:gd name="csY372" fmla="*/ 72561 h 1038868"/>
                <a:gd name="csX373" fmla="*/ 66352 w 2164792"/>
                <a:gd name="csY373" fmla="*/ 72777 h 1038868"/>
                <a:gd name="csX374" fmla="*/ 65050 w 2164792"/>
                <a:gd name="csY374" fmla="*/ 70180 h 1038868"/>
                <a:gd name="csX375" fmla="*/ 73819 w 2164792"/>
                <a:gd name="csY375" fmla="*/ 57639 h 1038868"/>
                <a:gd name="csX376" fmla="*/ 74251 w 2164792"/>
                <a:gd name="csY376" fmla="*/ 51473 h 1038868"/>
                <a:gd name="csX377" fmla="*/ 73280 w 2164792"/>
                <a:gd name="csY377" fmla="*/ 49530 h 1038868"/>
                <a:gd name="csX378" fmla="*/ 68295 w 2164792"/>
                <a:gd name="csY378" fmla="*/ 46069 h 1038868"/>
                <a:gd name="csX379" fmla="*/ 23381 w 2164792"/>
                <a:gd name="csY379" fmla="*/ 41739 h 1038868"/>
                <a:gd name="csX380" fmla="*/ 864 w 2164792"/>
                <a:gd name="csY380" fmla="*/ 35039 h 1038868"/>
                <a:gd name="csX381" fmla="*/ 1410 w 2164792"/>
                <a:gd name="csY381" fmla="*/ 53207 h 1038868"/>
                <a:gd name="csX382" fmla="*/ 12986 w 2164792"/>
                <a:gd name="csY382" fmla="*/ 76022 h 1038868"/>
                <a:gd name="csX383" fmla="*/ 20892 w 2164792"/>
                <a:gd name="csY383" fmla="*/ 104248 h 1038868"/>
                <a:gd name="csX384" fmla="*/ 21540 w 2164792"/>
                <a:gd name="csY384" fmla="*/ 103270 h 1038868"/>
                <a:gd name="csX385" fmla="*/ 25978 w 2164792"/>
                <a:gd name="csY385" fmla="*/ 102730 h 1038868"/>
                <a:gd name="csX386" fmla="*/ 28360 w 2164792"/>
                <a:gd name="csY386" fmla="*/ 109976 h 1038868"/>
                <a:gd name="csX387" fmla="*/ 23921 w 2164792"/>
                <a:gd name="csY387" fmla="*/ 118847 h 1038868"/>
                <a:gd name="csX388" fmla="*/ 25870 w 2164792"/>
                <a:gd name="csY388" fmla="*/ 142202 h 1038868"/>
                <a:gd name="csX389" fmla="*/ 28468 w 2164792"/>
                <a:gd name="csY389" fmla="*/ 155721 h 1038868"/>
                <a:gd name="csX390" fmla="*/ 12231 w 2164792"/>
                <a:gd name="csY390" fmla="*/ 277374 h 1038868"/>
                <a:gd name="csX391" fmla="*/ 6389 w 2164792"/>
                <a:gd name="csY391" fmla="*/ 302571 h 1038868"/>
                <a:gd name="csX392" fmla="*/ 11367 w 2164792"/>
                <a:gd name="csY392" fmla="*/ 312953 h 1038868"/>
                <a:gd name="csX393" fmla="*/ 13964 w 2164792"/>
                <a:gd name="csY393" fmla="*/ 333388 h 1038868"/>
                <a:gd name="csX394" fmla="*/ 18943 w 2164792"/>
                <a:gd name="csY394" fmla="*/ 341389 h 1038868"/>
                <a:gd name="csX395" fmla="*/ 19698 w 2164792"/>
                <a:gd name="csY395" fmla="*/ 349828 h 1038868"/>
                <a:gd name="csX396" fmla="*/ 26086 w 2164792"/>
                <a:gd name="csY396" fmla="*/ 360096 h 1038868"/>
                <a:gd name="csX397" fmla="*/ 19590 w 2164792"/>
                <a:gd name="csY397" fmla="*/ 386702 h 1038868"/>
                <a:gd name="csX398" fmla="*/ 11583 w 2164792"/>
                <a:gd name="csY398" fmla="*/ 403352 h 1038868"/>
                <a:gd name="csX399" fmla="*/ 14504 w 2164792"/>
                <a:gd name="csY399" fmla="*/ 413950 h 1038868"/>
                <a:gd name="csX400" fmla="*/ 29439 w 2164792"/>
                <a:gd name="csY400" fmla="*/ 428441 h 1038868"/>
                <a:gd name="csX401" fmla="*/ 34202 w 2164792"/>
                <a:gd name="csY401" fmla="*/ 442392 h 1038868"/>
                <a:gd name="csX402" fmla="*/ 33122 w 2164792"/>
                <a:gd name="csY402" fmla="*/ 452666 h 1038868"/>
                <a:gd name="csX403" fmla="*/ 35935 w 2164792"/>
                <a:gd name="csY403" fmla="*/ 463156 h 1038868"/>
                <a:gd name="csX404" fmla="*/ 37777 w 2164792"/>
                <a:gd name="csY404" fmla="*/ 472345 h 1038868"/>
                <a:gd name="csX405" fmla="*/ 62345 w 2164792"/>
                <a:gd name="csY405" fmla="*/ 496462 h 1038868"/>
                <a:gd name="csX406" fmla="*/ 67755 w 2164792"/>
                <a:gd name="csY406" fmla="*/ 508787 h 1038868"/>
                <a:gd name="csX407" fmla="*/ 80855 w 2164792"/>
                <a:gd name="csY407" fmla="*/ 514407 h 1038868"/>
                <a:gd name="csX408" fmla="*/ 82690 w 2164792"/>
                <a:gd name="csY408" fmla="*/ 502945 h 1038868"/>
                <a:gd name="csX409" fmla="*/ 83884 w 2164792"/>
                <a:gd name="csY409" fmla="*/ 502945 h 1038868"/>
                <a:gd name="csX410" fmla="*/ 94381 w 2164792"/>
                <a:gd name="csY410" fmla="*/ 520573 h 1038868"/>
                <a:gd name="csX411" fmla="*/ 99359 w 2164792"/>
                <a:gd name="csY411" fmla="*/ 533876 h 1038868"/>
                <a:gd name="csX412" fmla="*/ 87561 w 2164792"/>
                <a:gd name="csY412" fmla="*/ 527603 h 1038868"/>
                <a:gd name="csX413" fmla="*/ 82582 w 2164792"/>
                <a:gd name="csY413" fmla="*/ 523170 h 1038868"/>
                <a:gd name="csX414" fmla="*/ 81071 w 2164792"/>
                <a:gd name="csY414" fmla="*/ 526631 h 1038868"/>
                <a:gd name="csX415" fmla="*/ 85072 w 2164792"/>
                <a:gd name="csY415" fmla="*/ 541553 h 1038868"/>
                <a:gd name="csX416" fmla="*/ 92977 w 2164792"/>
                <a:gd name="csY416" fmla="*/ 551936 h 1038868"/>
                <a:gd name="csX417" fmla="*/ 101848 w 2164792"/>
                <a:gd name="csY417" fmla="*/ 554311 h 1038868"/>
                <a:gd name="csX418" fmla="*/ 105423 w 2164792"/>
                <a:gd name="csY418" fmla="*/ 569017 h 1038868"/>
                <a:gd name="csX419" fmla="*/ 104991 w 2164792"/>
                <a:gd name="csY419" fmla="*/ 569017 h 1038868"/>
                <a:gd name="csX420" fmla="*/ 102610 w 2164792"/>
                <a:gd name="csY420" fmla="*/ 573240 h 1038868"/>
                <a:gd name="csX421" fmla="*/ 107373 w 2164792"/>
                <a:gd name="csY421" fmla="*/ 584486 h 1038868"/>
                <a:gd name="csX422" fmla="*/ 142437 w 2164792"/>
                <a:gd name="csY422" fmla="*/ 622979 h 1038868"/>
                <a:gd name="csX423" fmla="*/ 145797 w 2164792"/>
                <a:gd name="csY423" fmla="*/ 630981 h 1038868"/>
                <a:gd name="csX424" fmla="*/ 152178 w 2164792"/>
                <a:gd name="csY424" fmla="*/ 635527 h 1038868"/>
                <a:gd name="csX425" fmla="*/ 154775 w 2164792"/>
                <a:gd name="csY425" fmla="*/ 655314 h 1038868"/>
                <a:gd name="csX426" fmla="*/ 164085 w 2164792"/>
                <a:gd name="csY426" fmla="*/ 660178 h 1038868"/>
                <a:gd name="csX427" fmla="*/ 194177 w 2164792"/>
                <a:gd name="csY427" fmla="*/ 661803 h 1038868"/>
                <a:gd name="csX428" fmla="*/ 204458 w 2164792"/>
                <a:gd name="csY428" fmla="*/ 669157 h 1038868"/>
                <a:gd name="csX429" fmla="*/ 208573 w 2164792"/>
                <a:gd name="csY429" fmla="*/ 672725 h 1038868"/>
                <a:gd name="csX430" fmla="*/ 216796 w 2164792"/>
                <a:gd name="csY430" fmla="*/ 675862 h 1038868"/>
                <a:gd name="csX431" fmla="*/ 233573 w 2164792"/>
                <a:gd name="csY431" fmla="*/ 680402 h 1038868"/>
                <a:gd name="csX432" fmla="*/ 234328 w 2164792"/>
                <a:gd name="csY432" fmla="*/ 684835 h 1038868"/>
                <a:gd name="csX433" fmla="*/ 242450 w 2164792"/>
                <a:gd name="csY433" fmla="*/ 688296 h 1038868"/>
                <a:gd name="csX434" fmla="*/ 247212 w 2164792"/>
                <a:gd name="csY434" fmla="*/ 688296 h 1038868"/>
                <a:gd name="csX435" fmla="*/ 272320 w 2164792"/>
                <a:gd name="csY435" fmla="*/ 706787 h 1038868"/>
                <a:gd name="csX436" fmla="*/ 279896 w 2164792"/>
                <a:gd name="csY436" fmla="*/ 728091 h 1038868"/>
                <a:gd name="csX437" fmla="*/ 284989 w 2164792"/>
                <a:gd name="csY437" fmla="*/ 738041 h 1038868"/>
                <a:gd name="csX438" fmla="*/ 286068 w 2164792"/>
                <a:gd name="csY438" fmla="*/ 741934 h 1038868"/>
                <a:gd name="csX439" fmla="*/ 373736 w 2164792"/>
                <a:gd name="csY439" fmla="*/ 732955 h 1038868"/>
                <a:gd name="csX440" fmla="*/ 372009 w 2164792"/>
                <a:gd name="csY440" fmla="*/ 741718 h 1038868"/>
                <a:gd name="csX441" fmla="*/ 510115 w 2164792"/>
                <a:gd name="csY441" fmla="*/ 794919 h 1038868"/>
                <a:gd name="csX442" fmla="*/ 613588 w 2164792"/>
                <a:gd name="csY442" fmla="*/ 795350 h 1038868"/>
                <a:gd name="csX443" fmla="*/ 613588 w 2164792"/>
                <a:gd name="csY443" fmla="*/ 776967 h 1038868"/>
                <a:gd name="csX444" fmla="*/ 683946 w 2164792"/>
                <a:gd name="csY444" fmla="*/ 776967 h 1038868"/>
                <a:gd name="csX445" fmla="*/ 682213 w 2164792"/>
                <a:gd name="csY445" fmla="*/ 777615 h 1038868"/>
                <a:gd name="csX446" fmla="*/ 1020884 w 2164792"/>
                <a:gd name="csY446" fmla="*/ 940905 h 1038868"/>
                <a:gd name="csX447" fmla="*/ 1019906 w 2164792"/>
                <a:gd name="csY447" fmla="*/ 952690 h 1038868"/>
                <a:gd name="csX448" fmla="*/ 1012114 w 2164792"/>
                <a:gd name="csY448" fmla="*/ 945553 h 1038868"/>
                <a:gd name="csX449" fmla="*/ 1020884 w 2164792"/>
                <a:gd name="csY449" fmla="*/ 940905 h 1038868"/>
                <a:gd name="csX450" fmla="*/ 1024668 w 2164792"/>
                <a:gd name="csY450" fmla="*/ 997896 h 1038868"/>
                <a:gd name="csX451" fmla="*/ 1022503 w 2164792"/>
                <a:gd name="csY451" fmla="*/ 999300 h 1038868"/>
                <a:gd name="csX452" fmla="*/ 1018718 w 2164792"/>
                <a:gd name="csY452" fmla="*/ 997896 h 1038868"/>
                <a:gd name="csX453" fmla="*/ 1013740 w 2164792"/>
                <a:gd name="csY453" fmla="*/ 980377 h 1038868"/>
                <a:gd name="csX454" fmla="*/ 1014819 w 2164792"/>
                <a:gd name="csY454" fmla="*/ 968261 h 1038868"/>
                <a:gd name="csX455" fmla="*/ 1020668 w 2164792"/>
                <a:gd name="csY455" fmla="*/ 967829 h 1038868"/>
                <a:gd name="csX456" fmla="*/ 1023805 w 2164792"/>
                <a:gd name="csY456" fmla="*/ 983729 h 1038868"/>
                <a:gd name="csX457" fmla="*/ 1024668 w 2164792"/>
                <a:gd name="csY457" fmla="*/ 997896 h 1038868"/>
                <a:gd name="csX458" fmla="*/ 1028459 w 2164792"/>
                <a:gd name="csY458" fmla="*/ 933660 h 1038868"/>
                <a:gd name="csX459" fmla="*/ 1019690 w 2164792"/>
                <a:gd name="csY459" fmla="*/ 932040 h 1038868"/>
                <a:gd name="csX460" fmla="*/ 1027050 w 2164792"/>
                <a:gd name="csY460" fmla="*/ 922198 h 1038868"/>
                <a:gd name="csX461" fmla="*/ 1029323 w 2164792"/>
                <a:gd name="csY461" fmla="*/ 916248 h 1038868"/>
                <a:gd name="csX462" fmla="*/ 1037984 w 2164792"/>
                <a:gd name="csY462" fmla="*/ 916248 h 1038868"/>
                <a:gd name="csX463" fmla="*/ 1028567 w 2164792"/>
                <a:gd name="csY463" fmla="*/ 933767 h 1038868"/>
                <a:gd name="csX464" fmla="*/ 1028459 w 2164792"/>
                <a:gd name="csY464" fmla="*/ 933660 h 1038868"/>
                <a:gd name="csX465" fmla="*/ 1074351 w 2164792"/>
                <a:gd name="csY465" fmla="*/ 896245 h 1038868"/>
                <a:gd name="csX466" fmla="*/ 1057250 w 2164792"/>
                <a:gd name="csY466" fmla="*/ 906304 h 1038868"/>
                <a:gd name="csX467" fmla="*/ 1043071 w 2164792"/>
                <a:gd name="csY467" fmla="*/ 912139 h 1038868"/>
                <a:gd name="csX468" fmla="*/ 1046315 w 2164792"/>
                <a:gd name="csY468" fmla="*/ 901218 h 1038868"/>
                <a:gd name="csX469" fmla="*/ 1057898 w 2164792"/>
                <a:gd name="csY469" fmla="*/ 896245 h 1038868"/>
                <a:gd name="csX470" fmla="*/ 1069696 w 2164792"/>
                <a:gd name="csY470" fmla="*/ 891375 h 1038868"/>
                <a:gd name="csX471" fmla="*/ 1074459 w 2164792"/>
                <a:gd name="csY471" fmla="*/ 896245 h 1038868"/>
                <a:gd name="csX472" fmla="*/ 1074351 w 2164792"/>
                <a:gd name="csY472" fmla="*/ 896245 h 1038868"/>
                <a:gd name="csX473" fmla="*/ 1299160 w 2164792"/>
                <a:gd name="csY473" fmla="*/ 838067 h 1038868"/>
                <a:gd name="csX474" fmla="*/ 1287254 w 2164792"/>
                <a:gd name="csY474" fmla="*/ 840010 h 1038868"/>
                <a:gd name="csX475" fmla="*/ 1282383 w 2164792"/>
                <a:gd name="csY475" fmla="*/ 836987 h 1038868"/>
                <a:gd name="csX476" fmla="*/ 1282383 w 2164792"/>
                <a:gd name="csY476" fmla="*/ 836549 h 1038868"/>
                <a:gd name="csX477" fmla="*/ 1284764 w 2164792"/>
                <a:gd name="csY477" fmla="*/ 828764 h 1038868"/>
                <a:gd name="csX478" fmla="*/ 1292448 w 2164792"/>
                <a:gd name="csY478" fmla="*/ 826173 h 1038868"/>
                <a:gd name="csX479" fmla="*/ 1303376 w 2164792"/>
                <a:gd name="csY479" fmla="*/ 831145 h 1038868"/>
                <a:gd name="csX480" fmla="*/ 1299046 w 2164792"/>
                <a:gd name="csY480" fmla="*/ 837959 h 1038868"/>
                <a:gd name="csX481" fmla="*/ 1299160 w 2164792"/>
                <a:gd name="csY481" fmla="*/ 838067 h 1038868"/>
                <a:gd name="csX482" fmla="*/ 1640644 w 2164792"/>
                <a:gd name="csY482" fmla="*/ 964584 h 1038868"/>
                <a:gd name="csX483" fmla="*/ 1644644 w 2164792"/>
                <a:gd name="csY483" fmla="*/ 962209 h 1038868"/>
                <a:gd name="csX484" fmla="*/ 1645622 w 2164792"/>
                <a:gd name="csY484" fmla="*/ 962209 h 1038868"/>
                <a:gd name="csX485" fmla="*/ 1650924 w 2164792"/>
                <a:gd name="csY485" fmla="*/ 969347 h 1038868"/>
                <a:gd name="csX486" fmla="*/ 1647457 w 2164792"/>
                <a:gd name="csY486" fmla="*/ 979291 h 1038868"/>
                <a:gd name="csX487" fmla="*/ 1638694 w 2164792"/>
                <a:gd name="csY487" fmla="*/ 973995 h 1038868"/>
                <a:gd name="csX488" fmla="*/ 1640644 w 2164792"/>
                <a:gd name="csY488" fmla="*/ 964584 h 103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</a:cxnLst>
              <a:rect l="l" t="t" r="r" b="b"/>
              <a:pathLst>
                <a:path w="2164792" h="1038868">
                  <a:moveTo>
                    <a:pt x="682213" y="777615"/>
                  </a:moveTo>
                  <a:lnTo>
                    <a:pt x="693687" y="789838"/>
                  </a:lnTo>
                  <a:lnTo>
                    <a:pt x="706781" y="793515"/>
                  </a:lnTo>
                  <a:lnTo>
                    <a:pt x="725075" y="813626"/>
                  </a:lnTo>
                  <a:lnTo>
                    <a:pt x="739471" y="820007"/>
                  </a:lnTo>
                  <a:lnTo>
                    <a:pt x="752133" y="841635"/>
                  </a:lnTo>
                  <a:lnTo>
                    <a:pt x="755162" y="862292"/>
                  </a:lnTo>
                  <a:lnTo>
                    <a:pt x="807117" y="889324"/>
                  </a:lnTo>
                  <a:lnTo>
                    <a:pt x="826599" y="858939"/>
                  </a:lnTo>
                  <a:lnTo>
                    <a:pt x="841426" y="852665"/>
                  </a:lnTo>
                  <a:lnTo>
                    <a:pt x="862102" y="857421"/>
                  </a:lnTo>
                  <a:lnTo>
                    <a:pt x="871297" y="849744"/>
                  </a:lnTo>
                  <a:lnTo>
                    <a:pt x="880606" y="855586"/>
                  </a:lnTo>
                  <a:lnTo>
                    <a:pt x="882771" y="867588"/>
                  </a:lnTo>
                  <a:lnTo>
                    <a:pt x="896951" y="879589"/>
                  </a:lnTo>
                  <a:lnTo>
                    <a:pt x="914591" y="915708"/>
                  </a:lnTo>
                  <a:lnTo>
                    <a:pt x="925202" y="920902"/>
                  </a:lnTo>
                  <a:lnTo>
                    <a:pt x="933425" y="939825"/>
                  </a:lnTo>
                  <a:lnTo>
                    <a:pt x="944576" y="942962"/>
                  </a:lnTo>
                  <a:lnTo>
                    <a:pt x="946093" y="968699"/>
                  </a:lnTo>
                  <a:lnTo>
                    <a:pt x="954964" y="975074"/>
                  </a:lnTo>
                  <a:lnTo>
                    <a:pt x="959943" y="992702"/>
                  </a:lnTo>
                  <a:lnTo>
                    <a:pt x="979532" y="995191"/>
                  </a:lnTo>
                  <a:lnTo>
                    <a:pt x="993712" y="1005357"/>
                  </a:lnTo>
                  <a:lnTo>
                    <a:pt x="1013308" y="1005357"/>
                  </a:lnTo>
                  <a:lnTo>
                    <a:pt x="1018934" y="1012489"/>
                  </a:lnTo>
                  <a:lnTo>
                    <a:pt x="1035927" y="1012272"/>
                  </a:lnTo>
                  <a:cubicBezTo>
                    <a:pt x="1035927" y="1012272"/>
                    <a:pt x="1036143" y="998760"/>
                    <a:pt x="1034955" y="994435"/>
                  </a:cubicBezTo>
                  <a:cubicBezTo>
                    <a:pt x="1033114" y="987946"/>
                    <a:pt x="1025538" y="960907"/>
                    <a:pt x="1028243" y="953446"/>
                  </a:cubicBezTo>
                  <a:cubicBezTo>
                    <a:pt x="1030517" y="946855"/>
                    <a:pt x="1031812" y="941876"/>
                    <a:pt x="1034625" y="938200"/>
                  </a:cubicBezTo>
                  <a:cubicBezTo>
                    <a:pt x="1046639" y="922630"/>
                    <a:pt x="1045236" y="921658"/>
                    <a:pt x="1067099" y="909110"/>
                  </a:cubicBezTo>
                  <a:cubicBezTo>
                    <a:pt x="1096970" y="892029"/>
                    <a:pt x="1098163" y="891597"/>
                    <a:pt x="1101624" y="888460"/>
                  </a:cubicBezTo>
                  <a:cubicBezTo>
                    <a:pt x="1123709" y="869207"/>
                    <a:pt x="1124465" y="867912"/>
                    <a:pt x="1128688" y="866077"/>
                  </a:cubicBezTo>
                  <a:cubicBezTo>
                    <a:pt x="1150005" y="856774"/>
                    <a:pt x="1152932" y="854939"/>
                    <a:pt x="1157587" y="854608"/>
                  </a:cubicBezTo>
                  <a:cubicBezTo>
                    <a:pt x="1173601" y="853421"/>
                    <a:pt x="1178903" y="852557"/>
                    <a:pt x="1183450" y="854177"/>
                  </a:cubicBezTo>
                  <a:cubicBezTo>
                    <a:pt x="1205535" y="861962"/>
                    <a:pt x="1207478" y="863264"/>
                    <a:pt x="1211809" y="862178"/>
                  </a:cubicBezTo>
                  <a:cubicBezTo>
                    <a:pt x="1212679" y="862178"/>
                    <a:pt x="1216572" y="860450"/>
                    <a:pt x="1220579" y="862070"/>
                  </a:cubicBezTo>
                  <a:cubicBezTo>
                    <a:pt x="1224801" y="863264"/>
                    <a:pt x="1230643" y="868235"/>
                    <a:pt x="1233240" y="863803"/>
                  </a:cubicBezTo>
                  <a:cubicBezTo>
                    <a:pt x="1237031" y="857098"/>
                    <a:pt x="1215600" y="854824"/>
                    <a:pt x="1222090" y="850392"/>
                  </a:cubicBezTo>
                  <a:cubicBezTo>
                    <a:pt x="1224801" y="849097"/>
                    <a:pt x="1229341" y="843255"/>
                    <a:pt x="1232701" y="847147"/>
                  </a:cubicBezTo>
                  <a:cubicBezTo>
                    <a:pt x="1236815" y="852017"/>
                    <a:pt x="1239952" y="856126"/>
                    <a:pt x="1243737" y="858501"/>
                  </a:cubicBezTo>
                  <a:cubicBezTo>
                    <a:pt x="1248068" y="861962"/>
                    <a:pt x="1256189" y="864019"/>
                    <a:pt x="1253046" y="868235"/>
                  </a:cubicBezTo>
                  <a:cubicBezTo>
                    <a:pt x="1252614" y="869207"/>
                    <a:pt x="1247528" y="873646"/>
                    <a:pt x="1251967" y="875049"/>
                  </a:cubicBezTo>
                  <a:cubicBezTo>
                    <a:pt x="1271664" y="881215"/>
                    <a:pt x="1273506" y="882726"/>
                    <a:pt x="1274261" y="878618"/>
                  </a:cubicBezTo>
                  <a:cubicBezTo>
                    <a:pt x="1274477" y="878078"/>
                    <a:pt x="1274369" y="873970"/>
                    <a:pt x="1278160" y="872020"/>
                  </a:cubicBezTo>
                  <a:cubicBezTo>
                    <a:pt x="1278808" y="871912"/>
                    <a:pt x="1282383" y="868883"/>
                    <a:pt x="1285736" y="871480"/>
                  </a:cubicBezTo>
                  <a:cubicBezTo>
                    <a:pt x="1286276" y="872020"/>
                    <a:pt x="1289089" y="873754"/>
                    <a:pt x="1290283" y="877214"/>
                  </a:cubicBezTo>
                  <a:cubicBezTo>
                    <a:pt x="1290822" y="878834"/>
                    <a:pt x="1292556" y="879373"/>
                    <a:pt x="1294175" y="878402"/>
                  </a:cubicBezTo>
                  <a:lnTo>
                    <a:pt x="1297642" y="876236"/>
                  </a:lnTo>
                  <a:cubicBezTo>
                    <a:pt x="1300995" y="874185"/>
                    <a:pt x="1299808" y="869099"/>
                    <a:pt x="1299808" y="869639"/>
                  </a:cubicBezTo>
                  <a:cubicBezTo>
                    <a:pt x="1299160" y="865315"/>
                    <a:pt x="1303592" y="863479"/>
                    <a:pt x="1306189" y="867048"/>
                  </a:cubicBezTo>
                  <a:cubicBezTo>
                    <a:pt x="1306843" y="867588"/>
                    <a:pt x="1308355" y="870509"/>
                    <a:pt x="1312146" y="871912"/>
                  </a:cubicBezTo>
                  <a:cubicBezTo>
                    <a:pt x="1326109" y="877107"/>
                    <a:pt x="1328167" y="886295"/>
                    <a:pt x="1333469" y="882186"/>
                  </a:cubicBezTo>
                  <a:cubicBezTo>
                    <a:pt x="1334440" y="881107"/>
                    <a:pt x="1340721" y="878294"/>
                    <a:pt x="1337361" y="874941"/>
                  </a:cubicBezTo>
                  <a:cubicBezTo>
                    <a:pt x="1335850" y="873646"/>
                    <a:pt x="1332929" y="869315"/>
                    <a:pt x="1328275" y="868344"/>
                  </a:cubicBezTo>
                  <a:cubicBezTo>
                    <a:pt x="1324591" y="867264"/>
                    <a:pt x="1318858" y="867804"/>
                    <a:pt x="1316260" y="863371"/>
                  </a:cubicBezTo>
                  <a:lnTo>
                    <a:pt x="1315714" y="862508"/>
                  </a:lnTo>
                  <a:cubicBezTo>
                    <a:pt x="1312038" y="856342"/>
                    <a:pt x="1327297" y="857098"/>
                    <a:pt x="1328275" y="849420"/>
                  </a:cubicBezTo>
                  <a:cubicBezTo>
                    <a:pt x="1328275" y="846391"/>
                    <a:pt x="1331196" y="837959"/>
                    <a:pt x="1326541" y="840118"/>
                  </a:cubicBezTo>
                  <a:cubicBezTo>
                    <a:pt x="1316045" y="844988"/>
                    <a:pt x="1316152" y="848665"/>
                    <a:pt x="1311390" y="846931"/>
                  </a:cubicBezTo>
                  <a:cubicBezTo>
                    <a:pt x="1310412" y="846391"/>
                    <a:pt x="1303376" y="845096"/>
                    <a:pt x="1307275" y="842607"/>
                  </a:cubicBezTo>
                  <a:cubicBezTo>
                    <a:pt x="1345483" y="818820"/>
                    <a:pt x="1325455" y="828548"/>
                    <a:pt x="1358361" y="828548"/>
                  </a:cubicBezTo>
                  <a:cubicBezTo>
                    <a:pt x="1362260" y="828008"/>
                    <a:pt x="1369080" y="830282"/>
                    <a:pt x="1370159" y="825303"/>
                  </a:cubicBezTo>
                  <a:cubicBezTo>
                    <a:pt x="1371023" y="822820"/>
                    <a:pt x="1370483" y="816763"/>
                    <a:pt x="1375353" y="815575"/>
                  </a:cubicBezTo>
                  <a:lnTo>
                    <a:pt x="1376001" y="815359"/>
                  </a:lnTo>
                  <a:cubicBezTo>
                    <a:pt x="1381958" y="813841"/>
                    <a:pt x="1376655" y="822604"/>
                    <a:pt x="1381849" y="826821"/>
                  </a:cubicBezTo>
                  <a:cubicBezTo>
                    <a:pt x="1382713" y="827360"/>
                    <a:pt x="1385964" y="831253"/>
                    <a:pt x="1390505" y="830606"/>
                  </a:cubicBezTo>
                  <a:cubicBezTo>
                    <a:pt x="1431202" y="825087"/>
                    <a:pt x="1432503" y="824116"/>
                    <a:pt x="1436834" y="826065"/>
                  </a:cubicBezTo>
                  <a:cubicBezTo>
                    <a:pt x="1469410" y="840225"/>
                    <a:pt x="1470496" y="839902"/>
                    <a:pt x="1472223" y="844017"/>
                  </a:cubicBezTo>
                  <a:cubicBezTo>
                    <a:pt x="1474280" y="848989"/>
                    <a:pt x="1475258" y="852341"/>
                    <a:pt x="1478827" y="854392"/>
                  </a:cubicBezTo>
                  <a:cubicBezTo>
                    <a:pt x="1482186" y="855910"/>
                    <a:pt x="1486294" y="860342"/>
                    <a:pt x="1490841" y="858069"/>
                  </a:cubicBezTo>
                  <a:cubicBezTo>
                    <a:pt x="1500150" y="853421"/>
                    <a:pt x="1503395" y="852450"/>
                    <a:pt x="1505020" y="848665"/>
                  </a:cubicBezTo>
                  <a:cubicBezTo>
                    <a:pt x="1506538" y="845852"/>
                    <a:pt x="1507294" y="840448"/>
                    <a:pt x="1512056" y="838822"/>
                  </a:cubicBezTo>
                  <a:cubicBezTo>
                    <a:pt x="1515847" y="837959"/>
                    <a:pt x="1520826" y="834390"/>
                    <a:pt x="1524934" y="837527"/>
                  </a:cubicBezTo>
                  <a:cubicBezTo>
                    <a:pt x="1547451" y="854716"/>
                    <a:pt x="1549401" y="854932"/>
                    <a:pt x="1549401" y="859479"/>
                  </a:cubicBezTo>
                  <a:cubicBezTo>
                    <a:pt x="1549509" y="860018"/>
                    <a:pt x="1549185" y="863264"/>
                    <a:pt x="1551674" y="865968"/>
                  </a:cubicBezTo>
                  <a:cubicBezTo>
                    <a:pt x="1558703" y="873538"/>
                    <a:pt x="1560761" y="876560"/>
                    <a:pt x="1564984" y="877322"/>
                  </a:cubicBezTo>
                  <a:cubicBezTo>
                    <a:pt x="1566285" y="877862"/>
                    <a:pt x="1571372" y="877322"/>
                    <a:pt x="1572559" y="881755"/>
                  </a:cubicBezTo>
                  <a:cubicBezTo>
                    <a:pt x="1577106" y="899166"/>
                    <a:pt x="1578515" y="901865"/>
                    <a:pt x="1576674" y="905866"/>
                  </a:cubicBezTo>
                  <a:cubicBezTo>
                    <a:pt x="1568012" y="924579"/>
                    <a:pt x="1565739" y="927062"/>
                    <a:pt x="1568774" y="930415"/>
                  </a:cubicBezTo>
                  <a:cubicBezTo>
                    <a:pt x="1569638" y="931063"/>
                    <a:pt x="1572883" y="936689"/>
                    <a:pt x="1575264" y="932796"/>
                  </a:cubicBezTo>
                  <a:cubicBezTo>
                    <a:pt x="1576674" y="931170"/>
                    <a:pt x="1578623" y="924471"/>
                    <a:pt x="1582516" y="927278"/>
                  </a:cubicBezTo>
                  <a:cubicBezTo>
                    <a:pt x="1583170" y="927926"/>
                    <a:pt x="1588688" y="930307"/>
                    <a:pt x="1585875" y="933876"/>
                  </a:cubicBezTo>
                  <a:cubicBezTo>
                    <a:pt x="1577322" y="945121"/>
                    <a:pt x="1574832" y="946963"/>
                    <a:pt x="1576998" y="950639"/>
                  </a:cubicBezTo>
                  <a:cubicBezTo>
                    <a:pt x="1589120" y="971290"/>
                    <a:pt x="1590422" y="975398"/>
                    <a:pt x="1592149" y="971182"/>
                  </a:cubicBezTo>
                  <a:lnTo>
                    <a:pt x="1593343" y="968153"/>
                  </a:lnTo>
                  <a:cubicBezTo>
                    <a:pt x="1594746" y="964692"/>
                    <a:pt x="1598645" y="967937"/>
                    <a:pt x="1598105" y="967721"/>
                  </a:cubicBezTo>
                  <a:cubicBezTo>
                    <a:pt x="1604055" y="972376"/>
                    <a:pt x="1593127" y="982104"/>
                    <a:pt x="1599185" y="986536"/>
                  </a:cubicBezTo>
                  <a:cubicBezTo>
                    <a:pt x="1601026" y="988161"/>
                    <a:pt x="1605681" y="990212"/>
                    <a:pt x="1607090" y="994759"/>
                  </a:cubicBezTo>
                  <a:cubicBezTo>
                    <a:pt x="1610443" y="1005357"/>
                    <a:pt x="1610875" y="1008596"/>
                    <a:pt x="1614882" y="1009898"/>
                  </a:cubicBezTo>
                  <a:cubicBezTo>
                    <a:pt x="1617695" y="1011085"/>
                    <a:pt x="1623537" y="1011517"/>
                    <a:pt x="1626026" y="1015841"/>
                  </a:cubicBezTo>
                  <a:lnTo>
                    <a:pt x="1631982" y="1026223"/>
                  </a:lnTo>
                  <a:cubicBezTo>
                    <a:pt x="1633608" y="1029036"/>
                    <a:pt x="1631767" y="1032713"/>
                    <a:pt x="1631982" y="1032065"/>
                  </a:cubicBezTo>
                  <a:cubicBezTo>
                    <a:pt x="1630249" y="1035095"/>
                    <a:pt x="1633392" y="1038123"/>
                    <a:pt x="1633062" y="1037469"/>
                  </a:cubicBezTo>
                  <a:cubicBezTo>
                    <a:pt x="1635989" y="1040175"/>
                    <a:pt x="1641076" y="1038123"/>
                    <a:pt x="1640536" y="1038123"/>
                  </a:cubicBezTo>
                  <a:cubicBezTo>
                    <a:pt x="1643565" y="1037146"/>
                    <a:pt x="1659802" y="1036498"/>
                    <a:pt x="1660989" y="1029360"/>
                  </a:cubicBezTo>
                  <a:cubicBezTo>
                    <a:pt x="1661637" y="1025468"/>
                    <a:pt x="1661853" y="1021791"/>
                    <a:pt x="1664564" y="1018762"/>
                  </a:cubicBezTo>
                  <a:cubicBezTo>
                    <a:pt x="1665644" y="1017359"/>
                    <a:pt x="1669651" y="1014438"/>
                    <a:pt x="1670082" y="1009790"/>
                  </a:cubicBezTo>
                  <a:cubicBezTo>
                    <a:pt x="1673759" y="969670"/>
                    <a:pt x="1674197" y="969454"/>
                    <a:pt x="1672572" y="965454"/>
                  </a:cubicBezTo>
                  <a:cubicBezTo>
                    <a:pt x="1652220" y="915924"/>
                    <a:pt x="1651896" y="917442"/>
                    <a:pt x="1653198" y="913003"/>
                  </a:cubicBezTo>
                  <a:cubicBezTo>
                    <a:pt x="1653414" y="911600"/>
                    <a:pt x="1655903" y="907059"/>
                    <a:pt x="1653630" y="902951"/>
                  </a:cubicBezTo>
                  <a:cubicBezTo>
                    <a:pt x="1640860" y="879697"/>
                    <a:pt x="1639774" y="878078"/>
                    <a:pt x="1638047" y="873646"/>
                  </a:cubicBezTo>
                  <a:cubicBezTo>
                    <a:pt x="1625810" y="842823"/>
                    <a:pt x="1625378" y="842175"/>
                    <a:pt x="1624731" y="837959"/>
                  </a:cubicBezTo>
                  <a:cubicBezTo>
                    <a:pt x="1621156" y="816870"/>
                    <a:pt x="1621263" y="814057"/>
                    <a:pt x="1618558" y="811790"/>
                  </a:cubicBezTo>
                  <a:cubicBezTo>
                    <a:pt x="1615530" y="809301"/>
                    <a:pt x="1621378" y="809409"/>
                    <a:pt x="1621918" y="804545"/>
                  </a:cubicBezTo>
                  <a:cubicBezTo>
                    <a:pt x="1621918" y="803897"/>
                    <a:pt x="1622349" y="800976"/>
                    <a:pt x="1620940" y="798703"/>
                  </a:cubicBezTo>
                  <a:cubicBezTo>
                    <a:pt x="1618997" y="795458"/>
                    <a:pt x="1623429" y="796652"/>
                    <a:pt x="1625378" y="792105"/>
                  </a:cubicBezTo>
                  <a:lnTo>
                    <a:pt x="1628299" y="784968"/>
                  </a:lnTo>
                  <a:cubicBezTo>
                    <a:pt x="1629061" y="783241"/>
                    <a:pt x="1628953" y="780859"/>
                    <a:pt x="1628299" y="779564"/>
                  </a:cubicBezTo>
                  <a:cubicBezTo>
                    <a:pt x="1626464" y="776535"/>
                    <a:pt x="1630249" y="777291"/>
                    <a:pt x="1633170" y="773182"/>
                  </a:cubicBezTo>
                  <a:cubicBezTo>
                    <a:pt x="1637069" y="766693"/>
                    <a:pt x="1643889" y="761936"/>
                    <a:pt x="1640421" y="757612"/>
                  </a:cubicBezTo>
                  <a:lnTo>
                    <a:pt x="1639342" y="756317"/>
                  </a:lnTo>
                  <a:cubicBezTo>
                    <a:pt x="1636097" y="752094"/>
                    <a:pt x="1644428" y="755123"/>
                    <a:pt x="1649731" y="751986"/>
                  </a:cubicBezTo>
                  <a:cubicBezTo>
                    <a:pt x="1652112" y="750043"/>
                    <a:pt x="1658284" y="748633"/>
                    <a:pt x="1658284" y="743769"/>
                  </a:cubicBezTo>
                  <a:lnTo>
                    <a:pt x="1658284" y="742474"/>
                  </a:lnTo>
                  <a:cubicBezTo>
                    <a:pt x="1658284" y="740632"/>
                    <a:pt x="1659579" y="739121"/>
                    <a:pt x="1661421" y="739121"/>
                  </a:cubicBezTo>
                  <a:cubicBezTo>
                    <a:pt x="1670082" y="738149"/>
                    <a:pt x="1678521" y="733603"/>
                    <a:pt x="1681449" y="730904"/>
                  </a:cubicBezTo>
                  <a:cubicBezTo>
                    <a:pt x="1686535" y="726034"/>
                    <a:pt x="1690752" y="722465"/>
                    <a:pt x="1692809" y="718788"/>
                  </a:cubicBezTo>
                  <a:cubicBezTo>
                    <a:pt x="1694650" y="715651"/>
                    <a:pt x="1700061" y="715982"/>
                    <a:pt x="1699413" y="716197"/>
                  </a:cubicBezTo>
                  <a:cubicBezTo>
                    <a:pt x="1701255" y="716197"/>
                    <a:pt x="1703312" y="714788"/>
                    <a:pt x="1704068" y="713061"/>
                  </a:cubicBezTo>
                  <a:lnTo>
                    <a:pt x="1708506" y="702031"/>
                  </a:lnTo>
                  <a:cubicBezTo>
                    <a:pt x="1709802" y="698678"/>
                    <a:pt x="1719111" y="687108"/>
                    <a:pt x="1724959" y="685267"/>
                  </a:cubicBezTo>
                  <a:lnTo>
                    <a:pt x="1737081" y="681374"/>
                  </a:lnTo>
                  <a:cubicBezTo>
                    <a:pt x="1744225" y="679101"/>
                    <a:pt x="1750715" y="686130"/>
                    <a:pt x="1753204" y="680618"/>
                  </a:cubicBezTo>
                  <a:cubicBezTo>
                    <a:pt x="1758728" y="668401"/>
                    <a:pt x="1759268" y="666020"/>
                    <a:pt x="1762945" y="663962"/>
                  </a:cubicBezTo>
                  <a:cubicBezTo>
                    <a:pt x="1787843" y="650126"/>
                    <a:pt x="1789031" y="648716"/>
                    <a:pt x="1793469" y="649364"/>
                  </a:cubicBezTo>
                  <a:cubicBezTo>
                    <a:pt x="1798340" y="649580"/>
                    <a:pt x="1804296" y="652501"/>
                    <a:pt x="1807649" y="648500"/>
                  </a:cubicBezTo>
                  <a:cubicBezTo>
                    <a:pt x="1811002" y="643636"/>
                    <a:pt x="1818799" y="638334"/>
                    <a:pt x="1813605" y="636930"/>
                  </a:cubicBezTo>
                  <a:cubicBezTo>
                    <a:pt x="1810246" y="635527"/>
                    <a:pt x="1801261" y="635311"/>
                    <a:pt x="1804512" y="631196"/>
                  </a:cubicBezTo>
                  <a:lnTo>
                    <a:pt x="1805915" y="629361"/>
                  </a:lnTo>
                  <a:cubicBezTo>
                    <a:pt x="1808404" y="626116"/>
                    <a:pt x="1805268" y="621684"/>
                    <a:pt x="1805375" y="622224"/>
                  </a:cubicBezTo>
                  <a:cubicBezTo>
                    <a:pt x="1801807" y="615950"/>
                    <a:pt x="1818253" y="626332"/>
                    <a:pt x="1823886" y="621576"/>
                  </a:cubicBezTo>
                  <a:cubicBezTo>
                    <a:pt x="1826375" y="618871"/>
                    <a:pt x="1836440" y="612813"/>
                    <a:pt x="1834706" y="608057"/>
                  </a:cubicBezTo>
                  <a:cubicBezTo>
                    <a:pt x="1833303" y="605244"/>
                    <a:pt x="1833303" y="597675"/>
                    <a:pt x="1828324" y="597027"/>
                  </a:cubicBezTo>
                  <a:cubicBezTo>
                    <a:pt x="1822692" y="595731"/>
                    <a:pt x="1807865" y="599948"/>
                    <a:pt x="1811548" y="596056"/>
                  </a:cubicBezTo>
                  <a:cubicBezTo>
                    <a:pt x="1814037" y="593890"/>
                    <a:pt x="1817174" y="590105"/>
                    <a:pt x="1822044" y="590429"/>
                  </a:cubicBezTo>
                  <a:cubicBezTo>
                    <a:pt x="1824102" y="590861"/>
                    <a:pt x="1831137" y="587947"/>
                    <a:pt x="1833735" y="591839"/>
                  </a:cubicBezTo>
                  <a:cubicBezTo>
                    <a:pt x="1842282" y="604920"/>
                    <a:pt x="1843799" y="605460"/>
                    <a:pt x="1842720" y="609683"/>
                  </a:cubicBezTo>
                  <a:cubicBezTo>
                    <a:pt x="1840008" y="620382"/>
                    <a:pt x="1835576" y="628390"/>
                    <a:pt x="1839469" y="626008"/>
                  </a:cubicBezTo>
                  <a:cubicBezTo>
                    <a:pt x="1840123" y="625469"/>
                    <a:pt x="1844555" y="623843"/>
                    <a:pt x="1845641" y="619519"/>
                  </a:cubicBezTo>
                  <a:cubicBezTo>
                    <a:pt x="1848238" y="609352"/>
                    <a:pt x="1849971" y="605244"/>
                    <a:pt x="1847806" y="601459"/>
                  </a:cubicBezTo>
                  <a:lnTo>
                    <a:pt x="1833627" y="578428"/>
                  </a:lnTo>
                  <a:cubicBezTo>
                    <a:pt x="1830921" y="574104"/>
                    <a:pt x="1827886" y="559505"/>
                    <a:pt x="1828108" y="560152"/>
                  </a:cubicBezTo>
                  <a:cubicBezTo>
                    <a:pt x="1827670" y="558425"/>
                    <a:pt x="1825835" y="556800"/>
                    <a:pt x="1823994" y="556584"/>
                  </a:cubicBezTo>
                  <a:lnTo>
                    <a:pt x="1820419" y="556260"/>
                  </a:lnTo>
                  <a:cubicBezTo>
                    <a:pt x="1813605" y="555612"/>
                    <a:pt x="1804620" y="560800"/>
                    <a:pt x="1808081" y="556368"/>
                  </a:cubicBezTo>
                  <a:cubicBezTo>
                    <a:pt x="1809274" y="554311"/>
                    <a:pt x="1814253" y="550742"/>
                    <a:pt x="1812195" y="546310"/>
                  </a:cubicBezTo>
                  <a:lnTo>
                    <a:pt x="1808843" y="539280"/>
                  </a:lnTo>
                  <a:cubicBezTo>
                    <a:pt x="1807217" y="535927"/>
                    <a:pt x="1812195" y="535819"/>
                    <a:pt x="1811656" y="536035"/>
                  </a:cubicBezTo>
                  <a:cubicBezTo>
                    <a:pt x="1813491" y="536035"/>
                    <a:pt x="1815008" y="534416"/>
                    <a:pt x="1814900" y="532575"/>
                  </a:cubicBezTo>
                  <a:cubicBezTo>
                    <a:pt x="1814145" y="516680"/>
                    <a:pt x="1814577" y="514737"/>
                    <a:pt x="1811332" y="512248"/>
                  </a:cubicBezTo>
                  <a:cubicBezTo>
                    <a:pt x="1810246" y="511061"/>
                    <a:pt x="1803318" y="507708"/>
                    <a:pt x="1807757" y="505651"/>
                  </a:cubicBezTo>
                  <a:lnTo>
                    <a:pt x="1808189" y="505435"/>
                  </a:lnTo>
                  <a:cubicBezTo>
                    <a:pt x="1809814" y="504679"/>
                    <a:pt x="1810894" y="502514"/>
                    <a:pt x="1810570" y="500786"/>
                  </a:cubicBezTo>
                  <a:lnTo>
                    <a:pt x="1811763" y="497002"/>
                  </a:lnTo>
                  <a:cubicBezTo>
                    <a:pt x="1810786" y="492131"/>
                    <a:pt x="1805915" y="485000"/>
                    <a:pt x="1806239" y="485648"/>
                  </a:cubicBezTo>
                  <a:cubicBezTo>
                    <a:pt x="1805268" y="484022"/>
                    <a:pt x="1804728" y="481317"/>
                    <a:pt x="1805052" y="479482"/>
                  </a:cubicBezTo>
                  <a:lnTo>
                    <a:pt x="1808081" y="460667"/>
                  </a:lnTo>
                  <a:cubicBezTo>
                    <a:pt x="1808404" y="458825"/>
                    <a:pt x="1809706" y="456343"/>
                    <a:pt x="1811109" y="455041"/>
                  </a:cubicBezTo>
                  <a:lnTo>
                    <a:pt x="1822260" y="443147"/>
                  </a:lnTo>
                  <a:cubicBezTo>
                    <a:pt x="1823670" y="441960"/>
                    <a:pt x="1825073" y="442392"/>
                    <a:pt x="1825505" y="444119"/>
                  </a:cubicBezTo>
                  <a:lnTo>
                    <a:pt x="1825505" y="447256"/>
                  </a:lnTo>
                  <a:cubicBezTo>
                    <a:pt x="1826051" y="449097"/>
                    <a:pt x="1824210" y="451688"/>
                    <a:pt x="1823016" y="453098"/>
                  </a:cubicBezTo>
                  <a:lnTo>
                    <a:pt x="1819339" y="458825"/>
                  </a:lnTo>
                  <a:cubicBezTo>
                    <a:pt x="1818253" y="460235"/>
                    <a:pt x="1816958" y="462934"/>
                    <a:pt x="1816958" y="464776"/>
                  </a:cubicBezTo>
                  <a:lnTo>
                    <a:pt x="1816958" y="473856"/>
                  </a:lnTo>
                  <a:cubicBezTo>
                    <a:pt x="1816958" y="477863"/>
                    <a:pt x="1821720" y="480130"/>
                    <a:pt x="1821504" y="479590"/>
                  </a:cubicBezTo>
                  <a:cubicBezTo>
                    <a:pt x="1823346" y="482511"/>
                    <a:pt x="1817714" y="484238"/>
                    <a:pt x="1818253" y="483699"/>
                  </a:cubicBezTo>
                  <a:cubicBezTo>
                    <a:pt x="1816526" y="484346"/>
                    <a:pt x="1815656" y="486188"/>
                    <a:pt x="1816418" y="487915"/>
                  </a:cubicBezTo>
                  <a:lnTo>
                    <a:pt x="1818475" y="492785"/>
                  </a:lnTo>
                  <a:cubicBezTo>
                    <a:pt x="1820419" y="497326"/>
                    <a:pt x="1827239" y="495376"/>
                    <a:pt x="1826915" y="500139"/>
                  </a:cubicBezTo>
                  <a:cubicBezTo>
                    <a:pt x="1827131" y="501110"/>
                    <a:pt x="1825289" y="506622"/>
                    <a:pt x="1829836" y="507384"/>
                  </a:cubicBezTo>
                  <a:cubicBezTo>
                    <a:pt x="1830382" y="507708"/>
                    <a:pt x="1836440" y="507600"/>
                    <a:pt x="1834598" y="511600"/>
                  </a:cubicBezTo>
                  <a:cubicBezTo>
                    <a:pt x="1831353" y="518522"/>
                    <a:pt x="1828432" y="523926"/>
                    <a:pt x="1827562" y="528574"/>
                  </a:cubicBezTo>
                  <a:cubicBezTo>
                    <a:pt x="1824965" y="542525"/>
                    <a:pt x="1823130" y="547173"/>
                    <a:pt x="1827454" y="545986"/>
                  </a:cubicBezTo>
                  <a:cubicBezTo>
                    <a:pt x="1828540" y="545446"/>
                    <a:pt x="1833627" y="545122"/>
                    <a:pt x="1835468" y="540906"/>
                  </a:cubicBezTo>
                  <a:cubicBezTo>
                    <a:pt x="1842720" y="523710"/>
                    <a:pt x="1844339" y="517868"/>
                    <a:pt x="1848346" y="515169"/>
                  </a:cubicBezTo>
                  <a:cubicBezTo>
                    <a:pt x="1848886" y="514629"/>
                    <a:pt x="1853216" y="512680"/>
                    <a:pt x="1854296" y="508356"/>
                  </a:cubicBezTo>
                  <a:cubicBezTo>
                    <a:pt x="1860360" y="484022"/>
                    <a:pt x="1861547" y="482403"/>
                    <a:pt x="1858950" y="478834"/>
                  </a:cubicBezTo>
                  <a:cubicBezTo>
                    <a:pt x="1851051" y="468236"/>
                    <a:pt x="1848130" y="465531"/>
                    <a:pt x="1848130" y="460991"/>
                  </a:cubicBezTo>
                  <a:cubicBezTo>
                    <a:pt x="1848562" y="457746"/>
                    <a:pt x="1846396" y="450177"/>
                    <a:pt x="1851375" y="451364"/>
                  </a:cubicBezTo>
                  <a:cubicBezTo>
                    <a:pt x="1857979" y="453746"/>
                    <a:pt x="1866418" y="452990"/>
                    <a:pt x="1865123" y="458178"/>
                  </a:cubicBezTo>
                  <a:cubicBezTo>
                    <a:pt x="1864907" y="460127"/>
                    <a:pt x="1861440" y="467696"/>
                    <a:pt x="1865446" y="470287"/>
                  </a:cubicBezTo>
                  <a:cubicBezTo>
                    <a:pt x="1865986" y="470395"/>
                    <a:pt x="1869237" y="473532"/>
                    <a:pt x="1871295" y="470072"/>
                  </a:cubicBezTo>
                  <a:cubicBezTo>
                    <a:pt x="1875511" y="463156"/>
                    <a:pt x="1878762" y="455473"/>
                    <a:pt x="1882223" y="452126"/>
                  </a:cubicBezTo>
                  <a:cubicBezTo>
                    <a:pt x="1888935" y="445637"/>
                    <a:pt x="1893914" y="442068"/>
                    <a:pt x="1894777" y="437413"/>
                  </a:cubicBezTo>
                  <a:cubicBezTo>
                    <a:pt x="1900518" y="407352"/>
                    <a:pt x="1902353" y="404654"/>
                    <a:pt x="1897698" y="404324"/>
                  </a:cubicBezTo>
                  <a:cubicBezTo>
                    <a:pt x="1896079" y="404000"/>
                    <a:pt x="1887741" y="404539"/>
                    <a:pt x="1891532" y="401517"/>
                  </a:cubicBezTo>
                  <a:cubicBezTo>
                    <a:pt x="1893806" y="399999"/>
                    <a:pt x="1897050" y="395675"/>
                    <a:pt x="1901921" y="395999"/>
                  </a:cubicBezTo>
                  <a:cubicBezTo>
                    <a:pt x="1914913" y="396970"/>
                    <a:pt x="1920215" y="397732"/>
                    <a:pt x="1924870" y="396862"/>
                  </a:cubicBezTo>
                  <a:cubicBezTo>
                    <a:pt x="1950086" y="392646"/>
                    <a:pt x="1953013" y="392538"/>
                    <a:pt x="1957337" y="390487"/>
                  </a:cubicBezTo>
                  <a:cubicBezTo>
                    <a:pt x="1977797" y="380968"/>
                    <a:pt x="1983639" y="379025"/>
                    <a:pt x="1978877" y="378587"/>
                  </a:cubicBezTo>
                  <a:cubicBezTo>
                    <a:pt x="1969567" y="377723"/>
                    <a:pt x="1963402" y="376212"/>
                    <a:pt x="1959179" y="378587"/>
                  </a:cubicBezTo>
                  <a:cubicBezTo>
                    <a:pt x="1953445" y="381832"/>
                    <a:pt x="1949546" y="384645"/>
                    <a:pt x="1945107" y="384321"/>
                  </a:cubicBezTo>
                  <a:cubicBezTo>
                    <a:pt x="1921403" y="382372"/>
                    <a:pt x="1911770" y="382702"/>
                    <a:pt x="1916424" y="380213"/>
                  </a:cubicBezTo>
                  <a:cubicBezTo>
                    <a:pt x="1937100" y="369507"/>
                    <a:pt x="1938833" y="367995"/>
                    <a:pt x="1943266" y="367773"/>
                  </a:cubicBezTo>
                  <a:cubicBezTo>
                    <a:pt x="1978013" y="366154"/>
                    <a:pt x="1979200" y="366262"/>
                    <a:pt x="1983315" y="365182"/>
                  </a:cubicBezTo>
                  <a:cubicBezTo>
                    <a:pt x="2005610" y="359448"/>
                    <a:pt x="2007883" y="359340"/>
                    <a:pt x="2011674" y="356743"/>
                  </a:cubicBezTo>
                  <a:cubicBezTo>
                    <a:pt x="2015135" y="355016"/>
                    <a:pt x="2020444" y="348526"/>
                    <a:pt x="2022495" y="353289"/>
                  </a:cubicBezTo>
                  <a:cubicBezTo>
                    <a:pt x="2022933" y="353828"/>
                    <a:pt x="2023904" y="358908"/>
                    <a:pt x="2028127" y="357829"/>
                  </a:cubicBezTo>
                  <a:cubicBezTo>
                    <a:pt x="2050962" y="351555"/>
                    <a:pt x="2054753" y="351771"/>
                    <a:pt x="2054213" y="347339"/>
                  </a:cubicBezTo>
                  <a:cubicBezTo>
                    <a:pt x="2053451" y="340849"/>
                    <a:pt x="2053559" y="335877"/>
                    <a:pt x="2050206" y="333064"/>
                  </a:cubicBezTo>
                  <a:cubicBezTo>
                    <a:pt x="2049127" y="332524"/>
                    <a:pt x="2044580" y="326898"/>
                    <a:pt x="2043494" y="331445"/>
                  </a:cubicBezTo>
                  <a:cubicBezTo>
                    <a:pt x="2043494" y="331984"/>
                    <a:pt x="2042091" y="335337"/>
                    <a:pt x="2043926" y="338906"/>
                  </a:cubicBezTo>
                  <a:cubicBezTo>
                    <a:pt x="2044034" y="339446"/>
                    <a:pt x="2047501" y="343770"/>
                    <a:pt x="2043278" y="344742"/>
                  </a:cubicBezTo>
                  <a:cubicBezTo>
                    <a:pt x="2039271" y="345173"/>
                    <a:pt x="2032890" y="348850"/>
                    <a:pt x="2030508" y="344310"/>
                  </a:cubicBezTo>
                  <a:cubicBezTo>
                    <a:pt x="2022387" y="328739"/>
                    <a:pt x="2021631" y="324955"/>
                    <a:pt x="2017300" y="325819"/>
                  </a:cubicBezTo>
                  <a:cubicBezTo>
                    <a:pt x="2016653" y="325819"/>
                    <a:pt x="2011674" y="327876"/>
                    <a:pt x="2011674" y="323653"/>
                  </a:cubicBezTo>
                  <a:cubicBezTo>
                    <a:pt x="2011890" y="322574"/>
                    <a:pt x="2010703" y="317386"/>
                    <a:pt x="2014487" y="314789"/>
                  </a:cubicBezTo>
                  <a:cubicBezTo>
                    <a:pt x="2020005" y="310248"/>
                    <a:pt x="2028019" y="308083"/>
                    <a:pt x="2025206" y="303543"/>
                  </a:cubicBezTo>
                  <a:cubicBezTo>
                    <a:pt x="2024012" y="300730"/>
                    <a:pt x="2019358" y="296729"/>
                    <a:pt x="2022063" y="292513"/>
                  </a:cubicBezTo>
                  <a:cubicBezTo>
                    <a:pt x="2041760" y="261150"/>
                    <a:pt x="2041653" y="259531"/>
                    <a:pt x="2046199" y="258343"/>
                  </a:cubicBezTo>
                  <a:cubicBezTo>
                    <a:pt x="2060271" y="254451"/>
                    <a:pt x="2063738" y="254121"/>
                    <a:pt x="2066875" y="250990"/>
                  </a:cubicBezTo>
                  <a:cubicBezTo>
                    <a:pt x="2068716" y="249580"/>
                    <a:pt x="2072069" y="243853"/>
                    <a:pt x="2075644" y="246012"/>
                  </a:cubicBezTo>
                  <a:cubicBezTo>
                    <a:pt x="2078889" y="247961"/>
                    <a:pt x="2082896" y="243091"/>
                    <a:pt x="2082350" y="243415"/>
                  </a:cubicBezTo>
                  <a:cubicBezTo>
                    <a:pt x="2083759" y="242227"/>
                    <a:pt x="2084083" y="239744"/>
                    <a:pt x="2084083" y="237903"/>
                  </a:cubicBezTo>
                  <a:lnTo>
                    <a:pt x="2084083" y="232169"/>
                  </a:lnTo>
                  <a:cubicBezTo>
                    <a:pt x="2084083" y="230333"/>
                    <a:pt x="2086357" y="228384"/>
                    <a:pt x="2088198" y="227952"/>
                  </a:cubicBezTo>
                  <a:lnTo>
                    <a:pt x="2092199" y="226981"/>
                  </a:lnTo>
                  <a:cubicBezTo>
                    <a:pt x="2094040" y="226549"/>
                    <a:pt x="2096529" y="227305"/>
                    <a:pt x="2097615" y="228822"/>
                  </a:cubicBezTo>
                  <a:lnTo>
                    <a:pt x="2100968" y="233578"/>
                  </a:lnTo>
                  <a:cubicBezTo>
                    <a:pt x="2103673" y="237579"/>
                    <a:pt x="2105299" y="232607"/>
                    <a:pt x="2109953" y="234442"/>
                  </a:cubicBezTo>
                  <a:lnTo>
                    <a:pt x="2110925" y="234874"/>
                  </a:lnTo>
                  <a:cubicBezTo>
                    <a:pt x="2117421" y="237579"/>
                    <a:pt x="2114932" y="222441"/>
                    <a:pt x="2120882" y="226009"/>
                  </a:cubicBezTo>
                  <a:cubicBezTo>
                    <a:pt x="2121536" y="226225"/>
                    <a:pt x="2125104" y="229578"/>
                    <a:pt x="2127593" y="226009"/>
                  </a:cubicBezTo>
                  <a:cubicBezTo>
                    <a:pt x="2129111" y="224492"/>
                    <a:pt x="2131277" y="218440"/>
                    <a:pt x="2135493" y="220707"/>
                  </a:cubicBezTo>
                  <a:cubicBezTo>
                    <a:pt x="2136795" y="221139"/>
                    <a:pt x="2141341" y="225254"/>
                    <a:pt x="2143723" y="221361"/>
                  </a:cubicBezTo>
                  <a:cubicBezTo>
                    <a:pt x="2144586" y="220383"/>
                    <a:pt x="2146428" y="214871"/>
                    <a:pt x="2150866" y="215951"/>
                  </a:cubicBezTo>
                  <a:cubicBezTo>
                    <a:pt x="2152600" y="216383"/>
                    <a:pt x="2155089" y="215627"/>
                    <a:pt x="2156384" y="214331"/>
                  </a:cubicBezTo>
                  <a:cubicBezTo>
                    <a:pt x="2160067" y="209785"/>
                    <a:pt x="2167967" y="205461"/>
                    <a:pt x="2163420" y="202863"/>
                  </a:cubicBezTo>
                  <a:cubicBezTo>
                    <a:pt x="2162773" y="202324"/>
                    <a:pt x="2158874" y="201028"/>
                    <a:pt x="2158550" y="199079"/>
                  </a:cubicBezTo>
                  <a:lnTo>
                    <a:pt x="2157362" y="191510"/>
                  </a:lnTo>
                  <a:lnTo>
                    <a:pt x="2153032" y="189890"/>
                  </a:lnTo>
                  <a:lnTo>
                    <a:pt x="2153032" y="172155"/>
                  </a:lnTo>
                  <a:lnTo>
                    <a:pt x="2137226" y="169558"/>
                  </a:lnTo>
                  <a:lnTo>
                    <a:pt x="2133874" y="101651"/>
                  </a:lnTo>
                  <a:lnTo>
                    <a:pt x="2115903" y="85973"/>
                  </a:lnTo>
                  <a:lnTo>
                    <a:pt x="2094256" y="97434"/>
                  </a:lnTo>
                  <a:lnTo>
                    <a:pt x="2088414" y="92564"/>
                  </a:lnTo>
                  <a:lnTo>
                    <a:pt x="2087220" y="84671"/>
                  </a:lnTo>
                  <a:lnTo>
                    <a:pt x="2080946" y="80346"/>
                  </a:lnTo>
                  <a:lnTo>
                    <a:pt x="2051178" y="120250"/>
                  </a:lnTo>
                  <a:lnTo>
                    <a:pt x="2049450" y="133877"/>
                  </a:lnTo>
                  <a:lnTo>
                    <a:pt x="2040897" y="145123"/>
                  </a:lnTo>
                  <a:lnTo>
                    <a:pt x="2042415" y="160261"/>
                  </a:lnTo>
                  <a:lnTo>
                    <a:pt x="2022603" y="175939"/>
                  </a:lnTo>
                  <a:lnTo>
                    <a:pt x="2017840" y="187617"/>
                  </a:lnTo>
                  <a:lnTo>
                    <a:pt x="2001825" y="182213"/>
                  </a:lnTo>
                  <a:lnTo>
                    <a:pt x="1996307" y="194754"/>
                  </a:lnTo>
                  <a:lnTo>
                    <a:pt x="1869669" y="194754"/>
                  </a:lnTo>
                  <a:lnTo>
                    <a:pt x="1814037" y="234118"/>
                  </a:lnTo>
                  <a:cubicBezTo>
                    <a:pt x="1815986" y="236283"/>
                    <a:pt x="1817066" y="242875"/>
                    <a:pt x="1821288" y="258013"/>
                  </a:cubicBezTo>
                  <a:cubicBezTo>
                    <a:pt x="1822692" y="263099"/>
                    <a:pt x="1814793" y="264611"/>
                    <a:pt x="1810462" y="266992"/>
                  </a:cubicBezTo>
                  <a:cubicBezTo>
                    <a:pt x="1806461" y="268611"/>
                    <a:pt x="1803534" y="272288"/>
                    <a:pt x="1799857" y="275857"/>
                  </a:cubicBezTo>
                  <a:cubicBezTo>
                    <a:pt x="1796606" y="278886"/>
                    <a:pt x="1794879" y="278778"/>
                    <a:pt x="1769549" y="281915"/>
                  </a:cubicBezTo>
                  <a:cubicBezTo>
                    <a:pt x="1764678" y="282562"/>
                    <a:pt x="1761433" y="278130"/>
                    <a:pt x="1759376" y="276727"/>
                  </a:cubicBezTo>
                  <a:cubicBezTo>
                    <a:pt x="1754937" y="273050"/>
                    <a:pt x="1751800" y="275209"/>
                    <a:pt x="1735671" y="274669"/>
                  </a:cubicBezTo>
                  <a:cubicBezTo>
                    <a:pt x="1731125" y="274669"/>
                    <a:pt x="1727448" y="276295"/>
                    <a:pt x="1715974" y="280727"/>
                  </a:cubicBezTo>
                  <a:lnTo>
                    <a:pt x="1719873" y="293700"/>
                  </a:lnTo>
                  <a:cubicBezTo>
                    <a:pt x="1721816" y="293916"/>
                    <a:pt x="1720520" y="294786"/>
                    <a:pt x="1720520" y="296297"/>
                  </a:cubicBezTo>
                  <a:cubicBezTo>
                    <a:pt x="1720412" y="297053"/>
                    <a:pt x="1720736" y="301917"/>
                    <a:pt x="1716945" y="304298"/>
                  </a:cubicBezTo>
                  <a:cubicBezTo>
                    <a:pt x="1673651" y="331222"/>
                    <a:pt x="1672248" y="332308"/>
                    <a:pt x="1667701" y="333820"/>
                  </a:cubicBezTo>
                  <a:cubicBezTo>
                    <a:pt x="1628737" y="346691"/>
                    <a:pt x="1627220" y="346583"/>
                    <a:pt x="1623759" y="349720"/>
                  </a:cubicBezTo>
                  <a:cubicBezTo>
                    <a:pt x="1614342" y="358153"/>
                    <a:pt x="1611961" y="361290"/>
                    <a:pt x="1607414" y="361290"/>
                  </a:cubicBezTo>
                  <a:cubicBezTo>
                    <a:pt x="1582624" y="361290"/>
                    <a:pt x="1582192" y="366154"/>
                    <a:pt x="1575810" y="363341"/>
                  </a:cubicBezTo>
                  <a:cubicBezTo>
                    <a:pt x="1546257" y="350152"/>
                    <a:pt x="1543660" y="350152"/>
                    <a:pt x="1546149" y="346475"/>
                  </a:cubicBezTo>
                  <a:cubicBezTo>
                    <a:pt x="1552753" y="336525"/>
                    <a:pt x="1554919" y="332416"/>
                    <a:pt x="1557300" y="331768"/>
                  </a:cubicBezTo>
                  <a:lnTo>
                    <a:pt x="1556544" y="330790"/>
                  </a:lnTo>
                  <a:lnTo>
                    <a:pt x="1582516" y="289700"/>
                  </a:lnTo>
                  <a:cubicBezTo>
                    <a:pt x="1582516" y="289700"/>
                    <a:pt x="1581652" y="288620"/>
                    <a:pt x="1581544" y="287756"/>
                  </a:cubicBezTo>
                  <a:cubicBezTo>
                    <a:pt x="1577322" y="255746"/>
                    <a:pt x="1577861" y="254559"/>
                    <a:pt x="1574617" y="251314"/>
                  </a:cubicBezTo>
                  <a:cubicBezTo>
                    <a:pt x="1570940" y="248501"/>
                    <a:pt x="1567797" y="242119"/>
                    <a:pt x="1563034" y="244392"/>
                  </a:cubicBezTo>
                  <a:cubicBezTo>
                    <a:pt x="1557408" y="247091"/>
                    <a:pt x="1552430" y="248933"/>
                    <a:pt x="1549616" y="252393"/>
                  </a:cubicBezTo>
                  <a:cubicBezTo>
                    <a:pt x="1541171" y="262776"/>
                    <a:pt x="1539660" y="265913"/>
                    <a:pt x="1535869" y="264071"/>
                  </a:cubicBezTo>
                  <a:cubicBezTo>
                    <a:pt x="1532624" y="261912"/>
                    <a:pt x="1525804" y="260934"/>
                    <a:pt x="1526344" y="255854"/>
                  </a:cubicBezTo>
                  <a:cubicBezTo>
                    <a:pt x="1527207" y="252393"/>
                    <a:pt x="1525804" y="246120"/>
                    <a:pt x="1530674" y="244608"/>
                  </a:cubicBezTo>
                  <a:cubicBezTo>
                    <a:pt x="1531970" y="244069"/>
                    <a:pt x="1537056" y="243421"/>
                    <a:pt x="1539876" y="239744"/>
                  </a:cubicBezTo>
                  <a:cubicBezTo>
                    <a:pt x="1547559" y="229254"/>
                    <a:pt x="1550048" y="226873"/>
                    <a:pt x="1550372" y="222441"/>
                  </a:cubicBezTo>
                  <a:cubicBezTo>
                    <a:pt x="1551236" y="213462"/>
                    <a:pt x="1552430" y="208813"/>
                    <a:pt x="1549616" y="205461"/>
                  </a:cubicBezTo>
                  <a:cubicBezTo>
                    <a:pt x="1548855" y="204057"/>
                    <a:pt x="1543120" y="199949"/>
                    <a:pt x="1547127" y="197352"/>
                  </a:cubicBezTo>
                  <a:cubicBezTo>
                    <a:pt x="1547667" y="196812"/>
                    <a:pt x="1552214" y="195186"/>
                    <a:pt x="1550048" y="191402"/>
                  </a:cubicBezTo>
                  <a:cubicBezTo>
                    <a:pt x="1548423" y="189243"/>
                    <a:pt x="1546797" y="183832"/>
                    <a:pt x="1542041" y="182645"/>
                  </a:cubicBezTo>
                  <a:cubicBezTo>
                    <a:pt x="1528185" y="179184"/>
                    <a:pt x="1524178" y="178968"/>
                    <a:pt x="1521365" y="175508"/>
                  </a:cubicBezTo>
                  <a:cubicBezTo>
                    <a:pt x="1520394" y="174536"/>
                    <a:pt x="1517790" y="169989"/>
                    <a:pt x="1513358" y="168910"/>
                  </a:cubicBezTo>
                  <a:cubicBezTo>
                    <a:pt x="1500366" y="165665"/>
                    <a:pt x="1497553" y="164154"/>
                    <a:pt x="1494308" y="167075"/>
                  </a:cubicBezTo>
                  <a:cubicBezTo>
                    <a:pt x="1492035" y="169774"/>
                    <a:pt x="1485431" y="172695"/>
                    <a:pt x="1488244" y="176911"/>
                  </a:cubicBezTo>
                  <a:cubicBezTo>
                    <a:pt x="1488892" y="178537"/>
                    <a:pt x="1494308" y="183724"/>
                    <a:pt x="1489546" y="184588"/>
                  </a:cubicBezTo>
                  <a:cubicBezTo>
                    <a:pt x="1483265" y="186430"/>
                    <a:pt x="1475474" y="185242"/>
                    <a:pt x="1475474" y="190538"/>
                  </a:cubicBezTo>
                  <a:cubicBezTo>
                    <a:pt x="1475474" y="202971"/>
                    <a:pt x="1476337" y="206216"/>
                    <a:pt x="1472337" y="207626"/>
                  </a:cubicBezTo>
                  <a:cubicBezTo>
                    <a:pt x="1470603" y="207842"/>
                    <a:pt x="1464215" y="211842"/>
                    <a:pt x="1464215" y="206978"/>
                  </a:cubicBezTo>
                  <a:cubicBezTo>
                    <a:pt x="1463784" y="202540"/>
                    <a:pt x="1465625" y="192595"/>
                    <a:pt x="1461618" y="196164"/>
                  </a:cubicBezTo>
                  <a:cubicBezTo>
                    <a:pt x="1444734" y="210979"/>
                    <a:pt x="1442676" y="211842"/>
                    <a:pt x="1442676" y="216167"/>
                  </a:cubicBezTo>
                  <a:cubicBezTo>
                    <a:pt x="1442784" y="225146"/>
                    <a:pt x="1443324" y="228492"/>
                    <a:pt x="1440835" y="231953"/>
                  </a:cubicBezTo>
                  <a:cubicBezTo>
                    <a:pt x="1438453" y="235845"/>
                    <a:pt x="1433583" y="239630"/>
                    <a:pt x="1434669" y="244608"/>
                  </a:cubicBezTo>
                  <a:cubicBezTo>
                    <a:pt x="1435101" y="248609"/>
                    <a:pt x="1437914" y="253797"/>
                    <a:pt x="1435101" y="258013"/>
                  </a:cubicBezTo>
                  <a:cubicBezTo>
                    <a:pt x="1434885" y="258667"/>
                    <a:pt x="1432072" y="261474"/>
                    <a:pt x="1433691" y="265258"/>
                  </a:cubicBezTo>
                  <a:cubicBezTo>
                    <a:pt x="1443654" y="289376"/>
                    <a:pt x="1444841" y="290995"/>
                    <a:pt x="1444410" y="295434"/>
                  </a:cubicBezTo>
                  <a:cubicBezTo>
                    <a:pt x="1442460" y="314033"/>
                    <a:pt x="1442676" y="319868"/>
                    <a:pt x="1439863" y="323869"/>
                  </a:cubicBezTo>
                  <a:cubicBezTo>
                    <a:pt x="1427525" y="342144"/>
                    <a:pt x="1426115" y="345713"/>
                    <a:pt x="1421791" y="347447"/>
                  </a:cubicBezTo>
                  <a:cubicBezTo>
                    <a:pt x="1405986" y="353720"/>
                    <a:pt x="1403605" y="355555"/>
                    <a:pt x="1399706" y="353396"/>
                  </a:cubicBezTo>
                  <a:cubicBezTo>
                    <a:pt x="1397648" y="351879"/>
                    <a:pt x="1392562" y="350583"/>
                    <a:pt x="1391374" y="345935"/>
                  </a:cubicBezTo>
                  <a:cubicBezTo>
                    <a:pt x="1389641" y="339985"/>
                    <a:pt x="1389101" y="335661"/>
                    <a:pt x="1385964" y="332524"/>
                  </a:cubicBezTo>
                  <a:cubicBezTo>
                    <a:pt x="1384771" y="330898"/>
                    <a:pt x="1380116" y="327984"/>
                    <a:pt x="1380872" y="323329"/>
                  </a:cubicBezTo>
                  <a:cubicBezTo>
                    <a:pt x="1383691" y="307867"/>
                    <a:pt x="1385418" y="302895"/>
                    <a:pt x="1383367" y="298571"/>
                  </a:cubicBezTo>
                  <a:cubicBezTo>
                    <a:pt x="1379468" y="290347"/>
                    <a:pt x="1376439" y="286023"/>
                    <a:pt x="1378166" y="281807"/>
                  </a:cubicBezTo>
                  <a:cubicBezTo>
                    <a:pt x="1386612" y="261366"/>
                    <a:pt x="1388346" y="259423"/>
                    <a:pt x="1386288" y="255422"/>
                  </a:cubicBezTo>
                  <a:cubicBezTo>
                    <a:pt x="1386072" y="254559"/>
                    <a:pt x="1382605" y="250444"/>
                    <a:pt x="1385526" y="247091"/>
                  </a:cubicBezTo>
                  <a:cubicBezTo>
                    <a:pt x="1390727" y="241363"/>
                    <a:pt x="1394296" y="237903"/>
                    <a:pt x="1395921" y="233686"/>
                  </a:cubicBezTo>
                  <a:cubicBezTo>
                    <a:pt x="1411828" y="193783"/>
                    <a:pt x="1412806" y="193891"/>
                    <a:pt x="1409770" y="191726"/>
                  </a:cubicBezTo>
                  <a:cubicBezTo>
                    <a:pt x="1408583" y="190862"/>
                    <a:pt x="1406526" y="191186"/>
                    <a:pt x="1405230" y="192595"/>
                  </a:cubicBezTo>
                  <a:lnTo>
                    <a:pt x="1376655" y="223088"/>
                  </a:lnTo>
                  <a:cubicBezTo>
                    <a:pt x="1373842" y="226009"/>
                    <a:pt x="1369296" y="222656"/>
                    <a:pt x="1369835" y="222872"/>
                  </a:cubicBezTo>
                  <a:cubicBezTo>
                    <a:pt x="1368210" y="221901"/>
                    <a:pt x="1367778" y="219843"/>
                    <a:pt x="1368857" y="218332"/>
                  </a:cubicBezTo>
                  <a:cubicBezTo>
                    <a:pt x="1405662" y="164154"/>
                    <a:pt x="1404576" y="163938"/>
                    <a:pt x="1409231" y="162636"/>
                  </a:cubicBezTo>
                  <a:cubicBezTo>
                    <a:pt x="1416482" y="161557"/>
                    <a:pt x="1424928" y="156477"/>
                    <a:pt x="1424928" y="161988"/>
                  </a:cubicBezTo>
                  <a:cubicBezTo>
                    <a:pt x="1425144" y="163614"/>
                    <a:pt x="1423734" y="169234"/>
                    <a:pt x="1427525" y="166205"/>
                  </a:cubicBezTo>
                  <a:cubicBezTo>
                    <a:pt x="1443762" y="153448"/>
                    <a:pt x="1445165" y="149447"/>
                    <a:pt x="1449496" y="149447"/>
                  </a:cubicBezTo>
                  <a:lnTo>
                    <a:pt x="1458158" y="149447"/>
                  </a:lnTo>
                  <a:cubicBezTo>
                    <a:pt x="1462698" y="149447"/>
                    <a:pt x="1467466" y="146526"/>
                    <a:pt x="1466920" y="146850"/>
                  </a:cubicBezTo>
                  <a:cubicBezTo>
                    <a:pt x="1468330" y="145663"/>
                    <a:pt x="1470927" y="146202"/>
                    <a:pt x="1472661" y="146850"/>
                  </a:cubicBezTo>
                  <a:cubicBezTo>
                    <a:pt x="1490193" y="152908"/>
                    <a:pt x="1492898" y="155283"/>
                    <a:pt x="1496473" y="152692"/>
                  </a:cubicBezTo>
                  <a:cubicBezTo>
                    <a:pt x="1497769" y="151936"/>
                    <a:pt x="1501344" y="148260"/>
                    <a:pt x="1505998" y="149123"/>
                  </a:cubicBezTo>
                  <a:cubicBezTo>
                    <a:pt x="1517035" y="151067"/>
                    <a:pt x="1522229" y="152800"/>
                    <a:pt x="1524070" y="151498"/>
                  </a:cubicBezTo>
                  <a:lnTo>
                    <a:pt x="1510107" y="133547"/>
                  </a:lnTo>
                  <a:lnTo>
                    <a:pt x="1509351" y="132575"/>
                  </a:lnTo>
                  <a:cubicBezTo>
                    <a:pt x="1507294" y="134309"/>
                    <a:pt x="1501884" y="133661"/>
                    <a:pt x="1487704" y="133661"/>
                  </a:cubicBezTo>
                  <a:cubicBezTo>
                    <a:pt x="1482618" y="133661"/>
                    <a:pt x="1484891" y="125654"/>
                    <a:pt x="1484351" y="121653"/>
                  </a:cubicBezTo>
                  <a:cubicBezTo>
                    <a:pt x="1484351" y="116681"/>
                    <a:pt x="1482294" y="118193"/>
                    <a:pt x="1448633" y="121437"/>
                  </a:cubicBezTo>
                  <a:cubicBezTo>
                    <a:pt x="1443870" y="121869"/>
                    <a:pt x="1439539" y="125006"/>
                    <a:pt x="1426985" y="132036"/>
                  </a:cubicBezTo>
                  <a:cubicBezTo>
                    <a:pt x="1422763" y="134417"/>
                    <a:pt x="1417028" y="132683"/>
                    <a:pt x="1405554" y="130956"/>
                  </a:cubicBezTo>
                  <a:cubicBezTo>
                    <a:pt x="1401439" y="130308"/>
                    <a:pt x="1400791" y="128791"/>
                    <a:pt x="1388669" y="114300"/>
                  </a:cubicBezTo>
                  <a:cubicBezTo>
                    <a:pt x="1385856" y="110947"/>
                    <a:pt x="1382929" y="110839"/>
                    <a:pt x="1374382" y="109004"/>
                  </a:cubicBezTo>
                  <a:cubicBezTo>
                    <a:pt x="1362152" y="106407"/>
                    <a:pt x="1347433" y="130632"/>
                    <a:pt x="1370159" y="92996"/>
                  </a:cubicBezTo>
                  <a:cubicBezTo>
                    <a:pt x="1372648" y="88887"/>
                    <a:pt x="1376115" y="87268"/>
                    <a:pt x="1388453" y="79375"/>
                  </a:cubicBezTo>
                  <a:cubicBezTo>
                    <a:pt x="1393432" y="76130"/>
                    <a:pt x="1381741" y="77965"/>
                    <a:pt x="1368534" y="77533"/>
                  </a:cubicBezTo>
                  <a:cubicBezTo>
                    <a:pt x="1364095" y="77533"/>
                    <a:pt x="1364209" y="78397"/>
                    <a:pt x="1335526" y="106407"/>
                  </a:cubicBezTo>
                  <a:cubicBezTo>
                    <a:pt x="1331951" y="109868"/>
                    <a:pt x="1327189" y="110192"/>
                    <a:pt x="1311060" y="114084"/>
                  </a:cubicBezTo>
                  <a:cubicBezTo>
                    <a:pt x="1306297" y="115164"/>
                    <a:pt x="1301865" y="117977"/>
                    <a:pt x="1288981" y="124574"/>
                  </a:cubicBezTo>
                  <a:cubicBezTo>
                    <a:pt x="1284650" y="126847"/>
                    <a:pt x="1278700" y="126193"/>
                    <a:pt x="1269499" y="126193"/>
                  </a:cubicBezTo>
                  <a:cubicBezTo>
                    <a:pt x="1264305" y="126193"/>
                    <a:pt x="1270909" y="119170"/>
                    <a:pt x="1272750" y="115170"/>
                  </a:cubicBezTo>
                  <a:cubicBezTo>
                    <a:pt x="1275131" y="111163"/>
                    <a:pt x="1270363" y="109004"/>
                    <a:pt x="1269823" y="108356"/>
                  </a:cubicBezTo>
                  <a:cubicBezTo>
                    <a:pt x="1266146" y="105327"/>
                    <a:pt x="1265606" y="106839"/>
                    <a:pt x="1228154" y="122193"/>
                  </a:cubicBezTo>
                  <a:cubicBezTo>
                    <a:pt x="1223823" y="124034"/>
                    <a:pt x="1223392" y="117113"/>
                    <a:pt x="1222636" y="115602"/>
                  </a:cubicBezTo>
                  <a:cubicBezTo>
                    <a:pt x="1221118" y="110623"/>
                    <a:pt x="1223284" y="110623"/>
                    <a:pt x="1272420" y="70504"/>
                  </a:cubicBezTo>
                  <a:cubicBezTo>
                    <a:pt x="1275563" y="68021"/>
                    <a:pt x="1274909" y="68345"/>
                    <a:pt x="1306297" y="54070"/>
                  </a:cubicBezTo>
                  <a:lnTo>
                    <a:pt x="1296779" y="44012"/>
                  </a:lnTo>
                  <a:lnTo>
                    <a:pt x="1277513" y="46609"/>
                  </a:lnTo>
                  <a:lnTo>
                    <a:pt x="1273722" y="35579"/>
                  </a:lnTo>
                  <a:lnTo>
                    <a:pt x="1259650" y="39688"/>
                  </a:lnTo>
                  <a:lnTo>
                    <a:pt x="1254888" y="50286"/>
                  </a:lnTo>
                  <a:lnTo>
                    <a:pt x="1238219" y="50286"/>
                  </a:lnTo>
                  <a:lnTo>
                    <a:pt x="1234974" y="39795"/>
                  </a:lnTo>
                  <a:lnTo>
                    <a:pt x="1209644" y="41846"/>
                  </a:lnTo>
                  <a:lnTo>
                    <a:pt x="1205313" y="27140"/>
                  </a:lnTo>
                  <a:lnTo>
                    <a:pt x="1177716" y="20764"/>
                  </a:lnTo>
                  <a:lnTo>
                    <a:pt x="1160507" y="26816"/>
                  </a:lnTo>
                  <a:lnTo>
                    <a:pt x="1125437" y="13735"/>
                  </a:lnTo>
                  <a:lnTo>
                    <a:pt x="1102278" y="0"/>
                  </a:lnTo>
                  <a:lnTo>
                    <a:pt x="76201" y="0"/>
                  </a:lnTo>
                  <a:cubicBezTo>
                    <a:pt x="78798" y="0"/>
                    <a:pt x="80855" y="7569"/>
                    <a:pt x="81287" y="11138"/>
                  </a:cubicBezTo>
                  <a:cubicBezTo>
                    <a:pt x="82906" y="25197"/>
                    <a:pt x="84208" y="29953"/>
                    <a:pt x="81395" y="33953"/>
                  </a:cubicBezTo>
                  <a:cubicBezTo>
                    <a:pt x="81395" y="34061"/>
                    <a:pt x="81287" y="34385"/>
                    <a:pt x="81179" y="34493"/>
                  </a:cubicBezTo>
                  <a:cubicBezTo>
                    <a:pt x="80093" y="36119"/>
                    <a:pt x="79661" y="39040"/>
                    <a:pt x="80309" y="40983"/>
                  </a:cubicBezTo>
                  <a:lnTo>
                    <a:pt x="81935" y="46069"/>
                  </a:lnTo>
                  <a:cubicBezTo>
                    <a:pt x="82582" y="48012"/>
                    <a:pt x="84532" y="49746"/>
                    <a:pt x="86373" y="49962"/>
                  </a:cubicBezTo>
                  <a:lnTo>
                    <a:pt x="90488" y="50394"/>
                  </a:lnTo>
                  <a:cubicBezTo>
                    <a:pt x="92323" y="50610"/>
                    <a:pt x="93409" y="52337"/>
                    <a:pt x="92869" y="54286"/>
                  </a:cubicBezTo>
                  <a:lnTo>
                    <a:pt x="87345" y="73857"/>
                  </a:lnTo>
                  <a:cubicBezTo>
                    <a:pt x="86805" y="75806"/>
                    <a:pt x="85834" y="75806"/>
                    <a:pt x="85294" y="73857"/>
                  </a:cubicBezTo>
                  <a:lnTo>
                    <a:pt x="82582" y="64776"/>
                  </a:lnTo>
                  <a:cubicBezTo>
                    <a:pt x="82043" y="62827"/>
                    <a:pt x="80531" y="62503"/>
                    <a:pt x="79337" y="64021"/>
                  </a:cubicBezTo>
                  <a:lnTo>
                    <a:pt x="74683" y="69532"/>
                  </a:lnTo>
                  <a:cubicBezTo>
                    <a:pt x="73495" y="71044"/>
                    <a:pt x="70898" y="72346"/>
                    <a:pt x="69057" y="72561"/>
                  </a:cubicBezTo>
                  <a:lnTo>
                    <a:pt x="66352" y="72777"/>
                  </a:lnTo>
                  <a:cubicBezTo>
                    <a:pt x="64510" y="72993"/>
                    <a:pt x="63862" y="71806"/>
                    <a:pt x="65050" y="70180"/>
                  </a:cubicBezTo>
                  <a:lnTo>
                    <a:pt x="73819" y="57639"/>
                  </a:lnTo>
                  <a:cubicBezTo>
                    <a:pt x="74899" y="56013"/>
                    <a:pt x="75115" y="53207"/>
                    <a:pt x="74251" y="51473"/>
                  </a:cubicBezTo>
                  <a:lnTo>
                    <a:pt x="73280" y="49530"/>
                  </a:lnTo>
                  <a:cubicBezTo>
                    <a:pt x="72410" y="47688"/>
                    <a:pt x="70136" y="46177"/>
                    <a:pt x="68295" y="46069"/>
                  </a:cubicBezTo>
                  <a:cubicBezTo>
                    <a:pt x="28899" y="43364"/>
                    <a:pt x="27598" y="43688"/>
                    <a:pt x="23381" y="41739"/>
                  </a:cubicBezTo>
                  <a:cubicBezTo>
                    <a:pt x="4763" y="32982"/>
                    <a:pt x="1302" y="30169"/>
                    <a:pt x="864" y="35039"/>
                  </a:cubicBezTo>
                  <a:cubicBezTo>
                    <a:pt x="1" y="45415"/>
                    <a:pt x="-755" y="49200"/>
                    <a:pt x="1410" y="53207"/>
                  </a:cubicBezTo>
                  <a:cubicBezTo>
                    <a:pt x="8224" y="65208"/>
                    <a:pt x="11907" y="70720"/>
                    <a:pt x="12986" y="76022"/>
                  </a:cubicBezTo>
                  <a:cubicBezTo>
                    <a:pt x="18295" y="102190"/>
                    <a:pt x="17965" y="108680"/>
                    <a:pt x="20892" y="104248"/>
                  </a:cubicBezTo>
                  <a:lnTo>
                    <a:pt x="21540" y="103270"/>
                  </a:lnTo>
                  <a:cubicBezTo>
                    <a:pt x="22619" y="101651"/>
                    <a:pt x="24569" y="101327"/>
                    <a:pt x="25978" y="102730"/>
                  </a:cubicBezTo>
                  <a:cubicBezTo>
                    <a:pt x="26410" y="103378"/>
                    <a:pt x="31389" y="106407"/>
                    <a:pt x="28360" y="109976"/>
                  </a:cubicBezTo>
                  <a:cubicBezTo>
                    <a:pt x="27820" y="110731"/>
                    <a:pt x="23705" y="113976"/>
                    <a:pt x="23921" y="118847"/>
                  </a:cubicBezTo>
                  <a:cubicBezTo>
                    <a:pt x="24569" y="131064"/>
                    <a:pt x="24569" y="137115"/>
                    <a:pt x="25870" y="142202"/>
                  </a:cubicBezTo>
                  <a:cubicBezTo>
                    <a:pt x="27382" y="148260"/>
                    <a:pt x="28791" y="151390"/>
                    <a:pt x="28468" y="155721"/>
                  </a:cubicBezTo>
                  <a:cubicBezTo>
                    <a:pt x="21216" y="240824"/>
                    <a:pt x="22511" y="248285"/>
                    <a:pt x="12231" y="277374"/>
                  </a:cubicBezTo>
                  <a:cubicBezTo>
                    <a:pt x="5411" y="296837"/>
                    <a:pt x="3899" y="298895"/>
                    <a:pt x="6389" y="302571"/>
                  </a:cubicBezTo>
                  <a:cubicBezTo>
                    <a:pt x="8770" y="305924"/>
                    <a:pt x="11367" y="308839"/>
                    <a:pt x="11367" y="312953"/>
                  </a:cubicBezTo>
                  <a:cubicBezTo>
                    <a:pt x="11367" y="326790"/>
                    <a:pt x="10497" y="330575"/>
                    <a:pt x="13964" y="333388"/>
                  </a:cubicBezTo>
                  <a:cubicBezTo>
                    <a:pt x="15044" y="334575"/>
                    <a:pt x="20130" y="336848"/>
                    <a:pt x="18943" y="341389"/>
                  </a:cubicBezTo>
                  <a:cubicBezTo>
                    <a:pt x="18943" y="342144"/>
                    <a:pt x="16561" y="346799"/>
                    <a:pt x="19698" y="349828"/>
                  </a:cubicBezTo>
                  <a:cubicBezTo>
                    <a:pt x="21756" y="352311"/>
                    <a:pt x="27058" y="355232"/>
                    <a:pt x="26086" y="360096"/>
                  </a:cubicBezTo>
                  <a:cubicBezTo>
                    <a:pt x="22079" y="380105"/>
                    <a:pt x="21972" y="382810"/>
                    <a:pt x="19590" y="386702"/>
                  </a:cubicBezTo>
                  <a:cubicBezTo>
                    <a:pt x="15368" y="393510"/>
                    <a:pt x="11367" y="398596"/>
                    <a:pt x="11583" y="403352"/>
                  </a:cubicBezTo>
                  <a:cubicBezTo>
                    <a:pt x="11907" y="405409"/>
                    <a:pt x="10827" y="410813"/>
                    <a:pt x="14504" y="413950"/>
                  </a:cubicBezTo>
                  <a:cubicBezTo>
                    <a:pt x="24461" y="422599"/>
                    <a:pt x="27274" y="424548"/>
                    <a:pt x="29439" y="428441"/>
                  </a:cubicBezTo>
                  <a:cubicBezTo>
                    <a:pt x="33554" y="436118"/>
                    <a:pt x="35503" y="438607"/>
                    <a:pt x="34202" y="442392"/>
                  </a:cubicBezTo>
                  <a:cubicBezTo>
                    <a:pt x="33878" y="444119"/>
                    <a:pt x="31281" y="448443"/>
                    <a:pt x="33122" y="452666"/>
                  </a:cubicBezTo>
                  <a:cubicBezTo>
                    <a:pt x="34525" y="455803"/>
                    <a:pt x="36259" y="459150"/>
                    <a:pt x="35935" y="463156"/>
                  </a:cubicBezTo>
                  <a:cubicBezTo>
                    <a:pt x="35935" y="464452"/>
                    <a:pt x="34310" y="469316"/>
                    <a:pt x="37777" y="472345"/>
                  </a:cubicBezTo>
                  <a:cubicBezTo>
                    <a:pt x="59748" y="491592"/>
                    <a:pt x="61259" y="492131"/>
                    <a:pt x="62345" y="496462"/>
                  </a:cubicBezTo>
                  <a:cubicBezTo>
                    <a:pt x="63532" y="501110"/>
                    <a:pt x="64078" y="506298"/>
                    <a:pt x="67755" y="508787"/>
                  </a:cubicBezTo>
                  <a:cubicBezTo>
                    <a:pt x="77280" y="515169"/>
                    <a:pt x="81503" y="518846"/>
                    <a:pt x="80855" y="514407"/>
                  </a:cubicBezTo>
                  <a:cubicBezTo>
                    <a:pt x="80855" y="510299"/>
                    <a:pt x="77496" y="502945"/>
                    <a:pt x="82690" y="502945"/>
                  </a:cubicBezTo>
                  <a:lnTo>
                    <a:pt x="83884" y="502945"/>
                  </a:lnTo>
                  <a:cubicBezTo>
                    <a:pt x="89726" y="502945"/>
                    <a:pt x="88862" y="511061"/>
                    <a:pt x="94381" y="520573"/>
                  </a:cubicBezTo>
                  <a:cubicBezTo>
                    <a:pt x="100229" y="530631"/>
                    <a:pt x="103690" y="535280"/>
                    <a:pt x="99359" y="533876"/>
                  </a:cubicBezTo>
                  <a:cubicBezTo>
                    <a:pt x="94597" y="532251"/>
                    <a:pt x="89726" y="531495"/>
                    <a:pt x="87561" y="527603"/>
                  </a:cubicBezTo>
                  <a:cubicBezTo>
                    <a:pt x="87129" y="527063"/>
                    <a:pt x="85618" y="522846"/>
                    <a:pt x="82582" y="523170"/>
                  </a:cubicBezTo>
                  <a:cubicBezTo>
                    <a:pt x="81287" y="523278"/>
                    <a:pt x="80639" y="524897"/>
                    <a:pt x="81071" y="526631"/>
                  </a:cubicBezTo>
                  <a:lnTo>
                    <a:pt x="85072" y="541553"/>
                  </a:lnTo>
                  <a:cubicBezTo>
                    <a:pt x="86373" y="546525"/>
                    <a:pt x="93517" y="552583"/>
                    <a:pt x="92977" y="551936"/>
                  </a:cubicBezTo>
                  <a:cubicBezTo>
                    <a:pt x="96006" y="555073"/>
                    <a:pt x="102502" y="554419"/>
                    <a:pt x="101848" y="554311"/>
                  </a:cubicBezTo>
                  <a:cubicBezTo>
                    <a:pt x="108560" y="554311"/>
                    <a:pt x="113431" y="566750"/>
                    <a:pt x="105423" y="569017"/>
                  </a:cubicBezTo>
                  <a:lnTo>
                    <a:pt x="104991" y="569017"/>
                  </a:lnTo>
                  <a:cubicBezTo>
                    <a:pt x="103258" y="569671"/>
                    <a:pt x="102178" y="571506"/>
                    <a:pt x="102610" y="573240"/>
                  </a:cubicBezTo>
                  <a:cubicBezTo>
                    <a:pt x="103690" y="577564"/>
                    <a:pt x="104337" y="581457"/>
                    <a:pt x="107373" y="584486"/>
                  </a:cubicBezTo>
                  <a:cubicBezTo>
                    <a:pt x="142545" y="619735"/>
                    <a:pt x="142437" y="618439"/>
                    <a:pt x="142437" y="622979"/>
                  </a:cubicBezTo>
                  <a:cubicBezTo>
                    <a:pt x="142653" y="624281"/>
                    <a:pt x="141250" y="630117"/>
                    <a:pt x="145797" y="630981"/>
                  </a:cubicBezTo>
                  <a:cubicBezTo>
                    <a:pt x="146444" y="631196"/>
                    <a:pt x="152178" y="631088"/>
                    <a:pt x="152178" y="635527"/>
                  </a:cubicBezTo>
                  <a:cubicBezTo>
                    <a:pt x="152178" y="650342"/>
                    <a:pt x="151531" y="652717"/>
                    <a:pt x="154775" y="655314"/>
                  </a:cubicBezTo>
                  <a:cubicBezTo>
                    <a:pt x="156293" y="656285"/>
                    <a:pt x="159430" y="660178"/>
                    <a:pt x="164085" y="660178"/>
                  </a:cubicBezTo>
                  <a:cubicBezTo>
                    <a:pt x="183242" y="660610"/>
                    <a:pt x="188983" y="658990"/>
                    <a:pt x="194177" y="661803"/>
                  </a:cubicBezTo>
                  <a:cubicBezTo>
                    <a:pt x="198400" y="664070"/>
                    <a:pt x="203162" y="666020"/>
                    <a:pt x="204458" y="669157"/>
                  </a:cubicBezTo>
                  <a:cubicBezTo>
                    <a:pt x="204998" y="670452"/>
                    <a:pt x="206839" y="672078"/>
                    <a:pt x="208573" y="672725"/>
                  </a:cubicBezTo>
                  <a:lnTo>
                    <a:pt x="216796" y="675862"/>
                  </a:lnTo>
                  <a:cubicBezTo>
                    <a:pt x="224810" y="678885"/>
                    <a:pt x="232493" y="674560"/>
                    <a:pt x="233573" y="680402"/>
                  </a:cubicBezTo>
                  <a:lnTo>
                    <a:pt x="234328" y="684835"/>
                  </a:lnTo>
                  <a:cubicBezTo>
                    <a:pt x="235090" y="689159"/>
                    <a:pt x="239853" y="691001"/>
                    <a:pt x="242450" y="688296"/>
                  </a:cubicBezTo>
                  <a:cubicBezTo>
                    <a:pt x="243529" y="687216"/>
                    <a:pt x="245695" y="687108"/>
                    <a:pt x="247212" y="688296"/>
                  </a:cubicBezTo>
                  <a:lnTo>
                    <a:pt x="272320" y="706787"/>
                  </a:lnTo>
                  <a:cubicBezTo>
                    <a:pt x="280442" y="712737"/>
                    <a:pt x="279896" y="727551"/>
                    <a:pt x="279896" y="728091"/>
                  </a:cubicBezTo>
                  <a:cubicBezTo>
                    <a:pt x="279896" y="732847"/>
                    <a:pt x="284011" y="733171"/>
                    <a:pt x="284989" y="738041"/>
                  </a:cubicBezTo>
                  <a:cubicBezTo>
                    <a:pt x="285420" y="739229"/>
                    <a:pt x="286068" y="741934"/>
                    <a:pt x="286068" y="741934"/>
                  </a:cubicBezTo>
                  <a:lnTo>
                    <a:pt x="373736" y="732955"/>
                  </a:lnTo>
                  <a:lnTo>
                    <a:pt x="372009" y="741718"/>
                  </a:lnTo>
                  <a:lnTo>
                    <a:pt x="510115" y="794919"/>
                  </a:lnTo>
                  <a:lnTo>
                    <a:pt x="613588" y="795350"/>
                  </a:lnTo>
                  <a:lnTo>
                    <a:pt x="613588" y="776967"/>
                  </a:lnTo>
                  <a:lnTo>
                    <a:pt x="683946" y="776967"/>
                  </a:lnTo>
                  <a:lnTo>
                    <a:pt x="682213" y="777615"/>
                  </a:lnTo>
                  <a:close/>
                  <a:moveTo>
                    <a:pt x="1020884" y="940905"/>
                  </a:moveTo>
                  <a:cubicBezTo>
                    <a:pt x="1026078" y="940041"/>
                    <a:pt x="1020884" y="948042"/>
                    <a:pt x="1019906" y="952690"/>
                  </a:cubicBezTo>
                  <a:cubicBezTo>
                    <a:pt x="1018071" y="957777"/>
                    <a:pt x="1012114" y="945553"/>
                    <a:pt x="1012114" y="945553"/>
                  </a:cubicBezTo>
                  <a:cubicBezTo>
                    <a:pt x="1009409" y="941229"/>
                    <a:pt x="1017740" y="941984"/>
                    <a:pt x="1020884" y="940905"/>
                  </a:cubicBezTo>
                  <a:close/>
                  <a:moveTo>
                    <a:pt x="1024668" y="997896"/>
                  </a:moveTo>
                  <a:lnTo>
                    <a:pt x="1022503" y="999300"/>
                  </a:lnTo>
                  <a:cubicBezTo>
                    <a:pt x="1020992" y="1000379"/>
                    <a:pt x="1019258" y="999731"/>
                    <a:pt x="1018718" y="997896"/>
                  </a:cubicBezTo>
                  <a:cubicBezTo>
                    <a:pt x="1016013" y="989133"/>
                    <a:pt x="1014496" y="984917"/>
                    <a:pt x="1013740" y="980377"/>
                  </a:cubicBezTo>
                  <a:cubicBezTo>
                    <a:pt x="1013524" y="976808"/>
                    <a:pt x="1010705" y="971182"/>
                    <a:pt x="1014819" y="968261"/>
                  </a:cubicBezTo>
                  <a:cubicBezTo>
                    <a:pt x="1014819" y="968261"/>
                    <a:pt x="1019906" y="963397"/>
                    <a:pt x="1020668" y="967829"/>
                  </a:cubicBezTo>
                  <a:cubicBezTo>
                    <a:pt x="1021747" y="974318"/>
                    <a:pt x="1022503" y="979405"/>
                    <a:pt x="1023805" y="983729"/>
                  </a:cubicBezTo>
                  <a:cubicBezTo>
                    <a:pt x="1024776" y="988917"/>
                    <a:pt x="1029107" y="994975"/>
                    <a:pt x="1024668" y="997896"/>
                  </a:cubicBezTo>
                  <a:close/>
                  <a:moveTo>
                    <a:pt x="1028459" y="933660"/>
                  </a:moveTo>
                  <a:cubicBezTo>
                    <a:pt x="1025538" y="937336"/>
                    <a:pt x="1021316" y="932688"/>
                    <a:pt x="1019690" y="932040"/>
                  </a:cubicBezTo>
                  <a:cubicBezTo>
                    <a:pt x="1015251" y="929227"/>
                    <a:pt x="1023157" y="927386"/>
                    <a:pt x="1027050" y="922198"/>
                  </a:cubicBezTo>
                  <a:cubicBezTo>
                    <a:pt x="1028675" y="920033"/>
                    <a:pt x="1028675" y="918413"/>
                    <a:pt x="1029323" y="916248"/>
                  </a:cubicBezTo>
                  <a:cubicBezTo>
                    <a:pt x="1029971" y="911492"/>
                    <a:pt x="1035927" y="915816"/>
                    <a:pt x="1037984" y="916248"/>
                  </a:cubicBezTo>
                  <a:cubicBezTo>
                    <a:pt x="1042207" y="917873"/>
                    <a:pt x="1038524" y="920896"/>
                    <a:pt x="1028567" y="933767"/>
                  </a:cubicBezTo>
                  <a:lnTo>
                    <a:pt x="1028459" y="933660"/>
                  </a:lnTo>
                  <a:close/>
                  <a:moveTo>
                    <a:pt x="1074351" y="896245"/>
                  </a:moveTo>
                  <a:cubicBezTo>
                    <a:pt x="1066775" y="900570"/>
                    <a:pt x="1061257" y="903599"/>
                    <a:pt x="1057250" y="906304"/>
                  </a:cubicBezTo>
                  <a:cubicBezTo>
                    <a:pt x="1047078" y="912895"/>
                    <a:pt x="1043071" y="916680"/>
                    <a:pt x="1043071" y="912139"/>
                  </a:cubicBezTo>
                  <a:cubicBezTo>
                    <a:pt x="1043502" y="908895"/>
                    <a:pt x="1041553" y="902843"/>
                    <a:pt x="1046315" y="901218"/>
                  </a:cubicBezTo>
                  <a:cubicBezTo>
                    <a:pt x="1050646" y="899706"/>
                    <a:pt x="1054437" y="898728"/>
                    <a:pt x="1057898" y="896245"/>
                  </a:cubicBezTo>
                  <a:cubicBezTo>
                    <a:pt x="1061257" y="894404"/>
                    <a:pt x="1064934" y="889432"/>
                    <a:pt x="1069696" y="891375"/>
                  </a:cubicBezTo>
                  <a:cubicBezTo>
                    <a:pt x="1069696" y="891375"/>
                    <a:pt x="1078574" y="893756"/>
                    <a:pt x="1074459" y="896245"/>
                  </a:cubicBezTo>
                  <a:lnTo>
                    <a:pt x="1074351" y="896245"/>
                  </a:lnTo>
                  <a:close/>
                  <a:moveTo>
                    <a:pt x="1299160" y="838067"/>
                  </a:moveTo>
                  <a:cubicBezTo>
                    <a:pt x="1295693" y="840448"/>
                    <a:pt x="1291578" y="840010"/>
                    <a:pt x="1287254" y="840010"/>
                  </a:cubicBezTo>
                  <a:cubicBezTo>
                    <a:pt x="1285412" y="840010"/>
                    <a:pt x="1283247" y="838606"/>
                    <a:pt x="1282383" y="836987"/>
                  </a:cubicBezTo>
                  <a:lnTo>
                    <a:pt x="1282383" y="836549"/>
                  </a:lnTo>
                  <a:cubicBezTo>
                    <a:pt x="1280326" y="832548"/>
                    <a:pt x="1284434" y="829526"/>
                    <a:pt x="1284764" y="828764"/>
                  </a:cubicBezTo>
                  <a:cubicBezTo>
                    <a:pt x="1287470" y="825519"/>
                    <a:pt x="1292448" y="826173"/>
                    <a:pt x="1292448" y="826173"/>
                  </a:cubicBezTo>
                  <a:cubicBezTo>
                    <a:pt x="1296664" y="826173"/>
                    <a:pt x="1299808" y="828764"/>
                    <a:pt x="1303376" y="831145"/>
                  </a:cubicBezTo>
                  <a:cubicBezTo>
                    <a:pt x="1307491" y="833850"/>
                    <a:pt x="1300455" y="836549"/>
                    <a:pt x="1299046" y="837959"/>
                  </a:cubicBezTo>
                  <a:lnTo>
                    <a:pt x="1299160" y="838067"/>
                  </a:lnTo>
                  <a:close/>
                  <a:moveTo>
                    <a:pt x="1640644" y="964584"/>
                  </a:moveTo>
                  <a:cubicBezTo>
                    <a:pt x="1641292" y="963289"/>
                    <a:pt x="1643133" y="962209"/>
                    <a:pt x="1644644" y="962209"/>
                  </a:cubicBezTo>
                  <a:lnTo>
                    <a:pt x="1645622" y="962209"/>
                  </a:lnTo>
                  <a:cubicBezTo>
                    <a:pt x="1649731" y="962209"/>
                    <a:pt x="1649946" y="967397"/>
                    <a:pt x="1650924" y="969347"/>
                  </a:cubicBezTo>
                  <a:cubicBezTo>
                    <a:pt x="1652328" y="973239"/>
                    <a:pt x="1648759" y="976484"/>
                    <a:pt x="1647457" y="979291"/>
                  </a:cubicBezTo>
                  <a:cubicBezTo>
                    <a:pt x="1645298" y="982967"/>
                    <a:pt x="1641939" y="976700"/>
                    <a:pt x="1638694" y="973995"/>
                  </a:cubicBezTo>
                  <a:cubicBezTo>
                    <a:pt x="1635881" y="971074"/>
                    <a:pt x="1639666" y="967289"/>
                    <a:pt x="1640644" y="964584"/>
                  </a:cubicBez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2E068FB-EB63-3173-9E99-A875A90DB5E9}"/>
                </a:ext>
              </a:extLst>
            </p:cNvPr>
            <p:cNvSpPr/>
            <p:nvPr/>
          </p:nvSpPr>
          <p:spPr>
            <a:xfrm>
              <a:off x="1305989" y="3403059"/>
              <a:ext cx="9994" cy="15888"/>
            </a:xfrm>
            <a:custGeom>
              <a:avLst/>
              <a:gdLst>
                <a:gd name="csX0" fmla="*/ 3501 w 9994"/>
                <a:gd name="csY0" fmla="*/ 184 h 15888"/>
                <a:gd name="csX1" fmla="*/ 3177 w 9994"/>
                <a:gd name="csY1" fmla="*/ 400 h 15888"/>
                <a:gd name="csX2" fmla="*/ 250 w 9994"/>
                <a:gd name="csY2" fmla="*/ 10782 h 15888"/>
                <a:gd name="csX3" fmla="*/ 1768 w 9994"/>
                <a:gd name="csY3" fmla="*/ 15329 h 15888"/>
                <a:gd name="csX4" fmla="*/ 8696 w 9994"/>
                <a:gd name="csY4" fmla="*/ 12300 h 15888"/>
                <a:gd name="csX5" fmla="*/ 7832 w 9994"/>
                <a:gd name="csY5" fmla="*/ 2026 h 15888"/>
                <a:gd name="csX6" fmla="*/ 3501 w 9994"/>
                <a:gd name="csY6" fmla="*/ 292 h 15888"/>
                <a:gd name="csX7" fmla="*/ 3501 w 9994"/>
                <a:gd name="csY7" fmla="*/ 184 h 15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94" h="15888">
                  <a:moveTo>
                    <a:pt x="3501" y="184"/>
                  </a:moveTo>
                  <a:lnTo>
                    <a:pt x="3177" y="400"/>
                  </a:lnTo>
                  <a:cubicBezTo>
                    <a:pt x="-1153" y="2350"/>
                    <a:pt x="2307" y="6242"/>
                    <a:pt x="250" y="10782"/>
                  </a:cubicBezTo>
                  <a:cubicBezTo>
                    <a:pt x="-398" y="12300"/>
                    <a:pt x="250" y="14351"/>
                    <a:pt x="1768" y="15329"/>
                  </a:cubicBezTo>
                  <a:cubicBezTo>
                    <a:pt x="5451" y="17488"/>
                    <a:pt x="8048" y="12732"/>
                    <a:pt x="8696" y="12300"/>
                  </a:cubicBezTo>
                  <a:cubicBezTo>
                    <a:pt x="11832" y="8731"/>
                    <a:pt x="8372" y="4077"/>
                    <a:pt x="7832" y="2026"/>
                  </a:cubicBezTo>
                  <a:cubicBezTo>
                    <a:pt x="7178" y="292"/>
                    <a:pt x="5235" y="-463"/>
                    <a:pt x="3501" y="292"/>
                  </a:cubicBezTo>
                  <a:lnTo>
                    <a:pt x="3501" y="1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D66E3941-CE05-CCCC-A7B8-EAA640EB2732}"/>
                </a:ext>
              </a:extLst>
            </p:cNvPr>
            <p:cNvSpPr/>
            <p:nvPr/>
          </p:nvSpPr>
          <p:spPr>
            <a:xfrm>
              <a:off x="1193266" y="3371830"/>
              <a:ext cx="9821" cy="15437"/>
            </a:xfrm>
            <a:custGeom>
              <a:avLst/>
              <a:gdLst>
                <a:gd name="csX0" fmla="*/ 2356 w 9821"/>
                <a:gd name="csY0" fmla="*/ 705 h 15437"/>
                <a:gd name="csX1" fmla="*/ 1601 w 9821"/>
                <a:gd name="csY1" fmla="*/ 1353 h 15437"/>
                <a:gd name="csX2" fmla="*/ 191 w 9821"/>
                <a:gd name="csY2" fmla="*/ 6871 h 15437"/>
                <a:gd name="csX3" fmla="*/ 6147 w 9821"/>
                <a:gd name="csY3" fmla="*/ 14764 h 15437"/>
                <a:gd name="csX4" fmla="*/ 9392 w 9821"/>
                <a:gd name="csY4" fmla="*/ 8274 h 15437"/>
                <a:gd name="csX5" fmla="*/ 2248 w 9821"/>
                <a:gd name="csY5" fmla="*/ 705 h 15437"/>
                <a:gd name="csX6" fmla="*/ 2356 w 9821"/>
                <a:gd name="csY6" fmla="*/ 705 h 1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821" h="15437">
                  <a:moveTo>
                    <a:pt x="2356" y="705"/>
                  </a:moveTo>
                  <a:lnTo>
                    <a:pt x="1601" y="1353"/>
                  </a:lnTo>
                  <a:cubicBezTo>
                    <a:pt x="299" y="2655"/>
                    <a:pt x="-349" y="5138"/>
                    <a:pt x="191" y="6871"/>
                  </a:cubicBezTo>
                  <a:cubicBezTo>
                    <a:pt x="1601" y="9792"/>
                    <a:pt x="2032" y="17793"/>
                    <a:pt x="6147" y="14764"/>
                  </a:cubicBezTo>
                  <a:cubicBezTo>
                    <a:pt x="6579" y="14224"/>
                    <a:pt x="11233" y="12167"/>
                    <a:pt x="9392" y="8274"/>
                  </a:cubicBezTo>
                  <a:cubicBezTo>
                    <a:pt x="9392" y="8274"/>
                    <a:pt x="5931" y="-2863"/>
                    <a:pt x="2248" y="705"/>
                  </a:cubicBezTo>
                  <a:lnTo>
                    <a:pt x="2356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B3C662E-3DCE-7E0A-1927-6B03E4B3CE5F}"/>
                </a:ext>
              </a:extLst>
            </p:cNvPr>
            <p:cNvSpPr/>
            <p:nvPr/>
          </p:nvSpPr>
          <p:spPr>
            <a:xfrm>
              <a:off x="1412256" y="3377251"/>
              <a:ext cx="10364" cy="13591"/>
            </a:xfrm>
            <a:custGeom>
              <a:avLst/>
              <a:gdLst>
                <a:gd name="csX0" fmla="*/ 5470 w 10364"/>
                <a:gd name="csY0" fmla="*/ 472 h 13591"/>
                <a:gd name="csX1" fmla="*/ 276 w 10364"/>
                <a:gd name="csY1" fmla="*/ 5451 h 13591"/>
                <a:gd name="csX2" fmla="*/ 4823 w 10364"/>
                <a:gd name="csY2" fmla="*/ 12912 h 13591"/>
                <a:gd name="csX3" fmla="*/ 10125 w 10364"/>
                <a:gd name="csY3" fmla="*/ 7070 h 13591"/>
                <a:gd name="csX4" fmla="*/ 5578 w 10364"/>
                <a:gd name="csY4" fmla="*/ 580 h 13591"/>
                <a:gd name="csX5" fmla="*/ 5470 w 10364"/>
                <a:gd name="csY5" fmla="*/ 472 h 13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64" h="13591">
                  <a:moveTo>
                    <a:pt x="5470" y="472"/>
                  </a:moveTo>
                  <a:cubicBezTo>
                    <a:pt x="1463" y="-1902"/>
                    <a:pt x="276" y="5451"/>
                    <a:pt x="276" y="5451"/>
                  </a:cubicBezTo>
                  <a:cubicBezTo>
                    <a:pt x="-1242" y="9775"/>
                    <a:pt x="3953" y="11941"/>
                    <a:pt x="4823" y="12912"/>
                  </a:cubicBezTo>
                  <a:cubicBezTo>
                    <a:pt x="8607" y="15833"/>
                    <a:pt x="9255" y="8480"/>
                    <a:pt x="10125" y="7070"/>
                  </a:cubicBezTo>
                  <a:cubicBezTo>
                    <a:pt x="11528" y="2854"/>
                    <a:pt x="6334" y="1342"/>
                    <a:pt x="5578" y="580"/>
                  </a:cubicBezTo>
                  <a:lnTo>
                    <a:pt x="5470" y="4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9EB0570B-67A3-7788-7613-9B30FA92EB81}"/>
                </a:ext>
              </a:extLst>
            </p:cNvPr>
            <p:cNvSpPr/>
            <p:nvPr/>
          </p:nvSpPr>
          <p:spPr>
            <a:xfrm>
              <a:off x="1373403" y="3352833"/>
              <a:ext cx="17403" cy="21978"/>
            </a:xfrm>
            <a:custGeom>
              <a:avLst/>
              <a:gdLst>
                <a:gd name="csX0" fmla="*/ 7195 w 17403"/>
                <a:gd name="csY0" fmla="*/ 3592 h 21978"/>
                <a:gd name="csX1" fmla="*/ 1346 w 17403"/>
                <a:gd name="csY1" fmla="*/ 1427 h 21978"/>
                <a:gd name="csX2" fmla="*/ 1346 w 17403"/>
                <a:gd name="csY2" fmla="*/ 8564 h 21978"/>
                <a:gd name="csX3" fmla="*/ 16720 w 17403"/>
                <a:gd name="csY3" fmla="*/ 20242 h 21978"/>
                <a:gd name="csX4" fmla="*/ 14338 w 17403"/>
                <a:gd name="csY4" fmla="*/ 7269 h 21978"/>
                <a:gd name="csX5" fmla="*/ 7195 w 17403"/>
                <a:gd name="csY5" fmla="*/ 3700 h 21978"/>
                <a:gd name="csX6" fmla="*/ 7195 w 17403"/>
                <a:gd name="csY6" fmla="*/ 3592 h 21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403" h="21978">
                  <a:moveTo>
                    <a:pt x="7195" y="3592"/>
                  </a:moveTo>
                  <a:cubicBezTo>
                    <a:pt x="6540" y="3053"/>
                    <a:pt x="3296" y="-2574"/>
                    <a:pt x="1346" y="1427"/>
                  </a:cubicBezTo>
                  <a:cubicBezTo>
                    <a:pt x="1346" y="1427"/>
                    <a:pt x="-1683" y="5535"/>
                    <a:pt x="1346" y="8564"/>
                  </a:cubicBezTo>
                  <a:cubicBezTo>
                    <a:pt x="13037" y="20242"/>
                    <a:pt x="16396" y="24788"/>
                    <a:pt x="16720" y="20242"/>
                  </a:cubicBezTo>
                  <a:cubicBezTo>
                    <a:pt x="16504" y="15594"/>
                    <a:pt x="19533" y="8348"/>
                    <a:pt x="14338" y="7269"/>
                  </a:cubicBezTo>
                  <a:cubicBezTo>
                    <a:pt x="13684" y="7053"/>
                    <a:pt x="9900" y="6945"/>
                    <a:pt x="7195" y="3700"/>
                  </a:cubicBezTo>
                  <a:lnTo>
                    <a:pt x="7195" y="35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0501944E-3B59-780C-6524-7FF186B4AFE6}"/>
                </a:ext>
              </a:extLst>
            </p:cNvPr>
            <p:cNvSpPr/>
            <p:nvPr/>
          </p:nvSpPr>
          <p:spPr>
            <a:xfrm>
              <a:off x="1243247" y="3230225"/>
              <a:ext cx="1136712" cy="719226"/>
            </a:xfrm>
            <a:custGeom>
              <a:avLst/>
              <a:gdLst>
                <a:gd name="csX0" fmla="*/ 224047 w 1136712"/>
                <a:gd name="csY0" fmla="*/ 61963 h 719226"/>
                <a:gd name="csX1" fmla="*/ 85941 w 1136712"/>
                <a:gd name="csY1" fmla="*/ 8763 h 719226"/>
                <a:gd name="csX2" fmla="*/ 87674 w 1136712"/>
                <a:gd name="csY2" fmla="*/ 0 h 719226"/>
                <a:gd name="csX3" fmla="*/ 0 w 1136712"/>
                <a:gd name="csY3" fmla="*/ 8979 h 719226"/>
                <a:gd name="csX4" fmla="*/ 3899 w 1136712"/>
                <a:gd name="csY4" fmla="*/ 15900 h 719226"/>
                <a:gd name="csX5" fmla="*/ 7791 w 1136712"/>
                <a:gd name="csY5" fmla="*/ 21196 h 719226"/>
                <a:gd name="csX6" fmla="*/ 9525 w 1136712"/>
                <a:gd name="csY6" fmla="*/ 28334 h 719226"/>
                <a:gd name="csX7" fmla="*/ 16777 w 1136712"/>
                <a:gd name="csY7" fmla="*/ 36767 h 719226"/>
                <a:gd name="csX8" fmla="*/ 18942 w 1136712"/>
                <a:gd name="csY8" fmla="*/ 48882 h 719226"/>
                <a:gd name="csX9" fmla="*/ 28683 w 1136712"/>
                <a:gd name="csY9" fmla="*/ 63697 h 719226"/>
                <a:gd name="csX10" fmla="*/ 31280 w 1136712"/>
                <a:gd name="csY10" fmla="*/ 70180 h 719226"/>
                <a:gd name="csX11" fmla="*/ 38748 w 1136712"/>
                <a:gd name="csY11" fmla="*/ 79483 h 719226"/>
                <a:gd name="csX12" fmla="*/ 41561 w 1136712"/>
                <a:gd name="csY12" fmla="*/ 91161 h 719226"/>
                <a:gd name="csX13" fmla="*/ 48273 w 1136712"/>
                <a:gd name="csY13" fmla="*/ 98190 h 719226"/>
                <a:gd name="csX14" fmla="*/ 55740 w 1136712"/>
                <a:gd name="csY14" fmla="*/ 120898 h 719226"/>
                <a:gd name="csX15" fmla="*/ 82258 w 1136712"/>
                <a:gd name="csY15" fmla="*/ 136798 h 719226"/>
                <a:gd name="csX16" fmla="*/ 113754 w 1136712"/>
                <a:gd name="csY16" fmla="*/ 172695 h 719226"/>
                <a:gd name="csX17" fmla="*/ 111595 w 1136712"/>
                <a:gd name="csY17" fmla="*/ 185890 h 719226"/>
                <a:gd name="csX18" fmla="*/ 110401 w 1136712"/>
                <a:gd name="csY18" fmla="*/ 192488 h 719226"/>
                <a:gd name="csX19" fmla="*/ 118739 w 1136712"/>
                <a:gd name="csY19" fmla="*/ 201460 h 719226"/>
                <a:gd name="csX20" fmla="*/ 104121 w 1136712"/>
                <a:gd name="csY20" fmla="*/ 200165 h 719226"/>
                <a:gd name="csX21" fmla="*/ 99689 w 1136712"/>
                <a:gd name="csY21" fmla="*/ 196164 h 719226"/>
                <a:gd name="csX22" fmla="*/ 91135 w 1136712"/>
                <a:gd name="csY22" fmla="*/ 198215 h 719226"/>
                <a:gd name="csX23" fmla="*/ 75660 w 1136712"/>
                <a:gd name="csY23" fmla="*/ 196704 h 719226"/>
                <a:gd name="csX24" fmla="*/ 96437 w 1136712"/>
                <a:gd name="csY24" fmla="*/ 216706 h 719226"/>
                <a:gd name="csX25" fmla="*/ 96437 w 1136712"/>
                <a:gd name="csY25" fmla="*/ 217900 h 719226"/>
                <a:gd name="csX26" fmla="*/ 123171 w 1136712"/>
                <a:gd name="csY26" fmla="*/ 232499 h 719226"/>
                <a:gd name="csX27" fmla="*/ 133128 w 1136712"/>
                <a:gd name="csY27" fmla="*/ 239744 h 719226"/>
                <a:gd name="csX28" fmla="*/ 139732 w 1136712"/>
                <a:gd name="csY28" fmla="*/ 237579 h 719226"/>
                <a:gd name="csX29" fmla="*/ 178264 w 1136712"/>
                <a:gd name="csY29" fmla="*/ 264503 h 719226"/>
                <a:gd name="csX30" fmla="*/ 187789 w 1136712"/>
                <a:gd name="csY30" fmla="*/ 283540 h 719226"/>
                <a:gd name="csX31" fmla="*/ 186061 w 1136712"/>
                <a:gd name="csY31" fmla="*/ 302140 h 719226"/>
                <a:gd name="csX32" fmla="*/ 181623 w 1136712"/>
                <a:gd name="csY32" fmla="*/ 315221 h 719226"/>
                <a:gd name="csX33" fmla="*/ 194393 w 1136712"/>
                <a:gd name="csY33" fmla="*/ 320091 h 719226"/>
                <a:gd name="csX34" fmla="*/ 200997 w 1136712"/>
                <a:gd name="csY34" fmla="*/ 325387 h 719226"/>
                <a:gd name="csX35" fmla="*/ 213119 w 1136712"/>
                <a:gd name="csY35" fmla="*/ 335337 h 719226"/>
                <a:gd name="csX36" fmla="*/ 225133 w 1136712"/>
                <a:gd name="csY36" fmla="*/ 342043 h 719226"/>
                <a:gd name="csX37" fmla="*/ 240932 w 1136712"/>
                <a:gd name="csY37" fmla="*/ 358369 h 719226"/>
                <a:gd name="csX38" fmla="*/ 257277 w 1136712"/>
                <a:gd name="csY38" fmla="*/ 371024 h 719226"/>
                <a:gd name="csX39" fmla="*/ 263341 w 1136712"/>
                <a:gd name="csY39" fmla="*/ 389077 h 719226"/>
                <a:gd name="csX40" fmla="*/ 270916 w 1136712"/>
                <a:gd name="csY40" fmla="*/ 391135 h 719226"/>
                <a:gd name="csX41" fmla="*/ 284988 w 1136712"/>
                <a:gd name="csY41" fmla="*/ 378047 h 719226"/>
                <a:gd name="csX42" fmla="*/ 283686 w 1136712"/>
                <a:gd name="csY42" fmla="*/ 364103 h 719226"/>
                <a:gd name="csX43" fmla="*/ 274809 w 1136712"/>
                <a:gd name="csY43" fmla="*/ 355880 h 719226"/>
                <a:gd name="csX44" fmla="*/ 273082 w 1136712"/>
                <a:gd name="csY44" fmla="*/ 350476 h 719226"/>
                <a:gd name="csX45" fmla="*/ 263989 w 1136712"/>
                <a:gd name="csY45" fmla="*/ 343770 h 719226"/>
                <a:gd name="csX46" fmla="*/ 252298 w 1136712"/>
                <a:gd name="csY46" fmla="*/ 328955 h 719226"/>
                <a:gd name="csX47" fmla="*/ 248945 w 1136712"/>
                <a:gd name="csY47" fmla="*/ 339662 h 719226"/>
                <a:gd name="csX48" fmla="*/ 239636 w 1136712"/>
                <a:gd name="csY48" fmla="*/ 332200 h 719226"/>
                <a:gd name="csX49" fmla="*/ 239312 w 1136712"/>
                <a:gd name="csY49" fmla="*/ 318034 h 719226"/>
                <a:gd name="csX50" fmla="*/ 240392 w 1136712"/>
                <a:gd name="csY50" fmla="*/ 307651 h 719226"/>
                <a:gd name="csX51" fmla="*/ 230219 w 1136712"/>
                <a:gd name="csY51" fmla="*/ 300838 h 719226"/>
                <a:gd name="csX52" fmla="*/ 224701 w 1136712"/>
                <a:gd name="csY52" fmla="*/ 287865 h 719226"/>
                <a:gd name="csX53" fmla="*/ 214846 w 1136712"/>
                <a:gd name="csY53" fmla="*/ 273374 h 719226"/>
                <a:gd name="csX54" fmla="*/ 213335 w 1136712"/>
                <a:gd name="csY54" fmla="*/ 255854 h 719226"/>
                <a:gd name="csX55" fmla="*/ 205327 w 1136712"/>
                <a:gd name="csY55" fmla="*/ 239636 h 719226"/>
                <a:gd name="csX56" fmla="*/ 199587 w 1136712"/>
                <a:gd name="csY56" fmla="*/ 239529 h 719226"/>
                <a:gd name="csX57" fmla="*/ 196126 w 1136712"/>
                <a:gd name="csY57" fmla="*/ 242011 h 719226"/>
                <a:gd name="csX58" fmla="*/ 189522 w 1136712"/>
                <a:gd name="csY58" fmla="*/ 228391 h 719226"/>
                <a:gd name="csX59" fmla="*/ 185191 w 1136712"/>
                <a:gd name="csY59" fmla="*/ 221469 h 719226"/>
                <a:gd name="csX60" fmla="*/ 174047 w 1136712"/>
                <a:gd name="csY60" fmla="*/ 204921 h 719226"/>
                <a:gd name="csX61" fmla="*/ 161595 w 1136712"/>
                <a:gd name="csY61" fmla="*/ 193891 h 719226"/>
                <a:gd name="csX62" fmla="*/ 158350 w 1136712"/>
                <a:gd name="csY62" fmla="*/ 177349 h 719226"/>
                <a:gd name="csX63" fmla="*/ 152070 w 1136712"/>
                <a:gd name="csY63" fmla="*/ 171507 h 719226"/>
                <a:gd name="csX64" fmla="*/ 147853 w 1136712"/>
                <a:gd name="csY64" fmla="*/ 166967 h 719226"/>
                <a:gd name="csX65" fmla="*/ 145142 w 1136712"/>
                <a:gd name="csY65" fmla="*/ 159937 h 719226"/>
                <a:gd name="csX66" fmla="*/ 137782 w 1136712"/>
                <a:gd name="csY66" fmla="*/ 156045 h 719226"/>
                <a:gd name="csX67" fmla="*/ 133998 w 1136712"/>
                <a:gd name="csY67" fmla="*/ 150635 h 719226"/>
                <a:gd name="csX68" fmla="*/ 131401 w 1136712"/>
                <a:gd name="csY68" fmla="*/ 144907 h 719226"/>
                <a:gd name="csX69" fmla="*/ 108883 w 1136712"/>
                <a:gd name="csY69" fmla="*/ 121437 h 719226"/>
                <a:gd name="csX70" fmla="*/ 98711 w 1136712"/>
                <a:gd name="csY70" fmla="*/ 113868 h 719226"/>
                <a:gd name="csX71" fmla="*/ 91459 w 1136712"/>
                <a:gd name="csY71" fmla="*/ 98622 h 719226"/>
                <a:gd name="csX72" fmla="*/ 91135 w 1136712"/>
                <a:gd name="csY72" fmla="*/ 84131 h 719226"/>
                <a:gd name="csX73" fmla="*/ 85509 w 1136712"/>
                <a:gd name="csY73" fmla="*/ 67158 h 719226"/>
                <a:gd name="csX74" fmla="*/ 82366 w 1136712"/>
                <a:gd name="csY74" fmla="*/ 60452 h 719226"/>
                <a:gd name="csX75" fmla="*/ 87566 w 1136712"/>
                <a:gd name="csY75" fmla="*/ 38932 h 719226"/>
                <a:gd name="csX76" fmla="*/ 95358 w 1136712"/>
                <a:gd name="csY76" fmla="*/ 38716 h 719226"/>
                <a:gd name="csX77" fmla="*/ 114084 w 1136712"/>
                <a:gd name="csY77" fmla="*/ 45530 h 719226"/>
                <a:gd name="csX78" fmla="*/ 114948 w 1136712"/>
                <a:gd name="csY78" fmla="*/ 44659 h 719226"/>
                <a:gd name="csX79" fmla="*/ 120466 w 1136712"/>
                <a:gd name="csY79" fmla="*/ 43472 h 719226"/>
                <a:gd name="csX80" fmla="*/ 130207 w 1136712"/>
                <a:gd name="csY80" fmla="*/ 50502 h 719226"/>
                <a:gd name="csX81" fmla="*/ 134106 w 1136712"/>
                <a:gd name="csY81" fmla="*/ 55474 h 719226"/>
                <a:gd name="csX82" fmla="*/ 150774 w 1136712"/>
                <a:gd name="csY82" fmla="*/ 64561 h 719226"/>
                <a:gd name="csX83" fmla="*/ 151098 w 1136712"/>
                <a:gd name="csY83" fmla="*/ 82728 h 719226"/>
                <a:gd name="csX84" fmla="*/ 159429 w 1136712"/>
                <a:gd name="csY84" fmla="*/ 94190 h 719226"/>
                <a:gd name="csX85" fmla="*/ 179241 w 1136712"/>
                <a:gd name="csY85" fmla="*/ 134309 h 719226"/>
                <a:gd name="csX86" fmla="*/ 184004 w 1136712"/>
                <a:gd name="csY86" fmla="*/ 138849 h 719226"/>
                <a:gd name="csX87" fmla="*/ 189198 w 1136712"/>
                <a:gd name="csY87" fmla="*/ 153016 h 719226"/>
                <a:gd name="csX88" fmla="*/ 206515 w 1136712"/>
                <a:gd name="csY88" fmla="*/ 173349 h 719226"/>
                <a:gd name="csX89" fmla="*/ 212903 w 1136712"/>
                <a:gd name="csY89" fmla="*/ 177349 h 719226"/>
                <a:gd name="csX90" fmla="*/ 228918 w 1136712"/>
                <a:gd name="csY90" fmla="*/ 194107 h 719226"/>
                <a:gd name="csX91" fmla="*/ 229241 w 1136712"/>
                <a:gd name="csY91" fmla="*/ 194323 h 719226"/>
                <a:gd name="csX92" fmla="*/ 238443 w 1136712"/>
                <a:gd name="csY92" fmla="*/ 191948 h 719226"/>
                <a:gd name="csX93" fmla="*/ 244075 w 1136712"/>
                <a:gd name="csY93" fmla="*/ 198431 h 719226"/>
                <a:gd name="csX94" fmla="*/ 246780 w 1136712"/>
                <a:gd name="csY94" fmla="*/ 217361 h 719226"/>
                <a:gd name="csX95" fmla="*/ 251543 w 1136712"/>
                <a:gd name="csY95" fmla="*/ 221037 h 719226"/>
                <a:gd name="csX96" fmla="*/ 268535 w 1136712"/>
                <a:gd name="csY96" fmla="*/ 228391 h 719226"/>
                <a:gd name="csX97" fmla="*/ 276111 w 1136712"/>
                <a:gd name="csY97" fmla="*/ 238989 h 719226"/>
                <a:gd name="csX98" fmla="*/ 287045 w 1136712"/>
                <a:gd name="csY98" fmla="*/ 242443 h 719226"/>
                <a:gd name="csX99" fmla="*/ 293103 w 1136712"/>
                <a:gd name="csY99" fmla="*/ 253041 h 719226"/>
                <a:gd name="csX100" fmla="*/ 288233 w 1136712"/>
                <a:gd name="csY100" fmla="*/ 272726 h 719226"/>
                <a:gd name="csX101" fmla="*/ 302304 w 1136712"/>
                <a:gd name="csY101" fmla="*/ 289160 h 719226"/>
                <a:gd name="csX102" fmla="*/ 305010 w 1136712"/>
                <a:gd name="csY102" fmla="*/ 287325 h 719226"/>
                <a:gd name="csX103" fmla="*/ 312909 w 1136712"/>
                <a:gd name="csY103" fmla="*/ 292729 h 719226"/>
                <a:gd name="csX104" fmla="*/ 337699 w 1136712"/>
                <a:gd name="csY104" fmla="*/ 309925 h 719226"/>
                <a:gd name="csX105" fmla="*/ 343110 w 1136712"/>
                <a:gd name="csY105" fmla="*/ 321386 h 719226"/>
                <a:gd name="csX106" fmla="*/ 380340 w 1136712"/>
                <a:gd name="csY106" fmla="*/ 352965 h 719226"/>
                <a:gd name="csX107" fmla="*/ 400907 w 1136712"/>
                <a:gd name="csY107" fmla="*/ 381184 h 719226"/>
                <a:gd name="csX108" fmla="*/ 426885 w 1136712"/>
                <a:gd name="csY108" fmla="*/ 408114 h 719226"/>
                <a:gd name="csX109" fmla="*/ 429914 w 1136712"/>
                <a:gd name="csY109" fmla="*/ 428981 h 719226"/>
                <a:gd name="csX110" fmla="*/ 439655 w 1136712"/>
                <a:gd name="csY110" fmla="*/ 442284 h 719226"/>
                <a:gd name="csX111" fmla="*/ 445719 w 1136712"/>
                <a:gd name="csY111" fmla="*/ 450609 h 719226"/>
                <a:gd name="csX112" fmla="*/ 442576 w 1136712"/>
                <a:gd name="csY112" fmla="*/ 463912 h 719226"/>
                <a:gd name="csX113" fmla="*/ 437274 w 1136712"/>
                <a:gd name="csY113" fmla="*/ 473755 h 719226"/>
                <a:gd name="csX114" fmla="*/ 444633 w 1136712"/>
                <a:gd name="csY114" fmla="*/ 482943 h 719226"/>
                <a:gd name="csX115" fmla="*/ 443770 w 1136712"/>
                <a:gd name="csY115" fmla="*/ 484130 h 719226"/>
                <a:gd name="csX116" fmla="*/ 428181 w 1136712"/>
                <a:gd name="csY116" fmla="*/ 488245 h 719226"/>
                <a:gd name="csX117" fmla="*/ 428181 w 1136712"/>
                <a:gd name="csY117" fmla="*/ 488677 h 719226"/>
                <a:gd name="csX118" fmla="*/ 428943 w 1136712"/>
                <a:gd name="csY118" fmla="*/ 494729 h 719226"/>
                <a:gd name="csX119" fmla="*/ 455022 w 1136712"/>
                <a:gd name="csY119" fmla="*/ 531933 h 719226"/>
                <a:gd name="csX120" fmla="*/ 481978 w 1136712"/>
                <a:gd name="csY120" fmla="*/ 542849 h 719226"/>
                <a:gd name="csX121" fmla="*/ 504381 w 1136712"/>
                <a:gd name="csY121" fmla="*/ 558965 h 719226"/>
                <a:gd name="csX122" fmla="*/ 516071 w 1136712"/>
                <a:gd name="csY122" fmla="*/ 572592 h 719226"/>
                <a:gd name="csX123" fmla="*/ 561531 w 1136712"/>
                <a:gd name="csY123" fmla="*/ 585673 h 719226"/>
                <a:gd name="csX124" fmla="*/ 570840 w 1136712"/>
                <a:gd name="csY124" fmla="*/ 584594 h 719226"/>
                <a:gd name="csX125" fmla="*/ 604393 w 1136712"/>
                <a:gd name="csY125" fmla="*/ 614115 h 719226"/>
                <a:gd name="csX126" fmla="*/ 643357 w 1136712"/>
                <a:gd name="csY126" fmla="*/ 626224 h 719226"/>
                <a:gd name="csX127" fmla="*/ 656450 w 1136712"/>
                <a:gd name="csY127" fmla="*/ 634987 h 719226"/>
                <a:gd name="csX128" fmla="*/ 688600 w 1136712"/>
                <a:gd name="csY128" fmla="*/ 642233 h 719226"/>
                <a:gd name="csX129" fmla="*/ 701478 w 1136712"/>
                <a:gd name="csY129" fmla="*/ 652501 h 719226"/>
                <a:gd name="csX130" fmla="*/ 712953 w 1136712"/>
                <a:gd name="csY130" fmla="*/ 655206 h 719226"/>
                <a:gd name="csX131" fmla="*/ 732650 w 1136712"/>
                <a:gd name="csY131" fmla="*/ 664724 h 719226"/>
                <a:gd name="csX132" fmla="*/ 750722 w 1136712"/>
                <a:gd name="csY132" fmla="*/ 667646 h 719226"/>
                <a:gd name="csX133" fmla="*/ 775081 w 1136712"/>
                <a:gd name="csY133" fmla="*/ 675862 h 719226"/>
                <a:gd name="csX134" fmla="*/ 812311 w 1136712"/>
                <a:gd name="csY134" fmla="*/ 660292 h 719226"/>
                <a:gd name="csX135" fmla="*/ 826383 w 1136712"/>
                <a:gd name="csY135" fmla="*/ 652608 h 719226"/>
                <a:gd name="csX136" fmla="*/ 856691 w 1136712"/>
                <a:gd name="csY136" fmla="*/ 655530 h 719226"/>
                <a:gd name="csX137" fmla="*/ 881367 w 1136712"/>
                <a:gd name="csY137" fmla="*/ 669588 h 719226"/>
                <a:gd name="csX138" fmla="*/ 931151 w 1136712"/>
                <a:gd name="csY138" fmla="*/ 719226 h 719226"/>
                <a:gd name="csX139" fmla="*/ 935590 w 1136712"/>
                <a:gd name="csY139" fmla="*/ 713924 h 719226"/>
                <a:gd name="csX140" fmla="*/ 939381 w 1136712"/>
                <a:gd name="csY140" fmla="*/ 699865 h 719226"/>
                <a:gd name="csX141" fmla="*/ 933209 w 1136712"/>
                <a:gd name="csY141" fmla="*/ 691648 h 719226"/>
                <a:gd name="csX142" fmla="*/ 952259 w 1136712"/>
                <a:gd name="csY142" fmla="*/ 663531 h 719226"/>
                <a:gd name="csX143" fmla="*/ 1002265 w 1136712"/>
                <a:gd name="csY143" fmla="*/ 663861 h 719226"/>
                <a:gd name="csX144" fmla="*/ 1001833 w 1136712"/>
                <a:gd name="csY144" fmla="*/ 648284 h 719226"/>
                <a:gd name="csX145" fmla="*/ 992524 w 1136712"/>
                <a:gd name="csY145" fmla="*/ 643852 h 719226"/>
                <a:gd name="csX146" fmla="*/ 991222 w 1136712"/>
                <a:gd name="csY146" fmla="*/ 635311 h 719226"/>
                <a:gd name="csX147" fmla="*/ 974668 w 1136712"/>
                <a:gd name="csY147" fmla="*/ 627418 h 719226"/>
                <a:gd name="csX148" fmla="*/ 964273 w 1136712"/>
                <a:gd name="csY148" fmla="*/ 608381 h 719226"/>
                <a:gd name="csX149" fmla="*/ 979754 w 1136712"/>
                <a:gd name="csY149" fmla="*/ 608381 h 719226"/>
                <a:gd name="csX150" fmla="*/ 979754 w 1136712"/>
                <a:gd name="csY150" fmla="*/ 593674 h 719226"/>
                <a:gd name="csX151" fmla="*/ 1041121 w 1136712"/>
                <a:gd name="csY151" fmla="*/ 593674 h 719226"/>
                <a:gd name="csX152" fmla="*/ 1041121 w 1136712"/>
                <a:gd name="csY152" fmla="*/ 587731 h 719226"/>
                <a:gd name="csX153" fmla="*/ 1054976 w 1136712"/>
                <a:gd name="csY153" fmla="*/ 584810 h 719226"/>
                <a:gd name="csX154" fmla="*/ 1060926 w 1136712"/>
                <a:gd name="csY154" fmla="*/ 590537 h 719226"/>
                <a:gd name="csX155" fmla="*/ 1074890 w 1136712"/>
                <a:gd name="csY155" fmla="*/ 569671 h 719226"/>
                <a:gd name="csX156" fmla="*/ 1076192 w 1136712"/>
                <a:gd name="csY156" fmla="*/ 568585 h 719226"/>
                <a:gd name="csX157" fmla="*/ 1076515 w 1136712"/>
                <a:gd name="csY157" fmla="*/ 566750 h 719226"/>
                <a:gd name="csX158" fmla="*/ 1088098 w 1136712"/>
                <a:gd name="csY158" fmla="*/ 552907 h 719226"/>
                <a:gd name="csX159" fmla="*/ 1088314 w 1136712"/>
                <a:gd name="csY159" fmla="*/ 552907 h 719226"/>
                <a:gd name="csX160" fmla="*/ 1091451 w 1136712"/>
                <a:gd name="csY160" fmla="*/ 565023 h 719226"/>
                <a:gd name="csX161" fmla="*/ 1094156 w 1136712"/>
                <a:gd name="csY161" fmla="*/ 584486 h 719226"/>
                <a:gd name="csX162" fmla="*/ 1097077 w 1136712"/>
                <a:gd name="csY162" fmla="*/ 579622 h 719226"/>
                <a:gd name="csX163" fmla="*/ 1109313 w 1136712"/>
                <a:gd name="csY163" fmla="*/ 538741 h 719226"/>
                <a:gd name="csX164" fmla="*/ 1106494 w 1136712"/>
                <a:gd name="csY164" fmla="*/ 533553 h 719226"/>
                <a:gd name="csX165" fmla="*/ 1106278 w 1136712"/>
                <a:gd name="csY165" fmla="*/ 530092 h 719226"/>
                <a:gd name="csX166" fmla="*/ 1107904 w 1136712"/>
                <a:gd name="csY166" fmla="*/ 529012 h 719226"/>
                <a:gd name="csX167" fmla="*/ 1111910 w 1136712"/>
                <a:gd name="csY167" fmla="*/ 522199 h 719226"/>
                <a:gd name="csX168" fmla="*/ 1109529 w 1136712"/>
                <a:gd name="csY168" fmla="*/ 520033 h 719226"/>
                <a:gd name="csX169" fmla="*/ 1105522 w 1136712"/>
                <a:gd name="csY169" fmla="*/ 521443 h 719226"/>
                <a:gd name="csX170" fmla="*/ 1102493 w 1136712"/>
                <a:gd name="csY170" fmla="*/ 515817 h 719226"/>
                <a:gd name="csX171" fmla="*/ 1111040 w 1136712"/>
                <a:gd name="csY171" fmla="*/ 505111 h 719226"/>
                <a:gd name="csX172" fmla="*/ 1111256 w 1136712"/>
                <a:gd name="csY172" fmla="*/ 497434 h 719226"/>
                <a:gd name="csX173" fmla="*/ 1118730 w 1136712"/>
                <a:gd name="csY173" fmla="*/ 485108 h 719226"/>
                <a:gd name="csX174" fmla="*/ 1131068 w 1136712"/>
                <a:gd name="csY174" fmla="*/ 472021 h 719226"/>
                <a:gd name="csX175" fmla="*/ 1135723 w 1136712"/>
                <a:gd name="csY175" fmla="*/ 455587 h 719226"/>
                <a:gd name="csX176" fmla="*/ 1123378 w 1136712"/>
                <a:gd name="csY176" fmla="*/ 442824 h 719226"/>
                <a:gd name="csX177" fmla="*/ 1122623 w 1136712"/>
                <a:gd name="csY177" fmla="*/ 444341 h 719226"/>
                <a:gd name="csX178" fmla="*/ 1082688 w 1136712"/>
                <a:gd name="csY178" fmla="*/ 440881 h 719226"/>
                <a:gd name="csX179" fmla="*/ 1058221 w 1136712"/>
                <a:gd name="csY179" fmla="*/ 449313 h 719226"/>
                <a:gd name="csX180" fmla="*/ 1027811 w 1136712"/>
                <a:gd name="csY180" fmla="*/ 453422 h 719226"/>
                <a:gd name="csX181" fmla="*/ 1003891 w 1136712"/>
                <a:gd name="csY181" fmla="*/ 466293 h 719226"/>
                <a:gd name="csX182" fmla="*/ 997502 w 1136712"/>
                <a:gd name="csY182" fmla="*/ 485216 h 719226"/>
                <a:gd name="csX183" fmla="*/ 995121 w 1136712"/>
                <a:gd name="csY183" fmla="*/ 510305 h 719226"/>
                <a:gd name="csX184" fmla="*/ 989387 w 1136712"/>
                <a:gd name="csY184" fmla="*/ 519062 h 719226"/>
                <a:gd name="csX185" fmla="*/ 985056 w 1136712"/>
                <a:gd name="csY185" fmla="*/ 533444 h 719226"/>
                <a:gd name="csX186" fmla="*/ 951827 w 1136712"/>
                <a:gd name="csY186" fmla="*/ 553987 h 719226"/>
                <a:gd name="csX187" fmla="*/ 958539 w 1136712"/>
                <a:gd name="csY187" fmla="*/ 555073 h 719226"/>
                <a:gd name="csX188" fmla="*/ 969251 w 1136712"/>
                <a:gd name="csY188" fmla="*/ 553987 h 719226"/>
                <a:gd name="csX189" fmla="*/ 969035 w 1136712"/>
                <a:gd name="csY189" fmla="*/ 558317 h 719226"/>
                <a:gd name="csX190" fmla="*/ 954208 w 1136712"/>
                <a:gd name="csY190" fmla="*/ 567398 h 719226"/>
                <a:gd name="csX191" fmla="*/ 947388 w 1136712"/>
                <a:gd name="csY191" fmla="*/ 564585 h 719226"/>
                <a:gd name="csX192" fmla="*/ 942302 w 1136712"/>
                <a:gd name="csY192" fmla="*/ 557886 h 719226"/>
                <a:gd name="csX193" fmla="*/ 937863 w 1136712"/>
                <a:gd name="csY193" fmla="*/ 554749 h 719226"/>
                <a:gd name="csX194" fmla="*/ 914921 w 1136712"/>
                <a:gd name="csY194" fmla="*/ 557339 h 719226"/>
                <a:gd name="csX195" fmla="*/ 901821 w 1136712"/>
                <a:gd name="csY195" fmla="*/ 565779 h 719226"/>
                <a:gd name="csX196" fmla="*/ 887533 w 1136712"/>
                <a:gd name="csY196" fmla="*/ 565779 h 719226"/>
                <a:gd name="csX197" fmla="*/ 850411 w 1136712"/>
                <a:gd name="csY197" fmla="*/ 575723 h 719226"/>
                <a:gd name="csX198" fmla="*/ 845217 w 1136712"/>
                <a:gd name="csY198" fmla="*/ 573996 h 719226"/>
                <a:gd name="csX199" fmla="*/ 837965 w 1136712"/>
                <a:gd name="csY199" fmla="*/ 563613 h 719226"/>
                <a:gd name="csX200" fmla="*/ 826599 w 1136712"/>
                <a:gd name="csY200" fmla="*/ 558965 h 719226"/>
                <a:gd name="csX201" fmla="*/ 817397 w 1136712"/>
                <a:gd name="csY201" fmla="*/ 554965 h 719226"/>
                <a:gd name="csX202" fmla="*/ 803218 w 1136712"/>
                <a:gd name="csY202" fmla="*/ 553555 h 719226"/>
                <a:gd name="csX203" fmla="*/ 795211 w 1136712"/>
                <a:gd name="csY203" fmla="*/ 547720 h 719226"/>
                <a:gd name="csX204" fmla="*/ 778542 w 1136712"/>
                <a:gd name="csY204" fmla="*/ 525983 h 719226"/>
                <a:gd name="csX205" fmla="*/ 773671 w 1136712"/>
                <a:gd name="csY205" fmla="*/ 507600 h 719226"/>
                <a:gd name="csX206" fmla="*/ 747154 w 1136712"/>
                <a:gd name="csY206" fmla="*/ 476453 h 719226"/>
                <a:gd name="csX207" fmla="*/ 739254 w 1136712"/>
                <a:gd name="csY207" fmla="*/ 453854 h 719226"/>
                <a:gd name="csX208" fmla="*/ 740874 w 1136712"/>
                <a:gd name="csY208" fmla="*/ 439255 h 719226"/>
                <a:gd name="csX209" fmla="*/ 726478 w 1136712"/>
                <a:gd name="csY209" fmla="*/ 423577 h 719226"/>
                <a:gd name="csX210" fmla="*/ 721931 w 1136712"/>
                <a:gd name="csY210" fmla="*/ 401841 h 719226"/>
                <a:gd name="csX211" fmla="*/ 725399 w 1136712"/>
                <a:gd name="csY211" fmla="*/ 385839 h 719226"/>
                <a:gd name="csX212" fmla="*/ 727348 w 1136712"/>
                <a:gd name="csY212" fmla="*/ 346151 h 719226"/>
                <a:gd name="csX213" fmla="*/ 739038 w 1136712"/>
                <a:gd name="csY213" fmla="*/ 303111 h 719226"/>
                <a:gd name="csX214" fmla="*/ 751700 w 1136712"/>
                <a:gd name="csY214" fmla="*/ 277914 h 719226"/>
                <a:gd name="csX215" fmla="*/ 734708 w 1136712"/>
                <a:gd name="csY215" fmla="*/ 278130 h 719226"/>
                <a:gd name="csX216" fmla="*/ 729075 w 1136712"/>
                <a:gd name="csY216" fmla="*/ 270993 h 719226"/>
                <a:gd name="csX217" fmla="*/ 709486 w 1136712"/>
                <a:gd name="csY217" fmla="*/ 270993 h 719226"/>
                <a:gd name="csX218" fmla="*/ 695306 w 1136712"/>
                <a:gd name="csY218" fmla="*/ 260826 h 719226"/>
                <a:gd name="csX219" fmla="*/ 675716 w 1136712"/>
                <a:gd name="csY219" fmla="*/ 258343 h 719226"/>
                <a:gd name="csX220" fmla="*/ 670738 w 1136712"/>
                <a:gd name="csY220" fmla="*/ 240716 h 719226"/>
                <a:gd name="csX221" fmla="*/ 661861 w 1136712"/>
                <a:gd name="csY221" fmla="*/ 234334 h 719226"/>
                <a:gd name="csX222" fmla="*/ 660349 w 1136712"/>
                <a:gd name="csY222" fmla="*/ 208598 h 719226"/>
                <a:gd name="csX223" fmla="*/ 649199 w 1136712"/>
                <a:gd name="csY223" fmla="*/ 205461 h 719226"/>
                <a:gd name="csX224" fmla="*/ 640975 w 1136712"/>
                <a:gd name="csY224" fmla="*/ 186538 h 719226"/>
                <a:gd name="csX225" fmla="*/ 630365 w 1136712"/>
                <a:gd name="csY225" fmla="*/ 181350 h 719226"/>
                <a:gd name="csX226" fmla="*/ 612724 w 1136712"/>
                <a:gd name="csY226" fmla="*/ 145231 h 719226"/>
                <a:gd name="csX227" fmla="*/ 598545 w 1136712"/>
                <a:gd name="csY227" fmla="*/ 133229 h 719226"/>
                <a:gd name="csX228" fmla="*/ 596379 w 1136712"/>
                <a:gd name="csY228" fmla="*/ 121221 h 719226"/>
                <a:gd name="csX229" fmla="*/ 587070 w 1136712"/>
                <a:gd name="csY229" fmla="*/ 115386 h 719226"/>
                <a:gd name="csX230" fmla="*/ 577869 w 1136712"/>
                <a:gd name="csY230" fmla="*/ 123063 h 719226"/>
                <a:gd name="csX231" fmla="*/ 557200 w 1136712"/>
                <a:gd name="csY231" fmla="*/ 118307 h 719226"/>
                <a:gd name="csX232" fmla="*/ 542373 w 1136712"/>
                <a:gd name="csY232" fmla="*/ 124574 h 719226"/>
                <a:gd name="csX233" fmla="*/ 522891 w 1136712"/>
                <a:gd name="csY233" fmla="*/ 154966 h 719226"/>
                <a:gd name="csX234" fmla="*/ 470935 w 1136712"/>
                <a:gd name="csY234" fmla="*/ 127927 h 719226"/>
                <a:gd name="csX235" fmla="*/ 467906 w 1136712"/>
                <a:gd name="csY235" fmla="*/ 107277 h 719226"/>
                <a:gd name="csX236" fmla="*/ 455244 w 1136712"/>
                <a:gd name="csY236" fmla="*/ 85649 h 719226"/>
                <a:gd name="csX237" fmla="*/ 440842 w 1136712"/>
                <a:gd name="csY237" fmla="*/ 79375 h 719226"/>
                <a:gd name="csX238" fmla="*/ 422554 w 1136712"/>
                <a:gd name="csY238" fmla="*/ 59150 h 719226"/>
                <a:gd name="csX239" fmla="*/ 409454 w 1136712"/>
                <a:gd name="csY239" fmla="*/ 55474 h 719226"/>
                <a:gd name="csX240" fmla="*/ 397986 w 1136712"/>
                <a:gd name="csY240" fmla="*/ 43256 h 719226"/>
                <a:gd name="csX241" fmla="*/ 327736 w 1136712"/>
                <a:gd name="csY241" fmla="*/ 43256 h 719226"/>
                <a:gd name="csX242" fmla="*/ 327736 w 1136712"/>
                <a:gd name="csY242" fmla="*/ 61639 h 719226"/>
                <a:gd name="csX243" fmla="*/ 224155 w 1136712"/>
                <a:gd name="csY243" fmla="*/ 61208 h 719226"/>
                <a:gd name="csX244" fmla="*/ 724751 w 1136712"/>
                <a:gd name="csY244" fmla="*/ 440011 h 719226"/>
                <a:gd name="csX245" fmla="*/ 731787 w 1136712"/>
                <a:gd name="csY245" fmla="*/ 442500 h 719226"/>
                <a:gd name="csX246" fmla="*/ 733298 w 1136712"/>
                <a:gd name="csY246" fmla="*/ 447910 h 719226"/>
                <a:gd name="csX247" fmla="*/ 732974 w 1136712"/>
                <a:gd name="csY247" fmla="*/ 449098 h 719226"/>
                <a:gd name="csX248" fmla="*/ 726916 w 1136712"/>
                <a:gd name="csY248" fmla="*/ 448126 h 719226"/>
                <a:gd name="csX249" fmla="*/ 724751 w 1136712"/>
                <a:gd name="csY249" fmla="*/ 439903 h 719226"/>
                <a:gd name="csX250" fmla="*/ 724751 w 1136712"/>
                <a:gd name="csY250" fmla="*/ 440011 h 719226"/>
                <a:gd name="csX251" fmla="*/ 731133 w 1136712"/>
                <a:gd name="csY251" fmla="*/ 301816 h 719226"/>
                <a:gd name="csX252" fmla="*/ 722370 w 1136712"/>
                <a:gd name="csY252" fmla="*/ 333712 h 719226"/>
                <a:gd name="csX253" fmla="*/ 714248 w 1136712"/>
                <a:gd name="csY253" fmla="*/ 328739 h 719226"/>
                <a:gd name="csX254" fmla="*/ 715118 w 1136712"/>
                <a:gd name="csY254" fmla="*/ 321926 h 719226"/>
                <a:gd name="csX255" fmla="*/ 720744 w 1136712"/>
                <a:gd name="csY255" fmla="*/ 305276 h 719226"/>
                <a:gd name="csX256" fmla="*/ 719988 w 1136712"/>
                <a:gd name="csY256" fmla="*/ 294894 h 719226"/>
                <a:gd name="csX257" fmla="*/ 732974 w 1136712"/>
                <a:gd name="csY257" fmla="*/ 291649 h 719226"/>
                <a:gd name="csX258" fmla="*/ 731133 w 1136712"/>
                <a:gd name="csY258" fmla="*/ 301816 h 719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</a:cxnLst>
              <a:rect l="l" t="t" r="r" b="b"/>
              <a:pathLst>
                <a:path w="1136712" h="719226">
                  <a:moveTo>
                    <a:pt x="224047" y="61963"/>
                  </a:moveTo>
                  <a:lnTo>
                    <a:pt x="85941" y="8763"/>
                  </a:lnTo>
                  <a:lnTo>
                    <a:pt x="87674" y="0"/>
                  </a:lnTo>
                  <a:lnTo>
                    <a:pt x="0" y="8979"/>
                  </a:lnTo>
                  <a:cubicBezTo>
                    <a:pt x="540" y="11570"/>
                    <a:pt x="1194" y="14707"/>
                    <a:pt x="3899" y="15900"/>
                  </a:cubicBezTo>
                  <a:cubicBezTo>
                    <a:pt x="4547" y="16440"/>
                    <a:pt x="8661" y="17088"/>
                    <a:pt x="7791" y="21196"/>
                  </a:cubicBezTo>
                  <a:cubicBezTo>
                    <a:pt x="7791" y="21736"/>
                    <a:pt x="5956" y="25952"/>
                    <a:pt x="9525" y="28334"/>
                  </a:cubicBezTo>
                  <a:cubicBezTo>
                    <a:pt x="11366" y="29953"/>
                    <a:pt x="16777" y="32010"/>
                    <a:pt x="16777" y="36767"/>
                  </a:cubicBezTo>
                  <a:cubicBezTo>
                    <a:pt x="17101" y="39795"/>
                    <a:pt x="15805" y="45098"/>
                    <a:pt x="18942" y="48882"/>
                  </a:cubicBezTo>
                  <a:cubicBezTo>
                    <a:pt x="25222" y="56344"/>
                    <a:pt x="28683" y="59258"/>
                    <a:pt x="28683" y="63697"/>
                  </a:cubicBezTo>
                  <a:cubicBezTo>
                    <a:pt x="28791" y="64237"/>
                    <a:pt x="28251" y="67697"/>
                    <a:pt x="31280" y="70180"/>
                  </a:cubicBezTo>
                  <a:cubicBezTo>
                    <a:pt x="33445" y="72346"/>
                    <a:pt x="38748" y="74619"/>
                    <a:pt x="38748" y="79483"/>
                  </a:cubicBezTo>
                  <a:cubicBezTo>
                    <a:pt x="39179" y="82728"/>
                    <a:pt x="37452" y="88563"/>
                    <a:pt x="41561" y="91161"/>
                  </a:cubicBezTo>
                  <a:cubicBezTo>
                    <a:pt x="42539" y="91916"/>
                    <a:pt x="47409" y="93758"/>
                    <a:pt x="48273" y="98190"/>
                  </a:cubicBezTo>
                  <a:cubicBezTo>
                    <a:pt x="51956" y="115386"/>
                    <a:pt x="51740" y="118739"/>
                    <a:pt x="55740" y="120898"/>
                  </a:cubicBezTo>
                  <a:cubicBezTo>
                    <a:pt x="75984" y="132251"/>
                    <a:pt x="79013" y="133445"/>
                    <a:pt x="82258" y="136798"/>
                  </a:cubicBezTo>
                  <a:cubicBezTo>
                    <a:pt x="111811" y="167399"/>
                    <a:pt x="113754" y="168154"/>
                    <a:pt x="113754" y="172695"/>
                  </a:cubicBezTo>
                  <a:cubicBezTo>
                    <a:pt x="113754" y="177241"/>
                    <a:pt x="114516" y="182537"/>
                    <a:pt x="111595" y="185890"/>
                  </a:cubicBezTo>
                  <a:cubicBezTo>
                    <a:pt x="111265" y="186538"/>
                    <a:pt x="106832" y="189891"/>
                    <a:pt x="110401" y="192488"/>
                  </a:cubicBezTo>
                  <a:cubicBezTo>
                    <a:pt x="117869" y="197892"/>
                    <a:pt x="123171" y="200812"/>
                    <a:pt x="118739" y="201460"/>
                  </a:cubicBezTo>
                  <a:cubicBezTo>
                    <a:pt x="112566" y="201676"/>
                    <a:pt x="105423" y="205245"/>
                    <a:pt x="104121" y="200165"/>
                  </a:cubicBezTo>
                  <a:cubicBezTo>
                    <a:pt x="103797" y="199625"/>
                    <a:pt x="103473" y="194107"/>
                    <a:pt x="99689" y="196164"/>
                  </a:cubicBezTo>
                  <a:cubicBezTo>
                    <a:pt x="99035" y="196380"/>
                    <a:pt x="95358" y="199085"/>
                    <a:pt x="91135" y="198215"/>
                  </a:cubicBezTo>
                  <a:cubicBezTo>
                    <a:pt x="79013" y="195841"/>
                    <a:pt x="72085" y="193783"/>
                    <a:pt x="75660" y="196704"/>
                  </a:cubicBezTo>
                  <a:cubicBezTo>
                    <a:pt x="93948" y="211411"/>
                    <a:pt x="96437" y="212274"/>
                    <a:pt x="96437" y="216706"/>
                  </a:cubicBezTo>
                  <a:lnTo>
                    <a:pt x="96437" y="217900"/>
                  </a:lnTo>
                  <a:cubicBezTo>
                    <a:pt x="96437" y="225685"/>
                    <a:pt x="117221" y="224930"/>
                    <a:pt x="123171" y="232499"/>
                  </a:cubicBezTo>
                  <a:cubicBezTo>
                    <a:pt x="126422" y="235744"/>
                    <a:pt x="129451" y="243529"/>
                    <a:pt x="133128" y="239744"/>
                  </a:cubicBezTo>
                  <a:cubicBezTo>
                    <a:pt x="133782" y="239420"/>
                    <a:pt x="136163" y="235198"/>
                    <a:pt x="139732" y="237579"/>
                  </a:cubicBezTo>
                  <a:cubicBezTo>
                    <a:pt x="174263" y="260071"/>
                    <a:pt x="175882" y="260503"/>
                    <a:pt x="178264" y="264503"/>
                  </a:cubicBezTo>
                  <a:cubicBezTo>
                    <a:pt x="184220" y="274345"/>
                    <a:pt x="187789" y="278778"/>
                    <a:pt x="187789" y="283540"/>
                  </a:cubicBezTo>
                  <a:cubicBezTo>
                    <a:pt x="187789" y="294462"/>
                    <a:pt x="188328" y="298355"/>
                    <a:pt x="186061" y="302140"/>
                  </a:cubicBezTo>
                  <a:cubicBezTo>
                    <a:pt x="183134" y="308083"/>
                    <a:pt x="176314" y="314249"/>
                    <a:pt x="181623" y="315221"/>
                  </a:cubicBezTo>
                  <a:cubicBezTo>
                    <a:pt x="185623" y="316306"/>
                    <a:pt x="191687" y="315760"/>
                    <a:pt x="194393" y="320091"/>
                  </a:cubicBezTo>
                  <a:cubicBezTo>
                    <a:pt x="195148" y="320847"/>
                    <a:pt x="196990" y="326035"/>
                    <a:pt x="200997" y="325387"/>
                  </a:cubicBezTo>
                  <a:cubicBezTo>
                    <a:pt x="206299" y="324523"/>
                    <a:pt x="206623" y="331768"/>
                    <a:pt x="213119" y="335337"/>
                  </a:cubicBezTo>
                  <a:lnTo>
                    <a:pt x="225133" y="342043"/>
                  </a:lnTo>
                  <a:cubicBezTo>
                    <a:pt x="229787" y="344742"/>
                    <a:pt x="241478" y="359016"/>
                    <a:pt x="240932" y="358369"/>
                  </a:cubicBezTo>
                  <a:cubicBezTo>
                    <a:pt x="246780" y="364966"/>
                    <a:pt x="255873" y="364750"/>
                    <a:pt x="257277" y="371024"/>
                  </a:cubicBezTo>
                  <a:cubicBezTo>
                    <a:pt x="259766" y="382594"/>
                    <a:pt x="259982" y="386270"/>
                    <a:pt x="263341" y="389077"/>
                  </a:cubicBezTo>
                  <a:cubicBezTo>
                    <a:pt x="263989" y="389407"/>
                    <a:pt x="267341" y="393732"/>
                    <a:pt x="270916" y="391135"/>
                  </a:cubicBezTo>
                  <a:cubicBezTo>
                    <a:pt x="281521" y="383457"/>
                    <a:pt x="284442" y="382378"/>
                    <a:pt x="284988" y="378047"/>
                  </a:cubicBezTo>
                  <a:cubicBezTo>
                    <a:pt x="285096" y="373075"/>
                    <a:pt x="288125" y="366910"/>
                    <a:pt x="283686" y="364103"/>
                  </a:cubicBezTo>
                  <a:cubicBezTo>
                    <a:pt x="281413" y="362369"/>
                    <a:pt x="276327" y="360534"/>
                    <a:pt x="274809" y="355880"/>
                  </a:cubicBezTo>
                  <a:lnTo>
                    <a:pt x="273082" y="350476"/>
                  </a:lnTo>
                  <a:cubicBezTo>
                    <a:pt x="271564" y="345828"/>
                    <a:pt x="266694" y="347986"/>
                    <a:pt x="263989" y="343770"/>
                  </a:cubicBezTo>
                  <a:cubicBezTo>
                    <a:pt x="255435" y="330251"/>
                    <a:pt x="252406" y="324307"/>
                    <a:pt x="252298" y="328955"/>
                  </a:cubicBezTo>
                  <a:cubicBezTo>
                    <a:pt x="251758" y="332956"/>
                    <a:pt x="253816" y="341935"/>
                    <a:pt x="248945" y="339662"/>
                  </a:cubicBezTo>
                  <a:cubicBezTo>
                    <a:pt x="246240" y="337934"/>
                    <a:pt x="240392" y="337172"/>
                    <a:pt x="239636" y="332200"/>
                  </a:cubicBezTo>
                  <a:cubicBezTo>
                    <a:pt x="238658" y="326250"/>
                    <a:pt x="237471" y="322034"/>
                    <a:pt x="239312" y="318034"/>
                  </a:cubicBezTo>
                  <a:cubicBezTo>
                    <a:pt x="240176" y="315112"/>
                    <a:pt x="245046" y="309493"/>
                    <a:pt x="240392" y="307651"/>
                  </a:cubicBezTo>
                  <a:cubicBezTo>
                    <a:pt x="237471" y="306140"/>
                    <a:pt x="231731" y="305600"/>
                    <a:pt x="230219" y="300838"/>
                  </a:cubicBezTo>
                  <a:cubicBezTo>
                    <a:pt x="228486" y="295326"/>
                    <a:pt x="227514" y="291110"/>
                    <a:pt x="224701" y="287865"/>
                  </a:cubicBezTo>
                  <a:cubicBezTo>
                    <a:pt x="221234" y="283864"/>
                    <a:pt x="214960" y="278130"/>
                    <a:pt x="214846" y="273374"/>
                  </a:cubicBezTo>
                  <a:cubicBezTo>
                    <a:pt x="214630" y="265049"/>
                    <a:pt x="214846" y="260179"/>
                    <a:pt x="213335" y="255854"/>
                  </a:cubicBezTo>
                  <a:cubicBezTo>
                    <a:pt x="210306" y="247529"/>
                    <a:pt x="209112" y="242335"/>
                    <a:pt x="205327" y="239636"/>
                  </a:cubicBezTo>
                  <a:cubicBezTo>
                    <a:pt x="204781" y="239420"/>
                    <a:pt x="200889" y="235420"/>
                    <a:pt x="199587" y="239529"/>
                  </a:cubicBezTo>
                  <a:cubicBezTo>
                    <a:pt x="199263" y="240068"/>
                    <a:pt x="198399" y="245580"/>
                    <a:pt x="196126" y="242011"/>
                  </a:cubicBezTo>
                  <a:cubicBezTo>
                    <a:pt x="191579" y="235090"/>
                    <a:pt x="189198" y="232391"/>
                    <a:pt x="189522" y="228391"/>
                  </a:cubicBezTo>
                  <a:cubicBezTo>
                    <a:pt x="189846" y="224390"/>
                    <a:pt x="184652" y="220821"/>
                    <a:pt x="185191" y="221469"/>
                  </a:cubicBezTo>
                  <a:cubicBezTo>
                    <a:pt x="179565" y="216814"/>
                    <a:pt x="179673" y="208598"/>
                    <a:pt x="174047" y="204921"/>
                  </a:cubicBezTo>
                  <a:cubicBezTo>
                    <a:pt x="164846" y="198869"/>
                    <a:pt x="162357" y="197783"/>
                    <a:pt x="161595" y="193891"/>
                  </a:cubicBezTo>
                  <a:lnTo>
                    <a:pt x="158350" y="177349"/>
                  </a:lnTo>
                  <a:cubicBezTo>
                    <a:pt x="157594" y="173133"/>
                    <a:pt x="151530" y="171184"/>
                    <a:pt x="152070" y="171507"/>
                  </a:cubicBezTo>
                  <a:cubicBezTo>
                    <a:pt x="150343" y="170751"/>
                    <a:pt x="148501" y="168694"/>
                    <a:pt x="147853" y="166967"/>
                  </a:cubicBezTo>
                  <a:lnTo>
                    <a:pt x="145142" y="159937"/>
                  </a:lnTo>
                  <a:cubicBezTo>
                    <a:pt x="143631" y="155937"/>
                    <a:pt x="137243" y="155937"/>
                    <a:pt x="137782" y="156045"/>
                  </a:cubicBezTo>
                  <a:cubicBezTo>
                    <a:pt x="133782" y="155613"/>
                    <a:pt x="133782" y="150095"/>
                    <a:pt x="133998" y="150635"/>
                  </a:cubicBezTo>
                  <a:cubicBezTo>
                    <a:pt x="133782" y="148800"/>
                    <a:pt x="132696" y="146203"/>
                    <a:pt x="131401" y="144907"/>
                  </a:cubicBezTo>
                  <a:lnTo>
                    <a:pt x="108883" y="121437"/>
                  </a:lnTo>
                  <a:cubicBezTo>
                    <a:pt x="105423" y="117869"/>
                    <a:pt x="101200" y="117977"/>
                    <a:pt x="98711" y="113868"/>
                  </a:cubicBezTo>
                  <a:cubicBezTo>
                    <a:pt x="94488" y="107055"/>
                    <a:pt x="91351" y="103162"/>
                    <a:pt x="91459" y="98622"/>
                  </a:cubicBezTo>
                  <a:cubicBezTo>
                    <a:pt x="91675" y="92678"/>
                    <a:pt x="92107" y="88456"/>
                    <a:pt x="91135" y="84131"/>
                  </a:cubicBezTo>
                  <a:cubicBezTo>
                    <a:pt x="89294" y="75591"/>
                    <a:pt x="88862" y="70396"/>
                    <a:pt x="85509" y="67158"/>
                  </a:cubicBezTo>
                  <a:cubicBezTo>
                    <a:pt x="85071" y="66612"/>
                    <a:pt x="81934" y="64561"/>
                    <a:pt x="82366" y="60452"/>
                  </a:cubicBezTo>
                  <a:cubicBezTo>
                    <a:pt x="84099" y="43256"/>
                    <a:pt x="83560" y="40551"/>
                    <a:pt x="87566" y="38932"/>
                  </a:cubicBezTo>
                  <a:cubicBezTo>
                    <a:pt x="88214" y="38824"/>
                    <a:pt x="91675" y="36658"/>
                    <a:pt x="95358" y="38716"/>
                  </a:cubicBezTo>
                  <a:cubicBezTo>
                    <a:pt x="107912" y="45745"/>
                    <a:pt x="110941" y="48774"/>
                    <a:pt x="114084" y="45530"/>
                  </a:cubicBezTo>
                  <a:lnTo>
                    <a:pt x="114948" y="44659"/>
                  </a:lnTo>
                  <a:cubicBezTo>
                    <a:pt x="116243" y="43364"/>
                    <a:pt x="118732" y="42824"/>
                    <a:pt x="120466" y="43472"/>
                  </a:cubicBezTo>
                  <a:cubicBezTo>
                    <a:pt x="123279" y="45098"/>
                    <a:pt x="129343" y="45637"/>
                    <a:pt x="130207" y="50502"/>
                  </a:cubicBezTo>
                  <a:cubicBezTo>
                    <a:pt x="130531" y="51041"/>
                    <a:pt x="130639" y="54394"/>
                    <a:pt x="134106" y="55474"/>
                  </a:cubicBezTo>
                  <a:cubicBezTo>
                    <a:pt x="147745" y="60128"/>
                    <a:pt x="151314" y="60236"/>
                    <a:pt x="150774" y="64561"/>
                  </a:cubicBezTo>
                  <a:cubicBezTo>
                    <a:pt x="149365" y="76670"/>
                    <a:pt x="148393" y="79591"/>
                    <a:pt x="151098" y="82728"/>
                  </a:cubicBezTo>
                  <a:cubicBezTo>
                    <a:pt x="154889" y="87160"/>
                    <a:pt x="158026" y="90081"/>
                    <a:pt x="159429" y="94190"/>
                  </a:cubicBezTo>
                  <a:cubicBezTo>
                    <a:pt x="161919" y="101327"/>
                    <a:pt x="171990" y="131820"/>
                    <a:pt x="179241" y="134309"/>
                  </a:cubicBezTo>
                  <a:cubicBezTo>
                    <a:pt x="179889" y="134741"/>
                    <a:pt x="183026" y="135280"/>
                    <a:pt x="184004" y="138849"/>
                  </a:cubicBezTo>
                  <a:cubicBezTo>
                    <a:pt x="185731" y="145015"/>
                    <a:pt x="186601" y="149447"/>
                    <a:pt x="189198" y="153016"/>
                  </a:cubicBezTo>
                  <a:cubicBezTo>
                    <a:pt x="199803" y="167507"/>
                    <a:pt x="201968" y="171831"/>
                    <a:pt x="206515" y="173349"/>
                  </a:cubicBezTo>
                  <a:cubicBezTo>
                    <a:pt x="207162" y="173673"/>
                    <a:pt x="210414" y="174428"/>
                    <a:pt x="212903" y="177349"/>
                  </a:cubicBezTo>
                  <a:cubicBezTo>
                    <a:pt x="221666" y="187509"/>
                    <a:pt x="224701" y="191840"/>
                    <a:pt x="228918" y="194107"/>
                  </a:cubicBezTo>
                  <a:lnTo>
                    <a:pt x="229241" y="194323"/>
                  </a:lnTo>
                  <a:cubicBezTo>
                    <a:pt x="233896" y="196704"/>
                    <a:pt x="233896" y="189459"/>
                    <a:pt x="238443" y="191948"/>
                  </a:cubicBezTo>
                  <a:cubicBezTo>
                    <a:pt x="239097" y="192488"/>
                    <a:pt x="244075" y="193999"/>
                    <a:pt x="244075" y="198431"/>
                  </a:cubicBezTo>
                  <a:cubicBezTo>
                    <a:pt x="244075" y="211842"/>
                    <a:pt x="243421" y="214871"/>
                    <a:pt x="246780" y="217361"/>
                  </a:cubicBezTo>
                  <a:lnTo>
                    <a:pt x="251543" y="221037"/>
                  </a:lnTo>
                  <a:cubicBezTo>
                    <a:pt x="257708" y="225793"/>
                    <a:pt x="266046" y="222549"/>
                    <a:pt x="268535" y="228391"/>
                  </a:cubicBezTo>
                  <a:cubicBezTo>
                    <a:pt x="270377" y="231635"/>
                    <a:pt x="271024" y="238334"/>
                    <a:pt x="276111" y="238989"/>
                  </a:cubicBezTo>
                  <a:cubicBezTo>
                    <a:pt x="278600" y="239529"/>
                    <a:pt x="283578" y="238982"/>
                    <a:pt x="287045" y="242443"/>
                  </a:cubicBezTo>
                  <a:cubicBezTo>
                    <a:pt x="289204" y="245364"/>
                    <a:pt x="294945" y="248393"/>
                    <a:pt x="293103" y="253041"/>
                  </a:cubicBezTo>
                  <a:cubicBezTo>
                    <a:pt x="287693" y="266884"/>
                    <a:pt x="286068" y="269157"/>
                    <a:pt x="288233" y="272726"/>
                  </a:cubicBezTo>
                  <a:cubicBezTo>
                    <a:pt x="297542" y="287865"/>
                    <a:pt x="298621" y="291649"/>
                    <a:pt x="302304" y="289160"/>
                  </a:cubicBezTo>
                  <a:lnTo>
                    <a:pt x="305010" y="287325"/>
                  </a:lnTo>
                  <a:cubicBezTo>
                    <a:pt x="308801" y="284728"/>
                    <a:pt x="308470" y="290132"/>
                    <a:pt x="312909" y="292729"/>
                  </a:cubicBezTo>
                  <a:cubicBezTo>
                    <a:pt x="332607" y="304298"/>
                    <a:pt x="336398" y="305600"/>
                    <a:pt x="337699" y="309925"/>
                  </a:cubicBezTo>
                  <a:cubicBezTo>
                    <a:pt x="338995" y="314249"/>
                    <a:pt x="339750" y="318681"/>
                    <a:pt x="343110" y="321386"/>
                  </a:cubicBezTo>
                  <a:cubicBezTo>
                    <a:pt x="376339" y="348526"/>
                    <a:pt x="377635" y="349072"/>
                    <a:pt x="380340" y="352965"/>
                  </a:cubicBezTo>
                  <a:cubicBezTo>
                    <a:pt x="396576" y="376212"/>
                    <a:pt x="397555" y="378162"/>
                    <a:pt x="400907" y="381184"/>
                  </a:cubicBezTo>
                  <a:cubicBezTo>
                    <a:pt x="425151" y="403352"/>
                    <a:pt x="426561" y="403568"/>
                    <a:pt x="426885" y="408114"/>
                  </a:cubicBezTo>
                  <a:cubicBezTo>
                    <a:pt x="427641" y="419144"/>
                    <a:pt x="427317" y="424980"/>
                    <a:pt x="429914" y="428981"/>
                  </a:cubicBezTo>
                  <a:cubicBezTo>
                    <a:pt x="433921" y="435147"/>
                    <a:pt x="436086" y="439471"/>
                    <a:pt x="439655" y="442284"/>
                  </a:cubicBezTo>
                  <a:cubicBezTo>
                    <a:pt x="440957" y="443687"/>
                    <a:pt x="446043" y="445961"/>
                    <a:pt x="445719" y="450609"/>
                  </a:cubicBezTo>
                  <a:cubicBezTo>
                    <a:pt x="445389" y="455479"/>
                    <a:pt x="445719" y="460775"/>
                    <a:pt x="442576" y="463912"/>
                  </a:cubicBezTo>
                  <a:cubicBezTo>
                    <a:pt x="440195" y="466941"/>
                    <a:pt x="433051" y="470833"/>
                    <a:pt x="437274" y="473755"/>
                  </a:cubicBezTo>
                  <a:cubicBezTo>
                    <a:pt x="440195" y="476453"/>
                    <a:pt x="447339" y="478726"/>
                    <a:pt x="444633" y="482943"/>
                  </a:cubicBezTo>
                  <a:lnTo>
                    <a:pt x="443770" y="484130"/>
                  </a:lnTo>
                  <a:cubicBezTo>
                    <a:pt x="439871" y="490189"/>
                    <a:pt x="430022" y="481540"/>
                    <a:pt x="428181" y="488245"/>
                  </a:cubicBezTo>
                  <a:lnTo>
                    <a:pt x="428181" y="488677"/>
                  </a:lnTo>
                  <a:cubicBezTo>
                    <a:pt x="427533" y="490404"/>
                    <a:pt x="427965" y="493217"/>
                    <a:pt x="428943" y="494729"/>
                  </a:cubicBezTo>
                  <a:cubicBezTo>
                    <a:pt x="451561" y="530092"/>
                    <a:pt x="450806" y="530308"/>
                    <a:pt x="455022" y="531933"/>
                  </a:cubicBezTo>
                  <a:cubicBezTo>
                    <a:pt x="472237" y="538417"/>
                    <a:pt x="477863" y="540258"/>
                    <a:pt x="481978" y="542849"/>
                  </a:cubicBezTo>
                  <a:cubicBezTo>
                    <a:pt x="499510" y="554317"/>
                    <a:pt x="501783" y="555288"/>
                    <a:pt x="504381" y="558965"/>
                  </a:cubicBezTo>
                  <a:cubicBezTo>
                    <a:pt x="510661" y="568154"/>
                    <a:pt x="512064" y="571182"/>
                    <a:pt x="516071" y="572592"/>
                  </a:cubicBezTo>
                  <a:cubicBezTo>
                    <a:pt x="557632" y="586861"/>
                    <a:pt x="557308" y="587731"/>
                    <a:pt x="561531" y="585673"/>
                  </a:cubicBezTo>
                  <a:cubicBezTo>
                    <a:pt x="562934" y="585242"/>
                    <a:pt x="567480" y="581349"/>
                    <a:pt x="570840" y="584594"/>
                  </a:cubicBezTo>
                  <a:cubicBezTo>
                    <a:pt x="599300" y="611518"/>
                    <a:pt x="599846" y="612819"/>
                    <a:pt x="604393" y="614115"/>
                  </a:cubicBezTo>
                  <a:cubicBezTo>
                    <a:pt x="638918" y="623633"/>
                    <a:pt x="639782" y="623196"/>
                    <a:pt x="643357" y="626224"/>
                  </a:cubicBezTo>
                  <a:cubicBezTo>
                    <a:pt x="647795" y="630009"/>
                    <a:pt x="651904" y="634225"/>
                    <a:pt x="656450" y="634987"/>
                  </a:cubicBezTo>
                  <a:cubicBezTo>
                    <a:pt x="683508" y="639312"/>
                    <a:pt x="685565" y="639096"/>
                    <a:pt x="688600" y="642233"/>
                  </a:cubicBezTo>
                  <a:cubicBezTo>
                    <a:pt x="694982" y="648716"/>
                    <a:pt x="697147" y="651961"/>
                    <a:pt x="701478" y="652501"/>
                  </a:cubicBezTo>
                  <a:cubicBezTo>
                    <a:pt x="705593" y="653047"/>
                    <a:pt x="709378" y="653155"/>
                    <a:pt x="712953" y="655206"/>
                  </a:cubicBezTo>
                  <a:cubicBezTo>
                    <a:pt x="723017" y="660940"/>
                    <a:pt x="727888" y="664185"/>
                    <a:pt x="732650" y="664724"/>
                  </a:cubicBezTo>
                  <a:cubicBezTo>
                    <a:pt x="740226" y="665588"/>
                    <a:pt x="746506" y="665804"/>
                    <a:pt x="750722" y="667646"/>
                  </a:cubicBezTo>
                  <a:cubicBezTo>
                    <a:pt x="768693" y="675647"/>
                    <a:pt x="770966" y="677482"/>
                    <a:pt x="775081" y="675862"/>
                  </a:cubicBezTo>
                  <a:cubicBezTo>
                    <a:pt x="806793" y="663423"/>
                    <a:pt x="808634" y="662991"/>
                    <a:pt x="812311" y="660292"/>
                  </a:cubicBezTo>
                  <a:cubicBezTo>
                    <a:pt x="818483" y="655745"/>
                    <a:pt x="821836" y="652393"/>
                    <a:pt x="826383" y="652608"/>
                  </a:cubicBezTo>
                  <a:cubicBezTo>
                    <a:pt x="849001" y="653694"/>
                    <a:pt x="852576" y="653371"/>
                    <a:pt x="856691" y="655530"/>
                  </a:cubicBezTo>
                  <a:cubicBezTo>
                    <a:pt x="874331" y="664833"/>
                    <a:pt x="878008" y="666236"/>
                    <a:pt x="881367" y="669588"/>
                  </a:cubicBezTo>
                  <a:cubicBezTo>
                    <a:pt x="917626" y="705923"/>
                    <a:pt x="927151" y="715658"/>
                    <a:pt x="931151" y="719226"/>
                  </a:cubicBezTo>
                  <a:lnTo>
                    <a:pt x="935590" y="713924"/>
                  </a:lnTo>
                  <a:lnTo>
                    <a:pt x="939381" y="699865"/>
                  </a:lnTo>
                  <a:lnTo>
                    <a:pt x="933209" y="691648"/>
                  </a:lnTo>
                  <a:lnTo>
                    <a:pt x="952259" y="663531"/>
                  </a:lnTo>
                  <a:lnTo>
                    <a:pt x="1002265" y="663861"/>
                  </a:lnTo>
                  <a:lnTo>
                    <a:pt x="1001833" y="648284"/>
                  </a:lnTo>
                  <a:lnTo>
                    <a:pt x="992524" y="643852"/>
                  </a:lnTo>
                  <a:lnTo>
                    <a:pt x="991222" y="635311"/>
                  </a:lnTo>
                  <a:lnTo>
                    <a:pt x="974668" y="627418"/>
                  </a:lnTo>
                  <a:lnTo>
                    <a:pt x="964273" y="608381"/>
                  </a:lnTo>
                  <a:lnTo>
                    <a:pt x="979754" y="608381"/>
                  </a:lnTo>
                  <a:lnTo>
                    <a:pt x="979754" y="593674"/>
                  </a:lnTo>
                  <a:lnTo>
                    <a:pt x="1041121" y="593674"/>
                  </a:lnTo>
                  <a:lnTo>
                    <a:pt x="1041121" y="587731"/>
                  </a:lnTo>
                  <a:lnTo>
                    <a:pt x="1054976" y="584810"/>
                  </a:lnTo>
                  <a:lnTo>
                    <a:pt x="1060926" y="590537"/>
                  </a:lnTo>
                  <a:lnTo>
                    <a:pt x="1074890" y="569671"/>
                  </a:lnTo>
                  <a:lnTo>
                    <a:pt x="1076192" y="568585"/>
                  </a:lnTo>
                  <a:cubicBezTo>
                    <a:pt x="1076192" y="568585"/>
                    <a:pt x="1076084" y="567506"/>
                    <a:pt x="1076515" y="566750"/>
                  </a:cubicBezTo>
                  <a:cubicBezTo>
                    <a:pt x="1083012" y="555181"/>
                    <a:pt x="1083875" y="552044"/>
                    <a:pt x="1088098" y="552907"/>
                  </a:cubicBezTo>
                  <a:lnTo>
                    <a:pt x="1088314" y="552907"/>
                  </a:lnTo>
                  <a:cubicBezTo>
                    <a:pt x="1094918" y="554317"/>
                    <a:pt x="1086688" y="563182"/>
                    <a:pt x="1091451" y="565023"/>
                  </a:cubicBezTo>
                  <a:cubicBezTo>
                    <a:pt x="1095782" y="566750"/>
                    <a:pt x="1090155" y="591191"/>
                    <a:pt x="1094156" y="584486"/>
                  </a:cubicBezTo>
                  <a:lnTo>
                    <a:pt x="1097077" y="579622"/>
                  </a:lnTo>
                  <a:cubicBezTo>
                    <a:pt x="1100112" y="574643"/>
                    <a:pt x="1109529" y="538093"/>
                    <a:pt x="1109313" y="538741"/>
                  </a:cubicBezTo>
                  <a:cubicBezTo>
                    <a:pt x="1110285" y="535172"/>
                    <a:pt x="1105846" y="533013"/>
                    <a:pt x="1106494" y="533553"/>
                  </a:cubicBezTo>
                  <a:cubicBezTo>
                    <a:pt x="1104875" y="532689"/>
                    <a:pt x="1104767" y="531171"/>
                    <a:pt x="1106278" y="530092"/>
                  </a:cubicBezTo>
                  <a:lnTo>
                    <a:pt x="1107904" y="529012"/>
                  </a:lnTo>
                  <a:cubicBezTo>
                    <a:pt x="1111148" y="526739"/>
                    <a:pt x="1112126" y="521659"/>
                    <a:pt x="1111910" y="522199"/>
                  </a:cubicBezTo>
                  <a:cubicBezTo>
                    <a:pt x="1112342" y="520357"/>
                    <a:pt x="1111256" y="519494"/>
                    <a:pt x="1109529" y="520033"/>
                  </a:cubicBezTo>
                  <a:lnTo>
                    <a:pt x="1105522" y="521443"/>
                  </a:lnTo>
                  <a:cubicBezTo>
                    <a:pt x="1101408" y="522954"/>
                    <a:pt x="1099026" y="518522"/>
                    <a:pt x="1102493" y="515817"/>
                  </a:cubicBezTo>
                  <a:cubicBezTo>
                    <a:pt x="1105846" y="512464"/>
                    <a:pt x="1112450" y="510089"/>
                    <a:pt x="1111040" y="505111"/>
                  </a:cubicBezTo>
                  <a:cubicBezTo>
                    <a:pt x="1111040" y="504571"/>
                    <a:pt x="1109421" y="501110"/>
                    <a:pt x="1111256" y="497434"/>
                  </a:cubicBezTo>
                  <a:cubicBezTo>
                    <a:pt x="1113968" y="492030"/>
                    <a:pt x="1115371" y="488137"/>
                    <a:pt x="1118730" y="485108"/>
                  </a:cubicBezTo>
                  <a:cubicBezTo>
                    <a:pt x="1124249" y="480022"/>
                    <a:pt x="1129011" y="476453"/>
                    <a:pt x="1131068" y="472021"/>
                  </a:cubicBezTo>
                  <a:cubicBezTo>
                    <a:pt x="1136047" y="461639"/>
                    <a:pt x="1138104" y="459156"/>
                    <a:pt x="1135723" y="455587"/>
                  </a:cubicBezTo>
                  <a:cubicBezTo>
                    <a:pt x="1127493" y="443579"/>
                    <a:pt x="1125544" y="438931"/>
                    <a:pt x="1123378" y="442824"/>
                  </a:cubicBezTo>
                  <a:lnTo>
                    <a:pt x="1122623" y="444341"/>
                  </a:lnTo>
                  <a:cubicBezTo>
                    <a:pt x="1116997" y="454717"/>
                    <a:pt x="1091559" y="437528"/>
                    <a:pt x="1082688" y="440881"/>
                  </a:cubicBezTo>
                  <a:cubicBezTo>
                    <a:pt x="1067207" y="446824"/>
                    <a:pt x="1062984" y="448774"/>
                    <a:pt x="1058221" y="449313"/>
                  </a:cubicBezTo>
                  <a:cubicBezTo>
                    <a:pt x="1035710" y="451695"/>
                    <a:pt x="1032027" y="451587"/>
                    <a:pt x="1027811" y="453422"/>
                  </a:cubicBezTo>
                  <a:cubicBezTo>
                    <a:pt x="1007783" y="462070"/>
                    <a:pt x="1005510" y="462179"/>
                    <a:pt x="1003891" y="466293"/>
                  </a:cubicBezTo>
                  <a:cubicBezTo>
                    <a:pt x="1000315" y="475050"/>
                    <a:pt x="997502" y="480454"/>
                    <a:pt x="997502" y="485216"/>
                  </a:cubicBezTo>
                  <a:cubicBezTo>
                    <a:pt x="997502" y="505111"/>
                    <a:pt x="998150" y="507276"/>
                    <a:pt x="995121" y="510305"/>
                  </a:cubicBezTo>
                  <a:cubicBezTo>
                    <a:pt x="994042" y="511600"/>
                    <a:pt x="989927" y="514522"/>
                    <a:pt x="989387" y="519062"/>
                  </a:cubicBezTo>
                  <a:cubicBezTo>
                    <a:pt x="988301" y="524465"/>
                    <a:pt x="989711" y="531063"/>
                    <a:pt x="985056" y="533444"/>
                  </a:cubicBezTo>
                  <a:cubicBezTo>
                    <a:pt x="952367" y="550424"/>
                    <a:pt x="947820" y="551504"/>
                    <a:pt x="951827" y="553987"/>
                  </a:cubicBezTo>
                  <a:cubicBezTo>
                    <a:pt x="952475" y="554209"/>
                    <a:pt x="954964" y="556368"/>
                    <a:pt x="958539" y="555073"/>
                  </a:cubicBezTo>
                  <a:cubicBezTo>
                    <a:pt x="960704" y="554533"/>
                    <a:pt x="965899" y="550964"/>
                    <a:pt x="969251" y="553987"/>
                  </a:cubicBezTo>
                  <a:cubicBezTo>
                    <a:pt x="970553" y="555181"/>
                    <a:pt x="970445" y="557124"/>
                    <a:pt x="969035" y="558317"/>
                  </a:cubicBezTo>
                  <a:cubicBezTo>
                    <a:pt x="960272" y="566102"/>
                    <a:pt x="958215" y="569024"/>
                    <a:pt x="954208" y="567398"/>
                  </a:cubicBezTo>
                  <a:lnTo>
                    <a:pt x="947388" y="564585"/>
                  </a:lnTo>
                  <a:cubicBezTo>
                    <a:pt x="943496" y="562966"/>
                    <a:pt x="941978" y="557339"/>
                    <a:pt x="942302" y="557886"/>
                  </a:cubicBezTo>
                  <a:cubicBezTo>
                    <a:pt x="941654" y="556152"/>
                    <a:pt x="939705" y="554749"/>
                    <a:pt x="937863" y="554749"/>
                  </a:cubicBezTo>
                  <a:cubicBezTo>
                    <a:pt x="921302" y="554965"/>
                    <a:pt x="918274" y="554425"/>
                    <a:pt x="914921" y="557339"/>
                  </a:cubicBezTo>
                  <a:cubicBezTo>
                    <a:pt x="909072" y="562318"/>
                    <a:pt x="906259" y="565779"/>
                    <a:pt x="901821" y="565779"/>
                  </a:cubicBezTo>
                  <a:lnTo>
                    <a:pt x="887533" y="565779"/>
                  </a:lnTo>
                  <a:cubicBezTo>
                    <a:pt x="881691" y="565779"/>
                    <a:pt x="849763" y="575945"/>
                    <a:pt x="850411" y="575723"/>
                  </a:cubicBezTo>
                  <a:cubicBezTo>
                    <a:pt x="848678" y="576269"/>
                    <a:pt x="846296" y="575399"/>
                    <a:pt x="845217" y="573996"/>
                  </a:cubicBezTo>
                  <a:lnTo>
                    <a:pt x="837965" y="563613"/>
                  </a:lnTo>
                  <a:cubicBezTo>
                    <a:pt x="835260" y="559721"/>
                    <a:pt x="830713" y="561778"/>
                    <a:pt x="826599" y="558965"/>
                  </a:cubicBezTo>
                  <a:cubicBezTo>
                    <a:pt x="825519" y="558317"/>
                    <a:pt x="822052" y="554965"/>
                    <a:pt x="817397" y="554965"/>
                  </a:cubicBezTo>
                  <a:cubicBezTo>
                    <a:pt x="811555" y="554965"/>
                    <a:pt x="807225" y="555397"/>
                    <a:pt x="803218" y="553555"/>
                  </a:cubicBezTo>
                  <a:cubicBezTo>
                    <a:pt x="802354" y="553015"/>
                    <a:pt x="797592" y="551612"/>
                    <a:pt x="795211" y="547720"/>
                  </a:cubicBezTo>
                  <a:cubicBezTo>
                    <a:pt x="787851" y="535172"/>
                    <a:pt x="779621" y="532905"/>
                    <a:pt x="778542" y="525983"/>
                  </a:cubicBezTo>
                  <a:cubicBezTo>
                    <a:pt x="777024" y="516788"/>
                    <a:pt x="776808" y="511169"/>
                    <a:pt x="773671" y="507600"/>
                  </a:cubicBezTo>
                  <a:cubicBezTo>
                    <a:pt x="749319" y="480346"/>
                    <a:pt x="748995" y="480454"/>
                    <a:pt x="747154" y="476453"/>
                  </a:cubicBezTo>
                  <a:cubicBezTo>
                    <a:pt x="739470" y="459696"/>
                    <a:pt x="737845" y="457854"/>
                    <a:pt x="739254" y="453854"/>
                  </a:cubicBezTo>
                  <a:cubicBezTo>
                    <a:pt x="740442" y="448342"/>
                    <a:pt x="744772" y="442824"/>
                    <a:pt x="740874" y="439255"/>
                  </a:cubicBezTo>
                  <a:cubicBezTo>
                    <a:pt x="732650" y="431686"/>
                    <a:pt x="727780" y="428117"/>
                    <a:pt x="726478" y="423577"/>
                  </a:cubicBezTo>
                  <a:cubicBezTo>
                    <a:pt x="722370" y="409302"/>
                    <a:pt x="720744" y="406165"/>
                    <a:pt x="721931" y="401841"/>
                  </a:cubicBezTo>
                  <a:cubicBezTo>
                    <a:pt x="723665" y="395243"/>
                    <a:pt x="725183" y="390271"/>
                    <a:pt x="725399" y="385839"/>
                  </a:cubicBezTo>
                  <a:lnTo>
                    <a:pt x="727348" y="346151"/>
                  </a:lnTo>
                  <a:cubicBezTo>
                    <a:pt x="727348" y="348634"/>
                    <a:pt x="735787" y="309277"/>
                    <a:pt x="739038" y="303111"/>
                  </a:cubicBezTo>
                  <a:cubicBezTo>
                    <a:pt x="747478" y="287217"/>
                    <a:pt x="751700" y="277914"/>
                    <a:pt x="751700" y="277914"/>
                  </a:cubicBezTo>
                  <a:lnTo>
                    <a:pt x="734708" y="278130"/>
                  </a:lnTo>
                  <a:lnTo>
                    <a:pt x="729075" y="270993"/>
                  </a:lnTo>
                  <a:lnTo>
                    <a:pt x="709486" y="270993"/>
                  </a:lnTo>
                  <a:lnTo>
                    <a:pt x="695306" y="260826"/>
                  </a:lnTo>
                  <a:lnTo>
                    <a:pt x="675716" y="258343"/>
                  </a:lnTo>
                  <a:lnTo>
                    <a:pt x="670738" y="240716"/>
                  </a:lnTo>
                  <a:lnTo>
                    <a:pt x="661861" y="234334"/>
                  </a:lnTo>
                  <a:lnTo>
                    <a:pt x="660349" y="208598"/>
                  </a:lnTo>
                  <a:lnTo>
                    <a:pt x="649199" y="205461"/>
                  </a:lnTo>
                  <a:lnTo>
                    <a:pt x="640975" y="186538"/>
                  </a:lnTo>
                  <a:lnTo>
                    <a:pt x="630365" y="181350"/>
                  </a:lnTo>
                  <a:lnTo>
                    <a:pt x="612724" y="145231"/>
                  </a:lnTo>
                  <a:lnTo>
                    <a:pt x="598545" y="133229"/>
                  </a:lnTo>
                  <a:lnTo>
                    <a:pt x="596379" y="121221"/>
                  </a:lnTo>
                  <a:lnTo>
                    <a:pt x="587070" y="115386"/>
                  </a:lnTo>
                  <a:lnTo>
                    <a:pt x="577869" y="123063"/>
                  </a:lnTo>
                  <a:lnTo>
                    <a:pt x="557200" y="118307"/>
                  </a:lnTo>
                  <a:lnTo>
                    <a:pt x="542373" y="124574"/>
                  </a:lnTo>
                  <a:lnTo>
                    <a:pt x="522891" y="154966"/>
                  </a:lnTo>
                  <a:lnTo>
                    <a:pt x="470935" y="127927"/>
                  </a:lnTo>
                  <a:lnTo>
                    <a:pt x="467906" y="107277"/>
                  </a:lnTo>
                  <a:lnTo>
                    <a:pt x="455244" y="85649"/>
                  </a:lnTo>
                  <a:lnTo>
                    <a:pt x="440842" y="79375"/>
                  </a:lnTo>
                  <a:lnTo>
                    <a:pt x="422554" y="59150"/>
                  </a:lnTo>
                  <a:lnTo>
                    <a:pt x="409454" y="55474"/>
                  </a:lnTo>
                  <a:lnTo>
                    <a:pt x="397986" y="43256"/>
                  </a:lnTo>
                  <a:lnTo>
                    <a:pt x="327736" y="43256"/>
                  </a:lnTo>
                  <a:lnTo>
                    <a:pt x="327736" y="61639"/>
                  </a:lnTo>
                  <a:lnTo>
                    <a:pt x="224155" y="61208"/>
                  </a:lnTo>
                  <a:moveTo>
                    <a:pt x="724751" y="440011"/>
                  </a:moveTo>
                  <a:cubicBezTo>
                    <a:pt x="725183" y="435147"/>
                    <a:pt x="730053" y="441420"/>
                    <a:pt x="731787" y="442500"/>
                  </a:cubicBezTo>
                  <a:cubicBezTo>
                    <a:pt x="733190" y="443687"/>
                    <a:pt x="733838" y="446176"/>
                    <a:pt x="733298" y="447910"/>
                  </a:cubicBezTo>
                  <a:lnTo>
                    <a:pt x="732974" y="449098"/>
                  </a:lnTo>
                  <a:cubicBezTo>
                    <a:pt x="731564" y="453314"/>
                    <a:pt x="726916" y="448126"/>
                    <a:pt x="726916" y="448126"/>
                  </a:cubicBezTo>
                  <a:cubicBezTo>
                    <a:pt x="723449" y="445313"/>
                    <a:pt x="724859" y="440665"/>
                    <a:pt x="724751" y="439903"/>
                  </a:cubicBezTo>
                  <a:lnTo>
                    <a:pt x="724751" y="440011"/>
                  </a:lnTo>
                  <a:close/>
                  <a:moveTo>
                    <a:pt x="731133" y="301816"/>
                  </a:moveTo>
                  <a:cubicBezTo>
                    <a:pt x="728967" y="306032"/>
                    <a:pt x="728536" y="309385"/>
                    <a:pt x="722370" y="333712"/>
                  </a:cubicBezTo>
                  <a:cubicBezTo>
                    <a:pt x="721068" y="338690"/>
                    <a:pt x="714248" y="328739"/>
                    <a:pt x="714248" y="328739"/>
                  </a:cubicBezTo>
                  <a:cubicBezTo>
                    <a:pt x="711435" y="325603"/>
                    <a:pt x="714902" y="322574"/>
                    <a:pt x="715118" y="321926"/>
                  </a:cubicBezTo>
                  <a:cubicBezTo>
                    <a:pt x="717823" y="318141"/>
                    <a:pt x="718795" y="312738"/>
                    <a:pt x="720744" y="305276"/>
                  </a:cubicBezTo>
                  <a:cubicBezTo>
                    <a:pt x="721716" y="301492"/>
                    <a:pt x="720744" y="298031"/>
                    <a:pt x="719988" y="294894"/>
                  </a:cubicBezTo>
                  <a:cubicBezTo>
                    <a:pt x="718795" y="289700"/>
                    <a:pt x="727240" y="292297"/>
                    <a:pt x="732974" y="291649"/>
                  </a:cubicBezTo>
                  <a:cubicBezTo>
                    <a:pt x="738168" y="291649"/>
                    <a:pt x="732434" y="298247"/>
                    <a:pt x="731133" y="3018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F8362863-88DC-E763-9930-3672A285825E}"/>
                </a:ext>
              </a:extLst>
            </p:cNvPr>
            <p:cNvSpPr/>
            <p:nvPr/>
          </p:nvSpPr>
          <p:spPr>
            <a:xfrm>
              <a:off x="5546393" y="2479906"/>
              <a:ext cx="10531" cy="7323"/>
            </a:xfrm>
            <a:custGeom>
              <a:avLst/>
              <a:gdLst>
                <a:gd name="csX0" fmla="*/ 10485 w 10531"/>
                <a:gd name="csY0" fmla="*/ 4284 h 7323"/>
                <a:gd name="csX1" fmla="*/ 3233 w 10531"/>
                <a:gd name="csY1" fmla="*/ 61 h 7323"/>
                <a:gd name="csX2" fmla="*/ 90 w 10531"/>
                <a:gd name="csY2" fmla="*/ 3522 h 7323"/>
                <a:gd name="csX3" fmla="*/ 10485 w 10531"/>
                <a:gd name="csY3" fmla="*/ 4391 h 7323"/>
                <a:gd name="csX4" fmla="*/ 10485 w 10531"/>
                <a:gd name="csY4" fmla="*/ 4284 h 7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31" h="7323">
                  <a:moveTo>
                    <a:pt x="10485" y="4284"/>
                  </a:moveTo>
                  <a:cubicBezTo>
                    <a:pt x="11241" y="277"/>
                    <a:pt x="2579" y="-155"/>
                    <a:pt x="3233" y="61"/>
                  </a:cubicBezTo>
                  <a:cubicBezTo>
                    <a:pt x="-234" y="-587"/>
                    <a:pt x="-126" y="4176"/>
                    <a:pt x="90" y="3522"/>
                  </a:cubicBezTo>
                  <a:cubicBezTo>
                    <a:pt x="312" y="8932"/>
                    <a:pt x="9723" y="7960"/>
                    <a:pt x="10485" y="4391"/>
                  </a:cubicBezTo>
                  <a:lnTo>
                    <a:pt x="10485" y="428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68CFD75-365A-A514-AC0F-636D936AE4A7}"/>
                </a:ext>
              </a:extLst>
            </p:cNvPr>
            <p:cNvSpPr/>
            <p:nvPr/>
          </p:nvSpPr>
          <p:spPr>
            <a:xfrm>
              <a:off x="5431707" y="2132088"/>
              <a:ext cx="10736" cy="13570"/>
            </a:xfrm>
            <a:custGeom>
              <a:avLst/>
              <a:gdLst>
                <a:gd name="csX0" fmla="*/ 3512 w 10736"/>
                <a:gd name="csY0" fmla="*/ 0 h 13570"/>
                <a:gd name="csX1" fmla="*/ 2864 w 10736"/>
                <a:gd name="csY1" fmla="*/ 0 h 13570"/>
                <a:gd name="csX2" fmla="*/ 51 w 10736"/>
                <a:gd name="csY2" fmla="*/ 3899 h 13570"/>
                <a:gd name="csX3" fmla="*/ 5030 w 10736"/>
                <a:gd name="csY3" fmla="*/ 13519 h 13570"/>
                <a:gd name="csX4" fmla="*/ 10440 w 10736"/>
                <a:gd name="csY4" fmla="*/ 9087 h 13570"/>
                <a:gd name="csX5" fmla="*/ 3512 w 10736"/>
                <a:gd name="csY5" fmla="*/ 108 h 13570"/>
                <a:gd name="csX6" fmla="*/ 3512 w 10736"/>
                <a:gd name="csY6" fmla="*/ 0 h 1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6" h="13570">
                  <a:moveTo>
                    <a:pt x="3512" y="0"/>
                  </a:moveTo>
                  <a:lnTo>
                    <a:pt x="2864" y="0"/>
                  </a:lnTo>
                  <a:cubicBezTo>
                    <a:pt x="1023" y="108"/>
                    <a:pt x="-279" y="1842"/>
                    <a:pt x="51" y="3899"/>
                  </a:cubicBezTo>
                  <a:cubicBezTo>
                    <a:pt x="915" y="6490"/>
                    <a:pt x="51" y="14275"/>
                    <a:pt x="5030" y="13519"/>
                  </a:cubicBezTo>
                  <a:cubicBezTo>
                    <a:pt x="5785" y="13195"/>
                    <a:pt x="12173" y="13519"/>
                    <a:pt x="10440" y="9087"/>
                  </a:cubicBezTo>
                  <a:cubicBezTo>
                    <a:pt x="10440" y="9087"/>
                    <a:pt x="8274" y="-108"/>
                    <a:pt x="3512" y="108"/>
                  </a:cubicBezTo>
                  <a:lnTo>
                    <a:pt x="3512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67DCD646-2865-3E0E-D81D-A5E53C34F470}"/>
                </a:ext>
              </a:extLst>
            </p:cNvPr>
            <p:cNvSpPr/>
            <p:nvPr/>
          </p:nvSpPr>
          <p:spPr>
            <a:xfrm>
              <a:off x="5452366" y="2205242"/>
              <a:ext cx="16966" cy="20234"/>
            </a:xfrm>
            <a:custGeom>
              <a:avLst/>
              <a:gdLst>
                <a:gd name="csX0" fmla="*/ 16946 w 16966"/>
                <a:gd name="csY0" fmla="*/ 3300 h 20234"/>
                <a:gd name="csX1" fmla="*/ 13809 w 16966"/>
                <a:gd name="csY1" fmla="*/ 709 h 20234"/>
                <a:gd name="csX2" fmla="*/ 5802 w 16966"/>
                <a:gd name="csY2" fmla="*/ 6977 h 20234"/>
                <a:gd name="csX3" fmla="*/ 277 w 16966"/>
                <a:gd name="csY3" fmla="*/ 15956 h 20234"/>
                <a:gd name="csX4" fmla="*/ 9910 w 16966"/>
                <a:gd name="csY4" fmla="*/ 17791 h 20234"/>
                <a:gd name="csX5" fmla="*/ 16946 w 16966"/>
                <a:gd name="csY5" fmla="*/ 3408 h 20234"/>
                <a:gd name="csX6" fmla="*/ 16946 w 16966"/>
                <a:gd name="csY6" fmla="*/ 3300 h 20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966" h="20234">
                  <a:moveTo>
                    <a:pt x="16946" y="3300"/>
                  </a:moveTo>
                  <a:cubicBezTo>
                    <a:pt x="16622" y="2652"/>
                    <a:pt x="16946" y="-1672"/>
                    <a:pt x="13809" y="709"/>
                  </a:cubicBezTo>
                  <a:lnTo>
                    <a:pt x="5802" y="6977"/>
                  </a:lnTo>
                  <a:cubicBezTo>
                    <a:pt x="2119" y="9790"/>
                    <a:pt x="-47" y="16603"/>
                    <a:pt x="277" y="15956"/>
                  </a:cubicBezTo>
                  <a:cubicBezTo>
                    <a:pt x="-1672" y="20820"/>
                    <a:pt x="7205" y="21683"/>
                    <a:pt x="9910" y="17791"/>
                  </a:cubicBezTo>
                  <a:cubicBezTo>
                    <a:pt x="13809" y="12171"/>
                    <a:pt x="17270" y="8278"/>
                    <a:pt x="16946" y="3408"/>
                  </a:cubicBezTo>
                  <a:lnTo>
                    <a:pt x="16946" y="330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0D7ADA4-710A-52C5-956F-6A54CE24E02A}"/>
                </a:ext>
              </a:extLst>
            </p:cNvPr>
            <p:cNvSpPr/>
            <p:nvPr/>
          </p:nvSpPr>
          <p:spPr>
            <a:xfrm>
              <a:off x="5378046" y="1953562"/>
              <a:ext cx="319130" cy="491581"/>
            </a:xfrm>
            <a:custGeom>
              <a:avLst/>
              <a:gdLst>
                <a:gd name="csX0" fmla="*/ 16475 w 319130"/>
                <a:gd name="csY0" fmla="*/ 60118 h 491581"/>
                <a:gd name="csX1" fmla="*/ 15173 w 319130"/>
                <a:gd name="csY1" fmla="*/ 65313 h 491581"/>
                <a:gd name="csX2" fmla="*/ 9007 w 319130"/>
                <a:gd name="csY2" fmla="*/ 67472 h 491581"/>
                <a:gd name="csX3" fmla="*/ 6302 w 319130"/>
                <a:gd name="csY3" fmla="*/ 67472 h 491581"/>
                <a:gd name="csX4" fmla="*/ 238 w 319130"/>
                <a:gd name="csY4" fmla="*/ 74069 h 491581"/>
                <a:gd name="csX5" fmla="*/ 2079 w 319130"/>
                <a:gd name="csY5" fmla="*/ 78717 h 491581"/>
                <a:gd name="csX6" fmla="*/ 11065 w 319130"/>
                <a:gd name="csY6" fmla="*/ 80235 h 491581"/>
                <a:gd name="csX7" fmla="*/ 22209 w 319130"/>
                <a:gd name="csY7" fmla="*/ 88992 h 491581"/>
                <a:gd name="csX8" fmla="*/ 27734 w 319130"/>
                <a:gd name="csY8" fmla="*/ 93316 h 491581"/>
                <a:gd name="csX9" fmla="*/ 32604 w 319130"/>
                <a:gd name="csY9" fmla="*/ 96453 h 491581"/>
                <a:gd name="csX10" fmla="*/ 40287 w 319130"/>
                <a:gd name="csY10" fmla="*/ 91805 h 491581"/>
                <a:gd name="csX11" fmla="*/ 35417 w 319130"/>
                <a:gd name="csY11" fmla="*/ 106511 h 491581"/>
                <a:gd name="csX12" fmla="*/ 35849 w 319130"/>
                <a:gd name="csY12" fmla="*/ 110296 h 491581"/>
                <a:gd name="csX13" fmla="*/ 25460 w 319130"/>
                <a:gd name="csY13" fmla="*/ 112455 h 491581"/>
                <a:gd name="csX14" fmla="*/ 23726 w 319130"/>
                <a:gd name="csY14" fmla="*/ 117217 h 491581"/>
                <a:gd name="csX15" fmla="*/ 31626 w 319130"/>
                <a:gd name="csY15" fmla="*/ 120138 h 491581"/>
                <a:gd name="csX16" fmla="*/ 18856 w 319130"/>
                <a:gd name="csY16" fmla="*/ 128355 h 491581"/>
                <a:gd name="csX17" fmla="*/ 19072 w 319130"/>
                <a:gd name="csY17" fmla="*/ 135817 h 491581"/>
                <a:gd name="csX18" fmla="*/ 15719 w 319130"/>
                <a:gd name="csY18" fmla="*/ 136356 h 491581"/>
                <a:gd name="csX19" fmla="*/ 13230 w 319130"/>
                <a:gd name="csY19" fmla="*/ 141005 h 491581"/>
                <a:gd name="csX20" fmla="*/ 17231 w 319130"/>
                <a:gd name="csY20" fmla="*/ 143925 h 491581"/>
                <a:gd name="csX21" fmla="*/ 35849 w 319130"/>
                <a:gd name="csY21" fmla="*/ 138192 h 491581"/>
                <a:gd name="csX22" fmla="*/ 38122 w 319130"/>
                <a:gd name="csY22" fmla="*/ 136033 h 491581"/>
                <a:gd name="csX23" fmla="*/ 42453 w 319130"/>
                <a:gd name="csY23" fmla="*/ 141112 h 491581"/>
                <a:gd name="csX24" fmla="*/ 26324 w 319130"/>
                <a:gd name="csY24" fmla="*/ 159388 h 491581"/>
                <a:gd name="csX25" fmla="*/ 16151 w 319130"/>
                <a:gd name="csY25" fmla="*/ 163712 h 491581"/>
                <a:gd name="csX26" fmla="*/ 12252 w 319130"/>
                <a:gd name="csY26" fmla="*/ 168043 h 491581"/>
                <a:gd name="csX27" fmla="*/ 13554 w 319130"/>
                <a:gd name="csY27" fmla="*/ 176476 h 491581"/>
                <a:gd name="csX28" fmla="*/ 20374 w 319130"/>
                <a:gd name="csY28" fmla="*/ 176584 h 491581"/>
                <a:gd name="csX29" fmla="*/ 24806 w 319130"/>
                <a:gd name="csY29" fmla="*/ 178527 h 491581"/>
                <a:gd name="csX30" fmla="*/ 45158 w 319130"/>
                <a:gd name="csY30" fmla="*/ 151495 h 491581"/>
                <a:gd name="csX31" fmla="*/ 42129 w 319130"/>
                <a:gd name="csY31" fmla="*/ 168799 h 491581"/>
                <a:gd name="csX32" fmla="*/ 42669 w 319130"/>
                <a:gd name="csY32" fmla="*/ 177339 h 491581"/>
                <a:gd name="csX33" fmla="*/ 39963 w 319130"/>
                <a:gd name="csY33" fmla="*/ 198643 h 491581"/>
                <a:gd name="csX34" fmla="*/ 47107 w 319130"/>
                <a:gd name="csY34" fmla="*/ 194427 h 491581"/>
                <a:gd name="csX35" fmla="*/ 51216 w 319130"/>
                <a:gd name="csY35" fmla="*/ 173771 h 491581"/>
                <a:gd name="csX36" fmla="*/ 58360 w 319130"/>
                <a:gd name="csY36" fmla="*/ 167281 h 491581"/>
                <a:gd name="csX37" fmla="*/ 66157 w 319130"/>
                <a:gd name="csY37" fmla="*/ 170634 h 491581"/>
                <a:gd name="csX38" fmla="*/ 67992 w 319130"/>
                <a:gd name="csY38" fmla="*/ 163928 h 491581"/>
                <a:gd name="csX39" fmla="*/ 72215 w 319130"/>
                <a:gd name="csY39" fmla="*/ 170310 h 491581"/>
                <a:gd name="csX40" fmla="*/ 74381 w 319130"/>
                <a:gd name="csY40" fmla="*/ 178857 h 491581"/>
                <a:gd name="csX41" fmla="*/ 82172 w 319130"/>
                <a:gd name="csY41" fmla="*/ 187613 h 491581"/>
                <a:gd name="csX42" fmla="*/ 82172 w 319130"/>
                <a:gd name="csY42" fmla="*/ 188369 h 491581"/>
                <a:gd name="csX43" fmla="*/ 72647 w 319130"/>
                <a:gd name="csY43" fmla="*/ 197240 h 491581"/>
                <a:gd name="csX44" fmla="*/ 60525 w 319130"/>
                <a:gd name="csY44" fmla="*/ 223408 h 491581"/>
                <a:gd name="csX45" fmla="*/ 69726 w 319130"/>
                <a:gd name="csY45" fmla="*/ 238223 h 491581"/>
                <a:gd name="csX46" fmla="*/ 70812 w 319130"/>
                <a:gd name="csY46" fmla="*/ 229676 h 491581"/>
                <a:gd name="csX47" fmla="*/ 77301 w 319130"/>
                <a:gd name="csY47" fmla="*/ 226545 h 491581"/>
                <a:gd name="csX48" fmla="*/ 90401 w 319130"/>
                <a:gd name="csY48" fmla="*/ 232165 h 491581"/>
                <a:gd name="csX49" fmla="*/ 93647 w 319130"/>
                <a:gd name="csY49" fmla="*/ 225676 h 491581"/>
                <a:gd name="csX50" fmla="*/ 108366 w 319130"/>
                <a:gd name="csY50" fmla="*/ 227625 h 491581"/>
                <a:gd name="csX51" fmla="*/ 122545 w 319130"/>
                <a:gd name="csY51" fmla="*/ 217890 h 491581"/>
                <a:gd name="csX52" fmla="*/ 133804 w 319130"/>
                <a:gd name="csY52" fmla="*/ 219300 h 491581"/>
                <a:gd name="csX53" fmla="*/ 124387 w 319130"/>
                <a:gd name="csY53" fmla="*/ 229676 h 491581"/>
                <a:gd name="csX54" fmla="*/ 120272 w 319130"/>
                <a:gd name="csY54" fmla="*/ 250225 h 491581"/>
                <a:gd name="csX55" fmla="*/ 136725 w 319130"/>
                <a:gd name="csY55" fmla="*/ 266773 h 491581"/>
                <a:gd name="csX56" fmla="*/ 143869 w 319130"/>
                <a:gd name="csY56" fmla="*/ 263312 h 491581"/>
                <a:gd name="csX57" fmla="*/ 148415 w 319130"/>
                <a:gd name="csY57" fmla="*/ 270341 h 491581"/>
                <a:gd name="csX58" fmla="*/ 141487 w 319130"/>
                <a:gd name="csY58" fmla="*/ 287099 h 491581"/>
                <a:gd name="csX59" fmla="*/ 141919 w 319130"/>
                <a:gd name="csY59" fmla="*/ 287531 h 491581"/>
                <a:gd name="csX60" fmla="*/ 138242 w 319130"/>
                <a:gd name="csY60" fmla="*/ 301806 h 491581"/>
                <a:gd name="csX61" fmla="*/ 136509 w 319130"/>
                <a:gd name="csY61" fmla="*/ 313483 h 491581"/>
                <a:gd name="csX62" fmla="*/ 126768 w 319130"/>
                <a:gd name="csY62" fmla="*/ 310130 h 491581"/>
                <a:gd name="csX63" fmla="*/ 114322 w 319130"/>
                <a:gd name="csY63" fmla="*/ 312296 h 491581"/>
                <a:gd name="csX64" fmla="*/ 112804 w 319130"/>
                <a:gd name="csY64" fmla="*/ 311756 h 491581"/>
                <a:gd name="csX65" fmla="*/ 103063 w 319130"/>
                <a:gd name="csY65" fmla="*/ 314785 h 491581"/>
                <a:gd name="csX66" fmla="*/ 88884 w 319130"/>
                <a:gd name="csY66" fmla="*/ 307540 h 491581"/>
                <a:gd name="csX67" fmla="*/ 80985 w 319130"/>
                <a:gd name="csY67" fmla="*/ 312296 h 491581"/>
                <a:gd name="csX68" fmla="*/ 87912 w 319130"/>
                <a:gd name="csY68" fmla="*/ 326786 h 491581"/>
                <a:gd name="csX69" fmla="*/ 78495 w 319130"/>
                <a:gd name="csY69" fmla="*/ 337708 h 491581"/>
                <a:gd name="csX70" fmla="*/ 88884 w 319130"/>
                <a:gd name="csY70" fmla="*/ 339004 h 491581"/>
                <a:gd name="csX71" fmla="*/ 99273 w 319130"/>
                <a:gd name="csY71" fmla="*/ 338140 h 491581"/>
                <a:gd name="csX72" fmla="*/ 97437 w 319130"/>
                <a:gd name="csY72" fmla="*/ 366690 h 491581"/>
                <a:gd name="csX73" fmla="*/ 58036 w 319130"/>
                <a:gd name="csY73" fmla="*/ 387232 h 491581"/>
                <a:gd name="csX74" fmla="*/ 61064 w 319130"/>
                <a:gd name="csY74" fmla="*/ 394916 h 491581"/>
                <a:gd name="csX75" fmla="*/ 60201 w 319130"/>
                <a:gd name="csY75" fmla="*/ 396319 h 491581"/>
                <a:gd name="csX76" fmla="*/ 72431 w 319130"/>
                <a:gd name="csY76" fmla="*/ 401399 h 491581"/>
                <a:gd name="csX77" fmla="*/ 83582 w 319130"/>
                <a:gd name="csY77" fmla="*/ 395131 h 491581"/>
                <a:gd name="csX78" fmla="*/ 94510 w 319130"/>
                <a:gd name="csY78" fmla="*/ 400535 h 491581"/>
                <a:gd name="csX79" fmla="*/ 93754 w 319130"/>
                <a:gd name="csY79" fmla="*/ 402161 h 491581"/>
                <a:gd name="csX80" fmla="*/ 112697 w 319130"/>
                <a:gd name="csY80" fmla="*/ 404968 h 491581"/>
                <a:gd name="csX81" fmla="*/ 123739 w 319130"/>
                <a:gd name="csY81" fmla="*/ 414486 h 491581"/>
                <a:gd name="csX82" fmla="*/ 135753 w 319130"/>
                <a:gd name="csY82" fmla="*/ 411134 h 491581"/>
                <a:gd name="csX83" fmla="*/ 137804 w 319130"/>
                <a:gd name="csY83" fmla="*/ 407997 h 491581"/>
                <a:gd name="csX84" fmla="*/ 143113 w 319130"/>
                <a:gd name="csY84" fmla="*/ 404536 h 491581"/>
                <a:gd name="csX85" fmla="*/ 153501 w 319130"/>
                <a:gd name="csY85" fmla="*/ 405184 h 491581"/>
                <a:gd name="csX86" fmla="*/ 144300 w 319130"/>
                <a:gd name="csY86" fmla="*/ 413515 h 491581"/>
                <a:gd name="csX87" fmla="*/ 141379 w 319130"/>
                <a:gd name="csY87" fmla="*/ 421408 h 491581"/>
                <a:gd name="csX88" fmla="*/ 137804 w 319130"/>
                <a:gd name="csY88" fmla="*/ 425840 h 491581"/>
                <a:gd name="csX89" fmla="*/ 132070 w 319130"/>
                <a:gd name="csY89" fmla="*/ 427135 h 491581"/>
                <a:gd name="csX90" fmla="*/ 124387 w 319130"/>
                <a:gd name="csY90" fmla="*/ 425624 h 491581"/>
                <a:gd name="csX91" fmla="*/ 117999 w 319130"/>
                <a:gd name="csY91" fmla="*/ 424221 h 491581"/>
                <a:gd name="csX92" fmla="*/ 95164 w 319130"/>
                <a:gd name="csY92" fmla="*/ 428653 h 491581"/>
                <a:gd name="csX93" fmla="*/ 91481 w 319130"/>
                <a:gd name="csY93" fmla="*/ 435359 h 491581"/>
                <a:gd name="csX94" fmla="*/ 84013 w 319130"/>
                <a:gd name="csY94" fmla="*/ 438165 h 491581"/>
                <a:gd name="csX95" fmla="*/ 80007 w 319130"/>
                <a:gd name="csY95" fmla="*/ 449087 h 491581"/>
                <a:gd name="csX96" fmla="*/ 68647 w 319130"/>
                <a:gd name="csY96" fmla="*/ 457419 h 491581"/>
                <a:gd name="csX97" fmla="*/ 57820 w 319130"/>
                <a:gd name="csY97" fmla="*/ 471579 h 491581"/>
                <a:gd name="csX98" fmla="*/ 39856 w 319130"/>
                <a:gd name="csY98" fmla="*/ 483371 h 491581"/>
                <a:gd name="csX99" fmla="*/ 39856 w 319130"/>
                <a:gd name="csY99" fmla="*/ 484990 h 491581"/>
                <a:gd name="csX100" fmla="*/ 54251 w 319130"/>
                <a:gd name="csY100" fmla="*/ 486070 h 491581"/>
                <a:gd name="csX101" fmla="*/ 61287 w 319130"/>
                <a:gd name="csY101" fmla="*/ 491048 h 491581"/>
                <a:gd name="csX102" fmla="*/ 66589 w 319130"/>
                <a:gd name="csY102" fmla="*/ 484882 h 491581"/>
                <a:gd name="csX103" fmla="*/ 71351 w 319130"/>
                <a:gd name="csY103" fmla="*/ 476881 h 491581"/>
                <a:gd name="csX104" fmla="*/ 96460 w 319130"/>
                <a:gd name="csY104" fmla="*/ 469096 h 491581"/>
                <a:gd name="csX105" fmla="*/ 116703 w 319130"/>
                <a:gd name="csY105" fmla="*/ 476450 h 491581"/>
                <a:gd name="csX106" fmla="*/ 128934 w 319130"/>
                <a:gd name="csY106" fmla="*/ 454498 h 491581"/>
                <a:gd name="csX107" fmla="*/ 149602 w 319130"/>
                <a:gd name="csY107" fmla="*/ 451145 h 491581"/>
                <a:gd name="csX108" fmla="*/ 157832 w 319130"/>
                <a:gd name="csY108" fmla="*/ 456117 h 491581"/>
                <a:gd name="csX109" fmla="*/ 164436 w 319130"/>
                <a:gd name="csY109" fmla="*/ 456117 h 491581"/>
                <a:gd name="csX110" fmla="*/ 178394 w 319130"/>
                <a:gd name="csY110" fmla="*/ 457743 h 491581"/>
                <a:gd name="csX111" fmla="*/ 180667 w 319130"/>
                <a:gd name="csY111" fmla="*/ 454498 h 491581"/>
                <a:gd name="csX112" fmla="*/ 183048 w 319130"/>
                <a:gd name="csY112" fmla="*/ 449957 h 491581"/>
                <a:gd name="csX113" fmla="*/ 201774 w 319130"/>
                <a:gd name="csY113" fmla="*/ 444223 h 491581"/>
                <a:gd name="csX114" fmla="*/ 225371 w 319130"/>
                <a:gd name="csY114" fmla="*/ 448008 h 491581"/>
                <a:gd name="csX115" fmla="*/ 246478 w 319130"/>
                <a:gd name="csY115" fmla="*/ 443900 h 491581"/>
                <a:gd name="csX116" fmla="*/ 260436 w 319130"/>
                <a:gd name="csY116" fmla="*/ 448656 h 491581"/>
                <a:gd name="csX117" fmla="*/ 265852 w 319130"/>
                <a:gd name="csY117" fmla="*/ 446281 h 491581"/>
                <a:gd name="csX118" fmla="*/ 274831 w 319130"/>
                <a:gd name="csY118" fmla="*/ 443252 h 491581"/>
                <a:gd name="csX119" fmla="*/ 281327 w 319130"/>
                <a:gd name="csY119" fmla="*/ 440115 h 491581"/>
                <a:gd name="csX120" fmla="*/ 291500 w 319130"/>
                <a:gd name="csY120" fmla="*/ 436654 h 491581"/>
                <a:gd name="csX121" fmla="*/ 296700 w 319130"/>
                <a:gd name="csY121" fmla="*/ 430704 h 491581"/>
                <a:gd name="csX122" fmla="*/ 303622 w 319130"/>
                <a:gd name="csY122" fmla="*/ 428221 h 491581"/>
                <a:gd name="csX123" fmla="*/ 307737 w 319130"/>
                <a:gd name="csY123" fmla="*/ 420106 h 491581"/>
                <a:gd name="csX124" fmla="*/ 294535 w 319130"/>
                <a:gd name="csY124" fmla="*/ 416645 h 491581"/>
                <a:gd name="csX125" fmla="*/ 284572 w 319130"/>
                <a:gd name="csY125" fmla="*/ 413407 h 491581"/>
                <a:gd name="csX126" fmla="*/ 284356 w 319130"/>
                <a:gd name="csY126" fmla="*/ 413407 h 491581"/>
                <a:gd name="csX127" fmla="*/ 280679 w 319130"/>
                <a:gd name="csY127" fmla="*/ 409838 h 491581"/>
                <a:gd name="csX128" fmla="*/ 285766 w 319130"/>
                <a:gd name="csY128" fmla="*/ 404968 h 491581"/>
                <a:gd name="csX129" fmla="*/ 288579 w 319130"/>
                <a:gd name="csY129" fmla="*/ 398478 h 491581"/>
                <a:gd name="csX130" fmla="*/ 291500 w 319130"/>
                <a:gd name="csY130" fmla="*/ 393938 h 491581"/>
                <a:gd name="csX131" fmla="*/ 298104 w 319130"/>
                <a:gd name="csY131" fmla="*/ 392318 h 491581"/>
                <a:gd name="csX132" fmla="*/ 305140 w 319130"/>
                <a:gd name="csY132" fmla="*/ 383016 h 491581"/>
                <a:gd name="csX133" fmla="*/ 310658 w 319130"/>
                <a:gd name="csY133" fmla="*/ 379015 h 491581"/>
                <a:gd name="csX134" fmla="*/ 314233 w 319130"/>
                <a:gd name="csY134" fmla="*/ 371122 h 491581"/>
                <a:gd name="csX135" fmla="*/ 317370 w 319130"/>
                <a:gd name="csY135" fmla="*/ 363445 h 491581"/>
                <a:gd name="csX136" fmla="*/ 315420 w 319130"/>
                <a:gd name="csY136" fmla="*/ 343436 h 491581"/>
                <a:gd name="csX137" fmla="*/ 296700 w 319130"/>
                <a:gd name="csY137" fmla="*/ 331974 h 491581"/>
                <a:gd name="csX138" fmla="*/ 272564 w 319130"/>
                <a:gd name="csY138" fmla="*/ 334356 h 491581"/>
                <a:gd name="csX139" fmla="*/ 267148 w 319130"/>
                <a:gd name="csY139" fmla="*/ 339544 h 491581"/>
                <a:gd name="csX140" fmla="*/ 257623 w 319130"/>
                <a:gd name="csY140" fmla="*/ 336413 h 491581"/>
                <a:gd name="csX141" fmla="*/ 266392 w 319130"/>
                <a:gd name="csY141" fmla="*/ 316944 h 491581"/>
                <a:gd name="csX142" fmla="*/ 257730 w 319130"/>
                <a:gd name="csY142" fmla="*/ 303971 h 491581"/>
                <a:gd name="csX143" fmla="*/ 250155 w 319130"/>
                <a:gd name="csY143" fmla="*/ 300510 h 491581"/>
                <a:gd name="csX144" fmla="*/ 249723 w 319130"/>
                <a:gd name="csY144" fmla="*/ 299647 h 491581"/>
                <a:gd name="csX145" fmla="*/ 256327 w 319130"/>
                <a:gd name="csY145" fmla="*/ 289912 h 491581"/>
                <a:gd name="csX146" fmla="*/ 247774 w 319130"/>
                <a:gd name="csY146" fmla="*/ 272716 h 491581"/>
                <a:gd name="csX147" fmla="*/ 249615 w 319130"/>
                <a:gd name="csY147" fmla="*/ 266988 h 491581"/>
                <a:gd name="csX148" fmla="*/ 229048 w 319130"/>
                <a:gd name="csY148" fmla="*/ 246656 h 491581"/>
                <a:gd name="csX149" fmla="*/ 201774 w 319130"/>
                <a:gd name="csY149" fmla="*/ 216811 h 491581"/>
                <a:gd name="csX150" fmla="*/ 195710 w 319130"/>
                <a:gd name="csY150" fmla="*/ 205457 h 491581"/>
                <a:gd name="csX151" fmla="*/ 192897 w 319130"/>
                <a:gd name="csY151" fmla="*/ 186426 h 491581"/>
                <a:gd name="csX152" fmla="*/ 186407 w 319130"/>
                <a:gd name="csY152" fmla="*/ 181556 h 491581"/>
                <a:gd name="csX153" fmla="*/ 169738 w 319130"/>
                <a:gd name="csY153" fmla="*/ 163172 h 491581"/>
                <a:gd name="csX154" fmla="*/ 146574 w 319130"/>
                <a:gd name="csY154" fmla="*/ 159064 h 491581"/>
                <a:gd name="csX155" fmla="*/ 145602 w 319130"/>
                <a:gd name="csY155" fmla="*/ 160797 h 491581"/>
                <a:gd name="csX156" fmla="*/ 140516 w 319130"/>
                <a:gd name="csY156" fmla="*/ 163172 h 491581"/>
                <a:gd name="csX157" fmla="*/ 135099 w 319130"/>
                <a:gd name="csY157" fmla="*/ 152466 h 491581"/>
                <a:gd name="csX158" fmla="*/ 144516 w 319130"/>
                <a:gd name="csY158" fmla="*/ 146523 h 491581"/>
                <a:gd name="csX159" fmla="*/ 144840 w 319130"/>
                <a:gd name="csY159" fmla="*/ 146523 h 491581"/>
                <a:gd name="csX160" fmla="*/ 154473 w 319130"/>
                <a:gd name="csY160" fmla="*/ 145113 h 491581"/>
                <a:gd name="csX161" fmla="*/ 151120 w 319130"/>
                <a:gd name="csY161" fmla="*/ 132248 h 491581"/>
                <a:gd name="csX162" fmla="*/ 156638 w 319130"/>
                <a:gd name="csY162" fmla="*/ 128895 h 491581"/>
                <a:gd name="csX163" fmla="*/ 159890 w 319130"/>
                <a:gd name="csY163" fmla="*/ 121002 h 491581"/>
                <a:gd name="csX164" fmla="*/ 173307 w 319130"/>
                <a:gd name="csY164" fmla="*/ 99590 h 491581"/>
                <a:gd name="csX165" fmla="*/ 175796 w 319130"/>
                <a:gd name="csY165" fmla="*/ 90179 h 491581"/>
                <a:gd name="csX166" fmla="*/ 185753 w 319130"/>
                <a:gd name="csY166" fmla="*/ 69097 h 491581"/>
                <a:gd name="csX167" fmla="*/ 175580 w 319130"/>
                <a:gd name="csY167" fmla="*/ 60010 h 491581"/>
                <a:gd name="csX168" fmla="*/ 122545 w 319130"/>
                <a:gd name="csY168" fmla="*/ 60334 h 491581"/>
                <a:gd name="csX169" fmla="*/ 106308 w 319130"/>
                <a:gd name="csY169" fmla="*/ 67903 h 491581"/>
                <a:gd name="csX170" fmla="*/ 101870 w 319130"/>
                <a:gd name="csY170" fmla="*/ 64335 h 491581"/>
                <a:gd name="csX171" fmla="*/ 108798 w 319130"/>
                <a:gd name="csY171" fmla="*/ 50276 h 491581"/>
                <a:gd name="csX172" fmla="*/ 102416 w 319130"/>
                <a:gd name="csY172" fmla="*/ 47577 h 491581"/>
                <a:gd name="csX173" fmla="*/ 138026 w 319130"/>
                <a:gd name="csY173" fmla="*/ 14379 h 491581"/>
                <a:gd name="csX174" fmla="*/ 136725 w 319130"/>
                <a:gd name="csY174" fmla="*/ 2695 h 491581"/>
                <a:gd name="csX175" fmla="*/ 126660 w 319130"/>
                <a:gd name="csY175" fmla="*/ 1508 h 491581"/>
                <a:gd name="csX176" fmla="*/ 121142 w 319130"/>
                <a:gd name="csY176" fmla="*/ 2917 h 491581"/>
                <a:gd name="csX177" fmla="*/ 110099 w 319130"/>
                <a:gd name="csY177" fmla="*/ 6156 h 491581"/>
                <a:gd name="csX178" fmla="*/ 100466 w 319130"/>
                <a:gd name="csY178" fmla="*/ 5940 h 491581"/>
                <a:gd name="csX179" fmla="*/ 92237 w 319130"/>
                <a:gd name="csY179" fmla="*/ 8105 h 491581"/>
                <a:gd name="csX180" fmla="*/ 81309 w 319130"/>
                <a:gd name="csY180" fmla="*/ 8861 h 491581"/>
                <a:gd name="csX181" fmla="*/ 76654 w 319130"/>
                <a:gd name="csY181" fmla="*/ 11242 h 491581"/>
                <a:gd name="csX182" fmla="*/ 74273 w 319130"/>
                <a:gd name="csY182" fmla="*/ 3781 h 491581"/>
                <a:gd name="csX183" fmla="*/ 66049 w 319130"/>
                <a:gd name="csY183" fmla="*/ 5832 h 491581"/>
                <a:gd name="csX184" fmla="*/ 64424 w 319130"/>
                <a:gd name="csY184" fmla="*/ 11998 h 491581"/>
                <a:gd name="csX185" fmla="*/ 64640 w 319130"/>
                <a:gd name="csY185" fmla="*/ 12754 h 491581"/>
                <a:gd name="csX186" fmla="*/ 62259 w 319130"/>
                <a:gd name="csY186" fmla="*/ 17624 h 491581"/>
                <a:gd name="csX187" fmla="*/ 60633 w 319130"/>
                <a:gd name="csY187" fmla="*/ 23352 h 491581"/>
                <a:gd name="csX188" fmla="*/ 53057 w 319130"/>
                <a:gd name="csY188" fmla="*/ 29625 h 491581"/>
                <a:gd name="csX189" fmla="*/ 53813 w 319130"/>
                <a:gd name="csY189" fmla="*/ 31569 h 491581"/>
                <a:gd name="csX190" fmla="*/ 52194 w 319130"/>
                <a:gd name="csY190" fmla="*/ 36655 h 491581"/>
                <a:gd name="csX191" fmla="*/ 59553 w 319130"/>
                <a:gd name="csY191" fmla="*/ 46929 h 491581"/>
                <a:gd name="csX192" fmla="*/ 51108 w 319130"/>
                <a:gd name="csY192" fmla="*/ 51469 h 491581"/>
                <a:gd name="csX193" fmla="*/ 45590 w 319130"/>
                <a:gd name="csY193" fmla="*/ 50168 h 491581"/>
                <a:gd name="csX194" fmla="*/ 39094 w 319130"/>
                <a:gd name="csY194" fmla="*/ 49736 h 491581"/>
                <a:gd name="csX195" fmla="*/ 38014 w 319130"/>
                <a:gd name="csY195" fmla="*/ 54930 h 491581"/>
                <a:gd name="csX196" fmla="*/ 39094 w 319130"/>
                <a:gd name="csY196" fmla="*/ 63687 h 491581"/>
                <a:gd name="csX197" fmla="*/ 39856 w 319130"/>
                <a:gd name="csY197" fmla="*/ 64335 h 491581"/>
                <a:gd name="csX198" fmla="*/ 38554 w 319130"/>
                <a:gd name="csY198" fmla="*/ 67687 h 491581"/>
                <a:gd name="csX199" fmla="*/ 35849 w 319130"/>
                <a:gd name="csY199" fmla="*/ 74069 h 491581"/>
                <a:gd name="csX200" fmla="*/ 43532 w 319130"/>
                <a:gd name="csY200" fmla="*/ 77962 h 491581"/>
                <a:gd name="csX201" fmla="*/ 40503 w 319130"/>
                <a:gd name="csY201" fmla="*/ 83696 h 491581"/>
                <a:gd name="csX202" fmla="*/ 34115 w 319130"/>
                <a:gd name="csY202" fmla="*/ 85315 h 491581"/>
                <a:gd name="csX203" fmla="*/ 29569 w 319130"/>
                <a:gd name="csY203" fmla="*/ 75688 h 491581"/>
                <a:gd name="csX204" fmla="*/ 26324 w 319130"/>
                <a:gd name="csY204" fmla="*/ 76126 h 491581"/>
                <a:gd name="csX205" fmla="*/ 21993 w 319130"/>
                <a:gd name="csY205" fmla="*/ 63471 h 491581"/>
                <a:gd name="csX206" fmla="*/ 16475 w 319130"/>
                <a:gd name="csY206" fmla="*/ 61090 h 491581"/>
                <a:gd name="csX207" fmla="*/ 16475 w 319130"/>
                <a:gd name="csY207" fmla="*/ 60118 h 491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319130" h="491581">
                  <a:moveTo>
                    <a:pt x="16475" y="60118"/>
                  </a:moveTo>
                  <a:cubicBezTo>
                    <a:pt x="13986" y="61414"/>
                    <a:pt x="15173" y="65960"/>
                    <a:pt x="15173" y="65313"/>
                  </a:cubicBezTo>
                  <a:cubicBezTo>
                    <a:pt x="17554" y="74501"/>
                    <a:pt x="7922" y="67040"/>
                    <a:pt x="9007" y="67472"/>
                  </a:cubicBezTo>
                  <a:cubicBezTo>
                    <a:pt x="7598" y="66176"/>
                    <a:pt x="6410" y="66176"/>
                    <a:pt x="6302" y="67472"/>
                  </a:cubicBezTo>
                  <a:cubicBezTo>
                    <a:pt x="6194" y="70932"/>
                    <a:pt x="1972" y="69745"/>
                    <a:pt x="238" y="74069"/>
                  </a:cubicBezTo>
                  <a:cubicBezTo>
                    <a:pt x="-950" y="77098"/>
                    <a:pt x="2727" y="79257"/>
                    <a:pt x="2079" y="78717"/>
                  </a:cubicBezTo>
                  <a:cubicBezTo>
                    <a:pt x="6734" y="80883"/>
                    <a:pt x="9655" y="75149"/>
                    <a:pt x="11065" y="80235"/>
                  </a:cubicBezTo>
                  <a:cubicBezTo>
                    <a:pt x="13446" y="85207"/>
                    <a:pt x="18640" y="91373"/>
                    <a:pt x="22209" y="88992"/>
                  </a:cubicBezTo>
                  <a:cubicBezTo>
                    <a:pt x="25244" y="86934"/>
                    <a:pt x="30331" y="89963"/>
                    <a:pt x="27734" y="93316"/>
                  </a:cubicBezTo>
                  <a:cubicBezTo>
                    <a:pt x="25136" y="96669"/>
                    <a:pt x="29353" y="100022"/>
                    <a:pt x="32604" y="96453"/>
                  </a:cubicBezTo>
                  <a:cubicBezTo>
                    <a:pt x="33467" y="95805"/>
                    <a:pt x="36173" y="91049"/>
                    <a:pt x="40287" y="91805"/>
                  </a:cubicBezTo>
                  <a:cubicBezTo>
                    <a:pt x="47215" y="92992"/>
                    <a:pt x="29353" y="104454"/>
                    <a:pt x="35417" y="106511"/>
                  </a:cubicBezTo>
                  <a:cubicBezTo>
                    <a:pt x="38122" y="107483"/>
                    <a:pt x="35633" y="110944"/>
                    <a:pt x="35849" y="110296"/>
                  </a:cubicBezTo>
                  <a:cubicBezTo>
                    <a:pt x="32820" y="114189"/>
                    <a:pt x="24806" y="112563"/>
                    <a:pt x="25460" y="112455"/>
                  </a:cubicBezTo>
                  <a:cubicBezTo>
                    <a:pt x="21022" y="112131"/>
                    <a:pt x="19288" y="116678"/>
                    <a:pt x="23726" y="117217"/>
                  </a:cubicBezTo>
                  <a:cubicBezTo>
                    <a:pt x="25352" y="117541"/>
                    <a:pt x="32166" y="117433"/>
                    <a:pt x="31626" y="120138"/>
                  </a:cubicBezTo>
                  <a:cubicBezTo>
                    <a:pt x="30762" y="124787"/>
                    <a:pt x="15611" y="122081"/>
                    <a:pt x="18856" y="128355"/>
                  </a:cubicBezTo>
                  <a:cubicBezTo>
                    <a:pt x="19180" y="129651"/>
                    <a:pt x="23726" y="135061"/>
                    <a:pt x="19072" y="135817"/>
                  </a:cubicBezTo>
                  <a:lnTo>
                    <a:pt x="15719" y="136356"/>
                  </a:lnTo>
                  <a:cubicBezTo>
                    <a:pt x="12252" y="136896"/>
                    <a:pt x="13122" y="141652"/>
                    <a:pt x="13230" y="141005"/>
                  </a:cubicBezTo>
                  <a:cubicBezTo>
                    <a:pt x="13554" y="142954"/>
                    <a:pt x="15389" y="144249"/>
                    <a:pt x="17231" y="143925"/>
                  </a:cubicBezTo>
                  <a:cubicBezTo>
                    <a:pt x="26324" y="142090"/>
                    <a:pt x="32166" y="141544"/>
                    <a:pt x="35849" y="138192"/>
                  </a:cubicBezTo>
                  <a:lnTo>
                    <a:pt x="38122" y="136033"/>
                  </a:lnTo>
                  <a:cubicBezTo>
                    <a:pt x="41475" y="132896"/>
                    <a:pt x="45482" y="137652"/>
                    <a:pt x="42453" y="141112"/>
                  </a:cubicBezTo>
                  <a:lnTo>
                    <a:pt x="26324" y="159388"/>
                  </a:lnTo>
                  <a:cubicBezTo>
                    <a:pt x="23079" y="163064"/>
                    <a:pt x="15503" y="163928"/>
                    <a:pt x="16151" y="163712"/>
                  </a:cubicBezTo>
                  <a:cubicBezTo>
                    <a:pt x="14310" y="164150"/>
                    <a:pt x="12576" y="166093"/>
                    <a:pt x="12252" y="168043"/>
                  </a:cubicBezTo>
                  <a:cubicBezTo>
                    <a:pt x="12252" y="170526"/>
                    <a:pt x="9223" y="179073"/>
                    <a:pt x="13554" y="176476"/>
                  </a:cubicBezTo>
                  <a:cubicBezTo>
                    <a:pt x="14201" y="176260"/>
                    <a:pt x="18316" y="172475"/>
                    <a:pt x="20374" y="176584"/>
                  </a:cubicBezTo>
                  <a:cubicBezTo>
                    <a:pt x="21022" y="177231"/>
                    <a:pt x="22425" y="182203"/>
                    <a:pt x="24806" y="178527"/>
                  </a:cubicBezTo>
                  <a:cubicBezTo>
                    <a:pt x="41043" y="153336"/>
                    <a:pt x="42129" y="149875"/>
                    <a:pt x="45158" y="151495"/>
                  </a:cubicBezTo>
                  <a:cubicBezTo>
                    <a:pt x="49597" y="153984"/>
                    <a:pt x="39963" y="161553"/>
                    <a:pt x="42129" y="168799"/>
                  </a:cubicBezTo>
                  <a:cubicBezTo>
                    <a:pt x="42237" y="169446"/>
                    <a:pt x="43964" y="173015"/>
                    <a:pt x="42669" y="177339"/>
                  </a:cubicBezTo>
                  <a:cubicBezTo>
                    <a:pt x="38014" y="193995"/>
                    <a:pt x="35417" y="199075"/>
                    <a:pt x="39963" y="198643"/>
                  </a:cubicBezTo>
                  <a:cubicBezTo>
                    <a:pt x="40935" y="198320"/>
                    <a:pt x="46453" y="199399"/>
                    <a:pt x="47107" y="194427"/>
                  </a:cubicBezTo>
                  <a:cubicBezTo>
                    <a:pt x="48511" y="184477"/>
                    <a:pt x="48942" y="178203"/>
                    <a:pt x="51216" y="173771"/>
                  </a:cubicBezTo>
                  <a:cubicBezTo>
                    <a:pt x="52734" y="171612"/>
                    <a:pt x="54683" y="163712"/>
                    <a:pt x="58360" y="167281"/>
                  </a:cubicBezTo>
                  <a:cubicBezTo>
                    <a:pt x="60309" y="168691"/>
                    <a:pt x="64748" y="175828"/>
                    <a:pt x="66157" y="170634"/>
                  </a:cubicBezTo>
                  <a:lnTo>
                    <a:pt x="67992" y="163928"/>
                  </a:lnTo>
                  <a:cubicBezTo>
                    <a:pt x="69186" y="159388"/>
                    <a:pt x="72647" y="165338"/>
                    <a:pt x="72215" y="170310"/>
                  </a:cubicBezTo>
                  <a:cubicBezTo>
                    <a:pt x="72215" y="171173"/>
                    <a:pt x="70704" y="176368"/>
                    <a:pt x="74381" y="178857"/>
                  </a:cubicBezTo>
                  <a:cubicBezTo>
                    <a:pt x="76330" y="180476"/>
                    <a:pt x="81848" y="182311"/>
                    <a:pt x="82172" y="187613"/>
                  </a:cubicBezTo>
                  <a:lnTo>
                    <a:pt x="82172" y="188369"/>
                  </a:lnTo>
                  <a:cubicBezTo>
                    <a:pt x="82604" y="194319"/>
                    <a:pt x="76006" y="191614"/>
                    <a:pt x="72647" y="197240"/>
                  </a:cubicBezTo>
                  <a:cubicBezTo>
                    <a:pt x="60309" y="217998"/>
                    <a:pt x="58798" y="219192"/>
                    <a:pt x="60525" y="223408"/>
                  </a:cubicBezTo>
                  <a:cubicBezTo>
                    <a:pt x="64316" y="232273"/>
                    <a:pt x="65395" y="237029"/>
                    <a:pt x="69726" y="238223"/>
                  </a:cubicBezTo>
                  <a:cubicBezTo>
                    <a:pt x="74488" y="239411"/>
                    <a:pt x="70698" y="229028"/>
                    <a:pt x="70812" y="229676"/>
                  </a:cubicBezTo>
                  <a:cubicBezTo>
                    <a:pt x="69726" y="225028"/>
                    <a:pt x="73517" y="223840"/>
                    <a:pt x="77301" y="226545"/>
                  </a:cubicBezTo>
                  <a:cubicBezTo>
                    <a:pt x="86179" y="232813"/>
                    <a:pt x="90401" y="237137"/>
                    <a:pt x="90401" y="232165"/>
                  </a:cubicBezTo>
                  <a:cubicBezTo>
                    <a:pt x="90617" y="231302"/>
                    <a:pt x="89208" y="224056"/>
                    <a:pt x="93647" y="225676"/>
                  </a:cubicBezTo>
                  <a:cubicBezTo>
                    <a:pt x="98841" y="226977"/>
                    <a:pt x="104359" y="231302"/>
                    <a:pt x="108366" y="227625"/>
                  </a:cubicBezTo>
                  <a:cubicBezTo>
                    <a:pt x="113776" y="222761"/>
                    <a:pt x="117783" y="218106"/>
                    <a:pt x="122545" y="217890"/>
                  </a:cubicBezTo>
                  <a:cubicBezTo>
                    <a:pt x="127739" y="217890"/>
                    <a:pt x="138135" y="215623"/>
                    <a:pt x="133804" y="219300"/>
                  </a:cubicBezTo>
                  <a:cubicBezTo>
                    <a:pt x="129797" y="222646"/>
                    <a:pt x="125898" y="225136"/>
                    <a:pt x="124387" y="229676"/>
                  </a:cubicBezTo>
                  <a:cubicBezTo>
                    <a:pt x="119409" y="243627"/>
                    <a:pt x="117567" y="246548"/>
                    <a:pt x="120272" y="250225"/>
                  </a:cubicBezTo>
                  <a:cubicBezTo>
                    <a:pt x="131962" y="265903"/>
                    <a:pt x="133804" y="270557"/>
                    <a:pt x="136725" y="266773"/>
                  </a:cubicBezTo>
                  <a:cubicBezTo>
                    <a:pt x="137588" y="266119"/>
                    <a:pt x="139970" y="260823"/>
                    <a:pt x="143869" y="263312"/>
                  </a:cubicBezTo>
                  <a:cubicBezTo>
                    <a:pt x="144840" y="264283"/>
                    <a:pt x="151120" y="266227"/>
                    <a:pt x="148415" y="270341"/>
                  </a:cubicBezTo>
                  <a:cubicBezTo>
                    <a:pt x="144408" y="277695"/>
                    <a:pt x="137373" y="283099"/>
                    <a:pt x="141487" y="287099"/>
                  </a:cubicBezTo>
                  <a:lnTo>
                    <a:pt x="141919" y="287531"/>
                  </a:lnTo>
                  <a:cubicBezTo>
                    <a:pt x="146358" y="291963"/>
                    <a:pt x="137588" y="294344"/>
                    <a:pt x="138242" y="301806"/>
                  </a:cubicBezTo>
                  <a:cubicBezTo>
                    <a:pt x="138242" y="306022"/>
                    <a:pt x="141163" y="316620"/>
                    <a:pt x="136509" y="313483"/>
                  </a:cubicBezTo>
                  <a:cubicBezTo>
                    <a:pt x="135207" y="312835"/>
                    <a:pt x="131207" y="308511"/>
                    <a:pt x="126768" y="310130"/>
                  </a:cubicBezTo>
                  <a:cubicBezTo>
                    <a:pt x="122437" y="311648"/>
                    <a:pt x="118430" y="313591"/>
                    <a:pt x="114322" y="312296"/>
                  </a:cubicBezTo>
                  <a:lnTo>
                    <a:pt x="112804" y="311756"/>
                  </a:lnTo>
                  <a:cubicBezTo>
                    <a:pt x="108366" y="310238"/>
                    <a:pt x="102524" y="315001"/>
                    <a:pt x="103063" y="314785"/>
                  </a:cubicBezTo>
                  <a:cubicBezTo>
                    <a:pt x="97215" y="318462"/>
                    <a:pt x="96028" y="306130"/>
                    <a:pt x="88884" y="307540"/>
                  </a:cubicBezTo>
                  <a:cubicBezTo>
                    <a:pt x="86179" y="308511"/>
                    <a:pt x="77733" y="308187"/>
                    <a:pt x="80985" y="312296"/>
                  </a:cubicBezTo>
                  <a:cubicBezTo>
                    <a:pt x="84769" y="318246"/>
                    <a:pt x="92351" y="323326"/>
                    <a:pt x="87912" y="326786"/>
                  </a:cubicBezTo>
                  <a:cubicBezTo>
                    <a:pt x="79251" y="333492"/>
                    <a:pt x="74273" y="336197"/>
                    <a:pt x="78495" y="337708"/>
                  </a:cubicBezTo>
                  <a:cubicBezTo>
                    <a:pt x="80007" y="338032"/>
                    <a:pt x="84553" y="340845"/>
                    <a:pt x="88884" y="339004"/>
                  </a:cubicBezTo>
                  <a:cubicBezTo>
                    <a:pt x="92345" y="338032"/>
                    <a:pt x="99057" y="332521"/>
                    <a:pt x="99273" y="338140"/>
                  </a:cubicBezTo>
                  <a:cubicBezTo>
                    <a:pt x="100466" y="361388"/>
                    <a:pt x="101654" y="364848"/>
                    <a:pt x="97437" y="366690"/>
                  </a:cubicBezTo>
                  <a:cubicBezTo>
                    <a:pt x="57928" y="383778"/>
                    <a:pt x="54467" y="383778"/>
                    <a:pt x="58036" y="387232"/>
                  </a:cubicBezTo>
                  <a:cubicBezTo>
                    <a:pt x="58575" y="388102"/>
                    <a:pt x="63554" y="390801"/>
                    <a:pt x="61064" y="394916"/>
                  </a:cubicBezTo>
                  <a:lnTo>
                    <a:pt x="60201" y="396319"/>
                  </a:lnTo>
                  <a:cubicBezTo>
                    <a:pt x="57172" y="401399"/>
                    <a:pt x="69078" y="404320"/>
                    <a:pt x="72431" y="401399"/>
                  </a:cubicBezTo>
                  <a:cubicBezTo>
                    <a:pt x="75244" y="399348"/>
                    <a:pt x="78603" y="394262"/>
                    <a:pt x="83582" y="395131"/>
                  </a:cubicBezTo>
                  <a:cubicBezTo>
                    <a:pt x="87912" y="396427"/>
                    <a:pt x="96999" y="395348"/>
                    <a:pt x="94510" y="400535"/>
                  </a:cubicBezTo>
                  <a:lnTo>
                    <a:pt x="93754" y="402161"/>
                  </a:lnTo>
                  <a:cubicBezTo>
                    <a:pt x="90186" y="409514"/>
                    <a:pt x="107718" y="398700"/>
                    <a:pt x="112697" y="404968"/>
                  </a:cubicBezTo>
                  <a:cubicBezTo>
                    <a:pt x="115941" y="408213"/>
                    <a:pt x="118538" y="414702"/>
                    <a:pt x="123739" y="414486"/>
                  </a:cubicBezTo>
                  <a:cubicBezTo>
                    <a:pt x="126984" y="413947"/>
                    <a:pt x="132826" y="415458"/>
                    <a:pt x="135753" y="411134"/>
                  </a:cubicBezTo>
                  <a:lnTo>
                    <a:pt x="137804" y="407997"/>
                  </a:lnTo>
                  <a:cubicBezTo>
                    <a:pt x="138890" y="406377"/>
                    <a:pt x="141272" y="404752"/>
                    <a:pt x="143113" y="404536"/>
                  </a:cubicBezTo>
                  <a:cubicBezTo>
                    <a:pt x="149495" y="403672"/>
                    <a:pt x="157178" y="401831"/>
                    <a:pt x="153501" y="405184"/>
                  </a:cubicBezTo>
                  <a:lnTo>
                    <a:pt x="144300" y="413515"/>
                  </a:lnTo>
                  <a:cubicBezTo>
                    <a:pt x="141163" y="416321"/>
                    <a:pt x="141272" y="421948"/>
                    <a:pt x="141379" y="421408"/>
                  </a:cubicBezTo>
                  <a:cubicBezTo>
                    <a:pt x="141272" y="423459"/>
                    <a:pt x="139646" y="425408"/>
                    <a:pt x="137804" y="425840"/>
                  </a:cubicBezTo>
                  <a:lnTo>
                    <a:pt x="132070" y="427135"/>
                  </a:lnTo>
                  <a:cubicBezTo>
                    <a:pt x="128279" y="428005"/>
                    <a:pt x="123847" y="425408"/>
                    <a:pt x="124387" y="425624"/>
                  </a:cubicBezTo>
                  <a:cubicBezTo>
                    <a:pt x="122653" y="424761"/>
                    <a:pt x="119840" y="424113"/>
                    <a:pt x="117999" y="424221"/>
                  </a:cubicBezTo>
                  <a:cubicBezTo>
                    <a:pt x="99057" y="424869"/>
                    <a:pt x="95488" y="423783"/>
                    <a:pt x="95164" y="428653"/>
                  </a:cubicBezTo>
                  <a:cubicBezTo>
                    <a:pt x="94948" y="429301"/>
                    <a:pt x="95812" y="435791"/>
                    <a:pt x="91481" y="435359"/>
                  </a:cubicBezTo>
                  <a:cubicBezTo>
                    <a:pt x="90401" y="435359"/>
                    <a:pt x="84661" y="433193"/>
                    <a:pt x="84013" y="438165"/>
                  </a:cubicBezTo>
                  <a:cubicBezTo>
                    <a:pt x="83474" y="440223"/>
                    <a:pt x="84013" y="446173"/>
                    <a:pt x="80007" y="449087"/>
                  </a:cubicBezTo>
                  <a:lnTo>
                    <a:pt x="68647" y="457419"/>
                  </a:lnTo>
                  <a:cubicBezTo>
                    <a:pt x="62906" y="461635"/>
                    <a:pt x="63554" y="468988"/>
                    <a:pt x="57820" y="471579"/>
                  </a:cubicBezTo>
                  <a:cubicBezTo>
                    <a:pt x="42669" y="478393"/>
                    <a:pt x="39640" y="478717"/>
                    <a:pt x="39856" y="483371"/>
                  </a:cubicBezTo>
                  <a:lnTo>
                    <a:pt x="39856" y="484990"/>
                  </a:lnTo>
                  <a:cubicBezTo>
                    <a:pt x="40503" y="492883"/>
                    <a:pt x="50244" y="479479"/>
                    <a:pt x="54251" y="486070"/>
                  </a:cubicBezTo>
                  <a:cubicBezTo>
                    <a:pt x="55223" y="487156"/>
                    <a:pt x="57280" y="493423"/>
                    <a:pt x="61287" y="491048"/>
                  </a:cubicBezTo>
                  <a:cubicBezTo>
                    <a:pt x="61826" y="490509"/>
                    <a:pt x="65503" y="489315"/>
                    <a:pt x="66589" y="484882"/>
                  </a:cubicBezTo>
                  <a:cubicBezTo>
                    <a:pt x="66913" y="484019"/>
                    <a:pt x="67129" y="478609"/>
                    <a:pt x="71351" y="476881"/>
                  </a:cubicBezTo>
                  <a:cubicBezTo>
                    <a:pt x="91589" y="468233"/>
                    <a:pt x="92675" y="466931"/>
                    <a:pt x="96460" y="469096"/>
                  </a:cubicBezTo>
                  <a:cubicBezTo>
                    <a:pt x="112697" y="478393"/>
                    <a:pt x="114862" y="480774"/>
                    <a:pt x="116703" y="476450"/>
                  </a:cubicBezTo>
                  <a:cubicBezTo>
                    <a:pt x="124603" y="457958"/>
                    <a:pt x="124819" y="455685"/>
                    <a:pt x="128934" y="454498"/>
                  </a:cubicBezTo>
                  <a:cubicBezTo>
                    <a:pt x="142783" y="450497"/>
                    <a:pt x="145710" y="448872"/>
                    <a:pt x="149602" y="451145"/>
                  </a:cubicBezTo>
                  <a:lnTo>
                    <a:pt x="157832" y="456117"/>
                  </a:lnTo>
                  <a:cubicBezTo>
                    <a:pt x="160969" y="457958"/>
                    <a:pt x="164976" y="456117"/>
                    <a:pt x="164436" y="456117"/>
                  </a:cubicBezTo>
                  <a:cubicBezTo>
                    <a:pt x="169307" y="453742"/>
                    <a:pt x="178940" y="457958"/>
                    <a:pt x="178394" y="457743"/>
                  </a:cubicBezTo>
                  <a:cubicBezTo>
                    <a:pt x="181861" y="458714"/>
                    <a:pt x="180775" y="453850"/>
                    <a:pt x="180667" y="454498"/>
                  </a:cubicBezTo>
                  <a:cubicBezTo>
                    <a:pt x="180127" y="452548"/>
                    <a:pt x="181207" y="450497"/>
                    <a:pt x="183048" y="449957"/>
                  </a:cubicBezTo>
                  <a:lnTo>
                    <a:pt x="201774" y="444223"/>
                  </a:lnTo>
                  <a:cubicBezTo>
                    <a:pt x="209026" y="442058"/>
                    <a:pt x="217903" y="450065"/>
                    <a:pt x="225371" y="448008"/>
                  </a:cubicBezTo>
                  <a:cubicBezTo>
                    <a:pt x="236515" y="444763"/>
                    <a:pt x="241932" y="442388"/>
                    <a:pt x="246478" y="443900"/>
                  </a:cubicBezTo>
                  <a:lnTo>
                    <a:pt x="260436" y="448656"/>
                  </a:lnTo>
                  <a:cubicBezTo>
                    <a:pt x="263795" y="449849"/>
                    <a:pt x="266392" y="445843"/>
                    <a:pt x="265852" y="446281"/>
                  </a:cubicBezTo>
                  <a:cubicBezTo>
                    <a:pt x="268449" y="442166"/>
                    <a:pt x="275377" y="443144"/>
                    <a:pt x="274831" y="443252"/>
                  </a:cubicBezTo>
                  <a:cubicBezTo>
                    <a:pt x="278514" y="443252"/>
                    <a:pt x="281867" y="439683"/>
                    <a:pt x="281327" y="440115"/>
                  </a:cubicBezTo>
                  <a:cubicBezTo>
                    <a:pt x="285010" y="436330"/>
                    <a:pt x="289449" y="441626"/>
                    <a:pt x="291500" y="436654"/>
                  </a:cubicBezTo>
                  <a:cubicBezTo>
                    <a:pt x="291938" y="436006"/>
                    <a:pt x="292802" y="432114"/>
                    <a:pt x="296700" y="430704"/>
                  </a:cubicBezTo>
                  <a:lnTo>
                    <a:pt x="303622" y="428221"/>
                  </a:lnTo>
                  <a:cubicBezTo>
                    <a:pt x="307737" y="426704"/>
                    <a:pt x="308061" y="419458"/>
                    <a:pt x="307737" y="420106"/>
                  </a:cubicBezTo>
                  <a:cubicBezTo>
                    <a:pt x="308492" y="414486"/>
                    <a:pt x="298104" y="414378"/>
                    <a:pt x="294535" y="416645"/>
                  </a:cubicBezTo>
                  <a:cubicBezTo>
                    <a:pt x="290420" y="419135"/>
                    <a:pt x="289664" y="413623"/>
                    <a:pt x="284572" y="413407"/>
                  </a:cubicBezTo>
                  <a:lnTo>
                    <a:pt x="284356" y="413407"/>
                  </a:lnTo>
                  <a:cubicBezTo>
                    <a:pt x="282521" y="413407"/>
                    <a:pt x="280788" y="411781"/>
                    <a:pt x="280679" y="409838"/>
                  </a:cubicBezTo>
                  <a:cubicBezTo>
                    <a:pt x="280248" y="405730"/>
                    <a:pt x="286305" y="404644"/>
                    <a:pt x="285766" y="404968"/>
                  </a:cubicBezTo>
                  <a:cubicBezTo>
                    <a:pt x="289664" y="403888"/>
                    <a:pt x="288687" y="397830"/>
                    <a:pt x="288579" y="398478"/>
                  </a:cubicBezTo>
                  <a:cubicBezTo>
                    <a:pt x="288471" y="396427"/>
                    <a:pt x="289773" y="394477"/>
                    <a:pt x="291500" y="393938"/>
                  </a:cubicBezTo>
                  <a:lnTo>
                    <a:pt x="298104" y="392318"/>
                  </a:lnTo>
                  <a:cubicBezTo>
                    <a:pt x="302758" y="391131"/>
                    <a:pt x="301025" y="385937"/>
                    <a:pt x="305140" y="383016"/>
                  </a:cubicBezTo>
                  <a:lnTo>
                    <a:pt x="310658" y="379015"/>
                  </a:lnTo>
                  <a:cubicBezTo>
                    <a:pt x="314017" y="376532"/>
                    <a:pt x="314449" y="370474"/>
                    <a:pt x="314233" y="371122"/>
                  </a:cubicBezTo>
                  <a:cubicBezTo>
                    <a:pt x="314773" y="367014"/>
                    <a:pt x="317802" y="362797"/>
                    <a:pt x="317370" y="363445"/>
                  </a:cubicBezTo>
                  <a:cubicBezTo>
                    <a:pt x="320291" y="359121"/>
                    <a:pt x="319535" y="346357"/>
                    <a:pt x="315420" y="343436"/>
                  </a:cubicBezTo>
                  <a:cubicBezTo>
                    <a:pt x="305787" y="336413"/>
                    <a:pt x="301456" y="332190"/>
                    <a:pt x="296700" y="331974"/>
                  </a:cubicBezTo>
                  <a:cubicBezTo>
                    <a:pt x="277542" y="331111"/>
                    <a:pt x="274076" y="329708"/>
                    <a:pt x="272564" y="334356"/>
                  </a:cubicBezTo>
                  <a:cubicBezTo>
                    <a:pt x="272018" y="335219"/>
                    <a:pt x="271263" y="340953"/>
                    <a:pt x="267148" y="339544"/>
                  </a:cubicBezTo>
                  <a:lnTo>
                    <a:pt x="257623" y="336413"/>
                  </a:lnTo>
                  <a:cubicBezTo>
                    <a:pt x="250263" y="333924"/>
                    <a:pt x="269529" y="324621"/>
                    <a:pt x="266392" y="316944"/>
                  </a:cubicBezTo>
                  <a:cubicBezTo>
                    <a:pt x="263687" y="311864"/>
                    <a:pt x="263039" y="304187"/>
                    <a:pt x="257730" y="303971"/>
                  </a:cubicBezTo>
                  <a:cubicBezTo>
                    <a:pt x="257083" y="303755"/>
                    <a:pt x="252213" y="304619"/>
                    <a:pt x="250155" y="300510"/>
                  </a:cubicBezTo>
                  <a:lnTo>
                    <a:pt x="249723" y="299647"/>
                  </a:lnTo>
                  <a:cubicBezTo>
                    <a:pt x="246478" y="293157"/>
                    <a:pt x="260658" y="295640"/>
                    <a:pt x="256327" y="289912"/>
                  </a:cubicBezTo>
                  <a:cubicBezTo>
                    <a:pt x="247450" y="278018"/>
                    <a:pt x="244313" y="275529"/>
                    <a:pt x="247774" y="272716"/>
                  </a:cubicBezTo>
                  <a:cubicBezTo>
                    <a:pt x="248205" y="272069"/>
                    <a:pt x="253406" y="269363"/>
                    <a:pt x="249615" y="266988"/>
                  </a:cubicBezTo>
                  <a:cubicBezTo>
                    <a:pt x="233702" y="256606"/>
                    <a:pt x="236629" y="249469"/>
                    <a:pt x="229048" y="246656"/>
                  </a:cubicBezTo>
                  <a:cubicBezTo>
                    <a:pt x="195386" y="234115"/>
                    <a:pt x="210105" y="228381"/>
                    <a:pt x="201774" y="216811"/>
                  </a:cubicBezTo>
                  <a:cubicBezTo>
                    <a:pt x="199177" y="213134"/>
                    <a:pt x="196364" y="209997"/>
                    <a:pt x="195710" y="205457"/>
                  </a:cubicBezTo>
                  <a:lnTo>
                    <a:pt x="192897" y="186426"/>
                  </a:lnTo>
                  <a:cubicBezTo>
                    <a:pt x="192249" y="181772"/>
                    <a:pt x="185753" y="181340"/>
                    <a:pt x="186407" y="181556"/>
                  </a:cubicBezTo>
                  <a:cubicBezTo>
                    <a:pt x="178940" y="180044"/>
                    <a:pt x="177314" y="165769"/>
                    <a:pt x="169738" y="163172"/>
                  </a:cubicBezTo>
                  <a:cubicBezTo>
                    <a:pt x="152200" y="157229"/>
                    <a:pt x="148955" y="154847"/>
                    <a:pt x="146574" y="159064"/>
                  </a:cubicBezTo>
                  <a:lnTo>
                    <a:pt x="145602" y="160797"/>
                  </a:lnTo>
                  <a:cubicBezTo>
                    <a:pt x="144624" y="162525"/>
                    <a:pt x="142351" y="163496"/>
                    <a:pt x="140516" y="163172"/>
                  </a:cubicBezTo>
                  <a:cubicBezTo>
                    <a:pt x="112481" y="157013"/>
                    <a:pt x="128063" y="160474"/>
                    <a:pt x="135099" y="152466"/>
                  </a:cubicBezTo>
                  <a:cubicBezTo>
                    <a:pt x="136941" y="150847"/>
                    <a:pt x="139862" y="144897"/>
                    <a:pt x="144516" y="146523"/>
                  </a:cubicBezTo>
                  <a:lnTo>
                    <a:pt x="144840" y="146523"/>
                  </a:lnTo>
                  <a:cubicBezTo>
                    <a:pt x="149171" y="148142"/>
                    <a:pt x="155019" y="144897"/>
                    <a:pt x="154473" y="145113"/>
                  </a:cubicBezTo>
                  <a:cubicBezTo>
                    <a:pt x="161185" y="142306"/>
                    <a:pt x="145056" y="136033"/>
                    <a:pt x="151120" y="132248"/>
                  </a:cubicBezTo>
                  <a:lnTo>
                    <a:pt x="156638" y="128895"/>
                  </a:lnTo>
                  <a:cubicBezTo>
                    <a:pt x="160213" y="126622"/>
                    <a:pt x="160106" y="120354"/>
                    <a:pt x="159890" y="121002"/>
                  </a:cubicBezTo>
                  <a:cubicBezTo>
                    <a:pt x="160213" y="115052"/>
                    <a:pt x="173847" y="98942"/>
                    <a:pt x="173307" y="99590"/>
                  </a:cubicBezTo>
                  <a:cubicBezTo>
                    <a:pt x="176013" y="96021"/>
                    <a:pt x="175904" y="89531"/>
                    <a:pt x="175796" y="90179"/>
                  </a:cubicBezTo>
                  <a:cubicBezTo>
                    <a:pt x="176228" y="80883"/>
                    <a:pt x="190192" y="75041"/>
                    <a:pt x="185753" y="69097"/>
                  </a:cubicBezTo>
                  <a:cubicBezTo>
                    <a:pt x="182940" y="66068"/>
                    <a:pt x="180667" y="60118"/>
                    <a:pt x="175580" y="60010"/>
                  </a:cubicBezTo>
                  <a:cubicBezTo>
                    <a:pt x="125466" y="58499"/>
                    <a:pt x="126444" y="57851"/>
                    <a:pt x="122545" y="60334"/>
                  </a:cubicBezTo>
                  <a:cubicBezTo>
                    <a:pt x="115617" y="64550"/>
                    <a:pt x="110963" y="68443"/>
                    <a:pt x="106308" y="67903"/>
                  </a:cubicBezTo>
                  <a:cubicBezTo>
                    <a:pt x="105553" y="67580"/>
                    <a:pt x="99057" y="68119"/>
                    <a:pt x="101870" y="64335"/>
                  </a:cubicBezTo>
                  <a:cubicBezTo>
                    <a:pt x="109013" y="54606"/>
                    <a:pt x="113236" y="50498"/>
                    <a:pt x="108798" y="50276"/>
                  </a:cubicBezTo>
                  <a:cubicBezTo>
                    <a:pt x="106962" y="49952"/>
                    <a:pt x="98625" y="50930"/>
                    <a:pt x="102416" y="47577"/>
                  </a:cubicBezTo>
                  <a:cubicBezTo>
                    <a:pt x="136725" y="18488"/>
                    <a:pt x="137157" y="19243"/>
                    <a:pt x="138026" y="14379"/>
                  </a:cubicBezTo>
                  <a:cubicBezTo>
                    <a:pt x="138135" y="11350"/>
                    <a:pt x="141379" y="4537"/>
                    <a:pt x="136725" y="2695"/>
                  </a:cubicBezTo>
                  <a:cubicBezTo>
                    <a:pt x="133912" y="1940"/>
                    <a:pt x="127200" y="-2169"/>
                    <a:pt x="126660" y="1508"/>
                  </a:cubicBezTo>
                  <a:cubicBezTo>
                    <a:pt x="126228" y="4429"/>
                    <a:pt x="120596" y="3025"/>
                    <a:pt x="121142" y="2917"/>
                  </a:cubicBezTo>
                  <a:cubicBezTo>
                    <a:pt x="116157" y="1940"/>
                    <a:pt x="114970" y="7673"/>
                    <a:pt x="110099" y="6156"/>
                  </a:cubicBezTo>
                  <a:cubicBezTo>
                    <a:pt x="108905" y="5940"/>
                    <a:pt x="104473" y="3565"/>
                    <a:pt x="100466" y="5940"/>
                  </a:cubicBezTo>
                  <a:cubicBezTo>
                    <a:pt x="99488" y="6372"/>
                    <a:pt x="96460" y="8969"/>
                    <a:pt x="92237" y="8105"/>
                  </a:cubicBezTo>
                  <a:cubicBezTo>
                    <a:pt x="89963" y="7890"/>
                    <a:pt x="84661" y="4968"/>
                    <a:pt x="81309" y="8861"/>
                  </a:cubicBezTo>
                  <a:cubicBezTo>
                    <a:pt x="80553" y="9617"/>
                    <a:pt x="76006" y="16214"/>
                    <a:pt x="76654" y="11242"/>
                  </a:cubicBezTo>
                  <a:cubicBezTo>
                    <a:pt x="76654" y="10379"/>
                    <a:pt x="78711" y="4105"/>
                    <a:pt x="74273" y="3781"/>
                  </a:cubicBezTo>
                  <a:cubicBezTo>
                    <a:pt x="73517" y="3781"/>
                    <a:pt x="69186" y="2479"/>
                    <a:pt x="66049" y="5832"/>
                  </a:cubicBezTo>
                  <a:cubicBezTo>
                    <a:pt x="65719" y="6480"/>
                    <a:pt x="63554" y="8537"/>
                    <a:pt x="64424" y="11998"/>
                  </a:cubicBezTo>
                  <a:lnTo>
                    <a:pt x="64640" y="12754"/>
                  </a:lnTo>
                  <a:cubicBezTo>
                    <a:pt x="65503" y="16322"/>
                    <a:pt x="61719" y="18272"/>
                    <a:pt x="62259" y="17624"/>
                  </a:cubicBezTo>
                  <a:cubicBezTo>
                    <a:pt x="58798" y="19135"/>
                    <a:pt x="60633" y="23999"/>
                    <a:pt x="60633" y="23352"/>
                  </a:cubicBezTo>
                  <a:cubicBezTo>
                    <a:pt x="62906" y="29949"/>
                    <a:pt x="50460" y="23136"/>
                    <a:pt x="53057" y="29625"/>
                  </a:cubicBezTo>
                  <a:lnTo>
                    <a:pt x="53813" y="31569"/>
                  </a:lnTo>
                  <a:cubicBezTo>
                    <a:pt x="55115" y="34921"/>
                    <a:pt x="51762" y="37411"/>
                    <a:pt x="52194" y="36655"/>
                  </a:cubicBezTo>
                  <a:cubicBezTo>
                    <a:pt x="46453" y="40008"/>
                    <a:pt x="59229" y="40655"/>
                    <a:pt x="59553" y="46929"/>
                  </a:cubicBezTo>
                  <a:cubicBezTo>
                    <a:pt x="59661" y="51362"/>
                    <a:pt x="54251" y="47793"/>
                    <a:pt x="51108" y="51469"/>
                  </a:cubicBezTo>
                  <a:cubicBezTo>
                    <a:pt x="48619" y="54499"/>
                    <a:pt x="45050" y="49844"/>
                    <a:pt x="45590" y="50168"/>
                  </a:cubicBezTo>
                  <a:cubicBezTo>
                    <a:pt x="42992" y="47145"/>
                    <a:pt x="38554" y="49844"/>
                    <a:pt x="39094" y="49736"/>
                  </a:cubicBezTo>
                  <a:cubicBezTo>
                    <a:pt x="35849" y="51362"/>
                    <a:pt x="38122" y="55578"/>
                    <a:pt x="38014" y="54930"/>
                  </a:cubicBezTo>
                  <a:cubicBezTo>
                    <a:pt x="40611" y="59686"/>
                    <a:pt x="35309" y="60226"/>
                    <a:pt x="39094" y="63687"/>
                  </a:cubicBezTo>
                  <a:lnTo>
                    <a:pt x="39856" y="64335"/>
                  </a:lnTo>
                  <a:cubicBezTo>
                    <a:pt x="42669" y="66932"/>
                    <a:pt x="37906" y="68227"/>
                    <a:pt x="38554" y="67687"/>
                  </a:cubicBezTo>
                  <a:cubicBezTo>
                    <a:pt x="34661" y="68767"/>
                    <a:pt x="35741" y="74717"/>
                    <a:pt x="35849" y="74069"/>
                  </a:cubicBezTo>
                  <a:cubicBezTo>
                    <a:pt x="36388" y="79149"/>
                    <a:pt x="42345" y="74825"/>
                    <a:pt x="43532" y="77962"/>
                  </a:cubicBezTo>
                  <a:cubicBezTo>
                    <a:pt x="44618" y="80559"/>
                    <a:pt x="40072" y="84343"/>
                    <a:pt x="40503" y="83696"/>
                  </a:cubicBezTo>
                  <a:cubicBezTo>
                    <a:pt x="37798" y="86179"/>
                    <a:pt x="33467" y="85423"/>
                    <a:pt x="34115" y="85315"/>
                  </a:cubicBezTo>
                  <a:cubicBezTo>
                    <a:pt x="29353" y="84451"/>
                    <a:pt x="29461" y="74933"/>
                    <a:pt x="29569" y="75688"/>
                  </a:cubicBezTo>
                  <a:cubicBezTo>
                    <a:pt x="29029" y="71364"/>
                    <a:pt x="25784" y="76558"/>
                    <a:pt x="26324" y="76126"/>
                  </a:cubicBezTo>
                  <a:cubicBezTo>
                    <a:pt x="22647" y="81530"/>
                    <a:pt x="26216" y="68227"/>
                    <a:pt x="21993" y="63471"/>
                  </a:cubicBezTo>
                  <a:cubicBezTo>
                    <a:pt x="21453" y="63039"/>
                    <a:pt x="19288" y="59686"/>
                    <a:pt x="16475" y="61090"/>
                  </a:cubicBezTo>
                  <a:lnTo>
                    <a:pt x="16475" y="6011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FC64938-5FC6-3ABD-3C07-54B0FA362740}"/>
                </a:ext>
              </a:extLst>
            </p:cNvPr>
            <p:cNvSpPr/>
            <p:nvPr/>
          </p:nvSpPr>
          <p:spPr>
            <a:xfrm>
              <a:off x="5389914" y="2050498"/>
              <a:ext cx="7948" cy="6972"/>
            </a:xfrm>
            <a:custGeom>
              <a:avLst/>
              <a:gdLst>
                <a:gd name="csX0" fmla="*/ 6664 w 7948"/>
                <a:gd name="csY0" fmla="*/ 1574 h 6972"/>
                <a:gd name="csX1" fmla="*/ 492 w 7948"/>
                <a:gd name="csY1" fmla="*/ 1142 h 6972"/>
                <a:gd name="csX2" fmla="*/ 2982 w 7948"/>
                <a:gd name="csY2" fmla="*/ 6762 h 6972"/>
                <a:gd name="csX3" fmla="*/ 6664 w 7948"/>
                <a:gd name="csY3" fmla="*/ 1574 h 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48" h="6972">
                  <a:moveTo>
                    <a:pt x="6664" y="1574"/>
                  </a:moveTo>
                  <a:cubicBezTo>
                    <a:pt x="6125" y="1358"/>
                    <a:pt x="2657" y="-1563"/>
                    <a:pt x="492" y="1142"/>
                  </a:cubicBezTo>
                  <a:cubicBezTo>
                    <a:pt x="-1565" y="3733"/>
                    <a:pt x="3528" y="7409"/>
                    <a:pt x="2982" y="6762"/>
                  </a:cubicBezTo>
                  <a:cubicBezTo>
                    <a:pt x="4499" y="7949"/>
                    <a:pt x="10557" y="3841"/>
                    <a:pt x="6664" y="15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FA86514-4F51-83E3-05DB-C47E279133F2}"/>
                </a:ext>
              </a:extLst>
            </p:cNvPr>
            <p:cNvSpPr/>
            <p:nvPr/>
          </p:nvSpPr>
          <p:spPr>
            <a:xfrm>
              <a:off x="5380786" y="2068683"/>
              <a:ext cx="10052" cy="10542"/>
            </a:xfrm>
            <a:custGeom>
              <a:avLst/>
              <a:gdLst>
                <a:gd name="csX0" fmla="*/ 527 w 10052"/>
                <a:gd name="csY0" fmla="*/ 8801 h 10542"/>
                <a:gd name="csX1" fmla="*/ 10052 w 10052"/>
                <a:gd name="csY1" fmla="*/ 2528 h 10542"/>
                <a:gd name="csX2" fmla="*/ 7132 w 10052"/>
                <a:gd name="csY2" fmla="*/ 470 h 10542"/>
                <a:gd name="csX3" fmla="*/ 420 w 10052"/>
                <a:gd name="csY3" fmla="*/ 8586 h 10542"/>
                <a:gd name="csX4" fmla="*/ 420 w 10052"/>
                <a:gd name="csY4" fmla="*/ 8909 h 10542"/>
                <a:gd name="csX5" fmla="*/ 527 w 10052"/>
                <a:gd name="csY5" fmla="*/ 8801 h 1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2" h="10542">
                  <a:moveTo>
                    <a:pt x="527" y="8801"/>
                  </a:moveTo>
                  <a:cubicBezTo>
                    <a:pt x="2585" y="13666"/>
                    <a:pt x="9836" y="7284"/>
                    <a:pt x="10052" y="2528"/>
                  </a:cubicBezTo>
                  <a:cubicBezTo>
                    <a:pt x="9836" y="1880"/>
                    <a:pt x="10052" y="-1149"/>
                    <a:pt x="7132" y="470"/>
                  </a:cubicBezTo>
                  <a:cubicBezTo>
                    <a:pt x="5074" y="2204"/>
                    <a:pt x="-1746" y="3715"/>
                    <a:pt x="420" y="8586"/>
                  </a:cubicBezTo>
                  <a:lnTo>
                    <a:pt x="420" y="8909"/>
                  </a:lnTo>
                  <a:lnTo>
                    <a:pt x="527" y="880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F66E7F6E-1603-0471-CFC1-8103FCE10217}"/>
                </a:ext>
              </a:extLst>
            </p:cNvPr>
            <p:cNvSpPr/>
            <p:nvPr/>
          </p:nvSpPr>
          <p:spPr>
            <a:xfrm>
              <a:off x="5369383" y="2078484"/>
              <a:ext cx="7112" cy="8956"/>
            </a:xfrm>
            <a:custGeom>
              <a:avLst/>
              <a:gdLst>
                <a:gd name="csX0" fmla="*/ 2303 w 7112"/>
                <a:gd name="csY0" fmla="*/ 8729 h 8956"/>
                <a:gd name="csX1" fmla="*/ 6850 w 7112"/>
                <a:gd name="csY1" fmla="*/ 5160 h 8956"/>
                <a:gd name="csX2" fmla="*/ 4037 w 7112"/>
                <a:gd name="csY2" fmla="*/ 188 h 8956"/>
                <a:gd name="csX3" fmla="*/ 246 w 7112"/>
                <a:gd name="csY3" fmla="*/ 2570 h 8956"/>
                <a:gd name="csX4" fmla="*/ 2303 w 7112"/>
                <a:gd name="csY4" fmla="*/ 8621 h 8956"/>
                <a:gd name="csX5" fmla="*/ 2303 w 7112"/>
                <a:gd name="csY5" fmla="*/ 8729 h 8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2" h="8956">
                  <a:moveTo>
                    <a:pt x="2303" y="8729"/>
                  </a:moveTo>
                  <a:cubicBezTo>
                    <a:pt x="5548" y="10139"/>
                    <a:pt x="7282" y="4513"/>
                    <a:pt x="6850" y="5160"/>
                  </a:cubicBezTo>
                  <a:cubicBezTo>
                    <a:pt x="8260" y="1376"/>
                    <a:pt x="3497" y="-351"/>
                    <a:pt x="4037" y="188"/>
                  </a:cubicBezTo>
                  <a:cubicBezTo>
                    <a:pt x="2303" y="-460"/>
                    <a:pt x="570" y="620"/>
                    <a:pt x="246" y="2570"/>
                  </a:cubicBezTo>
                  <a:cubicBezTo>
                    <a:pt x="246" y="3217"/>
                    <a:pt x="-1049" y="7218"/>
                    <a:pt x="2303" y="8621"/>
                  </a:cubicBezTo>
                  <a:lnTo>
                    <a:pt x="2303" y="872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6CD72F67-E6A0-E55F-106A-E5770748B7AA}"/>
                </a:ext>
              </a:extLst>
            </p:cNvPr>
            <p:cNvSpPr/>
            <p:nvPr/>
          </p:nvSpPr>
          <p:spPr>
            <a:xfrm>
              <a:off x="5574673" y="2402390"/>
              <a:ext cx="15356" cy="9725"/>
            </a:xfrm>
            <a:custGeom>
              <a:avLst/>
              <a:gdLst>
                <a:gd name="csX0" fmla="*/ 11212 w 15356"/>
                <a:gd name="csY0" fmla="*/ 8698 h 9725"/>
                <a:gd name="csX1" fmla="*/ 13701 w 15356"/>
                <a:gd name="csY1" fmla="*/ 1453 h 9725"/>
                <a:gd name="csX2" fmla="*/ 5472 w 15356"/>
                <a:gd name="csY2" fmla="*/ 367 h 9725"/>
                <a:gd name="csX3" fmla="*/ 1033 w 15356"/>
                <a:gd name="csY3" fmla="*/ 4589 h 9725"/>
                <a:gd name="csX4" fmla="*/ 11212 w 15356"/>
                <a:gd name="csY4" fmla="*/ 8698 h 9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356" h="9725">
                  <a:moveTo>
                    <a:pt x="11212" y="8698"/>
                  </a:moveTo>
                  <a:cubicBezTo>
                    <a:pt x="12076" y="7396"/>
                    <a:pt x="18248" y="3180"/>
                    <a:pt x="13701" y="1453"/>
                  </a:cubicBezTo>
                  <a:cubicBezTo>
                    <a:pt x="13047" y="1237"/>
                    <a:pt x="9587" y="-821"/>
                    <a:pt x="5472" y="367"/>
                  </a:cubicBezTo>
                  <a:cubicBezTo>
                    <a:pt x="4608" y="906"/>
                    <a:pt x="-2644" y="1561"/>
                    <a:pt x="1033" y="4589"/>
                  </a:cubicBezTo>
                  <a:cubicBezTo>
                    <a:pt x="1033" y="4589"/>
                    <a:pt x="7637" y="12483"/>
                    <a:pt x="11212" y="869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E75B434B-DFC9-EA7D-C50D-354819B2DD66}"/>
                </a:ext>
              </a:extLst>
            </p:cNvPr>
            <p:cNvSpPr/>
            <p:nvPr/>
          </p:nvSpPr>
          <p:spPr>
            <a:xfrm>
              <a:off x="5349080" y="2015513"/>
              <a:ext cx="17104" cy="35479"/>
            </a:xfrm>
            <a:custGeom>
              <a:avLst/>
              <a:gdLst>
                <a:gd name="csX0" fmla="*/ 6154 w 17104"/>
                <a:gd name="csY0" fmla="*/ 31580 h 35479"/>
                <a:gd name="csX1" fmla="*/ 11888 w 17104"/>
                <a:gd name="csY1" fmla="*/ 33530 h 35479"/>
                <a:gd name="csX2" fmla="*/ 14377 w 17104"/>
                <a:gd name="csY2" fmla="*/ 10498 h 35479"/>
                <a:gd name="csX3" fmla="*/ 14809 w 17104"/>
                <a:gd name="csY3" fmla="*/ 116 h 35479"/>
                <a:gd name="csX4" fmla="*/ 5722 w 17104"/>
                <a:gd name="csY4" fmla="*/ 13845 h 35479"/>
                <a:gd name="csX5" fmla="*/ 6154 w 17104"/>
                <a:gd name="csY5" fmla="*/ 31688 h 35479"/>
                <a:gd name="csX6" fmla="*/ 6154 w 17104"/>
                <a:gd name="csY6" fmla="*/ 31580 h 35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104" h="35479">
                  <a:moveTo>
                    <a:pt x="6154" y="31580"/>
                  </a:moveTo>
                  <a:cubicBezTo>
                    <a:pt x="7017" y="32234"/>
                    <a:pt x="11564" y="38610"/>
                    <a:pt x="11888" y="33530"/>
                  </a:cubicBezTo>
                  <a:cubicBezTo>
                    <a:pt x="12650" y="21744"/>
                    <a:pt x="12650" y="15470"/>
                    <a:pt x="14377" y="10498"/>
                  </a:cubicBezTo>
                  <a:cubicBezTo>
                    <a:pt x="15025" y="7253"/>
                    <a:pt x="19901" y="-1078"/>
                    <a:pt x="14809" y="116"/>
                  </a:cubicBezTo>
                  <a:cubicBezTo>
                    <a:pt x="-12896" y="6168"/>
                    <a:pt x="7017" y="3685"/>
                    <a:pt x="5722" y="13845"/>
                  </a:cubicBezTo>
                  <a:cubicBezTo>
                    <a:pt x="4312" y="24659"/>
                    <a:pt x="3011" y="28443"/>
                    <a:pt x="6154" y="31688"/>
                  </a:cubicBezTo>
                  <a:lnTo>
                    <a:pt x="6154" y="3158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EDB587F-0179-EE4C-72C0-44E71A4FD2FD}"/>
                </a:ext>
              </a:extLst>
            </p:cNvPr>
            <p:cNvSpPr/>
            <p:nvPr/>
          </p:nvSpPr>
          <p:spPr>
            <a:xfrm>
              <a:off x="5346960" y="2052172"/>
              <a:ext cx="7252" cy="12855"/>
            </a:xfrm>
            <a:custGeom>
              <a:avLst/>
              <a:gdLst>
                <a:gd name="csX0" fmla="*/ 590 w 7252"/>
                <a:gd name="csY0" fmla="*/ 2059 h 12855"/>
                <a:gd name="csX1" fmla="*/ 2101 w 7252"/>
                <a:gd name="csY1" fmla="*/ 11902 h 12855"/>
                <a:gd name="csX2" fmla="*/ 5892 w 7252"/>
                <a:gd name="csY2" fmla="*/ 2275 h 12855"/>
                <a:gd name="csX3" fmla="*/ 482 w 7252"/>
                <a:gd name="csY3" fmla="*/ 2059 h 12855"/>
                <a:gd name="csX4" fmla="*/ 590 w 7252"/>
                <a:gd name="csY4" fmla="*/ 2059 h 12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52" h="12855">
                  <a:moveTo>
                    <a:pt x="590" y="2059"/>
                  </a:moveTo>
                  <a:cubicBezTo>
                    <a:pt x="590" y="5736"/>
                    <a:pt x="-1467" y="16010"/>
                    <a:pt x="2101" y="11902"/>
                  </a:cubicBezTo>
                  <a:cubicBezTo>
                    <a:pt x="3619" y="9628"/>
                    <a:pt x="10007" y="5304"/>
                    <a:pt x="5892" y="2275"/>
                  </a:cubicBezTo>
                  <a:cubicBezTo>
                    <a:pt x="5892" y="2275"/>
                    <a:pt x="806" y="-2697"/>
                    <a:pt x="482" y="2059"/>
                  </a:cubicBezTo>
                  <a:lnTo>
                    <a:pt x="590" y="205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F134528C-C006-ACB6-A622-F1791E452092}"/>
                </a:ext>
              </a:extLst>
            </p:cNvPr>
            <p:cNvSpPr/>
            <p:nvPr/>
          </p:nvSpPr>
          <p:spPr>
            <a:xfrm>
              <a:off x="5365738" y="1961660"/>
              <a:ext cx="35581" cy="45617"/>
            </a:xfrm>
            <a:custGeom>
              <a:avLst/>
              <a:gdLst>
                <a:gd name="csX0" fmla="*/ 4323 w 35581"/>
                <a:gd name="csY0" fmla="*/ 36125 h 45617"/>
                <a:gd name="csX1" fmla="*/ 1510 w 35581"/>
                <a:gd name="csY1" fmla="*/ 43371 h 45617"/>
                <a:gd name="csX2" fmla="*/ 10489 w 35581"/>
                <a:gd name="csY2" fmla="*/ 44450 h 45617"/>
                <a:gd name="csX3" fmla="*/ 27589 w 35581"/>
                <a:gd name="csY3" fmla="*/ 26823 h 45617"/>
                <a:gd name="csX4" fmla="*/ 31272 w 35581"/>
                <a:gd name="csY4" fmla="*/ 15793 h 45617"/>
                <a:gd name="csX5" fmla="*/ 35495 w 35581"/>
                <a:gd name="csY5" fmla="*/ 8007 h 45617"/>
                <a:gd name="csX6" fmla="*/ 31164 w 35581"/>
                <a:gd name="csY6" fmla="*/ 546 h 45617"/>
                <a:gd name="csX7" fmla="*/ 1180 w 35581"/>
                <a:gd name="csY7" fmla="*/ 24448 h 45617"/>
                <a:gd name="csX8" fmla="*/ 4215 w 35581"/>
                <a:gd name="csY8" fmla="*/ 36233 h 45617"/>
                <a:gd name="csX9" fmla="*/ 4323 w 35581"/>
                <a:gd name="csY9" fmla="*/ 36125 h 4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5581" h="45617">
                  <a:moveTo>
                    <a:pt x="4323" y="36125"/>
                  </a:moveTo>
                  <a:cubicBezTo>
                    <a:pt x="3453" y="37313"/>
                    <a:pt x="-2821" y="41205"/>
                    <a:pt x="1510" y="43371"/>
                  </a:cubicBezTo>
                  <a:cubicBezTo>
                    <a:pt x="2805" y="43694"/>
                    <a:pt x="6812" y="47479"/>
                    <a:pt x="10489" y="44450"/>
                  </a:cubicBezTo>
                  <a:cubicBezTo>
                    <a:pt x="24668" y="32556"/>
                    <a:pt x="27049" y="31585"/>
                    <a:pt x="27589" y="26823"/>
                  </a:cubicBezTo>
                  <a:cubicBezTo>
                    <a:pt x="28135" y="24340"/>
                    <a:pt x="27589" y="18929"/>
                    <a:pt x="31272" y="15793"/>
                  </a:cubicBezTo>
                  <a:cubicBezTo>
                    <a:pt x="31812" y="15145"/>
                    <a:pt x="36250" y="12764"/>
                    <a:pt x="35495" y="8007"/>
                  </a:cubicBezTo>
                  <a:cubicBezTo>
                    <a:pt x="34841" y="5956"/>
                    <a:pt x="35387" y="-2159"/>
                    <a:pt x="31164" y="546"/>
                  </a:cubicBezTo>
                  <a:cubicBezTo>
                    <a:pt x="640" y="20441"/>
                    <a:pt x="-1202" y="20333"/>
                    <a:pt x="1180" y="24448"/>
                  </a:cubicBezTo>
                  <a:cubicBezTo>
                    <a:pt x="2589" y="27800"/>
                    <a:pt x="7999" y="32664"/>
                    <a:pt x="4215" y="36233"/>
                  </a:cubicBezTo>
                  <a:lnTo>
                    <a:pt x="4323" y="3612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E931C4DA-8BCA-0E19-C5A8-96805BE55A9E}"/>
                </a:ext>
              </a:extLst>
            </p:cNvPr>
            <p:cNvSpPr/>
            <p:nvPr/>
          </p:nvSpPr>
          <p:spPr>
            <a:xfrm>
              <a:off x="5503970" y="1934607"/>
              <a:ext cx="11449" cy="9045"/>
            </a:xfrm>
            <a:custGeom>
              <a:avLst/>
              <a:gdLst>
                <a:gd name="csX0" fmla="*/ 9938 w 11449"/>
                <a:gd name="csY0" fmla="*/ 2079 h 9045"/>
                <a:gd name="csX1" fmla="*/ 413 w 11449"/>
                <a:gd name="csY1" fmla="*/ 2403 h 9045"/>
                <a:gd name="csX2" fmla="*/ 7011 w 11449"/>
                <a:gd name="csY2" fmla="*/ 8245 h 9045"/>
                <a:gd name="csX3" fmla="*/ 9938 w 11449"/>
                <a:gd name="csY3" fmla="*/ 2079 h 9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449" h="9045">
                  <a:moveTo>
                    <a:pt x="9938" y="2079"/>
                  </a:moveTo>
                  <a:cubicBezTo>
                    <a:pt x="6579" y="1647"/>
                    <a:pt x="-1968" y="-2569"/>
                    <a:pt x="413" y="2403"/>
                  </a:cubicBezTo>
                  <a:cubicBezTo>
                    <a:pt x="1493" y="3921"/>
                    <a:pt x="3118" y="11490"/>
                    <a:pt x="7011" y="8245"/>
                  </a:cubicBezTo>
                  <a:cubicBezTo>
                    <a:pt x="7011" y="8245"/>
                    <a:pt x="14593" y="3267"/>
                    <a:pt x="9938" y="207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209587FA-325E-E706-2543-520788F088E6}"/>
                </a:ext>
              </a:extLst>
            </p:cNvPr>
            <p:cNvSpPr/>
            <p:nvPr/>
          </p:nvSpPr>
          <p:spPr>
            <a:xfrm>
              <a:off x="5508809" y="1917488"/>
              <a:ext cx="23706" cy="26262"/>
            </a:xfrm>
            <a:custGeom>
              <a:avLst/>
              <a:gdLst>
                <a:gd name="csX0" fmla="*/ 15817 w 23706"/>
                <a:gd name="csY0" fmla="*/ 25256 h 26262"/>
                <a:gd name="csX1" fmla="*/ 22745 w 23706"/>
                <a:gd name="csY1" fmla="*/ 14982 h 26262"/>
                <a:gd name="csX2" fmla="*/ 22199 w 23706"/>
                <a:gd name="csY2" fmla="*/ 6117 h 26262"/>
                <a:gd name="csX3" fmla="*/ 17437 w 23706"/>
                <a:gd name="csY3" fmla="*/ 2219 h 26262"/>
                <a:gd name="csX4" fmla="*/ 5315 w 23706"/>
                <a:gd name="csY4" fmla="*/ 60 h 26262"/>
                <a:gd name="csX5" fmla="*/ 336 w 23706"/>
                <a:gd name="csY5" fmla="*/ 3628 h 26262"/>
                <a:gd name="csX6" fmla="*/ 14192 w 23706"/>
                <a:gd name="csY6" fmla="*/ 17147 h 26262"/>
                <a:gd name="csX7" fmla="*/ 15817 w 23706"/>
                <a:gd name="csY7" fmla="*/ 25148 h 26262"/>
                <a:gd name="csX8" fmla="*/ 15817 w 23706"/>
                <a:gd name="csY8" fmla="*/ 25256 h 26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706" h="26262">
                  <a:moveTo>
                    <a:pt x="15817" y="25256"/>
                  </a:moveTo>
                  <a:lnTo>
                    <a:pt x="22745" y="14982"/>
                  </a:lnTo>
                  <a:cubicBezTo>
                    <a:pt x="25234" y="11197"/>
                    <a:pt x="22091" y="5571"/>
                    <a:pt x="22199" y="6117"/>
                  </a:cubicBezTo>
                  <a:cubicBezTo>
                    <a:pt x="21443" y="4276"/>
                    <a:pt x="19278" y="2549"/>
                    <a:pt x="17437" y="2219"/>
                  </a:cubicBezTo>
                  <a:lnTo>
                    <a:pt x="5315" y="60"/>
                  </a:lnTo>
                  <a:cubicBezTo>
                    <a:pt x="1638" y="-588"/>
                    <a:pt x="-204" y="4276"/>
                    <a:pt x="336" y="3628"/>
                  </a:cubicBezTo>
                  <a:cubicBezTo>
                    <a:pt x="-2585" y="11197"/>
                    <a:pt x="14516" y="8924"/>
                    <a:pt x="14192" y="17147"/>
                  </a:cubicBezTo>
                  <a:cubicBezTo>
                    <a:pt x="14300" y="19522"/>
                    <a:pt x="12890" y="29581"/>
                    <a:pt x="15817" y="25148"/>
                  </a:cubicBezTo>
                  <a:lnTo>
                    <a:pt x="15817" y="2525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5AD56A42-C5A2-9514-23CD-8F9EF70F6FA6}"/>
                </a:ext>
              </a:extLst>
            </p:cNvPr>
            <p:cNvSpPr/>
            <p:nvPr/>
          </p:nvSpPr>
          <p:spPr>
            <a:xfrm>
              <a:off x="5534178" y="1906742"/>
              <a:ext cx="9758" cy="10571"/>
            </a:xfrm>
            <a:custGeom>
              <a:avLst/>
              <a:gdLst>
                <a:gd name="csX0" fmla="*/ 6247 w 9758"/>
                <a:gd name="csY0" fmla="*/ 854 h 10571"/>
                <a:gd name="csX1" fmla="*/ 1593 w 9758"/>
                <a:gd name="csY1" fmla="*/ 9395 h 10571"/>
                <a:gd name="csX2" fmla="*/ 9714 w 9758"/>
                <a:gd name="csY2" fmla="*/ 7668 h 10571"/>
                <a:gd name="csX3" fmla="*/ 6139 w 9758"/>
                <a:gd name="csY3" fmla="*/ 854 h 10571"/>
                <a:gd name="csX4" fmla="*/ 6247 w 9758"/>
                <a:gd name="csY4" fmla="*/ 854 h 10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58" h="10571">
                  <a:moveTo>
                    <a:pt x="6247" y="854"/>
                  </a:moveTo>
                  <a:cubicBezTo>
                    <a:pt x="4406" y="3236"/>
                    <a:pt x="-3278" y="8316"/>
                    <a:pt x="1593" y="9395"/>
                  </a:cubicBezTo>
                  <a:cubicBezTo>
                    <a:pt x="3650" y="9395"/>
                    <a:pt x="10362" y="12964"/>
                    <a:pt x="9714" y="7668"/>
                  </a:cubicBezTo>
                  <a:cubicBezTo>
                    <a:pt x="9276" y="5941"/>
                    <a:pt x="9714" y="-2714"/>
                    <a:pt x="6139" y="854"/>
                  </a:cubicBezTo>
                  <a:lnTo>
                    <a:pt x="6247" y="85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BF1C55EE-29D2-5F41-DB90-14034869DAC1}"/>
                </a:ext>
              </a:extLst>
            </p:cNvPr>
            <p:cNvSpPr/>
            <p:nvPr/>
          </p:nvSpPr>
          <p:spPr>
            <a:xfrm>
              <a:off x="5567908" y="1832093"/>
              <a:ext cx="22085" cy="42580"/>
            </a:xfrm>
            <a:custGeom>
              <a:avLst/>
              <a:gdLst>
                <a:gd name="csX0" fmla="*/ 10617 w 22085"/>
                <a:gd name="csY0" fmla="*/ 29219 h 42580"/>
                <a:gd name="csX1" fmla="*/ 14732 w 22085"/>
                <a:gd name="csY1" fmla="*/ 42522 h 42580"/>
                <a:gd name="csX2" fmla="*/ 18192 w 22085"/>
                <a:gd name="csY2" fmla="*/ 38306 h 42580"/>
                <a:gd name="csX3" fmla="*/ 20574 w 22085"/>
                <a:gd name="csY3" fmla="*/ 10296 h 42580"/>
                <a:gd name="csX4" fmla="*/ 9531 w 22085"/>
                <a:gd name="csY4" fmla="*/ 1107 h 42580"/>
                <a:gd name="csX5" fmla="*/ 6934 w 22085"/>
                <a:gd name="csY5" fmla="*/ 4244 h 42580"/>
                <a:gd name="csX6" fmla="*/ 6934 w 22085"/>
                <a:gd name="csY6" fmla="*/ 10620 h 42580"/>
                <a:gd name="csX7" fmla="*/ 1524 w 22085"/>
                <a:gd name="csY7" fmla="*/ 21326 h 42580"/>
                <a:gd name="csX8" fmla="*/ 10725 w 22085"/>
                <a:gd name="csY8" fmla="*/ 29111 h 42580"/>
                <a:gd name="csX9" fmla="*/ 10617 w 22085"/>
                <a:gd name="csY9" fmla="*/ 29219 h 4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085" h="42580">
                  <a:moveTo>
                    <a:pt x="10617" y="29219"/>
                  </a:moveTo>
                  <a:cubicBezTo>
                    <a:pt x="11589" y="34413"/>
                    <a:pt x="10185" y="43386"/>
                    <a:pt x="14732" y="42522"/>
                  </a:cubicBezTo>
                  <a:cubicBezTo>
                    <a:pt x="16243" y="42198"/>
                    <a:pt x="17869" y="40363"/>
                    <a:pt x="18192" y="38306"/>
                  </a:cubicBezTo>
                  <a:cubicBezTo>
                    <a:pt x="22091" y="16893"/>
                    <a:pt x="23387" y="13972"/>
                    <a:pt x="20574" y="10296"/>
                  </a:cubicBezTo>
                  <a:cubicBezTo>
                    <a:pt x="16459" y="5755"/>
                    <a:pt x="13214" y="-3109"/>
                    <a:pt x="9531" y="1107"/>
                  </a:cubicBezTo>
                  <a:lnTo>
                    <a:pt x="6934" y="4244"/>
                  </a:lnTo>
                  <a:cubicBezTo>
                    <a:pt x="4445" y="7159"/>
                    <a:pt x="7042" y="11274"/>
                    <a:pt x="6934" y="10620"/>
                  </a:cubicBezTo>
                  <a:cubicBezTo>
                    <a:pt x="10617" y="16677"/>
                    <a:pt x="-4750" y="18411"/>
                    <a:pt x="1524" y="21326"/>
                  </a:cubicBezTo>
                  <a:cubicBezTo>
                    <a:pt x="4229" y="23059"/>
                    <a:pt x="10185" y="23707"/>
                    <a:pt x="10725" y="29111"/>
                  </a:cubicBezTo>
                  <a:lnTo>
                    <a:pt x="10617" y="2921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8A7AA3D2-17A7-9D37-5C97-1D6B18AD5735}"/>
                </a:ext>
              </a:extLst>
            </p:cNvPr>
            <p:cNvSpPr/>
            <p:nvPr/>
          </p:nvSpPr>
          <p:spPr>
            <a:xfrm>
              <a:off x="5587112" y="1819139"/>
              <a:ext cx="13025" cy="16658"/>
            </a:xfrm>
            <a:custGeom>
              <a:avLst/>
              <a:gdLst>
                <a:gd name="csX0" fmla="*/ 11866 w 13025"/>
                <a:gd name="csY0" fmla="*/ 4974 h 16658"/>
                <a:gd name="csX1" fmla="*/ 3427 w 13025"/>
                <a:gd name="csY1" fmla="*/ 1406 h 16658"/>
                <a:gd name="csX2" fmla="*/ 1154 w 13025"/>
                <a:gd name="csY2" fmla="*/ 10708 h 16658"/>
                <a:gd name="csX3" fmla="*/ 9917 w 13025"/>
                <a:gd name="csY3" fmla="*/ 15141 h 16658"/>
                <a:gd name="csX4" fmla="*/ 11866 w 13025"/>
                <a:gd name="csY4" fmla="*/ 4974 h 16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25" h="16658">
                  <a:moveTo>
                    <a:pt x="11866" y="4974"/>
                  </a:moveTo>
                  <a:cubicBezTo>
                    <a:pt x="10025" y="3679"/>
                    <a:pt x="6456" y="-2811"/>
                    <a:pt x="3427" y="1406"/>
                  </a:cubicBezTo>
                  <a:cubicBezTo>
                    <a:pt x="2773" y="2815"/>
                    <a:pt x="-2205" y="7032"/>
                    <a:pt x="1154" y="10708"/>
                  </a:cubicBezTo>
                  <a:cubicBezTo>
                    <a:pt x="3319" y="12436"/>
                    <a:pt x="7212" y="19789"/>
                    <a:pt x="9917" y="15141"/>
                  </a:cubicBezTo>
                  <a:cubicBezTo>
                    <a:pt x="9917" y="15141"/>
                    <a:pt x="15334" y="8543"/>
                    <a:pt x="11866" y="49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EBCECC4F-6606-6204-E54C-D97254921B6E}"/>
                </a:ext>
              </a:extLst>
            </p:cNvPr>
            <p:cNvSpPr/>
            <p:nvPr/>
          </p:nvSpPr>
          <p:spPr>
            <a:xfrm>
              <a:off x="5600202" y="1803270"/>
              <a:ext cx="10189" cy="12754"/>
            </a:xfrm>
            <a:custGeom>
              <a:avLst/>
              <a:gdLst>
                <a:gd name="csX0" fmla="*/ 4187 w 10189"/>
                <a:gd name="csY0" fmla="*/ 1164 h 12754"/>
                <a:gd name="csX1" fmla="*/ 2022 w 10189"/>
                <a:gd name="csY1" fmla="*/ 11978 h 12754"/>
                <a:gd name="csX2" fmla="*/ 9928 w 10189"/>
                <a:gd name="csY2" fmla="*/ 9705 h 12754"/>
                <a:gd name="csX3" fmla="*/ 4187 w 10189"/>
                <a:gd name="csY3" fmla="*/ 1056 h 12754"/>
                <a:gd name="csX4" fmla="*/ 4187 w 10189"/>
                <a:gd name="csY4" fmla="*/ 1164 h 1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89" h="12754">
                  <a:moveTo>
                    <a:pt x="4187" y="1164"/>
                  </a:moveTo>
                  <a:cubicBezTo>
                    <a:pt x="2892" y="4517"/>
                    <a:pt x="-3064" y="11331"/>
                    <a:pt x="2022" y="11978"/>
                  </a:cubicBezTo>
                  <a:cubicBezTo>
                    <a:pt x="4295" y="11978"/>
                    <a:pt x="11661" y="14791"/>
                    <a:pt x="9928" y="9705"/>
                  </a:cubicBezTo>
                  <a:cubicBezTo>
                    <a:pt x="9928" y="9705"/>
                    <a:pt x="6784" y="-3808"/>
                    <a:pt x="4187" y="1056"/>
                  </a:cubicBezTo>
                  <a:lnTo>
                    <a:pt x="4187" y="116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A3E42A17-C20E-FAA8-FF97-C79197C98AFA}"/>
                </a:ext>
              </a:extLst>
            </p:cNvPr>
            <p:cNvSpPr/>
            <p:nvPr/>
          </p:nvSpPr>
          <p:spPr>
            <a:xfrm>
              <a:off x="5352738" y="1722184"/>
              <a:ext cx="30352" cy="21611"/>
            </a:xfrm>
            <a:custGeom>
              <a:avLst/>
              <a:gdLst>
                <a:gd name="csX0" fmla="*/ 18408 w 30352"/>
                <a:gd name="csY0" fmla="*/ 18338 h 21611"/>
                <a:gd name="csX1" fmla="*/ 25768 w 30352"/>
                <a:gd name="csY1" fmla="*/ 19532 h 21611"/>
                <a:gd name="csX2" fmla="*/ 26632 w 30352"/>
                <a:gd name="csY2" fmla="*/ 15208 h 21611"/>
                <a:gd name="csX3" fmla="*/ 28473 w 30352"/>
                <a:gd name="csY3" fmla="*/ 9581 h 21611"/>
                <a:gd name="csX4" fmla="*/ 14942 w 30352"/>
                <a:gd name="csY4" fmla="*/ 63 h 21611"/>
                <a:gd name="csX5" fmla="*/ 8122 w 30352"/>
                <a:gd name="csY5" fmla="*/ 4609 h 21611"/>
                <a:gd name="csX6" fmla="*/ 4337 w 30352"/>
                <a:gd name="csY6" fmla="*/ 10121 h 21611"/>
                <a:gd name="csX7" fmla="*/ 762 w 30352"/>
                <a:gd name="csY7" fmla="*/ 13474 h 21611"/>
                <a:gd name="csX8" fmla="*/ 8776 w 30352"/>
                <a:gd name="csY8" fmla="*/ 18560 h 21611"/>
                <a:gd name="csX9" fmla="*/ 18517 w 30352"/>
                <a:gd name="csY9" fmla="*/ 18230 h 21611"/>
                <a:gd name="csX10" fmla="*/ 18408 w 30352"/>
                <a:gd name="csY10" fmla="*/ 18338 h 21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352" h="21611">
                  <a:moveTo>
                    <a:pt x="18408" y="18338"/>
                  </a:moveTo>
                  <a:cubicBezTo>
                    <a:pt x="20460" y="19100"/>
                    <a:pt x="27603" y="24504"/>
                    <a:pt x="25768" y="19532"/>
                  </a:cubicBezTo>
                  <a:cubicBezTo>
                    <a:pt x="25660" y="18884"/>
                    <a:pt x="23057" y="13690"/>
                    <a:pt x="26632" y="15208"/>
                  </a:cubicBezTo>
                  <a:cubicBezTo>
                    <a:pt x="30200" y="16719"/>
                    <a:pt x="31934" y="13042"/>
                    <a:pt x="28473" y="9581"/>
                  </a:cubicBezTo>
                  <a:cubicBezTo>
                    <a:pt x="21222" y="2444"/>
                    <a:pt x="19272" y="-477"/>
                    <a:pt x="14942" y="63"/>
                  </a:cubicBezTo>
                  <a:cubicBezTo>
                    <a:pt x="13970" y="501"/>
                    <a:pt x="8553" y="-261"/>
                    <a:pt x="8122" y="4609"/>
                  </a:cubicBezTo>
                  <a:cubicBezTo>
                    <a:pt x="7906" y="5257"/>
                    <a:pt x="8446" y="9797"/>
                    <a:pt x="4337" y="10121"/>
                  </a:cubicBezTo>
                  <a:cubicBezTo>
                    <a:pt x="3791" y="10337"/>
                    <a:pt x="-2051" y="9905"/>
                    <a:pt x="762" y="13474"/>
                  </a:cubicBezTo>
                  <a:cubicBezTo>
                    <a:pt x="1848" y="14445"/>
                    <a:pt x="4337" y="19964"/>
                    <a:pt x="8776" y="18560"/>
                  </a:cubicBezTo>
                  <a:cubicBezTo>
                    <a:pt x="9963" y="18338"/>
                    <a:pt x="14402" y="15963"/>
                    <a:pt x="18517" y="18230"/>
                  </a:cubicBezTo>
                  <a:lnTo>
                    <a:pt x="18408" y="1833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04E567B2-9E7C-53FB-4D09-D10199851BED}"/>
                </a:ext>
              </a:extLst>
            </p:cNvPr>
            <p:cNvSpPr/>
            <p:nvPr/>
          </p:nvSpPr>
          <p:spPr>
            <a:xfrm>
              <a:off x="5381434" y="1717099"/>
              <a:ext cx="16145" cy="12998"/>
            </a:xfrm>
            <a:custGeom>
              <a:avLst/>
              <a:gdLst>
                <a:gd name="csX0" fmla="*/ 14383 w 16145"/>
                <a:gd name="csY0" fmla="*/ 8068 h 12998"/>
                <a:gd name="csX1" fmla="*/ 15793 w 16145"/>
                <a:gd name="csY1" fmla="*/ 3852 h 12998"/>
                <a:gd name="csX2" fmla="*/ 11030 w 16145"/>
                <a:gd name="csY2" fmla="*/ 2557 h 12998"/>
                <a:gd name="csX3" fmla="*/ 750 w 16145"/>
                <a:gd name="csY3" fmla="*/ 5046 h 12998"/>
                <a:gd name="csX4" fmla="*/ 4426 w 16145"/>
                <a:gd name="csY4" fmla="*/ 10881 h 12998"/>
                <a:gd name="csX5" fmla="*/ 14383 w 16145"/>
                <a:gd name="csY5" fmla="*/ 8068 h 12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45" h="12998">
                  <a:moveTo>
                    <a:pt x="14383" y="8068"/>
                  </a:moveTo>
                  <a:lnTo>
                    <a:pt x="15793" y="3852"/>
                  </a:lnTo>
                  <a:cubicBezTo>
                    <a:pt x="17304" y="-688"/>
                    <a:pt x="13628" y="-1336"/>
                    <a:pt x="11030" y="2557"/>
                  </a:cubicBezTo>
                  <a:cubicBezTo>
                    <a:pt x="7347" y="7960"/>
                    <a:pt x="-2825" y="-688"/>
                    <a:pt x="750" y="5046"/>
                  </a:cubicBezTo>
                  <a:lnTo>
                    <a:pt x="4426" y="10881"/>
                  </a:lnTo>
                  <a:cubicBezTo>
                    <a:pt x="7023" y="14990"/>
                    <a:pt x="12872" y="12615"/>
                    <a:pt x="14383" y="806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97125A9-202D-7534-FD7F-2CC991E7EA2A}"/>
                </a:ext>
              </a:extLst>
            </p:cNvPr>
            <p:cNvSpPr/>
            <p:nvPr/>
          </p:nvSpPr>
          <p:spPr>
            <a:xfrm>
              <a:off x="5371356" y="1748607"/>
              <a:ext cx="11373" cy="9633"/>
            </a:xfrm>
            <a:custGeom>
              <a:avLst/>
              <a:gdLst>
                <a:gd name="csX0" fmla="*/ 11373 w 11373"/>
                <a:gd name="csY0" fmla="*/ 7275 h 9633"/>
                <a:gd name="csX1" fmla="*/ 8230 w 11373"/>
                <a:gd name="csY1" fmla="*/ 2405 h 9633"/>
                <a:gd name="csX2" fmla="*/ 115 w 11373"/>
                <a:gd name="csY2" fmla="*/ 2405 h 9633"/>
                <a:gd name="csX3" fmla="*/ 4223 w 11373"/>
                <a:gd name="csY3" fmla="*/ 8247 h 9633"/>
                <a:gd name="csX4" fmla="*/ 11373 w 11373"/>
                <a:gd name="csY4" fmla="*/ 7167 h 9633"/>
                <a:gd name="csX5" fmla="*/ 11373 w 11373"/>
                <a:gd name="csY5" fmla="*/ 7275 h 9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73" h="9633">
                  <a:moveTo>
                    <a:pt x="11373" y="7275"/>
                  </a:moveTo>
                  <a:cubicBezTo>
                    <a:pt x="11373" y="5326"/>
                    <a:pt x="9964" y="3059"/>
                    <a:pt x="8230" y="2405"/>
                  </a:cubicBezTo>
                  <a:cubicBezTo>
                    <a:pt x="5957" y="1973"/>
                    <a:pt x="-971" y="-2783"/>
                    <a:pt x="115" y="2405"/>
                  </a:cubicBezTo>
                  <a:cubicBezTo>
                    <a:pt x="439" y="3059"/>
                    <a:pt x="546" y="6951"/>
                    <a:pt x="4223" y="8247"/>
                  </a:cubicBezTo>
                  <a:cubicBezTo>
                    <a:pt x="5417" y="8355"/>
                    <a:pt x="11373" y="11923"/>
                    <a:pt x="11373" y="7167"/>
                  </a:cubicBezTo>
                  <a:lnTo>
                    <a:pt x="11373" y="727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C95E0882-4AFD-C4AE-442E-D91AFB1B489F}"/>
                </a:ext>
              </a:extLst>
            </p:cNvPr>
            <p:cNvSpPr/>
            <p:nvPr/>
          </p:nvSpPr>
          <p:spPr>
            <a:xfrm>
              <a:off x="5370134" y="1763857"/>
              <a:ext cx="11935" cy="18011"/>
            </a:xfrm>
            <a:custGeom>
              <a:avLst/>
              <a:gdLst>
                <a:gd name="csX0" fmla="*/ 11834 w 11935"/>
                <a:gd name="csY0" fmla="*/ 16029 h 18011"/>
                <a:gd name="csX1" fmla="*/ 6639 w 11935"/>
                <a:gd name="csY1" fmla="*/ 2624 h 18011"/>
                <a:gd name="csX2" fmla="*/ 359 w 11935"/>
                <a:gd name="csY2" fmla="*/ 674 h 18011"/>
                <a:gd name="csX3" fmla="*/ 11834 w 11935"/>
                <a:gd name="csY3" fmla="*/ 16029 h 18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35" h="18011">
                  <a:moveTo>
                    <a:pt x="11834" y="16029"/>
                  </a:moveTo>
                  <a:cubicBezTo>
                    <a:pt x="10640" y="11812"/>
                    <a:pt x="11072" y="5431"/>
                    <a:pt x="6639" y="2624"/>
                  </a:cubicBezTo>
                  <a:cubicBezTo>
                    <a:pt x="5769" y="2192"/>
                    <a:pt x="1331" y="-1485"/>
                    <a:pt x="359" y="674"/>
                  </a:cubicBezTo>
                  <a:cubicBezTo>
                    <a:pt x="-2562" y="7056"/>
                    <a:pt x="13345" y="23706"/>
                    <a:pt x="11834" y="1602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72333FB-9F5E-55FF-BD4A-6F10114A080F}"/>
                </a:ext>
              </a:extLst>
            </p:cNvPr>
            <p:cNvSpPr/>
            <p:nvPr/>
          </p:nvSpPr>
          <p:spPr>
            <a:xfrm>
              <a:off x="5303210" y="2149232"/>
              <a:ext cx="124547" cy="71749"/>
            </a:xfrm>
            <a:custGeom>
              <a:avLst/>
              <a:gdLst>
                <a:gd name="csX0" fmla="*/ 55485 w 124547"/>
                <a:gd name="csY0" fmla="*/ 70232 h 71749"/>
                <a:gd name="csX1" fmla="*/ 60139 w 124547"/>
                <a:gd name="csY1" fmla="*/ 59418 h 71749"/>
                <a:gd name="csX2" fmla="*/ 73348 w 124547"/>
                <a:gd name="csY2" fmla="*/ 54986 h 71749"/>
                <a:gd name="csX3" fmla="*/ 83952 w 124547"/>
                <a:gd name="csY3" fmla="*/ 70340 h 71749"/>
                <a:gd name="csX4" fmla="*/ 107764 w 124547"/>
                <a:gd name="csY4" fmla="*/ 71750 h 71749"/>
                <a:gd name="csX5" fmla="*/ 108628 w 124547"/>
                <a:gd name="csY5" fmla="*/ 67858 h 71749"/>
                <a:gd name="csX6" fmla="*/ 121728 w 124547"/>
                <a:gd name="csY6" fmla="*/ 60504 h 71749"/>
                <a:gd name="csX7" fmla="*/ 123893 w 124547"/>
                <a:gd name="csY7" fmla="*/ 55742 h 71749"/>
                <a:gd name="csX8" fmla="*/ 122591 w 124547"/>
                <a:gd name="csY8" fmla="*/ 44928 h 71749"/>
                <a:gd name="csX9" fmla="*/ 118045 w 124547"/>
                <a:gd name="csY9" fmla="*/ 42229 h 71749"/>
                <a:gd name="csX10" fmla="*/ 110577 w 124547"/>
                <a:gd name="csY10" fmla="*/ 43956 h 71749"/>
                <a:gd name="csX11" fmla="*/ 109282 w 124547"/>
                <a:gd name="csY11" fmla="*/ 38006 h 71749"/>
                <a:gd name="csX12" fmla="*/ 114800 w 124547"/>
                <a:gd name="csY12" fmla="*/ 31739 h 71749"/>
                <a:gd name="csX13" fmla="*/ 102786 w 124547"/>
                <a:gd name="csY13" fmla="*/ 15191 h 71749"/>
                <a:gd name="csX14" fmla="*/ 100621 w 124547"/>
                <a:gd name="csY14" fmla="*/ 8815 h 71749"/>
                <a:gd name="csX15" fmla="*/ 84930 w 124547"/>
                <a:gd name="csY15" fmla="*/ 7729 h 71749"/>
                <a:gd name="csX16" fmla="*/ 68369 w 124547"/>
                <a:gd name="csY16" fmla="*/ 14651 h 71749"/>
                <a:gd name="csX17" fmla="*/ 62305 w 124547"/>
                <a:gd name="csY17" fmla="*/ 19191 h 71749"/>
                <a:gd name="csX18" fmla="*/ 56463 w 124547"/>
                <a:gd name="csY18" fmla="*/ 15083 h 71749"/>
                <a:gd name="csX19" fmla="*/ 62197 w 124547"/>
                <a:gd name="csY19" fmla="*/ 8701 h 71749"/>
                <a:gd name="csX20" fmla="*/ 64902 w 124547"/>
                <a:gd name="csY20" fmla="*/ 4916 h 71749"/>
                <a:gd name="csX21" fmla="*/ 51484 w 124547"/>
                <a:gd name="csY21" fmla="*/ 1132 h 71749"/>
                <a:gd name="csX22" fmla="*/ 46938 w 124547"/>
                <a:gd name="csY22" fmla="*/ 8701 h 71749"/>
                <a:gd name="csX23" fmla="*/ 45096 w 124547"/>
                <a:gd name="csY23" fmla="*/ 14543 h 71749"/>
                <a:gd name="csX24" fmla="*/ 36003 w 124547"/>
                <a:gd name="csY24" fmla="*/ 8701 h 71749"/>
                <a:gd name="csX25" fmla="*/ 11975 w 124547"/>
                <a:gd name="csY25" fmla="*/ 24170 h 71749"/>
                <a:gd name="csX26" fmla="*/ 11651 w 124547"/>
                <a:gd name="csY26" fmla="*/ 32386 h 71749"/>
                <a:gd name="csX27" fmla="*/ 3859 w 124547"/>
                <a:gd name="csY27" fmla="*/ 34114 h 71749"/>
                <a:gd name="csX28" fmla="*/ 68 w 124547"/>
                <a:gd name="csY28" fmla="*/ 38768 h 71749"/>
                <a:gd name="csX29" fmla="*/ 2989 w 124547"/>
                <a:gd name="csY29" fmla="*/ 42769 h 71749"/>
                <a:gd name="csX30" fmla="*/ 19118 w 124547"/>
                <a:gd name="csY30" fmla="*/ 44712 h 71749"/>
                <a:gd name="csX31" fmla="*/ 20312 w 124547"/>
                <a:gd name="csY31" fmla="*/ 49150 h 71749"/>
                <a:gd name="csX32" fmla="*/ 18147 w 124547"/>
                <a:gd name="csY32" fmla="*/ 51849 h 71749"/>
                <a:gd name="csX33" fmla="*/ 35787 w 124547"/>
                <a:gd name="csY33" fmla="*/ 67534 h 71749"/>
                <a:gd name="csX34" fmla="*/ 55593 w 124547"/>
                <a:gd name="csY34" fmla="*/ 70124 h 71749"/>
                <a:gd name="csX35" fmla="*/ 55485 w 124547"/>
                <a:gd name="csY35" fmla="*/ 70232 h 71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24547" h="71749">
                  <a:moveTo>
                    <a:pt x="55485" y="70232"/>
                  </a:moveTo>
                  <a:lnTo>
                    <a:pt x="60139" y="59418"/>
                  </a:lnTo>
                  <a:lnTo>
                    <a:pt x="73348" y="54986"/>
                  </a:lnTo>
                  <a:lnTo>
                    <a:pt x="83952" y="70340"/>
                  </a:lnTo>
                  <a:lnTo>
                    <a:pt x="107764" y="71750"/>
                  </a:lnTo>
                  <a:cubicBezTo>
                    <a:pt x="108520" y="69369"/>
                    <a:pt x="108736" y="67426"/>
                    <a:pt x="108628" y="67858"/>
                  </a:cubicBezTo>
                  <a:cubicBezTo>
                    <a:pt x="109498" y="60720"/>
                    <a:pt x="118585" y="67311"/>
                    <a:pt x="121728" y="60504"/>
                  </a:cubicBezTo>
                  <a:lnTo>
                    <a:pt x="123893" y="55742"/>
                  </a:lnTo>
                  <a:cubicBezTo>
                    <a:pt x="125951" y="51201"/>
                    <a:pt x="122484" y="44280"/>
                    <a:pt x="122591" y="44928"/>
                  </a:cubicBezTo>
                  <a:cubicBezTo>
                    <a:pt x="121944" y="43092"/>
                    <a:pt x="119887" y="41905"/>
                    <a:pt x="118045" y="42229"/>
                  </a:cubicBezTo>
                  <a:lnTo>
                    <a:pt x="110577" y="43956"/>
                  </a:lnTo>
                  <a:cubicBezTo>
                    <a:pt x="106247" y="44928"/>
                    <a:pt x="105167" y="39848"/>
                    <a:pt x="109282" y="38006"/>
                  </a:cubicBezTo>
                  <a:cubicBezTo>
                    <a:pt x="110901" y="36819"/>
                    <a:pt x="118369" y="35307"/>
                    <a:pt x="114800" y="31739"/>
                  </a:cubicBezTo>
                  <a:cubicBezTo>
                    <a:pt x="104736" y="21572"/>
                    <a:pt x="101808" y="19845"/>
                    <a:pt x="102786" y="15191"/>
                  </a:cubicBezTo>
                  <a:cubicBezTo>
                    <a:pt x="102786" y="14543"/>
                    <a:pt x="104736" y="9679"/>
                    <a:pt x="100621" y="8815"/>
                  </a:cubicBezTo>
                  <a:cubicBezTo>
                    <a:pt x="93909" y="7405"/>
                    <a:pt x="89038" y="5678"/>
                    <a:pt x="84930" y="7729"/>
                  </a:cubicBezTo>
                  <a:cubicBezTo>
                    <a:pt x="73455" y="13571"/>
                    <a:pt x="71182" y="9463"/>
                    <a:pt x="68369" y="14651"/>
                  </a:cubicBezTo>
                  <a:cubicBezTo>
                    <a:pt x="67823" y="15299"/>
                    <a:pt x="66527" y="19731"/>
                    <a:pt x="62305" y="19191"/>
                  </a:cubicBezTo>
                  <a:cubicBezTo>
                    <a:pt x="61225" y="18759"/>
                    <a:pt x="54298" y="19623"/>
                    <a:pt x="56463" y="15083"/>
                  </a:cubicBezTo>
                  <a:cubicBezTo>
                    <a:pt x="57002" y="14327"/>
                    <a:pt x="58082" y="10219"/>
                    <a:pt x="62197" y="8701"/>
                  </a:cubicBezTo>
                  <a:cubicBezTo>
                    <a:pt x="62844" y="8269"/>
                    <a:pt x="68801" y="7082"/>
                    <a:pt x="64902" y="4916"/>
                  </a:cubicBezTo>
                  <a:cubicBezTo>
                    <a:pt x="60463" y="3081"/>
                    <a:pt x="55701" y="-2329"/>
                    <a:pt x="51484" y="1132"/>
                  </a:cubicBezTo>
                  <a:cubicBezTo>
                    <a:pt x="50938" y="1786"/>
                    <a:pt x="46722" y="3945"/>
                    <a:pt x="46938" y="8701"/>
                  </a:cubicBezTo>
                  <a:cubicBezTo>
                    <a:pt x="46938" y="9895"/>
                    <a:pt x="48449" y="18327"/>
                    <a:pt x="45096" y="14543"/>
                  </a:cubicBezTo>
                  <a:cubicBezTo>
                    <a:pt x="43363" y="13032"/>
                    <a:pt x="40658" y="7513"/>
                    <a:pt x="36003" y="8701"/>
                  </a:cubicBezTo>
                  <a:cubicBezTo>
                    <a:pt x="29075" y="10434"/>
                    <a:pt x="8298" y="14759"/>
                    <a:pt x="11975" y="24170"/>
                  </a:cubicBezTo>
                  <a:cubicBezTo>
                    <a:pt x="12190" y="25465"/>
                    <a:pt x="16198" y="31307"/>
                    <a:pt x="11651" y="32386"/>
                  </a:cubicBezTo>
                  <a:lnTo>
                    <a:pt x="3859" y="34114"/>
                  </a:lnTo>
                  <a:cubicBezTo>
                    <a:pt x="500" y="34876"/>
                    <a:pt x="-255" y="39416"/>
                    <a:pt x="68" y="38768"/>
                  </a:cubicBezTo>
                  <a:cubicBezTo>
                    <a:pt x="-148" y="40711"/>
                    <a:pt x="1154" y="42553"/>
                    <a:pt x="2989" y="42769"/>
                  </a:cubicBezTo>
                  <a:lnTo>
                    <a:pt x="19118" y="44712"/>
                  </a:lnTo>
                  <a:cubicBezTo>
                    <a:pt x="22909" y="45144"/>
                    <a:pt x="20204" y="49798"/>
                    <a:pt x="20312" y="49150"/>
                  </a:cubicBezTo>
                  <a:cubicBezTo>
                    <a:pt x="19874" y="50014"/>
                    <a:pt x="19118" y="50878"/>
                    <a:pt x="18147" y="51849"/>
                  </a:cubicBezTo>
                  <a:lnTo>
                    <a:pt x="35787" y="67534"/>
                  </a:lnTo>
                  <a:lnTo>
                    <a:pt x="55593" y="70124"/>
                  </a:lnTo>
                  <a:lnTo>
                    <a:pt x="55485" y="70232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02C2CA4-FD6E-5BC5-9FD3-743F5AC4BBF6}"/>
                </a:ext>
              </a:extLst>
            </p:cNvPr>
            <p:cNvSpPr/>
            <p:nvPr/>
          </p:nvSpPr>
          <p:spPr>
            <a:xfrm>
              <a:off x="6462839" y="2315927"/>
              <a:ext cx="674687" cy="407284"/>
            </a:xfrm>
            <a:custGeom>
              <a:avLst/>
              <a:gdLst>
                <a:gd name="csX0" fmla="*/ 660527 w 674687"/>
                <a:gd name="csY0" fmla="*/ 186207 h 407284"/>
                <a:gd name="csX1" fmla="*/ 657606 w 674687"/>
                <a:gd name="csY1" fmla="*/ 179940 h 407284"/>
                <a:gd name="csX2" fmla="*/ 674688 w 674687"/>
                <a:gd name="csY2" fmla="*/ 169774 h 407284"/>
                <a:gd name="csX3" fmla="*/ 673417 w 674687"/>
                <a:gd name="csY3" fmla="*/ 151174 h 407284"/>
                <a:gd name="csX4" fmla="*/ 660844 w 674687"/>
                <a:gd name="csY4" fmla="*/ 151930 h 407284"/>
                <a:gd name="csX5" fmla="*/ 640969 w 674687"/>
                <a:gd name="csY5" fmla="*/ 137871 h 407284"/>
                <a:gd name="csX6" fmla="*/ 628079 w 674687"/>
                <a:gd name="csY6" fmla="*/ 138519 h 407284"/>
                <a:gd name="csX7" fmla="*/ 604583 w 674687"/>
                <a:gd name="csY7" fmla="*/ 125438 h 407284"/>
                <a:gd name="csX8" fmla="*/ 594487 w 674687"/>
                <a:gd name="csY8" fmla="*/ 133655 h 407284"/>
                <a:gd name="csX9" fmla="*/ 571881 w 674687"/>
                <a:gd name="csY9" fmla="*/ 105867 h 407284"/>
                <a:gd name="csX10" fmla="*/ 550990 w 674687"/>
                <a:gd name="csY10" fmla="*/ 111379 h 407284"/>
                <a:gd name="csX11" fmla="*/ 543116 w 674687"/>
                <a:gd name="csY11" fmla="*/ 118408 h 407284"/>
                <a:gd name="csX12" fmla="*/ 520509 w 674687"/>
                <a:gd name="csY12" fmla="*/ 106191 h 407284"/>
                <a:gd name="csX13" fmla="*/ 506413 w 674687"/>
                <a:gd name="csY13" fmla="*/ 112890 h 407284"/>
                <a:gd name="csX14" fmla="*/ 494855 w 674687"/>
                <a:gd name="csY14" fmla="*/ 98400 h 407284"/>
                <a:gd name="csX15" fmla="*/ 499173 w 674687"/>
                <a:gd name="csY15" fmla="*/ 88240 h 407284"/>
                <a:gd name="csX16" fmla="*/ 486473 w 674687"/>
                <a:gd name="csY16" fmla="*/ 64878 h 407284"/>
                <a:gd name="csX17" fmla="*/ 453072 w 674687"/>
                <a:gd name="csY17" fmla="*/ 63259 h 407284"/>
                <a:gd name="csX18" fmla="*/ 447548 w 674687"/>
                <a:gd name="csY18" fmla="*/ 39795 h 407284"/>
                <a:gd name="csX19" fmla="*/ 460184 w 674687"/>
                <a:gd name="csY19" fmla="*/ 34925 h 407284"/>
                <a:gd name="csX20" fmla="*/ 438658 w 674687"/>
                <a:gd name="csY20" fmla="*/ 2051 h 407284"/>
                <a:gd name="csX21" fmla="*/ 417131 w 674687"/>
                <a:gd name="csY21" fmla="*/ 0 h 407284"/>
                <a:gd name="csX22" fmla="*/ 405955 w 674687"/>
                <a:gd name="csY22" fmla="*/ 7677 h 407284"/>
                <a:gd name="csX23" fmla="*/ 384111 w 674687"/>
                <a:gd name="csY23" fmla="*/ 4000 h 407284"/>
                <a:gd name="csX24" fmla="*/ 379222 w 674687"/>
                <a:gd name="csY24" fmla="*/ 17405 h 407284"/>
                <a:gd name="csX25" fmla="*/ 359092 w 674687"/>
                <a:gd name="csY25" fmla="*/ 15570 h 407284"/>
                <a:gd name="csX26" fmla="*/ 332232 w 674687"/>
                <a:gd name="csY26" fmla="*/ 14922 h 407284"/>
                <a:gd name="csX27" fmla="*/ 316040 w 674687"/>
                <a:gd name="csY27" fmla="*/ 37414 h 407284"/>
                <a:gd name="csX28" fmla="*/ 321754 w 674687"/>
                <a:gd name="csY28" fmla="*/ 55797 h 407284"/>
                <a:gd name="csX29" fmla="*/ 302387 w 674687"/>
                <a:gd name="csY29" fmla="*/ 64446 h 407284"/>
                <a:gd name="csX30" fmla="*/ 292735 w 674687"/>
                <a:gd name="csY30" fmla="*/ 49739 h 407284"/>
                <a:gd name="csX31" fmla="*/ 266129 w 674687"/>
                <a:gd name="csY31" fmla="*/ 53848 h 407284"/>
                <a:gd name="csX32" fmla="*/ 259397 w 674687"/>
                <a:gd name="csY32" fmla="*/ 41739 h 407284"/>
                <a:gd name="csX33" fmla="*/ 204533 w 674687"/>
                <a:gd name="csY33" fmla="*/ 49092 h 407284"/>
                <a:gd name="csX34" fmla="*/ 183324 w 674687"/>
                <a:gd name="csY34" fmla="*/ 32874 h 407284"/>
                <a:gd name="csX35" fmla="*/ 86233 w 674687"/>
                <a:gd name="csY35" fmla="*/ 24974 h 407284"/>
                <a:gd name="csX36" fmla="*/ 73279 w 674687"/>
                <a:gd name="csY36" fmla="*/ 43904 h 407284"/>
                <a:gd name="csX37" fmla="*/ 53975 w 674687"/>
                <a:gd name="csY37" fmla="*/ 42278 h 407284"/>
                <a:gd name="csX38" fmla="*/ 53784 w 674687"/>
                <a:gd name="csY38" fmla="*/ 42494 h 407284"/>
                <a:gd name="csX39" fmla="*/ 53340 w 674687"/>
                <a:gd name="csY39" fmla="*/ 48660 h 407284"/>
                <a:gd name="csX40" fmla="*/ 75755 w 674687"/>
                <a:gd name="csY40" fmla="*/ 98946 h 407284"/>
                <a:gd name="csX41" fmla="*/ 69469 w 674687"/>
                <a:gd name="csY41" fmla="*/ 110299 h 407284"/>
                <a:gd name="csX42" fmla="*/ 57531 w 674687"/>
                <a:gd name="csY42" fmla="*/ 108242 h 407284"/>
                <a:gd name="csX43" fmla="*/ 20447 w 674687"/>
                <a:gd name="csY43" fmla="*/ 153663 h 407284"/>
                <a:gd name="csX44" fmla="*/ 29718 w 674687"/>
                <a:gd name="csY44" fmla="*/ 181667 h 407284"/>
                <a:gd name="csX45" fmla="*/ 16002 w 674687"/>
                <a:gd name="csY45" fmla="*/ 178422 h 407284"/>
                <a:gd name="csX46" fmla="*/ 0 w 674687"/>
                <a:gd name="csY46" fmla="*/ 212922 h 407284"/>
                <a:gd name="csX47" fmla="*/ 27495 w 674687"/>
                <a:gd name="csY47" fmla="*/ 237249 h 407284"/>
                <a:gd name="csX48" fmla="*/ 90551 w 674687"/>
                <a:gd name="csY48" fmla="*/ 238442 h 407284"/>
                <a:gd name="csX49" fmla="*/ 107315 w 674687"/>
                <a:gd name="csY49" fmla="*/ 251955 h 407284"/>
                <a:gd name="csX50" fmla="*/ 121729 w 674687"/>
                <a:gd name="csY50" fmla="*/ 239522 h 407284"/>
                <a:gd name="csX51" fmla="*/ 153479 w 674687"/>
                <a:gd name="csY51" fmla="*/ 236277 h 407284"/>
                <a:gd name="csX52" fmla="*/ 170243 w 674687"/>
                <a:gd name="csY52" fmla="*/ 215735 h 407284"/>
                <a:gd name="csX53" fmla="*/ 205422 w 674687"/>
                <a:gd name="csY53" fmla="*/ 210325 h 407284"/>
                <a:gd name="csX54" fmla="*/ 262318 w 674687"/>
                <a:gd name="csY54" fmla="*/ 238982 h 407284"/>
                <a:gd name="csX55" fmla="*/ 261810 w 674687"/>
                <a:gd name="csY55" fmla="*/ 262230 h 407284"/>
                <a:gd name="csX56" fmla="*/ 281051 w 674687"/>
                <a:gd name="csY56" fmla="*/ 273044 h 407284"/>
                <a:gd name="csX57" fmla="*/ 278574 w 674687"/>
                <a:gd name="csY57" fmla="*/ 291966 h 407284"/>
                <a:gd name="csX58" fmla="*/ 292989 w 674687"/>
                <a:gd name="csY58" fmla="*/ 298456 h 407284"/>
                <a:gd name="csX59" fmla="*/ 312356 w 674687"/>
                <a:gd name="csY59" fmla="*/ 327438 h 407284"/>
                <a:gd name="csX60" fmla="*/ 312420 w 674687"/>
                <a:gd name="csY60" fmla="*/ 327438 h 407284"/>
                <a:gd name="csX61" fmla="*/ 321437 w 674687"/>
                <a:gd name="csY61" fmla="*/ 315652 h 407284"/>
                <a:gd name="csX62" fmla="*/ 323152 w 674687"/>
                <a:gd name="csY62" fmla="*/ 308623 h 407284"/>
                <a:gd name="csX63" fmla="*/ 326199 w 674687"/>
                <a:gd name="csY63" fmla="*/ 304514 h 407284"/>
                <a:gd name="csX64" fmla="*/ 380936 w 674687"/>
                <a:gd name="csY64" fmla="*/ 312623 h 407284"/>
                <a:gd name="csX65" fmla="*/ 364109 w 674687"/>
                <a:gd name="csY65" fmla="*/ 318357 h 407284"/>
                <a:gd name="csX66" fmla="*/ 360807 w 674687"/>
                <a:gd name="csY66" fmla="*/ 322034 h 407284"/>
                <a:gd name="csX67" fmla="*/ 368427 w 674687"/>
                <a:gd name="csY67" fmla="*/ 324193 h 407284"/>
                <a:gd name="csX68" fmla="*/ 389954 w 674687"/>
                <a:gd name="csY68" fmla="*/ 332194 h 407284"/>
                <a:gd name="csX69" fmla="*/ 417957 w 674687"/>
                <a:gd name="csY69" fmla="*/ 327977 h 407284"/>
                <a:gd name="csX70" fmla="*/ 433578 w 674687"/>
                <a:gd name="csY70" fmla="*/ 338036 h 407284"/>
                <a:gd name="csX71" fmla="*/ 406527 w 674687"/>
                <a:gd name="csY71" fmla="*/ 348202 h 407284"/>
                <a:gd name="csX72" fmla="*/ 401765 w 674687"/>
                <a:gd name="csY72" fmla="*/ 353822 h 407284"/>
                <a:gd name="csX73" fmla="*/ 389827 w 674687"/>
                <a:gd name="csY73" fmla="*/ 362153 h 407284"/>
                <a:gd name="csX74" fmla="*/ 397319 w 674687"/>
                <a:gd name="csY74" fmla="*/ 364636 h 407284"/>
                <a:gd name="csX75" fmla="*/ 410528 w 674687"/>
                <a:gd name="csY75" fmla="*/ 363664 h 407284"/>
                <a:gd name="csX76" fmla="*/ 420560 w 674687"/>
                <a:gd name="csY76" fmla="*/ 371450 h 407284"/>
                <a:gd name="csX77" fmla="*/ 424561 w 674687"/>
                <a:gd name="csY77" fmla="*/ 369614 h 407284"/>
                <a:gd name="csX78" fmla="*/ 428561 w 674687"/>
                <a:gd name="csY78" fmla="*/ 375882 h 407284"/>
                <a:gd name="csX79" fmla="*/ 430720 w 674687"/>
                <a:gd name="csY79" fmla="*/ 383991 h 407284"/>
                <a:gd name="csX80" fmla="*/ 425641 w 674687"/>
                <a:gd name="csY80" fmla="*/ 397402 h 407284"/>
                <a:gd name="csX81" fmla="*/ 425132 w 674687"/>
                <a:gd name="csY81" fmla="*/ 401510 h 407284"/>
                <a:gd name="csX82" fmla="*/ 440627 w 674687"/>
                <a:gd name="csY82" fmla="*/ 406921 h 407284"/>
                <a:gd name="csX83" fmla="*/ 459740 w 674687"/>
                <a:gd name="csY83" fmla="*/ 398266 h 407284"/>
                <a:gd name="csX84" fmla="*/ 468185 w 674687"/>
                <a:gd name="csY84" fmla="*/ 389833 h 407284"/>
                <a:gd name="csX85" fmla="*/ 484442 w 674687"/>
                <a:gd name="csY85" fmla="*/ 387782 h 407284"/>
                <a:gd name="csX86" fmla="*/ 490093 w 674687"/>
                <a:gd name="csY86" fmla="*/ 384105 h 407284"/>
                <a:gd name="csX87" fmla="*/ 498411 w 674687"/>
                <a:gd name="csY87" fmla="*/ 377939 h 407284"/>
                <a:gd name="csX88" fmla="*/ 498729 w 674687"/>
                <a:gd name="csY88" fmla="*/ 376745 h 407284"/>
                <a:gd name="csX89" fmla="*/ 512699 w 674687"/>
                <a:gd name="csY89" fmla="*/ 376860 h 407284"/>
                <a:gd name="csX90" fmla="*/ 518731 w 674687"/>
                <a:gd name="csY90" fmla="*/ 378911 h 407284"/>
                <a:gd name="csX91" fmla="*/ 536829 w 674687"/>
                <a:gd name="csY91" fmla="*/ 372745 h 407284"/>
                <a:gd name="csX92" fmla="*/ 539432 w 674687"/>
                <a:gd name="csY92" fmla="*/ 363017 h 407284"/>
                <a:gd name="csX93" fmla="*/ 540385 w 674687"/>
                <a:gd name="csY93" fmla="*/ 359664 h 407284"/>
                <a:gd name="csX94" fmla="*/ 531622 w 674687"/>
                <a:gd name="csY94" fmla="*/ 356851 h 407284"/>
                <a:gd name="csX95" fmla="*/ 523494 w 674687"/>
                <a:gd name="csY95" fmla="*/ 360204 h 407284"/>
                <a:gd name="csX96" fmla="*/ 517969 w 674687"/>
                <a:gd name="csY96" fmla="*/ 359880 h 407284"/>
                <a:gd name="csX97" fmla="*/ 504127 w 674687"/>
                <a:gd name="csY97" fmla="*/ 363341 h 407284"/>
                <a:gd name="csX98" fmla="*/ 500126 w 674687"/>
                <a:gd name="csY98" fmla="*/ 360851 h 407284"/>
                <a:gd name="csX99" fmla="*/ 497522 w 674687"/>
                <a:gd name="csY99" fmla="*/ 364312 h 407284"/>
                <a:gd name="csX100" fmla="*/ 494411 w 674687"/>
                <a:gd name="csY100" fmla="*/ 366801 h 407284"/>
                <a:gd name="csX101" fmla="*/ 483553 w 674687"/>
                <a:gd name="csY101" fmla="*/ 360636 h 407284"/>
                <a:gd name="csX102" fmla="*/ 485077 w 674687"/>
                <a:gd name="csY102" fmla="*/ 358800 h 407284"/>
                <a:gd name="csX103" fmla="*/ 483806 w 674687"/>
                <a:gd name="csY103" fmla="*/ 351339 h 407284"/>
                <a:gd name="csX104" fmla="*/ 469074 w 674687"/>
                <a:gd name="csY104" fmla="*/ 344741 h 407284"/>
                <a:gd name="csX105" fmla="*/ 452183 w 674687"/>
                <a:gd name="csY105" fmla="*/ 333927 h 407284"/>
                <a:gd name="csX106" fmla="*/ 440245 w 674687"/>
                <a:gd name="csY106" fmla="*/ 330035 h 407284"/>
                <a:gd name="csX107" fmla="*/ 439166 w 674687"/>
                <a:gd name="csY107" fmla="*/ 321926 h 407284"/>
                <a:gd name="csX108" fmla="*/ 454152 w 674687"/>
                <a:gd name="csY108" fmla="*/ 322250 h 407284"/>
                <a:gd name="csX109" fmla="*/ 473964 w 674687"/>
                <a:gd name="csY109" fmla="*/ 329387 h 407284"/>
                <a:gd name="csX110" fmla="*/ 479044 w 674687"/>
                <a:gd name="csY110" fmla="*/ 336741 h 407284"/>
                <a:gd name="csX111" fmla="*/ 481711 w 674687"/>
                <a:gd name="csY111" fmla="*/ 337172 h 407284"/>
                <a:gd name="csX112" fmla="*/ 483870 w 674687"/>
                <a:gd name="csY112" fmla="*/ 319437 h 407284"/>
                <a:gd name="csX113" fmla="*/ 492125 w 674687"/>
                <a:gd name="csY113" fmla="*/ 315004 h 407284"/>
                <a:gd name="csX114" fmla="*/ 492316 w 674687"/>
                <a:gd name="csY114" fmla="*/ 315868 h 407284"/>
                <a:gd name="csX115" fmla="*/ 500570 w 674687"/>
                <a:gd name="csY115" fmla="*/ 310458 h 407284"/>
                <a:gd name="csX116" fmla="*/ 502285 w 674687"/>
                <a:gd name="csY116" fmla="*/ 303428 h 407284"/>
                <a:gd name="csX117" fmla="*/ 514541 w 674687"/>
                <a:gd name="csY117" fmla="*/ 305486 h 407284"/>
                <a:gd name="csX118" fmla="*/ 547942 w 674687"/>
                <a:gd name="csY118" fmla="*/ 296945 h 407284"/>
                <a:gd name="csX119" fmla="*/ 554545 w 674687"/>
                <a:gd name="csY119" fmla="*/ 298132 h 407284"/>
                <a:gd name="csX120" fmla="*/ 581279 w 674687"/>
                <a:gd name="csY120" fmla="*/ 279317 h 407284"/>
                <a:gd name="csX121" fmla="*/ 601345 w 674687"/>
                <a:gd name="csY121" fmla="*/ 277800 h 407284"/>
                <a:gd name="csX122" fmla="*/ 605790 w 674687"/>
                <a:gd name="csY122" fmla="*/ 256286 h 407284"/>
                <a:gd name="csX123" fmla="*/ 620268 w 674687"/>
                <a:gd name="csY123" fmla="*/ 253149 h 407284"/>
                <a:gd name="csX124" fmla="*/ 624522 w 674687"/>
                <a:gd name="csY124" fmla="*/ 242983 h 407284"/>
                <a:gd name="csX125" fmla="*/ 659575 w 674687"/>
                <a:gd name="csY125" fmla="*/ 243630 h 407284"/>
                <a:gd name="csX126" fmla="*/ 668210 w 674687"/>
                <a:gd name="csY126" fmla="*/ 222218 h 407284"/>
                <a:gd name="csX127" fmla="*/ 656336 w 674687"/>
                <a:gd name="csY127" fmla="*/ 203943 h 407284"/>
                <a:gd name="csX128" fmla="*/ 670814 w 674687"/>
                <a:gd name="csY128" fmla="*/ 190646 h 407284"/>
                <a:gd name="csX129" fmla="*/ 660527 w 674687"/>
                <a:gd name="csY129" fmla="*/ 186430 h 407284"/>
                <a:gd name="csX130" fmla="*/ 660527 w 674687"/>
                <a:gd name="csY130" fmla="*/ 186207 h 407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4687" h="407284">
                  <a:moveTo>
                    <a:pt x="660527" y="186207"/>
                  </a:moveTo>
                  <a:lnTo>
                    <a:pt x="657606" y="179940"/>
                  </a:lnTo>
                  <a:lnTo>
                    <a:pt x="674688" y="169774"/>
                  </a:lnTo>
                  <a:lnTo>
                    <a:pt x="673417" y="151174"/>
                  </a:lnTo>
                  <a:lnTo>
                    <a:pt x="660844" y="151930"/>
                  </a:lnTo>
                  <a:lnTo>
                    <a:pt x="640969" y="137871"/>
                  </a:lnTo>
                  <a:lnTo>
                    <a:pt x="628079" y="138519"/>
                  </a:lnTo>
                  <a:lnTo>
                    <a:pt x="604583" y="125438"/>
                  </a:lnTo>
                  <a:lnTo>
                    <a:pt x="594487" y="133655"/>
                  </a:lnTo>
                  <a:lnTo>
                    <a:pt x="571881" y="105867"/>
                  </a:lnTo>
                  <a:lnTo>
                    <a:pt x="550990" y="111379"/>
                  </a:lnTo>
                  <a:lnTo>
                    <a:pt x="543116" y="118408"/>
                  </a:lnTo>
                  <a:lnTo>
                    <a:pt x="520509" y="106191"/>
                  </a:lnTo>
                  <a:lnTo>
                    <a:pt x="506413" y="112890"/>
                  </a:lnTo>
                  <a:lnTo>
                    <a:pt x="494855" y="98400"/>
                  </a:lnTo>
                  <a:lnTo>
                    <a:pt x="499173" y="88240"/>
                  </a:lnTo>
                  <a:lnTo>
                    <a:pt x="486473" y="64878"/>
                  </a:lnTo>
                  <a:lnTo>
                    <a:pt x="453072" y="63259"/>
                  </a:lnTo>
                  <a:lnTo>
                    <a:pt x="447548" y="39795"/>
                  </a:lnTo>
                  <a:lnTo>
                    <a:pt x="460184" y="34925"/>
                  </a:lnTo>
                  <a:lnTo>
                    <a:pt x="438658" y="2051"/>
                  </a:lnTo>
                  <a:lnTo>
                    <a:pt x="417131" y="0"/>
                  </a:lnTo>
                  <a:lnTo>
                    <a:pt x="405955" y="7677"/>
                  </a:lnTo>
                  <a:lnTo>
                    <a:pt x="384111" y="4000"/>
                  </a:lnTo>
                  <a:lnTo>
                    <a:pt x="379222" y="17405"/>
                  </a:lnTo>
                  <a:lnTo>
                    <a:pt x="359092" y="15570"/>
                  </a:lnTo>
                  <a:lnTo>
                    <a:pt x="332232" y="14922"/>
                  </a:lnTo>
                  <a:lnTo>
                    <a:pt x="316040" y="37414"/>
                  </a:lnTo>
                  <a:lnTo>
                    <a:pt x="321754" y="55797"/>
                  </a:lnTo>
                  <a:lnTo>
                    <a:pt x="302387" y="64446"/>
                  </a:lnTo>
                  <a:lnTo>
                    <a:pt x="292735" y="49739"/>
                  </a:lnTo>
                  <a:lnTo>
                    <a:pt x="266129" y="53848"/>
                  </a:lnTo>
                  <a:lnTo>
                    <a:pt x="259397" y="41739"/>
                  </a:lnTo>
                  <a:lnTo>
                    <a:pt x="204533" y="49092"/>
                  </a:lnTo>
                  <a:lnTo>
                    <a:pt x="183324" y="32874"/>
                  </a:lnTo>
                  <a:lnTo>
                    <a:pt x="86233" y="24974"/>
                  </a:lnTo>
                  <a:lnTo>
                    <a:pt x="73279" y="43904"/>
                  </a:lnTo>
                  <a:lnTo>
                    <a:pt x="53975" y="42278"/>
                  </a:lnTo>
                  <a:lnTo>
                    <a:pt x="53784" y="42494"/>
                  </a:lnTo>
                  <a:lnTo>
                    <a:pt x="53340" y="48660"/>
                  </a:lnTo>
                  <a:lnTo>
                    <a:pt x="75755" y="98946"/>
                  </a:lnTo>
                  <a:lnTo>
                    <a:pt x="69469" y="110299"/>
                  </a:lnTo>
                  <a:lnTo>
                    <a:pt x="57531" y="108242"/>
                  </a:lnTo>
                  <a:lnTo>
                    <a:pt x="20447" y="153663"/>
                  </a:lnTo>
                  <a:lnTo>
                    <a:pt x="29718" y="181667"/>
                  </a:lnTo>
                  <a:lnTo>
                    <a:pt x="16002" y="178422"/>
                  </a:lnTo>
                  <a:lnTo>
                    <a:pt x="0" y="212922"/>
                  </a:lnTo>
                  <a:lnTo>
                    <a:pt x="27495" y="237249"/>
                  </a:lnTo>
                  <a:lnTo>
                    <a:pt x="90551" y="238442"/>
                  </a:lnTo>
                  <a:lnTo>
                    <a:pt x="107315" y="251955"/>
                  </a:lnTo>
                  <a:lnTo>
                    <a:pt x="121729" y="239522"/>
                  </a:lnTo>
                  <a:lnTo>
                    <a:pt x="153479" y="236277"/>
                  </a:lnTo>
                  <a:lnTo>
                    <a:pt x="170243" y="215735"/>
                  </a:lnTo>
                  <a:lnTo>
                    <a:pt x="205422" y="210325"/>
                  </a:lnTo>
                  <a:lnTo>
                    <a:pt x="262318" y="238982"/>
                  </a:lnTo>
                  <a:lnTo>
                    <a:pt x="261810" y="262230"/>
                  </a:lnTo>
                  <a:lnTo>
                    <a:pt x="281051" y="273044"/>
                  </a:lnTo>
                  <a:lnTo>
                    <a:pt x="278574" y="291966"/>
                  </a:lnTo>
                  <a:lnTo>
                    <a:pt x="292989" y="298456"/>
                  </a:lnTo>
                  <a:lnTo>
                    <a:pt x="312356" y="327438"/>
                  </a:lnTo>
                  <a:lnTo>
                    <a:pt x="312420" y="327438"/>
                  </a:lnTo>
                  <a:lnTo>
                    <a:pt x="321437" y="315652"/>
                  </a:lnTo>
                  <a:cubicBezTo>
                    <a:pt x="323596" y="312623"/>
                    <a:pt x="323279" y="307975"/>
                    <a:pt x="323152" y="308623"/>
                  </a:cubicBezTo>
                  <a:cubicBezTo>
                    <a:pt x="323088" y="306565"/>
                    <a:pt x="324358" y="304730"/>
                    <a:pt x="326199" y="304514"/>
                  </a:cubicBezTo>
                  <a:cubicBezTo>
                    <a:pt x="389509" y="295535"/>
                    <a:pt x="392113" y="313271"/>
                    <a:pt x="380936" y="312623"/>
                  </a:cubicBezTo>
                  <a:cubicBezTo>
                    <a:pt x="330073" y="309702"/>
                    <a:pt x="374015" y="314573"/>
                    <a:pt x="364109" y="318357"/>
                  </a:cubicBezTo>
                  <a:cubicBezTo>
                    <a:pt x="363538" y="318789"/>
                    <a:pt x="359410" y="319761"/>
                    <a:pt x="360807" y="322034"/>
                  </a:cubicBezTo>
                  <a:cubicBezTo>
                    <a:pt x="362458" y="324409"/>
                    <a:pt x="368935" y="324301"/>
                    <a:pt x="368427" y="324193"/>
                  </a:cubicBezTo>
                  <a:cubicBezTo>
                    <a:pt x="376555" y="325057"/>
                    <a:pt x="383222" y="333711"/>
                    <a:pt x="389954" y="332194"/>
                  </a:cubicBezTo>
                  <a:cubicBezTo>
                    <a:pt x="411670" y="327330"/>
                    <a:pt x="413893" y="326034"/>
                    <a:pt x="417957" y="327977"/>
                  </a:cubicBezTo>
                  <a:cubicBezTo>
                    <a:pt x="432943" y="335007"/>
                    <a:pt x="437769" y="336525"/>
                    <a:pt x="433578" y="338036"/>
                  </a:cubicBezTo>
                  <a:lnTo>
                    <a:pt x="406527" y="348202"/>
                  </a:lnTo>
                  <a:cubicBezTo>
                    <a:pt x="401638" y="350037"/>
                    <a:pt x="406527" y="351879"/>
                    <a:pt x="401765" y="353822"/>
                  </a:cubicBezTo>
                  <a:cubicBezTo>
                    <a:pt x="395605" y="357067"/>
                    <a:pt x="385635" y="358476"/>
                    <a:pt x="389827" y="362153"/>
                  </a:cubicBezTo>
                  <a:cubicBezTo>
                    <a:pt x="390398" y="362477"/>
                    <a:pt x="393382" y="366477"/>
                    <a:pt x="397319" y="364636"/>
                  </a:cubicBezTo>
                  <a:cubicBezTo>
                    <a:pt x="402399" y="362369"/>
                    <a:pt x="413639" y="359664"/>
                    <a:pt x="410528" y="363664"/>
                  </a:cubicBezTo>
                  <a:cubicBezTo>
                    <a:pt x="407670" y="367233"/>
                    <a:pt x="416433" y="373399"/>
                    <a:pt x="420560" y="371450"/>
                  </a:cubicBezTo>
                  <a:lnTo>
                    <a:pt x="424561" y="369614"/>
                  </a:lnTo>
                  <a:cubicBezTo>
                    <a:pt x="428689" y="367773"/>
                    <a:pt x="425958" y="371450"/>
                    <a:pt x="428561" y="375882"/>
                  </a:cubicBezTo>
                  <a:cubicBezTo>
                    <a:pt x="428942" y="376860"/>
                    <a:pt x="431609" y="379774"/>
                    <a:pt x="430720" y="383991"/>
                  </a:cubicBezTo>
                  <a:cubicBezTo>
                    <a:pt x="429451" y="390049"/>
                    <a:pt x="429323" y="394805"/>
                    <a:pt x="425641" y="397402"/>
                  </a:cubicBezTo>
                  <a:cubicBezTo>
                    <a:pt x="425259" y="398050"/>
                    <a:pt x="421767" y="399783"/>
                    <a:pt x="425132" y="401510"/>
                  </a:cubicBezTo>
                  <a:cubicBezTo>
                    <a:pt x="431736" y="404971"/>
                    <a:pt x="436181" y="408432"/>
                    <a:pt x="440627" y="406921"/>
                  </a:cubicBezTo>
                  <a:cubicBezTo>
                    <a:pt x="453898" y="402374"/>
                    <a:pt x="457264" y="401834"/>
                    <a:pt x="459740" y="398266"/>
                  </a:cubicBezTo>
                  <a:cubicBezTo>
                    <a:pt x="461518" y="396107"/>
                    <a:pt x="463423" y="391128"/>
                    <a:pt x="468185" y="389833"/>
                  </a:cubicBezTo>
                  <a:cubicBezTo>
                    <a:pt x="478790" y="386804"/>
                    <a:pt x="481520" y="385508"/>
                    <a:pt x="484442" y="387782"/>
                  </a:cubicBezTo>
                  <a:cubicBezTo>
                    <a:pt x="487553" y="390157"/>
                    <a:pt x="490474" y="383451"/>
                    <a:pt x="490093" y="384105"/>
                  </a:cubicBezTo>
                  <a:cubicBezTo>
                    <a:pt x="492569" y="379666"/>
                    <a:pt x="497332" y="382695"/>
                    <a:pt x="498411" y="377939"/>
                  </a:cubicBezTo>
                  <a:lnTo>
                    <a:pt x="498729" y="376745"/>
                  </a:lnTo>
                  <a:cubicBezTo>
                    <a:pt x="499935" y="371773"/>
                    <a:pt x="509651" y="374047"/>
                    <a:pt x="512699" y="376860"/>
                  </a:cubicBezTo>
                  <a:cubicBezTo>
                    <a:pt x="513207" y="377184"/>
                    <a:pt x="515366" y="379343"/>
                    <a:pt x="518731" y="378911"/>
                  </a:cubicBezTo>
                  <a:cubicBezTo>
                    <a:pt x="533464" y="376637"/>
                    <a:pt x="537019" y="377076"/>
                    <a:pt x="536829" y="372745"/>
                  </a:cubicBezTo>
                  <a:cubicBezTo>
                    <a:pt x="537019" y="370802"/>
                    <a:pt x="535432" y="365284"/>
                    <a:pt x="539432" y="363017"/>
                  </a:cubicBezTo>
                  <a:cubicBezTo>
                    <a:pt x="539941" y="362477"/>
                    <a:pt x="544068" y="360744"/>
                    <a:pt x="540385" y="359664"/>
                  </a:cubicBezTo>
                  <a:lnTo>
                    <a:pt x="531622" y="356851"/>
                  </a:lnTo>
                  <a:cubicBezTo>
                    <a:pt x="527431" y="355448"/>
                    <a:pt x="522859" y="360636"/>
                    <a:pt x="523494" y="360204"/>
                  </a:cubicBezTo>
                  <a:cubicBezTo>
                    <a:pt x="520827" y="362585"/>
                    <a:pt x="517334" y="359664"/>
                    <a:pt x="517969" y="359880"/>
                  </a:cubicBezTo>
                  <a:cubicBezTo>
                    <a:pt x="512763" y="355448"/>
                    <a:pt x="509968" y="367017"/>
                    <a:pt x="504127" y="363341"/>
                  </a:cubicBezTo>
                  <a:lnTo>
                    <a:pt x="500126" y="360851"/>
                  </a:lnTo>
                  <a:cubicBezTo>
                    <a:pt x="496570" y="358585"/>
                    <a:pt x="497395" y="364852"/>
                    <a:pt x="497522" y="364312"/>
                  </a:cubicBezTo>
                  <a:cubicBezTo>
                    <a:pt x="497522" y="366154"/>
                    <a:pt x="496253" y="367233"/>
                    <a:pt x="494411" y="366801"/>
                  </a:cubicBezTo>
                  <a:cubicBezTo>
                    <a:pt x="489394" y="364852"/>
                    <a:pt x="480314" y="364744"/>
                    <a:pt x="483553" y="360636"/>
                  </a:cubicBezTo>
                  <a:lnTo>
                    <a:pt x="485077" y="358800"/>
                  </a:lnTo>
                  <a:cubicBezTo>
                    <a:pt x="487807" y="355555"/>
                    <a:pt x="483553" y="350793"/>
                    <a:pt x="483806" y="351339"/>
                  </a:cubicBezTo>
                  <a:cubicBezTo>
                    <a:pt x="480885" y="347116"/>
                    <a:pt x="468440" y="344633"/>
                    <a:pt x="469074" y="344741"/>
                  </a:cubicBezTo>
                  <a:cubicBezTo>
                    <a:pt x="461137" y="342360"/>
                    <a:pt x="461137" y="328301"/>
                    <a:pt x="452183" y="333927"/>
                  </a:cubicBezTo>
                  <a:cubicBezTo>
                    <a:pt x="448310" y="336302"/>
                    <a:pt x="439738" y="329711"/>
                    <a:pt x="440245" y="330035"/>
                  </a:cubicBezTo>
                  <a:cubicBezTo>
                    <a:pt x="436499" y="327870"/>
                    <a:pt x="434784" y="322142"/>
                    <a:pt x="439166" y="321926"/>
                  </a:cubicBezTo>
                  <a:cubicBezTo>
                    <a:pt x="445706" y="321704"/>
                    <a:pt x="449770" y="321164"/>
                    <a:pt x="454152" y="322250"/>
                  </a:cubicBezTo>
                  <a:cubicBezTo>
                    <a:pt x="469202" y="325819"/>
                    <a:pt x="472884" y="325057"/>
                    <a:pt x="473964" y="329387"/>
                  </a:cubicBezTo>
                  <a:cubicBezTo>
                    <a:pt x="474472" y="330575"/>
                    <a:pt x="474472" y="335870"/>
                    <a:pt x="479044" y="336741"/>
                  </a:cubicBezTo>
                  <a:lnTo>
                    <a:pt x="481711" y="337172"/>
                  </a:lnTo>
                  <a:cubicBezTo>
                    <a:pt x="488886" y="338468"/>
                    <a:pt x="478599" y="325272"/>
                    <a:pt x="483870" y="319437"/>
                  </a:cubicBezTo>
                  <a:cubicBezTo>
                    <a:pt x="486156" y="317595"/>
                    <a:pt x="490728" y="309702"/>
                    <a:pt x="492125" y="315004"/>
                  </a:cubicBezTo>
                  <a:lnTo>
                    <a:pt x="492316" y="315868"/>
                  </a:lnTo>
                  <a:cubicBezTo>
                    <a:pt x="493776" y="320948"/>
                    <a:pt x="501523" y="315328"/>
                    <a:pt x="500570" y="310458"/>
                  </a:cubicBezTo>
                  <a:cubicBezTo>
                    <a:pt x="500570" y="309270"/>
                    <a:pt x="497777" y="301917"/>
                    <a:pt x="502285" y="303428"/>
                  </a:cubicBezTo>
                  <a:cubicBezTo>
                    <a:pt x="506857" y="305054"/>
                    <a:pt x="510540" y="306889"/>
                    <a:pt x="514541" y="305486"/>
                  </a:cubicBezTo>
                  <a:cubicBezTo>
                    <a:pt x="541274" y="296075"/>
                    <a:pt x="544322" y="293808"/>
                    <a:pt x="547942" y="296945"/>
                  </a:cubicBezTo>
                  <a:cubicBezTo>
                    <a:pt x="548640" y="297161"/>
                    <a:pt x="551243" y="300730"/>
                    <a:pt x="554545" y="298132"/>
                  </a:cubicBezTo>
                  <a:cubicBezTo>
                    <a:pt x="575373" y="281699"/>
                    <a:pt x="576770" y="279641"/>
                    <a:pt x="581279" y="279317"/>
                  </a:cubicBezTo>
                  <a:cubicBezTo>
                    <a:pt x="589343" y="278670"/>
                    <a:pt x="595820" y="278238"/>
                    <a:pt x="601345" y="277800"/>
                  </a:cubicBezTo>
                  <a:lnTo>
                    <a:pt x="605790" y="256286"/>
                  </a:lnTo>
                  <a:lnTo>
                    <a:pt x="620268" y="253149"/>
                  </a:lnTo>
                  <a:lnTo>
                    <a:pt x="624522" y="242983"/>
                  </a:lnTo>
                  <a:lnTo>
                    <a:pt x="659575" y="243630"/>
                  </a:lnTo>
                  <a:lnTo>
                    <a:pt x="668210" y="222218"/>
                  </a:lnTo>
                  <a:lnTo>
                    <a:pt x="656336" y="203943"/>
                  </a:lnTo>
                  <a:lnTo>
                    <a:pt x="670814" y="190646"/>
                  </a:lnTo>
                  <a:lnTo>
                    <a:pt x="660527" y="186430"/>
                  </a:lnTo>
                  <a:lnTo>
                    <a:pt x="660527" y="186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353C74-3205-ADB0-3BAE-80CA62E6B0DC}"/>
                </a:ext>
              </a:extLst>
            </p:cNvPr>
            <p:cNvSpPr/>
            <p:nvPr/>
          </p:nvSpPr>
          <p:spPr>
            <a:xfrm>
              <a:off x="6610794" y="2829147"/>
              <a:ext cx="110830" cy="87833"/>
            </a:xfrm>
            <a:custGeom>
              <a:avLst/>
              <a:gdLst>
                <a:gd name="csX0" fmla="*/ 5080 w 110830"/>
                <a:gd name="csY0" fmla="*/ 63690 h 87833"/>
                <a:gd name="csX1" fmla="*/ 26480 w 110830"/>
                <a:gd name="csY1" fmla="*/ 61639 h 87833"/>
                <a:gd name="csX2" fmla="*/ 7239 w 110830"/>
                <a:gd name="csY2" fmla="*/ 72885 h 87833"/>
                <a:gd name="csX3" fmla="*/ 4953 w 110830"/>
                <a:gd name="csY3" fmla="*/ 83699 h 87833"/>
                <a:gd name="csX4" fmla="*/ 5524 w 110830"/>
                <a:gd name="csY4" fmla="*/ 87052 h 87833"/>
                <a:gd name="csX5" fmla="*/ 26416 w 110830"/>
                <a:gd name="csY5" fmla="*/ 70072 h 87833"/>
                <a:gd name="csX6" fmla="*/ 42863 w 110830"/>
                <a:gd name="csY6" fmla="*/ 61532 h 87833"/>
                <a:gd name="csX7" fmla="*/ 58293 w 110830"/>
                <a:gd name="csY7" fmla="*/ 47149 h 87833"/>
                <a:gd name="csX8" fmla="*/ 72390 w 110830"/>
                <a:gd name="csY8" fmla="*/ 46825 h 87833"/>
                <a:gd name="csX9" fmla="*/ 81598 w 110830"/>
                <a:gd name="csY9" fmla="*/ 43364 h 87833"/>
                <a:gd name="csX10" fmla="*/ 107124 w 110830"/>
                <a:gd name="csY10" fmla="*/ 44875 h 87833"/>
                <a:gd name="csX11" fmla="*/ 109093 w 110830"/>
                <a:gd name="csY11" fmla="*/ 35903 h 87833"/>
                <a:gd name="csX12" fmla="*/ 77470 w 110830"/>
                <a:gd name="csY12" fmla="*/ 21844 h 87833"/>
                <a:gd name="csX13" fmla="*/ 71946 w 110830"/>
                <a:gd name="csY13" fmla="*/ 10382 h 87833"/>
                <a:gd name="csX14" fmla="*/ 71755 w 110830"/>
                <a:gd name="csY14" fmla="*/ 10382 h 87833"/>
                <a:gd name="csX15" fmla="*/ 53531 w 110830"/>
                <a:gd name="csY15" fmla="*/ 8433 h 87833"/>
                <a:gd name="csX16" fmla="*/ 43180 w 110830"/>
                <a:gd name="csY16" fmla="*/ 0 h 87833"/>
                <a:gd name="csX17" fmla="*/ 18035 w 110830"/>
                <a:gd name="csY17" fmla="*/ 6490 h 87833"/>
                <a:gd name="csX18" fmla="*/ 9589 w 110830"/>
                <a:gd name="csY18" fmla="*/ 18383 h 87833"/>
                <a:gd name="csX19" fmla="*/ 20892 w 110830"/>
                <a:gd name="csY19" fmla="*/ 20656 h 87833"/>
                <a:gd name="csX20" fmla="*/ 23051 w 110830"/>
                <a:gd name="csY20" fmla="*/ 35795 h 87833"/>
                <a:gd name="csX21" fmla="*/ 11113 w 110830"/>
                <a:gd name="csY21" fmla="*/ 39795 h 87833"/>
                <a:gd name="csX22" fmla="*/ 11430 w 110830"/>
                <a:gd name="csY22" fmla="*/ 48228 h 87833"/>
                <a:gd name="csX23" fmla="*/ 0 w 110830"/>
                <a:gd name="csY23" fmla="*/ 60446 h 87833"/>
                <a:gd name="csX24" fmla="*/ 5080 w 110830"/>
                <a:gd name="csY24" fmla="*/ 63583 h 87833"/>
                <a:gd name="csX25" fmla="*/ 5080 w 110830"/>
                <a:gd name="csY25" fmla="*/ 63690 h 87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0830" h="87833">
                  <a:moveTo>
                    <a:pt x="5080" y="63690"/>
                  </a:moveTo>
                  <a:cubicBezTo>
                    <a:pt x="22797" y="60662"/>
                    <a:pt x="26162" y="59474"/>
                    <a:pt x="26480" y="61639"/>
                  </a:cubicBezTo>
                  <a:cubicBezTo>
                    <a:pt x="26798" y="64560"/>
                    <a:pt x="6604" y="73209"/>
                    <a:pt x="7239" y="72885"/>
                  </a:cubicBezTo>
                  <a:cubicBezTo>
                    <a:pt x="2922" y="74936"/>
                    <a:pt x="6795" y="78613"/>
                    <a:pt x="4953" y="83699"/>
                  </a:cubicBezTo>
                  <a:cubicBezTo>
                    <a:pt x="4826" y="84239"/>
                    <a:pt x="2223" y="89859"/>
                    <a:pt x="5524" y="87052"/>
                  </a:cubicBezTo>
                  <a:cubicBezTo>
                    <a:pt x="20193" y="74073"/>
                    <a:pt x="22035" y="71799"/>
                    <a:pt x="26416" y="70072"/>
                  </a:cubicBezTo>
                  <a:cubicBezTo>
                    <a:pt x="33719" y="67043"/>
                    <a:pt x="39815" y="65316"/>
                    <a:pt x="42863" y="61532"/>
                  </a:cubicBezTo>
                  <a:cubicBezTo>
                    <a:pt x="52769" y="49308"/>
                    <a:pt x="54102" y="46609"/>
                    <a:pt x="58293" y="47149"/>
                  </a:cubicBezTo>
                  <a:cubicBezTo>
                    <a:pt x="64136" y="47904"/>
                    <a:pt x="68707" y="49308"/>
                    <a:pt x="72390" y="46825"/>
                  </a:cubicBezTo>
                  <a:cubicBezTo>
                    <a:pt x="73597" y="46285"/>
                    <a:pt x="77153" y="42608"/>
                    <a:pt x="81598" y="43364"/>
                  </a:cubicBezTo>
                  <a:cubicBezTo>
                    <a:pt x="103125" y="47365"/>
                    <a:pt x="104839" y="48444"/>
                    <a:pt x="107124" y="44875"/>
                  </a:cubicBezTo>
                  <a:cubicBezTo>
                    <a:pt x="108014" y="42824"/>
                    <a:pt x="113602" y="37630"/>
                    <a:pt x="109093" y="35903"/>
                  </a:cubicBezTo>
                  <a:cubicBezTo>
                    <a:pt x="80836" y="25413"/>
                    <a:pt x="79502" y="25737"/>
                    <a:pt x="77470" y="21844"/>
                  </a:cubicBezTo>
                  <a:cubicBezTo>
                    <a:pt x="75629" y="17736"/>
                    <a:pt x="71628" y="13189"/>
                    <a:pt x="71946" y="10382"/>
                  </a:cubicBezTo>
                  <a:lnTo>
                    <a:pt x="71755" y="10382"/>
                  </a:lnTo>
                  <a:lnTo>
                    <a:pt x="53531" y="8433"/>
                  </a:lnTo>
                  <a:lnTo>
                    <a:pt x="43180" y="0"/>
                  </a:lnTo>
                  <a:lnTo>
                    <a:pt x="18035" y="6490"/>
                  </a:lnTo>
                  <a:lnTo>
                    <a:pt x="9589" y="18383"/>
                  </a:lnTo>
                  <a:lnTo>
                    <a:pt x="20892" y="20656"/>
                  </a:lnTo>
                  <a:lnTo>
                    <a:pt x="23051" y="35795"/>
                  </a:lnTo>
                  <a:lnTo>
                    <a:pt x="11113" y="39795"/>
                  </a:lnTo>
                  <a:lnTo>
                    <a:pt x="11430" y="48228"/>
                  </a:lnTo>
                  <a:lnTo>
                    <a:pt x="0" y="60446"/>
                  </a:lnTo>
                  <a:cubicBezTo>
                    <a:pt x="826" y="62395"/>
                    <a:pt x="2349" y="64122"/>
                    <a:pt x="5080" y="63583"/>
                  </a:cubicBezTo>
                  <a:lnTo>
                    <a:pt x="5080" y="63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F8ABDD77-60C4-B9C2-FD75-28557E1A4174}"/>
                </a:ext>
              </a:extLst>
            </p:cNvPr>
            <p:cNvSpPr/>
            <p:nvPr/>
          </p:nvSpPr>
          <p:spPr>
            <a:xfrm>
              <a:off x="5855823" y="2557290"/>
              <a:ext cx="179127" cy="104241"/>
            </a:xfrm>
            <a:custGeom>
              <a:avLst/>
              <a:gdLst>
                <a:gd name="csX0" fmla="*/ 80308 w 179127"/>
                <a:gd name="csY0" fmla="*/ 82829 h 104241"/>
                <a:gd name="csX1" fmla="*/ 90265 w 179127"/>
                <a:gd name="csY1" fmla="*/ 74181 h 104241"/>
                <a:gd name="csX2" fmla="*/ 106502 w 179127"/>
                <a:gd name="csY2" fmla="*/ 104242 h 104241"/>
                <a:gd name="csX3" fmla="*/ 118085 w 179127"/>
                <a:gd name="csY3" fmla="*/ 101105 h 104241"/>
                <a:gd name="csX4" fmla="*/ 124797 w 179127"/>
                <a:gd name="csY4" fmla="*/ 72015 h 104241"/>
                <a:gd name="csX5" fmla="*/ 155861 w 179127"/>
                <a:gd name="csY5" fmla="*/ 87484 h 104241"/>
                <a:gd name="csX6" fmla="*/ 179127 w 179127"/>
                <a:gd name="csY6" fmla="*/ 56229 h 104241"/>
                <a:gd name="csX7" fmla="*/ 165164 w 179127"/>
                <a:gd name="csY7" fmla="*/ 49200 h 104241"/>
                <a:gd name="csX8" fmla="*/ 154775 w 179127"/>
                <a:gd name="csY8" fmla="*/ 56229 h 104241"/>
                <a:gd name="csX9" fmla="*/ 135509 w 179127"/>
                <a:gd name="csY9" fmla="*/ 41846 h 104241"/>
                <a:gd name="csX10" fmla="*/ 142977 w 179127"/>
                <a:gd name="csY10" fmla="*/ 10922 h 104241"/>
                <a:gd name="csX11" fmla="*/ 97625 w 179127"/>
                <a:gd name="csY11" fmla="*/ 0 h 104241"/>
                <a:gd name="csX12" fmla="*/ 91027 w 179127"/>
                <a:gd name="csY12" fmla="*/ 7137 h 104241"/>
                <a:gd name="csX13" fmla="*/ 94164 w 179127"/>
                <a:gd name="csY13" fmla="*/ 21298 h 104241"/>
                <a:gd name="csX14" fmla="*/ 59855 w 179127"/>
                <a:gd name="csY14" fmla="*/ 16326 h 104241"/>
                <a:gd name="csX15" fmla="*/ 39179 w 179127"/>
                <a:gd name="csY15" fmla="*/ 22600 h 104241"/>
                <a:gd name="csX16" fmla="*/ 5087 w 179127"/>
                <a:gd name="csY16" fmla="*/ 67691 h 104241"/>
                <a:gd name="csX17" fmla="*/ 0 w 179127"/>
                <a:gd name="csY17" fmla="*/ 91808 h 104241"/>
                <a:gd name="csX18" fmla="*/ 30518 w 179127"/>
                <a:gd name="csY18" fmla="*/ 74181 h 104241"/>
                <a:gd name="csX19" fmla="*/ 39395 w 179127"/>
                <a:gd name="csY19" fmla="*/ 98076 h 104241"/>
                <a:gd name="csX20" fmla="*/ 71107 w 179127"/>
                <a:gd name="csY20" fmla="*/ 98730 h 104241"/>
                <a:gd name="csX21" fmla="*/ 80308 w 179127"/>
                <a:gd name="csY21" fmla="*/ 82829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79127" h="104241">
                  <a:moveTo>
                    <a:pt x="80308" y="82829"/>
                  </a:moveTo>
                  <a:lnTo>
                    <a:pt x="90265" y="74181"/>
                  </a:lnTo>
                  <a:lnTo>
                    <a:pt x="106502" y="104242"/>
                  </a:lnTo>
                  <a:lnTo>
                    <a:pt x="118085" y="101105"/>
                  </a:lnTo>
                  <a:lnTo>
                    <a:pt x="124797" y="72015"/>
                  </a:lnTo>
                  <a:lnTo>
                    <a:pt x="155861" y="87484"/>
                  </a:lnTo>
                  <a:lnTo>
                    <a:pt x="179127" y="56229"/>
                  </a:lnTo>
                  <a:lnTo>
                    <a:pt x="165164" y="49200"/>
                  </a:lnTo>
                  <a:lnTo>
                    <a:pt x="154775" y="56229"/>
                  </a:lnTo>
                  <a:lnTo>
                    <a:pt x="135509" y="41846"/>
                  </a:lnTo>
                  <a:lnTo>
                    <a:pt x="142977" y="10922"/>
                  </a:lnTo>
                  <a:lnTo>
                    <a:pt x="97625" y="0"/>
                  </a:lnTo>
                  <a:lnTo>
                    <a:pt x="91027" y="7137"/>
                  </a:lnTo>
                  <a:lnTo>
                    <a:pt x="94164" y="21298"/>
                  </a:lnTo>
                  <a:lnTo>
                    <a:pt x="59855" y="16326"/>
                  </a:lnTo>
                  <a:lnTo>
                    <a:pt x="39179" y="22600"/>
                  </a:lnTo>
                  <a:lnTo>
                    <a:pt x="5087" y="67691"/>
                  </a:lnTo>
                  <a:lnTo>
                    <a:pt x="0" y="91808"/>
                  </a:lnTo>
                  <a:lnTo>
                    <a:pt x="30518" y="74181"/>
                  </a:lnTo>
                  <a:lnTo>
                    <a:pt x="39395" y="98076"/>
                  </a:lnTo>
                  <a:lnTo>
                    <a:pt x="71107" y="98730"/>
                  </a:lnTo>
                  <a:lnTo>
                    <a:pt x="80308" y="82829"/>
                  </a:ln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BC03A2FB-3F98-4821-A228-A7A6262F505A}"/>
                </a:ext>
              </a:extLst>
            </p:cNvPr>
            <p:cNvSpPr/>
            <p:nvPr/>
          </p:nvSpPr>
          <p:spPr>
            <a:xfrm>
              <a:off x="6484180" y="1501874"/>
              <a:ext cx="7624" cy="6230"/>
            </a:xfrm>
            <a:custGeom>
              <a:avLst/>
              <a:gdLst>
                <a:gd name="csX0" fmla="*/ 4821 w 7624"/>
                <a:gd name="csY0" fmla="*/ 97 h 6230"/>
                <a:gd name="csX1" fmla="*/ 58 w 7624"/>
                <a:gd name="csY1" fmla="*/ 2695 h 6230"/>
                <a:gd name="csX2" fmla="*/ 4630 w 7624"/>
                <a:gd name="csY2" fmla="*/ 6155 h 6230"/>
                <a:gd name="csX3" fmla="*/ 4821 w 7624"/>
                <a:gd name="csY3" fmla="*/ 97 h 6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24" h="6230">
                  <a:moveTo>
                    <a:pt x="4821" y="97"/>
                  </a:moveTo>
                  <a:cubicBezTo>
                    <a:pt x="4185" y="212"/>
                    <a:pt x="-577" y="-982"/>
                    <a:pt x="58" y="2695"/>
                  </a:cubicBezTo>
                  <a:cubicBezTo>
                    <a:pt x="629" y="5832"/>
                    <a:pt x="5265" y="6479"/>
                    <a:pt x="4630" y="6155"/>
                  </a:cubicBezTo>
                  <a:cubicBezTo>
                    <a:pt x="6789" y="6263"/>
                    <a:pt x="10028" y="644"/>
                    <a:pt x="4821" y="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82C09BD-B215-28B4-7FFF-BD1D8119DF65}"/>
                </a:ext>
              </a:extLst>
            </p:cNvPr>
            <p:cNvSpPr/>
            <p:nvPr/>
          </p:nvSpPr>
          <p:spPr>
            <a:xfrm>
              <a:off x="6475731" y="1510693"/>
              <a:ext cx="6574" cy="9500"/>
            </a:xfrm>
            <a:custGeom>
              <a:avLst/>
              <a:gdLst>
                <a:gd name="csX0" fmla="*/ 4698 w 6574"/>
                <a:gd name="csY0" fmla="*/ 149 h 9500"/>
                <a:gd name="csX1" fmla="*/ 189 w 6574"/>
                <a:gd name="csY1" fmla="*/ 5769 h 9500"/>
                <a:gd name="csX2" fmla="*/ 5587 w 6574"/>
                <a:gd name="csY2" fmla="*/ 6315 h 9500"/>
                <a:gd name="csX3" fmla="*/ 4698 w 6574"/>
                <a:gd name="csY3" fmla="*/ 149 h 9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574" h="9500">
                  <a:moveTo>
                    <a:pt x="4698" y="149"/>
                  </a:moveTo>
                  <a:cubicBezTo>
                    <a:pt x="1015" y="-1146"/>
                    <a:pt x="-128" y="6423"/>
                    <a:pt x="189" y="5769"/>
                  </a:cubicBezTo>
                  <a:cubicBezTo>
                    <a:pt x="-1017" y="10424"/>
                    <a:pt x="3872" y="10856"/>
                    <a:pt x="5587" y="6315"/>
                  </a:cubicBezTo>
                  <a:cubicBezTo>
                    <a:pt x="5587" y="6315"/>
                    <a:pt x="8317" y="1445"/>
                    <a:pt x="4698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CBFAF41-ADDC-CE9F-2B0D-F7EB13E8B6AB}"/>
                </a:ext>
              </a:extLst>
            </p:cNvPr>
            <p:cNvSpPr/>
            <p:nvPr/>
          </p:nvSpPr>
          <p:spPr>
            <a:xfrm>
              <a:off x="6331398" y="1676041"/>
              <a:ext cx="6842" cy="9256"/>
            </a:xfrm>
            <a:custGeom>
              <a:avLst/>
              <a:gdLst>
                <a:gd name="csX0" fmla="*/ 5209 w 6842"/>
                <a:gd name="csY0" fmla="*/ 34 h 9256"/>
                <a:gd name="csX1" fmla="*/ 15 w 6842"/>
                <a:gd name="csY1" fmla="*/ 4251 h 9256"/>
                <a:gd name="csX2" fmla="*/ 2505 w 6842"/>
                <a:gd name="csY2" fmla="*/ 8143 h 9256"/>
                <a:gd name="csX3" fmla="*/ 5209 w 6842"/>
                <a:gd name="csY3" fmla="*/ 34 h 9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42" h="9256">
                  <a:moveTo>
                    <a:pt x="5209" y="34"/>
                  </a:moveTo>
                  <a:cubicBezTo>
                    <a:pt x="4670" y="358"/>
                    <a:pt x="-309" y="-290"/>
                    <a:pt x="15" y="4251"/>
                  </a:cubicBezTo>
                  <a:cubicBezTo>
                    <a:pt x="231" y="4898"/>
                    <a:pt x="-201" y="11928"/>
                    <a:pt x="2505" y="8143"/>
                  </a:cubicBezTo>
                  <a:cubicBezTo>
                    <a:pt x="2505" y="8143"/>
                    <a:pt x="10080" y="-614"/>
                    <a:pt x="5209" y="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05506487-27C1-04D5-0096-733DCD504B70}"/>
                </a:ext>
              </a:extLst>
            </p:cNvPr>
            <p:cNvSpPr/>
            <p:nvPr/>
          </p:nvSpPr>
          <p:spPr>
            <a:xfrm>
              <a:off x="6339447" y="1902066"/>
              <a:ext cx="6870" cy="8847"/>
            </a:xfrm>
            <a:custGeom>
              <a:avLst/>
              <a:gdLst>
                <a:gd name="csX0" fmla="*/ 1491 w 6870"/>
                <a:gd name="csY0" fmla="*/ 1423 h 8847"/>
                <a:gd name="csX1" fmla="*/ 4088 w 6870"/>
                <a:gd name="csY1" fmla="*/ 7912 h 8847"/>
                <a:gd name="csX2" fmla="*/ 5713 w 6870"/>
                <a:gd name="csY2" fmla="*/ 6179 h 8847"/>
                <a:gd name="csX3" fmla="*/ 1815 w 6870"/>
                <a:gd name="csY3" fmla="*/ 1099 h 8847"/>
                <a:gd name="csX4" fmla="*/ 1491 w 6870"/>
                <a:gd name="csY4" fmla="*/ 1315 h 8847"/>
                <a:gd name="csX5" fmla="*/ 1491 w 6870"/>
                <a:gd name="csY5" fmla="*/ 1423 h 8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870" h="8847">
                  <a:moveTo>
                    <a:pt x="1491" y="1423"/>
                  </a:moveTo>
                  <a:cubicBezTo>
                    <a:pt x="-1754" y="4775"/>
                    <a:pt x="843" y="11265"/>
                    <a:pt x="4088" y="7912"/>
                  </a:cubicBezTo>
                  <a:lnTo>
                    <a:pt x="5713" y="6179"/>
                  </a:lnTo>
                  <a:cubicBezTo>
                    <a:pt x="8850" y="2826"/>
                    <a:pt x="4951" y="-2254"/>
                    <a:pt x="1815" y="1099"/>
                  </a:cubicBezTo>
                  <a:lnTo>
                    <a:pt x="1491" y="1315"/>
                  </a:lnTo>
                  <a:lnTo>
                    <a:pt x="1491" y="1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3F19350E-3102-AE87-3C5A-51676188813F}"/>
                </a:ext>
              </a:extLst>
            </p:cNvPr>
            <p:cNvSpPr/>
            <p:nvPr/>
          </p:nvSpPr>
          <p:spPr>
            <a:xfrm>
              <a:off x="6330571" y="1916492"/>
              <a:ext cx="9792" cy="7481"/>
            </a:xfrm>
            <a:custGeom>
              <a:avLst/>
              <a:gdLst>
                <a:gd name="csX0" fmla="*/ 1496 w 9792"/>
                <a:gd name="csY0" fmla="*/ 6351 h 7481"/>
                <a:gd name="csX1" fmla="*/ 7878 w 9792"/>
                <a:gd name="csY1" fmla="*/ 5596 h 7481"/>
                <a:gd name="csX2" fmla="*/ 8316 w 9792"/>
                <a:gd name="csY2" fmla="*/ 84 h 7481"/>
                <a:gd name="csX3" fmla="*/ 2791 w 9792"/>
                <a:gd name="csY3" fmla="*/ 1487 h 7481"/>
                <a:gd name="csX4" fmla="*/ 1496 w 9792"/>
                <a:gd name="csY4" fmla="*/ 6351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92" h="7481">
                  <a:moveTo>
                    <a:pt x="1496" y="6351"/>
                  </a:moveTo>
                  <a:cubicBezTo>
                    <a:pt x="2143" y="6459"/>
                    <a:pt x="5496" y="9272"/>
                    <a:pt x="7878" y="5596"/>
                  </a:cubicBezTo>
                  <a:cubicBezTo>
                    <a:pt x="8100" y="4948"/>
                    <a:pt x="11776" y="947"/>
                    <a:pt x="8316" y="84"/>
                  </a:cubicBezTo>
                  <a:cubicBezTo>
                    <a:pt x="6798" y="-240"/>
                    <a:pt x="4309" y="407"/>
                    <a:pt x="2791" y="1487"/>
                  </a:cubicBezTo>
                  <a:cubicBezTo>
                    <a:pt x="2251" y="2135"/>
                    <a:pt x="-2295" y="4408"/>
                    <a:pt x="1496" y="63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3F08224F-BCAF-0B15-995B-6A09248ED50C}"/>
                </a:ext>
              </a:extLst>
            </p:cNvPr>
            <p:cNvSpPr/>
            <p:nvPr/>
          </p:nvSpPr>
          <p:spPr>
            <a:xfrm>
              <a:off x="6320409" y="1926200"/>
              <a:ext cx="8346" cy="7854"/>
            </a:xfrm>
            <a:custGeom>
              <a:avLst/>
              <a:gdLst>
                <a:gd name="csX0" fmla="*/ 8083 w 8346"/>
                <a:gd name="csY0" fmla="*/ 5945 h 7854"/>
                <a:gd name="csX1" fmla="*/ 5372 w 8346"/>
                <a:gd name="csY1" fmla="*/ 104 h 7854"/>
                <a:gd name="csX2" fmla="*/ 1048 w 8346"/>
                <a:gd name="csY2" fmla="*/ 4104 h 7854"/>
                <a:gd name="csX3" fmla="*/ 8083 w 8346"/>
                <a:gd name="csY3" fmla="*/ 5945 h 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46" h="7854">
                  <a:moveTo>
                    <a:pt x="8083" y="5945"/>
                  </a:moveTo>
                  <a:cubicBezTo>
                    <a:pt x="8083" y="5298"/>
                    <a:pt x="9595" y="-868"/>
                    <a:pt x="5372" y="104"/>
                  </a:cubicBezTo>
                  <a:cubicBezTo>
                    <a:pt x="4508" y="535"/>
                    <a:pt x="-2635" y="1081"/>
                    <a:pt x="1048" y="4104"/>
                  </a:cubicBezTo>
                  <a:cubicBezTo>
                    <a:pt x="1048" y="4104"/>
                    <a:pt x="7645" y="11134"/>
                    <a:pt x="8083" y="59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616211E1-F296-7E96-A70D-B391A3849B57}"/>
                </a:ext>
              </a:extLst>
            </p:cNvPr>
            <p:cNvSpPr/>
            <p:nvPr/>
          </p:nvSpPr>
          <p:spPr>
            <a:xfrm>
              <a:off x="6311757" y="1935905"/>
              <a:ext cx="10115" cy="8443"/>
            </a:xfrm>
            <a:custGeom>
              <a:avLst/>
              <a:gdLst>
                <a:gd name="csX0" fmla="*/ 2117 w 10115"/>
                <a:gd name="csY0" fmla="*/ 8242 h 8443"/>
                <a:gd name="csX1" fmla="*/ 8829 w 10115"/>
                <a:gd name="csY1" fmla="*/ 2190 h 8443"/>
                <a:gd name="csX2" fmla="*/ 1146 w 10115"/>
                <a:gd name="csY2" fmla="*/ 2190 h 8443"/>
                <a:gd name="csX3" fmla="*/ 2117 w 10115"/>
                <a:gd name="csY3" fmla="*/ 8134 h 8443"/>
                <a:gd name="csX4" fmla="*/ 2117 w 10115"/>
                <a:gd name="csY4" fmla="*/ 8242 h 8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5" h="8443">
                  <a:moveTo>
                    <a:pt x="2117" y="8242"/>
                  </a:moveTo>
                  <a:cubicBezTo>
                    <a:pt x="4606" y="6731"/>
                    <a:pt x="13375" y="4565"/>
                    <a:pt x="8829" y="2190"/>
                  </a:cubicBezTo>
                  <a:cubicBezTo>
                    <a:pt x="7749" y="1867"/>
                    <a:pt x="2447" y="-2572"/>
                    <a:pt x="1146" y="2190"/>
                  </a:cubicBezTo>
                  <a:cubicBezTo>
                    <a:pt x="1146" y="2190"/>
                    <a:pt x="-1991" y="10083"/>
                    <a:pt x="2117" y="8134"/>
                  </a:cubicBezTo>
                  <a:lnTo>
                    <a:pt x="2117" y="8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E8A8AB53-9B03-2424-C5F4-B34D07A04FBB}"/>
                </a:ext>
              </a:extLst>
            </p:cNvPr>
            <p:cNvSpPr/>
            <p:nvPr/>
          </p:nvSpPr>
          <p:spPr>
            <a:xfrm>
              <a:off x="6347735" y="1994590"/>
              <a:ext cx="8945" cy="9769"/>
            </a:xfrm>
            <a:custGeom>
              <a:avLst/>
              <a:gdLst>
                <a:gd name="csX0" fmla="*/ 8042 w 8945"/>
                <a:gd name="csY0" fmla="*/ 491 h 9769"/>
                <a:gd name="csX1" fmla="*/ 1966 w 8945"/>
                <a:gd name="csY1" fmla="*/ 1246 h 9769"/>
                <a:gd name="csX2" fmla="*/ 778 w 8945"/>
                <a:gd name="csY2" fmla="*/ 8060 h 9769"/>
                <a:gd name="csX3" fmla="*/ 4233 w 8945"/>
                <a:gd name="csY3" fmla="*/ 8816 h 9769"/>
                <a:gd name="csX4" fmla="*/ 8042 w 8945"/>
                <a:gd name="csY4" fmla="*/ 491 h 9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945" h="9769">
                  <a:moveTo>
                    <a:pt x="8042" y="491"/>
                  </a:moveTo>
                  <a:cubicBezTo>
                    <a:pt x="5630" y="-1021"/>
                    <a:pt x="1426" y="1462"/>
                    <a:pt x="1966" y="1246"/>
                  </a:cubicBezTo>
                  <a:cubicBezTo>
                    <a:pt x="-1603" y="3196"/>
                    <a:pt x="778" y="8708"/>
                    <a:pt x="778" y="8060"/>
                  </a:cubicBezTo>
                  <a:cubicBezTo>
                    <a:pt x="1426" y="10009"/>
                    <a:pt x="2962" y="10333"/>
                    <a:pt x="4233" y="8816"/>
                  </a:cubicBezTo>
                  <a:cubicBezTo>
                    <a:pt x="5312" y="7088"/>
                    <a:pt x="11154" y="2440"/>
                    <a:pt x="8042" y="4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32054A8-9CF0-29B1-34D1-18BEC6606597}"/>
                </a:ext>
              </a:extLst>
            </p:cNvPr>
            <p:cNvSpPr/>
            <p:nvPr/>
          </p:nvSpPr>
          <p:spPr>
            <a:xfrm>
              <a:off x="6312338" y="1999946"/>
              <a:ext cx="32281" cy="46787"/>
            </a:xfrm>
            <a:custGeom>
              <a:avLst/>
              <a:gdLst>
                <a:gd name="csX0" fmla="*/ 32068 w 32281"/>
                <a:gd name="csY0" fmla="*/ 4545 h 46787"/>
                <a:gd name="csX1" fmla="*/ 31852 w 32281"/>
                <a:gd name="csY1" fmla="*/ 3783 h 46787"/>
                <a:gd name="csX2" fmla="*/ 19075 w 32281"/>
                <a:gd name="csY2" fmla="*/ 2703 h 46787"/>
                <a:gd name="csX3" fmla="*/ 14967 w 32281"/>
                <a:gd name="csY3" fmla="*/ 5948 h 46787"/>
                <a:gd name="csX4" fmla="*/ 9119 w 32281"/>
                <a:gd name="csY4" fmla="*/ 13841 h 46787"/>
                <a:gd name="csX5" fmla="*/ 2515 w 32281"/>
                <a:gd name="csY5" fmla="*/ 21411 h 46787"/>
                <a:gd name="csX6" fmla="*/ 25 w 32281"/>
                <a:gd name="csY6" fmla="*/ 27253 h 46787"/>
                <a:gd name="csX7" fmla="*/ 1003 w 32281"/>
                <a:gd name="csY7" fmla="*/ 40442 h 46787"/>
                <a:gd name="csX8" fmla="*/ 4680 w 32281"/>
                <a:gd name="csY8" fmla="*/ 46176 h 46787"/>
                <a:gd name="csX9" fmla="*/ 10420 w 32281"/>
                <a:gd name="csY9" fmla="*/ 45744 h 46787"/>
                <a:gd name="csX10" fmla="*/ 27521 w 32281"/>
                <a:gd name="csY10" fmla="*/ 32225 h 46787"/>
                <a:gd name="csX11" fmla="*/ 27197 w 32281"/>
                <a:gd name="csY11" fmla="*/ 26713 h 46787"/>
                <a:gd name="csX12" fmla="*/ 28600 w 32281"/>
                <a:gd name="csY12" fmla="*/ 10597 h 46787"/>
                <a:gd name="csX13" fmla="*/ 32068 w 32281"/>
                <a:gd name="csY13" fmla="*/ 4653 h 46787"/>
                <a:gd name="csX14" fmla="*/ 32068 w 32281"/>
                <a:gd name="csY14" fmla="*/ 4545 h 46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281" h="46787">
                  <a:moveTo>
                    <a:pt x="32068" y="4545"/>
                  </a:moveTo>
                  <a:lnTo>
                    <a:pt x="31852" y="3783"/>
                  </a:lnTo>
                  <a:cubicBezTo>
                    <a:pt x="30442" y="-1621"/>
                    <a:pt x="20053" y="-541"/>
                    <a:pt x="19075" y="2703"/>
                  </a:cubicBezTo>
                  <a:cubicBezTo>
                    <a:pt x="18320" y="5085"/>
                    <a:pt x="14313" y="6272"/>
                    <a:pt x="14967" y="5948"/>
                  </a:cubicBezTo>
                  <a:cubicBezTo>
                    <a:pt x="10528" y="7028"/>
                    <a:pt x="8795" y="14489"/>
                    <a:pt x="9119" y="13841"/>
                  </a:cubicBezTo>
                  <a:cubicBezTo>
                    <a:pt x="7499" y="18382"/>
                    <a:pt x="1867" y="21950"/>
                    <a:pt x="2515" y="21411"/>
                  </a:cubicBezTo>
                  <a:cubicBezTo>
                    <a:pt x="1003" y="22604"/>
                    <a:pt x="-191" y="25195"/>
                    <a:pt x="25" y="27253"/>
                  </a:cubicBezTo>
                  <a:lnTo>
                    <a:pt x="1003" y="40442"/>
                  </a:lnTo>
                  <a:cubicBezTo>
                    <a:pt x="1219" y="44334"/>
                    <a:pt x="5334" y="46715"/>
                    <a:pt x="4680" y="46176"/>
                  </a:cubicBezTo>
                  <a:cubicBezTo>
                    <a:pt x="6306" y="47147"/>
                    <a:pt x="8903" y="46931"/>
                    <a:pt x="10420" y="45744"/>
                  </a:cubicBezTo>
                  <a:lnTo>
                    <a:pt x="27521" y="32225"/>
                  </a:lnTo>
                  <a:cubicBezTo>
                    <a:pt x="30550" y="29850"/>
                    <a:pt x="26873" y="26065"/>
                    <a:pt x="27197" y="26713"/>
                  </a:cubicBezTo>
                  <a:cubicBezTo>
                    <a:pt x="23946" y="23144"/>
                    <a:pt x="24162" y="12978"/>
                    <a:pt x="28600" y="10597"/>
                  </a:cubicBezTo>
                  <a:cubicBezTo>
                    <a:pt x="29140" y="9949"/>
                    <a:pt x="33255" y="8977"/>
                    <a:pt x="32068" y="4653"/>
                  </a:cubicBezTo>
                  <a:lnTo>
                    <a:pt x="32068" y="45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2A2B8D4-FEC7-2DA5-BB84-364E92D8C9DE}"/>
                </a:ext>
              </a:extLst>
            </p:cNvPr>
            <p:cNvSpPr/>
            <p:nvPr/>
          </p:nvSpPr>
          <p:spPr>
            <a:xfrm>
              <a:off x="6312265" y="2051054"/>
              <a:ext cx="9894" cy="9439"/>
            </a:xfrm>
            <a:custGeom>
              <a:avLst/>
              <a:gdLst>
                <a:gd name="csX0" fmla="*/ 1501 w 9894"/>
                <a:gd name="csY0" fmla="*/ 9235 h 9439"/>
                <a:gd name="csX1" fmla="*/ 9299 w 9894"/>
                <a:gd name="csY1" fmla="*/ 2961 h 9439"/>
                <a:gd name="csX2" fmla="*/ 1400 w 9894"/>
                <a:gd name="csY2" fmla="*/ 3285 h 9439"/>
                <a:gd name="csX3" fmla="*/ 1400 w 9894"/>
                <a:gd name="csY3" fmla="*/ 9235 h 9439"/>
                <a:gd name="csX4" fmla="*/ 1501 w 9894"/>
                <a:gd name="csY4" fmla="*/ 9235 h 9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4" h="9439">
                  <a:moveTo>
                    <a:pt x="1501" y="9235"/>
                  </a:moveTo>
                  <a:cubicBezTo>
                    <a:pt x="5185" y="10854"/>
                    <a:pt x="9947" y="2313"/>
                    <a:pt x="9299" y="2961"/>
                  </a:cubicBezTo>
                  <a:cubicBezTo>
                    <a:pt x="12220" y="-1039"/>
                    <a:pt x="3559" y="-1039"/>
                    <a:pt x="1400" y="3285"/>
                  </a:cubicBezTo>
                  <a:cubicBezTo>
                    <a:pt x="1177" y="3933"/>
                    <a:pt x="-1636" y="7939"/>
                    <a:pt x="1400" y="9235"/>
                  </a:cubicBezTo>
                  <a:lnTo>
                    <a:pt x="1501" y="9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58FD9EC3-9C16-C07E-B78E-8303EAC6DEE5}"/>
                </a:ext>
              </a:extLst>
            </p:cNvPr>
            <p:cNvSpPr/>
            <p:nvPr/>
          </p:nvSpPr>
          <p:spPr>
            <a:xfrm>
              <a:off x="6247004" y="2033483"/>
              <a:ext cx="28562" cy="65340"/>
            </a:xfrm>
            <a:custGeom>
              <a:avLst/>
              <a:gdLst>
                <a:gd name="csX0" fmla="*/ 26503 w 28562"/>
                <a:gd name="csY0" fmla="*/ 313 h 65340"/>
                <a:gd name="csX1" fmla="*/ 24770 w 28562"/>
                <a:gd name="csY1" fmla="*/ 853 h 65340"/>
                <a:gd name="csX2" fmla="*/ 11676 w 28562"/>
                <a:gd name="csY2" fmla="*/ 25510 h 65340"/>
                <a:gd name="csX3" fmla="*/ 5618 w 28562"/>
                <a:gd name="csY3" fmla="*/ 61515 h 65340"/>
                <a:gd name="csX4" fmla="*/ 26611 w 28562"/>
                <a:gd name="csY4" fmla="*/ 313 h 65340"/>
                <a:gd name="csX5" fmla="*/ 26503 w 28562"/>
                <a:gd name="csY5" fmla="*/ 313 h 65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562" h="65340">
                  <a:moveTo>
                    <a:pt x="26503" y="313"/>
                  </a:moveTo>
                  <a:lnTo>
                    <a:pt x="24770" y="853"/>
                  </a:lnTo>
                  <a:cubicBezTo>
                    <a:pt x="18064" y="3012"/>
                    <a:pt x="18172" y="19021"/>
                    <a:pt x="11676" y="25510"/>
                  </a:cubicBezTo>
                  <a:cubicBezTo>
                    <a:pt x="-5749" y="46592"/>
                    <a:pt x="-15" y="75898"/>
                    <a:pt x="5618" y="61515"/>
                  </a:cubicBezTo>
                  <a:cubicBezTo>
                    <a:pt x="29424" y="421"/>
                    <a:pt x="31049" y="-1204"/>
                    <a:pt x="26611" y="313"/>
                  </a:cubicBezTo>
                  <a:lnTo>
                    <a:pt x="26503" y="3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957D5EF5-5C76-3B05-A08E-9063C25E5331}"/>
                </a:ext>
              </a:extLst>
            </p:cNvPr>
            <p:cNvSpPr/>
            <p:nvPr/>
          </p:nvSpPr>
          <p:spPr>
            <a:xfrm>
              <a:off x="6049245" y="1255960"/>
              <a:ext cx="487952" cy="892794"/>
            </a:xfrm>
            <a:custGeom>
              <a:avLst/>
              <a:gdLst>
                <a:gd name="csX0" fmla="*/ 468522 w 487952"/>
                <a:gd name="csY0" fmla="*/ 204705 h 892794"/>
                <a:gd name="csX1" fmla="*/ 478746 w 487952"/>
                <a:gd name="csY1" fmla="*/ 196380 h 892794"/>
                <a:gd name="csX2" fmla="*/ 481666 w 487952"/>
                <a:gd name="csY2" fmla="*/ 178860 h 892794"/>
                <a:gd name="csX3" fmla="*/ 465220 w 487952"/>
                <a:gd name="csY3" fmla="*/ 152584 h 892794"/>
                <a:gd name="csX4" fmla="*/ 476586 w 487952"/>
                <a:gd name="csY4" fmla="*/ 142418 h 892794"/>
                <a:gd name="csX5" fmla="*/ 476967 w 487952"/>
                <a:gd name="csY5" fmla="*/ 125114 h 892794"/>
                <a:gd name="csX6" fmla="*/ 461854 w 487952"/>
                <a:gd name="csY6" fmla="*/ 121006 h 892794"/>
                <a:gd name="csX7" fmla="*/ 468966 w 487952"/>
                <a:gd name="csY7" fmla="*/ 93218 h 892794"/>
                <a:gd name="csX8" fmla="*/ 450361 w 487952"/>
                <a:gd name="csY8" fmla="*/ 65316 h 892794"/>
                <a:gd name="csX9" fmla="*/ 411054 w 487952"/>
                <a:gd name="csY9" fmla="*/ 53638 h 892794"/>
                <a:gd name="csX10" fmla="*/ 356317 w 487952"/>
                <a:gd name="csY10" fmla="*/ 0 h 892794"/>
                <a:gd name="csX11" fmla="*/ 340823 w 487952"/>
                <a:gd name="csY11" fmla="*/ 7569 h 892794"/>
                <a:gd name="csX12" fmla="*/ 331933 w 487952"/>
                <a:gd name="csY12" fmla="*/ 68237 h 892794"/>
                <a:gd name="csX13" fmla="*/ 277514 w 487952"/>
                <a:gd name="csY13" fmla="*/ 40875 h 892794"/>
                <a:gd name="csX14" fmla="*/ 259658 w 487952"/>
                <a:gd name="csY14" fmla="*/ 51581 h 892794"/>
                <a:gd name="csX15" fmla="*/ 263658 w 487952"/>
                <a:gd name="csY15" fmla="*/ 76562 h 892794"/>
                <a:gd name="csX16" fmla="*/ 251752 w 487952"/>
                <a:gd name="csY16" fmla="*/ 93218 h 892794"/>
                <a:gd name="csX17" fmla="*/ 229997 w 487952"/>
                <a:gd name="csY17" fmla="*/ 83699 h 892794"/>
                <a:gd name="csX18" fmla="*/ 190386 w 487952"/>
                <a:gd name="csY18" fmla="*/ 132467 h 892794"/>
                <a:gd name="csX19" fmla="*/ 197314 w 487952"/>
                <a:gd name="csY19" fmla="*/ 163614 h 892794"/>
                <a:gd name="csX20" fmla="*/ 163328 w 487952"/>
                <a:gd name="csY20" fmla="*/ 216599 h 892794"/>
                <a:gd name="csX21" fmla="*/ 127609 w 487952"/>
                <a:gd name="csY21" fmla="*/ 227959 h 892794"/>
                <a:gd name="csX22" fmla="*/ 126854 w 487952"/>
                <a:gd name="csY22" fmla="*/ 279864 h 892794"/>
                <a:gd name="csX23" fmla="*/ 94812 w 487952"/>
                <a:gd name="csY23" fmla="*/ 326904 h 892794"/>
                <a:gd name="csX24" fmla="*/ 112674 w 487952"/>
                <a:gd name="csY24" fmla="*/ 335877 h 892794"/>
                <a:gd name="csX25" fmla="*/ 111157 w 487952"/>
                <a:gd name="csY25" fmla="*/ 365074 h 892794"/>
                <a:gd name="csX26" fmla="*/ 65805 w 487952"/>
                <a:gd name="csY26" fmla="*/ 361829 h 892794"/>
                <a:gd name="csX27" fmla="*/ 30086 w 487952"/>
                <a:gd name="csY27" fmla="*/ 416116 h 892794"/>
                <a:gd name="csX28" fmla="*/ 40481 w 487952"/>
                <a:gd name="csY28" fmla="*/ 431470 h 892794"/>
                <a:gd name="csX29" fmla="*/ 44158 w 487952"/>
                <a:gd name="csY29" fmla="*/ 482511 h 892794"/>
                <a:gd name="csX30" fmla="*/ 36042 w 487952"/>
                <a:gd name="csY30" fmla="*/ 512464 h 892794"/>
                <a:gd name="csX31" fmla="*/ 63532 w 487952"/>
                <a:gd name="csY31" fmla="*/ 532689 h 892794"/>
                <a:gd name="csX32" fmla="*/ 56064 w 487952"/>
                <a:gd name="csY32" fmla="*/ 553015 h 892794"/>
                <a:gd name="csX33" fmla="*/ 40481 w 487952"/>
                <a:gd name="csY33" fmla="*/ 555396 h 892794"/>
                <a:gd name="csX34" fmla="*/ 56064 w 487952"/>
                <a:gd name="csY34" fmla="*/ 591083 h 892794"/>
                <a:gd name="csX35" fmla="*/ 47841 w 487952"/>
                <a:gd name="csY35" fmla="*/ 619411 h 892794"/>
                <a:gd name="csX36" fmla="*/ 23380 w 487952"/>
                <a:gd name="csY36" fmla="*/ 631203 h 892794"/>
                <a:gd name="csX37" fmla="*/ 28575 w 487952"/>
                <a:gd name="csY37" fmla="*/ 667322 h 892794"/>
                <a:gd name="csX38" fmla="*/ 0 w 487952"/>
                <a:gd name="csY38" fmla="*/ 685921 h 892794"/>
                <a:gd name="csX39" fmla="*/ 4330 w 487952"/>
                <a:gd name="csY39" fmla="*/ 704196 h 892794"/>
                <a:gd name="csX40" fmla="*/ 6490 w 487952"/>
                <a:gd name="csY40" fmla="*/ 716089 h 892794"/>
                <a:gd name="csX41" fmla="*/ 12554 w 487952"/>
                <a:gd name="csY41" fmla="*/ 723227 h 892794"/>
                <a:gd name="csX42" fmla="*/ 11690 w 487952"/>
                <a:gd name="csY42" fmla="*/ 732200 h 892794"/>
                <a:gd name="csX43" fmla="*/ 14935 w 487952"/>
                <a:gd name="csY43" fmla="*/ 737933 h 892794"/>
                <a:gd name="csX44" fmla="*/ 20777 w 487952"/>
                <a:gd name="csY44" fmla="*/ 738581 h 892794"/>
                <a:gd name="csX45" fmla="*/ 22295 w 487952"/>
                <a:gd name="csY45" fmla="*/ 745071 h 892794"/>
                <a:gd name="csX46" fmla="*/ 24676 w 487952"/>
                <a:gd name="csY46" fmla="*/ 753612 h 892794"/>
                <a:gd name="csX47" fmla="*/ 26949 w 487952"/>
                <a:gd name="csY47" fmla="*/ 759346 h 892794"/>
                <a:gd name="csX48" fmla="*/ 29870 w 487952"/>
                <a:gd name="csY48" fmla="*/ 764534 h 892794"/>
                <a:gd name="csX49" fmla="*/ 29870 w 487952"/>
                <a:gd name="csY49" fmla="*/ 768318 h 892794"/>
                <a:gd name="csX50" fmla="*/ 33985 w 487952"/>
                <a:gd name="csY50" fmla="*/ 773074 h 892794"/>
                <a:gd name="csX51" fmla="*/ 37122 w 487952"/>
                <a:gd name="csY51" fmla="*/ 772643 h 892794"/>
                <a:gd name="csX52" fmla="*/ 38964 w 487952"/>
                <a:gd name="csY52" fmla="*/ 780866 h 892794"/>
                <a:gd name="csX53" fmla="*/ 44590 w 487952"/>
                <a:gd name="csY53" fmla="*/ 796544 h 892794"/>
                <a:gd name="csX54" fmla="*/ 54876 w 487952"/>
                <a:gd name="csY54" fmla="*/ 807142 h 892794"/>
                <a:gd name="csX55" fmla="*/ 62884 w 487952"/>
                <a:gd name="csY55" fmla="*/ 817302 h 892794"/>
                <a:gd name="csX56" fmla="*/ 66783 w 487952"/>
                <a:gd name="csY56" fmla="*/ 819683 h 892794"/>
                <a:gd name="csX57" fmla="*/ 67970 w 487952"/>
                <a:gd name="csY57" fmla="*/ 828008 h 892794"/>
                <a:gd name="csX58" fmla="*/ 62452 w 487952"/>
                <a:gd name="csY58" fmla="*/ 829202 h 892794"/>
                <a:gd name="csX59" fmla="*/ 58229 w 487952"/>
                <a:gd name="csY59" fmla="*/ 833419 h 892794"/>
                <a:gd name="csX60" fmla="*/ 62128 w 487952"/>
                <a:gd name="csY60" fmla="*/ 836879 h 892794"/>
                <a:gd name="csX61" fmla="*/ 59309 w 487952"/>
                <a:gd name="csY61" fmla="*/ 841959 h 892794"/>
                <a:gd name="csX62" fmla="*/ 52603 w 487952"/>
                <a:gd name="csY62" fmla="*/ 838714 h 892794"/>
                <a:gd name="csX63" fmla="*/ 52057 w 487952"/>
                <a:gd name="csY63" fmla="*/ 841851 h 892794"/>
                <a:gd name="csX64" fmla="*/ 61582 w 487952"/>
                <a:gd name="csY64" fmla="*/ 858184 h 892794"/>
                <a:gd name="csX65" fmla="*/ 68186 w 487952"/>
                <a:gd name="csY65" fmla="*/ 867480 h 892794"/>
                <a:gd name="csX66" fmla="*/ 70676 w 487952"/>
                <a:gd name="csY66" fmla="*/ 871157 h 892794"/>
                <a:gd name="csX67" fmla="*/ 69920 w 487952"/>
                <a:gd name="csY67" fmla="*/ 879049 h 892794"/>
                <a:gd name="csX68" fmla="*/ 67862 w 487952"/>
                <a:gd name="csY68" fmla="*/ 884892 h 892794"/>
                <a:gd name="csX69" fmla="*/ 65805 w 487952"/>
                <a:gd name="csY69" fmla="*/ 888244 h 892794"/>
                <a:gd name="csX70" fmla="*/ 67430 w 487952"/>
                <a:gd name="csY70" fmla="*/ 892353 h 892794"/>
                <a:gd name="csX71" fmla="*/ 81172 w 487952"/>
                <a:gd name="csY71" fmla="*/ 892785 h 892794"/>
                <a:gd name="csX72" fmla="*/ 107258 w 487952"/>
                <a:gd name="csY72" fmla="*/ 889864 h 892794"/>
                <a:gd name="csX73" fmla="*/ 120142 w 487952"/>
                <a:gd name="csY73" fmla="*/ 879589 h 892794"/>
                <a:gd name="csX74" fmla="*/ 119380 w 487952"/>
                <a:gd name="csY74" fmla="*/ 877646 h 892794"/>
                <a:gd name="csX75" fmla="*/ 114509 w 487952"/>
                <a:gd name="csY75" fmla="*/ 870077 h 892794"/>
                <a:gd name="csX76" fmla="*/ 118948 w 487952"/>
                <a:gd name="csY76" fmla="*/ 859695 h 892794"/>
                <a:gd name="csX77" fmla="*/ 129883 w 487952"/>
                <a:gd name="csY77" fmla="*/ 854291 h 892794"/>
                <a:gd name="csX78" fmla="*/ 129991 w 487952"/>
                <a:gd name="csY78" fmla="*/ 854291 h 892794"/>
                <a:gd name="csX79" fmla="*/ 134753 w 487952"/>
                <a:gd name="csY79" fmla="*/ 854831 h 892794"/>
                <a:gd name="csX80" fmla="*/ 133775 w 487952"/>
                <a:gd name="csY80" fmla="*/ 848773 h 892794"/>
                <a:gd name="csX81" fmla="*/ 135077 w 487952"/>
                <a:gd name="csY81" fmla="*/ 845636 h 892794"/>
                <a:gd name="csX82" fmla="*/ 155422 w 487952"/>
                <a:gd name="csY82" fmla="*/ 846938 h 892794"/>
                <a:gd name="csX83" fmla="*/ 159537 w 487952"/>
                <a:gd name="csY83" fmla="*/ 849528 h 892794"/>
                <a:gd name="csX84" fmla="*/ 167544 w 487952"/>
                <a:gd name="csY84" fmla="*/ 845204 h 892794"/>
                <a:gd name="csX85" fmla="*/ 173717 w 487952"/>
                <a:gd name="csY85" fmla="*/ 848557 h 892794"/>
                <a:gd name="csX86" fmla="*/ 176638 w 487952"/>
                <a:gd name="csY86" fmla="*/ 849205 h 892794"/>
                <a:gd name="csX87" fmla="*/ 181616 w 487952"/>
                <a:gd name="csY87" fmla="*/ 843153 h 892794"/>
                <a:gd name="csX88" fmla="*/ 184543 w 487952"/>
                <a:gd name="csY88" fmla="*/ 834714 h 892794"/>
                <a:gd name="csX89" fmla="*/ 189084 w 487952"/>
                <a:gd name="csY89" fmla="*/ 821201 h 892794"/>
                <a:gd name="csX90" fmla="*/ 196990 w 487952"/>
                <a:gd name="csY90" fmla="*/ 812870 h 892794"/>
                <a:gd name="csX91" fmla="*/ 202076 w 487952"/>
                <a:gd name="csY91" fmla="*/ 794379 h 892794"/>
                <a:gd name="csX92" fmla="*/ 203047 w 487952"/>
                <a:gd name="csY92" fmla="*/ 793083 h 892794"/>
                <a:gd name="csX93" fmla="*/ 202508 w 487952"/>
                <a:gd name="csY93" fmla="*/ 788867 h 892794"/>
                <a:gd name="csX94" fmla="*/ 202076 w 487952"/>
                <a:gd name="csY94" fmla="*/ 779564 h 892794"/>
                <a:gd name="csX95" fmla="*/ 209652 w 487952"/>
                <a:gd name="csY95" fmla="*/ 766159 h 892794"/>
                <a:gd name="csX96" fmla="*/ 209112 w 487952"/>
                <a:gd name="csY96" fmla="*/ 756533 h 892794"/>
                <a:gd name="csX97" fmla="*/ 212141 w 487952"/>
                <a:gd name="csY97" fmla="*/ 750583 h 892794"/>
                <a:gd name="csX98" fmla="*/ 213766 w 487952"/>
                <a:gd name="csY98" fmla="*/ 732955 h 892794"/>
                <a:gd name="csX99" fmla="*/ 215602 w 487952"/>
                <a:gd name="csY99" fmla="*/ 722579 h 892794"/>
                <a:gd name="csX100" fmla="*/ 217227 w 487952"/>
                <a:gd name="csY100" fmla="*/ 709276 h 892794"/>
                <a:gd name="csX101" fmla="*/ 215824 w 487952"/>
                <a:gd name="csY101" fmla="*/ 704628 h 892794"/>
                <a:gd name="csX102" fmla="*/ 215824 w 487952"/>
                <a:gd name="csY102" fmla="*/ 698354 h 892794"/>
                <a:gd name="csX103" fmla="*/ 224587 w 487952"/>
                <a:gd name="csY103" fmla="*/ 694245 h 892794"/>
                <a:gd name="csX104" fmla="*/ 228702 w 487952"/>
                <a:gd name="csY104" fmla="*/ 691325 h 892794"/>
                <a:gd name="csX105" fmla="*/ 234982 w 487952"/>
                <a:gd name="csY105" fmla="*/ 692188 h 892794"/>
                <a:gd name="csX106" fmla="*/ 238442 w 487952"/>
                <a:gd name="csY106" fmla="*/ 687972 h 892794"/>
                <a:gd name="csX107" fmla="*/ 244500 w 487952"/>
                <a:gd name="csY107" fmla="*/ 683431 h 892794"/>
                <a:gd name="csX108" fmla="*/ 246774 w 487952"/>
                <a:gd name="csY108" fmla="*/ 676402 h 892794"/>
                <a:gd name="csX109" fmla="*/ 253702 w 487952"/>
                <a:gd name="csY109" fmla="*/ 684511 h 892794"/>
                <a:gd name="csX110" fmla="*/ 260521 w 487952"/>
                <a:gd name="csY110" fmla="*/ 677589 h 892794"/>
                <a:gd name="csX111" fmla="*/ 265392 w 487952"/>
                <a:gd name="csY111" fmla="*/ 667645 h 892794"/>
                <a:gd name="csX112" fmla="*/ 270910 w 487952"/>
                <a:gd name="csY112" fmla="*/ 662775 h 892794"/>
                <a:gd name="csX113" fmla="*/ 275565 w 487952"/>
                <a:gd name="csY113" fmla="*/ 656177 h 892794"/>
                <a:gd name="csX114" fmla="*/ 276003 w 487952"/>
                <a:gd name="csY114" fmla="*/ 656400 h 892794"/>
                <a:gd name="csX115" fmla="*/ 282384 w 487952"/>
                <a:gd name="csY115" fmla="*/ 656292 h 892794"/>
                <a:gd name="csX116" fmla="*/ 283039 w 487952"/>
                <a:gd name="csY116" fmla="*/ 646341 h 892794"/>
                <a:gd name="csX117" fmla="*/ 283039 w 487952"/>
                <a:gd name="csY117" fmla="*/ 645370 h 892794"/>
                <a:gd name="csX118" fmla="*/ 291154 w 487952"/>
                <a:gd name="csY118" fmla="*/ 638880 h 892794"/>
                <a:gd name="csX119" fmla="*/ 294938 w 487952"/>
                <a:gd name="csY119" fmla="*/ 631527 h 892794"/>
                <a:gd name="csX120" fmla="*/ 300247 w 487952"/>
                <a:gd name="csY120" fmla="*/ 628066 h 892794"/>
                <a:gd name="csX121" fmla="*/ 299923 w 487952"/>
                <a:gd name="csY121" fmla="*/ 622548 h 892794"/>
                <a:gd name="csX122" fmla="*/ 294506 w 487952"/>
                <a:gd name="csY122" fmla="*/ 616712 h 892794"/>
                <a:gd name="csX123" fmla="*/ 287579 w 487952"/>
                <a:gd name="csY123" fmla="*/ 602545 h 892794"/>
                <a:gd name="csX124" fmla="*/ 282277 w 487952"/>
                <a:gd name="csY124" fmla="*/ 605250 h 892794"/>
                <a:gd name="csX125" fmla="*/ 281413 w 487952"/>
                <a:gd name="csY125" fmla="*/ 597897 h 892794"/>
                <a:gd name="csX126" fmla="*/ 281737 w 487952"/>
                <a:gd name="csY126" fmla="*/ 597567 h 892794"/>
                <a:gd name="csX127" fmla="*/ 280327 w 487952"/>
                <a:gd name="csY127" fmla="*/ 592379 h 892794"/>
                <a:gd name="csX128" fmla="*/ 276218 w 487952"/>
                <a:gd name="csY128" fmla="*/ 583838 h 892794"/>
                <a:gd name="csX129" fmla="*/ 271888 w 487952"/>
                <a:gd name="csY129" fmla="*/ 582644 h 892794"/>
                <a:gd name="csX130" fmla="*/ 269183 w 487952"/>
                <a:gd name="csY130" fmla="*/ 589782 h 892794"/>
                <a:gd name="csX131" fmla="*/ 262687 w 487952"/>
                <a:gd name="csY131" fmla="*/ 584162 h 892794"/>
                <a:gd name="csX132" fmla="*/ 257708 w 487952"/>
                <a:gd name="csY132" fmla="*/ 577456 h 892794"/>
                <a:gd name="csX133" fmla="*/ 257708 w 487952"/>
                <a:gd name="csY133" fmla="*/ 576917 h 892794"/>
                <a:gd name="csX134" fmla="*/ 247967 w 487952"/>
                <a:gd name="csY134" fmla="*/ 579945 h 892794"/>
                <a:gd name="csX135" fmla="*/ 244392 w 487952"/>
                <a:gd name="csY135" fmla="*/ 579514 h 892794"/>
                <a:gd name="csX136" fmla="*/ 242341 w 487952"/>
                <a:gd name="csY136" fmla="*/ 571722 h 892794"/>
                <a:gd name="csX137" fmla="*/ 232708 w 487952"/>
                <a:gd name="csY137" fmla="*/ 568808 h 892794"/>
                <a:gd name="csX138" fmla="*/ 230975 w 487952"/>
                <a:gd name="csY138" fmla="*/ 555828 h 892794"/>
                <a:gd name="csX139" fmla="*/ 228593 w 487952"/>
                <a:gd name="csY139" fmla="*/ 554209 h 892794"/>
                <a:gd name="csX140" fmla="*/ 227616 w 487952"/>
                <a:gd name="csY140" fmla="*/ 528688 h 892794"/>
                <a:gd name="csX141" fmla="*/ 225457 w 487952"/>
                <a:gd name="csY141" fmla="*/ 522522 h 892794"/>
                <a:gd name="csX142" fmla="*/ 231191 w 487952"/>
                <a:gd name="csY142" fmla="*/ 508032 h 892794"/>
                <a:gd name="csX143" fmla="*/ 238982 w 487952"/>
                <a:gd name="csY143" fmla="*/ 509327 h 892794"/>
                <a:gd name="csX144" fmla="*/ 238874 w 487952"/>
                <a:gd name="csY144" fmla="*/ 502736 h 892794"/>
                <a:gd name="csX145" fmla="*/ 234436 w 487952"/>
                <a:gd name="csY145" fmla="*/ 491160 h 892794"/>
                <a:gd name="csX146" fmla="*/ 237471 w 487952"/>
                <a:gd name="csY146" fmla="*/ 482835 h 892794"/>
                <a:gd name="csX147" fmla="*/ 245586 w 487952"/>
                <a:gd name="csY147" fmla="*/ 474402 h 892794"/>
                <a:gd name="csX148" fmla="*/ 239198 w 487952"/>
                <a:gd name="csY148" fmla="*/ 467373 h 892794"/>
                <a:gd name="csX149" fmla="*/ 240068 w 487952"/>
                <a:gd name="csY149" fmla="*/ 462940 h 892794"/>
                <a:gd name="csX150" fmla="*/ 244615 w 487952"/>
                <a:gd name="csY150" fmla="*/ 461099 h 892794"/>
                <a:gd name="csX151" fmla="*/ 246881 w 487952"/>
                <a:gd name="csY151" fmla="*/ 458286 h 892794"/>
                <a:gd name="csX152" fmla="*/ 249377 w 487952"/>
                <a:gd name="csY152" fmla="*/ 453530 h 892794"/>
                <a:gd name="csX153" fmla="*/ 256845 w 487952"/>
                <a:gd name="csY153" fmla="*/ 450933 h 892794"/>
                <a:gd name="csX154" fmla="*/ 259550 w 487952"/>
                <a:gd name="csY154" fmla="*/ 443687 h 892794"/>
                <a:gd name="csX155" fmla="*/ 267557 w 487952"/>
                <a:gd name="csY155" fmla="*/ 439255 h 892794"/>
                <a:gd name="csX156" fmla="*/ 277190 w 487952"/>
                <a:gd name="csY156" fmla="*/ 424764 h 892794"/>
                <a:gd name="csX157" fmla="*/ 281413 w 487952"/>
                <a:gd name="csY157" fmla="*/ 414490 h 892794"/>
                <a:gd name="csX158" fmla="*/ 304819 w 487952"/>
                <a:gd name="csY158" fmla="*/ 399351 h 892794"/>
                <a:gd name="csX159" fmla="*/ 304819 w 487952"/>
                <a:gd name="csY159" fmla="*/ 398272 h 892794"/>
                <a:gd name="csX160" fmla="*/ 308058 w 487952"/>
                <a:gd name="csY160" fmla="*/ 395135 h 892794"/>
                <a:gd name="csX161" fmla="*/ 312248 w 487952"/>
                <a:gd name="csY161" fmla="*/ 391027 h 892794"/>
                <a:gd name="csX162" fmla="*/ 324377 w 487952"/>
                <a:gd name="csY162" fmla="*/ 392760 h 892794"/>
                <a:gd name="csX163" fmla="*/ 330473 w 487952"/>
                <a:gd name="csY163" fmla="*/ 385299 h 892794"/>
                <a:gd name="csX164" fmla="*/ 343236 w 487952"/>
                <a:gd name="csY164" fmla="*/ 380644 h 892794"/>
                <a:gd name="csX165" fmla="*/ 343236 w 487952"/>
                <a:gd name="csY165" fmla="*/ 380429 h 892794"/>
                <a:gd name="csX166" fmla="*/ 347301 w 487952"/>
                <a:gd name="csY166" fmla="*/ 378809 h 892794"/>
                <a:gd name="csX167" fmla="*/ 350920 w 487952"/>
                <a:gd name="csY167" fmla="*/ 376428 h 892794"/>
                <a:gd name="csX168" fmla="*/ 356317 w 487952"/>
                <a:gd name="csY168" fmla="*/ 373831 h 892794"/>
                <a:gd name="csX169" fmla="*/ 372129 w 487952"/>
                <a:gd name="csY169" fmla="*/ 346151 h 892794"/>
                <a:gd name="csX170" fmla="*/ 389655 w 487952"/>
                <a:gd name="csY170" fmla="*/ 324955 h 892794"/>
                <a:gd name="csX171" fmla="*/ 379177 w 487952"/>
                <a:gd name="csY171" fmla="*/ 315982 h 892794"/>
                <a:gd name="csX172" fmla="*/ 376637 w 487952"/>
                <a:gd name="csY172" fmla="*/ 308299 h 892794"/>
                <a:gd name="csX173" fmla="*/ 393084 w 487952"/>
                <a:gd name="csY173" fmla="*/ 280511 h 892794"/>
                <a:gd name="csX174" fmla="*/ 395814 w 487952"/>
                <a:gd name="csY174" fmla="*/ 270453 h 892794"/>
                <a:gd name="csX175" fmla="*/ 403371 w 487952"/>
                <a:gd name="csY175" fmla="*/ 274777 h 892794"/>
                <a:gd name="csX176" fmla="*/ 402990 w 487952"/>
                <a:gd name="csY176" fmla="*/ 270345 h 892794"/>
                <a:gd name="csX177" fmla="*/ 404704 w 487952"/>
                <a:gd name="csY177" fmla="*/ 262560 h 892794"/>
                <a:gd name="csX178" fmla="*/ 419436 w 487952"/>
                <a:gd name="csY178" fmla="*/ 261372 h 892794"/>
                <a:gd name="csX179" fmla="*/ 420516 w 487952"/>
                <a:gd name="csY179" fmla="*/ 240284 h 892794"/>
                <a:gd name="csX180" fmla="*/ 427501 w 487952"/>
                <a:gd name="csY180" fmla="*/ 239960 h 892794"/>
                <a:gd name="csX181" fmla="*/ 432200 w 487952"/>
                <a:gd name="csY181" fmla="*/ 238227 h 892794"/>
                <a:gd name="csX182" fmla="*/ 436645 w 487952"/>
                <a:gd name="csY182" fmla="*/ 237039 h 892794"/>
                <a:gd name="csX183" fmla="*/ 445408 w 487952"/>
                <a:gd name="csY183" fmla="*/ 243637 h 892794"/>
                <a:gd name="csX184" fmla="*/ 452012 w 487952"/>
                <a:gd name="csY184" fmla="*/ 245688 h 892794"/>
                <a:gd name="csX185" fmla="*/ 454933 w 487952"/>
                <a:gd name="csY185" fmla="*/ 241795 h 892794"/>
                <a:gd name="csX186" fmla="*/ 461727 w 487952"/>
                <a:gd name="csY186" fmla="*/ 238335 h 892794"/>
                <a:gd name="csX187" fmla="*/ 468649 w 487952"/>
                <a:gd name="csY187" fmla="*/ 242881 h 892794"/>
                <a:gd name="csX188" fmla="*/ 482810 w 487952"/>
                <a:gd name="csY188" fmla="*/ 239636 h 892794"/>
                <a:gd name="csX189" fmla="*/ 487953 w 487952"/>
                <a:gd name="csY189" fmla="*/ 240392 h 892794"/>
                <a:gd name="csX190" fmla="*/ 471379 w 487952"/>
                <a:gd name="csY190" fmla="*/ 219951 h 892794"/>
                <a:gd name="csX191" fmla="*/ 468014 w 487952"/>
                <a:gd name="csY191" fmla="*/ 203410 h 892794"/>
                <a:gd name="csX192" fmla="*/ 468522 w 487952"/>
                <a:gd name="csY192" fmla="*/ 204705 h 89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487952" h="892794">
                  <a:moveTo>
                    <a:pt x="468522" y="204705"/>
                  </a:moveTo>
                  <a:lnTo>
                    <a:pt x="478746" y="196380"/>
                  </a:lnTo>
                  <a:lnTo>
                    <a:pt x="481666" y="178860"/>
                  </a:lnTo>
                  <a:lnTo>
                    <a:pt x="465220" y="152584"/>
                  </a:lnTo>
                  <a:lnTo>
                    <a:pt x="476586" y="142418"/>
                  </a:lnTo>
                  <a:lnTo>
                    <a:pt x="476967" y="125114"/>
                  </a:lnTo>
                  <a:lnTo>
                    <a:pt x="461854" y="121006"/>
                  </a:lnTo>
                  <a:lnTo>
                    <a:pt x="468966" y="93218"/>
                  </a:lnTo>
                  <a:lnTo>
                    <a:pt x="450361" y="65316"/>
                  </a:lnTo>
                  <a:lnTo>
                    <a:pt x="411054" y="53638"/>
                  </a:lnTo>
                  <a:lnTo>
                    <a:pt x="356317" y="0"/>
                  </a:lnTo>
                  <a:lnTo>
                    <a:pt x="340823" y="7569"/>
                  </a:lnTo>
                  <a:lnTo>
                    <a:pt x="331933" y="68237"/>
                  </a:lnTo>
                  <a:lnTo>
                    <a:pt x="277514" y="40875"/>
                  </a:lnTo>
                  <a:lnTo>
                    <a:pt x="259658" y="51581"/>
                  </a:lnTo>
                  <a:lnTo>
                    <a:pt x="263658" y="76562"/>
                  </a:lnTo>
                  <a:lnTo>
                    <a:pt x="251752" y="93218"/>
                  </a:lnTo>
                  <a:lnTo>
                    <a:pt x="229997" y="83699"/>
                  </a:lnTo>
                  <a:lnTo>
                    <a:pt x="190386" y="132467"/>
                  </a:lnTo>
                  <a:lnTo>
                    <a:pt x="197314" y="163614"/>
                  </a:lnTo>
                  <a:lnTo>
                    <a:pt x="163328" y="216599"/>
                  </a:lnTo>
                  <a:lnTo>
                    <a:pt x="127609" y="227959"/>
                  </a:lnTo>
                  <a:lnTo>
                    <a:pt x="126854" y="279864"/>
                  </a:lnTo>
                  <a:lnTo>
                    <a:pt x="94812" y="326904"/>
                  </a:lnTo>
                  <a:lnTo>
                    <a:pt x="112674" y="335877"/>
                  </a:lnTo>
                  <a:lnTo>
                    <a:pt x="111157" y="365074"/>
                  </a:lnTo>
                  <a:lnTo>
                    <a:pt x="65805" y="361829"/>
                  </a:lnTo>
                  <a:lnTo>
                    <a:pt x="30086" y="416116"/>
                  </a:lnTo>
                  <a:lnTo>
                    <a:pt x="40481" y="431470"/>
                  </a:lnTo>
                  <a:lnTo>
                    <a:pt x="44158" y="482511"/>
                  </a:lnTo>
                  <a:lnTo>
                    <a:pt x="36042" y="512464"/>
                  </a:lnTo>
                  <a:lnTo>
                    <a:pt x="63532" y="532689"/>
                  </a:lnTo>
                  <a:lnTo>
                    <a:pt x="56064" y="553015"/>
                  </a:lnTo>
                  <a:lnTo>
                    <a:pt x="40481" y="555396"/>
                  </a:lnTo>
                  <a:lnTo>
                    <a:pt x="56064" y="591083"/>
                  </a:lnTo>
                  <a:lnTo>
                    <a:pt x="47841" y="619411"/>
                  </a:lnTo>
                  <a:lnTo>
                    <a:pt x="23380" y="631203"/>
                  </a:lnTo>
                  <a:lnTo>
                    <a:pt x="28575" y="667322"/>
                  </a:lnTo>
                  <a:lnTo>
                    <a:pt x="0" y="685921"/>
                  </a:lnTo>
                  <a:cubicBezTo>
                    <a:pt x="3892" y="697814"/>
                    <a:pt x="4654" y="700189"/>
                    <a:pt x="4330" y="704196"/>
                  </a:cubicBezTo>
                  <a:cubicBezTo>
                    <a:pt x="4438" y="707218"/>
                    <a:pt x="1841" y="713816"/>
                    <a:pt x="6490" y="716089"/>
                  </a:cubicBezTo>
                  <a:cubicBezTo>
                    <a:pt x="8007" y="717277"/>
                    <a:pt x="14719" y="718579"/>
                    <a:pt x="12554" y="723227"/>
                  </a:cubicBezTo>
                  <a:cubicBezTo>
                    <a:pt x="12338" y="724091"/>
                    <a:pt x="9309" y="728199"/>
                    <a:pt x="11690" y="732200"/>
                  </a:cubicBezTo>
                  <a:lnTo>
                    <a:pt x="14935" y="737933"/>
                  </a:lnTo>
                  <a:cubicBezTo>
                    <a:pt x="16992" y="741502"/>
                    <a:pt x="21323" y="738365"/>
                    <a:pt x="20777" y="738581"/>
                  </a:cubicBezTo>
                  <a:cubicBezTo>
                    <a:pt x="24892" y="735984"/>
                    <a:pt x="22295" y="745719"/>
                    <a:pt x="22295" y="745071"/>
                  </a:cubicBezTo>
                  <a:cubicBezTo>
                    <a:pt x="21323" y="750691"/>
                    <a:pt x="25755" y="747992"/>
                    <a:pt x="24676" y="753612"/>
                  </a:cubicBezTo>
                  <a:cubicBezTo>
                    <a:pt x="24676" y="754259"/>
                    <a:pt x="23704" y="757720"/>
                    <a:pt x="26949" y="759346"/>
                  </a:cubicBezTo>
                  <a:cubicBezTo>
                    <a:pt x="27489" y="759993"/>
                    <a:pt x="30086" y="761181"/>
                    <a:pt x="29870" y="764534"/>
                  </a:cubicBezTo>
                  <a:lnTo>
                    <a:pt x="29870" y="768318"/>
                  </a:lnTo>
                  <a:cubicBezTo>
                    <a:pt x="29439" y="773074"/>
                    <a:pt x="32252" y="777513"/>
                    <a:pt x="33985" y="773074"/>
                  </a:cubicBezTo>
                  <a:cubicBezTo>
                    <a:pt x="34525" y="772535"/>
                    <a:pt x="35611" y="769830"/>
                    <a:pt x="37122" y="772643"/>
                  </a:cubicBezTo>
                  <a:cubicBezTo>
                    <a:pt x="37338" y="773290"/>
                    <a:pt x="40589" y="777405"/>
                    <a:pt x="38964" y="780866"/>
                  </a:cubicBezTo>
                  <a:cubicBezTo>
                    <a:pt x="37122" y="784974"/>
                    <a:pt x="45028" y="797192"/>
                    <a:pt x="44590" y="796544"/>
                  </a:cubicBezTo>
                  <a:cubicBezTo>
                    <a:pt x="47625" y="802272"/>
                    <a:pt x="51841" y="801516"/>
                    <a:pt x="54876" y="807142"/>
                  </a:cubicBezTo>
                  <a:cubicBezTo>
                    <a:pt x="58877" y="814495"/>
                    <a:pt x="60827" y="819467"/>
                    <a:pt x="62884" y="817302"/>
                  </a:cubicBezTo>
                  <a:cubicBezTo>
                    <a:pt x="64617" y="815467"/>
                    <a:pt x="67323" y="820331"/>
                    <a:pt x="66783" y="819683"/>
                  </a:cubicBezTo>
                  <a:cubicBezTo>
                    <a:pt x="68834" y="823252"/>
                    <a:pt x="68078" y="828770"/>
                    <a:pt x="67970" y="828008"/>
                  </a:cubicBezTo>
                  <a:cubicBezTo>
                    <a:pt x="67539" y="832555"/>
                    <a:pt x="61913" y="829094"/>
                    <a:pt x="62452" y="829202"/>
                  </a:cubicBezTo>
                  <a:cubicBezTo>
                    <a:pt x="58337" y="827145"/>
                    <a:pt x="54876" y="830389"/>
                    <a:pt x="58229" y="833419"/>
                  </a:cubicBezTo>
                  <a:lnTo>
                    <a:pt x="62128" y="836879"/>
                  </a:lnTo>
                  <a:cubicBezTo>
                    <a:pt x="65589" y="839908"/>
                    <a:pt x="63100" y="844664"/>
                    <a:pt x="59309" y="841959"/>
                  </a:cubicBezTo>
                  <a:cubicBezTo>
                    <a:pt x="58769" y="841635"/>
                    <a:pt x="55524" y="838714"/>
                    <a:pt x="52603" y="838714"/>
                  </a:cubicBezTo>
                  <a:cubicBezTo>
                    <a:pt x="51302" y="838714"/>
                    <a:pt x="51086" y="840124"/>
                    <a:pt x="52057" y="841851"/>
                  </a:cubicBezTo>
                  <a:lnTo>
                    <a:pt x="61582" y="858184"/>
                  </a:lnTo>
                  <a:cubicBezTo>
                    <a:pt x="64401" y="863048"/>
                    <a:pt x="67970" y="863803"/>
                    <a:pt x="68186" y="867480"/>
                  </a:cubicBezTo>
                  <a:cubicBezTo>
                    <a:pt x="68186" y="868890"/>
                    <a:pt x="69380" y="870509"/>
                    <a:pt x="70676" y="871157"/>
                  </a:cubicBezTo>
                  <a:cubicBezTo>
                    <a:pt x="77495" y="874401"/>
                    <a:pt x="69488" y="879697"/>
                    <a:pt x="69920" y="879049"/>
                  </a:cubicBezTo>
                  <a:cubicBezTo>
                    <a:pt x="66561" y="880675"/>
                    <a:pt x="67862" y="885539"/>
                    <a:pt x="67862" y="884892"/>
                  </a:cubicBezTo>
                  <a:cubicBezTo>
                    <a:pt x="68294" y="886835"/>
                    <a:pt x="67430" y="888352"/>
                    <a:pt x="65805" y="888244"/>
                  </a:cubicBezTo>
                  <a:cubicBezTo>
                    <a:pt x="62128" y="887920"/>
                    <a:pt x="62884" y="892245"/>
                    <a:pt x="67430" y="892353"/>
                  </a:cubicBezTo>
                  <a:lnTo>
                    <a:pt x="81172" y="892785"/>
                  </a:lnTo>
                  <a:cubicBezTo>
                    <a:pt x="91675" y="893109"/>
                    <a:pt x="102933" y="885323"/>
                    <a:pt x="107258" y="889864"/>
                  </a:cubicBezTo>
                  <a:cubicBezTo>
                    <a:pt x="114732" y="897649"/>
                    <a:pt x="121869" y="883920"/>
                    <a:pt x="120142" y="879589"/>
                  </a:cubicBezTo>
                  <a:lnTo>
                    <a:pt x="119380" y="877646"/>
                  </a:lnTo>
                  <a:cubicBezTo>
                    <a:pt x="117437" y="872458"/>
                    <a:pt x="113214" y="875157"/>
                    <a:pt x="114509" y="870077"/>
                  </a:cubicBezTo>
                  <a:cubicBezTo>
                    <a:pt x="114948" y="868559"/>
                    <a:pt x="115487" y="862940"/>
                    <a:pt x="118948" y="859695"/>
                  </a:cubicBezTo>
                  <a:cubicBezTo>
                    <a:pt x="121876" y="857637"/>
                    <a:pt x="125768" y="851046"/>
                    <a:pt x="129883" y="854291"/>
                  </a:cubicBezTo>
                  <a:lnTo>
                    <a:pt x="129991" y="854291"/>
                  </a:lnTo>
                  <a:cubicBezTo>
                    <a:pt x="131502" y="855586"/>
                    <a:pt x="133559" y="855802"/>
                    <a:pt x="134753" y="854831"/>
                  </a:cubicBezTo>
                  <a:cubicBezTo>
                    <a:pt x="137242" y="852773"/>
                    <a:pt x="133559" y="848125"/>
                    <a:pt x="133775" y="848773"/>
                  </a:cubicBezTo>
                  <a:cubicBezTo>
                    <a:pt x="132696" y="847154"/>
                    <a:pt x="133236" y="845744"/>
                    <a:pt x="135077" y="845636"/>
                  </a:cubicBezTo>
                  <a:cubicBezTo>
                    <a:pt x="146876" y="845636"/>
                    <a:pt x="154559" y="843039"/>
                    <a:pt x="155422" y="846938"/>
                  </a:cubicBezTo>
                  <a:cubicBezTo>
                    <a:pt x="155861" y="849313"/>
                    <a:pt x="160185" y="849636"/>
                    <a:pt x="159537" y="849528"/>
                  </a:cubicBezTo>
                  <a:cubicBezTo>
                    <a:pt x="164624" y="849852"/>
                    <a:pt x="162350" y="845204"/>
                    <a:pt x="167544" y="845204"/>
                  </a:cubicBezTo>
                  <a:cubicBezTo>
                    <a:pt x="168091" y="845312"/>
                    <a:pt x="172853" y="844341"/>
                    <a:pt x="173717" y="848557"/>
                  </a:cubicBezTo>
                  <a:cubicBezTo>
                    <a:pt x="174041" y="850398"/>
                    <a:pt x="175342" y="850614"/>
                    <a:pt x="176638" y="849205"/>
                  </a:cubicBezTo>
                  <a:lnTo>
                    <a:pt x="181616" y="843153"/>
                  </a:lnTo>
                  <a:cubicBezTo>
                    <a:pt x="184321" y="839908"/>
                    <a:pt x="184759" y="834066"/>
                    <a:pt x="184543" y="834714"/>
                  </a:cubicBezTo>
                  <a:cubicBezTo>
                    <a:pt x="185191" y="829202"/>
                    <a:pt x="189414" y="820547"/>
                    <a:pt x="189084" y="821201"/>
                  </a:cubicBezTo>
                  <a:cubicBezTo>
                    <a:pt x="191249" y="816115"/>
                    <a:pt x="195904" y="818172"/>
                    <a:pt x="196990" y="812870"/>
                  </a:cubicBezTo>
                  <a:cubicBezTo>
                    <a:pt x="198501" y="804437"/>
                    <a:pt x="199047" y="798271"/>
                    <a:pt x="202076" y="794379"/>
                  </a:cubicBezTo>
                  <a:lnTo>
                    <a:pt x="203047" y="793083"/>
                  </a:lnTo>
                  <a:cubicBezTo>
                    <a:pt x="204241" y="791566"/>
                    <a:pt x="204026" y="789623"/>
                    <a:pt x="202508" y="788867"/>
                  </a:cubicBezTo>
                  <a:cubicBezTo>
                    <a:pt x="198717" y="786918"/>
                    <a:pt x="198609" y="780320"/>
                    <a:pt x="202076" y="779564"/>
                  </a:cubicBezTo>
                  <a:cubicBezTo>
                    <a:pt x="206299" y="778593"/>
                    <a:pt x="209867" y="765505"/>
                    <a:pt x="209652" y="766159"/>
                  </a:cubicBezTo>
                  <a:cubicBezTo>
                    <a:pt x="211601" y="761073"/>
                    <a:pt x="205213" y="759777"/>
                    <a:pt x="209112" y="756533"/>
                  </a:cubicBezTo>
                  <a:cubicBezTo>
                    <a:pt x="211601" y="753072"/>
                    <a:pt x="211925" y="752640"/>
                    <a:pt x="212141" y="750583"/>
                  </a:cubicBezTo>
                  <a:lnTo>
                    <a:pt x="213766" y="732955"/>
                  </a:lnTo>
                  <a:cubicBezTo>
                    <a:pt x="214306" y="727335"/>
                    <a:pt x="211601" y="721278"/>
                    <a:pt x="215602" y="722579"/>
                  </a:cubicBezTo>
                  <a:cubicBezTo>
                    <a:pt x="221450" y="724414"/>
                    <a:pt x="212896" y="714032"/>
                    <a:pt x="217227" y="709276"/>
                  </a:cubicBezTo>
                  <a:cubicBezTo>
                    <a:pt x="219608" y="706679"/>
                    <a:pt x="215278" y="703980"/>
                    <a:pt x="215824" y="704628"/>
                  </a:cubicBezTo>
                  <a:cubicBezTo>
                    <a:pt x="212033" y="702139"/>
                    <a:pt x="211277" y="698786"/>
                    <a:pt x="215824" y="698354"/>
                  </a:cubicBezTo>
                  <a:cubicBezTo>
                    <a:pt x="217551" y="697922"/>
                    <a:pt x="223507" y="699002"/>
                    <a:pt x="224587" y="694245"/>
                  </a:cubicBezTo>
                  <a:cubicBezTo>
                    <a:pt x="225018" y="692404"/>
                    <a:pt x="226860" y="691109"/>
                    <a:pt x="228702" y="691325"/>
                  </a:cubicBezTo>
                  <a:lnTo>
                    <a:pt x="234982" y="692188"/>
                  </a:lnTo>
                  <a:cubicBezTo>
                    <a:pt x="238658" y="692728"/>
                    <a:pt x="238658" y="687324"/>
                    <a:pt x="238442" y="687972"/>
                  </a:cubicBezTo>
                  <a:cubicBezTo>
                    <a:pt x="238550" y="682244"/>
                    <a:pt x="244500" y="687756"/>
                    <a:pt x="244500" y="683431"/>
                  </a:cubicBezTo>
                  <a:cubicBezTo>
                    <a:pt x="244500" y="680295"/>
                    <a:pt x="246996" y="675754"/>
                    <a:pt x="246774" y="676402"/>
                  </a:cubicBezTo>
                  <a:cubicBezTo>
                    <a:pt x="250456" y="669373"/>
                    <a:pt x="248615" y="689705"/>
                    <a:pt x="253702" y="684511"/>
                  </a:cubicBezTo>
                  <a:lnTo>
                    <a:pt x="260521" y="677589"/>
                  </a:lnTo>
                  <a:cubicBezTo>
                    <a:pt x="264096" y="673913"/>
                    <a:pt x="260737" y="669049"/>
                    <a:pt x="265392" y="667645"/>
                  </a:cubicBezTo>
                  <a:cubicBezTo>
                    <a:pt x="266693" y="666991"/>
                    <a:pt x="274161" y="666236"/>
                    <a:pt x="270910" y="662775"/>
                  </a:cubicBezTo>
                  <a:cubicBezTo>
                    <a:pt x="267881" y="659638"/>
                    <a:pt x="271564" y="654018"/>
                    <a:pt x="275565" y="656177"/>
                  </a:cubicBezTo>
                  <a:lnTo>
                    <a:pt x="276003" y="656400"/>
                  </a:lnTo>
                  <a:cubicBezTo>
                    <a:pt x="279140" y="658019"/>
                    <a:pt x="282924" y="656069"/>
                    <a:pt x="282384" y="656292"/>
                  </a:cubicBezTo>
                  <a:cubicBezTo>
                    <a:pt x="286607" y="654018"/>
                    <a:pt x="282384" y="652069"/>
                    <a:pt x="283039" y="646341"/>
                  </a:cubicBezTo>
                  <a:lnTo>
                    <a:pt x="283039" y="645370"/>
                  </a:lnTo>
                  <a:cubicBezTo>
                    <a:pt x="283686" y="640283"/>
                    <a:pt x="291802" y="638556"/>
                    <a:pt x="291154" y="638880"/>
                  </a:cubicBezTo>
                  <a:cubicBezTo>
                    <a:pt x="295808" y="637146"/>
                    <a:pt x="290830" y="631311"/>
                    <a:pt x="294938" y="631527"/>
                  </a:cubicBezTo>
                  <a:cubicBezTo>
                    <a:pt x="297974" y="631635"/>
                    <a:pt x="300882" y="627526"/>
                    <a:pt x="300247" y="628066"/>
                  </a:cubicBezTo>
                  <a:cubicBezTo>
                    <a:pt x="301453" y="626440"/>
                    <a:pt x="301199" y="623957"/>
                    <a:pt x="299923" y="622548"/>
                  </a:cubicBezTo>
                  <a:lnTo>
                    <a:pt x="294506" y="616712"/>
                  </a:lnTo>
                  <a:cubicBezTo>
                    <a:pt x="290830" y="612711"/>
                    <a:pt x="287363" y="601789"/>
                    <a:pt x="287579" y="602545"/>
                  </a:cubicBezTo>
                  <a:cubicBezTo>
                    <a:pt x="285743" y="597789"/>
                    <a:pt x="285852" y="605034"/>
                    <a:pt x="282277" y="605250"/>
                  </a:cubicBezTo>
                  <a:cubicBezTo>
                    <a:pt x="279355" y="605466"/>
                    <a:pt x="277946" y="601466"/>
                    <a:pt x="281413" y="597897"/>
                  </a:cubicBezTo>
                  <a:lnTo>
                    <a:pt x="281737" y="597567"/>
                  </a:lnTo>
                  <a:cubicBezTo>
                    <a:pt x="284550" y="594652"/>
                    <a:pt x="279895" y="591731"/>
                    <a:pt x="280327" y="592379"/>
                  </a:cubicBezTo>
                  <a:cubicBezTo>
                    <a:pt x="276758" y="589890"/>
                    <a:pt x="276003" y="583190"/>
                    <a:pt x="276218" y="583838"/>
                  </a:cubicBezTo>
                  <a:cubicBezTo>
                    <a:pt x="275241" y="579076"/>
                    <a:pt x="271780" y="577888"/>
                    <a:pt x="271888" y="582644"/>
                  </a:cubicBezTo>
                  <a:cubicBezTo>
                    <a:pt x="271672" y="584270"/>
                    <a:pt x="273514" y="591947"/>
                    <a:pt x="269183" y="589782"/>
                  </a:cubicBezTo>
                  <a:cubicBezTo>
                    <a:pt x="268205" y="589134"/>
                    <a:pt x="262794" y="587515"/>
                    <a:pt x="262687" y="584162"/>
                  </a:cubicBezTo>
                  <a:cubicBezTo>
                    <a:pt x="262579" y="580809"/>
                    <a:pt x="257600" y="582536"/>
                    <a:pt x="257708" y="577456"/>
                  </a:cubicBezTo>
                  <a:lnTo>
                    <a:pt x="257708" y="576917"/>
                  </a:lnTo>
                  <a:cubicBezTo>
                    <a:pt x="257816" y="571183"/>
                    <a:pt x="248615" y="577025"/>
                    <a:pt x="247967" y="579945"/>
                  </a:cubicBezTo>
                  <a:cubicBezTo>
                    <a:pt x="247320" y="582536"/>
                    <a:pt x="243853" y="579183"/>
                    <a:pt x="244392" y="579514"/>
                  </a:cubicBezTo>
                  <a:cubicBezTo>
                    <a:pt x="240716" y="575945"/>
                    <a:pt x="247320" y="571291"/>
                    <a:pt x="242341" y="571722"/>
                  </a:cubicBezTo>
                  <a:cubicBezTo>
                    <a:pt x="239414" y="571506"/>
                    <a:pt x="232162" y="574319"/>
                    <a:pt x="232708" y="568808"/>
                  </a:cubicBezTo>
                  <a:cubicBezTo>
                    <a:pt x="232708" y="565131"/>
                    <a:pt x="235198" y="558749"/>
                    <a:pt x="230975" y="555828"/>
                  </a:cubicBezTo>
                  <a:lnTo>
                    <a:pt x="228593" y="554209"/>
                  </a:lnTo>
                  <a:cubicBezTo>
                    <a:pt x="221990" y="549662"/>
                    <a:pt x="233680" y="534200"/>
                    <a:pt x="227616" y="528688"/>
                  </a:cubicBezTo>
                  <a:cubicBezTo>
                    <a:pt x="227184" y="528034"/>
                    <a:pt x="224803" y="526091"/>
                    <a:pt x="225457" y="522522"/>
                  </a:cubicBezTo>
                  <a:cubicBezTo>
                    <a:pt x="227400" y="515169"/>
                    <a:pt x="226644" y="504679"/>
                    <a:pt x="231191" y="508032"/>
                  </a:cubicBezTo>
                  <a:cubicBezTo>
                    <a:pt x="232270" y="508571"/>
                    <a:pt x="236709" y="513658"/>
                    <a:pt x="238982" y="509327"/>
                  </a:cubicBezTo>
                  <a:cubicBezTo>
                    <a:pt x="239090" y="508679"/>
                    <a:pt x="240931" y="505758"/>
                    <a:pt x="238874" y="502736"/>
                  </a:cubicBezTo>
                  <a:cubicBezTo>
                    <a:pt x="237471" y="500031"/>
                    <a:pt x="232601" y="496246"/>
                    <a:pt x="234436" y="491160"/>
                  </a:cubicBezTo>
                  <a:lnTo>
                    <a:pt x="237471" y="482835"/>
                  </a:lnTo>
                  <a:cubicBezTo>
                    <a:pt x="239198" y="478079"/>
                    <a:pt x="246126" y="473862"/>
                    <a:pt x="245586" y="474402"/>
                  </a:cubicBezTo>
                  <a:cubicBezTo>
                    <a:pt x="250888" y="470510"/>
                    <a:pt x="237903" y="473862"/>
                    <a:pt x="239198" y="467373"/>
                  </a:cubicBezTo>
                  <a:lnTo>
                    <a:pt x="240068" y="462940"/>
                  </a:lnTo>
                  <a:cubicBezTo>
                    <a:pt x="240824" y="458940"/>
                    <a:pt x="245154" y="461207"/>
                    <a:pt x="244615" y="461099"/>
                  </a:cubicBezTo>
                  <a:cubicBezTo>
                    <a:pt x="247967" y="462617"/>
                    <a:pt x="246990" y="457638"/>
                    <a:pt x="246881" y="458286"/>
                  </a:cubicBezTo>
                  <a:cubicBezTo>
                    <a:pt x="246450" y="456343"/>
                    <a:pt x="247643" y="454177"/>
                    <a:pt x="249377" y="453530"/>
                  </a:cubicBezTo>
                  <a:lnTo>
                    <a:pt x="256845" y="450933"/>
                  </a:lnTo>
                  <a:cubicBezTo>
                    <a:pt x="261823" y="449205"/>
                    <a:pt x="254571" y="445205"/>
                    <a:pt x="259550" y="443687"/>
                  </a:cubicBezTo>
                  <a:cubicBezTo>
                    <a:pt x="260197" y="443471"/>
                    <a:pt x="264636" y="442716"/>
                    <a:pt x="267557" y="439255"/>
                  </a:cubicBezTo>
                  <a:cubicBezTo>
                    <a:pt x="275133" y="430498"/>
                    <a:pt x="276866" y="429089"/>
                    <a:pt x="277190" y="424764"/>
                  </a:cubicBezTo>
                  <a:cubicBezTo>
                    <a:pt x="277730" y="422389"/>
                    <a:pt x="276758" y="415468"/>
                    <a:pt x="281413" y="414490"/>
                  </a:cubicBezTo>
                  <a:cubicBezTo>
                    <a:pt x="286823" y="413410"/>
                    <a:pt x="304121" y="411791"/>
                    <a:pt x="304819" y="399351"/>
                  </a:cubicBezTo>
                  <a:lnTo>
                    <a:pt x="304819" y="398272"/>
                  </a:lnTo>
                  <a:cubicBezTo>
                    <a:pt x="305009" y="396215"/>
                    <a:pt x="306407" y="394811"/>
                    <a:pt x="308058" y="395135"/>
                  </a:cubicBezTo>
                  <a:cubicBezTo>
                    <a:pt x="311423" y="395675"/>
                    <a:pt x="312693" y="390379"/>
                    <a:pt x="312248" y="391027"/>
                  </a:cubicBezTo>
                  <a:cubicBezTo>
                    <a:pt x="314344" y="383457"/>
                    <a:pt x="319932" y="404654"/>
                    <a:pt x="324377" y="392760"/>
                  </a:cubicBezTo>
                  <a:cubicBezTo>
                    <a:pt x="325012" y="391566"/>
                    <a:pt x="325774" y="385731"/>
                    <a:pt x="330473" y="385299"/>
                  </a:cubicBezTo>
                  <a:cubicBezTo>
                    <a:pt x="334982" y="384321"/>
                    <a:pt x="342030" y="386162"/>
                    <a:pt x="343236" y="380644"/>
                  </a:cubicBezTo>
                  <a:lnTo>
                    <a:pt x="343236" y="380429"/>
                  </a:lnTo>
                  <a:cubicBezTo>
                    <a:pt x="344189" y="376752"/>
                    <a:pt x="347999" y="378917"/>
                    <a:pt x="347301" y="378809"/>
                  </a:cubicBezTo>
                  <a:cubicBezTo>
                    <a:pt x="350476" y="380752"/>
                    <a:pt x="351301" y="375780"/>
                    <a:pt x="350920" y="376428"/>
                  </a:cubicBezTo>
                  <a:cubicBezTo>
                    <a:pt x="351555" y="372212"/>
                    <a:pt x="356952" y="373723"/>
                    <a:pt x="356317" y="373831"/>
                  </a:cubicBezTo>
                  <a:cubicBezTo>
                    <a:pt x="363112" y="375240"/>
                    <a:pt x="364953" y="352965"/>
                    <a:pt x="372129" y="346151"/>
                  </a:cubicBezTo>
                  <a:cubicBezTo>
                    <a:pt x="389972" y="329279"/>
                    <a:pt x="393655" y="327336"/>
                    <a:pt x="389655" y="324955"/>
                  </a:cubicBezTo>
                  <a:cubicBezTo>
                    <a:pt x="385401" y="322466"/>
                    <a:pt x="380638" y="320523"/>
                    <a:pt x="379177" y="315982"/>
                  </a:cubicBezTo>
                  <a:lnTo>
                    <a:pt x="376637" y="308299"/>
                  </a:lnTo>
                  <a:cubicBezTo>
                    <a:pt x="373843" y="299866"/>
                    <a:pt x="392766" y="290462"/>
                    <a:pt x="393084" y="280511"/>
                  </a:cubicBezTo>
                  <a:cubicBezTo>
                    <a:pt x="393528" y="276835"/>
                    <a:pt x="392004" y="266668"/>
                    <a:pt x="395814" y="270453"/>
                  </a:cubicBezTo>
                  <a:cubicBezTo>
                    <a:pt x="398227" y="272402"/>
                    <a:pt x="403942" y="280403"/>
                    <a:pt x="403371" y="274777"/>
                  </a:cubicBezTo>
                  <a:lnTo>
                    <a:pt x="402990" y="270345"/>
                  </a:lnTo>
                  <a:cubicBezTo>
                    <a:pt x="402546" y="266344"/>
                    <a:pt x="404895" y="261912"/>
                    <a:pt x="404704" y="262560"/>
                  </a:cubicBezTo>
                  <a:cubicBezTo>
                    <a:pt x="408133" y="255746"/>
                    <a:pt x="419309" y="269265"/>
                    <a:pt x="419436" y="261372"/>
                  </a:cubicBezTo>
                  <a:cubicBezTo>
                    <a:pt x="419436" y="255746"/>
                    <a:pt x="420579" y="239636"/>
                    <a:pt x="420516" y="240284"/>
                  </a:cubicBezTo>
                  <a:cubicBezTo>
                    <a:pt x="420833" y="235204"/>
                    <a:pt x="428199" y="240176"/>
                    <a:pt x="427501" y="239960"/>
                  </a:cubicBezTo>
                  <a:cubicBezTo>
                    <a:pt x="430549" y="241471"/>
                    <a:pt x="432835" y="237687"/>
                    <a:pt x="432200" y="238227"/>
                  </a:cubicBezTo>
                  <a:cubicBezTo>
                    <a:pt x="433026" y="236391"/>
                    <a:pt x="435121" y="235960"/>
                    <a:pt x="436645" y="237039"/>
                  </a:cubicBezTo>
                  <a:lnTo>
                    <a:pt x="445408" y="243637"/>
                  </a:lnTo>
                  <a:cubicBezTo>
                    <a:pt x="448329" y="245796"/>
                    <a:pt x="452520" y="245796"/>
                    <a:pt x="452012" y="245688"/>
                  </a:cubicBezTo>
                  <a:cubicBezTo>
                    <a:pt x="455441" y="245688"/>
                    <a:pt x="454997" y="241148"/>
                    <a:pt x="454933" y="241795"/>
                  </a:cubicBezTo>
                  <a:cubicBezTo>
                    <a:pt x="454235" y="236823"/>
                    <a:pt x="462299" y="238227"/>
                    <a:pt x="461727" y="238335"/>
                  </a:cubicBezTo>
                  <a:cubicBezTo>
                    <a:pt x="465855" y="238443"/>
                    <a:pt x="469221" y="243421"/>
                    <a:pt x="468649" y="242881"/>
                  </a:cubicBezTo>
                  <a:cubicBezTo>
                    <a:pt x="474936" y="250882"/>
                    <a:pt x="477412" y="238881"/>
                    <a:pt x="482810" y="239636"/>
                  </a:cubicBezTo>
                  <a:lnTo>
                    <a:pt x="487953" y="240392"/>
                  </a:lnTo>
                  <a:lnTo>
                    <a:pt x="471379" y="219951"/>
                  </a:lnTo>
                  <a:lnTo>
                    <a:pt x="468014" y="203410"/>
                  </a:lnTo>
                  <a:lnTo>
                    <a:pt x="468522" y="204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C5406A16-B863-49A1-D140-F824BF5A48C1}"/>
                </a:ext>
              </a:extLst>
            </p:cNvPr>
            <p:cNvSpPr/>
            <p:nvPr/>
          </p:nvSpPr>
          <p:spPr>
            <a:xfrm>
              <a:off x="4981369" y="3410252"/>
              <a:ext cx="9324" cy="8656"/>
            </a:xfrm>
            <a:custGeom>
              <a:avLst/>
              <a:gdLst>
                <a:gd name="csX0" fmla="*/ 232 w 9324"/>
                <a:gd name="csY0" fmla="*/ 3590 h 8656"/>
                <a:gd name="csX1" fmla="*/ 3482 w 9324"/>
                <a:gd name="csY1" fmla="*/ 8568 h 8656"/>
                <a:gd name="csX2" fmla="*/ 8353 w 9324"/>
                <a:gd name="csY2" fmla="*/ 6403 h 8656"/>
                <a:gd name="csX3" fmla="*/ 8353 w 9324"/>
                <a:gd name="csY3" fmla="*/ 1863 h 8656"/>
                <a:gd name="csX4" fmla="*/ 123 w 9324"/>
                <a:gd name="csY4" fmla="*/ 3590 h 8656"/>
                <a:gd name="csX5" fmla="*/ 232 w 9324"/>
                <a:gd name="csY5" fmla="*/ 3590 h 8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24" h="8656">
                  <a:moveTo>
                    <a:pt x="232" y="3590"/>
                  </a:moveTo>
                  <a:cubicBezTo>
                    <a:pt x="447" y="4244"/>
                    <a:pt x="993" y="7813"/>
                    <a:pt x="3482" y="8568"/>
                  </a:cubicBezTo>
                  <a:cubicBezTo>
                    <a:pt x="5864" y="9216"/>
                    <a:pt x="9001" y="6079"/>
                    <a:pt x="8353" y="6403"/>
                  </a:cubicBezTo>
                  <a:cubicBezTo>
                    <a:pt x="9648" y="5108"/>
                    <a:pt x="9648" y="3050"/>
                    <a:pt x="8353" y="1863"/>
                  </a:cubicBezTo>
                  <a:cubicBezTo>
                    <a:pt x="5318" y="-950"/>
                    <a:pt x="-956" y="-734"/>
                    <a:pt x="123" y="3590"/>
                  </a:cubicBezTo>
                  <a:lnTo>
                    <a:pt x="232" y="35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4807DC37-3777-E197-525E-4017F24CEE83}"/>
                </a:ext>
              </a:extLst>
            </p:cNvPr>
            <p:cNvSpPr/>
            <p:nvPr/>
          </p:nvSpPr>
          <p:spPr>
            <a:xfrm>
              <a:off x="4998529" y="3396291"/>
              <a:ext cx="28697" cy="23033"/>
            </a:xfrm>
            <a:custGeom>
              <a:avLst/>
              <a:gdLst>
                <a:gd name="csX0" fmla="*/ 17062 w 28697"/>
                <a:gd name="csY0" fmla="*/ 3175 h 23033"/>
                <a:gd name="csX1" fmla="*/ 502 w 28697"/>
                <a:gd name="csY1" fmla="*/ 12039 h 23033"/>
                <a:gd name="csX2" fmla="*/ 10458 w 28697"/>
                <a:gd name="csY2" fmla="*/ 22962 h 23033"/>
                <a:gd name="csX3" fmla="*/ 15653 w 28697"/>
                <a:gd name="csY3" fmla="*/ 19285 h 23033"/>
                <a:gd name="csX4" fmla="*/ 23552 w 28697"/>
                <a:gd name="csY4" fmla="*/ 6851 h 23033"/>
                <a:gd name="csX5" fmla="*/ 28638 w 28697"/>
                <a:gd name="csY5" fmla="*/ 1441 h 23033"/>
                <a:gd name="csX6" fmla="*/ 17062 w 28697"/>
                <a:gd name="csY6" fmla="*/ 3283 h 23033"/>
                <a:gd name="csX7" fmla="*/ 17062 w 28697"/>
                <a:gd name="csY7" fmla="*/ 3175 h 2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97" h="23033">
                  <a:moveTo>
                    <a:pt x="17062" y="3175"/>
                  </a:moveTo>
                  <a:cubicBezTo>
                    <a:pt x="12516" y="9550"/>
                    <a:pt x="-2966" y="5982"/>
                    <a:pt x="502" y="12039"/>
                  </a:cubicBezTo>
                  <a:cubicBezTo>
                    <a:pt x="3854" y="16688"/>
                    <a:pt x="5264" y="23825"/>
                    <a:pt x="10458" y="22962"/>
                  </a:cubicBezTo>
                  <a:cubicBezTo>
                    <a:pt x="11106" y="22638"/>
                    <a:pt x="14135" y="22314"/>
                    <a:pt x="15653" y="19285"/>
                  </a:cubicBezTo>
                  <a:cubicBezTo>
                    <a:pt x="18466" y="13551"/>
                    <a:pt x="19768" y="9226"/>
                    <a:pt x="23552" y="6851"/>
                  </a:cubicBezTo>
                  <a:cubicBezTo>
                    <a:pt x="24314" y="6198"/>
                    <a:pt x="29293" y="3823"/>
                    <a:pt x="28638" y="1441"/>
                  </a:cubicBezTo>
                  <a:cubicBezTo>
                    <a:pt x="28098" y="-717"/>
                    <a:pt x="19875" y="-717"/>
                    <a:pt x="17062" y="3283"/>
                  </a:cubicBezTo>
                  <a:lnTo>
                    <a:pt x="17062" y="3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B6C88C52-6312-007B-E667-F2C3AA31C58B}"/>
                </a:ext>
              </a:extLst>
            </p:cNvPr>
            <p:cNvSpPr/>
            <p:nvPr/>
          </p:nvSpPr>
          <p:spPr>
            <a:xfrm>
              <a:off x="5112835" y="3367552"/>
              <a:ext cx="16141" cy="18050"/>
            </a:xfrm>
            <a:custGeom>
              <a:avLst/>
              <a:gdLst>
                <a:gd name="csX0" fmla="*/ 7633 w 16141"/>
                <a:gd name="csY0" fmla="*/ 6393 h 18050"/>
                <a:gd name="csX1" fmla="*/ 489 w 16141"/>
                <a:gd name="csY1" fmla="*/ 11797 h 18050"/>
                <a:gd name="csX2" fmla="*/ 2109 w 16141"/>
                <a:gd name="csY2" fmla="*/ 17963 h 18050"/>
                <a:gd name="csX3" fmla="*/ 15749 w 16141"/>
                <a:gd name="csY3" fmla="*/ 9308 h 18050"/>
                <a:gd name="csX4" fmla="*/ 14339 w 16141"/>
                <a:gd name="csY4" fmla="*/ 335 h 18050"/>
                <a:gd name="csX5" fmla="*/ 7633 w 16141"/>
                <a:gd name="csY5" fmla="*/ 6285 h 18050"/>
                <a:gd name="csX6" fmla="*/ 7633 w 16141"/>
                <a:gd name="csY6" fmla="*/ 6393 h 18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41" h="18050">
                  <a:moveTo>
                    <a:pt x="7633" y="6393"/>
                  </a:moveTo>
                  <a:cubicBezTo>
                    <a:pt x="6655" y="6933"/>
                    <a:pt x="1353" y="7365"/>
                    <a:pt x="489" y="11797"/>
                  </a:cubicBezTo>
                  <a:cubicBezTo>
                    <a:pt x="489" y="12337"/>
                    <a:pt x="-1352" y="17208"/>
                    <a:pt x="2109" y="17963"/>
                  </a:cubicBezTo>
                  <a:cubicBezTo>
                    <a:pt x="5684" y="18719"/>
                    <a:pt x="15317" y="14502"/>
                    <a:pt x="15749" y="9308"/>
                  </a:cubicBezTo>
                  <a:cubicBezTo>
                    <a:pt x="15749" y="7797"/>
                    <a:pt x="17266" y="2063"/>
                    <a:pt x="14339" y="335"/>
                  </a:cubicBezTo>
                  <a:cubicBezTo>
                    <a:pt x="11310" y="-1506"/>
                    <a:pt x="12288" y="4768"/>
                    <a:pt x="7633" y="6285"/>
                  </a:cubicBezTo>
                  <a:lnTo>
                    <a:pt x="7633" y="63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05FF0DF2-A4D8-3EF2-3BDA-90D0FE0862B4}"/>
                </a:ext>
              </a:extLst>
            </p:cNvPr>
            <p:cNvSpPr/>
            <p:nvPr/>
          </p:nvSpPr>
          <p:spPr>
            <a:xfrm>
              <a:off x="5089184" y="3390857"/>
              <a:ext cx="24841" cy="26475"/>
            </a:xfrm>
            <a:custGeom>
              <a:avLst/>
              <a:gdLst>
                <a:gd name="csX0" fmla="*/ 6392 w 24841"/>
                <a:gd name="csY0" fmla="*/ 20610 h 26475"/>
                <a:gd name="csX1" fmla="*/ 1306 w 24841"/>
                <a:gd name="csY1" fmla="*/ 25798 h 26475"/>
                <a:gd name="csX2" fmla="*/ 1630 w 24841"/>
                <a:gd name="csY2" fmla="*/ 25798 h 26475"/>
                <a:gd name="csX3" fmla="*/ 7796 w 24841"/>
                <a:gd name="csY3" fmla="*/ 26014 h 26475"/>
                <a:gd name="csX4" fmla="*/ 21867 w 24841"/>
                <a:gd name="csY4" fmla="*/ 16717 h 26475"/>
                <a:gd name="csX5" fmla="*/ 22305 w 24841"/>
                <a:gd name="csY5" fmla="*/ 61 h 26475"/>
                <a:gd name="csX6" fmla="*/ 17428 w 24841"/>
                <a:gd name="csY6" fmla="*/ 2335 h 26475"/>
                <a:gd name="csX7" fmla="*/ 6392 w 24841"/>
                <a:gd name="csY7" fmla="*/ 20610 h 2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41" h="26475">
                  <a:moveTo>
                    <a:pt x="6392" y="20610"/>
                  </a:moveTo>
                  <a:cubicBezTo>
                    <a:pt x="4659" y="21689"/>
                    <a:pt x="-3025" y="23746"/>
                    <a:pt x="1306" y="25798"/>
                  </a:cubicBezTo>
                  <a:lnTo>
                    <a:pt x="1630" y="25798"/>
                  </a:lnTo>
                  <a:cubicBezTo>
                    <a:pt x="3363" y="26661"/>
                    <a:pt x="6068" y="26661"/>
                    <a:pt x="7796" y="26014"/>
                  </a:cubicBezTo>
                  <a:cubicBezTo>
                    <a:pt x="17759" y="21473"/>
                    <a:pt x="20896" y="20826"/>
                    <a:pt x="21867" y="16717"/>
                  </a:cubicBezTo>
                  <a:cubicBezTo>
                    <a:pt x="22953" y="8710"/>
                    <a:pt x="27715" y="1249"/>
                    <a:pt x="22305" y="61"/>
                  </a:cubicBezTo>
                  <a:cubicBezTo>
                    <a:pt x="21759" y="61"/>
                    <a:pt x="18838" y="-587"/>
                    <a:pt x="17428" y="2335"/>
                  </a:cubicBezTo>
                  <a:cubicBezTo>
                    <a:pt x="17428" y="2335"/>
                    <a:pt x="10831" y="18552"/>
                    <a:pt x="6392" y="206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57B67BC-5283-48CD-1385-EBEF3E9B9174}"/>
                </a:ext>
              </a:extLst>
            </p:cNvPr>
            <p:cNvSpPr/>
            <p:nvPr/>
          </p:nvSpPr>
          <p:spPr>
            <a:xfrm>
              <a:off x="5039010" y="3412636"/>
              <a:ext cx="15884" cy="16317"/>
            </a:xfrm>
            <a:custGeom>
              <a:avLst/>
              <a:gdLst>
                <a:gd name="csX0" fmla="*/ 3956 w 15884"/>
                <a:gd name="csY0" fmla="*/ 2508 h 16317"/>
                <a:gd name="csX1" fmla="*/ 711 w 15884"/>
                <a:gd name="csY1" fmla="*/ 7696 h 16317"/>
                <a:gd name="csX2" fmla="*/ 9373 w 15884"/>
                <a:gd name="csY2" fmla="*/ 16027 h 16317"/>
                <a:gd name="csX3" fmla="*/ 15863 w 15884"/>
                <a:gd name="csY3" fmla="*/ 9861 h 16317"/>
                <a:gd name="csX4" fmla="*/ 11646 w 15884"/>
                <a:gd name="csY4" fmla="*/ 667 h 16317"/>
                <a:gd name="csX5" fmla="*/ 3956 w 15884"/>
                <a:gd name="csY5" fmla="*/ 2508 h 1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84" h="16317">
                  <a:moveTo>
                    <a:pt x="3956" y="2508"/>
                  </a:moveTo>
                  <a:cubicBezTo>
                    <a:pt x="2877" y="4667"/>
                    <a:pt x="2445" y="6077"/>
                    <a:pt x="711" y="7696"/>
                  </a:cubicBezTo>
                  <a:cubicBezTo>
                    <a:pt x="-2318" y="10509"/>
                    <a:pt x="5042" y="17862"/>
                    <a:pt x="9373" y="16027"/>
                  </a:cubicBezTo>
                  <a:cubicBezTo>
                    <a:pt x="10344" y="15373"/>
                    <a:pt x="16294" y="14401"/>
                    <a:pt x="15863" y="9861"/>
                  </a:cubicBezTo>
                  <a:cubicBezTo>
                    <a:pt x="15323" y="7804"/>
                    <a:pt x="16409" y="1644"/>
                    <a:pt x="11646" y="667"/>
                  </a:cubicBezTo>
                  <a:cubicBezTo>
                    <a:pt x="10668" y="667"/>
                    <a:pt x="5474" y="-1709"/>
                    <a:pt x="3956" y="25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C1A5B57-F1DB-A772-2A71-5994DF8A7E46}"/>
                </a:ext>
              </a:extLst>
            </p:cNvPr>
            <p:cNvSpPr/>
            <p:nvPr/>
          </p:nvSpPr>
          <p:spPr>
            <a:xfrm>
              <a:off x="4954389" y="3385730"/>
              <a:ext cx="11567" cy="15242"/>
            </a:xfrm>
            <a:custGeom>
              <a:avLst/>
              <a:gdLst>
                <a:gd name="csX0" fmla="*/ 7729 w 11567"/>
                <a:gd name="csY0" fmla="*/ 14707 h 15242"/>
                <a:gd name="csX1" fmla="*/ 9139 w 11567"/>
                <a:gd name="csY1" fmla="*/ 13189 h 15242"/>
                <a:gd name="csX2" fmla="*/ 11406 w 11567"/>
                <a:gd name="csY2" fmla="*/ 3245 h 15242"/>
                <a:gd name="csX3" fmla="*/ 8053 w 11567"/>
                <a:gd name="csY3" fmla="*/ 0 h 15242"/>
                <a:gd name="csX4" fmla="*/ 262 w 11567"/>
                <a:gd name="csY4" fmla="*/ 3461 h 15242"/>
                <a:gd name="csX5" fmla="*/ 7729 w 11567"/>
                <a:gd name="csY5" fmla="*/ 14599 h 15242"/>
                <a:gd name="csX6" fmla="*/ 7729 w 11567"/>
                <a:gd name="csY6" fmla="*/ 14707 h 15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7" h="15242">
                  <a:moveTo>
                    <a:pt x="7729" y="14707"/>
                  </a:moveTo>
                  <a:lnTo>
                    <a:pt x="9139" y="13189"/>
                  </a:lnTo>
                  <a:cubicBezTo>
                    <a:pt x="12276" y="9836"/>
                    <a:pt x="11521" y="2705"/>
                    <a:pt x="11406" y="3245"/>
                  </a:cubicBezTo>
                  <a:cubicBezTo>
                    <a:pt x="11406" y="1403"/>
                    <a:pt x="9895" y="0"/>
                    <a:pt x="8053" y="0"/>
                  </a:cubicBezTo>
                  <a:cubicBezTo>
                    <a:pt x="5888" y="432"/>
                    <a:pt x="-1472" y="-1086"/>
                    <a:pt x="262" y="3461"/>
                  </a:cubicBezTo>
                  <a:cubicBezTo>
                    <a:pt x="262" y="3461"/>
                    <a:pt x="4154" y="18492"/>
                    <a:pt x="7729" y="14599"/>
                  </a:cubicBezTo>
                  <a:lnTo>
                    <a:pt x="7729" y="14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B8EF449-A3F7-D803-E4C5-BE2A48D6EDB1}"/>
                </a:ext>
              </a:extLst>
            </p:cNvPr>
            <p:cNvSpPr/>
            <p:nvPr/>
          </p:nvSpPr>
          <p:spPr>
            <a:xfrm>
              <a:off x="4946171" y="3425922"/>
              <a:ext cx="14821" cy="8592"/>
            </a:xfrm>
            <a:custGeom>
              <a:avLst/>
              <a:gdLst>
                <a:gd name="csX0" fmla="*/ 11508 w 14821"/>
                <a:gd name="csY0" fmla="*/ 7065 h 8592"/>
                <a:gd name="csX1" fmla="*/ 12810 w 14821"/>
                <a:gd name="csY1" fmla="*/ 36 h 8592"/>
                <a:gd name="csX2" fmla="*/ 1012 w 14821"/>
                <a:gd name="csY2" fmla="*/ 3605 h 8592"/>
                <a:gd name="csX3" fmla="*/ 11400 w 14821"/>
                <a:gd name="csY3" fmla="*/ 7065 h 8592"/>
                <a:gd name="csX4" fmla="*/ 11508 w 14821"/>
                <a:gd name="csY4" fmla="*/ 7065 h 8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821" h="8592">
                  <a:moveTo>
                    <a:pt x="11508" y="7065"/>
                  </a:moveTo>
                  <a:cubicBezTo>
                    <a:pt x="12270" y="5224"/>
                    <a:pt x="17680" y="-504"/>
                    <a:pt x="12810" y="36"/>
                  </a:cubicBezTo>
                  <a:cubicBezTo>
                    <a:pt x="4257" y="1007"/>
                    <a:pt x="-2671" y="899"/>
                    <a:pt x="1012" y="3605"/>
                  </a:cubicBezTo>
                  <a:cubicBezTo>
                    <a:pt x="4149" y="5332"/>
                    <a:pt x="8803" y="11390"/>
                    <a:pt x="11400" y="7065"/>
                  </a:cubicBezTo>
                  <a:lnTo>
                    <a:pt x="11508" y="70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61F491CA-00BA-2A49-C264-39F89330F38B}"/>
                </a:ext>
              </a:extLst>
            </p:cNvPr>
            <p:cNvSpPr/>
            <p:nvPr/>
          </p:nvSpPr>
          <p:spPr>
            <a:xfrm>
              <a:off x="5774237" y="2916464"/>
              <a:ext cx="20010" cy="11297"/>
            </a:xfrm>
            <a:custGeom>
              <a:avLst/>
              <a:gdLst>
                <a:gd name="csX0" fmla="*/ 7437 w 20010"/>
                <a:gd name="csY0" fmla="*/ 58 h 11297"/>
                <a:gd name="csX1" fmla="*/ 77 w 20010"/>
                <a:gd name="csY1" fmla="*/ 4707 h 11297"/>
                <a:gd name="csX2" fmla="*/ 3976 w 20010"/>
                <a:gd name="csY2" fmla="*/ 8491 h 11297"/>
                <a:gd name="csX3" fmla="*/ 19674 w 20010"/>
                <a:gd name="csY3" fmla="*/ 8923 h 11297"/>
                <a:gd name="csX4" fmla="*/ 14473 w 20010"/>
                <a:gd name="csY4" fmla="*/ 1678 h 11297"/>
                <a:gd name="csX5" fmla="*/ 7437 w 20010"/>
                <a:gd name="csY5" fmla="*/ 166 h 11297"/>
                <a:gd name="csX6" fmla="*/ 7437 w 20010"/>
                <a:gd name="csY6" fmla="*/ 58 h 1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010" h="11297">
                  <a:moveTo>
                    <a:pt x="7437" y="58"/>
                  </a:moveTo>
                  <a:cubicBezTo>
                    <a:pt x="5818" y="706"/>
                    <a:pt x="-786" y="274"/>
                    <a:pt x="77" y="4707"/>
                  </a:cubicBezTo>
                  <a:cubicBezTo>
                    <a:pt x="408" y="6434"/>
                    <a:pt x="2135" y="8167"/>
                    <a:pt x="3976" y="8491"/>
                  </a:cubicBezTo>
                  <a:cubicBezTo>
                    <a:pt x="16530" y="11088"/>
                    <a:pt x="21401" y="13032"/>
                    <a:pt x="19674" y="8923"/>
                  </a:cubicBezTo>
                  <a:cubicBezTo>
                    <a:pt x="19343" y="8383"/>
                    <a:pt x="18264" y="3951"/>
                    <a:pt x="14473" y="1678"/>
                  </a:cubicBezTo>
                  <a:cubicBezTo>
                    <a:pt x="13933" y="1462"/>
                    <a:pt x="11228" y="-589"/>
                    <a:pt x="7437" y="166"/>
                  </a:cubicBezTo>
                  <a:lnTo>
                    <a:pt x="7437" y="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C7A0C2EC-ADC4-0619-AFDD-EB8A77B30D2B}"/>
                </a:ext>
              </a:extLst>
            </p:cNvPr>
            <p:cNvSpPr/>
            <p:nvPr/>
          </p:nvSpPr>
          <p:spPr>
            <a:xfrm>
              <a:off x="5721521" y="2922451"/>
              <a:ext cx="41047" cy="29370"/>
            </a:xfrm>
            <a:custGeom>
              <a:avLst/>
              <a:gdLst>
                <a:gd name="csX0" fmla="*/ 27470 w 41047"/>
                <a:gd name="csY0" fmla="*/ 231 h 29370"/>
                <a:gd name="csX1" fmla="*/ 12319 w 41047"/>
                <a:gd name="csY1" fmla="*/ 5426 h 29370"/>
                <a:gd name="csX2" fmla="*/ 1060 w 41047"/>
                <a:gd name="csY2" fmla="*/ 18615 h 29370"/>
                <a:gd name="csX3" fmla="*/ 6477 w 41047"/>
                <a:gd name="csY3" fmla="*/ 19269 h 29370"/>
                <a:gd name="csX4" fmla="*/ 13621 w 41047"/>
                <a:gd name="csY4" fmla="*/ 18837 h 29370"/>
                <a:gd name="csX5" fmla="*/ 17729 w 41047"/>
                <a:gd name="csY5" fmla="*/ 25428 h 29370"/>
                <a:gd name="csX6" fmla="*/ 29527 w 41047"/>
                <a:gd name="csY6" fmla="*/ 27701 h 29370"/>
                <a:gd name="csX7" fmla="*/ 39160 w 41047"/>
                <a:gd name="csY7" fmla="*/ 8563 h 29370"/>
                <a:gd name="csX8" fmla="*/ 29203 w 41047"/>
                <a:gd name="csY8" fmla="*/ 4238 h 29370"/>
                <a:gd name="csX9" fmla="*/ 27584 w 41047"/>
                <a:gd name="csY9" fmla="*/ 123 h 29370"/>
                <a:gd name="csX10" fmla="*/ 27470 w 41047"/>
                <a:gd name="csY10" fmla="*/ 231 h 29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047" h="29370">
                  <a:moveTo>
                    <a:pt x="27470" y="231"/>
                  </a:moveTo>
                  <a:cubicBezTo>
                    <a:pt x="20980" y="1857"/>
                    <a:pt x="15786" y="2613"/>
                    <a:pt x="12319" y="5426"/>
                  </a:cubicBezTo>
                  <a:cubicBezTo>
                    <a:pt x="2146" y="13535"/>
                    <a:pt x="-2185" y="15592"/>
                    <a:pt x="1060" y="18615"/>
                  </a:cubicBezTo>
                  <a:cubicBezTo>
                    <a:pt x="1714" y="18831"/>
                    <a:pt x="3772" y="20888"/>
                    <a:pt x="6477" y="19269"/>
                  </a:cubicBezTo>
                  <a:cubicBezTo>
                    <a:pt x="7556" y="18945"/>
                    <a:pt x="12643" y="14290"/>
                    <a:pt x="13621" y="18837"/>
                  </a:cubicBezTo>
                  <a:cubicBezTo>
                    <a:pt x="13945" y="19592"/>
                    <a:pt x="13836" y="23485"/>
                    <a:pt x="17729" y="25428"/>
                  </a:cubicBezTo>
                  <a:cubicBezTo>
                    <a:pt x="21304" y="26730"/>
                    <a:pt x="26606" y="32026"/>
                    <a:pt x="29527" y="27701"/>
                  </a:cubicBezTo>
                  <a:cubicBezTo>
                    <a:pt x="40138" y="12239"/>
                    <a:pt x="43599" y="8994"/>
                    <a:pt x="39160" y="8563"/>
                  </a:cubicBezTo>
                  <a:cubicBezTo>
                    <a:pt x="35699" y="7693"/>
                    <a:pt x="27584" y="9102"/>
                    <a:pt x="29203" y="4238"/>
                  </a:cubicBezTo>
                  <a:cubicBezTo>
                    <a:pt x="29203" y="4238"/>
                    <a:pt x="31693" y="-848"/>
                    <a:pt x="27584" y="123"/>
                  </a:cubicBezTo>
                  <a:lnTo>
                    <a:pt x="27470" y="2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C1906C7-7AC6-54DF-7C6F-B07A6D3232E2}"/>
                </a:ext>
              </a:extLst>
            </p:cNvPr>
            <p:cNvSpPr/>
            <p:nvPr/>
          </p:nvSpPr>
          <p:spPr>
            <a:xfrm>
              <a:off x="5677183" y="2958815"/>
              <a:ext cx="15680" cy="10979"/>
            </a:xfrm>
            <a:custGeom>
              <a:avLst/>
              <a:gdLst>
                <a:gd name="csX0" fmla="*/ 7838 w 15680"/>
                <a:gd name="csY0" fmla="*/ 634 h 10979"/>
                <a:gd name="csX1" fmla="*/ 587 w 15680"/>
                <a:gd name="csY1" fmla="*/ 6476 h 10979"/>
                <a:gd name="csX2" fmla="*/ 9680 w 15680"/>
                <a:gd name="csY2" fmla="*/ 9505 h 10979"/>
                <a:gd name="csX3" fmla="*/ 15528 w 15680"/>
                <a:gd name="csY3" fmla="*/ 1288 h 10979"/>
                <a:gd name="csX4" fmla="*/ 11413 w 15680"/>
                <a:gd name="csY4" fmla="*/ 94 h 10979"/>
                <a:gd name="csX5" fmla="*/ 7946 w 15680"/>
                <a:gd name="csY5" fmla="*/ 634 h 10979"/>
                <a:gd name="csX6" fmla="*/ 7838 w 15680"/>
                <a:gd name="csY6" fmla="*/ 634 h 10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680" h="10979">
                  <a:moveTo>
                    <a:pt x="7838" y="634"/>
                  </a:moveTo>
                  <a:cubicBezTo>
                    <a:pt x="3406" y="1288"/>
                    <a:pt x="47" y="7124"/>
                    <a:pt x="587" y="6476"/>
                  </a:cubicBezTo>
                  <a:cubicBezTo>
                    <a:pt x="-2334" y="10368"/>
                    <a:pt x="6435" y="12642"/>
                    <a:pt x="9680" y="9505"/>
                  </a:cubicBezTo>
                  <a:cubicBezTo>
                    <a:pt x="13471" y="5720"/>
                    <a:pt x="16392" y="3339"/>
                    <a:pt x="15528" y="1288"/>
                  </a:cubicBezTo>
                  <a:cubicBezTo>
                    <a:pt x="15090" y="310"/>
                    <a:pt x="13255" y="-230"/>
                    <a:pt x="11413" y="94"/>
                  </a:cubicBezTo>
                  <a:lnTo>
                    <a:pt x="7946" y="634"/>
                  </a:lnTo>
                  <a:lnTo>
                    <a:pt x="7838" y="6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6539138-FAAC-0BC9-A418-FE7884043F41}"/>
                </a:ext>
              </a:extLst>
            </p:cNvPr>
            <p:cNvSpPr/>
            <p:nvPr/>
          </p:nvSpPr>
          <p:spPr>
            <a:xfrm>
              <a:off x="5283604" y="2752193"/>
              <a:ext cx="472709" cy="338926"/>
            </a:xfrm>
            <a:custGeom>
              <a:avLst/>
              <a:gdLst>
                <a:gd name="csX0" fmla="*/ 471020 w 472709"/>
                <a:gd name="csY0" fmla="*/ 63542 h 338926"/>
                <a:gd name="csX1" fmla="*/ 465171 w 472709"/>
                <a:gd name="csY1" fmla="*/ 55757 h 338926"/>
                <a:gd name="csX2" fmla="*/ 445690 w 472709"/>
                <a:gd name="csY2" fmla="*/ 65816 h 338926"/>
                <a:gd name="csX3" fmla="*/ 425776 w 472709"/>
                <a:gd name="csY3" fmla="*/ 63110 h 338926"/>
                <a:gd name="csX4" fmla="*/ 404021 w 472709"/>
                <a:gd name="csY4" fmla="*/ 66031 h 338926"/>
                <a:gd name="csX5" fmla="*/ 400554 w 472709"/>
                <a:gd name="csY5" fmla="*/ 48944 h 338926"/>
                <a:gd name="csX6" fmla="*/ 378259 w 472709"/>
                <a:gd name="csY6" fmla="*/ 43000 h 338926"/>
                <a:gd name="csX7" fmla="*/ 370468 w 472709"/>
                <a:gd name="csY7" fmla="*/ 50353 h 338926"/>
                <a:gd name="csX8" fmla="*/ 346007 w 472709"/>
                <a:gd name="csY8" fmla="*/ 41159 h 338926"/>
                <a:gd name="csX9" fmla="*/ 328577 w 472709"/>
                <a:gd name="csY9" fmla="*/ 46131 h 338926"/>
                <a:gd name="csX10" fmla="*/ 315375 w 472709"/>
                <a:gd name="csY10" fmla="*/ 32186 h 338926"/>
                <a:gd name="csX11" fmla="*/ 298598 w 472709"/>
                <a:gd name="csY11" fmla="*/ 34021 h 338926"/>
                <a:gd name="csX12" fmla="*/ 282577 w 472709"/>
                <a:gd name="csY12" fmla="*/ 17911 h 338926"/>
                <a:gd name="csX13" fmla="*/ 241664 w 472709"/>
                <a:gd name="csY13" fmla="*/ 14126 h 338926"/>
                <a:gd name="csX14" fmla="*/ 235714 w 472709"/>
                <a:gd name="csY14" fmla="*/ 17156 h 338926"/>
                <a:gd name="csX15" fmla="*/ 213737 w 472709"/>
                <a:gd name="csY15" fmla="*/ 11637 h 338926"/>
                <a:gd name="csX16" fmla="*/ 177154 w 472709"/>
                <a:gd name="csY16" fmla="*/ 16501 h 338926"/>
                <a:gd name="csX17" fmla="*/ 132781 w 472709"/>
                <a:gd name="csY17" fmla="*/ 7205 h 338926"/>
                <a:gd name="csX18" fmla="*/ 130939 w 472709"/>
                <a:gd name="csY18" fmla="*/ 5687 h 338926"/>
                <a:gd name="csX19" fmla="*/ 121090 w 472709"/>
                <a:gd name="csY19" fmla="*/ 8932 h 338926"/>
                <a:gd name="csX20" fmla="*/ 74659 w 472709"/>
                <a:gd name="csY20" fmla="*/ 6449 h 338926"/>
                <a:gd name="csX21" fmla="*/ 65458 w 472709"/>
                <a:gd name="csY21" fmla="*/ 2449 h 338926"/>
                <a:gd name="csX22" fmla="*/ 57883 w 472709"/>
                <a:gd name="csY22" fmla="*/ 1255 h 338926"/>
                <a:gd name="csX23" fmla="*/ 48897 w 472709"/>
                <a:gd name="csY23" fmla="*/ 607 h 338926"/>
                <a:gd name="csX24" fmla="*/ 36127 w 472709"/>
                <a:gd name="csY24" fmla="*/ 10126 h 338926"/>
                <a:gd name="csX25" fmla="*/ 39804 w 472709"/>
                <a:gd name="csY25" fmla="*/ 12393 h 338926"/>
                <a:gd name="csX26" fmla="*/ 42401 w 472709"/>
                <a:gd name="csY26" fmla="*/ 17263 h 338926"/>
                <a:gd name="csX27" fmla="*/ 37963 w 472709"/>
                <a:gd name="csY27" fmla="*/ 18451 h 338926"/>
                <a:gd name="csX28" fmla="*/ 26926 w 472709"/>
                <a:gd name="csY28" fmla="*/ 20286 h 338926"/>
                <a:gd name="csX29" fmla="*/ 19567 w 472709"/>
                <a:gd name="csY29" fmla="*/ 20070 h 338926"/>
                <a:gd name="csX30" fmla="*/ 11883 w 472709"/>
                <a:gd name="csY30" fmla="*/ 22559 h 338926"/>
                <a:gd name="csX31" fmla="*/ 6790 w 472709"/>
                <a:gd name="csY31" fmla="*/ 26128 h 338926"/>
                <a:gd name="csX32" fmla="*/ 193 w 472709"/>
                <a:gd name="csY32" fmla="*/ 37266 h 338926"/>
                <a:gd name="csX33" fmla="*/ 3222 w 472709"/>
                <a:gd name="csY33" fmla="*/ 38777 h 338926"/>
                <a:gd name="csX34" fmla="*/ 6035 w 472709"/>
                <a:gd name="csY34" fmla="*/ 42022 h 338926"/>
                <a:gd name="csX35" fmla="*/ 9172 w 472709"/>
                <a:gd name="csY35" fmla="*/ 44943 h 338926"/>
                <a:gd name="csX36" fmla="*/ 9610 w 472709"/>
                <a:gd name="csY36" fmla="*/ 49807 h 338926"/>
                <a:gd name="csX37" fmla="*/ 13071 w 472709"/>
                <a:gd name="csY37" fmla="*/ 53700 h 338926"/>
                <a:gd name="csX38" fmla="*/ 19675 w 472709"/>
                <a:gd name="csY38" fmla="*/ 50353 h 338926"/>
                <a:gd name="csX39" fmla="*/ 18805 w 472709"/>
                <a:gd name="csY39" fmla="*/ 67111 h 338926"/>
                <a:gd name="csX40" fmla="*/ 19567 w 472709"/>
                <a:gd name="csY40" fmla="*/ 67111 h 338926"/>
                <a:gd name="csX41" fmla="*/ 15452 w 472709"/>
                <a:gd name="csY41" fmla="*/ 78465 h 338926"/>
                <a:gd name="csX42" fmla="*/ 17186 w 472709"/>
                <a:gd name="csY42" fmla="*/ 87012 h 338926"/>
                <a:gd name="csX43" fmla="*/ 43055 w 472709"/>
                <a:gd name="csY43" fmla="*/ 74788 h 338926"/>
                <a:gd name="csX44" fmla="*/ 48250 w 472709"/>
                <a:gd name="csY44" fmla="*/ 91012 h 338926"/>
                <a:gd name="csX45" fmla="*/ 100961 w 472709"/>
                <a:gd name="csY45" fmla="*/ 82141 h 338926"/>
                <a:gd name="csX46" fmla="*/ 116544 w 472709"/>
                <a:gd name="csY46" fmla="*/ 102042 h 338926"/>
                <a:gd name="csX47" fmla="*/ 91328 w 472709"/>
                <a:gd name="csY47" fmla="*/ 126369 h 338926"/>
                <a:gd name="csX48" fmla="*/ 87645 w 472709"/>
                <a:gd name="csY48" fmla="*/ 183144 h 338926"/>
                <a:gd name="csX49" fmla="*/ 67624 w 472709"/>
                <a:gd name="csY49" fmla="*/ 186065 h 338926"/>
                <a:gd name="csX50" fmla="*/ 85480 w 472709"/>
                <a:gd name="csY50" fmla="*/ 212558 h 338926"/>
                <a:gd name="csX51" fmla="*/ 73574 w 472709"/>
                <a:gd name="csY51" fmla="*/ 236129 h 338926"/>
                <a:gd name="csX52" fmla="*/ 88401 w 472709"/>
                <a:gd name="csY52" fmla="*/ 249432 h 338926"/>
                <a:gd name="csX53" fmla="*/ 83968 w 472709"/>
                <a:gd name="csY53" fmla="*/ 259059 h 338926"/>
                <a:gd name="csX54" fmla="*/ 69789 w 472709"/>
                <a:gd name="csY54" fmla="*/ 268247 h 338926"/>
                <a:gd name="csX55" fmla="*/ 70652 w 472709"/>
                <a:gd name="csY55" fmla="*/ 290307 h 338926"/>
                <a:gd name="csX56" fmla="*/ 87429 w 472709"/>
                <a:gd name="csY56" fmla="*/ 286846 h 338926"/>
                <a:gd name="csX57" fmla="*/ 89702 w 472709"/>
                <a:gd name="csY57" fmla="*/ 287818 h 338926"/>
                <a:gd name="csX58" fmla="*/ 106695 w 472709"/>
                <a:gd name="csY58" fmla="*/ 301985 h 338926"/>
                <a:gd name="csX59" fmla="*/ 111350 w 472709"/>
                <a:gd name="csY59" fmla="*/ 312043 h 338926"/>
                <a:gd name="csX60" fmla="*/ 115680 w 472709"/>
                <a:gd name="csY60" fmla="*/ 315396 h 338926"/>
                <a:gd name="csX61" fmla="*/ 115026 w 472709"/>
                <a:gd name="csY61" fmla="*/ 318101 h 338926"/>
                <a:gd name="csX62" fmla="*/ 114487 w 472709"/>
                <a:gd name="csY62" fmla="*/ 320692 h 338926"/>
                <a:gd name="csX63" fmla="*/ 126177 w 472709"/>
                <a:gd name="csY63" fmla="*/ 332700 h 338926"/>
                <a:gd name="csX64" fmla="*/ 136788 w 472709"/>
                <a:gd name="csY64" fmla="*/ 337888 h 338926"/>
                <a:gd name="csX65" fmla="*/ 144903 w 472709"/>
                <a:gd name="csY65" fmla="*/ 335182 h 338926"/>
                <a:gd name="csX66" fmla="*/ 151183 w 472709"/>
                <a:gd name="csY66" fmla="*/ 331182 h 338926"/>
                <a:gd name="csX67" fmla="*/ 159946 w 472709"/>
                <a:gd name="csY67" fmla="*/ 320908 h 338926"/>
                <a:gd name="csX68" fmla="*/ 176831 w 472709"/>
                <a:gd name="csY68" fmla="*/ 315828 h 338926"/>
                <a:gd name="csX69" fmla="*/ 186032 w 472709"/>
                <a:gd name="csY69" fmla="*/ 309662 h 338926"/>
                <a:gd name="csX70" fmla="*/ 217960 w 472709"/>
                <a:gd name="csY70" fmla="*/ 309770 h 338926"/>
                <a:gd name="csX71" fmla="*/ 235060 w 472709"/>
                <a:gd name="csY71" fmla="*/ 308259 h 338926"/>
                <a:gd name="csX72" fmla="*/ 242966 w 472709"/>
                <a:gd name="csY72" fmla="*/ 310316 h 338926"/>
                <a:gd name="csX73" fmla="*/ 250757 w 472709"/>
                <a:gd name="csY73" fmla="*/ 307611 h 338926"/>
                <a:gd name="csX74" fmla="*/ 265045 w 472709"/>
                <a:gd name="csY74" fmla="*/ 307827 h 338926"/>
                <a:gd name="csX75" fmla="*/ 269591 w 472709"/>
                <a:gd name="csY75" fmla="*/ 307611 h 338926"/>
                <a:gd name="csX76" fmla="*/ 278247 w 472709"/>
                <a:gd name="csY76" fmla="*/ 297229 h 338926"/>
                <a:gd name="csX77" fmla="*/ 281606 w 472709"/>
                <a:gd name="csY77" fmla="*/ 289120 h 338926"/>
                <a:gd name="csX78" fmla="*/ 294915 w 472709"/>
                <a:gd name="csY78" fmla="*/ 276140 h 338926"/>
                <a:gd name="csX79" fmla="*/ 320785 w 472709"/>
                <a:gd name="csY79" fmla="*/ 270089 h 338926"/>
                <a:gd name="csX80" fmla="*/ 319490 w 472709"/>
                <a:gd name="csY80" fmla="*/ 261973 h 338926"/>
                <a:gd name="csX81" fmla="*/ 336590 w 472709"/>
                <a:gd name="csY81" fmla="*/ 234402 h 338926"/>
                <a:gd name="csX82" fmla="*/ 354447 w 472709"/>
                <a:gd name="csY82" fmla="*/ 223480 h 338926"/>
                <a:gd name="csX83" fmla="*/ 353367 w 472709"/>
                <a:gd name="csY83" fmla="*/ 217422 h 338926"/>
                <a:gd name="csX84" fmla="*/ 340591 w 472709"/>
                <a:gd name="csY84" fmla="*/ 206716 h 338926"/>
                <a:gd name="csX85" fmla="*/ 338533 w 472709"/>
                <a:gd name="csY85" fmla="*/ 186605 h 338926"/>
                <a:gd name="csX86" fmla="*/ 368087 w 472709"/>
                <a:gd name="csY86" fmla="*/ 145292 h 338926"/>
                <a:gd name="csX87" fmla="*/ 378475 w 472709"/>
                <a:gd name="csY87" fmla="*/ 139025 h 338926"/>
                <a:gd name="csX88" fmla="*/ 378367 w 472709"/>
                <a:gd name="csY88" fmla="*/ 134262 h 338926"/>
                <a:gd name="csX89" fmla="*/ 378367 w 472709"/>
                <a:gd name="csY89" fmla="*/ 129398 h 338926"/>
                <a:gd name="csX90" fmla="*/ 384317 w 472709"/>
                <a:gd name="csY90" fmla="*/ 123454 h 338926"/>
                <a:gd name="csX91" fmla="*/ 429885 w 472709"/>
                <a:gd name="csY91" fmla="*/ 108748 h 338926"/>
                <a:gd name="csX92" fmla="*/ 441467 w 472709"/>
                <a:gd name="csY92" fmla="*/ 98366 h 338926"/>
                <a:gd name="csX93" fmla="*/ 469070 w 472709"/>
                <a:gd name="csY93" fmla="*/ 82249 h 338926"/>
                <a:gd name="csX94" fmla="*/ 467121 w 472709"/>
                <a:gd name="csY94" fmla="*/ 75982 h 338926"/>
                <a:gd name="csX95" fmla="*/ 468423 w 472709"/>
                <a:gd name="csY95" fmla="*/ 69168 h 338926"/>
                <a:gd name="csX96" fmla="*/ 468531 w 472709"/>
                <a:gd name="csY96" fmla="*/ 69168 h 338926"/>
                <a:gd name="csX97" fmla="*/ 471236 w 472709"/>
                <a:gd name="csY97" fmla="*/ 63434 h 338926"/>
                <a:gd name="csX98" fmla="*/ 471020 w 472709"/>
                <a:gd name="csY98" fmla="*/ 63542 h 338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472709" h="338926">
                  <a:moveTo>
                    <a:pt x="471020" y="63542"/>
                  </a:moveTo>
                  <a:cubicBezTo>
                    <a:pt x="468201" y="59973"/>
                    <a:pt x="466365" y="57707"/>
                    <a:pt x="465171" y="55757"/>
                  </a:cubicBezTo>
                  <a:lnTo>
                    <a:pt x="445690" y="65816"/>
                  </a:lnTo>
                  <a:lnTo>
                    <a:pt x="425776" y="63110"/>
                  </a:lnTo>
                  <a:lnTo>
                    <a:pt x="404021" y="66031"/>
                  </a:lnTo>
                  <a:lnTo>
                    <a:pt x="400554" y="48944"/>
                  </a:lnTo>
                  <a:lnTo>
                    <a:pt x="378259" y="43000"/>
                  </a:lnTo>
                  <a:lnTo>
                    <a:pt x="370468" y="50353"/>
                  </a:lnTo>
                  <a:lnTo>
                    <a:pt x="346007" y="41159"/>
                  </a:lnTo>
                  <a:lnTo>
                    <a:pt x="328577" y="46131"/>
                  </a:lnTo>
                  <a:lnTo>
                    <a:pt x="315375" y="32186"/>
                  </a:lnTo>
                  <a:lnTo>
                    <a:pt x="298598" y="34021"/>
                  </a:lnTo>
                  <a:lnTo>
                    <a:pt x="282577" y="17911"/>
                  </a:lnTo>
                  <a:cubicBezTo>
                    <a:pt x="249564" y="26560"/>
                    <a:pt x="255088" y="12933"/>
                    <a:pt x="241664" y="14126"/>
                  </a:cubicBezTo>
                  <a:cubicBezTo>
                    <a:pt x="241125" y="14342"/>
                    <a:pt x="237334" y="14126"/>
                    <a:pt x="235714" y="17156"/>
                  </a:cubicBezTo>
                  <a:cubicBezTo>
                    <a:pt x="232463" y="23207"/>
                    <a:pt x="218068" y="10990"/>
                    <a:pt x="213737" y="11637"/>
                  </a:cubicBezTo>
                  <a:cubicBezTo>
                    <a:pt x="183003" y="16825"/>
                    <a:pt x="181593" y="17587"/>
                    <a:pt x="177154" y="16501"/>
                  </a:cubicBezTo>
                  <a:cubicBezTo>
                    <a:pt x="129422" y="5255"/>
                    <a:pt x="137759" y="11421"/>
                    <a:pt x="132781" y="7205"/>
                  </a:cubicBezTo>
                  <a:lnTo>
                    <a:pt x="130939" y="5687"/>
                  </a:lnTo>
                  <a:cubicBezTo>
                    <a:pt x="127263" y="2557"/>
                    <a:pt x="126069" y="8932"/>
                    <a:pt x="121090" y="8932"/>
                  </a:cubicBezTo>
                  <a:cubicBezTo>
                    <a:pt x="78228" y="8500"/>
                    <a:pt x="78336" y="9148"/>
                    <a:pt x="74659" y="6449"/>
                  </a:cubicBezTo>
                  <a:cubicBezTo>
                    <a:pt x="72494" y="5148"/>
                    <a:pt x="68055" y="68"/>
                    <a:pt x="65458" y="2449"/>
                  </a:cubicBezTo>
                  <a:cubicBezTo>
                    <a:pt x="62645" y="5040"/>
                    <a:pt x="61559" y="-1990"/>
                    <a:pt x="57883" y="1255"/>
                  </a:cubicBezTo>
                  <a:cubicBezTo>
                    <a:pt x="54415" y="4284"/>
                    <a:pt x="53228" y="-1882"/>
                    <a:pt x="48897" y="607"/>
                  </a:cubicBezTo>
                  <a:cubicBezTo>
                    <a:pt x="38833" y="6126"/>
                    <a:pt x="35912" y="7205"/>
                    <a:pt x="36127" y="10126"/>
                  </a:cubicBezTo>
                  <a:cubicBezTo>
                    <a:pt x="36236" y="12501"/>
                    <a:pt x="40452" y="12501"/>
                    <a:pt x="39804" y="12393"/>
                  </a:cubicBezTo>
                  <a:cubicBezTo>
                    <a:pt x="43811" y="12285"/>
                    <a:pt x="42509" y="17911"/>
                    <a:pt x="42401" y="17263"/>
                  </a:cubicBezTo>
                  <a:cubicBezTo>
                    <a:pt x="41862" y="21048"/>
                    <a:pt x="37315" y="18343"/>
                    <a:pt x="37963" y="18451"/>
                  </a:cubicBezTo>
                  <a:cubicBezTo>
                    <a:pt x="33746" y="16177"/>
                    <a:pt x="26387" y="20394"/>
                    <a:pt x="26926" y="20286"/>
                  </a:cubicBezTo>
                  <a:cubicBezTo>
                    <a:pt x="23459" y="21696"/>
                    <a:pt x="18913" y="19962"/>
                    <a:pt x="19567" y="20070"/>
                  </a:cubicBezTo>
                  <a:cubicBezTo>
                    <a:pt x="15128" y="18451"/>
                    <a:pt x="10150" y="20502"/>
                    <a:pt x="11883" y="22559"/>
                  </a:cubicBezTo>
                  <a:cubicBezTo>
                    <a:pt x="13718" y="24833"/>
                    <a:pt x="6251" y="26344"/>
                    <a:pt x="6790" y="26128"/>
                  </a:cubicBezTo>
                  <a:cubicBezTo>
                    <a:pt x="1812" y="27531"/>
                    <a:pt x="-131" y="37914"/>
                    <a:pt x="193" y="37266"/>
                  </a:cubicBezTo>
                  <a:cubicBezTo>
                    <a:pt x="-1001" y="40835"/>
                    <a:pt x="3762" y="38777"/>
                    <a:pt x="3222" y="38777"/>
                  </a:cubicBezTo>
                  <a:cubicBezTo>
                    <a:pt x="6790" y="37374"/>
                    <a:pt x="6251" y="42670"/>
                    <a:pt x="6035" y="42022"/>
                  </a:cubicBezTo>
                  <a:cubicBezTo>
                    <a:pt x="5819" y="45267"/>
                    <a:pt x="9718" y="45051"/>
                    <a:pt x="9172" y="44943"/>
                  </a:cubicBezTo>
                  <a:cubicBezTo>
                    <a:pt x="13502" y="44295"/>
                    <a:pt x="9502" y="50353"/>
                    <a:pt x="9610" y="49807"/>
                  </a:cubicBezTo>
                  <a:cubicBezTo>
                    <a:pt x="7552" y="53706"/>
                    <a:pt x="10042" y="56945"/>
                    <a:pt x="13071" y="53700"/>
                  </a:cubicBezTo>
                  <a:cubicBezTo>
                    <a:pt x="13718" y="53160"/>
                    <a:pt x="16970" y="48188"/>
                    <a:pt x="19675" y="50353"/>
                  </a:cubicBezTo>
                  <a:cubicBezTo>
                    <a:pt x="23783" y="53592"/>
                    <a:pt x="8848" y="66247"/>
                    <a:pt x="18805" y="67111"/>
                  </a:cubicBezTo>
                  <a:lnTo>
                    <a:pt x="19567" y="67111"/>
                  </a:lnTo>
                  <a:cubicBezTo>
                    <a:pt x="25949" y="67759"/>
                    <a:pt x="14150" y="72197"/>
                    <a:pt x="15452" y="78465"/>
                  </a:cubicBezTo>
                  <a:cubicBezTo>
                    <a:pt x="16100" y="81602"/>
                    <a:pt x="16646" y="84415"/>
                    <a:pt x="17186" y="87012"/>
                  </a:cubicBezTo>
                  <a:lnTo>
                    <a:pt x="43055" y="74788"/>
                  </a:lnTo>
                  <a:lnTo>
                    <a:pt x="48250" y="91012"/>
                  </a:lnTo>
                  <a:lnTo>
                    <a:pt x="100961" y="82141"/>
                  </a:lnTo>
                  <a:lnTo>
                    <a:pt x="116544" y="102042"/>
                  </a:lnTo>
                  <a:lnTo>
                    <a:pt x="91328" y="126369"/>
                  </a:lnTo>
                  <a:lnTo>
                    <a:pt x="87645" y="183144"/>
                  </a:lnTo>
                  <a:lnTo>
                    <a:pt x="67624" y="186065"/>
                  </a:lnTo>
                  <a:lnTo>
                    <a:pt x="85480" y="212558"/>
                  </a:lnTo>
                  <a:lnTo>
                    <a:pt x="73574" y="236129"/>
                  </a:lnTo>
                  <a:lnTo>
                    <a:pt x="88401" y="249432"/>
                  </a:lnTo>
                  <a:lnTo>
                    <a:pt x="83968" y="259059"/>
                  </a:lnTo>
                  <a:lnTo>
                    <a:pt x="69789" y="268247"/>
                  </a:lnTo>
                  <a:lnTo>
                    <a:pt x="70652" y="290307"/>
                  </a:lnTo>
                  <a:cubicBezTo>
                    <a:pt x="82990" y="289443"/>
                    <a:pt x="85912" y="289659"/>
                    <a:pt x="87429" y="286846"/>
                  </a:cubicBezTo>
                  <a:cubicBezTo>
                    <a:pt x="88731" y="284363"/>
                    <a:pt x="90026" y="288472"/>
                    <a:pt x="89702" y="287818"/>
                  </a:cubicBezTo>
                  <a:cubicBezTo>
                    <a:pt x="91760" y="294955"/>
                    <a:pt x="104853" y="294739"/>
                    <a:pt x="106695" y="301985"/>
                  </a:cubicBezTo>
                  <a:cubicBezTo>
                    <a:pt x="108105" y="307395"/>
                    <a:pt x="108860" y="313015"/>
                    <a:pt x="111350" y="312043"/>
                  </a:cubicBezTo>
                  <a:cubicBezTo>
                    <a:pt x="113515" y="311179"/>
                    <a:pt x="116220" y="315936"/>
                    <a:pt x="115680" y="315396"/>
                  </a:cubicBezTo>
                  <a:cubicBezTo>
                    <a:pt x="116652" y="316907"/>
                    <a:pt x="116328" y="318209"/>
                    <a:pt x="115026" y="318101"/>
                  </a:cubicBezTo>
                  <a:cubicBezTo>
                    <a:pt x="113623" y="318101"/>
                    <a:pt x="113407" y="319288"/>
                    <a:pt x="114487" y="320692"/>
                  </a:cubicBezTo>
                  <a:cubicBezTo>
                    <a:pt x="119465" y="327613"/>
                    <a:pt x="121846" y="332376"/>
                    <a:pt x="126177" y="332700"/>
                  </a:cubicBezTo>
                  <a:cubicBezTo>
                    <a:pt x="130831" y="333131"/>
                    <a:pt x="137327" y="338319"/>
                    <a:pt x="136788" y="337888"/>
                  </a:cubicBezTo>
                  <a:cubicBezTo>
                    <a:pt x="140249" y="340269"/>
                    <a:pt x="144687" y="338212"/>
                    <a:pt x="144903" y="335182"/>
                  </a:cubicBezTo>
                  <a:cubicBezTo>
                    <a:pt x="145119" y="332046"/>
                    <a:pt x="148802" y="335290"/>
                    <a:pt x="151183" y="331182"/>
                  </a:cubicBezTo>
                  <a:cubicBezTo>
                    <a:pt x="153450" y="327829"/>
                    <a:pt x="154860" y="321886"/>
                    <a:pt x="159946" y="320908"/>
                  </a:cubicBezTo>
                  <a:cubicBezTo>
                    <a:pt x="167738" y="319396"/>
                    <a:pt x="173586" y="319073"/>
                    <a:pt x="176831" y="315828"/>
                  </a:cubicBezTo>
                  <a:cubicBezTo>
                    <a:pt x="178780" y="314209"/>
                    <a:pt x="181269" y="309770"/>
                    <a:pt x="186032" y="309662"/>
                  </a:cubicBezTo>
                  <a:cubicBezTo>
                    <a:pt x="211902" y="308474"/>
                    <a:pt x="213959" y="307827"/>
                    <a:pt x="217960" y="309770"/>
                  </a:cubicBezTo>
                  <a:cubicBezTo>
                    <a:pt x="222614" y="312043"/>
                    <a:pt x="235714" y="308151"/>
                    <a:pt x="235060" y="308259"/>
                  </a:cubicBezTo>
                  <a:cubicBezTo>
                    <a:pt x="239067" y="307395"/>
                    <a:pt x="243506" y="310532"/>
                    <a:pt x="242966" y="310316"/>
                  </a:cubicBezTo>
                  <a:cubicBezTo>
                    <a:pt x="246751" y="312583"/>
                    <a:pt x="251405" y="307287"/>
                    <a:pt x="250757" y="307611"/>
                  </a:cubicBezTo>
                  <a:cubicBezTo>
                    <a:pt x="258441" y="300689"/>
                    <a:pt x="266448" y="308690"/>
                    <a:pt x="265045" y="307827"/>
                  </a:cubicBezTo>
                  <a:cubicBezTo>
                    <a:pt x="266340" y="309122"/>
                    <a:pt x="268398" y="309014"/>
                    <a:pt x="269591" y="307611"/>
                  </a:cubicBezTo>
                  <a:lnTo>
                    <a:pt x="278247" y="297229"/>
                  </a:lnTo>
                  <a:cubicBezTo>
                    <a:pt x="280958" y="294092"/>
                    <a:pt x="281822" y="288472"/>
                    <a:pt x="281606" y="289120"/>
                  </a:cubicBezTo>
                  <a:cubicBezTo>
                    <a:pt x="282685" y="283925"/>
                    <a:pt x="295455" y="275600"/>
                    <a:pt x="294915" y="276140"/>
                  </a:cubicBezTo>
                  <a:cubicBezTo>
                    <a:pt x="301412" y="271168"/>
                    <a:pt x="324360" y="276356"/>
                    <a:pt x="320785" y="270089"/>
                  </a:cubicBezTo>
                  <a:cubicBezTo>
                    <a:pt x="320569" y="269435"/>
                    <a:pt x="317540" y="265758"/>
                    <a:pt x="319490" y="261973"/>
                  </a:cubicBezTo>
                  <a:cubicBezTo>
                    <a:pt x="332476" y="237647"/>
                    <a:pt x="332584" y="236237"/>
                    <a:pt x="336590" y="234402"/>
                  </a:cubicBezTo>
                  <a:cubicBezTo>
                    <a:pt x="350008" y="228128"/>
                    <a:pt x="352929" y="227480"/>
                    <a:pt x="354447" y="223480"/>
                  </a:cubicBezTo>
                  <a:cubicBezTo>
                    <a:pt x="354447" y="222940"/>
                    <a:pt x="356720" y="219587"/>
                    <a:pt x="353367" y="217422"/>
                  </a:cubicBezTo>
                  <a:cubicBezTo>
                    <a:pt x="344166" y="211694"/>
                    <a:pt x="341461" y="210608"/>
                    <a:pt x="340591" y="206716"/>
                  </a:cubicBezTo>
                  <a:cubicBezTo>
                    <a:pt x="337346" y="192765"/>
                    <a:pt x="335936" y="190174"/>
                    <a:pt x="338533" y="186605"/>
                  </a:cubicBezTo>
                  <a:lnTo>
                    <a:pt x="368087" y="145292"/>
                  </a:lnTo>
                  <a:cubicBezTo>
                    <a:pt x="371007" y="141292"/>
                    <a:pt x="379015" y="138809"/>
                    <a:pt x="378475" y="139025"/>
                  </a:cubicBezTo>
                  <a:cubicBezTo>
                    <a:pt x="382158" y="137507"/>
                    <a:pt x="378043" y="133722"/>
                    <a:pt x="378367" y="134262"/>
                  </a:cubicBezTo>
                  <a:cubicBezTo>
                    <a:pt x="377065" y="132967"/>
                    <a:pt x="377065" y="130808"/>
                    <a:pt x="378367" y="129398"/>
                  </a:cubicBezTo>
                  <a:lnTo>
                    <a:pt x="384317" y="123454"/>
                  </a:lnTo>
                  <a:cubicBezTo>
                    <a:pt x="391029" y="116749"/>
                    <a:pt x="423611" y="115231"/>
                    <a:pt x="429885" y="108748"/>
                  </a:cubicBezTo>
                  <a:cubicBezTo>
                    <a:pt x="434647" y="103769"/>
                    <a:pt x="437466" y="100201"/>
                    <a:pt x="441467" y="98366"/>
                  </a:cubicBezTo>
                  <a:cubicBezTo>
                    <a:pt x="466041" y="86796"/>
                    <a:pt x="468531" y="86688"/>
                    <a:pt x="469070" y="82249"/>
                  </a:cubicBezTo>
                  <a:cubicBezTo>
                    <a:pt x="469070" y="81710"/>
                    <a:pt x="469934" y="78465"/>
                    <a:pt x="467121" y="75982"/>
                  </a:cubicBezTo>
                  <a:cubicBezTo>
                    <a:pt x="463876" y="73061"/>
                    <a:pt x="464092" y="68082"/>
                    <a:pt x="468423" y="69168"/>
                  </a:cubicBezTo>
                  <a:lnTo>
                    <a:pt x="468531" y="69168"/>
                  </a:lnTo>
                  <a:cubicBezTo>
                    <a:pt x="472855" y="70248"/>
                    <a:pt x="473941" y="66895"/>
                    <a:pt x="471236" y="63434"/>
                  </a:cubicBezTo>
                  <a:lnTo>
                    <a:pt x="471020" y="63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739E1201-375B-30E9-E3AA-3E2161BD4193}"/>
                </a:ext>
              </a:extLst>
            </p:cNvPr>
            <p:cNvSpPr/>
            <p:nvPr/>
          </p:nvSpPr>
          <p:spPr>
            <a:xfrm>
              <a:off x="6133668" y="2604217"/>
              <a:ext cx="121545" cy="72129"/>
            </a:xfrm>
            <a:custGeom>
              <a:avLst/>
              <a:gdLst>
                <a:gd name="csX0" fmla="*/ 41345 w 121545"/>
                <a:gd name="csY0" fmla="*/ 69532 h 72129"/>
                <a:gd name="csX1" fmla="*/ 47295 w 121545"/>
                <a:gd name="csY1" fmla="*/ 62179 h 72129"/>
                <a:gd name="csX2" fmla="*/ 75546 w 121545"/>
                <a:gd name="csY2" fmla="*/ 72130 h 72129"/>
                <a:gd name="csX3" fmla="*/ 72949 w 121545"/>
                <a:gd name="csY3" fmla="*/ 58826 h 72129"/>
                <a:gd name="csX4" fmla="*/ 88532 w 121545"/>
                <a:gd name="csY4" fmla="*/ 53638 h 72129"/>
                <a:gd name="csX5" fmla="*/ 84963 w 121545"/>
                <a:gd name="csY5" fmla="*/ 42824 h 72129"/>
                <a:gd name="csX6" fmla="*/ 121545 w 121545"/>
                <a:gd name="csY6" fmla="*/ 25413 h 72129"/>
                <a:gd name="csX7" fmla="*/ 107905 w 121545"/>
                <a:gd name="csY7" fmla="*/ 0 h 72129"/>
                <a:gd name="csX8" fmla="*/ 91675 w 121545"/>
                <a:gd name="csY8" fmla="*/ 3893 h 72129"/>
                <a:gd name="csX9" fmla="*/ 90805 w 121545"/>
                <a:gd name="csY9" fmla="*/ 16440 h 72129"/>
                <a:gd name="csX10" fmla="*/ 58014 w 121545"/>
                <a:gd name="csY10" fmla="*/ 17843 h 72129"/>
                <a:gd name="csX11" fmla="*/ 45351 w 121545"/>
                <a:gd name="csY11" fmla="*/ 29743 h 72129"/>
                <a:gd name="csX12" fmla="*/ 12662 w 121545"/>
                <a:gd name="csY12" fmla="*/ 22930 h 72129"/>
                <a:gd name="csX13" fmla="*/ 0 w 121545"/>
                <a:gd name="csY13" fmla="*/ 38068 h 72129"/>
                <a:gd name="csX14" fmla="*/ 11360 w 121545"/>
                <a:gd name="csY14" fmla="*/ 43472 h 72129"/>
                <a:gd name="csX15" fmla="*/ 6921 w 121545"/>
                <a:gd name="csY15" fmla="*/ 57855 h 72129"/>
                <a:gd name="csX16" fmla="*/ 9525 w 121545"/>
                <a:gd name="csY16" fmla="*/ 57423 h 72129"/>
                <a:gd name="csX17" fmla="*/ 6490 w 121545"/>
                <a:gd name="csY17" fmla="*/ 69532 h 72129"/>
                <a:gd name="csX18" fmla="*/ 41129 w 121545"/>
                <a:gd name="csY18" fmla="*/ 69424 h 72129"/>
                <a:gd name="csX19" fmla="*/ 41345 w 121545"/>
                <a:gd name="csY19" fmla="*/ 69532 h 7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21545" h="72129">
                  <a:moveTo>
                    <a:pt x="41345" y="69532"/>
                  </a:moveTo>
                  <a:lnTo>
                    <a:pt x="47295" y="62179"/>
                  </a:lnTo>
                  <a:lnTo>
                    <a:pt x="75546" y="72130"/>
                  </a:lnTo>
                  <a:lnTo>
                    <a:pt x="72949" y="58826"/>
                  </a:lnTo>
                  <a:lnTo>
                    <a:pt x="88532" y="53638"/>
                  </a:lnTo>
                  <a:lnTo>
                    <a:pt x="84963" y="42824"/>
                  </a:lnTo>
                  <a:lnTo>
                    <a:pt x="121545" y="25413"/>
                  </a:lnTo>
                  <a:lnTo>
                    <a:pt x="107905" y="0"/>
                  </a:lnTo>
                  <a:lnTo>
                    <a:pt x="91675" y="3893"/>
                  </a:lnTo>
                  <a:lnTo>
                    <a:pt x="90805" y="16440"/>
                  </a:lnTo>
                  <a:lnTo>
                    <a:pt x="58014" y="17843"/>
                  </a:lnTo>
                  <a:lnTo>
                    <a:pt x="45351" y="29743"/>
                  </a:lnTo>
                  <a:lnTo>
                    <a:pt x="12662" y="22930"/>
                  </a:lnTo>
                  <a:lnTo>
                    <a:pt x="0" y="38068"/>
                  </a:lnTo>
                  <a:lnTo>
                    <a:pt x="11360" y="43472"/>
                  </a:lnTo>
                  <a:lnTo>
                    <a:pt x="6921" y="57855"/>
                  </a:lnTo>
                  <a:cubicBezTo>
                    <a:pt x="6921" y="57855"/>
                    <a:pt x="7900" y="57099"/>
                    <a:pt x="9525" y="57423"/>
                  </a:cubicBezTo>
                  <a:cubicBezTo>
                    <a:pt x="21323" y="62611"/>
                    <a:pt x="9633" y="64560"/>
                    <a:pt x="6490" y="69532"/>
                  </a:cubicBezTo>
                  <a:lnTo>
                    <a:pt x="41129" y="69424"/>
                  </a:lnTo>
                  <a:lnTo>
                    <a:pt x="41345" y="695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3A442975-B9AB-384D-6746-AAEEE6345A3C}"/>
                </a:ext>
              </a:extLst>
            </p:cNvPr>
            <p:cNvSpPr/>
            <p:nvPr/>
          </p:nvSpPr>
          <p:spPr>
            <a:xfrm>
              <a:off x="6263335" y="2467101"/>
              <a:ext cx="215188" cy="97542"/>
            </a:xfrm>
            <a:custGeom>
              <a:avLst/>
              <a:gdLst>
                <a:gd name="csX0" fmla="*/ 191884 w 215188"/>
                <a:gd name="csY0" fmla="*/ 12979 h 97542"/>
                <a:gd name="csX1" fmla="*/ 165405 w 215188"/>
                <a:gd name="csY1" fmla="*/ 8001 h 97542"/>
                <a:gd name="csX2" fmla="*/ 135306 w 215188"/>
                <a:gd name="csY2" fmla="*/ 11678 h 97542"/>
                <a:gd name="csX3" fmla="*/ 128131 w 215188"/>
                <a:gd name="csY3" fmla="*/ 21088 h 97542"/>
                <a:gd name="csX4" fmla="*/ 113081 w 215188"/>
                <a:gd name="csY4" fmla="*/ 20003 h 97542"/>
                <a:gd name="csX5" fmla="*/ 113652 w 215188"/>
                <a:gd name="csY5" fmla="*/ 7569 h 97542"/>
                <a:gd name="csX6" fmla="*/ 98412 w 215188"/>
                <a:gd name="csY6" fmla="*/ 0 h 97542"/>
                <a:gd name="csX7" fmla="*/ 87681 w 215188"/>
                <a:gd name="csY7" fmla="*/ 13627 h 97542"/>
                <a:gd name="csX8" fmla="*/ 74244 w 215188"/>
                <a:gd name="csY8" fmla="*/ 3353 h 97542"/>
                <a:gd name="csX9" fmla="*/ 49460 w 215188"/>
                <a:gd name="csY9" fmla="*/ 15786 h 97542"/>
                <a:gd name="csX10" fmla="*/ 40043 w 215188"/>
                <a:gd name="csY10" fmla="*/ 34709 h 97542"/>
                <a:gd name="csX11" fmla="*/ 11360 w 215188"/>
                <a:gd name="csY11" fmla="*/ 37954 h 97542"/>
                <a:gd name="csX12" fmla="*/ 0 w 215188"/>
                <a:gd name="csY12" fmla="*/ 64453 h 97542"/>
                <a:gd name="csX13" fmla="*/ 11799 w 215188"/>
                <a:gd name="csY13" fmla="*/ 82290 h 97542"/>
                <a:gd name="csX14" fmla="*/ 38748 w 215188"/>
                <a:gd name="csY14" fmla="*/ 97542 h 97542"/>
                <a:gd name="csX15" fmla="*/ 69704 w 215188"/>
                <a:gd name="csY15" fmla="*/ 95809 h 97542"/>
                <a:gd name="csX16" fmla="*/ 76410 w 215188"/>
                <a:gd name="csY16" fmla="*/ 81210 h 97542"/>
                <a:gd name="csX17" fmla="*/ 96444 w 215188"/>
                <a:gd name="csY17" fmla="*/ 79591 h 97542"/>
                <a:gd name="csX18" fmla="*/ 104254 w 215188"/>
                <a:gd name="csY18" fmla="*/ 70180 h 97542"/>
                <a:gd name="csX19" fmla="*/ 125781 w 215188"/>
                <a:gd name="csY19" fmla="*/ 74397 h 97542"/>
                <a:gd name="csX20" fmla="*/ 137592 w 215188"/>
                <a:gd name="csY20" fmla="*/ 55582 h 97542"/>
                <a:gd name="csX21" fmla="*/ 172517 w 215188"/>
                <a:gd name="csY21" fmla="*/ 52121 h 97542"/>
                <a:gd name="csX22" fmla="*/ 184328 w 215188"/>
                <a:gd name="csY22" fmla="*/ 67151 h 97542"/>
                <a:gd name="csX23" fmla="*/ 199250 w 215188"/>
                <a:gd name="csY23" fmla="*/ 61639 h 97542"/>
                <a:gd name="csX24" fmla="*/ 215189 w 215188"/>
                <a:gd name="csY24" fmla="*/ 27140 h 97542"/>
                <a:gd name="csX25" fmla="*/ 197091 w 215188"/>
                <a:gd name="csY25" fmla="*/ 21088 h 97542"/>
                <a:gd name="csX26" fmla="*/ 191884 w 215188"/>
                <a:gd name="csY26" fmla="*/ 12979 h 97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15188" h="97542">
                  <a:moveTo>
                    <a:pt x="191884" y="12979"/>
                  </a:moveTo>
                  <a:lnTo>
                    <a:pt x="165405" y="8001"/>
                  </a:lnTo>
                  <a:lnTo>
                    <a:pt x="135306" y="11678"/>
                  </a:lnTo>
                  <a:lnTo>
                    <a:pt x="128131" y="21088"/>
                  </a:lnTo>
                  <a:lnTo>
                    <a:pt x="113081" y="20003"/>
                  </a:lnTo>
                  <a:lnTo>
                    <a:pt x="113652" y="7569"/>
                  </a:lnTo>
                  <a:lnTo>
                    <a:pt x="98412" y="0"/>
                  </a:lnTo>
                  <a:lnTo>
                    <a:pt x="87681" y="13627"/>
                  </a:lnTo>
                  <a:lnTo>
                    <a:pt x="74244" y="3353"/>
                  </a:lnTo>
                  <a:lnTo>
                    <a:pt x="49460" y="15786"/>
                  </a:lnTo>
                  <a:lnTo>
                    <a:pt x="40043" y="34709"/>
                  </a:lnTo>
                  <a:lnTo>
                    <a:pt x="11360" y="37954"/>
                  </a:lnTo>
                  <a:lnTo>
                    <a:pt x="0" y="64453"/>
                  </a:lnTo>
                  <a:lnTo>
                    <a:pt x="11799" y="82290"/>
                  </a:lnTo>
                  <a:lnTo>
                    <a:pt x="38748" y="97542"/>
                  </a:lnTo>
                  <a:lnTo>
                    <a:pt x="69704" y="95809"/>
                  </a:lnTo>
                  <a:lnTo>
                    <a:pt x="76410" y="81210"/>
                  </a:lnTo>
                  <a:lnTo>
                    <a:pt x="96444" y="79591"/>
                  </a:lnTo>
                  <a:lnTo>
                    <a:pt x="104254" y="70180"/>
                  </a:lnTo>
                  <a:lnTo>
                    <a:pt x="125781" y="74397"/>
                  </a:lnTo>
                  <a:lnTo>
                    <a:pt x="137592" y="55582"/>
                  </a:lnTo>
                  <a:lnTo>
                    <a:pt x="172517" y="52121"/>
                  </a:lnTo>
                  <a:lnTo>
                    <a:pt x="184328" y="67151"/>
                  </a:lnTo>
                  <a:lnTo>
                    <a:pt x="199250" y="61639"/>
                  </a:lnTo>
                  <a:lnTo>
                    <a:pt x="215189" y="27140"/>
                  </a:lnTo>
                  <a:lnTo>
                    <a:pt x="197091" y="21088"/>
                  </a:lnTo>
                  <a:lnTo>
                    <a:pt x="191884" y="12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3E85575D-652D-FEB1-B83E-37FA97634F90}"/>
                </a:ext>
              </a:extLst>
            </p:cNvPr>
            <p:cNvSpPr/>
            <p:nvPr/>
          </p:nvSpPr>
          <p:spPr>
            <a:xfrm>
              <a:off x="6339636" y="2642717"/>
              <a:ext cx="155524" cy="186105"/>
            </a:xfrm>
            <a:custGeom>
              <a:avLst/>
              <a:gdLst>
                <a:gd name="csX0" fmla="*/ 130759 w 155524"/>
                <a:gd name="csY0" fmla="*/ 114084 h 186105"/>
                <a:gd name="csX1" fmla="*/ 147079 w 155524"/>
                <a:gd name="csY1" fmla="*/ 92456 h 186105"/>
                <a:gd name="csX2" fmla="*/ 137109 w 155524"/>
                <a:gd name="csY2" fmla="*/ 84995 h 186105"/>
                <a:gd name="csX3" fmla="*/ 145555 w 155524"/>
                <a:gd name="csY3" fmla="*/ 75698 h 186105"/>
                <a:gd name="csX4" fmla="*/ 126632 w 155524"/>
                <a:gd name="csY4" fmla="*/ 63690 h 186105"/>
                <a:gd name="csX5" fmla="*/ 115265 w 155524"/>
                <a:gd name="csY5" fmla="*/ 73533 h 186105"/>
                <a:gd name="csX6" fmla="*/ 96533 w 155524"/>
                <a:gd name="csY6" fmla="*/ 66828 h 186105"/>
                <a:gd name="csX7" fmla="*/ 97104 w 155524"/>
                <a:gd name="csY7" fmla="*/ 47257 h 186105"/>
                <a:gd name="csX8" fmla="*/ 72720 w 155524"/>
                <a:gd name="csY8" fmla="*/ 34925 h 186105"/>
                <a:gd name="csX9" fmla="*/ 51765 w 155524"/>
                <a:gd name="csY9" fmla="*/ 0 h 186105"/>
                <a:gd name="csX10" fmla="*/ 26175 w 155524"/>
                <a:gd name="csY10" fmla="*/ 1511 h 186105"/>
                <a:gd name="csX11" fmla="*/ 0 w 155524"/>
                <a:gd name="csY11" fmla="*/ 14275 h 186105"/>
                <a:gd name="csX12" fmla="*/ 5087 w 155524"/>
                <a:gd name="csY12" fmla="*/ 30169 h 186105"/>
                <a:gd name="csX13" fmla="*/ 17983 w 155524"/>
                <a:gd name="csY13" fmla="*/ 34385 h 186105"/>
                <a:gd name="csX14" fmla="*/ 19507 w 155524"/>
                <a:gd name="csY14" fmla="*/ 46717 h 186105"/>
                <a:gd name="csX15" fmla="*/ 8122 w 155524"/>
                <a:gd name="csY15" fmla="*/ 48444 h 186105"/>
                <a:gd name="csX16" fmla="*/ 2165 w 155524"/>
                <a:gd name="csY16" fmla="*/ 62503 h 186105"/>
                <a:gd name="csX17" fmla="*/ 18301 w 155524"/>
                <a:gd name="csY17" fmla="*/ 66180 h 186105"/>
                <a:gd name="csX18" fmla="*/ 10281 w 155524"/>
                <a:gd name="csY18" fmla="*/ 85427 h 186105"/>
                <a:gd name="csX19" fmla="*/ 25540 w 155524"/>
                <a:gd name="csY19" fmla="*/ 99593 h 186105"/>
                <a:gd name="csX20" fmla="*/ 25349 w 155524"/>
                <a:gd name="csY20" fmla="*/ 119056 h 186105"/>
                <a:gd name="csX21" fmla="*/ 18492 w 155524"/>
                <a:gd name="csY21" fmla="*/ 126956 h 186105"/>
                <a:gd name="csX22" fmla="*/ 55067 w 155524"/>
                <a:gd name="csY22" fmla="*/ 150851 h 186105"/>
                <a:gd name="csX23" fmla="*/ 74498 w 155524"/>
                <a:gd name="csY23" fmla="*/ 140252 h 186105"/>
                <a:gd name="csX24" fmla="*/ 108153 w 155524"/>
                <a:gd name="csY24" fmla="*/ 163830 h 186105"/>
                <a:gd name="csX25" fmla="*/ 99009 w 155524"/>
                <a:gd name="csY25" fmla="*/ 186106 h 186105"/>
                <a:gd name="csX26" fmla="*/ 132283 w 155524"/>
                <a:gd name="csY26" fmla="*/ 177883 h 186105"/>
                <a:gd name="csX27" fmla="*/ 136157 w 155524"/>
                <a:gd name="csY27" fmla="*/ 154851 h 186105"/>
                <a:gd name="csX28" fmla="*/ 155524 w 155524"/>
                <a:gd name="csY28" fmla="*/ 140576 h 186105"/>
                <a:gd name="csX29" fmla="*/ 130759 w 155524"/>
                <a:gd name="csY29" fmla="*/ 114084 h 186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55524" h="186105">
                  <a:moveTo>
                    <a:pt x="130759" y="114084"/>
                  </a:moveTo>
                  <a:lnTo>
                    <a:pt x="147079" y="92456"/>
                  </a:lnTo>
                  <a:lnTo>
                    <a:pt x="137109" y="84995"/>
                  </a:lnTo>
                  <a:lnTo>
                    <a:pt x="145555" y="75698"/>
                  </a:lnTo>
                  <a:lnTo>
                    <a:pt x="126632" y="63690"/>
                  </a:lnTo>
                  <a:lnTo>
                    <a:pt x="115265" y="73533"/>
                  </a:lnTo>
                  <a:lnTo>
                    <a:pt x="96533" y="66828"/>
                  </a:lnTo>
                  <a:lnTo>
                    <a:pt x="97104" y="47257"/>
                  </a:lnTo>
                  <a:lnTo>
                    <a:pt x="72720" y="34925"/>
                  </a:lnTo>
                  <a:lnTo>
                    <a:pt x="51765" y="0"/>
                  </a:lnTo>
                  <a:lnTo>
                    <a:pt x="26175" y="1511"/>
                  </a:lnTo>
                  <a:lnTo>
                    <a:pt x="0" y="14275"/>
                  </a:lnTo>
                  <a:lnTo>
                    <a:pt x="5087" y="30169"/>
                  </a:lnTo>
                  <a:lnTo>
                    <a:pt x="17983" y="34385"/>
                  </a:lnTo>
                  <a:lnTo>
                    <a:pt x="19507" y="46717"/>
                  </a:lnTo>
                  <a:lnTo>
                    <a:pt x="8122" y="48444"/>
                  </a:lnTo>
                  <a:lnTo>
                    <a:pt x="2165" y="62503"/>
                  </a:lnTo>
                  <a:lnTo>
                    <a:pt x="18301" y="66180"/>
                  </a:lnTo>
                  <a:lnTo>
                    <a:pt x="10281" y="85427"/>
                  </a:lnTo>
                  <a:lnTo>
                    <a:pt x="25540" y="99593"/>
                  </a:lnTo>
                  <a:lnTo>
                    <a:pt x="25349" y="119056"/>
                  </a:lnTo>
                  <a:lnTo>
                    <a:pt x="18492" y="126956"/>
                  </a:lnTo>
                  <a:lnTo>
                    <a:pt x="55067" y="150851"/>
                  </a:lnTo>
                  <a:lnTo>
                    <a:pt x="74498" y="140252"/>
                  </a:lnTo>
                  <a:lnTo>
                    <a:pt x="108153" y="163830"/>
                  </a:lnTo>
                  <a:lnTo>
                    <a:pt x="99009" y="186106"/>
                  </a:lnTo>
                  <a:lnTo>
                    <a:pt x="132283" y="177883"/>
                  </a:lnTo>
                  <a:lnTo>
                    <a:pt x="136157" y="154851"/>
                  </a:lnTo>
                  <a:lnTo>
                    <a:pt x="155524" y="140576"/>
                  </a:lnTo>
                  <a:lnTo>
                    <a:pt x="130759" y="1140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C44BC87-52F5-B326-0738-9FD1830C5E4A}"/>
                </a:ext>
              </a:extLst>
            </p:cNvPr>
            <p:cNvSpPr/>
            <p:nvPr/>
          </p:nvSpPr>
          <p:spPr>
            <a:xfrm>
              <a:off x="6964868" y="1539341"/>
              <a:ext cx="15762" cy="12854"/>
            </a:xfrm>
            <a:custGeom>
              <a:avLst/>
              <a:gdLst>
                <a:gd name="csX0" fmla="*/ 11876 w 15762"/>
                <a:gd name="csY0" fmla="*/ 12377 h 12854"/>
                <a:gd name="csX1" fmla="*/ 14225 w 15762"/>
                <a:gd name="csY1" fmla="*/ 11189 h 12854"/>
                <a:gd name="csX2" fmla="*/ 14987 w 15762"/>
                <a:gd name="csY2" fmla="*/ 6865 h 12854"/>
                <a:gd name="csX3" fmla="*/ 5589 w 15762"/>
                <a:gd name="csY3" fmla="*/ 159 h 12854"/>
                <a:gd name="csX4" fmla="*/ 827 w 15762"/>
                <a:gd name="csY4" fmla="*/ 4700 h 12854"/>
                <a:gd name="csX5" fmla="*/ 11939 w 15762"/>
                <a:gd name="csY5" fmla="*/ 12377 h 12854"/>
                <a:gd name="csX6" fmla="*/ 11876 w 15762"/>
                <a:gd name="csY6" fmla="*/ 12377 h 1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62" h="12854">
                  <a:moveTo>
                    <a:pt x="11876" y="12377"/>
                  </a:moveTo>
                  <a:lnTo>
                    <a:pt x="14225" y="11189"/>
                  </a:lnTo>
                  <a:cubicBezTo>
                    <a:pt x="15940" y="10319"/>
                    <a:pt x="16258" y="8376"/>
                    <a:pt x="14987" y="6865"/>
                  </a:cubicBezTo>
                  <a:cubicBezTo>
                    <a:pt x="12955" y="4808"/>
                    <a:pt x="10352" y="-1034"/>
                    <a:pt x="5589" y="159"/>
                  </a:cubicBezTo>
                  <a:cubicBezTo>
                    <a:pt x="4574" y="591"/>
                    <a:pt x="-2348" y="1131"/>
                    <a:pt x="827" y="4700"/>
                  </a:cubicBezTo>
                  <a:cubicBezTo>
                    <a:pt x="4065" y="7621"/>
                    <a:pt x="7177" y="14758"/>
                    <a:pt x="11939" y="12377"/>
                  </a:cubicBezTo>
                  <a:lnTo>
                    <a:pt x="11876" y="12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89599371-C8F3-2ADF-2A0B-73EDFBC63F50}"/>
                </a:ext>
              </a:extLst>
            </p:cNvPr>
            <p:cNvSpPr/>
            <p:nvPr/>
          </p:nvSpPr>
          <p:spPr>
            <a:xfrm>
              <a:off x="7223915" y="1432035"/>
              <a:ext cx="9342" cy="6980"/>
            </a:xfrm>
            <a:custGeom>
              <a:avLst/>
              <a:gdLst>
                <a:gd name="csX0" fmla="*/ 9305 w 9342"/>
                <a:gd name="csY0" fmla="*/ 4303 h 6980"/>
                <a:gd name="csX1" fmla="*/ 2955 w 9342"/>
                <a:gd name="csY1" fmla="*/ 80 h 6980"/>
                <a:gd name="csX2" fmla="*/ 3717 w 9342"/>
                <a:gd name="csY2" fmla="*/ 6030 h 6980"/>
                <a:gd name="csX3" fmla="*/ 9305 w 9342"/>
                <a:gd name="csY3" fmla="*/ 4303 h 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42" h="6980">
                  <a:moveTo>
                    <a:pt x="9305" y="4303"/>
                  </a:moveTo>
                  <a:cubicBezTo>
                    <a:pt x="8798" y="-244"/>
                    <a:pt x="2384" y="-136"/>
                    <a:pt x="2955" y="80"/>
                  </a:cubicBezTo>
                  <a:cubicBezTo>
                    <a:pt x="-1489" y="-351"/>
                    <a:pt x="-664" y="4735"/>
                    <a:pt x="3717" y="6030"/>
                  </a:cubicBezTo>
                  <a:cubicBezTo>
                    <a:pt x="3717" y="6030"/>
                    <a:pt x="9877" y="9059"/>
                    <a:pt x="9305" y="43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365BC495-4F85-E3A9-0E91-D2EED49D8AA6}"/>
                </a:ext>
              </a:extLst>
            </p:cNvPr>
            <p:cNvSpPr/>
            <p:nvPr/>
          </p:nvSpPr>
          <p:spPr>
            <a:xfrm>
              <a:off x="6831583" y="1183257"/>
              <a:ext cx="41766" cy="28439"/>
            </a:xfrm>
            <a:custGeom>
              <a:avLst/>
              <a:gdLst>
                <a:gd name="csX0" fmla="*/ 13209 w 41766"/>
                <a:gd name="csY0" fmla="*/ 23611 h 28439"/>
                <a:gd name="csX1" fmla="*/ 22734 w 41766"/>
                <a:gd name="csY1" fmla="*/ 26208 h 28439"/>
                <a:gd name="csX2" fmla="*/ 33211 w 41766"/>
                <a:gd name="csY2" fmla="*/ 28259 h 28439"/>
                <a:gd name="csX3" fmla="*/ 37656 w 41766"/>
                <a:gd name="csY3" fmla="*/ 14093 h 28439"/>
                <a:gd name="csX4" fmla="*/ 20130 w 41766"/>
                <a:gd name="csY4" fmla="*/ 10524 h 28439"/>
                <a:gd name="csX5" fmla="*/ 19876 w 41766"/>
                <a:gd name="csY5" fmla="*/ 10092 h 28439"/>
                <a:gd name="csX6" fmla="*/ 1842 w 41766"/>
                <a:gd name="csY6" fmla="*/ 34 h 28439"/>
                <a:gd name="csX7" fmla="*/ 635 w 41766"/>
                <a:gd name="csY7" fmla="*/ 3171 h 28439"/>
                <a:gd name="csX8" fmla="*/ 7557 w 41766"/>
                <a:gd name="csY8" fmla="*/ 12581 h 28439"/>
                <a:gd name="csX9" fmla="*/ 13209 w 41766"/>
                <a:gd name="csY9" fmla="*/ 23503 h 28439"/>
                <a:gd name="csX10" fmla="*/ 13209 w 41766"/>
                <a:gd name="csY10" fmla="*/ 23611 h 28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766" h="28439">
                  <a:moveTo>
                    <a:pt x="13209" y="23611"/>
                  </a:moveTo>
                  <a:cubicBezTo>
                    <a:pt x="14606" y="23827"/>
                    <a:pt x="19876" y="23179"/>
                    <a:pt x="22734" y="26208"/>
                  </a:cubicBezTo>
                  <a:cubicBezTo>
                    <a:pt x="25655" y="29339"/>
                    <a:pt x="33846" y="28259"/>
                    <a:pt x="33211" y="28259"/>
                  </a:cubicBezTo>
                  <a:cubicBezTo>
                    <a:pt x="41847" y="28044"/>
                    <a:pt x="45022" y="14308"/>
                    <a:pt x="37656" y="14093"/>
                  </a:cubicBezTo>
                  <a:cubicBezTo>
                    <a:pt x="25718" y="13985"/>
                    <a:pt x="22416" y="14740"/>
                    <a:pt x="20130" y="10524"/>
                  </a:cubicBezTo>
                  <a:lnTo>
                    <a:pt x="19876" y="10092"/>
                  </a:lnTo>
                  <a:cubicBezTo>
                    <a:pt x="14479" y="364"/>
                    <a:pt x="0" y="-182"/>
                    <a:pt x="1842" y="34"/>
                  </a:cubicBezTo>
                  <a:cubicBezTo>
                    <a:pt x="0" y="34"/>
                    <a:pt x="-571" y="1551"/>
                    <a:pt x="635" y="3171"/>
                  </a:cubicBezTo>
                  <a:lnTo>
                    <a:pt x="7557" y="12581"/>
                  </a:lnTo>
                  <a:cubicBezTo>
                    <a:pt x="11049" y="17229"/>
                    <a:pt x="8446" y="23287"/>
                    <a:pt x="13209" y="23503"/>
                  </a:cubicBezTo>
                  <a:lnTo>
                    <a:pt x="13209" y="236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AB1A9FEA-FE79-A92E-9FB8-66F7DF571AA9}"/>
                </a:ext>
              </a:extLst>
            </p:cNvPr>
            <p:cNvSpPr/>
            <p:nvPr/>
          </p:nvSpPr>
          <p:spPr>
            <a:xfrm>
              <a:off x="6371424" y="2155234"/>
              <a:ext cx="117704" cy="54717"/>
            </a:xfrm>
            <a:custGeom>
              <a:avLst/>
              <a:gdLst>
                <a:gd name="csX0" fmla="*/ 56554 w 117704"/>
                <a:gd name="csY0" fmla="*/ 8217 h 54717"/>
                <a:gd name="csX1" fmla="*/ 54458 w 117704"/>
                <a:gd name="csY1" fmla="*/ 20434 h 54717"/>
                <a:gd name="csX2" fmla="*/ 34583 w 117704"/>
                <a:gd name="csY2" fmla="*/ 16542 h 54717"/>
                <a:gd name="csX3" fmla="*/ 38139 w 117704"/>
                <a:gd name="csY3" fmla="*/ 11678 h 54717"/>
                <a:gd name="csX4" fmla="*/ 36488 w 117704"/>
                <a:gd name="csY4" fmla="*/ 8757 h 54717"/>
                <a:gd name="csX5" fmla="*/ 24042 w 117704"/>
                <a:gd name="csY5" fmla="*/ 17628 h 54717"/>
                <a:gd name="csX6" fmla="*/ 8992 w 117704"/>
                <a:gd name="csY6" fmla="*/ 21196 h 54717"/>
                <a:gd name="csX7" fmla="*/ 7278 w 117704"/>
                <a:gd name="csY7" fmla="*/ 31902 h 54717"/>
                <a:gd name="csX8" fmla="*/ 1309 w 117704"/>
                <a:gd name="csY8" fmla="*/ 42716 h 54717"/>
                <a:gd name="csX9" fmla="*/ 10961 w 117704"/>
                <a:gd name="csY9" fmla="*/ 34709 h 54717"/>
                <a:gd name="csX10" fmla="*/ 22200 w 117704"/>
                <a:gd name="csY10" fmla="*/ 34493 h 54717"/>
                <a:gd name="csX11" fmla="*/ 22772 w 117704"/>
                <a:gd name="csY11" fmla="*/ 37414 h 54717"/>
                <a:gd name="csX12" fmla="*/ 17374 w 117704"/>
                <a:gd name="csY12" fmla="*/ 41415 h 54717"/>
                <a:gd name="csX13" fmla="*/ 7405 w 117704"/>
                <a:gd name="csY13" fmla="*/ 44875 h 54717"/>
                <a:gd name="csX14" fmla="*/ 4484 w 117704"/>
                <a:gd name="csY14" fmla="*/ 47257 h 54717"/>
                <a:gd name="csX15" fmla="*/ 109259 w 117704"/>
                <a:gd name="csY15" fmla="*/ 54718 h 54717"/>
                <a:gd name="csX16" fmla="*/ 117704 w 117704"/>
                <a:gd name="csY16" fmla="*/ 16865 h 54717"/>
                <a:gd name="csX17" fmla="*/ 60300 w 117704"/>
                <a:gd name="csY17" fmla="*/ 0 h 54717"/>
                <a:gd name="csX18" fmla="*/ 56427 w 117704"/>
                <a:gd name="csY18" fmla="*/ 8217 h 54717"/>
                <a:gd name="csX19" fmla="*/ 56554 w 117704"/>
                <a:gd name="csY19" fmla="*/ 8217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704" h="54717">
                  <a:moveTo>
                    <a:pt x="56554" y="8217"/>
                  </a:moveTo>
                  <a:cubicBezTo>
                    <a:pt x="56554" y="12649"/>
                    <a:pt x="59665" y="20764"/>
                    <a:pt x="54458" y="20434"/>
                  </a:cubicBezTo>
                  <a:cubicBezTo>
                    <a:pt x="37250" y="19571"/>
                    <a:pt x="31725" y="20434"/>
                    <a:pt x="34583" y="16542"/>
                  </a:cubicBezTo>
                  <a:lnTo>
                    <a:pt x="38139" y="11678"/>
                  </a:lnTo>
                  <a:cubicBezTo>
                    <a:pt x="40298" y="8649"/>
                    <a:pt x="35980" y="8433"/>
                    <a:pt x="36488" y="8757"/>
                  </a:cubicBezTo>
                  <a:cubicBezTo>
                    <a:pt x="29884" y="8757"/>
                    <a:pt x="30582" y="17736"/>
                    <a:pt x="24042" y="17628"/>
                  </a:cubicBezTo>
                  <a:cubicBezTo>
                    <a:pt x="17057" y="18383"/>
                    <a:pt x="8802" y="15246"/>
                    <a:pt x="8992" y="21196"/>
                  </a:cubicBezTo>
                  <a:cubicBezTo>
                    <a:pt x="8992" y="22492"/>
                    <a:pt x="10008" y="27787"/>
                    <a:pt x="7278" y="31902"/>
                  </a:cubicBezTo>
                  <a:cubicBezTo>
                    <a:pt x="2388" y="39256"/>
                    <a:pt x="-2374" y="45847"/>
                    <a:pt x="1309" y="42716"/>
                  </a:cubicBezTo>
                  <a:lnTo>
                    <a:pt x="10961" y="34709"/>
                  </a:lnTo>
                  <a:cubicBezTo>
                    <a:pt x="14771" y="31572"/>
                    <a:pt x="22899" y="34709"/>
                    <a:pt x="22200" y="34493"/>
                  </a:cubicBezTo>
                  <a:cubicBezTo>
                    <a:pt x="24042" y="34925"/>
                    <a:pt x="24296" y="36227"/>
                    <a:pt x="22772" y="37414"/>
                  </a:cubicBezTo>
                  <a:lnTo>
                    <a:pt x="17374" y="41415"/>
                  </a:lnTo>
                  <a:cubicBezTo>
                    <a:pt x="13120" y="44552"/>
                    <a:pt x="11532" y="41523"/>
                    <a:pt x="7405" y="44875"/>
                  </a:cubicBezTo>
                  <a:cubicBezTo>
                    <a:pt x="6325" y="45739"/>
                    <a:pt x="5436" y="46501"/>
                    <a:pt x="4484" y="47257"/>
                  </a:cubicBezTo>
                  <a:lnTo>
                    <a:pt x="109259" y="54718"/>
                  </a:lnTo>
                  <a:lnTo>
                    <a:pt x="117704" y="16865"/>
                  </a:lnTo>
                  <a:lnTo>
                    <a:pt x="60300" y="0"/>
                  </a:lnTo>
                  <a:cubicBezTo>
                    <a:pt x="58776" y="2921"/>
                    <a:pt x="55982" y="4324"/>
                    <a:pt x="56427" y="8217"/>
                  </a:cubicBezTo>
                  <a:lnTo>
                    <a:pt x="56554" y="82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143E716-8056-A208-A30E-2751D9DE9A5E}"/>
                </a:ext>
              </a:extLst>
            </p:cNvPr>
            <p:cNvSpPr/>
            <p:nvPr/>
          </p:nvSpPr>
          <p:spPr>
            <a:xfrm>
              <a:off x="7442226" y="1218116"/>
              <a:ext cx="76606" cy="63768"/>
            </a:xfrm>
            <a:custGeom>
              <a:avLst/>
              <a:gdLst>
                <a:gd name="csX0" fmla="*/ 76555 w 76606"/>
                <a:gd name="csY0" fmla="*/ 28979 h 63768"/>
                <a:gd name="csX1" fmla="*/ 71475 w 76606"/>
                <a:gd name="csY1" fmla="*/ 18596 h 63768"/>
                <a:gd name="csX2" fmla="*/ 22008 w 76606"/>
                <a:gd name="csY2" fmla="*/ 3242 h 63768"/>
                <a:gd name="csX3" fmla="*/ 2577 w 76606"/>
                <a:gd name="csY3" fmla="*/ 24870 h 63768"/>
                <a:gd name="csX4" fmla="*/ 2196 w 76606"/>
                <a:gd name="csY4" fmla="*/ 51362 h 63768"/>
                <a:gd name="csX5" fmla="*/ 20929 w 76606"/>
                <a:gd name="csY5" fmla="*/ 63364 h 63768"/>
                <a:gd name="csX6" fmla="*/ 56298 w 76606"/>
                <a:gd name="csY6" fmla="*/ 47794 h 63768"/>
                <a:gd name="csX7" fmla="*/ 69633 w 76606"/>
                <a:gd name="csY7" fmla="*/ 32331 h 63768"/>
                <a:gd name="csX8" fmla="*/ 71792 w 76606"/>
                <a:gd name="csY8" fmla="*/ 36980 h 63768"/>
                <a:gd name="csX9" fmla="*/ 76428 w 76606"/>
                <a:gd name="csY9" fmla="*/ 29087 h 63768"/>
                <a:gd name="csX10" fmla="*/ 76555 w 76606"/>
                <a:gd name="csY10" fmla="*/ 28979 h 63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606" h="63768">
                  <a:moveTo>
                    <a:pt x="76555" y="28979"/>
                  </a:moveTo>
                  <a:cubicBezTo>
                    <a:pt x="75539" y="26381"/>
                    <a:pt x="75856" y="21194"/>
                    <a:pt x="71475" y="18596"/>
                  </a:cubicBezTo>
                  <a:cubicBezTo>
                    <a:pt x="64108" y="15351"/>
                    <a:pt x="34644" y="-8544"/>
                    <a:pt x="22008" y="3242"/>
                  </a:cubicBezTo>
                  <a:cubicBezTo>
                    <a:pt x="5752" y="18272"/>
                    <a:pt x="3276" y="19568"/>
                    <a:pt x="2577" y="24870"/>
                  </a:cubicBezTo>
                  <a:cubicBezTo>
                    <a:pt x="37" y="44225"/>
                    <a:pt x="-1487" y="48225"/>
                    <a:pt x="2196" y="51362"/>
                  </a:cubicBezTo>
                  <a:cubicBezTo>
                    <a:pt x="14959" y="62392"/>
                    <a:pt x="16801" y="64881"/>
                    <a:pt x="20929" y="63364"/>
                  </a:cubicBezTo>
                  <a:cubicBezTo>
                    <a:pt x="52170" y="51578"/>
                    <a:pt x="53377" y="51686"/>
                    <a:pt x="56298" y="47794"/>
                  </a:cubicBezTo>
                  <a:cubicBezTo>
                    <a:pt x="61950" y="40224"/>
                    <a:pt x="66331" y="33303"/>
                    <a:pt x="69633" y="32331"/>
                  </a:cubicBezTo>
                  <a:cubicBezTo>
                    <a:pt x="72109" y="31576"/>
                    <a:pt x="71982" y="37627"/>
                    <a:pt x="71792" y="36980"/>
                  </a:cubicBezTo>
                  <a:cubicBezTo>
                    <a:pt x="71792" y="42714"/>
                    <a:pt x="77697" y="34382"/>
                    <a:pt x="76428" y="29087"/>
                  </a:cubicBezTo>
                  <a:lnTo>
                    <a:pt x="76555" y="28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55C7B79-798F-6386-5947-C550A8AB1699}"/>
                </a:ext>
              </a:extLst>
            </p:cNvPr>
            <p:cNvSpPr/>
            <p:nvPr/>
          </p:nvSpPr>
          <p:spPr>
            <a:xfrm>
              <a:off x="7332543" y="189223"/>
              <a:ext cx="80964" cy="34837"/>
            </a:xfrm>
            <a:custGeom>
              <a:avLst/>
              <a:gdLst>
                <a:gd name="csX0" fmla="*/ 27551 w 80964"/>
                <a:gd name="csY0" fmla="*/ 30349 h 34837"/>
                <a:gd name="csX1" fmla="*/ 34345 w 80964"/>
                <a:gd name="csY1" fmla="*/ 34782 h 34837"/>
                <a:gd name="csX2" fmla="*/ 40886 w 80964"/>
                <a:gd name="csY2" fmla="*/ 30457 h 34837"/>
                <a:gd name="csX3" fmla="*/ 46284 w 80964"/>
                <a:gd name="csY3" fmla="*/ 27321 h 34837"/>
                <a:gd name="csX4" fmla="*/ 55491 w 80964"/>
                <a:gd name="csY4" fmla="*/ 27538 h 34837"/>
                <a:gd name="csX5" fmla="*/ 60635 w 80964"/>
                <a:gd name="csY5" fmla="*/ 19860 h 34837"/>
                <a:gd name="csX6" fmla="*/ 68254 w 80964"/>
                <a:gd name="csY6" fmla="*/ 16399 h 34837"/>
                <a:gd name="csX7" fmla="*/ 68000 w 80964"/>
                <a:gd name="csY7" fmla="*/ 16075 h 34837"/>
                <a:gd name="csX8" fmla="*/ 79176 w 80964"/>
                <a:gd name="csY8" fmla="*/ 1477 h 34837"/>
                <a:gd name="csX9" fmla="*/ 61079 w 80964"/>
                <a:gd name="csY9" fmla="*/ 1152 h 34837"/>
                <a:gd name="csX10" fmla="*/ 1135 w 80964"/>
                <a:gd name="csY10" fmla="*/ 24509 h 34837"/>
                <a:gd name="csX11" fmla="*/ 12692 w 80964"/>
                <a:gd name="csY11" fmla="*/ 30024 h 34837"/>
                <a:gd name="csX12" fmla="*/ 27424 w 80964"/>
                <a:gd name="csY12" fmla="*/ 30349 h 34837"/>
                <a:gd name="csX13" fmla="*/ 27551 w 80964"/>
                <a:gd name="csY13" fmla="*/ 30349 h 3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0964" h="34837">
                  <a:moveTo>
                    <a:pt x="27551" y="30349"/>
                  </a:moveTo>
                  <a:cubicBezTo>
                    <a:pt x="29138" y="34782"/>
                    <a:pt x="34980" y="34999"/>
                    <a:pt x="34345" y="34782"/>
                  </a:cubicBezTo>
                  <a:cubicBezTo>
                    <a:pt x="38346" y="35431"/>
                    <a:pt x="41394" y="29916"/>
                    <a:pt x="40886" y="30457"/>
                  </a:cubicBezTo>
                  <a:cubicBezTo>
                    <a:pt x="41965" y="28727"/>
                    <a:pt x="44442" y="27321"/>
                    <a:pt x="46284" y="27321"/>
                  </a:cubicBezTo>
                  <a:lnTo>
                    <a:pt x="55491" y="27538"/>
                  </a:lnTo>
                  <a:cubicBezTo>
                    <a:pt x="60444" y="27646"/>
                    <a:pt x="55681" y="20184"/>
                    <a:pt x="60635" y="19860"/>
                  </a:cubicBezTo>
                  <a:cubicBezTo>
                    <a:pt x="63175" y="19319"/>
                    <a:pt x="71938" y="20508"/>
                    <a:pt x="68254" y="16399"/>
                  </a:cubicBezTo>
                  <a:lnTo>
                    <a:pt x="68000" y="16075"/>
                  </a:lnTo>
                  <a:cubicBezTo>
                    <a:pt x="62413" y="9803"/>
                    <a:pt x="87749" y="2557"/>
                    <a:pt x="79176" y="1477"/>
                  </a:cubicBezTo>
                  <a:cubicBezTo>
                    <a:pt x="71493" y="503"/>
                    <a:pt x="65397" y="-1119"/>
                    <a:pt x="61079" y="1152"/>
                  </a:cubicBezTo>
                  <a:cubicBezTo>
                    <a:pt x="22153" y="21049"/>
                    <a:pt x="-6104" y="18994"/>
                    <a:pt x="1135" y="24509"/>
                  </a:cubicBezTo>
                  <a:cubicBezTo>
                    <a:pt x="3865" y="26240"/>
                    <a:pt x="7866" y="31214"/>
                    <a:pt x="12692" y="30024"/>
                  </a:cubicBezTo>
                  <a:cubicBezTo>
                    <a:pt x="12692" y="30024"/>
                    <a:pt x="25392" y="24726"/>
                    <a:pt x="27424" y="30349"/>
                  </a:cubicBezTo>
                  <a:lnTo>
                    <a:pt x="27551" y="3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28614944-263A-A004-3DD8-8D1F9B8DEA47}"/>
                </a:ext>
              </a:extLst>
            </p:cNvPr>
            <p:cNvSpPr/>
            <p:nvPr/>
          </p:nvSpPr>
          <p:spPr>
            <a:xfrm>
              <a:off x="7598143" y="240526"/>
              <a:ext cx="39001" cy="17455"/>
            </a:xfrm>
            <a:custGeom>
              <a:avLst/>
              <a:gdLst>
                <a:gd name="csX0" fmla="*/ 38938 w 39001"/>
                <a:gd name="csY0" fmla="*/ 14298 h 17455"/>
                <a:gd name="csX1" fmla="*/ 21603 w 39001"/>
                <a:gd name="csY1" fmla="*/ 2728 h 17455"/>
                <a:gd name="csX2" fmla="*/ 17476 w 39001"/>
                <a:gd name="csY2" fmla="*/ 241 h 17455"/>
                <a:gd name="csX3" fmla="*/ 1156 w 39001"/>
                <a:gd name="csY3" fmla="*/ 10730 h 17455"/>
                <a:gd name="csX4" fmla="*/ 12205 w 39001"/>
                <a:gd name="csY4" fmla="*/ 17327 h 17455"/>
                <a:gd name="csX5" fmla="*/ 39002 w 39001"/>
                <a:gd name="csY5" fmla="*/ 14298 h 17455"/>
                <a:gd name="csX6" fmla="*/ 38938 w 39001"/>
                <a:gd name="csY6" fmla="*/ 14298 h 17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001" h="17455">
                  <a:moveTo>
                    <a:pt x="38938" y="14298"/>
                  </a:moveTo>
                  <a:cubicBezTo>
                    <a:pt x="38938" y="7270"/>
                    <a:pt x="23762" y="11163"/>
                    <a:pt x="21603" y="2728"/>
                  </a:cubicBezTo>
                  <a:cubicBezTo>
                    <a:pt x="21031" y="565"/>
                    <a:pt x="19190" y="-516"/>
                    <a:pt x="17476" y="241"/>
                  </a:cubicBezTo>
                  <a:cubicBezTo>
                    <a:pt x="2998" y="6405"/>
                    <a:pt x="-2654" y="7594"/>
                    <a:pt x="1156" y="10730"/>
                  </a:cubicBezTo>
                  <a:cubicBezTo>
                    <a:pt x="5029" y="14083"/>
                    <a:pt x="7951" y="17327"/>
                    <a:pt x="12205" y="17327"/>
                  </a:cubicBezTo>
                  <a:cubicBezTo>
                    <a:pt x="34811" y="17327"/>
                    <a:pt x="39002" y="18408"/>
                    <a:pt x="39002" y="14298"/>
                  </a:cubicBezTo>
                  <a:lnTo>
                    <a:pt x="38938" y="14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7E68BF1-CB6C-5443-5703-BF954DFF73A6}"/>
                </a:ext>
              </a:extLst>
            </p:cNvPr>
            <p:cNvSpPr/>
            <p:nvPr/>
          </p:nvSpPr>
          <p:spPr>
            <a:xfrm>
              <a:off x="7506196" y="272763"/>
              <a:ext cx="52165" cy="12795"/>
            </a:xfrm>
            <a:custGeom>
              <a:avLst/>
              <a:gdLst>
                <a:gd name="csX0" fmla="*/ 51828 w 52165"/>
                <a:gd name="csY0" fmla="*/ 9311 h 12795"/>
                <a:gd name="csX1" fmla="*/ 41350 w 52165"/>
                <a:gd name="csY1" fmla="*/ 12 h 12795"/>
                <a:gd name="csX2" fmla="*/ 1282 w 52165"/>
                <a:gd name="csY2" fmla="*/ 4337 h 12795"/>
                <a:gd name="csX3" fmla="*/ 21411 w 52165"/>
                <a:gd name="csY3" fmla="*/ 12772 h 12795"/>
                <a:gd name="csX4" fmla="*/ 51955 w 52165"/>
                <a:gd name="csY4" fmla="*/ 9203 h 12795"/>
                <a:gd name="csX5" fmla="*/ 51828 w 52165"/>
                <a:gd name="csY5" fmla="*/ 9311 h 12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165" h="12795">
                  <a:moveTo>
                    <a:pt x="51828" y="9311"/>
                  </a:moveTo>
                  <a:cubicBezTo>
                    <a:pt x="49034" y="6176"/>
                    <a:pt x="46430" y="-313"/>
                    <a:pt x="41350" y="12"/>
                  </a:cubicBezTo>
                  <a:cubicBezTo>
                    <a:pt x="2806" y="2499"/>
                    <a:pt x="-3227" y="2067"/>
                    <a:pt x="1282" y="4337"/>
                  </a:cubicBezTo>
                  <a:cubicBezTo>
                    <a:pt x="11569" y="9528"/>
                    <a:pt x="16585" y="12880"/>
                    <a:pt x="21411" y="12772"/>
                  </a:cubicBezTo>
                  <a:cubicBezTo>
                    <a:pt x="21411" y="12772"/>
                    <a:pt x="55130" y="13312"/>
                    <a:pt x="51955" y="9203"/>
                  </a:cubicBezTo>
                  <a:lnTo>
                    <a:pt x="51828" y="93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1F94523-1F60-B290-44CE-E80D61E2FBD2}"/>
                </a:ext>
              </a:extLst>
            </p:cNvPr>
            <p:cNvSpPr/>
            <p:nvPr/>
          </p:nvSpPr>
          <p:spPr>
            <a:xfrm>
              <a:off x="7418943" y="179658"/>
              <a:ext cx="132843" cy="87071"/>
            </a:xfrm>
            <a:custGeom>
              <a:avLst/>
              <a:gdLst>
                <a:gd name="csX0" fmla="*/ 905 w 132843"/>
                <a:gd name="csY0" fmla="*/ 69435 h 87071"/>
                <a:gd name="csX1" fmla="*/ 7826 w 132843"/>
                <a:gd name="csY1" fmla="*/ 85764 h 87071"/>
                <a:gd name="csX2" fmla="*/ 15510 w 132843"/>
                <a:gd name="csY2" fmla="*/ 84466 h 87071"/>
                <a:gd name="csX3" fmla="*/ 29480 w 132843"/>
                <a:gd name="csY3" fmla="*/ 80898 h 87071"/>
                <a:gd name="csX4" fmla="*/ 27003 w 132843"/>
                <a:gd name="csY4" fmla="*/ 71706 h 87071"/>
                <a:gd name="csX5" fmla="*/ 23320 w 132843"/>
                <a:gd name="csY5" fmla="*/ 71922 h 87071"/>
                <a:gd name="csX6" fmla="*/ 23066 w 132843"/>
                <a:gd name="csY6" fmla="*/ 65866 h 87071"/>
                <a:gd name="csX7" fmla="*/ 31765 w 132843"/>
                <a:gd name="csY7" fmla="*/ 58297 h 87071"/>
                <a:gd name="csX8" fmla="*/ 44847 w 132843"/>
                <a:gd name="csY8" fmla="*/ 55809 h 87071"/>
                <a:gd name="csX9" fmla="*/ 70183 w 132843"/>
                <a:gd name="csY9" fmla="*/ 50511 h 87071"/>
                <a:gd name="csX10" fmla="*/ 80534 w 132843"/>
                <a:gd name="csY10" fmla="*/ 39697 h 87071"/>
                <a:gd name="csX11" fmla="*/ 114950 w 132843"/>
                <a:gd name="csY11" fmla="*/ 34074 h 87071"/>
                <a:gd name="csX12" fmla="*/ 123396 w 132843"/>
                <a:gd name="csY12" fmla="*/ 31695 h 87071"/>
                <a:gd name="csX13" fmla="*/ 131842 w 132843"/>
                <a:gd name="csY13" fmla="*/ 26829 h 87071"/>
                <a:gd name="csX14" fmla="*/ 131651 w 132843"/>
                <a:gd name="csY14" fmla="*/ 22071 h 87071"/>
                <a:gd name="csX15" fmla="*/ 124413 w 132843"/>
                <a:gd name="csY15" fmla="*/ 16556 h 87071"/>
                <a:gd name="csX16" fmla="*/ 114760 w 132843"/>
                <a:gd name="csY16" fmla="*/ 21206 h 87071"/>
                <a:gd name="csX17" fmla="*/ 109426 w 132843"/>
                <a:gd name="csY17" fmla="*/ 19583 h 87071"/>
                <a:gd name="csX18" fmla="*/ 105363 w 132843"/>
                <a:gd name="csY18" fmla="*/ 17853 h 87071"/>
                <a:gd name="csX19" fmla="*/ 88344 w 132843"/>
                <a:gd name="csY19" fmla="*/ 23693 h 87071"/>
                <a:gd name="csX20" fmla="*/ 83772 w 132843"/>
                <a:gd name="csY20" fmla="*/ 20557 h 87071"/>
                <a:gd name="csX21" fmla="*/ 106759 w 132843"/>
                <a:gd name="csY21" fmla="*/ 7039 h 87071"/>
                <a:gd name="csX22" fmla="*/ 104918 w 132843"/>
                <a:gd name="csY22" fmla="*/ 984 h 87071"/>
                <a:gd name="csX23" fmla="*/ 94631 w 132843"/>
                <a:gd name="csY23" fmla="*/ 3904 h 87071"/>
                <a:gd name="csX24" fmla="*/ 83391 w 132843"/>
                <a:gd name="csY24" fmla="*/ 5201 h 87071"/>
                <a:gd name="csX25" fmla="*/ 74946 w 132843"/>
                <a:gd name="csY25" fmla="*/ 7256 h 87071"/>
                <a:gd name="csX26" fmla="*/ 70374 w 132843"/>
                <a:gd name="csY26" fmla="*/ 5309 h 87071"/>
                <a:gd name="csX27" fmla="*/ 61801 w 132843"/>
                <a:gd name="csY27" fmla="*/ 7688 h 87071"/>
                <a:gd name="csX28" fmla="*/ 59769 w 132843"/>
                <a:gd name="csY28" fmla="*/ 14717 h 87071"/>
                <a:gd name="csX29" fmla="*/ 63897 w 132843"/>
                <a:gd name="csY29" fmla="*/ 18394 h 87071"/>
                <a:gd name="csX30" fmla="*/ 71009 w 132843"/>
                <a:gd name="csY30" fmla="*/ 17961 h 87071"/>
                <a:gd name="csX31" fmla="*/ 71136 w 132843"/>
                <a:gd name="csY31" fmla="*/ 24882 h 87071"/>
                <a:gd name="csX32" fmla="*/ 53927 w 132843"/>
                <a:gd name="csY32" fmla="*/ 38183 h 87071"/>
                <a:gd name="csX33" fmla="*/ 48720 w 132843"/>
                <a:gd name="csY33" fmla="*/ 38183 h 87071"/>
                <a:gd name="csX34" fmla="*/ 43196 w 132843"/>
                <a:gd name="csY34" fmla="*/ 41319 h 87071"/>
                <a:gd name="csX35" fmla="*/ 34242 w 132843"/>
                <a:gd name="csY35" fmla="*/ 42293 h 87071"/>
                <a:gd name="csX36" fmla="*/ 28401 w 132843"/>
                <a:gd name="csY36" fmla="*/ 45428 h 87071"/>
                <a:gd name="csX37" fmla="*/ 9668 w 132843"/>
                <a:gd name="csY37" fmla="*/ 50511 h 87071"/>
                <a:gd name="csX38" fmla="*/ 12906 w 132843"/>
                <a:gd name="csY38" fmla="*/ 54188 h 87071"/>
                <a:gd name="csX39" fmla="*/ 10113 w 132843"/>
                <a:gd name="csY39" fmla="*/ 61649 h 87071"/>
                <a:gd name="csX40" fmla="*/ 15 w 132843"/>
                <a:gd name="csY40" fmla="*/ 64785 h 87071"/>
                <a:gd name="csX41" fmla="*/ 777 w 132843"/>
                <a:gd name="csY41" fmla="*/ 69111 h 87071"/>
                <a:gd name="csX42" fmla="*/ 905 w 132843"/>
                <a:gd name="csY42" fmla="*/ 69435 h 8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843" h="87071">
                  <a:moveTo>
                    <a:pt x="905" y="69435"/>
                  </a:moveTo>
                  <a:cubicBezTo>
                    <a:pt x="25797" y="69435"/>
                    <a:pt x="-747" y="82628"/>
                    <a:pt x="7826" y="85764"/>
                  </a:cubicBezTo>
                  <a:cubicBezTo>
                    <a:pt x="8906" y="85764"/>
                    <a:pt x="13795" y="89440"/>
                    <a:pt x="15510" y="84466"/>
                  </a:cubicBezTo>
                  <a:cubicBezTo>
                    <a:pt x="18113" y="76572"/>
                    <a:pt x="28718" y="89332"/>
                    <a:pt x="29480" y="80898"/>
                  </a:cubicBezTo>
                  <a:cubicBezTo>
                    <a:pt x="29480" y="79167"/>
                    <a:pt x="31638" y="71489"/>
                    <a:pt x="27003" y="71706"/>
                  </a:cubicBezTo>
                  <a:lnTo>
                    <a:pt x="23320" y="71922"/>
                  </a:lnTo>
                  <a:cubicBezTo>
                    <a:pt x="18876" y="72138"/>
                    <a:pt x="18938" y="66623"/>
                    <a:pt x="23066" y="65866"/>
                  </a:cubicBezTo>
                  <a:cubicBezTo>
                    <a:pt x="27701" y="65002"/>
                    <a:pt x="26749" y="58081"/>
                    <a:pt x="31765" y="58297"/>
                  </a:cubicBezTo>
                  <a:cubicBezTo>
                    <a:pt x="35639" y="57972"/>
                    <a:pt x="41290" y="60244"/>
                    <a:pt x="44847" y="55809"/>
                  </a:cubicBezTo>
                  <a:cubicBezTo>
                    <a:pt x="54689" y="47916"/>
                    <a:pt x="65167" y="57972"/>
                    <a:pt x="70183" y="50511"/>
                  </a:cubicBezTo>
                  <a:cubicBezTo>
                    <a:pt x="73168" y="46726"/>
                    <a:pt x="75453" y="40130"/>
                    <a:pt x="80534" y="39697"/>
                  </a:cubicBezTo>
                  <a:cubicBezTo>
                    <a:pt x="110760" y="37210"/>
                    <a:pt x="112474" y="37967"/>
                    <a:pt x="114950" y="34074"/>
                  </a:cubicBezTo>
                  <a:cubicBezTo>
                    <a:pt x="117427" y="30181"/>
                    <a:pt x="123968" y="31695"/>
                    <a:pt x="123396" y="31695"/>
                  </a:cubicBezTo>
                  <a:cubicBezTo>
                    <a:pt x="127841" y="32128"/>
                    <a:pt x="132476" y="26396"/>
                    <a:pt x="131842" y="26829"/>
                  </a:cubicBezTo>
                  <a:cubicBezTo>
                    <a:pt x="133238" y="25423"/>
                    <a:pt x="133176" y="23260"/>
                    <a:pt x="131651" y="22071"/>
                  </a:cubicBezTo>
                  <a:lnTo>
                    <a:pt x="124413" y="16556"/>
                  </a:lnTo>
                  <a:cubicBezTo>
                    <a:pt x="120412" y="13528"/>
                    <a:pt x="119840" y="19800"/>
                    <a:pt x="114760" y="21206"/>
                  </a:cubicBezTo>
                  <a:cubicBezTo>
                    <a:pt x="114126" y="21206"/>
                    <a:pt x="110506" y="22827"/>
                    <a:pt x="109426" y="19583"/>
                  </a:cubicBezTo>
                  <a:cubicBezTo>
                    <a:pt x="108918" y="18069"/>
                    <a:pt x="107076" y="17205"/>
                    <a:pt x="105363" y="17853"/>
                  </a:cubicBezTo>
                  <a:lnTo>
                    <a:pt x="88344" y="23693"/>
                  </a:lnTo>
                  <a:cubicBezTo>
                    <a:pt x="84978" y="24882"/>
                    <a:pt x="83264" y="19800"/>
                    <a:pt x="83772" y="20557"/>
                  </a:cubicBezTo>
                  <a:cubicBezTo>
                    <a:pt x="81105" y="11797"/>
                    <a:pt x="103203" y="15366"/>
                    <a:pt x="106759" y="7039"/>
                  </a:cubicBezTo>
                  <a:cubicBezTo>
                    <a:pt x="108283" y="3579"/>
                    <a:pt x="104473" y="335"/>
                    <a:pt x="104918" y="984"/>
                  </a:cubicBezTo>
                  <a:cubicBezTo>
                    <a:pt x="100981" y="-2477"/>
                    <a:pt x="99584" y="4336"/>
                    <a:pt x="94631" y="3904"/>
                  </a:cubicBezTo>
                  <a:cubicBezTo>
                    <a:pt x="90630" y="3579"/>
                    <a:pt x="86947" y="2930"/>
                    <a:pt x="83391" y="5201"/>
                  </a:cubicBezTo>
                  <a:cubicBezTo>
                    <a:pt x="81613" y="5958"/>
                    <a:pt x="76660" y="11257"/>
                    <a:pt x="74946" y="7256"/>
                  </a:cubicBezTo>
                  <a:cubicBezTo>
                    <a:pt x="74247" y="5742"/>
                    <a:pt x="72215" y="4877"/>
                    <a:pt x="70374" y="5309"/>
                  </a:cubicBezTo>
                  <a:lnTo>
                    <a:pt x="61801" y="7688"/>
                  </a:lnTo>
                  <a:cubicBezTo>
                    <a:pt x="57800" y="8770"/>
                    <a:pt x="59769" y="15474"/>
                    <a:pt x="59769" y="14717"/>
                  </a:cubicBezTo>
                  <a:cubicBezTo>
                    <a:pt x="60213" y="16880"/>
                    <a:pt x="62055" y="18610"/>
                    <a:pt x="63897" y="18394"/>
                  </a:cubicBezTo>
                  <a:lnTo>
                    <a:pt x="71009" y="17961"/>
                  </a:lnTo>
                  <a:cubicBezTo>
                    <a:pt x="75453" y="17637"/>
                    <a:pt x="75453" y="23693"/>
                    <a:pt x="71136" y="24882"/>
                  </a:cubicBezTo>
                  <a:cubicBezTo>
                    <a:pt x="57927" y="30614"/>
                    <a:pt x="60213" y="38292"/>
                    <a:pt x="53927" y="38183"/>
                  </a:cubicBezTo>
                  <a:lnTo>
                    <a:pt x="48720" y="38183"/>
                  </a:lnTo>
                  <a:cubicBezTo>
                    <a:pt x="45355" y="37967"/>
                    <a:pt x="42688" y="41860"/>
                    <a:pt x="43196" y="41319"/>
                  </a:cubicBezTo>
                  <a:cubicBezTo>
                    <a:pt x="40401" y="45645"/>
                    <a:pt x="33607" y="42293"/>
                    <a:pt x="34242" y="42293"/>
                  </a:cubicBezTo>
                  <a:cubicBezTo>
                    <a:pt x="30559" y="41103"/>
                    <a:pt x="27701" y="45969"/>
                    <a:pt x="28401" y="45428"/>
                  </a:cubicBezTo>
                  <a:cubicBezTo>
                    <a:pt x="24082" y="52349"/>
                    <a:pt x="4143" y="44239"/>
                    <a:pt x="9668" y="50511"/>
                  </a:cubicBezTo>
                  <a:lnTo>
                    <a:pt x="12906" y="54188"/>
                  </a:lnTo>
                  <a:cubicBezTo>
                    <a:pt x="16145" y="57756"/>
                    <a:pt x="14430" y="62081"/>
                    <a:pt x="10113" y="61649"/>
                  </a:cubicBezTo>
                  <a:cubicBezTo>
                    <a:pt x="7255" y="61973"/>
                    <a:pt x="460" y="58838"/>
                    <a:pt x="15" y="64785"/>
                  </a:cubicBezTo>
                  <a:cubicBezTo>
                    <a:pt x="15" y="64785"/>
                    <a:pt x="-174" y="69111"/>
                    <a:pt x="777" y="69111"/>
                  </a:cubicBezTo>
                  <a:lnTo>
                    <a:pt x="905" y="694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71ADBC39-7EC8-B805-C39D-36118BF9672A}"/>
                </a:ext>
              </a:extLst>
            </p:cNvPr>
            <p:cNvSpPr/>
            <p:nvPr/>
          </p:nvSpPr>
          <p:spPr>
            <a:xfrm>
              <a:off x="7393347" y="247062"/>
              <a:ext cx="17273" cy="9592"/>
            </a:xfrm>
            <a:custGeom>
              <a:avLst/>
              <a:gdLst>
                <a:gd name="csX0" fmla="*/ 16404 w 17273"/>
                <a:gd name="csY0" fmla="*/ 3004 h 9592"/>
                <a:gd name="csX1" fmla="*/ 15451 w 17273"/>
                <a:gd name="csY1" fmla="*/ 1707 h 9592"/>
                <a:gd name="csX2" fmla="*/ 10498 w 17273"/>
                <a:gd name="csY2" fmla="*/ 409 h 9592"/>
                <a:gd name="csX3" fmla="*/ 2053 w 17273"/>
                <a:gd name="csY3" fmla="*/ 409 h 9592"/>
                <a:gd name="csX4" fmla="*/ 6688 w 17273"/>
                <a:gd name="csY4" fmla="*/ 9493 h 9592"/>
                <a:gd name="csX5" fmla="*/ 16404 w 17273"/>
                <a:gd name="csY5" fmla="*/ 3004 h 9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273" h="9592">
                  <a:moveTo>
                    <a:pt x="16404" y="3004"/>
                  </a:moveTo>
                  <a:lnTo>
                    <a:pt x="15451" y="1707"/>
                  </a:lnTo>
                  <a:cubicBezTo>
                    <a:pt x="14118" y="85"/>
                    <a:pt x="11959" y="-456"/>
                    <a:pt x="10498" y="409"/>
                  </a:cubicBezTo>
                  <a:cubicBezTo>
                    <a:pt x="7133" y="2464"/>
                    <a:pt x="1355" y="193"/>
                    <a:pt x="2053" y="409"/>
                  </a:cubicBezTo>
                  <a:cubicBezTo>
                    <a:pt x="-2964" y="-1105"/>
                    <a:pt x="2244" y="10791"/>
                    <a:pt x="6688" y="9493"/>
                  </a:cubicBezTo>
                  <a:cubicBezTo>
                    <a:pt x="10498" y="7871"/>
                    <a:pt x="20214" y="7655"/>
                    <a:pt x="16404" y="3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D450293E-E8A9-D88C-B415-A0FAA1A5439B}"/>
                </a:ext>
              </a:extLst>
            </p:cNvPr>
            <p:cNvSpPr/>
            <p:nvPr/>
          </p:nvSpPr>
          <p:spPr>
            <a:xfrm>
              <a:off x="7483167" y="266359"/>
              <a:ext cx="10255" cy="7328"/>
            </a:xfrm>
            <a:custGeom>
              <a:avLst/>
              <a:gdLst>
                <a:gd name="csX0" fmla="*/ 752 w 10255"/>
                <a:gd name="csY0" fmla="*/ 4037 h 7328"/>
                <a:gd name="csX1" fmla="*/ 1577 w 10255"/>
                <a:gd name="csY1" fmla="*/ 5226 h 7328"/>
                <a:gd name="csX2" fmla="*/ 8182 w 10255"/>
                <a:gd name="csY2" fmla="*/ 6740 h 7328"/>
                <a:gd name="csX3" fmla="*/ 5070 w 10255"/>
                <a:gd name="csY3" fmla="*/ 36 h 7328"/>
                <a:gd name="csX4" fmla="*/ 752 w 10255"/>
                <a:gd name="csY4" fmla="*/ 3928 h 7328"/>
                <a:gd name="csX5" fmla="*/ 752 w 10255"/>
                <a:gd name="csY5" fmla="*/ 4037 h 7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7328">
                  <a:moveTo>
                    <a:pt x="752" y="4037"/>
                  </a:moveTo>
                  <a:lnTo>
                    <a:pt x="1577" y="5226"/>
                  </a:lnTo>
                  <a:cubicBezTo>
                    <a:pt x="4118" y="8795"/>
                    <a:pt x="8753" y="6740"/>
                    <a:pt x="8182" y="6740"/>
                  </a:cubicBezTo>
                  <a:cubicBezTo>
                    <a:pt x="12437" y="5226"/>
                    <a:pt x="9515" y="-505"/>
                    <a:pt x="5070" y="36"/>
                  </a:cubicBezTo>
                  <a:cubicBezTo>
                    <a:pt x="4308" y="360"/>
                    <a:pt x="-2169" y="-181"/>
                    <a:pt x="752" y="3928"/>
                  </a:cubicBezTo>
                  <a:lnTo>
                    <a:pt x="752" y="4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4D28451-E30C-F132-16C3-15FC1AE49767}"/>
                </a:ext>
              </a:extLst>
            </p:cNvPr>
            <p:cNvSpPr/>
            <p:nvPr/>
          </p:nvSpPr>
          <p:spPr>
            <a:xfrm>
              <a:off x="7493889" y="255448"/>
              <a:ext cx="10654" cy="8374"/>
            </a:xfrm>
            <a:custGeom>
              <a:avLst/>
              <a:gdLst>
                <a:gd name="csX0" fmla="*/ 7366 w 10654"/>
                <a:gd name="csY0" fmla="*/ 783 h 8374"/>
                <a:gd name="csX1" fmla="*/ 0 w 10654"/>
                <a:gd name="csY1" fmla="*/ 2189 h 8374"/>
                <a:gd name="csX2" fmla="*/ 7683 w 10654"/>
                <a:gd name="csY2" fmla="*/ 8136 h 8374"/>
                <a:gd name="csX3" fmla="*/ 7239 w 10654"/>
                <a:gd name="csY3" fmla="*/ 783 h 8374"/>
                <a:gd name="csX4" fmla="*/ 7366 w 10654"/>
                <a:gd name="csY4" fmla="*/ 783 h 8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4" h="8374">
                  <a:moveTo>
                    <a:pt x="7366" y="783"/>
                  </a:moveTo>
                  <a:cubicBezTo>
                    <a:pt x="6159" y="783"/>
                    <a:pt x="0" y="-1705"/>
                    <a:pt x="0" y="2189"/>
                  </a:cubicBezTo>
                  <a:cubicBezTo>
                    <a:pt x="0" y="6081"/>
                    <a:pt x="8318" y="8568"/>
                    <a:pt x="7683" y="8136"/>
                  </a:cubicBezTo>
                  <a:cubicBezTo>
                    <a:pt x="11747" y="9866"/>
                    <a:pt x="11684" y="1648"/>
                    <a:pt x="7239" y="783"/>
                  </a:cubicBezTo>
                  <a:lnTo>
                    <a:pt x="7366" y="7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B577ED65-869B-62D6-9FC0-F29CAB599154}"/>
                </a:ext>
              </a:extLst>
            </p:cNvPr>
            <p:cNvSpPr/>
            <p:nvPr/>
          </p:nvSpPr>
          <p:spPr>
            <a:xfrm>
              <a:off x="7385151" y="236632"/>
              <a:ext cx="7092" cy="7529"/>
            </a:xfrm>
            <a:custGeom>
              <a:avLst/>
              <a:gdLst>
                <a:gd name="csX0" fmla="*/ 1993 w 7092"/>
                <a:gd name="csY0" fmla="*/ 7378 h 7529"/>
                <a:gd name="csX1" fmla="*/ 4724 w 7092"/>
                <a:gd name="csY1" fmla="*/ 133 h 7529"/>
                <a:gd name="csX2" fmla="*/ 2121 w 7092"/>
                <a:gd name="csY2" fmla="*/ 7378 h 7529"/>
                <a:gd name="csX3" fmla="*/ 1993 w 7092"/>
                <a:gd name="csY3" fmla="*/ 7378 h 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92" h="7529">
                  <a:moveTo>
                    <a:pt x="1993" y="7378"/>
                  </a:moveTo>
                  <a:cubicBezTo>
                    <a:pt x="5677" y="8676"/>
                    <a:pt x="9805" y="1215"/>
                    <a:pt x="4724" y="133"/>
                  </a:cubicBezTo>
                  <a:cubicBezTo>
                    <a:pt x="-293" y="-1056"/>
                    <a:pt x="-1562" y="6081"/>
                    <a:pt x="2121" y="7378"/>
                  </a:cubicBezTo>
                  <a:lnTo>
                    <a:pt x="1993" y="7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443484B-CD37-90D6-E33A-E903E97F4D71}"/>
                </a:ext>
              </a:extLst>
            </p:cNvPr>
            <p:cNvSpPr/>
            <p:nvPr/>
          </p:nvSpPr>
          <p:spPr>
            <a:xfrm>
              <a:off x="7808195" y="79204"/>
              <a:ext cx="35020" cy="13681"/>
            </a:xfrm>
            <a:custGeom>
              <a:avLst/>
              <a:gdLst>
                <a:gd name="csX0" fmla="*/ 23577 w 35020"/>
                <a:gd name="csY0" fmla="*/ 10711 h 13681"/>
                <a:gd name="csX1" fmla="*/ 34816 w 35020"/>
                <a:gd name="csY1" fmla="*/ 8981 h 13681"/>
                <a:gd name="csX2" fmla="*/ 29990 w 35020"/>
                <a:gd name="csY2" fmla="*/ 2601 h 13681"/>
                <a:gd name="csX3" fmla="*/ 14052 w 35020"/>
                <a:gd name="csY3" fmla="*/ 546 h 13681"/>
                <a:gd name="csX4" fmla="*/ 1161 w 35020"/>
                <a:gd name="csY4" fmla="*/ 7899 h 13681"/>
                <a:gd name="csX5" fmla="*/ 12782 w 35020"/>
                <a:gd name="csY5" fmla="*/ 13306 h 13681"/>
                <a:gd name="csX6" fmla="*/ 23704 w 35020"/>
                <a:gd name="csY6" fmla="*/ 10711 h 13681"/>
                <a:gd name="csX7" fmla="*/ 23577 w 35020"/>
                <a:gd name="csY7" fmla="*/ 10711 h 1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020" h="13681">
                  <a:moveTo>
                    <a:pt x="23577" y="10711"/>
                  </a:moveTo>
                  <a:cubicBezTo>
                    <a:pt x="27704" y="10819"/>
                    <a:pt x="36467" y="15145"/>
                    <a:pt x="34816" y="8981"/>
                  </a:cubicBezTo>
                  <a:cubicBezTo>
                    <a:pt x="34499" y="8224"/>
                    <a:pt x="34054" y="3682"/>
                    <a:pt x="29990" y="2601"/>
                  </a:cubicBezTo>
                  <a:cubicBezTo>
                    <a:pt x="23386" y="978"/>
                    <a:pt x="18370" y="-968"/>
                    <a:pt x="14052" y="546"/>
                  </a:cubicBezTo>
                  <a:cubicBezTo>
                    <a:pt x="3003" y="4223"/>
                    <a:pt x="-2585" y="4979"/>
                    <a:pt x="1161" y="7899"/>
                  </a:cubicBezTo>
                  <a:cubicBezTo>
                    <a:pt x="4210" y="9737"/>
                    <a:pt x="8020" y="15145"/>
                    <a:pt x="12782" y="13306"/>
                  </a:cubicBezTo>
                  <a:cubicBezTo>
                    <a:pt x="12782" y="13306"/>
                    <a:pt x="19703" y="10062"/>
                    <a:pt x="23704" y="10711"/>
                  </a:cubicBezTo>
                  <a:lnTo>
                    <a:pt x="23577" y="10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78751C7-439C-4371-FF50-C60617A1F4C6}"/>
                </a:ext>
              </a:extLst>
            </p:cNvPr>
            <p:cNvSpPr/>
            <p:nvPr/>
          </p:nvSpPr>
          <p:spPr>
            <a:xfrm>
              <a:off x="7976186" y="93902"/>
              <a:ext cx="29918" cy="12262"/>
            </a:xfrm>
            <a:custGeom>
              <a:avLst/>
              <a:gdLst>
                <a:gd name="csX0" fmla="*/ 29321 w 29918"/>
                <a:gd name="csY0" fmla="*/ 6826 h 12262"/>
                <a:gd name="csX1" fmla="*/ 11542 w 29918"/>
                <a:gd name="csY1" fmla="*/ 122 h 12262"/>
                <a:gd name="csX2" fmla="*/ 1191 w 29918"/>
                <a:gd name="csY2" fmla="*/ 4447 h 12262"/>
                <a:gd name="csX3" fmla="*/ 18463 w 29918"/>
                <a:gd name="csY3" fmla="*/ 12017 h 12262"/>
                <a:gd name="csX4" fmla="*/ 29194 w 29918"/>
                <a:gd name="csY4" fmla="*/ 6826 h 12262"/>
                <a:gd name="csX5" fmla="*/ 29321 w 29918"/>
                <a:gd name="csY5" fmla="*/ 6826 h 1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18" h="12262">
                  <a:moveTo>
                    <a:pt x="29321" y="6826"/>
                  </a:moveTo>
                  <a:cubicBezTo>
                    <a:pt x="22082" y="3150"/>
                    <a:pt x="16431" y="-743"/>
                    <a:pt x="11542" y="122"/>
                  </a:cubicBezTo>
                  <a:cubicBezTo>
                    <a:pt x="4430" y="1419"/>
                    <a:pt x="-2936" y="1960"/>
                    <a:pt x="1191" y="4447"/>
                  </a:cubicBezTo>
                  <a:cubicBezTo>
                    <a:pt x="11351" y="10611"/>
                    <a:pt x="14145" y="13098"/>
                    <a:pt x="18463" y="12017"/>
                  </a:cubicBezTo>
                  <a:cubicBezTo>
                    <a:pt x="18463" y="12017"/>
                    <a:pt x="33322" y="8989"/>
                    <a:pt x="29194" y="6826"/>
                  </a:cubicBezTo>
                  <a:lnTo>
                    <a:pt x="29321" y="6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7F7F2674-3C56-66A7-6274-72D1179099ED}"/>
                </a:ext>
              </a:extLst>
            </p:cNvPr>
            <p:cNvSpPr/>
            <p:nvPr/>
          </p:nvSpPr>
          <p:spPr>
            <a:xfrm>
              <a:off x="7889704" y="161284"/>
              <a:ext cx="35538" cy="18302"/>
            </a:xfrm>
            <a:custGeom>
              <a:avLst/>
              <a:gdLst>
                <a:gd name="csX0" fmla="*/ 35032 w 35538"/>
                <a:gd name="csY0" fmla="*/ 6706 h 18302"/>
                <a:gd name="csX1" fmla="*/ 28238 w 35538"/>
                <a:gd name="csY1" fmla="*/ 1 h 18302"/>
                <a:gd name="csX2" fmla="*/ 3664 w 35538"/>
                <a:gd name="csY2" fmla="*/ 3786 h 18302"/>
                <a:gd name="csX3" fmla="*/ 1695 w 35538"/>
                <a:gd name="csY3" fmla="*/ 11680 h 18302"/>
                <a:gd name="csX4" fmla="*/ 27666 w 35538"/>
                <a:gd name="csY4" fmla="*/ 16979 h 18302"/>
                <a:gd name="csX5" fmla="*/ 34969 w 35538"/>
                <a:gd name="csY5" fmla="*/ 6706 h 18302"/>
                <a:gd name="csX6" fmla="*/ 35032 w 35538"/>
                <a:gd name="csY6" fmla="*/ 6706 h 18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538" h="18302">
                  <a:moveTo>
                    <a:pt x="35032" y="6706"/>
                  </a:moveTo>
                  <a:cubicBezTo>
                    <a:pt x="34397" y="5841"/>
                    <a:pt x="32683" y="-106"/>
                    <a:pt x="28238" y="1"/>
                  </a:cubicBezTo>
                  <a:cubicBezTo>
                    <a:pt x="8552" y="758"/>
                    <a:pt x="6584" y="1"/>
                    <a:pt x="3664" y="3786"/>
                  </a:cubicBezTo>
                  <a:cubicBezTo>
                    <a:pt x="3028" y="4976"/>
                    <a:pt x="-2814" y="10167"/>
                    <a:pt x="1695" y="11680"/>
                  </a:cubicBezTo>
                  <a:cubicBezTo>
                    <a:pt x="21825" y="18169"/>
                    <a:pt x="23920" y="19791"/>
                    <a:pt x="27666" y="16979"/>
                  </a:cubicBezTo>
                  <a:cubicBezTo>
                    <a:pt x="30206" y="14492"/>
                    <a:pt x="37636" y="12005"/>
                    <a:pt x="34969" y="6706"/>
                  </a:cubicBezTo>
                  <a:lnTo>
                    <a:pt x="35032" y="6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9AF8ABA7-AD4B-17A4-A265-0A7C10695913}"/>
                </a:ext>
              </a:extLst>
            </p:cNvPr>
            <p:cNvSpPr/>
            <p:nvPr/>
          </p:nvSpPr>
          <p:spPr>
            <a:xfrm>
              <a:off x="7719675" y="193439"/>
              <a:ext cx="60421" cy="18887"/>
            </a:xfrm>
            <a:custGeom>
              <a:avLst/>
              <a:gdLst>
                <a:gd name="csX0" fmla="*/ 39262 w 60421"/>
                <a:gd name="csY0" fmla="*/ 2235 h 18887"/>
                <a:gd name="csX1" fmla="*/ 24784 w 60421"/>
                <a:gd name="csY1" fmla="*/ 1369 h 18887"/>
                <a:gd name="csX2" fmla="*/ 23006 w 60421"/>
                <a:gd name="csY2" fmla="*/ 5911 h 18887"/>
                <a:gd name="csX3" fmla="*/ 6560 w 60421"/>
                <a:gd name="csY3" fmla="*/ 6452 h 18887"/>
                <a:gd name="csX4" fmla="*/ 1670 w 60421"/>
                <a:gd name="csY4" fmla="*/ 15643 h 18887"/>
                <a:gd name="csX5" fmla="*/ 16339 w 60421"/>
                <a:gd name="csY5" fmla="*/ 18672 h 18887"/>
                <a:gd name="csX6" fmla="*/ 41866 w 60421"/>
                <a:gd name="csY6" fmla="*/ 15860 h 18887"/>
                <a:gd name="csX7" fmla="*/ 47263 w 60421"/>
                <a:gd name="csY7" fmla="*/ 10885 h 18887"/>
                <a:gd name="csX8" fmla="*/ 52217 w 60421"/>
                <a:gd name="csY8" fmla="*/ 7642 h 18887"/>
                <a:gd name="csX9" fmla="*/ 59265 w 60421"/>
                <a:gd name="csY9" fmla="*/ 6668 h 18887"/>
                <a:gd name="csX10" fmla="*/ 39135 w 60421"/>
                <a:gd name="csY10" fmla="*/ 2127 h 18887"/>
                <a:gd name="csX11" fmla="*/ 39262 w 60421"/>
                <a:gd name="csY11" fmla="*/ 2235 h 18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421" h="18887">
                  <a:moveTo>
                    <a:pt x="39262" y="2235"/>
                  </a:moveTo>
                  <a:lnTo>
                    <a:pt x="24784" y="1369"/>
                  </a:lnTo>
                  <a:cubicBezTo>
                    <a:pt x="20974" y="1153"/>
                    <a:pt x="23006" y="6668"/>
                    <a:pt x="23006" y="5911"/>
                  </a:cubicBezTo>
                  <a:cubicBezTo>
                    <a:pt x="25927" y="14129"/>
                    <a:pt x="11957" y="829"/>
                    <a:pt x="6560" y="6452"/>
                  </a:cubicBezTo>
                  <a:cubicBezTo>
                    <a:pt x="4528" y="9156"/>
                    <a:pt x="-3409" y="14563"/>
                    <a:pt x="1670" y="15643"/>
                  </a:cubicBezTo>
                  <a:lnTo>
                    <a:pt x="16339" y="18672"/>
                  </a:lnTo>
                  <a:cubicBezTo>
                    <a:pt x="21609" y="19861"/>
                    <a:pt x="42501" y="15752"/>
                    <a:pt x="41866" y="15860"/>
                  </a:cubicBezTo>
                  <a:cubicBezTo>
                    <a:pt x="45549" y="15319"/>
                    <a:pt x="47835" y="10128"/>
                    <a:pt x="47263" y="10885"/>
                  </a:cubicBezTo>
                  <a:cubicBezTo>
                    <a:pt x="48152" y="8939"/>
                    <a:pt x="50375" y="7533"/>
                    <a:pt x="52217" y="7642"/>
                  </a:cubicBezTo>
                  <a:cubicBezTo>
                    <a:pt x="55392" y="7966"/>
                    <a:pt x="63393" y="9371"/>
                    <a:pt x="59265" y="6668"/>
                  </a:cubicBezTo>
                  <a:cubicBezTo>
                    <a:pt x="40977" y="-5443"/>
                    <a:pt x="48597" y="2775"/>
                    <a:pt x="39135" y="2127"/>
                  </a:cubicBezTo>
                  <a:lnTo>
                    <a:pt x="39262" y="2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348C2EA-03D4-689D-9D79-7C774F180C5A}"/>
                </a:ext>
              </a:extLst>
            </p:cNvPr>
            <p:cNvSpPr/>
            <p:nvPr/>
          </p:nvSpPr>
          <p:spPr>
            <a:xfrm>
              <a:off x="7711657" y="170772"/>
              <a:ext cx="33102" cy="15007"/>
            </a:xfrm>
            <a:custGeom>
              <a:avLst/>
              <a:gdLst>
                <a:gd name="csX0" fmla="*/ 32675 w 33102"/>
                <a:gd name="csY0" fmla="*/ 12898 h 15007"/>
                <a:gd name="csX1" fmla="*/ 24230 w 33102"/>
                <a:gd name="csY1" fmla="*/ 5977 h 15007"/>
                <a:gd name="csX2" fmla="*/ 6133 w 33102"/>
                <a:gd name="csY2" fmla="*/ 354 h 15007"/>
                <a:gd name="csX3" fmla="*/ 1307 w 33102"/>
                <a:gd name="csY3" fmla="*/ 4571 h 15007"/>
                <a:gd name="csX4" fmla="*/ 20864 w 33102"/>
                <a:gd name="csY4" fmla="*/ 13979 h 15007"/>
                <a:gd name="csX5" fmla="*/ 32675 w 33102"/>
                <a:gd name="csY5" fmla="*/ 12898 h 15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102" h="15007">
                  <a:moveTo>
                    <a:pt x="32675" y="12898"/>
                  </a:moveTo>
                  <a:cubicBezTo>
                    <a:pt x="31724" y="11816"/>
                    <a:pt x="28802" y="6626"/>
                    <a:pt x="24230" y="5977"/>
                  </a:cubicBezTo>
                  <a:cubicBezTo>
                    <a:pt x="12101" y="4355"/>
                    <a:pt x="12101" y="-1484"/>
                    <a:pt x="6133" y="354"/>
                  </a:cubicBezTo>
                  <a:cubicBezTo>
                    <a:pt x="4862" y="1002"/>
                    <a:pt x="-3075" y="2192"/>
                    <a:pt x="1307" y="4571"/>
                  </a:cubicBezTo>
                  <a:cubicBezTo>
                    <a:pt x="13499" y="11384"/>
                    <a:pt x="16420" y="13438"/>
                    <a:pt x="20864" y="13979"/>
                  </a:cubicBezTo>
                  <a:cubicBezTo>
                    <a:pt x="20864" y="13979"/>
                    <a:pt x="35787" y="16899"/>
                    <a:pt x="32675" y="12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05D964EB-CEA7-3442-BF4D-996DB89E9733}"/>
                </a:ext>
              </a:extLst>
            </p:cNvPr>
            <p:cNvSpPr/>
            <p:nvPr/>
          </p:nvSpPr>
          <p:spPr>
            <a:xfrm>
              <a:off x="7732719" y="134657"/>
              <a:ext cx="36724" cy="15869"/>
            </a:xfrm>
            <a:custGeom>
              <a:avLst/>
              <a:gdLst>
                <a:gd name="csX0" fmla="*/ 35934 w 36724"/>
                <a:gd name="csY0" fmla="*/ 3920 h 15869"/>
                <a:gd name="csX1" fmla="*/ 21583 w 36724"/>
                <a:gd name="csY1" fmla="*/ 2622 h 15869"/>
                <a:gd name="csX2" fmla="*/ 16122 w 36724"/>
                <a:gd name="csY2" fmla="*/ 3703 h 15869"/>
                <a:gd name="csX3" fmla="*/ 5772 w 36724"/>
                <a:gd name="csY3" fmla="*/ 891 h 15869"/>
                <a:gd name="csX4" fmla="*/ 1453 w 36724"/>
                <a:gd name="csY4" fmla="*/ 7596 h 15869"/>
                <a:gd name="csX5" fmla="*/ 22218 w 36724"/>
                <a:gd name="csY5" fmla="*/ 14950 h 15869"/>
                <a:gd name="csX6" fmla="*/ 36061 w 36724"/>
                <a:gd name="csY6" fmla="*/ 3920 h 15869"/>
                <a:gd name="csX7" fmla="*/ 35934 w 36724"/>
                <a:gd name="csY7" fmla="*/ 3920 h 15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724" h="15869">
                  <a:moveTo>
                    <a:pt x="35934" y="3920"/>
                  </a:moveTo>
                  <a:cubicBezTo>
                    <a:pt x="30981" y="2838"/>
                    <a:pt x="25266" y="-1920"/>
                    <a:pt x="21583" y="2622"/>
                  </a:cubicBezTo>
                  <a:cubicBezTo>
                    <a:pt x="21012" y="2946"/>
                    <a:pt x="18979" y="5433"/>
                    <a:pt x="16122" y="3703"/>
                  </a:cubicBezTo>
                  <a:cubicBezTo>
                    <a:pt x="14090" y="2730"/>
                    <a:pt x="9962" y="-1920"/>
                    <a:pt x="5772" y="891"/>
                  </a:cubicBezTo>
                  <a:cubicBezTo>
                    <a:pt x="4438" y="2081"/>
                    <a:pt x="-3119" y="5325"/>
                    <a:pt x="1453" y="7596"/>
                  </a:cubicBezTo>
                  <a:cubicBezTo>
                    <a:pt x="16122" y="15166"/>
                    <a:pt x="18090" y="17328"/>
                    <a:pt x="22218" y="14950"/>
                  </a:cubicBezTo>
                  <a:cubicBezTo>
                    <a:pt x="22218" y="14950"/>
                    <a:pt x="40379" y="5541"/>
                    <a:pt x="36061" y="3920"/>
                  </a:cubicBezTo>
                  <a:lnTo>
                    <a:pt x="35934" y="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11F41D3-4F9F-6404-8D2B-FF26DDC32A6B}"/>
                </a:ext>
              </a:extLst>
            </p:cNvPr>
            <p:cNvSpPr/>
            <p:nvPr/>
          </p:nvSpPr>
          <p:spPr>
            <a:xfrm>
              <a:off x="7755946" y="173018"/>
              <a:ext cx="44400" cy="17975"/>
            </a:xfrm>
            <a:custGeom>
              <a:avLst/>
              <a:gdLst>
                <a:gd name="csX0" fmla="*/ 33408 w 44400"/>
                <a:gd name="csY0" fmla="*/ 17248 h 17975"/>
                <a:gd name="csX1" fmla="*/ 42806 w 44400"/>
                <a:gd name="csY1" fmla="*/ 6975 h 17975"/>
                <a:gd name="csX2" fmla="*/ 28010 w 44400"/>
                <a:gd name="csY2" fmla="*/ 6002 h 17975"/>
                <a:gd name="csX3" fmla="*/ 27756 w 44400"/>
                <a:gd name="csY3" fmla="*/ 6218 h 17975"/>
                <a:gd name="csX4" fmla="*/ 832 w 44400"/>
                <a:gd name="csY4" fmla="*/ 1893 h 17975"/>
                <a:gd name="csX5" fmla="*/ 12072 w 44400"/>
                <a:gd name="csY5" fmla="*/ 13031 h 17975"/>
                <a:gd name="csX6" fmla="*/ 33281 w 44400"/>
                <a:gd name="csY6" fmla="*/ 17357 h 17975"/>
                <a:gd name="csX7" fmla="*/ 33408 w 44400"/>
                <a:gd name="csY7" fmla="*/ 17248 h 17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400" h="17975">
                  <a:moveTo>
                    <a:pt x="33408" y="17248"/>
                  </a:moveTo>
                  <a:cubicBezTo>
                    <a:pt x="41853" y="11085"/>
                    <a:pt x="47251" y="8057"/>
                    <a:pt x="42806" y="6975"/>
                  </a:cubicBezTo>
                  <a:cubicBezTo>
                    <a:pt x="34297" y="4704"/>
                    <a:pt x="31439" y="3407"/>
                    <a:pt x="28010" y="6002"/>
                  </a:cubicBezTo>
                  <a:lnTo>
                    <a:pt x="27756" y="6218"/>
                  </a:lnTo>
                  <a:cubicBezTo>
                    <a:pt x="21597" y="10868"/>
                    <a:pt x="-5010" y="-5352"/>
                    <a:pt x="832" y="1893"/>
                  </a:cubicBezTo>
                  <a:cubicBezTo>
                    <a:pt x="5150" y="7300"/>
                    <a:pt x="7881" y="11517"/>
                    <a:pt x="12072" y="13031"/>
                  </a:cubicBezTo>
                  <a:cubicBezTo>
                    <a:pt x="12072" y="13031"/>
                    <a:pt x="29597" y="20060"/>
                    <a:pt x="33281" y="17357"/>
                  </a:cubicBezTo>
                  <a:lnTo>
                    <a:pt x="33408" y="172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183A635-49C4-DA71-2493-995ECBB4F9CC}"/>
                </a:ext>
              </a:extLst>
            </p:cNvPr>
            <p:cNvSpPr/>
            <p:nvPr/>
          </p:nvSpPr>
          <p:spPr>
            <a:xfrm>
              <a:off x="7794820" y="166577"/>
              <a:ext cx="20529" cy="12455"/>
            </a:xfrm>
            <a:custGeom>
              <a:avLst/>
              <a:gdLst>
                <a:gd name="csX0" fmla="*/ 19236 w 20529"/>
                <a:gd name="csY0" fmla="*/ 7252 h 12455"/>
                <a:gd name="csX1" fmla="*/ 4948 w 20529"/>
                <a:gd name="csY1" fmla="*/ 115 h 12455"/>
                <a:gd name="csX2" fmla="*/ 1138 w 20529"/>
                <a:gd name="csY2" fmla="*/ 3575 h 12455"/>
                <a:gd name="csX3" fmla="*/ 15743 w 20529"/>
                <a:gd name="csY3" fmla="*/ 12010 h 12455"/>
                <a:gd name="csX4" fmla="*/ 19299 w 20529"/>
                <a:gd name="csY4" fmla="*/ 7361 h 12455"/>
                <a:gd name="csX5" fmla="*/ 19236 w 20529"/>
                <a:gd name="csY5" fmla="*/ 7252 h 1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529" h="12455">
                  <a:moveTo>
                    <a:pt x="19236" y="7252"/>
                  </a:moveTo>
                  <a:cubicBezTo>
                    <a:pt x="10981" y="1521"/>
                    <a:pt x="8948" y="-534"/>
                    <a:pt x="4948" y="115"/>
                  </a:cubicBezTo>
                  <a:cubicBezTo>
                    <a:pt x="4249" y="332"/>
                    <a:pt x="-2672" y="332"/>
                    <a:pt x="1138" y="3575"/>
                  </a:cubicBezTo>
                  <a:cubicBezTo>
                    <a:pt x="9711" y="10821"/>
                    <a:pt x="11615" y="13632"/>
                    <a:pt x="15743" y="12010"/>
                  </a:cubicBezTo>
                  <a:cubicBezTo>
                    <a:pt x="16314" y="11578"/>
                    <a:pt x="23299" y="10064"/>
                    <a:pt x="19299" y="7361"/>
                  </a:cubicBezTo>
                  <a:lnTo>
                    <a:pt x="19236" y="7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584AF6-F600-0A29-4AF6-F97BDD4FFD08}"/>
                </a:ext>
              </a:extLst>
            </p:cNvPr>
            <p:cNvSpPr/>
            <p:nvPr/>
          </p:nvSpPr>
          <p:spPr>
            <a:xfrm>
              <a:off x="7802389" y="186345"/>
              <a:ext cx="26563" cy="12331"/>
            </a:xfrm>
            <a:custGeom>
              <a:avLst/>
              <a:gdLst>
                <a:gd name="csX0" fmla="*/ 20175 w 26563"/>
                <a:gd name="csY0" fmla="*/ 2407 h 12331"/>
                <a:gd name="csX1" fmla="*/ 5379 w 26563"/>
                <a:gd name="csY1" fmla="*/ 1433 h 12331"/>
                <a:gd name="csX2" fmla="*/ 1569 w 26563"/>
                <a:gd name="csY2" fmla="*/ 7597 h 12331"/>
                <a:gd name="csX3" fmla="*/ 26144 w 26563"/>
                <a:gd name="csY3" fmla="*/ 9544 h 12331"/>
                <a:gd name="csX4" fmla="*/ 20302 w 26563"/>
                <a:gd name="csY4" fmla="*/ 2407 h 12331"/>
                <a:gd name="csX5" fmla="*/ 20175 w 26563"/>
                <a:gd name="csY5" fmla="*/ 2407 h 1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63" h="12331">
                  <a:moveTo>
                    <a:pt x="20175" y="2407"/>
                  </a:moveTo>
                  <a:cubicBezTo>
                    <a:pt x="11667" y="136"/>
                    <a:pt x="8809" y="-1162"/>
                    <a:pt x="5379" y="1433"/>
                  </a:cubicBezTo>
                  <a:cubicBezTo>
                    <a:pt x="4300" y="2515"/>
                    <a:pt x="-3193" y="6516"/>
                    <a:pt x="1569" y="7597"/>
                  </a:cubicBezTo>
                  <a:cubicBezTo>
                    <a:pt x="23667" y="12355"/>
                    <a:pt x="28113" y="14410"/>
                    <a:pt x="26144" y="9544"/>
                  </a:cubicBezTo>
                  <a:cubicBezTo>
                    <a:pt x="26144" y="9544"/>
                    <a:pt x="24429" y="3596"/>
                    <a:pt x="20302" y="2407"/>
                  </a:cubicBezTo>
                  <a:lnTo>
                    <a:pt x="20175" y="2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717C02B-E5C1-1C5F-F1F2-B0D0EE17A4E2}"/>
                </a:ext>
              </a:extLst>
            </p:cNvPr>
            <p:cNvSpPr/>
            <p:nvPr/>
          </p:nvSpPr>
          <p:spPr>
            <a:xfrm>
              <a:off x="7763792" y="241592"/>
              <a:ext cx="10820" cy="22099"/>
            </a:xfrm>
            <a:custGeom>
              <a:avLst/>
              <a:gdLst>
                <a:gd name="csX0" fmla="*/ 4988 w 10820"/>
                <a:gd name="csY0" fmla="*/ 22100 h 22099"/>
                <a:gd name="csX1" fmla="*/ 10195 w 10820"/>
                <a:gd name="csY1" fmla="*/ 18099 h 22099"/>
                <a:gd name="csX2" fmla="*/ 7718 w 10820"/>
                <a:gd name="csY2" fmla="*/ 40 h 22099"/>
                <a:gd name="csX3" fmla="*/ 35 w 10820"/>
                <a:gd name="csY3" fmla="*/ 5338 h 22099"/>
                <a:gd name="csX4" fmla="*/ 4988 w 10820"/>
                <a:gd name="csY4" fmla="*/ 22100 h 2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20" h="22099">
                  <a:moveTo>
                    <a:pt x="4988" y="22100"/>
                  </a:moveTo>
                  <a:cubicBezTo>
                    <a:pt x="5559" y="21884"/>
                    <a:pt x="9941" y="23073"/>
                    <a:pt x="10195" y="18099"/>
                  </a:cubicBezTo>
                  <a:cubicBezTo>
                    <a:pt x="9877" y="9448"/>
                    <a:pt x="12988" y="-717"/>
                    <a:pt x="7718" y="40"/>
                  </a:cubicBezTo>
                  <a:cubicBezTo>
                    <a:pt x="6067" y="689"/>
                    <a:pt x="-536" y="-393"/>
                    <a:pt x="35" y="5338"/>
                  </a:cubicBezTo>
                  <a:cubicBezTo>
                    <a:pt x="35" y="5338"/>
                    <a:pt x="-283" y="22100"/>
                    <a:pt x="4988" y="22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9B1EF46-D91C-3B92-A1C2-3D4249B9AF24}"/>
                </a:ext>
              </a:extLst>
            </p:cNvPr>
            <p:cNvSpPr/>
            <p:nvPr/>
          </p:nvSpPr>
          <p:spPr>
            <a:xfrm>
              <a:off x="7733170" y="243474"/>
              <a:ext cx="23136" cy="21346"/>
            </a:xfrm>
            <a:custGeom>
              <a:avLst/>
              <a:gdLst>
                <a:gd name="csX0" fmla="*/ 21449 w 23136"/>
                <a:gd name="csY0" fmla="*/ 17405 h 21346"/>
                <a:gd name="csX1" fmla="*/ 20814 w 23136"/>
                <a:gd name="csY1" fmla="*/ 1617 h 21346"/>
                <a:gd name="csX2" fmla="*/ 13957 w 23136"/>
                <a:gd name="csY2" fmla="*/ 211 h 21346"/>
                <a:gd name="csX3" fmla="*/ 4368 w 23136"/>
                <a:gd name="csY3" fmla="*/ 6916 h 21346"/>
                <a:gd name="csX4" fmla="*/ 2526 w 23136"/>
                <a:gd name="csY4" fmla="*/ 15242 h 21346"/>
                <a:gd name="csX5" fmla="*/ 1828 w 23136"/>
                <a:gd name="csY5" fmla="*/ 20325 h 21346"/>
                <a:gd name="csX6" fmla="*/ 21449 w 23136"/>
                <a:gd name="csY6" fmla="*/ 17405 h 2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136" h="21346">
                  <a:moveTo>
                    <a:pt x="21449" y="17405"/>
                  </a:moveTo>
                  <a:cubicBezTo>
                    <a:pt x="21767" y="12215"/>
                    <a:pt x="25450" y="4537"/>
                    <a:pt x="20814" y="1617"/>
                  </a:cubicBezTo>
                  <a:cubicBezTo>
                    <a:pt x="20243" y="1401"/>
                    <a:pt x="17512" y="-654"/>
                    <a:pt x="13957" y="211"/>
                  </a:cubicBezTo>
                  <a:cubicBezTo>
                    <a:pt x="10845" y="1617"/>
                    <a:pt x="3670" y="860"/>
                    <a:pt x="4368" y="6916"/>
                  </a:cubicBezTo>
                  <a:cubicBezTo>
                    <a:pt x="4368" y="7673"/>
                    <a:pt x="5448" y="11890"/>
                    <a:pt x="2526" y="15242"/>
                  </a:cubicBezTo>
                  <a:cubicBezTo>
                    <a:pt x="2146" y="15891"/>
                    <a:pt x="-2490" y="20000"/>
                    <a:pt x="1828" y="20325"/>
                  </a:cubicBezTo>
                  <a:cubicBezTo>
                    <a:pt x="1828" y="20325"/>
                    <a:pt x="20370" y="24002"/>
                    <a:pt x="21449" y="174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7230BA40-2040-2B2E-9792-B087AAFD5244}"/>
                </a:ext>
              </a:extLst>
            </p:cNvPr>
            <p:cNvSpPr/>
            <p:nvPr/>
          </p:nvSpPr>
          <p:spPr>
            <a:xfrm>
              <a:off x="7782035" y="231459"/>
              <a:ext cx="41456" cy="28536"/>
            </a:xfrm>
            <a:custGeom>
              <a:avLst/>
              <a:gdLst>
                <a:gd name="csX0" fmla="*/ 19130 w 41456"/>
                <a:gd name="csY0" fmla="*/ 8 h 28536"/>
                <a:gd name="csX1" fmla="*/ 1159 w 41456"/>
                <a:gd name="csY1" fmla="*/ 6388 h 28536"/>
                <a:gd name="csX2" fmla="*/ 1349 w 41456"/>
                <a:gd name="csY2" fmla="*/ 17526 h 28536"/>
                <a:gd name="csX3" fmla="*/ 10874 w 41456"/>
                <a:gd name="csY3" fmla="*/ 27150 h 28536"/>
                <a:gd name="csX4" fmla="*/ 18241 w 41456"/>
                <a:gd name="csY4" fmla="*/ 25853 h 28536"/>
                <a:gd name="csX5" fmla="*/ 18685 w 41456"/>
                <a:gd name="csY5" fmla="*/ 19040 h 28536"/>
                <a:gd name="csX6" fmla="*/ 40084 w 41456"/>
                <a:gd name="csY6" fmla="*/ 7145 h 28536"/>
                <a:gd name="csX7" fmla="*/ 19130 w 41456"/>
                <a:gd name="csY7" fmla="*/ 116 h 28536"/>
                <a:gd name="csX8" fmla="*/ 19130 w 41456"/>
                <a:gd name="csY8" fmla="*/ 8 h 28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456" h="28536">
                  <a:moveTo>
                    <a:pt x="19130" y="8"/>
                  </a:moveTo>
                  <a:cubicBezTo>
                    <a:pt x="6239" y="1846"/>
                    <a:pt x="2429" y="1306"/>
                    <a:pt x="1159" y="6388"/>
                  </a:cubicBezTo>
                  <a:cubicBezTo>
                    <a:pt x="1159" y="7685"/>
                    <a:pt x="-1571" y="13308"/>
                    <a:pt x="1349" y="17526"/>
                  </a:cubicBezTo>
                  <a:cubicBezTo>
                    <a:pt x="4906" y="22609"/>
                    <a:pt x="6874" y="26177"/>
                    <a:pt x="10874" y="27150"/>
                  </a:cubicBezTo>
                  <a:cubicBezTo>
                    <a:pt x="12970" y="27258"/>
                    <a:pt x="20717" y="30935"/>
                    <a:pt x="18241" y="25853"/>
                  </a:cubicBezTo>
                  <a:cubicBezTo>
                    <a:pt x="18114" y="25096"/>
                    <a:pt x="14684" y="20770"/>
                    <a:pt x="18685" y="19040"/>
                  </a:cubicBezTo>
                  <a:cubicBezTo>
                    <a:pt x="38624" y="10497"/>
                    <a:pt x="44466" y="8983"/>
                    <a:pt x="40084" y="7145"/>
                  </a:cubicBezTo>
                  <a:cubicBezTo>
                    <a:pt x="28845" y="2387"/>
                    <a:pt x="23956" y="-641"/>
                    <a:pt x="19130" y="116"/>
                  </a:cubicBezTo>
                  <a:lnTo>
                    <a:pt x="19130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73256C12-191E-1337-1099-69D57AFC13BB}"/>
                </a:ext>
              </a:extLst>
            </p:cNvPr>
            <p:cNvSpPr/>
            <p:nvPr/>
          </p:nvSpPr>
          <p:spPr>
            <a:xfrm>
              <a:off x="7983760" y="155622"/>
              <a:ext cx="83629" cy="48528"/>
            </a:xfrm>
            <a:custGeom>
              <a:avLst/>
              <a:gdLst>
                <a:gd name="csX0" fmla="*/ 984 w 83629"/>
                <a:gd name="csY0" fmla="*/ 35834 h 48528"/>
                <a:gd name="csX1" fmla="*/ 19145 w 83629"/>
                <a:gd name="csY1" fmla="*/ 48379 h 48528"/>
                <a:gd name="csX2" fmla="*/ 78771 w 83629"/>
                <a:gd name="csY2" fmla="*/ 31942 h 48528"/>
                <a:gd name="csX3" fmla="*/ 82327 w 83629"/>
                <a:gd name="csY3" fmla="*/ 12693 h 48528"/>
                <a:gd name="csX4" fmla="*/ 69120 w 83629"/>
                <a:gd name="csY4" fmla="*/ 365 h 48528"/>
                <a:gd name="csX5" fmla="*/ 54324 w 83629"/>
                <a:gd name="csY5" fmla="*/ 3934 h 48528"/>
                <a:gd name="csX6" fmla="*/ 52927 w 83629"/>
                <a:gd name="csY6" fmla="*/ 15288 h 48528"/>
                <a:gd name="csX7" fmla="*/ 38068 w 83629"/>
                <a:gd name="csY7" fmla="*/ 17775 h 48528"/>
                <a:gd name="csX8" fmla="*/ 32671 w 83629"/>
                <a:gd name="csY8" fmla="*/ 24155 h 48528"/>
                <a:gd name="csX9" fmla="*/ 7651 w 83629"/>
                <a:gd name="csY9" fmla="*/ 25561 h 48528"/>
                <a:gd name="csX10" fmla="*/ 984 w 83629"/>
                <a:gd name="csY10" fmla="*/ 35943 h 48528"/>
                <a:gd name="csX11" fmla="*/ 984 w 83629"/>
                <a:gd name="csY11" fmla="*/ 35834 h 48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3629" h="48528">
                  <a:moveTo>
                    <a:pt x="984" y="35834"/>
                  </a:moveTo>
                  <a:cubicBezTo>
                    <a:pt x="13049" y="46540"/>
                    <a:pt x="14891" y="49243"/>
                    <a:pt x="19145" y="48379"/>
                  </a:cubicBezTo>
                  <a:cubicBezTo>
                    <a:pt x="79089" y="35294"/>
                    <a:pt x="77057" y="36808"/>
                    <a:pt x="78771" y="31942"/>
                  </a:cubicBezTo>
                  <a:cubicBezTo>
                    <a:pt x="80931" y="23939"/>
                    <a:pt x="86010" y="17451"/>
                    <a:pt x="82327" y="12693"/>
                  </a:cubicBezTo>
                  <a:cubicBezTo>
                    <a:pt x="74771" y="3285"/>
                    <a:pt x="73247" y="474"/>
                    <a:pt x="69120" y="365"/>
                  </a:cubicBezTo>
                  <a:cubicBezTo>
                    <a:pt x="61563" y="1014"/>
                    <a:pt x="53245" y="-2446"/>
                    <a:pt x="54324" y="3934"/>
                  </a:cubicBezTo>
                  <a:cubicBezTo>
                    <a:pt x="54451" y="7286"/>
                    <a:pt x="58007" y="15720"/>
                    <a:pt x="52927" y="15288"/>
                  </a:cubicBezTo>
                  <a:cubicBezTo>
                    <a:pt x="46831" y="15505"/>
                    <a:pt x="39846" y="11828"/>
                    <a:pt x="38068" y="17775"/>
                  </a:cubicBezTo>
                  <a:cubicBezTo>
                    <a:pt x="37623" y="18532"/>
                    <a:pt x="36988" y="24264"/>
                    <a:pt x="32671" y="24155"/>
                  </a:cubicBezTo>
                  <a:cubicBezTo>
                    <a:pt x="12859" y="23290"/>
                    <a:pt x="11144" y="22533"/>
                    <a:pt x="7651" y="25561"/>
                  </a:cubicBezTo>
                  <a:cubicBezTo>
                    <a:pt x="7651" y="25561"/>
                    <a:pt x="-3270" y="32157"/>
                    <a:pt x="984" y="35943"/>
                  </a:cubicBezTo>
                  <a:lnTo>
                    <a:pt x="984" y="35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D96FC7C-31B0-5F0D-923E-FFA48810CEDC}"/>
                </a:ext>
              </a:extLst>
            </p:cNvPr>
            <p:cNvSpPr/>
            <p:nvPr/>
          </p:nvSpPr>
          <p:spPr>
            <a:xfrm>
              <a:off x="7861531" y="187625"/>
              <a:ext cx="89246" cy="45942"/>
            </a:xfrm>
            <a:custGeom>
              <a:avLst/>
              <a:gdLst>
                <a:gd name="csX0" fmla="*/ 31264 w 89246"/>
                <a:gd name="csY0" fmla="*/ 36056 h 45942"/>
                <a:gd name="csX1" fmla="*/ 58442 w 89246"/>
                <a:gd name="csY1" fmla="*/ 45572 h 45942"/>
                <a:gd name="csX2" fmla="*/ 65046 w 89246"/>
                <a:gd name="csY2" fmla="*/ 39840 h 45942"/>
                <a:gd name="csX3" fmla="*/ 66570 w 89246"/>
                <a:gd name="csY3" fmla="*/ 34974 h 45942"/>
                <a:gd name="csX4" fmla="*/ 83144 w 89246"/>
                <a:gd name="csY4" fmla="*/ 26647 h 45942"/>
                <a:gd name="csX5" fmla="*/ 88097 w 89246"/>
                <a:gd name="csY5" fmla="*/ 9238 h 45942"/>
                <a:gd name="csX6" fmla="*/ 77619 w 89246"/>
                <a:gd name="csY6" fmla="*/ 154 h 45942"/>
                <a:gd name="csX7" fmla="*/ 29423 w 89246"/>
                <a:gd name="csY7" fmla="*/ 10210 h 45942"/>
                <a:gd name="csX8" fmla="*/ 8341 w 89246"/>
                <a:gd name="csY8" fmla="*/ 8048 h 45942"/>
                <a:gd name="csX9" fmla="*/ 974 w 89246"/>
                <a:gd name="csY9" fmla="*/ 28378 h 45942"/>
                <a:gd name="csX10" fmla="*/ 14183 w 89246"/>
                <a:gd name="csY10" fmla="*/ 42435 h 45942"/>
                <a:gd name="csX11" fmla="*/ 31200 w 89246"/>
                <a:gd name="csY11" fmla="*/ 36164 h 45942"/>
                <a:gd name="csX12" fmla="*/ 31264 w 89246"/>
                <a:gd name="csY12" fmla="*/ 36056 h 4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9246" h="45942">
                  <a:moveTo>
                    <a:pt x="31264" y="36056"/>
                  </a:moveTo>
                  <a:cubicBezTo>
                    <a:pt x="39329" y="33136"/>
                    <a:pt x="50695" y="48491"/>
                    <a:pt x="58442" y="45572"/>
                  </a:cubicBezTo>
                  <a:cubicBezTo>
                    <a:pt x="59141" y="45247"/>
                    <a:pt x="63459" y="44598"/>
                    <a:pt x="65046" y="39840"/>
                  </a:cubicBezTo>
                  <a:lnTo>
                    <a:pt x="66570" y="34974"/>
                  </a:lnTo>
                  <a:cubicBezTo>
                    <a:pt x="69174" y="27080"/>
                    <a:pt x="79270" y="34109"/>
                    <a:pt x="83144" y="26647"/>
                  </a:cubicBezTo>
                  <a:cubicBezTo>
                    <a:pt x="85875" y="19835"/>
                    <a:pt x="91716" y="13996"/>
                    <a:pt x="88097" y="9238"/>
                  </a:cubicBezTo>
                  <a:cubicBezTo>
                    <a:pt x="85175" y="6101"/>
                    <a:pt x="82572" y="-1144"/>
                    <a:pt x="77619" y="154"/>
                  </a:cubicBezTo>
                  <a:cubicBezTo>
                    <a:pt x="33677" y="11076"/>
                    <a:pt x="33868" y="11508"/>
                    <a:pt x="29423" y="10210"/>
                  </a:cubicBezTo>
                  <a:cubicBezTo>
                    <a:pt x="13992" y="5777"/>
                    <a:pt x="10817" y="3614"/>
                    <a:pt x="8341" y="8048"/>
                  </a:cubicBezTo>
                  <a:cubicBezTo>
                    <a:pt x="1229" y="21025"/>
                    <a:pt x="-1692" y="24269"/>
                    <a:pt x="974" y="28378"/>
                  </a:cubicBezTo>
                  <a:cubicBezTo>
                    <a:pt x="8912" y="40273"/>
                    <a:pt x="10182" y="43841"/>
                    <a:pt x="14183" y="42435"/>
                  </a:cubicBezTo>
                  <a:lnTo>
                    <a:pt x="31200" y="36164"/>
                  </a:lnTo>
                  <a:lnTo>
                    <a:pt x="31264" y="36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20B7FC91-3580-8730-D3DC-2C16F2E82F83}"/>
                </a:ext>
              </a:extLst>
            </p:cNvPr>
            <p:cNvSpPr/>
            <p:nvPr/>
          </p:nvSpPr>
          <p:spPr>
            <a:xfrm>
              <a:off x="7840697" y="267081"/>
              <a:ext cx="35338" cy="18127"/>
            </a:xfrm>
            <a:custGeom>
              <a:avLst/>
              <a:gdLst>
                <a:gd name="csX0" fmla="*/ 22889 w 35338"/>
                <a:gd name="csY0" fmla="*/ 17697 h 18127"/>
                <a:gd name="csX1" fmla="*/ 33747 w 35338"/>
                <a:gd name="csY1" fmla="*/ 6884 h 18127"/>
                <a:gd name="csX2" fmla="*/ 10125 w 35338"/>
                <a:gd name="csY2" fmla="*/ 3315 h 18127"/>
                <a:gd name="csX3" fmla="*/ 4473 w 35338"/>
                <a:gd name="csY3" fmla="*/ 1152 h 18127"/>
                <a:gd name="csX4" fmla="*/ 1489 w 35338"/>
                <a:gd name="csY4" fmla="*/ 9479 h 18127"/>
                <a:gd name="csX5" fmla="*/ 22889 w 35338"/>
                <a:gd name="csY5" fmla="*/ 17697 h 18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338" h="18127">
                  <a:moveTo>
                    <a:pt x="22889" y="17697"/>
                  </a:moveTo>
                  <a:cubicBezTo>
                    <a:pt x="31906" y="10885"/>
                    <a:pt x="38509" y="6884"/>
                    <a:pt x="33747" y="6884"/>
                  </a:cubicBezTo>
                  <a:cubicBezTo>
                    <a:pt x="16221" y="6559"/>
                    <a:pt x="12856" y="7533"/>
                    <a:pt x="10125" y="3315"/>
                  </a:cubicBezTo>
                  <a:cubicBezTo>
                    <a:pt x="9490" y="2775"/>
                    <a:pt x="7521" y="-2200"/>
                    <a:pt x="4473" y="1152"/>
                  </a:cubicBezTo>
                  <a:cubicBezTo>
                    <a:pt x="3521" y="2775"/>
                    <a:pt x="-2829" y="7100"/>
                    <a:pt x="1489" y="9479"/>
                  </a:cubicBezTo>
                  <a:cubicBezTo>
                    <a:pt x="1489" y="9479"/>
                    <a:pt x="19206" y="20401"/>
                    <a:pt x="22889" y="17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79B98B51-7631-B8AC-5557-BC2ED8FE6F09}"/>
                </a:ext>
              </a:extLst>
            </p:cNvPr>
            <p:cNvSpPr/>
            <p:nvPr/>
          </p:nvSpPr>
          <p:spPr>
            <a:xfrm>
              <a:off x="7775657" y="147822"/>
              <a:ext cx="13852" cy="10977"/>
            </a:xfrm>
            <a:custGeom>
              <a:avLst/>
              <a:gdLst>
                <a:gd name="csX0" fmla="*/ 13823 w 13852"/>
                <a:gd name="csY0" fmla="*/ 3947 h 10977"/>
                <a:gd name="csX1" fmla="*/ 10141 w 13852"/>
                <a:gd name="csY1" fmla="*/ 54 h 10977"/>
                <a:gd name="csX2" fmla="*/ 616 w 13852"/>
                <a:gd name="csY2" fmla="*/ 5028 h 10977"/>
                <a:gd name="csX3" fmla="*/ 8045 w 13852"/>
                <a:gd name="csY3" fmla="*/ 10652 h 10977"/>
                <a:gd name="csX4" fmla="*/ 13823 w 13852"/>
                <a:gd name="csY4" fmla="*/ 3947 h 109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52" h="10977">
                  <a:moveTo>
                    <a:pt x="13823" y="3947"/>
                  </a:moveTo>
                  <a:cubicBezTo>
                    <a:pt x="13506" y="3190"/>
                    <a:pt x="13443" y="-487"/>
                    <a:pt x="10141" y="54"/>
                  </a:cubicBezTo>
                  <a:cubicBezTo>
                    <a:pt x="6649" y="1136"/>
                    <a:pt x="-2432" y="54"/>
                    <a:pt x="616" y="5028"/>
                  </a:cubicBezTo>
                  <a:cubicBezTo>
                    <a:pt x="1568" y="6002"/>
                    <a:pt x="3727" y="12490"/>
                    <a:pt x="8045" y="10652"/>
                  </a:cubicBezTo>
                  <a:cubicBezTo>
                    <a:pt x="8045" y="10652"/>
                    <a:pt x="14332" y="9354"/>
                    <a:pt x="13823" y="394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57D22D2-0179-B705-5886-BAC44C04B24D}"/>
                </a:ext>
              </a:extLst>
            </p:cNvPr>
            <p:cNvSpPr/>
            <p:nvPr/>
          </p:nvSpPr>
          <p:spPr>
            <a:xfrm>
              <a:off x="7710364" y="185745"/>
              <a:ext cx="12846" cy="9568"/>
            </a:xfrm>
            <a:custGeom>
              <a:avLst/>
              <a:gdLst>
                <a:gd name="csX0" fmla="*/ 11679 w 12846"/>
                <a:gd name="csY0" fmla="*/ 4413 h 9568"/>
                <a:gd name="csX1" fmla="*/ 59 w 12846"/>
                <a:gd name="csY1" fmla="*/ 2683 h 9568"/>
                <a:gd name="csX2" fmla="*/ 4314 w 12846"/>
                <a:gd name="csY2" fmla="*/ 9388 h 9568"/>
                <a:gd name="csX3" fmla="*/ 11743 w 12846"/>
                <a:gd name="csY3" fmla="*/ 4413 h 9568"/>
                <a:gd name="csX4" fmla="*/ 11679 w 12846"/>
                <a:gd name="csY4" fmla="*/ 4413 h 9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46" h="9568">
                  <a:moveTo>
                    <a:pt x="11679" y="4413"/>
                  </a:moveTo>
                  <a:cubicBezTo>
                    <a:pt x="7235" y="2899"/>
                    <a:pt x="-766" y="-3589"/>
                    <a:pt x="59" y="2683"/>
                  </a:cubicBezTo>
                  <a:cubicBezTo>
                    <a:pt x="377" y="3548"/>
                    <a:pt x="-4" y="10793"/>
                    <a:pt x="4314" y="9388"/>
                  </a:cubicBezTo>
                  <a:cubicBezTo>
                    <a:pt x="4314" y="9388"/>
                    <a:pt x="16506" y="6684"/>
                    <a:pt x="11743" y="4413"/>
                  </a:cubicBezTo>
                  <a:lnTo>
                    <a:pt x="11679" y="44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8E3E240D-A36F-723F-90D5-711914617A21}"/>
                </a:ext>
              </a:extLst>
            </p:cNvPr>
            <p:cNvSpPr/>
            <p:nvPr/>
          </p:nvSpPr>
          <p:spPr>
            <a:xfrm>
              <a:off x="7686230" y="187928"/>
              <a:ext cx="10985" cy="10557"/>
            </a:xfrm>
            <a:custGeom>
              <a:avLst/>
              <a:gdLst>
                <a:gd name="csX0" fmla="*/ 7747 w 10985"/>
                <a:gd name="csY0" fmla="*/ 2014 h 10557"/>
                <a:gd name="csX1" fmla="*/ 0 w 10985"/>
                <a:gd name="csY1" fmla="*/ 2879 h 10557"/>
                <a:gd name="csX2" fmla="*/ 3238 w 10985"/>
                <a:gd name="csY2" fmla="*/ 8718 h 10557"/>
                <a:gd name="csX3" fmla="*/ 10985 w 10985"/>
                <a:gd name="csY3" fmla="*/ 7637 h 10557"/>
                <a:gd name="csX4" fmla="*/ 7747 w 10985"/>
                <a:gd name="csY4" fmla="*/ 2014 h 1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5" h="10557">
                  <a:moveTo>
                    <a:pt x="7747" y="2014"/>
                  </a:moveTo>
                  <a:cubicBezTo>
                    <a:pt x="6223" y="1689"/>
                    <a:pt x="0" y="-2853"/>
                    <a:pt x="0" y="2879"/>
                  </a:cubicBezTo>
                  <a:cubicBezTo>
                    <a:pt x="190" y="3636"/>
                    <a:pt x="0" y="7420"/>
                    <a:pt x="3238" y="8718"/>
                  </a:cubicBezTo>
                  <a:cubicBezTo>
                    <a:pt x="4763" y="8935"/>
                    <a:pt x="10985" y="13368"/>
                    <a:pt x="10985" y="7637"/>
                  </a:cubicBezTo>
                  <a:cubicBezTo>
                    <a:pt x="10985" y="7637"/>
                    <a:pt x="10985" y="3311"/>
                    <a:pt x="7747" y="20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2406922A-EF60-FC00-FAAE-24ED2BE18277}"/>
                </a:ext>
              </a:extLst>
            </p:cNvPr>
            <p:cNvSpPr/>
            <p:nvPr/>
          </p:nvSpPr>
          <p:spPr>
            <a:xfrm>
              <a:off x="7826749" y="1144217"/>
              <a:ext cx="74089" cy="59255"/>
            </a:xfrm>
            <a:custGeom>
              <a:avLst/>
              <a:gdLst>
                <a:gd name="csX0" fmla="*/ 60141 w 74089"/>
                <a:gd name="csY0" fmla="*/ 58542 h 59255"/>
                <a:gd name="csX1" fmla="*/ 73667 w 74089"/>
                <a:gd name="csY1" fmla="*/ 48268 h 59255"/>
                <a:gd name="csX2" fmla="*/ 71507 w 74089"/>
                <a:gd name="csY2" fmla="*/ 37130 h 59255"/>
                <a:gd name="csX3" fmla="*/ 17596 w 74089"/>
                <a:gd name="csY3" fmla="*/ 471 h 59255"/>
                <a:gd name="csX4" fmla="*/ 7817 w 74089"/>
                <a:gd name="csY4" fmla="*/ 7609 h 59255"/>
                <a:gd name="csX5" fmla="*/ 5594 w 74089"/>
                <a:gd name="csY5" fmla="*/ 18315 h 59255"/>
                <a:gd name="csX6" fmla="*/ 705 w 74089"/>
                <a:gd name="csY6" fmla="*/ 21014 h 59255"/>
                <a:gd name="csX7" fmla="*/ 14675 w 74089"/>
                <a:gd name="csY7" fmla="*/ 37454 h 59255"/>
                <a:gd name="csX8" fmla="*/ 43123 w 74089"/>
                <a:gd name="csY8" fmla="*/ 51513 h 59255"/>
                <a:gd name="csX9" fmla="*/ 43441 w 74089"/>
                <a:gd name="csY9" fmla="*/ 57240 h 59255"/>
                <a:gd name="csX10" fmla="*/ 60141 w 74089"/>
                <a:gd name="csY10" fmla="*/ 58650 h 59255"/>
                <a:gd name="csX11" fmla="*/ 60141 w 74089"/>
                <a:gd name="csY11" fmla="*/ 58542 h 59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089" h="59255">
                  <a:moveTo>
                    <a:pt x="60141" y="58542"/>
                  </a:moveTo>
                  <a:cubicBezTo>
                    <a:pt x="65983" y="54973"/>
                    <a:pt x="73095" y="54650"/>
                    <a:pt x="73667" y="48268"/>
                  </a:cubicBezTo>
                  <a:cubicBezTo>
                    <a:pt x="73667" y="46318"/>
                    <a:pt x="75508" y="40051"/>
                    <a:pt x="71507" y="37130"/>
                  </a:cubicBezTo>
                  <a:cubicBezTo>
                    <a:pt x="19438" y="-1694"/>
                    <a:pt x="21914" y="-938"/>
                    <a:pt x="17596" y="471"/>
                  </a:cubicBezTo>
                  <a:cubicBezTo>
                    <a:pt x="14357" y="2091"/>
                    <a:pt x="7309" y="1659"/>
                    <a:pt x="7817" y="7609"/>
                  </a:cubicBezTo>
                  <a:cubicBezTo>
                    <a:pt x="7754" y="10314"/>
                    <a:pt x="10357" y="18531"/>
                    <a:pt x="5594" y="18315"/>
                  </a:cubicBezTo>
                  <a:cubicBezTo>
                    <a:pt x="4832" y="18423"/>
                    <a:pt x="-2216" y="16797"/>
                    <a:pt x="705" y="21014"/>
                  </a:cubicBezTo>
                  <a:cubicBezTo>
                    <a:pt x="6674" y="29669"/>
                    <a:pt x="9976" y="35835"/>
                    <a:pt x="14675" y="37454"/>
                  </a:cubicBezTo>
                  <a:cubicBezTo>
                    <a:pt x="42488" y="47296"/>
                    <a:pt x="45854" y="46972"/>
                    <a:pt x="43123" y="51513"/>
                  </a:cubicBezTo>
                  <a:cubicBezTo>
                    <a:pt x="42932" y="52268"/>
                    <a:pt x="39313" y="56377"/>
                    <a:pt x="43441" y="57240"/>
                  </a:cubicBezTo>
                  <a:cubicBezTo>
                    <a:pt x="43441" y="57240"/>
                    <a:pt x="55887" y="60593"/>
                    <a:pt x="60141" y="58650"/>
                  </a:cubicBezTo>
                  <a:lnTo>
                    <a:pt x="60141" y="58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F19F203C-C270-4C81-3356-B9E5BBEDB09E}"/>
                </a:ext>
              </a:extLst>
            </p:cNvPr>
            <p:cNvSpPr/>
            <p:nvPr/>
          </p:nvSpPr>
          <p:spPr>
            <a:xfrm>
              <a:off x="7562694" y="577230"/>
              <a:ext cx="658905" cy="562943"/>
            </a:xfrm>
            <a:custGeom>
              <a:avLst/>
              <a:gdLst>
                <a:gd name="csX0" fmla="*/ 25746 w 658905"/>
                <a:gd name="csY0" fmla="*/ 483543 h 562943"/>
                <a:gd name="csX1" fmla="*/ 43208 w 658905"/>
                <a:gd name="csY1" fmla="*/ 474348 h 562943"/>
                <a:gd name="csX2" fmla="*/ 51082 w 658905"/>
                <a:gd name="csY2" fmla="*/ 483867 h 562943"/>
                <a:gd name="csX3" fmla="*/ 71783 w 658905"/>
                <a:gd name="csY3" fmla="*/ 485163 h 562943"/>
                <a:gd name="csX4" fmla="*/ 80673 w 658905"/>
                <a:gd name="csY4" fmla="*/ 503546 h 562943"/>
                <a:gd name="csX5" fmla="*/ 98199 w 658905"/>
                <a:gd name="csY5" fmla="*/ 511337 h 562943"/>
                <a:gd name="csX6" fmla="*/ 94834 w 658905"/>
                <a:gd name="csY6" fmla="*/ 519122 h 562943"/>
                <a:gd name="csX7" fmla="*/ 78895 w 658905"/>
                <a:gd name="csY7" fmla="*/ 523878 h 562943"/>
                <a:gd name="csX8" fmla="*/ 80546 w 658905"/>
                <a:gd name="csY8" fmla="*/ 536204 h 562943"/>
                <a:gd name="csX9" fmla="*/ 136362 w 658905"/>
                <a:gd name="csY9" fmla="*/ 555781 h 562943"/>
                <a:gd name="csX10" fmla="*/ 147983 w 658905"/>
                <a:gd name="csY10" fmla="*/ 543989 h 562943"/>
                <a:gd name="csX11" fmla="*/ 192116 w 658905"/>
                <a:gd name="csY11" fmla="*/ 558156 h 562943"/>
                <a:gd name="csX12" fmla="*/ 197513 w 658905"/>
                <a:gd name="csY12" fmla="*/ 552428 h 562943"/>
                <a:gd name="csX13" fmla="*/ 215801 w 658905"/>
                <a:gd name="csY13" fmla="*/ 562702 h 562943"/>
                <a:gd name="csX14" fmla="*/ 220500 w 658905"/>
                <a:gd name="csY14" fmla="*/ 560321 h 562943"/>
                <a:gd name="csX15" fmla="*/ 224818 w 658905"/>
                <a:gd name="csY15" fmla="*/ 539341 h 562943"/>
                <a:gd name="csX16" fmla="*/ 197196 w 658905"/>
                <a:gd name="csY16" fmla="*/ 524742 h 562943"/>
                <a:gd name="csX17" fmla="*/ 168430 w 658905"/>
                <a:gd name="csY17" fmla="*/ 492624 h 562943"/>
                <a:gd name="csX18" fmla="*/ 148618 w 658905"/>
                <a:gd name="csY18" fmla="*/ 451209 h 562943"/>
                <a:gd name="csX19" fmla="*/ 144935 w 658905"/>
                <a:gd name="csY19" fmla="*/ 443640 h 562943"/>
                <a:gd name="csX20" fmla="*/ 151984 w 658905"/>
                <a:gd name="csY20" fmla="*/ 422228 h 562943"/>
                <a:gd name="csX21" fmla="*/ 149126 w 658905"/>
                <a:gd name="csY21" fmla="*/ 408385 h 562943"/>
                <a:gd name="csX22" fmla="*/ 162588 w 658905"/>
                <a:gd name="csY22" fmla="*/ 383734 h 562943"/>
                <a:gd name="csX23" fmla="*/ 153571 w 658905"/>
                <a:gd name="csY23" fmla="*/ 373892 h 562943"/>
                <a:gd name="csX24" fmla="*/ 159223 w 658905"/>
                <a:gd name="csY24" fmla="*/ 368157 h 562943"/>
                <a:gd name="csX25" fmla="*/ 177511 w 658905"/>
                <a:gd name="csY25" fmla="*/ 366754 h 562943"/>
                <a:gd name="csX26" fmla="*/ 185194 w 658905"/>
                <a:gd name="csY26" fmla="*/ 340154 h 562943"/>
                <a:gd name="csX27" fmla="*/ 177066 w 658905"/>
                <a:gd name="csY27" fmla="*/ 328368 h 562943"/>
                <a:gd name="csX28" fmla="*/ 198593 w 658905"/>
                <a:gd name="csY28" fmla="*/ 327714 h 562943"/>
                <a:gd name="csX29" fmla="*/ 218405 w 658905"/>
                <a:gd name="csY29" fmla="*/ 303819 h 562943"/>
                <a:gd name="csX30" fmla="*/ 228501 w 658905"/>
                <a:gd name="csY30" fmla="*/ 294732 h 562943"/>
                <a:gd name="csX31" fmla="*/ 224374 w 658905"/>
                <a:gd name="csY31" fmla="*/ 280896 h 562943"/>
                <a:gd name="csX32" fmla="*/ 236820 w 658905"/>
                <a:gd name="csY32" fmla="*/ 282515 h 562943"/>
                <a:gd name="csX33" fmla="*/ 234343 w 658905"/>
                <a:gd name="csY33" fmla="*/ 268780 h 562943"/>
                <a:gd name="csX34" fmla="*/ 225580 w 658905"/>
                <a:gd name="csY34" fmla="*/ 254835 h 562943"/>
                <a:gd name="csX35" fmla="*/ 234470 w 658905"/>
                <a:gd name="csY35" fmla="*/ 252238 h 562943"/>
                <a:gd name="csX36" fmla="*/ 251996 w 658905"/>
                <a:gd name="csY36" fmla="*/ 262297 h 562943"/>
                <a:gd name="csX37" fmla="*/ 268633 w 658905"/>
                <a:gd name="csY37" fmla="*/ 239583 h 562943"/>
                <a:gd name="csX38" fmla="*/ 266030 w 658905"/>
                <a:gd name="csY38" fmla="*/ 227149 h 562943"/>
                <a:gd name="csX39" fmla="*/ 261711 w 658905"/>
                <a:gd name="csY39" fmla="*/ 217199 h 562943"/>
                <a:gd name="csX40" fmla="*/ 284762 w 658905"/>
                <a:gd name="csY40" fmla="*/ 221961 h 562943"/>
                <a:gd name="csX41" fmla="*/ 292763 w 658905"/>
                <a:gd name="csY41" fmla="*/ 205953 h 562943"/>
                <a:gd name="csX42" fmla="*/ 312131 w 658905"/>
                <a:gd name="csY42" fmla="*/ 211579 h 562943"/>
                <a:gd name="csX43" fmla="*/ 320576 w 658905"/>
                <a:gd name="csY43" fmla="*/ 200873 h 562943"/>
                <a:gd name="csX44" fmla="*/ 334673 w 658905"/>
                <a:gd name="csY44" fmla="*/ 197520 h 562943"/>
                <a:gd name="csX45" fmla="*/ 339880 w 658905"/>
                <a:gd name="csY45" fmla="*/ 181512 h 562943"/>
                <a:gd name="csX46" fmla="*/ 328069 w 658905"/>
                <a:gd name="csY46" fmla="*/ 176216 h 562943"/>
                <a:gd name="csX47" fmla="*/ 341785 w 658905"/>
                <a:gd name="csY47" fmla="*/ 168647 h 562943"/>
                <a:gd name="csX48" fmla="*/ 351437 w 658905"/>
                <a:gd name="csY48" fmla="*/ 169294 h 562943"/>
                <a:gd name="csX49" fmla="*/ 356199 w 658905"/>
                <a:gd name="csY49" fmla="*/ 162157 h 562943"/>
                <a:gd name="csX50" fmla="*/ 376138 w 658905"/>
                <a:gd name="csY50" fmla="*/ 157185 h 562943"/>
                <a:gd name="csX51" fmla="*/ 434368 w 658905"/>
                <a:gd name="csY51" fmla="*/ 124851 h 562943"/>
                <a:gd name="csX52" fmla="*/ 652808 w 658905"/>
                <a:gd name="csY52" fmla="*/ 42991 h 562943"/>
                <a:gd name="csX53" fmla="*/ 657189 w 658905"/>
                <a:gd name="csY53" fmla="*/ 18984 h 562943"/>
                <a:gd name="csX54" fmla="*/ 632107 w 658905"/>
                <a:gd name="csY54" fmla="*/ 60 h 562943"/>
                <a:gd name="csX55" fmla="*/ 587594 w 658905"/>
                <a:gd name="csY55" fmla="*/ 1682 h 562943"/>
                <a:gd name="csX56" fmla="*/ 543144 w 658905"/>
                <a:gd name="csY56" fmla="*/ 24824 h 562943"/>
                <a:gd name="csX57" fmla="*/ 542699 w 658905"/>
                <a:gd name="csY57" fmla="*/ 43748 h 562943"/>
                <a:gd name="csX58" fmla="*/ 520855 w 658905"/>
                <a:gd name="csY58" fmla="*/ 39963 h 562943"/>
                <a:gd name="csX59" fmla="*/ 486121 w 658905"/>
                <a:gd name="csY59" fmla="*/ 54453 h 562943"/>
                <a:gd name="csX60" fmla="*/ 412842 w 658905"/>
                <a:gd name="csY60" fmla="*/ 66888 h 562943"/>
                <a:gd name="csX61" fmla="*/ 409984 w 658905"/>
                <a:gd name="csY61" fmla="*/ 57049 h 562943"/>
                <a:gd name="csX62" fmla="*/ 358612 w 658905"/>
                <a:gd name="csY62" fmla="*/ 65701 h 562943"/>
                <a:gd name="csX63" fmla="*/ 358803 w 658905"/>
                <a:gd name="csY63" fmla="*/ 80731 h 562943"/>
                <a:gd name="csX64" fmla="*/ 342992 w 658905"/>
                <a:gd name="csY64" fmla="*/ 85163 h 562943"/>
                <a:gd name="csX65" fmla="*/ 340388 w 658905"/>
                <a:gd name="csY65" fmla="*/ 73162 h 562943"/>
                <a:gd name="csX66" fmla="*/ 320957 w 658905"/>
                <a:gd name="csY66" fmla="*/ 76407 h 562943"/>
                <a:gd name="csX67" fmla="*/ 325021 w 658905"/>
                <a:gd name="csY67" fmla="*/ 89596 h 562943"/>
                <a:gd name="csX68" fmla="*/ 286159 w 658905"/>
                <a:gd name="csY68" fmla="*/ 96733 h 562943"/>
                <a:gd name="csX69" fmla="*/ 273713 w 658905"/>
                <a:gd name="csY69" fmla="*/ 107007 h 562943"/>
                <a:gd name="csX70" fmla="*/ 252186 w 658905"/>
                <a:gd name="csY70" fmla="*/ 117929 h 562943"/>
                <a:gd name="csX71" fmla="*/ 253837 w 658905"/>
                <a:gd name="csY71" fmla="*/ 123879 h 562943"/>
                <a:gd name="csX72" fmla="*/ 233263 w 658905"/>
                <a:gd name="csY72" fmla="*/ 132852 h 562943"/>
                <a:gd name="csX73" fmla="*/ 241392 w 658905"/>
                <a:gd name="csY73" fmla="*/ 146479 h 562943"/>
                <a:gd name="csX74" fmla="*/ 228501 w 658905"/>
                <a:gd name="csY74" fmla="*/ 148206 h 562943"/>
                <a:gd name="csX75" fmla="*/ 209769 w 658905"/>
                <a:gd name="csY75" fmla="*/ 142478 h 562943"/>
                <a:gd name="csX76" fmla="*/ 200879 w 658905"/>
                <a:gd name="csY76" fmla="*/ 146263 h 562943"/>
                <a:gd name="csX77" fmla="*/ 201133 w 658905"/>
                <a:gd name="csY77" fmla="*/ 151775 h 562943"/>
                <a:gd name="csX78" fmla="*/ 201323 w 658905"/>
                <a:gd name="csY78" fmla="*/ 157401 h 562943"/>
                <a:gd name="csX79" fmla="*/ 190147 w 658905"/>
                <a:gd name="csY79" fmla="*/ 165726 h 562943"/>
                <a:gd name="csX80" fmla="*/ 172621 w 658905"/>
                <a:gd name="csY80" fmla="*/ 159236 h 562943"/>
                <a:gd name="csX81" fmla="*/ 168112 w 658905"/>
                <a:gd name="csY81" fmla="*/ 163351 h 562943"/>
                <a:gd name="csX82" fmla="*/ 167541 w 658905"/>
                <a:gd name="csY82" fmla="*/ 172108 h 562943"/>
                <a:gd name="csX83" fmla="*/ 172240 w 658905"/>
                <a:gd name="csY83" fmla="*/ 175784 h 562943"/>
                <a:gd name="csX84" fmla="*/ 182845 w 658905"/>
                <a:gd name="csY84" fmla="*/ 175460 h 562943"/>
                <a:gd name="csX85" fmla="*/ 190528 w 658905"/>
                <a:gd name="csY85" fmla="*/ 181188 h 562943"/>
                <a:gd name="csX86" fmla="*/ 189449 w 658905"/>
                <a:gd name="csY86" fmla="*/ 184973 h 562943"/>
                <a:gd name="csX87" fmla="*/ 173700 w 658905"/>
                <a:gd name="csY87" fmla="*/ 188325 h 562943"/>
                <a:gd name="csX88" fmla="*/ 167795 w 658905"/>
                <a:gd name="csY88" fmla="*/ 192002 h 562943"/>
                <a:gd name="csX89" fmla="*/ 168748 w 658905"/>
                <a:gd name="csY89" fmla="*/ 195031 h 562943"/>
                <a:gd name="csX90" fmla="*/ 183543 w 658905"/>
                <a:gd name="csY90" fmla="*/ 195895 h 562943"/>
                <a:gd name="csX91" fmla="*/ 185766 w 658905"/>
                <a:gd name="csY91" fmla="*/ 200333 h 562943"/>
                <a:gd name="csX92" fmla="*/ 181321 w 658905"/>
                <a:gd name="csY92" fmla="*/ 204442 h 562943"/>
                <a:gd name="csX93" fmla="*/ 164175 w 658905"/>
                <a:gd name="csY93" fmla="*/ 205737 h 562943"/>
                <a:gd name="csX94" fmla="*/ 158016 w 658905"/>
                <a:gd name="csY94" fmla="*/ 210385 h 562943"/>
                <a:gd name="csX95" fmla="*/ 173066 w 658905"/>
                <a:gd name="csY95" fmla="*/ 222285 h 562943"/>
                <a:gd name="csX96" fmla="*/ 147285 w 658905"/>
                <a:gd name="csY96" fmla="*/ 230934 h 562943"/>
                <a:gd name="csX97" fmla="*/ 144173 w 658905"/>
                <a:gd name="csY97" fmla="*/ 245317 h 562943"/>
                <a:gd name="csX98" fmla="*/ 160111 w 658905"/>
                <a:gd name="csY98" fmla="*/ 257750 h 562943"/>
                <a:gd name="csX99" fmla="*/ 144491 w 658905"/>
                <a:gd name="csY99" fmla="*/ 257642 h 562943"/>
                <a:gd name="csX100" fmla="*/ 129886 w 658905"/>
                <a:gd name="csY100" fmla="*/ 252562 h 562943"/>
                <a:gd name="csX101" fmla="*/ 120361 w 658905"/>
                <a:gd name="csY101" fmla="*/ 265751 h 562943"/>
                <a:gd name="csX102" fmla="*/ 121758 w 658905"/>
                <a:gd name="csY102" fmla="*/ 266621 h 562943"/>
                <a:gd name="csX103" fmla="*/ 105438 w 658905"/>
                <a:gd name="csY103" fmla="*/ 273219 h 562943"/>
                <a:gd name="csX104" fmla="*/ 98834 w 658905"/>
                <a:gd name="csY104" fmla="*/ 279702 h 562943"/>
                <a:gd name="csX105" fmla="*/ 85817 w 658905"/>
                <a:gd name="csY105" fmla="*/ 286515 h 562943"/>
                <a:gd name="csX106" fmla="*/ 95342 w 658905"/>
                <a:gd name="csY106" fmla="*/ 295386 h 562943"/>
                <a:gd name="csX107" fmla="*/ 122011 w 658905"/>
                <a:gd name="csY107" fmla="*/ 288573 h 562943"/>
                <a:gd name="csX108" fmla="*/ 129441 w 658905"/>
                <a:gd name="csY108" fmla="*/ 294840 h 562943"/>
                <a:gd name="csX109" fmla="*/ 102073 w 658905"/>
                <a:gd name="csY109" fmla="*/ 319389 h 562943"/>
                <a:gd name="csX110" fmla="*/ 102517 w 658905"/>
                <a:gd name="csY110" fmla="*/ 329448 h 562943"/>
                <a:gd name="csX111" fmla="*/ 68545 w 658905"/>
                <a:gd name="csY111" fmla="*/ 336261 h 562943"/>
                <a:gd name="csX112" fmla="*/ 64861 w 658905"/>
                <a:gd name="csY112" fmla="*/ 352587 h 562943"/>
                <a:gd name="csX113" fmla="*/ 74768 w 658905"/>
                <a:gd name="csY113" fmla="*/ 363509 h 562943"/>
                <a:gd name="csX114" fmla="*/ 49177 w 658905"/>
                <a:gd name="csY114" fmla="*/ 362322 h 562943"/>
                <a:gd name="csX115" fmla="*/ 39081 w 658905"/>
                <a:gd name="csY115" fmla="*/ 370323 h 562943"/>
                <a:gd name="csX116" fmla="*/ 37430 w 658905"/>
                <a:gd name="csY116" fmla="*/ 375187 h 562943"/>
                <a:gd name="csX117" fmla="*/ 51717 w 658905"/>
                <a:gd name="csY117" fmla="*/ 396815 h 562943"/>
                <a:gd name="csX118" fmla="*/ 30635 w 658905"/>
                <a:gd name="csY118" fmla="*/ 435315 h 562943"/>
                <a:gd name="csX119" fmla="*/ 9871 w 658905"/>
                <a:gd name="csY119" fmla="*/ 432826 h 562943"/>
                <a:gd name="csX120" fmla="*/ 92 w 658905"/>
                <a:gd name="csY120" fmla="*/ 448396 h 562943"/>
                <a:gd name="csX121" fmla="*/ 7394 w 658905"/>
                <a:gd name="csY121" fmla="*/ 481162 h 562943"/>
                <a:gd name="csX122" fmla="*/ 25555 w 658905"/>
                <a:gd name="csY122" fmla="*/ 483327 h 562943"/>
                <a:gd name="csX123" fmla="*/ 25746 w 658905"/>
                <a:gd name="csY123" fmla="*/ 483543 h 56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658905" h="562943">
                  <a:moveTo>
                    <a:pt x="25746" y="483543"/>
                  </a:moveTo>
                  <a:cubicBezTo>
                    <a:pt x="38001" y="473701"/>
                    <a:pt x="40287" y="470672"/>
                    <a:pt x="43208" y="474348"/>
                  </a:cubicBezTo>
                  <a:lnTo>
                    <a:pt x="51082" y="483867"/>
                  </a:lnTo>
                  <a:cubicBezTo>
                    <a:pt x="56607" y="490573"/>
                    <a:pt x="69180" y="476730"/>
                    <a:pt x="71783" y="485163"/>
                  </a:cubicBezTo>
                  <a:cubicBezTo>
                    <a:pt x="75974" y="498466"/>
                    <a:pt x="76419" y="502682"/>
                    <a:pt x="80673" y="503546"/>
                  </a:cubicBezTo>
                  <a:cubicBezTo>
                    <a:pt x="93754" y="506359"/>
                    <a:pt x="98199" y="505927"/>
                    <a:pt x="98199" y="511337"/>
                  </a:cubicBezTo>
                  <a:cubicBezTo>
                    <a:pt x="97945" y="512417"/>
                    <a:pt x="99342" y="518906"/>
                    <a:pt x="94834" y="519122"/>
                  </a:cubicBezTo>
                  <a:cubicBezTo>
                    <a:pt x="87595" y="520310"/>
                    <a:pt x="79911" y="517389"/>
                    <a:pt x="78895" y="523878"/>
                  </a:cubicBezTo>
                  <a:cubicBezTo>
                    <a:pt x="78895" y="527015"/>
                    <a:pt x="75784" y="534585"/>
                    <a:pt x="80546" y="536204"/>
                  </a:cubicBezTo>
                  <a:lnTo>
                    <a:pt x="136362" y="555781"/>
                  </a:lnTo>
                  <a:cubicBezTo>
                    <a:pt x="143284" y="558264"/>
                    <a:pt x="141252" y="541182"/>
                    <a:pt x="147983" y="543989"/>
                  </a:cubicBezTo>
                  <a:cubicBezTo>
                    <a:pt x="188306" y="560753"/>
                    <a:pt x="189322" y="562594"/>
                    <a:pt x="192116" y="558156"/>
                  </a:cubicBezTo>
                  <a:cubicBezTo>
                    <a:pt x="192116" y="558156"/>
                    <a:pt x="197513" y="549723"/>
                    <a:pt x="197513" y="552428"/>
                  </a:cubicBezTo>
                  <a:cubicBezTo>
                    <a:pt x="197513" y="555133"/>
                    <a:pt x="215801" y="562702"/>
                    <a:pt x="215801" y="562702"/>
                  </a:cubicBezTo>
                  <a:cubicBezTo>
                    <a:pt x="217579" y="563458"/>
                    <a:pt x="219612" y="562372"/>
                    <a:pt x="220500" y="560321"/>
                  </a:cubicBezTo>
                  <a:cubicBezTo>
                    <a:pt x="226088" y="545723"/>
                    <a:pt x="229009" y="541290"/>
                    <a:pt x="224818" y="539341"/>
                  </a:cubicBezTo>
                  <a:cubicBezTo>
                    <a:pt x="202593" y="528851"/>
                    <a:pt x="200434" y="528311"/>
                    <a:pt x="197196" y="524742"/>
                  </a:cubicBezTo>
                  <a:cubicBezTo>
                    <a:pt x="171859" y="498034"/>
                    <a:pt x="170589" y="497602"/>
                    <a:pt x="168430" y="492624"/>
                  </a:cubicBezTo>
                  <a:cubicBezTo>
                    <a:pt x="152428" y="455533"/>
                    <a:pt x="152174" y="454022"/>
                    <a:pt x="148618" y="451209"/>
                  </a:cubicBezTo>
                  <a:cubicBezTo>
                    <a:pt x="147983" y="450345"/>
                    <a:pt x="142649" y="448396"/>
                    <a:pt x="144935" y="443640"/>
                  </a:cubicBezTo>
                  <a:cubicBezTo>
                    <a:pt x="151412" y="430229"/>
                    <a:pt x="154143" y="426876"/>
                    <a:pt x="151984" y="422228"/>
                  </a:cubicBezTo>
                  <a:cubicBezTo>
                    <a:pt x="150650" y="418335"/>
                    <a:pt x="145824" y="412931"/>
                    <a:pt x="149126" y="408385"/>
                  </a:cubicBezTo>
                  <a:cubicBezTo>
                    <a:pt x="163096" y="388922"/>
                    <a:pt x="166461" y="386217"/>
                    <a:pt x="162588" y="383734"/>
                  </a:cubicBezTo>
                  <a:cubicBezTo>
                    <a:pt x="159223" y="381029"/>
                    <a:pt x="151412" y="379518"/>
                    <a:pt x="153571" y="373892"/>
                  </a:cubicBezTo>
                  <a:cubicBezTo>
                    <a:pt x="154016" y="373136"/>
                    <a:pt x="155032" y="367618"/>
                    <a:pt x="159223" y="368157"/>
                  </a:cubicBezTo>
                  <a:cubicBezTo>
                    <a:pt x="172558" y="369891"/>
                    <a:pt x="175542" y="371402"/>
                    <a:pt x="177511" y="366754"/>
                  </a:cubicBezTo>
                  <a:cubicBezTo>
                    <a:pt x="186083" y="346967"/>
                    <a:pt x="188750" y="343615"/>
                    <a:pt x="185194" y="340154"/>
                  </a:cubicBezTo>
                  <a:cubicBezTo>
                    <a:pt x="177637" y="332477"/>
                    <a:pt x="172558" y="328476"/>
                    <a:pt x="177066" y="328368"/>
                  </a:cubicBezTo>
                  <a:lnTo>
                    <a:pt x="198593" y="327714"/>
                  </a:lnTo>
                  <a:cubicBezTo>
                    <a:pt x="206276" y="327498"/>
                    <a:pt x="210213" y="307820"/>
                    <a:pt x="218405" y="303819"/>
                  </a:cubicBezTo>
                  <a:cubicBezTo>
                    <a:pt x="222659" y="301114"/>
                    <a:pt x="231105" y="300143"/>
                    <a:pt x="228501" y="294732"/>
                  </a:cubicBezTo>
                  <a:cubicBezTo>
                    <a:pt x="224183" y="285652"/>
                    <a:pt x="220183" y="278946"/>
                    <a:pt x="224374" y="280896"/>
                  </a:cubicBezTo>
                  <a:cubicBezTo>
                    <a:pt x="229454" y="282515"/>
                    <a:pt x="236820" y="288897"/>
                    <a:pt x="236820" y="282515"/>
                  </a:cubicBezTo>
                  <a:cubicBezTo>
                    <a:pt x="236502" y="279486"/>
                    <a:pt x="238026" y="272565"/>
                    <a:pt x="234343" y="268780"/>
                  </a:cubicBezTo>
                  <a:cubicBezTo>
                    <a:pt x="229708" y="263052"/>
                    <a:pt x="221008" y="258512"/>
                    <a:pt x="225580" y="254835"/>
                  </a:cubicBezTo>
                  <a:cubicBezTo>
                    <a:pt x="226850" y="254181"/>
                    <a:pt x="230660" y="249101"/>
                    <a:pt x="234470" y="252238"/>
                  </a:cubicBezTo>
                  <a:cubicBezTo>
                    <a:pt x="246154" y="262189"/>
                    <a:pt x="248758" y="265973"/>
                    <a:pt x="251996" y="262297"/>
                  </a:cubicBezTo>
                  <a:cubicBezTo>
                    <a:pt x="267426" y="245209"/>
                    <a:pt x="268887" y="244561"/>
                    <a:pt x="268633" y="239583"/>
                  </a:cubicBezTo>
                  <a:cubicBezTo>
                    <a:pt x="268316" y="237424"/>
                    <a:pt x="268950" y="231474"/>
                    <a:pt x="266030" y="227149"/>
                  </a:cubicBezTo>
                  <a:cubicBezTo>
                    <a:pt x="262664" y="222285"/>
                    <a:pt x="257267" y="215580"/>
                    <a:pt x="261711" y="217199"/>
                  </a:cubicBezTo>
                  <a:cubicBezTo>
                    <a:pt x="281079" y="224768"/>
                    <a:pt x="283492" y="226825"/>
                    <a:pt x="284762" y="221961"/>
                  </a:cubicBezTo>
                  <a:cubicBezTo>
                    <a:pt x="287683" y="214062"/>
                    <a:pt x="287810" y="203356"/>
                    <a:pt x="292763" y="205953"/>
                  </a:cubicBezTo>
                  <a:cubicBezTo>
                    <a:pt x="306670" y="213090"/>
                    <a:pt x="309908" y="216227"/>
                    <a:pt x="312131" y="211579"/>
                  </a:cubicBezTo>
                  <a:cubicBezTo>
                    <a:pt x="314353" y="208118"/>
                    <a:pt x="315496" y="200873"/>
                    <a:pt x="320576" y="200873"/>
                  </a:cubicBezTo>
                  <a:cubicBezTo>
                    <a:pt x="325466" y="200333"/>
                    <a:pt x="331752" y="202708"/>
                    <a:pt x="334673" y="197520"/>
                  </a:cubicBezTo>
                  <a:cubicBezTo>
                    <a:pt x="338038" y="190167"/>
                    <a:pt x="345277" y="182598"/>
                    <a:pt x="339880" y="181512"/>
                  </a:cubicBezTo>
                  <a:cubicBezTo>
                    <a:pt x="330546" y="179677"/>
                    <a:pt x="324513" y="179353"/>
                    <a:pt x="328069" y="176216"/>
                  </a:cubicBezTo>
                  <a:cubicBezTo>
                    <a:pt x="332959" y="172863"/>
                    <a:pt x="336959" y="166050"/>
                    <a:pt x="341785" y="168647"/>
                  </a:cubicBezTo>
                  <a:cubicBezTo>
                    <a:pt x="344325" y="169402"/>
                    <a:pt x="350167" y="175136"/>
                    <a:pt x="351437" y="169294"/>
                  </a:cubicBezTo>
                  <a:cubicBezTo>
                    <a:pt x="351755" y="168647"/>
                    <a:pt x="351882" y="162697"/>
                    <a:pt x="356199" y="162157"/>
                  </a:cubicBezTo>
                  <a:cubicBezTo>
                    <a:pt x="369281" y="160430"/>
                    <a:pt x="372900" y="160754"/>
                    <a:pt x="376138" y="157185"/>
                  </a:cubicBezTo>
                  <a:cubicBezTo>
                    <a:pt x="398872" y="132636"/>
                    <a:pt x="387823" y="138586"/>
                    <a:pt x="434368" y="124851"/>
                  </a:cubicBezTo>
                  <a:cubicBezTo>
                    <a:pt x="565432" y="85487"/>
                    <a:pt x="645315" y="65377"/>
                    <a:pt x="652808" y="42991"/>
                  </a:cubicBezTo>
                  <a:cubicBezTo>
                    <a:pt x="658396" y="26013"/>
                    <a:pt x="660809" y="22228"/>
                    <a:pt x="657189" y="18984"/>
                  </a:cubicBezTo>
                  <a:cubicBezTo>
                    <a:pt x="637187" y="1466"/>
                    <a:pt x="636425" y="60"/>
                    <a:pt x="632107" y="60"/>
                  </a:cubicBezTo>
                  <a:cubicBezTo>
                    <a:pt x="591848" y="60"/>
                    <a:pt x="591848" y="-480"/>
                    <a:pt x="587594" y="1682"/>
                  </a:cubicBezTo>
                  <a:lnTo>
                    <a:pt x="543144" y="24824"/>
                  </a:lnTo>
                  <a:cubicBezTo>
                    <a:pt x="536412" y="28392"/>
                    <a:pt x="550192" y="45802"/>
                    <a:pt x="542699" y="43748"/>
                  </a:cubicBezTo>
                  <a:cubicBezTo>
                    <a:pt x="528538" y="39855"/>
                    <a:pt x="525173" y="38124"/>
                    <a:pt x="520855" y="39963"/>
                  </a:cubicBezTo>
                  <a:cubicBezTo>
                    <a:pt x="491709" y="52723"/>
                    <a:pt x="490629" y="53480"/>
                    <a:pt x="486121" y="54453"/>
                  </a:cubicBezTo>
                  <a:cubicBezTo>
                    <a:pt x="413794" y="70673"/>
                    <a:pt x="412524" y="72730"/>
                    <a:pt x="412842" y="66888"/>
                  </a:cubicBezTo>
                  <a:cubicBezTo>
                    <a:pt x="412587" y="64729"/>
                    <a:pt x="414874" y="56616"/>
                    <a:pt x="409984" y="57049"/>
                  </a:cubicBezTo>
                  <a:cubicBezTo>
                    <a:pt x="360454" y="61700"/>
                    <a:pt x="357216" y="60074"/>
                    <a:pt x="358612" y="65701"/>
                  </a:cubicBezTo>
                  <a:cubicBezTo>
                    <a:pt x="359248" y="70565"/>
                    <a:pt x="363566" y="78134"/>
                    <a:pt x="358803" y="80731"/>
                  </a:cubicBezTo>
                  <a:cubicBezTo>
                    <a:pt x="346992" y="87005"/>
                    <a:pt x="342674" y="90574"/>
                    <a:pt x="342992" y="85163"/>
                  </a:cubicBezTo>
                  <a:cubicBezTo>
                    <a:pt x="342801" y="81595"/>
                    <a:pt x="345405" y="73162"/>
                    <a:pt x="340388" y="73162"/>
                  </a:cubicBezTo>
                  <a:cubicBezTo>
                    <a:pt x="323878" y="73162"/>
                    <a:pt x="318354" y="71974"/>
                    <a:pt x="320957" y="76407"/>
                  </a:cubicBezTo>
                  <a:cubicBezTo>
                    <a:pt x="323116" y="81163"/>
                    <a:pt x="330355" y="88948"/>
                    <a:pt x="325021" y="89596"/>
                  </a:cubicBezTo>
                  <a:cubicBezTo>
                    <a:pt x="291811" y="94142"/>
                    <a:pt x="290096" y="93596"/>
                    <a:pt x="286159" y="96733"/>
                  </a:cubicBezTo>
                  <a:lnTo>
                    <a:pt x="273713" y="107007"/>
                  </a:lnTo>
                  <a:cubicBezTo>
                    <a:pt x="265522" y="113713"/>
                    <a:pt x="246916" y="112418"/>
                    <a:pt x="252186" y="117929"/>
                  </a:cubicBezTo>
                  <a:cubicBezTo>
                    <a:pt x="252631" y="118685"/>
                    <a:pt x="258156" y="122685"/>
                    <a:pt x="253837" y="123879"/>
                  </a:cubicBezTo>
                  <a:cubicBezTo>
                    <a:pt x="234661" y="129067"/>
                    <a:pt x="230025" y="129175"/>
                    <a:pt x="233263" y="132852"/>
                  </a:cubicBezTo>
                  <a:cubicBezTo>
                    <a:pt x="241074" y="141507"/>
                    <a:pt x="245836" y="145291"/>
                    <a:pt x="241392" y="146479"/>
                  </a:cubicBezTo>
                  <a:cubicBezTo>
                    <a:pt x="236820" y="147774"/>
                    <a:pt x="232629" y="149400"/>
                    <a:pt x="228501" y="148206"/>
                  </a:cubicBezTo>
                  <a:lnTo>
                    <a:pt x="209769" y="142478"/>
                  </a:lnTo>
                  <a:cubicBezTo>
                    <a:pt x="205450" y="141177"/>
                    <a:pt x="200244" y="146587"/>
                    <a:pt x="200879" y="146263"/>
                  </a:cubicBezTo>
                  <a:cubicBezTo>
                    <a:pt x="197958" y="148752"/>
                    <a:pt x="201323" y="152537"/>
                    <a:pt x="201133" y="151775"/>
                  </a:cubicBezTo>
                  <a:cubicBezTo>
                    <a:pt x="202530" y="153292"/>
                    <a:pt x="202593" y="155775"/>
                    <a:pt x="201323" y="157401"/>
                  </a:cubicBezTo>
                  <a:cubicBezTo>
                    <a:pt x="198085" y="160646"/>
                    <a:pt x="194910" y="168539"/>
                    <a:pt x="190147" y="165726"/>
                  </a:cubicBezTo>
                  <a:cubicBezTo>
                    <a:pt x="178590" y="158804"/>
                    <a:pt x="175986" y="156213"/>
                    <a:pt x="172621" y="159236"/>
                  </a:cubicBezTo>
                  <a:lnTo>
                    <a:pt x="168112" y="163351"/>
                  </a:lnTo>
                  <a:cubicBezTo>
                    <a:pt x="164747" y="166373"/>
                    <a:pt x="167668" y="172863"/>
                    <a:pt x="167541" y="172108"/>
                  </a:cubicBezTo>
                  <a:cubicBezTo>
                    <a:pt x="168176" y="174159"/>
                    <a:pt x="170399" y="175784"/>
                    <a:pt x="172240" y="175784"/>
                  </a:cubicBezTo>
                  <a:lnTo>
                    <a:pt x="182845" y="175460"/>
                  </a:lnTo>
                  <a:cubicBezTo>
                    <a:pt x="187162" y="175244"/>
                    <a:pt x="191037" y="181842"/>
                    <a:pt x="190528" y="181188"/>
                  </a:cubicBezTo>
                  <a:cubicBezTo>
                    <a:pt x="191671" y="182814"/>
                    <a:pt x="191163" y="184541"/>
                    <a:pt x="189449" y="184973"/>
                  </a:cubicBezTo>
                  <a:lnTo>
                    <a:pt x="173700" y="188325"/>
                  </a:lnTo>
                  <a:cubicBezTo>
                    <a:pt x="170399" y="189087"/>
                    <a:pt x="167097" y="192542"/>
                    <a:pt x="167795" y="192002"/>
                  </a:cubicBezTo>
                  <a:cubicBezTo>
                    <a:pt x="166461" y="193520"/>
                    <a:pt x="166779" y="194923"/>
                    <a:pt x="168748" y="195031"/>
                  </a:cubicBezTo>
                  <a:lnTo>
                    <a:pt x="183543" y="195895"/>
                  </a:lnTo>
                  <a:cubicBezTo>
                    <a:pt x="187036" y="196111"/>
                    <a:pt x="185829" y="200981"/>
                    <a:pt x="185766" y="200333"/>
                  </a:cubicBezTo>
                  <a:cubicBezTo>
                    <a:pt x="185194" y="202492"/>
                    <a:pt x="183162" y="204334"/>
                    <a:pt x="181321" y="204442"/>
                  </a:cubicBezTo>
                  <a:lnTo>
                    <a:pt x="164175" y="205737"/>
                  </a:lnTo>
                  <a:cubicBezTo>
                    <a:pt x="160302" y="206061"/>
                    <a:pt x="157508" y="211039"/>
                    <a:pt x="158016" y="210385"/>
                  </a:cubicBezTo>
                  <a:cubicBezTo>
                    <a:pt x="153381" y="217739"/>
                    <a:pt x="173066" y="213630"/>
                    <a:pt x="173066" y="222285"/>
                  </a:cubicBezTo>
                  <a:cubicBezTo>
                    <a:pt x="173066" y="231474"/>
                    <a:pt x="151412" y="222285"/>
                    <a:pt x="147285" y="230934"/>
                  </a:cubicBezTo>
                  <a:cubicBezTo>
                    <a:pt x="145570" y="235906"/>
                    <a:pt x="139537" y="242504"/>
                    <a:pt x="144173" y="245317"/>
                  </a:cubicBezTo>
                  <a:cubicBezTo>
                    <a:pt x="158461" y="254181"/>
                    <a:pt x="164874" y="257102"/>
                    <a:pt x="160111" y="257750"/>
                  </a:cubicBezTo>
                  <a:cubicBezTo>
                    <a:pt x="153698" y="258620"/>
                    <a:pt x="148491" y="260131"/>
                    <a:pt x="144491" y="257642"/>
                  </a:cubicBezTo>
                  <a:cubicBezTo>
                    <a:pt x="138966" y="254943"/>
                    <a:pt x="134140" y="248777"/>
                    <a:pt x="129886" y="252562"/>
                  </a:cubicBezTo>
                  <a:cubicBezTo>
                    <a:pt x="124679" y="258182"/>
                    <a:pt x="115408" y="262836"/>
                    <a:pt x="120361" y="265751"/>
                  </a:cubicBezTo>
                  <a:lnTo>
                    <a:pt x="121758" y="266621"/>
                  </a:lnTo>
                  <a:cubicBezTo>
                    <a:pt x="128044" y="270405"/>
                    <a:pt x="111026" y="267700"/>
                    <a:pt x="105438" y="273219"/>
                  </a:cubicBezTo>
                  <a:lnTo>
                    <a:pt x="98834" y="279702"/>
                  </a:lnTo>
                  <a:cubicBezTo>
                    <a:pt x="93436" y="285004"/>
                    <a:pt x="81054" y="281975"/>
                    <a:pt x="85817" y="286515"/>
                  </a:cubicBezTo>
                  <a:lnTo>
                    <a:pt x="95342" y="295386"/>
                  </a:lnTo>
                  <a:cubicBezTo>
                    <a:pt x="101755" y="301222"/>
                    <a:pt x="113884" y="284896"/>
                    <a:pt x="122011" y="288573"/>
                  </a:cubicBezTo>
                  <a:cubicBezTo>
                    <a:pt x="124933" y="290408"/>
                    <a:pt x="134204" y="292573"/>
                    <a:pt x="129441" y="294840"/>
                  </a:cubicBezTo>
                  <a:cubicBezTo>
                    <a:pt x="125758" y="297114"/>
                    <a:pt x="96866" y="305978"/>
                    <a:pt x="102073" y="319389"/>
                  </a:cubicBezTo>
                  <a:cubicBezTo>
                    <a:pt x="102644" y="321879"/>
                    <a:pt x="107407" y="328908"/>
                    <a:pt x="102517" y="329448"/>
                  </a:cubicBezTo>
                  <a:cubicBezTo>
                    <a:pt x="74450" y="332261"/>
                    <a:pt x="70767" y="331283"/>
                    <a:pt x="68545" y="336261"/>
                  </a:cubicBezTo>
                  <a:cubicBezTo>
                    <a:pt x="66386" y="342637"/>
                    <a:pt x="60289" y="349342"/>
                    <a:pt x="64861" y="352587"/>
                  </a:cubicBezTo>
                  <a:cubicBezTo>
                    <a:pt x="68163" y="355508"/>
                    <a:pt x="74450" y="357343"/>
                    <a:pt x="74768" y="363509"/>
                  </a:cubicBezTo>
                  <a:cubicBezTo>
                    <a:pt x="75212" y="372596"/>
                    <a:pt x="57686" y="358213"/>
                    <a:pt x="49177" y="362322"/>
                  </a:cubicBezTo>
                  <a:cubicBezTo>
                    <a:pt x="46447" y="364049"/>
                    <a:pt x="40922" y="364811"/>
                    <a:pt x="39081" y="370323"/>
                  </a:cubicBezTo>
                  <a:lnTo>
                    <a:pt x="37430" y="375187"/>
                  </a:lnTo>
                  <a:cubicBezTo>
                    <a:pt x="34445" y="384274"/>
                    <a:pt x="55527" y="388382"/>
                    <a:pt x="51717" y="396815"/>
                  </a:cubicBezTo>
                  <a:cubicBezTo>
                    <a:pt x="34953" y="434121"/>
                    <a:pt x="35080" y="436610"/>
                    <a:pt x="30635" y="435315"/>
                  </a:cubicBezTo>
                  <a:cubicBezTo>
                    <a:pt x="15395" y="430883"/>
                    <a:pt x="12855" y="429257"/>
                    <a:pt x="9871" y="432826"/>
                  </a:cubicBezTo>
                  <a:cubicBezTo>
                    <a:pt x="2060" y="441582"/>
                    <a:pt x="-543" y="443424"/>
                    <a:pt x="92" y="448396"/>
                  </a:cubicBezTo>
                  <a:cubicBezTo>
                    <a:pt x="3584" y="476298"/>
                    <a:pt x="2949" y="479867"/>
                    <a:pt x="7394" y="481162"/>
                  </a:cubicBezTo>
                  <a:cubicBezTo>
                    <a:pt x="7394" y="481162"/>
                    <a:pt x="21872" y="486248"/>
                    <a:pt x="25555" y="483327"/>
                  </a:cubicBezTo>
                  <a:lnTo>
                    <a:pt x="25746" y="4835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AA5C75E-5956-31BD-B58F-1EB59DB6D62D}"/>
                </a:ext>
              </a:extLst>
            </p:cNvPr>
            <p:cNvSpPr/>
            <p:nvPr/>
          </p:nvSpPr>
          <p:spPr>
            <a:xfrm>
              <a:off x="7593552" y="1071459"/>
              <a:ext cx="34558" cy="29474"/>
            </a:xfrm>
            <a:custGeom>
              <a:avLst/>
              <a:gdLst>
                <a:gd name="csX0" fmla="*/ 222 w 34558"/>
                <a:gd name="csY0" fmla="*/ 6510 h 29474"/>
                <a:gd name="csX1" fmla="*/ 16541 w 34558"/>
                <a:gd name="csY1" fmla="*/ 14619 h 29474"/>
                <a:gd name="csX2" fmla="*/ 30638 w 34558"/>
                <a:gd name="csY2" fmla="*/ 27592 h 29474"/>
                <a:gd name="csX3" fmla="*/ 33115 w 34558"/>
                <a:gd name="csY3" fmla="*/ 9971 h 29474"/>
                <a:gd name="csX4" fmla="*/ 21241 w 34558"/>
                <a:gd name="csY4" fmla="*/ 20 h 29474"/>
                <a:gd name="csX5" fmla="*/ 95 w 34558"/>
                <a:gd name="csY5" fmla="*/ 5964 h 29474"/>
                <a:gd name="csX6" fmla="*/ 95 w 34558"/>
                <a:gd name="csY6" fmla="*/ 6510 h 29474"/>
                <a:gd name="csX7" fmla="*/ 222 w 34558"/>
                <a:gd name="csY7" fmla="*/ 6510 h 29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58" h="29474">
                  <a:moveTo>
                    <a:pt x="222" y="6510"/>
                  </a:moveTo>
                  <a:cubicBezTo>
                    <a:pt x="1429" y="14511"/>
                    <a:pt x="11334" y="7805"/>
                    <a:pt x="16541" y="14619"/>
                  </a:cubicBezTo>
                  <a:cubicBezTo>
                    <a:pt x="26384" y="27484"/>
                    <a:pt x="28987" y="32570"/>
                    <a:pt x="30638" y="27592"/>
                  </a:cubicBezTo>
                  <a:cubicBezTo>
                    <a:pt x="32162" y="21001"/>
                    <a:pt x="36925" y="14511"/>
                    <a:pt x="33115" y="9971"/>
                  </a:cubicBezTo>
                  <a:cubicBezTo>
                    <a:pt x="29304" y="6186"/>
                    <a:pt x="26384" y="-412"/>
                    <a:pt x="21241" y="20"/>
                  </a:cubicBezTo>
                  <a:cubicBezTo>
                    <a:pt x="2889" y="1639"/>
                    <a:pt x="-667" y="776"/>
                    <a:pt x="95" y="5964"/>
                  </a:cubicBezTo>
                  <a:lnTo>
                    <a:pt x="95" y="6510"/>
                  </a:lnTo>
                  <a:lnTo>
                    <a:pt x="222" y="65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90C39AA-1031-9D8F-239F-B80EEC971EA4}"/>
                </a:ext>
              </a:extLst>
            </p:cNvPr>
            <p:cNvSpPr/>
            <p:nvPr/>
          </p:nvSpPr>
          <p:spPr>
            <a:xfrm>
              <a:off x="6659054" y="1191710"/>
              <a:ext cx="1455101" cy="1677448"/>
            </a:xfrm>
            <a:custGeom>
              <a:avLst/>
              <a:gdLst>
                <a:gd name="csX0" fmla="*/ 1455102 w 1455101"/>
                <a:gd name="csY0" fmla="*/ 174334 h 1677448"/>
                <a:gd name="csX1" fmla="*/ 1445260 w 1455101"/>
                <a:gd name="csY1" fmla="*/ 157036 h 1677448"/>
                <a:gd name="csX2" fmla="*/ 1423924 w 1455101"/>
                <a:gd name="csY2" fmla="*/ 157036 h 1677448"/>
                <a:gd name="csX3" fmla="*/ 1418527 w 1455101"/>
                <a:gd name="csY3" fmla="*/ 133243 h 1677448"/>
                <a:gd name="csX4" fmla="*/ 1432369 w 1455101"/>
                <a:gd name="csY4" fmla="*/ 108801 h 1677448"/>
                <a:gd name="csX5" fmla="*/ 1421447 w 1455101"/>
                <a:gd name="csY5" fmla="*/ 90310 h 1677448"/>
                <a:gd name="csX6" fmla="*/ 1392745 w 1455101"/>
                <a:gd name="csY6" fmla="*/ 85554 h 1677448"/>
                <a:gd name="csX7" fmla="*/ 1400873 w 1455101"/>
                <a:gd name="csY7" fmla="*/ 54846 h 1677448"/>
                <a:gd name="csX8" fmla="*/ 1400873 w 1455101"/>
                <a:gd name="csY8" fmla="*/ 54630 h 1677448"/>
                <a:gd name="csX9" fmla="*/ 1400683 w 1455101"/>
                <a:gd name="csY9" fmla="*/ 52356 h 1677448"/>
                <a:gd name="csX10" fmla="*/ 1399286 w 1455101"/>
                <a:gd name="csY10" fmla="*/ 37002 h 1677448"/>
                <a:gd name="csX11" fmla="*/ 1350645 w 1455101"/>
                <a:gd name="csY11" fmla="*/ 14079 h 1677448"/>
                <a:gd name="csX12" fmla="*/ 1276414 w 1455101"/>
                <a:gd name="csY12" fmla="*/ 3912 h 1677448"/>
                <a:gd name="csX13" fmla="*/ 1267460 w 1455101"/>
                <a:gd name="csY13" fmla="*/ 20 h 1677448"/>
                <a:gd name="csX14" fmla="*/ 1252410 w 1455101"/>
                <a:gd name="csY14" fmla="*/ 5100 h 1677448"/>
                <a:gd name="csX15" fmla="*/ 1248791 w 1455101"/>
                <a:gd name="csY15" fmla="*/ 12993 h 1677448"/>
                <a:gd name="csX16" fmla="*/ 1235964 w 1455101"/>
                <a:gd name="csY16" fmla="*/ 17209 h 1677448"/>
                <a:gd name="csX17" fmla="*/ 1234186 w 1455101"/>
                <a:gd name="csY17" fmla="*/ 26080 h 1677448"/>
                <a:gd name="csX18" fmla="*/ 1244473 w 1455101"/>
                <a:gd name="csY18" fmla="*/ 41974 h 1677448"/>
                <a:gd name="csX19" fmla="*/ 1246759 w 1455101"/>
                <a:gd name="csY19" fmla="*/ 49651 h 1677448"/>
                <a:gd name="csX20" fmla="*/ 1254569 w 1455101"/>
                <a:gd name="csY20" fmla="*/ 55925 h 1677448"/>
                <a:gd name="csX21" fmla="*/ 1257935 w 1455101"/>
                <a:gd name="csY21" fmla="*/ 57544 h 1677448"/>
                <a:gd name="csX22" fmla="*/ 1259077 w 1455101"/>
                <a:gd name="csY22" fmla="*/ 75712 h 1677448"/>
                <a:gd name="csX23" fmla="*/ 1237996 w 1455101"/>
                <a:gd name="csY23" fmla="*/ 90964 h 1677448"/>
                <a:gd name="csX24" fmla="*/ 1217613 w 1455101"/>
                <a:gd name="csY24" fmla="*/ 93231 h 1677448"/>
                <a:gd name="csX25" fmla="*/ 1217613 w 1455101"/>
                <a:gd name="csY25" fmla="*/ 93447 h 1677448"/>
                <a:gd name="csX26" fmla="*/ 1222057 w 1455101"/>
                <a:gd name="csY26" fmla="*/ 107614 h 1677448"/>
                <a:gd name="csX27" fmla="*/ 1218628 w 1455101"/>
                <a:gd name="csY27" fmla="*/ 113672 h 1677448"/>
                <a:gd name="csX28" fmla="*/ 1205864 w 1455101"/>
                <a:gd name="csY28" fmla="*/ 117672 h 1677448"/>
                <a:gd name="csX29" fmla="*/ 1190498 w 1455101"/>
                <a:gd name="csY29" fmla="*/ 108478 h 1677448"/>
                <a:gd name="csX30" fmla="*/ 1195324 w 1455101"/>
                <a:gd name="csY30" fmla="*/ 90748 h 1677448"/>
                <a:gd name="csX31" fmla="*/ 1204214 w 1455101"/>
                <a:gd name="csY31" fmla="*/ 87720 h 1677448"/>
                <a:gd name="csX32" fmla="*/ 1193609 w 1455101"/>
                <a:gd name="csY32" fmla="*/ 72143 h 1677448"/>
                <a:gd name="csX33" fmla="*/ 1197864 w 1455101"/>
                <a:gd name="csY33" fmla="*/ 69984 h 1677448"/>
                <a:gd name="csX34" fmla="*/ 1193164 w 1455101"/>
                <a:gd name="csY34" fmla="*/ 64142 h 1677448"/>
                <a:gd name="csX35" fmla="*/ 1134618 w 1455101"/>
                <a:gd name="csY35" fmla="*/ 84151 h 1677448"/>
                <a:gd name="csX36" fmla="*/ 1123505 w 1455101"/>
                <a:gd name="csY36" fmla="*/ 87504 h 1677448"/>
                <a:gd name="csX37" fmla="*/ 1130617 w 1455101"/>
                <a:gd name="csY37" fmla="*/ 90094 h 1677448"/>
                <a:gd name="csX38" fmla="*/ 1130617 w 1455101"/>
                <a:gd name="csY38" fmla="*/ 96368 h 1677448"/>
                <a:gd name="csX39" fmla="*/ 1121283 w 1455101"/>
                <a:gd name="csY39" fmla="*/ 103182 h 1677448"/>
                <a:gd name="csX40" fmla="*/ 1115060 w 1455101"/>
                <a:gd name="csY40" fmla="*/ 103182 h 1677448"/>
                <a:gd name="csX41" fmla="*/ 1101407 w 1455101"/>
                <a:gd name="csY41" fmla="*/ 96908 h 1677448"/>
                <a:gd name="csX42" fmla="*/ 1093152 w 1455101"/>
                <a:gd name="csY42" fmla="*/ 97994 h 1677448"/>
                <a:gd name="csX43" fmla="*/ 1071435 w 1455101"/>
                <a:gd name="csY43" fmla="*/ 95936 h 1677448"/>
                <a:gd name="csX44" fmla="*/ 1064704 w 1455101"/>
                <a:gd name="csY44" fmla="*/ 100261 h 1677448"/>
                <a:gd name="csX45" fmla="*/ 1056830 w 1455101"/>
                <a:gd name="csY45" fmla="*/ 101124 h 1677448"/>
                <a:gd name="csX46" fmla="*/ 1036447 w 1455101"/>
                <a:gd name="csY46" fmla="*/ 116485 h 1677448"/>
                <a:gd name="csX47" fmla="*/ 1030414 w 1455101"/>
                <a:gd name="csY47" fmla="*/ 133351 h 1677448"/>
                <a:gd name="csX48" fmla="*/ 1022794 w 1455101"/>
                <a:gd name="csY48" fmla="*/ 130430 h 1677448"/>
                <a:gd name="csX49" fmla="*/ 1015111 w 1455101"/>
                <a:gd name="csY49" fmla="*/ 120378 h 1677448"/>
                <a:gd name="csX50" fmla="*/ 999871 w 1455101"/>
                <a:gd name="csY50" fmla="*/ 129026 h 1677448"/>
                <a:gd name="csX51" fmla="*/ 970534 w 1455101"/>
                <a:gd name="csY51" fmla="*/ 129566 h 1677448"/>
                <a:gd name="csX52" fmla="*/ 969010 w 1455101"/>
                <a:gd name="csY52" fmla="*/ 126105 h 1677448"/>
                <a:gd name="csX53" fmla="*/ 977900 w 1455101"/>
                <a:gd name="csY53" fmla="*/ 116263 h 1677448"/>
                <a:gd name="csX54" fmla="*/ 995552 w 1455101"/>
                <a:gd name="csY54" fmla="*/ 113564 h 1677448"/>
                <a:gd name="csX55" fmla="*/ 989584 w 1455101"/>
                <a:gd name="csY55" fmla="*/ 93447 h 1677448"/>
                <a:gd name="csX56" fmla="*/ 1001268 w 1455101"/>
                <a:gd name="csY56" fmla="*/ 75172 h 1677448"/>
                <a:gd name="csX57" fmla="*/ 1023493 w 1455101"/>
                <a:gd name="csY57" fmla="*/ 69552 h 1677448"/>
                <a:gd name="csX58" fmla="*/ 1016190 w 1455101"/>
                <a:gd name="csY58" fmla="*/ 65336 h 1677448"/>
                <a:gd name="csX59" fmla="*/ 989076 w 1455101"/>
                <a:gd name="csY59" fmla="*/ 69660 h 1677448"/>
                <a:gd name="csX60" fmla="*/ 916559 w 1455101"/>
                <a:gd name="csY60" fmla="*/ 105347 h 1677448"/>
                <a:gd name="csX61" fmla="*/ 884491 w 1455101"/>
                <a:gd name="csY61" fmla="*/ 109887 h 1677448"/>
                <a:gd name="csX62" fmla="*/ 852233 w 1455101"/>
                <a:gd name="csY62" fmla="*/ 138329 h 1677448"/>
                <a:gd name="csX63" fmla="*/ 811847 w 1455101"/>
                <a:gd name="csY63" fmla="*/ 157684 h 1677448"/>
                <a:gd name="csX64" fmla="*/ 802450 w 1455101"/>
                <a:gd name="csY64" fmla="*/ 161684 h 1677448"/>
                <a:gd name="csX65" fmla="*/ 797687 w 1455101"/>
                <a:gd name="csY65" fmla="*/ 171311 h 1677448"/>
                <a:gd name="csX66" fmla="*/ 769874 w 1455101"/>
                <a:gd name="csY66" fmla="*/ 180607 h 1677448"/>
                <a:gd name="csX67" fmla="*/ 769239 w 1455101"/>
                <a:gd name="csY67" fmla="*/ 191313 h 1677448"/>
                <a:gd name="csX68" fmla="*/ 766001 w 1455101"/>
                <a:gd name="csY68" fmla="*/ 199207 h 1677448"/>
                <a:gd name="csX69" fmla="*/ 764159 w 1455101"/>
                <a:gd name="csY69" fmla="*/ 212618 h 1677448"/>
                <a:gd name="csX70" fmla="*/ 763905 w 1455101"/>
                <a:gd name="csY70" fmla="*/ 223216 h 1677448"/>
                <a:gd name="csX71" fmla="*/ 760476 w 1455101"/>
                <a:gd name="csY71" fmla="*/ 229921 h 1677448"/>
                <a:gd name="csX72" fmla="*/ 754189 w 1455101"/>
                <a:gd name="csY72" fmla="*/ 231864 h 1677448"/>
                <a:gd name="csX73" fmla="*/ 726122 w 1455101"/>
                <a:gd name="csY73" fmla="*/ 236621 h 1677448"/>
                <a:gd name="csX74" fmla="*/ 715201 w 1455101"/>
                <a:gd name="csY74" fmla="*/ 234030 h 1677448"/>
                <a:gd name="csX75" fmla="*/ 707517 w 1455101"/>
                <a:gd name="csY75" fmla="*/ 236621 h 1677448"/>
                <a:gd name="csX76" fmla="*/ 696468 w 1455101"/>
                <a:gd name="csY76" fmla="*/ 235757 h 1677448"/>
                <a:gd name="csX77" fmla="*/ 679704 w 1455101"/>
                <a:gd name="csY77" fmla="*/ 209913 h 1677448"/>
                <a:gd name="csX78" fmla="*/ 658622 w 1455101"/>
                <a:gd name="csY78" fmla="*/ 195746 h 1677448"/>
                <a:gd name="csX79" fmla="*/ 661415 w 1455101"/>
                <a:gd name="csY79" fmla="*/ 184824 h 1677448"/>
                <a:gd name="csX80" fmla="*/ 673417 w 1455101"/>
                <a:gd name="csY80" fmla="*/ 174441 h 1677448"/>
                <a:gd name="csX81" fmla="*/ 695833 w 1455101"/>
                <a:gd name="csY81" fmla="*/ 163735 h 1677448"/>
                <a:gd name="csX82" fmla="*/ 707327 w 1455101"/>
                <a:gd name="csY82" fmla="*/ 158871 h 1677448"/>
                <a:gd name="csX83" fmla="*/ 724217 w 1455101"/>
                <a:gd name="csY83" fmla="*/ 155303 h 1677448"/>
                <a:gd name="csX84" fmla="*/ 718248 w 1455101"/>
                <a:gd name="csY84" fmla="*/ 138761 h 1677448"/>
                <a:gd name="csX85" fmla="*/ 715772 w 1455101"/>
                <a:gd name="csY85" fmla="*/ 131731 h 1677448"/>
                <a:gd name="csX86" fmla="*/ 701675 w 1455101"/>
                <a:gd name="csY86" fmla="*/ 120486 h 1677448"/>
                <a:gd name="csX87" fmla="*/ 697039 w 1455101"/>
                <a:gd name="csY87" fmla="*/ 115615 h 1677448"/>
                <a:gd name="csX88" fmla="*/ 691705 w 1455101"/>
                <a:gd name="csY88" fmla="*/ 105995 h 1677448"/>
                <a:gd name="csX89" fmla="*/ 667067 w 1455101"/>
                <a:gd name="csY89" fmla="*/ 99073 h 1677448"/>
                <a:gd name="csX90" fmla="*/ 623506 w 1455101"/>
                <a:gd name="csY90" fmla="*/ 101340 h 1677448"/>
                <a:gd name="csX91" fmla="*/ 606679 w 1455101"/>
                <a:gd name="csY91" fmla="*/ 92152 h 1677448"/>
                <a:gd name="csX92" fmla="*/ 598297 w 1455101"/>
                <a:gd name="csY92" fmla="*/ 92152 h 1677448"/>
                <a:gd name="csX93" fmla="*/ 631571 w 1455101"/>
                <a:gd name="csY93" fmla="*/ 127515 h 1677448"/>
                <a:gd name="csX94" fmla="*/ 629031 w 1455101"/>
                <a:gd name="csY94" fmla="*/ 162872 h 1677448"/>
                <a:gd name="csX95" fmla="*/ 621157 w 1455101"/>
                <a:gd name="csY95" fmla="*/ 210668 h 1677448"/>
                <a:gd name="csX96" fmla="*/ 631571 w 1455101"/>
                <a:gd name="csY96" fmla="*/ 214561 h 1677448"/>
                <a:gd name="csX97" fmla="*/ 641286 w 1455101"/>
                <a:gd name="csY97" fmla="*/ 234462 h 1677448"/>
                <a:gd name="csX98" fmla="*/ 638683 w 1455101"/>
                <a:gd name="csY98" fmla="*/ 242031 h 1677448"/>
                <a:gd name="csX99" fmla="*/ 639763 w 1455101"/>
                <a:gd name="csY99" fmla="*/ 245168 h 1677448"/>
                <a:gd name="csX100" fmla="*/ 627888 w 1455101"/>
                <a:gd name="csY100" fmla="*/ 278905 h 1677448"/>
                <a:gd name="csX101" fmla="*/ 630238 w 1455101"/>
                <a:gd name="csY101" fmla="*/ 284525 h 1677448"/>
                <a:gd name="csX102" fmla="*/ 624713 w 1455101"/>
                <a:gd name="csY102" fmla="*/ 288094 h 1677448"/>
                <a:gd name="csX103" fmla="*/ 613918 w 1455101"/>
                <a:gd name="csY103" fmla="*/ 280309 h 1677448"/>
                <a:gd name="csX104" fmla="*/ 605027 w 1455101"/>
                <a:gd name="csY104" fmla="*/ 279553 h 1677448"/>
                <a:gd name="csX105" fmla="*/ 606234 w 1455101"/>
                <a:gd name="csY105" fmla="*/ 271768 h 1677448"/>
                <a:gd name="csX106" fmla="*/ 590740 w 1455101"/>
                <a:gd name="csY106" fmla="*/ 264631 h 1677448"/>
                <a:gd name="csX107" fmla="*/ 581406 w 1455101"/>
                <a:gd name="csY107" fmla="*/ 266688 h 1677448"/>
                <a:gd name="csX108" fmla="*/ 561403 w 1455101"/>
                <a:gd name="csY108" fmla="*/ 259443 h 1677448"/>
                <a:gd name="csX109" fmla="*/ 550926 w 1455101"/>
                <a:gd name="csY109" fmla="*/ 261925 h 1677448"/>
                <a:gd name="csX110" fmla="*/ 527621 w 1455101"/>
                <a:gd name="csY110" fmla="*/ 286151 h 1677448"/>
                <a:gd name="csX111" fmla="*/ 499046 w 1455101"/>
                <a:gd name="csY111" fmla="*/ 296641 h 1677448"/>
                <a:gd name="csX112" fmla="*/ 488252 w 1455101"/>
                <a:gd name="csY112" fmla="*/ 308319 h 1677448"/>
                <a:gd name="csX113" fmla="*/ 464883 w 1455101"/>
                <a:gd name="csY113" fmla="*/ 323349 h 1677448"/>
                <a:gd name="csX114" fmla="*/ 464629 w 1455101"/>
                <a:gd name="csY114" fmla="*/ 337732 h 1677448"/>
                <a:gd name="csX115" fmla="*/ 480314 w 1455101"/>
                <a:gd name="csY115" fmla="*/ 360008 h 1677448"/>
                <a:gd name="csX116" fmla="*/ 485775 w 1455101"/>
                <a:gd name="csY116" fmla="*/ 364332 h 1677448"/>
                <a:gd name="csX117" fmla="*/ 489076 w 1455101"/>
                <a:gd name="csY117" fmla="*/ 376772 h 1677448"/>
                <a:gd name="csX118" fmla="*/ 472630 w 1455101"/>
                <a:gd name="csY118" fmla="*/ 376340 h 1677448"/>
                <a:gd name="csX119" fmla="*/ 462280 w 1455101"/>
                <a:gd name="csY119" fmla="*/ 388233 h 1677448"/>
                <a:gd name="csX120" fmla="*/ 450786 w 1455101"/>
                <a:gd name="csY120" fmla="*/ 387255 h 1677448"/>
                <a:gd name="csX121" fmla="*/ 411797 w 1455101"/>
                <a:gd name="csY121" fmla="*/ 374714 h 1677448"/>
                <a:gd name="csX122" fmla="*/ 406971 w 1455101"/>
                <a:gd name="csY122" fmla="*/ 378499 h 1677448"/>
                <a:gd name="csX123" fmla="*/ 400812 w 1455101"/>
                <a:gd name="csY123" fmla="*/ 377419 h 1677448"/>
                <a:gd name="csX124" fmla="*/ 403606 w 1455101"/>
                <a:gd name="csY124" fmla="*/ 372663 h 1677448"/>
                <a:gd name="csX125" fmla="*/ 405638 w 1455101"/>
                <a:gd name="csY125" fmla="*/ 367253 h 1677448"/>
                <a:gd name="csX126" fmla="*/ 387985 w 1455101"/>
                <a:gd name="csY126" fmla="*/ 359900 h 1677448"/>
                <a:gd name="csX127" fmla="*/ 386270 w 1455101"/>
                <a:gd name="csY127" fmla="*/ 356439 h 1677448"/>
                <a:gd name="csX128" fmla="*/ 369189 w 1455101"/>
                <a:gd name="csY128" fmla="*/ 348762 h 1677448"/>
                <a:gd name="csX129" fmla="*/ 355219 w 1455101"/>
                <a:gd name="csY129" fmla="*/ 352654 h 1677448"/>
                <a:gd name="csX130" fmla="*/ 355219 w 1455101"/>
                <a:gd name="csY130" fmla="*/ 356115 h 1677448"/>
                <a:gd name="csX131" fmla="*/ 344932 w 1455101"/>
                <a:gd name="csY131" fmla="*/ 362821 h 1677448"/>
                <a:gd name="csX132" fmla="*/ 342202 w 1455101"/>
                <a:gd name="csY132" fmla="*/ 365087 h 1677448"/>
                <a:gd name="csX133" fmla="*/ 346583 w 1455101"/>
                <a:gd name="csY133" fmla="*/ 377635 h 1677448"/>
                <a:gd name="csX134" fmla="*/ 354013 w 1455101"/>
                <a:gd name="csY134" fmla="*/ 381960 h 1677448"/>
                <a:gd name="csX135" fmla="*/ 374269 w 1455101"/>
                <a:gd name="csY135" fmla="*/ 400775 h 1677448"/>
                <a:gd name="csX136" fmla="*/ 391160 w 1455101"/>
                <a:gd name="csY136" fmla="*/ 397638 h 1677448"/>
                <a:gd name="csX137" fmla="*/ 398526 w 1455101"/>
                <a:gd name="csY137" fmla="*/ 407804 h 1677448"/>
                <a:gd name="csX138" fmla="*/ 397319 w 1455101"/>
                <a:gd name="csY138" fmla="*/ 415157 h 1677448"/>
                <a:gd name="csX139" fmla="*/ 397954 w 1455101"/>
                <a:gd name="csY139" fmla="*/ 429864 h 1677448"/>
                <a:gd name="csX140" fmla="*/ 382905 w 1455101"/>
                <a:gd name="csY140" fmla="*/ 436785 h 1677448"/>
                <a:gd name="csX141" fmla="*/ 376555 w 1455101"/>
                <a:gd name="csY141" fmla="*/ 440030 h 1677448"/>
                <a:gd name="csX142" fmla="*/ 362712 w 1455101"/>
                <a:gd name="csY142" fmla="*/ 432569 h 1677448"/>
                <a:gd name="csX143" fmla="*/ 336614 w 1455101"/>
                <a:gd name="csY143" fmla="*/ 427375 h 1677448"/>
                <a:gd name="csX144" fmla="*/ 331851 w 1455101"/>
                <a:gd name="csY144" fmla="*/ 416891 h 1677448"/>
                <a:gd name="csX145" fmla="*/ 320357 w 1455101"/>
                <a:gd name="csY145" fmla="*/ 409099 h 1677448"/>
                <a:gd name="csX146" fmla="*/ 316166 w 1455101"/>
                <a:gd name="csY146" fmla="*/ 402724 h 1677448"/>
                <a:gd name="csX147" fmla="*/ 297307 w 1455101"/>
                <a:gd name="csY147" fmla="*/ 404235 h 1677448"/>
                <a:gd name="csX148" fmla="*/ 294577 w 1455101"/>
                <a:gd name="csY148" fmla="*/ 401314 h 1677448"/>
                <a:gd name="csX149" fmla="*/ 282067 w 1455101"/>
                <a:gd name="csY149" fmla="*/ 388557 h 1677448"/>
                <a:gd name="csX150" fmla="*/ 283210 w 1455101"/>
                <a:gd name="csY150" fmla="*/ 381312 h 1677448"/>
                <a:gd name="csX151" fmla="*/ 281305 w 1455101"/>
                <a:gd name="csY151" fmla="*/ 373635 h 1677448"/>
                <a:gd name="csX152" fmla="*/ 281813 w 1455101"/>
                <a:gd name="csY152" fmla="*/ 372549 h 1677448"/>
                <a:gd name="csX153" fmla="*/ 282067 w 1455101"/>
                <a:gd name="csY153" fmla="*/ 366173 h 1677448"/>
                <a:gd name="csX154" fmla="*/ 269049 w 1455101"/>
                <a:gd name="csY154" fmla="*/ 344006 h 1677448"/>
                <a:gd name="csX155" fmla="*/ 263525 w 1455101"/>
                <a:gd name="csY155" fmla="*/ 338379 h 1677448"/>
                <a:gd name="csX156" fmla="*/ 264922 w 1455101"/>
                <a:gd name="csY156" fmla="*/ 331782 h 1677448"/>
                <a:gd name="csX157" fmla="*/ 273939 w 1455101"/>
                <a:gd name="csY157" fmla="*/ 324752 h 1677448"/>
                <a:gd name="csX158" fmla="*/ 276415 w 1455101"/>
                <a:gd name="csY158" fmla="*/ 308534 h 1677448"/>
                <a:gd name="csX159" fmla="*/ 280733 w 1455101"/>
                <a:gd name="csY159" fmla="*/ 311455 h 1677448"/>
                <a:gd name="csX160" fmla="*/ 284099 w 1455101"/>
                <a:gd name="csY160" fmla="*/ 305613 h 1677448"/>
                <a:gd name="csX161" fmla="*/ 272224 w 1455101"/>
                <a:gd name="csY161" fmla="*/ 291123 h 1677448"/>
                <a:gd name="csX162" fmla="*/ 247205 w 1455101"/>
                <a:gd name="csY162" fmla="*/ 274797 h 1677448"/>
                <a:gd name="csX163" fmla="*/ 233045 w 1455101"/>
                <a:gd name="csY163" fmla="*/ 267120 h 1677448"/>
                <a:gd name="csX164" fmla="*/ 231965 w 1455101"/>
                <a:gd name="csY164" fmla="*/ 261386 h 1677448"/>
                <a:gd name="csX165" fmla="*/ 221742 w 1455101"/>
                <a:gd name="csY165" fmla="*/ 258681 h 1677448"/>
                <a:gd name="csX166" fmla="*/ 221869 w 1455101"/>
                <a:gd name="csY166" fmla="*/ 254572 h 1677448"/>
                <a:gd name="csX167" fmla="*/ 221424 w 1455101"/>
                <a:gd name="csY167" fmla="*/ 250464 h 1677448"/>
                <a:gd name="csX168" fmla="*/ 195770 w 1455101"/>
                <a:gd name="csY168" fmla="*/ 235649 h 1677448"/>
                <a:gd name="csX169" fmla="*/ 193484 w 1455101"/>
                <a:gd name="csY169" fmla="*/ 228836 h 1677448"/>
                <a:gd name="csX170" fmla="*/ 188722 w 1455101"/>
                <a:gd name="csY170" fmla="*/ 223324 h 1677448"/>
                <a:gd name="csX171" fmla="*/ 183896 w 1455101"/>
                <a:gd name="csY171" fmla="*/ 215539 h 1677448"/>
                <a:gd name="csX172" fmla="*/ 185927 w 1455101"/>
                <a:gd name="csY172" fmla="*/ 212186 h 1677448"/>
                <a:gd name="csX173" fmla="*/ 203136 w 1455101"/>
                <a:gd name="csY173" fmla="*/ 220079 h 1677448"/>
                <a:gd name="csX174" fmla="*/ 209296 w 1455101"/>
                <a:gd name="csY174" fmla="*/ 230785 h 1677448"/>
                <a:gd name="csX175" fmla="*/ 227584 w 1455101"/>
                <a:gd name="csY175" fmla="*/ 241383 h 1677448"/>
                <a:gd name="csX176" fmla="*/ 231965 w 1455101"/>
                <a:gd name="csY176" fmla="*/ 239002 h 1677448"/>
                <a:gd name="csX177" fmla="*/ 250761 w 1455101"/>
                <a:gd name="csY177" fmla="*/ 245708 h 1677448"/>
                <a:gd name="csX178" fmla="*/ 265176 w 1455101"/>
                <a:gd name="csY178" fmla="*/ 250787 h 1677448"/>
                <a:gd name="csX179" fmla="*/ 265176 w 1455101"/>
                <a:gd name="csY179" fmla="*/ 251111 h 1677448"/>
                <a:gd name="csX180" fmla="*/ 280226 w 1455101"/>
                <a:gd name="csY180" fmla="*/ 252305 h 1677448"/>
                <a:gd name="csX181" fmla="*/ 303402 w 1455101"/>
                <a:gd name="csY181" fmla="*/ 264307 h 1677448"/>
                <a:gd name="csX182" fmla="*/ 365061 w 1455101"/>
                <a:gd name="csY182" fmla="*/ 275337 h 1677448"/>
                <a:gd name="csX183" fmla="*/ 392557 w 1455101"/>
                <a:gd name="csY183" fmla="*/ 285395 h 1677448"/>
                <a:gd name="csX184" fmla="*/ 422973 w 1455101"/>
                <a:gd name="csY184" fmla="*/ 285827 h 1677448"/>
                <a:gd name="csX185" fmla="*/ 470153 w 1455101"/>
                <a:gd name="csY185" fmla="*/ 274797 h 1677448"/>
                <a:gd name="csX186" fmla="*/ 522033 w 1455101"/>
                <a:gd name="csY186" fmla="*/ 227648 h 1677448"/>
                <a:gd name="csX187" fmla="*/ 520953 w 1455101"/>
                <a:gd name="csY187" fmla="*/ 207862 h 1677448"/>
                <a:gd name="csX188" fmla="*/ 514667 w 1455101"/>
                <a:gd name="csY188" fmla="*/ 200286 h 1677448"/>
                <a:gd name="csX189" fmla="*/ 515493 w 1455101"/>
                <a:gd name="csY189" fmla="*/ 196717 h 1677448"/>
                <a:gd name="csX190" fmla="*/ 513334 w 1455101"/>
                <a:gd name="csY190" fmla="*/ 188716 h 1677448"/>
                <a:gd name="csX191" fmla="*/ 508698 w 1455101"/>
                <a:gd name="csY191" fmla="*/ 168822 h 1677448"/>
                <a:gd name="csX192" fmla="*/ 496126 w 1455101"/>
                <a:gd name="csY192" fmla="*/ 159843 h 1677448"/>
                <a:gd name="csX193" fmla="*/ 493458 w 1455101"/>
                <a:gd name="csY193" fmla="*/ 163088 h 1677448"/>
                <a:gd name="csX194" fmla="*/ 490538 w 1455101"/>
                <a:gd name="csY194" fmla="*/ 165469 h 1677448"/>
                <a:gd name="csX195" fmla="*/ 485077 w 1455101"/>
                <a:gd name="csY195" fmla="*/ 162548 h 1677448"/>
                <a:gd name="csX196" fmla="*/ 487616 w 1455101"/>
                <a:gd name="csY196" fmla="*/ 155950 h 1677448"/>
                <a:gd name="csX197" fmla="*/ 477520 w 1455101"/>
                <a:gd name="csY197" fmla="*/ 148489 h 1677448"/>
                <a:gd name="csX198" fmla="*/ 472630 w 1455101"/>
                <a:gd name="csY198" fmla="*/ 143301 h 1677448"/>
                <a:gd name="csX199" fmla="*/ 466027 w 1455101"/>
                <a:gd name="csY199" fmla="*/ 136380 h 1677448"/>
                <a:gd name="csX200" fmla="*/ 466027 w 1455101"/>
                <a:gd name="csY200" fmla="*/ 138107 h 1677448"/>
                <a:gd name="csX201" fmla="*/ 405447 w 1455101"/>
                <a:gd name="csY201" fmla="*/ 108694 h 1677448"/>
                <a:gd name="csX202" fmla="*/ 389064 w 1455101"/>
                <a:gd name="csY202" fmla="*/ 92800 h 1677448"/>
                <a:gd name="csX203" fmla="*/ 332803 w 1455101"/>
                <a:gd name="csY203" fmla="*/ 56897 h 1677448"/>
                <a:gd name="csX204" fmla="*/ 294513 w 1455101"/>
                <a:gd name="csY204" fmla="*/ 48356 h 1677448"/>
                <a:gd name="csX205" fmla="*/ 291655 w 1455101"/>
                <a:gd name="csY205" fmla="*/ 50521 h 1677448"/>
                <a:gd name="csX206" fmla="*/ 268097 w 1455101"/>
                <a:gd name="csY206" fmla="*/ 44463 h 1677448"/>
                <a:gd name="csX207" fmla="*/ 263651 w 1455101"/>
                <a:gd name="csY207" fmla="*/ 37434 h 1677448"/>
                <a:gd name="csX208" fmla="*/ 250253 w 1455101"/>
                <a:gd name="csY208" fmla="*/ 37650 h 1677448"/>
                <a:gd name="csX209" fmla="*/ 231584 w 1455101"/>
                <a:gd name="csY209" fmla="*/ 46191 h 1677448"/>
                <a:gd name="csX210" fmla="*/ 231203 w 1455101"/>
                <a:gd name="csY210" fmla="*/ 47492 h 1677448"/>
                <a:gd name="csX211" fmla="*/ 227838 w 1455101"/>
                <a:gd name="csY211" fmla="*/ 48356 h 1677448"/>
                <a:gd name="csX212" fmla="*/ 226314 w 1455101"/>
                <a:gd name="csY212" fmla="*/ 40679 h 1677448"/>
                <a:gd name="csX213" fmla="*/ 226758 w 1455101"/>
                <a:gd name="csY213" fmla="*/ 32894 h 1677448"/>
                <a:gd name="csX214" fmla="*/ 192341 w 1455101"/>
                <a:gd name="csY214" fmla="*/ 29001 h 1677448"/>
                <a:gd name="csX215" fmla="*/ 184086 w 1455101"/>
                <a:gd name="csY215" fmla="*/ 23051 h 1677448"/>
                <a:gd name="csX216" fmla="*/ 173799 w 1455101"/>
                <a:gd name="csY216" fmla="*/ 17209 h 1677448"/>
                <a:gd name="csX217" fmla="*/ 173482 w 1455101"/>
                <a:gd name="csY217" fmla="*/ 7265 h 1677448"/>
                <a:gd name="csX218" fmla="*/ 163322 w 1455101"/>
                <a:gd name="csY218" fmla="*/ 3588 h 1677448"/>
                <a:gd name="csX219" fmla="*/ 161925 w 1455101"/>
                <a:gd name="csY219" fmla="*/ 13101 h 1677448"/>
                <a:gd name="csX220" fmla="*/ 152400 w 1455101"/>
                <a:gd name="csY220" fmla="*/ 12021 h 1677448"/>
                <a:gd name="csX221" fmla="*/ 140398 w 1455101"/>
                <a:gd name="csY221" fmla="*/ 4344 h 1677448"/>
                <a:gd name="csX222" fmla="*/ 131190 w 1455101"/>
                <a:gd name="csY222" fmla="*/ 2718 h 1677448"/>
                <a:gd name="csX223" fmla="*/ 128460 w 1455101"/>
                <a:gd name="csY223" fmla="*/ 32462 h 1677448"/>
                <a:gd name="csX224" fmla="*/ 107061 w 1455101"/>
                <a:gd name="csY224" fmla="*/ 30728 h 1677448"/>
                <a:gd name="csX225" fmla="*/ 70993 w 1455101"/>
                <a:gd name="csY225" fmla="*/ 75280 h 1677448"/>
                <a:gd name="csX226" fmla="*/ 59055 w 1455101"/>
                <a:gd name="csY226" fmla="*/ 67927 h 1677448"/>
                <a:gd name="csX227" fmla="*/ 41973 w 1455101"/>
                <a:gd name="csY227" fmla="*/ 85446 h 1677448"/>
                <a:gd name="csX228" fmla="*/ 52260 w 1455101"/>
                <a:gd name="csY228" fmla="*/ 96476 h 1677448"/>
                <a:gd name="csX229" fmla="*/ 40005 w 1455101"/>
                <a:gd name="csY229" fmla="*/ 112700 h 1677448"/>
                <a:gd name="csX230" fmla="*/ 49974 w 1455101"/>
                <a:gd name="csY230" fmla="*/ 138215 h 1677448"/>
                <a:gd name="csX231" fmla="*/ 76073 w 1455101"/>
                <a:gd name="csY231" fmla="*/ 146438 h 1677448"/>
                <a:gd name="csX232" fmla="*/ 82359 w 1455101"/>
                <a:gd name="csY232" fmla="*/ 162440 h 1677448"/>
                <a:gd name="csX233" fmla="*/ 99251 w 1455101"/>
                <a:gd name="csY233" fmla="*/ 175095 h 1677448"/>
                <a:gd name="csX234" fmla="*/ 94234 w 1455101"/>
                <a:gd name="csY234" fmla="*/ 193587 h 1677448"/>
                <a:gd name="csX235" fmla="*/ 62674 w 1455101"/>
                <a:gd name="csY235" fmla="*/ 236189 h 1677448"/>
                <a:gd name="csX236" fmla="*/ 104775 w 1455101"/>
                <a:gd name="csY236" fmla="*/ 318809 h 1677448"/>
                <a:gd name="csX237" fmla="*/ 85153 w 1455101"/>
                <a:gd name="csY237" fmla="*/ 324213 h 1677448"/>
                <a:gd name="csX238" fmla="*/ 91249 w 1455101"/>
                <a:gd name="csY238" fmla="*/ 350597 h 1677448"/>
                <a:gd name="csX239" fmla="*/ 81407 w 1455101"/>
                <a:gd name="csY239" fmla="*/ 359036 h 1677448"/>
                <a:gd name="csX240" fmla="*/ 86233 w 1455101"/>
                <a:gd name="csY240" fmla="*/ 372009 h 1677448"/>
                <a:gd name="csX241" fmla="*/ 101726 w 1455101"/>
                <a:gd name="csY241" fmla="*/ 375794 h 1677448"/>
                <a:gd name="csX242" fmla="*/ 106616 w 1455101"/>
                <a:gd name="csY242" fmla="*/ 391586 h 1677448"/>
                <a:gd name="csX243" fmla="*/ 97155 w 1455101"/>
                <a:gd name="csY243" fmla="*/ 396990 h 1677448"/>
                <a:gd name="csX244" fmla="*/ 102615 w 1455101"/>
                <a:gd name="csY244" fmla="*/ 409430 h 1677448"/>
                <a:gd name="csX245" fmla="*/ 116014 w 1455101"/>
                <a:gd name="csY245" fmla="*/ 412668 h 1677448"/>
                <a:gd name="csX246" fmla="*/ 122936 w 1455101"/>
                <a:gd name="csY246" fmla="*/ 430512 h 1677448"/>
                <a:gd name="csX247" fmla="*/ 97727 w 1455101"/>
                <a:gd name="csY247" fmla="*/ 451060 h 1677448"/>
                <a:gd name="csX248" fmla="*/ 156527 w 1455101"/>
                <a:gd name="csY248" fmla="*/ 497885 h 1677448"/>
                <a:gd name="csX249" fmla="*/ 144145 w 1455101"/>
                <a:gd name="csY249" fmla="*/ 527838 h 1677448"/>
                <a:gd name="csX250" fmla="*/ 80327 w 1455101"/>
                <a:gd name="csY250" fmla="*/ 591852 h 1677448"/>
                <a:gd name="csX251" fmla="*/ 21527 w 1455101"/>
                <a:gd name="csY251" fmla="*/ 645059 h 1677448"/>
                <a:gd name="csX252" fmla="*/ 47498 w 1455101"/>
                <a:gd name="csY252" fmla="*/ 636518 h 1677448"/>
                <a:gd name="csX253" fmla="*/ 47498 w 1455101"/>
                <a:gd name="csY253" fmla="*/ 640951 h 1677448"/>
                <a:gd name="csX254" fmla="*/ 44894 w 1455101"/>
                <a:gd name="csY254" fmla="*/ 648736 h 1677448"/>
                <a:gd name="csX255" fmla="*/ 65341 w 1455101"/>
                <a:gd name="csY255" fmla="*/ 665716 h 1677448"/>
                <a:gd name="csX256" fmla="*/ 81152 w 1455101"/>
                <a:gd name="csY256" fmla="*/ 664306 h 1677448"/>
                <a:gd name="csX257" fmla="*/ 93916 w 1455101"/>
                <a:gd name="csY257" fmla="*/ 665823 h 1677448"/>
                <a:gd name="csX258" fmla="*/ 98678 w 1455101"/>
                <a:gd name="csY258" fmla="*/ 672955 h 1677448"/>
                <a:gd name="csX259" fmla="*/ 104013 w 1455101"/>
                <a:gd name="csY259" fmla="*/ 677717 h 1677448"/>
                <a:gd name="csX260" fmla="*/ 105601 w 1455101"/>
                <a:gd name="csY260" fmla="*/ 684315 h 1677448"/>
                <a:gd name="csX261" fmla="*/ 101282 w 1455101"/>
                <a:gd name="csY261" fmla="*/ 686906 h 1677448"/>
                <a:gd name="csX262" fmla="*/ 70865 w 1455101"/>
                <a:gd name="csY262" fmla="*/ 677285 h 1677448"/>
                <a:gd name="csX263" fmla="*/ 65595 w 1455101"/>
                <a:gd name="csY263" fmla="*/ 677501 h 1677448"/>
                <a:gd name="csX264" fmla="*/ 63500 w 1455101"/>
                <a:gd name="csY264" fmla="*/ 683445 h 1677448"/>
                <a:gd name="csX265" fmla="*/ 61023 w 1455101"/>
                <a:gd name="csY265" fmla="*/ 688315 h 1677448"/>
                <a:gd name="csX266" fmla="*/ 54737 w 1455101"/>
                <a:gd name="csY266" fmla="*/ 690690 h 1677448"/>
                <a:gd name="csX267" fmla="*/ 41021 w 1455101"/>
                <a:gd name="csY267" fmla="*/ 690150 h 1677448"/>
                <a:gd name="csX268" fmla="*/ 36258 w 1455101"/>
                <a:gd name="csY268" fmla="*/ 697504 h 1677448"/>
                <a:gd name="csX269" fmla="*/ 31242 w 1455101"/>
                <a:gd name="csY269" fmla="*/ 693827 h 1677448"/>
                <a:gd name="csX270" fmla="*/ 30861 w 1455101"/>
                <a:gd name="csY270" fmla="*/ 692424 h 1677448"/>
                <a:gd name="csX271" fmla="*/ 24638 w 1455101"/>
                <a:gd name="csY271" fmla="*/ 699129 h 1677448"/>
                <a:gd name="csX272" fmla="*/ 26098 w 1455101"/>
                <a:gd name="csY272" fmla="*/ 705943 h 1677448"/>
                <a:gd name="csX273" fmla="*/ 21717 w 1455101"/>
                <a:gd name="csY273" fmla="*/ 714052 h 1677448"/>
                <a:gd name="csX274" fmla="*/ 4445 w 1455101"/>
                <a:gd name="csY274" fmla="*/ 787369 h 1677448"/>
                <a:gd name="csX275" fmla="*/ 21082 w 1455101"/>
                <a:gd name="csY275" fmla="*/ 812020 h 1677448"/>
                <a:gd name="csX276" fmla="*/ 0 w 1455101"/>
                <a:gd name="csY276" fmla="*/ 835057 h 1677448"/>
                <a:gd name="csX277" fmla="*/ 17716 w 1455101"/>
                <a:gd name="csY277" fmla="*/ 845763 h 1677448"/>
                <a:gd name="csX278" fmla="*/ 10287 w 1455101"/>
                <a:gd name="csY278" fmla="*/ 870090 h 1677448"/>
                <a:gd name="csX279" fmla="*/ 30289 w 1455101"/>
                <a:gd name="csY279" fmla="*/ 895287 h 1677448"/>
                <a:gd name="csX280" fmla="*/ 28575 w 1455101"/>
                <a:gd name="csY280" fmla="*/ 912051 h 1677448"/>
                <a:gd name="csX281" fmla="*/ 51815 w 1455101"/>
                <a:gd name="csY281" fmla="*/ 924484 h 1677448"/>
                <a:gd name="csX282" fmla="*/ 73596 w 1455101"/>
                <a:gd name="csY282" fmla="*/ 920700 h 1677448"/>
                <a:gd name="csX283" fmla="*/ 76517 w 1455101"/>
                <a:gd name="csY283" fmla="*/ 937464 h 1677448"/>
                <a:gd name="csX284" fmla="*/ 108203 w 1455101"/>
                <a:gd name="csY284" fmla="*/ 929355 h 1677448"/>
                <a:gd name="csX285" fmla="*/ 133540 w 1455101"/>
                <a:gd name="csY285" fmla="*/ 946113 h 1677448"/>
                <a:gd name="csX286" fmla="*/ 127571 w 1455101"/>
                <a:gd name="csY286" fmla="*/ 961791 h 1677448"/>
                <a:gd name="csX287" fmla="*/ 136017 w 1455101"/>
                <a:gd name="csY287" fmla="*/ 972605 h 1677448"/>
                <a:gd name="csX288" fmla="*/ 129857 w 1455101"/>
                <a:gd name="csY288" fmla="*/ 986340 h 1677448"/>
                <a:gd name="csX289" fmla="*/ 141795 w 1455101"/>
                <a:gd name="csY289" fmla="*/ 996182 h 1677448"/>
                <a:gd name="csX290" fmla="*/ 138302 w 1455101"/>
                <a:gd name="csY290" fmla="*/ 1007428 h 1677448"/>
                <a:gd name="csX291" fmla="*/ 167005 w 1455101"/>
                <a:gd name="csY291" fmla="*/ 1031107 h 1677448"/>
                <a:gd name="csX292" fmla="*/ 163195 w 1455101"/>
                <a:gd name="csY292" fmla="*/ 1045706 h 1677448"/>
                <a:gd name="csX293" fmla="*/ 190055 w 1455101"/>
                <a:gd name="csY293" fmla="*/ 1050361 h 1677448"/>
                <a:gd name="csX294" fmla="*/ 199707 w 1455101"/>
                <a:gd name="csY294" fmla="*/ 1071658 h 1677448"/>
                <a:gd name="csX295" fmla="*/ 178815 w 1455101"/>
                <a:gd name="csY295" fmla="*/ 1085717 h 1677448"/>
                <a:gd name="csX296" fmla="*/ 154114 w 1455101"/>
                <a:gd name="csY296" fmla="*/ 1077500 h 1677448"/>
                <a:gd name="csX297" fmla="*/ 146114 w 1455101"/>
                <a:gd name="csY297" fmla="*/ 1088314 h 1677448"/>
                <a:gd name="csX298" fmla="*/ 156845 w 1455101"/>
                <a:gd name="csY298" fmla="*/ 1102049 h 1677448"/>
                <a:gd name="csX299" fmla="*/ 162433 w 1455101"/>
                <a:gd name="csY299" fmla="*/ 1139464 h 1677448"/>
                <a:gd name="csX300" fmla="*/ 182563 w 1455101"/>
                <a:gd name="csY300" fmla="*/ 1141299 h 1677448"/>
                <a:gd name="csX301" fmla="*/ 187451 w 1455101"/>
                <a:gd name="csY301" fmla="*/ 1127894 h 1677448"/>
                <a:gd name="csX302" fmla="*/ 209296 w 1455101"/>
                <a:gd name="csY302" fmla="*/ 1131571 h 1677448"/>
                <a:gd name="csX303" fmla="*/ 220472 w 1455101"/>
                <a:gd name="csY303" fmla="*/ 1123893 h 1677448"/>
                <a:gd name="csX304" fmla="*/ 241998 w 1455101"/>
                <a:gd name="csY304" fmla="*/ 1125944 h 1677448"/>
                <a:gd name="csX305" fmla="*/ 263525 w 1455101"/>
                <a:gd name="csY305" fmla="*/ 1158818 h 1677448"/>
                <a:gd name="csX306" fmla="*/ 250889 w 1455101"/>
                <a:gd name="csY306" fmla="*/ 1163689 h 1677448"/>
                <a:gd name="csX307" fmla="*/ 256413 w 1455101"/>
                <a:gd name="csY307" fmla="*/ 1187152 h 1677448"/>
                <a:gd name="csX308" fmla="*/ 289814 w 1455101"/>
                <a:gd name="csY308" fmla="*/ 1188771 h 1677448"/>
                <a:gd name="csX309" fmla="*/ 302514 w 1455101"/>
                <a:gd name="csY309" fmla="*/ 1212133 h 1677448"/>
                <a:gd name="csX310" fmla="*/ 298196 w 1455101"/>
                <a:gd name="csY310" fmla="*/ 1222293 h 1677448"/>
                <a:gd name="csX311" fmla="*/ 309752 w 1455101"/>
                <a:gd name="csY311" fmla="*/ 1236784 h 1677448"/>
                <a:gd name="csX312" fmla="*/ 323850 w 1455101"/>
                <a:gd name="csY312" fmla="*/ 1230085 h 1677448"/>
                <a:gd name="csX313" fmla="*/ 346456 w 1455101"/>
                <a:gd name="csY313" fmla="*/ 1242302 h 1677448"/>
                <a:gd name="csX314" fmla="*/ 354330 w 1455101"/>
                <a:gd name="csY314" fmla="*/ 1235272 h 1677448"/>
                <a:gd name="csX315" fmla="*/ 375221 w 1455101"/>
                <a:gd name="csY315" fmla="*/ 1229761 h 1677448"/>
                <a:gd name="csX316" fmla="*/ 397890 w 1455101"/>
                <a:gd name="csY316" fmla="*/ 1257548 h 1677448"/>
                <a:gd name="csX317" fmla="*/ 407924 w 1455101"/>
                <a:gd name="csY317" fmla="*/ 1249331 h 1677448"/>
                <a:gd name="csX318" fmla="*/ 431419 w 1455101"/>
                <a:gd name="csY318" fmla="*/ 1262412 h 1677448"/>
                <a:gd name="csX319" fmla="*/ 444309 w 1455101"/>
                <a:gd name="csY319" fmla="*/ 1261765 h 1677448"/>
                <a:gd name="csX320" fmla="*/ 464185 w 1455101"/>
                <a:gd name="csY320" fmla="*/ 1275824 h 1677448"/>
                <a:gd name="csX321" fmla="*/ 476758 w 1455101"/>
                <a:gd name="csY321" fmla="*/ 1275068 h 1677448"/>
                <a:gd name="csX322" fmla="*/ 478091 w 1455101"/>
                <a:gd name="csY322" fmla="*/ 1293667 h 1677448"/>
                <a:gd name="csX323" fmla="*/ 460946 w 1455101"/>
                <a:gd name="csY323" fmla="*/ 1303833 h 1677448"/>
                <a:gd name="csX324" fmla="*/ 463867 w 1455101"/>
                <a:gd name="csY324" fmla="*/ 1310101 h 1677448"/>
                <a:gd name="csX325" fmla="*/ 474154 w 1455101"/>
                <a:gd name="csY325" fmla="*/ 1314324 h 1677448"/>
                <a:gd name="csX326" fmla="*/ 459677 w 1455101"/>
                <a:gd name="csY326" fmla="*/ 1327621 h 1677448"/>
                <a:gd name="csX327" fmla="*/ 471551 w 1455101"/>
                <a:gd name="csY327" fmla="*/ 1345896 h 1677448"/>
                <a:gd name="csX328" fmla="*/ 462914 w 1455101"/>
                <a:gd name="csY328" fmla="*/ 1367308 h 1677448"/>
                <a:gd name="csX329" fmla="*/ 427863 w 1455101"/>
                <a:gd name="csY329" fmla="*/ 1366660 h 1677448"/>
                <a:gd name="csX330" fmla="*/ 423608 w 1455101"/>
                <a:gd name="csY330" fmla="*/ 1376827 h 1677448"/>
                <a:gd name="csX331" fmla="*/ 409130 w 1455101"/>
                <a:gd name="csY331" fmla="*/ 1379964 h 1677448"/>
                <a:gd name="csX332" fmla="*/ 404685 w 1455101"/>
                <a:gd name="csY332" fmla="*/ 1401477 h 1677448"/>
                <a:gd name="csX333" fmla="*/ 432943 w 1455101"/>
                <a:gd name="csY333" fmla="*/ 1396289 h 1677448"/>
                <a:gd name="csX334" fmla="*/ 446214 w 1455101"/>
                <a:gd name="csY334" fmla="*/ 1396937 h 1677448"/>
                <a:gd name="csX335" fmla="*/ 444309 w 1455101"/>
                <a:gd name="csY335" fmla="*/ 1406024 h 1677448"/>
                <a:gd name="csX336" fmla="*/ 441134 w 1455101"/>
                <a:gd name="csY336" fmla="*/ 1406024 h 1677448"/>
                <a:gd name="csX337" fmla="*/ 432689 w 1455101"/>
                <a:gd name="csY337" fmla="*/ 1410672 h 1677448"/>
                <a:gd name="csX338" fmla="*/ 419862 w 1455101"/>
                <a:gd name="csY338" fmla="*/ 1413269 h 1677448"/>
                <a:gd name="csX339" fmla="*/ 416496 w 1455101"/>
                <a:gd name="csY339" fmla="*/ 1420191 h 1677448"/>
                <a:gd name="csX340" fmla="*/ 418020 w 1455101"/>
                <a:gd name="csY340" fmla="*/ 1420731 h 1677448"/>
                <a:gd name="csX341" fmla="*/ 412876 w 1455101"/>
                <a:gd name="csY341" fmla="*/ 1429055 h 1677448"/>
                <a:gd name="csX342" fmla="*/ 390589 w 1455101"/>
                <a:gd name="csY342" fmla="*/ 1427322 h 1677448"/>
                <a:gd name="csX343" fmla="*/ 398843 w 1455101"/>
                <a:gd name="csY343" fmla="*/ 1438790 h 1677448"/>
                <a:gd name="csX344" fmla="*/ 403161 w 1455101"/>
                <a:gd name="csY344" fmla="*/ 1438898 h 1677448"/>
                <a:gd name="csX345" fmla="*/ 416814 w 1455101"/>
                <a:gd name="csY345" fmla="*/ 1448950 h 1677448"/>
                <a:gd name="csX346" fmla="*/ 418973 w 1455101"/>
                <a:gd name="csY346" fmla="*/ 1455656 h 1677448"/>
                <a:gd name="csX347" fmla="*/ 415607 w 1455101"/>
                <a:gd name="csY347" fmla="*/ 1457389 h 1677448"/>
                <a:gd name="csX348" fmla="*/ 408877 w 1455101"/>
                <a:gd name="csY348" fmla="*/ 1453712 h 1677448"/>
                <a:gd name="csX349" fmla="*/ 399605 w 1455101"/>
                <a:gd name="csY349" fmla="*/ 1454684 h 1677448"/>
                <a:gd name="csX350" fmla="*/ 393319 w 1455101"/>
                <a:gd name="csY350" fmla="*/ 1465606 h 1677448"/>
                <a:gd name="csX351" fmla="*/ 387667 w 1455101"/>
                <a:gd name="csY351" fmla="*/ 1470902 h 1677448"/>
                <a:gd name="csX352" fmla="*/ 378460 w 1455101"/>
                <a:gd name="csY352" fmla="*/ 1485609 h 1677448"/>
                <a:gd name="csX353" fmla="*/ 365951 w 1455101"/>
                <a:gd name="csY353" fmla="*/ 1486263 h 1677448"/>
                <a:gd name="csX354" fmla="*/ 357060 w 1455101"/>
                <a:gd name="csY354" fmla="*/ 1483018 h 1677448"/>
                <a:gd name="csX355" fmla="*/ 356298 w 1455101"/>
                <a:gd name="csY355" fmla="*/ 1488098 h 1677448"/>
                <a:gd name="csX356" fmla="*/ 356870 w 1455101"/>
                <a:gd name="csY356" fmla="*/ 1488314 h 1677448"/>
                <a:gd name="csX357" fmla="*/ 347663 w 1455101"/>
                <a:gd name="csY357" fmla="*/ 1496207 h 1677448"/>
                <a:gd name="csX358" fmla="*/ 362267 w 1455101"/>
                <a:gd name="csY358" fmla="*/ 1495775 h 1677448"/>
                <a:gd name="csX359" fmla="*/ 365823 w 1455101"/>
                <a:gd name="csY359" fmla="*/ 1498696 h 1677448"/>
                <a:gd name="csX360" fmla="*/ 373316 w 1455101"/>
                <a:gd name="csY360" fmla="*/ 1507561 h 1677448"/>
                <a:gd name="csX361" fmla="*/ 381064 w 1455101"/>
                <a:gd name="csY361" fmla="*/ 1517403 h 1677448"/>
                <a:gd name="csX362" fmla="*/ 390715 w 1455101"/>
                <a:gd name="csY362" fmla="*/ 1516324 h 1677448"/>
                <a:gd name="csX363" fmla="*/ 400685 w 1455101"/>
                <a:gd name="csY363" fmla="*/ 1524648 h 1677448"/>
                <a:gd name="csX364" fmla="*/ 410210 w 1455101"/>
                <a:gd name="csY364" fmla="*/ 1530382 h 1677448"/>
                <a:gd name="csX365" fmla="*/ 430657 w 1455101"/>
                <a:gd name="csY365" fmla="*/ 1537304 h 1677448"/>
                <a:gd name="csX366" fmla="*/ 467677 w 1455101"/>
                <a:gd name="csY366" fmla="*/ 1572553 h 1677448"/>
                <a:gd name="csX367" fmla="*/ 474599 w 1455101"/>
                <a:gd name="csY367" fmla="*/ 1576553 h 1677448"/>
                <a:gd name="csX368" fmla="*/ 483235 w 1455101"/>
                <a:gd name="csY368" fmla="*/ 1567041 h 1677448"/>
                <a:gd name="csX369" fmla="*/ 543433 w 1455101"/>
                <a:gd name="csY369" fmla="*/ 1586936 h 1677448"/>
                <a:gd name="csX370" fmla="*/ 578421 w 1455101"/>
                <a:gd name="csY370" fmla="*/ 1585424 h 1677448"/>
                <a:gd name="csX371" fmla="*/ 619951 w 1455101"/>
                <a:gd name="csY371" fmla="*/ 1614945 h 1677448"/>
                <a:gd name="csX372" fmla="*/ 652652 w 1455101"/>
                <a:gd name="csY372" fmla="*/ 1606830 h 1677448"/>
                <a:gd name="csX373" fmla="*/ 687641 w 1455101"/>
                <a:gd name="csY373" fmla="*/ 1618622 h 1677448"/>
                <a:gd name="csX374" fmla="*/ 686117 w 1455101"/>
                <a:gd name="csY374" fmla="*/ 1632567 h 1677448"/>
                <a:gd name="csX375" fmla="*/ 732218 w 1455101"/>
                <a:gd name="csY375" fmla="*/ 1651712 h 1677448"/>
                <a:gd name="csX376" fmla="*/ 769302 w 1455101"/>
                <a:gd name="csY376" fmla="*/ 1677448 h 1677448"/>
                <a:gd name="csX377" fmla="*/ 799084 w 1455101"/>
                <a:gd name="csY377" fmla="*/ 1651712 h 1677448"/>
                <a:gd name="csX378" fmla="*/ 796417 w 1455101"/>
                <a:gd name="csY378" fmla="*/ 1648359 h 1677448"/>
                <a:gd name="csX379" fmla="*/ 785749 w 1455101"/>
                <a:gd name="csY379" fmla="*/ 1642193 h 1677448"/>
                <a:gd name="csX380" fmla="*/ 766064 w 1455101"/>
                <a:gd name="csY380" fmla="*/ 1612672 h 1677448"/>
                <a:gd name="csX381" fmla="*/ 762826 w 1455101"/>
                <a:gd name="csY381" fmla="*/ 1603699 h 1677448"/>
                <a:gd name="csX382" fmla="*/ 753745 w 1455101"/>
                <a:gd name="csY382" fmla="*/ 1591260 h 1677448"/>
                <a:gd name="csX383" fmla="*/ 756031 w 1455101"/>
                <a:gd name="csY383" fmla="*/ 1582287 h 1677448"/>
                <a:gd name="csX384" fmla="*/ 754380 w 1455101"/>
                <a:gd name="csY384" fmla="*/ 1574826 h 1677448"/>
                <a:gd name="csX385" fmla="*/ 763905 w 1455101"/>
                <a:gd name="csY385" fmla="*/ 1549305 h 1677448"/>
                <a:gd name="csX386" fmla="*/ 756983 w 1455101"/>
                <a:gd name="csY386" fmla="*/ 1553738 h 1677448"/>
                <a:gd name="csX387" fmla="*/ 753173 w 1455101"/>
                <a:gd name="csY387" fmla="*/ 1553306 h 1677448"/>
                <a:gd name="csX388" fmla="*/ 747140 w 1455101"/>
                <a:gd name="csY388" fmla="*/ 1542276 h 1677448"/>
                <a:gd name="csX389" fmla="*/ 737933 w 1455101"/>
                <a:gd name="csY389" fmla="*/ 1536002 h 1677448"/>
                <a:gd name="csX390" fmla="*/ 732409 w 1455101"/>
                <a:gd name="csY390" fmla="*/ 1532757 h 1677448"/>
                <a:gd name="csX391" fmla="*/ 727646 w 1455101"/>
                <a:gd name="csY391" fmla="*/ 1531462 h 1677448"/>
                <a:gd name="csX392" fmla="*/ 726250 w 1455101"/>
                <a:gd name="csY392" fmla="*/ 1521080 h 1677448"/>
                <a:gd name="csX393" fmla="*/ 739775 w 1455101"/>
                <a:gd name="csY393" fmla="*/ 1511453 h 1677448"/>
                <a:gd name="csX394" fmla="*/ 739965 w 1455101"/>
                <a:gd name="csY394" fmla="*/ 1511453 h 1677448"/>
                <a:gd name="csX395" fmla="*/ 748220 w 1455101"/>
                <a:gd name="csY395" fmla="*/ 1495127 h 1677448"/>
                <a:gd name="csX396" fmla="*/ 756539 w 1455101"/>
                <a:gd name="csY396" fmla="*/ 1475772 h 1677448"/>
                <a:gd name="csX397" fmla="*/ 759777 w 1455101"/>
                <a:gd name="csY397" fmla="*/ 1472096 h 1677448"/>
                <a:gd name="csX398" fmla="*/ 765873 w 1455101"/>
                <a:gd name="csY398" fmla="*/ 1477068 h 1677448"/>
                <a:gd name="csX399" fmla="*/ 771080 w 1455101"/>
                <a:gd name="csY399" fmla="*/ 1478687 h 1677448"/>
                <a:gd name="csX400" fmla="*/ 774636 w 1455101"/>
                <a:gd name="csY400" fmla="*/ 1473499 h 1677448"/>
                <a:gd name="csX401" fmla="*/ 788797 w 1455101"/>
                <a:gd name="csY401" fmla="*/ 1471448 h 1677448"/>
                <a:gd name="csX402" fmla="*/ 792352 w 1455101"/>
                <a:gd name="csY402" fmla="*/ 1462469 h 1677448"/>
                <a:gd name="csX403" fmla="*/ 797242 w 1455101"/>
                <a:gd name="csY403" fmla="*/ 1467549 h 1677448"/>
                <a:gd name="csX404" fmla="*/ 799211 w 1455101"/>
                <a:gd name="csY404" fmla="*/ 1473931 h 1677448"/>
                <a:gd name="csX405" fmla="*/ 803846 w 1455101"/>
                <a:gd name="csY405" fmla="*/ 1471118 h 1677448"/>
                <a:gd name="csX406" fmla="*/ 806767 w 1455101"/>
                <a:gd name="csY406" fmla="*/ 1456735 h 1677448"/>
                <a:gd name="csX407" fmla="*/ 808482 w 1455101"/>
                <a:gd name="csY407" fmla="*/ 1450899 h 1677448"/>
                <a:gd name="csX408" fmla="*/ 808736 w 1455101"/>
                <a:gd name="csY408" fmla="*/ 1450684 h 1677448"/>
                <a:gd name="csX409" fmla="*/ 810577 w 1455101"/>
                <a:gd name="csY409" fmla="*/ 1449820 h 1677448"/>
                <a:gd name="csX410" fmla="*/ 789686 w 1455101"/>
                <a:gd name="csY410" fmla="*/ 1427322 h 1677448"/>
                <a:gd name="csX411" fmla="*/ 807529 w 1455101"/>
                <a:gd name="csY411" fmla="*/ 1414349 h 1677448"/>
                <a:gd name="csX412" fmla="*/ 774319 w 1455101"/>
                <a:gd name="csY412" fmla="*/ 1369042 h 1677448"/>
                <a:gd name="csX413" fmla="*/ 746061 w 1455101"/>
                <a:gd name="csY413" fmla="*/ 1369042 h 1677448"/>
                <a:gd name="csX414" fmla="*/ 716725 w 1455101"/>
                <a:gd name="csY414" fmla="*/ 1332275 h 1677448"/>
                <a:gd name="csX415" fmla="*/ 735202 w 1455101"/>
                <a:gd name="csY415" fmla="*/ 1299071 h 1677448"/>
                <a:gd name="csX416" fmla="*/ 727646 w 1455101"/>
                <a:gd name="csY416" fmla="*/ 1271823 h 1677448"/>
                <a:gd name="csX417" fmla="*/ 756983 w 1455101"/>
                <a:gd name="csY417" fmla="*/ 1228027 h 1677448"/>
                <a:gd name="csX418" fmla="*/ 785240 w 1455101"/>
                <a:gd name="csY418" fmla="*/ 1263606 h 1677448"/>
                <a:gd name="csX419" fmla="*/ 804799 w 1455101"/>
                <a:gd name="csY419" fmla="*/ 1252900 h 1677448"/>
                <a:gd name="csX420" fmla="*/ 800481 w 1455101"/>
                <a:gd name="csY420" fmla="*/ 1220890 h 1677448"/>
                <a:gd name="csX421" fmla="*/ 878650 w 1455101"/>
                <a:gd name="csY421" fmla="*/ 1160444 h 1677448"/>
                <a:gd name="csX422" fmla="*/ 938402 w 1455101"/>
                <a:gd name="csY422" fmla="*/ 1159250 h 1677448"/>
                <a:gd name="csX423" fmla="*/ 997267 w 1455101"/>
                <a:gd name="csY423" fmla="*/ 1194398 h 1677448"/>
                <a:gd name="csX424" fmla="*/ 998347 w 1455101"/>
                <a:gd name="csY424" fmla="*/ 1216889 h 1677448"/>
                <a:gd name="csX425" fmla="*/ 1023048 w 1455101"/>
                <a:gd name="csY425" fmla="*/ 1225646 h 1677448"/>
                <a:gd name="csX426" fmla="*/ 1028446 w 1455101"/>
                <a:gd name="csY426" fmla="*/ 1203154 h 1677448"/>
                <a:gd name="csX427" fmla="*/ 1063180 w 1455101"/>
                <a:gd name="csY427" fmla="*/ 1223271 h 1677448"/>
                <a:gd name="csX428" fmla="*/ 1090358 w 1455101"/>
                <a:gd name="csY428" fmla="*/ 1196017 h 1677448"/>
                <a:gd name="csX429" fmla="*/ 1164145 w 1455101"/>
                <a:gd name="csY429" fmla="*/ 1193642 h 1677448"/>
                <a:gd name="csX430" fmla="*/ 1203262 w 1455101"/>
                <a:gd name="csY430" fmla="*/ 1223271 h 1677448"/>
                <a:gd name="csX431" fmla="*/ 1273301 w 1455101"/>
                <a:gd name="csY431" fmla="*/ 1211047 h 1677448"/>
                <a:gd name="csX432" fmla="*/ 1284224 w 1455101"/>
                <a:gd name="csY432" fmla="*/ 1181850 h 1677448"/>
                <a:gd name="csX433" fmla="*/ 1220788 w 1455101"/>
                <a:gd name="csY433" fmla="*/ 1145083 h 1677448"/>
                <a:gd name="csX434" fmla="*/ 1232662 w 1455101"/>
                <a:gd name="csY434" fmla="*/ 1119131 h 1677448"/>
                <a:gd name="csX435" fmla="*/ 1201927 w 1455101"/>
                <a:gd name="csY435" fmla="*/ 1110482 h 1677448"/>
                <a:gd name="csX436" fmla="*/ 1189038 w 1455101"/>
                <a:gd name="csY436" fmla="*/ 1129945 h 1677448"/>
                <a:gd name="csX437" fmla="*/ 1172210 w 1455101"/>
                <a:gd name="csY437" fmla="*/ 1114807 h 1677448"/>
                <a:gd name="csX438" fmla="*/ 1180084 w 1455101"/>
                <a:gd name="csY438" fmla="*/ 1041274 h 1677448"/>
                <a:gd name="csX439" fmla="*/ 1210818 w 1455101"/>
                <a:gd name="csY439" fmla="*/ 1026135 h 1677448"/>
                <a:gd name="csX440" fmla="*/ 1216787 w 1455101"/>
                <a:gd name="csY440" fmla="*/ 980720 h 1677448"/>
                <a:gd name="csX441" fmla="*/ 1144460 w 1455101"/>
                <a:gd name="csY441" fmla="*/ 1010997 h 1677448"/>
                <a:gd name="csX442" fmla="*/ 1113727 w 1455101"/>
                <a:gd name="csY442" fmla="*/ 972065 h 1677448"/>
                <a:gd name="csX443" fmla="*/ 1145477 w 1455101"/>
                <a:gd name="csY443" fmla="*/ 950437 h 1677448"/>
                <a:gd name="csX444" fmla="*/ 1155319 w 1455101"/>
                <a:gd name="csY444" fmla="*/ 977475 h 1677448"/>
                <a:gd name="csX445" fmla="*/ 1206817 w 1455101"/>
                <a:gd name="csY445" fmla="*/ 939623 h 1677448"/>
                <a:gd name="csX446" fmla="*/ 1193292 w 1455101"/>
                <a:gd name="csY446" fmla="*/ 908051 h 1677448"/>
                <a:gd name="csX447" fmla="*/ 1128585 w 1455101"/>
                <a:gd name="csY447" fmla="*/ 905777 h 1677448"/>
                <a:gd name="csX448" fmla="*/ 1116202 w 1455101"/>
                <a:gd name="csY448" fmla="*/ 870522 h 1677448"/>
                <a:gd name="csX449" fmla="*/ 1151318 w 1455101"/>
                <a:gd name="csY449" fmla="*/ 857765 h 1677448"/>
                <a:gd name="csX450" fmla="*/ 1146429 w 1455101"/>
                <a:gd name="csY450" fmla="*/ 820243 h 1677448"/>
                <a:gd name="csX451" fmla="*/ 1168526 w 1455101"/>
                <a:gd name="csY451" fmla="*/ 826294 h 1677448"/>
                <a:gd name="csX452" fmla="*/ 1178877 w 1455101"/>
                <a:gd name="csY452" fmla="*/ 812020 h 1677448"/>
                <a:gd name="csX453" fmla="*/ 1169924 w 1455101"/>
                <a:gd name="csY453" fmla="*/ 794722 h 1677448"/>
                <a:gd name="csX454" fmla="*/ 1178115 w 1455101"/>
                <a:gd name="csY454" fmla="*/ 782714 h 1677448"/>
                <a:gd name="csX455" fmla="*/ 1193292 w 1455101"/>
                <a:gd name="csY455" fmla="*/ 782714 h 1677448"/>
                <a:gd name="csX456" fmla="*/ 1201483 w 1455101"/>
                <a:gd name="csY456" fmla="*/ 758711 h 1677448"/>
                <a:gd name="csX457" fmla="*/ 1187767 w 1455101"/>
                <a:gd name="csY457" fmla="*/ 747465 h 1677448"/>
                <a:gd name="csX458" fmla="*/ 1188402 w 1455101"/>
                <a:gd name="csY458" fmla="*/ 726485 h 1677448"/>
                <a:gd name="csX459" fmla="*/ 1160145 w 1455101"/>
                <a:gd name="csY459" fmla="*/ 701936 h 1677448"/>
                <a:gd name="csX460" fmla="*/ 1200214 w 1455101"/>
                <a:gd name="csY460" fmla="*/ 633057 h 1677448"/>
                <a:gd name="csX461" fmla="*/ 1191323 w 1455101"/>
                <a:gd name="csY461" fmla="*/ 583635 h 1677448"/>
                <a:gd name="csX462" fmla="*/ 1205547 w 1455101"/>
                <a:gd name="csY462" fmla="*/ 523622 h 1677448"/>
                <a:gd name="csX463" fmla="*/ 1189927 w 1455101"/>
                <a:gd name="csY463" fmla="*/ 484690 h 1677448"/>
                <a:gd name="csX464" fmla="*/ 1214818 w 1455101"/>
                <a:gd name="csY464" fmla="*/ 420675 h 1677448"/>
                <a:gd name="csX465" fmla="*/ 1200848 w 1455101"/>
                <a:gd name="csY465" fmla="*/ 388233 h 1677448"/>
                <a:gd name="csX466" fmla="*/ 1228217 w 1455101"/>
                <a:gd name="csY466" fmla="*/ 351575 h 1677448"/>
                <a:gd name="csX467" fmla="*/ 1247394 w 1455101"/>
                <a:gd name="csY467" fmla="*/ 365634 h 1677448"/>
                <a:gd name="csX468" fmla="*/ 1287780 w 1455101"/>
                <a:gd name="csY468" fmla="*/ 320320 h 1677448"/>
                <a:gd name="csX469" fmla="*/ 1326007 w 1455101"/>
                <a:gd name="csY469" fmla="*/ 304642 h 1677448"/>
                <a:gd name="csX470" fmla="*/ 1343089 w 1455101"/>
                <a:gd name="csY470" fmla="*/ 270580 h 1677448"/>
                <a:gd name="csX471" fmla="*/ 1409954 w 1455101"/>
                <a:gd name="csY471" fmla="*/ 238138 h 1677448"/>
                <a:gd name="csX472" fmla="*/ 1415161 w 1455101"/>
                <a:gd name="csY472" fmla="*/ 215431 h 1677448"/>
                <a:gd name="csX473" fmla="*/ 1447673 w 1455101"/>
                <a:gd name="csY473" fmla="*/ 190126 h 1677448"/>
                <a:gd name="csX474" fmla="*/ 1440688 w 1455101"/>
                <a:gd name="csY474" fmla="*/ 181147 h 1677448"/>
                <a:gd name="csX475" fmla="*/ 1454594 w 1455101"/>
                <a:gd name="csY475" fmla="*/ 173470 h 1677448"/>
                <a:gd name="csX476" fmla="*/ 1455102 w 1455101"/>
                <a:gd name="csY476" fmla="*/ 174334 h 1677448"/>
                <a:gd name="csX477" fmla="*/ 207899 w 1455101"/>
                <a:gd name="csY477" fmla="*/ 639433 h 1677448"/>
                <a:gd name="csX478" fmla="*/ 206057 w 1455101"/>
                <a:gd name="csY478" fmla="*/ 643656 h 1677448"/>
                <a:gd name="csX479" fmla="*/ 199327 w 1455101"/>
                <a:gd name="csY479" fmla="*/ 644951 h 1677448"/>
                <a:gd name="csX480" fmla="*/ 191643 w 1455101"/>
                <a:gd name="csY480" fmla="*/ 666795 h 1677448"/>
                <a:gd name="csX481" fmla="*/ 180657 w 1455101"/>
                <a:gd name="csY481" fmla="*/ 666471 h 1677448"/>
                <a:gd name="csX482" fmla="*/ 174434 w 1455101"/>
                <a:gd name="csY482" fmla="*/ 662471 h 1677448"/>
                <a:gd name="csX483" fmla="*/ 166560 w 1455101"/>
                <a:gd name="csY483" fmla="*/ 662147 h 1677448"/>
                <a:gd name="csX484" fmla="*/ 156083 w 1455101"/>
                <a:gd name="csY484" fmla="*/ 675660 h 1677448"/>
                <a:gd name="csX485" fmla="*/ 153670 w 1455101"/>
                <a:gd name="csY485" fmla="*/ 682257 h 1677448"/>
                <a:gd name="csX486" fmla="*/ 140144 w 1455101"/>
                <a:gd name="csY486" fmla="*/ 677501 h 1677448"/>
                <a:gd name="csX487" fmla="*/ 137795 w 1455101"/>
                <a:gd name="csY487" fmla="*/ 664414 h 1677448"/>
                <a:gd name="csX488" fmla="*/ 123571 w 1455101"/>
                <a:gd name="csY488" fmla="*/ 642030 h 1677448"/>
                <a:gd name="csX489" fmla="*/ 118618 w 1455101"/>
                <a:gd name="csY489" fmla="*/ 636410 h 1677448"/>
                <a:gd name="csX490" fmla="*/ 118618 w 1455101"/>
                <a:gd name="csY490" fmla="*/ 629489 h 1677448"/>
                <a:gd name="csX491" fmla="*/ 102298 w 1455101"/>
                <a:gd name="csY491" fmla="*/ 601911 h 1677448"/>
                <a:gd name="csX492" fmla="*/ 108331 w 1455101"/>
                <a:gd name="csY492" fmla="*/ 590557 h 1677448"/>
                <a:gd name="csX493" fmla="*/ 111061 w 1455101"/>
                <a:gd name="csY493" fmla="*/ 583096 h 1677448"/>
                <a:gd name="csX494" fmla="*/ 121729 w 1455101"/>
                <a:gd name="csY494" fmla="*/ 580607 h 1677448"/>
                <a:gd name="csX495" fmla="*/ 127190 w 1455101"/>
                <a:gd name="csY495" fmla="*/ 571526 h 1677448"/>
                <a:gd name="csX496" fmla="*/ 130428 w 1455101"/>
                <a:gd name="csY496" fmla="*/ 566878 h 1677448"/>
                <a:gd name="csX497" fmla="*/ 137858 w 1455101"/>
                <a:gd name="csY497" fmla="*/ 572821 h 1677448"/>
                <a:gd name="csX498" fmla="*/ 142748 w 1455101"/>
                <a:gd name="csY498" fmla="*/ 579527 h 1677448"/>
                <a:gd name="csX499" fmla="*/ 153035 w 1455101"/>
                <a:gd name="csY499" fmla="*/ 582124 h 1677448"/>
                <a:gd name="csX500" fmla="*/ 161989 w 1455101"/>
                <a:gd name="csY500" fmla="*/ 597910 h 1677448"/>
                <a:gd name="csX501" fmla="*/ 193167 w 1455101"/>
                <a:gd name="csY501" fmla="*/ 607861 h 1677448"/>
                <a:gd name="csX502" fmla="*/ 207772 w 1455101"/>
                <a:gd name="csY502" fmla="*/ 639433 h 1677448"/>
                <a:gd name="csX503" fmla="*/ 207899 w 1455101"/>
                <a:gd name="csY503" fmla="*/ 639433 h 1677448"/>
                <a:gd name="csX504" fmla="*/ 258127 w 1455101"/>
                <a:gd name="csY504" fmla="*/ 447060 h 1677448"/>
                <a:gd name="csX505" fmla="*/ 263017 w 1455101"/>
                <a:gd name="csY505" fmla="*/ 435274 h 1677448"/>
                <a:gd name="csX506" fmla="*/ 273812 w 1455101"/>
                <a:gd name="csY506" fmla="*/ 440030 h 1677448"/>
                <a:gd name="csX507" fmla="*/ 289306 w 1455101"/>
                <a:gd name="csY507" fmla="*/ 456356 h 1677448"/>
                <a:gd name="csX508" fmla="*/ 301434 w 1455101"/>
                <a:gd name="csY508" fmla="*/ 462306 h 1677448"/>
                <a:gd name="csX509" fmla="*/ 302704 w 1455101"/>
                <a:gd name="csY509" fmla="*/ 466630 h 1677448"/>
                <a:gd name="csX510" fmla="*/ 281749 w 1455101"/>
                <a:gd name="csY510" fmla="*/ 471933 h 1677448"/>
                <a:gd name="csX511" fmla="*/ 276542 w 1455101"/>
                <a:gd name="csY511" fmla="*/ 477984 h 1677448"/>
                <a:gd name="csX512" fmla="*/ 258127 w 1455101"/>
                <a:gd name="csY512" fmla="*/ 447060 h 1677448"/>
                <a:gd name="csX513" fmla="*/ 338201 w 1455101"/>
                <a:gd name="csY513" fmla="*/ 603314 h 1677448"/>
                <a:gd name="csX514" fmla="*/ 316166 w 1455101"/>
                <a:gd name="csY514" fmla="*/ 627863 h 1677448"/>
                <a:gd name="csX515" fmla="*/ 304102 w 1455101"/>
                <a:gd name="csY515" fmla="*/ 623431 h 1677448"/>
                <a:gd name="csX516" fmla="*/ 306070 w 1455101"/>
                <a:gd name="csY516" fmla="*/ 604616 h 1677448"/>
                <a:gd name="csX517" fmla="*/ 292862 w 1455101"/>
                <a:gd name="csY517" fmla="*/ 590125 h 1677448"/>
                <a:gd name="csX518" fmla="*/ 274065 w 1455101"/>
                <a:gd name="csY518" fmla="*/ 584391 h 1677448"/>
                <a:gd name="csX519" fmla="*/ 260286 w 1455101"/>
                <a:gd name="csY519" fmla="*/ 564820 h 1677448"/>
                <a:gd name="csX520" fmla="*/ 272605 w 1455101"/>
                <a:gd name="csY520" fmla="*/ 550546 h 1677448"/>
                <a:gd name="csX521" fmla="*/ 268922 w 1455101"/>
                <a:gd name="csY521" fmla="*/ 534760 h 1677448"/>
                <a:gd name="csX522" fmla="*/ 273176 w 1455101"/>
                <a:gd name="csY522" fmla="*/ 530219 h 1677448"/>
                <a:gd name="csX523" fmla="*/ 288671 w 1455101"/>
                <a:gd name="csY523" fmla="*/ 545466 h 1677448"/>
                <a:gd name="csX524" fmla="*/ 301307 w 1455101"/>
                <a:gd name="csY524" fmla="*/ 542653 h 1677448"/>
                <a:gd name="csX525" fmla="*/ 302704 w 1455101"/>
                <a:gd name="csY525" fmla="*/ 526651 h 1677448"/>
                <a:gd name="csX526" fmla="*/ 312927 w 1455101"/>
                <a:gd name="csY526" fmla="*/ 531299 h 1677448"/>
                <a:gd name="csX527" fmla="*/ 314389 w 1455101"/>
                <a:gd name="csY527" fmla="*/ 560064 h 1677448"/>
                <a:gd name="csX528" fmla="*/ 338138 w 1455101"/>
                <a:gd name="csY528" fmla="*/ 603098 h 1677448"/>
                <a:gd name="csX529" fmla="*/ 338201 w 1455101"/>
                <a:gd name="csY529" fmla="*/ 603314 h 1677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</a:cxnLst>
              <a:rect l="l" t="t" r="r" b="b"/>
              <a:pathLst>
                <a:path w="1455101" h="1677448">
                  <a:moveTo>
                    <a:pt x="1455102" y="174334"/>
                  </a:moveTo>
                  <a:lnTo>
                    <a:pt x="1445260" y="157036"/>
                  </a:lnTo>
                  <a:lnTo>
                    <a:pt x="1423924" y="157036"/>
                  </a:lnTo>
                  <a:lnTo>
                    <a:pt x="1418527" y="133243"/>
                  </a:lnTo>
                  <a:lnTo>
                    <a:pt x="1432369" y="108801"/>
                  </a:lnTo>
                  <a:lnTo>
                    <a:pt x="1421447" y="90310"/>
                  </a:lnTo>
                  <a:lnTo>
                    <a:pt x="1392745" y="85554"/>
                  </a:lnTo>
                  <a:lnTo>
                    <a:pt x="1400873" y="54846"/>
                  </a:lnTo>
                  <a:lnTo>
                    <a:pt x="1400873" y="54630"/>
                  </a:lnTo>
                  <a:cubicBezTo>
                    <a:pt x="1400873" y="54090"/>
                    <a:pt x="1400556" y="53328"/>
                    <a:pt x="1400683" y="52356"/>
                  </a:cubicBezTo>
                  <a:cubicBezTo>
                    <a:pt x="1400683" y="47384"/>
                    <a:pt x="1404112" y="39383"/>
                    <a:pt x="1399286" y="37002"/>
                  </a:cubicBezTo>
                  <a:cubicBezTo>
                    <a:pt x="1355851" y="15374"/>
                    <a:pt x="1355407" y="14618"/>
                    <a:pt x="1350645" y="14079"/>
                  </a:cubicBezTo>
                  <a:cubicBezTo>
                    <a:pt x="1279144" y="5963"/>
                    <a:pt x="1280541" y="6833"/>
                    <a:pt x="1276414" y="3912"/>
                  </a:cubicBezTo>
                  <a:cubicBezTo>
                    <a:pt x="1275652" y="3480"/>
                    <a:pt x="1271841" y="-304"/>
                    <a:pt x="1267460" y="20"/>
                  </a:cubicBezTo>
                  <a:cubicBezTo>
                    <a:pt x="1260601" y="1315"/>
                    <a:pt x="1252601" y="-1282"/>
                    <a:pt x="1252410" y="5100"/>
                  </a:cubicBezTo>
                  <a:cubicBezTo>
                    <a:pt x="1252156" y="6179"/>
                    <a:pt x="1253363" y="12561"/>
                    <a:pt x="1248791" y="12993"/>
                  </a:cubicBezTo>
                  <a:cubicBezTo>
                    <a:pt x="1244790" y="13863"/>
                    <a:pt x="1239202" y="12453"/>
                    <a:pt x="1235964" y="17209"/>
                  </a:cubicBezTo>
                  <a:cubicBezTo>
                    <a:pt x="1235710" y="17863"/>
                    <a:pt x="1231519" y="21972"/>
                    <a:pt x="1234186" y="26080"/>
                  </a:cubicBezTo>
                  <a:lnTo>
                    <a:pt x="1244473" y="41974"/>
                  </a:lnTo>
                  <a:cubicBezTo>
                    <a:pt x="1246632" y="45219"/>
                    <a:pt x="1246886" y="50299"/>
                    <a:pt x="1246759" y="49651"/>
                  </a:cubicBezTo>
                  <a:cubicBezTo>
                    <a:pt x="1246950" y="54630"/>
                    <a:pt x="1251331" y="58954"/>
                    <a:pt x="1254569" y="55925"/>
                  </a:cubicBezTo>
                  <a:cubicBezTo>
                    <a:pt x="1255839" y="54738"/>
                    <a:pt x="1257364" y="55385"/>
                    <a:pt x="1257935" y="57544"/>
                  </a:cubicBezTo>
                  <a:cubicBezTo>
                    <a:pt x="1259014" y="64574"/>
                    <a:pt x="1263396" y="71927"/>
                    <a:pt x="1259077" y="75712"/>
                  </a:cubicBezTo>
                  <a:cubicBezTo>
                    <a:pt x="1244473" y="88367"/>
                    <a:pt x="1242504" y="91288"/>
                    <a:pt x="1237996" y="90964"/>
                  </a:cubicBezTo>
                  <a:cubicBezTo>
                    <a:pt x="1222756" y="89986"/>
                    <a:pt x="1219898" y="88907"/>
                    <a:pt x="1217613" y="93231"/>
                  </a:cubicBezTo>
                  <a:lnTo>
                    <a:pt x="1217613" y="93447"/>
                  </a:lnTo>
                  <a:cubicBezTo>
                    <a:pt x="1214310" y="99613"/>
                    <a:pt x="1222756" y="99829"/>
                    <a:pt x="1222057" y="107614"/>
                  </a:cubicBezTo>
                  <a:cubicBezTo>
                    <a:pt x="1221867" y="108262"/>
                    <a:pt x="1221739" y="112046"/>
                    <a:pt x="1218628" y="113672"/>
                  </a:cubicBezTo>
                  <a:cubicBezTo>
                    <a:pt x="1212152" y="117133"/>
                    <a:pt x="1209612" y="118860"/>
                    <a:pt x="1205864" y="117672"/>
                  </a:cubicBezTo>
                  <a:cubicBezTo>
                    <a:pt x="1197927" y="114104"/>
                    <a:pt x="1189927" y="114967"/>
                    <a:pt x="1190498" y="108478"/>
                  </a:cubicBezTo>
                  <a:cubicBezTo>
                    <a:pt x="1191895" y="100261"/>
                    <a:pt x="1190053" y="90634"/>
                    <a:pt x="1195324" y="90748"/>
                  </a:cubicBezTo>
                  <a:cubicBezTo>
                    <a:pt x="1196657" y="90526"/>
                    <a:pt x="1202182" y="92368"/>
                    <a:pt x="1204214" y="87720"/>
                  </a:cubicBezTo>
                  <a:cubicBezTo>
                    <a:pt x="1207579" y="80258"/>
                    <a:pt x="1186497" y="75712"/>
                    <a:pt x="1193609" y="72143"/>
                  </a:cubicBezTo>
                  <a:lnTo>
                    <a:pt x="1197864" y="69984"/>
                  </a:lnTo>
                  <a:cubicBezTo>
                    <a:pt x="1201927" y="67927"/>
                    <a:pt x="1197610" y="63278"/>
                    <a:pt x="1193164" y="64142"/>
                  </a:cubicBezTo>
                  <a:cubicBezTo>
                    <a:pt x="1150556" y="73229"/>
                    <a:pt x="1147381" y="82309"/>
                    <a:pt x="1134618" y="84151"/>
                  </a:cubicBezTo>
                  <a:cubicBezTo>
                    <a:pt x="1128268" y="85122"/>
                    <a:pt x="1124776" y="85230"/>
                    <a:pt x="1123505" y="87504"/>
                  </a:cubicBezTo>
                  <a:cubicBezTo>
                    <a:pt x="1122045" y="90202"/>
                    <a:pt x="1131189" y="90202"/>
                    <a:pt x="1130617" y="90094"/>
                  </a:cubicBezTo>
                  <a:cubicBezTo>
                    <a:pt x="1134935" y="90418"/>
                    <a:pt x="1130426" y="97124"/>
                    <a:pt x="1130617" y="96368"/>
                  </a:cubicBezTo>
                  <a:cubicBezTo>
                    <a:pt x="1128014" y="101016"/>
                    <a:pt x="1120648" y="103506"/>
                    <a:pt x="1121283" y="103182"/>
                  </a:cubicBezTo>
                  <a:cubicBezTo>
                    <a:pt x="1119568" y="103937"/>
                    <a:pt x="1116775" y="103937"/>
                    <a:pt x="1115060" y="103182"/>
                  </a:cubicBezTo>
                  <a:lnTo>
                    <a:pt x="1101407" y="96908"/>
                  </a:lnTo>
                  <a:cubicBezTo>
                    <a:pt x="1097597" y="95181"/>
                    <a:pt x="1092517" y="98210"/>
                    <a:pt x="1093152" y="97994"/>
                  </a:cubicBezTo>
                  <a:cubicBezTo>
                    <a:pt x="1086104" y="101556"/>
                    <a:pt x="1077913" y="91720"/>
                    <a:pt x="1071435" y="95936"/>
                  </a:cubicBezTo>
                  <a:lnTo>
                    <a:pt x="1064704" y="100261"/>
                  </a:lnTo>
                  <a:cubicBezTo>
                    <a:pt x="1061212" y="102534"/>
                    <a:pt x="1056132" y="101124"/>
                    <a:pt x="1056830" y="101124"/>
                  </a:cubicBezTo>
                  <a:cubicBezTo>
                    <a:pt x="1050734" y="99829"/>
                    <a:pt x="1037336" y="111399"/>
                    <a:pt x="1036447" y="116485"/>
                  </a:cubicBezTo>
                  <a:cubicBezTo>
                    <a:pt x="1034605" y="123730"/>
                    <a:pt x="1035685" y="132811"/>
                    <a:pt x="1030414" y="133351"/>
                  </a:cubicBezTo>
                  <a:cubicBezTo>
                    <a:pt x="1029843" y="133351"/>
                    <a:pt x="1024889" y="134868"/>
                    <a:pt x="1022794" y="130430"/>
                  </a:cubicBezTo>
                  <a:cubicBezTo>
                    <a:pt x="1021397" y="128055"/>
                    <a:pt x="1020001" y="121349"/>
                    <a:pt x="1015111" y="120378"/>
                  </a:cubicBezTo>
                  <a:cubicBezTo>
                    <a:pt x="1009523" y="120378"/>
                    <a:pt x="1010348" y="116377"/>
                    <a:pt x="999871" y="129026"/>
                  </a:cubicBezTo>
                  <a:cubicBezTo>
                    <a:pt x="998791" y="130322"/>
                    <a:pt x="970534" y="129566"/>
                    <a:pt x="970534" y="129566"/>
                  </a:cubicBezTo>
                  <a:cubicBezTo>
                    <a:pt x="968692" y="129566"/>
                    <a:pt x="968057" y="127947"/>
                    <a:pt x="969010" y="126105"/>
                  </a:cubicBezTo>
                  <a:cubicBezTo>
                    <a:pt x="971169" y="123184"/>
                    <a:pt x="973010" y="116047"/>
                    <a:pt x="977900" y="116263"/>
                  </a:cubicBezTo>
                  <a:cubicBezTo>
                    <a:pt x="988314" y="115831"/>
                    <a:pt x="998347" y="119400"/>
                    <a:pt x="995552" y="113564"/>
                  </a:cubicBezTo>
                  <a:cubicBezTo>
                    <a:pt x="989775" y="101124"/>
                    <a:pt x="987425" y="97994"/>
                    <a:pt x="989584" y="93447"/>
                  </a:cubicBezTo>
                  <a:cubicBezTo>
                    <a:pt x="996188" y="79496"/>
                    <a:pt x="996950" y="75712"/>
                    <a:pt x="1001268" y="75172"/>
                  </a:cubicBezTo>
                  <a:cubicBezTo>
                    <a:pt x="1022159" y="72797"/>
                    <a:pt x="1026604" y="73445"/>
                    <a:pt x="1023493" y="69552"/>
                  </a:cubicBezTo>
                  <a:cubicBezTo>
                    <a:pt x="1022794" y="69120"/>
                    <a:pt x="1020445" y="64682"/>
                    <a:pt x="1016190" y="65336"/>
                  </a:cubicBezTo>
                  <a:lnTo>
                    <a:pt x="989076" y="69660"/>
                  </a:lnTo>
                  <a:cubicBezTo>
                    <a:pt x="979297" y="71171"/>
                    <a:pt x="925513" y="104693"/>
                    <a:pt x="916559" y="105347"/>
                  </a:cubicBezTo>
                  <a:cubicBezTo>
                    <a:pt x="890015" y="107290"/>
                    <a:pt x="888047" y="106750"/>
                    <a:pt x="884491" y="109887"/>
                  </a:cubicBezTo>
                  <a:lnTo>
                    <a:pt x="852233" y="138329"/>
                  </a:lnTo>
                  <a:cubicBezTo>
                    <a:pt x="847471" y="142545"/>
                    <a:pt x="816927" y="157684"/>
                    <a:pt x="811847" y="157684"/>
                  </a:cubicBezTo>
                  <a:cubicBezTo>
                    <a:pt x="809561" y="158116"/>
                    <a:pt x="803401" y="155950"/>
                    <a:pt x="802450" y="161684"/>
                  </a:cubicBezTo>
                  <a:cubicBezTo>
                    <a:pt x="802005" y="163196"/>
                    <a:pt x="802132" y="170549"/>
                    <a:pt x="797687" y="171311"/>
                  </a:cubicBezTo>
                  <a:cubicBezTo>
                    <a:pt x="772033" y="176175"/>
                    <a:pt x="768540" y="175311"/>
                    <a:pt x="769874" y="180607"/>
                  </a:cubicBezTo>
                  <a:cubicBezTo>
                    <a:pt x="769874" y="182119"/>
                    <a:pt x="772795" y="187745"/>
                    <a:pt x="769239" y="191313"/>
                  </a:cubicBezTo>
                  <a:cubicBezTo>
                    <a:pt x="768794" y="192069"/>
                    <a:pt x="764921" y="194234"/>
                    <a:pt x="766001" y="199207"/>
                  </a:cubicBezTo>
                  <a:cubicBezTo>
                    <a:pt x="767143" y="205372"/>
                    <a:pt x="762508" y="206776"/>
                    <a:pt x="764159" y="212618"/>
                  </a:cubicBezTo>
                  <a:cubicBezTo>
                    <a:pt x="764159" y="213265"/>
                    <a:pt x="765873" y="219431"/>
                    <a:pt x="763905" y="223216"/>
                  </a:cubicBezTo>
                  <a:lnTo>
                    <a:pt x="760476" y="229921"/>
                  </a:lnTo>
                  <a:cubicBezTo>
                    <a:pt x="758634" y="233706"/>
                    <a:pt x="753618" y="231864"/>
                    <a:pt x="754189" y="231864"/>
                  </a:cubicBezTo>
                  <a:cubicBezTo>
                    <a:pt x="748792" y="230353"/>
                    <a:pt x="725488" y="236837"/>
                    <a:pt x="726122" y="236621"/>
                  </a:cubicBezTo>
                  <a:cubicBezTo>
                    <a:pt x="721169" y="237814"/>
                    <a:pt x="719963" y="232404"/>
                    <a:pt x="715201" y="234030"/>
                  </a:cubicBezTo>
                  <a:lnTo>
                    <a:pt x="707517" y="236621"/>
                  </a:lnTo>
                  <a:cubicBezTo>
                    <a:pt x="703008" y="238246"/>
                    <a:pt x="695833" y="235541"/>
                    <a:pt x="696468" y="235757"/>
                  </a:cubicBezTo>
                  <a:cubicBezTo>
                    <a:pt x="688721" y="233814"/>
                    <a:pt x="687514" y="213697"/>
                    <a:pt x="679704" y="209913"/>
                  </a:cubicBezTo>
                  <a:cubicBezTo>
                    <a:pt x="661988" y="201372"/>
                    <a:pt x="658685" y="201048"/>
                    <a:pt x="658622" y="195746"/>
                  </a:cubicBezTo>
                  <a:cubicBezTo>
                    <a:pt x="658813" y="194019"/>
                    <a:pt x="657098" y="187097"/>
                    <a:pt x="661415" y="184824"/>
                  </a:cubicBezTo>
                  <a:cubicBezTo>
                    <a:pt x="666623" y="181363"/>
                    <a:pt x="674179" y="180715"/>
                    <a:pt x="673417" y="174441"/>
                  </a:cubicBezTo>
                  <a:cubicBezTo>
                    <a:pt x="674941" y="158116"/>
                    <a:pt x="686435" y="169361"/>
                    <a:pt x="695833" y="163735"/>
                  </a:cubicBezTo>
                  <a:cubicBezTo>
                    <a:pt x="699643" y="161468"/>
                    <a:pt x="703072" y="158871"/>
                    <a:pt x="707327" y="158871"/>
                  </a:cubicBezTo>
                  <a:cubicBezTo>
                    <a:pt x="721360" y="158871"/>
                    <a:pt x="726439" y="160059"/>
                    <a:pt x="724217" y="155303"/>
                  </a:cubicBezTo>
                  <a:cubicBezTo>
                    <a:pt x="720851" y="148489"/>
                    <a:pt x="717994" y="144165"/>
                    <a:pt x="718248" y="138761"/>
                  </a:cubicBezTo>
                  <a:cubicBezTo>
                    <a:pt x="718121" y="137999"/>
                    <a:pt x="718439" y="134322"/>
                    <a:pt x="715772" y="131731"/>
                  </a:cubicBezTo>
                  <a:cubicBezTo>
                    <a:pt x="709676" y="125889"/>
                    <a:pt x="706120" y="121673"/>
                    <a:pt x="701675" y="120486"/>
                  </a:cubicBezTo>
                  <a:cubicBezTo>
                    <a:pt x="701167" y="120162"/>
                    <a:pt x="697864" y="119616"/>
                    <a:pt x="697039" y="115615"/>
                  </a:cubicBezTo>
                  <a:cubicBezTo>
                    <a:pt x="696404" y="113996"/>
                    <a:pt x="696151" y="107398"/>
                    <a:pt x="691705" y="105995"/>
                  </a:cubicBezTo>
                  <a:cubicBezTo>
                    <a:pt x="676465" y="101016"/>
                    <a:pt x="671893" y="98965"/>
                    <a:pt x="667067" y="99073"/>
                  </a:cubicBezTo>
                  <a:cubicBezTo>
                    <a:pt x="620077" y="100369"/>
                    <a:pt x="628967" y="104261"/>
                    <a:pt x="623506" y="101340"/>
                  </a:cubicBezTo>
                  <a:lnTo>
                    <a:pt x="606679" y="92152"/>
                  </a:lnTo>
                  <a:cubicBezTo>
                    <a:pt x="602869" y="90094"/>
                    <a:pt x="597662" y="92152"/>
                    <a:pt x="598297" y="92152"/>
                  </a:cubicBezTo>
                  <a:cubicBezTo>
                    <a:pt x="588772" y="95181"/>
                    <a:pt x="632269" y="116377"/>
                    <a:pt x="631571" y="127515"/>
                  </a:cubicBezTo>
                  <a:lnTo>
                    <a:pt x="629031" y="162872"/>
                  </a:lnTo>
                  <a:cubicBezTo>
                    <a:pt x="628078" y="175743"/>
                    <a:pt x="604901" y="209157"/>
                    <a:pt x="621157" y="210668"/>
                  </a:cubicBezTo>
                  <a:cubicBezTo>
                    <a:pt x="623506" y="211208"/>
                    <a:pt x="628523" y="210128"/>
                    <a:pt x="631571" y="214561"/>
                  </a:cubicBezTo>
                  <a:cubicBezTo>
                    <a:pt x="640207" y="227000"/>
                    <a:pt x="642365" y="230137"/>
                    <a:pt x="641286" y="234462"/>
                  </a:cubicBezTo>
                  <a:cubicBezTo>
                    <a:pt x="641286" y="234462"/>
                    <a:pt x="639572" y="241707"/>
                    <a:pt x="638683" y="242031"/>
                  </a:cubicBezTo>
                  <a:cubicBezTo>
                    <a:pt x="637794" y="242355"/>
                    <a:pt x="639763" y="245168"/>
                    <a:pt x="639763" y="245168"/>
                  </a:cubicBezTo>
                  <a:cubicBezTo>
                    <a:pt x="645160" y="252629"/>
                    <a:pt x="624205" y="270034"/>
                    <a:pt x="627888" y="278905"/>
                  </a:cubicBezTo>
                  <a:lnTo>
                    <a:pt x="630238" y="284525"/>
                  </a:lnTo>
                  <a:cubicBezTo>
                    <a:pt x="632079" y="288964"/>
                    <a:pt x="627761" y="291555"/>
                    <a:pt x="624713" y="288094"/>
                  </a:cubicBezTo>
                  <a:cubicBezTo>
                    <a:pt x="621664" y="285395"/>
                    <a:pt x="618871" y="279337"/>
                    <a:pt x="613918" y="280309"/>
                  </a:cubicBezTo>
                  <a:cubicBezTo>
                    <a:pt x="610870" y="280525"/>
                    <a:pt x="601980" y="283985"/>
                    <a:pt x="605027" y="279553"/>
                  </a:cubicBezTo>
                  <a:cubicBezTo>
                    <a:pt x="605345" y="278689"/>
                    <a:pt x="609981" y="274257"/>
                    <a:pt x="606234" y="271768"/>
                  </a:cubicBezTo>
                  <a:cubicBezTo>
                    <a:pt x="598424" y="266688"/>
                    <a:pt x="595185" y="263659"/>
                    <a:pt x="590740" y="264631"/>
                  </a:cubicBezTo>
                  <a:lnTo>
                    <a:pt x="581406" y="266688"/>
                  </a:lnTo>
                  <a:cubicBezTo>
                    <a:pt x="574611" y="268199"/>
                    <a:pt x="569277" y="259658"/>
                    <a:pt x="561403" y="259443"/>
                  </a:cubicBezTo>
                  <a:cubicBezTo>
                    <a:pt x="559562" y="259658"/>
                    <a:pt x="554164" y="258141"/>
                    <a:pt x="550926" y="261925"/>
                  </a:cubicBezTo>
                  <a:cubicBezTo>
                    <a:pt x="532828" y="283014"/>
                    <a:pt x="531939" y="284963"/>
                    <a:pt x="527621" y="286151"/>
                  </a:cubicBezTo>
                  <a:cubicBezTo>
                    <a:pt x="506222" y="292317"/>
                    <a:pt x="501967" y="292748"/>
                    <a:pt x="499046" y="296641"/>
                  </a:cubicBezTo>
                  <a:cubicBezTo>
                    <a:pt x="494855" y="302153"/>
                    <a:pt x="492378" y="306261"/>
                    <a:pt x="488252" y="308319"/>
                  </a:cubicBezTo>
                  <a:cubicBezTo>
                    <a:pt x="467868" y="318593"/>
                    <a:pt x="465709" y="318701"/>
                    <a:pt x="464883" y="323349"/>
                  </a:cubicBezTo>
                  <a:cubicBezTo>
                    <a:pt x="464439" y="327673"/>
                    <a:pt x="461518" y="333407"/>
                    <a:pt x="464629" y="337732"/>
                  </a:cubicBezTo>
                  <a:lnTo>
                    <a:pt x="480314" y="360008"/>
                  </a:lnTo>
                  <a:cubicBezTo>
                    <a:pt x="482409" y="362928"/>
                    <a:pt x="486283" y="364656"/>
                    <a:pt x="485775" y="364332"/>
                  </a:cubicBezTo>
                  <a:cubicBezTo>
                    <a:pt x="490156" y="366173"/>
                    <a:pt x="493839" y="377851"/>
                    <a:pt x="489076" y="376772"/>
                  </a:cubicBezTo>
                  <a:cubicBezTo>
                    <a:pt x="482092" y="375794"/>
                    <a:pt x="475678" y="371361"/>
                    <a:pt x="472630" y="376340"/>
                  </a:cubicBezTo>
                  <a:cubicBezTo>
                    <a:pt x="467551" y="384557"/>
                    <a:pt x="466407" y="387801"/>
                    <a:pt x="462280" y="388233"/>
                  </a:cubicBezTo>
                  <a:cubicBezTo>
                    <a:pt x="458152" y="388665"/>
                    <a:pt x="454342" y="389421"/>
                    <a:pt x="450786" y="387255"/>
                  </a:cubicBezTo>
                  <a:cubicBezTo>
                    <a:pt x="449897" y="386824"/>
                    <a:pt x="422084" y="366713"/>
                    <a:pt x="411797" y="374714"/>
                  </a:cubicBezTo>
                  <a:lnTo>
                    <a:pt x="406971" y="378499"/>
                  </a:lnTo>
                  <a:cubicBezTo>
                    <a:pt x="403923" y="380880"/>
                    <a:pt x="400240" y="377095"/>
                    <a:pt x="400812" y="377419"/>
                  </a:cubicBezTo>
                  <a:cubicBezTo>
                    <a:pt x="397510" y="374282"/>
                    <a:pt x="404240" y="372225"/>
                    <a:pt x="403606" y="372663"/>
                  </a:cubicBezTo>
                  <a:cubicBezTo>
                    <a:pt x="407733" y="370930"/>
                    <a:pt x="410083" y="367253"/>
                    <a:pt x="405638" y="367253"/>
                  </a:cubicBezTo>
                  <a:cubicBezTo>
                    <a:pt x="399732" y="367253"/>
                    <a:pt x="385635" y="363792"/>
                    <a:pt x="387985" y="359900"/>
                  </a:cubicBezTo>
                  <a:cubicBezTo>
                    <a:pt x="388747" y="358820"/>
                    <a:pt x="387985" y="357194"/>
                    <a:pt x="386270" y="356439"/>
                  </a:cubicBezTo>
                  <a:lnTo>
                    <a:pt x="369189" y="348762"/>
                  </a:lnTo>
                  <a:cubicBezTo>
                    <a:pt x="365633" y="347142"/>
                    <a:pt x="355219" y="346812"/>
                    <a:pt x="355219" y="352654"/>
                  </a:cubicBezTo>
                  <a:lnTo>
                    <a:pt x="355219" y="356115"/>
                  </a:lnTo>
                  <a:cubicBezTo>
                    <a:pt x="355219" y="366497"/>
                    <a:pt x="343852" y="363036"/>
                    <a:pt x="344932" y="362821"/>
                  </a:cubicBezTo>
                  <a:cubicBezTo>
                    <a:pt x="343217" y="362065"/>
                    <a:pt x="342011" y="363144"/>
                    <a:pt x="342202" y="365087"/>
                  </a:cubicBezTo>
                  <a:cubicBezTo>
                    <a:pt x="343090" y="368986"/>
                    <a:pt x="341693" y="376009"/>
                    <a:pt x="346583" y="377635"/>
                  </a:cubicBezTo>
                  <a:cubicBezTo>
                    <a:pt x="347218" y="377959"/>
                    <a:pt x="351218" y="378607"/>
                    <a:pt x="354013" y="381960"/>
                  </a:cubicBezTo>
                  <a:cubicBezTo>
                    <a:pt x="368871" y="399371"/>
                    <a:pt x="370014" y="402292"/>
                    <a:pt x="374269" y="400775"/>
                  </a:cubicBezTo>
                  <a:cubicBezTo>
                    <a:pt x="384746" y="396774"/>
                    <a:pt x="387667" y="394939"/>
                    <a:pt x="391160" y="397638"/>
                  </a:cubicBezTo>
                  <a:cubicBezTo>
                    <a:pt x="394081" y="400559"/>
                    <a:pt x="401193" y="403048"/>
                    <a:pt x="398526" y="407804"/>
                  </a:cubicBezTo>
                  <a:cubicBezTo>
                    <a:pt x="398272" y="408452"/>
                    <a:pt x="396113" y="411265"/>
                    <a:pt x="397319" y="415157"/>
                  </a:cubicBezTo>
                  <a:cubicBezTo>
                    <a:pt x="398272" y="420999"/>
                    <a:pt x="403161" y="428353"/>
                    <a:pt x="397954" y="429864"/>
                  </a:cubicBezTo>
                  <a:cubicBezTo>
                    <a:pt x="389827" y="432245"/>
                    <a:pt x="385508" y="432785"/>
                    <a:pt x="382905" y="436785"/>
                  </a:cubicBezTo>
                  <a:cubicBezTo>
                    <a:pt x="382270" y="437325"/>
                    <a:pt x="380302" y="442519"/>
                    <a:pt x="376555" y="440030"/>
                  </a:cubicBezTo>
                  <a:cubicBezTo>
                    <a:pt x="370713" y="436246"/>
                    <a:pt x="367030" y="433433"/>
                    <a:pt x="362712" y="432569"/>
                  </a:cubicBezTo>
                  <a:lnTo>
                    <a:pt x="336614" y="427375"/>
                  </a:lnTo>
                  <a:cubicBezTo>
                    <a:pt x="331597" y="426403"/>
                    <a:pt x="331597" y="416129"/>
                    <a:pt x="331851" y="416891"/>
                  </a:cubicBezTo>
                  <a:cubicBezTo>
                    <a:pt x="330771" y="409646"/>
                    <a:pt x="321310" y="416129"/>
                    <a:pt x="320357" y="409099"/>
                  </a:cubicBezTo>
                  <a:cubicBezTo>
                    <a:pt x="320039" y="408236"/>
                    <a:pt x="320357" y="401638"/>
                    <a:pt x="316166" y="402724"/>
                  </a:cubicBezTo>
                  <a:cubicBezTo>
                    <a:pt x="303402" y="405969"/>
                    <a:pt x="300355" y="407588"/>
                    <a:pt x="297307" y="404235"/>
                  </a:cubicBezTo>
                  <a:lnTo>
                    <a:pt x="294577" y="401314"/>
                  </a:lnTo>
                  <a:cubicBezTo>
                    <a:pt x="288227" y="394285"/>
                    <a:pt x="278384" y="393529"/>
                    <a:pt x="282067" y="388557"/>
                  </a:cubicBezTo>
                  <a:cubicBezTo>
                    <a:pt x="282384" y="387909"/>
                    <a:pt x="286067" y="384880"/>
                    <a:pt x="283210" y="381312"/>
                  </a:cubicBezTo>
                  <a:cubicBezTo>
                    <a:pt x="282892" y="380664"/>
                    <a:pt x="279019" y="377635"/>
                    <a:pt x="281305" y="373635"/>
                  </a:cubicBezTo>
                  <a:lnTo>
                    <a:pt x="281813" y="372549"/>
                  </a:lnTo>
                  <a:cubicBezTo>
                    <a:pt x="282828" y="370822"/>
                    <a:pt x="282892" y="368009"/>
                    <a:pt x="282067" y="366173"/>
                  </a:cubicBezTo>
                  <a:cubicBezTo>
                    <a:pt x="273367" y="348006"/>
                    <a:pt x="272859" y="345841"/>
                    <a:pt x="269049" y="344006"/>
                  </a:cubicBezTo>
                  <a:cubicBezTo>
                    <a:pt x="268541" y="343574"/>
                    <a:pt x="264922" y="342596"/>
                    <a:pt x="263525" y="338379"/>
                  </a:cubicBezTo>
                  <a:cubicBezTo>
                    <a:pt x="263525" y="337732"/>
                    <a:pt x="260921" y="333191"/>
                    <a:pt x="264922" y="331782"/>
                  </a:cubicBezTo>
                  <a:cubicBezTo>
                    <a:pt x="267335" y="330486"/>
                    <a:pt x="274065" y="330378"/>
                    <a:pt x="273939" y="324752"/>
                  </a:cubicBezTo>
                  <a:cubicBezTo>
                    <a:pt x="273685" y="311779"/>
                    <a:pt x="272732" y="305937"/>
                    <a:pt x="276415" y="308534"/>
                  </a:cubicBezTo>
                  <a:lnTo>
                    <a:pt x="280733" y="311455"/>
                  </a:lnTo>
                  <a:cubicBezTo>
                    <a:pt x="284543" y="314053"/>
                    <a:pt x="286829" y="309506"/>
                    <a:pt x="284099" y="305613"/>
                  </a:cubicBezTo>
                  <a:cubicBezTo>
                    <a:pt x="278574" y="298044"/>
                    <a:pt x="275971" y="293828"/>
                    <a:pt x="272224" y="291123"/>
                  </a:cubicBezTo>
                  <a:cubicBezTo>
                    <a:pt x="255524" y="279229"/>
                    <a:pt x="251840" y="276092"/>
                    <a:pt x="247205" y="274797"/>
                  </a:cubicBezTo>
                  <a:cubicBezTo>
                    <a:pt x="240157" y="272092"/>
                    <a:pt x="230505" y="272524"/>
                    <a:pt x="233045" y="267120"/>
                  </a:cubicBezTo>
                  <a:cubicBezTo>
                    <a:pt x="233045" y="266472"/>
                    <a:pt x="235965" y="262465"/>
                    <a:pt x="231965" y="261386"/>
                  </a:cubicBezTo>
                  <a:lnTo>
                    <a:pt x="221742" y="258681"/>
                  </a:lnTo>
                  <a:cubicBezTo>
                    <a:pt x="217995" y="257709"/>
                    <a:pt x="222314" y="253924"/>
                    <a:pt x="221869" y="254572"/>
                  </a:cubicBezTo>
                  <a:cubicBezTo>
                    <a:pt x="223265" y="253277"/>
                    <a:pt x="223076" y="251327"/>
                    <a:pt x="221424" y="250464"/>
                  </a:cubicBezTo>
                  <a:lnTo>
                    <a:pt x="195770" y="235649"/>
                  </a:lnTo>
                  <a:cubicBezTo>
                    <a:pt x="192341" y="233706"/>
                    <a:pt x="193421" y="228188"/>
                    <a:pt x="193484" y="228836"/>
                  </a:cubicBezTo>
                  <a:cubicBezTo>
                    <a:pt x="194183" y="224295"/>
                    <a:pt x="188214" y="222892"/>
                    <a:pt x="188722" y="223324"/>
                  </a:cubicBezTo>
                  <a:cubicBezTo>
                    <a:pt x="185293" y="222022"/>
                    <a:pt x="183452" y="214777"/>
                    <a:pt x="183896" y="215539"/>
                  </a:cubicBezTo>
                  <a:cubicBezTo>
                    <a:pt x="183134" y="213481"/>
                    <a:pt x="183959" y="211970"/>
                    <a:pt x="185927" y="212186"/>
                  </a:cubicBezTo>
                  <a:cubicBezTo>
                    <a:pt x="198183" y="213697"/>
                    <a:pt x="201549" y="215755"/>
                    <a:pt x="203136" y="220079"/>
                  </a:cubicBezTo>
                  <a:cubicBezTo>
                    <a:pt x="204343" y="222568"/>
                    <a:pt x="205105" y="228296"/>
                    <a:pt x="209296" y="230785"/>
                  </a:cubicBezTo>
                  <a:lnTo>
                    <a:pt x="227584" y="241383"/>
                  </a:lnTo>
                  <a:cubicBezTo>
                    <a:pt x="230886" y="243218"/>
                    <a:pt x="232473" y="238354"/>
                    <a:pt x="231965" y="239002"/>
                  </a:cubicBezTo>
                  <a:cubicBezTo>
                    <a:pt x="234124" y="232404"/>
                    <a:pt x="241998" y="244520"/>
                    <a:pt x="250761" y="245708"/>
                  </a:cubicBezTo>
                  <a:cubicBezTo>
                    <a:pt x="256286" y="247003"/>
                    <a:pt x="263017" y="245492"/>
                    <a:pt x="265176" y="250787"/>
                  </a:cubicBezTo>
                  <a:lnTo>
                    <a:pt x="265176" y="251111"/>
                  </a:lnTo>
                  <a:cubicBezTo>
                    <a:pt x="267970" y="257385"/>
                    <a:pt x="273685" y="248844"/>
                    <a:pt x="280226" y="252305"/>
                  </a:cubicBezTo>
                  <a:lnTo>
                    <a:pt x="303402" y="264307"/>
                  </a:lnTo>
                  <a:cubicBezTo>
                    <a:pt x="311785" y="268631"/>
                    <a:pt x="355664" y="271336"/>
                    <a:pt x="365061" y="275337"/>
                  </a:cubicBezTo>
                  <a:cubicBezTo>
                    <a:pt x="383794" y="283122"/>
                    <a:pt x="387667" y="285395"/>
                    <a:pt x="392557" y="285395"/>
                  </a:cubicBezTo>
                  <a:lnTo>
                    <a:pt x="422973" y="285827"/>
                  </a:lnTo>
                  <a:cubicBezTo>
                    <a:pt x="428815" y="285827"/>
                    <a:pt x="470726" y="274689"/>
                    <a:pt x="470153" y="274797"/>
                  </a:cubicBezTo>
                  <a:cubicBezTo>
                    <a:pt x="479933" y="272308"/>
                    <a:pt x="520573" y="238570"/>
                    <a:pt x="522033" y="227648"/>
                  </a:cubicBezTo>
                  <a:cubicBezTo>
                    <a:pt x="522224" y="220619"/>
                    <a:pt x="525780" y="210344"/>
                    <a:pt x="520953" y="207862"/>
                  </a:cubicBezTo>
                  <a:cubicBezTo>
                    <a:pt x="519493" y="206668"/>
                    <a:pt x="513270" y="205696"/>
                    <a:pt x="514667" y="200286"/>
                  </a:cubicBezTo>
                  <a:lnTo>
                    <a:pt x="515493" y="196717"/>
                  </a:lnTo>
                  <a:cubicBezTo>
                    <a:pt x="516699" y="192285"/>
                    <a:pt x="513016" y="187961"/>
                    <a:pt x="513334" y="188716"/>
                  </a:cubicBezTo>
                  <a:cubicBezTo>
                    <a:pt x="508508" y="182233"/>
                    <a:pt x="514414" y="172930"/>
                    <a:pt x="508698" y="168822"/>
                  </a:cubicBezTo>
                  <a:lnTo>
                    <a:pt x="496126" y="159843"/>
                  </a:lnTo>
                  <a:cubicBezTo>
                    <a:pt x="492887" y="157468"/>
                    <a:pt x="493331" y="163843"/>
                    <a:pt x="493458" y="163088"/>
                  </a:cubicBezTo>
                  <a:cubicBezTo>
                    <a:pt x="493458" y="165253"/>
                    <a:pt x="492251" y="166333"/>
                    <a:pt x="490538" y="165469"/>
                  </a:cubicBezTo>
                  <a:lnTo>
                    <a:pt x="485077" y="162548"/>
                  </a:lnTo>
                  <a:cubicBezTo>
                    <a:pt x="480568" y="160059"/>
                    <a:pt x="488252" y="158331"/>
                    <a:pt x="487616" y="155950"/>
                  </a:cubicBezTo>
                  <a:cubicBezTo>
                    <a:pt x="487235" y="154655"/>
                    <a:pt x="477520" y="148489"/>
                    <a:pt x="477520" y="148489"/>
                  </a:cubicBezTo>
                  <a:cubicBezTo>
                    <a:pt x="475869" y="147409"/>
                    <a:pt x="473710" y="145136"/>
                    <a:pt x="472630" y="143301"/>
                  </a:cubicBezTo>
                  <a:cubicBezTo>
                    <a:pt x="470726" y="140488"/>
                    <a:pt x="466598" y="130214"/>
                    <a:pt x="466027" y="136380"/>
                  </a:cubicBezTo>
                  <a:lnTo>
                    <a:pt x="466027" y="138107"/>
                  </a:lnTo>
                  <a:cubicBezTo>
                    <a:pt x="464883" y="152489"/>
                    <a:pt x="406082" y="109348"/>
                    <a:pt x="405447" y="108694"/>
                  </a:cubicBezTo>
                  <a:cubicBezTo>
                    <a:pt x="395668" y="98534"/>
                    <a:pt x="393002" y="95397"/>
                    <a:pt x="389064" y="92800"/>
                  </a:cubicBezTo>
                  <a:cubicBezTo>
                    <a:pt x="336931" y="58306"/>
                    <a:pt x="337248" y="58198"/>
                    <a:pt x="332803" y="56897"/>
                  </a:cubicBezTo>
                  <a:cubicBezTo>
                    <a:pt x="298196" y="46622"/>
                    <a:pt x="293751" y="44031"/>
                    <a:pt x="294513" y="48356"/>
                  </a:cubicBezTo>
                  <a:cubicBezTo>
                    <a:pt x="294703" y="49975"/>
                    <a:pt x="293497" y="50953"/>
                    <a:pt x="291655" y="50521"/>
                  </a:cubicBezTo>
                  <a:lnTo>
                    <a:pt x="268097" y="44463"/>
                  </a:lnTo>
                  <a:cubicBezTo>
                    <a:pt x="263017" y="43168"/>
                    <a:pt x="268732" y="38729"/>
                    <a:pt x="263651" y="37434"/>
                  </a:cubicBezTo>
                  <a:cubicBezTo>
                    <a:pt x="257239" y="36570"/>
                    <a:pt x="248412" y="31592"/>
                    <a:pt x="250253" y="37650"/>
                  </a:cubicBezTo>
                  <a:cubicBezTo>
                    <a:pt x="252857" y="46191"/>
                    <a:pt x="234188" y="37434"/>
                    <a:pt x="231584" y="46191"/>
                  </a:cubicBezTo>
                  <a:lnTo>
                    <a:pt x="231203" y="47492"/>
                  </a:lnTo>
                  <a:cubicBezTo>
                    <a:pt x="230632" y="49543"/>
                    <a:pt x="229044" y="49975"/>
                    <a:pt x="227838" y="48356"/>
                  </a:cubicBezTo>
                  <a:cubicBezTo>
                    <a:pt x="227520" y="47708"/>
                    <a:pt x="224282" y="44895"/>
                    <a:pt x="226314" y="40679"/>
                  </a:cubicBezTo>
                  <a:cubicBezTo>
                    <a:pt x="226758" y="39269"/>
                    <a:pt x="231394" y="33002"/>
                    <a:pt x="226758" y="32894"/>
                  </a:cubicBezTo>
                  <a:cubicBezTo>
                    <a:pt x="197739" y="31808"/>
                    <a:pt x="195770" y="32678"/>
                    <a:pt x="192341" y="29001"/>
                  </a:cubicBezTo>
                  <a:cubicBezTo>
                    <a:pt x="191643" y="28461"/>
                    <a:pt x="188404" y="23915"/>
                    <a:pt x="184086" y="23051"/>
                  </a:cubicBezTo>
                  <a:cubicBezTo>
                    <a:pt x="180213" y="21756"/>
                    <a:pt x="171958" y="23051"/>
                    <a:pt x="173799" y="17209"/>
                  </a:cubicBezTo>
                  <a:cubicBezTo>
                    <a:pt x="173927" y="15914"/>
                    <a:pt x="177355" y="10186"/>
                    <a:pt x="173482" y="7265"/>
                  </a:cubicBezTo>
                  <a:cubicBezTo>
                    <a:pt x="170878" y="5855"/>
                    <a:pt x="166052" y="-304"/>
                    <a:pt x="163322" y="3588"/>
                  </a:cubicBezTo>
                  <a:cubicBezTo>
                    <a:pt x="160591" y="7481"/>
                    <a:pt x="166688" y="12237"/>
                    <a:pt x="161925" y="13101"/>
                  </a:cubicBezTo>
                  <a:cubicBezTo>
                    <a:pt x="160845" y="13101"/>
                    <a:pt x="156146" y="15050"/>
                    <a:pt x="152400" y="12021"/>
                  </a:cubicBezTo>
                  <a:cubicBezTo>
                    <a:pt x="148145" y="8668"/>
                    <a:pt x="144716" y="5100"/>
                    <a:pt x="140398" y="4344"/>
                  </a:cubicBezTo>
                  <a:cubicBezTo>
                    <a:pt x="137096" y="3804"/>
                    <a:pt x="134112" y="3264"/>
                    <a:pt x="131190" y="2718"/>
                  </a:cubicBezTo>
                  <a:lnTo>
                    <a:pt x="128460" y="32462"/>
                  </a:lnTo>
                  <a:lnTo>
                    <a:pt x="107061" y="30728"/>
                  </a:lnTo>
                  <a:lnTo>
                    <a:pt x="70993" y="75280"/>
                  </a:lnTo>
                  <a:lnTo>
                    <a:pt x="59055" y="67927"/>
                  </a:lnTo>
                  <a:lnTo>
                    <a:pt x="41973" y="85446"/>
                  </a:lnTo>
                  <a:lnTo>
                    <a:pt x="52260" y="96476"/>
                  </a:lnTo>
                  <a:lnTo>
                    <a:pt x="40005" y="112700"/>
                  </a:lnTo>
                  <a:lnTo>
                    <a:pt x="49974" y="138215"/>
                  </a:lnTo>
                  <a:lnTo>
                    <a:pt x="76073" y="146438"/>
                  </a:lnTo>
                  <a:lnTo>
                    <a:pt x="82359" y="162440"/>
                  </a:lnTo>
                  <a:lnTo>
                    <a:pt x="99251" y="175095"/>
                  </a:lnTo>
                  <a:lnTo>
                    <a:pt x="94234" y="193587"/>
                  </a:lnTo>
                  <a:lnTo>
                    <a:pt x="62674" y="236189"/>
                  </a:lnTo>
                  <a:lnTo>
                    <a:pt x="104775" y="318809"/>
                  </a:lnTo>
                  <a:lnTo>
                    <a:pt x="85153" y="324213"/>
                  </a:lnTo>
                  <a:lnTo>
                    <a:pt x="91249" y="350597"/>
                  </a:lnTo>
                  <a:lnTo>
                    <a:pt x="81407" y="359036"/>
                  </a:lnTo>
                  <a:lnTo>
                    <a:pt x="86233" y="372009"/>
                  </a:lnTo>
                  <a:lnTo>
                    <a:pt x="101726" y="375794"/>
                  </a:lnTo>
                  <a:lnTo>
                    <a:pt x="106616" y="391586"/>
                  </a:lnTo>
                  <a:lnTo>
                    <a:pt x="97155" y="396990"/>
                  </a:lnTo>
                  <a:lnTo>
                    <a:pt x="102615" y="409430"/>
                  </a:lnTo>
                  <a:lnTo>
                    <a:pt x="116014" y="412668"/>
                  </a:lnTo>
                  <a:lnTo>
                    <a:pt x="122936" y="430512"/>
                  </a:lnTo>
                  <a:lnTo>
                    <a:pt x="97727" y="451060"/>
                  </a:lnTo>
                  <a:lnTo>
                    <a:pt x="156527" y="497885"/>
                  </a:lnTo>
                  <a:lnTo>
                    <a:pt x="144145" y="527838"/>
                  </a:lnTo>
                  <a:lnTo>
                    <a:pt x="80327" y="591852"/>
                  </a:lnTo>
                  <a:lnTo>
                    <a:pt x="21527" y="645059"/>
                  </a:lnTo>
                  <a:cubicBezTo>
                    <a:pt x="31814" y="647440"/>
                    <a:pt x="47815" y="627863"/>
                    <a:pt x="47498" y="636518"/>
                  </a:cubicBezTo>
                  <a:lnTo>
                    <a:pt x="47498" y="640951"/>
                  </a:lnTo>
                  <a:cubicBezTo>
                    <a:pt x="47180" y="646462"/>
                    <a:pt x="41339" y="645167"/>
                    <a:pt x="44894" y="648736"/>
                  </a:cubicBezTo>
                  <a:cubicBezTo>
                    <a:pt x="59309" y="663010"/>
                    <a:pt x="60896" y="665716"/>
                    <a:pt x="65341" y="665716"/>
                  </a:cubicBezTo>
                  <a:cubicBezTo>
                    <a:pt x="71755" y="665493"/>
                    <a:pt x="78232" y="666903"/>
                    <a:pt x="81152" y="664306"/>
                  </a:cubicBezTo>
                  <a:cubicBezTo>
                    <a:pt x="84074" y="661817"/>
                    <a:pt x="94488" y="665931"/>
                    <a:pt x="93916" y="665823"/>
                  </a:cubicBezTo>
                  <a:cubicBezTo>
                    <a:pt x="98044" y="667011"/>
                    <a:pt x="98996" y="673609"/>
                    <a:pt x="98678" y="672955"/>
                  </a:cubicBezTo>
                  <a:cubicBezTo>
                    <a:pt x="99758" y="676961"/>
                    <a:pt x="104648" y="678041"/>
                    <a:pt x="104013" y="677717"/>
                  </a:cubicBezTo>
                  <a:cubicBezTo>
                    <a:pt x="108014" y="678797"/>
                    <a:pt x="105537" y="684962"/>
                    <a:pt x="105601" y="684315"/>
                  </a:cubicBezTo>
                  <a:cubicBezTo>
                    <a:pt x="105092" y="686258"/>
                    <a:pt x="103124" y="687445"/>
                    <a:pt x="101282" y="686906"/>
                  </a:cubicBezTo>
                  <a:cubicBezTo>
                    <a:pt x="78105" y="680530"/>
                    <a:pt x="74040" y="679876"/>
                    <a:pt x="70865" y="677285"/>
                  </a:cubicBezTo>
                  <a:cubicBezTo>
                    <a:pt x="68580" y="675336"/>
                    <a:pt x="64897" y="677717"/>
                    <a:pt x="65595" y="677501"/>
                  </a:cubicBezTo>
                  <a:cubicBezTo>
                    <a:pt x="62674" y="679444"/>
                    <a:pt x="63436" y="684099"/>
                    <a:pt x="63500" y="683445"/>
                  </a:cubicBezTo>
                  <a:cubicBezTo>
                    <a:pt x="63944" y="685394"/>
                    <a:pt x="62738" y="687553"/>
                    <a:pt x="61023" y="688315"/>
                  </a:cubicBezTo>
                  <a:lnTo>
                    <a:pt x="54737" y="690690"/>
                  </a:lnTo>
                  <a:cubicBezTo>
                    <a:pt x="48133" y="693179"/>
                    <a:pt x="42227" y="683553"/>
                    <a:pt x="41021" y="690150"/>
                  </a:cubicBezTo>
                  <a:cubicBezTo>
                    <a:pt x="40577" y="691230"/>
                    <a:pt x="40894" y="697720"/>
                    <a:pt x="36258" y="697504"/>
                  </a:cubicBezTo>
                  <a:cubicBezTo>
                    <a:pt x="35687" y="697288"/>
                    <a:pt x="32448" y="697504"/>
                    <a:pt x="31242" y="693827"/>
                  </a:cubicBezTo>
                  <a:lnTo>
                    <a:pt x="30861" y="692424"/>
                  </a:lnTo>
                  <a:cubicBezTo>
                    <a:pt x="29210" y="687553"/>
                    <a:pt x="21653" y="695129"/>
                    <a:pt x="24638" y="699129"/>
                  </a:cubicBezTo>
                  <a:cubicBezTo>
                    <a:pt x="25019" y="699777"/>
                    <a:pt x="27368" y="702152"/>
                    <a:pt x="26098" y="705943"/>
                  </a:cubicBezTo>
                  <a:cubicBezTo>
                    <a:pt x="25336" y="707454"/>
                    <a:pt x="24638" y="712426"/>
                    <a:pt x="21717" y="714052"/>
                  </a:cubicBezTo>
                  <a:lnTo>
                    <a:pt x="4445" y="787369"/>
                  </a:lnTo>
                  <a:lnTo>
                    <a:pt x="21082" y="812020"/>
                  </a:lnTo>
                  <a:lnTo>
                    <a:pt x="0" y="835057"/>
                  </a:lnTo>
                  <a:lnTo>
                    <a:pt x="17716" y="845763"/>
                  </a:lnTo>
                  <a:lnTo>
                    <a:pt x="10287" y="870090"/>
                  </a:lnTo>
                  <a:lnTo>
                    <a:pt x="30289" y="895287"/>
                  </a:lnTo>
                  <a:lnTo>
                    <a:pt x="28575" y="912051"/>
                  </a:lnTo>
                  <a:lnTo>
                    <a:pt x="51815" y="924484"/>
                  </a:lnTo>
                  <a:lnTo>
                    <a:pt x="73596" y="920700"/>
                  </a:lnTo>
                  <a:lnTo>
                    <a:pt x="76517" y="937464"/>
                  </a:lnTo>
                  <a:lnTo>
                    <a:pt x="108203" y="929355"/>
                  </a:lnTo>
                  <a:lnTo>
                    <a:pt x="133540" y="946113"/>
                  </a:lnTo>
                  <a:lnTo>
                    <a:pt x="127571" y="961791"/>
                  </a:lnTo>
                  <a:lnTo>
                    <a:pt x="136017" y="972605"/>
                  </a:lnTo>
                  <a:lnTo>
                    <a:pt x="129857" y="986340"/>
                  </a:lnTo>
                  <a:lnTo>
                    <a:pt x="141795" y="996182"/>
                  </a:lnTo>
                  <a:cubicBezTo>
                    <a:pt x="141795" y="996182"/>
                    <a:pt x="138302" y="1006457"/>
                    <a:pt x="138302" y="1007428"/>
                  </a:cubicBezTo>
                  <a:cubicBezTo>
                    <a:pt x="138302" y="1008400"/>
                    <a:pt x="167005" y="1031107"/>
                    <a:pt x="167005" y="1031107"/>
                  </a:cubicBezTo>
                  <a:lnTo>
                    <a:pt x="163195" y="1045706"/>
                  </a:lnTo>
                  <a:lnTo>
                    <a:pt x="190055" y="1050361"/>
                  </a:lnTo>
                  <a:lnTo>
                    <a:pt x="199707" y="1071658"/>
                  </a:lnTo>
                  <a:lnTo>
                    <a:pt x="178815" y="1085717"/>
                  </a:lnTo>
                  <a:lnTo>
                    <a:pt x="154114" y="1077500"/>
                  </a:lnTo>
                  <a:lnTo>
                    <a:pt x="146114" y="1088314"/>
                  </a:lnTo>
                  <a:lnTo>
                    <a:pt x="156845" y="1102049"/>
                  </a:lnTo>
                  <a:lnTo>
                    <a:pt x="162433" y="1139464"/>
                  </a:lnTo>
                  <a:lnTo>
                    <a:pt x="182563" y="1141299"/>
                  </a:lnTo>
                  <a:lnTo>
                    <a:pt x="187451" y="1127894"/>
                  </a:lnTo>
                  <a:lnTo>
                    <a:pt x="209296" y="1131571"/>
                  </a:lnTo>
                  <a:lnTo>
                    <a:pt x="220472" y="1123893"/>
                  </a:lnTo>
                  <a:lnTo>
                    <a:pt x="241998" y="1125944"/>
                  </a:lnTo>
                  <a:lnTo>
                    <a:pt x="263525" y="1158818"/>
                  </a:lnTo>
                  <a:lnTo>
                    <a:pt x="250889" y="1163689"/>
                  </a:lnTo>
                  <a:lnTo>
                    <a:pt x="256413" y="1187152"/>
                  </a:lnTo>
                  <a:lnTo>
                    <a:pt x="289814" y="1188771"/>
                  </a:lnTo>
                  <a:lnTo>
                    <a:pt x="302514" y="1212133"/>
                  </a:lnTo>
                  <a:lnTo>
                    <a:pt x="298196" y="1222293"/>
                  </a:lnTo>
                  <a:lnTo>
                    <a:pt x="309752" y="1236784"/>
                  </a:lnTo>
                  <a:lnTo>
                    <a:pt x="323850" y="1230085"/>
                  </a:lnTo>
                  <a:lnTo>
                    <a:pt x="346456" y="1242302"/>
                  </a:lnTo>
                  <a:lnTo>
                    <a:pt x="354330" y="1235272"/>
                  </a:lnTo>
                  <a:lnTo>
                    <a:pt x="375221" y="1229761"/>
                  </a:lnTo>
                  <a:lnTo>
                    <a:pt x="397890" y="1257548"/>
                  </a:lnTo>
                  <a:lnTo>
                    <a:pt x="407924" y="1249331"/>
                  </a:lnTo>
                  <a:lnTo>
                    <a:pt x="431419" y="1262412"/>
                  </a:lnTo>
                  <a:lnTo>
                    <a:pt x="444309" y="1261765"/>
                  </a:lnTo>
                  <a:lnTo>
                    <a:pt x="464185" y="1275824"/>
                  </a:lnTo>
                  <a:lnTo>
                    <a:pt x="476758" y="1275068"/>
                  </a:lnTo>
                  <a:lnTo>
                    <a:pt x="478091" y="1293667"/>
                  </a:lnTo>
                  <a:lnTo>
                    <a:pt x="460946" y="1303833"/>
                  </a:lnTo>
                  <a:lnTo>
                    <a:pt x="463867" y="1310101"/>
                  </a:lnTo>
                  <a:lnTo>
                    <a:pt x="474154" y="1314324"/>
                  </a:lnTo>
                  <a:lnTo>
                    <a:pt x="459677" y="1327621"/>
                  </a:lnTo>
                  <a:lnTo>
                    <a:pt x="471551" y="1345896"/>
                  </a:lnTo>
                  <a:lnTo>
                    <a:pt x="462914" y="1367308"/>
                  </a:lnTo>
                  <a:lnTo>
                    <a:pt x="427863" y="1366660"/>
                  </a:lnTo>
                  <a:lnTo>
                    <a:pt x="423608" y="1376827"/>
                  </a:lnTo>
                  <a:lnTo>
                    <a:pt x="409130" y="1379964"/>
                  </a:lnTo>
                  <a:lnTo>
                    <a:pt x="404685" y="1401477"/>
                  </a:lnTo>
                  <a:cubicBezTo>
                    <a:pt x="429451" y="1399642"/>
                    <a:pt x="431419" y="1399750"/>
                    <a:pt x="432943" y="1396289"/>
                  </a:cubicBezTo>
                  <a:cubicBezTo>
                    <a:pt x="434975" y="1391857"/>
                    <a:pt x="445515" y="1391857"/>
                    <a:pt x="446214" y="1396937"/>
                  </a:cubicBezTo>
                  <a:cubicBezTo>
                    <a:pt x="446214" y="1398887"/>
                    <a:pt x="449135" y="1406024"/>
                    <a:pt x="444309" y="1406024"/>
                  </a:cubicBezTo>
                  <a:lnTo>
                    <a:pt x="441134" y="1406024"/>
                  </a:lnTo>
                  <a:cubicBezTo>
                    <a:pt x="436689" y="1406024"/>
                    <a:pt x="432053" y="1411104"/>
                    <a:pt x="432689" y="1410672"/>
                  </a:cubicBezTo>
                  <a:cubicBezTo>
                    <a:pt x="428689" y="1414241"/>
                    <a:pt x="419290" y="1413269"/>
                    <a:pt x="419862" y="1413269"/>
                  </a:cubicBezTo>
                  <a:cubicBezTo>
                    <a:pt x="415417" y="1413269"/>
                    <a:pt x="412242" y="1418565"/>
                    <a:pt x="416496" y="1420191"/>
                  </a:cubicBezTo>
                  <a:lnTo>
                    <a:pt x="418020" y="1420731"/>
                  </a:lnTo>
                  <a:cubicBezTo>
                    <a:pt x="422401" y="1422458"/>
                    <a:pt x="417449" y="1430027"/>
                    <a:pt x="412876" y="1429055"/>
                  </a:cubicBezTo>
                  <a:cubicBezTo>
                    <a:pt x="393319" y="1424947"/>
                    <a:pt x="388429" y="1422890"/>
                    <a:pt x="390589" y="1427322"/>
                  </a:cubicBezTo>
                  <a:cubicBezTo>
                    <a:pt x="393509" y="1433272"/>
                    <a:pt x="396367" y="1441813"/>
                    <a:pt x="398843" y="1438790"/>
                  </a:cubicBezTo>
                  <a:cubicBezTo>
                    <a:pt x="399732" y="1437704"/>
                    <a:pt x="401638" y="1437704"/>
                    <a:pt x="403161" y="1438898"/>
                  </a:cubicBezTo>
                  <a:lnTo>
                    <a:pt x="416814" y="1448950"/>
                  </a:lnTo>
                  <a:cubicBezTo>
                    <a:pt x="420052" y="1451223"/>
                    <a:pt x="418973" y="1456303"/>
                    <a:pt x="418973" y="1455656"/>
                  </a:cubicBezTo>
                  <a:cubicBezTo>
                    <a:pt x="418782" y="1457497"/>
                    <a:pt x="417258" y="1458253"/>
                    <a:pt x="415607" y="1457389"/>
                  </a:cubicBezTo>
                  <a:lnTo>
                    <a:pt x="408877" y="1453712"/>
                  </a:lnTo>
                  <a:cubicBezTo>
                    <a:pt x="404876" y="1451547"/>
                    <a:pt x="399034" y="1454900"/>
                    <a:pt x="399605" y="1454684"/>
                  </a:cubicBezTo>
                  <a:cubicBezTo>
                    <a:pt x="394970" y="1456627"/>
                    <a:pt x="393128" y="1466146"/>
                    <a:pt x="393319" y="1465606"/>
                  </a:cubicBezTo>
                  <a:cubicBezTo>
                    <a:pt x="392049" y="1469391"/>
                    <a:pt x="387032" y="1471226"/>
                    <a:pt x="387667" y="1470902"/>
                  </a:cubicBezTo>
                  <a:cubicBezTo>
                    <a:pt x="381000" y="1473931"/>
                    <a:pt x="385318" y="1484313"/>
                    <a:pt x="378460" y="1485609"/>
                  </a:cubicBezTo>
                  <a:cubicBezTo>
                    <a:pt x="374142" y="1486478"/>
                    <a:pt x="369951" y="1487774"/>
                    <a:pt x="365951" y="1486263"/>
                  </a:cubicBezTo>
                  <a:lnTo>
                    <a:pt x="357060" y="1483018"/>
                  </a:lnTo>
                  <a:cubicBezTo>
                    <a:pt x="352806" y="1481500"/>
                    <a:pt x="352171" y="1486371"/>
                    <a:pt x="356298" y="1488098"/>
                  </a:cubicBezTo>
                  <a:lnTo>
                    <a:pt x="356870" y="1488314"/>
                  </a:lnTo>
                  <a:cubicBezTo>
                    <a:pt x="363538" y="1491127"/>
                    <a:pt x="346139" y="1490047"/>
                    <a:pt x="347663" y="1496207"/>
                  </a:cubicBezTo>
                  <a:cubicBezTo>
                    <a:pt x="349186" y="1501941"/>
                    <a:pt x="354774" y="1495019"/>
                    <a:pt x="362267" y="1495775"/>
                  </a:cubicBezTo>
                  <a:cubicBezTo>
                    <a:pt x="362902" y="1495991"/>
                    <a:pt x="369062" y="1495775"/>
                    <a:pt x="365823" y="1498696"/>
                  </a:cubicBezTo>
                  <a:cubicBezTo>
                    <a:pt x="361823" y="1502481"/>
                    <a:pt x="370586" y="1501941"/>
                    <a:pt x="373316" y="1507561"/>
                  </a:cubicBezTo>
                  <a:cubicBezTo>
                    <a:pt x="375221" y="1510697"/>
                    <a:pt x="376110" y="1516539"/>
                    <a:pt x="381064" y="1517403"/>
                  </a:cubicBezTo>
                  <a:cubicBezTo>
                    <a:pt x="383159" y="1517403"/>
                    <a:pt x="389191" y="1519892"/>
                    <a:pt x="390715" y="1516324"/>
                  </a:cubicBezTo>
                  <a:cubicBezTo>
                    <a:pt x="392557" y="1512107"/>
                    <a:pt x="394970" y="1521296"/>
                    <a:pt x="400685" y="1524648"/>
                  </a:cubicBezTo>
                  <a:lnTo>
                    <a:pt x="410210" y="1530382"/>
                  </a:lnTo>
                  <a:cubicBezTo>
                    <a:pt x="416814" y="1534275"/>
                    <a:pt x="425894" y="1532757"/>
                    <a:pt x="430657" y="1537304"/>
                  </a:cubicBezTo>
                  <a:lnTo>
                    <a:pt x="467677" y="1572553"/>
                  </a:lnTo>
                  <a:cubicBezTo>
                    <a:pt x="469836" y="1574610"/>
                    <a:pt x="472249" y="1575690"/>
                    <a:pt x="474599" y="1576553"/>
                  </a:cubicBezTo>
                  <a:lnTo>
                    <a:pt x="483235" y="1567041"/>
                  </a:lnTo>
                  <a:lnTo>
                    <a:pt x="543433" y="1586936"/>
                  </a:lnTo>
                  <a:lnTo>
                    <a:pt x="578421" y="1585424"/>
                  </a:lnTo>
                  <a:lnTo>
                    <a:pt x="619951" y="1614945"/>
                  </a:lnTo>
                  <a:lnTo>
                    <a:pt x="652652" y="1606830"/>
                  </a:lnTo>
                  <a:lnTo>
                    <a:pt x="687641" y="1618622"/>
                  </a:lnTo>
                  <a:lnTo>
                    <a:pt x="686117" y="1632567"/>
                  </a:lnTo>
                  <a:lnTo>
                    <a:pt x="732218" y="1651712"/>
                  </a:lnTo>
                  <a:lnTo>
                    <a:pt x="769302" y="1677448"/>
                  </a:lnTo>
                  <a:lnTo>
                    <a:pt x="799084" y="1651712"/>
                  </a:lnTo>
                  <a:lnTo>
                    <a:pt x="796417" y="1648359"/>
                  </a:lnTo>
                  <a:cubicBezTo>
                    <a:pt x="793114" y="1644467"/>
                    <a:pt x="788352" y="1646410"/>
                    <a:pt x="785749" y="1642193"/>
                  </a:cubicBezTo>
                  <a:cubicBezTo>
                    <a:pt x="769302" y="1615269"/>
                    <a:pt x="768921" y="1613644"/>
                    <a:pt x="766064" y="1612672"/>
                  </a:cubicBezTo>
                  <a:cubicBezTo>
                    <a:pt x="763143" y="1611593"/>
                    <a:pt x="762635" y="1603153"/>
                    <a:pt x="762826" y="1603699"/>
                  </a:cubicBezTo>
                  <a:cubicBezTo>
                    <a:pt x="761746" y="1596886"/>
                    <a:pt x="752094" y="1597426"/>
                    <a:pt x="753745" y="1591260"/>
                  </a:cubicBezTo>
                  <a:lnTo>
                    <a:pt x="756031" y="1582287"/>
                  </a:lnTo>
                  <a:cubicBezTo>
                    <a:pt x="757301" y="1577417"/>
                    <a:pt x="752094" y="1579258"/>
                    <a:pt x="754380" y="1574826"/>
                  </a:cubicBezTo>
                  <a:cubicBezTo>
                    <a:pt x="764794" y="1553846"/>
                    <a:pt x="768350" y="1549305"/>
                    <a:pt x="763905" y="1549305"/>
                  </a:cubicBezTo>
                  <a:cubicBezTo>
                    <a:pt x="759904" y="1549305"/>
                    <a:pt x="756348" y="1554277"/>
                    <a:pt x="756983" y="1553738"/>
                  </a:cubicBezTo>
                  <a:cubicBezTo>
                    <a:pt x="755776" y="1555141"/>
                    <a:pt x="754063" y="1555033"/>
                    <a:pt x="753173" y="1553306"/>
                  </a:cubicBezTo>
                  <a:lnTo>
                    <a:pt x="747140" y="1542276"/>
                  </a:lnTo>
                  <a:cubicBezTo>
                    <a:pt x="744664" y="1537736"/>
                    <a:pt x="740410" y="1540542"/>
                    <a:pt x="737933" y="1536002"/>
                  </a:cubicBezTo>
                  <a:cubicBezTo>
                    <a:pt x="737426" y="1535462"/>
                    <a:pt x="736346" y="1530814"/>
                    <a:pt x="732409" y="1532757"/>
                  </a:cubicBezTo>
                  <a:cubicBezTo>
                    <a:pt x="731774" y="1532757"/>
                    <a:pt x="729170" y="1534599"/>
                    <a:pt x="727646" y="1531462"/>
                  </a:cubicBezTo>
                  <a:cubicBezTo>
                    <a:pt x="727011" y="1529297"/>
                    <a:pt x="722884" y="1524433"/>
                    <a:pt x="726250" y="1521080"/>
                  </a:cubicBezTo>
                  <a:cubicBezTo>
                    <a:pt x="733806" y="1513294"/>
                    <a:pt x="735775" y="1510374"/>
                    <a:pt x="739775" y="1511453"/>
                  </a:cubicBezTo>
                  <a:lnTo>
                    <a:pt x="739965" y="1511453"/>
                  </a:lnTo>
                  <a:cubicBezTo>
                    <a:pt x="745871" y="1513079"/>
                    <a:pt x="743585" y="1503236"/>
                    <a:pt x="748220" y="1495127"/>
                  </a:cubicBezTo>
                  <a:cubicBezTo>
                    <a:pt x="755714" y="1482148"/>
                    <a:pt x="758063" y="1479557"/>
                    <a:pt x="756539" y="1475772"/>
                  </a:cubicBezTo>
                  <a:cubicBezTo>
                    <a:pt x="755269" y="1472420"/>
                    <a:pt x="760349" y="1471664"/>
                    <a:pt x="759777" y="1472096"/>
                  </a:cubicBezTo>
                  <a:cubicBezTo>
                    <a:pt x="764032" y="1471226"/>
                    <a:pt x="766318" y="1477608"/>
                    <a:pt x="765873" y="1477068"/>
                  </a:cubicBezTo>
                  <a:cubicBezTo>
                    <a:pt x="767461" y="1480313"/>
                    <a:pt x="771715" y="1478687"/>
                    <a:pt x="771080" y="1478687"/>
                  </a:cubicBezTo>
                  <a:cubicBezTo>
                    <a:pt x="774509" y="1477500"/>
                    <a:pt x="774826" y="1472959"/>
                    <a:pt x="774636" y="1473499"/>
                  </a:cubicBezTo>
                  <a:cubicBezTo>
                    <a:pt x="775398" y="1466254"/>
                    <a:pt x="786193" y="1478255"/>
                    <a:pt x="788797" y="1471448"/>
                  </a:cubicBezTo>
                  <a:lnTo>
                    <a:pt x="792352" y="1462469"/>
                  </a:lnTo>
                  <a:cubicBezTo>
                    <a:pt x="794004" y="1458361"/>
                    <a:pt x="798322" y="1463225"/>
                    <a:pt x="797242" y="1467549"/>
                  </a:cubicBezTo>
                  <a:cubicBezTo>
                    <a:pt x="797242" y="1468203"/>
                    <a:pt x="794765" y="1473499"/>
                    <a:pt x="799211" y="1473931"/>
                  </a:cubicBezTo>
                  <a:cubicBezTo>
                    <a:pt x="799719" y="1473823"/>
                    <a:pt x="802767" y="1474255"/>
                    <a:pt x="803846" y="1471118"/>
                  </a:cubicBezTo>
                  <a:cubicBezTo>
                    <a:pt x="805942" y="1465066"/>
                    <a:pt x="807720" y="1461066"/>
                    <a:pt x="806767" y="1456735"/>
                  </a:cubicBezTo>
                  <a:cubicBezTo>
                    <a:pt x="806767" y="1456087"/>
                    <a:pt x="806005" y="1453173"/>
                    <a:pt x="808482" y="1450899"/>
                  </a:cubicBezTo>
                  <a:lnTo>
                    <a:pt x="808736" y="1450684"/>
                  </a:lnTo>
                  <a:cubicBezTo>
                    <a:pt x="809371" y="1450144"/>
                    <a:pt x="810006" y="1449928"/>
                    <a:pt x="810577" y="1449820"/>
                  </a:cubicBezTo>
                  <a:lnTo>
                    <a:pt x="789686" y="1427322"/>
                  </a:lnTo>
                  <a:lnTo>
                    <a:pt x="807529" y="1414349"/>
                  </a:lnTo>
                  <a:lnTo>
                    <a:pt x="774319" y="1369042"/>
                  </a:lnTo>
                  <a:lnTo>
                    <a:pt x="746061" y="1369042"/>
                  </a:lnTo>
                  <a:lnTo>
                    <a:pt x="716725" y="1332275"/>
                  </a:lnTo>
                  <a:lnTo>
                    <a:pt x="735202" y="1299071"/>
                  </a:lnTo>
                  <a:lnTo>
                    <a:pt x="727646" y="1271823"/>
                  </a:lnTo>
                  <a:lnTo>
                    <a:pt x="756983" y="1228027"/>
                  </a:lnTo>
                  <a:lnTo>
                    <a:pt x="785240" y="1263606"/>
                  </a:lnTo>
                  <a:lnTo>
                    <a:pt x="804799" y="1252900"/>
                  </a:lnTo>
                  <a:lnTo>
                    <a:pt x="800481" y="1220890"/>
                  </a:lnTo>
                  <a:lnTo>
                    <a:pt x="878650" y="1160444"/>
                  </a:lnTo>
                  <a:lnTo>
                    <a:pt x="938402" y="1159250"/>
                  </a:lnTo>
                  <a:lnTo>
                    <a:pt x="997267" y="1194398"/>
                  </a:lnTo>
                  <a:lnTo>
                    <a:pt x="998347" y="1216889"/>
                  </a:lnTo>
                  <a:lnTo>
                    <a:pt x="1023048" y="1225646"/>
                  </a:lnTo>
                  <a:lnTo>
                    <a:pt x="1028446" y="1203154"/>
                  </a:lnTo>
                  <a:lnTo>
                    <a:pt x="1063180" y="1223271"/>
                  </a:lnTo>
                  <a:lnTo>
                    <a:pt x="1090358" y="1196017"/>
                  </a:lnTo>
                  <a:lnTo>
                    <a:pt x="1164145" y="1193642"/>
                  </a:lnTo>
                  <a:lnTo>
                    <a:pt x="1203262" y="1223271"/>
                  </a:lnTo>
                  <a:lnTo>
                    <a:pt x="1273301" y="1211047"/>
                  </a:lnTo>
                  <a:lnTo>
                    <a:pt x="1284224" y="1181850"/>
                  </a:lnTo>
                  <a:lnTo>
                    <a:pt x="1220788" y="1145083"/>
                  </a:lnTo>
                  <a:lnTo>
                    <a:pt x="1232662" y="1119131"/>
                  </a:lnTo>
                  <a:lnTo>
                    <a:pt x="1201927" y="1110482"/>
                  </a:lnTo>
                  <a:lnTo>
                    <a:pt x="1189038" y="1129945"/>
                  </a:lnTo>
                  <a:lnTo>
                    <a:pt x="1172210" y="1114807"/>
                  </a:lnTo>
                  <a:lnTo>
                    <a:pt x="1180084" y="1041274"/>
                  </a:lnTo>
                  <a:lnTo>
                    <a:pt x="1210818" y="1026135"/>
                  </a:lnTo>
                  <a:lnTo>
                    <a:pt x="1216787" y="980720"/>
                  </a:lnTo>
                  <a:lnTo>
                    <a:pt x="1144460" y="1010997"/>
                  </a:lnTo>
                  <a:lnTo>
                    <a:pt x="1113727" y="972065"/>
                  </a:lnTo>
                  <a:lnTo>
                    <a:pt x="1145477" y="950437"/>
                  </a:lnTo>
                  <a:lnTo>
                    <a:pt x="1155319" y="977475"/>
                  </a:lnTo>
                  <a:lnTo>
                    <a:pt x="1206817" y="939623"/>
                  </a:lnTo>
                  <a:lnTo>
                    <a:pt x="1193292" y="908051"/>
                  </a:lnTo>
                  <a:lnTo>
                    <a:pt x="1128585" y="905777"/>
                  </a:lnTo>
                  <a:lnTo>
                    <a:pt x="1116202" y="870522"/>
                  </a:lnTo>
                  <a:lnTo>
                    <a:pt x="1151318" y="857765"/>
                  </a:lnTo>
                  <a:lnTo>
                    <a:pt x="1146429" y="820243"/>
                  </a:lnTo>
                  <a:lnTo>
                    <a:pt x="1168526" y="826294"/>
                  </a:lnTo>
                  <a:lnTo>
                    <a:pt x="1178877" y="812020"/>
                  </a:lnTo>
                  <a:lnTo>
                    <a:pt x="1169924" y="794722"/>
                  </a:lnTo>
                  <a:lnTo>
                    <a:pt x="1178115" y="782714"/>
                  </a:lnTo>
                  <a:lnTo>
                    <a:pt x="1193292" y="782714"/>
                  </a:lnTo>
                  <a:lnTo>
                    <a:pt x="1201483" y="758711"/>
                  </a:lnTo>
                  <a:lnTo>
                    <a:pt x="1187767" y="747465"/>
                  </a:lnTo>
                  <a:lnTo>
                    <a:pt x="1188402" y="726485"/>
                  </a:lnTo>
                  <a:lnTo>
                    <a:pt x="1160145" y="701936"/>
                  </a:lnTo>
                  <a:lnTo>
                    <a:pt x="1200214" y="633057"/>
                  </a:lnTo>
                  <a:lnTo>
                    <a:pt x="1191323" y="583635"/>
                  </a:lnTo>
                  <a:lnTo>
                    <a:pt x="1205547" y="523622"/>
                  </a:lnTo>
                  <a:lnTo>
                    <a:pt x="1189927" y="484690"/>
                  </a:lnTo>
                  <a:lnTo>
                    <a:pt x="1214818" y="420675"/>
                  </a:lnTo>
                  <a:lnTo>
                    <a:pt x="1200848" y="388233"/>
                  </a:lnTo>
                  <a:lnTo>
                    <a:pt x="1228217" y="351575"/>
                  </a:lnTo>
                  <a:lnTo>
                    <a:pt x="1247394" y="365634"/>
                  </a:lnTo>
                  <a:lnTo>
                    <a:pt x="1287780" y="320320"/>
                  </a:lnTo>
                  <a:lnTo>
                    <a:pt x="1326007" y="304642"/>
                  </a:lnTo>
                  <a:lnTo>
                    <a:pt x="1343089" y="270580"/>
                  </a:lnTo>
                  <a:lnTo>
                    <a:pt x="1409954" y="238138"/>
                  </a:lnTo>
                  <a:lnTo>
                    <a:pt x="1415161" y="215431"/>
                  </a:lnTo>
                  <a:lnTo>
                    <a:pt x="1447673" y="190126"/>
                  </a:lnTo>
                  <a:lnTo>
                    <a:pt x="1440688" y="181147"/>
                  </a:lnTo>
                  <a:lnTo>
                    <a:pt x="1454594" y="173470"/>
                  </a:lnTo>
                  <a:lnTo>
                    <a:pt x="1455102" y="174334"/>
                  </a:lnTo>
                  <a:close/>
                  <a:moveTo>
                    <a:pt x="207899" y="639433"/>
                  </a:moveTo>
                  <a:lnTo>
                    <a:pt x="206057" y="643656"/>
                  </a:lnTo>
                  <a:cubicBezTo>
                    <a:pt x="204343" y="647764"/>
                    <a:pt x="198818" y="644951"/>
                    <a:pt x="199327" y="644951"/>
                  </a:cubicBezTo>
                  <a:cubicBezTo>
                    <a:pt x="191897" y="642138"/>
                    <a:pt x="199327" y="664630"/>
                    <a:pt x="191643" y="666795"/>
                  </a:cubicBezTo>
                  <a:cubicBezTo>
                    <a:pt x="189102" y="667119"/>
                    <a:pt x="183769" y="670688"/>
                    <a:pt x="180657" y="666471"/>
                  </a:cubicBezTo>
                  <a:cubicBezTo>
                    <a:pt x="179959" y="665931"/>
                    <a:pt x="178371" y="662579"/>
                    <a:pt x="174434" y="662471"/>
                  </a:cubicBezTo>
                  <a:lnTo>
                    <a:pt x="166560" y="662147"/>
                  </a:lnTo>
                  <a:cubicBezTo>
                    <a:pt x="161607" y="661925"/>
                    <a:pt x="155384" y="670688"/>
                    <a:pt x="156083" y="675660"/>
                  </a:cubicBezTo>
                  <a:cubicBezTo>
                    <a:pt x="156083" y="676307"/>
                    <a:pt x="158114" y="682689"/>
                    <a:pt x="153670" y="682257"/>
                  </a:cubicBezTo>
                  <a:cubicBezTo>
                    <a:pt x="148272" y="681178"/>
                    <a:pt x="140589" y="683337"/>
                    <a:pt x="140144" y="677501"/>
                  </a:cubicBezTo>
                  <a:cubicBezTo>
                    <a:pt x="139826" y="672847"/>
                    <a:pt x="139826" y="668414"/>
                    <a:pt x="137795" y="664414"/>
                  </a:cubicBezTo>
                  <a:cubicBezTo>
                    <a:pt x="128015" y="645491"/>
                    <a:pt x="127698" y="643649"/>
                    <a:pt x="123571" y="642030"/>
                  </a:cubicBezTo>
                  <a:cubicBezTo>
                    <a:pt x="123063" y="641598"/>
                    <a:pt x="118618" y="641059"/>
                    <a:pt x="118618" y="636410"/>
                  </a:cubicBezTo>
                  <a:lnTo>
                    <a:pt x="118618" y="629489"/>
                  </a:lnTo>
                  <a:cubicBezTo>
                    <a:pt x="118935" y="619430"/>
                    <a:pt x="96964" y="608293"/>
                    <a:pt x="102298" y="601911"/>
                  </a:cubicBezTo>
                  <a:cubicBezTo>
                    <a:pt x="103886" y="599529"/>
                    <a:pt x="108902" y="595961"/>
                    <a:pt x="108331" y="590557"/>
                  </a:cubicBezTo>
                  <a:cubicBezTo>
                    <a:pt x="108331" y="589693"/>
                    <a:pt x="106489" y="583096"/>
                    <a:pt x="111061" y="583096"/>
                  </a:cubicBezTo>
                  <a:cubicBezTo>
                    <a:pt x="113411" y="582772"/>
                    <a:pt x="118301" y="584067"/>
                    <a:pt x="121729" y="580607"/>
                  </a:cubicBezTo>
                  <a:cubicBezTo>
                    <a:pt x="122618" y="579527"/>
                    <a:pt x="127190" y="576606"/>
                    <a:pt x="127190" y="571526"/>
                  </a:cubicBezTo>
                  <a:cubicBezTo>
                    <a:pt x="127381" y="570878"/>
                    <a:pt x="126428" y="565468"/>
                    <a:pt x="130428" y="566878"/>
                  </a:cubicBezTo>
                  <a:cubicBezTo>
                    <a:pt x="131381" y="567418"/>
                    <a:pt x="136778" y="567957"/>
                    <a:pt x="137858" y="572821"/>
                  </a:cubicBezTo>
                  <a:cubicBezTo>
                    <a:pt x="138302" y="573793"/>
                    <a:pt x="138176" y="579851"/>
                    <a:pt x="142748" y="579527"/>
                  </a:cubicBezTo>
                  <a:cubicBezTo>
                    <a:pt x="145034" y="579743"/>
                    <a:pt x="151320" y="577362"/>
                    <a:pt x="153035" y="582124"/>
                  </a:cubicBezTo>
                  <a:cubicBezTo>
                    <a:pt x="157163" y="592938"/>
                    <a:pt x="157797" y="596831"/>
                    <a:pt x="161989" y="597910"/>
                  </a:cubicBezTo>
                  <a:cubicBezTo>
                    <a:pt x="188658" y="604076"/>
                    <a:pt x="190817" y="603644"/>
                    <a:pt x="193167" y="607861"/>
                  </a:cubicBezTo>
                  <a:cubicBezTo>
                    <a:pt x="207581" y="633273"/>
                    <a:pt x="209740" y="634893"/>
                    <a:pt x="207772" y="639433"/>
                  </a:cubicBezTo>
                  <a:lnTo>
                    <a:pt x="207899" y="639433"/>
                  </a:lnTo>
                  <a:close/>
                  <a:moveTo>
                    <a:pt x="258127" y="447060"/>
                  </a:moveTo>
                  <a:cubicBezTo>
                    <a:pt x="259207" y="442735"/>
                    <a:pt x="257937" y="434080"/>
                    <a:pt x="263017" y="435274"/>
                  </a:cubicBezTo>
                  <a:cubicBezTo>
                    <a:pt x="265493" y="436138"/>
                    <a:pt x="270573" y="435922"/>
                    <a:pt x="273812" y="440030"/>
                  </a:cubicBezTo>
                  <a:cubicBezTo>
                    <a:pt x="283019" y="451708"/>
                    <a:pt x="284734" y="455385"/>
                    <a:pt x="289306" y="456356"/>
                  </a:cubicBezTo>
                  <a:cubicBezTo>
                    <a:pt x="293179" y="457766"/>
                    <a:pt x="299783" y="457010"/>
                    <a:pt x="301434" y="462306"/>
                  </a:cubicBezTo>
                  <a:lnTo>
                    <a:pt x="302704" y="466630"/>
                  </a:lnTo>
                  <a:cubicBezTo>
                    <a:pt x="305181" y="474847"/>
                    <a:pt x="284670" y="463817"/>
                    <a:pt x="281749" y="471933"/>
                  </a:cubicBezTo>
                  <a:cubicBezTo>
                    <a:pt x="280733" y="473768"/>
                    <a:pt x="279336" y="482201"/>
                    <a:pt x="276542" y="477984"/>
                  </a:cubicBezTo>
                  <a:cubicBezTo>
                    <a:pt x="259334" y="452895"/>
                    <a:pt x="257619" y="451924"/>
                    <a:pt x="258127" y="447060"/>
                  </a:cubicBezTo>
                  <a:close/>
                  <a:moveTo>
                    <a:pt x="338201" y="603314"/>
                  </a:moveTo>
                  <a:cubicBezTo>
                    <a:pt x="338201" y="603314"/>
                    <a:pt x="320801" y="628079"/>
                    <a:pt x="316166" y="627863"/>
                  </a:cubicBezTo>
                  <a:cubicBezTo>
                    <a:pt x="311150" y="626892"/>
                    <a:pt x="302704" y="628943"/>
                    <a:pt x="304102" y="623431"/>
                  </a:cubicBezTo>
                  <a:cubicBezTo>
                    <a:pt x="307022" y="612185"/>
                    <a:pt x="308801" y="608400"/>
                    <a:pt x="306070" y="604616"/>
                  </a:cubicBezTo>
                  <a:cubicBezTo>
                    <a:pt x="299021" y="594773"/>
                    <a:pt x="297307" y="590989"/>
                    <a:pt x="292862" y="590125"/>
                  </a:cubicBezTo>
                  <a:cubicBezTo>
                    <a:pt x="283654" y="588392"/>
                    <a:pt x="277368" y="588068"/>
                    <a:pt x="274065" y="584391"/>
                  </a:cubicBezTo>
                  <a:cubicBezTo>
                    <a:pt x="260540" y="570008"/>
                    <a:pt x="256730" y="567741"/>
                    <a:pt x="260286" y="564820"/>
                  </a:cubicBezTo>
                  <a:cubicBezTo>
                    <a:pt x="270764" y="556496"/>
                    <a:pt x="274256" y="554870"/>
                    <a:pt x="272605" y="550546"/>
                  </a:cubicBezTo>
                  <a:cubicBezTo>
                    <a:pt x="270128" y="544164"/>
                    <a:pt x="267652" y="539408"/>
                    <a:pt x="268922" y="534760"/>
                  </a:cubicBezTo>
                  <a:cubicBezTo>
                    <a:pt x="269367" y="534004"/>
                    <a:pt x="270128" y="526543"/>
                    <a:pt x="273176" y="530219"/>
                  </a:cubicBezTo>
                  <a:cubicBezTo>
                    <a:pt x="283019" y="542437"/>
                    <a:pt x="284416" y="545250"/>
                    <a:pt x="288671" y="545466"/>
                  </a:cubicBezTo>
                  <a:cubicBezTo>
                    <a:pt x="293751" y="545142"/>
                    <a:pt x="301878" y="548380"/>
                    <a:pt x="301307" y="542653"/>
                  </a:cubicBezTo>
                  <a:cubicBezTo>
                    <a:pt x="300227" y="530543"/>
                    <a:pt x="298640" y="524701"/>
                    <a:pt x="302704" y="526651"/>
                  </a:cubicBezTo>
                  <a:lnTo>
                    <a:pt x="312927" y="531299"/>
                  </a:lnTo>
                  <a:cubicBezTo>
                    <a:pt x="319595" y="534436"/>
                    <a:pt x="309626" y="552603"/>
                    <a:pt x="314389" y="560064"/>
                  </a:cubicBezTo>
                  <a:cubicBezTo>
                    <a:pt x="338518" y="597586"/>
                    <a:pt x="341122" y="599098"/>
                    <a:pt x="338138" y="603098"/>
                  </a:cubicBezTo>
                  <a:lnTo>
                    <a:pt x="338201" y="6033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D0E8C38-8266-5AB8-0CB6-AA2F8EC3EAB6}"/>
                </a:ext>
              </a:extLst>
            </p:cNvPr>
            <p:cNvSpPr/>
            <p:nvPr/>
          </p:nvSpPr>
          <p:spPr>
            <a:xfrm>
              <a:off x="6697632" y="1846302"/>
              <a:ext cx="8531" cy="10256"/>
            </a:xfrm>
            <a:custGeom>
              <a:avLst/>
              <a:gdLst>
                <a:gd name="csX0" fmla="*/ 6126 w 8531"/>
                <a:gd name="csY0" fmla="*/ 2684 h 10256"/>
                <a:gd name="csX1" fmla="*/ 30 w 8531"/>
                <a:gd name="csY1" fmla="*/ 2144 h 10256"/>
                <a:gd name="csX2" fmla="*/ 30 w 8531"/>
                <a:gd name="csY2" fmla="*/ 3116 h 10256"/>
                <a:gd name="csX3" fmla="*/ 5047 w 8531"/>
                <a:gd name="csY3" fmla="*/ 9822 h 10256"/>
                <a:gd name="csX4" fmla="*/ 6253 w 8531"/>
                <a:gd name="csY4" fmla="*/ 2792 h 10256"/>
                <a:gd name="csX5" fmla="*/ 6126 w 8531"/>
                <a:gd name="csY5" fmla="*/ 2684 h 1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31" h="10256">
                  <a:moveTo>
                    <a:pt x="6126" y="2684"/>
                  </a:moveTo>
                  <a:cubicBezTo>
                    <a:pt x="5237" y="2360"/>
                    <a:pt x="475" y="-2828"/>
                    <a:pt x="30" y="2144"/>
                  </a:cubicBezTo>
                  <a:lnTo>
                    <a:pt x="30" y="3116"/>
                  </a:lnTo>
                  <a:cubicBezTo>
                    <a:pt x="-477" y="7771"/>
                    <a:pt x="5555" y="10361"/>
                    <a:pt x="5047" y="9822"/>
                  </a:cubicBezTo>
                  <a:cubicBezTo>
                    <a:pt x="9048" y="11987"/>
                    <a:pt x="9810" y="5497"/>
                    <a:pt x="6253" y="2792"/>
                  </a:cubicBezTo>
                  <a:lnTo>
                    <a:pt x="6126" y="2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3581F331-4BF8-1562-EC44-E0B880619553}"/>
                </a:ext>
              </a:extLst>
            </p:cNvPr>
            <p:cNvSpPr/>
            <p:nvPr/>
          </p:nvSpPr>
          <p:spPr>
            <a:xfrm>
              <a:off x="6391147" y="2531770"/>
              <a:ext cx="355345" cy="229463"/>
            </a:xfrm>
            <a:custGeom>
              <a:avLst/>
              <a:gdLst>
                <a:gd name="csX0" fmla="*/ 105537 w 355345"/>
                <a:gd name="csY0" fmla="*/ 221570 h 229463"/>
                <a:gd name="csX1" fmla="*/ 203581 w 355345"/>
                <a:gd name="csY1" fmla="*/ 229464 h 229463"/>
                <a:gd name="csX2" fmla="*/ 221869 w 355345"/>
                <a:gd name="csY2" fmla="*/ 212274 h 229463"/>
                <a:gd name="csX3" fmla="*/ 263017 w 355345"/>
                <a:gd name="csY3" fmla="*/ 205892 h 229463"/>
                <a:gd name="csX4" fmla="*/ 287274 w 355345"/>
                <a:gd name="csY4" fmla="*/ 219189 h 229463"/>
                <a:gd name="csX5" fmla="*/ 314516 w 355345"/>
                <a:gd name="csY5" fmla="*/ 221139 h 229463"/>
                <a:gd name="csX6" fmla="*/ 314643 w 355345"/>
                <a:gd name="csY6" fmla="*/ 221139 h 229463"/>
                <a:gd name="csX7" fmla="*/ 316040 w 355345"/>
                <a:gd name="csY7" fmla="*/ 198107 h 229463"/>
                <a:gd name="csX8" fmla="*/ 324612 w 355345"/>
                <a:gd name="csY8" fmla="*/ 179616 h 229463"/>
                <a:gd name="csX9" fmla="*/ 324041 w 355345"/>
                <a:gd name="csY9" fmla="*/ 169018 h 229463"/>
                <a:gd name="csX10" fmla="*/ 328422 w 355345"/>
                <a:gd name="csY10" fmla="*/ 163931 h 229463"/>
                <a:gd name="csX11" fmla="*/ 336106 w 355345"/>
                <a:gd name="csY11" fmla="*/ 173774 h 229463"/>
                <a:gd name="csX12" fmla="*/ 352743 w 355345"/>
                <a:gd name="csY12" fmla="*/ 166637 h 229463"/>
                <a:gd name="csX13" fmla="*/ 355346 w 355345"/>
                <a:gd name="csY13" fmla="*/ 156039 h 229463"/>
                <a:gd name="csX14" fmla="*/ 355219 w 355345"/>
                <a:gd name="csY14" fmla="*/ 156039 h 229463"/>
                <a:gd name="csX15" fmla="*/ 331026 w 355345"/>
                <a:gd name="csY15" fmla="*/ 145548 h 229463"/>
                <a:gd name="csX16" fmla="*/ 316040 w 355345"/>
                <a:gd name="csY16" fmla="*/ 156578 h 229463"/>
                <a:gd name="csX17" fmla="*/ 293560 w 355345"/>
                <a:gd name="csY17" fmla="*/ 142526 h 229463"/>
                <a:gd name="csX18" fmla="*/ 299720 w 355345"/>
                <a:gd name="csY18" fmla="*/ 94615 h 229463"/>
                <a:gd name="csX19" fmla="*/ 241491 w 355345"/>
                <a:gd name="csY19" fmla="*/ 0 h 229463"/>
                <a:gd name="csX20" fmla="*/ 224727 w 355345"/>
                <a:gd name="csY20" fmla="*/ 20542 h 229463"/>
                <a:gd name="csX21" fmla="*/ 192977 w 355345"/>
                <a:gd name="csY21" fmla="*/ 23787 h 229463"/>
                <a:gd name="csX22" fmla="*/ 178626 w 355345"/>
                <a:gd name="csY22" fmla="*/ 36220 h 229463"/>
                <a:gd name="csX23" fmla="*/ 161798 w 355345"/>
                <a:gd name="csY23" fmla="*/ 22708 h 229463"/>
                <a:gd name="csX24" fmla="*/ 98743 w 355345"/>
                <a:gd name="csY24" fmla="*/ 21514 h 229463"/>
                <a:gd name="csX25" fmla="*/ 88964 w 355345"/>
                <a:gd name="csY25" fmla="*/ 33522 h 229463"/>
                <a:gd name="csX26" fmla="*/ 74613 w 355345"/>
                <a:gd name="csY26" fmla="*/ 32436 h 229463"/>
                <a:gd name="csX27" fmla="*/ 32449 w 355345"/>
                <a:gd name="csY27" fmla="*/ 109214 h 229463"/>
                <a:gd name="csX28" fmla="*/ 0 w 355345"/>
                <a:gd name="csY28" fmla="*/ 111163 h 229463"/>
                <a:gd name="csX29" fmla="*/ 21018 w 355345"/>
                <a:gd name="csY29" fmla="*/ 146088 h 229463"/>
                <a:gd name="csX30" fmla="*/ 45276 w 355345"/>
                <a:gd name="csY30" fmla="*/ 158420 h 229463"/>
                <a:gd name="csX31" fmla="*/ 44704 w 355345"/>
                <a:gd name="csY31" fmla="*/ 178098 h 229463"/>
                <a:gd name="csX32" fmla="*/ 63436 w 355345"/>
                <a:gd name="csY32" fmla="*/ 184804 h 229463"/>
                <a:gd name="csX33" fmla="*/ 74803 w 355345"/>
                <a:gd name="csY33" fmla="*/ 174961 h 229463"/>
                <a:gd name="csX34" fmla="*/ 93726 w 355345"/>
                <a:gd name="csY34" fmla="*/ 186969 h 229463"/>
                <a:gd name="csX35" fmla="*/ 85280 w 355345"/>
                <a:gd name="csY35" fmla="*/ 196266 h 229463"/>
                <a:gd name="csX36" fmla="*/ 95250 w 355345"/>
                <a:gd name="csY36" fmla="*/ 203619 h 229463"/>
                <a:gd name="csX37" fmla="*/ 111570 w 355345"/>
                <a:gd name="csY37" fmla="*/ 207512 h 229463"/>
                <a:gd name="csX38" fmla="*/ 105220 w 355345"/>
                <a:gd name="csY38" fmla="*/ 221786 h 229463"/>
                <a:gd name="csX39" fmla="*/ 105537 w 355345"/>
                <a:gd name="csY39" fmla="*/ 221570 h 229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55345" h="229463">
                  <a:moveTo>
                    <a:pt x="105537" y="221570"/>
                  </a:moveTo>
                  <a:lnTo>
                    <a:pt x="203581" y="229464"/>
                  </a:lnTo>
                  <a:lnTo>
                    <a:pt x="221869" y="212274"/>
                  </a:lnTo>
                  <a:lnTo>
                    <a:pt x="263017" y="205892"/>
                  </a:lnTo>
                  <a:lnTo>
                    <a:pt x="287274" y="219189"/>
                  </a:lnTo>
                  <a:lnTo>
                    <a:pt x="314516" y="221139"/>
                  </a:lnTo>
                  <a:lnTo>
                    <a:pt x="314643" y="221139"/>
                  </a:lnTo>
                  <a:lnTo>
                    <a:pt x="316040" y="198107"/>
                  </a:lnTo>
                  <a:cubicBezTo>
                    <a:pt x="316484" y="190754"/>
                    <a:pt x="324930" y="186537"/>
                    <a:pt x="324612" y="179616"/>
                  </a:cubicBezTo>
                  <a:lnTo>
                    <a:pt x="324041" y="169018"/>
                  </a:lnTo>
                  <a:cubicBezTo>
                    <a:pt x="323850" y="165125"/>
                    <a:pt x="329057" y="163500"/>
                    <a:pt x="328422" y="163931"/>
                  </a:cubicBezTo>
                  <a:cubicBezTo>
                    <a:pt x="334899" y="161449"/>
                    <a:pt x="329374" y="175393"/>
                    <a:pt x="336106" y="173774"/>
                  </a:cubicBezTo>
                  <a:cubicBezTo>
                    <a:pt x="348297" y="170745"/>
                    <a:pt x="351790" y="170745"/>
                    <a:pt x="352743" y="166637"/>
                  </a:cubicBezTo>
                  <a:lnTo>
                    <a:pt x="355346" y="156039"/>
                  </a:lnTo>
                  <a:lnTo>
                    <a:pt x="355219" y="156039"/>
                  </a:lnTo>
                  <a:lnTo>
                    <a:pt x="331026" y="145548"/>
                  </a:lnTo>
                  <a:lnTo>
                    <a:pt x="316040" y="156578"/>
                  </a:lnTo>
                  <a:lnTo>
                    <a:pt x="293560" y="142526"/>
                  </a:lnTo>
                  <a:lnTo>
                    <a:pt x="299720" y="94615"/>
                  </a:lnTo>
                  <a:lnTo>
                    <a:pt x="241491" y="0"/>
                  </a:lnTo>
                  <a:lnTo>
                    <a:pt x="224727" y="20542"/>
                  </a:lnTo>
                  <a:lnTo>
                    <a:pt x="192977" y="23787"/>
                  </a:lnTo>
                  <a:lnTo>
                    <a:pt x="178626" y="36220"/>
                  </a:lnTo>
                  <a:lnTo>
                    <a:pt x="161798" y="22708"/>
                  </a:lnTo>
                  <a:lnTo>
                    <a:pt x="98743" y="21514"/>
                  </a:lnTo>
                  <a:lnTo>
                    <a:pt x="88964" y="33522"/>
                  </a:lnTo>
                  <a:lnTo>
                    <a:pt x="74613" y="32436"/>
                  </a:lnTo>
                  <a:lnTo>
                    <a:pt x="32449" y="109214"/>
                  </a:lnTo>
                  <a:lnTo>
                    <a:pt x="0" y="111163"/>
                  </a:lnTo>
                  <a:lnTo>
                    <a:pt x="21018" y="146088"/>
                  </a:lnTo>
                  <a:lnTo>
                    <a:pt x="45276" y="158420"/>
                  </a:lnTo>
                  <a:lnTo>
                    <a:pt x="44704" y="178098"/>
                  </a:lnTo>
                  <a:lnTo>
                    <a:pt x="63436" y="184804"/>
                  </a:lnTo>
                  <a:lnTo>
                    <a:pt x="74803" y="174961"/>
                  </a:lnTo>
                  <a:lnTo>
                    <a:pt x="93726" y="186969"/>
                  </a:lnTo>
                  <a:lnTo>
                    <a:pt x="85280" y="196266"/>
                  </a:lnTo>
                  <a:lnTo>
                    <a:pt x="95250" y="203619"/>
                  </a:lnTo>
                  <a:lnTo>
                    <a:pt x="111570" y="207512"/>
                  </a:lnTo>
                  <a:lnTo>
                    <a:pt x="105220" y="221786"/>
                  </a:lnTo>
                  <a:lnTo>
                    <a:pt x="105537" y="22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8DD3D298-3E82-5027-7DAA-8E57B1679832}"/>
                </a:ext>
              </a:extLst>
            </p:cNvPr>
            <p:cNvSpPr/>
            <p:nvPr/>
          </p:nvSpPr>
          <p:spPr>
            <a:xfrm>
              <a:off x="4984948" y="3219989"/>
              <a:ext cx="19423" cy="10309"/>
            </a:xfrm>
            <a:custGeom>
              <a:avLst/>
              <a:gdLst>
                <a:gd name="csX0" fmla="*/ 18738 w 19423"/>
                <a:gd name="csY0" fmla="*/ 8078 h 10309"/>
                <a:gd name="csX1" fmla="*/ 18738 w 19423"/>
                <a:gd name="csY1" fmla="*/ 7862 h 10309"/>
                <a:gd name="csX2" fmla="*/ 17976 w 19423"/>
                <a:gd name="csY2" fmla="*/ 2883 h 10309"/>
                <a:gd name="csX3" fmla="*/ 5961 w 19423"/>
                <a:gd name="csY3" fmla="*/ 832 h 10309"/>
                <a:gd name="csX4" fmla="*/ 875 w 19423"/>
                <a:gd name="csY4" fmla="*/ 4287 h 10309"/>
                <a:gd name="csX5" fmla="*/ 8451 w 19423"/>
                <a:gd name="csY5" fmla="*/ 9481 h 10309"/>
                <a:gd name="csX6" fmla="*/ 18738 w 19423"/>
                <a:gd name="csY6" fmla="*/ 8078 h 10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423" h="10309">
                  <a:moveTo>
                    <a:pt x="18738" y="8078"/>
                  </a:moveTo>
                  <a:lnTo>
                    <a:pt x="18738" y="7862"/>
                  </a:lnTo>
                  <a:cubicBezTo>
                    <a:pt x="20789" y="5049"/>
                    <a:pt x="17544" y="2344"/>
                    <a:pt x="17976" y="2883"/>
                  </a:cubicBezTo>
                  <a:cubicBezTo>
                    <a:pt x="13645" y="-470"/>
                    <a:pt x="9537" y="3531"/>
                    <a:pt x="5961" y="832"/>
                  </a:cubicBezTo>
                  <a:cubicBezTo>
                    <a:pt x="3040" y="-1333"/>
                    <a:pt x="-2046" y="1048"/>
                    <a:pt x="875" y="4287"/>
                  </a:cubicBezTo>
                  <a:cubicBezTo>
                    <a:pt x="1523" y="4833"/>
                    <a:pt x="4126" y="8725"/>
                    <a:pt x="8451" y="9481"/>
                  </a:cubicBezTo>
                  <a:cubicBezTo>
                    <a:pt x="8451" y="9481"/>
                    <a:pt x="16026" y="12078"/>
                    <a:pt x="18738" y="80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50DBDF26-83B9-A7C3-E7F8-8F80A1663559}"/>
                </a:ext>
              </a:extLst>
            </p:cNvPr>
            <p:cNvSpPr/>
            <p:nvPr/>
          </p:nvSpPr>
          <p:spPr>
            <a:xfrm>
              <a:off x="5015024" y="3208112"/>
              <a:ext cx="9315" cy="7515"/>
            </a:xfrm>
            <a:custGeom>
              <a:avLst/>
              <a:gdLst>
                <a:gd name="csX0" fmla="*/ 4352 w 9315"/>
                <a:gd name="csY0" fmla="*/ 270 h 7515"/>
                <a:gd name="csX1" fmla="*/ 4352 w 9315"/>
                <a:gd name="csY1" fmla="*/ 7515 h 7515"/>
                <a:gd name="csX2" fmla="*/ 5438 w 9315"/>
                <a:gd name="csY2" fmla="*/ 7515 h 7515"/>
                <a:gd name="csX3" fmla="*/ 4352 w 9315"/>
                <a:gd name="csY3" fmla="*/ 270 h 7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15" h="7515">
                  <a:moveTo>
                    <a:pt x="4352" y="270"/>
                  </a:moveTo>
                  <a:cubicBezTo>
                    <a:pt x="-842" y="2435"/>
                    <a:pt x="-2029" y="7515"/>
                    <a:pt x="4352" y="7515"/>
                  </a:cubicBezTo>
                  <a:lnTo>
                    <a:pt x="5438" y="7515"/>
                  </a:lnTo>
                  <a:cubicBezTo>
                    <a:pt x="12036" y="7515"/>
                    <a:pt x="9223" y="-1673"/>
                    <a:pt x="4352" y="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2B5FEE80-4045-D682-CDA0-7EC732048A7F}"/>
                </a:ext>
              </a:extLst>
            </p:cNvPr>
            <p:cNvSpPr/>
            <p:nvPr/>
          </p:nvSpPr>
          <p:spPr>
            <a:xfrm>
              <a:off x="4659492" y="3007565"/>
              <a:ext cx="27850" cy="10606"/>
            </a:xfrm>
            <a:custGeom>
              <a:avLst/>
              <a:gdLst>
                <a:gd name="csX0" fmla="*/ 27493 w 27850"/>
                <a:gd name="csY0" fmla="*/ 5522 h 10606"/>
                <a:gd name="csX1" fmla="*/ 7580 w 27850"/>
                <a:gd name="csY1" fmla="*/ 1737 h 10606"/>
                <a:gd name="csX2" fmla="*/ 7142 w 27850"/>
                <a:gd name="csY2" fmla="*/ 1306 h 10606"/>
                <a:gd name="csX3" fmla="*/ 1516 w 27850"/>
                <a:gd name="csY3" fmla="*/ 442 h 10606"/>
                <a:gd name="csX4" fmla="*/ 8120 w 27850"/>
                <a:gd name="csY4" fmla="*/ 10602 h 10606"/>
                <a:gd name="csX5" fmla="*/ 27710 w 27850"/>
                <a:gd name="csY5" fmla="*/ 6386 h 10606"/>
                <a:gd name="csX6" fmla="*/ 27493 w 27850"/>
                <a:gd name="csY6" fmla="*/ 5522 h 10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50" h="10606">
                  <a:moveTo>
                    <a:pt x="27493" y="5522"/>
                  </a:moveTo>
                  <a:cubicBezTo>
                    <a:pt x="25760" y="-1184"/>
                    <a:pt x="12990" y="7141"/>
                    <a:pt x="7580" y="1737"/>
                  </a:cubicBezTo>
                  <a:lnTo>
                    <a:pt x="7142" y="1306"/>
                  </a:lnTo>
                  <a:cubicBezTo>
                    <a:pt x="4761" y="-1076"/>
                    <a:pt x="868" y="550"/>
                    <a:pt x="1516" y="442"/>
                  </a:cubicBezTo>
                  <a:cubicBezTo>
                    <a:pt x="-3031" y="2601"/>
                    <a:pt x="3681" y="10818"/>
                    <a:pt x="8120" y="10602"/>
                  </a:cubicBezTo>
                  <a:cubicBezTo>
                    <a:pt x="23811" y="9846"/>
                    <a:pt x="28789" y="10818"/>
                    <a:pt x="27710" y="6386"/>
                  </a:cubicBezTo>
                  <a:lnTo>
                    <a:pt x="27493" y="55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F180713-EA09-2D16-84ED-4E8E93D2581B}"/>
                </a:ext>
              </a:extLst>
            </p:cNvPr>
            <p:cNvSpPr/>
            <p:nvPr/>
          </p:nvSpPr>
          <p:spPr>
            <a:xfrm>
              <a:off x="4560145" y="2981668"/>
              <a:ext cx="18455" cy="8901"/>
            </a:xfrm>
            <a:custGeom>
              <a:avLst/>
              <a:gdLst>
                <a:gd name="csX0" fmla="*/ 311 w 18455"/>
                <a:gd name="csY0" fmla="*/ 2654 h 8901"/>
                <a:gd name="csX1" fmla="*/ 95 w 18455"/>
                <a:gd name="csY1" fmla="*/ 3517 h 8901"/>
                <a:gd name="csX2" fmla="*/ 2584 w 18455"/>
                <a:gd name="csY2" fmla="*/ 7194 h 8901"/>
                <a:gd name="csX3" fmla="*/ 18383 w 18455"/>
                <a:gd name="csY3" fmla="*/ 6006 h 8901"/>
                <a:gd name="csX4" fmla="*/ 14490 w 18455"/>
                <a:gd name="csY4" fmla="*/ 2006 h 8901"/>
                <a:gd name="csX5" fmla="*/ 203 w 18455"/>
                <a:gd name="csY5" fmla="*/ 2546 h 8901"/>
                <a:gd name="csX6" fmla="*/ 311 w 18455"/>
                <a:gd name="csY6" fmla="*/ 2654 h 8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55" h="8901">
                  <a:moveTo>
                    <a:pt x="311" y="2654"/>
                  </a:moveTo>
                  <a:lnTo>
                    <a:pt x="95" y="3517"/>
                  </a:lnTo>
                  <a:cubicBezTo>
                    <a:pt x="-337" y="5359"/>
                    <a:pt x="742" y="6978"/>
                    <a:pt x="2584" y="7194"/>
                  </a:cubicBezTo>
                  <a:cubicBezTo>
                    <a:pt x="10267" y="7518"/>
                    <a:pt x="19361" y="11525"/>
                    <a:pt x="18383" y="6006"/>
                  </a:cubicBezTo>
                  <a:cubicBezTo>
                    <a:pt x="18059" y="5467"/>
                    <a:pt x="17627" y="2654"/>
                    <a:pt x="14490" y="2006"/>
                  </a:cubicBezTo>
                  <a:cubicBezTo>
                    <a:pt x="8642" y="1466"/>
                    <a:pt x="1498" y="-2534"/>
                    <a:pt x="203" y="2546"/>
                  </a:cubicBezTo>
                  <a:lnTo>
                    <a:pt x="311" y="2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64BC987-772D-C1D4-EB01-0BA5F7B8E57F}"/>
                </a:ext>
              </a:extLst>
            </p:cNvPr>
            <p:cNvSpPr/>
            <p:nvPr/>
          </p:nvSpPr>
          <p:spPr>
            <a:xfrm>
              <a:off x="4603049" y="2969263"/>
              <a:ext cx="13231" cy="9363"/>
            </a:xfrm>
            <a:custGeom>
              <a:avLst/>
              <a:gdLst>
                <a:gd name="csX0" fmla="*/ 160 w 13231"/>
                <a:gd name="csY0" fmla="*/ 3596 h 9363"/>
                <a:gd name="csX1" fmla="*/ 1024 w 13231"/>
                <a:gd name="csY1" fmla="*/ 6086 h 9363"/>
                <a:gd name="csX2" fmla="*/ 13147 w 13231"/>
                <a:gd name="csY2" fmla="*/ 5654 h 9363"/>
                <a:gd name="csX3" fmla="*/ 8384 w 13231"/>
                <a:gd name="csY3" fmla="*/ 136 h 9363"/>
                <a:gd name="csX4" fmla="*/ 160 w 13231"/>
                <a:gd name="csY4" fmla="*/ 3596 h 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31" h="9363">
                  <a:moveTo>
                    <a:pt x="160" y="3596"/>
                  </a:moveTo>
                  <a:lnTo>
                    <a:pt x="1024" y="6086"/>
                  </a:lnTo>
                  <a:cubicBezTo>
                    <a:pt x="2542" y="10734"/>
                    <a:pt x="14340" y="10302"/>
                    <a:pt x="13147" y="5654"/>
                  </a:cubicBezTo>
                  <a:cubicBezTo>
                    <a:pt x="12823" y="5108"/>
                    <a:pt x="12715" y="28"/>
                    <a:pt x="8384" y="136"/>
                  </a:cubicBezTo>
                  <a:cubicBezTo>
                    <a:pt x="8384" y="136"/>
                    <a:pt x="-1357" y="-1052"/>
                    <a:pt x="160" y="3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F5711A87-6E10-3C02-8C6A-844BDBA39141}"/>
                </a:ext>
              </a:extLst>
            </p:cNvPr>
            <p:cNvSpPr/>
            <p:nvPr/>
          </p:nvSpPr>
          <p:spPr>
            <a:xfrm>
              <a:off x="4571220" y="2971659"/>
              <a:ext cx="15644" cy="9659"/>
            </a:xfrm>
            <a:custGeom>
              <a:avLst/>
              <a:gdLst>
                <a:gd name="csX0" fmla="*/ 1249 w 15644"/>
                <a:gd name="csY0" fmla="*/ 3474 h 9659"/>
                <a:gd name="csX1" fmla="*/ 15207 w 15644"/>
                <a:gd name="csY1" fmla="*/ 7906 h 9659"/>
                <a:gd name="csX2" fmla="*/ 7523 w 15644"/>
                <a:gd name="csY2" fmla="*/ 121 h 9659"/>
                <a:gd name="csX3" fmla="*/ 1249 w 15644"/>
                <a:gd name="csY3" fmla="*/ 3474 h 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644" h="9659">
                  <a:moveTo>
                    <a:pt x="1249" y="3474"/>
                  </a:moveTo>
                  <a:cubicBezTo>
                    <a:pt x="11314" y="8230"/>
                    <a:pt x="17372" y="12015"/>
                    <a:pt x="15207" y="7906"/>
                  </a:cubicBezTo>
                  <a:cubicBezTo>
                    <a:pt x="13480" y="5525"/>
                    <a:pt x="12502" y="-965"/>
                    <a:pt x="7523" y="121"/>
                  </a:cubicBezTo>
                  <a:cubicBezTo>
                    <a:pt x="5466" y="769"/>
                    <a:pt x="-3189" y="1309"/>
                    <a:pt x="1249" y="347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EAC014E8-C619-6F5F-1083-F7EA02B2822B}"/>
                </a:ext>
              </a:extLst>
            </p:cNvPr>
            <p:cNvSpPr/>
            <p:nvPr/>
          </p:nvSpPr>
          <p:spPr>
            <a:xfrm>
              <a:off x="4546457" y="2973809"/>
              <a:ext cx="9200" cy="9352"/>
            </a:xfrm>
            <a:custGeom>
              <a:avLst/>
              <a:gdLst>
                <a:gd name="csX0" fmla="*/ 1121 w 9200"/>
                <a:gd name="csY0" fmla="*/ 7051 h 9352"/>
                <a:gd name="csX1" fmla="*/ 8804 w 9200"/>
                <a:gd name="csY1" fmla="*/ 7591 h 9352"/>
                <a:gd name="csX2" fmla="*/ 7617 w 9200"/>
                <a:gd name="csY2" fmla="*/ 1108 h 9352"/>
                <a:gd name="csX3" fmla="*/ 1229 w 9200"/>
                <a:gd name="csY3" fmla="*/ 6944 h 9352"/>
                <a:gd name="csX4" fmla="*/ 1121 w 9200"/>
                <a:gd name="csY4" fmla="*/ 7051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00" h="9352">
                  <a:moveTo>
                    <a:pt x="1121" y="7051"/>
                  </a:moveTo>
                  <a:cubicBezTo>
                    <a:pt x="2200" y="7375"/>
                    <a:pt x="6963" y="11700"/>
                    <a:pt x="8804" y="7591"/>
                  </a:cubicBezTo>
                  <a:cubicBezTo>
                    <a:pt x="10214" y="4346"/>
                    <a:pt x="7395" y="454"/>
                    <a:pt x="7617" y="1108"/>
                  </a:cubicBezTo>
                  <a:cubicBezTo>
                    <a:pt x="4797" y="-2791"/>
                    <a:pt x="-2994" y="4677"/>
                    <a:pt x="1229" y="6944"/>
                  </a:cubicBezTo>
                  <a:lnTo>
                    <a:pt x="1121" y="7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EE3B20D1-F4F2-14E7-0320-7631972823B7}"/>
                </a:ext>
              </a:extLst>
            </p:cNvPr>
            <p:cNvSpPr/>
            <p:nvPr/>
          </p:nvSpPr>
          <p:spPr>
            <a:xfrm>
              <a:off x="4683912" y="3046921"/>
              <a:ext cx="9471" cy="6329"/>
            </a:xfrm>
            <a:custGeom>
              <a:avLst/>
              <a:gdLst>
                <a:gd name="csX0" fmla="*/ 1879 w 9471"/>
                <a:gd name="csY0" fmla="*/ 4990 h 6329"/>
                <a:gd name="csX1" fmla="*/ 9131 w 9471"/>
                <a:gd name="csY1" fmla="*/ 3688 h 6329"/>
                <a:gd name="csX2" fmla="*/ 3721 w 9471"/>
                <a:gd name="csY2" fmla="*/ 659 h 6329"/>
                <a:gd name="csX3" fmla="*/ 1879 w 9471"/>
                <a:gd name="csY3" fmla="*/ 4990 h 6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71" h="6329">
                  <a:moveTo>
                    <a:pt x="1879" y="4990"/>
                  </a:moveTo>
                  <a:cubicBezTo>
                    <a:pt x="3289" y="5098"/>
                    <a:pt x="11188" y="8667"/>
                    <a:pt x="9131" y="3688"/>
                  </a:cubicBezTo>
                  <a:cubicBezTo>
                    <a:pt x="8591" y="3040"/>
                    <a:pt x="7722" y="-1716"/>
                    <a:pt x="3721" y="659"/>
                  </a:cubicBezTo>
                  <a:cubicBezTo>
                    <a:pt x="3067" y="1313"/>
                    <a:pt x="-2991" y="3688"/>
                    <a:pt x="1879" y="4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79DAC655-C733-DC3C-5DDD-D0E8E18E4C47}"/>
                </a:ext>
              </a:extLst>
            </p:cNvPr>
            <p:cNvSpPr/>
            <p:nvPr/>
          </p:nvSpPr>
          <p:spPr>
            <a:xfrm>
              <a:off x="4461774" y="2943651"/>
              <a:ext cx="9406" cy="6323"/>
            </a:xfrm>
            <a:custGeom>
              <a:avLst/>
              <a:gdLst>
                <a:gd name="csX0" fmla="*/ 1812 w 9406"/>
                <a:gd name="csY0" fmla="*/ 4984 h 6323"/>
                <a:gd name="csX1" fmla="*/ 9063 w 9406"/>
                <a:gd name="csY1" fmla="*/ 3688 h 6323"/>
                <a:gd name="csX2" fmla="*/ 3761 w 9406"/>
                <a:gd name="csY2" fmla="*/ 659 h 6323"/>
                <a:gd name="csX3" fmla="*/ 1812 w 9406"/>
                <a:gd name="csY3" fmla="*/ 4984 h 6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06" h="6323">
                  <a:moveTo>
                    <a:pt x="1812" y="4984"/>
                  </a:moveTo>
                  <a:cubicBezTo>
                    <a:pt x="3323" y="5092"/>
                    <a:pt x="11121" y="8660"/>
                    <a:pt x="9063" y="3688"/>
                  </a:cubicBezTo>
                  <a:cubicBezTo>
                    <a:pt x="8524" y="3040"/>
                    <a:pt x="7654" y="-1716"/>
                    <a:pt x="3761" y="659"/>
                  </a:cubicBezTo>
                  <a:cubicBezTo>
                    <a:pt x="3107" y="1307"/>
                    <a:pt x="-2951" y="3796"/>
                    <a:pt x="1812" y="49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F5C7812F-AC6E-B4FD-4EF7-6074884E8FA4}"/>
                </a:ext>
              </a:extLst>
            </p:cNvPr>
            <p:cNvSpPr/>
            <p:nvPr/>
          </p:nvSpPr>
          <p:spPr>
            <a:xfrm>
              <a:off x="4580656" y="2959225"/>
              <a:ext cx="9469" cy="6294"/>
            </a:xfrm>
            <a:custGeom>
              <a:avLst/>
              <a:gdLst>
                <a:gd name="csX0" fmla="*/ 1878 w 9469"/>
                <a:gd name="csY0" fmla="*/ 4987 h 6294"/>
                <a:gd name="csX1" fmla="*/ 9130 w 9469"/>
                <a:gd name="csY1" fmla="*/ 3685 h 6294"/>
                <a:gd name="csX2" fmla="*/ 3720 w 9469"/>
                <a:gd name="csY2" fmla="*/ 662 h 6294"/>
                <a:gd name="csX3" fmla="*/ 1878 w 9469"/>
                <a:gd name="csY3" fmla="*/ 4987 h 6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69" h="6294">
                  <a:moveTo>
                    <a:pt x="1878" y="4987"/>
                  </a:moveTo>
                  <a:cubicBezTo>
                    <a:pt x="3288" y="4987"/>
                    <a:pt x="11187" y="8663"/>
                    <a:pt x="9130" y="3685"/>
                  </a:cubicBezTo>
                  <a:cubicBezTo>
                    <a:pt x="8590" y="3037"/>
                    <a:pt x="7727" y="-1719"/>
                    <a:pt x="3720" y="662"/>
                  </a:cubicBezTo>
                  <a:cubicBezTo>
                    <a:pt x="3072" y="1310"/>
                    <a:pt x="-2992" y="3793"/>
                    <a:pt x="1878" y="49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2C2D2B3C-B6AF-FA44-BE55-750EF86FD816}"/>
                </a:ext>
              </a:extLst>
            </p:cNvPr>
            <p:cNvSpPr/>
            <p:nvPr/>
          </p:nvSpPr>
          <p:spPr>
            <a:xfrm>
              <a:off x="5277123" y="2826981"/>
              <a:ext cx="123030" cy="222272"/>
            </a:xfrm>
            <a:custGeom>
              <a:avLst/>
              <a:gdLst>
                <a:gd name="csX0" fmla="*/ 90449 w 123030"/>
                <a:gd name="csY0" fmla="*/ 184271 h 222272"/>
                <a:gd name="csX1" fmla="*/ 94888 w 123030"/>
                <a:gd name="csY1" fmla="*/ 174644 h 222272"/>
                <a:gd name="csX2" fmla="*/ 80060 w 123030"/>
                <a:gd name="csY2" fmla="*/ 161341 h 222272"/>
                <a:gd name="csX3" fmla="*/ 91966 w 123030"/>
                <a:gd name="csY3" fmla="*/ 137770 h 222272"/>
                <a:gd name="csX4" fmla="*/ 74104 w 123030"/>
                <a:gd name="csY4" fmla="*/ 111277 h 222272"/>
                <a:gd name="csX5" fmla="*/ 94132 w 123030"/>
                <a:gd name="csY5" fmla="*/ 108356 h 222272"/>
                <a:gd name="csX6" fmla="*/ 97808 w 123030"/>
                <a:gd name="csY6" fmla="*/ 51581 h 222272"/>
                <a:gd name="csX7" fmla="*/ 123031 w 123030"/>
                <a:gd name="csY7" fmla="*/ 27254 h 222272"/>
                <a:gd name="csX8" fmla="*/ 107441 w 123030"/>
                <a:gd name="csY8" fmla="*/ 7353 h 222272"/>
                <a:gd name="csX9" fmla="*/ 54730 w 123030"/>
                <a:gd name="csY9" fmla="*/ 16224 h 222272"/>
                <a:gd name="csX10" fmla="*/ 49536 w 123030"/>
                <a:gd name="csY10" fmla="*/ 0 h 222272"/>
                <a:gd name="csX11" fmla="*/ 23666 w 123030"/>
                <a:gd name="csY11" fmla="*/ 12224 h 222272"/>
                <a:gd name="csX12" fmla="*/ 29298 w 123030"/>
                <a:gd name="csY12" fmla="*/ 47149 h 222272"/>
                <a:gd name="csX13" fmla="*/ 21831 w 123030"/>
                <a:gd name="csY13" fmla="*/ 88887 h 222272"/>
                <a:gd name="csX14" fmla="*/ 9054 w 123030"/>
                <a:gd name="csY14" fmla="*/ 116357 h 222272"/>
                <a:gd name="csX15" fmla="*/ 2997 w 123030"/>
                <a:gd name="csY15" fmla="*/ 124466 h 222272"/>
                <a:gd name="csX16" fmla="*/ 2781 w 123030"/>
                <a:gd name="csY16" fmla="*/ 149339 h 222272"/>
                <a:gd name="csX17" fmla="*/ 8623 w 123030"/>
                <a:gd name="csY17" fmla="*/ 152908 h 222272"/>
                <a:gd name="csX18" fmla="*/ 10464 w 123030"/>
                <a:gd name="csY18" fmla="*/ 162097 h 222272"/>
                <a:gd name="csX19" fmla="*/ 24536 w 123030"/>
                <a:gd name="csY19" fmla="*/ 162858 h 222272"/>
                <a:gd name="csX20" fmla="*/ 23342 w 123030"/>
                <a:gd name="csY20" fmla="*/ 203194 h 222272"/>
                <a:gd name="csX21" fmla="*/ 22586 w 123030"/>
                <a:gd name="csY21" fmla="*/ 221469 h 222272"/>
                <a:gd name="csX22" fmla="*/ 36112 w 123030"/>
                <a:gd name="csY22" fmla="*/ 218656 h 222272"/>
                <a:gd name="csX23" fmla="*/ 62737 w 123030"/>
                <a:gd name="csY23" fmla="*/ 221037 h 222272"/>
                <a:gd name="csX24" fmla="*/ 74428 w 123030"/>
                <a:gd name="csY24" fmla="*/ 215519 h 222272"/>
                <a:gd name="csX25" fmla="*/ 77139 w 123030"/>
                <a:gd name="csY25" fmla="*/ 215411 h 222272"/>
                <a:gd name="csX26" fmla="*/ 76269 w 123030"/>
                <a:gd name="csY26" fmla="*/ 193351 h 222272"/>
                <a:gd name="csX27" fmla="*/ 90449 w 123030"/>
                <a:gd name="csY27" fmla="*/ 184156 h 222272"/>
                <a:gd name="csX28" fmla="*/ 90449 w 123030"/>
                <a:gd name="csY28" fmla="*/ 184271 h 222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23030" h="222272">
                  <a:moveTo>
                    <a:pt x="90449" y="184271"/>
                  </a:moveTo>
                  <a:lnTo>
                    <a:pt x="94888" y="174644"/>
                  </a:lnTo>
                  <a:lnTo>
                    <a:pt x="80060" y="161341"/>
                  </a:lnTo>
                  <a:lnTo>
                    <a:pt x="91966" y="137770"/>
                  </a:lnTo>
                  <a:lnTo>
                    <a:pt x="74104" y="111277"/>
                  </a:lnTo>
                  <a:lnTo>
                    <a:pt x="94132" y="108356"/>
                  </a:lnTo>
                  <a:lnTo>
                    <a:pt x="97808" y="51581"/>
                  </a:lnTo>
                  <a:lnTo>
                    <a:pt x="123031" y="27254"/>
                  </a:lnTo>
                  <a:lnTo>
                    <a:pt x="107441" y="7353"/>
                  </a:lnTo>
                  <a:lnTo>
                    <a:pt x="54730" y="16224"/>
                  </a:lnTo>
                  <a:lnTo>
                    <a:pt x="49536" y="0"/>
                  </a:lnTo>
                  <a:lnTo>
                    <a:pt x="23666" y="12224"/>
                  </a:lnTo>
                  <a:cubicBezTo>
                    <a:pt x="29730" y="42824"/>
                    <a:pt x="29946" y="43040"/>
                    <a:pt x="29298" y="47149"/>
                  </a:cubicBezTo>
                  <a:cubicBezTo>
                    <a:pt x="23450" y="84023"/>
                    <a:pt x="23558" y="84887"/>
                    <a:pt x="21831" y="88887"/>
                  </a:cubicBezTo>
                  <a:cubicBezTo>
                    <a:pt x="13277" y="109760"/>
                    <a:pt x="12629" y="113328"/>
                    <a:pt x="9054" y="116357"/>
                  </a:cubicBezTo>
                  <a:cubicBezTo>
                    <a:pt x="8083" y="117329"/>
                    <a:pt x="3536" y="119926"/>
                    <a:pt x="2997" y="124466"/>
                  </a:cubicBezTo>
                  <a:cubicBezTo>
                    <a:pt x="-39" y="145555"/>
                    <a:pt x="-1766" y="149123"/>
                    <a:pt x="2781" y="149339"/>
                  </a:cubicBezTo>
                  <a:cubicBezTo>
                    <a:pt x="3320" y="149555"/>
                    <a:pt x="8191" y="148692"/>
                    <a:pt x="8623" y="152908"/>
                  </a:cubicBezTo>
                  <a:cubicBezTo>
                    <a:pt x="8623" y="152908"/>
                    <a:pt x="9702" y="163182"/>
                    <a:pt x="10464" y="162097"/>
                  </a:cubicBezTo>
                  <a:cubicBezTo>
                    <a:pt x="10896" y="161449"/>
                    <a:pt x="24536" y="157016"/>
                    <a:pt x="24536" y="162858"/>
                  </a:cubicBezTo>
                  <a:cubicBezTo>
                    <a:pt x="24536" y="197676"/>
                    <a:pt x="24967" y="198869"/>
                    <a:pt x="23342" y="203194"/>
                  </a:cubicBezTo>
                  <a:cubicBezTo>
                    <a:pt x="22154" y="207734"/>
                    <a:pt x="12191" y="224930"/>
                    <a:pt x="22586" y="221469"/>
                  </a:cubicBezTo>
                  <a:cubicBezTo>
                    <a:pt x="27673" y="219843"/>
                    <a:pt x="31788" y="217900"/>
                    <a:pt x="36112" y="218656"/>
                  </a:cubicBezTo>
                  <a:cubicBezTo>
                    <a:pt x="56464" y="222225"/>
                    <a:pt x="58953" y="223412"/>
                    <a:pt x="62737" y="221037"/>
                  </a:cubicBezTo>
                  <a:cubicBezTo>
                    <a:pt x="66636" y="218656"/>
                    <a:pt x="70103" y="215843"/>
                    <a:pt x="74428" y="215519"/>
                  </a:cubicBezTo>
                  <a:cubicBezTo>
                    <a:pt x="75406" y="215519"/>
                    <a:pt x="76269" y="215519"/>
                    <a:pt x="77139" y="215411"/>
                  </a:cubicBezTo>
                  <a:lnTo>
                    <a:pt x="76269" y="193351"/>
                  </a:lnTo>
                  <a:lnTo>
                    <a:pt x="90449" y="184156"/>
                  </a:lnTo>
                  <a:lnTo>
                    <a:pt x="90449" y="1842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8A3C9AD1-4398-CE17-BF45-4019CB1C9B87}"/>
                </a:ext>
              </a:extLst>
            </p:cNvPr>
            <p:cNvSpPr/>
            <p:nvPr/>
          </p:nvSpPr>
          <p:spPr>
            <a:xfrm>
              <a:off x="6157500" y="2179878"/>
              <a:ext cx="381093" cy="317500"/>
            </a:xfrm>
            <a:custGeom>
              <a:avLst/>
              <a:gdLst>
                <a:gd name="csX0" fmla="*/ 358425 w 381093"/>
                <a:gd name="csY0" fmla="*/ 184709 h 317500"/>
                <a:gd name="csX1" fmla="*/ 360965 w 381093"/>
                <a:gd name="csY1" fmla="*/ 153346 h 317500"/>
                <a:gd name="csX2" fmla="*/ 342677 w 381093"/>
                <a:gd name="csY2" fmla="*/ 144158 h 317500"/>
                <a:gd name="csX3" fmla="*/ 351122 w 381093"/>
                <a:gd name="csY3" fmla="*/ 127934 h 317500"/>
                <a:gd name="csX4" fmla="*/ 370871 w 381093"/>
                <a:gd name="csY4" fmla="*/ 118745 h 317500"/>
                <a:gd name="csX5" fmla="*/ 370871 w 381093"/>
                <a:gd name="csY5" fmla="*/ 93332 h 317500"/>
                <a:gd name="csX6" fmla="*/ 354551 w 381093"/>
                <a:gd name="csY6" fmla="*/ 39262 h 317500"/>
                <a:gd name="csX7" fmla="*/ 336708 w 381093"/>
                <a:gd name="csY7" fmla="*/ 24124 h 317500"/>
                <a:gd name="csX8" fmla="*/ 323246 w 381093"/>
                <a:gd name="csY8" fmla="*/ 30074 h 317500"/>
                <a:gd name="csX9" fmla="*/ 218534 w 381093"/>
                <a:gd name="csY9" fmla="*/ 22612 h 317500"/>
                <a:gd name="csX10" fmla="*/ 199992 w 381093"/>
                <a:gd name="csY10" fmla="*/ 34398 h 317500"/>
                <a:gd name="csX11" fmla="*/ 205199 w 381093"/>
                <a:gd name="csY11" fmla="*/ 25965 h 317500"/>
                <a:gd name="csX12" fmla="*/ 170446 w 381093"/>
                <a:gd name="csY12" fmla="*/ 19907 h 317500"/>
                <a:gd name="csX13" fmla="*/ 169043 w 381093"/>
                <a:gd name="csY13" fmla="*/ 9309 h 317500"/>
                <a:gd name="csX14" fmla="*/ 179863 w 381093"/>
                <a:gd name="csY14" fmla="*/ 12338 h 317500"/>
                <a:gd name="csX15" fmla="*/ 160057 w 381093"/>
                <a:gd name="csY15" fmla="*/ 13 h 317500"/>
                <a:gd name="csX16" fmla="*/ 124986 w 381093"/>
                <a:gd name="csY16" fmla="*/ 5201 h 317500"/>
                <a:gd name="csX17" fmla="*/ 110375 w 381093"/>
                <a:gd name="csY17" fmla="*/ 13526 h 317500"/>
                <a:gd name="csX18" fmla="*/ 93706 w 381093"/>
                <a:gd name="csY18" fmla="*/ 18936 h 317500"/>
                <a:gd name="csX19" fmla="*/ 82022 w 381093"/>
                <a:gd name="csY19" fmla="*/ 32449 h 317500"/>
                <a:gd name="csX20" fmla="*/ 70224 w 381093"/>
                <a:gd name="csY20" fmla="*/ 34938 h 317500"/>
                <a:gd name="csX21" fmla="*/ 13721 w 381093"/>
                <a:gd name="csY21" fmla="*/ 50940 h 317500"/>
                <a:gd name="csX22" fmla="*/ 3980 w 381093"/>
                <a:gd name="csY22" fmla="*/ 47809 h 317500"/>
                <a:gd name="csX23" fmla="*/ 81 w 381093"/>
                <a:gd name="csY23" fmla="*/ 50832 h 317500"/>
                <a:gd name="csX24" fmla="*/ 14915 w 381093"/>
                <a:gd name="csY24" fmla="*/ 57537 h 317500"/>
                <a:gd name="csX25" fmla="*/ 25519 w 381093"/>
                <a:gd name="csY25" fmla="*/ 56350 h 317500"/>
                <a:gd name="csX26" fmla="*/ 16103 w 381093"/>
                <a:gd name="csY26" fmla="*/ 66301 h 317500"/>
                <a:gd name="csX27" fmla="*/ 9715 w 381093"/>
                <a:gd name="csY27" fmla="*/ 64567 h 317500"/>
                <a:gd name="csX28" fmla="*/ 15347 w 381093"/>
                <a:gd name="csY28" fmla="*/ 88037 h 317500"/>
                <a:gd name="csX29" fmla="*/ 7441 w 381093"/>
                <a:gd name="csY29" fmla="*/ 111608 h 317500"/>
                <a:gd name="csX30" fmla="*/ 24548 w 381093"/>
                <a:gd name="csY30" fmla="*/ 128588 h 317500"/>
                <a:gd name="csX31" fmla="*/ 23786 w 381093"/>
                <a:gd name="csY31" fmla="*/ 171514 h 317500"/>
                <a:gd name="csX32" fmla="*/ 36454 w 381093"/>
                <a:gd name="csY32" fmla="*/ 190983 h 317500"/>
                <a:gd name="csX33" fmla="*/ 36454 w 381093"/>
                <a:gd name="csY33" fmla="*/ 207201 h 317500"/>
                <a:gd name="csX34" fmla="*/ 59289 w 381093"/>
                <a:gd name="csY34" fmla="*/ 209042 h 317500"/>
                <a:gd name="csX35" fmla="*/ 64159 w 381093"/>
                <a:gd name="csY35" fmla="*/ 224181 h 317500"/>
                <a:gd name="csX36" fmla="*/ 90353 w 381093"/>
                <a:gd name="csY36" fmla="*/ 231534 h 317500"/>
                <a:gd name="csX37" fmla="*/ 82454 w 381093"/>
                <a:gd name="csY37" fmla="*/ 243427 h 317500"/>
                <a:gd name="csX38" fmla="*/ 99770 w 381093"/>
                <a:gd name="csY38" fmla="*/ 261271 h 317500"/>
                <a:gd name="csX39" fmla="*/ 111244 w 381093"/>
                <a:gd name="csY39" fmla="*/ 253702 h 317500"/>
                <a:gd name="csX40" fmla="*/ 110705 w 381093"/>
                <a:gd name="csY40" fmla="*/ 242348 h 317500"/>
                <a:gd name="csX41" fmla="*/ 141871 w 381093"/>
                <a:gd name="csY41" fmla="*/ 250457 h 317500"/>
                <a:gd name="csX42" fmla="*/ 135921 w 381093"/>
                <a:gd name="csY42" fmla="*/ 263430 h 317500"/>
                <a:gd name="csX43" fmla="*/ 169150 w 381093"/>
                <a:gd name="csY43" fmla="*/ 269380 h 317500"/>
                <a:gd name="csX44" fmla="*/ 180079 w 381093"/>
                <a:gd name="csY44" fmla="*/ 290468 h 317500"/>
                <a:gd name="csX45" fmla="*/ 193515 w 381093"/>
                <a:gd name="csY45" fmla="*/ 300634 h 317500"/>
                <a:gd name="csX46" fmla="*/ 204247 w 381093"/>
                <a:gd name="csY46" fmla="*/ 287007 h 317500"/>
                <a:gd name="csX47" fmla="*/ 219614 w 381093"/>
                <a:gd name="csY47" fmla="*/ 294577 h 317500"/>
                <a:gd name="csX48" fmla="*/ 219042 w 381093"/>
                <a:gd name="csY48" fmla="*/ 307118 h 317500"/>
                <a:gd name="csX49" fmla="*/ 234219 w 381093"/>
                <a:gd name="csY49" fmla="*/ 308204 h 317500"/>
                <a:gd name="csX50" fmla="*/ 241331 w 381093"/>
                <a:gd name="csY50" fmla="*/ 298685 h 317500"/>
                <a:gd name="csX51" fmla="*/ 271430 w 381093"/>
                <a:gd name="csY51" fmla="*/ 295008 h 317500"/>
                <a:gd name="csX52" fmla="*/ 297973 w 381093"/>
                <a:gd name="csY52" fmla="*/ 299980 h 317500"/>
                <a:gd name="csX53" fmla="*/ 303116 w 381093"/>
                <a:gd name="csY53" fmla="*/ 308204 h 317500"/>
                <a:gd name="csX54" fmla="*/ 321341 w 381093"/>
                <a:gd name="csY54" fmla="*/ 314255 h 317500"/>
                <a:gd name="csX55" fmla="*/ 335057 w 381093"/>
                <a:gd name="csY55" fmla="*/ 317500 h 317500"/>
                <a:gd name="csX56" fmla="*/ 325786 w 381093"/>
                <a:gd name="csY56" fmla="*/ 289497 h 317500"/>
                <a:gd name="csX57" fmla="*/ 362869 w 381093"/>
                <a:gd name="csY57" fmla="*/ 244075 h 317500"/>
                <a:gd name="csX58" fmla="*/ 374807 w 381093"/>
                <a:gd name="csY58" fmla="*/ 246133 h 317500"/>
                <a:gd name="csX59" fmla="*/ 381094 w 381093"/>
                <a:gd name="csY59" fmla="*/ 234779 h 317500"/>
                <a:gd name="csX60" fmla="*/ 358679 w 381093"/>
                <a:gd name="csY60" fmla="*/ 184493 h 317500"/>
                <a:gd name="csX61" fmla="*/ 358425 w 381093"/>
                <a:gd name="csY61" fmla="*/ 184709 h 3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381093" h="317500">
                  <a:moveTo>
                    <a:pt x="358425" y="184709"/>
                  </a:moveTo>
                  <a:lnTo>
                    <a:pt x="360965" y="153346"/>
                  </a:lnTo>
                  <a:lnTo>
                    <a:pt x="342677" y="144158"/>
                  </a:lnTo>
                  <a:lnTo>
                    <a:pt x="351122" y="127934"/>
                  </a:lnTo>
                  <a:lnTo>
                    <a:pt x="370871" y="118745"/>
                  </a:lnTo>
                  <a:lnTo>
                    <a:pt x="370871" y="93332"/>
                  </a:lnTo>
                  <a:lnTo>
                    <a:pt x="354551" y="39262"/>
                  </a:lnTo>
                  <a:lnTo>
                    <a:pt x="336708" y="24124"/>
                  </a:lnTo>
                  <a:lnTo>
                    <a:pt x="323246" y="30074"/>
                  </a:lnTo>
                  <a:lnTo>
                    <a:pt x="218534" y="22612"/>
                  </a:lnTo>
                  <a:cubicBezTo>
                    <a:pt x="204945" y="33750"/>
                    <a:pt x="202723" y="36233"/>
                    <a:pt x="199992" y="34398"/>
                  </a:cubicBezTo>
                  <a:cubicBezTo>
                    <a:pt x="196627" y="32125"/>
                    <a:pt x="205834" y="25311"/>
                    <a:pt x="205199" y="25965"/>
                  </a:cubicBezTo>
                  <a:cubicBezTo>
                    <a:pt x="211994" y="19584"/>
                    <a:pt x="176942" y="38399"/>
                    <a:pt x="170446" y="19907"/>
                  </a:cubicBezTo>
                  <a:cubicBezTo>
                    <a:pt x="169474" y="16015"/>
                    <a:pt x="164388" y="6604"/>
                    <a:pt x="169043" y="9309"/>
                  </a:cubicBezTo>
                  <a:cubicBezTo>
                    <a:pt x="173373" y="11259"/>
                    <a:pt x="180625" y="17850"/>
                    <a:pt x="179863" y="12338"/>
                  </a:cubicBezTo>
                  <a:cubicBezTo>
                    <a:pt x="178999" y="5740"/>
                    <a:pt x="163740" y="-317"/>
                    <a:pt x="160057" y="13"/>
                  </a:cubicBezTo>
                  <a:cubicBezTo>
                    <a:pt x="130834" y="3143"/>
                    <a:pt x="128993" y="2927"/>
                    <a:pt x="124986" y="5201"/>
                  </a:cubicBezTo>
                  <a:lnTo>
                    <a:pt x="110375" y="13526"/>
                  </a:lnTo>
                  <a:cubicBezTo>
                    <a:pt x="103993" y="17202"/>
                    <a:pt x="97929" y="14173"/>
                    <a:pt x="93706" y="18936"/>
                  </a:cubicBezTo>
                  <a:lnTo>
                    <a:pt x="82022" y="32449"/>
                  </a:lnTo>
                  <a:cubicBezTo>
                    <a:pt x="78663" y="36341"/>
                    <a:pt x="69569" y="34938"/>
                    <a:pt x="70224" y="34938"/>
                  </a:cubicBezTo>
                  <a:cubicBezTo>
                    <a:pt x="64807" y="34830"/>
                    <a:pt x="16750" y="49968"/>
                    <a:pt x="13721" y="50940"/>
                  </a:cubicBezTo>
                  <a:cubicBezTo>
                    <a:pt x="9282" y="52350"/>
                    <a:pt x="3333" y="47485"/>
                    <a:pt x="3980" y="47809"/>
                  </a:cubicBezTo>
                  <a:cubicBezTo>
                    <a:pt x="628" y="45644"/>
                    <a:pt x="-243" y="51486"/>
                    <a:pt x="81" y="50832"/>
                  </a:cubicBezTo>
                  <a:cubicBezTo>
                    <a:pt x="-1106" y="56782"/>
                    <a:pt x="11016" y="58839"/>
                    <a:pt x="14915" y="57537"/>
                  </a:cubicBezTo>
                  <a:cubicBezTo>
                    <a:pt x="22275" y="54947"/>
                    <a:pt x="27901" y="52134"/>
                    <a:pt x="25519" y="56350"/>
                  </a:cubicBezTo>
                  <a:cubicBezTo>
                    <a:pt x="22815" y="60027"/>
                    <a:pt x="21081" y="67704"/>
                    <a:pt x="16103" y="66301"/>
                  </a:cubicBezTo>
                  <a:cubicBezTo>
                    <a:pt x="13613" y="65646"/>
                    <a:pt x="11664" y="65107"/>
                    <a:pt x="9715" y="64567"/>
                  </a:cubicBezTo>
                  <a:lnTo>
                    <a:pt x="15347" y="88037"/>
                  </a:lnTo>
                  <a:lnTo>
                    <a:pt x="7441" y="111608"/>
                  </a:lnTo>
                  <a:lnTo>
                    <a:pt x="24548" y="128588"/>
                  </a:lnTo>
                  <a:lnTo>
                    <a:pt x="23786" y="171514"/>
                  </a:lnTo>
                  <a:lnTo>
                    <a:pt x="36454" y="190983"/>
                  </a:lnTo>
                  <a:lnTo>
                    <a:pt x="36454" y="207201"/>
                  </a:lnTo>
                  <a:lnTo>
                    <a:pt x="59289" y="209042"/>
                  </a:lnTo>
                  <a:lnTo>
                    <a:pt x="64159" y="224181"/>
                  </a:lnTo>
                  <a:lnTo>
                    <a:pt x="90353" y="231534"/>
                  </a:lnTo>
                  <a:lnTo>
                    <a:pt x="82454" y="243427"/>
                  </a:lnTo>
                  <a:lnTo>
                    <a:pt x="99770" y="261271"/>
                  </a:lnTo>
                  <a:lnTo>
                    <a:pt x="111244" y="253702"/>
                  </a:lnTo>
                  <a:lnTo>
                    <a:pt x="110705" y="242348"/>
                  </a:lnTo>
                  <a:lnTo>
                    <a:pt x="141871" y="250457"/>
                  </a:lnTo>
                  <a:lnTo>
                    <a:pt x="135921" y="263430"/>
                  </a:lnTo>
                  <a:lnTo>
                    <a:pt x="169150" y="269380"/>
                  </a:lnTo>
                  <a:lnTo>
                    <a:pt x="180079" y="290468"/>
                  </a:lnTo>
                  <a:lnTo>
                    <a:pt x="193515" y="300634"/>
                  </a:lnTo>
                  <a:lnTo>
                    <a:pt x="204247" y="287007"/>
                  </a:lnTo>
                  <a:lnTo>
                    <a:pt x="219614" y="294577"/>
                  </a:lnTo>
                  <a:lnTo>
                    <a:pt x="219042" y="307118"/>
                  </a:lnTo>
                  <a:lnTo>
                    <a:pt x="234219" y="308204"/>
                  </a:lnTo>
                  <a:lnTo>
                    <a:pt x="241331" y="298685"/>
                  </a:lnTo>
                  <a:lnTo>
                    <a:pt x="271430" y="295008"/>
                  </a:lnTo>
                  <a:lnTo>
                    <a:pt x="297973" y="299980"/>
                  </a:lnTo>
                  <a:lnTo>
                    <a:pt x="303116" y="308204"/>
                  </a:lnTo>
                  <a:lnTo>
                    <a:pt x="321341" y="314255"/>
                  </a:lnTo>
                  <a:lnTo>
                    <a:pt x="335057" y="317500"/>
                  </a:lnTo>
                  <a:lnTo>
                    <a:pt x="325786" y="289497"/>
                  </a:lnTo>
                  <a:lnTo>
                    <a:pt x="362869" y="244075"/>
                  </a:lnTo>
                  <a:lnTo>
                    <a:pt x="374807" y="246133"/>
                  </a:lnTo>
                  <a:lnTo>
                    <a:pt x="381094" y="234779"/>
                  </a:lnTo>
                  <a:lnTo>
                    <a:pt x="358679" y="184493"/>
                  </a:lnTo>
                  <a:lnTo>
                    <a:pt x="358425" y="1847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28ADF2A2-B7DF-5AC5-841D-E7C9C4BF5FB5}"/>
                </a:ext>
              </a:extLst>
            </p:cNvPr>
            <p:cNvSpPr/>
            <p:nvPr/>
          </p:nvSpPr>
          <p:spPr>
            <a:xfrm>
              <a:off x="6036850" y="1925626"/>
              <a:ext cx="4647" cy="5329"/>
            </a:xfrm>
            <a:custGeom>
              <a:avLst/>
              <a:gdLst>
                <a:gd name="csX0" fmla="*/ 265 w 4647"/>
                <a:gd name="csY0" fmla="*/ 3491 h 5329"/>
                <a:gd name="csX1" fmla="*/ 3840 w 4647"/>
                <a:gd name="csY1" fmla="*/ 3815 h 5329"/>
                <a:gd name="csX2" fmla="*/ 2761 w 4647"/>
                <a:gd name="csY2" fmla="*/ 138 h 5329"/>
                <a:gd name="csX3" fmla="*/ 50 w 4647"/>
                <a:gd name="csY3" fmla="*/ 2735 h 5329"/>
                <a:gd name="csX4" fmla="*/ 50 w 4647"/>
                <a:gd name="csY4" fmla="*/ 3599 h 5329"/>
                <a:gd name="csX5" fmla="*/ 265 w 4647"/>
                <a:gd name="csY5" fmla="*/ 3491 h 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47" h="5329">
                  <a:moveTo>
                    <a:pt x="265" y="3491"/>
                  </a:moveTo>
                  <a:cubicBezTo>
                    <a:pt x="920" y="7599"/>
                    <a:pt x="4488" y="3491"/>
                    <a:pt x="3840" y="3815"/>
                  </a:cubicBezTo>
                  <a:cubicBezTo>
                    <a:pt x="6330" y="1110"/>
                    <a:pt x="2215" y="-402"/>
                    <a:pt x="2761" y="138"/>
                  </a:cubicBezTo>
                  <a:cubicBezTo>
                    <a:pt x="1027" y="-402"/>
                    <a:pt x="-274" y="678"/>
                    <a:pt x="50" y="2735"/>
                  </a:cubicBezTo>
                  <a:lnTo>
                    <a:pt x="50" y="3599"/>
                  </a:lnTo>
                  <a:lnTo>
                    <a:pt x="265" y="34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60D67735-6032-D0BC-4F8D-649196116AD8}"/>
                </a:ext>
              </a:extLst>
            </p:cNvPr>
            <p:cNvSpPr/>
            <p:nvPr/>
          </p:nvSpPr>
          <p:spPr>
            <a:xfrm>
              <a:off x="5841573" y="1922303"/>
              <a:ext cx="7134" cy="6561"/>
            </a:xfrm>
            <a:custGeom>
              <a:avLst/>
              <a:gdLst>
                <a:gd name="csX0" fmla="*/ 4504 w 7134"/>
                <a:gd name="csY0" fmla="*/ 0 h 6561"/>
                <a:gd name="csX1" fmla="*/ 2338 w 7134"/>
                <a:gd name="csY1" fmla="*/ 6274 h 6561"/>
                <a:gd name="csX2" fmla="*/ 2669 w 7134"/>
                <a:gd name="csY2" fmla="*/ 6274 h 6561"/>
                <a:gd name="csX3" fmla="*/ 6993 w 7134"/>
                <a:gd name="csY3" fmla="*/ 3461 h 6561"/>
                <a:gd name="csX4" fmla="*/ 4612 w 7134"/>
                <a:gd name="csY4" fmla="*/ 0 h 6561"/>
                <a:gd name="csX5" fmla="*/ 4504 w 7134"/>
                <a:gd name="csY5" fmla="*/ 0 h 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34" h="6561">
                  <a:moveTo>
                    <a:pt x="4504" y="0"/>
                  </a:moveTo>
                  <a:cubicBezTo>
                    <a:pt x="71" y="0"/>
                    <a:pt x="-1878" y="4648"/>
                    <a:pt x="2338" y="6274"/>
                  </a:cubicBezTo>
                  <a:lnTo>
                    <a:pt x="2669" y="6274"/>
                  </a:lnTo>
                  <a:cubicBezTo>
                    <a:pt x="6129" y="7785"/>
                    <a:pt x="7539" y="2813"/>
                    <a:pt x="6993" y="3461"/>
                  </a:cubicBezTo>
                  <a:cubicBezTo>
                    <a:pt x="7539" y="1518"/>
                    <a:pt x="6453" y="0"/>
                    <a:pt x="4612" y="0"/>
                  </a:cubicBezTo>
                  <a:lnTo>
                    <a:pt x="4504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DEAFCE62-1008-A97D-BBE2-41A9811EAEB8}"/>
                </a:ext>
              </a:extLst>
            </p:cNvPr>
            <p:cNvSpPr/>
            <p:nvPr/>
          </p:nvSpPr>
          <p:spPr>
            <a:xfrm>
              <a:off x="5823049" y="1861731"/>
              <a:ext cx="6984" cy="8133"/>
            </a:xfrm>
            <a:custGeom>
              <a:avLst/>
              <a:gdLst>
                <a:gd name="csX0" fmla="*/ 2250 w 6984"/>
                <a:gd name="csY0" fmla="*/ 2178 h 8133"/>
                <a:gd name="csX1" fmla="*/ 1812 w 6984"/>
                <a:gd name="csY1" fmla="*/ 8128 h 8133"/>
                <a:gd name="csX2" fmla="*/ 2250 w 6984"/>
                <a:gd name="csY2" fmla="*/ 2178 h 8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84" h="8133">
                  <a:moveTo>
                    <a:pt x="2250" y="2178"/>
                  </a:moveTo>
                  <a:cubicBezTo>
                    <a:pt x="2028" y="2825"/>
                    <a:pt x="-2404" y="8344"/>
                    <a:pt x="1812" y="8128"/>
                  </a:cubicBezTo>
                  <a:cubicBezTo>
                    <a:pt x="10473" y="7696"/>
                    <a:pt x="6575" y="-4960"/>
                    <a:pt x="2250" y="21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F8641C4A-A636-49BB-4914-93914963DC37}"/>
                </a:ext>
              </a:extLst>
            </p:cNvPr>
            <p:cNvSpPr/>
            <p:nvPr/>
          </p:nvSpPr>
          <p:spPr>
            <a:xfrm>
              <a:off x="5808450" y="1761771"/>
              <a:ext cx="7561" cy="12852"/>
            </a:xfrm>
            <a:custGeom>
              <a:avLst/>
              <a:gdLst>
                <a:gd name="csX0" fmla="*/ 720 w 7561"/>
                <a:gd name="csY0" fmla="*/ 2005 h 12852"/>
                <a:gd name="csX1" fmla="*/ 2237 w 7561"/>
                <a:gd name="csY1" fmla="*/ 12063 h 12852"/>
                <a:gd name="csX2" fmla="*/ 6460 w 7561"/>
                <a:gd name="csY2" fmla="*/ 3300 h 12852"/>
                <a:gd name="csX3" fmla="*/ 720 w 7561"/>
                <a:gd name="csY3" fmla="*/ 1897 h 12852"/>
                <a:gd name="csX4" fmla="*/ 720 w 7561"/>
                <a:gd name="csY4" fmla="*/ 2005 h 12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" h="12852">
                  <a:moveTo>
                    <a:pt x="720" y="2005"/>
                  </a:moveTo>
                  <a:cubicBezTo>
                    <a:pt x="720" y="5573"/>
                    <a:pt x="-1661" y="15740"/>
                    <a:pt x="2237" y="12063"/>
                  </a:cubicBezTo>
                  <a:cubicBezTo>
                    <a:pt x="3533" y="10330"/>
                    <a:pt x="10137" y="6761"/>
                    <a:pt x="6460" y="3300"/>
                  </a:cubicBezTo>
                  <a:cubicBezTo>
                    <a:pt x="6460" y="3300"/>
                    <a:pt x="1152" y="-3075"/>
                    <a:pt x="720" y="1897"/>
                  </a:cubicBezTo>
                  <a:lnTo>
                    <a:pt x="720" y="2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1C338B5D-07E2-9C6C-58EF-2FCC237869ED}"/>
                </a:ext>
              </a:extLst>
            </p:cNvPr>
            <p:cNvSpPr/>
            <p:nvPr/>
          </p:nvSpPr>
          <p:spPr>
            <a:xfrm>
              <a:off x="5835093" y="1713851"/>
              <a:ext cx="9368" cy="8013"/>
            </a:xfrm>
            <a:custGeom>
              <a:avLst/>
              <a:gdLst>
                <a:gd name="csX0" fmla="*/ 8932 w 9368"/>
                <a:gd name="csY0" fmla="*/ 3639 h 8013"/>
                <a:gd name="csX1" fmla="*/ 8284 w 9368"/>
                <a:gd name="csY1" fmla="*/ 2560 h 8013"/>
                <a:gd name="csX2" fmla="*/ 2550 w 9368"/>
                <a:gd name="csY2" fmla="*/ 178 h 8013"/>
                <a:gd name="csX3" fmla="*/ 277 w 9368"/>
                <a:gd name="csY3" fmla="*/ 5049 h 8013"/>
                <a:gd name="csX4" fmla="*/ 4493 w 9368"/>
                <a:gd name="csY4" fmla="*/ 7964 h 8013"/>
                <a:gd name="csX5" fmla="*/ 8824 w 9368"/>
                <a:gd name="csY5" fmla="*/ 3639 h 8013"/>
                <a:gd name="csX6" fmla="*/ 8932 w 9368"/>
                <a:gd name="csY6" fmla="*/ 3639 h 8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68" h="8013">
                  <a:moveTo>
                    <a:pt x="8932" y="3639"/>
                  </a:moveTo>
                  <a:lnTo>
                    <a:pt x="8284" y="2560"/>
                  </a:lnTo>
                  <a:cubicBezTo>
                    <a:pt x="6443" y="-793"/>
                    <a:pt x="2004" y="70"/>
                    <a:pt x="2550" y="178"/>
                  </a:cubicBezTo>
                  <a:cubicBezTo>
                    <a:pt x="-1025" y="826"/>
                    <a:pt x="169" y="5697"/>
                    <a:pt x="277" y="5049"/>
                  </a:cubicBezTo>
                  <a:cubicBezTo>
                    <a:pt x="817" y="6992"/>
                    <a:pt x="2658" y="8287"/>
                    <a:pt x="4493" y="7964"/>
                  </a:cubicBezTo>
                  <a:cubicBezTo>
                    <a:pt x="5039" y="7748"/>
                    <a:pt x="11205" y="7748"/>
                    <a:pt x="8824" y="3639"/>
                  </a:cubicBezTo>
                  <a:lnTo>
                    <a:pt x="8932" y="3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EA37395B-2A37-FA9A-9AD0-A2583E2FCB12}"/>
                </a:ext>
              </a:extLst>
            </p:cNvPr>
            <p:cNvSpPr/>
            <p:nvPr/>
          </p:nvSpPr>
          <p:spPr>
            <a:xfrm>
              <a:off x="5862489" y="1693965"/>
              <a:ext cx="11766" cy="11606"/>
            </a:xfrm>
            <a:custGeom>
              <a:avLst/>
              <a:gdLst>
                <a:gd name="csX0" fmla="*/ 2314 w 11766"/>
                <a:gd name="csY0" fmla="*/ 2329 h 11606"/>
                <a:gd name="csX1" fmla="*/ 1882 w 11766"/>
                <a:gd name="csY1" fmla="*/ 10984 h 11606"/>
                <a:gd name="csX2" fmla="*/ 10328 w 11766"/>
                <a:gd name="csY2" fmla="*/ 1574 h 11606"/>
                <a:gd name="csX3" fmla="*/ 2422 w 11766"/>
                <a:gd name="csY3" fmla="*/ 2329 h 11606"/>
                <a:gd name="csX4" fmla="*/ 2314 w 11766"/>
                <a:gd name="csY4" fmla="*/ 2329 h 11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66" h="11606">
                  <a:moveTo>
                    <a:pt x="2314" y="2329"/>
                  </a:moveTo>
                  <a:cubicBezTo>
                    <a:pt x="1774" y="5142"/>
                    <a:pt x="-2334" y="14013"/>
                    <a:pt x="1882" y="10984"/>
                  </a:cubicBezTo>
                  <a:cubicBezTo>
                    <a:pt x="6105" y="7416"/>
                    <a:pt x="15306" y="3523"/>
                    <a:pt x="10328" y="1574"/>
                  </a:cubicBezTo>
                  <a:cubicBezTo>
                    <a:pt x="10328" y="1574"/>
                    <a:pt x="3832" y="-2427"/>
                    <a:pt x="2422" y="2329"/>
                  </a:cubicBezTo>
                  <a:lnTo>
                    <a:pt x="2314" y="23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D6632A4F-4060-74EC-E2D2-1CDABB584B97}"/>
                </a:ext>
              </a:extLst>
            </p:cNvPr>
            <p:cNvSpPr/>
            <p:nvPr/>
          </p:nvSpPr>
          <p:spPr>
            <a:xfrm>
              <a:off x="5911292" y="1671601"/>
              <a:ext cx="15144" cy="10132"/>
            </a:xfrm>
            <a:custGeom>
              <a:avLst/>
              <a:gdLst>
                <a:gd name="csX0" fmla="*/ 14991 w 15144"/>
                <a:gd name="csY0" fmla="*/ 2309 h 10132"/>
                <a:gd name="csX1" fmla="*/ 10984 w 15144"/>
                <a:gd name="csY1" fmla="*/ 258 h 10132"/>
                <a:gd name="csX2" fmla="*/ 811 w 15144"/>
                <a:gd name="csY2" fmla="*/ 8151 h 10132"/>
                <a:gd name="csX3" fmla="*/ 6329 w 15144"/>
                <a:gd name="csY3" fmla="*/ 9770 h 10132"/>
                <a:gd name="csX4" fmla="*/ 14991 w 15144"/>
                <a:gd name="csY4" fmla="*/ 2309 h 10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144" h="10132">
                  <a:moveTo>
                    <a:pt x="14991" y="2309"/>
                  </a:moveTo>
                  <a:cubicBezTo>
                    <a:pt x="14559" y="474"/>
                    <a:pt x="12717" y="-498"/>
                    <a:pt x="10984" y="258"/>
                  </a:cubicBezTo>
                  <a:cubicBezTo>
                    <a:pt x="6329" y="2855"/>
                    <a:pt x="-2757" y="3826"/>
                    <a:pt x="811" y="8151"/>
                  </a:cubicBezTo>
                  <a:cubicBezTo>
                    <a:pt x="1351" y="8475"/>
                    <a:pt x="3300" y="11072"/>
                    <a:pt x="6329" y="9770"/>
                  </a:cubicBezTo>
                  <a:cubicBezTo>
                    <a:pt x="9035" y="8043"/>
                    <a:pt x="16286" y="7395"/>
                    <a:pt x="14991" y="2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1BC3904C-0166-F8B6-3313-C10CE5248C7E}"/>
                </a:ext>
              </a:extLst>
            </p:cNvPr>
            <p:cNvSpPr/>
            <p:nvPr/>
          </p:nvSpPr>
          <p:spPr>
            <a:xfrm>
              <a:off x="5924542" y="1650993"/>
              <a:ext cx="13002" cy="10638"/>
            </a:xfrm>
            <a:custGeom>
              <a:avLst/>
              <a:gdLst>
                <a:gd name="csX0" fmla="*/ 11482 w 13002"/>
                <a:gd name="csY0" fmla="*/ 9189 h 10638"/>
                <a:gd name="csX1" fmla="*/ 7 w 13002"/>
                <a:gd name="csY1" fmla="*/ 5836 h 10638"/>
                <a:gd name="csX2" fmla="*/ 2497 w 13002"/>
                <a:gd name="csY2" fmla="*/ 8535 h 10638"/>
                <a:gd name="csX3" fmla="*/ 11482 w 13002"/>
                <a:gd name="csY3" fmla="*/ 9189 h 10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002" h="10638">
                  <a:moveTo>
                    <a:pt x="11482" y="9189"/>
                  </a:moveTo>
                  <a:cubicBezTo>
                    <a:pt x="18194" y="-4870"/>
                    <a:pt x="547" y="-114"/>
                    <a:pt x="7" y="5836"/>
                  </a:cubicBezTo>
                  <a:cubicBezTo>
                    <a:pt x="-101" y="7455"/>
                    <a:pt x="985" y="8751"/>
                    <a:pt x="2497" y="8535"/>
                  </a:cubicBezTo>
                  <a:cubicBezTo>
                    <a:pt x="6827" y="8103"/>
                    <a:pt x="8237" y="12973"/>
                    <a:pt x="11482" y="91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D8740F5B-664D-EEE1-D68E-800B4CFD96C8}"/>
                </a:ext>
              </a:extLst>
            </p:cNvPr>
            <p:cNvSpPr/>
            <p:nvPr/>
          </p:nvSpPr>
          <p:spPr>
            <a:xfrm>
              <a:off x="5945609" y="1637965"/>
              <a:ext cx="29483" cy="13646"/>
            </a:xfrm>
            <a:custGeom>
              <a:avLst/>
              <a:gdLst>
                <a:gd name="csX0" fmla="*/ 4055 w 29483"/>
                <a:gd name="csY0" fmla="*/ 6748 h 13646"/>
                <a:gd name="csX1" fmla="*/ 2537 w 29483"/>
                <a:gd name="csY1" fmla="*/ 13238 h 13646"/>
                <a:gd name="csX2" fmla="*/ 9789 w 29483"/>
                <a:gd name="csY2" fmla="*/ 11942 h 13646"/>
                <a:gd name="csX3" fmla="*/ 28515 w 29483"/>
                <a:gd name="csY3" fmla="*/ 6640 h 13646"/>
                <a:gd name="csX4" fmla="*/ 28191 w 29483"/>
                <a:gd name="csY4" fmla="*/ 49 h 13646"/>
                <a:gd name="csX5" fmla="*/ 20832 w 29483"/>
                <a:gd name="csY5" fmla="*/ 3618 h 13646"/>
                <a:gd name="csX6" fmla="*/ 13250 w 29483"/>
                <a:gd name="csY6" fmla="*/ 3287 h 13646"/>
                <a:gd name="csX7" fmla="*/ 4163 w 29483"/>
                <a:gd name="csY7" fmla="*/ 6856 h 13646"/>
                <a:gd name="csX8" fmla="*/ 4055 w 29483"/>
                <a:gd name="csY8" fmla="*/ 6748 h 13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9483" h="13646">
                  <a:moveTo>
                    <a:pt x="4055" y="6748"/>
                  </a:moveTo>
                  <a:cubicBezTo>
                    <a:pt x="48" y="6208"/>
                    <a:pt x="-1901" y="12374"/>
                    <a:pt x="2537" y="13238"/>
                  </a:cubicBezTo>
                  <a:cubicBezTo>
                    <a:pt x="3077" y="13238"/>
                    <a:pt x="6868" y="14755"/>
                    <a:pt x="9789" y="11942"/>
                  </a:cubicBezTo>
                  <a:cubicBezTo>
                    <a:pt x="15631" y="6532"/>
                    <a:pt x="26350" y="13778"/>
                    <a:pt x="28515" y="6640"/>
                  </a:cubicBezTo>
                  <a:cubicBezTo>
                    <a:pt x="28515" y="5992"/>
                    <a:pt x="30896" y="589"/>
                    <a:pt x="28191" y="49"/>
                  </a:cubicBezTo>
                  <a:cubicBezTo>
                    <a:pt x="25156" y="-497"/>
                    <a:pt x="25594" y="3725"/>
                    <a:pt x="20832" y="3618"/>
                  </a:cubicBezTo>
                  <a:lnTo>
                    <a:pt x="13250" y="3287"/>
                  </a:lnTo>
                  <a:cubicBezTo>
                    <a:pt x="8595" y="3071"/>
                    <a:pt x="8271" y="7402"/>
                    <a:pt x="4163" y="6856"/>
                  </a:cubicBezTo>
                  <a:lnTo>
                    <a:pt x="4055" y="67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428C82DD-CA64-9D39-CEEF-56881CD41BAD}"/>
                </a:ext>
              </a:extLst>
            </p:cNvPr>
            <p:cNvSpPr/>
            <p:nvPr/>
          </p:nvSpPr>
          <p:spPr>
            <a:xfrm>
              <a:off x="5943967" y="1626035"/>
              <a:ext cx="19774" cy="10828"/>
            </a:xfrm>
            <a:custGeom>
              <a:avLst/>
              <a:gdLst>
                <a:gd name="csX0" fmla="*/ 19769 w 19774"/>
                <a:gd name="csY0" fmla="*/ 3756 h 10828"/>
                <a:gd name="csX1" fmla="*/ 11977 w 19774"/>
                <a:gd name="csY1" fmla="*/ 1812 h 10828"/>
                <a:gd name="csX2" fmla="*/ 5157 w 19774"/>
                <a:gd name="csY2" fmla="*/ 5381 h 10828"/>
                <a:gd name="csX3" fmla="*/ 2128 w 19774"/>
                <a:gd name="csY3" fmla="*/ 10785 h 10828"/>
                <a:gd name="csX4" fmla="*/ 14035 w 19774"/>
                <a:gd name="csY4" fmla="*/ 8842 h 10828"/>
                <a:gd name="csX5" fmla="*/ 19769 w 19774"/>
                <a:gd name="csY5" fmla="*/ 3540 h 10828"/>
                <a:gd name="csX6" fmla="*/ 19769 w 19774"/>
                <a:gd name="csY6" fmla="*/ 3756 h 10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74" h="10828">
                  <a:moveTo>
                    <a:pt x="19769" y="3756"/>
                  </a:moveTo>
                  <a:cubicBezTo>
                    <a:pt x="19985" y="-677"/>
                    <a:pt x="14250" y="-1001"/>
                    <a:pt x="11977" y="1812"/>
                  </a:cubicBezTo>
                  <a:cubicBezTo>
                    <a:pt x="9920" y="4403"/>
                    <a:pt x="4617" y="5705"/>
                    <a:pt x="5157" y="5381"/>
                  </a:cubicBezTo>
                  <a:cubicBezTo>
                    <a:pt x="719" y="6676"/>
                    <a:pt x="-2202" y="11325"/>
                    <a:pt x="2128" y="10785"/>
                  </a:cubicBezTo>
                  <a:cubicBezTo>
                    <a:pt x="6345" y="10353"/>
                    <a:pt x="10028" y="10137"/>
                    <a:pt x="14035" y="8842"/>
                  </a:cubicBezTo>
                  <a:cubicBezTo>
                    <a:pt x="14574" y="8518"/>
                    <a:pt x="19445" y="7972"/>
                    <a:pt x="19769" y="3540"/>
                  </a:cubicBezTo>
                  <a:lnTo>
                    <a:pt x="19769" y="3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A9AF10EC-D328-37EC-27F7-670E62915B41}"/>
                </a:ext>
              </a:extLst>
            </p:cNvPr>
            <p:cNvSpPr/>
            <p:nvPr/>
          </p:nvSpPr>
          <p:spPr>
            <a:xfrm>
              <a:off x="6062850" y="1539682"/>
              <a:ext cx="9489" cy="7494"/>
            </a:xfrm>
            <a:custGeom>
              <a:avLst/>
              <a:gdLst>
                <a:gd name="csX0" fmla="*/ 2187 w 9489"/>
                <a:gd name="csY0" fmla="*/ 7495 h 7494"/>
                <a:gd name="csX1" fmla="*/ 8575 w 9489"/>
                <a:gd name="csY1" fmla="*/ 4142 h 7494"/>
                <a:gd name="csX2" fmla="*/ 7387 w 9489"/>
                <a:gd name="csY2" fmla="*/ 33 h 7494"/>
                <a:gd name="csX3" fmla="*/ 4898 w 9489"/>
                <a:gd name="csY3" fmla="*/ 357 h 7494"/>
                <a:gd name="csX4" fmla="*/ 2301 w 9489"/>
                <a:gd name="csY4" fmla="*/ 7387 h 7494"/>
                <a:gd name="csX5" fmla="*/ 2187 w 9489"/>
                <a:gd name="csY5" fmla="*/ 7495 h 7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9" h="7494">
                  <a:moveTo>
                    <a:pt x="2187" y="7495"/>
                  </a:moveTo>
                  <a:cubicBezTo>
                    <a:pt x="2733" y="7279"/>
                    <a:pt x="6625" y="8142"/>
                    <a:pt x="8575" y="4142"/>
                  </a:cubicBezTo>
                  <a:cubicBezTo>
                    <a:pt x="8575" y="3494"/>
                    <a:pt x="11280" y="-398"/>
                    <a:pt x="7387" y="33"/>
                  </a:cubicBezTo>
                  <a:lnTo>
                    <a:pt x="4898" y="357"/>
                  </a:lnTo>
                  <a:cubicBezTo>
                    <a:pt x="459" y="897"/>
                    <a:pt x="-2138" y="7495"/>
                    <a:pt x="2301" y="7387"/>
                  </a:cubicBezTo>
                  <a:lnTo>
                    <a:pt x="2187" y="74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9E18376-2D4C-B683-ED50-B324CC0384F7}"/>
                </a:ext>
              </a:extLst>
            </p:cNvPr>
            <p:cNvSpPr/>
            <p:nvPr/>
          </p:nvSpPr>
          <p:spPr>
            <a:xfrm>
              <a:off x="6073830" y="1502769"/>
              <a:ext cx="12446" cy="8980"/>
            </a:xfrm>
            <a:custGeom>
              <a:avLst/>
              <a:gdLst>
                <a:gd name="csX0" fmla="*/ 10911 w 12446"/>
                <a:gd name="csY0" fmla="*/ 612 h 8980"/>
                <a:gd name="csX1" fmla="*/ 1926 w 12446"/>
                <a:gd name="csY1" fmla="*/ 2555 h 8980"/>
                <a:gd name="csX2" fmla="*/ 1926 w 12446"/>
                <a:gd name="csY2" fmla="*/ 8505 h 8980"/>
                <a:gd name="csX3" fmla="*/ 8746 w 12446"/>
                <a:gd name="csY3" fmla="*/ 7102 h 8980"/>
                <a:gd name="csX4" fmla="*/ 10803 w 12446"/>
                <a:gd name="csY4" fmla="*/ 720 h 8980"/>
                <a:gd name="csX5" fmla="*/ 10911 w 12446"/>
                <a:gd name="csY5" fmla="*/ 612 h 8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46" h="8980">
                  <a:moveTo>
                    <a:pt x="10911" y="612"/>
                  </a:moveTo>
                  <a:cubicBezTo>
                    <a:pt x="9609" y="612"/>
                    <a:pt x="4523" y="-1661"/>
                    <a:pt x="1926" y="2555"/>
                  </a:cubicBezTo>
                  <a:cubicBezTo>
                    <a:pt x="1710" y="3203"/>
                    <a:pt x="-2297" y="7426"/>
                    <a:pt x="1926" y="8505"/>
                  </a:cubicBezTo>
                  <a:cubicBezTo>
                    <a:pt x="2465" y="8505"/>
                    <a:pt x="5933" y="10232"/>
                    <a:pt x="8746" y="7102"/>
                  </a:cubicBezTo>
                  <a:cubicBezTo>
                    <a:pt x="8746" y="7102"/>
                    <a:pt x="15458" y="1368"/>
                    <a:pt x="10803" y="720"/>
                  </a:cubicBezTo>
                  <a:lnTo>
                    <a:pt x="10911" y="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9D61B2F-AAB9-8E79-A39D-13EE4325DDC9}"/>
                </a:ext>
              </a:extLst>
            </p:cNvPr>
            <p:cNvSpPr/>
            <p:nvPr/>
          </p:nvSpPr>
          <p:spPr>
            <a:xfrm>
              <a:off x="6094513" y="1468636"/>
              <a:ext cx="11215" cy="14156"/>
            </a:xfrm>
            <a:custGeom>
              <a:avLst/>
              <a:gdLst>
                <a:gd name="csX0" fmla="*/ 2027 w 11215"/>
                <a:gd name="csY0" fmla="*/ 13656 h 14156"/>
                <a:gd name="csX1" fmla="*/ 11012 w 11215"/>
                <a:gd name="csY1" fmla="*/ 5008 h 14156"/>
                <a:gd name="csX2" fmla="*/ 8846 w 11215"/>
                <a:gd name="csY2" fmla="*/ 791 h 14156"/>
                <a:gd name="csX3" fmla="*/ 407 w 11215"/>
                <a:gd name="csY3" fmla="*/ 11059 h 14156"/>
                <a:gd name="csX4" fmla="*/ 2027 w 11215"/>
                <a:gd name="csY4" fmla="*/ 13656 h 14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15" h="14156">
                  <a:moveTo>
                    <a:pt x="2027" y="13656"/>
                  </a:moveTo>
                  <a:cubicBezTo>
                    <a:pt x="4731" y="11599"/>
                    <a:pt x="10580" y="10412"/>
                    <a:pt x="11012" y="5008"/>
                  </a:cubicBezTo>
                  <a:cubicBezTo>
                    <a:pt x="11012" y="4360"/>
                    <a:pt x="12199" y="-2238"/>
                    <a:pt x="8846" y="791"/>
                  </a:cubicBezTo>
                  <a:cubicBezTo>
                    <a:pt x="5386" y="4030"/>
                    <a:pt x="1811" y="6627"/>
                    <a:pt x="407" y="11059"/>
                  </a:cubicBezTo>
                  <a:cubicBezTo>
                    <a:pt x="407" y="11713"/>
                    <a:pt x="-1219" y="15498"/>
                    <a:pt x="2027" y="13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BA1DD79A-DA80-8BE6-1A2A-A9F81773FFC6}"/>
                </a:ext>
              </a:extLst>
            </p:cNvPr>
            <p:cNvSpPr/>
            <p:nvPr/>
          </p:nvSpPr>
          <p:spPr>
            <a:xfrm>
              <a:off x="6109707" y="1448432"/>
              <a:ext cx="6298" cy="9438"/>
            </a:xfrm>
            <a:custGeom>
              <a:avLst/>
              <a:gdLst>
                <a:gd name="csX0" fmla="*/ 3608 w 6298"/>
                <a:gd name="csY0" fmla="*/ 9312 h 9438"/>
                <a:gd name="csX1" fmla="*/ 6098 w 6298"/>
                <a:gd name="csY1" fmla="*/ 2828 h 9438"/>
                <a:gd name="csX2" fmla="*/ 33 w 6298"/>
                <a:gd name="csY2" fmla="*/ 4663 h 9438"/>
                <a:gd name="csX3" fmla="*/ 3608 w 6298"/>
                <a:gd name="csY3" fmla="*/ 9312 h 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8" h="9438">
                  <a:moveTo>
                    <a:pt x="3608" y="9312"/>
                  </a:moveTo>
                  <a:cubicBezTo>
                    <a:pt x="7177" y="8340"/>
                    <a:pt x="6206" y="2174"/>
                    <a:pt x="6098" y="2828"/>
                  </a:cubicBezTo>
                  <a:cubicBezTo>
                    <a:pt x="5666" y="-2042"/>
                    <a:pt x="-506" y="-93"/>
                    <a:pt x="33" y="4663"/>
                  </a:cubicBezTo>
                  <a:cubicBezTo>
                    <a:pt x="256" y="5311"/>
                    <a:pt x="33" y="10290"/>
                    <a:pt x="3608" y="93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8B91177C-5762-DBED-A226-0683D7968CAF}"/>
                </a:ext>
              </a:extLst>
            </p:cNvPr>
            <p:cNvSpPr/>
            <p:nvPr/>
          </p:nvSpPr>
          <p:spPr>
            <a:xfrm>
              <a:off x="6165447" y="1378015"/>
              <a:ext cx="7248" cy="8572"/>
            </a:xfrm>
            <a:custGeom>
              <a:avLst/>
              <a:gdLst>
                <a:gd name="csX0" fmla="*/ 4371 w 7248"/>
                <a:gd name="csY0" fmla="*/ 144 h 8572"/>
                <a:gd name="csX1" fmla="*/ 148 w 7248"/>
                <a:gd name="csY1" fmla="*/ 5008 h 8572"/>
                <a:gd name="csX2" fmla="*/ 3609 w 7248"/>
                <a:gd name="csY2" fmla="*/ 8361 h 8572"/>
                <a:gd name="csX3" fmla="*/ 4371 w 7248"/>
                <a:gd name="csY3" fmla="*/ 36 h 8572"/>
                <a:gd name="csX4" fmla="*/ 4371 w 7248"/>
                <a:gd name="csY4" fmla="*/ 144 h 8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8" h="8572">
                  <a:moveTo>
                    <a:pt x="4371" y="144"/>
                  </a:moveTo>
                  <a:cubicBezTo>
                    <a:pt x="1120" y="684"/>
                    <a:pt x="-283" y="5764"/>
                    <a:pt x="148" y="5008"/>
                  </a:cubicBezTo>
                  <a:cubicBezTo>
                    <a:pt x="-932" y="9440"/>
                    <a:pt x="4263" y="8577"/>
                    <a:pt x="3609" y="8361"/>
                  </a:cubicBezTo>
                  <a:cubicBezTo>
                    <a:pt x="8156" y="7821"/>
                    <a:pt x="8479" y="-618"/>
                    <a:pt x="4371" y="36"/>
                  </a:cubicBezTo>
                  <a:lnTo>
                    <a:pt x="437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C99D6B9A-E931-B0BD-B016-D50D9CB183C8}"/>
                </a:ext>
              </a:extLst>
            </p:cNvPr>
            <p:cNvSpPr/>
            <p:nvPr/>
          </p:nvSpPr>
          <p:spPr>
            <a:xfrm>
              <a:off x="6527001" y="1096385"/>
              <a:ext cx="10487" cy="11647"/>
            </a:xfrm>
            <a:custGeom>
              <a:avLst/>
              <a:gdLst>
                <a:gd name="csX0" fmla="*/ 8736 w 10487"/>
                <a:gd name="csY0" fmla="*/ 9803 h 11647"/>
                <a:gd name="csX1" fmla="*/ 8736 w 10487"/>
                <a:gd name="csY1" fmla="*/ 2234 h 11647"/>
                <a:gd name="csX2" fmla="*/ 1751 w 10487"/>
                <a:gd name="csY2" fmla="*/ 1910 h 11647"/>
                <a:gd name="csX3" fmla="*/ 1751 w 10487"/>
                <a:gd name="csY3" fmla="*/ 9479 h 11647"/>
                <a:gd name="csX4" fmla="*/ 8863 w 10487"/>
                <a:gd name="csY4" fmla="*/ 9803 h 11647"/>
                <a:gd name="csX5" fmla="*/ 8736 w 10487"/>
                <a:gd name="csY5" fmla="*/ 9803 h 11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87" h="11647">
                  <a:moveTo>
                    <a:pt x="8736" y="9803"/>
                  </a:moveTo>
                  <a:cubicBezTo>
                    <a:pt x="8990" y="9155"/>
                    <a:pt x="12546" y="4831"/>
                    <a:pt x="8736" y="2234"/>
                  </a:cubicBezTo>
                  <a:cubicBezTo>
                    <a:pt x="7911" y="1910"/>
                    <a:pt x="3974" y="-2414"/>
                    <a:pt x="1751" y="1910"/>
                  </a:cubicBezTo>
                  <a:cubicBezTo>
                    <a:pt x="1497" y="2666"/>
                    <a:pt x="-2059" y="6889"/>
                    <a:pt x="1751" y="9479"/>
                  </a:cubicBezTo>
                  <a:cubicBezTo>
                    <a:pt x="1751" y="9479"/>
                    <a:pt x="6514" y="14134"/>
                    <a:pt x="8863" y="9803"/>
                  </a:cubicBezTo>
                  <a:lnTo>
                    <a:pt x="8736" y="98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F9BB2AFD-16B1-38CC-3988-89D50CFDF4E3}"/>
                </a:ext>
              </a:extLst>
            </p:cNvPr>
            <p:cNvSpPr/>
            <p:nvPr/>
          </p:nvSpPr>
          <p:spPr>
            <a:xfrm>
              <a:off x="6492955" y="1130675"/>
              <a:ext cx="23232" cy="22870"/>
            </a:xfrm>
            <a:custGeom>
              <a:avLst/>
              <a:gdLst>
                <a:gd name="csX0" fmla="*/ 9889 w 23232"/>
                <a:gd name="csY0" fmla="*/ 22123 h 22870"/>
                <a:gd name="csX1" fmla="*/ 22780 w 23232"/>
                <a:gd name="csY1" fmla="*/ 6877 h 22870"/>
                <a:gd name="csX2" fmla="*/ 17382 w 23232"/>
                <a:gd name="csY2" fmla="*/ 1358 h 22870"/>
                <a:gd name="csX3" fmla="*/ 9381 w 23232"/>
                <a:gd name="csY3" fmla="*/ 10337 h 22870"/>
                <a:gd name="csX4" fmla="*/ 1380 w 23232"/>
                <a:gd name="csY4" fmla="*/ 13043 h 22870"/>
                <a:gd name="csX5" fmla="*/ 2777 w 23232"/>
                <a:gd name="csY5" fmla="*/ 16281 h 22870"/>
                <a:gd name="csX6" fmla="*/ 9826 w 23232"/>
                <a:gd name="csY6" fmla="*/ 22123 h 22870"/>
                <a:gd name="csX7" fmla="*/ 9889 w 23232"/>
                <a:gd name="csY7" fmla="*/ 22123 h 22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232" h="22870">
                  <a:moveTo>
                    <a:pt x="9889" y="22123"/>
                  </a:moveTo>
                  <a:cubicBezTo>
                    <a:pt x="20939" y="13150"/>
                    <a:pt x="24621" y="11633"/>
                    <a:pt x="22780" y="6877"/>
                  </a:cubicBezTo>
                  <a:cubicBezTo>
                    <a:pt x="21891" y="5359"/>
                    <a:pt x="20176" y="-3290"/>
                    <a:pt x="17382" y="1358"/>
                  </a:cubicBezTo>
                  <a:cubicBezTo>
                    <a:pt x="16049" y="3092"/>
                    <a:pt x="14017" y="8820"/>
                    <a:pt x="9381" y="10337"/>
                  </a:cubicBezTo>
                  <a:lnTo>
                    <a:pt x="1380" y="13043"/>
                  </a:lnTo>
                  <a:cubicBezTo>
                    <a:pt x="-2620" y="14446"/>
                    <a:pt x="3412" y="16719"/>
                    <a:pt x="2777" y="16281"/>
                  </a:cubicBezTo>
                  <a:cubicBezTo>
                    <a:pt x="4492" y="17043"/>
                    <a:pt x="5889" y="25368"/>
                    <a:pt x="9826" y="22123"/>
                  </a:cubicBezTo>
                  <a:lnTo>
                    <a:pt x="9889" y="22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263C9244-F39E-F351-B449-8678E0D1BB91}"/>
                </a:ext>
              </a:extLst>
            </p:cNvPr>
            <p:cNvSpPr/>
            <p:nvPr/>
          </p:nvSpPr>
          <p:spPr>
            <a:xfrm>
              <a:off x="6458173" y="1111903"/>
              <a:ext cx="53536" cy="26782"/>
            </a:xfrm>
            <a:custGeom>
              <a:avLst/>
              <a:gdLst>
                <a:gd name="csX0" fmla="*/ 40036 w 53536"/>
                <a:gd name="csY0" fmla="*/ 19698 h 26782"/>
                <a:gd name="csX1" fmla="*/ 52609 w 53536"/>
                <a:gd name="csY1" fmla="*/ 7372 h 26782"/>
                <a:gd name="csX2" fmla="*/ 52037 w 53536"/>
                <a:gd name="csY2" fmla="*/ 3588 h 26782"/>
                <a:gd name="csX3" fmla="*/ 43909 w 53536"/>
                <a:gd name="csY3" fmla="*/ 343 h 26782"/>
                <a:gd name="csX4" fmla="*/ 40036 w 53536"/>
                <a:gd name="csY4" fmla="*/ 8344 h 26782"/>
                <a:gd name="csX5" fmla="*/ 34702 w 53536"/>
                <a:gd name="csY5" fmla="*/ 8668 h 26782"/>
                <a:gd name="csX6" fmla="*/ 24415 w 53536"/>
                <a:gd name="csY6" fmla="*/ 15481 h 26782"/>
                <a:gd name="csX7" fmla="*/ 24097 w 53536"/>
                <a:gd name="csY7" fmla="*/ 15481 h 26782"/>
                <a:gd name="csX8" fmla="*/ 17811 w 53536"/>
                <a:gd name="csY8" fmla="*/ 13107 h 26782"/>
                <a:gd name="csX9" fmla="*/ 11905 w 53536"/>
                <a:gd name="csY9" fmla="*/ 11265 h 26782"/>
                <a:gd name="csX10" fmla="*/ 7905 w 53536"/>
                <a:gd name="csY10" fmla="*/ 22943 h 26782"/>
                <a:gd name="csX11" fmla="*/ 9175 w 53536"/>
                <a:gd name="csY11" fmla="*/ 26727 h 26782"/>
                <a:gd name="csX12" fmla="*/ 40036 w 53536"/>
                <a:gd name="csY12" fmla="*/ 19590 h 26782"/>
                <a:gd name="csX13" fmla="*/ 40036 w 53536"/>
                <a:gd name="csY13" fmla="*/ 19698 h 26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536" h="26782">
                  <a:moveTo>
                    <a:pt x="40036" y="19698"/>
                  </a:moveTo>
                  <a:lnTo>
                    <a:pt x="52609" y="7372"/>
                  </a:lnTo>
                  <a:cubicBezTo>
                    <a:pt x="54070" y="5969"/>
                    <a:pt x="53752" y="4236"/>
                    <a:pt x="52037" y="3588"/>
                  </a:cubicBezTo>
                  <a:lnTo>
                    <a:pt x="43909" y="343"/>
                  </a:lnTo>
                  <a:cubicBezTo>
                    <a:pt x="39401" y="-1492"/>
                    <a:pt x="43909" y="4451"/>
                    <a:pt x="40036" y="8344"/>
                  </a:cubicBezTo>
                  <a:cubicBezTo>
                    <a:pt x="39401" y="8560"/>
                    <a:pt x="37242" y="10941"/>
                    <a:pt x="34702" y="8668"/>
                  </a:cubicBezTo>
                  <a:cubicBezTo>
                    <a:pt x="21494" y="1854"/>
                    <a:pt x="30066" y="14834"/>
                    <a:pt x="24415" y="15481"/>
                  </a:cubicBezTo>
                  <a:lnTo>
                    <a:pt x="24097" y="15481"/>
                  </a:lnTo>
                  <a:cubicBezTo>
                    <a:pt x="20668" y="15913"/>
                    <a:pt x="17176" y="12776"/>
                    <a:pt x="17811" y="13107"/>
                  </a:cubicBezTo>
                  <a:cubicBezTo>
                    <a:pt x="16414" y="11697"/>
                    <a:pt x="13747" y="10941"/>
                    <a:pt x="11905" y="11265"/>
                  </a:cubicBezTo>
                  <a:cubicBezTo>
                    <a:pt x="-14765" y="17215"/>
                    <a:pt x="12350" y="13862"/>
                    <a:pt x="7905" y="22943"/>
                  </a:cubicBezTo>
                  <a:cubicBezTo>
                    <a:pt x="7905" y="23698"/>
                    <a:pt x="5619" y="27267"/>
                    <a:pt x="9175" y="26727"/>
                  </a:cubicBezTo>
                  <a:cubicBezTo>
                    <a:pt x="34638" y="22619"/>
                    <a:pt x="36543" y="23051"/>
                    <a:pt x="40036" y="19590"/>
                  </a:cubicBezTo>
                  <a:lnTo>
                    <a:pt x="40036" y="196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703BEEE7-7B5B-AAC0-3F08-16930BFB6836}"/>
                </a:ext>
              </a:extLst>
            </p:cNvPr>
            <p:cNvSpPr/>
            <p:nvPr/>
          </p:nvSpPr>
          <p:spPr>
            <a:xfrm>
              <a:off x="6470790" y="1147774"/>
              <a:ext cx="20648" cy="9772"/>
            </a:xfrm>
            <a:custGeom>
              <a:avLst/>
              <a:gdLst>
                <a:gd name="csX0" fmla="*/ 19735 w 20648"/>
                <a:gd name="csY0" fmla="*/ 6973 h 9772"/>
                <a:gd name="csX1" fmla="*/ 9003 w 20648"/>
                <a:gd name="csY1" fmla="*/ 159 h 9772"/>
                <a:gd name="csX2" fmla="*/ 1193 w 20648"/>
                <a:gd name="csY2" fmla="*/ 4807 h 9772"/>
                <a:gd name="csX3" fmla="*/ 12051 w 20648"/>
                <a:gd name="csY3" fmla="*/ 9564 h 9772"/>
                <a:gd name="csX4" fmla="*/ 19862 w 20648"/>
                <a:gd name="csY4" fmla="*/ 6973 h 9772"/>
                <a:gd name="csX5" fmla="*/ 19735 w 20648"/>
                <a:gd name="csY5" fmla="*/ 6973 h 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648" h="9772">
                  <a:moveTo>
                    <a:pt x="19735" y="6973"/>
                  </a:moveTo>
                  <a:cubicBezTo>
                    <a:pt x="17004" y="4807"/>
                    <a:pt x="13893" y="-1035"/>
                    <a:pt x="9003" y="159"/>
                  </a:cubicBezTo>
                  <a:cubicBezTo>
                    <a:pt x="6209" y="1239"/>
                    <a:pt x="-3316" y="1886"/>
                    <a:pt x="1193" y="4807"/>
                  </a:cubicBezTo>
                  <a:cubicBezTo>
                    <a:pt x="4876" y="7189"/>
                    <a:pt x="7924" y="9564"/>
                    <a:pt x="12051" y="9564"/>
                  </a:cubicBezTo>
                  <a:cubicBezTo>
                    <a:pt x="12051" y="9564"/>
                    <a:pt x="23735" y="10865"/>
                    <a:pt x="19862" y="6973"/>
                  </a:cubicBezTo>
                  <a:lnTo>
                    <a:pt x="19735" y="6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8D0879B2-77B8-A2B3-9A77-9557336569CF}"/>
                </a:ext>
              </a:extLst>
            </p:cNvPr>
            <p:cNvSpPr/>
            <p:nvPr/>
          </p:nvSpPr>
          <p:spPr>
            <a:xfrm>
              <a:off x="6264508" y="1214215"/>
              <a:ext cx="40645" cy="39070"/>
            </a:xfrm>
            <a:custGeom>
              <a:avLst/>
              <a:gdLst>
                <a:gd name="csX0" fmla="*/ 1525 w 40645"/>
                <a:gd name="csY0" fmla="*/ 37420 h 39070"/>
                <a:gd name="csX1" fmla="*/ 11921 w 40645"/>
                <a:gd name="csY1" fmla="*/ 37204 h 39070"/>
                <a:gd name="csX2" fmla="*/ 25014 w 40645"/>
                <a:gd name="csY2" fmla="*/ 26498 h 39070"/>
                <a:gd name="csX3" fmla="*/ 38000 w 40645"/>
                <a:gd name="csY3" fmla="*/ 23577 h 39070"/>
                <a:gd name="csX4" fmla="*/ 38978 w 40645"/>
                <a:gd name="csY4" fmla="*/ 2387 h 39070"/>
                <a:gd name="csX5" fmla="*/ 33237 w 40645"/>
                <a:gd name="csY5" fmla="*/ 1194 h 39070"/>
                <a:gd name="csX6" fmla="*/ 26748 w 40645"/>
                <a:gd name="csY6" fmla="*/ 2819 h 39070"/>
                <a:gd name="csX7" fmla="*/ 14626 w 40645"/>
                <a:gd name="csY7" fmla="*/ 12763 h 39070"/>
                <a:gd name="csX8" fmla="*/ 6396 w 40645"/>
                <a:gd name="csY8" fmla="*/ 11576 h 39070"/>
                <a:gd name="csX9" fmla="*/ 3259 w 40645"/>
                <a:gd name="csY9" fmla="*/ 18389 h 39070"/>
                <a:gd name="csX10" fmla="*/ 8885 w 40645"/>
                <a:gd name="csY10" fmla="*/ 24879 h 39070"/>
                <a:gd name="csX11" fmla="*/ 5533 w 40645"/>
                <a:gd name="csY11" fmla="*/ 30715 h 39070"/>
                <a:gd name="csX12" fmla="*/ 1525 w 40645"/>
                <a:gd name="csY12" fmla="*/ 37528 h 39070"/>
                <a:gd name="csX13" fmla="*/ 1525 w 40645"/>
                <a:gd name="csY13" fmla="*/ 37420 h 3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645" h="39070">
                  <a:moveTo>
                    <a:pt x="1525" y="37420"/>
                  </a:moveTo>
                  <a:cubicBezTo>
                    <a:pt x="3475" y="37744"/>
                    <a:pt x="8453" y="41097"/>
                    <a:pt x="11921" y="37204"/>
                  </a:cubicBezTo>
                  <a:cubicBezTo>
                    <a:pt x="16683" y="31801"/>
                    <a:pt x="20252" y="26067"/>
                    <a:pt x="25014" y="26498"/>
                  </a:cubicBezTo>
                  <a:cubicBezTo>
                    <a:pt x="29777" y="26175"/>
                    <a:pt x="36812" y="29743"/>
                    <a:pt x="38000" y="23577"/>
                  </a:cubicBezTo>
                  <a:cubicBezTo>
                    <a:pt x="40604" y="9633"/>
                    <a:pt x="41899" y="5956"/>
                    <a:pt x="38978" y="2387"/>
                  </a:cubicBezTo>
                  <a:cubicBezTo>
                    <a:pt x="38438" y="2057"/>
                    <a:pt x="36165" y="-1943"/>
                    <a:pt x="33237" y="1194"/>
                  </a:cubicBezTo>
                  <a:cubicBezTo>
                    <a:pt x="32698" y="1517"/>
                    <a:pt x="30100" y="5842"/>
                    <a:pt x="26748" y="2819"/>
                  </a:cubicBezTo>
                  <a:cubicBezTo>
                    <a:pt x="9215" y="-7239"/>
                    <a:pt x="21985" y="13849"/>
                    <a:pt x="14626" y="12763"/>
                  </a:cubicBezTo>
                  <a:lnTo>
                    <a:pt x="6396" y="11576"/>
                  </a:lnTo>
                  <a:cubicBezTo>
                    <a:pt x="1964" y="10928"/>
                    <a:pt x="-964" y="16440"/>
                    <a:pt x="3259" y="18389"/>
                  </a:cubicBezTo>
                  <a:cubicBezTo>
                    <a:pt x="4123" y="19037"/>
                    <a:pt x="9647" y="20117"/>
                    <a:pt x="8885" y="24879"/>
                  </a:cubicBezTo>
                  <a:cubicBezTo>
                    <a:pt x="8561" y="26822"/>
                    <a:pt x="7050" y="29419"/>
                    <a:pt x="5533" y="30715"/>
                  </a:cubicBezTo>
                  <a:cubicBezTo>
                    <a:pt x="4231" y="32124"/>
                    <a:pt x="-3129" y="36017"/>
                    <a:pt x="1525" y="37528"/>
                  </a:cubicBezTo>
                  <a:lnTo>
                    <a:pt x="1525" y="374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FFFF2C27-ECB0-B4BA-957F-9F6C0933698D}"/>
                </a:ext>
              </a:extLst>
            </p:cNvPr>
            <p:cNvSpPr/>
            <p:nvPr/>
          </p:nvSpPr>
          <p:spPr>
            <a:xfrm>
              <a:off x="6339208" y="1175127"/>
              <a:ext cx="38023" cy="18094"/>
            </a:xfrm>
            <a:custGeom>
              <a:avLst/>
              <a:gdLst>
                <a:gd name="csX0" fmla="*/ 36573 w 38023"/>
                <a:gd name="csY0" fmla="*/ 9141 h 18094"/>
                <a:gd name="csX1" fmla="*/ 37525 w 38023"/>
                <a:gd name="csY1" fmla="*/ 7300 h 18094"/>
                <a:gd name="csX2" fmla="*/ 36128 w 38023"/>
                <a:gd name="csY2" fmla="*/ 3083 h 18094"/>
                <a:gd name="csX3" fmla="*/ 22730 w 38023"/>
                <a:gd name="csY3" fmla="*/ 3407 h 18094"/>
                <a:gd name="csX4" fmla="*/ 22158 w 38023"/>
                <a:gd name="csY4" fmla="*/ 4379 h 18094"/>
                <a:gd name="csX5" fmla="*/ 9953 w 38023"/>
                <a:gd name="csY5" fmla="*/ 594 h 18094"/>
                <a:gd name="csX6" fmla="*/ 1076 w 38023"/>
                <a:gd name="csY6" fmla="*/ 9789 h 18094"/>
                <a:gd name="csX7" fmla="*/ 15046 w 38023"/>
                <a:gd name="csY7" fmla="*/ 17898 h 18094"/>
                <a:gd name="csX8" fmla="*/ 36700 w 38023"/>
                <a:gd name="csY8" fmla="*/ 9141 h 18094"/>
                <a:gd name="csX9" fmla="*/ 36573 w 38023"/>
                <a:gd name="csY9" fmla="*/ 9141 h 18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023" h="18094">
                  <a:moveTo>
                    <a:pt x="36573" y="9141"/>
                  </a:moveTo>
                  <a:lnTo>
                    <a:pt x="37525" y="7300"/>
                  </a:lnTo>
                  <a:cubicBezTo>
                    <a:pt x="38541" y="5465"/>
                    <a:pt x="37970" y="3515"/>
                    <a:pt x="36128" y="3083"/>
                  </a:cubicBezTo>
                  <a:cubicBezTo>
                    <a:pt x="31683" y="2544"/>
                    <a:pt x="25651" y="-1781"/>
                    <a:pt x="22730" y="3407"/>
                  </a:cubicBezTo>
                  <a:lnTo>
                    <a:pt x="22158" y="4379"/>
                  </a:lnTo>
                  <a:cubicBezTo>
                    <a:pt x="18602" y="10976"/>
                    <a:pt x="15935" y="-2975"/>
                    <a:pt x="9953" y="594"/>
                  </a:cubicBezTo>
                  <a:cubicBezTo>
                    <a:pt x="6163" y="3407"/>
                    <a:pt x="-3147" y="6112"/>
                    <a:pt x="1076" y="9789"/>
                  </a:cubicBezTo>
                  <a:cubicBezTo>
                    <a:pt x="7896" y="15517"/>
                    <a:pt x="10709" y="18977"/>
                    <a:pt x="15046" y="17898"/>
                  </a:cubicBezTo>
                  <a:cubicBezTo>
                    <a:pt x="15046" y="17898"/>
                    <a:pt x="34223" y="13466"/>
                    <a:pt x="36700" y="9141"/>
                  </a:cubicBezTo>
                  <a:lnTo>
                    <a:pt x="36573" y="9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2069183-3E9E-6507-4392-FEE57A06B0D6}"/>
                </a:ext>
              </a:extLst>
            </p:cNvPr>
            <p:cNvSpPr/>
            <p:nvPr/>
          </p:nvSpPr>
          <p:spPr>
            <a:xfrm>
              <a:off x="6367711" y="1155839"/>
              <a:ext cx="18485" cy="16175"/>
            </a:xfrm>
            <a:custGeom>
              <a:avLst/>
              <a:gdLst>
                <a:gd name="csX0" fmla="*/ 2037 w 18485"/>
                <a:gd name="csY0" fmla="*/ 95 h 16175"/>
                <a:gd name="csX1" fmla="*/ 1783 w 18485"/>
                <a:gd name="csY1" fmla="*/ 95 h 16175"/>
                <a:gd name="csX2" fmla="*/ 577 w 18485"/>
                <a:gd name="csY2" fmla="*/ 4420 h 16175"/>
                <a:gd name="csX3" fmla="*/ 11753 w 18485"/>
                <a:gd name="csY3" fmla="*/ 15989 h 16175"/>
                <a:gd name="csX4" fmla="*/ 17468 w 18485"/>
                <a:gd name="csY4" fmla="*/ 11125 h 16175"/>
                <a:gd name="csX5" fmla="*/ 2037 w 18485"/>
                <a:gd name="csY5" fmla="*/ 95 h 16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85" h="16175">
                  <a:moveTo>
                    <a:pt x="2037" y="95"/>
                  </a:moveTo>
                  <a:lnTo>
                    <a:pt x="1783" y="95"/>
                  </a:lnTo>
                  <a:cubicBezTo>
                    <a:pt x="69" y="743"/>
                    <a:pt x="-566" y="2585"/>
                    <a:pt x="577" y="4420"/>
                  </a:cubicBezTo>
                  <a:cubicBezTo>
                    <a:pt x="4514" y="9392"/>
                    <a:pt x="6673" y="17507"/>
                    <a:pt x="11753" y="15989"/>
                  </a:cubicBezTo>
                  <a:cubicBezTo>
                    <a:pt x="13277" y="15234"/>
                    <a:pt x="21278" y="14802"/>
                    <a:pt x="17468" y="11125"/>
                  </a:cubicBezTo>
                  <a:cubicBezTo>
                    <a:pt x="17468" y="11125"/>
                    <a:pt x="6101" y="-1200"/>
                    <a:pt x="2037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F83A9F7-8E18-5A45-A876-44B2655983D9}"/>
                </a:ext>
              </a:extLst>
            </p:cNvPr>
            <p:cNvSpPr/>
            <p:nvPr/>
          </p:nvSpPr>
          <p:spPr>
            <a:xfrm>
              <a:off x="6333877" y="1191797"/>
              <a:ext cx="10296" cy="11377"/>
            </a:xfrm>
            <a:custGeom>
              <a:avLst/>
              <a:gdLst>
                <a:gd name="csX0" fmla="*/ 5220 w 10296"/>
                <a:gd name="csY0" fmla="*/ 11070 h 11377"/>
                <a:gd name="csX1" fmla="*/ 9118 w 10296"/>
                <a:gd name="csY1" fmla="*/ 5552 h 11377"/>
                <a:gd name="csX2" fmla="*/ 133 w 10296"/>
                <a:gd name="csY2" fmla="*/ 2307 h 11377"/>
                <a:gd name="csX3" fmla="*/ 5220 w 10296"/>
                <a:gd name="csY3" fmla="*/ 11070 h 11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96" h="11377">
                  <a:moveTo>
                    <a:pt x="5220" y="11070"/>
                  </a:moveTo>
                  <a:cubicBezTo>
                    <a:pt x="6083" y="10416"/>
                    <a:pt x="13011" y="8365"/>
                    <a:pt x="9118" y="5552"/>
                  </a:cubicBezTo>
                  <a:cubicBezTo>
                    <a:pt x="6083" y="3825"/>
                    <a:pt x="-1061" y="-3744"/>
                    <a:pt x="133" y="2307"/>
                  </a:cubicBezTo>
                  <a:cubicBezTo>
                    <a:pt x="133" y="2307"/>
                    <a:pt x="781" y="13337"/>
                    <a:pt x="5220" y="110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180AAF7A-1752-A774-4CD4-6DF6DFBBE13B}"/>
                </a:ext>
              </a:extLst>
            </p:cNvPr>
            <p:cNvSpPr/>
            <p:nvPr/>
          </p:nvSpPr>
          <p:spPr>
            <a:xfrm>
              <a:off x="6308097" y="1192861"/>
              <a:ext cx="21269" cy="19692"/>
            </a:xfrm>
            <a:custGeom>
              <a:avLst/>
              <a:gdLst>
                <a:gd name="csX0" fmla="*/ 1770 w 21269"/>
                <a:gd name="csY0" fmla="*/ 16712 h 19692"/>
                <a:gd name="csX1" fmla="*/ 10108 w 21269"/>
                <a:gd name="csY1" fmla="*/ 19519 h 19692"/>
                <a:gd name="csX2" fmla="*/ 21150 w 21269"/>
                <a:gd name="csY2" fmla="*/ 12820 h 19692"/>
                <a:gd name="csX3" fmla="*/ 15086 w 21269"/>
                <a:gd name="csY3" fmla="*/ 56 h 19692"/>
                <a:gd name="csX4" fmla="*/ 14546 w 21269"/>
                <a:gd name="csY4" fmla="*/ 56 h 19692"/>
                <a:gd name="csX5" fmla="*/ 11841 w 21269"/>
                <a:gd name="csY5" fmla="*/ 6438 h 19692"/>
                <a:gd name="csX6" fmla="*/ 5237 w 21269"/>
                <a:gd name="csY6" fmla="*/ 9683 h 19692"/>
                <a:gd name="csX7" fmla="*/ 1770 w 21269"/>
                <a:gd name="csY7" fmla="*/ 16712 h 19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269" h="19692">
                  <a:moveTo>
                    <a:pt x="1770" y="16712"/>
                  </a:moveTo>
                  <a:cubicBezTo>
                    <a:pt x="2532" y="17036"/>
                    <a:pt x="5777" y="20497"/>
                    <a:pt x="10108" y="19519"/>
                  </a:cubicBezTo>
                  <a:cubicBezTo>
                    <a:pt x="14331" y="17900"/>
                    <a:pt x="22338" y="18871"/>
                    <a:pt x="21150" y="12820"/>
                  </a:cubicBezTo>
                  <a:cubicBezTo>
                    <a:pt x="19741" y="8489"/>
                    <a:pt x="20280" y="-807"/>
                    <a:pt x="15086" y="56"/>
                  </a:cubicBezTo>
                  <a:lnTo>
                    <a:pt x="14546" y="56"/>
                  </a:lnTo>
                  <a:cubicBezTo>
                    <a:pt x="10648" y="812"/>
                    <a:pt x="11733" y="7194"/>
                    <a:pt x="11841" y="6438"/>
                  </a:cubicBezTo>
                  <a:cubicBezTo>
                    <a:pt x="12381" y="11842"/>
                    <a:pt x="4590" y="9791"/>
                    <a:pt x="5237" y="9683"/>
                  </a:cubicBezTo>
                  <a:cubicBezTo>
                    <a:pt x="798" y="9143"/>
                    <a:pt x="-2015" y="14007"/>
                    <a:pt x="1770" y="167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6C394B8F-EAC9-905F-F8B7-7933C13B23BF}"/>
                </a:ext>
              </a:extLst>
            </p:cNvPr>
            <p:cNvSpPr/>
            <p:nvPr/>
          </p:nvSpPr>
          <p:spPr>
            <a:xfrm>
              <a:off x="6347772" y="1156181"/>
              <a:ext cx="9754" cy="11919"/>
            </a:xfrm>
            <a:custGeom>
              <a:avLst/>
              <a:gdLst>
                <a:gd name="csX0" fmla="*/ 8959 w 9754"/>
                <a:gd name="csY0" fmla="*/ 9704 h 11919"/>
                <a:gd name="csX1" fmla="*/ 8324 w 9754"/>
                <a:gd name="csY1" fmla="*/ 2567 h 11919"/>
                <a:gd name="csX2" fmla="*/ 2481 w 9754"/>
                <a:gd name="csY2" fmla="*/ 1805 h 11919"/>
                <a:gd name="csX3" fmla="*/ 1713 w 9754"/>
                <a:gd name="csY3" fmla="*/ 10244 h 11919"/>
                <a:gd name="csX4" fmla="*/ 8831 w 9754"/>
                <a:gd name="csY4" fmla="*/ 9704 h 11919"/>
                <a:gd name="csX5" fmla="*/ 8959 w 9754"/>
                <a:gd name="csY5" fmla="*/ 9704 h 11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54" h="11919">
                  <a:moveTo>
                    <a:pt x="8959" y="9704"/>
                  </a:moveTo>
                  <a:cubicBezTo>
                    <a:pt x="8959" y="8942"/>
                    <a:pt x="11118" y="5589"/>
                    <a:pt x="8324" y="2567"/>
                  </a:cubicBezTo>
                  <a:cubicBezTo>
                    <a:pt x="7688" y="2243"/>
                    <a:pt x="4831" y="-2519"/>
                    <a:pt x="2481" y="1805"/>
                  </a:cubicBezTo>
                  <a:cubicBezTo>
                    <a:pt x="2145" y="2891"/>
                    <a:pt x="-2402" y="7971"/>
                    <a:pt x="1713" y="10244"/>
                  </a:cubicBezTo>
                  <a:cubicBezTo>
                    <a:pt x="1713" y="10244"/>
                    <a:pt x="6926" y="14352"/>
                    <a:pt x="8831" y="9704"/>
                  </a:cubicBezTo>
                  <a:lnTo>
                    <a:pt x="8959" y="97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A15742E-5717-0707-63DB-ACB80C820C68}"/>
                </a:ext>
              </a:extLst>
            </p:cNvPr>
            <p:cNvSpPr/>
            <p:nvPr/>
          </p:nvSpPr>
          <p:spPr>
            <a:xfrm>
              <a:off x="6243792" y="1256129"/>
              <a:ext cx="12939" cy="8461"/>
            </a:xfrm>
            <a:custGeom>
              <a:avLst/>
              <a:gdLst>
                <a:gd name="csX0" fmla="*/ 1896 w 12939"/>
                <a:gd name="csY0" fmla="*/ 4809 h 8461"/>
                <a:gd name="csX1" fmla="*/ 7415 w 12939"/>
                <a:gd name="csY1" fmla="*/ 8270 h 8461"/>
                <a:gd name="csX2" fmla="*/ 12932 w 12939"/>
                <a:gd name="csY2" fmla="*/ 4701 h 8461"/>
                <a:gd name="csX3" fmla="*/ 9364 w 12939"/>
                <a:gd name="csY3" fmla="*/ 262 h 8461"/>
                <a:gd name="csX4" fmla="*/ 703 w 12939"/>
                <a:gd name="csY4" fmla="*/ 3075 h 8461"/>
                <a:gd name="csX5" fmla="*/ 1896 w 12939"/>
                <a:gd name="csY5" fmla="*/ 4809 h 8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39" h="8461">
                  <a:moveTo>
                    <a:pt x="1896" y="4809"/>
                  </a:moveTo>
                  <a:cubicBezTo>
                    <a:pt x="3084" y="6536"/>
                    <a:pt x="5573" y="8054"/>
                    <a:pt x="7415" y="8270"/>
                  </a:cubicBezTo>
                  <a:cubicBezTo>
                    <a:pt x="7954" y="8162"/>
                    <a:pt x="13148" y="9889"/>
                    <a:pt x="12932" y="4701"/>
                  </a:cubicBezTo>
                  <a:cubicBezTo>
                    <a:pt x="12609" y="3939"/>
                    <a:pt x="12717" y="370"/>
                    <a:pt x="9364" y="262"/>
                  </a:cubicBezTo>
                  <a:cubicBezTo>
                    <a:pt x="6335" y="586"/>
                    <a:pt x="-2542" y="-1681"/>
                    <a:pt x="703" y="3075"/>
                  </a:cubicBezTo>
                  <a:lnTo>
                    <a:pt x="1896" y="4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9D60F72B-4F8B-E800-2D11-6BE95237BC42}"/>
                </a:ext>
              </a:extLst>
            </p:cNvPr>
            <p:cNvSpPr/>
            <p:nvPr/>
          </p:nvSpPr>
          <p:spPr>
            <a:xfrm>
              <a:off x="6114156" y="1324250"/>
              <a:ext cx="19241" cy="25445"/>
            </a:xfrm>
            <a:custGeom>
              <a:avLst/>
              <a:gdLst>
                <a:gd name="csX0" fmla="*/ 16699 w 19241"/>
                <a:gd name="csY0" fmla="*/ 486 h 25445"/>
                <a:gd name="csX1" fmla="*/ 4900 w 19241"/>
                <a:gd name="csY1" fmla="*/ 11084 h 25445"/>
                <a:gd name="csX2" fmla="*/ 1649 w 19241"/>
                <a:gd name="csY2" fmla="*/ 24711 h 25445"/>
                <a:gd name="csX3" fmla="*/ 18756 w 19241"/>
                <a:gd name="csY3" fmla="*/ 6544 h 25445"/>
                <a:gd name="csX4" fmla="*/ 16807 w 19241"/>
                <a:gd name="csY4" fmla="*/ 486 h 25445"/>
                <a:gd name="csX5" fmla="*/ 16699 w 19241"/>
                <a:gd name="csY5" fmla="*/ 486 h 25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41" h="25445">
                  <a:moveTo>
                    <a:pt x="16699" y="486"/>
                  </a:moveTo>
                  <a:cubicBezTo>
                    <a:pt x="9447" y="5242"/>
                    <a:pt x="6520" y="6652"/>
                    <a:pt x="4900" y="11084"/>
                  </a:cubicBezTo>
                  <a:cubicBezTo>
                    <a:pt x="1541" y="19949"/>
                    <a:pt x="-2243" y="27950"/>
                    <a:pt x="1649" y="24711"/>
                  </a:cubicBezTo>
                  <a:cubicBezTo>
                    <a:pt x="15181" y="13135"/>
                    <a:pt x="18102" y="11732"/>
                    <a:pt x="18756" y="6544"/>
                  </a:cubicBezTo>
                  <a:cubicBezTo>
                    <a:pt x="18756" y="6544"/>
                    <a:pt x="20699" y="-2111"/>
                    <a:pt x="16807" y="486"/>
                  </a:cubicBezTo>
                  <a:lnTo>
                    <a:pt x="16699" y="4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061D47F6-D0E9-00AC-F681-B1688655E7D8}"/>
                </a:ext>
              </a:extLst>
            </p:cNvPr>
            <p:cNvSpPr/>
            <p:nvPr/>
          </p:nvSpPr>
          <p:spPr>
            <a:xfrm>
              <a:off x="6213424" y="1233076"/>
              <a:ext cx="24444" cy="27568"/>
            </a:xfrm>
            <a:custGeom>
              <a:avLst/>
              <a:gdLst>
                <a:gd name="csX0" fmla="*/ 114 w 24444"/>
                <a:gd name="csY0" fmla="*/ 20179 h 27568"/>
                <a:gd name="csX1" fmla="*/ 2711 w 24444"/>
                <a:gd name="csY1" fmla="*/ 26992 h 27568"/>
                <a:gd name="csX2" fmla="*/ 23602 w 24444"/>
                <a:gd name="csY2" fmla="*/ 8609 h 27568"/>
                <a:gd name="csX3" fmla="*/ 21761 w 24444"/>
                <a:gd name="csY3" fmla="*/ 68 h 27568"/>
                <a:gd name="csX4" fmla="*/ 14293 w 24444"/>
                <a:gd name="csY4" fmla="*/ 4069 h 27568"/>
                <a:gd name="csX5" fmla="*/ 10395 w 24444"/>
                <a:gd name="csY5" fmla="*/ 11638 h 27568"/>
                <a:gd name="csX6" fmla="*/ 114 w 24444"/>
                <a:gd name="csY6" fmla="*/ 20071 h 27568"/>
                <a:gd name="csX7" fmla="*/ 114 w 24444"/>
                <a:gd name="csY7" fmla="*/ 20179 h 27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44" h="27568">
                  <a:moveTo>
                    <a:pt x="114" y="20179"/>
                  </a:moveTo>
                  <a:cubicBezTo>
                    <a:pt x="330" y="21480"/>
                    <a:pt x="-1181" y="29805"/>
                    <a:pt x="2711" y="26992"/>
                  </a:cubicBezTo>
                  <a:cubicBezTo>
                    <a:pt x="19703" y="14883"/>
                    <a:pt x="22631" y="13911"/>
                    <a:pt x="23602" y="8609"/>
                  </a:cubicBezTo>
                  <a:cubicBezTo>
                    <a:pt x="23602" y="7313"/>
                    <a:pt x="26415" y="68"/>
                    <a:pt x="21761" y="68"/>
                  </a:cubicBezTo>
                  <a:cubicBezTo>
                    <a:pt x="20682" y="284"/>
                    <a:pt x="14833" y="-1335"/>
                    <a:pt x="14293" y="4069"/>
                  </a:cubicBezTo>
                  <a:cubicBezTo>
                    <a:pt x="14077" y="4932"/>
                    <a:pt x="14509" y="10019"/>
                    <a:pt x="10395" y="11638"/>
                  </a:cubicBezTo>
                  <a:cubicBezTo>
                    <a:pt x="10395" y="11638"/>
                    <a:pt x="222" y="14019"/>
                    <a:pt x="114" y="20071"/>
                  </a:cubicBezTo>
                  <a:lnTo>
                    <a:pt x="114" y="201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D39037F9-ACBF-BD30-C9D0-DD35AC4DC52D}"/>
                </a:ext>
              </a:extLst>
            </p:cNvPr>
            <p:cNvSpPr/>
            <p:nvPr/>
          </p:nvSpPr>
          <p:spPr>
            <a:xfrm>
              <a:off x="6176526" y="1256211"/>
              <a:ext cx="30234" cy="36078"/>
            </a:xfrm>
            <a:custGeom>
              <a:avLst/>
              <a:gdLst>
                <a:gd name="csX0" fmla="*/ 16990 w 30234"/>
                <a:gd name="csY0" fmla="*/ 34356 h 36078"/>
                <a:gd name="csX1" fmla="*/ 29112 w 30234"/>
                <a:gd name="csY1" fmla="*/ 17808 h 36078"/>
                <a:gd name="csX2" fmla="*/ 27709 w 30234"/>
                <a:gd name="csY2" fmla="*/ 11972 h 36078"/>
                <a:gd name="csX3" fmla="*/ 26299 w 30234"/>
                <a:gd name="csY3" fmla="*/ 2022 h 36078"/>
                <a:gd name="csX4" fmla="*/ 20781 w 30234"/>
                <a:gd name="csY4" fmla="*/ 1158 h 36078"/>
                <a:gd name="csX5" fmla="*/ 18940 w 30234"/>
                <a:gd name="csY5" fmla="*/ 8188 h 36078"/>
                <a:gd name="csX6" fmla="*/ 10608 w 30234"/>
                <a:gd name="csY6" fmla="*/ 16944 h 36078"/>
                <a:gd name="csX7" fmla="*/ 436 w 30234"/>
                <a:gd name="csY7" fmla="*/ 18672 h 36078"/>
                <a:gd name="csX8" fmla="*/ 106 w 30234"/>
                <a:gd name="csY8" fmla="*/ 20297 h 36078"/>
                <a:gd name="csX9" fmla="*/ 11688 w 30234"/>
                <a:gd name="csY9" fmla="*/ 29162 h 36078"/>
                <a:gd name="csX10" fmla="*/ 6818 w 30234"/>
                <a:gd name="csY10" fmla="*/ 35112 h 36078"/>
                <a:gd name="csX11" fmla="*/ 17098 w 30234"/>
                <a:gd name="csY11" fmla="*/ 34248 h 36078"/>
                <a:gd name="csX12" fmla="*/ 16990 w 30234"/>
                <a:gd name="csY12" fmla="*/ 34356 h 3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234" h="36078">
                  <a:moveTo>
                    <a:pt x="16990" y="34356"/>
                  </a:moveTo>
                  <a:cubicBezTo>
                    <a:pt x="28249" y="23866"/>
                    <a:pt x="32471" y="21377"/>
                    <a:pt x="29112" y="17808"/>
                  </a:cubicBezTo>
                  <a:cubicBezTo>
                    <a:pt x="28681" y="17160"/>
                    <a:pt x="25868" y="14671"/>
                    <a:pt x="27709" y="11972"/>
                  </a:cubicBezTo>
                  <a:cubicBezTo>
                    <a:pt x="29982" y="8620"/>
                    <a:pt x="26083" y="1374"/>
                    <a:pt x="26299" y="2022"/>
                  </a:cubicBezTo>
                  <a:cubicBezTo>
                    <a:pt x="24458" y="-2087"/>
                    <a:pt x="20133" y="1374"/>
                    <a:pt x="20781" y="1158"/>
                  </a:cubicBezTo>
                  <a:cubicBezTo>
                    <a:pt x="17536" y="3425"/>
                    <a:pt x="18940" y="8835"/>
                    <a:pt x="18940" y="8188"/>
                  </a:cubicBezTo>
                  <a:cubicBezTo>
                    <a:pt x="20133" y="13376"/>
                    <a:pt x="14939" y="18024"/>
                    <a:pt x="10608" y="16944"/>
                  </a:cubicBezTo>
                  <a:cubicBezTo>
                    <a:pt x="8119" y="16836"/>
                    <a:pt x="1731" y="12728"/>
                    <a:pt x="436" y="18672"/>
                  </a:cubicBezTo>
                  <a:lnTo>
                    <a:pt x="106" y="20297"/>
                  </a:lnTo>
                  <a:cubicBezTo>
                    <a:pt x="-1621" y="28406"/>
                    <a:pt x="18508" y="24729"/>
                    <a:pt x="11688" y="29162"/>
                  </a:cubicBezTo>
                  <a:cubicBezTo>
                    <a:pt x="9955" y="30571"/>
                    <a:pt x="2055" y="34032"/>
                    <a:pt x="6818" y="35112"/>
                  </a:cubicBezTo>
                  <a:cubicBezTo>
                    <a:pt x="8551" y="35220"/>
                    <a:pt x="13314" y="37709"/>
                    <a:pt x="17098" y="34248"/>
                  </a:cubicBezTo>
                  <a:lnTo>
                    <a:pt x="16990" y="34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6CE3A576-A423-149B-5EE9-65C12BC876E6}"/>
                </a:ext>
              </a:extLst>
            </p:cNvPr>
            <p:cNvSpPr/>
            <p:nvPr/>
          </p:nvSpPr>
          <p:spPr>
            <a:xfrm>
              <a:off x="5808383" y="1085542"/>
              <a:ext cx="988471" cy="910116"/>
            </a:xfrm>
            <a:custGeom>
              <a:avLst/>
              <a:gdLst>
                <a:gd name="csX0" fmla="*/ 269646 w 988471"/>
                <a:gd name="csY0" fmla="*/ 837955 h 910116"/>
                <a:gd name="csX1" fmla="*/ 264452 w 988471"/>
                <a:gd name="csY1" fmla="*/ 801836 h 910116"/>
                <a:gd name="csX2" fmla="*/ 288912 w 988471"/>
                <a:gd name="csY2" fmla="*/ 790050 h 910116"/>
                <a:gd name="csX3" fmla="*/ 297141 w 988471"/>
                <a:gd name="csY3" fmla="*/ 761717 h 910116"/>
                <a:gd name="csX4" fmla="*/ 281552 w 988471"/>
                <a:gd name="csY4" fmla="*/ 726030 h 910116"/>
                <a:gd name="csX5" fmla="*/ 297141 w 988471"/>
                <a:gd name="csY5" fmla="*/ 723648 h 910116"/>
                <a:gd name="csX6" fmla="*/ 304609 w 988471"/>
                <a:gd name="csY6" fmla="*/ 703322 h 910116"/>
                <a:gd name="csX7" fmla="*/ 277114 w 988471"/>
                <a:gd name="csY7" fmla="*/ 683097 h 910116"/>
                <a:gd name="csX8" fmla="*/ 285235 w 988471"/>
                <a:gd name="csY8" fmla="*/ 653144 h 910116"/>
                <a:gd name="csX9" fmla="*/ 281552 w 988471"/>
                <a:gd name="csY9" fmla="*/ 602103 h 910116"/>
                <a:gd name="csX10" fmla="*/ 271164 w 988471"/>
                <a:gd name="csY10" fmla="*/ 586749 h 910116"/>
                <a:gd name="csX11" fmla="*/ 306882 w 988471"/>
                <a:gd name="csY11" fmla="*/ 532463 h 910116"/>
                <a:gd name="csX12" fmla="*/ 352234 w 988471"/>
                <a:gd name="csY12" fmla="*/ 535707 h 910116"/>
                <a:gd name="csX13" fmla="*/ 353745 w 988471"/>
                <a:gd name="csY13" fmla="*/ 506510 h 910116"/>
                <a:gd name="csX14" fmla="*/ 335889 w 988471"/>
                <a:gd name="csY14" fmla="*/ 497538 h 910116"/>
                <a:gd name="csX15" fmla="*/ 367925 w 988471"/>
                <a:gd name="csY15" fmla="*/ 450497 h 910116"/>
                <a:gd name="csX16" fmla="*/ 368680 w 988471"/>
                <a:gd name="csY16" fmla="*/ 398592 h 910116"/>
                <a:gd name="csX17" fmla="*/ 404399 w 988471"/>
                <a:gd name="csY17" fmla="*/ 387238 h 910116"/>
                <a:gd name="csX18" fmla="*/ 438384 w 988471"/>
                <a:gd name="csY18" fmla="*/ 334247 h 910116"/>
                <a:gd name="csX19" fmla="*/ 431463 w 988471"/>
                <a:gd name="csY19" fmla="*/ 303107 h 910116"/>
                <a:gd name="csX20" fmla="*/ 471074 w 988471"/>
                <a:gd name="csY20" fmla="*/ 254333 h 910116"/>
                <a:gd name="csX21" fmla="*/ 492829 w 988471"/>
                <a:gd name="csY21" fmla="*/ 263851 h 910116"/>
                <a:gd name="csX22" fmla="*/ 504736 w 988471"/>
                <a:gd name="csY22" fmla="*/ 247195 h 910116"/>
                <a:gd name="csX23" fmla="*/ 500729 w 988471"/>
                <a:gd name="csY23" fmla="*/ 222214 h 910116"/>
                <a:gd name="csX24" fmla="*/ 518591 w 988471"/>
                <a:gd name="csY24" fmla="*/ 211515 h 910116"/>
                <a:gd name="csX25" fmla="*/ 573049 w 988471"/>
                <a:gd name="csY25" fmla="*/ 238870 h 910116"/>
                <a:gd name="csX26" fmla="*/ 581939 w 988471"/>
                <a:gd name="csY26" fmla="*/ 178202 h 910116"/>
                <a:gd name="csX27" fmla="*/ 630516 w 988471"/>
                <a:gd name="csY27" fmla="*/ 154415 h 910116"/>
                <a:gd name="csX28" fmla="*/ 664171 w 988471"/>
                <a:gd name="csY28" fmla="*/ 194859 h 910116"/>
                <a:gd name="csX29" fmla="*/ 705700 w 988471"/>
                <a:gd name="csY29" fmla="*/ 204377 h 910116"/>
                <a:gd name="csX30" fmla="*/ 724560 w 988471"/>
                <a:gd name="csY30" fmla="*/ 186534 h 910116"/>
                <a:gd name="csX31" fmla="*/ 761263 w 988471"/>
                <a:gd name="csY31" fmla="*/ 210321 h 910116"/>
                <a:gd name="csX32" fmla="*/ 790917 w 988471"/>
                <a:gd name="csY32" fmla="*/ 179396 h 910116"/>
                <a:gd name="csX33" fmla="*/ 808761 w 988471"/>
                <a:gd name="csY33" fmla="*/ 106835 h 910116"/>
                <a:gd name="csX34" fmla="*/ 842416 w 988471"/>
                <a:gd name="csY34" fmla="*/ 111591 h 910116"/>
                <a:gd name="csX35" fmla="*/ 867245 w 988471"/>
                <a:gd name="csY35" fmla="*/ 94941 h 910116"/>
                <a:gd name="csX36" fmla="*/ 917790 w 988471"/>
                <a:gd name="csY36" fmla="*/ 137759 h 910116"/>
                <a:gd name="csX37" fmla="*/ 898931 w 988471"/>
                <a:gd name="csY37" fmla="*/ 167503 h 910116"/>
                <a:gd name="csX38" fmla="*/ 921982 w 988471"/>
                <a:gd name="csY38" fmla="*/ 181771 h 910116"/>
                <a:gd name="csX39" fmla="*/ 958049 w 988471"/>
                <a:gd name="csY39" fmla="*/ 137220 h 910116"/>
                <a:gd name="csX40" fmla="*/ 979449 w 988471"/>
                <a:gd name="csY40" fmla="*/ 138953 h 910116"/>
                <a:gd name="csX41" fmla="*/ 982179 w 988471"/>
                <a:gd name="csY41" fmla="*/ 109216 h 910116"/>
                <a:gd name="csX42" fmla="*/ 934872 w 988471"/>
                <a:gd name="csY42" fmla="*/ 97640 h 910116"/>
                <a:gd name="csX43" fmla="*/ 896772 w 988471"/>
                <a:gd name="csY43" fmla="*/ 81098 h 910116"/>
                <a:gd name="csX44" fmla="*/ 900963 w 988471"/>
                <a:gd name="csY44" fmla="*/ 77853 h 910116"/>
                <a:gd name="csX45" fmla="*/ 963447 w 988471"/>
                <a:gd name="csY45" fmla="*/ 78933 h 910116"/>
                <a:gd name="csX46" fmla="*/ 988212 w 988471"/>
                <a:gd name="csY46" fmla="*/ 65852 h 910116"/>
                <a:gd name="csX47" fmla="*/ 987006 w 988471"/>
                <a:gd name="csY47" fmla="*/ 62607 h 910116"/>
                <a:gd name="csX48" fmla="*/ 980528 w 988471"/>
                <a:gd name="csY48" fmla="*/ 59470 h 910116"/>
                <a:gd name="csX49" fmla="*/ 965415 w 988471"/>
                <a:gd name="csY49" fmla="*/ 51685 h 910116"/>
                <a:gd name="csX50" fmla="*/ 958049 w 988471"/>
                <a:gd name="csY50" fmla="*/ 54390 h 910116"/>
                <a:gd name="csX51" fmla="*/ 953922 w 988471"/>
                <a:gd name="csY51" fmla="*/ 48980 h 910116"/>
                <a:gd name="csX52" fmla="*/ 958431 w 988471"/>
                <a:gd name="csY52" fmla="*/ 42814 h 910116"/>
                <a:gd name="csX53" fmla="*/ 949286 w 988471"/>
                <a:gd name="csY53" fmla="*/ 39468 h 910116"/>
                <a:gd name="csX54" fmla="*/ 941984 w 988471"/>
                <a:gd name="csY54" fmla="*/ 40439 h 910116"/>
                <a:gd name="csX55" fmla="*/ 936460 w 988471"/>
                <a:gd name="csY55" fmla="*/ 35569 h 910116"/>
                <a:gd name="csX56" fmla="*/ 922934 w 988471"/>
                <a:gd name="csY56" fmla="*/ 36870 h 910116"/>
                <a:gd name="csX57" fmla="*/ 918934 w 988471"/>
                <a:gd name="csY57" fmla="*/ 27460 h 910116"/>
                <a:gd name="csX58" fmla="*/ 905662 w 988471"/>
                <a:gd name="csY58" fmla="*/ 26056 h 910116"/>
                <a:gd name="csX59" fmla="*/ 898613 w 988471"/>
                <a:gd name="csY59" fmla="*/ 32438 h 910116"/>
                <a:gd name="csX60" fmla="*/ 885406 w 988471"/>
                <a:gd name="csY60" fmla="*/ 54390 h 910116"/>
                <a:gd name="csX61" fmla="*/ 877087 w 988471"/>
                <a:gd name="csY61" fmla="*/ 51037 h 910116"/>
                <a:gd name="csX62" fmla="*/ 880770 w 988471"/>
                <a:gd name="csY62" fmla="*/ 48008 h 910116"/>
                <a:gd name="csX63" fmla="*/ 880643 w 988471"/>
                <a:gd name="csY63" fmla="*/ 37842 h 910116"/>
                <a:gd name="csX64" fmla="*/ 871118 w 988471"/>
                <a:gd name="csY64" fmla="*/ 32546 h 910116"/>
                <a:gd name="csX65" fmla="*/ 887120 w 988471"/>
                <a:gd name="csY65" fmla="*/ 27352 h 910116"/>
                <a:gd name="csX66" fmla="*/ 891057 w 988471"/>
                <a:gd name="csY66" fmla="*/ 16106 h 910116"/>
                <a:gd name="csX67" fmla="*/ 885406 w 988471"/>
                <a:gd name="csY67" fmla="*/ 15134 h 910116"/>
                <a:gd name="csX68" fmla="*/ 882992 w 988471"/>
                <a:gd name="csY68" fmla="*/ 10378 h 910116"/>
                <a:gd name="csX69" fmla="*/ 865784 w 988471"/>
                <a:gd name="csY69" fmla="*/ 7673 h 910116"/>
                <a:gd name="csX70" fmla="*/ 865784 w 988471"/>
                <a:gd name="csY70" fmla="*/ 7457 h 910116"/>
                <a:gd name="csX71" fmla="*/ 855624 w 988471"/>
                <a:gd name="csY71" fmla="*/ 8645 h 910116"/>
                <a:gd name="csX72" fmla="*/ 848575 w 988471"/>
                <a:gd name="csY72" fmla="*/ 11890 h 910116"/>
                <a:gd name="csX73" fmla="*/ 842416 w 988471"/>
                <a:gd name="csY73" fmla="*/ 17624 h 910116"/>
                <a:gd name="csX74" fmla="*/ 844194 w 988471"/>
                <a:gd name="csY74" fmla="*/ 21624 h 910116"/>
                <a:gd name="csX75" fmla="*/ 851497 w 988471"/>
                <a:gd name="csY75" fmla="*/ 22812 h 910116"/>
                <a:gd name="csX76" fmla="*/ 849655 w 988471"/>
                <a:gd name="csY76" fmla="*/ 31460 h 910116"/>
                <a:gd name="csX77" fmla="*/ 839939 w 988471"/>
                <a:gd name="csY77" fmla="*/ 36978 h 910116"/>
                <a:gd name="csX78" fmla="*/ 833335 w 988471"/>
                <a:gd name="csY78" fmla="*/ 53844 h 910116"/>
                <a:gd name="csX79" fmla="*/ 831811 w 988471"/>
                <a:gd name="csY79" fmla="*/ 54174 h 910116"/>
                <a:gd name="csX80" fmla="*/ 823366 w 988471"/>
                <a:gd name="csY80" fmla="*/ 63039 h 910116"/>
                <a:gd name="csX81" fmla="*/ 817778 w 988471"/>
                <a:gd name="csY81" fmla="*/ 61743 h 910116"/>
                <a:gd name="csX82" fmla="*/ 818731 w 988471"/>
                <a:gd name="csY82" fmla="*/ 43252 h 910116"/>
                <a:gd name="csX83" fmla="*/ 813333 w 988471"/>
                <a:gd name="csY83" fmla="*/ 41087 h 910116"/>
                <a:gd name="csX84" fmla="*/ 824382 w 988471"/>
                <a:gd name="csY84" fmla="*/ 30057 h 910116"/>
                <a:gd name="csX85" fmla="*/ 821842 w 988471"/>
                <a:gd name="csY85" fmla="*/ 18487 h 910116"/>
                <a:gd name="csX86" fmla="*/ 815365 w 988471"/>
                <a:gd name="csY86" fmla="*/ 20754 h 910116"/>
                <a:gd name="csX87" fmla="*/ 799363 w 988471"/>
                <a:gd name="csY87" fmla="*/ 41411 h 910116"/>
                <a:gd name="csX88" fmla="*/ 794600 w 988471"/>
                <a:gd name="csY88" fmla="*/ 50714 h 910116"/>
                <a:gd name="csX89" fmla="*/ 780186 w 988471"/>
                <a:gd name="csY89" fmla="*/ 67579 h 910116"/>
                <a:gd name="csX90" fmla="*/ 778916 w 988471"/>
                <a:gd name="csY90" fmla="*/ 73205 h 910116"/>
                <a:gd name="csX91" fmla="*/ 764184 w 988471"/>
                <a:gd name="csY91" fmla="*/ 83911 h 910116"/>
                <a:gd name="csX92" fmla="*/ 764819 w 988471"/>
                <a:gd name="csY92" fmla="*/ 72881 h 910116"/>
                <a:gd name="csX93" fmla="*/ 767423 w 988471"/>
                <a:gd name="csY93" fmla="*/ 70608 h 910116"/>
                <a:gd name="csX94" fmla="*/ 767423 w 988471"/>
                <a:gd name="csY94" fmla="*/ 56765 h 910116"/>
                <a:gd name="csX95" fmla="*/ 791045 w 988471"/>
                <a:gd name="csY95" fmla="*/ 26056 h 910116"/>
                <a:gd name="csX96" fmla="*/ 785393 w 988471"/>
                <a:gd name="csY96" fmla="*/ 21408 h 910116"/>
                <a:gd name="csX97" fmla="*/ 791045 w 988471"/>
                <a:gd name="csY97" fmla="*/ 16214 h 910116"/>
                <a:gd name="csX98" fmla="*/ 798474 w 988471"/>
                <a:gd name="csY98" fmla="*/ 5832 h 910116"/>
                <a:gd name="csX99" fmla="*/ 792949 w 988471"/>
                <a:gd name="csY99" fmla="*/ 3997 h 910116"/>
                <a:gd name="csX100" fmla="*/ 783742 w 988471"/>
                <a:gd name="csY100" fmla="*/ 428 h 910116"/>
                <a:gd name="csX101" fmla="*/ 775297 w 988471"/>
                <a:gd name="csY101" fmla="*/ 7889 h 910116"/>
                <a:gd name="csX102" fmla="*/ 776185 w 988471"/>
                <a:gd name="csY102" fmla="*/ 8753 h 910116"/>
                <a:gd name="csX103" fmla="*/ 777519 w 988471"/>
                <a:gd name="csY103" fmla="*/ 15134 h 910116"/>
                <a:gd name="csX104" fmla="*/ 771867 w 988471"/>
                <a:gd name="csY104" fmla="*/ 22380 h 910116"/>
                <a:gd name="csX105" fmla="*/ 763232 w 988471"/>
                <a:gd name="csY105" fmla="*/ 15350 h 910116"/>
                <a:gd name="csX106" fmla="*/ 757009 w 988471"/>
                <a:gd name="csY106" fmla="*/ 18919 h 910116"/>
                <a:gd name="csX107" fmla="*/ 754786 w 988471"/>
                <a:gd name="csY107" fmla="*/ 9616 h 910116"/>
                <a:gd name="csX108" fmla="*/ 750087 w 988471"/>
                <a:gd name="csY108" fmla="*/ 7241 h 910116"/>
                <a:gd name="csX109" fmla="*/ 745324 w 988471"/>
                <a:gd name="csY109" fmla="*/ 15998 h 910116"/>
                <a:gd name="csX110" fmla="*/ 747102 w 988471"/>
                <a:gd name="csY110" fmla="*/ 26920 h 910116"/>
                <a:gd name="csX111" fmla="*/ 738657 w 988471"/>
                <a:gd name="csY111" fmla="*/ 24107 h 910116"/>
                <a:gd name="csX112" fmla="*/ 734974 w 988471"/>
                <a:gd name="csY112" fmla="*/ 26164 h 910116"/>
                <a:gd name="csX113" fmla="*/ 741896 w 988471"/>
                <a:gd name="csY113" fmla="*/ 33950 h 910116"/>
                <a:gd name="csX114" fmla="*/ 744245 w 988471"/>
                <a:gd name="csY114" fmla="*/ 45087 h 910116"/>
                <a:gd name="csX115" fmla="*/ 734085 w 988471"/>
                <a:gd name="csY115" fmla="*/ 42814 h 910116"/>
                <a:gd name="csX116" fmla="*/ 727925 w 988471"/>
                <a:gd name="csY116" fmla="*/ 53088 h 910116"/>
                <a:gd name="csX117" fmla="*/ 721322 w 988471"/>
                <a:gd name="csY117" fmla="*/ 37518 h 910116"/>
                <a:gd name="csX118" fmla="*/ 712304 w 988471"/>
                <a:gd name="csY118" fmla="*/ 38598 h 910116"/>
                <a:gd name="csX119" fmla="*/ 714590 w 988471"/>
                <a:gd name="csY119" fmla="*/ 49196 h 910116"/>
                <a:gd name="csX120" fmla="*/ 716749 w 988471"/>
                <a:gd name="csY120" fmla="*/ 58499 h 910116"/>
                <a:gd name="csX121" fmla="*/ 697636 w 988471"/>
                <a:gd name="csY121" fmla="*/ 80990 h 910116"/>
                <a:gd name="csX122" fmla="*/ 700430 w 988471"/>
                <a:gd name="csY122" fmla="*/ 87804 h 910116"/>
                <a:gd name="csX123" fmla="*/ 706844 w 988471"/>
                <a:gd name="csY123" fmla="*/ 93639 h 910116"/>
                <a:gd name="csX124" fmla="*/ 703478 w 988471"/>
                <a:gd name="csY124" fmla="*/ 97100 h 910116"/>
                <a:gd name="csX125" fmla="*/ 687857 w 988471"/>
                <a:gd name="csY125" fmla="*/ 91588 h 910116"/>
                <a:gd name="csX126" fmla="*/ 684491 w 988471"/>
                <a:gd name="csY126" fmla="*/ 80019 h 910116"/>
                <a:gd name="csX127" fmla="*/ 666648 w 988471"/>
                <a:gd name="csY127" fmla="*/ 77745 h 910116"/>
                <a:gd name="csX128" fmla="*/ 638962 w 988471"/>
                <a:gd name="csY128" fmla="*/ 68443 h 910116"/>
                <a:gd name="csX129" fmla="*/ 636358 w 988471"/>
                <a:gd name="csY129" fmla="*/ 72449 h 910116"/>
                <a:gd name="csX130" fmla="*/ 626262 w 988471"/>
                <a:gd name="csY130" fmla="*/ 69313 h 910116"/>
                <a:gd name="csX131" fmla="*/ 624039 w 988471"/>
                <a:gd name="csY131" fmla="*/ 78825 h 910116"/>
                <a:gd name="csX132" fmla="*/ 645121 w 988471"/>
                <a:gd name="csY132" fmla="*/ 87588 h 910116"/>
                <a:gd name="csX133" fmla="*/ 651408 w 988471"/>
                <a:gd name="csY133" fmla="*/ 91588 h 910116"/>
                <a:gd name="csX134" fmla="*/ 648932 w 988471"/>
                <a:gd name="csY134" fmla="*/ 97316 h 910116"/>
                <a:gd name="csX135" fmla="*/ 645121 w 988471"/>
                <a:gd name="csY135" fmla="*/ 107159 h 910116"/>
                <a:gd name="csX136" fmla="*/ 636041 w 988471"/>
                <a:gd name="csY136" fmla="*/ 102079 h 910116"/>
                <a:gd name="csX137" fmla="*/ 632485 w 988471"/>
                <a:gd name="csY137" fmla="*/ 96345 h 910116"/>
                <a:gd name="csX138" fmla="*/ 620674 w 988471"/>
                <a:gd name="csY138" fmla="*/ 93208 h 910116"/>
                <a:gd name="csX139" fmla="*/ 619658 w 988471"/>
                <a:gd name="csY139" fmla="*/ 101755 h 910116"/>
                <a:gd name="csX140" fmla="*/ 614133 w 988471"/>
                <a:gd name="csY140" fmla="*/ 108238 h 910116"/>
                <a:gd name="csX141" fmla="*/ 610387 w 988471"/>
                <a:gd name="csY141" fmla="*/ 90725 h 910116"/>
                <a:gd name="csX142" fmla="*/ 598449 w 988471"/>
                <a:gd name="csY142" fmla="*/ 75688 h 910116"/>
                <a:gd name="csX143" fmla="*/ 591337 w 988471"/>
                <a:gd name="csY143" fmla="*/ 80558 h 910116"/>
                <a:gd name="csX144" fmla="*/ 592861 w 988471"/>
                <a:gd name="csY144" fmla="*/ 89207 h 910116"/>
                <a:gd name="csX145" fmla="*/ 599338 w 988471"/>
                <a:gd name="csY145" fmla="*/ 94941 h 910116"/>
                <a:gd name="csX146" fmla="*/ 584288 w 988471"/>
                <a:gd name="csY146" fmla="*/ 141982 h 910116"/>
                <a:gd name="csX147" fmla="*/ 582257 w 988471"/>
                <a:gd name="csY147" fmla="*/ 126945 h 910116"/>
                <a:gd name="csX148" fmla="*/ 586003 w 988471"/>
                <a:gd name="csY148" fmla="*/ 97640 h 910116"/>
                <a:gd name="csX149" fmla="*/ 563079 w 988471"/>
                <a:gd name="csY149" fmla="*/ 126406 h 910116"/>
                <a:gd name="csX150" fmla="*/ 561238 w 988471"/>
                <a:gd name="csY150" fmla="*/ 111051 h 910116"/>
                <a:gd name="csX151" fmla="*/ 538829 w 988471"/>
                <a:gd name="csY151" fmla="*/ 126837 h 910116"/>
                <a:gd name="csX152" fmla="*/ 542315 w 988471"/>
                <a:gd name="csY152" fmla="*/ 141982 h 910116"/>
                <a:gd name="csX153" fmla="*/ 537749 w 988471"/>
                <a:gd name="csY153" fmla="*/ 144357 h 910116"/>
                <a:gd name="csX154" fmla="*/ 528008 w 988471"/>
                <a:gd name="csY154" fmla="*/ 132463 h 910116"/>
                <a:gd name="csX155" fmla="*/ 521620 w 988471"/>
                <a:gd name="csY155" fmla="*/ 137543 h 910116"/>
                <a:gd name="csX156" fmla="*/ 525195 w 988471"/>
                <a:gd name="csY156" fmla="*/ 148573 h 910116"/>
                <a:gd name="csX157" fmla="*/ 517074 w 988471"/>
                <a:gd name="csY157" fmla="*/ 147386 h 910116"/>
                <a:gd name="csX158" fmla="*/ 513613 w 988471"/>
                <a:gd name="csY158" fmla="*/ 139817 h 910116"/>
                <a:gd name="csX159" fmla="*/ 503326 w 988471"/>
                <a:gd name="csY159" fmla="*/ 153984 h 910116"/>
                <a:gd name="csX160" fmla="*/ 503110 w 988471"/>
                <a:gd name="csY160" fmla="*/ 161013 h 910116"/>
                <a:gd name="csX161" fmla="*/ 479412 w 988471"/>
                <a:gd name="csY161" fmla="*/ 170309 h 910116"/>
                <a:gd name="csX162" fmla="*/ 478650 w 988471"/>
                <a:gd name="csY162" fmla="*/ 178964 h 910116"/>
                <a:gd name="csX163" fmla="*/ 472046 w 988471"/>
                <a:gd name="csY163" fmla="*/ 180152 h 910116"/>
                <a:gd name="csX164" fmla="*/ 466528 w 988471"/>
                <a:gd name="csY164" fmla="*/ 181555 h 910116"/>
                <a:gd name="csX165" fmla="*/ 451485 w 988471"/>
                <a:gd name="csY165" fmla="*/ 198211 h 910116"/>
                <a:gd name="csX166" fmla="*/ 446074 w 988471"/>
                <a:gd name="csY166" fmla="*/ 196370 h 910116"/>
                <a:gd name="csX167" fmla="*/ 443039 w 988471"/>
                <a:gd name="csY167" fmla="*/ 187505 h 910116"/>
                <a:gd name="csX168" fmla="*/ 432758 w 988471"/>
                <a:gd name="csY168" fmla="*/ 185994 h 910116"/>
                <a:gd name="csX169" fmla="*/ 422693 w 988471"/>
                <a:gd name="csY169" fmla="*/ 195506 h 910116"/>
                <a:gd name="csX170" fmla="*/ 418471 w 988471"/>
                <a:gd name="csY170" fmla="*/ 179720 h 910116"/>
                <a:gd name="csX171" fmla="*/ 409054 w 988471"/>
                <a:gd name="csY171" fmla="*/ 185340 h 910116"/>
                <a:gd name="csX172" fmla="*/ 403536 w 988471"/>
                <a:gd name="csY172" fmla="*/ 202536 h 910116"/>
                <a:gd name="csX173" fmla="*/ 397694 w 988471"/>
                <a:gd name="csY173" fmla="*/ 205457 h 910116"/>
                <a:gd name="csX174" fmla="*/ 391521 w 988471"/>
                <a:gd name="csY174" fmla="*/ 214645 h 910116"/>
                <a:gd name="csX175" fmla="*/ 369227 w 988471"/>
                <a:gd name="csY175" fmla="*/ 219300 h 910116"/>
                <a:gd name="csX176" fmla="*/ 359048 w 988471"/>
                <a:gd name="csY176" fmla="*/ 225243 h 910116"/>
                <a:gd name="csX177" fmla="*/ 350501 w 988471"/>
                <a:gd name="csY177" fmla="*/ 223408 h 910116"/>
                <a:gd name="csX178" fmla="*/ 333184 w 988471"/>
                <a:gd name="csY178" fmla="*/ 233467 h 910116"/>
                <a:gd name="csX179" fmla="*/ 334264 w 988471"/>
                <a:gd name="csY179" fmla="*/ 244389 h 910116"/>
                <a:gd name="csX180" fmla="*/ 340004 w 988471"/>
                <a:gd name="csY180" fmla="*/ 243411 h 910116"/>
                <a:gd name="csX181" fmla="*/ 356235 w 988471"/>
                <a:gd name="csY181" fmla="*/ 235410 h 910116"/>
                <a:gd name="csX182" fmla="*/ 362083 w 988471"/>
                <a:gd name="csY182" fmla="*/ 238115 h 910116"/>
                <a:gd name="csX183" fmla="*/ 381457 w 988471"/>
                <a:gd name="csY183" fmla="*/ 228380 h 910116"/>
                <a:gd name="csX184" fmla="*/ 383184 w 988471"/>
                <a:gd name="csY184" fmla="*/ 233898 h 910116"/>
                <a:gd name="csX185" fmla="*/ 402780 w 988471"/>
                <a:gd name="csY185" fmla="*/ 221567 h 910116"/>
                <a:gd name="csX186" fmla="*/ 412737 w 988471"/>
                <a:gd name="csY186" fmla="*/ 222214 h 910116"/>
                <a:gd name="csX187" fmla="*/ 419442 w 988471"/>
                <a:gd name="csY187" fmla="*/ 218538 h 910116"/>
                <a:gd name="csX188" fmla="*/ 423989 w 988471"/>
                <a:gd name="csY188" fmla="*/ 217890 h 910116"/>
                <a:gd name="csX189" fmla="*/ 428967 w 988471"/>
                <a:gd name="csY189" fmla="*/ 210968 h 910116"/>
                <a:gd name="csX190" fmla="*/ 431133 w 988471"/>
                <a:gd name="csY190" fmla="*/ 213997 h 910116"/>
                <a:gd name="csX191" fmla="*/ 434384 w 988471"/>
                <a:gd name="csY191" fmla="*/ 217134 h 910116"/>
                <a:gd name="csX192" fmla="*/ 454621 w 988471"/>
                <a:gd name="csY192" fmla="*/ 211184 h 910116"/>
                <a:gd name="csX193" fmla="*/ 463930 w 988471"/>
                <a:gd name="csY193" fmla="*/ 214753 h 910116"/>
                <a:gd name="csX194" fmla="*/ 474103 w 988471"/>
                <a:gd name="csY194" fmla="*/ 211400 h 910116"/>
                <a:gd name="csX195" fmla="*/ 480383 w 988471"/>
                <a:gd name="csY195" fmla="*/ 213997 h 910116"/>
                <a:gd name="csX196" fmla="*/ 469665 w 988471"/>
                <a:gd name="csY196" fmla="*/ 224164 h 910116"/>
                <a:gd name="csX197" fmla="*/ 446722 w 988471"/>
                <a:gd name="csY197" fmla="*/ 221351 h 910116"/>
                <a:gd name="csX198" fmla="*/ 432435 w 988471"/>
                <a:gd name="csY198" fmla="*/ 229028 h 910116"/>
                <a:gd name="csX199" fmla="*/ 437629 w 988471"/>
                <a:gd name="csY199" fmla="*/ 231949 h 910116"/>
                <a:gd name="csX200" fmla="*/ 440226 w 988471"/>
                <a:gd name="csY200" fmla="*/ 239842 h 910116"/>
                <a:gd name="csX201" fmla="*/ 435679 w 988471"/>
                <a:gd name="csY201" fmla="*/ 247735 h 910116"/>
                <a:gd name="csX202" fmla="*/ 430917 w 988471"/>
                <a:gd name="csY202" fmla="*/ 257254 h 910116"/>
                <a:gd name="csX203" fmla="*/ 427888 w 988471"/>
                <a:gd name="csY203" fmla="*/ 243519 h 910116"/>
                <a:gd name="csX204" fmla="*/ 428212 w 988471"/>
                <a:gd name="csY204" fmla="*/ 240820 h 910116"/>
                <a:gd name="csX205" fmla="*/ 424967 w 988471"/>
                <a:gd name="csY205" fmla="*/ 234870 h 910116"/>
                <a:gd name="csX206" fmla="*/ 418903 w 988471"/>
                <a:gd name="csY206" fmla="*/ 239086 h 910116"/>
                <a:gd name="csX207" fmla="*/ 406565 w 988471"/>
                <a:gd name="csY207" fmla="*/ 239086 h 910116"/>
                <a:gd name="csX208" fmla="*/ 402780 w 988471"/>
                <a:gd name="csY208" fmla="*/ 246979 h 910116"/>
                <a:gd name="csX209" fmla="*/ 408946 w 988471"/>
                <a:gd name="csY209" fmla="*/ 252389 h 910116"/>
                <a:gd name="csX210" fmla="*/ 404183 w 988471"/>
                <a:gd name="csY210" fmla="*/ 254656 h 910116"/>
                <a:gd name="csX211" fmla="*/ 391845 w 988471"/>
                <a:gd name="csY211" fmla="*/ 252929 h 910116"/>
                <a:gd name="csX212" fmla="*/ 385673 w 988471"/>
                <a:gd name="csY212" fmla="*/ 256822 h 910116"/>
                <a:gd name="csX213" fmla="*/ 381673 w 988471"/>
                <a:gd name="csY213" fmla="*/ 262442 h 910116"/>
                <a:gd name="csX214" fmla="*/ 381457 w 988471"/>
                <a:gd name="csY214" fmla="*/ 271852 h 910116"/>
                <a:gd name="csX215" fmla="*/ 380695 w 988471"/>
                <a:gd name="csY215" fmla="*/ 276608 h 910116"/>
                <a:gd name="csX216" fmla="*/ 392277 w 988471"/>
                <a:gd name="csY216" fmla="*/ 273148 h 910116"/>
                <a:gd name="csX217" fmla="*/ 406241 w 988471"/>
                <a:gd name="csY217" fmla="*/ 265686 h 910116"/>
                <a:gd name="csX218" fmla="*/ 410464 w 988471"/>
                <a:gd name="csY218" fmla="*/ 273364 h 910116"/>
                <a:gd name="csX219" fmla="*/ 405377 w 988471"/>
                <a:gd name="csY219" fmla="*/ 289372 h 910116"/>
                <a:gd name="csX220" fmla="*/ 405701 w 988471"/>
                <a:gd name="csY220" fmla="*/ 293588 h 910116"/>
                <a:gd name="csX221" fmla="*/ 403212 w 988471"/>
                <a:gd name="csY221" fmla="*/ 294020 h 910116"/>
                <a:gd name="csX222" fmla="*/ 397255 w 988471"/>
                <a:gd name="csY222" fmla="*/ 291639 h 910116"/>
                <a:gd name="csX223" fmla="*/ 379615 w 988471"/>
                <a:gd name="csY223" fmla="*/ 289048 h 910116"/>
                <a:gd name="csX224" fmla="*/ 367709 w 988471"/>
                <a:gd name="csY224" fmla="*/ 307863 h 910116"/>
                <a:gd name="csX225" fmla="*/ 369658 w 988471"/>
                <a:gd name="csY225" fmla="*/ 308511 h 910116"/>
                <a:gd name="csX226" fmla="*/ 377666 w 988471"/>
                <a:gd name="csY226" fmla="*/ 306130 h 910116"/>
                <a:gd name="csX227" fmla="*/ 395744 w 988471"/>
                <a:gd name="csY227" fmla="*/ 312403 h 910116"/>
                <a:gd name="csX228" fmla="*/ 394658 w 988471"/>
                <a:gd name="csY228" fmla="*/ 314677 h 910116"/>
                <a:gd name="csX229" fmla="*/ 384486 w 988471"/>
                <a:gd name="csY229" fmla="*/ 312511 h 910116"/>
                <a:gd name="csX230" fmla="*/ 377774 w 988471"/>
                <a:gd name="csY230" fmla="*/ 314569 h 910116"/>
                <a:gd name="csX231" fmla="*/ 360781 w 988471"/>
                <a:gd name="csY231" fmla="*/ 317052 h 910116"/>
                <a:gd name="csX232" fmla="*/ 354400 w 988471"/>
                <a:gd name="csY232" fmla="*/ 319973 h 910116"/>
                <a:gd name="csX233" fmla="*/ 353853 w 988471"/>
                <a:gd name="csY233" fmla="*/ 319649 h 910116"/>
                <a:gd name="csX234" fmla="*/ 341947 w 988471"/>
                <a:gd name="csY234" fmla="*/ 329275 h 910116"/>
                <a:gd name="csX235" fmla="*/ 333400 w 988471"/>
                <a:gd name="csY235" fmla="*/ 338356 h 910116"/>
                <a:gd name="csX236" fmla="*/ 335997 w 988471"/>
                <a:gd name="csY236" fmla="*/ 339873 h 910116"/>
                <a:gd name="csX237" fmla="*/ 334479 w 988471"/>
                <a:gd name="csY237" fmla="*/ 345817 h 910116"/>
                <a:gd name="csX238" fmla="*/ 322573 w 988471"/>
                <a:gd name="csY238" fmla="*/ 348306 h 910116"/>
                <a:gd name="csX239" fmla="*/ 316083 w 988471"/>
                <a:gd name="csY239" fmla="*/ 359660 h 910116"/>
                <a:gd name="csX240" fmla="*/ 315429 w 988471"/>
                <a:gd name="csY240" fmla="*/ 359660 h 910116"/>
                <a:gd name="csX241" fmla="*/ 313594 w 988471"/>
                <a:gd name="csY241" fmla="*/ 379555 h 910116"/>
                <a:gd name="csX242" fmla="*/ 305473 w 988471"/>
                <a:gd name="csY242" fmla="*/ 378583 h 910116"/>
                <a:gd name="csX243" fmla="*/ 305257 w 988471"/>
                <a:gd name="csY243" fmla="*/ 387238 h 910116"/>
                <a:gd name="csX244" fmla="*/ 294322 w 988471"/>
                <a:gd name="csY244" fmla="*/ 403888 h 910116"/>
                <a:gd name="csX245" fmla="*/ 295516 w 988471"/>
                <a:gd name="csY245" fmla="*/ 410485 h 910116"/>
                <a:gd name="csX246" fmla="*/ 289236 w 988471"/>
                <a:gd name="csY246" fmla="*/ 422055 h 910116"/>
                <a:gd name="csX247" fmla="*/ 282200 w 988471"/>
                <a:gd name="csY247" fmla="*/ 432114 h 910116"/>
                <a:gd name="csX248" fmla="*/ 276898 w 988471"/>
                <a:gd name="csY248" fmla="*/ 444763 h 910116"/>
                <a:gd name="csX249" fmla="*/ 283502 w 988471"/>
                <a:gd name="csY249" fmla="*/ 447252 h 910116"/>
                <a:gd name="csX250" fmla="*/ 290538 w 988471"/>
                <a:gd name="csY250" fmla="*/ 444655 h 910116"/>
                <a:gd name="csX251" fmla="*/ 286962 w 988471"/>
                <a:gd name="csY251" fmla="*/ 454713 h 910116"/>
                <a:gd name="csX252" fmla="*/ 275494 w 988471"/>
                <a:gd name="csY252" fmla="*/ 456332 h 910116"/>
                <a:gd name="csX253" fmla="*/ 269862 w 988471"/>
                <a:gd name="csY253" fmla="*/ 457526 h 910116"/>
                <a:gd name="csX254" fmla="*/ 259473 w 988471"/>
                <a:gd name="csY254" fmla="*/ 467039 h 910116"/>
                <a:gd name="csX255" fmla="*/ 250704 w 988471"/>
                <a:gd name="csY255" fmla="*/ 469312 h 910116"/>
                <a:gd name="csX256" fmla="*/ 242049 w 988471"/>
                <a:gd name="csY256" fmla="*/ 466283 h 910116"/>
                <a:gd name="csX257" fmla="*/ 224510 w 988471"/>
                <a:gd name="csY257" fmla="*/ 471039 h 910116"/>
                <a:gd name="csX258" fmla="*/ 225488 w 988471"/>
                <a:gd name="csY258" fmla="*/ 473852 h 910116"/>
                <a:gd name="csX259" fmla="*/ 236638 w 988471"/>
                <a:gd name="csY259" fmla="*/ 474392 h 910116"/>
                <a:gd name="csX260" fmla="*/ 244754 w 988471"/>
                <a:gd name="csY260" fmla="*/ 479586 h 910116"/>
                <a:gd name="csX261" fmla="*/ 252761 w 988471"/>
                <a:gd name="csY261" fmla="*/ 478176 h 910116"/>
                <a:gd name="csX262" fmla="*/ 263912 w 988471"/>
                <a:gd name="csY262" fmla="*/ 475262 h 910116"/>
                <a:gd name="csX263" fmla="*/ 266185 w 988471"/>
                <a:gd name="csY263" fmla="*/ 481205 h 910116"/>
                <a:gd name="csX264" fmla="*/ 257308 w 988471"/>
                <a:gd name="csY264" fmla="*/ 484990 h 910116"/>
                <a:gd name="csX265" fmla="*/ 235337 w 988471"/>
                <a:gd name="csY265" fmla="*/ 493645 h 910116"/>
                <a:gd name="csX266" fmla="*/ 229273 w 988471"/>
                <a:gd name="csY266" fmla="*/ 495048 h 910116"/>
                <a:gd name="csX267" fmla="*/ 225164 w 988471"/>
                <a:gd name="csY267" fmla="*/ 497753 h 910116"/>
                <a:gd name="csX268" fmla="*/ 216935 w 988471"/>
                <a:gd name="csY268" fmla="*/ 505431 h 910116"/>
                <a:gd name="csX269" fmla="*/ 216071 w 988471"/>
                <a:gd name="csY269" fmla="*/ 508352 h 910116"/>
                <a:gd name="csX270" fmla="*/ 208819 w 988471"/>
                <a:gd name="csY270" fmla="*/ 520137 h 910116"/>
                <a:gd name="csX271" fmla="*/ 198754 w 988471"/>
                <a:gd name="csY271" fmla="*/ 525649 h 910116"/>
                <a:gd name="csX272" fmla="*/ 197345 w 988471"/>
                <a:gd name="csY272" fmla="*/ 530304 h 910116"/>
                <a:gd name="csX273" fmla="*/ 198538 w 988471"/>
                <a:gd name="csY273" fmla="*/ 536571 h 910116"/>
                <a:gd name="csX274" fmla="*/ 187388 w 988471"/>
                <a:gd name="csY274" fmla="*/ 542305 h 910116"/>
                <a:gd name="csX275" fmla="*/ 186632 w 988471"/>
                <a:gd name="csY275" fmla="*/ 551062 h 910116"/>
                <a:gd name="csX276" fmla="*/ 197021 w 988471"/>
                <a:gd name="csY276" fmla="*/ 546845 h 910116"/>
                <a:gd name="csX277" fmla="*/ 197561 w 988471"/>
                <a:gd name="csY277" fmla="*/ 551278 h 910116"/>
                <a:gd name="csX278" fmla="*/ 198754 w 988471"/>
                <a:gd name="csY278" fmla="*/ 560041 h 910116"/>
                <a:gd name="csX279" fmla="*/ 204489 w 988471"/>
                <a:gd name="csY279" fmla="*/ 561012 h 910116"/>
                <a:gd name="csX280" fmla="*/ 219316 w 988471"/>
                <a:gd name="csY280" fmla="*/ 556472 h 910116"/>
                <a:gd name="csX281" fmla="*/ 244322 w 988471"/>
                <a:gd name="csY281" fmla="*/ 542629 h 910116"/>
                <a:gd name="csX282" fmla="*/ 240531 w 988471"/>
                <a:gd name="csY282" fmla="*/ 550738 h 910116"/>
                <a:gd name="csX283" fmla="*/ 227977 w 988471"/>
                <a:gd name="csY283" fmla="*/ 562416 h 910116"/>
                <a:gd name="csX284" fmla="*/ 228841 w 988471"/>
                <a:gd name="csY284" fmla="*/ 567718 h 910116"/>
                <a:gd name="csX285" fmla="*/ 208927 w 988471"/>
                <a:gd name="csY285" fmla="*/ 568150 h 910116"/>
                <a:gd name="csX286" fmla="*/ 200050 w 988471"/>
                <a:gd name="csY286" fmla="*/ 573014 h 910116"/>
                <a:gd name="csX287" fmla="*/ 184143 w 988471"/>
                <a:gd name="csY287" fmla="*/ 557767 h 910116"/>
                <a:gd name="csX288" fmla="*/ 171691 w 988471"/>
                <a:gd name="csY288" fmla="*/ 564041 h 910116"/>
                <a:gd name="csX289" fmla="*/ 171691 w 988471"/>
                <a:gd name="csY289" fmla="*/ 569769 h 910116"/>
                <a:gd name="csX290" fmla="*/ 171043 w 988471"/>
                <a:gd name="csY290" fmla="*/ 574747 h 910116"/>
                <a:gd name="csX291" fmla="*/ 163252 w 988471"/>
                <a:gd name="csY291" fmla="*/ 577230 h 910116"/>
                <a:gd name="csX292" fmla="*/ 159899 w 988471"/>
                <a:gd name="csY292" fmla="*/ 568366 h 910116"/>
                <a:gd name="csX293" fmla="*/ 146691 w 988471"/>
                <a:gd name="csY293" fmla="*/ 573769 h 910116"/>
                <a:gd name="csX294" fmla="*/ 145719 w 988471"/>
                <a:gd name="csY294" fmla="*/ 575611 h 910116"/>
                <a:gd name="csX295" fmla="*/ 132727 w 988471"/>
                <a:gd name="csY295" fmla="*/ 577992 h 910116"/>
                <a:gd name="csX296" fmla="*/ 133051 w 988471"/>
                <a:gd name="csY296" fmla="*/ 588044 h 910116"/>
                <a:gd name="csX297" fmla="*/ 143878 w 988471"/>
                <a:gd name="csY297" fmla="*/ 602643 h 910116"/>
                <a:gd name="csX298" fmla="*/ 134892 w 988471"/>
                <a:gd name="csY298" fmla="*/ 600592 h 910116"/>
                <a:gd name="csX299" fmla="*/ 123418 w 988471"/>
                <a:gd name="csY299" fmla="*/ 595290 h 910116"/>
                <a:gd name="csX300" fmla="*/ 103073 w 988471"/>
                <a:gd name="csY300" fmla="*/ 601240 h 910116"/>
                <a:gd name="csX301" fmla="*/ 93116 w 988471"/>
                <a:gd name="csY301" fmla="*/ 596807 h 910116"/>
                <a:gd name="csX302" fmla="*/ 85648 w 988471"/>
                <a:gd name="csY302" fmla="*/ 601563 h 910116"/>
                <a:gd name="csX303" fmla="*/ 81965 w 988471"/>
                <a:gd name="csY303" fmla="*/ 605132 h 910116"/>
                <a:gd name="csX304" fmla="*/ 76879 w 988471"/>
                <a:gd name="csY304" fmla="*/ 610650 h 910116"/>
                <a:gd name="csX305" fmla="*/ 98850 w 988471"/>
                <a:gd name="csY305" fmla="*/ 612917 h 910116"/>
                <a:gd name="csX306" fmla="*/ 100799 w 988471"/>
                <a:gd name="csY306" fmla="*/ 621134 h 910116"/>
                <a:gd name="csX307" fmla="*/ 90303 w 988471"/>
                <a:gd name="csY307" fmla="*/ 619299 h 910116"/>
                <a:gd name="csX308" fmla="*/ 57829 w 988471"/>
                <a:gd name="csY308" fmla="*/ 625135 h 910116"/>
                <a:gd name="csX309" fmla="*/ 66922 w 988471"/>
                <a:gd name="csY309" fmla="*/ 633250 h 910116"/>
                <a:gd name="csX310" fmla="*/ 56311 w 988471"/>
                <a:gd name="csY310" fmla="*/ 636711 h 910116"/>
                <a:gd name="csX311" fmla="*/ 50901 w 988471"/>
                <a:gd name="csY311" fmla="*/ 634437 h 910116"/>
                <a:gd name="csX312" fmla="*/ 42138 w 988471"/>
                <a:gd name="csY312" fmla="*/ 636495 h 910116"/>
                <a:gd name="csX313" fmla="*/ 33153 w 988471"/>
                <a:gd name="csY313" fmla="*/ 641898 h 910116"/>
                <a:gd name="csX314" fmla="*/ 33153 w 988471"/>
                <a:gd name="csY314" fmla="*/ 646439 h 910116"/>
                <a:gd name="csX315" fmla="*/ 28822 w 988471"/>
                <a:gd name="csY315" fmla="*/ 651633 h 910116"/>
                <a:gd name="csX316" fmla="*/ 23304 w 988471"/>
                <a:gd name="csY316" fmla="*/ 646655 h 910116"/>
                <a:gd name="csX317" fmla="*/ 17779 w 988471"/>
                <a:gd name="csY317" fmla="*/ 647741 h 910116"/>
                <a:gd name="csX318" fmla="*/ 19621 w 988471"/>
                <a:gd name="csY318" fmla="*/ 652497 h 910116"/>
                <a:gd name="csX319" fmla="*/ 20161 w 988471"/>
                <a:gd name="csY319" fmla="*/ 658878 h 910116"/>
                <a:gd name="csX320" fmla="*/ 12153 w 988471"/>
                <a:gd name="csY320" fmla="*/ 659634 h 910116"/>
                <a:gd name="csX321" fmla="*/ 8693 w 988471"/>
                <a:gd name="csY321" fmla="*/ 664606 h 910116"/>
                <a:gd name="csX322" fmla="*/ 12261 w 988471"/>
                <a:gd name="csY322" fmla="*/ 670988 h 910116"/>
                <a:gd name="csX323" fmla="*/ 22110 w 988471"/>
                <a:gd name="csY323" fmla="*/ 669800 h 910116"/>
                <a:gd name="csX324" fmla="*/ 21678 w 988471"/>
                <a:gd name="csY324" fmla="*/ 673261 h 910116"/>
                <a:gd name="csX325" fmla="*/ 15836 w 988471"/>
                <a:gd name="csY325" fmla="*/ 676392 h 910116"/>
                <a:gd name="csX326" fmla="*/ 13125 w 988471"/>
                <a:gd name="csY326" fmla="*/ 682234 h 910116"/>
                <a:gd name="csX327" fmla="*/ 17563 w 988471"/>
                <a:gd name="csY327" fmla="*/ 684183 h 910116"/>
                <a:gd name="csX328" fmla="*/ 22110 w 988471"/>
                <a:gd name="csY328" fmla="*/ 691321 h 910116"/>
                <a:gd name="csX329" fmla="*/ 17240 w 988471"/>
                <a:gd name="csY329" fmla="*/ 691321 h 910116"/>
                <a:gd name="csX330" fmla="*/ 9124 w 988471"/>
                <a:gd name="csY330" fmla="*/ 695537 h 910116"/>
                <a:gd name="csX331" fmla="*/ 18973 w 988471"/>
                <a:gd name="csY331" fmla="*/ 697156 h 910116"/>
                <a:gd name="csX332" fmla="*/ 15614 w 988471"/>
                <a:gd name="csY332" fmla="*/ 702782 h 910116"/>
                <a:gd name="csX333" fmla="*/ 2844 w 988471"/>
                <a:gd name="csY333" fmla="*/ 709050 h 910116"/>
                <a:gd name="csX334" fmla="*/ 247 w 988471"/>
                <a:gd name="csY334" fmla="*/ 717273 h 910116"/>
                <a:gd name="csX335" fmla="*/ 20923 w 988471"/>
                <a:gd name="csY335" fmla="*/ 710136 h 910116"/>
                <a:gd name="csX336" fmla="*/ 26117 w 988471"/>
                <a:gd name="csY336" fmla="*/ 711971 h 910116"/>
                <a:gd name="csX337" fmla="*/ 33477 w 988471"/>
                <a:gd name="csY337" fmla="*/ 710783 h 910116"/>
                <a:gd name="csX338" fmla="*/ 52527 w 988471"/>
                <a:gd name="csY338" fmla="*/ 708186 h 910116"/>
                <a:gd name="csX339" fmla="*/ 62807 w 988471"/>
                <a:gd name="csY339" fmla="*/ 711539 h 910116"/>
                <a:gd name="csX340" fmla="*/ 70929 w 988471"/>
                <a:gd name="csY340" fmla="*/ 710567 h 910116"/>
                <a:gd name="csX341" fmla="*/ 68326 w 988471"/>
                <a:gd name="csY341" fmla="*/ 717489 h 910116"/>
                <a:gd name="csX342" fmla="*/ 60210 w 988471"/>
                <a:gd name="csY342" fmla="*/ 716841 h 910116"/>
                <a:gd name="csX343" fmla="*/ 31635 w 988471"/>
                <a:gd name="csY343" fmla="*/ 719864 h 910116"/>
                <a:gd name="csX344" fmla="*/ 24168 w 988471"/>
                <a:gd name="csY344" fmla="*/ 721705 h 910116"/>
                <a:gd name="csX345" fmla="*/ 14211 w 988471"/>
                <a:gd name="csY345" fmla="*/ 719324 h 910116"/>
                <a:gd name="csX346" fmla="*/ 9124 w 988471"/>
                <a:gd name="csY346" fmla="*/ 727217 h 910116"/>
                <a:gd name="csX347" fmla="*/ 19297 w 988471"/>
                <a:gd name="csY347" fmla="*/ 734139 h 910116"/>
                <a:gd name="csX348" fmla="*/ 16160 w 988471"/>
                <a:gd name="csY348" fmla="*/ 736088 h 910116"/>
                <a:gd name="csX349" fmla="*/ 9340 w 988471"/>
                <a:gd name="csY349" fmla="*/ 733275 h 910116"/>
                <a:gd name="csX350" fmla="*/ 8909 w 988471"/>
                <a:gd name="csY350" fmla="*/ 740628 h 910116"/>
                <a:gd name="csX351" fmla="*/ 11613 w 988471"/>
                <a:gd name="csY351" fmla="*/ 742794 h 910116"/>
                <a:gd name="csX352" fmla="*/ 14103 w 988471"/>
                <a:gd name="csY352" fmla="*/ 752306 h 910116"/>
                <a:gd name="csX353" fmla="*/ 5010 w 988471"/>
                <a:gd name="csY353" fmla="*/ 745492 h 910116"/>
                <a:gd name="csX354" fmla="*/ 9880 w 988471"/>
                <a:gd name="csY354" fmla="*/ 770041 h 910116"/>
                <a:gd name="csX355" fmla="*/ 16376 w 988471"/>
                <a:gd name="csY355" fmla="*/ 768638 h 910116"/>
                <a:gd name="csX356" fmla="*/ 22542 w 988471"/>
                <a:gd name="csY356" fmla="*/ 765717 h 910116"/>
                <a:gd name="csX357" fmla="*/ 30232 w 988471"/>
                <a:gd name="csY357" fmla="*/ 769178 h 910116"/>
                <a:gd name="csX358" fmla="*/ 38131 w 988471"/>
                <a:gd name="csY358" fmla="*/ 763444 h 910116"/>
                <a:gd name="csX359" fmla="*/ 36829 w 988471"/>
                <a:gd name="csY359" fmla="*/ 775991 h 910116"/>
                <a:gd name="csX360" fmla="*/ 26981 w 988471"/>
                <a:gd name="csY360" fmla="*/ 781827 h 910116"/>
                <a:gd name="csX361" fmla="*/ 16052 w 988471"/>
                <a:gd name="csY361" fmla="*/ 794483 h 910116"/>
                <a:gd name="csX362" fmla="*/ 20707 w 988471"/>
                <a:gd name="csY362" fmla="*/ 804211 h 910116"/>
                <a:gd name="csX363" fmla="*/ 20707 w 988471"/>
                <a:gd name="csY363" fmla="*/ 803995 h 910116"/>
                <a:gd name="csX364" fmla="*/ 28606 w 988471"/>
                <a:gd name="csY364" fmla="*/ 798267 h 910116"/>
                <a:gd name="csX365" fmla="*/ 36290 w 988471"/>
                <a:gd name="csY365" fmla="*/ 788209 h 910116"/>
                <a:gd name="csX366" fmla="*/ 42570 w 988471"/>
                <a:gd name="csY366" fmla="*/ 783561 h 910116"/>
                <a:gd name="csX367" fmla="*/ 47009 w 988471"/>
                <a:gd name="csY367" fmla="*/ 778906 h 910116"/>
                <a:gd name="csX368" fmla="*/ 54368 w 988471"/>
                <a:gd name="csY368" fmla="*/ 770149 h 910116"/>
                <a:gd name="csX369" fmla="*/ 56965 w 988471"/>
                <a:gd name="csY369" fmla="*/ 768422 h 910116"/>
                <a:gd name="csX370" fmla="*/ 54260 w 988471"/>
                <a:gd name="csY370" fmla="*/ 779668 h 910116"/>
                <a:gd name="csX371" fmla="*/ 50361 w 988471"/>
                <a:gd name="csY371" fmla="*/ 784964 h 910116"/>
                <a:gd name="csX372" fmla="*/ 45275 w 988471"/>
                <a:gd name="csY372" fmla="*/ 789612 h 910116"/>
                <a:gd name="csX373" fmla="*/ 40621 w 988471"/>
                <a:gd name="csY373" fmla="*/ 794375 h 910116"/>
                <a:gd name="csX374" fmla="*/ 42354 w 988471"/>
                <a:gd name="csY374" fmla="*/ 803239 h 910116"/>
                <a:gd name="csX375" fmla="*/ 34448 w 988471"/>
                <a:gd name="csY375" fmla="*/ 804319 h 910116"/>
                <a:gd name="csX376" fmla="*/ 20491 w 988471"/>
                <a:gd name="csY376" fmla="*/ 817082 h 910116"/>
                <a:gd name="csX377" fmla="*/ 21894 w 988471"/>
                <a:gd name="csY377" fmla="*/ 836113 h 910116"/>
                <a:gd name="csX378" fmla="*/ 30772 w 988471"/>
                <a:gd name="csY378" fmla="*/ 833084 h 910116"/>
                <a:gd name="csX379" fmla="*/ 35534 w 988471"/>
                <a:gd name="csY379" fmla="*/ 828436 h 910116"/>
                <a:gd name="csX380" fmla="*/ 51879 w 988471"/>
                <a:gd name="csY380" fmla="*/ 824544 h 910116"/>
                <a:gd name="csX381" fmla="*/ 50685 w 988471"/>
                <a:gd name="csY381" fmla="*/ 827896 h 910116"/>
                <a:gd name="csX382" fmla="*/ 48088 w 988471"/>
                <a:gd name="csY382" fmla="*/ 833084 h 910116"/>
                <a:gd name="csX383" fmla="*/ 43110 w 988471"/>
                <a:gd name="csY383" fmla="*/ 848985 h 910116"/>
                <a:gd name="csX384" fmla="*/ 32397 w 988471"/>
                <a:gd name="csY384" fmla="*/ 850064 h 910116"/>
                <a:gd name="csX385" fmla="*/ 33477 w 988471"/>
                <a:gd name="csY385" fmla="*/ 865742 h 910116"/>
                <a:gd name="csX386" fmla="*/ 48412 w 988471"/>
                <a:gd name="csY386" fmla="*/ 882722 h 910116"/>
                <a:gd name="csX387" fmla="*/ 70167 w 988471"/>
                <a:gd name="csY387" fmla="*/ 895048 h 910116"/>
                <a:gd name="csX388" fmla="*/ 72116 w 988471"/>
                <a:gd name="csY388" fmla="*/ 900458 h 910116"/>
                <a:gd name="csX389" fmla="*/ 74498 w 988471"/>
                <a:gd name="csY389" fmla="*/ 904458 h 910116"/>
                <a:gd name="csX390" fmla="*/ 79692 w 988471"/>
                <a:gd name="csY390" fmla="*/ 905214 h 910116"/>
                <a:gd name="csX391" fmla="*/ 85972 w 988471"/>
                <a:gd name="csY391" fmla="*/ 908891 h 910116"/>
                <a:gd name="csX392" fmla="*/ 91382 w 988471"/>
                <a:gd name="csY392" fmla="*/ 908783 h 910116"/>
                <a:gd name="csX393" fmla="*/ 113785 w 988471"/>
                <a:gd name="csY393" fmla="*/ 907379 h 910116"/>
                <a:gd name="csX394" fmla="*/ 140849 w 988471"/>
                <a:gd name="csY394" fmla="*/ 895371 h 910116"/>
                <a:gd name="csX395" fmla="*/ 181654 w 988471"/>
                <a:gd name="csY395" fmla="*/ 854173 h 910116"/>
                <a:gd name="csX396" fmla="*/ 191935 w 988471"/>
                <a:gd name="csY396" fmla="*/ 843467 h 910116"/>
                <a:gd name="csX397" fmla="*/ 201567 w 988471"/>
                <a:gd name="csY397" fmla="*/ 846927 h 910116"/>
                <a:gd name="csX398" fmla="*/ 216719 w 988471"/>
                <a:gd name="csY398" fmla="*/ 838711 h 910116"/>
                <a:gd name="csX399" fmla="*/ 216719 w 988471"/>
                <a:gd name="csY399" fmla="*/ 825731 h 910116"/>
                <a:gd name="csX400" fmla="*/ 212064 w 988471"/>
                <a:gd name="csY400" fmla="*/ 810269 h 910116"/>
                <a:gd name="csX401" fmla="*/ 224510 w 988471"/>
                <a:gd name="csY401" fmla="*/ 812650 h 910116"/>
                <a:gd name="csX402" fmla="*/ 231330 w 988471"/>
                <a:gd name="csY402" fmla="*/ 834170 h 910116"/>
                <a:gd name="csX403" fmla="*/ 240423 w 988471"/>
                <a:gd name="csY403" fmla="*/ 836221 h 910116"/>
                <a:gd name="csX404" fmla="*/ 240423 w 988471"/>
                <a:gd name="csY404" fmla="*/ 842495 h 910116"/>
                <a:gd name="csX405" fmla="*/ 238150 w 988471"/>
                <a:gd name="csY405" fmla="*/ 846603 h 910116"/>
                <a:gd name="csX406" fmla="*/ 241287 w 988471"/>
                <a:gd name="csY406" fmla="*/ 856446 h 910116"/>
                <a:gd name="csX407" fmla="*/ 269862 w 988471"/>
                <a:gd name="csY407" fmla="*/ 837739 h 910116"/>
                <a:gd name="csX408" fmla="*/ 269646 w 988471"/>
                <a:gd name="csY408" fmla="*/ 837955 h 91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988471" h="910116">
                  <a:moveTo>
                    <a:pt x="269646" y="837955"/>
                  </a:moveTo>
                  <a:lnTo>
                    <a:pt x="264452" y="801836"/>
                  </a:lnTo>
                  <a:lnTo>
                    <a:pt x="288912" y="790050"/>
                  </a:lnTo>
                  <a:lnTo>
                    <a:pt x="297141" y="761717"/>
                  </a:lnTo>
                  <a:lnTo>
                    <a:pt x="281552" y="726030"/>
                  </a:lnTo>
                  <a:lnTo>
                    <a:pt x="297141" y="723648"/>
                  </a:lnTo>
                  <a:lnTo>
                    <a:pt x="304609" y="703322"/>
                  </a:lnTo>
                  <a:lnTo>
                    <a:pt x="277114" y="683097"/>
                  </a:lnTo>
                  <a:lnTo>
                    <a:pt x="285235" y="653144"/>
                  </a:lnTo>
                  <a:lnTo>
                    <a:pt x="281552" y="602103"/>
                  </a:lnTo>
                  <a:lnTo>
                    <a:pt x="271164" y="586749"/>
                  </a:lnTo>
                  <a:lnTo>
                    <a:pt x="306882" y="532463"/>
                  </a:lnTo>
                  <a:lnTo>
                    <a:pt x="352234" y="535707"/>
                  </a:lnTo>
                  <a:lnTo>
                    <a:pt x="353745" y="506510"/>
                  </a:lnTo>
                  <a:lnTo>
                    <a:pt x="335889" y="497538"/>
                  </a:lnTo>
                  <a:lnTo>
                    <a:pt x="367925" y="450497"/>
                  </a:lnTo>
                  <a:lnTo>
                    <a:pt x="368680" y="398592"/>
                  </a:lnTo>
                  <a:lnTo>
                    <a:pt x="404399" y="387238"/>
                  </a:lnTo>
                  <a:lnTo>
                    <a:pt x="438384" y="334247"/>
                  </a:lnTo>
                  <a:lnTo>
                    <a:pt x="431463" y="303107"/>
                  </a:lnTo>
                  <a:lnTo>
                    <a:pt x="471074" y="254333"/>
                  </a:lnTo>
                  <a:lnTo>
                    <a:pt x="492829" y="263851"/>
                  </a:lnTo>
                  <a:lnTo>
                    <a:pt x="504736" y="247195"/>
                  </a:lnTo>
                  <a:lnTo>
                    <a:pt x="500729" y="222214"/>
                  </a:lnTo>
                  <a:lnTo>
                    <a:pt x="518591" y="211515"/>
                  </a:lnTo>
                  <a:lnTo>
                    <a:pt x="573049" y="238870"/>
                  </a:lnTo>
                  <a:lnTo>
                    <a:pt x="581939" y="178202"/>
                  </a:lnTo>
                  <a:lnTo>
                    <a:pt x="630516" y="154415"/>
                  </a:lnTo>
                  <a:lnTo>
                    <a:pt x="664171" y="194859"/>
                  </a:lnTo>
                  <a:lnTo>
                    <a:pt x="705700" y="204377"/>
                  </a:lnTo>
                  <a:lnTo>
                    <a:pt x="724560" y="186534"/>
                  </a:lnTo>
                  <a:lnTo>
                    <a:pt x="761263" y="210321"/>
                  </a:lnTo>
                  <a:lnTo>
                    <a:pt x="790917" y="179396"/>
                  </a:lnTo>
                  <a:lnTo>
                    <a:pt x="808761" y="106835"/>
                  </a:lnTo>
                  <a:lnTo>
                    <a:pt x="842416" y="111591"/>
                  </a:lnTo>
                  <a:lnTo>
                    <a:pt x="867245" y="94941"/>
                  </a:lnTo>
                  <a:lnTo>
                    <a:pt x="917790" y="137759"/>
                  </a:lnTo>
                  <a:lnTo>
                    <a:pt x="898931" y="167503"/>
                  </a:lnTo>
                  <a:lnTo>
                    <a:pt x="921982" y="181771"/>
                  </a:lnTo>
                  <a:lnTo>
                    <a:pt x="958049" y="137220"/>
                  </a:lnTo>
                  <a:lnTo>
                    <a:pt x="979449" y="138953"/>
                  </a:lnTo>
                  <a:lnTo>
                    <a:pt x="982179" y="109216"/>
                  </a:lnTo>
                  <a:cubicBezTo>
                    <a:pt x="934554" y="100669"/>
                    <a:pt x="932586" y="101209"/>
                    <a:pt x="934872" y="97640"/>
                  </a:cubicBezTo>
                  <a:cubicBezTo>
                    <a:pt x="939952" y="89747"/>
                    <a:pt x="894613" y="90941"/>
                    <a:pt x="896772" y="81098"/>
                  </a:cubicBezTo>
                  <a:cubicBezTo>
                    <a:pt x="897216" y="79041"/>
                    <a:pt x="899122" y="77530"/>
                    <a:pt x="900963" y="77853"/>
                  </a:cubicBezTo>
                  <a:cubicBezTo>
                    <a:pt x="917790" y="80882"/>
                    <a:pt x="962113" y="91481"/>
                    <a:pt x="963447" y="78933"/>
                  </a:cubicBezTo>
                  <a:cubicBezTo>
                    <a:pt x="964399" y="69421"/>
                    <a:pt x="991387" y="75148"/>
                    <a:pt x="988212" y="65852"/>
                  </a:cubicBezTo>
                  <a:lnTo>
                    <a:pt x="987006" y="62607"/>
                  </a:lnTo>
                  <a:cubicBezTo>
                    <a:pt x="985545" y="58175"/>
                    <a:pt x="980021" y="59254"/>
                    <a:pt x="980528" y="59470"/>
                  </a:cubicBezTo>
                  <a:cubicBezTo>
                    <a:pt x="973607" y="60226"/>
                    <a:pt x="971765" y="49304"/>
                    <a:pt x="965415" y="51685"/>
                  </a:cubicBezTo>
                  <a:lnTo>
                    <a:pt x="958049" y="54390"/>
                  </a:lnTo>
                  <a:cubicBezTo>
                    <a:pt x="953668" y="56009"/>
                    <a:pt x="949922" y="51037"/>
                    <a:pt x="953922" y="48980"/>
                  </a:cubicBezTo>
                  <a:cubicBezTo>
                    <a:pt x="955001" y="48116"/>
                    <a:pt x="962367" y="46167"/>
                    <a:pt x="958431" y="42814"/>
                  </a:cubicBezTo>
                  <a:cubicBezTo>
                    <a:pt x="956525" y="41735"/>
                    <a:pt x="953287" y="36223"/>
                    <a:pt x="949286" y="39468"/>
                  </a:cubicBezTo>
                  <a:cubicBezTo>
                    <a:pt x="948271" y="39899"/>
                    <a:pt x="943825" y="45411"/>
                    <a:pt x="941984" y="40439"/>
                  </a:cubicBezTo>
                  <a:cubicBezTo>
                    <a:pt x="941603" y="39684"/>
                    <a:pt x="940587" y="33950"/>
                    <a:pt x="936460" y="35569"/>
                  </a:cubicBezTo>
                  <a:cubicBezTo>
                    <a:pt x="930617" y="37086"/>
                    <a:pt x="923633" y="43252"/>
                    <a:pt x="922934" y="36870"/>
                  </a:cubicBezTo>
                  <a:cubicBezTo>
                    <a:pt x="922553" y="35245"/>
                    <a:pt x="923315" y="29193"/>
                    <a:pt x="918934" y="27460"/>
                  </a:cubicBezTo>
                  <a:cubicBezTo>
                    <a:pt x="915187" y="26596"/>
                    <a:pt x="909726" y="22272"/>
                    <a:pt x="905662" y="26056"/>
                  </a:cubicBezTo>
                  <a:lnTo>
                    <a:pt x="898613" y="32438"/>
                  </a:lnTo>
                  <a:cubicBezTo>
                    <a:pt x="891374" y="39030"/>
                    <a:pt x="892327" y="55038"/>
                    <a:pt x="885406" y="54390"/>
                  </a:cubicBezTo>
                  <a:cubicBezTo>
                    <a:pt x="882358" y="53736"/>
                    <a:pt x="872833" y="54498"/>
                    <a:pt x="877087" y="51037"/>
                  </a:cubicBezTo>
                  <a:lnTo>
                    <a:pt x="880770" y="48008"/>
                  </a:lnTo>
                  <a:cubicBezTo>
                    <a:pt x="884453" y="45087"/>
                    <a:pt x="884961" y="38814"/>
                    <a:pt x="880643" y="37842"/>
                  </a:cubicBezTo>
                  <a:cubicBezTo>
                    <a:pt x="878674" y="37086"/>
                    <a:pt x="872960" y="37302"/>
                    <a:pt x="871118" y="32546"/>
                  </a:cubicBezTo>
                  <a:cubicBezTo>
                    <a:pt x="868324" y="25301"/>
                    <a:pt x="882675" y="34165"/>
                    <a:pt x="887120" y="27352"/>
                  </a:cubicBezTo>
                  <a:cubicBezTo>
                    <a:pt x="888961" y="23675"/>
                    <a:pt x="896137" y="16970"/>
                    <a:pt x="891057" y="16106"/>
                  </a:cubicBezTo>
                  <a:lnTo>
                    <a:pt x="885406" y="15134"/>
                  </a:lnTo>
                  <a:cubicBezTo>
                    <a:pt x="882040" y="14487"/>
                    <a:pt x="882929" y="9724"/>
                    <a:pt x="882992" y="10378"/>
                  </a:cubicBezTo>
                  <a:cubicBezTo>
                    <a:pt x="885088" y="1399"/>
                    <a:pt x="868959" y="15890"/>
                    <a:pt x="865784" y="7673"/>
                  </a:cubicBezTo>
                  <a:lnTo>
                    <a:pt x="865784" y="7457"/>
                  </a:lnTo>
                  <a:cubicBezTo>
                    <a:pt x="863625" y="2371"/>
                    <a:pt x="855179" y="3781"/>
                    <a:pt x="855624" y="8645"/>
                  </a:cubicBezTo>
                  <a:cubicBezTo>
                    <a:pt x="856196" y="13509"/>
                    <a:pt x="848067" y="11998"/>
                    <a:pt x="848575" y="11890"/>
                  </a:cubicBezTo>
                  <a:cubicBezTo>
                    <a:pt x="844511" y="11674"/>
                    <a:pt x="841908" y="18379"/>
                    <a:pt x="842416" y="17624"/>
                  </a:cubicBezTo>
                  <a:cubicBezTo>
                    <a:pt x="841590" y="19567"/>
                    <a:pt x="842225" y="21408"/>
                    <a:pt x="844194" y="21624"/>
                  </a:cubicBezTo>
                  <a:lnTo>
                    <a:pt x="851497" y="22812"/>
                  </a:lnTo>
                  <a:cubicBezTo>
                    <a:pt x="855941" y="23459"/>
                    <a:pt x="854036" y="30705"/>
                    <a:pt x="849655" y="31460"/>
                  </a:cubicBezTo>
                  <a:cubicBezTo>
                    <a:pt x="847496" y="32222"/>
                    <a:pt x="841019" y="31460"/>
                    <a:pt x="839939" y="36978"/>
                  </a:cubicBezTo>
                  <a:cubicBezTo>
                    <a:pt x="837908" y="44008"/>
                    <a:pt x="838542" y="52657"/>
                    <a:pt x="833335" y="53844"/>
                  </a:cubicBezTo>
                  <a:lnTo>
                    <a:pt x="831811" y="54174"/>
                  </a:lnTo>
                  <a:cubicBezTo>
                    <a:pt x="826859" y="55254"/>
                    <a:pt x="828256" y="61089"/>
                    <a:pt x="823366" y="63039"/>
                  </a:cubicBezTo>
                  <a:cubicBezTo>
                    <a:pt x="822540" y="63147"/>
                    <a:pt x="816572" y="66931"/>
                    <a:pt x="817778" y="61743"/>
                  </a:cubicBezTo>
                  <a:cubicBezTo>
                    <a:pt x="820762" y="48008"/>
                    <a:pt x="823175" y="42166"/>
                    <a:pt x="818731" y="43252"/>
                  </a:cubicBezTo>
                  <a:cubicBezTo>
                    <a:pt x="818159" y="43252"/>
                    <a:pt x="812317" y="45951"/>
                    <a:pt x="813333" y="41087"/>
                  </a:cubicBezTo>
                  <a:cubicBezTo>
                    <a:pt x="814857" y="33518"/>
                    <a:pt x="823684" y="37950"/>
                    <a:pt x="824382" y="30057"/>
                  </a:cubicBezTo>
                  <a:cubicBezTo>
                    <a:pt x="824255" y="27136"/>
                    <a:pt x="826859" y="19135"/>
                    <a:pt x="821842" y="18487"/>
                  </a:cubicBezTo>
                  <a:cubicBezTo>
                    <a:pt x="821334" y="18487"/>
                    <a:pt x="818096" y="17732"/>
                    <a:pt x="815365" y="20754"/>
                  </a:cubicBezTo>
                  <a:cubicBezTo>
                    <a:pt x="805205" y="32330"/>
                    <a:pt x="800950" y="36007"/>
                    <a:pt x="799363" y="41411"/>
                  </a:cubicBezTo>
                  <a:cubicBezTo>
                    <a:pt x="798919" y="42382"/>
                    <a:pt x="798157" y="47577"/>
                    <a:pt x="794600" y="50714"/>
                  </a:cubicBezTo>
                  <a:cubicBezTo>
                    <a:pt x="781900" y="62067"/>
                    <a:pt x="778598" y="63795"/>
                    <a:pt x="780186" y="67579"/>
                  </a:cubicBezTo>
                  <a:cubicBezTo>
                    <a:pt x="780821" y="69205"/>
                    <a:pt x="780186" y="71688"/>
                    <a:pt x="778916" y="73205"/>
                  </a:cubicBezTo>
                  <a:cubicBezTo>
                    <a:pt x="768502" y="84127"/>
                    <a:pt x="765390" y="89099"/>
                    <a:pt x="764184" y="83911"/>
                  </a:cubicBezTo>
                  <a:cubicBezTo>
                    <a:pt x="763930" y="82070"/>
                    <a:pt x="761009" y="76342"/>
                    <a:pt x="764819" y="72881"/>
                  </a:cubicBezTo>
                  <a:lnTo>
                    <a:pt x="767423" y="70608"/>
                  </a:lnTo>
                  <a:cubicBezTo>
                    <a:pt x="775106" y="63687"/>
                    <a:pt x="765898" y="54498"/>
                    <a:pt x="767423" y="56765"/>
                  </a:cubicBezTo>
                  <a:cubicBezTo>
                    <a:pt x="759612" y="50606"/>
                    <a:pt x="800887" y="27568"/>
                    <a:pt x="791045" y="26056"/>
                  </a:cubicBezTo>
                  <a:cubicBezTo>
                    <a:pt x="789965" y="25625"/>
                    <a:pt x="782980" y="26272"/>
                    <a:pt x="785393" y="21408"/>
                  </a:cubicBezTo>
                  <a:cubicBezTo>
                    <a:pt x="785901" y="20646"/>
                    <a:pt x="787108" y="16970"/>
                    <a:pt x="791045" y="16214"/>
                  </a:cubicBezTo>
                  <a:cubicBezTo>
                    <a:pt x="816445" y="11026"/>
                    <a:pt x="794727" y="13947"/>
                    <a:pt x="798474" y="5832"/>
                  </a:cubicBezTo>
                  <a:cubicBezTo>
                    <a:pt x="800570" y="1291"/>
                    <a:pt x="792441" y="3997"/>
                    <a:pt x="792949" y="3997"/>
                  </a:cubicBezTo>
                  <a:cubicBezTo>
                    <a:pt x="787870" y="5076"/>
                    <a:pt x="788504" y="-1738"/>
                    <a:pt x="783742" y="428"/>
                  </a:cubicBezTo>
                  <a:cubicBezTo>
                    <a:pt x="780503" y="2479"/>
                    <a:pt x="771423" y="3781"/>
                    <a:pt x="775297" y="7889"/>
                  </a:cubicBezTo>
                  <a:lnTo>
                    <a:pt x="776185" y="8753"/>
                  </a:lnTo>
                  <a:cubicBezTo>
                    <a:pt x="777583" y="10270"/>
                    <a:pt x="778154" y="13077"/>
                    <a:pt x="777519" y="15134"/>
                  </a:cubicBezTo>
                  <a:cubicBezTo>
                    <a:pt x="776312" y="17516"/>
                    <a:pt x="774915" y="27136"/>
                    <a:pt x="771867" y="22380"/>
                  </a:cubicBezTo>
                  <a:cubicBezTo>
                    <a:pt x="769582" y="19783"/>
                    <a:pt x="766470" y="10594"/>
                    <a:pt x="763232" y="15350"/>
                  </a:cubicBezTo>
                  <a:cubicBezTo>
                    <a:pt x="762533" y="15890"/>
                    <a:pt x="760628" y="20646"/>
                    <a:pt x="757009" y="18919"/>
                  </a:cubicBezTo>
                  <a:cubicBezTo>
                    <a:pt x="753325" y="17186"/>
                    <a:pt x="754659" y="8861"/>
                    <a:pt x="754786" y="9616"/>
                  </a:cubicBezTo>
                  <a:cubicBezTo>
                    <a:pt x="755103" y="4860"/>
                    <a:pt x="749452" y="7133"/>
                    <a:pt x="750087" y="7241"/>
                  </a:cubicBezTo>
                  <a:cubicBezTo>
                    <a:pt x="745896" y="8645"/>
                    <a:pt x="745134" y="16646"/>
                    <a:pt x="745324" y="15998"/>
                  </a:cubicBezTo>
                  <a:cubicBezTo>
                    <a:pt x="744372" y="21084"/>
                    <a:pt x="747166" y="27676"/>
                    <a:pt x="747102" y="26920"/>
                  </a:cubicBezTo>
                  <a:cubicBezTo>
                    <a:pt x="749135" y="32870"/>
                    <a:pt x="738085" y="23783"/>
                    <a:pt x="738657" y="24107"/>
                  </a:cubicBezTo>
                  <a:cubicBezTo>
                    <a:pt x="735736" y="22164"/>
                    <a:pt x="734402" y="26920"/>
                    <a:pt x="734974" y="26164"/>
                  </a:cubicBezTo>
                  <a:cubicBezTo>
                    <a:pt x="733895" y="31784"/>
                    <a:pt x="742531" y="34381"/>
                    <a:pt x="741896" y="33950"/>
                  </a:cubicBezTo>
                  <a:cubicBezTo>
                    <a:pt x="749135" y="37518"/>
                    <a:pt x="753262" y="51145"/>
                    <a:pt x="744245" y="45087"/>
                  </a:cubicBezTo>
                  <a:cubicBezTo>
                    <a:pt x="741324" y="43684"/>
                    <a:pt x="735926" y="37194"/>
                    <a:pt x="734085" y="42814"/>
                  </a:cubicBezTo>
                  <a:cubicBezTo>
                    <a:pt x="733006" y="45303"/>
                    <a:pt x="732116" y="52765"/>
                    <a:pt x="727925" y="53088"/>
                  </a:cubicBezTo>
                  <a:cubicBezTo>
                    <a:pt x="721829" y="53520"/>
                    <a:pt x="733133" y="41411"/>
                    <a:pt x="721322" y="37518"/>
                  </a:cubicBezTo>
                  <a:cubicBezTo>
                    <a:pt x="718845" y="37194"/>
                    <a:pt x="712304" y="32762"/>
                    <a:pt x="712304" y="38598"/>
                  </a:cubicBezTo>
                  <a:cubicBezTo>
                    <a:pt x="712432" y="39684"/>
                    <a:pt x="711670" y="45195"/>
                    <a:pt x="714590" y="49196"/>
                  </a:cubicBezTo>
                  <a:cubicBezTo>
                    <a:pt x="715162" y="50498"/>
                    <a:pt x="720433" y="55038"/>
                    <a:pt x="716749" y="58499"/>
                  </a:cubicBezTo>
                  <a:cubicBezTo>
                    <a:pt x="700557" y="74285"/>
                    <a:pt x="697953" y="75580"/>
                    <a:pt x="697636" y="80990"/>
                  </a:cubicBezTo>
                  <a:cubicBezTo>
                    <a:pt x="697699" y="81746"/>
                    <a:pt x="696429" y="86502"/>
                    <a:pt x="700430" y="87804"/>
                  </a:cubicBezTo>
                  <a:cubicBezTo>
                    <a:pt x="701192" y="88236"/>
                    <a:pt x="706844" y="88559"/>
                    <a:pt x="706844" y="93639"/>
                  </a:cubicBezTo>
                  <a:cubicBezTo>
                    <a:pt x="706844" y="95697"/>
                    <a:pt x="705320" y="97316"/>
                    <a:pt x="703478" y="97100"/>
                  </a:cubicBezTo>
                  <a:cubicBezTo>
                    <a:pt x="695985" y="95481"/>
                    <a:pt x="687857" y="98186"/>
                    <a:pt x="687857" y="91588"/>
                  </a:cubicBezTo>
                  <a:cubicBezTo>
                    <a:pt x="687413" y="88559"/>
                    <a:pt x="689381" y="80666"/>
                    <a:pt x="684491" y="80019"/>
                  </a:cubicBezTo>
                  <a:lnTo>
                    <a:pt x="666648" y="77745"/>
                  </a:lnTo>
                  <a:cubicBezTo>
                    <a:pt x="656170" y="76342"/>
                    <a:pt x="638645" y="60118"/>
                    <a:pt x="638962" y="68443"/>
                  </a:cubicBezTo>
                  <a:cubicBezTo>
                    <a:pt x="638835" y="69097"/>
                    <a:pt x="639788" y="75148"/>
                    <a:pt x="636358" y="72449"/>
                  </a:cubicBezTo>
                  <a:cubicBezTo>
                    <a:pt x="633755" y="71040"/>
                    <a:pt x="629437" y="64658"/>
                    <a:pt x="626262" y="69313"/>
                  </a:cubicBezTo>
                  <a:cubicBezTo>
                    <a:pt x="625436" y="71256"/>
                    <a:pt x="619595" y="76666"/>
                    <a:pt x="624039" y="78825"/>
                  </a:cubicBezTo>
                  <a:cubicBezTo>
                    <a:pt x="637756" y="85639"/>
                    <a:pt x="640676" y="87588"/>
                    <a:pt x="645121" y="87588"/>
                  </a:cubicBezTo>
                  <a:cubicBezTo>
                    <a:pt x="645757" y="87804"/>
                    <a:pt x="650963" y="86394"/>
                    <a:pt x="651408" y="91588"/>
                  </a:cubicBezTo>
                  <a:cubicBezTo>
                    <a:pt x="651408" y="92344"/>
                    <a:pt x="652488" y="97316"/>
                    <a:pt x="648932" y="97316"/>
                  </a:cubicBezTo>
                  <a:cubicBezTo>
                    <a:pt x="643280" y="97316"/>
                    <a:pt x="650963" y="110403"/>
                    <a:pt x="645121" y="107159"/>
                  </a:cubicBezTo>
                  <a:lnTo>
                    <a:pt x="636041" y="102079"/>
                  </a:lnTo>
                  <a:cubicBezTo>
                    <a:pt x="632993" y="100453"/>
                    <a:pt x="632104" y="95697"/>
                    <a:pt x="632485" y="96345"/>
                  </a:cubicBezTo>
                  <a:cubicBezTo>
                    <a:pt x="631723" y="90725"/>
                    <a:pt x="621309" y="87480"/>
                    <a:pt x="620674" y="93208"/>
                  </a:cubicBezTo>
                  <a:lnTo>
                    <a:pt x="619658" y="101755"/>
                  </a:lnTo>
                  <a:cubicBezTo>
                    <a:pt x="619150" y="106619"/>
                    <a:pt x="613498" y="108670"/>
                    <a:pt x="614133" y="108238"/>
                  </a:cubicBezTo>
                  <a:cubicBezTo>
                    <a:pt x="608291" y="111159"/>
                    <a:pt x="614133" y="98186"/>
                    <a:pt x="610387" y="90725"/>
                  </a:cubicBezTo>
                  <a:cubicBezTo>
                    <a:pt x="603529" y="77745"/>
                    <a:pt x="602259" y="73097"/>
                    <a:pt x="598449" y="75688"/>
                  </a:cubicBezTo>
                  <a:lnTo>
                    <a:pt x="591337" y="80558"/>
                  </a:lnTo>
                  <a:cubicBezTo>
                    <a:pt x="587400" y="83149"/>
                    <a:pt x="588479" y="88128"/>
                    <a:pt x="592861" y="89207"/>
                  </a:cubicBezTo>
                  <a:cubicBezTo>
                    <a:pt x="594258" y="89963"/>
                    <a:pt x="600735" y="89423"/>
                    <a:pt x="599338" y="94941"/>
                  </a:cubicBezTo>
                  <a:cubicBezTo>
                    <a:pt x="587971" y="137759"/>
                    <a:pt x="588479" y="139493"/>
                    <a:pt x="584288" y="141982"/>
                  </a:cubicBezTo>
                  <a:cubicBezTo>
                    <a:pt x="559079" y="157120"/>
                    <a:pt x="578320" y="143925"/>
                    <a:pt x="582257" y="126945"/>
                  </a:cubicBezTo>
                  <a:cubicBezTo>
                    <a:pt x="587336" y="104669"/>
                    <a:pt x="589241" y="100345"/>
                    <a:pt x="586003" y="97640"/>
                  </a:cubicBezTo>
                  <a:cubicBezTo>
                    <a:pt x="580415" y="92992"/>
                    <a:pt x="562317" y="137975"/>
                    <a:pt x="563079" y="126406"/>
                  </a:cubicBezTo>
                  <a:cubicBezTo>
                    <a:pt x="563079" y="119484"/>
                    <a:pt x="566127" y="108562"/>
                    <a:pt x="561238" y="111051"/>
                  </a:cubicBezTo>
                  <a:cubicBezTo>
                    <a:pt x="540562" y="121649"/>
                    <a:pt x="536663" y="121973"/>
                    <a:pt x="538829" y="126837"/>
                  </a:cubicBezTo>
                  <a:cubicBezTo>
                    <a:pt x="540346" y="131276"/>
                    <a:pt x="544791" y="136572"/>
                    <a:pt x="542315" y="141982"/>
                  </a:cubicBezTo>
                  <a:cubicBezTo>
                    <a:pt x="541744" y="142738"/>
                    <a:pt x="540023" y="148789"/>
                    <a:pt x="537749" y="144357"/>
                  </a:cubicBezTo>
                  <a:cubicBezTo>
                    <a:pt x="534828" y="139817"/>
                    <a:pt x="533203" y="131384"/>
                    <a:pt x="528008" y="132463"/>
                  </a:cubicBezTo>
                  <a:cubicBezTo>
                    <a:pt x="526275" y="133219"/>
                    <a:pt x="518483" y="133003"/>
                    <a:pt x="521620" y="137543"/>
                  </a:cubicBezTo>
                  <a:cubicBezTo>
                    <a:pt x="523354" y="140896"/>
                    <a:pt x="530066" y="146738"/>
                    <a:pt x="525195" y="148573"/>
                  </a:cubicBezTo>
                  <a:cubicBezTo>
                    <a:pt x="524109" y="148681"/>
                    <a:pt x="519347" y="152250"/>
                    <a:pt x="517074" y="147386"/>
                  </a:cubicBezTo>
                  <a:lnTo>
                    <a:pt x="513613" y="139817"/>
                  </a:lnTo>
                  <a:cubicBezTo>
                    <a:pt x="508196" y="127923"/>
                    <a:pt x="499973" y="147278"/>
                    <a:pt x="503326" y="153984"/>
                  </a:cubicBezTo>
                  <a:cubicBezTo>
                    <a:pt x="503542" y="154739"/>
                    <a:pt x="507441" y="160035"/>
                    <a:pt x="503110" y="161013"/>
                  </a:cubicBezTo>
                  <a:cubicBezTo>
                    <a:pt x="481679" y="165769"/>
                    <a:pt x="477786" y="165229"/>
                    <a:pt x="479412" y="170309"/>
                  </a:cubicBezTo>
                  <a:cubicBezTo>
                    <a:pt x="479412" y="171065"/>
                    <a:pt x="482225" y="176151"/>
                    <a:pt x="478650" y="178964"/>
                  </a:cubicBezTo>
                  <a:cubicBezTo>
                    <a:pt x="478002" y="179180"/>
                    <a:pt x="475513" y="181879"/>
                    <a:pt x="472046" y="180152"/>
                  </a:cubicBezTo>
                  <a:cubicBezTo>
                    <a:pt x="471398" y="180152"/>
                    <a:pt x="468801" y="178749"/>
                    <a:pt x="466528" y="181555"/>
                  </a:cubicBezTo>
                  <a:cubicBezTo>
                    <a:pt x="459708" y="190318"/>
                    <a:pt x="456031" y="196262"/>
                    <a:pt x="451485" y="198211"/>
                  </a:cubicBezTo>
                  <a:cubicBezTo>
                    <a:pt x="450945" y="198211"/>
                    <a:pt x="446074" y="201564"/>
                    <a:pt x="446074" y="196370"/>
                  </a:cubicBezTo>
                  <a:cubicBezTo>
                    <a:pt x="445966" y="195614"/>
                    <a:pt x="446938" y="189778"/>
                    <a:pt x="443039" y="187505"/>
                  </a:cubicBezTo>
                  <a:cubicBezTo>
                    <a:pt x="440766" y="186750"/>
                    <a:pt x="436003" y="181555"/>
                    <a:pt x="432758" y="185994"/>
                  </a:cubicBezTo>
                  <a:cubicBezTo>
                    <a:pt x="426262" y="194859"/>
                    <a:pt x="423017" y="200916"/>
                    <a:pt x="422693" y="195506"/>
                  </a:cubicBezTo>
                  <a:cubicBezTo>
                    <a:pt x="421722" y="188693"/>
                    <a:pt x="423773" y="178749"/>
                    <a:pt x="418471" y="179720"/>
                  </a:cubicBezTo>
                  <a:cubicBezTo>
                    <a:pt x="416305" y="180584"/>
                    <a:pt x="409924" y="179720"/>
                    <a:pt x="409054" y="185340"/>
                  </a:cubicBezTo>
                  <a:cubicBezTo>
                    <a:pt x="407542" y="192045"/>
                    <a:pt x="408406" y="200046"/>
                    <a:pt x="403536" y="202536"/>
                  </a:cubicBezTo>
                  <a:lnTo>
                    <a:pt x="397694" y="205457"/>
                  </a:lnTo>
                  <a:cubicBezTo>
                    <a:pt x="392931" y="207730"/>
                    <a:pt x="396500" y="214213"/>
                    <a:pt x="391521" y="214645"/>
                  </a:cubicBezTo>
                  <a:cubicBezTo>
                    <a:pt x="373989" y="216379"/>
                    <a:pt x="372364" y="215947"/>
                    <a:pt x="369227" y="219300"/>
                  </a:cubicBezTo>
                  <a:cubicBezTo>
                    <a:pt x="366738" y="221243"/>
                    <a:pt x="363486" y="227625"/>
                    <a:pt x="359048" y="225243"/>
                  </a:cubicBezTo>
                  <a:cubicBezTo>
                    <a:pt x="358292" y="224919"/>
                    <a:pt x="354723" y="222106"/>
                    <a:pt x="350501" y="223408"/>
                  </a:cubicBezTo>
                  <a:cubicBezTo>
                    <a:pt x="341623" y="227517"/>
                    <a:pt x="334371" y="226977"/>
                    <a:pt x="333184" y="233467"/>
                  </a:cubicBezTo>
                  <a:cubicBezTo>
                    <a:pt x="332968" y="236597"/>
                    <a:pt x="329393" y="245252"/>
                    <a:pt x="334264" y="244389"/>
                  </a:cubicBezTo>
                  <a:lnTo>
                    <a:pt x="340004" y="243411"/>
                  </a:lnTo>
                  <a:cubicBezTo>
                    <a:pt x="348227" y="242007"/>
                    <a:pt x="352450" y="229244"/>
                    <a:pt x="356235" y="235410"/>
                  </a:cubicBezTo>
                  <a:cubicBezTo>
                    <a:pt x="356774" y="235949"/>
                    <a:pt x="358508" y="240706"/>
                    <a:pt x="362083" y="238115"/>
                  </a:cubicBezTo>
                  <a:cubicBezTo>
                    <a:pt x="378314" y="226977"/>
                    <a:pt x="382104" y="222976"/>
                    <a:pt x="381457" y="228380"/>
                  </a:cubicBezTo>
                  <a:cubicBezTo>
                    <a:pt x="381457" y="229244"/>
                    <a:pt x="379507" y="237029"/>
                    <a:pt x="383184" y="233898"/>
                  </a:cubicBezTo>
                  <a:cubicBezTo>
                    <a:pt x="397255" y="222106"/>
                    <a:pt x="398881" y="219623"/>
                    <a:pt x="402780" y="221567"/>
                  </a:cubicBezTo>
                  <a:cubicBezTo>
                    <a:pt x="404723" y="222106"/>
                    <a:pt x="409593" y="226653"/>
                    <a:pt x="412737" y="222214"/>
                  </a:cubicBezTo>
                  <a:cubicBezTo>
                    <a:pt x="413492" y="221567"/>
                    <a:pt x="416198" y="215299"/>
                    <a:pt x="419442" y="218538"/>
                  </a:cubicBezTo>
                  <a:cubicBezTo>
                    <a:pt x="420744" y="219947"/>
                    <a:pt x="422910" y="219623"/>
                    <a:pt x="423989" y="217890"/>
                  </a:cubicBezTo>
                  <a:lnTo>
                    <a:pt x="428967" y="210968"/>
                  </a:lnTo>
                  <a:cubicBezTo>
                    <a:pt x="431679" y="207184"/>
                    <a:pt x="431241" y="214753"/>
                    <a:pt x="431133" y="213997"/>
                  </a:cubicBezTo>
                  <a:cubicBezTo>
                    <a:pt x="431133" y="216271"/>
                    <a:pt x="432542" y="217566"/>
                    <a:pt x="434384" y="217134"/>
                  </a:cubicBezTo>
                  <a:lnTo>
                    <a:pt x="454621" y="211184"/>
                  </a:lnTo>
                  <a:cubicBezTo>
                    <a:pt x="459060" y="209889"/>
                    <a:pt x="464470" y="215083"/>
                    <a:pt x="463930" y="214753"/>
                  </a:cubicBezTo>
                  <a:cubicBezTo>
                    <a:pt x="468045" y="217890"/>
                    <a:pt x="474757" y="211076"/>
                    <a:pt x="474103" y="211400"/>
                  </a:cubicBezTo>
                  <a:cubicBezTo>
                    <a:pt x="477894" y="208594"/>
                    <a:pt x="483412" y="210105"/>
                    <a:pt x="480383" y="213997"/>
                  </a:cubicBezTo>
                  <a:cubicBezTo>
                    <a:pt x="475621" y="220055"/>
                    <a:pt x="473779" y="223300"/>
                    <a:pt x="469665" y="224164"/>
                  </a:cubicBezTo>
                  <a:cubicBezTo>
                    <a:pt x="454405" y="227517"/>
                    <a:pt x="455161" y="218976"/>
                    <a:pt x="446722" y="221351"/>
                  </a:cubicBezTo>
                  <a:cubicBezTo>
                    <a:pt x="435464" y="224488"/>
                    <a:pt x="431349" y="224596"/>
                    <a:pt x="432435" y="229028"/>
                  </a:cubicBezTo>
                  <a:cubicBezTo>
                    <a:pt x="433406" y="232812"/>
                    <a:pt x="438168" y="232057"/>
                    <a:pt x="437629" y="231949"/>
                  </a:cubicBezTo>
                  <a:cubicBezTo>
                    <a:pt x="442067" y="231409"/>
                    <a:pt x="443801" y="236813"/>
                    <a:pt x="440226" y="239842"/>
                  </a:cubicBezTo>
                  <a:cubicBezTo>
                    <a:pt x="439470" y="240820"/>
                    <a:pt x="434276" y="243626"/>
                    <a:pt x="435679" y="247735"/>
                  </a:cubicBezTo>
                  <a:cubicBezTo>
                    <a:pt x="437089" y="251628"/>
                    <a:pt x="433082" y="262880"/>
                    <a:pt x="430917" y="257254"/>
                  </a:cubicBezTo>
                  <a:cubicBezTo>
                    <a:pt x="429190" y="252605"/>
                    <a:pt x="427240" y="248497"/>
                    <a:pt x="427888" y="243519"/>
                  </a:cubicBezTo>
                  <a:lnTo>
                    <a:pt x="428212" y="240820"/>
                  </a:lnTo>
                  <a:cubicBezTo>
                    <a:pt x="428752" y="236489"/>
                    <a:pt x="424319" y="234222"/>
                    <a:pt x="424967" y="234870"/>
                  </a:cubicBezTo>
                  <a:cubicBezTo>
                    <a:pt x="421068" y="232812"/>
                    <a:pt x="418255" y="239734"/>
                    <a:pt x="418903" y="239086"/>
                  </a:cubicBezTo>
                  <a:cubicBezTo>
                    <a:pt x="415658" y="245576"/>
                    <a:pt x="411651" y="234222"/>
                    <a:pt x="406565" y="239086"/>
                  </a:cubicBezTo>
                  <a:cubicBezTo>
                    <a:pt x="405269" y="240820"/>
                    <a:pt x="398126" y="245036"/>
                    <a:pt x="402780" y="246979"/>
                  </a:cubicBezTo>
                  <a:cubicBezTo>
                    <a:pt x="404939" y="248281"/>
                    <a:pt x="413601" y="250224"/>
                    <a:pt x="408946" y="252389"/>
                  </a:cubicBezTo>
                  <a:lnTo>
                    <a:pt x="404183" y="254656"/>
                  </a:lnTo>
                  <a:cubicBezTo>
                    <a:pt x="399745" y="256822"/>
                    <a:pt x="396824" y="252389"/>
                    <a:pt x="391845" y="252929"/>
                  </a:cubicBezTo>
                  <a:cubicBezTo>
                    <a:pt x="390766" y="253253"/>
                    <a:pt x="384162" y="252605"/>
                    <a:pt x="385673" y="256822"/>
                  </a:cubicBezTo>
                  <a:cubicBezTo>
                    <a:pt x="387083" y="260714"/>
                    <a:pt x="381133" y="262988"/>
                    <a:pt x="381673" y="262442"/>
                  </a:cubicBezTo>
                  <a:cubicBezTo>
                    <a:pt x="376910" y="264715"/>
                    <a:pt x="384917" y="267420"/>
                    <a:pt x="381457" y="271852"/>
                  </a:cubicBezTo>
                  <a:cubicBezTo>
                    <a:pt x="381025" y="272608"/>
                    <a:pt x="376263" y="277148"/>
                    <a:pt x="380695" y="276608"/>
                  </a:cubicBezTo>
                  <a:cubicBezTo>
                    <a:pt x="384917" y="276069"/>
                    <a:pt x="388816" y="276069"/>
                    <a:pt x="392277" y="273148"/>
                  </a:cubicBezTo>
                  <a:cubicBezTo>
                    <a:pt x="397579" y="269363"/>
                    <a:pt x="401910" y="262010"/>
                    <a:pt x="406241" y="265686"/>
                  </a:cubicBezTo>
                  <a:cubicBezTo>
                    <a:pt x="407758" y="267420"/>
                    <a:pt x="415010" y="271097"/>
                    <a:pt x="410464" y="273364"/>
                  </a:cubicBezTo>
                  <a:cubicBezTo>
                    <a:pt x="374637" y="291315"/>
                    <a:pt x="404291" y="277694"/>
                    <a:pt x="405377" y="289372"/>
                  </a:cubicBezTo>
                  <a:lnTo>
                    <a:pt x="405701" y="293588"/>
                  </a:lnTo>
                  <a:cubicBezTo>
                    <a:pt x="406025" y="298021"/>
                    <a:pt x="402558" y="293588"/>
                    <a:pt x="403212" y="294020"/>
                  </a:cubicBezTo>
                  <a:cubicBezTo>
                    <a:pt x="400830" y="291099"/>
                    <a:pt x="396608" y="291531"/>
                    <a:pt x="397255" y="291639"/>
                  </a:cubicBezTo>
                  <a:cubicBezTo>
                    <a:pt x="389356" y="292725"/>
                    <a:pt x="384054" y="283746"/>
                    <a:pt x="379615" y="289048"/>
                  </a:cubicBezTo>
                  <a:cubicBezTo>
                    <a:pt x="367817" y="302777"/>
                    <a:pt x="363270" y="306346"/>
                    <a:pt x="367709" y="307863"/>
                  </a:cubicBezTo>
                  <a:lnTo>
                    <a:pt x="369658" y="308511"/>
                  </a:lnTo>
                  <a:cubicBezTo>
                    <a:pt x="373659" y="309914"/>
                    <a:pt x="378314" y="305806"/>
                    <a:pt x="377666" y="306130"/>
                  </a:cubicBezTo>
                  <a:cubicBezTo>
                    <a:pt x="385349" y="300510"/>
                    <a:pt x="397579" y="314245"/>
                    <a:pt x="395744" y="312403"/>
                  </a:cubicBezTo>
                  <a:cubicBezTo>
                    <a:pt x="396932" y="314029"/>
                    <a:pt x="396500" y="315108"/>
                    <a:pt x="394658" y="314677"/>
                  </a:cubicBezTo>
                  <a:lnTo>
                    <a:pt x="384486" y="312511"/>
                  </a:lnTo>
                  <a:cubicBezTo>
                    <a:pt x="380911" y="311756"/>
                    <a:pt x="377234" y="314893"/>
                    <a:pt x="377774" y="314569"/>
                  </a:cubicBezTo>
                  <a:cubicBezTo>
                    <a:pt x="371716" y="319433"/>
                    <a:pt x="365220" y="310892"/>
                    <a:pt x="360781" y="317052"/>
                  </a:cubicBezTo>
                  <a:cubicBezTo>
                    <a:pt x="360241" y="317483"/>
                    <a:pt x="358184" y="322354"/>
                    <a:pt x="354400" y="319973"/>
                  </a:cubicBezTo>
                  <a:lnTo>
                    <a:pt x="353853" y="319649"/>
                  </a:lnTo>
                  <a:cubicBezTo>
                    <a:pt x="349415" y="316836"/>
                    <a:pt x="340760" y="325815"/>
                    <a:pt x="341947" y="329275"/>
                  </a:cubicBezTo>
                  <a:cubicBezTo>
                    <a:pt x="343789" y="334679"/>
                    <a:pt x="327120" y="334895"/>
                    <a:pt x="333400" y="338356"/>
                  </a:cubicBezTo>
                  <a:lnTo>
                    <a:pt x="335997" y="339873"/>
                  </a:lnTo>
                  <a:cubicBezTo>
                    <a:pt x="339890" y="342032"/>
                    <a:pt x="338810" y="346141"/>
                    <a:pt x="334479" y="345817"/>
                  </a:cubicBezTo>
                  <a:cubicBezTo>
                    <a:pt x="330803" y="346033"/>
                    <a:pt x="324091" y="343004"/>
                    <a:pt x="322573" y="348306"/>
                  </a:cubicBezTo>
                  <a:cubicBezTo>
                    <a:pt x="321170" y="351767"/>
                    <a:pt x="321170" y="359228"/>
                    <a:pt x="316083" y="359660"/>
                  </a:cubicBezTo>
                  <a:lnTo>
                    <a:pt x="315429" y="359660"/>
                  </a:lnTo>
                  <a:cubicBezTo>
                    <a:pt x="308826" y="360308"/>
                    <a:pt x="316947" y="373179"/>
                    <a:pt x="313594" y="379555"/>
                  </a:cubicBezTo>
                  <a:cubicBezTo>
                    <a:pt x="311645" y="383231"/>
                    <a:pt x="309264" y="377396"/>
                    <a:pt x="305473" y="378583"/>
                  </a:cubicBezTo>
                  <a:cubicBezTo>
                    <a:pt x="301904" y="379663"/>
                    <a:pt x="305473" y="387886"/>
                    <a:pt x="305257" y="387238"/>
                  </a:cubicBezTo>
                  <a:cubicBezTo>
                    <a:pt x="307746" y="395239"/>
                    <a:pt x="289128" y="398046"/>
                    <a:pt x="294322" y="403888"/>
                  </a:cubicBezTo>
                  <a:cubicBezTo>
                    <a:pt x="294652" y="404536"/>
                    <a:pt x="298653" y="407349"/>
                    <a:pt x="295516" y="410485"/>
                  </a:cubicBezTo>
                  <a:cubicBezTo>
                    <a:pt x="293027" y="413838"/>
                    <a:pt x="286207" y="417407"/>
                    <a:pt x="289236" y="422055"/>
                  </a:cubicBezTo>
                  <a:cubicBezTo>
                    <a:pt x="301904" y="442058"/>
                    <a:pt x="284911" y="425624"/>
                    <a:pt x="282200" y="432114"/>
                  </a:cubicBezTo>
                  <a:lnTo>
                    <a:pt x="276898" y="444763"/>
                  </a:lnTo>
                  <a:cubicBezTo>
                    <a:pt x="275056" y="449195"/>
                    <a:pt x="280035" y="450173"/>
                    <a:pt x="283502" y="447252"/>
                  </a:cubicBezTo>
                  <a:cubicBezTo>
                    <a:pt x="285343" y="446064"/>
                    <a:pt x="290753" y="439359"/>
                    <a:pt x="290538" y="444655"/>
                  </a:cubicBezTo>
                  <a:cubicBezTo>
                    <a:pt x="290214" y="446496"/>
                    <a:pt x="291509" y="452980"/>
                    <a:pt x="286962" y="454713"/>
                  </a:cubicBezTo>
                  <a:cubicBezTo>
                    <a:pt x="284581" y="455253"/>
                    <a:pt x="280041" y="458390"/>
                    <a:pt x="275494" y="456332"/>
                  </a:cubicBezTo>
                  <a:cubicBezTo>
                    <a:pt x="274948" y="456332"/>
                    <a:pt x="272135" y="454713"/>
                    <a:pt x="269862" y="457526"/>
                  </a:cubicBezTo>
                  <a:cubicBezTo>
                    <a:pt x="266401" y="461743"/>
                    <a:pt x="263804" y="465851"/>
                    <a:pt x="259473" y="467039"/>
                  </a:cubicBezTo>
                  <a:lnTo>
                    <a:pt x="250704" y="469312"/>
                  </a:lnTo>
                  <a:cubicBezTo>
                    <a:pt x="246379" y="470391"/>
                    <a:pt x="241509" y="465959"/>
                    <a:pt x="242049" y="466283"/>
                  </a:cubicBezTo>
                  <a:cubicBezTo>
                    <a:pt x="233172" y="459793"/>
                    <a:pt x="222891" y="472449"/>
                    <a:pt x="224510" y="471039"/>
                  </a:cubicBezTo>
                  <a:cubicBezTo>
                    <a:pt x="223215" y="472449"/>
                    <a:pt x="223647" y="473744"/>
                    <a:pt x="225488" y="473852"/>
                  </a:cubicBezTo>
                  <a:lnTo>
                    <a:pt x="236638" y="474392"/>
                  </a:lnTo>
                  <a:cubicBezTo>
                    <a:pt x="241071" y="474608"/>
                    <a:pt x="245294" y="480018"/>
                    <a:pt x="244754" y="479586"/>
                  </a:cubicBezTo>
                  <a:cubicBezTo>
                    <a:pt x="247999" y="482939"/>
                    <a:pt x="253301" y="477961"/>
                    <a:pt x="252761" y="478176"/>
                  </a:cubicBezTo>
                  <a:cubicBezTo>
                    <a:pt x="256768" y="475262"/>
                    <a:pt x="264452" y="475154"/>
                    <a:pt x="263912" y="475262"/>
                  </a:cubicBezTo>
                  <a:cubicBezTo>
                    <a:pt x="268351" y="474716"/>
                    <a:pt x="270624" y="480342"/>
                    <a:pt x="266185" y="481205"/>
                  </a:cubicBezTo>
                  <a:cubicBezTo>
                    <a:pt x="264776" y="481637"/>
                    <a:pt x="259473" y="481745"/>
                    <a:pt x="257308" y="484990"/>
                  </a:cubicBezTo>
                  <a:cubicBezTo>
                    <a:pt x="253409" y="491048"/>
                    <a:pt x="234581" y="486292"/>
                    <a:pt x="235337" y="493645"/>
                  </a:cubicBezTo>
                  <a:cubicBezTo>
                    <a:pt x="235877" y="498077"/>
                    <a:pt x="228733" y="494940"/>
                    <a:pt x="229273" y="495048"/>
                  </a:cubicBezTo>
                  <a:cubicBezTo>
                    <a:pt x="226028" y="494077"/>
                    <a:pt x="224625" y="498401"/>
                    <a:pt x="225164" y="497753"/>
                  </a:cubicBezTo>
                  <a:cubicBezTo>
                    <a:pt x="223863" y="503265"/>
                    <a:pt x="218344" y="499912"/>
                    <a:pt x="216935" y="505431"/>
                  </a:cubicBezTo>
                  <a:lnTo>
                    <a:pt x="216071" y="508352"/>
                  </a:lnTo>
                  <a:cubicBezTo>
                    <a:pt x="214661" y="513648"/>
                    <a:pt x="208388" y="520785"/>
                    <a:pt x="208819" y="520137"/>
                  </a:cubicBezTo>
                  <a:cubicBezTo>
                    <a:pt x="205682" y="524138"/>
                    <a:pt x="202647" y="522188"/>
                    <a:pt x="198754" y="525649"/>
                  </a:cubicBezTo>
                  <a:cubicBezTo>
                    <a:pt x="198215" y="526297"/>
                    <a:pt x="193452" y="529218"/>
                    <a:pt x="197345" y="530304"/>
                  </a:cubicBezTo>
                  <a:cubicBezTo>
                    <a:pt x="201352" y="531383"/>
                    <a:pt x="202863" y="535600"/>
                    <a:pt x="198538" y="536571"/>
                  </a:cubicBezTo>
                  <a:cubicBezTo>
                    <a:pt x="195395" y="537765"/>
                    <a:pt x="189338" y="537327"/>
                    <a:pt x="187388" y="542305"/>
                  </a:cubicBezTo>
                  <a:cubicBezTo>
                    <a:pt x="186740" y="545010"/>
                    <a:pt x="181978" y="553011"/>
                    <a:pt x="186632" y="551062"/>
                  </a:cubicBezTo>
                  <a:lnTo>
                    <a:pt x="197021" y="546845"/>
                  </a:lnTo>
                  <a:cubicBezTo>
                    <a:pt x="201028" y="545226"/>
                    <a:pt x="197453" y="551925"/>
                    <a:pt x="197561" y="551278"/>
                  </a:cubicBezTo>
                  <a:cubicBezTo>
                    <a:pt x="195719" y="555386"/>
                    <a:pt x="198970" y="560688"/>
                    <a:pt x="198754" y="560041"/>
                  </a:cubicBezTo>
                  <a:cubicBezTo>
                    <a:pt x="200596" y="563717"/>
                    <a:pt x="205136" y="560904"/>
                    <a:pt x="204489" y="561012"/>
                  </a:cubicBezTo>
                  <a:cubicBezTo>
                    <a:pt x="210115" y="557875"/>
                    <a:pt x="215207" y="560796"/>
                    <a:pt x="219316" y="556472"/>
                  </a:cubicBezTo>
                  <a:cubicBezTo>
                    <a:pt x="226460" y="549011"/>
                    <a:pt x="240100" y="542305"/>
                    <a:pt x="244322" y="542629"/>
                  </a:cubicBezTo>
                  <a:cubicBezTo>
                    <a:pt x="255251" y="544686"/>
                    <a:pt x="251466" y="544140"/>
                    <a:pt x="240531" y="550738"/>
                  </a:cubicBezTo>
                  <a:cubicBezTo>
                    <a:pt x="233711" y="555716"/>
                    <a:pt x="224294" y="557767"/>
                    <a:pt x="227977" y="562416"/>
                  </a:cubicBezTo>
                  <a:cubicBezTo>
                    <a:pt x="228301" y="563070"/>
                    <a:pt x="233172" y="567610"/>
                    <a:pt x="228841" y="567718"/>
                  </a:cubicBezTo>
                  <a:lnTo>
                    <a:pt x="208927" y="568150"/>
                  </a:lnTo>
                  <a:cubicBezTo>
                    <a:pt x="204165" y="568258"/>
                    <a:pt x="203517" y="573661"/>
                    <a:pt x="200050" y="573014"/>
                  </a:cubicBezTo>
                  <a:cubicBezTo>
                    <a:pt x="193560" y="571718"/>
                    <a:pt x="190525" y="554631"/>
                    <a:pt x="184143" y="557767"/>
                  </a:cubicBezTo>
                  <a:lnTo>
                    <a:pt x="171691" y="564041"/>
                  </a:lnTo>
                  <a:cubicBezTo>
                    <a:pt x="168014" y="565876"/>
                    <a:pt x="171913" y="570423"/>
                    <a:pt x="171691" y="569769"/>
                  </a:cubicBezTo>
                  <a:cubicBezTo>
                    <a:pt x="172885" y="571394"/>
                    <a:pt x="172561" y="573661"/>
                    <a:pt x="171043" y="574747"/>
                  </a:cubicBezTo>
                  <a:cubicBezTo>
                    <a:pt x="168878" y="576043"/>
                    <a:pt x="163252" y="582640"/>
                    <a:pt x="163252" y="577230"/>
                  </a:cubicBezTo>
                  <a:cubicBezTo>
                    <a:pt x="162928" y="575071"/>
                    <a:pt x="164661" y="567502"/>
                    <a:pt x="159899" y="568366"/>
                  </a:cubicBezTo>
                  <a:cubicBezTo>
                    <a:pt x="155676" y="569661"/>
                    <a:pt x="149396" y="568905"/>
                    <a:pt x="146691" y="573769"/>
                  </a:cubicBezTo>
                  <a:lnTo>
                    <a:pt x="145719" y="575611"/>
                  </a:lnTo>
                  <a:cubicBezTo>
                    <a:pt x="142684" y="581015"/>
                    <a:pt x="138684" y="574747"/>
                    <a:pt x="132727" y="577992"/>
                  </a:cubicBezTo>
                  <a:cubicBezTo>
                    <a:pt x="114001" y="588044"/>
                    <a:pt x="126777" y="581777"/>
                    <a:pt x="133051" y="588044"/>
                  </a:cubicBezTo>
                  <a:cubicBezTo>
                    <a:pt x="143446" y="598642"/>
                    <a:pt x="148425" y="602535"/>
                    <a:pt x="143878" y="602643"/>
                  </a:cubicBezTo>
                  <a:cubicBezTo>
                    <a:pt x="143014" y="602643"/>
                    <a:pt x="138468" y="603513"/>
                    <a:pt x="134892" y="600592"/>
                  </a:cubicBezTo>
                  <a:cubicBezTo>
                    <a:pt x="130454" y="597779"/>
                    <a:pt x="124612" y="589994"/>
                    <a:pt x="123418" y="595290"/>
                  </a:cubicBezTo>
                  <a:cubicBezTo>
                    <a:pt x="122123" y="601024"/>
                    <a:pt x="106972" y="604053"/>
                    <a:pt x="103073" y="601240"/>
                  </a:cubicBezTo>
                  <a:cubicBezTo>
                    <a:pt x="101447" y="600268"/>
                    <a:pt x="97771" y="596051"/>
                    <a:pt x="93116" y="596807"/>
                  </a:cubicBezTo>
                  <a:cubicBezTo>
                    <a:pt x="91274" y="597455"/>
                    <a:pt x="84131" y="596699"/>
                    <a:pt x="85648" y="601563"/>
                  </a:cubicBezTo>
                  <a:cubicBezTo>
                    <a:pt x="86944" y="605564"/>
                    <a:pt x="81318" y="605348"/>
                    <a:pt x="81965" y="605132"/>
                  </a:cubicBezTo>
                  <a:cubicBezTo>
                    <a:pt x="77958" y="605240"/>
                    <a:pt x="76555" y="611298"/>
                    <a:pt x="76879" y="610650"/>
                  </a:cubicBezTo>
                  <a:cubicBezTo>
                    <a:pt x="74282" y="618975"/>
                    <a:pt x="94735" y="605564"/>
                    <a:pt x="98850" y="612917"/>
                  </a:cubicBezTo>
                  <a:cubicBezTo>
                    <a:pt x="99936" y="615406"/>
                    <a:pt x="105670" y="622760"/>
                    <a:pt x="100799" y="621134"/>
                  </a:cubicBezTo>
                  <a:cubicBezTo>
                    <a:pt x="97771" y="620162"/>
                    <a:pt x="94303" y="618759"/>
                    <a:pt x="90303" y="619299"/>
                  </a:cubicBezTo>
                  <a:cubicBezTo>
                    <a:pt x="64973" y="622544"/>
                    <a:pt x="61728" y="622328"/>
                    <a:pt x="57829" y="625135"/>
                  </a:cubicBezTo>
                  <a:cubicBezTo>
                    <a:pt x="51879" y="629573"/>
                    <a:pt x="74390" y="630761"/>
                    <a:pt x="66922" y="633250"/>
                  </a:cubicBezTo>
                  <a:lnTo>
                    <a:pt x="56311" y="636711"/>
                  </a:lnTo>
                  <a:cubicBezTo>
                    <a:pt x="52959" y="637790"/>
                    <a:pt x="50253" y="634006"/>
                    <a:pt x="50901" y="634437"/>
                  </a:cubicBezTo>
                  <a:cubicBezTo>
                    <a:pt x="48304" y="630545"/>
                    <a:pt x="43434" y="631948"/>
                    <a:pt x="42138" y="636495"/>
                  </a:cubicBezTo>
                  <a:cubicBezTo>
                    <a:pt x="40728" y="641467"/>
                    <a:pt x="32505" y="642114"/>
                    <a:pt x="33153" y="641898"/>
                  </a:cubicBezTo>
                  <a:cubicBezTo>
                    <a:pt x="29362" y="642762"/>
                    <a:pt x="33261" y="647087"/>
                    <a:pt x="33153" y="646439"/>
                  </a:cubicBezTo>
                  <a:cubicBezTo>
                    <a:pt x="36182" y="650007"/>
                    <a:pt x="32175" y="654770"/>
                    <a:pt x="28822" y="651633"/>
                  </a:cubicBezTo>
                  <a:lnTo>
                    <a:pt x="23304" y="646655"/>
                  </a:lnTo>
                  <a:cubicBezTo>
                    <a:pt x="20383" y="644064"/>
                    <a:pt x="17240" y="648172"/>
                    <a:pt x="17779" y="647741"/>
                  </a:cubicBezTo>
                  <a:cubicBezTo>
                    <a:pt x="15182" y="650871"/>
                    <a:pt x="20269" y="653144"/>
                    <a:pt x="19621" y="652497"/>
                  </a:cubicBezTo>
                  <a:cubicBezTo>
                    <a:pt x="23736" y="654554"/>
                    <a:pt x="24491" y="659958"/>
                    <a:pt x="20161" y="658878"/>
                  </a:cubicBezTo>
                  <a:cubicBezTo>
                    <a:pt x="18218" y="658663"/>
                    <a:pt x="11290" y="655418"/>
                    <a:pt x="12153" y="659634"/>
                  </a:cubicBezTo>
                  <a:cubicBezTo>
                    <a:pt x="12801" y="662987"/>
                    <a:pt x="8038" y="665146"/>
                    <a:pt x="8693" y="664606"/>
                  </a:cubicBezTo>
                  <a:cubicBezTo>
                    <a:pt x="4578" y="666556"/>
                    <a:pt x="8038" y="672715"/>
                    <a:pt x="12261" y="670988"/>
                  </a:cubicBezTo>
                  <a:cubicBezTo>
                    <a:pt x="14319" y="670448"/>
                    <a:pt x="18434" y="667203"/>
                    <a:pt x="22110" y="669800"/>
                  </a:cubicBezTo>
                  <a:cubicBezTo>
                    <a:pt x="23520" y="670772"/>
                    <a:pt x="23304" y="672283"/>
                    <a:pt x="21678" y="673261"/>
                  </a:cubicBezTo>
                  <a:lnTo>
                    <a:pt x="15836" y="676392"/>
                  </a:lnTo>
                  <a:cubicBezTo>
                    <a:pt x="12693" y="678125"/>
                    <a:pt x="12909" y="682881"/>
                    <a:pt x="13125" y="682234"/>
                  </a:cubicBezTo>
                  <a:cubicBezTo>
                    <a:pt x="13347" y="686450"/>
                    <a:pt x="18218" y="684183"/>
                    <a:pt x="17563" y="684183"/>
                  </a:cubicBezTo>
                  <a:cubicBezTo>
                    <a:pt x="22002" y="682342"/>
                    <a:pt x="26765" y="691321"/>
                    <a:pt x="22110" y="691321"/>
                  </a:cubicBezTo>
                  <a:lnTo>
                    <a:pt x="17240" y="691321"/>
                  </a:lnTo>
                  <a:cubicBezTo>
                    <a:pt x="12909" y="691321"/>
                    <a:pt x="8477" y="695861"/>
                    <a:pt x="9124" y="695537"/>
                  </a:cubicBezTo>
                  <a:cubicBezTo>
                    <a:pt x="4686" y="699322"/>
                    <a:pt x="19621" y="697156"/>
                    <a:pt x="18973" y="697156"/>
                  </a:cubicBezTo>
                  <a:cubicBezTo>
                    <a:pt x="23304" y="696940"/>
                    <a:pt x="20053" y="701481"/>
                    <a:pt x="15614" y="702782"/>
                  </a:cubicBezTo>
                  <a:cubicBezTo>
                    <a:pt x="8363" y="705049"/>
                    <a:pt x="5118" y="705481"/>
                    <a:pt x="2844" y="709050"/>
                  </a:cubicBezTo>
                  <a:cubicBezTo>
                    <a:pt x="2521" y="709704"/>
                    <a:pt x="-940" y="713596"/>
                    <a:pt x="247" y="717273"/>
                  </a:cubicBezTo>
                  <a:cubicBezTo>
                    <a:pt x="2197" y="723648"/>
                    <a:pt x="13347" y="707538"/>
                    <a:pt x="20923" y="710136"/>
                  </a:cubicBezTo>
                  <a:lnTo>
                    <a:pt x="26117" y="711971"/>
                  </a:lnTo>
                  <a:cubicBezTo>
                    <a:pt x="29794" y="713273"/>
                    <a:pt x="34124" y="710675"/>
                    <a:pt x="33477" y="710783"/>
                  </a:cubicBezTo>
                  <a:cubicBezTo>
                    <a:pt x="38131" y="708186"/>
                    <a:pt x="53174" y="708078"/>
                    <a:pt x="52527" y="708186"/>
                  </a:cubicBezTo>
                  <a:cubicBezTo>
                    <a:pt x="57289" y="707862"/>
                    <a:pt x="63455" y="711863"/>
                    <a:pt x="62807" y="711539"/>
                  </a:cubicBezTo>
                  <a:cubicBezTo>
                    <a:pt x="66598" y="713488"/>
                    <a:pt x="71577" y="710459"/>
                    <a:pt x="70929" y="710567"/>
                  </a:cubicBezTo>
                  <a:cubicBezTo>
                    <a:pt x="75691" y="708186"/>
                    <a:pt x="67894" y="718137"/>
                    <a:pt x="68326" y="717489"/>
                  </a:cubicBezTo>
                  <a:cubicBezTo>
                    <a:pt x="65620" y="721381"/>
                    <a:pt x="59671" y="716619"/>
                    <a:pt x="60210" y="716841"/>
                  </a:cubicBezTo>
                  <a:cubicBezTo>
                    <a:pt x="54368" y="713273"/>
                    <a:pt x="34556" y="717597"/>
                    <a:pt x="31635" y="719864"/>
                  </a:cubicBezTo>
                  <a:cubicBezTo>
                    <a:pt x="30987" y="720188"/>
                    <a:pt x="27959" y="723864"/>
                    <a:pt x="24168" y="721705"/>
                  </a:cubicBezTo>
                  <a:cubicBezTo>
                    <a:pt x="22542" y="721058"/>
                    <a:pt x="18434" y="717381"/>
                    <a:pt x="14211" y="719324"/>
                  </a:cubicBezTo>
                  <a:cubicBezTo>
                    <a:pt x="13563" y="719756"/>
                    <a:pt x="355" y="723972"/>
                    <a:pt x="9124" y="727217"/>
                  </a:cubicBezTo>
                  <a:cubicBezTo>
                    <a:pt x="12369" y="728951"/>
                    <a:pt x="19297" y="729275"/>
                    <a:pt x="19297" y="734139"/>
                  </a:cubicBezTo>
                  <a:cubicBezTo>
                    <a:pt x="19297" y="735980"/>
                    <a:pt x="17894" y="736844"/>
                    <a:pt x="16160" y="736088"/>
                  </a:cubicBezTo>
                  <a:lnTo>
                    <a:pt x="9340" y="733275"/>
                  </a:lnTo>
                  <a:cubicBezTo>
                    <a:pt x="5118" y="731548"/>
                    <a:pt x="5334" y="737815"/>
                    <a:pt x="8909" y="740628"/>
                  </a:cubicBezTo>
                  <a:lnTo>
                    <a:pt x="11613" y="742794"/>
                  </a:lnTo>
                  <a:cubicBezTo>
                    <a:pt x="15290" y="745708"/>
                    <a:pt x="14211" y="752954"/>
                    <a:pt x="14103" y="752306"/>
                  </a:cubicBezTo>
                  <a:cubicBezTo>
                    <a:pt x="13995" y="759011"/>
                    <a:pt x="8147" y="745492"/>
                    <a:pt x="5010" y="745492"/>
                  </a:cubicBezTo>
                  <a:cubicBezTo>
                    <a:pt x="2628" y="745492"/>
                    <a:pt x="10096" y="770689"/>
                    <a:pt x="9880" y="770041"/>
                  </a:cubicBezTo>
                  <a:cubicBezTo>
                    <a:pt x="11074" y="774690"/>
                    <a:pt x="17132" y="772423"/>
                    <a:pt x="16376" y="768638"/>
                  </a:cubicBezTo>
                  <a:cubicBezTo>
                    <a:pt x="15506" y="764854"/>
                    <a:pt x="19513" y="762256"/>
                    <a:pt x="22542" y="765717"/>
                  </a:cubicBezTo>
                  <a:cubicBezTo>
                    <a:pt x="23844" y="766797"/>
                    <a:pt x="27197" y="773178"/>
                    <a:pt x="30232" y="769178"/>
                  </a:cubicBezTo>
                  <a:cubicBezTo>
                    <a:pt x="32829" y="766581"/>
                    <a:pt x="37153" y="757932"/>
                    <a:pt x="38131" y="763444"/>
                  </a:cubicBezTo>
                  <a:cubicBezTo>
                    <a:pt x="38347" y="767444"/>
                    <a:pt x="41808" y="774798"/>
                    <a:pt x="36829" y="775991"/>
                  </a:cubicBezTo>
                  <a:cubicBezTo>
                    <a:pt x="34016" y="777071"/>
                    <a:pt x="27197" y="776639"/>
                    <a:pt x="26981" y="781827"/>
                  </a:cubicBezTo>
                  <a:cubicBezTo>
                    <a:pt x="26657" y="789288"/>
                    <a:pt x="14319" y="787237"/>
                    <a:pt x="16052" y="794483"/>
                  </a:cubicBezTo>
                  <a:cubicBezTo>
                    <a:pt x="17456" y="798807"/>
                    <a:pt x="18218" y="809189"/>
                    <a:pt x="20707" y="804211"/>
                  </a:cubicBezTo>
                  <a:lnTo>
                    <a:pt x="20707" y="803995"/>
                  </a:lnTo>
                  <a:cubicBezTo>
                    <a:pt x="22980" y="799779"/>
                    <a:pt x="29146" y="797943"/>
                    <a:pt x="28606" y="798267"/>
                  </a:cubicBezTo>
                  <a:cubicBezTo>
                    <a:pt x="33153" y="796318"/>
                    <a:pt x="36722" y="787561"/>
                    <a:pt x="36290" y="788209"/>
                  </a:cubicBezTo>
                  <a:cubicBezTo>
                    <a:pt x="38239" y="784532"/>
                    <a:pt x="43218" y="783237"/>
                    <a:pt x="42570" y="783561"/>
                  </a:cubicBezTo>
                  <a:cubicBezTo>
                    <a:pt x="45815" y="782475"/>
                    <a:pt x="47440" y="778258"/>
                    <a:pt x="47009" y="778906"/>
                  </a:cubicBezTo>
                  <a:cubicBezTo>
                    <a:pt x="48736" y="773826"/>
                    <a:pt x="51987" y="775122"/>
                    <a:pt x="54368" y="770149"/>
                  </a:cubicBezTo>
                  <a:cubicBezTo>
                    <a:pt x="54800" y="769502"/>
                    <a:pt x="56857" y="763876"/>
                    <a:pt x="56965" y="768422"/>
                  </a:cubicBezTo>
                  <a:cubicBezTo>
                    <a:pt x="56641" y="771013"/>
                    <a:pt x="58261" y="777503"/>
                    <a:pt x="54260" y="779668"/>
                  </a:cubicBezTo>
                  <a:cubicBezTo>
                    <a:pt x="51441" y="781179"/>
                    <a:pt x="50037" y="785612"/>
                    <a:pt x="50361" y="784964"/>
                  </a:cubicBezTo>
                  <a:cubicBezTo>
                    <a:pt x="49167" y="788749"/>
                    <a:pt x="44735" y="789936"/>
                    <a:pt x="45275" y="789612"/>
                  </a:cubicBezTo>
                  <a:cubicBezTo>
                    <a:pt x="41808" y="790590"/>
                    <a:pt x="40081" y="795022"/>
                    <a:pt x="40621" y="794375"/>
                  </a:cubicBezTo>
                  <a:cubicBezTo>
                    <a:pt x="38887" y="799023"/>
                    <a:pt x="44735" y="799779"/>
                    <a:pt x="42354" y="803239"/>
                  </a:cubicBezTo>
                  <a:cubicBezTo>
                    <a:pt x="40081" y="806484"/>
                    <a:pt x="33800" y="804211"/>
                    <a:pt x="34448" y="804319"/>
                  </a:cubicBezTo>
                  <a:cubicBezTo>
                    <a:pt x="29254" y="803131"/>
                    <a:pt x="21031" y="812002"/>
                    <a:pt x="20491" y="817082"/>
                  </a:cubicBezTo>
                  <a:cubicBezTo>
                    <a:pt x="18973" y="831789"/>
                    <a:pt x="17563" y="835897"/>
                    <a:pt x="21894" y="836113"/>
                  </a:cubicBezTo>
                  <a:cubicBezTo>
                    <a:pt x="23304" y="835897"/>
                    <a:pt x="28714" y="837517"/>
                    <a:pt x="30772" y="833084"/>
                  </a:cubicBezTo>
                  <a:cubicBezTo>
                    <a:pt x="31635" y="832005"/>
                    <a:pt x="32397" y="829624"/>
                    <a:pt x="35534" y="828436"/>
                  </a:cubicBezTo>
                  <a:cubicBezTo>
                    <a:pt x="46678" y="824004"/>
                    <a:pt x="49498" y="822162"/>
                    <a:pt x="51879" y="824544"/>
                  </a:cubicBezTo>
                  <a:cubicBezTo>
                    <a:pt x="53714" y="826379"/>
                    <a:pt x="50037" y="828544"/>
                    <a:pt x="50685" y="827896"/>
                  </a:cubicBezTo>
                  <a:cubicBezTo>
                    <a:pt x="47656" y="829300"/>
                    <a:pt x="47980" y="833624"/>
                    <a:pt x="48088" y="833084"/>
                  </a:cubicBezTo>
                  <a:cubicBezTo>
                    <a:pt x="48628" y="837085"/>
                    <a:pt x="48088" y="850280"/>
                    <a:pt x="43110" y="848985"/>
                  </a:cubicBezTo>
                  <a:cubicBezTo>
                    <a:pt x="39865" y="848654"/>
                    <a:pt x="32937" y="844546"/>
                    <a:pt x="32397" y="850064"/>
                  </a:cubicBezTo>
                  <a:cubicBezTo>
                    <a:pt x="31527" y="858821"/>
                    <a:pt x="30772" y="862282"/>
                    <a:pt x="33477" y="865742"/>
                  </a:cubicBezTo>
                  <a:cubicBezTo>
                    <a:pt x="40728" y="875045"/>
                    <a:pt x="44081" y="880341"/>
                    <a:pt x="48412" y="882722"/>
                  </a:cubicBezTo>
                  <a:lnTo>
                    <a:pt x="70167" y="895048"/>
                  </a:lnTo>
                  <a:cubicBezTo>
                    <a:pt x="73202" y="896781"/>
                    <a:pt x="72224" y="901106"/>
                    <a:pt x="72116" y="900458"/>
                  </a:cubicBezTo>
                  <a:cubicBezTo>
                    <a:pt x="71577" y="902401"/>
                    <a:pt x="72656" y="904242"/>
                    <a:pt x="74498" y="904458"/>
                  </a:cubicBezTo>
                  <a:lnTo>
                    <a:pt x="79692" y="905214"/>
                  </a:lnTo>
                  <a:cubicBezTo>
                    <a:pt x="83375" y="905754"/>
                    <a:pt x="86512" y="909430"/>
                    <a:pt x="85972" y="908891"/>
                  </a:cubicBezTo>
                  <a:cubicBezTo>
                    <a:pt x="88461" y="911812"/>
                    <a:pt x="92030" y="908567"/>
                    <a:pt x="91382" y="908783"/>
                  </a:cubicBezTo>
                  <a:cubicBezTo>
                    <a:pt x="96576" y="904134"/>
                    <a:pt x="106101" y="910402"/>
                    <a:pt x="113785" y="907379"/>
                  </a:cubicBezTo>
                  <a:cubicBezTo>
                    <a:pt x="135001" y="899048"/>
                    <a:pt x="137490" y="898616"/>
                    <a:pt x="140849" y="895371"/>
                  </a:cubicBezTo>
                  <a:cubicBezTo>
                    <a:pt x="179488" y="857633"/>
                    <a:pt x="179273" y="858389"/>
                    <a:pt x="181654" y="854173"/>
                  </a:cubicBezTo>
                  <a:cubicBezTo>
                    <a:pt x="185331" y="849093"/>
                    <a:pt x="187496" y="840330"/>
                    <a:pt x="191935" y="843467"/>
                  </a:cubicBezTo>
                  <a:cubicBezTo>
                    <a:pt x="193560" y="844222"/>
                    <a:pt x="197129" y="848331"/>
                    <a:pt x="201567" y="846927"/>
                  </a:cubicBezTo>
                  <a:cubicBezTo>
                    <a:pt x="212388" y="843467"/>
                    <a:pt x="215963" y="843251"/>
                    <a:pt x="216719" y="838711"/>
                  </a:cubicBezTo>
                  <a:cubicBezTo>
                    <a:pt x="216935" y="835681"/>
                    <a:pt x="219100" y="830386"/>
                    <a:pt x="216719" y="825731"/>
                  </a:cubicBezTo>
                  <a:cubicBezTo>
                    <a:pt x="213690" y="818594"/>
                    <a:pt x="206546" y="810916"/>
                    <a:pt x="212064" y="810269"/>
                  </a:cubicBezTo>
                  <a:cubicBezTo>
                    <a:pt x="216395" y="810377"/>
                    <a:pt x="223647" y="807024"/>
                    <a:pt x="224510" y="812650"/>
                  </a:cubicBezTo>
                  <a:cubicBezTo>
                    <a:pt x="227329" y="829192"/>
                    <a:pt x="227006" y="833084"/>
                    <a:pt x="231330" y="834170"/>
                  </a:cubicBezTo>
                  <a:lnTo>
                    <a:pt x="240423" y="836221"/>
                  </a:lnTo>
                  <a:cubicBezTo>
                    <a:pt x="244754" y="837193"/>
                    <a:pt x="244754" y="841631"/>
                    <a:pt x="240423" y="842495"/>
                  </a:cubicBezTo>
                  <a:cubicBezTo>
                    <a:pt x="239883" y="842927"/>
                    <a:pt x="237178" y="843467"/>
                    <a:pt x="238150" y="846603"/>
                  </a:cubicBezTo>
                  <a:cubicBezTo>
                    <a:pt x="239452" y="850496"/>
                    <a:pt x="240423" y="853741"/>
                    <a:pt x="241287" y="856446"/>
                  </a:cubicBezTo>
                  <a:lnTo>
                    <a:pt x="269862" y="837739"/>
                  </a:lnTo>
                  <a:lnTo>
                    <a:pt x="269646" y="8379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6A47E24-F87B-B4B0-38DB-AC89BB013A8B}"/>
                </a:ext>
              </a:extLst>
            </p:cNvPr>
            <p:cNvSpPr/>
            <p:nvPr/>
          </p:nvSpPr>
          <p:spPr>
            <a:xfrm>
              <a:off x="6313585" y="234474"/>
              <a:ext cx="336720" cy="126688"/>
            </a:xfrm>
            <a:custGeom>
              <a:avLst/>
              <a:gdLst>
                <a:gd name="csX0" fmla="*/ 29410 w 336720"/>
                <a:gd name="csY0" fmla="*/ 69769 h 126688"/>
                <a:gd name="csX1" fmla="*/ 121060 w 336720"/>
                <a:gd name="csY1" fmla="*/ 58847 h 126688"/>
                <a:gd name="csX2" fmla="*/ 130394 w 336720"/>
                <a:gd name="csY2" fmla="*/ 68255 h 126688"/>
                <a:gd name="csX3" fmla="*/ 96739 w 336720"/>
                <a:gd name="csY3" fmla="*/ 79176 h 126688"/>
                <a:gd name="csX4" fmla="*/ 96930 w 336720"/>
                <a:gd name="csY4" fmla="*/ 86746 h 126688"/>
                <a:gd name="csX5" fmla="*/ 61433 w 336720"/>
                <a:gd name="csY5" fmla="*/ 85124 h 126688"/>
                <a:gd name="csX6" fmla="*/ 70958 w 336720"/>
                <a:gd name="csY6" fmla="*/ 96046 h 126688"/>
                <a:gd name="csX7" fmla="*/ 96930 w 336720"/>
                <a:gd name="csY7" fmla="*/ 104265 h 126688"/>
                <a:gd name="csX8" fmla="*/ 105947 w 336720"/>
                <a:gd name="csY8" fmla="*/ 110212 h 126688"/>
                <a:gd name="csX9" fmla="*/ 171415 w 336720"/>
                <a:gd name="csY9" fmla="*/ 109131 h 126688"/>
                <a:gd name="csX10" fmla="*/ 174209 w 336720"/>
                <a:gd name="csY10" fmla="*/ 120702 h 126688"/>
                <a:gd name="csX11" fmla="*/ 223041 w 336720"/>
                <a:gd name="csY11" fmla="*/ 123837 h 126688"/>
                <a:gd name="csX12" fmla="*/ 232058 w 336720"/>
                <a:gd name="csY12" fmla="*/ 110104 h 126688"/>
                <a:gd name="csX13" fmla="*/ 249965 w 336720"/>
                <a:gd name="csY13" fmla="*/ 105129 h 126688"/>
                <a:gd name="csX14" fmla="*/ 270983 w 336720"/>
                <a:gd name="csY14" fmla="*/ 108158 h 126688"/>
                <a:gd name="csX15" fmla="*/ 286350 w 336720"/>
                <a:gd name="csY15" fmla="*/ 90639 h 126688"/>
                <a:gd name="csX16" fmla="*/ 286350 w 336720"/>
                <a:gd name="csY16" fmla="*/ 79176 h 126688"/>
                <a:gd name="csX17" fmla="*/ 310036 w 336720"/>
                <a:gd name="csY17" fmla="*/ 70201 h 126688"/>
                <a:gd name="csX18" fmla="*/ 324323 w 336720"/>
                <a:gd name="csY18" fmla="*/ 57116 h 126688"/>
                <a:gd name="csX19" fmla="*/ 336579 w 336720"/>
                <a:gd name="csY19" fmla="*/ 50304 h 126688"/>
                <a:gd name="csX20" fmla="*/ 331054 w 336720"/>
                <a:gd name="csY20" fmla="*/ 38841 h 126688"/>
                <a:gd name="csX21" fmla="*/ 306607 w 336720"/>
                <a:gd name="csY21" fmla="*/ 34624 h 126688"/>
                <a:gd name="csX22" fmla="*/ 295431 w 336720"/>
                <a:gd name="csY22" fmla="*/ 27379 h 126688"/>
                <a:gd name="csX23" fmla="*/ 267935 w 336720"/>
                <a:gd name="csY23" fmla="*/ 32461 h 126688"/>
                <a:gd name="csX24" fmla="*/ 216882 w 336720"/>
                <a:gd name="csY24" fmla="*/ 16673 h 126688"/>
                <a:gd name="csX25" fmla="*/ 180940 w 336720"/>
                <a:gd name="csY25" fmla="*/ 35165 h 126688"/>
                <a:gd name="csX26" fmla="*/ 167732 w 336720"/>
                <a:gd name="csY26" fmla="*/ 29974 h 126688"/>
                <a:gd name="csX27" fmla="*/ 173574 w 336720"/>
                <a:gd name="csY27" fmla="*/ 4021 h 126688"/>
                <a:gd name="csX28" fmla="*/ 158842 w 336720"/>
                <a:gd name="csY28" fmla="*/ 2940 h 126688"/>
                <a:gd name="csX29" fmla="*/ 154651 w 336720"/>
                <a:gd name="csY29" fmla="*/ 34192 h 126688"/>
                <a:gd name="csX30" fmla="*/ 141888 w 336720"/>
                <a:gd name="csY30" fmla="*/ 29434 h 126688"/>
                <a:gd name="csX31" fmla="*/ 130585 w 336720"/>
                <a:gd name="csY31" fmla="*/ 38409 h 126688"/>
                <a:gd name="csX32" fmla="*/ 115535 w 336720"/>
                <a:gd name="csY32" fmla="*/ 27595 h 126688"/>
                <a:gd name="csX33" fmla="*/ 118456 w 336720"/>
                <a:gd name="csY33" fmla="*/ 17538 h 126688"/>
                <a:gd name="csX34" fmla="*/ 80928 w 336720"/>
                <a:gd name="csY34" fmla="*/ 24676 h 126688"/>
                <a:gd name="csX35" fmla="*/ 80039 w 336720"/>
                <a:gd name="csY35" fmla="*/ 12348 h 126688"/>
                <a:gd name="csX36" fmla="*/ 60925 w 336720"/>
                <a:gd name="csY36" fmla="*/ 6400 h 126688"/>
                <a:gd name="csX37" fmla="*/ 43463 w 336720"/>
                <a:gd name="csY37" fmla="*/ 25540 h 126688"/>
                <a:gd name="csX38" fmla="*/ 29518 w 336720"/>
                <a:gd name="csY38" fmla="*/ 25108 h 126688"/>
                <a:gd name="csX39" fmla="*/ 27893 w 336720"/>
                <a:gd name="csY39" fmla="*/ 36355 h 126688"/>
                <a:gd name="csX40" fmla="*/ 1159 w 336720"/>
                <a:gd name="csY40" fmla="*/ 47600 h 126688"/>
                <a:gd name="csX41" fmla="*/ 29302 w 336720"/>
                <a:gd name="csY41" fmla="*/ 69661 h 126688"/>
                <a:gd name="csX42" fmla="*/ 29410 w 336720"/>
                <a:gd name="csY42" fmla="*/ 69769 h 1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336720" h="126688">
                  <a:moveTo>
                    <a:pt x="29410" y="69769"/>
                  </a:moveTo>
                  <a:cubicBezTo>
                    <a:pt x="120869" y="56576"/>
                    <a:pt x="116869" y="55927"/>
                    <a:pt x="121060" y="58847"/>
                  </a:cubicBezTo>
                  <a:cubicBezTo>
                    <a:pt x="128680" y="64037"/>
                    <a:pt x="134966" y="67282"/>
                    <a:pt x="130394" y="68255"/>
                  </a:cubicBezTo>
                  <a:cubicBezTo>
                    <a:pt x="97247" y="75176"/>
                    <a:pt x="94580" y="74310"/>
                    <a:pt x="96739" y="79176"/>
                  </a:cubicBezTo>
                  <a:cubicBezTo>
                    <a:pt x="97057" y="80474"/>
                    <a:pt x="101629" y="87395"/>
                    <a:pt x="96930" y="86746"/>
                  </a:cubicBezTo>
                  <a:cubicBezTo>
                    <a:pt x="63529" y="82421"/>
                    <a:pt x="58512" y="80366"/>
                    <a:pt x="61433" y="85124"/>
                  </a:cubicBezTo>
                  <a:cubicBezTo>
                    <a:pt x="63910" y="88477"/>
                    <a:pt x="66005" y="94856"/>
                    <a:pt x="70958" y="96046"/>
                  </a:cubicBezTo>
                  <a:cubicBezTo>
                    <a:pt x="90897" y="100696"/>
                    <a:pt x="93564" y="100588"/>
                    <a:pt x="96930" y="104265"/>
                  </a:cubicBezTo>
                  <a:cubicBezTo>
                    <a:pt x="98263" y="105454"/>
                    <a:pt x="101248" y="110537"/>
                    <a:pt x="105947" y="110212"/>
                  </a:cubicBezTo>
                  <a:cubicBezTo>
                    <a:pt x="171606" y="105129"/>
                    <a:pt x="171733" y="103508"/>
                    <a:pt x="171415" y="109131"/>
                  </a:cubicBezTo>
                  <a:cubicBezTo>
                    <a:pt x="171606" y="112158"/>
                    <a:pt x="169383" y="120053"/>
                    <a:pt x="174209" y="120702"/>
                  </a:cubicBezTo>
                  <a:cubicBezTo>
                    <a:pt x="220564" y="127298"/>
                    <a:pt x="220882" y="128595"/>
                    <a:pt x="223041" y="123837"/>
                  </a:cubicBezTo>
                  <a:cubicBezTo>
                    <a:pt x="225962" y="117457"/>
                    <a:pt x="227803" y="111726"/>
                    <a:pt x="232058" y="110104"/>
                  </a:cubicBezTo>
                  <a:cubicBezTo>
                    <a:pt x="240567" y="106643"/>
                    <a:pt x="245457" y="103832"/>
                    <a:pt x="249965" y="105129"/>
                  </a:cubicBezTo>
                  <a:cubicBezTo>
                    <a:pt x="265014" y="109455"/>
                    <a:pt x="267554" y="111078"/>
                    <a:pt x="270983" y="108158"/>
                  </a:cubicBezTo>
                  <a:cubicBezTo>
                    <a:pt x="284191" y="97127"/>
                    <a:pt x="288001" y="95613"/>
                    <a:pt x="286350" y="90639"/>
                  </a:cubicBezTo>
                  <a:cubicBezTo>
                    <a:pt x="285906" y="87720"/>
                    <a:pt x="281588" y="80582"/>
                    <a:pt x="286350" y="79176"/>
                  </a:cubicBezTo>
                  <a:cubicBezTo>
                    <a:pt x="301845" y="74635"/>
                    <a:pt x="306607" y="74202"/>
                    <a:pt x="310036" y="70201"/>
                  </a:cubicBezTo>
                  <a:cubicBezTo>
                    <a:pt x="316576" y="62848"/>
                    <a:pt x="319815" y="58090"/>
                    <a:pt x="324323" y="57116"/>
                  </a:cubicBezTo>
                  <a:cubicBezTo>
                    <a:pt x="329530" y="55170"/>
                    <a:pt x="337912" y="56576"/>
                    <a:pt x="336579" y="50304"/>
                  </a:cubicBezTo>
                  <a:cubicBezTo>
                    <a:pt x="335626" y="47168"/>
                    <a:pt x="336134" y="39166"/>
                    <a:pt x="331054" y="38841"/>
                  </a:cubicBezTo>
                  <a:cubicBezTo>
                    <a:pt x="312957" y="37544"/>
                    <a:pt x="310036" y="38193"/>
                    <a:pt x="306607" y="34624"/>
                  </a:cubicBezTo>
                  <a:cubicBezTo>
                    <a:pt x="303558" y="32137"/>
                    <a:pt x="300447" y="26081"/>
                    <a:pt x="295431" y="27379"/>
                  </a:cubicBezTo>
                  <a:cubicBezTo>
                    <a:pt x="274539" y="32786"/>
                    <a:pt x="272317" y="34083"/>
                    <a:pt x="267935" y="32461"/>
                  </a:cubicBezTo>
                  <a:cubicBezTo>
                    <a:pt x="219993" y="14943"/>
                    <a:pt x="221008" y="14294"/>
                    <a:pt x="216882" y="16673"/>
                  </a:cubicBezTo>
                  <a:cubicBezTo>
                    <a:pt x="186782" y="33975"/>
                    <a:pt x="185512" y="35597"/>
                    <a:pt x="180940" y="35165"/>
                  </a:cubicBezTo>
                  <a:cubicBezTo>
                    <a:pt x="174654" y="33759"/>
                    <a:pt x="165700" y="35921"/>
                    <a:pt x="167732" y="29974"/>
                  </a:cubicBezTo>
                  <a:cubicBezTo>
                    <a:pt x="175225" y="9536"/>
                    <a:pt x="177892" y="5535"/>
                    <a:pt x="173574" y="4021"/>
                  </a:cubicBezTo>
                  <a:cubicBezTo>
                    <a:pt x="166780" y="2507"/>
                    <a:pt x="159096" y="-3548"/>
                    <a:pt x="158842" y="2940"/>
                  </a:cubicBezTo>
                  <a:cubicBezTo>
                    <a:pt x="157699" y="32137"/>
                    <a:pt x="158652" y="37111"/>
                    <a:pt x="154651" y="34192"/>
                  </a:cubicBezTo>
                  <a:cubicBezTo>
                    <a:pt x="150333" y="31812"/>
                    <a:pt x="145444" y="24892"/>
                    <a:pt x="141888" y="29434"/>
                  </a:cubicBezTo>
                  <a:cubicBezTo>
                    <a:pt x="138522" y="32894"/>
                    <a:pt x="135474" y="40680"/>
                    <a:pt x="130585" y="38409"/>
                  </a:cubicBezTo>
                  <a:cubicBezTo>
                    <a:pt x="117948" y="32786"/>
                    <a:pt x="113059" y="32029"/>
                    <a:pt x="115535" y="27595"/>
                  </a:cubicBezTo>
                  <a:cubicBezTo>
                    <a:pt x="116996" y="24351"/>
                    <a:pt x="123600" y="16241"/>
                    <a:pt x="118456" y="17538"/>
                  </a:cubicBezTo>
                  <a:cubicBezTo>
                    <a:pt x="118456" y="17538"/>
                    <a:pt x="80928" y="27379"/>
                    <a:pt x="80928" y="24676"/>
                  </a:cubicBezTo>
                  <a:cubicBezTo>
                    <a:pt x="80928" y="19484"/>
                    <a:pt x="84420" y="14618"/>
                    <a:pt x="80039" y="12348"/>
                  </a:cubicBezTo>
                  <a:cubicBezTo>
                    <a:pt x="66196" y="4886"/>
                    <a:pt x="63592" y="2507"/>
                    <a:pt x="60925" y="6400"/>
                  </a:cubicBezTo>
                  <a:cubicBezTo>
                    <a:pt x="48860" y="23378"/>
                    <a:pt x="47717" y="26838"/>
                    <a:pt x="43463" y="25540"/>
                  </a:cubicBezTo>
                  <a:cubicBezTo>
                    <a:pt x="37113" y="24351"/>
                    <a:pt x="28540" y="18728"/>
                    <a:pt x="29518" y="25108"/>
                  </a:cubicBezTo>
                  <a:cubicBezTo>
                    <a:pt x="29518" y="27595"/>
                    <a:pt x="32547" y="34949"/>
                    <a:pt x="27893" y="36355"/>
                  </a:cubicBezTo>
                  <a:cubicBezTo>
                    <a:pt x="1591" y="44356"/>
                    <a:pt x="-2524" y="44356"/>
                    <a:pt x="1159" y="47600"/>
                  </a:cubicBezTo>
                  <a:cubicBezTo>
                    <a:pt x="1159" y="47600"/>
                    <a:pt x="24756" y="70309"/>
                    <a:pt x="29302" y="69661"/>
                  </a:cubicBezTo>
                  <a:lnTo>
                    <a:pt x="29410" y="697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24F6770B-63EB-CA8A-1744-2E385E969443}"/>
                </a:ext>
              </a:extLst>
            </p:cNvPr>
            <p:cNvSpPr/>
            <p:nvPr/>
          </p:nvSpPr>
          <p:spPr>
            <a:xfrm>
              <a:off x="6034886" y="275580"/>
              <a:ext cx="403147" cy="340936"/>
            </a:xfrm>
            <a:custGeom>
              <a:avLst/>
              <a:gdLst>
                <a:gd name="csX0" fmla="*/ 23122 w 403147"/>
                <a:gd name="csY0" fmla="*/ 92249 h 340936"/>
                <a:gd name="csX1" fmla="*/ 32215 w 403147"/>
                <a:gd name="csY1" fmla="*/ 85220 h 340936"/>
                <a:gd name="csX2" fmla="*/ 32970 w 403147"/>
                <a:gd name="csY2" fmla="*/ 70513 h 340936"/>
                <a:gd name="csX3" fmla="*/ 50287 w 403147"/>
                <a:gd name="csY3" fmla="*/ 83057 h 340936"/>
                <a:gd name="csX4" fmla="*/ 44007 w 403147"/>
                <a:gd name="csY4" fmla="*/ 101657 h 340936"/>
                <a:gd name="csX5" fmla="*/ 63603 w 403147"/>
                <a:gd name="csY5" fmla="*/ 112254 h 340936"/>
                <a:gd name="csX6" fmla="*/ 61222 w 403147"/>
                <a:gd name="csY6" fmla="*/ 119608 h 340936"/>
                <a:gd name="csX7" fmla="*/ 38705 w 403147"/>
                <a:gd name="csY7" fmla="*/ 129015 h 340936"/>
                <a:gd name="csX8" fmla="*/ 38381 w 403147"/>
                <a:gd name="csY8" fmla="*/ 138531 h 340936"/>
                <a:gd name="csX9" fmla="*/ 65654 w 403147"/>
                <a:gd name="csY9" fmla="*/ 159186 h 340936"/>
                <a:gd name="csX10" fmla="*/ 64682 w 403147"/>
                <a:gd name="csY10" fmla="*/ 166106 h 340936"/>
                <a:gd name="csX11" fmla="*/ 89251 w 403147"/>
                <a:gd name="csY11" fmla="*/ 188167 h 340936"/>
                <a:gd name="csX12" fmla="*/ 115660 w 403147"/>
                <a:gd name="csY12" fmla="*/ 187626 h 340936"/>
                <a:gd name="csX13" fmla="*/ 122912 w 403147"/>
                <a:gd name="csY13" fmla="*/ 183192 h 340936"/>
                <a:gd name="csX14" fmla="*/ 131897 w 403147"/>
                <a:gd name="csY14" fmla="*/ 177677 h 340936"/>
                <a:gd name="csX15" fmla="*/ 134386 w 403147"/>
                <a:gd name="csY15" fmla="*/ 171081 h 340936"/>
                <a:gd name="csX16" fmla="*/ 144667 w 403147"/>
                <a:gd name="csY16" fmla="*/ 165890 h 340936"/>
                <a:gd name="csX17" fmla="*/ 138717 w 403147"/>
                <a:gd name="csY17" fmla="*/ 155725 h 340936"/>
                <a:gd name="csX18" fmla="*/ 149753 w 403147"/>
                <a:gd name="csY18" fmla="*/ 140478 h 340936"/>
                <a:gd name="csX19" fmla="*/ 161444 w 403147"/>
                <a:gd name="csY19" fmla="*/ 142749 h 340936"/>
                <a:gd name="csX20" fmla="*/ 174652 w 403147"/>
                <a:gd name="csY20" fmla="*/ 128799 h 340936"/>
                <a:gd name="csX21" fmla="*/ 178005 w 403147"/>
                <a:gd name="csY21" fmla="*/ 141883 h 340936"/>
                <a:gd name="csX22" fmla="*/ 172270 w 403147"/>
                <a:gd name="csY22" fmla="*/ 155833 h 340936"/>
                <a:gd name="csX23" fmla="*/ 181148 w 403147"/>
                <a:gd name="csY23" fmla="*/ 160808 h 340936"/>
                <a:gd name="csX24" fmla="*/ 210370 w 403147"/>
                <a:gd name="csY24" fmla="*/ 145561 h 340936"/>
                <a:gd name="csX25" fmla="*/ 214587 w 403147"/>
                <a:gd name="csY25" fmla="*/ 136585 h 340936"/>
                <a:gd name="csX26" fmla="*/ 228443 w 403147"/>
                <a:gd name="csY26" fmla="*/ 146209 h 340936"/>
                <a:gd name="csX27" fmla="*/ 219133 w 403147"/>
                <a:gd name="csY27" fmla="*/ 162970 h 340936"/>
                <a:gd name="csX28" fmla="*/ 235370 w 403147"/>
                <a:gd name="csY28" fmla="*/ 171513 h 340936"/>
                <a:gd name="csX29" fmla="*/ 225953 w 403147"/>
                <a:gd name="csY29" fmla="*/ 180489 h 340936"/>
                <a:gd name="csX30" fmla="*/ 185256 w 403147"/>
                <a:gd name="csY30" fmla="*/ 181246 h 340936"/>
                <a:gd name="csX31" fmla="*/ 181471 w 403147"/>
                <a:gd name="csY31" fmla="*/ 190221 h 340936"/>
                <a:gd name="csX32" fmla="*/ 163285 w 403147"/>
                <a:gd name="csY32" fmla="*/ 197142 h 340936"/>
                <a:gd name="csX33" fmla="*/ 158415 w 403147"/>
                <a:gd name="csY33" fmla="*/ 205036 h 340936"/>
                <a:gd name="csX34" fmla="*/ 112199 w 403147"/>
                <a:gd name="csY34" fmla="*/ 211848 h 340936"/>
                <a:gd name="csX35" fmla="*/ 123236 w 403147"/>
                <a:gd name="csY35" fmla="*/ 236396 h 340936"/>
                <a:gd name="csX36" fmla="*/ 192616 w 403147"/>
                <a:gd name="csY36" fmla="*/ 226231 h 340936"/>
                <a:gd name="csX37" fmla="*/ 226061 w 403147"/>
                <a:gd name="csY37" fmla="*/ 227961 h 340936"/>
                <a:gd name="csX38" fmla="*/ 221083 w 403147"/>
                <a:gd name="csY38" fmla="*/ 235747 h 340936"/>
                <a:gd name="csX39" fmla="*/ 153760 w 403147"/>
                <a:gd name="csY39" fmla="*/ 246885 h 340936"/>
                <a:gd name="csX40" fmla="*/ 154192 w 403147"/>
                <a:gd name="csY40" fmla="*/ 252725 h 340936"/>
                <a:gd name="csX41" fmla="*/ 119559 w 403147"/>
                <a:gd name="csY41" fmla="*/ 256401 h 340936"/>
                <a:gd name="csX42" fmla="*/ 142502 w 403147"/>
                <a:gd name="csY42" fmla="*/ 284842 h 340936"/>
                <a:gd name="csX43" fmla="*/ 157551 w 403147"/>
                <a:gd name="csY43" fmla="*/ 287437 h 340936"/>
                <a:gd name="csX44" fmla="*/ 170213 w 403147"/>
                <a:gd name="csY44" fmla="*/ 296412 h 340936"/>
                <a:gd name="csX45" fmla="*/ 198680 w 403147"/>
                <a:gd name="csY45" fmla="*/ 295439 h 340936"/>
                <a:gd name="csX46" fmla="*/ 208637 w 403147"/>
                <a:gd name="csY46" fmla="*/ 303441 h 340936"/>
                <a:gd name="csX47" fmla="*/ 183091 w 403147"/>
                <a:gd name="csY47" fmla="*/ 312416 h 340936"/>
                <a:gd name="csX48" fmla="*/ 226601 w 403147"/>
                <a:gd name="csY48" fmla="*/ 339559 h 340936"/>
                <a:gd name="csX49" fmla="*/ 238183 w 403147"/>
                <a:gd name="csY49" fmla="*/ 323231 h 340936"/>
                <a:gd name="csX50" fmla="*/ 231909 w 403147"/>
                <a:gd name="csY50" fmla="*/ 314795 h 340936"/>
                <a:gd name="csX51" fmla="*/ 247493 w 403147"/>
                <a:gd name="csY51" fmla="*/ 298250 h 340936"/>
                <a:gd name="csX52" fmla="*/ 260593 w 403147"/>
                <a:gd name="csY52" fmla="*/ 258456 h 340936"/>
                <a:gd name="csX53" fmla="*/ 283751 w 403147"/>
                <a:gd name="csY53" fmla="*/ 249480 h 340936"/>
                <a:gd name="csX54" fmla="*/ 289383 w 403147"/>
                <a:gd name="csY54" fmla="*/ 231962 h 340936"/>
                <a:gd name="csX55" fmla="*/ 284075 w 403147"/>
                <a:gd name="csY55" fmla="*/ 218878 h 340936"/>
                <a:gd name="csX56" fmla="*/ 291981 w 403147"/>
                <a:gd name="csY56" fmla="*/ 207739 h 340936"/>
                <a:gd name="csX57" fmla="*/ 307563 w 403147"/>
                <a:gd name="csY57" fmla="*/ 206658 h 340936"/>
                <a:gd name="csX58" fmla="*/ 311678 w 403147"/>
                <a:gd name="csY58" fmla="*/ 197574 h 340936"/>
                <a:gd name="csX59" fmla="*/ 308319 w 403147"/>
                <a:gd name="csY59" fmla="*/ 180056 h 340936"/>
                <a:gd name="csX60" fmla="*/ 313844 w 403147"/>
                <a:gd name="csY60" fmla="*/ 170540 h 340936"/>
                <a:gd name="csX61" fmla="*/ 315685 w 403147"/>
                <a:gd name="csY61" fmla="*/ 162322 h 340936"/>
                <a:gd name="csX62" fmla="*/ 333846 w 403147"/>
                <a:gd name="csY62" fmla="*/ 155725 h 340936"/>
                <a:gd name="csX63" fmla="*/ 340133 w 403147"/>
                <a:gd name="csY63" fmla="*/ 146750 h 340936"/>
                <a:gd name="csX64" fmla="*/ 378804 w 403147"/>
                <a:gd name="csY64" fmla="*/ 137125 h 340936"/>
                <a:gd name="csX65" fmla="*/ 397410 w 403147"/>
                <a:gd name="csY65" fmla="*/ 138964 h 340936"/>
                <a:gd name="csX66" fmla="*/ 401283 w 403147"/>
                <a:gd name="csY66" fmla="*/ 124366 h 340936"/>
                <a:gd name="csX67" fmla="*/ 365787 w 403147"/>
                <a:gd name="csY67" fmla="*/ 109010 h 340936"/>
                <a:gd name="csX68" fmla="*/ 376709 w 403147"/>
                <a:gd name="csY68" fmla="*/ 97331 h 340936"/>
                <a:gd name="csX69" fmla="*/ 355373 w 403147"/>
                <a:gd name="csY69" fmla="*/ 97872 h 340936"/>
                <a:gd name="csX70" fmla="*/ 348388 w 403147"/>
                <a:gd name="csY70" fmla="*/ 105441 h 340936"/>
                <a:gd name="csX71" fmla="*/ 335243 w 403147"/>
                <a:gd name="csY71" fmla="*/ 88680 h 340936"/>
                <a:gd name="csX72" fmla="*/ 322099 w 403147"/>
                <a:gd name="csY72" fmla="*/ 86517 h 340936"/>
                <a:gd name="csX73" fmla="*/ 308427 w 403147"/>
                <a:gd name="csY73" fmla="*/ 90735 h 340936"/>
                <a:gd name="csX74" fmla="*/ 300959 w 403147"/>
                <a:gd name="csY74" fmla="*/ 76785 h 340936"/>
                <a:gd name="csX75" fmla="*/ 304427 w 403147"/>
                <a:gd name="csY75" fmla="*/ 64782 h 340936"/>
                <a:gd name="csX76" fmla="*/ 295118 w 403147"/>
                <a:gd name="csY76" fmla="*/ 46939 h 340936"/>
                <a:gd name="csX77" fmla="*/ 276175 w 403147"/>
                <a:gd name="csY77" fmla="*/ 44885 h 340936"/>
                <a:gd name="csX78" fmla="*/ 269895 w 403147"/>
                <a:gd name="csY78" fmla="*/ 64565 h 340936"/>
                <a:gd name="csX79" fmla="*/ 260701 w 403147"/>
                <a:gd name="csY79" fmla="*/ 64565 h 340936"/>
                <a:gd name="csX80" fmla="*/ 262320 w 403147"/>
                <a:gd name="csY80" fmla="*/ 42289 h 340936"/>
                <a:gd name="csX81" fmla="*/ 268492 w 403147"/>
                <a:gd name="csY81" fmla="*/ 30502 h 340936"/>
                <a:gd name="csX82" fmla="*/ 267952 w 403147"/>
                <a:gd name="csY82" fmla="*/ 25419 h 340936"/>
                <a:gd name="csX83" fmla="*/ 236996 w 403147"/>
                <a:gd name="csY83" fmla="*/ 6387 h 340936"/>
                <a:gd name="csX84" fmla="*/ 223572 w 403147"/>
                <a:gd name="csY84" fmla="*/ 8442 h 340936"/>
                <a:gd name="csX85" fmla="*/ 214047 w 403147"/>
                <a:gd name="csY85" fmla="*/ 115 h 340936"/>
                <a:gd name="csX86" fmla="*/ 199544 w 403147"/>
                <a:gd name="csY86" fmla="*/ 4116 h 340936"/>
                <a:gd name="csX87" fmla="*/ 197270 w 403147"/>
                <a:gd name="csY87" fmla="*/ 14930 h 340936"/>
                <a:gd name="csX88" fmla="*/ 186450 w 403147"/>
                <a:gd name="csY88" fmla="*/ 20770 h 340936"/>
                <a:gd name="csX89" fmla="*/ 197486 w 403147"/>
                <a:gd name="csY89" fmla="*/ 77867 h 340936"/>
                <a:gd name="csX90" fmla="*/ 214587 w 403147"/>
                <a:gd name="csY90" fmla="*/ 116471 h 340936"/>
                <a:gd name="csX91" fmla="*/ 205824 w 403147"/>
                <a:gd name="csY91" fmla="*/ 113011 h 340936"/>
                <a:gd name="csX92" fmla="*/ 187961 w 403147"/>
                <a:gd name="csY92" fmla="*/ 88247 h 340936"/>
                <a:gd name="csX93" fmla="*/ 154846 w 403147"/>
                <a:gd name="csY93" fmla="*/ 25636 h 340936"/>
                <a:gd name="csX94" fmla="*/ 135904 w 403147"/>
                <a:gd name="csY94" fmla="*/ 25636 h 340936"/>
                <a:gd name="csX95" fmla="*/ 120207 w 403147"/>
                <a:gd name="csY95" fmla="*/ 45425 h 340936"/>
                <a:gd name="csX96" fmla="*/ 118149 w 403147"/>
                <a:gd name="csY96" fmla="*/ 66079 h 340936"/>
                <a:gd name="csX97" fmla="*/ 97264 w 403147"/>
                <a:gd name="csY97" fmla="*/ 53211 h 340936"/>
                <a:gd name="csX98" fmla="*/ 98559 w 403147"/>
                <a:gd name="csY98" fmla="*/ 43479 h 340936"/>
                <a:gd name="csX99" fmla="*/ 77344 w 403147"/>
                <a:gd name="csY99" fmla="*/ 40559 h 340936"/>
                <a:gd name="csX100" fmla="*/ 93905 w 403147"/>
                <a:gd name="csY100" fmla="*/ 29205 h 340936"/>
                <a:gd name="csX101" fmla="*/ 112955 w 403147"/>
                <a:gd name="csY101" fmla="*/ 28556 h 340936"/>
                <a:gd name="csX102" fmla="*/ 120423 w 403147"/>
                <a:gd name="csY102" fmla="*/ 12876 h 340936"/>
                <a:gd name="csX103" fmla="*/ 69445 w 403147"/>
                <a:gd name="csY103" fmla="*/ 21094 h 340936"/>
                <a:gd name="csX104" fmla="*/ 67171 w 403147"/>
                <a:gd name="csY104" fmla="*/ 18066 h 340936"/>
                <a:gd name="csX105" fmla="*/ 59056 w 403147"/>
                <a:gd name="csY105" fmla="*/ 17850 h 340936"/>
                <a:gd name="csX106" fmla="*/ 51913 w 403147"/>
                <a:gd name="csY106" fmla="*/ 33854 h 340936"/>
                <a:gd name="csX107" fmla="*/ 32970 w 403147"/>
                <a:gd name="csY107" fmla="*/ 18391 h 340936"/>
                <a:gd name="csX108" fmla="*/ 22252 w 403147"/>
                <a:gd name="csY108" fmla="*/ 27691 h 340936"/>
                <a:gd name="csX109" fmla="*/ 23122 w 403147"/>
                <a:gd name="csY109" fmla="*/ 38721 h 340936"/>
                <a:gd name="csX110" fmla="*/ 15762 w 403147"/>
                <a:gd name="csY110" fmla="*/ 38180 h 340936"/>
                <a:gd name="csX111" fmla="*/ 8079 w 403147"/>
                <a:gd name="csY111" fmla="*/ 26609 h 340936"/>
                <a:gd name="csX112" fmla="*/ 65 w 403147"/>
                <a:gd name="csY112" fmla="*/ 29854 h 340936"/>
                <a:gd name="csX113" fmla="*/ 7424 w 403147"/>
                <a:gd name="csY113" fmla="*/ 72567 h 340936"/>
                <a:gd name="csX114" fmla="*/ 23554 w 403147"/>
                <a:gd name="csY114" fmla="*/ 92573 h 340936"/>
                <a:gd name="csX115" fmla="*/ 23122 w 403147"/>
                <a:gd name="csY115" fmla="*/ 92249 h 340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403147" h="340936">
                  <a:moveTo>
                    <a:pt x="23122" y="92249"/>
                  </a:moveTo>
                  <a:cubicBezTo>
                    <a:pt x="25827" y="90843"/>
                    <a:pt x="33079" y="91167"/>
                    <a:pt x="32215" y="85220"/>
                  </a:cubicBezTo>
                  <a:cubicBezTo>
                    <a:pt x="31777" y="78839"/>
                    <a:pt x="27992" y="68134"/>
                    <a:pt x="32970" y="70513"/>
                  </a:cubicBezTo>
                  <a:cubicBezTo>
                    <a:pt x="48445" y="77974"/>
                    <a:pt x="52776" y="78623"/>
                    <a:pt x="50287" y="83057"/>
                  </a:cubicBezTo>
                  <a:cubicBezTo>
                    <a:pt x="46280" y="91924"/>
                    <a:pt x="38596" y="99710"/>
                    <a:pt x="44007" y="101657"/>
                  </a:cubicBezTo>
                  <a:cubicBezTo>
                    <a:pt x="59164" y="106955"/>
                    <a:pt x="62841" y="106955"/>
                    <a:pt x="63603" y="112254"/>
                  </a:cubicBezTo>
                  <a:cubicBezTo>
                    <a:pt x="63603" y="113227"/>
                    <a:pt x="65654" y="120256"/>
                    <a:pt x="61222" y="119608"/>
                  </a:cubicBezTo>
                  <a:cubicBezTo>
                    <a:pt x="-583" y="110956"/>
                    <a:pt x="43791" y="117445"/>
                    <a:pt x="38705" y="129015"/>
                  </a:cubicBezTo>
                  <a:cubicBezTo>
                    <a:pt x="38381" y="130421"/>
                    <a:pt x="34266" y="136045"/>
                    <a:pt x="38381" y="138531"/>
                  </a:cubicBezTo>
                  <a:cubicBezTo>
                    <a:pt x="65768" y="154860"/>
                    <a:pt x="68905" y="155293"/>
                    <a:pt x="65654" y="159186"/>
                  </a:cubicBezTo>
                  <a:cubicBezTo>
                    <a:pt x="65330" y="159943"/>
                    <a:pt x="61545" y="162863"/>
                    <a:pt x="64682" y="166106"/>
                  </a:cubicBezTo>
                  <a:cubicBezTo>
                    <a:pt x="84272" y="186220"/>
                    <a:pt x="85034" y="187842"/>
                    <a:pt x="89251" y="188167"/>
                  </a:cubicBezTo>
                  <a:cubicBezTo>
                    <a:pt x="109710" y="189896"/>
                    <a:pt x="112307" y="191086"/>
                    <a:pt x="115660" y="187626"/>
                  </a:cubicBezTo>
                  <a:cubicBezTo>
                    <a:pt x="116206" y="187193"/>
                    <a:pt x="118695" y="183841"/>
                    <a:pt x="122912" y="183192"/>
                  </a:cubicBezTo>
                  <a:cubicBezTo>
                    <a:pt x="125617" y="182219"/>
                    <a:pt x="132761" y="183517"/>
                    <a:pt x="131897" y="177677"/>
                  </a:cubicBezTo>
                  <a:cubicBezTo>
                    <a:pt x="131897" y="176920"/>
                    <a:pt x="130271" y="172054"/>
                    <a:pt x="134386" y="171081"/>
                  </a:cubicBezTo>
                  <a:cubicBezTo>
                    <a:pt x="138825" y="169567"/>
                    <a:pt x="148998" y="169567"/>
                    <a:pt x="144667" y="165890"/>
                  </a:cubicBezTo>
                  <a:cubicBezTo>
                    <a:pt x="142832" y="163727"/>
                    <a:pt x="136228" y="160916"/>
                    <a:pt x="138717" y="155725"/>
                  </a:cubicBezTo>
                  <a:cubicBezTo>
                    <a:pt x="143587" y="147290"/>
                    <a:pt x="144883" y="137666"/>
                    <a:pt x="149753" y="140478"/>
                  </a:cubicBezTo>
                  <a:cubicBezTo>
                    <a:pt x="153112" y="141775"/>
                    <a:pt x="158307" y="147507"/>
                    <a:pt x="161444" y="142749"/>
                  </a:cubicBezTo>
                  <a:cubicBezTo>
                    <a:pt x="169997" y="129664"/>
                    <a:pt x="172162" y="124257"/>
                    <a:pt x="174652" y="128799"/>
                  </a:cubicBezTo>
                  <a:cubicBezTo>
                    <a:pt x="176055" y="132259"/>
                    <a:pt x="181256" y="137342"/>
                    <a:pt x="178005" y="141883"/>
                  </a:cubicBezTo>
                  <a:cubicBezTo>
                    <a:pt x="175407" y="146534"/>
                    <a:pt x="168371" y="151616"/>
                    <a:pt x="172270" y="155833"/>
                  </a:cubicBezTo>
                  <a:cubicBezTo>
                    <a:pt x="173566" y="156807"/>
                    <a:pt x="176709" y="162538"/>
                    <a:pt x="181148" y="160808"/>
                  </a:cubicBezTo>
                  <a:cubicBezTo>
                    <a:pt x="207227" y="150643"/>
                    <a:pt x="209716" y="150967"/>
                    <a:pt x="210370" y="145561"/>
                  </a:cubicBezTo>
                  <a:cubicBezTo>
                    <a:pt x="210910" y="143398"/>
                    <a:pt x="210040" y="134747"/>
                    <a:pt x="214587" y="136585"/>
                  </a:cubicBezTo>
                  <a:cubicBezTo>
                    <a:pt x="226169" y="141451"/>
                    <a:pt x="231471" y="142316"/>
                    <a:pt x="228443" y="146209"/>
                  </a:cubicBezTo>
                  <a:cubicBezTo>
                    <a:pt x="219241" y="157780"/>
                    <a:pt x="214809" y="161673"/>
                    <a:pt x="219133" y="162970"/>
                  </a:cubicBezTo>
                  <a:cubicBezTo>
                    <a:pt x="232989" y="166972"/>
                    <a:pt x="238183" y="167188"/>
                    <a:pt x="235370" y="171513"/>
                  </a:cubicBezTo>
                  <a:cubicBezTo>
                    <a:pt x="233097" y="174217"/>
                    <a:pt x="230932" y="180921"/>
                    <a:pt x="225953" y="180489"/>
                  </a:cubicBezTo>
                  <a:cubicBezTo>
                    <a:pt x="187961" y="177353"/>
                    <a:pt x="185580" y="175623"/>
                    <a:pt x="185256" y="181246"/>
                  </a:cubicBezTo>
                  <a:cubicBezTo>
                    <a:pt x="184932" y="182760"/>
                    <a:pt x="185904" y="189464"/>
                    <a:pt x="181471" y="190221"/>
                  </a:cubicBezTo>
                  <a:cubicBezTo>
                    <a:pt x="167292" y="192600"/>
                    <a:pt x="164257" y="192168"/>
                    <a:pt x="163285" y="197142"/>
                  </a:cubicBezTo>
                  <a:cubicBezTo>
                    <a:pt x="162853" y="198332"/>
                    <a:pt x="162961" y="204712"/>
                    <a:pt x="158415" y="205036"/>
                  </a:cubicBezTo>
                  <a:cubicBezTo>
                    <a:pt x="112307" y="207956"/>
                    <a:pt x="110574" y="206658"/>
                    <a:pt x="112199" y="211848"/>
                  </a:cubicBezTo>
                  <a:cubicBezTo>
                    <a:pt x="118695" y="233152"/>
                    <a:pt x="118911" y="237477"/>
                    <a:pt x="123236" y="236396"/>
                  </a:cubicBezTo>
                  <a:cubicBezTo>
                    <a:pt x="212859" y="214444"/>
                    <a:pt x="166098" y="227961"/>
                    <a:pt x="192616" y="226231"/>
                  </a:cubicBezTo>
                  <a:cubicBezTo>
                    <a:pt x="224550" y="224176"/>
                    <a:pt x="227255" y="222662"/>
                    <a:pt x="226061" y="227961"/>
                  </a:cubicBezTo>
                  <a:cubicBezTo>
                    <a:pt x="225630" y="228934"/>
                    <a:pt x="225521" y="235206"/>
                    <a:pt x="221083" y="235747"/>
                  </a:cubicBezTo>
                  <a:cubicBezTo>
                    <a:pt x="151163" y="243641"/>
                    <a:pt x="150839" y="242452"/>
                    <a:pt x="153760" y="246885"/>
                  </a:cubicBezTo>
                  <a:cubicBezTo>
                    <a:pt x="154084" y="247534"/>
                    <a:pt x="158631" y="252617"/>
                    <a:pt x="154192" y="252725"/>
                  </a:cubicBezTo>
                  <a:cubicBezTo>
                    <a:pt x="122264" y="253157"/>
                    <a:pt x="116530" y="251968"/>
                    <a:pt x="119559" y="256401"/>
                  </a:cubicBezTo>
                  <a:cubicBezTo>
                    <a:pt x="137523" y="282354"/>
                    <a:pt x="138069" y="284842"/>
                    <a:pt x="142502" y="284842"/>
                  </a:cubicBezTo>
                  <a:cubicBezTo>
                    <a:pt x="147702" y="285274"/>
                    <a:pt x="153544" y="283436"/>
                    <a:pt x="157551" y="287437"/>
                  </a:cubicBezTo>
                  <a:cubicBezTo>
                    <a:pt x="164149" y="294033"/>
                    <a:pt x="166206" y="296845"/>
                    <a:pt x="170213" y="296412"/>
                  </a:cubicBezTo>
                  <a:cubicBezTo>
                    <a:pt x="190889" y="294249"/>
                    <a:pt x="194565" y="293168"/>
                    <a:pt x="198680" y="295439"/>
                  </a:cubicBezTo>
                  <a:cubicBezTo>
                    <a:pt x="207011" y="299981"/>
                    <a:pt x="213076" y="302468"/>
                    <a:pt x="208637" y="303441"/>
                  </a:cubicBezTo>
                  <a:cubicBezTo>
                    <a:pt x="184824" y="309280"/>
                    <a:pt x="179198" y="309605"/>
                    <a:pt x="183091" y="312416"/>
                  </a:cubicBezTo>
                  <a:cubicBezTo>
                    <a:pt x="223572" y="341938"/>
                    <a:pt x="223140" y="343020"/>
                    <a:pt x="226601" y="339559"/>
                  </a:cubicBezTo>
                  <a:cubicBezTo>
                    <a:pt x="237644" y="328637"/>
                    <a:pt x="242082" y="325826"/>
                    <a:pt x="238183" y="323231"/>
                  </a:cubicBezTo>
                  <a:cubicBezTo>
                    <a:pt x="235910" y="321176"/>
                    <a:pt x="227903" y="318364"/>
                    <a:pt x="231909" y="314795"/>
                  </a:cubicBezTo>
                  <a:cubicBezTo>
                    <a:pt x="242730" y="305279"/>
                    <a:pt x="245867" y="303225"/>
                    <a:pt x="247493" y="298250"/>
                  </a:cubicBezTo>
                  <a:lnTo>
                    <a:pt x="260593" y="258456"/>
                  </a:lnTo>
                  <a:cubicBezTo>
                    <a:pt x="263514" y="249697"/>
                    <a:pt x="279312" y="257699"/>
                    <a:pt x="283751" y="249480"/>
                  </a:cubicBezTo>
                  <a:cubicBezTo>
                    <a:pt x="286780" y="242452"/>
                    <a:pt x="292952" y="236829"/>
                    <a:pt x="289383" y="231962"/>
                  </a:cubicBezTo>
                  <a:cubicBezTo>
                    <a:pt x="287434" y="228394"/>
                    <a:pt x="281909" y="224393"/>
                    <a:pt x="284075" y="218878"/>
                  </a:cubicBezTo>
                  <a:cubicBezTo>
                    <a:pt x="286024" y="215201"/>
                    <a:pt x="286888" y="207199"/>
                    <a:pt x="291981" y="207739"/>
                  </a:cubicBezTo>
                  <a:cubicBezTo>
                    <a:pt x="300312" y="208713"/>
                    <a:pt x="304211" y="209902"/>
                    <a:pt x="307563" y="206658"/>
                  </a:cubicBezTo>
                  <a:cubicBezTo>
                    <a:pt x="308319" y="205468"/>
                    <a:pt x="313628" y="202441"/>
                    <a:pt x="311678" y="197574"/>
                  </a:cubicBezTo>
                  <a:cubicBezTo>
                    <a:pt x="309621" y="190545"/>
                    <a:pt x="304103" y="183841"/>
                    <a:pt x="308319" y="180056"/>
                  </a:cubicBezTo>
                  <a:cubicBezTo>
                    <a:pt x="309729" y="178326"/>
                    <a:pt x="314923" y="176055"/>
                    <a:pt x="313844" y="170540"/>
                  </a:cubicBezTo>
                  <a:cubicBezTo>
                    <a:pt x="313844" y="169567"/>
                    <a:pt x="311246" y="163078"/>
                    <a:pt x="315685" y="162322"/>
                  </a:cubicBezTo>
                  <a:cubicBezTo>
                    <a:pt x="328639" y="160051"/>
                    <a:pt x="332004" y="160375"/>
                    <a:pt x="333846" y="155725"/>
                  </a:cubicBezTo>
                  <a:cubicBezTo>
                    <a:pt x="334545" y="154428"/>
                    <a:pt x="335688" y="148156"/>
                    <a:pt x="340133" y="146750"/>
                  </a:cubicBezTo>
                  <a:cubicBezTo>
                    <a:pt x="374042" y="136585"/>
                    <a:pt x="374550" y="135828"/>
                    <a:pt x="378804" y="137125"/>
                  </a:cubicBezTo>
                  <a:cubicBezTo>
                    <a:pt x="392329" y="141343"/>
                    <a:pt x="395124" y="143289"/>
                    <a:pt x="397410" y="138964"/>
                  </a:cubicBezTo>
                  <a:cubicBezTo>
                    <a:pt x="399696" y="133233"/>
                    <a:pt x="406363" y="126095"/>
                    <a:pt x="401283" y="124366"/>
                  </a:cubicBezTo>
                  <a:cubicBezTo>
                    <a:pt x="367501" y="112795"/>
                    <a:pt x="361659" y="112146"/>
                    <a:pt x="365787" y="109010"/>
                  </a:cubicBezTo>
                  <a:cubicBezTo>
                    <a:pt x="376074" y="100899"/>
                    <a:pt x="381154" y="97979"/>
                    <a:pt x="376709" y="97331"/>
                  </a:cubicBezTo>
                  <a:cubicBezTo>
                    <a:pt x="361024" y="94952"/>
                    <a:pt x="357595" y="93113"/>
                    <a:pt x="355373" y="97872"/>
                  </a:cubicBezTo>
                  <a:cubicBezTo>
                    <a:pt x="353658" y="100575"/>
                    <a:pt x="351372" y="110199"/>
                    <a:pt x="348388" y="105441"/>
                  </a:cubicBezTo>
                  <a:cubicBezTo>
                    <a:pt x="342609" y="96358"/>
                    <a:pt x="339815" y="90410"/>
                    <a:pt x="335243" y="88680"/>
                  </a:cubicBezTo>
                  <a:cubicBezTo>
                    <a:pt x="331497" y="87599"/>
                    <a:pt x="326607" y="83706"/>
                    <a:pt x="322099" y="86517"/>
                  </a:cubicBezTo>
                  <a:cubicBezTo>
                    <a:pt x="317400" y="88680"/>
                    <a:pt x="312326" y="95060"/>
                    <a:pt x="308427" y="90735"/>
                  </a:cubicBezTo>
                  <a:cubicBezTo>
                    <a:pt x="304966" y="85869"/>
                    <a:pt x="297931" y="82084"/>
                    <a:pt x="300959" y="76785"/>
                  </a:cubicBezTo>
                  <a:cubicBezTo>
                    <a:pt x="301937" y="74514"/>
                    <a:pt x="306268" y="70080"/>
                    <a:pt x="304427" y="64782"/>
                  </a:cubicBezTo>
                  <a:cubicBezTo>
                    <a:pt x="300635" y="54509"/>
                    <a:pt x="299556" y="48345"/>
                    <a:pt x="295118" y="46939"/>
                  </a:cubicBezTo>
                  <a:cubicBezTo>
                    <a:pt x="280182" y="42073"/>
                    <a:pt x="277039" y="39802"/>
                    <a:pt x="276175" y="44885"/>
                  </a:cubicBezTo>
                  <a:cubicBezTo>
                    <a:pt x="273902" y="58618"/>
                    <a:pt x="274010" y="62835"/>
                    <a:pt x="269895" y="64565"/>
                  </a:cubicBezTo>
                  <a:cubicBezTo>
                    <a:pt x="267190" y="65214"/>
                    <a:pt x="260262" y="70513"/>
                    <a:pt x="260701" y="64565"/>
                  </a:cubicBezTo>
                  <a:lnTo>
                    <a:pt x="262320" y="42289"/>
                  </a:lnTo>
                  <a:cubicBezTo>
                    <a:pt x="262752" y="36450"/>
                    <a:pt x="268924" y="29854"/>
                    <a:pt x="268492" y="30502"/>
                  </a:cubicBezTo>
                  <a:cubicBezTo>
                    <a:pt x="269787" y="28880"/>
                    <a:pt x="269463" y="26609"/>
                    <a:pt x="267952" y="25419"/>
                  </a:cubicBezTo>
                  <a:cubicBezTo>
                    <a:pt x="242298" y="6496"/>
                    <a:pt x="241212" y="4441"/>
                    <a:pt x="236996" y="6387"/>
                  </a:cubicBezTo>
                  <a:cubicBezTo>
                    <a:pt x="232449" y="7793"/>
                    <a:pt x="227039" y="13092"/>
                    <a:pt x="223572" y="8442"/>
                  </a:cubicBezTo>
                  <a:cubicBezTo>
                    <a:pt x="221407" y="6171"/>
                    <a:pt x="218918" y="115"/>
                    <a:pt x="214047" y="115"/>
                  </a:cubicBezTo>
                  <a:cubicBezTo>
                    <a:pt x="207443" y="981"/>
                    <a:pt x="198788" y="-2371"/>
                    <a:pt x="199544" y="4116"/>
                  </a:cubicBezTo>
                  <a:cubicBezTo>
                    <a:pt x="199544" y="6496"/>
                    <a:pt x="202033" y="14173"/>
                    <a:pt x="197270" y="14930"/>
                  </a:cubicBezTo>
                  <a:cubicBezTo>
                    <a:pt x="193270" y="16228"/>
                    <a:pt x="185364" y="14606"/>
                    <a:pt x="186450" y="20770"/>
                  </a:cubicBezTo>
                  <a:cubicBezTo>
                    <a:pt x="195537" y="73757"/>
                    <a:pt x="195105" y="73433"/>
                    <a:pt x="197486" y="77867"/>
                  </a:cubicBezTo>
                  <a:cubicBezTo>
                    <a:pt x="215673" y="112254"/>
                    <a:pt x="219457" y="116688"/>
                    <a:pt x="214587" y="116471"/>
                  </a:cubicBezTo>
                  <a:cubicBezTo>
                    <a:pt x="213615" y="116255"/>
                    <a:pt x="208745" y="117120"/>
                    <a:pt x="205824" y="113011"/>
                  </a:cubicBezTo>
                  <a:lnTo>
                    <a:pt x="187961" y="88247"/>
                  </a:lnTo>
                  <a:cubicBezTo>
                    <a:pt x="184177" y="82949"/>
                    <a:pt x="154516" y="24879"/>
                    <a:pt x="154846" y="25636"/>
                  </a:cubicBezTo>
                  <a:cubicBezTo>
                    <a:pt x="151919" y="20013"/>
                    <a:pt x="139041" y="21743"/>
                    <a:pt x="135904" y="25636"/>
                  </a:cubicBezTo>
                  <a:lnTo>
                    <a:pt x="120207" y="45425"/>
                  </a:lnTo>
                  <a:cubicBezTo>
                    <a:pt x="115012" y="51913"/>
                    <a:pt x="125077" y="68891"/>
                    <a:pt x="118149" y="66079"/>
                  </a:cubicBezTo>
                  <a:cubicBezTo>
                    <a:pt x="99538" y="58293"/>
                    <a:pt x="94991" y="57969"/>
                    <a:pt x="97264" y="53211"/>
                  </a:cubicBezTo>
                  <a:cubicBezTo>
                    <a:pt x="98128" y="50724"/>
                    <a:pt x="103538" y="43587"/>
                    <a:pt x="98559" y="43479"/>
                  </a:cubicBezTo>
                  <a:cubicBezTo>
                    <a:pt x="79942" y="43046"/>
                    <a:pt x="73668" y="43911"/>
                    <a:pt x="77344" y="40559"/>
                  </a:cubicBezTo>
                  <a:cubicBezTo>
                    <a:pt x="86221" y="32449"/>
                    <a:pt x="89358" y="28556"/>
                    <a:pt x="93905" y="29205"/>
                  </a:cubicBezTo>
                  <a:cubicBezTo>
                    <a:pt x="108193" y="31367"/>
                    <a:pt x="110466" y="32340"/>
                    <a:pt x="112955" y="28556"/>
                  </a:cubicBezTo>
                  <a:cubicBezTo>
                    <a:pt x="120746" y="16552"/>
                    <a:pt x="124861" y="11902"/>
                    <a:pt x="120423" y="12876"/>
                  </a:cubicBezTo>
                  <a:cubicBezTo>
                    <a:pt x="71502" y="24014"/>
                    <a:pt x="72474" y="24987"/>
                    <a:pt x="69445" y="21094"/>
                  </a:cubicBezTo>
                  <a:lnTo>
                    <a:pt x="67171" y="18066"/>
                  </a:lnTo>
                  <a:cubicBezTo>
                    <a:pt x="64143" y="14281"/>
                    <a:pt x="58510" y="17958"/>
                    <a:pt x="59056" y="17850"/>
                  </a:cubicBezTo>
                  <a:cubicBezTo>
                    <a:pt x="52344" y="20986"/>
                    <a:pt x="57215" y="39478"/>
                    <a:pt x="51913" y="33854"/>
                  </a:cubicBezTo>
                  <a:cubicBezTo>
                    <a:pt x="38920" y="19904"/>
                    <a:pt x="37085" y="16444"/>
                    <a:pt x="32970" y="18391"/>
                  </a:cubicBezTo>
                  <a:cubicBezTo>
                    <a:pt x="28316" y="21310"/>
                    <a:pt x="19870" y="21959"/>
                    <a:pt x="22252" y="27691"/>
                  </a:cubicBezTo>
                  <a:cubicBezTo>
                    <a:pt x="22906" y="30177"/>
                    <a:pt x="27560" y="36450"/>
                    <a:pt x="23122" y="38721"/>
                  </a:cubicBezTo>
                  <a:cubicBezTo>
                    <a:pt x="22576" y="38829"/>
                    <a:pt x="18359" y="42181"/>
                    <a:pt x="15762" y="38180"/>
                  </a:cubicBezTo>
                  <a:lnTo>
                    <a:pt x="8079" y="26609"/>
                  </a:lnTo>
                  <a:cubicBezTo>
                    <a:pt x="5367" y="22500"/>
                    <a:pt x="-691" y="24554"/>
                    <a:pt x="65" y="29854"/>
                  </a:cubicBezTo>
                  <a:cubicBezTo>
                    <a:pt x="5151" y="67485"/>
                    <a:pt x="4827" y="68350"/>
                    <a:pt x="7424" y="72567"/>
                  </a:cubicBezTo>
                  <a:cubicBezTo>
                    <a:pt x="7424" y="72567"/>
                    <a:pt x="19223" y="93979"/>
                    <a:pt x="23554" y="92573"/>
                  </a:cubicBezTo>
                  <a:lnTo>
                    <a:pt x="23122" y="9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351514C-B755-006B-58F3-316CC9DC8BB1}"/>
                </a:ext>
              </a:extLst>
            </p:cNvPr>
            <p:cNvSpPr/>
            <p:nvPr/>
          </p:nvSpPr>
          <p:spPr>
            <a:xfrm>
              <a:off x="6027757" y="394347"/>
              <a:ext cx="59256" cy="71223"/>
            </a:xfrm>
            <a:custGeom>
              <a:avLst/>
              <a:gdLst>
                <a:gd name="csX0" fmla="*/ 39559 w 59256"/>
                <a:gd name="csY0" fmla="*/ 58153 h 71223"/>
                <a:gd name="csX1" fmla="*/ 50602 w 59256"/>
                <a:gd name="csY1" fmla="*/ 71129 h 71223"/>
                <a:gd name="csX2" fmla="*/ 58609 w 59256"/>
                <a:gd name="csY2" fmla="*/ 65938 h 71223"/>
                <a:gd name="csX3" fmla="*/ 43674 w 59256"/>
                <a:gd name="csY3" fmla="*/ 44635 h 71223"/>
                <a:gd name="csX4" fmla="*/ 27653 w 59256"/>
                <a:gd name="csY4" fmla="*/ 30037 h 71223"/>
                <a:gd name="csX5" fmla="*/ 9689 w 59256"/>
                <a:gd name="csY5" fmla="*/ 948 h 71223"/>
                <a:gd name="csX6" fmla="*/ 380 w 59256"/>
                <a:gd name="csY6" fmla="*/ 3219 h 71223"/>
                <a:gd name="csX7" fmla="*/ 22135 w 59256"/>
                <a:gd name="csY7" fmla="*/ 48961 h 71223"/>
                <a:gd name="csX8" fmla="*/ 39343 w 59256"/>
                <a:gd name="csY8" fmla="*/ 58153 h 71223"/>
                <a:gd name="csX9" fmla="*/ 39559 w 59256"/>
                <a:gd name="csY9" fmla="*/ 58153 h 71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9256" h="71223">
                  <a:moveTo>
                    <a:pt x="39559" y="58153"/>
                  </a:moveTo>
                  <a:cubicBezTo>
                    <a:pt x="43458" y="63775"/>
                    <a:pt x="45401" y="72211"/>
                    <a:pt x="50602" y="71129"/>
                  </a:cubicBezTo>
                  <a:cubicBezTo>
                    <a:pt x="53199" y="70156"/>
                    <a:pt x="61638" y="70696"/>
                    <a:pt x="58609" y="65938"/>
                  </a:cubicBezTo>
                  <a:cubicBezTo>
                    <a:pt x="50602" y="53394"/>
                    <a:pt x="47783" y="47772"/>
                    <a:pt x="43674" y="44635"/>
                  </a:cubicBezTo>
                  <a:cubicBezTo>
                    <a:pt x="35552" y="38255"/>
                    <a:pt x="30142" y="35011"/>
                    <a:pt x="27653" y="30037"/>
                  </a:cubicBezTo>
                  <a:cubicBezTo>
                    <a:pt x="14560" y="4408"/>
                    <a:pt x="14229" y="1488"/>
                    <a:pt x="9689" y="948"/>
                  </a:cubicBezTo>
                  <a:cubicBezTo>
                    <a:pt x="6654" y="948"/>
                    <a:pt x="-1893" y="-2296"/>
                    <a:pt x="380" y="3219"/>
                  </a:cubicBezTo>
                  <a:cubicBezTo>
                    <a:pt x="18452" y="46690"/>
                    <a:pt x="17912" y="47339"/>
                    <a:pt x="22135" y="48961"/>
                  </a:cubicBezTo>
                  <a:cubicBezTo>
                    <a:pt x="22135" y="48961"/>
                    <a:pt x="36854" y="53719"/>
                    <a:pt x="39343" y="58153"/>
                  </a:cubicBezTo>
                  <a:lnTo>
                    <a:pt x="39559" y="58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301E86CE-2BF8-6646-768B-CCCACA2EB136}"/>
                </a:ext>
              </a:extLst>
            </p:cNvPr>
            <p:cNvSpPr/>
            <p:nvPr/>
          </p:nvSpPr>
          <p:spPr>
            <a:xfrm>
              <a:off x="6394832" y="425576"/>
              <a:ext cx="67695" cy="37652"/>
            </a:xfrm>
            <a:custGeom>
              <a:avLst/>
              <a:gdLst>
                <a:gd name="csX0" fmla="*/ 64705 w 67695"/>
                <a:gd name="csY0" fmla="*/ 7135 h 37652"/>
                <a:gd name="csX1" fmla="*/ 27684 w 67695"/>
                <a:gd name="csY1" fmla="*/ 862 h 37652"/>
                <a:gd name="csX2" fmla="*/ 1332 w 67695"/>
                <a:gd name="csY2" fmla="*/ 14488 h 37652"/>
                <a:gd name="csX3" fmla="*/ 15238 w 67695"/>
                <a:gd name="csY3" fmla="*/ 24977 h 37652"/>
                <a:gd name="csX4" fmla="*/ 20889 w 67695"/>
                <a:gd name="csY4" fmla="*/ 37629 h 37652"/>
                <a:gd name="csX5" fmla="*/ 67435 w 67695"/>
                <a:gd name="csY5" fmla="*/ 29411 h 37652"/>
                <a:gd name="csX6" fmla="*/ 64641 w 67695"/>
                <a:gd name="csY6" fmla="*/ 7135 h 37652"/>
                <a:gd name="csX7" fmla="*/ 64705 w 67695"/>
                <a:gd name="csY7" fmla="*/ 7135 h 37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7695" h="37652">
                  <a:moveTo>
                    <a:pt x="64705" y="7135"/>
                  </a:moveTo>
                  <a:cubicBezTo>
                    <a:pt x="21651" y="1511"/>
                    <a:pt x="33907" y="-1624"/>
                    <a:pt x="27684" y="862"/>
                  </a:cubicBezTo>
                  <a:cubicBezTo>
                    <a:pt x="2284" y="11244"/>
                    <a:pt x="-2923" y="12325"/>
                    <a:pt x="1332" y="14488"/>
                  </a:cubicBezTo>
                  <a:cubicBezTo>
                    <a:pt x="10730" y="19138"/>
                    <a:pt x="14413" y="19895"/>
                    <a:pt x="15238" y="24977"/>
                  </a:cubicBezTo>
                  <a:cubicBezTo>
                    <a:pt x="16571" y="29195"/>
                    <a:pt x="15683" y="38170"/>
                    <a:pt x="20889" y="37629"/>
                  </a:cubicBezTo>
                  <a:cubicBezTo>
                    <a:pt x="64324" y="33844"/>
                    <a:pt x="67308" y="35142"/>
                    <a:pt x="67435" y="29411"/>
                  </a:cubicBezTo>
                  <a:cubicBezTo>
                    <a:pt x="67435" y="29411"/>
                    <a:pt x="68959" y="7675"/>
                    <a:pt x="64641" y="7135"/>
                  </a:cubicBezTo>
                  <a:lnTo>
                    <a:pt x="64705" y="71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FBEC54DD-10AD-48DD-1AB1-4D6888C88FD1}"/>
                </a:ext>
              </a:extLst>
            </p:cNvPr>
            <p:cNvSpPr/>
            <p:nvPr/>
          </p:nvSpPr>
          <p:spPr>
            <a:xfrm>
              <a:off x="6415532" y="465991"/>
              <a:ext cx="126357" cy="86342"/>
            </a:xfrm>
            <a:custGeom>
              <a:avLst/>
              <a:gdLst>
                <a:gd name="csX0" fmla="*/ 122809 w 126357"/>
                <a:gd name="csY0" fmla="*/ 39171 h 86342"/>
                <a:gd name="csX1" fmla="*/ 98996 w 126357"/>
                <a:gd name="csY1" fmla="*/ 35170 h 86342"/>
                <a:gd name="csX2" fmla="*/ 85724 w 126357"/>
                <a:gd name="csY2" fmla="*/ 17760 h 86342"/>
                <a:gd name="csX3" fmla="*/ 86486 w 126357"/>
                <a:gd name="csY3" fmla="*/ 2837 h 86342"/>
                <a:gd name="csX4" fmla="*/ 71119 w 126357"/>
                <a:gd name="csY4" fmla="*/ 891 h 86342"/>
                <a:gd name="csX5" fmla="*/ 48894 w 126357"/>
                <a:gd name="csY5" fmla="*/ 9001 h 86342"/>
                <a:gd name="csX6" fmla="*/ 33845 w 126357"/>
                <a:gd name="csY6" fmla="*/ 3054 h 86342"/>
                <a:gd name="csX7" fmla="*/ 4952 w 126357"/>
                <a:gd name="csY7" fmla="*/ 16571 h 86342"/>
                <a:gd name="csX8" fmla="*/ 22923 w 126357"/>
                <a:gd name="csY8" fmla="*/ 35279 h 86342"/>
                <a:gd name="csX9" fmla="*/ 1714 w 126357"/>
                <a:gd name="csY9" fmla="*/ 67179 h 86342"/>
                <a:gd name="csX10" fmla="*/ 65976 w 126357"/>
                <a:gd name="csY10" fmla="*/ 53986 h 86342"/>
                <a:gd name="csX11" fmla="*/ 73596 w 126357"/>
                <a:gd name="csY11" fmla="*/ 63718 h 86342"/>
                <a:gd name="csX12" fmla="*/ 67500 w 126357"/>
                <a:gd name="csY12" fmla="*/ 85670 h 86342"/>
                <a:gd name="csX13" fmla="*/ 108140 w 126357"/>
                <a:gd name="csY13" fmla="*/ 60583 h 86342"/>
                <a:gd name="csX14" fmla="*/ 125729 w 126357"/>
                <a:gd name="csY14" fmla="*/ 55068 h 86342"/>
                <a:gd name="csX15" fmla="*/ 122936 w 126357"/>
                <a:gd name="csY15" fmla="*/ 39280 h 86342"/>
                <a:gd name="csX16" fmla="*/ 122809 w 126357"/>
                <a:gd name="csY16" fmla="*/ 39171 h 863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26357" h="86342">
                  <a:moveTo>
                    <a:pt x="122809" y="39171"/>
                  </a:moveTo>
                  <a:cubicBezTo>
                    <a:pt x="105599" y="37874"/>
                    <a:pt x="102488" y="38414"/>
                    <a:pt x="98996" y="35170"/>
                  </a:cubicBezTo>
                  <a:cubicBezTo>
                    <a:pt x="87884" y="24681"/>
                    <a:pt x="84327" y="22843"/>
                    <a:pt x="85724" y="17760"/>
                  </a:cubicBezTo>
                  <a:cubicBezTo>
                    <a:pt x="86677" y="12353"/>
                    <a:pt x="91630" y="4243"/>
                    <a:pt x="86486" y="2837"/>
                  </a:cubicBezTo>
                  <a:cubicBezTo>
                    <a:pt x="77914" y="458"/>
                    <a:pt x="74866" y="-1056"/>
                    <a:pt x="71119" y="891"/>
                  </a:cubicBezTo>
                  <a:cubicBezTo>
                    <a:pt x="54228" y="9650"/>
                    <a:pt x="52704" y="11380"/>
                    <a:pt x="48894" y="9001"/>
                  </a:cubicBezTo>
                  <a:cubicBezTo>
                    <a:pt x="42100" y="4892"/>
                    <a:pt x="38099" y="1540"/>
                    <a:pt x="33845" y="3054"/>
                  </a:cubicBezTo>
                  <a:cubicBezTo>
                    <a:pt x="6159" y="12894"/>
                    <a:pt x="1079" y="13543"/>
                    <a:pt x="4952" y="16571"/>
                  </a:cubicBezTo>
                  <a:cubicBezTo>
                    <a:pt x="21970" y="29764"/>
                    <a:pt x="25971" y="31169"/>
                    <a:pt x="22923" y="35279"/>
                  </a:cubicBezTo>
                  <a:cubicBezTo>
                    <a:pt x="1523" y="64043"/>
                    <a:pt x="-3049" y="68260"/>
                    <a:pt x="1714" y="67179"/>
                  </a:cubicBezTo>
                  <a:cubicBezTo>
                    <a:pt x="61975" y="52256"/>
                    <a:pt x="61912" y="51067"/>
                    <a:pt x="65976" y="53986"/>
                  </a:cubicBezTo>
                  <a:cubicBezTo>
                    <a:pt x="68579" y="56474"/>
                    <a:pt x="75628" y="58095"/>
                    <a:pt x="73596" y="63718"/>
                  </a:cubicBezTo>
                  <a:cubicBezTo>
                    <a:pt x="66230" y="83292"/>
                    <a:pt x="63499" y="88374"/>
                    <a:pt x="67500" y="85670"/>
                  </a:cubicBezTo>
                  <a:cubicBezTo>
                    <a:pt x="102679" y="62313"/>
                    <a:pt x="103250" y="61015"/>
                    <a:pt x="108140" y="60583"/>
                  </a:cubicBezTo>
                  <a:cubicBezTo>
                    <a:pt x="122364" y="59285"/>
                    <a:pt x="125539" y="60258"/>
                    <a:pt x="125729" y="55068"/>
                  </a:cubicBezTo>
                  <a:cubicBezTo>
                    <a:pt x="125729" y="55068"/>
                    <a:pt x="128333" y="39604"/>
                    <a:pt x="122936" y="39280"/>
                  </a:cubicBezTo>
                  <a:lnTo>
                    <a:pt x="122809" y="39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3E7AB25C-B899-87AC-7DEB-4D23D650771A}"/>
                </a:ext>
              </a:extLst>
            </p:cNvPr>
            <p:cNvSpPr/>
            <p:nvPr/>
          </p:nvSpPr>
          <p:spPr>
            <a:xfrm>
              <a:off x="6621820" y="397229"/>
              <a:ext cx="26731" cy="25886"/>
            </a:xfrm>
            <a:custGeom>
              <a:avLst/>
              <a:gdLst>
                <a:gd name="csX0" fmla="*/ 2246 w 26731"/>
                <a:gd name="csY0" fmla="*/ 18504 h 25886"/>
                <a:gd name="csX1" fmla="*/ 15898 w 26731"/>
                <a:gd name="csY1" fmla="*/ 25316 h 25886"/>
                <a:gd name="csX2" fmla="*/ 25550 w 26731"/>
                <a:gd name="csY2" fmla="*/ 16666 h 25886"/>
                <a:gd name="csX3" fmla="*/ 1166 w 26731"/>
                <a:gd name="csY3" fmla="*/ 2391 h 25886"/>
                <a:gd name="csX4" fmla="*/ 2246 w 26731"/>
                <a:gd name="csY4" fmla="*/ 18504 h 25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731" h="25886">
                  <a:moveTo>
                    <a:pt x="2246" y="18504"/>
                  </a:moveTo>
                  <a:cubicBezTo>
                    <a:pt x="6945" y="21532"/>
                    <a:pt x="11009" y="27803"/>
                    <a:pt x="15898" y="25316"/>
                  </a:cubicBezTo>
                  <a:cubicBezTo>
                    <a:pt x="20534" y="22288"/>
                    <a:pt x="30059" y="20126"/>
                    <a:pt x="25550" y="16666"/>
                  </a:cubicBezTo>
                  <a:cubicBezTo>
                    <a:pt x="4341" y="337"/>
                    <a:pt x="1801" y="-3016"/>
                    <a:pt x="1166" y="2391"/>
                  </a:cubicBezTo>
                  <a:cubicBezTo>
                    <a:pt x="1166" y="2391"/>
                    <a:pt x="-2073" y="14935"/>
                    <a:pt x="2246" y="185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78D87121-185B-A47D-8DD6-FE031F9A325B}"/>
                </a:ext>
              </a:extLst>
            </p:cNvPr>
            <p:cNvSpPr/>
            <p:nvPr/>
          </p:nvSpPr>
          <p:spPr>
            <a:xfrm>
              <a:off x="6675847" y="381673"/>
              <a:ext cx="68297" cy="21383"/>
            </a:xfrm>
            <a:custGeom>
              <a:avLst/>
              <a:gdLst>
                <a:gd name="csX0" fmla="*/ 36357 w 68297"/>
                <a:gd name="csY0" fmla="*/ 14703 h 21383"/>
                <a:gd name="csX1" fmla="*/ 51089 w 68297"/>
                <a:gd name="csY1" fmla="*/ 20110 h 21383"/>
                <a:gd name="csX2" fmla="*/ 66647 w 68297"/>
                <a:gd name="csY2" fmla="*/ 5079 h 21383"/>
                <a:gd name="csX3" fmla="*/ 30071 w 68297"/>
                <a:gd name="csY3" fmla="*/ 429 h 21383"/>
                <a:gd name="csX4" fmla="*/ 860 w 68297"/>
                <a:gd name="csY4" fmla="*/ 11135 h 21383"/>
                <a:gd name="csX5" fmla="*/ 11783 w 68297"/>
                <a:gd name="csY5" fmla="*/ 21083 h 21383"/>
                <a:gd name="csX6" fmla="*/ 36230 w 68297"/>
                <a:gd name="csY6" fmla="*/ 14703 h 21383"/>
                <a:gd name="csX7" fmla="*/ 36357 w 68297"/>
                <a:gd name="csY7" fmla="*/ 14703 h 21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8297" h="21383">
                  <a:moveTo>
                    <a:pt x="36357" y="14703"/>
                  </a:moveTo>
                  <a:cubicBezTo>
                    <a:pt x="41882" y="17515"/>
                    <a:pt x="46644" y="23571"/>
                    <a:pt x="51089" y="20110"/>
                  </a:cubicBezTo>
                  <a:cubicBezTo>
                    <a:pt x="66773" y="8107"/>
                    <a:pt x="71091" y="5836"/>
                    <a:pt x="66647" y="5079"/>
                  </a:cubicBezTo>
                  <a:cubicBezTo>
                    <a:pt x="36039" y="105"/>
                    <a:pt x="34579" y="-652"/>
                    <a:pt x="30071" y="429"/>
                  </a:cubicBezTo>
                  <a:cubicBezTo>
                    <a:pt x="1241" y="7458"/>
                    <a:pt x="-2061" y="6917"/>
                    <a:pt x="860" y="11135"/>
                  </a:cubicBezTo>
                  <a:cubicBezTo>
                    <a:pt x="4162" y="15028"/>
                    <a:pt x="6766" y="23030"/>
                    <a:pt x="11783" y="21083"/>
                  </a:cubicBezTo>
                  <a:cubicBezTo>
                    <a:pt x="30261" y="13947"/>
                    <a:pt x="32420" y="12324"/>
                    <a:pt x="36230" y="14703"/>
                  </a:cubicBezTo>
                  <a:lnTo>
                    <a:pt x="36357" y="14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FAB2FEFF-1257-9ED2-C12C-539519DD654E}"/>
                </a:ext>
              </a:extLst>
            </p:cNvPr>
            <p:cNvSpPr/>
            <p:nvPr/>
          </p:nvSpPr>
          <p:spPr>
            <a:xfrm>
              <a:off x="6333059" y="792165"/>
              <a:ext cx="25903" cy="23973"/>
            </a:xfrm>
            <a:custGeom>
              <a:avLst/>
              <a:gdLst>
                <a:gd name="csX0" fmla="*/ 14045 w 25903"/>
                <a:gd name="csY0" fmla="*/ 105 h 23973"/>
                <a:gd name="csX1" fmla="*/ 735 w 25903"/>
                <a:gd name="csY1" fmla="*/ 6157 h 23973"/>
                <a:gd name="csX2" fmla="*/ 16642 w 25903"/>
                <a:gd name="csY2" fmla="*/ 22597 h 23973"/>
                <a:gd name="csX3" fmla="*/ 24561 w 25903"/>
                <a:gd name="csY3" fmla="*/ 5509 h 23973"/>
                <a:gd name="csX4" fmla="*/ 14045 w 25903"/>
                <a:gd name="csY4" fmla="*/ 105 h 23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03" h="23973">
                  <a:moveTo>
                    <a:pt x="14045" y="105"/>
                  </a:moveTo>
                  <a:cubicBezTo>
                    <a:pt x="6793" y="2264"/>
                    <a:pt x="-2732" y="1185"/>
                    <a:pt x="735" y="6157"/>
                  </a:cubicBezTo>
                  <a:cubicBezTo>
                    <a:pt x="11664" y="21733"/>
                    <a:pt x="13613" y="26705"/>
                    <a:pt x="16642" y="22597"/>
                  </a:cubicBezTo>
                  <a:cubicBezTo>
                    <a:pt x="21386" y="14704"/>
                    <a:pt x="29006" y="9294"/>
                    <a:pt x="24561" y="5509"/>
                  </a:cubicBezTo>
                  <a:cubicBezTo>
                    <a:pt x="22401" y="3998"/>
                    <a:pt x="18909" y="-765"/>
                    <a:pt x="14045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73E4F9C-38EA-358D-0E20-BED14BEE41EA}"/>
                </a:ext>
              </a:extLst>
            </p:cNvPr>
            <p:cNvSpPr/>
            <p:nvPr/>
          </p:nvSpPr>
          <p:spPr>
            <a:xfrm>
              <a:off x="5293321" y="1081629"/>
              <a:ext cx="40098" cy="31516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954F63F0-620A-8CC1-0B6A-5E406875329A}"/>
                </a:ext>
              </a:extLst>
            </p:cNvPr>
            <p:cNvSpPr/>
            <p:nvPr/>
          </p:nvSpPr>
          <p:spPr>
            <a:xfrm>
              <a:off x="5293321" y="1081629"/>
              <a:ext cx="40098" cy="31516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E097265F-913F-412C-D508-BCABAB0FA7EA}"/>
                </a:ext>
              </a:extLst>
            </p:cNvPr>
            <p:cNvSpPr/>
            <p:nvPr/>
          </p:nvSpPr>
          <p:spPr>
            <a:xfrm>
              <a:off x="5814560" y="2263435"/>
              <a:ext cx="8878" cy="7071"/>
            </a:xfrm>
            <a:custGeom>
              <a:avLst/>
              <a:gdLst>
                <a:gd name="csX0" fmla="*/ 7171 w 8878"/>
                <a:gd name="csY0" fmla="*/ 41 h 7071"/>
                <a:gd name="csX1" fmla="*/ 1322 w 8878"/>
                <a:gd name="csY1" fmla="*/ 6315 h 7071"/>
                <a:gd name="csX2" fmla="*/ 6517 w 8878"/>
                <a:gd name="csY2" fmla="*/ 5775 h 7071"/>
                <a:gd name="csX3" fmla="*/ 7279 w 8878"/>
                <a:gd name="csY3" fmla="*/ 41 h 7071"/>
                <a:gd name="csX4" fmla="*/ 7171 w 8878"/>
                <a:gd name="csY4" fmla="*/ 41 h 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78" h="7071">
                  <a:moveTo>
                    <a:pt x="7171" y="41"/>
                  </a:moveTo>
                  <a:cubicBezTo>
                    <a:pt x="-405" y="-498"/>
                    <a:pt x="-1275" y="4372"/>
                    <a:pt x="1322" y="6315"/>
                  </a:cubicBezTo>
                  <a:cubicBezTo>
                    <a:pt x="1970" y="6423"/>
                    <a:pt x="4243" y="8265"/>
                    <a:pt x="6517" y="5775"/>
                  </a:cubicBezTo>
                  <a:cubicBezTo>
                    <a:pt x="6517" y="5775"/>
                    <a:pt x="11279" y="1775"/>
                    <a:pt x="7279" y="41"/>
                  </a:cubicBezTo>
                  <a:lnTo>
                    <a:pt x="7171" y="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21C43D3B-947F-F998-D311-6C5C463A0381}"/>
                </a:ext>
              </a:extLst>
            </p:cNvPr>
            <p:cNvSpPr/>
            <p:nvPr/>
          </p:nvSpPr>
          <p:spPr>
            <a:xfrm>
              <a:off x="5827639" y="2254483"/>
              <a:ext cx="15371" cy="8339"/>
            </a:xfrm>
            <a:custGeom>
              <a:avLst/>
              <a:gdLst>
                <a:gd name="csX0" fmla="*/ 13567 w 15371"/>
                <a:gd name="csY0" fmla="*/ 128 h 8339"/>
                <a:gd name="csX1" fmla="*/ 149 w 15371"/>
                <a:gd name="csY1" fmla="*/ 5970 h 8339"/>
                <a:gd name="csX2" fmla="*/ 2315 w 15371"/>
                <a:gd name="csY2" fmla="*/ 8237 h 8339"/>
                <a:gd name="csX3" fmla="*/ 9782 w 15371"/>
                <a:gd name="csY3" fmla="*/ 6294 h 8339"/>
                <a:gd name="csX4" fmla="*/ 13458 w 15371"/>
                <a:gd name="csY4" fmla="*/ 128 h 8339"/>
                <a:gd name="csX5" fmla="*/ 13567 w 15371"/>
                <a:gd name="csY5" fmla="*/ 128 h 8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71" h="8339">
                  <a:moveTo>
                    <a:pt x="13567" y="128"/>
                  </a:moveTo>
                  <a:cubicBezTo>
                    <a:pt x="4804" y="2186"/>
                    <a:pt x="1552" y="2294"/>
                    <a:pt x="149" y="5970"/>
                  </a:cubicBezTo>
                  <a:cubicBezTo>
                    <a:pt x="-391" y="7697"/>
                    <a:pt x="581" y="8669"/>
                    <a:pt x="2315" y="8237"/>
                  </a:cubicBezTo>
                  <a:lnTo>
                    <a:pt x="9782" y="6294"/>
                  </a:lnTo>
                  <a:cubicBezTo>
                    <a:pt x="14221" y="5100"/>
                    <a:pt x="17681" y="-951"/>
                    <a:pt x="13458" y="128"/>
                  </a:cubicBezTo>
                  <a:lnTo>
                    <a:pt x="13567" y="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7929A0D1-FACA-79B5-4D03-C5E45060BDCE}"/>
                </a:ext>
              </a:extLst>
            </p:cNvPr>
            <p:cNvSpPr/>
            <p:nvPr/>
          </p:nvSpPr>
          <p:spPr>
            <a:xfrm>
              <a:off x="5849453" y="2251860"/>
              <a:ext cx="15358" cy="5844"/>
            </a:xfrm>
            <a:custGeom>
              <a:avLst/>
              <a:gdLst>
                <a:gd name="csX0" fmla="*/ 3233 w 15358"/>
                <a:gd name="csY0" fmla="*/ 1348 h 5844"/>
                <a:gd name="csX1" fmla="*/ 1716 w 15358"/>
                <a:gd name="csY1" fmla="*/ 5780 h 5844"/>
                <a:gd name="csX2" fmla="*/ 14054 w 15358"/>
                <a:gd name="csY2" fmla="*/ 2427 h 5844"/>
                <a:gd name="csX3" fmla="*/ 3233 w 15358"/>
                <a:gd name="csY3" fmla="*/ 1348 h 5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358" h="5844">
                  <a:moveTo>
                    <a:pt x="3233" y="1348"/>
                  </a:moveTo>
                  <a:cubicBezTo>
                    <a:pt x="2802" y="1995"/>
                    <a:pt x="-2723" y="6428"/>
                    <a:pt x="1716" y="5780"/>
                  </a:cubicBezTo>
                  <a:cubicBezTo>
                    <a:pt x="10917" y="4586"/>
                    <a:pt x="18493" y="4262"/>
                    <a:pt x="14054" y="2427"/>
                  </a:cubicBezTo>
                  <a:cubicBezTo>
                    <a:pt x="14054" y="2427"/>
                    <a:pt x="6802" y="-2221"/>
                    <a:pt x="3233" y="13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D0325F76-0143-E87B-3375-C85207F5129F}"/>
                </a:ext>
              </a:extLst>
            </p:cNvPr>
            <p:cNvSpPr/>
            <p:nvPr/>
          </p:nvSpPr>
          <p:spPr>
            <a:xfrm>
              <a:off x="5879009" y="2246158"/>
              <a:ext cx="8368" cy="7480"/>
            </a:xfrm>
            <a:custGeom>
              <a:avLst/>
              <a:gdLst>
                <a:gd name="csX0" fmla="*/ 3655 w 8368"/>
                <a:gd name="csY0" fmla="*/ 992 h 7480"/>
                <a:gd name="csX1" fmla="*/ 1814 w 8368"/>
                <a:gd name="csY1" fmla="*/ 7266 h 7480"/>
                <a:gd name="csX2" fmla="*/ 8088 w 8368"/>
                <a:gd name="csY2" fmla="*/ 4237 h 7480"/>
                <a:gd name="csX3" fmla="*/ 3655 w 8368"/>
                <a:gd name="csY3" fmla="*/ 992 h 7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8" h="7480">
                  <a:moveTo>
                    <a:pt x="3655" y="992"/>
                  </a:moveTo>
                  <a:cubicBezTo>
                    <a:pt x="3109" y="1964"/>
                    <a:pt x="-2948" y="7050"/>
                    <a:pt x="1814" y="7266"/>
                  </a:cubicBezTo>
                  <a:cubicBezTo>
                    <a:pt x="3002" y="7050"/>
                    <a:pt x="9821" y="8993"/>
                    <a:pt x="8088" y="4237"/>
                  </a:cubicBezTo>
                  <a:cubicBezTo>
                    <a:pt x="8088" y="4237"/>
                    <a:pt x="6577" y="-2469"/>
                    <a:pt x="3655" y="9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3F7C723C-1BEC-BF31-9CD1-19D08D429C43}"/>
                </a:ext>
              </a:extLst>
            </p:cNvPr>
            <p:cNvSpPr/>
            <p:nvPr/>
          </p:nvSpPr>
          <p:spPr>
            <a:xfrm>
              <a:off x="5755487" y="2258888"/>
              <a:ext cx="150882" cy="145602"/>
            </a:xfrm>
            <a:custGeom>
              <a:avLst/>
              <a:gdLst>
                <a:gd name="csX0" fmla="*/ 143847 w 150882"/>
                <a:gd name="csY0" fmla="*/ 42009 h 145602"/>
                <a:gd name="csX1" fmla="*/ 150883 w 150882"/>
                <a:gd name="csY1" fmla="*/ 13999 h 145602"/>
                <a:gd name="csX2" fmla="*/ 139732 w 150882"/>
                <a:gd name="csY2" fmla="*/ 5782 h 145602"/>
                <a:gd name="csX3" fmla="*/ 127934 w 150882"/>
                <a:gd name="csY3" fmla="*/ 48 h 145602"/>
                <a:gd name="csX4" fmla="*/ 89618 w 150882"/>
                <a:gd name="csY4" fmla="*/ 6862 h 145602"/>
                <a:gd name="csX5" fmla="*/ 79553 w 150882"/>
                <a:gd name="csY5" fmla="*/ 17892 h 145602"/>
                <a:gd name="csX6" fmla="*/ 82150 w 150882"/>
                <a:gd name="csY6" fmla="*/ 30871 h 145602"/>
                <a:gd name="csX7" fmla="*/ 88538 w 150882"/>
                <a:gd name="csY7" fmla="*/ 35411 h 145602"/>
                <a:gd name="csX8" fmla="*/ 84315 w 150882"/>
                <a:gd name="csY8" fmla="*/ 45685 h 145602"/>
                <a:gd name="csX9" fmla="*/ 66999 w 150882"/>
                <a:gd name="csY9" fmla="*/ 58119 h 145602"/>
                <a:gd name="csX10" fmla="*/ 66021 w 150882"/>
                <a:gd name="csY10" fmla="*/ 52823 h 145602"/>
                <a:gd name="csX11" fmla="*/ 68510 w 150882"/>
                <a:gd name="csY11" fmla="*/ 43628 h 145602"/>
                <a:gd name="csX12" fmla="*/ 69272 w 150882"/>
                <a:gd name="csY12" fmla="*/ 43628 h 145602"/>
                <a:gd name="csX13" fmla="*/ 73927 w 150882"/>
                <a:gd name="csY13" fmla="*/ 39736 h 145602"/>
                <a:gd name="csX14" fmla="*/ 69056 w 150882"/>
                <a:gd name="csY14" fmla="*/ 33570 h 145602"/>
                <a:gd name="csX15" fmla="*/ 62776 w 150882"/>
                <a:gd name="csY15" fmla="*/ 27194 h 145602"/>
                <a:gd name="csX16" fmla="*/ 60071 w 150882"/>
                <a:gd name="csY16" fmla="*/ 19517 h 145602"/>
                <a:gd name="csX17" fmla="*/ 52819 w 150882"/>
                <a:gd name="csY17" fmla="*/ 25353 h 145602"/>
                <a:gd name="csX18" fmla="*/ 43834 w 150882"/>
                <a:gd name="csY18" fmla="*/ 60932 h 145602"/>
                <a:gd name="csX19" fmla="*/ 30849 w 150882"/>
                <a:gd name="csY19" fmla="*/ 75638 h 145602"/>
                <a:gd name="csX20" fmla="*/ 30417 w 150882"/>
                <a:gd name="csY20" fmla="*/ 83316 h 145602"/>
                <a:gd name="csX21" fmla="*/ 26734 w 150882"/>
                <a:gd name="csY21" fmla="*/ 85043 h 145602"/>
                <a:gd name="csX22" fmla="*/ 18942 w 150882"/>
                <a:gd name="csY22" fmla="*/ 87856 h 145602"/>
                <a:gd name="csX23" fmla="*/ 19482 w 150882"/>
                <a:gd name="csY23" fmla="*/ 93698 h 145602"/>
                <a:gd name="csX24" fmla="*/ 15475 w 150882"/>
                <a:gd name="csY24" fmla="*/ 95641 h 145602"/>
                <a:gd name="csX25" fmla="*/ 8439 w 150882"/>
                <a:gd name="csY25" fmla="*/ 98778 h 145602"/>
                <a:gd name="csX26" fmla="*/ 10497 w 150882"/>
                <a:gd name="csY26" fmla="*/ 109808 h 145602"/>
                <a:gd name="csX27" fmla="*/ 2381 w 150882"/>
                <a:gd name="csY27" fmla="*/ 109808 h 145602"/>
                <a:gd name="csX28" fmla="*/ 0 w 150882"/>
                <a:gd name="csY28" fmla="*/ 110240 h 145602"/>
                <a:gd name="csX29" fmla="*/ 25546 w 150882"/>
                <a:gd name="csY29" fmla="*/ 121270 h 145602"/>
                <a:gd name="csX30" fmla="*/ 58662 w 150882"/>
                <a:gd name="csY30" fmla="*/ 107865 h 145602"/>
                <a:gd name="csX31" fmla="*/ 91351 w 150882"/>
                <a:gd name="csY31" fmla="*/ 123327 h 145602"/>
                <a:gd name="csX32" fmla="*/ 88754 w 150882"/>
                <a:gd name="csY32" fmla="*/ 143545 h 145602"/>
                <a:gd name="csX33" fmla="*/ 111913 w 150882"/>
                <a:gd name="csY33" fmla="*/ 145603 h 145602"/>
                <a:gd name="csX34" fmla="*/ 120034 w 150882"/>
                <a:gd name="csY34" fmla="*/ 109160 h 145602"/>
                <a:gd name="csX35" fmla="*/ 99905 w 150882"/>
                <a:gd name="csY35" fmla="*/ 91748 h 145602"/>
                <a:gd name="csX36" fmla="*/ 108776 w 150882"/>
                <a:gd name="csY36" fmla="*/ 77366 h 145602"/>
                <a:gd name="csX37" fmla="*/ 132049 w 150882"/>
                <a:gd name="csY37" fmla="*/ 79855 h 145602"/>
                <a:gd name="csX38" fmla="*/ 141574 w 150882"/>
                <a:gd name="csY38" fmla="*/ 60932 h 145602"/>
                <a:gd name="csX39" fmla="*/ 127826 w 150882"/>
                <a:gd name="csY39" fmla="*/ 42764 h 145602"/>
                <a:gd name="csX40" fmla="*/ 143847 w 150882"/>
                <a:gd name="csY40" fmla="*/ 42009 h 14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50882" h="145602">
                  <a:moveTo>
                    <a:pt x="143847" y="42009"/>
                  </a:moveTo>
                  <a:lnTo>
                    <a:pt x="150883" y="13999"/>
                  </a:lnTo>
                  <a:lnTo>
                    <a:pt x="139732" y="5782"/>
                  </a:lnTo>
                  <a:cubicBezTo>
                    <a:pt x="137566" y="7725"/>
                    <a:pt x="134322" y="-708"/>
                    <a:pt x="127934" y="48"/>
                  </a:cubicBezTo>
                  <a:cubicBezTo>
                    <a:pt x="100768" y="3617"/>
                    <a:pt x="93840" y="3725"/>
                    <a:pt x="89618" y="6862"/>
                  </a:cubicBezTo>
                  <a:cubicBezTo>
                    <a:pt x="85833" y="10322"/>
                    <a:pt x="79877" y="12157"/>
                    <a:pt x="79553" y="17892"/>
                  </a:cubicBezTo>
                  <a:cubicBezTo>
                    <a:pt x="79769" y="22216"/>
                    <a:pt x="76956" y="30217"/>
                    <a:pt x="82150" y="30871"/>
                  </a:cubicBezTo>
                  <a:cubicBezTo>
                    <a:pt x="83236" y="31303"/>
                    <a:pt x="89402" y="30547"/>
                    <a:pt x="88538" y="35411"/>
                  </a:cubicBezTo>
                  <a:cubicBezTo>
                    <a:pt x="88106" y="36815"/>
                    <a:pt x="87999" y="42549"/>
                    <a:pt x="84315" y="45685"/>
                  </a:cubicBezTo>
                  <a:cubicBezTo>
                    <a:pt x="72949" y="55414"/>
                    <a:pt x="70460" y="58335"/>
                    <a:pt x="66999" y="58119"/>
                  </a:cubicBezTo>
                  <a:cubicBezTo>
                    <a:pt x="63862" y="57903"/>
                    <a:pt x="66129" y="52169"/>
                    <a:pt x="66021" y="52823"/>
                  </a:cubicBezTo>
                  <a:cubicBezTo>
                    <a:pt x="67647" y="47521"/>
                    <a:pt x="63856" y="43628"/>
                    <a:pt x="68510" y="43628"/>
                  </a:cubicBezTo>
                  <a:lnTo>
                    <a:pt x="69272" y="43628"/>
                  </a:lnTo>
                  <a:cubicBezTo>
                    <a:pt x="72733" y="43628"/>
                    <a:pt x="74359" y="39088"/>
                    <a:pt x="73927" y="39736"/>
                  </a:cubicBezTo>
                  <a:cubicBezTo>
                    <a:pt x="75654" y="34655"/>
                    <a:pt x="69272" y="38764"/>
                    <a:pt x="69056" y="33570"/>
                  </a:cubicBezTo>
                  <a:cubicBezTo>
                    <a:pt x="68840" y="28922"/>
                    <a:pt x="66243" y="24273"/>
                    <a:pt x="62776" y="27194"/>
                  </a:cubicBezTo>
                  <a:cubicBezTo>
                    <a:pt x="53359" y="31087"/>
                    <a:pt x="60503" y="18107"/>
                    <a:pt x="60071" y="19517"/>
                  </a:cubicBezTo>
                  <a:cubicBezTo>
                    <a:pt x="63100" y="13675"/>
                    <a:pt x="55633" y="11510"/>
                    <a:pt x="52819" y="25353"/>
                  </a:cubicBezTo>
                  <a:cubicBezTo>
                    <a:pt x="47625" y="50766"/>
                    <a:pt x="47193" y="57039"/>
                    <a:pt x="43834" y="60932"/>
                  </a:cubicBezTo>
                  <a:lnTo>
                    <a:pt x="30849" y="75638"/>
                  </a:lnTo>
                  <a:cubicBezTo>
                    <a:pt x="28143" y="78775"/>
                    <a:pt x="30524" y="83963"/>
                    <a:pt x="30417" y="83316"/>
                  </a:cubicBezTo>
                  <a:cubicBezTo>
                    <a:pt x="32036" y="87532"/>
                    <a:pt x="26194" y="85043"/>
                    <a:pt x="26734" y="85043"/>
                  </a:cubicBezTo>
                  <a:cubicBezTo>
                    <a:pt x="22727" y="83747"/>
                    <a:pt x="18402" y="88288"/>
                    <a:pt x="18942" y="87856"/>
                  </a:cubicBezTo>
                  <a:cubicBezTo>
                    <a:pt x="15913" y="90453"/>
                    <a:pt x="19698" y="94346"/>
                    <a:pt x="19482" y="93698"/>
                  </a:cubicBezTo>
                  <a:cubicBezTo>
                    <a:pt x="22619" y="97267"/>
                    <a:pt x="14936" y="95749"/>
                    <a:pt x="15475" y="95641"/>
                  </a:cubicBezTo>
                  <a:cubicBezTo>
                    <a:pt x="11583" y="95209"/>
                    <a:pt x="7900" y="99210"/>
                    <a:pt x="8439" y="98778"/>
                  </a:cubicBezTo>
                  <a:cubicBezTo>
                    <a:pt x="3677" y="103318"/>
                    <a:pt x="17209" y="109808"/>
                    <a:pt x="10497" y="109808"/>
                  </a:cubicBezTo>
                  <a:lnTo>
                    <a:pt x="2381" y="109808"/>
                  </a:lnTo>
                  <a:cubicBezTo>
                    <a:pt x="1734" y="109808"/>
                    <a:pt x="864" y="110024"/>
                    <a:pt x="0" y="110240"/>
                  </a:cubicBezTo>
                  <a:lnTo>
                    <a:pt x="25546" y="121270"/>
                  </a:lnTo>
                  <a:lnTo>
                    <a:pt x="58662" y="107865"/>
                  </a:lnTo>
                  <a:lnTo>
                    <a:pt x="91351" y="123327"/>
                  </a:lnTo>
                  <a:lnTo>
                    <a:pt x="88754" y="143545"/>
                  </a:lnTo>
                  <a:lnTo>
                    <a:pt x="111913" y="145603"/>
                  </a:lnTo>
                  <a:lnTo>
                    <a:pt x="120034" y="109160"/>
                  </a:lnTo>
                  <a:lnTo>
                    <a:pt x="99905" y="91748"/>
                  </a:lnTo>
                  <a:lnTo>
                    <a:pt x="108776" y="77366"/>
                  </a:lnTo>
                  <a:lnTo>
                    <a:pt x="132049" y="79855"/>
                  </a:lnTo>
                  <a:lnTo>
                    <a:pt x="141574" y="60932"/>
                  </a:lnTo>
                  <a:lnTo>
                    <a:pt x="127826" y="42764"/>
                  </a:lnTo>
                  <a:lnTo>
                    <a:pt x="143847" y="420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F77F6E9E-40ED-19FF-9A7E-BDF974678D28}"/>
                </a:ext>
              </a:extLst>
            </p:cNvPr>
            <p:cNvSpPr/>
            <p:nvPr/>
          </p:nvSpPr>
          <p:spPr>
            <a:xfrm>
              <a:off x="6324917" y="2761557"/>
              <a:ext cx="69913" cy="76346"/>
            </a:xfrm>
            <a:custGeom>
              <a:avLst/>
              <a:gdLst>
                <a:gd name="csX0" fmla="*/ 40894 w 69913"/>
                <a:gd name="csY0" fmla="*/ 44990 h 76346"/>
                <a:gd name="csX1" fmla="*/ 50102 w 69913"/>
                <a:gd name="csY1" fmla="*/ 53639 h 76346"/>
                <a:gd name="csX2" fmla="*/ 59309 w 69913"/>
                <a:gd name="csY2" fmla="*/ 47797 h 76346"/>
                <a:gd name="csX3" fmla="*/ 69914 w 69913"/>
                <a:gd name="csY3" fmla="*/ 32118 h 76346"/>
                <a:gd name="csX4" fmla="*/ 33338 w 69913"/>
                <a:gd name="csY4" fmla="*/ 8223 h 76346"/>
                <a:gd name="csX5" fmla="*/ 19590 w 69913"/>
                <a:gd name="csY5" fmla="*/ 0 h 76346"/>
                <a:gd name="csX6" fmla="*/ 1626 w 69913"/>
                <a:gd name="csY6" fmla="*/ 33414 h 76346"/>
                <a:gd name="csX7" fmla="*/ 0 w 69913"/>
                <a:gd name="csY7" fmla="*/ 50286 h 76346"/>
                <a:gd name="csX8" fmla="*/ 24244 w 69913"/>
                <a:gd name="csY8" fmla="*/ 68669 h 76346"/>
                <a:gd name="csX9" fmla="*/ 29845 w 69913"/>
                <a:gd name="csY9" fmla="*/ 75591 h 76346"/>
                <a:gd name="csX10" fmla="*/ 32067 w 69913"/>
                <a:gd name="csY10" fmla="*/ 76346 h 76346"/>
                <a:gd name="csX11" fmla="*/ 32067 w 69913"/>
                <a:gd name="csY11" fmla="*/ 76130 h 76346"/>
                <a:gd name="csX12" fmla="*/ 41021 w 69913"/>
                <a:gd name="csY12" fmla="*/ 45206 h 76346"/>
                <a:gd name="csX13" fmla="*/ 40894 w 69913"/>
                <a:gd name="csY13" fmla="*/ 44990 h 7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913" h="76346">
                  <a:moveTo>
                    <a:pt x="40894" y="44990"/>
                  </a:moveTo>
                  <a:lnTo>
                    <a:pt x="50102" y="53639"/>
                  </a:lnTo>
                  <a:lnTo>
                    <a:pt x="59309" y="47797"/>
                  </a:lnTo>
                  <a:lnTo>
                    <a:pt x="69914" y="32118"/>
                  </a:lnTo>
                  <a:lnTo>
                    <a:pt x="33338" y="8223"/>
                  </a:lnTo>
                  <a:lnTo>
                    <a:pt x="19590" y="0"/>
                  </a:lnTo>
                  <a:lnTo>
                    <a:pt x="1626" y="33414"/>
                  </a:lnTo>
                  <a:lnTo>
                    <a:pt x="0" y="50286"/>
                  </a:lnTo>
                  <a:cubicBezTo>
                    <a:pt x="25210" y="67266"/>
                    <a:pt x="22727" y="65100"/>
                    <a:pt x="24244" y="68669"/>
                  </a:cubicBezTo>
                  <a:cubicBezTo>
                    <a:pt x="24784" y="69425"/>
                    <a:pt x="25654" y="74079"/>
                    <a:pt x="29845" y="75591"/>
                  </a:cubicBezTo>
                  <a:cubicBezTo>
                    <a:pt x="30607" y="75914"/>
                    <a:pt x="31369" y="76130"/>
                    <a:pt x="32067" y="76346"/>
                  </a:cubicBezTo>
                  <a:lnTo>
                    <a:pt x="32067" y="76130"/>
                  </a:lnTo>
                  <a:lnTo>
                    <a:pt x="41021" y="45206"/>
                  </a:lnTo>
                  <a:lnTo>
                    <a:pt x="40894" y="449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11C53F41-C833-D903-0D8D-5D623B983BB4}"/>
                </a:ext>
              </a:extLst>
            </p:cNvPr>
            <p:cNvSpPr/>
            <p:nvPr/>
          </p:nvSpPr>
          <p:spPr>
            <a:xfrm>
              <a:off x="6633082" y="2525820"/>
              <a:ext cx="142176" cy="162312"/>
            </a:xfrm>
            <a:custGeom>
              <a:avLst/>
              <a:gdLst>
                <a:gd name="csX0" fmla="*/ 51689 w 142176"/>
                <a:gd name="csY0" fmla="*/ 148254 h 162312"/>
                <a:gd name="csX1" fmla="*/ 74232 w 142176"/>
                <a:gd name="csY1" fmla="*/ 162312 h 162312"/>
                <a:gd name="csX2" fmla="*/ 89154 w 142176"/>
                <a:gd name="csY2" fmla="*/ 151282 h 162312"/>
                <a:gd name="csX3" fmla="*/ 113411 w 142176"/>
                <a:gd name="csY3" fmla="*/ 161557 h 162312"/>
                <a:gd name="csX4" fmla="*/ 113538 w 142176"/>
                <a:gd name="csY4" fmla="*/ 161557 h 162312"/>
                <a:gd name="csX5" fmla="*/ 115824 w 142176"/>
                <a:gd name="csY5" fmla="*/ 152584 h 162312"/>
                <a:gd name="csX6" fmla="*/ 112459 w 142176"/>
                <a:gd name="csY6" fmla="*/ 147606 h 162312"/>
                <a:gd name="csX7" fmla="*/ 109601 w 142176"/>
                <a:gd name="csY7" fmla="*/ 142958 h 162312"/>
                <a:gd name="csX8" fmla="*/ 112776 w 142176"/>
                <a:gd name="csY8" fmla="*/ 134093 h 162312"/>
                <a:gd name="csX9" fmla="*/ 119888 w 142176"/>
                <a:gd name="csY9" fmla="*/ 138309 h 162312"/>
                <a:gd name="csX10" fmla="*/ 122936 w 142176"/>
                <a:gd name="csY10" fmla="*/ 131172 h 162312"/>
                <a:gd name="csX11" fmla="*/ 127572 w 142176"/>
                <a:gd name="csY11" fmla="*/ 130740 h 162312"/>
                <a:gd name="csX12" fmla="*/ 132335 w 142176"/>
                <a:gd name="csY12" fmla="*/ 130086 h 162312"/>
                <a:gd name="csX13" fmla="*/ 142177 w 142176"/>
                <a:gd name="csY13" fmla="*/ 117329 h 162312"/>
                <a:gd name="csX14" fmla="*/ 142113 w 142176"/>
                <a:gd name="csY14" fmla="*/ 117329 h 162312"/>
                <a:gd name="csX15" fmla="*/ 122746 w 142176"/>
                <a:gd name="csY15" fmla="*/ 88132 h 162312"/>
                <a:gd name="csX16" fmla="*/ 108331 w 142176"/>
                <a:gd name="csY16" fmla="*/ 81642 h 162312"/>
                <a:gd name="csX17" fmla="*/ 110808 w 142176"/>
                <a:gd name="csY17" fmla="*/ 62719 h 162312"/>
                <a:gd name="csX18" fmla="*/ 91567 w 142176"/>
                <a:gd name="csY18" fmla="*/ 51905 h 162312"/>
                <a:gd name="csX19" fmla="*/ 92075 w 142176"/>
                <a:gd name="csY19" fmla="*/ 28658 h 162312"/>
                <a:gd name="csX20" fmla="*/ 35179 w 142176"/>
                <a:gd name="csY20" fmla="*/ 0 h 162312"/>
                <a:gd name="csX21" fmla="*/ 0 w 142176"/>
                <a:gd name="csY21" fmla="*/ 5404 h 162312"/>
                <a:gd name="csX22" fmla="*/ 58230 w 142176"/>
                <a:gd name="csY22" fmla="*/ 100025 h 162312"/>
                <a:gd name="csX23" fmla="*/ 52070 w 142176"/>
                <a:gd name="csY23" fmla="*/ 147930 h 162312"/>
                <a:gd name="csX24" fmla="*/ 51689 w 142176"/>
                <a:gd name="csY24" fmla="*/ 148254 h 162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42176" h="162312">
                  <a:moveTo>
                    <a:pt x="51689" y="148254"/>
                  </a:moveTo>
                  <a:lnTo>
                    <a:pt x="74232" y="162312"/>
                  </a:lnTo>
                  <a:lnTo>
                    <a:pt x="89154" y="151282"/>
                  </a:lnTo>
                  <a:lnTo>
                    <a:pt x="113411" y="161557"/>
                  </a:lnTo>
                  <a:lnTo>
                    <a:pt x="113538" y="161557"/>
                  </a:lnTo>
                  <a:lnTo>
                    <a:pt x="115824" y="152584"/>
                  </a:lnTo>
                  <a:cubicBezTo>
                    <a:pt x="116649" y="148908"/>
                    <a:pt x="111887" y="147174"/>
                    <a:pt x="112459" y="147606"/>
                  </a:cubicBezTo>
                  <a:cubicBezTo>
                    <a:pt x="110681" y="146958"/>
                    <a:pt x="109538" y="144799"/>
                    <a:pt x="109601" y="142958"/>
                  </a:cubicBezTo>
                  <a:cubicBezTo>
                    <a:pt x="110299" y="139605"/>
                    <a:pt x="109538" y="130086"/>
                    <a:pt x="112776" y="134093"/>
                  </a:cubicBezTo>
                  <a:cubicBezTo>
                    <a:pt x="114491" y="135604"/>
                    <a:pt x="117984" y="142850"/>
                    <a:pt x="119888" y="138309"/>
                  </a:cubicBezTo>
                  <a:lnTo>
                    <a:pt x="122936" y="131172"/>
                  </a:lnTo>
                  <a:cubicBezTo>
                    <a:pt x="124461" y="127711"/>
                    <a:pt x="128143" y="130848"/>
                    <a:pt x="127572" y="130740"/>
                  </a:cubicBezTo>
                  <a:cubicBezTo>
                    <a:pt x="129096" y="131820"/>
                    <a:pt x="131191" y="131604"/>
                    <a:pt x="132335" y="130086"/>
                  </a:cubicBezTo>
                  <a:lnTo>
                    <a:pt x="142177" y="117329"/>
                  </a:lnTo>
                  <a:lnTo>
                    <a:pt x="142113" y="117329"/>
                  </a:lnTo>
                  <a:lnTo>
                    <a:pt x="122746" y="88132"/>
                  </a:lnTo>
                  <a:lnTo>
                    <a:pt x="108331" y="81642"/>
                  </a:lnTo>
                  <a:lnTo>
                    <a:pt x="110808" y="62719"/>
                  </a:lnTo>
                  <a:lnTo>
                    <a:pt x="91567" y="51905"/>
                  </a:lnTo>
                  <a:lnTo>
                    <a:pt x="92075" y="28658"/>
                  </a:lnTo>
                  <a:lnTo>
                    <a:pt x="35179" y="0"/>
                  </a:lnTo>
                  <a:lnTo>
                    <a:pt x="0" y="5404"/>
                  </a:lnTo>
                  <a:lnTo>
                    <a:pt x="58230" y="100025"/>
                  </a:lnTo>
                  <a:lnTo>
                    <a:pt x="52070" y="147930"/>
                  </a:lnTo>
                  <a:lnTo>
                    <a:pt x="51689" y="1482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9CAC1A6-6543-0F9B-B1FE-28F8C1B3FEAB}"/>
                </a:ext>
              </a:extLst>
            </p:cNvPr>
            <p:cNvSpPr/>
            <p:nvPr/>
          </p:nvSpPr>
          <p:spPr>
            <a:xfrm>
              <a:off x="6169837" y="3093306"/>
              <a:ext cx="12954" cy="8972"/>
            </a:xfrm>
            <a:custGeom>
              <a:avLst/>
              <a:gdLst>
                <a:gd name="csX0" fmla="*/ 12644 w 12954"/>
                <a:gd name="csY0" fmla="*/ 5316 h 8972"/>
                <a:gd name="csX1" fmla="*/ 8751 w 12954"/>
                <a:gd name="csY1" fmla="*/ 1315 h 8972"/>
                <a:gd name="csX2" fmla="*/ 198 w 12954"/>
                <a:gd name="csY2" fmla="*/ 2509 h 8972"/>
                <a:gd name="csX3" fmla="*/ 5176 w 12954"/>
                <a:gd name="csY3" fmla="*/ 8129 h 8972"/>
                <a:gd name="csX4" fmla="*/ 12860 w 12954"/>
                <a:gd name="csY4" fmla="*/ 6294 h 8972"/>
                <a:gd name="csX5" fmla="*/ 12644 w 12954"/>
                <a:gd name="csY5" fmla="*/ 5316 h 8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4" h="8972">
                  <a:moveTo>
                    <a:pt x="12644" y="5316"/>
                  </a:moveTo>
                  <a:cubicBezTo>
                    <a:pt x="12320" y="3481"/>
                    <a:pt x="10478" y="1747"/>
                    <a:pt x="8751" y="1315"/>
                  </a:cubicBezTo>
                  <a:cubicBezTo>
                    <a:pt x="6262" y="1207"/>
                    <a:pt x="-1314" y="-2254"/>
                    <a:pt x="198" y="2509"/>
                  </a:cubicBezTo>
                  <a:cubicBezTo>
                    <a:pt x="522" y="3049"/>
                    <a:pt x="960" y="7481"/>
                    <a:pt x="5176" y="8129"/>
                  </a:cubicBezTo>
                  <a:cubicBezTo>
                    <a:pt x="7017" y="8129"/>
                    <a:pt x="13837" y="10942"/>
                    <a:pt x="12860" y="6294"/>
                  </a:cubicBezTo>
                  <a:lnTo>
                    <a:pt x="12644" y="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1980227A-4095-4F3B-3303-5077E0CA15B9}"/>
                </a:ext>
              </a:extLst>
            </p:cNvPr>
            <p:cNvSpPr/>
            <p:nvPr/>
          </p:nvSpPr>
          <p:spPr>
            <a:xfrm>
              <a:off x="6401244" y="2820600"/>
              <a:ext cx="94043" cy="65316"/>
            </a:xfrm>
            <a:custGeom>
              <a:avLst/>
              <a:gdLst>
                <a:gd name="csX0" fmla="*/ 17082 w 94043"/>
                <a:gd name="csY0" fmla="*/ 65316 h 65316"/>
                <a:gd name="csX1" fmla="*/ 41465 w 94043"/>
                <a:gd name="csY1" fmla="*/ 63373 h 65316"/>
                <a:gd name="csX2" fmla="*/ 54546 w 94043"/>
                <a:gd name="csY2" fmla="*/ 52667 h 65316"/>
                <a:gd name="csX3" fmla="*/ 79946 w 94043"/>
                <a:gd name="csY3" fmla="*/ 52235 h 65316"/>
                <a:gd name="csX4" fmla="*/ 84963 w 94043"/>
                <a:gd name="csY4" fmla="*/ 43148 h 65316"/>
                <a:gd name="csX5" fmla="*/ 94043 w 94043"/>
                <a:gd name="csY5" fmla="*/ 41421 h 65316"/>
                <a:gd name="csX6" fmla="*/ 93916 w 94043"/>
                <a:gd name="csY6" fmla="*/ 41313 h 65316"/>
                <a:gd name="csX7" fmla="*/ 92011 w 94043"/>
                <a:gd name="csY7" fmla="*/ 19685 h 65316"/>
                <a:gd name="csX8" fmla="*/ 70676 w 94043"/>
                <a:gd name="csY8" fmla="*/ 0 h 65316"/>
                <a:gd name="csX9" fmla="*/ 4127 w 94043"/>
                <a:gd name="csY9" fmla="*/ 16332 h 65316"/>
                <a:gd name="csX10" fmla="*/ 0 w 94043"/>
                <a:gd name="csY10" fmla="*/ 48127 h 65316"/>
                <a:gd name="csX11" fmla="*/ 17082 w 94043"/>
                <a:gd name="csY11" fmla="*/ 65316 h 65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4043" h="65316">
                  <a:moveTo>
                    <a:pt x="17082" y="65316"/>
                  </a:moveTo>
                  <a:lnTo>
                    <a:pt x="41465" y="63373"/>
                  </a:lnTo>
                  <a:lnTo>
                    <a:pt x="54546" y="52667"/>
                  </a:lnTo>
                  <a:lnTo>
                    <a:pt x="79946" y="52235"/>
                  </a:lnTo>
                  <a:lnTo>
                    <a:pt x="84963" y="43148"/>
                  </a:lnTo>
                  <a:lnTo>
                    <a:pt x="94043" y="41421"/>
                  </a:lnTo>
                  <a:lnTo>
                    <a:pt x="93916" y="41313"/>
                  </a:lnTo>
                  <a:lnTo>
                    <a:pt x="92011" y="19685"/>
                  </a:lnTo>
                  <a:lnTo>
                    <a:pt x="70676" y="0"/>
                  </a:lnTo>
                  <a:lnTo>
                    <a:pt x="4127" y="16332"/>
                  </a:lnTo>
                  <a:lnTo>
                    <a:pt x="0" y="48127"/>
                  </a:lnTo>
                  <a:lnTo>
                    <a:pt x="17082" y="6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D523AA41-612F-D042-57A6-6380D17695CC}"/>
                </a:ext>
              </a:extLst>
            </p:cNvPr>
            <p:cNvSpPr/>
            <p:nvPr/>
          </p:nvSpPr>
          <p:spPr>
            <a:xfrm>
              <a:off x="5846730" y="2435307"/>
              <a:ext cx="33661" cy="39795"/>
            </a:xfrm>
            <a:custGeom>
              <a:avLst/>
              <a:gdLst>
                <a:gd name="csX0" fmla="*/ 0 w 33661"/>
                <a:gd name="csY0" fmla="*/ 16872 h 39795"/>
                <a:gd name="csX1" fmla="*/ 4763 w 33661"/>
                <a:gd name="csY1" fmla="*/ 34608 h 39795"/>
                <a:gd name="csX2" fmla="*/ 4655 w 33661"/>
                <a:gd name="csY2" fmla="*/ 34716 h 39795"/>
                <a:gd name="csX3" fmla="*/ 23273 w 33661"/>
                <a:gd name="csY3" fmla="*/ 39795 h 39795"/>
                <a:gd name="csX4" fmla="*/ 33662 w 33661"/>
                <a:gd name="csY4" fmla="*/ 22492 h 39795"/>
                <a:gd name="csX5" fmla="*/ 15805 w 33661"/>
                <a:gd name="csY5" fmla="*/ 5086 h 39795"/>
                <a:gd name="csX6" fmla="*/ 10827 w 33661"/>
                <a:gd name="csY6" fmla="*/ 0 h 39795"/>
                <a:gd name="csX7" fmla="*/ 0 w 33661"/>
                <a:gd name="csY7" fmla="*/ 16872 h 3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661" h="39795">
                  <a:moveTo>
                    <a:pt x="0" y="16872"/>
                  </a:moveTo>
                  <a:lnTo>
                    <a:pt x="4763" y="34608"/>
                  </a:lnTo>
                  <a:lnTo>
                    <a:pt x="4655" y="34716"/>
                  </a:lnTo>
                  <a:lnTo>
                    <a:pt x="23273" y="39795"/>
                  </a:lnTo>
                  <a:lnTo>
                    <a:pt x="33662" y="22492"/>
                  </a:lnTo>
                  <a:lnTo>
                    <a:pt x="15805" y="5086"/>
                  </a:lnTo>
                  <a:lnTo>
                    <a:pt x="10827" y="0"/>
                  </a:lnTo>
                  <a:lnTo>
                    <a:pt x="0" y="168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ADD4B7B-4C5D-6F79-F2DD-6CE9874C65D0}"/>
                </a:ext>
              </a:extLst>
            </p:cNvPr>
            <p:cNvSpPr/>
            <p:nvPr/>
          </p:nvSpPr>
          <p:spPr>
            <a:xfrm>
              <a:off x="6413440" y="2087321"/>
              <a:ext cx="225612" cy="148475"/>
            </a:xfrm>
            <a:custGeom>
              <a:avLst/>
              <a:gdLst>
                <a:gd name="csX0" fmla="*/ 162493 w 225612"/>
                <a:gd name="csY0" fmla="*/ 14599 h 148475"/>
                <a:gd name="csX1" fmla="*/ 152079 w 225612"/>
                <a:gd name="csY1" fmla="*/ 0 h 148475"/>
                <a:gd name="csX2" fmla="*/ 132839 w 225612"/>
                <a:gd name="csY2" fmla="*/ 10490 h 148475"/>
                <a:gd name="csX3" fmla="*/ 45907 w 225612"/>
                <a:gd name="csY3" fmla="*/ 2381 h 148475"/>
                <a:gd name="csX4" fmla="*/ 9966 w 225612"/>
                <a:gd name="csY4" fmla="*/ 20549 h 148475"/>
                <a:gd name="csX5" fmla="*/ 9648 w 225612"/>
                <a:gd name="csY5" fmla="*/ 20764 h 148475"/>
                <a:gd name="csX6" fmla="*/ 9839 w 225612"/>
                <a:gd name="csY6" fmla="*/ 24225 h 148475"/>
                <a:gd name="csX7" fmla="*/ 6410 w 225612"/>
                <a:gd name="csY7" fmla="*/ 60128 h 148475"/>
                <a:gd name="csX8" fmla="*/ 1203 w 225612"/>
                <a:gd name="csY8" fmla="*/ 72130 h 148475"/>
                <a:gd name="csX9" fmla="*/ 13014 w 225612"/>
                <a:gd name="csY9" fmla="*/ 56128 h 148475"/>
                <a:gd name="csX10" fmla="*/ 15300 w 225612"/>
                <a:gd name="csY10" fmla="*/ 51149 h 148475"/>
                <a:gd name="csX11" fmla="*/ 17014 w 225612"/>
                <a:gd name="csY11" fmla="*/ 54826 h 148475"/>
                <a:gd name="csX12" fmla="*/ 18665 w 225612"/>
                <a:gd name="csY12" fmla="*/ 68021 h 148475"/>
                <a:gd name="csX13" fmla="*/ 76006 w 225612"/>
                <a:gd name="csY13" fmla="*/ 84887 h 148475"/>
                <a:gd name="csX14" fmla="*/ 67560 w 225612"/>
                <a:gd name="csY14" fmla="*/ 122739 h 148475"/>
                <a:gd name="csX15" fmla="*/ 80959 w 225612"/>
                <a:gd name="csY15" fmla="*/ 116789 h 148475"/>
                <a:gd name="csX16" fmla="*/ 98866 w 225612"/>
                <a:gd name="csY16" fmla="*/ 131928 h 148475"/>
                <a:gd name="csX17" fmla="*/ 102740 w 225612"/>
                <a:gd name="csY17" fmla="*/ 144907 h 148475"/>
                <a:gd name="csX18" fmla="*/ 132394 w 225612"/>
                <a:gd name="csY18" fmla="*/ 148476 h 148475"/>
                <a:gd name="csX19" fmla="*/ 157730 w 225612"/>
                <a:gd name="csY19" fmla="*/ 133553 h 148475"/>
                <a:gd name="csX20" fmla="*/ 166049 w 225612"/>
                <a:gd name="csY20" fmla="*/ 141986 h 148475"/>
                <a:gd name="csX21" fmla="*/ 186305 w 225612"/>
                <a:gd name="csY21" fmla="*/ 133337 h 148475"/>
                <a:gd name="csX22" fmla="*/ 180527 w 225612"/>
                <a:gd name="csY22" fmla="*/ 116142 h 148475"/>
                <a:gd name="csX23" fmla="*/ 186941 w 225612"/>
                <a:gd name="csY23" fmla="*/ 93650 h 148475"/>
                <a:gd name="csX24" fmla="*/ 219643 w 225612"/>
                <a:gd name="csY24" fmla="*/ 86189 h 148475"/>
                <a:gd name="csX25" fmla="*/ 225612 w 225612"/>
                <a:gd name="csY25" fmla="*/ 68561 h 148475"/>
                <a:gd name="csX26" fmla="*/ 212150 w 225612"/>
                <a:gd name="csY26" fmla="*/ 61208 h 148475"/>
                <a:gd name="csX27" fmla="*/ 216595 w 225612"/>
                <a:gd name="csY27" fmla="*/ 43040 h 148475"/>
                <a:gd name="csX28" fmla="*/ 186179 w 225612"/>
                <a:gd name="csY28" fmla="*/ 18707 h 148475"/>
                <a:gd name="csX29" fmla="*/ 162366 w 225612"/>
                <a:gd name="csY29" fmla="*/ 14599 h 148475"/>
                <a:gd name="csX30" fmla="*/ 162493 w 225612"/>
                <a:gd name="csY30" fmla="*/ 14599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25612" h="148475">
                  <a:moveTo>
                    <a:pt x="162493" y="14599"/>
                  </a:moveTo>
                  <a:lnTo>
                    <a:pt x="152079" y="0"/>
                  </a:lnTo>
                  <a:lnTo>
                    <a:pt x="132839" y="10490"/>
                  </a:lnTo>
                  <a:lnTo>
                    <a:pt x="45907" y="2381"/>
                  </a:lnTo>
                  <a:lnTo>
                    <a:pt x="9966" y="20549"/>
                  </a:lnTo>
                  <a:lnTo>
                    <a:pt x="9648" y="20764"/>
                  </a:lnTo>
                  <a:cubicBezTo>
                    <a:pt x="9839" y="21952"/>
                    <a:pt x="9839" y="23038"/>
                    <a:pt x="9839" y="24225"/>
                  </a:cubicBezTo>
                  <a:cubicBezTo>
                    <a:pt x="8442" y="52667"/>
                    <a:pt x="9140" y="55804"/>
                    <a:pt x="6410" y="60128"/>
                  </a:cubicBezTo>
                  <a:cubicBezTo>
                    <a:pt x="3171" y="65208"/>
                    <a:pt x="-2480" y="72130"/>
                    <a:pt x="1203" y="72130"/>
                  </a:cubicBezTo>
                  <a:cubicBezTo>
                    <a:pt x="5457" y="72130"/>
                    <a:pt x="12569" y="60668"/>
                    <a:pt x="13014" y="56128"/>
                  </a:cubicBezTo>
                  <a:cubicBezTo>
                    <a:pt x="13204" y="55042"/>
                    <a:pt x="13141" y="46609"/>
                    <a:pt x="15300" y="51149"/>
                  </a:cubicBezTo>
                  <a:lnTo>
                    <a:pt x="17014" y="54826"/>
                  </a:lnTo>
                  <a:cubicBezTo>
                    <a:pt x="20253" y="61963"/>
                    <a:pt x="19935" y="65532"/>
                    <a:pt x="18665" y="68021"/>
                  </a:cubicBezTo>
                  <a:lnTo>
                    <a:pt x="76006" y="84887"/>
                  </a:lnTo>
                  <a:lnTo>
                    <a:pt x="67560" y="122739"/>
                  </a:lnTo>
                  <a:lnTo>
                    <a:pt x="80959" y="116789"/>
                  </a:lnTo>
                  <a:lnTo>
                    <a:pt x="98866" y="131928"/>
                  </a:lnTo>
                  <a:lnTo>
                    <a:pt x="102740" y="144907"/>
                  </a:lnTo>
                  <a:lnTo>
                    <a:pt x="132394" y="148476"/>
                  </a:lnTo>
                  <a:lnTo>
                    <a:pt x="157730" y="133553"/>
                  </a:lnTo>
                  <a:lnTo>
                    <a:pt x="166049" y="141986"/>
                  </a:lnTo>
                  <a:lnTo>
                    <a:pt x="186305" y="133337"/>
                  </a:lnTo>
                  <a:lnTo>
                    <a:pt x="180527" y="116142"/>
                  </a:lnTo>
                  <a:lnTo>
                    <a:pt x="186941" y="93650"/>
                  </a:lnTo>
                  <a:lnTo>
                    <a:pt x="219643" y="86189"/>
                  </a:lnTo>
                  <a:lnTo>
                    <a:pt x="225612" y="68561"/>
                  </a:lnTo>
                  <a:lnTo>
                    <a:pt x="212150" y="61208"/>
                  </a:lnTo>
                  <a:lnTo>
                    <a:pt x="216595" y="43040"/>
                  </a:lnTo>
                  <a:lnTo>
                    <a:pt x="186179" y="18707"/>
                  </a:lnTo>
                  <a:lnTo>
                    <a:pt x="162366" y="14599"/>
                  </a:lnTo>
                  <a:lnTo>
                    <a:pt x="162493" y="14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D6AC6A21-51AC-8929-1FCB-6AEF63B1110F}"/>
                </a:ext>
              </a:extLst>
            </p:cNvPr>
            <p:cNvSpPr/>
            <p:nvPr/>
          </p:nvSpPr>
          <p:spPr>
            <a:xfrm>
              <a:off x="6419609" y="1991620"/>
              <a:ext cx="269924" cy="138525"/>
            </a:xfrm>
            <a:custGeom>
              <a:avLst/>
              <a:gdLst>
                <a:gd name="csX0" fmla="*/ 269925 w 269924"/>
                <a:gd name="csY0" fmla="*/ 95701 h 138525"/>
                <a:gd name="csX1" fmla="*/ 249922 w 269924"/>
                <a:gd name="csY1" fmla="*/ 70504 h 138525"/>
                <a:gd name="csX2" fmla="*/ 257416 w 269924"/>
                <a:gd name="csY2" fmla="*/ 46177 h 138525"/>
                <a:gd name="csX3" fmla="*/ 221030 w 269924"/>
                <a:gd name="csY3" fmla="*/ 24333 h 138525"/>
                <a:gd name="csX4" fmla="*/ 205472 w 269924"/>
                <a:gd name="csY4" fmla="*/ 32442 h 138525"/>
                <a:gd name="csX5" fmla="*/ 159308 w 269924"/>
                <a:gd name="csY5" fmla="*/ 0 h 138525"/>
                <a:gd name="csX6" fmla="*/ 126733 w 269924"/>
                <a:gd name="csY6" fmla="*/ 11678 h 138525"/>
                <a:gd name="csX7" fmla="*/ 126351 w 269924"/>
                <a:gd name="csY7" fmla="*/ 15570 h 138525"/>
                <a:gd name="csX8" fmla="*/ 125589 w 269924"/>
                <a:gd name="csY8" fmla="*/ 50502 h 138525"/>
                <a:gd name="csX9" fmla="*/ 104444 w 269924"/>
                <a:gd name="csY9" fmla="*/ 63805 h 138525"/>
                <a:gd name="csX10" fmla="*/ 94729 w 269924"/>
                <a:gd name="csY10" fmla="*/ 61208 h 138525"/>
                <a:gd name="csX11" fmla="*/ 88124 w 269924"/>
                <a:gd name="csY11" fmla="*/ 57855 h 138525"/>
                <a:gd name="csX12" fmla="*/ 77075 w 269924"/>
                <a:gd name="csY12" fmla="*/ 39688 h 138525"/>
                <a:gd name="csX13" fmla="*/ 62661 w 269924"/>
                <a:gd name="csY13" fmla="*/ 28118 h 138525"/>
                <a:gd name="csX14" fmla="*/ 60057 w 269924"/>
                <a:gd name="csY14" fmla="*/ 20117 h 138525"/>
                <a:gd name="csX15" fmla="*/ 57137 w 269924"/>
                <a:gd name="csY15" fmla="*/ 17951 h 138525"/>
                <a:gd name="csX16" fmla="*/ 45897 w 269924"/>
                <a:gd name="csY16" fmla="*/ 23578 h 138525"/>
                <a:gd name="csX17" fmla="*/ 26720 w 269924"/>
                <a:gd name="csY17" fmla="*/ 29197 h 138525"/>
                <a:gd name="csX18" fmla="*/ 16116 w 269924"/>
                <a:gd name="csY18" fmla="*/ 49314 h 138525"/>
                <a:gd name="csX19" fmla="*/ 13004 w 269924"/>
                <a:gd name="csY19" fmla="*/ 63367 h 138525"/>
                <a:gd name="csX20" fmla="*/ 3162 w 269924"/>
                <a:gd name="csY20" fmla="*/ 74073 h 138525"/>
                <a:gd name="csX21" fmla="*/ 685 w 269924"/>
                <a:gd name="csY21" fmla="*/ 106623 h 138525"/>
                <a:gd name="csX22" fmla="*/ 3288 w 269924"/>
                <a:gd name="csY22" fmla="*/ 116249 h 138525"/>
                <a:gd name="csX23" fmla="*/ 3606 w 269924"/>
                <a:gd name="csY23" fmla="*/ 116034 h 138525"/>
                <a:gd name="csX24" fmla="*/ 39547 w 269924"/>
                <a:gd name="csY24" fmla="*/ 97866 h 138525"/>
                <a:gd name="csX25" fmla="*/ 126415 w 269924"/>
                <a:gd name="csY25" fmla="*/ 105975 h 138525"/>
                <a:gd name="csX26" fmla="*/ 145719 w 269924"/>
                <a:gd name="csY26" fmla="*/ 95485 h 138525"/>
                <a:gd name="csX27" fmla="*/ 156070 w 269924"/>
                <a:gd name="csY27" fmla="*/ 110084 h 138525"/>
                <a:gd name="csX28" fmla="*/ 179882 w 269924"/>
                <a:gd name="csY28" fmla="*/ 114192 h 138525"/>
                <a:gd name="csX29" fmla="*/ 210298 w 269924"/>
                <a:gd name="csY29" fmla="*/ 138525 h 138525"/>
                <a:gd name="csX30" fmla="*/ 268020 w 269924"/>
                <a:gd name="csY30" fmla="*/ 112357 h 138525"/>
                <a:gd name="csX31" fmla="*/ 269734 w 269924"/>
                <a:gd name="csY31" fmla="*/ 95593 h 138525"/>
                <a:gd name="csX32" fmla="*/ 269925 w 269924"/>
                <a:gd name="csY32" fmla="*/ 95701 h 138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9924" h="138525">
                  <a:moveTo>
                    <a:pt x="269925" y="95701"/>
                  </a:moveTo>
                  <a:lnTo>
                    <a:pt x="249922" y="70504"/>
                  </a:lnTo>
                  <a:lnTo>
                    <a:pt x="257416" y="46177"/>
                  </a:lnTo>
                  <a:lnTo>
                    <a:pt x="221030" y="24333"/>
                  </a:lnTo>
                  <a:lnTo>
                    <a:pt x="205472" y="32442"/>
                  </a:lnTo>
                  <a:lnTo>
                    <a:pt x="159308" y="0"/>
                  </a:lnTo>
                  <a:lnTo>
                    <a:pt x="126733" y="11678"/>
                  </a:lnTo>
                  <a:cubicBezTo>
                    <a:pt x="126415" y="12872"/>
                    <a:pt x="126351" y="14167"/>
                    <a:pt x="126351" y="15570"/>
                  </a:cubicBezTo>
                  <a:cubicBezTo>
                    <a:pt x="128384" y="47041"/>
                    <a:pt x="129019" y="47904"/>
                    <a:pt x="125589" y="50502"/>
                  </a:cubicBezTo>
                  <a:cubicBezTo>
                    <a:pt x="111366" y="61100"/>
                    <a:pt x="109016" y="63805"/>
                    <a:pt x="104444" y="63805"/>
                  </a:cubicBezTo>
                  <a:cubicBezTo>
                    <a:pt x="102095" y="63475"/>
                    <a:pt x="96443" y="64992"/>
                    <a:pt x="94729" y="61208"/>
                  </a:cubicBezTo>
                  <a:cubicBezTo>
                    <a:pt x="93205" y="58071"/>
                    <a:pt x="87553" y="57639"/>
                    <a:pt x="88124" y="57855"/>
                  </a:cubicBezTo>
                  <a:cubicBezTo>
                    <a:pt x="81394" y="56775"/>
                    <a:pt x="83552" y="44876"/>
                    <a:pt x="77075" y="39688"/>
                  </a:cubicBezTo>
                  <a:lnTo>
                    <a:pt x="62661" y="28118"/>
                  </a:lnTo>
                  <a:cubicBezTo>
                    <a:pt x="59423" y="25521"/>
                    <a:pt x="59994" y="19463"/>
                    <a:pt x="60057" y="20117"/>
                  </a:cubicBezTo>
                  <a:cubicBezTo>
                    <a:pt x="60057" y="18059"/>
                    <a:pt x="58787" y="17088"/>
                    <a:pt x="57137" y="17951"/>
                  </a:cubicBezTo>
                  <a:lnTo>
                    <a:pt x="45897" y="23578"/>
                  </a:lnTo>
                  <a:cubicBezTo>
                    <a:pt x="38213" y="27470"/>
                    <a:pt x="30403" y="23578"/>
                    <a:pt x="26720" y="29197"/>
                  </a:cubicBezTo>
                  <a:cubicBezTo>
                    <a:pt x="20370" y="39256"/>
                    <a:pt x="16369" y="44012"/>
                    <a:pt x="16116" y="49314"/>
                  </a:cubicBezTo>
                  <a:cubicBezTo>
                    <a:pt x="15607" y="53639"/>
                    <a:pt x="17195" y="60236"/>
                    <a:pt x="13004" y="63367"/>
                  </a:cubicBezTo>
                  <a:cubicBezTo>
                    <a:pt x="9638" y="66504"/>
                    <a:pt x="3924" y="68453"/>
                    <a:pt x="3162" y="74073"/>
                  </a:cubicBezTo>
                  <a:cubicBezTo>
                    <a:pt x="-13" y="99701"/>
                    <a:pt x="-712" y="101975"/>
                    <a:pt x="685" y="106623"/>
                  </a:cubicBezTo>
                  <a:cubicBezTo>
                    <a:pt x="1637" y="109868"/>
                    <a:pt x="2844" y="113005"/>
                    <a:pt x="3288" y="116249"/>
                  </a:cubicBezTo>
                  <a:lnTo>
                    <a:pt x="3606" y="116034"/>
                  </a:lnTo>
                  <a:lnTo>
                    <a:pt x="39547" y="97866"/>
                  </a:lnTo>
                  <a:lnTo>
                    <a:pt x="126415" y="105975"/>
                  </a:lnTo>
                  <a:lnTo>
                    <a:pt x="145719" y="95485"/>
                  </a:lnTo>
                  <a:lnTo>
                    <a:pt x="156070" y="110084"/>
                  </a:lnTo>
                  <a:lnTo>
                    <a:pt x="179882" y="114192"/>
                  </a:lnTo>
                  <a:lnTo>
                    <a:pt x="210298" y="138525"/>
                  </a:lnTo>
                  <a:lnTo>
                    <a:pt x="268020" y="112357"/>
                  </a:lnTo>
                  <a:lnTo>
                    <a:pt x="269734" y="95593"/>
                  </a:lnTo>
                  <a:lnTo>
                    <a:pt x="269925" y="957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A263834-B870-8AA2-9FAC-174A6C66031D}"/>
                </a:ext>
              </a:extLst>
            </p:cNvPr>
            <p:cNvSpPr/>
            <p:nvPr/>
          </p:nvSpPr>
          <p:spPr>
            <a:xfrm>
              <a:off x="6384226" y="2782970"/>
              <a:ext cx="63563" cy="53962"/>
            </a:xfrm>
            <a:custGeom>
              <a:avLst/>
              <a:gdLst>
                <a:gd name="csX0" fmla="*/ 29908 w 63563"/>
                <a:gd name="csY0" fmla="*/ 0 h 53962"/>
                <a:gd name="csX1" fmla="*/ 10477 w 63563"/>
                <a:gd name="csY1" fmla="*/ 10598 h 53962"/>
                <a:gd name="csX2" fmla="*/ 0 w 63563"/>
                <a:gd name="csY2" fmla="*/ 26384 h 53962"/>
                <a:gd name="csX3" fmla="*/ 21082 w 63563"/>
                <a:gd name="csY3" fmla="*/ 53962 h 53962"/>
                <a:gd name="csX4" fmla="*/ 54420 w 63563"/>
                <a:gd name="csY4" fmla="*/ 45853 h 53962"/>
                <a:gd name="csX5" fmla="*/ 63564 w 63563"/>
                <a:gd name="csY5" fmla="*/ 23578 h 53962"/>
                <a:gd name="csX6" fmla="*/ 29908 w 63563"/>
                <a:gd name="csY6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3563" h="53962">
                  <a:moveTo>
                    <a:pt x="29908" y="0"/>
                  </a:moveTo>
                  <a:lnTo>
                    <a:pt x="10477" y="10598"/>
                  </a:lnTo>
                  <a:lnTo>
                    <a:pt x="0" y="26384"/>
                  </a:lnTo>
                  <a:lnTo>
                    <a:pt x="21082" y="53962"/>
                  </a:lnTo>
                  <a:lnTo>
                    <a:pt x="54420" y="45853"/>
                  </a:lnTo>
                  <a:lnTo>
                    <a:pt x="63564" y="23578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C361C184-BC6F-3682-D14C-9D576767E05A}"/>
                </a:ext>
              </a:extLst>
            </p:cNvPr>
            <p:cNvSpPr/>
            <p:nvPr/>
          </p:nvSpPr>
          <p:spPr>
            <a:xfrm>
              <a:off x="5937590" y="2864724"/>
              <a:ext cx="62155" cy="103596"/>
            </a:xfrm>
            <a:custGeom>
              <a:avLst/>
              <a:gdLst>
                <a:gd name="csX0" fmla="*/ 55584 w 62155"/>
                <a:gd name="csY0" fmla="*/ 17083 h 103596"/>
                <a:gd name="csX1" fmla="*/ 55260 w 62155"/>
                <a:gd name="csY1" fmla="*/ 10809 h 103596"/>
                <a:gd name="csX2" fmla="*/ 50498 w 62155"/>
                <a:gd name="csY2" fmla="*/ 5514 h 103596"/>
                <a:gd name="csX3" fmla="*/ 43138 w 62155"/>
                <a:gd name="csY3" fmla="*/ 649 h 103596"/>
                <a:gd name="csX4" fmla="*/ 41944 w 62155"/>
                <a:gd name="csY4" fmla="*/ 218 h 103596"/>
                <a:gd name="csX5" fmla="*/ 37944 w 62155"/>
                <a:gd name="csY5" fmla="*/ 2161 h 103596"/>
                <a:gd name="csX6" fmla="*/ 30038 w 62155"/>
                <a:gd name="csY6" fmla="*/ 8758 h 103596"/>
                <a:gd name="csX7" fmla="*/ 6016 w 62155"/>
                <a:gd name="csY7" fmla="*/ 14162 h 103596"/>
                <a:gd name="csX8" fmla="*/ 4714 w 62155"/>
                <a:gd name="csY8" fmla="*/ 8974 h 103596"/>
                <a:gd name="csX9" fmla="*/ 1469 w 62155"/>
                <a:gd name="csY9" fmla="*/ 14708 h 103596"/>
                <a:gd name="csX10" fmla="*/ 2765 w 62155"/>
                <a:gd name="csY10" fmla="*/ 29739 h 103596"/>
                <a:gd name="csX11" fmla="*/ 10232 w 62155"/>
                <a:gd name="csY11" fmla="*/ 38819 h 103596"/>
                <a:gd name="csX12" fmla="*/ 11102 w 62155"/>
                <a:gd name="csY12" fmla="*/ 56771 h 103596"/>
                <a:gd name="csX13" fmla="*/ 15319 w 62155"/>
                <a:gd name="csY13" fmla="*/ 64124 h 103596"/>
                <a:gd name="csX14" fmla="*/ 13268 w 62155"/>
                <a:gd name="csY14" fmla="*/ 68232 h 103596"/>
                <a:gd name="csX15" fmla="*/ 10994 w 62155"/>
                <a:gd name="csY15" fmla="*/ 69966 h 103596"/>
                <a:gd name="csX16" fmla="*/ 11534 w 62155"/>
                <a:gd name="csY16" fmla="*/ 91486 h 103596"/>
                <a:gd name="csX17" fmla="*/ 22139 w 62155"/>
                <a:gd name="csY17" fmla="*/ 103380 h 103596"/>
                <a:gd name="csX18" fmla="*/ 33073 w 62155"/>
                <a:gd name="csY18" fmla="*/ 96458 h 103596"/>
                <a:gd name="csX19" fmla="*/ 35994 w 62155"/>
                <a:gd name="csY19" fmla="*/ 89969 h 103596"/>
                <a:gd name="csX20" fmla="*/ 44764 w 62155"/>
                <a:gd name="csY20" fmla="*/ 90400 h 103596"/>
                <a:gd name="csX21" fmla="*/ 54828 w 62155"/>
                <a:gd name="csY21" fmla="*/ 87479 h 103596"/>
                <a:gd name="csX22" fmla="*/ 57210 w 62155"/>
                <a:gd name="csY22" fmla="*/ 49094 h 103596"/>
                <a:gd name="csX23" fmla="*/ 56448 w 62155"/>
                <a:gd name="csY23" fmla="*/ 48122 h 103596"/>
                <a:gd name="csX24" fmla="*/ 61864 w 62155"/>
                <a:gd name="csY24" fmla="*/ 31142 h 103596"/>
                <a:gd name="csX25" fmla="*/ 55584 w 62155"/>
                <a:gd name="csY25" fmla="*/ 17191 h 103596"/>
                <a:gd name="csX26" fmla="*/ 55584 w 62155"/>
                <a:gd name="csY26" fmla="*/ 17083 h 103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155" h="103596">
                  <a:moveTo>
                    <a:pt x="55584" y="17083"/>
                  </a:moveTo>
                  <a:cubicBezTo>
                    <a:pt x="51577" y="14493"/>
                    <a:pt x="58835" y="11787"/>
                    <a:pt x="55260" y="10809"/>
                  </a:cubicBezTo>
                  <a:cubicBezTo>
                    <a:pt x="52015" y="9946"/>
                    <a:pt x="54828" y="4110"/>
                    <a:pt x="50498" y="5514"/>
                  </a:cubicBezTo>
                  <a:cubicBezTo>
                    <a:pt x="46275" y="6917"/>
                    <a:pt x="47901" y="2485"/>
                    <a:pt x="43138" y="649"/>
                  </a:cubicBezTo>
                  <a:lnTo>
                    <a:pt x="41944" y="218"/>
                  </a:lnTo>
                  <a:cubicBezTo>
                    <a:pt x="40217" y="-436"/>
                    <a:pt x="38376" y="433"/>
                    <a:pt x="37944" y="2161"/>
                  </a:cubicBezTo>
                  <a:cubicBezTo>
                    <a:pt x="36642" y="6701"/>
                    <a:pt x="32965" y="4758"/>
                    <a:pt x="30038" y="8758"/>
                  </a:cubicBezTo>
                  <a:cubicBezTo>
                    <a:pt x="19973" y="22709"/>
                    <a:pt x="5146" y="19465"/>
                    <a:pt x="6016" y="14162"/>
                  </a:cubicBezTo>
                  <a:cubicBezTo>
                    <a:pt x="6016" y="13191"/>
                    <a:pt x="8289" y="5945"/>
                    <a:pt x="4714" y="8974"/>
                  </a:cubicBezTo>
                  <a:cubicBezTo>
                    <a:pt x="4283" y="9622"/>
                    <a:pt x="1901" y="11356"/>
                    <a:pt x="1469" y="14708"/>
                  </a:cubicBezTo>
                  <a:cubicBezTo>
                    <a:pt x="1247" y="21084"/>
                    <a:pt x="-2429" y="28653"/>
                    <a:pt x="2765" y="29739"/>
                  </a:cubicBezTo>
                  <a:cubicBezTo>
                    <a:pt x="7635" y="30710"/>
                    <a:pt x="10664" y="39359"/>
                    <a:pt x="10232" y="38819"/>
                  </a:cubicBezTo>
                  <a:cubicBezTo>
                    <a:pt x="14455" y="47144"/>
                    <a:pt x="10772" y="58282"/>
                    <a:pt x="11102" y="56771"/>
                  </a:cubicBezTo>
                  <a:cubicBezTo>
                    <a:pt x="9800" y="61635"/>
                    <a:pt x="15211" y="59044"/>
                    <a:pt x="15319" y="64124"/>
                  </a:cubicBezTo>
                  <a:cubicBezTo>
                    <a:pt x="15319" y="64772"/>
                    <a:pt x="15973" y="70182"/>
                    <a:pt x="13268" y="68232"/>
                  </a:cubicBezTo>
                  <a:cubicBezTo>
                    <a:pt x="12074" y="67369"/>
                    <a:pt x="11102" y="68232"/>
                    <a:pt x="10994" y="69966"/>
                  </a:cubicBezTo>
                  <a:cubicBezTo>
                    <a:pt x="10232" y="81752"/>
                    <a:pt x="9153" y="87263"/>
                    <a:pt x="11534" y="91486"/>
                  </a:cubicBezTo>
                  <a:cubicBezTo>
                    <a:pt x="15643" y="97214"/>
                    <a:pt x="17052" y="104999"/>
                    <a:pt x="22139" y="103380"/>
                  </a:cubicBezTo>
                  <a:cubicBezTo>
                    <a:pt x="25930" y="101646"/>
                    <a:pt x="33397" y="101646"/>
                    <a:pt x="33073" y="96458"/>
                  </a:cubicBezTo>
                  <a:cubicBezTo>
                    <a:pt x="33073" y="95919"/>
                    <a:pt x="31772" y="90832"/>
                    <a:pt x="35994" y="89969"/>
                  </a:cubicBezTo>
                  <a:cubicBezTo>
                    <a:pt x="36642" y="89969"/>
                    <a:pt x="41081" y="88457"/>
                    <a:pt x="44764" y="90400"/>
                  </a:cubicBezTo>
                  <a:cubicBezTo>
                    <a:pt x="46275" y="90940"/>
                    <a:pt x="53635" y="97106"/>
                    <a:pt x="54828" y="87479"/>
                  </a:cubicBezTo>
                  <a:cubicBezTo>
                    <a:pt x="58937" y="53742"/>
                    <a:pt x="59915" y="52770"/>
                    <a:pt x="57210" y="49094"/>
                  </a:cubicBezTo>
                  <a:lnTo>
                    <a:pt x="56448" y="48122"/>
                  </a:lnTo>
                  <a:cubicBezTo>
                    <a:pt x="52231" y="42496"/>
                    <a:pt x="64137" y="38279"/>
                    <a:pt x="61864" y="31142"/>
                  </a:cubicBezTo>
                  <a:cubicBezTo>
                    <a:pt x="61864" y="31142"/>
                    <a:pt x="59159" y="19572"/>
                    <a:pt x="55584" y="17191"/>
                  </a:cubicBezTo>
                  <a:lnTo>
                    <a:pt x="55584" y="170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4854CDFC-CE34-F5FC-0D10-0E196EB635E7}"/>
                </a:ext>
              </a:extLst>
            </p:cNvPr>
            <p:cNvSpPr/>
            <p:nvPr/>
          </p:nvSpPr>
          <p:spPr>
            <a:xfrm>
              <a:off x="5943111" y="2962602"/>
              <a:ext cx="6096" cy="7286"/>
            </a:xfrm>
            <a:custGeom>
              <a:avLst/>
              <a:gdLst>
                <a:gd name="csX0" fmla="*/ 171 w 6096"/>
                <a:gd name="csY0" fmla="*/ 3552 h 7286"/>
                <a:gd name="csX1" fmla="*/ 387 w 6096"/>
                <a:gd name="csY1" fmla="*/ 5070 h 7286"/>
                <a:gd name="csX2" fmla="*/ 3740 w 6096"/>
                <a:gd name="csY2" fmla="*/ 7013 h 7286"/>
                <a:gd name="csX3" fmla="*/ 5905 w 6096"/>
                <a:gd name="csY3" fmla="*/ 1285 h 7286"/>
                <a:gd name="csX4" fmla="*/ 63 w 6096"/>
                <a:gd name="csY4" fmla="*/ 3444 h 7286"/>
                <a:gd name="csX5" fmla="*/ 171 w 6096"/>
                <a:gd name="csY5" fmla="*/ 3552 h 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96" h="7286">
                  <a:moveTo>
                    <a:pt x="171" y="3552"/>
                  </a:moveTo>
                  <a:lnTo>
                    <a:pt x="387" y="5070"/>
                  </a:lnTo>
                  <a:cubicBezTo>
                    <a:pt x="711" y="6905"/>
                    <a:pt x="2228" y="7769"/>
                    <a:pt x="3740" y="7013"/>
                  </a:cubicBezTo>
                  <a:cubicBezTo>
                    <a:pt x="6883" y="5502"/>
                    <a:pt x="6013" y="746"/>
                    <a:pt x="5905" y="1285"/>
                  </a:cubicBezTo>
                  <a:cubicBezTo>
                    <a:pt x="5581" y="-556"/>
                    <a:pt x="-692" y="-880"/>
                    <a:pt x="63" y="3444"/>
                  </a:cubicBezTo>
                  <a:lnTo>
                    <a:pt x="171" y="35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322AAB33-1F67-AE49-4D68-17F176632269}"/>
                </a:ext>
              </a:extLst>
            </p:cNvPr>
            <p:cNvSpPr/>
            <p:nvPr/>
          </p:nvSpPr>
          <p:spPr>
            <a:xfrm>
              <a:off x="6100357" y="2995028"/>
              <a:ext cx="115207" cy="70048"/>
            </a:xfrm>
            <a:custGeom>
              <a:avLst/>
              <a:gdLst>
                <a:gd name="csX0" fmla="*/ 114489 w 115207"/>
                <a:gd name="csY0" fmla="*/ 0 h 70048"/>
                <a:gd name="csX1" fmla="*/ 101821 w 115207"/>
                <a:gd name="csY1" fmla="*/ 4001 h 70048"/>
                <a:gd name="csX2" fmla="*/ 95547 w 115207"/>
                <a:gd name="csY2" fmla="*/ 6058 h 70048"/>
                <a:gd name="csX3" fmla="*/ 83425 w 115207"/>
                <a:gd name="csY3" fmla="*/ 5842 h 70048"/>
                <a:gd name="csX4" fmla="*/ 53764 w 115207"/>
                <a:gd name="csY4" fmla="*/ 10706 h 70048"/>
                <a:gd name="csX5" fmla="*/ 43375 w 115207"/>
                <a:gd name="csY5" fmla="*/ 9951 h 70048"/>
                <a:gd name="csX6" fmla="*/ 37425 w 115207"/>
                <a:gd name="csY6" fmla="*/ 6814 h 70048"/>
                <a:gd name="csX7" fmla="*/ 28548 w 115207"/>
                <a:gd name="csY7" fmla="*/ 2597 h 70048"/>
                <a:gd name="csX8" fmla="*/ 22052 w 115207"/>
                <a:gd name="csY8" fmla="*/ 6490 h 70048"/>
                <a:gd name="csX9" fmla="*/ 17505 w 115207"/>
                <a:gd name="csY9" fmla="*/ 9843 h 70048"/>
                <a:gd name="csX10" fmla="*/ 12527 w 115207"/>
                <a:gd name="csY10" fmla="*/ 6814 h 70048"/>
                <a:gd name="csX11" fmla="*/ 729 w 115207"/>
                <a:gd name="csY11" fmla="*/ 14275 h 70048"/>
                <a:gd name="csX12" fmla="*/ 2462 w 115207"/>
                <a:gd name="csY12" fmla="*/ 27146 h 70048"/>
                <a:gd name="csX13" fmla="*/ 10146 w 115207"/>
                <a:gd name="csY13" fmla="*/ 30277 h 70048"/>
                <a:gd name="csX14" fmla="*/ 18591 w 115207"/>
                <a:gd name="csY14" fmla="*/ 32442 h 70048"/>
                <a:gd name="csX15" fmla="*/ 29088 w 115207"/>
                <a:gd name="csY15" fmla="*/ 36119 h 70048"/>
                <a:gd name="csX16" fmla="*/ 55929 w 115207"/>
                <a:gd name="csY16" fmla="*/ 51689 h 70048"/>
                <a:gd name="csX17" fmla="*/ 68705 w 115207"/>
                <a:gd name="csY17" fmla="*/ 54934 h 70048"/>
                <a:gd name="csX18" fmla="*/ 79418 w 115207"/>
                <a:gd name="csY18" fmla="*/ 65856 h 70048"/>
                <a:gd name="csX19" fmla="*/ 97712 w 115207"/>
                <a:gd name="csY19" fmla="*/ 69641 h 70048"/>
                <a:gd name="csX20" fmla="*/ 99770 w 115207"/>
                <a:gd name="csY20" fmla="*/ 64453 h 70048"/>
                <a:gd name="csX21" fmla="*/ 104310 w 115207"/>
                <a:gd name="csY21" fmla="*/ 57099 h 70048"/>
                <a:gd name="csX22" fmla="*/ 103986 w 115207"/>
                <a:gd name="csY22" fmla="*/ 49962 h 70048"/>
                <a:gd name="csX23" fmla="*/ 101928 w 115207"/>
                <a:gd name="csY23" fmla="*/ 42393 h 70048"/>
                <a:gd name="csX24" fmla="*/ 101497 w 115207"/>
                <a:gd name="csY24" fmla="*/ 42177 h 70048"/>
                <a:gd name="csX25" fmla="*/ 100525 w 115207"/>
                <a:gd name="csY25" fmla="*/ 28550 h 70048"/>
                <a:gd name="csX26" fmla="*/ 114489 w 115207"/>
                <a:gd name="csY26" fmla="*/ 216 h 70048"/>
                <a:gd name="csX27" fmla="*/ 114489 w 115207"/>
                <a:gd name="csY27" fmla="*/ 0 h 7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5207" h="70048">
                  <a:moveTo>
                    <a:pt x="114489" y="0"/>
                  </a:moveTo>
                  <a:cubicBezTo>
                    <a:pt x="109618" y="864"/>
                    <a:pt x="105072" y="972"/>
                    <a:pt x="101821" y="4001"/>
                  </a:cubicBezTo>
                  <a:cubicBezTo>
                    <a:pt x="101281" y="4324"/>
                    <a:pt x="99115" y="6814"/>
                    <a:pt x="95547" y="6058"/>
                  </a:cubicBezTo>
                  <a:cubicBezTo>
                    <a:pt x="92626" y="5734"/>
                    <a:pt x="87648" y="3245"/>
                    <a:pt x="83425" y="5842"/>
                  </a:cubicBezTo>
                  <a:cubicBezTo>
                    <a:pt x="68159" y="15138"/>
                    <a:pt x="68051" y="7569"/>
                    <a:pt x="53764" y="10706"/>
                  </a:cubicBezTo>
                  <a:cubicBezTo>
                    <a:pt x="51713" y="10814"/>
                    <a:pt x="46512" y="13519"/>
                    <a:pt x="43375" y="9951"/>
                  </a:cubicBezTo>
                  <a:cubicBezTo>
                    <a:pt x="42836" y="9519"/>
                    <a:pt x="40778" y="6166"/>
                    <a:pt x="37425" y="6814"/>
                  </a:cubicBezTo>
                  <a:cubicBezTo>
                    <a:pt x="33311" y="7461"/>
                    <a:pt x="33418" y="1734"/>
                    <a:pt x="28548" y="2597"/>
                  </a:cubicBezTo>
                  <a:cubicBezTo>
                    <a:pt x="28008" y="2813"/>
                    <a:pt x="23786" y="2597"/>
                    <a:pt x="22052" y="6490"/>
                  </a:cubicBezTo>
                  <a:cubicBezTo>
                    <a:pt x="21512" y="7138"/>
                    <a:pt x="20433" y="9627"/>
                    <a:pt x="17505" y="9843"/>
                  </a:cubicBezTo>
                  <a:cubicBezTo>
                    <a:pt x="14261" y="10058"/>
                    <a:pt x="11879" y="6274"/>
                    <a:pt x="12527" y="6814"/>
                  </a:cubicBezTo>
                  <a:cubicBezTo>
                    <a:pt x="9930" y="2165"/>
                    <a:pt x="1167" y="10166"/>
                    <a:pt x="729" y="14275"/>
                  </a:cubicBezTo>
                  <a:cubicBezTo>
                    <a:pt x="729" y="18060"/>
                    <a:pt x="-1761" y="24225"/>
                    <a:pt x="2462" y="27146"/>
                  </a:cubicBezTo>
                  <a:cubicBezTo>
                    <a:pt x="3110" y="27470"/>
                    <a:pt x="5815" y="30169"/>
                    <a:pt x="10146" y="30277"/>
                  </a:cubicBezTo>
                  <a:cubicBezTo>
                    <a:pt x="11339" y="30385"/>
                    <a:pt x="16534" y="29737"/>
                    <a:pt x="18591" y="32442"/>
                  </a:cubicBezTo>
                  <a:cubicBezTo>
                    <a:pt x="20757" y="35471"/>
                    <a:pt x="24865" y="33306"/>
                    <a:pt x="29088" y="36119"/>
                  </a:cubicBezTo>
                  <a:cubicBezTo>
                    <a:pt x="48462" y="48882"/>
                    <a:pt x="51275" y="51473"/>
                    <a:pt x="55929" y="51689"/>
                  </a:cubicBezTo>
                  <a:cubicBezTo>
                    <a:pt x="59828" y="52337"/>
                    <a:pt x="65778" y="50825"/>
                    <a:pt x="68705" y="54934"/>
                  </a:cubicBezTo>
                  <a:cubicBezTo>
                    <a:pt x="74008" y="62503"/>
                    <a:pt x="75303" y="65316"/>
                    <a:pt x="79418" y="65856"/>
                  </a:cubicBezTo>
                  <a:cubicBezTo>
                    <a:pt x="87971" y="66935"/>
                    <a:pt x="94245" y="67158"/>
                    <a:pt x="97712" y="69641"/>
                  </a:cubicBezTo>
                  <a:cubicBezTo>
                    <a:pt x="100957" y="71914"/>
                    <a:pt x="99877" y="63913"/>
                    <a:pt x="99770" y="64453"/>
                  </a:cubicBezTo>
                  <a:cubicBezTo>
                    <a:pt x="99547" y="60128"/>
                    <a:pt x="104856" y="56560"/>
                    <a:pt x="104310" y="57099"/>
                  </a:cubicBezTo>
                  <a:cubicBezTo>
                    <a:pt x="107561" y="54394"/>
                    <a:pt x="103770" y="49314"/>
                    <a:pt x="103986" y="49962"/>
                  </a:cubicBezTo>
                  <a:cubicBezTo>
                    <a:pt x="101497" y="45638"/>
                    <a:pt x="106151" y="44876"/>
                    <a:pt x="101928" y="42393"/>
                  </a:cubicBezTo>
                  <a:lnTo>
                    <a:pt x="101497" y="42177"/>
                  </a:lnTo>
                  <a:cubicBezTo>
                    <a:pt x="97388" y="39688"/>
                    <a:pt x="98468" y="32118"/>
                    <a:pt x="100525" y="28550"/>
                  </a:cubicBezTo>
                  <a:cubicBezTo>
                    <a:pt x="100525" y="28550"/>
                    <a:pt x="119036" y="-540"/>
                    <a:pt x="114489" y="216"/>
                  </a:cubicBezTo>
                  <a:lnTo>
                    <a:pt x="11448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B5C70E58-6CA4-F552-6CFB-3D0F70A0FACE}"/>
                </a:ext>
              </a:extLst>
            </p:cNvPr>
            <p:cNvSpPr/>
            <p:nvPr/>
          </p:nvSpPr>
          <p:spPr>
            <a:xfrm>
              <a:off x="6011367" y="2793708"/>
              <a:ext cx="13119" cy="7330"/>
            </a:xfrm>
            <a:custGeom>
              <a:avLst/>
              <a:gdLst>
                <a:gd name="csX0" fmla="*/ 2698 w 13119"/>
                <a:gd name="csY0" fmla="*/ 1269 h 7330"/>
                <a:gd name="csX1" fmla="*/ 101 w 13119"/>
                <a:gd name="csY1" fmla="*/ 4184 h 7330"/>
                <a:gd name="csX2" fmla="*/ 10382 w 13119"/>
                <a:gd name="csY2" fmla="*/ 6997 h 7330"/>
                <a:gd name="csX3" fmla="*/ 13087 w 13119"/>
                <a:gd name="csY3" fmla="*/ 2241 h 7330"/>
                <a:gd name="csX4" fmla="*/ 10166 w 13119"/>
                <a:gd name="csY4" fmla="*/ 291 h 7330"/>
                <a:gd name="csX5" fmla="*/ 3670 w 13119"/>
                <a:gd name="csY5" fmla="*/ 1269 h 7330"/>
                <a:gd name="csX6" fmla="*/ 2698 w 13119"/>
                <a:gd name="csY6" fmla="*/ 1269 h 7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9" h="7330">
                  <a:moveTo>
                    <a:pt x="2698" y="1269"/>
                  </a:moveTo>
                  <a:cubicBezTo>
                    <a:pt x="-553" y="939"/>
                    <a:pt x="-7" y="4724"/>
                    <a:pt x="101" y="4184"/>
                  </a:cubicBezTo>
                  <a:cubicBezTo>
                    <a:pt x="1289" y="9594"/>
                    <a:pt x="6375" y="4184"/>
                    <a:pt x="10382" y="6997"/>
                  </a:cubicBezTo>
                  <a:cubicBezTo>
                    <a:pt x="13195" y="8946"/>
                    <a:pt x="13195" y="1701"/>
                    <a:pt x="13087" y="2241"/>
                  </a:cubicBezTo>
                  <a:cubicBezTo>
                    <a:pt x="13411" y="-1112"/>
                    <a:pt x="9518" y="291"/>
                    <a:pt x="10166" y="291"/>
                  </a:cubicBezTo>
                  <a:cubicBezTo>
                    <a:pt x="8432" y="1047"/>
                    <a:pt x="5511" y="1485"/>
                    <a:pt x="3670" y="1269"/>
                  </a:cubicBezTo>
                  <a:lnTo>
                    <a:pt x="2698" y="1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A492AFA0-D07D-D38E-C126-E6603611EDA8}"/>
                </a:ext>
              </a:extLst>
            </p:cNvPr>
            <p:cNvSpPr/>
            <p:nvPr/>
          </p:nvSpPr>
          <p:spPr>
            <a:xfrm>
              <a:off x="6078238" y="3055270"/>
              <a:ext cx="9131" cy="6629"/>
            </a:xfrm>
            <a:custGeom>
              <a:avLst/>
              <a:gdLst>
                <a:gd name="csX0" fmla="*/ 3589 w 9131"/>
                <a:gd name="csY0" fmla="*/ 6262 h 6629"/>
                <a:gd name="csX1" fmla="*/ 7805 w 9131"/>
                <a:gd name="csY1" fmla="*/ 2261 h 6629"/>
                <a:gd name="csX2" fmla="*/ 14 w 9131"/>
                <a:gd name="csY2" fmla="*/ 2261 h 6629"/>
                <a:gd name="csX3" fmla="*/ 3589 w 9131"/>
                <a:gd name="csY3" fmla="*/ 6370 h 6629"/>
                <a:gd name="csX4" fmla="*/ 3589 w 9131"/>
                <a:gd name="csY4" fmla="*/ 6262 h 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31" h="6629">
                  <a:moveTo>
                    <a:pt x="3589" y="6262"/>
                  </a:moveTo>
                  <a:cubicBezTo>
                    <a:pt x="4560" y="5722"/>
                    <a:pt x="12136" y="4102"/>
                    <a:pt x="7805" y="2261"/>
                  </a:cubicBezTo>
                  <a:cubicBezTo>
                    <a:pt x="5970" y="1829"/>
                    <a:pt x="-310" y="-2603"/>
                    <a:pt x="14" y="2261"/>
                  </a:cubicBezTo>
                  <a:cubicBezTo>
                    <a:pt x="14" y="2261"/>
                    <a:pt x="-418" y="7887"/>
                    <a:pt x="3589" y="6370"/>
                  </a:cubicBezTo>
                  <a:lnTo>
                    <a:pt x="3589" y="62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E37C6647-E2B9-EB6F-E1BC-0AB2BB8CF0B4}"/>
                </a:ext>
              </a:extLst>
            </p:cNvPr>
            <p:cNvSpPr/>
            <p:nvPr/>
          </p:nvSpPr>
          <p:spPr>
            <a:xfrm>
              <a:off x="5883103" y="2598597"/>
              <a:ext cx="442816" cy="410932"/>
            </a:xfrm>
            <a:custGeom>
              <a:avLst/>
              <a:gdLst>
                <a:gd name="csX0" fmla="*/ 437166 w 442816"/>
                <a:gd name="csY0" fmla="*/ 305594 h 410932"/>
                <a:gd name="csX1" fmla="*/ 419411 w 442816"/>
                <a:gd name="csY1" fmla="*/ 290239 h 410932"/>
                <a:gd name="csX2" fmla="*/ 380771 w 442816"/>
                <a:gd name="csY2" fmla="*/ 270561 h 410932"/>
                <a:gd name="csX3" fmla="*/ 347757 w 442816"/>
                <a:gd name="csY3" fmla="*/ 256070 h 410932"/>
                <a:gd name="csX4" fmla="*/ 348628 w 442816"/>
                <a:gd name="csY4" fmla="*/ 249149 h 410932"/>
                <a:gd name="csX5" fmla="*/ 355879 w 442816"/>
                <a:gd name="csY5" fmla="*/ 241148 h 410932"/>
                <a:gd name="csX6" fmla="*/ 349707 w 442816"/>
                <a:gd name="csY6" fmla="*/ 236607 h 410932"/>
                <a:gd name="csX7" fmla="*/ 342779 w 442816"/>
                <a:gd name="csY7" fmla="*/ 238334 h 410932"/>
                <a:gd name="csX8" fmla="*/ 337261 w 442816"/>
                <a:gd name="csY8" fmla="*/ 238334 h 410932"/>
                <a:gd name="csX9" fmla="*/ 312369 w 442816"/>
                <a:gd name="csY9" fmla="*/ 234226 h 410932"/>
                <a:gd name="csX10" fmla="*/ 278269 w 442816"/>
                <a:gd name="csY10" fmla="*/ 207296 h 410932"/>
                <a:gd name="csX11" fmla="*/ 250241 w 442816"/>
                <a:gd name="csY11" fmla="*/ 158528 h 410932"/>
                <a:gd name="csX12" fmla="*/ 221234 w 442816"/>
                <a:gd name="csY12" fmla="*/ 140145 h 410932"/>
                <a:gd name="csX13" fmla="*/ 211493 w 442816"/>
                <a:gd name="csY13" fmla="*/ 126517 h 410932"/>
                <a:gd name="csX14" fmla="*/ 212356 w 442816"/>
                <a:gd name="csY14" fmla="*/ 106407 h 410932"/>
                <a:gd name="csX15" fmla="*/ 213544 w 442816"/>
                <a:gd name="csY15" fmla="*/ 106731 h 410932"/>
                <a:gd name="csX16" fmla="*/ 216364 w 442816"/>
                <a:gd name="csY16" fmla="*/ 96241 h 410932"/>
                <a:gd name="csX17" fmla="*/ 212465 w 442816"/>
                <a:gd name="csY17" fmla="*/ 89211 h 410932"/>
                <a:gd name="csX18" fmla="*/ 211169 w 442816"/>
                <a:gd name="csY18" fmla="*/ 84779 h 410932"/>
                <a:gd name="csX19" fmla="*/ 210947 w 442816"/>
                <a:gd name="csY19" fmla="*/ 84779 h 410932"/>
                <a:gd name="csX20" fmla="*/ 208242 w 442816"/>
                <a:gd name="csY20" fmla="*/ 79699 h 410932"/>
                <a:gd name="csX21" fmla="*/ 215817 w 442816"/>
                <a:gd name="csY21" fmla="*/ 72238 h 410932"/>
                <a:gd name="csX22" fmla="*/ 217767 w 442816"/>
                <a:gd name="csY22" fmla="*/ 76670 h 410932"/>
                <a:gd name="csX23" fmla="*/ 219177 w 442816"/>
                <a:gd name="csY23" fmla="*/ 78181 h 410932"/>
                <a:gd name="csX24" fmla="*/ 238550 w 442816"/>
                <a:gd name="csY24" fmla="*/ 70288 h 410932"/>
                <a:gd name="csX25" fmla="*/ 243421 w 442816"/>
                <a:gd name="csY25" fmla="*/ 64992 h 410932"/>
                <a:gd name="csX26" fmla="*/ 250888 w 442816"/>
                <a:gd name="csY26" fmla="*/ 67151 h 410932"/>
                <a:gd name="csX27" fmla="*/ 254464 w 442816"/>
                <a:gd name="csY27" fmla="*/ 67583 h 410932"/>
                <a:gd name="csX28" fmla="*/ 257600 w 442816"/>
                <a:gd name="csY28" fmla="*/ 63583 h 410932"/>
                <a:gd name="csX29" fmla="*/ 262039 w 442816"/>
                <a:gd name="csY29" fmla="*/ 49200 h 410932"/>
                <a:gd name="csX30" fmla="*/ 250672 w 442816"/>
                <a:gd name="csY30" fmla="*/ 43796 h 410932"/>
                <a:gd name="csX31" fmla="*/ 263334 w 442816"/>
                <a:gd name="csY31" fmla="*/ 28658 h 410932"/>
                <a:gd name="csX32" fmla="*/ 213328 w 442816"/>
                <a:gd name="csY32" fmla="*/ 18383 h 410932"/>
                <a:gd name="csX33" fmla="*/ 205429 w 442816"/>
                <a:gd name="csY33" fmla="*/ 0 h 410932"/>
                <a:gd name="csX34" fmla="*/ 169278 w 442816"/>
                <a:gd name="csY34" fmla="*/ 3785 h 410932"/>
                <a:gd name="csX35" fmla="*/ 162350 w 442816"/>
                <a:gd name="csY35" fmla="*/ 19787 h 410932"/>
                <a:gd name="csX36" fmla="*/ 152070 w 442816"/>
                <a:gd name="csY36" fmla="*/ 14923 h 410932"/>
                <a:gd name="csX37" fmla="*/ 128689 w 442816"/>
                <a:gd name="csY37" fmla="*/ 46285 h 410932"/>
                <a:gd name="csX38" fmla="*/ 97733 w 442816"/>
                <a:gd name="csY38" fmla="*/ 30817 h 410932"/>
                <a:gd name="csX39" fmla="*/ 90919 w 442816"/>
                <a:gd name="csY39" fmla="*/ 59906 h 410932"/>
                <a:gd name="csX40" fmla="*/ 79445 w 442816"/>
                <a:gd name="csY40" fmla="*/ 62935 h 410932"/>
                <a:gd name="csX41" fmla="*/ 63208 w 442816"/>
                <a:gd name="csY41" fmla="*/ 32874 h 410932"/>
                <a:gd name="csX42" fmla="*/ 53251 w 442816"/>
                <a:gd name="csY42" fmla="*/ 41523 h 410932"/>
                <a:gd name="csX43" fmla="*/ 44050 w 442816"/>
                <a:gd name="csY43" fmla="*/ 57423 h 410932"/>
                <a:gd name="csX44" fmla="*/ 12338 w 442816"/>
                <a:gd name="csY44" fmla="*/ 56769 h 410932"/>
                <a:gd name="csX45" fmla="*/ 5518 w 442816"/>
                <a:gd name="csY45" fmla="*/ 66072 h 410932"/>
                <a:gd name="csX46" fmla="*/ 15259 w 442816"/>
                <a:gd name="csY46" fmla="*/ 85858 h 410932"/>
                <a:gd name="csX47" fmla="*/ 0 w 442816"/>
                <a:gd name="csY47" fmla="*/ 95161 h 410932"/>
                <a:gd name="csX48" fmla="*/ 11906 w 442816"/>
                <a:gd name="csY48" fmla="*/ 112027 h 410932"/>
                <a:gd name="csX49" fmla="*/ 8547 w 442816"/>
                <a:gd name="csY49" fmla="*/ 130194 h 410932"/>
                <a:gd name="csX50" fmla="*/ 34849 w 442816"/>
                <a:gd name="csY50" fmla="*/ 135604 h 410932"/>
                <a:gd name="csX51" fmla="*/ 27489 w 442816"/>
                <a:gd name="csY51" fmla="*/ 154743 h 410932"/>
                <a:gd name="csX52" fmla="*/ 56604 w 442816"/>
                <a:gd name="csY52" fmla="*/ 142958 h 410932"/>
                <a:gd name="csX53" fmla="*/ 58769 w 442816"/>
                <a:gd name="csY53" fmla="*/ 138633 h 410932"/>
                <a:gd name="csX54" fmla="*/ 68942 w 442816"/>
                <a:gd name="csY54" fmla="*/ 131388 h 410932"/>
                <a:gd name="csX55" fmla="*/ 79553 w 442816"/>
                <a:gd name="csY55" fmla="*/ 124466 h 410932"/>
                <a:gd name="csX56" fmla="*/ 99034 w 442816"/>
                <a:gd name="csY56" fmla="*/ 131064 h 410932"/>
                <a:gd name="csX57" fmla="*/ 118624 w 442816"/>
                <a:gd name="csY57" fmla="*/ 140684 h 410932"/>
                <a:gd name="csX58" fmla="*/ 132156 w 442816"/>
                <a:gd name="csY58" fmla="*/ 148146 h 410932"/>
                <a:gd name="csX59" fmla="*/ 133991 w 442816"/>
                <a:gd name="csY59" fmla="*/ 158204 h 410932"/>
                <a:gd name="csX60" fmla="*/ 143516 w 442816"/>
                <a:gd name="csY60" fmla="*/ 177127 h 410932"/>
                <a:gd name="csX61" fmla="*/ 143516 w 442816"/>
                <a:gd name="csY61" fmla="*/ 187293 h 410932"/>
                <a:gd name="csX62" fmla="*/ 150012 w 442816"/>
                <a:gd name="csY62" fmla="*/ 191294 h 410932"/>
                <a:gd name="csX63" fmla="*/ 155422 w 442816"/>
                <a:gd name="csY63" fmla="*/ 198755 h 410932"/>
                <a:gd name="csX64" fmla="*/ 168091 w 442816"/>
                <a:gd name="csY64" fmla="*/ 212166 h 410932"/>
                <a:gd name="csX65" fmla="*/ 175882 w 442816"/>
                <a:gd name="csY65" fmla="*/ 215951 h 410932"/>
                <a:gd name="csX66" fmla="*/ 194170 w 442816"/>
                <a:gd name="csY66" fmla="*/ 231305 h 410932"/>
                <a:gd name="csX67" fmla="*/ 220256 w 442816"/>
                <a:gd name="csY67" fmla="*/ 255962 h 410932"/>
                <a:gd name="csX68" fmla="*/ 232594 w 442816"/>
                <a:gd name="csY68" fmla="*/ 260826 h 410932"/>
                <a:gd name="csX69" fmla="*/ 238227 w 442816"/>
                <a:gd name="csY69" fmla="*/ 265259 h 410932"/>
                <a:gd name="csX70" fmla="*/ 243421 w 442816"/>
                <a:gd name="csY70" fmla="*/ 267748 h 410932"/>
                <a:gd name="csX71" fmla="*/ 251104 w 442816"/>
                <a:gd name="csY71" fmla="*/ 267100 h 410932"/>
                <a:gd name="csX72" fmla="*/ 261277 w 442816"/>
                <a:gd name="csY72" fmla="*/ 268719 h 410932"/>
                <a:gd name="csX73" fmla="*/ 266147 w 442816"/>
                <a:gd name="csY73" fmla="*/ 270237 h 410932"/>
                <a:gd name="csX74" fmla="*/ 280111 w 442816"/>
                <a:gd name="csY74" fmla="*/ 286455 h 410932"/>
                <a:gd name="csX75" fmla="*/ 289420 w 442816"/>
                <a:gd name="csY75" fmla="*/ 287534 h 410932"/>
                <a:gd name="csX76" fmla="*/ 289420 w 442816"/>
                <a:gd name="csY76" fmla="*/ 292837 h 410932"/>
                <a:gd name="csX77" fmla="*/ 306089 w 442816"/>
                <a:gd name="csY77" fmla="*/ 295542 h 410932"/>
                <a:gd name="csX78" fmla="*/ 310743 w 442816"/>
                <a:gd name="csY78" fmla="*/ 307327 h 410932"/>
                <a:gd name="csX79" fmla="*/ 312801 w 442816"/>
                <a:gd name="csY79" fmla="*/ 312947 h 410932"/>
                <a:gd name="csX80" fmla="*/ 330225 w 442816"/>
                <a:gd name="csY80" fmla="*/ 320840 h 410932"/>
                <a:gd name="csX81" fmla="*/ 337369 w 442816"/>
                <a:gd name="csY81" fmla="*/ 322358 h 410932"/>
                <a:gd name="csX82" fmla="*/ 351333 w 442816"/>
                <a:gd name="csY82" fmla="*/ 351987 h 410932"/>
                <a:gd name="csX83" fmla="*/ 355447 w 442816"/>
                <a:gd name="csY83" fmla="*/ 367773 h 410932"/>
                <a:gd name="csX84" fmla="*/ 357067 w 442816"/>
                <a:gd name="csY84" fmla="*/ 373939 h 410932"/>
                <a:gd name="csX85" fmla="*/ 346354 w 442816"/>
                <a:gd name="csY85" fmla="*/ 379889 h 410932"/>
                <a:gd name="csX86" fmla="*/ 345376 w 442816"/>
                <a:gd name="csY86" fmla="*/ 389077 h 410932"/>
                <a:gd name="csX87" fmla="*/ 337801 w 442816"/>
                <a:gd name="csY87" fmla="*/ 403136 h 410932"/>
                <a:gd name="csX88" fmla="*/ 342779 w 442816"/>
                <a:gd name="csY88" fmla="*/ 410921 h 410932"/>
                <a:gd name="csX89" fmla="*/ 355340 w 442816"/>
                <a:gd name="csY89" fmla="*/ 407137 h 410932"/>
                <a:gd name="csX90" fmla="*/ 360318 w 442816"/>
                <a:gd name="csY90" fmla="*/ 398272 h 410932"/>
                <a:gd name="csX91" fmla="*/ 368325 w 442816"/>
                <a:gd name="csY91" fmla="*/ 392322 h 410932"/>
                <a:gd name="csX92" fmla="*/ 374059 w 442816"/>
                <a:gd name="csY92" fmla="*/ 373507 h 410932"/>
                <a:gd name="csX93" fmla="*/ 378282 w 442816"/>
                <a:gd name="csY93" fmla="*/ 370478 h 410932"/>
                <a:gd name="csX94" fmla="*/ 388994 w 442816"/>
                <a:gd name="csY94" fmla="*/ 368535 h 410932"/>
                <a:gd name="csX95" fmla="*/ 392354 w 442816"/>
                <a:gd name="csY95" fmla="*/ 365182 h 410932"/>
                <a:gd name="csX96" fmla="*/ 389109 w 442816"/>
                <a:gd name="csY96" fmla="*/ 346037 h 410932"/>
                <a:gd name="csX97" fmla="*/ 375685 w 442816"/>
                <a:gd name="csY97" fmla="*/ 339769 h 410932"/>
                <a:gd name="csX98" fmla="*/ 370167 w 442816"/>
                <a:gd name="csY98" fmla="*/ 333280 h 410932"/>
                <a:gd name="csX99" fmla="*/ 371786 w 442816"/>
                <a:gd name="csY99" fmla="*/ 325711 h 410932"/>
                <a:gd name="csX100" fmla="*/ 373951 w 442816"/>
                <a:gd name="csY100" fmla="*/ 318141 h 410932"/>
                <a:gd name="csX101" fmla="*/ 389433 w 442816"/>
                <a:gd name="csY101" fmla="*/ 299758 h 410932"/>
                <a:gd name="csX102" fmla="*/ 394087 w 442816"/>
                <a:gd name="csY102" fmla="*/ 299758 h 410932"/>
                <a:gd name="csX103" fmla="*/ 399605 w 442816"/>
                <a:gd name="csY103" fmla="*/ 306464 h 410932"/>
                <a:gd name="csX104" fmla="*/ 425475 w 442816"/>
                <a:gd name="csY104" fmla="*/ 319329 h 410932"/>
                <a:gd name="csX105" fmla="*/ 428936 w 442816"/>
                <a:gd name="csY105" fmla="*/ 326466 h 410932"/>
                <a:gd name="csX106" fmla="*/ 440518 w 442816"/>
                <a:gd name="csY106" fmla="*/ 327222 h 410932"/>
                <a:gd name="csX107" fmla="*/ 437597 w 442816"/>
                <a:gd name="csY107" fmla="*/ 305702 h 410932"/>
                <a:gd name="csX108" fmla="*/ 437166 w 442816"/>
                <a:gd name="csY108" fmla="*/ 305594 h 410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442816" h="410932">
                  <a:moveTo>
                    <a:pt x="437166" y="305594"/>
                  </a:moveTo>
                  <a:cubicBezTo>
                    <a:pt x="420821" y="293916"/>
                    <a:pt x="425475" y="292297"/>
                    <a:pt x="419411" y="290239"/>
                  </a:cubicBezTo>
                  <a:cubicBezTo>
                    <a:pt x="394843" y="281699"/>
                    <a:pt x="390836" y="274130"/>
                    <a:pt x="380771" y="270561"/>
                  </a:cubicBezTo>
                  <a:cubicBezTo>
                    <a:pt x="351009" y="259963"/>
                    <a:pt x="349383" y="260286"/>
                    <a:pt x="347757" y="256070"/>
                  </a:cubicBezTo>
                  <a:cubicBezTo>
                    <a:pt x="347757" y="255530"/>
                    <a:pt x="344837" y="251206"/>
                    <a:pt x="348628" y="249149"/>
                  </a:cubicBezTo>
                  <a:cubicBezTo>
                    <a:pt x="351117" y="247199"/>
                    <a:pt x="358477" y="245256"/>
                    <a:pt x="355879" y="241148"/>
                  </a:cubicBezTo>
                  <a:cubicBezTo>
                    <a:pt x="355333" y="240608"/>
                    <a:pt x="353930" y="236493"/>
                    <a:pt x="349707" y="236607"/>
                  </a:cubicBezTo>
                  <a:cubicBezTo>
                    <a:pt x="348952" y="236607"/>
                    <a:pt x="343103" y="236169"/>
                    <a:pt x="342779" y="238334"/>
                  </a:cubicBezTo>
                  <a:cubicBezTo>
                    <a:pt x="342455" y="240500"/>
                    <a:pt x="337801" y="240284"/>
                    <a:pt x="337261" y="238334"/>
                  </a:cubicBezTo>
                  <a:cubicBezTo>
                    <a:pt x="336290" y="234874"/>
                    <a:pt x="318643" y="238766"/>
                    <a:pt x="312369" y="234226"/>
                  </a:cubicBezTo>
                  <a:cubicBezTo>
                    <a:pt x="281629" y="212058"/>
                    <a:pt x="279895" y="211626"/>
                    <a:pt x="278269" y="207296"/>
                  </a:cubicBezTo>
                  <a:cubicBezTo>
                    <a:pt x="253809" y="142526"/>
                    <a:pt x="264096" y="168910"/>
                    <a:pt x="250241" y="158528"/>
                  </a:cubicBezTo>
                  <a:cubicBezTo>
                    <a:pt x="221558" y="136900"/>
                    <a:pt x="226428" y="145986"/>
                    <a:pt x="221234" y="140145"/>
                  </a:cubicBezTo>
                  <a:cubicBezTo>
                    <a:pt x="215817" y="134201"/>
                    <a:pt x="211925" y="130956"/>
                    <a:pt x="211493" y="126517"/>
                  </a:cubicBezTo>
                  <a:cubicBezTo>
                    <a:pt x="209652" y="110084"/>
                    <a:pt x="208026" y="105220"/>
                    <a:pt x="212356" y="106407"/>
                  </a:cubicBezTo>
                  <a:lnTo>
                    <a:pt x="213544" y="106731"/>
                  </a:lnTo>
                  <a:cubicBezTo>
                    <a:pt x="218306" y="108134"/>
                    <a:pt x="219824" y="99054"/>
                    <a:pt x="216364" y="96241"/>
                  </a:cubicBezTo>
                  <a:cubicBezTo>
                    <a:pt x="215817" y="95593"/>
                    <a:pt x="211277" y="93428"/>
                    <a:pt x="212465" y="89211"/>
                  </a:cubicBezTo>
                  <a:cubicBezTo>
                    <a:pt x="212465" y="88563"/>
                    <a:pt x="215062" y="82614"/>
                    <a:pt x="211169" y="84779"/>
                  </a:cubicBezTo>
                  <a:lnTo>
                    <a:pt x="210947" y="84779"/>
                  </a:lnTo>
                  <a:cubicBezTo>
                    <a:pt x="207054" y="87052"/>
                    <a:pt x="205105" y="82722"/>
                    <a:pt x="208242" y="79699"/>
                  </a:cubicBezTo>
                  <a:lnTo>
                    <a:pt x="215817" y="72238"/>
                  </a:lnTo>
                  <a:cubicBezTo>
                    <a:pt x="218961" y="69101"/>
                    <a:pt x="219932" y="72885"/>
                    <a:pt x="217767" y="76670"/>
                  </a:cubicBezTo>
                  <a:cubicBezTo>
                    <a:pt x="216795" y="78181"/>
                    <a:pt x="217443" y="78937"/>
                    <a:pt x="219177" y="78181"/>
                  </a:cubicBezTo>
                  <a:lnTo>
                    <a:pt x="238550" y="70288"/>
                  </a:lnTo>
                  <a:cubicBezTo>
                    <a:pt x="243205" y="68345"/>
                    <a:pt x="238550" y="64668"/>
                    <a:pt x="243421" y="64992"/>
                  </a:cubicBezTo>
                  <a:cubicBezTo>
                    <a:pt x="244608" y="65208"/>
                    <a:pt x="250780" y="64884"/>
                    <a:pt x="250888" y="67151"/>
                  </a:cubicBezTo>
                  <a:cubicBezTo>
                    <a:pt x="250888" y="68885"/>
                    <a:pt x="255111" y="67475"/>
                    <a:pt x="254464" y="67583"/>
                  </a:cubicBezTo>
                  <a:cubicBezTo>
                    <a:pt x="257492" y="66504"/>
                    <a:pt x="257061" y="64560"/>
                    <a:pt x="257600" y="63583"/>
                  </a:cubicBezTo>
                  <a:lnTo>
                    <a:pt x="262039" y="49200"/>
                  </a:lnTo>
                  <a:lnTo>
                    <a:pt x="250672" y="43796"/>
                  </a:lnTo>
                  <a:lnTo>
                    <a:pt x="263334" y="28658"/>
                  </a:lnTo>
                  <a:lnTo>
                    <a:pt x="213328" y="18383"/>
                  </a:lnTo>
                  <a:lnTo>
                    <a:pt x="205429" y="0"/>
                  </a:lnTo>
                  <a:lnTo>
                    <a:pt x="169278" y="3785"/>
                  </a:lnTo>
                  <a:lnTo>
                    <a:pt x="162350" y="19787"/>
                  </a:lnTo>
                  <a:lnTo>
                    <a:pt x="152070" y="14923"/>
                  </a:lnTo>
                  <a:lnTo>
                    <a:pt x="128689" y="46285"/>
                  </a:lnTo>
                  <a:lnTo>
                    <a:pt x="97733" y="30817"/>
                  </a:lnTo>
                  <a:lnTo>
                    <a:pt x="90919" y="59906"/>
                  </a:lnTo>
                  <a:lnTo>
                    <a:pt x="79445" y="62935"/>
                  </a:lnTo>
                  <a:lnTo>
                    <a:pt x="63208" y="32874"/>
                  </a:lnTo>
                  <a:lnTo>
                    <a:pt x="53251" y="41523"/>
                  </a:lnTo>
                  <a:lnTo>
                    <a:pt x="44050" y="57423"/>
                  </a:lnTo>
                  <a:lnTo>
                    <a:pt x="12338" y="56769"/>
                  </a:lnTo>
                  <a:lnTo>
                    <a:pt x="5518" y="66072"/>
                  </a:lnTo>
                  <a:lnTo>
                    <a:pt x="15259" y="85858"/>
                  </a:lnTo>
                  <a:lnTo>
                    <a:pt x="0" y="95161"/>
                  </a:lnTo>
                  <a:lnTo>
                    <a:pt x="11906" y="112027"/>
                  </a:lnTo>
                  <a:lnTo>
                    <a:pt x="8547" y="130194"/>
                  </a:lnTo>
                  <a:lnTo>
                    <a:pt x="34849" y="135604"/>
                  </a:lnTo>
                  <a:lnTo>
                    <a:pt x="27489" y="154743"/>
                  </a:lnTo>
                  <a:cubicBezTo>
                    <a:pt x="37122" y="150095"/>
                    <a:pt x="53575" y="149016"/>
                    <a:pt x="56604" y="142958"/>
                  </a:cubicBezTo>
                  <a:lnTo>
                    <a:pt x="58769" y="138633"/>
                  </a:lnTo>
                  <a:cubicBezTo>
                    <a:pt x="60934" y="134309"/>
                    <a:pt x="65481" y="135064"/>
                    <a:pt x="68942" y="131388"/>
                  </a:cubicBezTo>
                  <a:cubicBezTo>
                    <a:pt x="71869" y="128899"/>
                    <a:pt x="74682" y="123063"/>
                    <a:pt x="79553" y="124466"/>
                  </a:cubicBezTo>
                  <a:cubicBezTo>
                    <a:pt x="89078" y="127279"/>
                    <a:pt x="94920" y="128575"/>
                    <a:pt x="99034" y="131064"/>
                  </a:cubicBezTo>
                  <a:cubicBezTo>
                    <a:pt x="113322" y="139821"/>
                    <a:pt x="118084" y="143821"/>
                    <a:pt x="118624" y="140684"/>
                  </a:cubicBezTo>
                  <a:cubicBezTo>
                    <a:pt x="119272" y="137116"/>
                    <a:pt x="131394" y="143605"/>
                    <a:pt x="132156" y="148146"/>
                  </a:cubicBezTo>
                  <a:lnTo>
                    <a:pt x="133991" y="158204"/>
                  </a:lnTo>
                  <a:cubicBezTo>
                    <a:pt x="134969" y="163398"/>
                    <a:pt x="143954" y="177775"/>
                    <a:pt x="143516" y="177127"/>
                  </a:cubicBezTo>
                  <a:cubicBezTo>
                    <a:pt x="145790" y="181128"/>
                    <a:pt x="143408" y="187941"/>
                    <a:pt x="143516" y="187293"/>
                  </a:cubicBezTo>
                  <a:cubicBezTo>
                    <a:pt x="142437" y="191726"/>
                    <a:pt x="150660" y="191510"/>
                    <a:pt x="150012" y="191294"/>
                  </a:cubicBezTo>
                  <a:cubicBezTo>
                    <a:pt x="154775" y="191833"/>
                    <a:pt x="151530" y="195618"/>
                    <a:pt x="155422" y="198755"/>
                  </a:cubicBezTo>
                  <a:cubicBezTo>
                    <a:pt x="165271" y="206756"/>
                    <a:pt x="167875" y="207950"/>
                    <a:pt x="168091" y="212166"/>
                  </a:cubicBezTo>
                  <a:cubicBezTo>
                    <a:pt x="168307" y="216599"/>
                    <a:pt x="171120" y="214001"/>
                    <a:pt x="175882" y="215951"/>
                  </a:cubicBezTo>
                  <a:cubicBezTo>
                    <a:pt x="196336" y="224384"/>
                    <a:pt x="184537" y="222117"/>
                    <a:pt x="194170" y="231305"/>
                  </a:cubicBezTo>
                  <a:lnTo>
                    <a:pt x="220256" y="255962"/>
                  </a:lnTo>
                  <a:cubicBezTo>
                    <a:pt x="223939" y="259423"/>
                    <a:pt x="233140" y="261042"/>
                    <a:pt x="232594" y="260826"/>
                  </a:cubicBezTo>
                  <a:cubicBezTo>
                    <a:pt x="236169" y="261798"/>
                    <a:pt x="238766" y="265913"/>
                    <a:pt x="238227" y="265259"/>
                  </a:cubicBezTo>
                  <a:cubicBezTo>
                    <a:pt x="239198" y="266776"/>
                    <a:pt x="241579" y="267964"/>
                    <a:pt x="243421" y="267748"/>
                  </a:cubicBezTo>
                  <a:lnTo>
                    <a:pt x="251104" y="267100"/>
                  </a:lnTo>
                  <a:cubicBezTo>
                    <a:pt x="256083" y="266668"/>
                    <a:pt x="256845" y="270561"/>
                    <a:pt x="261277" y="268719"/>
                  </a:cubicBezTo>
                  <a:cubicBezTo>
                    <a:pt x="261823" y="268719"/>
                    <a:pt x="264528" y="267532"/>
                    <a:pt x="266147" y="270237"/>
                  </a:cubicBezTo>
                  <a:cubicBezTo>
                    <a:pt x="275025" y="284182"/>
                    <a:pt x="275888" y="286887"/>
                    <a:pt x="280111" y="286455"/>
                  </a:cubicBezTo>
                  <a:cubicBezTo>
                    <a:pt x="281413" y="286455"/>
                    <a:pt x="286391" y="285160"/>
                    <a:pt x="289420" y="287534"/>
                  </a:cubicBezTo>
                  <a:cubicBezTo>
                    <a:pt x="291909" y="289484"/>
                    <a:pt x="289312" y="293376"/>
                    <a:pt x="289420" y="292837"/>
                  </a:cubicBezTo>
                  <a:cubicBezTo>
                    <a:pt x="285413" y="299218"/>
                    <a:pt x="302298" y="289700"/>
                    <a:pt x="306089" y="295542"/>
                  </a:cubicBezTo>
                  <a:cubicBezTo>
                    <a:pt x="307606" y="298456"/>
                    <a:pt x="311823" y="302349"/>
                    <a:pt x="310743" y="307327"/>
                  </a:cubicBezTo>
                  <a:cubicBezTo>
                    <a:pt x="310743" y="307867"/>
                    <a:pt x="309772" y="311004"/>
                    <a:pt x="312801" y="312947"/>
                  </a:cubicBezTo>
                  <a:cubicBezTo>
                    <a:pt x="324059" y="319977"/>
                    <a:pt x="326218" y="322034"/>
                    <a:pt x="330225" y="320840"/>
                  </a:cubicBezTo>
                  <a:cubicBezTo>
                    <a:pt x="331197" y="320840"/>
                    <a:pt x="335851" y="318357"/>
                    <a:pt x="337369" y="322358"/>
                  </a:cubicBezTo>
                  <a:cubicBezTo>
                    <a:pt x="349707" y="355340"/>
                    <a:pt x="350139" y="344310"/>
                    <a:pt x="351333" y="351987"/>
                  </a:cubicBezTo>
                  <a:cubicBezTo>
                    <a:pt x="352304" y="358369"/>
                    <a:pt x="352412" y="364096"/>
                    <a:pt x="355447" y="367773"/>
                  </a:cubicBezTo>
                  <a:cubicBezTo>
                    <a:pt x="355771" y="368427"/>
                    <a:pt x="358153" y="370694"/>
                    <a:pt x="357067" y="373939"/>
                  </a:cubicBezTo>
                  <a:cubicBezTo>
                    <a:pt x="355555" y="378263"/>
                    <a:pt x="345815" y="380105"/>
                    <a:pt x="346354" y="379889"/>
                  </a:cubicBezTo>
                  <a:cubicBezTo>
                    <a:pt x="341700" y="381400"/>
                    <a:pt x="347542" y="384645"/>
                    <a:pt x="345376" y="389077"/>
                  </a:cubicBezTo>
                  <a:cubicBezTo>
                    <a:pt x="340398" y="399460"/>
                    <a:pt x="336937" y="398596"/>
                    <a:pt x="337801" y="403136"/>
                  </a:cubicBezTo>
                  <a:cubicBezTo>
                    <a:pt x="338448" y="404755"/>
                    <a:pt x="338017" y="411245"/>
                    <a:pt x="342779" y="410921"/>
                  </a:cubicBezTo>
                  <a:cubicBezTo>
                    <a:pt x="346678" y="410274"/>
                    <a:pt x="352844" y="411569"/>
                    <a:pt x="355340" y="407137"/>
                  </a:cubicBezTo>
                  <a:lnTo>
                    <a:pt x="360318" y="398272"/>
                  </a:lnTo>
                  <a:cubicBezTo>
                    <a:pt x="362477" y="394379"/>
                    <a:pt x="368865" y="391998"/>
                    <a:pt x="368325" y="392322"/>
                  </a:cubicBezTo>
                  <a:cubicBezTo>
                    <a:pt x="374821" y="389293"/>
                    <a:pt x="368002" y="377831"/>
                    <a:pt x="374059" y="373507"/>
                  </a:cubicBezTo>
                  <a:lnTo>
                    <a:pt x="378282" y="370478"/>
                  </a:lnTo>
                  <a:cubicBezTo>
                    <a:pt x="382181" y="367773"/>
                    <a:pt x="389649" y="368535"/>
                    <a:pt x="388994" y="368535"/>
                  </a:cubicBezTo>
                  <a:cubicBezTo>
                    <a:pt x="390836" y="368535"/>
                    <a:pt x="392354" y="367017"/>
                    <a:pt x="392354" y="365182"/>
                  </a:cubicBezTo>
                  <a:cubicBezTo>
                    <a:pt x="392138" y="350799"/>
                    <a:pt x="393001" y="347770"/>
                    <a:pt x="389109" y="346037"/>
                  </a:cubicBezTo>
                  <a:lnTo>
                    <a:pt x="375685" y="339769"/>
                  </a:lnTo>
                  <a:cubicBezTo>
                    <a:pt x="371894" y="338036"/>
                    <a:pt x="369729" y="332632"/>
                    <a:pt x="370167" y="333280"/>
                  </a:cubicBezTo>
                  <a:cubicBezTo>
                    <a:pt x="368325" y="329603"/>
                    <a:pt x="372002" y="325063"/>
                    <a:pt x="371786" y="325711"/>
                  </a:cubicBezTo>
                  <a:cubicBezTo>
                    <a:pt x="373951" y="322466"/>
                    <a:pt x="374059" y="317602"/>
                    <a:pt x="373951" y="318141"/>
                  </a:cubicBezTo>
                  <a:cubicBezTo>
                    <a:pt x="374275" y="312731"/>
                    <a:pt x="384232" y="299866"/>
                    <a:pt x="389433" y="299758"/>
                  </a:cubicBezTo>
                  <a:lnTo>
                    <a:pt x="394087" y="299758"/>
                  </a:lnTo>
                  <a:cubicBezTo>
                    <a:pt x="399066" y="299542"/>
                    <a:pt x="394519" y="305702"/>
                    <a:pt x="399605" y="306464"/>
                  </a:cubicBezTo>
                  <a:cubicBezTo>
                    <a:pt x="411404" y="308191"/>
                    <a:pt x="424821" y="307543"/>
                    <a:pt x="425475" y="319329"/>
                  </a:cubicBezTo>
                  <a:cubicBezTo>
                    <a:pt x="425691" y="320192"/>
                    <a:pt x="424821" y="324955"/>
                    <a:pt x="428936" y="326466"/>
                  </a:cubicBezTo>
                  <a:cubicBezTo>
                    <a:pt x="432835" y="327330"/>
                    <a:pt x="439217" y="332200"/>
                    <a:pt x="440518" y="327222"/>
                  </a:cubicBezTo>
                  <a:cubicBezTo>
                    <a:pt x="441706" y="323005"/>
                    <a:pt x="446360" y="311868"/>
                    <a:pt x="437597" y="305702"/>
                  </a:cubicBezTo>
                  <a:lnTo>
                    <a:pt x="437166" y="3055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2C9729B4-B6F8-A6CB-A337-331C31024F88}"/>
                </a:ext>
              </a:extLst>
            </p:cNvPr>
            <p:cNvSpPr/>
            <p:nvPr/>
          </p:nvSpPr>
          <p:spPr>
            <a:xfrm>
              <a:off x="5239259" y="2201081"/>
              <a:ext cx="171391" cy="164471"/>
            </a:xfrm>
            <a:custGeom>
              <a:avLst/>
              <a:gdLst>
                <a:gd name="csX0" fmla="*/ 14883 w 171391"/>
                <a:gd name="csY0" fmla="*/ 10814 h 164471"/>
                <a:gd name="csX1" fmla="*/ 16401 w 171391"/>
                <a:gd name="csY1" fmla="*/ 17628 h 164471"/>
                <a:gd name="csX2" fmla="*/ 18566 w 171391"/>
                <a:gd name="csY2" fmla="*/ 27146 h 164471"/>
                <a:gd name="csX3" fmla="*/ 12609 w 171391"/>
                <a:gd name="csY3" fmla="*/ 31255 h 164471"/>
                <a:gd name="csX4" fmla="*/ 24192 w 171391"/>
                <a:gd name="csY4" fmla="*/ 34176 h 164471"/>
                <a:gd name="csX5" fmla="*/ 34689 w 171391"/>
                <a:gd name="csY5" fmla="*/ 35903 h 164471"/>
                <a:gd name="csX6" fmla="*/ 35342 w 171391"/>
                <a:gd name="csY6" fmla="*/ 37312 h 164471"/>
                <a:gd name="csX7" fmla="*/ 19214 w 171391"/>
                <a:gd name="csY7" fmla="*/ 46177 h 164471"/>
                <a:gd name="csX8" fmla="*/ 15968 w 171391"/>
                <a:gd name="csY8" fmla="*/ 56020 h 164471"/>
                <a:gd name="csX9" fmla="*/ 36206 w 171391"/>
                <a:gd name="csY9" fmla="*/ 66288 h 164471"/>
                <a:gd name="csX10" fmla="*/ 53739 w 171391"/>
                <a:gd name="csY10" fmla="*/ 64345 h 164471"/>
                <a:gd name="csX11" fmla="*/ 58177 w 171391"/>
                <a:gd name="csY11" fmla="*/ 68561 h 164471"/>
                <a:gd name="csX12" fmla="*/ 40537 w 171391"/>
                <a:gd name="csY12" fmla="*/ 78835 h 164471"/>
                <a:gd name="csX13" fmla="*/ 37940 w 171391"/>
                <a:gd name="csY13" fmla="*/ 86512 h 164471"/>
                <a:gd name="csX14" fmla="*/ 24192 w 171391"/>
                <a:gd name="csY14" fmla="*/ 101759 h 164471"/>
                <a:gd name="csX15" fmla="*/ 31983 w 171391"/>
                <a:gd name="csY15" fmla="*/ 105651 h 164471"/>
                <a:gd name="csX16" fmla="*/ 27545 w 171391"/>
                <a:gd name="csY16" fmla="*/ 110954 h 164471"/>
                <a:gd name="csX17" fmla="*/ 21919 w 171391"/>
                <a:gd name="csY17" fmla="*/ 119170 h 164471"/>
                <a:gd name="csX18" fmla="*/ 3408 w 171391"/>
                <a:gd name="csY18" fmla="*/ 119818 h 164471"/>
                <a:gd name="csX19" fmla="*/ 1897 w 171391"/>
                <a:gd name="csY19" fmla="*/ 126632 h 164471"/>
                <a:gd name="csX20" fmla="*/ 18674 w 171391"/>
                <a:gd name="csY20" fmla="*/ 128905 h 164471"/>
                <a:gd name="csX21" fmla="*/ 8171 w 171391"/>
                <a:gd name="csY21" fmla="*/ 141338 h 164471"/>
                <a:gd name="csX22" fmla="*/ 17156 w 171391"/>
                <a:gd name="csY22" fmla="*/ 142526 h 164471"/>
                <a:gd name="csX23" fmla="*/ 26465 w 171391"/>
                <a:gd name="csY23" fmla="*/ 140043 h 164471"/>
                <a:gd name="csX24" fmla="*/ 28199 w 171391"/>
                <a:gd name="csY24" fmla="*/ 145123 h 164471"/>
                <a:gd name="csX25" fmla="*/ 11206 w 171391"/>
                <a:gd name="csY25" fmla="*/ 155721 h 164471"/>
                <a:gd name="csX26" fmla="*/ 32961 w 171391"/>
                <a:gd name="csY26" fmla="*/ 153340 h 164471"/>
                <a:gd name="csX27" fmla="*/ 24300 w 171391"/>
                <a:gd name="csY27" fmla="*/ 161125 h 164471"/>
                <a:gd name="csX28" fmla="*/ 67918 w 171391"/>
                <a:gd name="csY28" fmla="*/ 154749 h 164471"/>
                <a:gd name="csX29" fmla="*/ 85349 w 171391"/>
                <a:gd name="csY29" fmla="*/ 141446 h 164471"/>
                <a:gd name="csX30" fmla="*/ 106126 w 171391"/>
                <a:gd name="csY30" fmla="*/ 134849 h 164471"/>
                <a:gd name="csX31" fmla="*/ 107320 w 171391"/>
                <a:gd name="csY31" fmla="*/ 129013 h 164471"/>
                <a:gd name="csX32" fmla="*/ 109263 w 171391"/>
                <a:gd name="csY32" fmla="*/ 125114 h 164471"/>
                <a:gd name="csX33" fmla="*/ 140327 w 171391"/>
                <a:gd name="csY33" fmla="*/ 121983 h 164471"/>
                <a:gd name="csX34" fmla="*/ 155700 w 171391"/>
                <a:gd name="csY34" fmla="*/ 124358 h 164471"/>
                <a:gd name="csX35" fmla="*/ 154615 w 171391"/>
                <a:gd name="csY35" fmla="*/ 117653 h 164471"/>
                <a:gd name="csX36" fmla="*/ 166629 w 171391"/>
                <a:gd name="csY36" fmla="*/ 85649 h 164471"/>
                <a:gd name="csX37" fmla="*/ 161866 w 171391"/>
                <a:gd name="csY37" fmla="*/ 70072 h 164471"/>
                <a:gd name="csX38" fmla="*/ 161650 w 171391"/>
                <a:gd name="csY38" fmla="*/ 70072 h 164471"/>
                <a:gd name="csX39" fmla="*/ 163708 w 171391"/>
                <a:gd name="csY39" fmla="*/ 53962 h 164471"/>
                <a:gd name="csX40" fmla="*/ 155484 w 171391"/>
                <a:gd name="csY40" fmla="*/ 41853 h 164471"/>
                <a:gd name="csX41" fmla="*/ 153967 w 171391"/>
                <a:gd name="csY41" fmla="*/ 36119 h 164471"/>
                <a:gd name="csX42" fmla="*/ 167822 w 171391"/>
                <a:gd name="csY42" fmla="*/ 30175 h 164471"/>
                <a:gd name="csX43" fmla="*/ 169988 w 171391"/>
                <a:gd name="csY43" fmla="*/ 23038 h 164471"/>
                <a:gd name="csX44" fmla="*/ 171391 w 171391"/>
                <a:gd name="csY44" fmla="*/ 19793 h 164471"/>
                <a:gd name="csX45" fmla="*/ 147579 w 171391"/>
                <a:gd name="csY45" fmla="*/ 18383 h 164471"/>
                <a:gd name="csX46" fmla="*/ 136974 w 171391"/>
                <a:gd name="csY46" fmla="*/ 3029 h 164471"/>
                <a:gd name="csX47" fmla="*/ 123766 w 171391"/>
                <a:gd name="csY47" fmla="*/ 7461 h 164471"/>
                <a:gd name="csX48" fmla="*/ 119118 w 171391"/>
                <a:gd name="csY48" fmla="*/ 18275 h 164471"/>
                <a:gd name="csX49" fmla="*/ 99306 w 171391"/>
                <a:gd name="csY49" fmla="*/ 15684 h 164471"/>
                <a:gd name="csX50" fmla="*/ 81666 w 171391"/>
                <a:gd name="csY50" fmla="*/ 0 h 164471"/>
                <a:gd name="csX51" fmla="*/ 61860 w 171391"/>
                <a:gd name="csY51" fmla="*/ 10814 h 164471"/>
                <a:gd name="csX52" fmla="*/ 14667 w 171391"/>
                <a:gd name="csY52" fmla="*/ 10814 h 164471"/>
                <a:gd name="csX53" fmla="*/ 14883 w 171391"/>
                <a:gd name="csY53" fmla="*/ 10814 h 16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71391" h="164471">
                  <a:moveTo>
                    <a:pt x="14883" y="10814"/>
                  </a:moveTo>
                  <a:cubicBezTo>
                    <a:pt x="14883" y="11462"/>
                    <a:pt x="12718" y="15576"/>
                    <a:pt x="16401" y="17628"/>
                  </a:cubicBezTo>
                  <a:cubicBezTo>
                    <a:pt x="16940" y="18275"/>
                    <a:pt x="31120" y="23362"/>
                    <a:pt x="18566" y="27146"/>
                  </a:cubicBezTo>
                  <a:cubicBezTo>
                    <a:pt x="16508" y="28010"/>
                    <a:pt x="7955" y="29305"/>
                    <a:pt x="12609" y="31255"/>
                  </a:cubicBezTo>
                  <a:cubicBezTo>
                    <a:pt x="16617" y="32874"/>
                    <a:pt x="20077" y="34931"/>
                    <a:pt x="24192" y="34176"/>
                  </a:cubicBezTo>
                  <a:cubicBezTo>
                    <a:pt x="26465" y="34176"/>
                    <a:pt x="32637" y="31255"/>
                    <a:pt x="34689" y="35903"/>
                  </a:cubicBezTo>
                  <a:lnTo>
                    <a:pt x="35342" y="37312"/>
                  </a:lnTo>
                  <a:cubicBezTo>
                    <a:pt x="38264" y="44120"/>
                    <a:pt x="24516" y="39471"/>
                    <a:pt x="19214" y="46177"/>
                  </a:cubicBezTo>
                  <a:cubicBezTo>
                    <a:pt x="17912" y="48558"/>
                    <a:pt x="11638" y="53315"/>
                    <a:pt x="15968" y="56020"/>
                  </a:cubicBezTo>
                  <a:cubicBezTo>
                    <a:pt x="29170" y="64345"/>
                    <a:pt x="31768" y="66726"/>
                    <a:pt x="36206" y="66288"/>
                  </a:cubicBezTo>
                  <a:lnTo>
                    <a:pt x="53739" y="64345"/>
                  </a:lnTo>
                  <a:cubicBezTo>
                    <a:pt x="57421" y="63913"/>
                    <a:pt x="58609" y="69209"/>
                    <a:pt x="58177" y="68561"/>
                  </a:cubicBezTo>
                  <a:cubicBezTo>
                    <a:pt x="60019" y="76238"/>
                    <a:pt x="43242" y="70834"/>
                    <a:pt x="40537" y="78835"/>
                  </a:cubicBezTo>
                  <a:lnTo>
                    <a:pt x="37940" y="86512"/>
                  </a:lnTo>
                  <a:cubicBezTo>
                    <a:pt x="35451" y="93866"/>
                    <a:pt x="17156" y="100895"/>
                    <a:pt x="24192" y="101759"/>
                  </a:cubicBezTo>
                  <a:cubicBezTo>
                    <a:pt x="26573" y="102406"/>
                    <a:pt x="35342" y="101651"/>
                    <a:pt x="31983" y="105651"/>
                  </a:cubicBezTo>
                  <a:lnTo>
                    <a:pt x="27545" y="110954"/>
                  </a:lnTo>
                  <a:cubicBezTo>
                    <a:pt x="23976" y="115170"/>
                    <a:pt x="26573" y="119818"/>
                    <a:pt x="21919" y="119170"/>
                  </a:cubicBezTo>
                  <a:cubicBezTo>
                    <a:pt x="9149" y="117437"/>
                    <a:pt x="6006" y="116141"/>
                    <a:pt x="3408" y="119818"/>
                  </a:cubicBezTo>
                  <a:cubicBezTo>
                    <a:pt x="2761" y="121006"/>
                    <a:pt x="-2865" y="126632"/>
                    <a:pt x="1897" y="126632"/>
                  </a:cubicBezTo>
                  <a:cubicBezTo>
                    <a:pt x="12070" y="127171"/>
                    <a:pt x="23112" y="125120"/>
                    <a:pt x="18674" y="128905"/>
                  </a:cubicBezTo>
                  <a:cubicBezTo>
                    <a:pt x="9365" y="136690"/>
                    <a:pt x="3954" y="139827"/>
                    <a:pt x="8171" y="141338"/>
                  </a:cubicBezTo>
                  <a:cubicBezTo>
                    <a:pt x="8825" y="141446"/>
                    <a:pt x="13041" y="143612"/>
                    <a:pt x="17156" y="142526"/>
                  </a:cubicBezTo>
                  <a:lnTo>
                    <a:pt x="26465" y="140043"/>
                  </a:lnTo>
                  <a:cubicBezTo>
                    <a:pt x="30796" y="138849"/>
                    <a:pt x="32199" y="142958"/>
                    <a:pt x="28199" y="145123"/>
                  </a:cubicBezTo>
                  <a:cubicBezTo>
                    <a:pt x="12825" y="153663"/>
                    <a:pt x="6552" y="156693"/>
                    <a:pt x="11206" y="155721"/>
                  </a:cubicBezTo>
                  <a:cubicBezTo>
                    <a:pt x="30472" y="151936"/>
                    <a:pt x="36638" y="150095"/>
                    <a:pt x="32961" y="153340"/>
                  </a:cubicBezTo>
                  <a:lnTo>
                    <a:pt x="24300" y="161125"/>
                  </a:lnTo>
                  <a:cubicBezTo>
                    <a:pt x="15315" y="169240"/>
                    <a:pt x="60882" y="160801"/>
                    <a:pt x="67918" y="154749"/>
                  </a:cubicBezTo>
                  <a:cubicBezTo>
                    <a:pt x="76580" y="147180"/>
                    <a:pt x="80802" y="142849"/>
                    <a:pt x="85349" y="141446"/>
                  </a:cubicBezTo>
                  <a:lnTo>
                    <a:pt x="106126" y="134849"/>
                  </a:lnTo>
                  <a:cubicBezTo>
                    <a:pt x="109917" y="133661"/>
                    <a:pt x="107212" y="128359"/>
                    <a:pt x="107320" y="129013"/>
                  </a:cubicBezTo>
                  <a:cubicBezTo>
                    <a:pt x="106558" y="127171"/>
                    <a:pt x="107320" y="125444"/>
                    <a:pt x="109263" y="125114"/>
                  </a:cubicBezTo>
                  <a:cubicBezTo>
                    <a:pt x="130478" y="121876"/>
                    <a:pt x="135672" y="120250"/>
                    <a:pt x="140327" y="121983"/>
                  </a:cubicBezTo>
                  <a:cubicBezTo>
                    <a:pt x="146499" y="123603"/>
                    <a:pt x="152125" y="128143"/>
                    <a:pt x="155700" y="124358"/>
                  </a:cubicBezTo>
                  <a:cubicBezTo>
                    <a:pt x="158297" y="121437"/>
                    <a:pt x="154399" y="117113"/>
                    <a:pt x="154615" y="117653"/>
                  </a:cubicBezTo>
                  <a:cubicBezTo>
                    <a:pt x="149205" y="110738"/>
                    <a:pt x="168255" y="96031"/>
                    <a:pt x="166629" y="85649"/>
                  </a:cubicBezTo>
                  <a:cubicBezTo>
                    <a:pt x="165441" y="77864"/>
                    <a:pt x="165441" y="72885"/>
                    <a:pt x="161866" y="70072"/>
                  </a:cubicBezTo>
                  <a:lnTo>
                    <a:pt x="161650" y="70072"/>
                  </a:lnTo>
                  <a:cubicBezTo>
                    <a:pt x="156348" y="65640"/>
                    <a:pt x="166953" y="60668"/>
                    <a:pt x="163708" y="53962"/>
                  </a:cubicBezTo>
                  <a:cubicBezTo>
                    <a:pt x="160247" y="46933"/>
                    <a:pt x="159053" y="43580"/>
                    <a:pt x="155484" y="41853"/>
                  </a:cubicBezTo>
                  <a:cubicBezTo>
                    <a:pt x="152233" y="40335"/>
                    <a:pt x="154075" y="35471"/>
                    <a:pt x="153967" y="36119"/>
                  </a:cubicBezTo>
                  <a:cubicBezTo>
                    <a:pt x="156348" y="29305"/>
                    <a:pt x="164140" y="36443"/>
                    <a:pt x="167822" y="30175"/>
                  </a:cubicBezTo>
                  <a:lnTo>
                    <a:pt x="169988" y="23038"/>
                  </a:lnTo>
                  <a:cubicBezTo>
                    <a:pt x="170528" y="22060"/>
                    <a:pt x="170959" y="20872"/>
                    <a:pt x="171391" y="19793"/>
                  </a:cubicBezTo>
                  <a:lnTo>
                    <a:pt x="147579" y="18383"/>
                  </a:lnTo>
                  <a:lnTo>
                    <a:pt x="136974" y="3029"/>
                  </a:lnTo>
                  <a:lnTo>
                    <a:pt x="123766" y="7461"/>
                  </a:lnTo>
                  <a:lnTo>
                    <a:pt x="119118" y="18275"/>
                  </a:lnTo>
                  <a:lnTo>
                    <a:pt x="99306" y="15684"/>
                  </a:lnTo>
                  <a:lnTo>
                    <a:pt x="81666" y="0"/>
                  </a:lnTo>
                  <a:cubicBezTo>
                    <a:pt x="76687" y="5194"/>
                    <a:pt x="65969" y="11138"/>
                    <a:pt x="61860" y="10814"/>
                  </a:cubicBezTo>
                  <a:cubicBezTo>
                    <a:pt x="18128" y="7461"/>
                    <a:pt x="16077" y="5950"/>
                    <a:pt x="14667" y="10814"/>
                  </a:cubicBezTo>
                  <a:lnTo>
                    <a:pt x="14883" y="108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50B12A8B-9CCF-31C0-A7BD-EFA5004C8D5F}"/>
                </a:ext>
              </a:extLst>
            </p:cNvPr>
            <p:cNvSpPr/>
            <p:nvPr/>
          </p:nvSpPr>
          <p:spPr>
            <a:xfrm>
              <a:off x="4716513" y="1446732"/>
              <a:ext cx="413204" cy="211649"/>
            </a:xfrm>
            <a:custGeom>
              <a:avLst/>
              <a:gdLst>
                <a:gd name="csX0" fmla="*/ 402545 w 413204"/>
                <a:gd name="csY0" fmla="*/ 85091 h 211649"/>
                <a:gd name="csX1" fmla="*/ 407632 w 413204"/>
                <a:gd name="csY1" fmla="*/ 71140 h 211649"/>
                <a:gd name="csX2" fmla="*/ 380682 w 413204"/>
                <a:gd name="csY2" fmla="*/ 54268 h 211649"/>
                <a:gd name="csX3" fmla="*/ 363150 w 413204"/>
                <a:gd name="csY3" fmla="*/ 52757 h 211649"/>
                <a:gd name="csX4" fmla="*/ 369640 w 413204"/>
                <a:gd name="csY4" fmla="*/ 38698 h 211649"/>
                <a:gd name="csX5" fmla="*/ 352647 w 413204"/>
                <a:gd name="csY5" fmla="*/ 30913 h 211649"/>
                <a:gd name="csX6" fmla="*/ 372459 w 413204"/>
                <a:gd name="csY6" fmla="*/ 15666 h 211649"/>
                <a:gd name="csX7" fmla="*/ 365963 w 413204"/>
                <a:gd name="csY7" fmla="*/ 10148 h 211649"/>
                <a:gd name="csX8" fmla="*/ 341179 w 413204"/>
                <a:gd name="csY8" fmla="*/ 21718 h 211649"/>
                <a:gd name="csX9" fmla="*/ 328942 w 413204"/>
                <a:gd name="csY9" fmla="*/ 24099 h 211649"/>
                <a:gd name="csX10" fmla="*/ 326129 w 413204"/>
                <a:gd name="csY10" fmla="*/ 11774 h 211649"/>
                <a:gd name="csX11" fmla="*/ 300590 w 413204"/>
                <a:gd name="csY11" fmla="*/ 198 h 211649"/>
                <a:gd name="csX12" fmla="*/ 300590 w 413204"/>
                <a:gd name="csY12" fmla="*/ 20746 h 211649"/>
                <a:gd name="csX13" fmla="*/ 288683 w 413204"/>
                <a:gd name="csY13" fmla="*/ 29503 h 211649"/>
                <a:gd name="csX14" fmla="*/ 277965 w 413204"/>
                <a:gd name="csY14" fmla="*/ 25503 h 211649"/>
                <a:gd name="csX15" fmla="*/ 267900 w 413204"/>
                <a:gd name="csY15" fmla="*/ 36533 h 211649"/>
                <a:gd name="csX16" fmla="*/ 259892 w 413204"/>
                <a:gd name="csY16" fmla="*/ 40209 h 211649"/>
                <a:gd name="csX17" fmla="*/ 247662 w 413204"/>
                <a:gd name="csY17" fmla="*/ 30157 h 211649"/>
                <a:gd name="csX18" fmla="*/ 230124 w 413204"/>
                <a:gd name="csY18" fmla="*/ 28855 h 211649"/>
                <a:gd name="csX19" fmla="*/ 240195 w 413204"/>
                <a:gd name="csY19" fmla="*/ 45835 h 211649"/>
                <a:gd name="csX20" fmla="*/ 239757 w 413204"/>
                <a:gd name="csY20" fmla="*/ 56541 h 211649"/>
                <a:gd name="csX21" fmla="*/ 224066 w 413204"/>
                <a:gd name="csY21" fmla="*/ 45511 h 211649"/>
                <a:gd name="csX22" fmla="*/ 214433 w 413204"/>
                <a:gd name="csY22" fmla="*/ 30697 h 211649"/>
                <a:gd name="csX23" fmla="*/ 191376 w 413204"/>
                <a:gd name="csY23" fmla="*/ 33942 h 211649"/>
                <a:gd name="csX24" fmla="*/ 193326 w 413204"/>
                <a:gd name="csY24" fmla="*/ 50915 h 211649"/>
                <a:gd name="csX25" fmla="*/ 183261 w 413204"/>
                <a:gd name="csY25" fmla="*/ 56865 h 211649"/>
                <a:gd name="csX26" fmla="*/ 164103 w 413204"/>
                <a:gd name="csY26" fmla="*/ 33834 h 211649"/>
                <a:gd name="csX27" fmla="*/ 152844 w 413204"/>
                <a:gd name="csY27" fmla="*/ 30913 h 211649"/>
                <a:gd name="csX28" fmla="*/ 158693 w 413204"/>
                <a:gd name="csY28" fmla="*/ 57513 h 211649"/>
                <a:gd name="csX29" fmla="*/ 152088 w 413204"/>
                <a:gd name="csY29" fmla="*/ 67571 h 211649"/>
                <a:gd name="csX30" fmla="*/ 140290 w 413204"/>
                <a:gd name="csY30" fmla="*/ 63031 h 211649"/>
                <a:gd name="csX31" fmla="*/ 125895 w 413204"/>
                <a:gd name="csY31" fmla="*/ 82062 h 211649"/>
                <a:gd name="csX32" fmla="*/ 116586 w 413204"/>
                <a:gd name="csY32" fmla="*/ 66708 h 211649"/>
                <a:gd name="csX33" fmla="*/ 116586 w 413204"/>
                <a:gd name="csY33" fmla="*/ 41079 h 211649"/>
                <a:gd name="csX34" fmla="*/ 75781 w 413204"/>
                <a:gd name="csY34" fmla="*/ 7767 h 211649"/>
                <a:gd name="csX35" fmla="*/ 47968 w 413204"/>
                <a:gd name="csY35" fmla="*/ 12961 h 211649"/>
                <a:gd name="csX36" fmla="*/ 65068 w 413204"/>
                <a:gd name="csY36" fmla="*/ 18365 h 211649"/>
                <a:gd name="csX37" fmla="*/ 62147 w 413204"/>
                <a:gd name="csY37" fmla="*/ 23775 h 211649"/>
                <a:gd name="csX38" fmla="*/ 71342 w 413204"/>
                <a:gd name="csY38" fmla="*/ 31992 h 211649"/>
                <a:gd name="csX39" fmla="*/ 77298 w 413204"/>
                <a:gd name="csY39" fmla="*/ 44426 h 211649"/>
                <a:gd name="csX40" fmla="*/ 47098 w 413204"/>
                <a:gd name="csY40" fmla="*/ 28963 h 211649"/>
                <a:gd name="csX41" fmla="*/ 34652 w 413204"/>
                <a:gd name="csY41" fmla="*/ 30049 h 211649"/>
                <a:gd name="csX42" fmla="*/ 32162 w 413204"/>
                <a:gd name="csY42" fmla="*/ 37072 h 211649"/>
                <a:gd name="csX43" fmla="*/ 25882 w 413204"/>
                <a:gd name="csY43" fmla="*/ 43670 h 211649"/>
                <a:gd name="csX44" fmla="*/ 32918 w 413204"/>
                <a:gd name="csY44" fmla="*/ 50160 h 211649"/>
                <a:gd name="csX45" fmla="*/ 38335 w 413204"/>
                <a:gd name="csY45" fmla="*/ 57729 h 211649"/>
                <a:gd name="csX46" fmla="*/ 18091 w 413204"/>
                <a:gd name="csY46" fmla="*/ 55024 h 211649"/>
                <a:gd name="csX47" fmla="*/ 16903 w 413204"/>
                <a:gd name="csY47" fmla="*/ 64974 h 211649"/>
                <a:gd name="csX48" fmla="*/ 4997 w 413204"/>
                <a:gd name="csY48" fmla="*/ 64974 h 211649"/>
                <a:gd name="csX49" fmla="*/ 127 w 413204"/>
                <a:gd name="csY49" fmla="*/ 72004 h 211649"/>
                <a:gd name="csX50" fmla="*/ 18307 w 413204"/>
                <a:gd name="csY50" fmla="*/ 79033 h 211649"/>
                <a:gd name="csX51" fmla="*/ 51968 w 413204"/>
                <a:gd name="csY51" fmla="*/ 65622 h 211649"/>
                <a:gd name="csX52" fmla="*/ 98622 w 413204"/>
                <a:gd name="csY52" fmla="*/ 74061 h 211649"/>
                <a:gd name="csX53" fmla="*/ 79463 w 413204"/>
                <a:gd name="csY53" fmla="*/ 87358 h 211649"/>
                <a:gd name="csX54" fmla="*/ 97644 w 413204"/>
                <a:gd name="csY54" fmla="*/ 101093 h 211649"/>
                <a:gd name="csX55" fmla="*/ 74917 w 413204"/>
                <a:gd name="csY55" fmla="*/ 101741 h 211649"/>
                <a:gd name="csX56" fmla="*/ 16687 w 413204"/>
                <a:gd name="csY56" fmla="*/ 111583 h 211649"/>
                <a:gd name="csX57" fmla="*/ 25127 w 413204"/>
                <a:gd name="csY57" fmla="*/ 125750 h 211649"/>
                <a:gd name="csX58" fmla="*/ 40824 w 413204"/>
                <a:gd name="csY58" fmla="*/ 120448 h 211649"/>
                <a:gd name="csX59" fmla="*/ 77514 w 413204"/>
                <a:gd name="csY59" fmla="*/ 122397 h 211649"/>
                <a:gd name="csX60" fmla="*/ 83902 w 413204"/>
                <a:gd name="csY60" fmla="*/ 138615 h 211649"/>
                <a:gd name="csX61" fmla="*/ 99053 w 413204"/>
                <a:gd name="csY61" fmla="*/ 155271 h 211649"/>
                <a:gd name="csX62" fmla="*/ 80975 w 413204"/>
                <a:gd name="csY62" fmla="*/ 168244 h 211649"/>
                <a:gd name="csX63" fmla="*/ 64306 w 413204"/>
                <a:gd name="csY63" fmla="*/ 159703 h 211649"/>
                <a:gd name="csX64" fmla="*/ 61493 w 413204"/>
                <a:gd name="csY64" fmla="*/ 184792 h 211649"/>
                <a:gd name="csX65" fmla="*/ 115398 w 413204"/>
                <a:gd name="csY65" fmla="*/ 181547 h 211649"/>
                <a:gd name="csX66" fmla="*/ 154362 w 413204"/>
                <a:gd name="csY66" fmla="*/ 202096 h 211649"/>
                <a:gd name="csX67" fmla="*/ 202311 w 413204"/>
                <a:gd name="csY67" fmla="*/ 211393 h 211649"/>
                <a:gd name="csX68" fmla="*/ 239433 w 413204"/>
                <a:gd name="csY68" fmla="*/ 204579 h 211649"/>
                <a:gd name="csX69" fmla="*/ 242792 w 413204"/>
                <a:gd name="csY69" fmla="*/ 195390 h 211649"/>
                <a:gd name="csX70" fmla="*/ 267900 w 413204"/>
                <a:gd name="csY70" fmla="*/ 180144 h 211649"/>
                <a:gd name="csX71" fmla="*/ 286302 w 413204"/>
                <a:gd name="csY71" fmla="*/ 182735 h 211649"/>
                <a:gd name="csX72" fmla="*/ 326891 w 413204"/>
                <a:gd name="csY72" fmla="*/ 157214 h 211649"/>
                <a:gd name="csX73" fmla="*/ 349402 w 413204"/>
                <a:gd name="csY73" fmla="*/ 156567 h 211649"/>
                <a:gd name="csX74" fmla="*/ 368560 w 413204"/>
                <a:gd name="csY74" fmla="*/ 145105 h 211649"/>
                <a:gd name="csX75" fmla="*/ 371373 w 413204"/>
                <a:gd name="csY75" fmla="*/ 130506 h 211649"/>
                <a:gd name="csX76" fmla="*/ 385877 w 413204"/>
                <a:gd name="csY76" fmla="*/ 126182 h 211649"/>
                <a:gd name="csX77" fmla="*/ 412286 w 413204"/>
                <a:gd name="csY77" fmla="*/ 98712 h 211649"/>
                <a:gd name="csX78" fmla="*/ 402329 w 413204"/>
                <a:gd name="csY78" fmla="*/ 85307 h 211649"/>
                <a:gd name="csX79" fmla="*/ 402545 w 413204"/>
                <a:gd name="csY79" fmla="*/ 85091 h 21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413204" h="211649">
                  <a:moveTo>
                    <a:pt x="402545" y="85091"/>
                  </a:moveTo>
                  <a:cubicBezTo>
                    <a:pt x="398430" y="81522"/>
                    <a:pt x="404927" y="76328"/>
                    <a:pt x="407632" y="71140"/>
                  </a:cubicBezTo>
                  <a:cubicBezTo>
                    <a:pt x="410337" y="67140"/>
                    <a:pt x="407200" y="67032"/>
                    <a:pt x="380682" y="54268"/>
                  </a:cubicBezTo>
                  <a:cubicBezTo>
                    <a:pt x="375812" y="51893"/>
                    <a:pt x="370294" y="53081"/>
                    <a:pt x="363150" y="52757"/>
                  </a:cubicBezTo>
                  <a:cubicBezTo>
                    <a:pt x="358603" y="52757"/>
                    <a:pt x="362604" y="48648"/>
                    <a:pt x="369640" y="38698"/>
                  </a:cubicBezTo>
                  <a:cubicBezTo>
                    <a:pt x="372351" y="34805"/>
                    <a:pt x="367474" y="34697"/>
                    <a:pt x="352647" y="30913"/>
                  </a:cubicBezTo>
                  <a:cubicBezTo>
                    <a:pt x="348101" y="29719"/>
                    <a:pt x="353733" y="27344"/>
                    <a:pt x="372459" y="15666"/>
                  </a:cubicBezTo>
                  <a:cubicBezTo>
                    <a:pt x="376783" y="12961"/>
                    <a:pt x="368236" y="11444"/>
                    <a:pt x="365963" y="10148"/>
                  </a:cubicBezTo>
                  <a:cubicBezTo>
                    <a:pt x="361740" y="8529"/>
                    <a:pt x="359683" y="10688"/>
                    <a:pt x="341179" y="21718"/>
                  </a:cubicBezTo>
                  <a:cubicBezTo>
                    <a:pt x="337496" y="23883"/>
                    <a:pt x="333597" y="23775"/>
                    <a:pt x="328942" y="24099"/>
                  </a:cubicBezTo>
                  <a:cubicBezTo>
                    <a:pt x="323748" y="24423"/>
                    <a:pt x="326453" y="16206"/>
                    <a:pt x="326129" y="11774"/>
                  </a:cubicBezTo>
                  <a:cubicBezTo>
                    <a:pt x="326345" y="7011"/>
                    <a:pt x="323748" y="7227"/>
                    <a:pt x="300590" y="198"/>
                  </a:cubicBezTo>
                  <a:cubicBezTo>
                    <a:pt x="296259" y="-1098"/>
                    <a:pt x="297992" y="3767"/>
                    <a:pt x="300590" y="20746"/>
                  </a:cubicBezTo>
                  <a:cubicBezTo>
                    <a:pt x="301453" y="26480"/>
                    <a:pt x="293770" y="26696"/>
                    <a:pt x="288683" y="29503"/>
                  </a:cubicBezTo>
                  <a:cubicBezTo>
                    <a:pt x="284137" y="31345"/>
                    <a:pt x="280238" y="26696"/>
                    <a:pt x="277965" y="25503"/>
                  </a:cubicBezTo>
                  <a:cubicBezTo>
                    <a:pt x="273526" y="22366"/>
                    <a:pt x="271691" y="31237"/>
                    <a:pt x="267900" y="36533"/>
                  </a:cubicBezTo>
                  <a:cubicBezTo>
                    <a:pt x="265627" y="40749"/>
                    <a:pt x="260756" y="39993"/>
                    <a:pt x="259892" y="40209"/>
                  </a:cubicBezTo>
                  <a:cubicBezTo>
                    <a:pt x="255562" y="40533"/>
                    <a:pt x="253397" y="36856"/>
                    <a:pt x="247662" y="30157"/>
                  </a:cubicBezTo>
                  <a:cubicBezTo>
                    <a:pt x="244843" y="26912"/>
                    <a:pt x="242462" y="27668"/>
                    <a:pt x="230124" y="28855"/>
                  </a:cubicBezTo>
                  <a:cubicBezTo>
                    <a:pt x="225577" y="29179"/>
                    <a:pt x="230124" y="33180"/>
                    <a:pt x="240195" y="45835"/>
                  </a:cubicBezTo>
                  <a:cubicBezTo>
                    <a:pt x="243332" y="49728"/>
                    <a:pt x="240195" y="54808"/>
                    <a:pt x="239757" y="56541"/>
                  </a:cubicBezTo>
                  <a:cubicBezTo>
                    <a:pt x="238245" y="61190"/>
                    <a:pt x="235432" y="56865"/>
                    <a:pt x="224066" y="45511"/>
                  </a:cubicBezTo>
                  <a:cubicBezTo>
                    <a:pt x="220707" y="42159"/>
                    <a:pt x="218440" y="37510"/>
                    <a:pt x="214433" y="30697"/>
                  </a:cubicBezTo>
                  <a:cubicBezTo>
                    <a:pt x="212051" y="26588"/>
                    <a:pt x="208915" y="28747"/>
                    <a:pt x="191376" y="33942"/>
                  </a:cubicBezTo>
                  <a:cubicBezTo>
                    <a:pt x="186074" y="35561"/>
                    <a:pt x="191484" y="43130"/>
                    <a:pt x="193326" y="50915"/>
                  </a:cubicBezTo>
                  <a:cubicBezTo>
                    <a:pt x="195059" y="56218"/>
                    <a:pt x="186938" y="55456"/>
                    <a:pt x="183261" y="56865"/>
                  </a:cubicBezTo>
                  <a:cubicBezTo>
                    <a:pt x="178822" y="57837"/>
                    <a:pt x="178066" y="54808"/>
                    <a:pt x="164103" y="33834"/>
                  </a:cubicBezTo>
                  <a:cubicBezTo>
                    <a:pt x="161182" y="29503"/>
                    <a:pt x="155333" y="31237"/>
                    <a:pt x="152844" y="30913"/>
                  </a:cubicBezTo>
                  <a:cubicBezTo>
                    <a:pt x="148298" y="30913"/>
                    <a:pt x="150679" y="34590"/>
                    <a:pt x="158693" y="57513"/>
                  </a:cubicBezTo>
                  <a:cubicBezTo>
                    <a:pt x="160420" y="62593"/>
                    <a:pt x="154254" y="65082"/>
                    <a:pt x="152088" y="67571"/>
                  </a:cubicBezTo>
                  <a:cubicBezTo>
                    <a:pt x="148082" y="71032"/>
                    <a:pt x="143859" y="64974"/>
                    <a:pt x="140290" y="63031"/>
                  </a:cubicBezTo>
                  <a:cubicBezTo>
                    <a:pt x="136715" y="60326"/>
                    <a:pt x="135851" y="63787"/>
                    <a:pt x="125895" y="82062"/>
                  </a:cubicBezTo>
                  <a:cubicBezTo>
                    <a:pt x="123622" y="86278"/>
                    <a:pt x="122326" y="80760"/>
                    <a:pt x="116586" y="66708"/>
                  </a:cubicBezTo>
                  <a:cubicBezTo>
                    <a:pt x="114636" y="61837"/>
                    <a:pt x="115614" y="56325"/>
                    <a:pt x="116586" y="41079"/>
                  </a:cubicBezTo>
                  <a:cubicBezTo>
                    <a:pt x="116910" y="36209"/>
                    <a:pt x="117017" y="37510"/>
                    <a:pt x="75781" y="7767"/>
                  </a:cubicBezTo>
                  <a:cubicBezTo>
                    <a:pt x="72104" y="5068"/>
                    <a:pt x="69831" y="6580"/>
                    <a:pt x="47968" y="12961"/>
                  </a:cubicBezTo>
                  <a:cubicBezTo>
                    <a:pt x="43421" y="14257"/>
                    <a:pt x="50349" y="15120"/>
                    <a:pt x="65068" y="18365"/>
                  </a:cubicBezTo>
                  <a:cubicBezTo>
                    <a:pt x="69615" y="19451"/>
                    <a:pt x="62903" y="22912"/>
                    <a:pt x="62147" y="23775"/>
                  </a:cubicBezTo>
                  <a:cubicBezTo>
                    <a:pt x="57816" y="27020"/>
                    <a:pt x="67234" y="29287"/>
                    <a:pt x="71342" y="31992"/>
                  </a:cubicBezTo>
                  <a:cubicBezTo>
                    <a:pt x="75888" y="34374"/>
                    <a:pt x="75888" y="40641"/>
                    <a:pt x="77298" y="44426"/>
                  </a:cubicBezTo>
                  <a:cubicBezTo>
                    <a:pt x="78701" y="49512"/>
                    <a:pt x="74377" y="45511"/>
                    <a:pt x="47098" y="28963"/>
                  </a:cubicBezTo>
                  <a:cubicBezTo>
                    <a:pt x="42767" y="26265"/>
                    <a:pt x="37681" y="29395"/>
                    <a:pt x="34652" y="30049"/>
                  </a:cubicBezTo>
                  <a:cubicBezTo>
                    <a:pt x="30537" y="31237"/>
                    <a:pt x="32271" y="36425"/>
                    <a:pt x="32162" y="37072"/>
                  </a:cubicBezTo>
                  <a:cubicBezTo>
                    <a:pt x="32810" y="42159"/>
                    <a:pt x="26968" y="42914"/>
                    <a:pt x="25882" y="43670"/>
                  </a:cubicBezTo>
                  <a:cubicBezTo>
                    <a:pt x="21120" y="45727"/>
                    <a:pt x="29997" y="48217"/>
                    <a:pt x="32918" y="50160"/>
                  </a:cubicBezTo>
                  <a:cubicBezTo>
                    <a:pt x="36925" y="52217"/>
                    <a:pt x="38004" y="57081"/>
                    <a:pt x="38335" y="57729"/>
                  </a:cubicBezTo>
                  <a:cubicBezTo>
                    <a:pt x="40170" y="62269"/>
                    <a:pt x="35515" y="59894"/>
                    <a:pt x="18091" y="55024"/>
                  </a:cubicBezTo>
                  <a:cubicBezTo>
                    <a:pt x="13221" y="53620"/>
                    <a:pt x="16796" y="61945"/>
                    <a:pt x="16903" y="64974"/>
                  </a:cubicBezTo>
                  <a:cubicBezTo>
                    <a:pt x="17983" y="70600"/>
                    <a:pt x="9544" y="65730"/>
                    <a:pt x="4997" y="64974"/>
                  </a:cubicBezTo>
                  <a:cubicBezTo>
                    <a:pt x="559" y="63679"/>
                    <a:pt x="666" y="70708"/>
                    <a:pt x="127" y="72004"/>
                  </a:cubicBezTo>
                  <a:cubicBezTo>
                    <a:pt x="-851" y="76760"/>
                    <a:pt x="3696" y="76436"/>
                    <a:pt x="18307" y="79033"/>
                  </a:cubicBezTo>
                  <a:cubicBezTo>
                    <a:pt x="22961" y="79897"/>
                    <a:pt x="25882" y="77738"/>
                    <a:pt x="51968" y="65622"/>
                  </a:cubicBezTo>
                  <a:cubicBezTo>
                    <a:pt x="56191" y="63679"/>
                    <a:pt x="56083" y="64434"/>
                    <a:pt x="98622" y="74061"/>
                  </a:cubicBezTo>
                  <a:cubicBezTo>
                    <a:pt x="103276" y="75141"/>
                    <a:pt x="97320" y="77408"/>
                    <a:pt x="79463" y="87358"/>
                  </a:cubicBezTo>
                  <a:cubicBezTo>
                    <a:pt x="75349" y="89631"/>
                    <a:pt x="80003" y="91035"/>
                    <a:pt x="97644" y="101093"/>
                  </a:cubicBezTo>
                  <a:cubicBezTo>
                    <a:pt x="101650" y="103366"/>
                    <a:pt x="96024" y="102604"/>
                    <a:pt x="74917" y="101741"/>
                  </a:cubicBezTo>
                  <a:cubicBezTo>
                    <a:pt x="70155" y="101525"/>
                    <a:pt x="70802" y="101741"/>
                    <a:pt x="16687" y="111583"/>
                  </a:cubicBezTo>
                  <a:cubicBezTo>
                    <a:pt x="12141" y="112447"/>
                    <a:pt x="17119" y="116447"/>
                    <a:pt x="25127" y="125750"/>
                  </a:cubicBezTo>
                  <a:cubicBezTo>
                    <a:pt x="28918" y="130074"/>
                    <a:pt x="34220" y="123585"/>
                    <a:pt x="40824" y="120448"/>
                  </a:cubicBezTo>
                  <a:cubicBezTo>
                    <a:pt x="44824" y="118073"/>
                    <a:pt x="46450" y="118936"/>
                    <a:pt x="77514" y="122397"/>
                  </a:cubicBezTo>
                  <a:cubicBezTo>
                    <a:pt x="82924" y="123045"/>
                    <a:pt x="81845" y="131262"/>
                    <a:pt x="83902" y="138615"/>
                  </a:cubicBezTo>
                  <a:cubicBezTo>
                    <a:pt x="84874" y="143378"/>
                    <a:pt x="88335" y="145645"/>
                    <a:pt x="99053" y="155271"/>
                  </a:cubicBezTo>
                  <a:cubicBezTo>
                    <a:pt x="102514" y="158408"/>
                    <a:pt x="97967" y="159488"/>
                    <a:pt x="80975" y="168244"/>
                  </a:cubicBezTo>
                  <a:cubicBezTo>
                    <a:pt x="77082" y="170194"/>
                    <a:pt x="74809" y="167597"/>
                    <a:pt x="64306" y="159703"/>
                  </a:cubicBezTo>
                  <a:cubicBezTo>
                    <a:pt x="60522" y="156890"/>
                    <a:pt x="61493" y="161869"/>
                    <a:pt x="61493" y="184792"/>
                  </a:cubicBezTo>
                  <a:cubicBezTo>
                    <a:pt x="61493" y="189872"/>
                    <a:pt x="61061" y="188469"/>
                    <a:pt x="115398" y="181547"/>
                  </a:cubicBezTo>
                  <a:cubicBezTo>
                    <a:pt x="120053" y="181008"/>
                    <a:pt x="120809" y="182411"/>
                    <a:pt x="154362" y="202096"/>
                  </a:cubicBezTo>
                  <a:cubicBezTo>
                    <a:pt x="158585" y="204579"/>
                    <a:pt x="159124" y="204039"/>
                    <a:pt x="202311" y="211393"/>
                  </a:cubicBezTo>
                  <a:cubicBezTo>
                    <a:pt x="206641" y="212148"/>
                    <a:pt x="207505" y="211608"/>
                    <a:pt x="239433" y="204579"/>
                  </a:cubicBezTo>
                  <a:cubicBezTo>
                    <a:pt x="244088" y="203607"/>
                    <a:pt x="242468" y="197118"/>
                    <a:pt x="242792" y="195390"/>
                  </a:cubicBezTo>
                  <a:cubicBezTo>
                    <a:pt x="242792" y="190412"/>
                    <a:pt x="245713" y="190412"/>
                    <a:pt x="267900" y="180144"/>
                  </a:cubicBezTo>
                  <a:cubicBezTo>
                    <a:pt x="272015" y="178195"/>
                    <a:pt x="275583" y="179922"/>
                    <a:pt x="286302" y="182735"/>
                  </a:cubicBezTo>
                  <a:cubicBezTo>
                    <a:pt x="290633" y="183821"/>
                    <a:pt x="290195" y="183167"/>
                    <a:pt x="326891" y="157214"/>
                  </a:cubicBezTo>
                  <a:cubicBezTo>
                    <a:pt x="330568" y="154624"/>
                    <a:pt x="333819" y="155487"/>
                    <a:pt x="349402" y="156567"/>
                  </a:cubicBezTo>
                  <a:cubicBezTo>
                    <a:pt x="353733" y="156890"/>
                    <a:pt x="355790" y="154624"/>
                    <a:pt x="368560" y="145105"/>
                  </a:cubicBezTo>
                  <a:cubicBezTo>
                    <a:pt x="372891" y="141860"/>
                    <a:pt x="370941" y="135262"/>
                    <a:pt x="371373" y="130506"/>
                  </a:cubicBezTo>
                  <a:cubicBezTo>
                    <a:pt x="371373" y="124664"/>
                    <a:pt x="379273" y="127261"/>
                    <a:pt x="385877" y="126182"/>
                  </a:cubicBezTo>
                  <a:cubicBezTo>
                    <a:pt x="390423" y="125966"/>
                    <a:pt x="412286" y="98712"/>
                    <a:pt x="412286" y="98712"/>
                  </a:cubicBezTo>
                  <a:cubicBezTo>
                    <a:pt x="415969" y="94279"/>
                    <a:pt x="407740" y="91035"/>
                    <a:pt x="402329" y="85307"/>
                  </a:cubicBezTo>
                  <a:lnTo>
                    <a:pt x="402545" y="85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60D72943-FC44-656E-6D26-11742AF90DF2}"/>
                </a:ext>
              </a:extLst>
            </p:cNvPr>
            <p:cNvSpPr/>
            <p:nvPr/>
          </p:nvSpPr>
          <p:spPr>
            <a:xfrm>
              <a:off x="6241580" y="2519222"/>
              <a:ext cx="248500" cy="144151"/>
            </a:xfrm>
            <a:custGeom>
              <a:avLst/>
              <a:gdLst>
                <a:gd name="csX0" fmla="*/ 194272 w 248500"/>
                <a:gd name="csY0" fmla="*/ 0 h 144151"/>
                <a:gd name="csX1" fmla="*/ 159347 w 248500"/>
                <a:gd name="csY1" fmla="*/ 3461 h 144151"/>
                <a:gd name="csX2" fmla="*/ 147536 w 248500"/>
                <a:gd name="csY2" fmla="*/ 22276 h 144151"/>
                <a:gd name="csX3" fmla="*/ 126009 w 248500"/>
                <a:gd name="csY3" fmla="*/ 18059 h 144151"/>
                <a:gd name="csX4" fmla="*/ 118199 w 248500"/>
                <a:gd name="csY4" fmla="*/ 27470 h 144151"/>
                <a:gd name="csX5" fmla="*/ 98171 w 248500"/>
                <a:gd name="csY5" fmla="*/ 29089 h 144151"/>
                <a:gd name="csX6" fmla="*/ 91459 w 248500"/>
                <a:gd name="csY6" fmla="*/ 43688 h 144151"/>
                <a:gd name="csX7" fmla="*/ 60503 w 248500"/>
                <a:gd name="csY7" fmla="*/ 45422 h 144151"/>
                <a:gd name="csX8" fmla="*/ 33553 w 248500"/>
                <a:gd name="csY8" fmla="*/ 30169 h 144151"/>
                <a:gd name="csX9" fmla="*/ 29654 w 248500"/>
                <a:gd name="csY9" fmla="*/ 48012 h 144151"/>
                <a:gd name="csX10" fmla="*/ 10820 w 248500"/>
                <a:gd name="csY10" fmla="*/ 42932 h 144151"/>
                <a:gd name="csX11" fmla="*/ 5302 w 248500"/>
                <a:gd name="csY11" fmla="*/ 54286 h 144151"/>
                <a:gd name="csX12" fmla="*/ 14288 w 248500"/>
                <a:gd name="csY12" fmla="*/ 67589 h 144151"/>
                <a:gd name="csX13" fmla="*/ 9849 w 248500"/>
                <a:gd name="csY13" fmla="*/ 82836 h 144151"/>
                <a:gd name="csX14" fmla="*/ 0 w 248500"/>
                <a:gd name="csY14" fmla="*/ 84995 h 144151"/>
                <a:gd name="csX15" fmla="*/ 13633 w 248500"/>
                <a:gd name="csY15" fmla="*/ 110407 h 144151"/>
                <a:gd name="csX16" fmla="*/ 37770 w 248500"/>
                <a:gd name="csY16" fmla="*/ 132798 h 144151"/>
                <a:gd name="csX17" fmla="*/ 52711 w 248500"/>
                <a:gd name="csY17" fmla="*/ 136036 h 144151"/>
                <a:gd name="csX18" fmla="*/ 58661 w 248500"/>
                <a:gd name="csY18" fmla="*/ 143066 h 144151"/>
                <a:gd name="csX19" fmla="*/ 81286 w 248500"/>
                <a:gd name="csY19" fmla="*/ 144151 h 144151"/>
                <a:gd name="csX20" fmla="*/ 87560 w 248500"/>
                <a:gd name="csY20" fmla="*/ 136474 h 144151"/>
                <a:gd name="csX21" fmla="*/ 98063 w 248500"/>
                <a:gd name="csY21" fmla="*/ 137770 h 144151"/>
                <a:gd name="csX22" fmla="*/ 124231 w 248500"/>
                <a:gd name="csY22" fmla="*/ 125006 h 144151"/>
                <a:gd name="csX23" fmla="*/ 182270 w 248500"/>
                <a:gd name="csY23" fmla="*/ 121545 h 144151"/>
                <a:gd name="csX24" fmla="*/ 224371 w 248500"/>
                <a:gd name="csY24" fmla="*/ 44768 h 144151"/>
                <a:gd name="csX25" fmla="*/ 238785 w 248500"/>
                <a:gd name="csY25" fmla="*/ 45853 h 144151"/>
                <a:gd name="csX26" fmla="*/ 248501 w 248500"/>
                <a:gd name="csY26" fmla="*/ 33852 h 144151"/>
                <a:gd name="csX27" fmla="*/ 221005 w 248500"/>
                <a:gd name="csY27" fmla="*/ 9519 h 144151"/>
                <a:gd name="csX28" fmla="*/ 206083 w 248500"/>
                <a:gd name="csY28" fmla="*/ 15030 h 144151"/>
                <a:gd name="csX29" fmla="*/ 194272 w 248500"/>
                <a:gd name="csY29" fmla="*/ 0 h 144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8500" h="144151">
                  <a:moveTo>
                    <a:pt x="194272" y="0"/>
                  </a:moveTo>
                  <a:lnTo>
                    <a:pt x="159347" y="3461"/>
                  </a:lnTo>
                  <a:lnTo>
                    <a:pt x="147536" y="22276"/>
                  </a:lnTo>
                  <a:lnTo>
                    <a:pt x="126009" y="18059"/>
                  </a:lnTo>
                  <a:lnTo>
                    <a:pt x="118199" y="27470"/>
                  </a:lnTo>
                  <a:lnTo>
                    <a:pt x="98171" y="29089"/>
                  </a:lnTo>
                  <a:lnTo>
                    <a:pt x="91459" y="43688"/>
                  </a:lnTo>
                  <a:lnTo>
                    <a:pt x="60503" y="45422"/>
                  </a:lnTo>
                  <a:lnTo>
                    <a:pt x="33553" y="30169"/>
                  </a:lnTo>
                  <a:lnTo>
                    <a:pt x="29654" y="48012"/>
                  </a:lnTo>
                  <a:lnTo>
                    <a:pt x="10820" y="42932"/>
                  </a:lnTo>
                  <a:lnTo>
                    <a:pt x="5302" y="54286"/>
                  </a:lnTo>
                  <a:lnTo>
                    <a:pt x="14288" y="67589"/>
                  </a:lnTo>
                  <a:lnTo>
                    <a:pt x="9849" y="82836"/>
                  </a:lnTo>
                  <a:lnTo>
                    <a:pt x="0" y="84995"/>
                  </a:lnTo>
                  <a:lnTo>
                    <a:pt x="13633" y="110407"/>
                  </a:lnTo>
                  <a:lnTo>
                    <a:pt x="37770" y="132798"/>
                  </a:lnTo>
                  <a:lnTo>
                    <a:pt x="52711" y="136036"/>
                  </a:lnTo>
                  <a:lnTo>
                    <a:pt x="58661" y="143066"/>
                  </a:lnTo>
                  <a:lnTo>
                    <a:pt x="81286" y="144151"/>
                  </a:lnTo>
                  <a:lnTo>
                    <a:pt x="87560" y="136474"/>
                  </a:lnTo>
                  <a:lnTo>
                    <a:pt x="98063" y="137770"/>
                  </a:lnTo>
                  <a:lnTo>
                    <a:pt x="124231" y="125006"/>
                  </a:lnTo>
                  <a:lnTo>
                    <a:pt x="182270" y="121545"/>
                  </a:lnTo>
                  <a:lnTo>
                    <a:pt x="224371" y="44768"/>
                  </a:lnTo>
                  <a:lnTo>
                    <a:pt x="238785" y="45853"/>
                  </a:lnTo>
                  <a:lnTo>
                    <a:pt x="248501" y="33852"/>
                  </a:lnTo>
                  <a:lnTo>
                    <a:pt x="221005" y="9519"/>
                  </a:lnTo>
                  <a:lnTo>
                    <a:pt x="206083" y="15030"/>
                  </a:lnTo>
                  <a:lnTo>
                    <a:pt x="19427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4E2F8445-A772-A953-2F56-A210B21B3B02}"/>
                </a:ext>
              </a:extLst>
            </p:cNvPr>
            <p:cNvSpPr/>
            <p:nvPr/>
          </p:nvSpPr>
          <p:spPr>
            <a:xfrm>
              <a:off x="6491955" y="3077819"/>
              <a:ext cx="6128" cy="8190"/>
            </a:xfrm>
            <a:custGeom>
              <a:avLst/>
              <a:gdLst>
                <a:gd name="csX0" fmla="*/ 2571 w 6128"/>
                <a:gd name="csY0" fmla="*/ 8045 h 8190"/>
                <a:gd name="csX1" fmla="*/ 3967 w 6128"/>
                <a:gd name="csY1" fmla="*/ 1232 h 8190"/>
                <a:gd name="csX2" fmla="*/ 158 w 6128"/>
                <a:gd name="csY2" fmla="*/ 1880 h 8190"/>
                <a:gd name="csX3" fmla="*/ 2571 w 6128"/>
                <a:gd name="csY3" fmla="*/ 8045 h 8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28" h="8190">
                  <a:moveTo>
                    <a:pt x="2571" y="8045"/>
                  </a:moveTo>
                  <a:cubicBezTo>
                    <a:pt x="6254" y="9125"/>
                    <a:pt x="7650" y="3937"/>
                    <a:pt x="3967" y="1232"/>
                  </a:cubicBezTo>
                  <a:cubicBezTo>
                    <a:pt x="3460" y="1016"/>
                    <a:pt x="538" y="-1797"/>
                    <a:pt x="158" y="1880"/>
                  </a:cubicBezTo>
                  <a:cubicBezTo>
                    <a:pt x="158" y="2527"/>
                    <a:pt x="-922" y="6966"/>
                    <a:pt x="2571" y="8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7543AA2B-0893-57C2-E766-9FFDD08A34A3}"/>
                </a:ext>
              </a:extLst>
            </p:cNvPr>
            <p:cNvSpPr/>
            <p:nvPr/>
          </p:nvSpPr>
          <p:spPr>
            <a:xfrm>
              <a:off x="6405878" y="3010845"/>
              <a:ext cx="13258" cy="12286"/>
            </a:xfrm>
            <a:custGeom>
              <a:avLst/>
              <a:gdLst>
                <a:gd name="csX0" fmla="*/ 763 w 13258"/>
                <a:gd name="csY0" fmla="*/ 3976 h 12286"/>
                <a:gd name="csX1" fmla="*/ 8955 w 13258"/>
                <a:gd name="csY1" fmla="*/ 11329 h 12286"/>
                <a:gd name="csX2" fmla="*/ 12003 w 13258"/>
                <a:gd name="csY2" fmla="*/ 5271 h 12286"/>
                <a:gd name="csX3" fmla="*/ 6923 w 13258"/>
                <a:gd name="csY3" fmla="*/ 1270 h 12286"/>
                <a:gd name="csX4" fmla="*/ 763 w 13258"/>
                <a:gd name="csY4" fmla="*/ 3976 h 12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8" h="12286">
                  <a:moveTo>
                    <a:pt x="763" y="3976"/>
                  </a:moveTo>
                  <a:cubicBezTo>
                    <a:pt x="5843" y="10135"/>
                    <a:pt x="8637" y="14244"/>
                    <a:pt x="8955" y="11329"/>
                  </a:cubicBezTo>
                  <a:cubicBezTo>
                    <a:pt x="9399" y="7652"/>
                    <a:pt x="15940" y="8192"/>
                    <a:pt x="12003" y="5271"/>
                  </a:cubicBezTo>
                  <a:lnTo>
                    <a:pt x="6923" y="1270"/>
                  </a:lnTo>
                  <a:cubicBezTo>
                    <a:pt x="3494" y="-1435"/>
                    <a:pt x="-2031" y="515"/>
                    <a:pt x="763" y="39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07AD88FF-80DB-C37E-3721-11D7C0AF0D89}"/>
                </a:ext>
              </a:extLst>
            </p:cNvPr>
            <p:cNvSpPr/>
            <p:nvPr/>
          </p:nvSpPr>
          <p:spPr>
            <a:xfrm>
              <a:off x="6510954" y="3016949"/>
              <a:ext cx="5669" cy="3840"/>
            </a:xfrm>
            <a:custGeom>
              <a:avLst/>
              <a:gdLst>
                <a:gd name="csX0" fmla="*/ 145 w 5669"/>
                <a:gd name="csY0" fmla="*/ 1980 h 3840"/>
                <a:gd name="csX1" fmla="*/ 5669 w 5669"/>
                <a:gd name="csY1" fmla="*/ 1110 h 3840"/>
                <a:gd name="csX2" fmla="*/ 145 w 5669"/>
                <a:gd name="csY2" fmla="*/ 1980 h 3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69" h="3840">
                  <a:moveTo>
                    <a:pt x="145" y="1980"/>
                  </a:moveTo>
                  <a:cubicBezTo>
                    <a:pt x="1414" y="4787"/>
                    <a:pt x="5542" y="4355"/>
                    <a:pt x="5669" y="1110"/>
                  </a:cubicBezTo>
                  <a:cubicBezTo>
                    <a:pt x="5669" y="-293"/>
                    <a:pt x="-1061" y="-725"/>
                    <a:pt x="145" y="1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8A692927-1695-29EF-16AD-BF3C4908DD2F}"/>
                </a:ext>
              </a:extLst>
            </p:cNvPr>
            <p:cNvSpPr/>
            <p:nvPr/>
          </p:nvSpPr>
          <p:spPr>
            <a:xfrm>
              <a:off x="6494378" y="2962552"/>
              <a:ext cx="60504" cy="44934"/>
            </a:xfrm>
            <a:custGeom>
              <a:avLst/>
              <a:gdLst>
                <a:gd name="csX0" fmla="*/ 10626 w 60504"/>
                <a:gd name="csY0" fmla="*/ 8905 h 44934"/>
                <a:gd name="csX1" fmla="*/ 24913 w 60504"/>
                <a:gd name="csY1" fmla="*/ 21770 h 44934"/>
                <a:gd name="csX2" fmla="*/ 41169 w 60504"/>
                <a:gd name="csY2" fmla="*/ 28907 h 44934"/>
                <a:gd name="csX3" fmla="*/ 44662 w 60504"/>
                <a:gd name="csY3" fmla="*/ 35721 h 44934"/>
                <a:gd name="csX4" fmla="*/ 49741 w 60504"/>
                <a:gd name="csY4" fmla="*/ 42642 h 44934"/>
                <a:gd name="csX5" fmla="*/ 57298 w 60504"/>
                <a:gd name="csY5" fmla="*/ 44369 h 44934"/>
                <a:gd name="csX6" fmla="*/ 57425 w 60504"/>
                <a:gd name="csY6" fmla="*/ 36368 h 44934"/>
                <a:gd name="csX7" fmla="*/ 49741 w 60504"/>
                <a:gd name="csY7" fmla="*/ 32908 h 44934"/>
                <a:gd name="csX8" fmla="*/ 40534 w 60504"/>
                <a:gd name="csY8" fmla="*/ 14524 h 44934"/>
                <a:gd name="csX9" fmla="*/ 33358 w 60504"/>
                <a:gd name="csY9" fmla="*/ 13877 h 44934"/>
                <a:gd name="csX10" fmla="*/ 25040 w 60504"/>
                <a:gd name="csY10" fmla="*/ 9660 h 44934"/>
                <a:gd name="csX11" fmla="*/ 8149 w 60504"/>
                <a:gd name="csY11" fmla="*/ 573 h 44934"/>
                <a:gd name="csX12" fmla="*/ 10626 w 60504"/>
                <a:gd name="csY12" fmla="*/ 8905 h 44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504" h="44934">
                  <a:moveTo>
                    <a:pt x="10626" y="8905"/>
                  </a:moveTo>
                  <a:cubicBezTo>
                    <a:pt x="18309" y="14848"/>
                    <a:pt x="23833" y="18309"/>
                    <a:pt x="24913" y="21770"/>
                  </a:cubicBezTo>
                  <a:cubicBezTo>
                    <a:pt x="26691" y="27072"/>
                    <a:pt x="38057" y="22748"/>
                    <a:pt x="41169" y="28907"/>
                  </a:cubicBezTo>
                  <a:lnTo>
                    <a:pt x="44662" y="35721"/>
                  </a:lnTo>
                  <a:cubicBezTo>
                    <a:pt x="46566" y="39505"/>
                    <a:pt x="50123" y="43182"/>
                    <a:pt x="49741" y="42642"/>
                  </a:cubicBezTo>
                  <a:cubicBezTo>
                    <a:pt x="53107" y="46427"/>
                    <a:pt x="53488" y="41131"/>
                    <a:pt x="57298" y="44369"/>
                  </a:cubicBezTo>
                  <a:cubicBezTo>
                    <a:pt x="60854" y="47506"/>
                    <a:pt x="62188" y="36584"/>
                    <a:pt x="57425" y="36368"/>
                  </a:cubicBezTo>
                  <a:cubicBezTo>
                    <a:pt x="56536" y="36152"/>
                    <a:pt x="51139" y="37124"/>
                    <a:pt x="49741" y="32908"/>
                  </a:cubicBezTo>
                  <a:cubicBezTo>
                    <a:pt x="45042" y="18525"/>
                    <a:pt x="44852" y="14956"/>
                    <a:pt x="40534" y="14524"/>
                  </a:cubicBezTo>
                  <a:lnTo>
                    <a:pt x="33358" y="13877"/>
                  </a:lnTo>
                  <a:cubicBezTo>
                    <a:pt x="28278" y="13445"/>
                    <a:pt x="29803" y="8581"/>
                    <a:pt x="25040" y="9660"/>
                  </a:cubicBezTo>
                  <a:cubicBezTo>
                    <a:pt x="17547" y="11279"/>
                    <a:pt x="14563" y="-2989"/>
                    <a:pt x="8149" y="573"/>
                  </a:cubicBezTo>
                  <a:cubicBezTo>
                    <a:pt x="-8170" y="9768"/>
                    <a:pt x="3958" y="3710"/>
                    <a:pt x="10626" y="8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CE4C0F60-DAF9-0897-C6BC-416E54AD27E2}"/>
                </a:ext>
              </a:extLst>
            </p:cNvPr>
            <p:cNvSpPr/>
            <p:nvPr/>
          </p:nvSpPr>
          <p:spPr>
            <a:xfrm>
              <a:off x="6552297" y="2886665"/>
              <a:ext cx="9932" cy="8435"/>
            </a:xfrm>
            <a:custGeom>
              <a:avLst/>
              <a:gdLst>
                <a:gd name="csX0" fmla="*/ 648 w 9932"/>
                <a:gd name="csY0" fmla="*/ 2280 h 8435"/>
                <a:gd name="csX1" fmla="*/ 3506 w 9932"/>
                <a:gd name="csY1" fmla="*/ 7474 h 8435"/>
                <a:gd name="csX2" fmla="*/ 7506 w 9932"/>
                <a:gd name="csY2" fmla="*/ 7474 h 8435"/>
                <a:gd name="csX3" fmla="*/ 5982 w 9932"/>
                <a:gd name="csY3" fmla="*/ 13 h 8435"/>
                <a:gd name="csX4" fmla="*/ 648 w 9932"/>
                <a:gd name="csY4" fmla="*/ 2280 h 8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32" h="8435">
                  <a:moveTo>
                    <a:pt x="648" y="2280"/>
                  </a:moveTo>
                  <a:cubicBezTo>
                    <a:pt x="-1702" y="6172"/>
                    <a:pt x="3061" y="4229"/>
                    <a:pt x="3506" y="7474"/>
                  </a:cubicBezTo>
                  <a:cubicBezTo>
                    <a:pt x="3823" y="9741"/>
                    <a:pt x="8141" y="7258"/>
                    <a:pt x="7506" y="7474"/>
                  </a:cubicBezTo>
                  <a:cubicBezTo>
                    <a:pt x="11380" y="5309"/>
                    <a:pt x="10427" y="337"/>
                    <a:pt x="5982" y="13"/>
                  </a:cubicBezTo>
                  <a:cubicBezTo>
                    <a:pt x="5982" y="13"/>
                    <a:pt x="2299" y="-311"/>
                    <a:pt x="648" y="22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95BECE5B-82D2-F02D-1A1B-F60CC75B9F32}"/>
                </a:ext>
              </a:extLst>
            </p:cNvPr>
            <p:cNvSpPr/>
            <p:nvPr/>
          </p:nvSpPr>
          <p:spPr>
            <a:xfrm>
              <a:off x="6587137" y="2897120"/>
              <a:ext cx="8963" cy="5669"/>
            </a:xfrm>
            <a:custGeom>
              <a:avLst/>
              <a:gdLst>
                <a:gd name="csX0" fmla="*/ 2830 w 8963"/>
                <a:gd name="csY0" fmla="*/ 5128 h 5669"/>
                <a:gd name="csX1" fmla="*/ 3592 w 8963"/>
                <a:gd name="csY1" fmla="*/ 5452 h 5669"/>
                <a:gd name="csX2" fmla="*/ 6956 w 8963"/>
                <a:gd name="csY2" fmla="*/ 480 h 5669"/>
                <a:gd name="csX3" fmla="*/ 3719 w 8963"/>
                <a:gd name="csY3" fmla="*/ 48 h 5669"/>
                <a:gd name="csX4" fmla="*/ 2766 w 8963"/>
                <a:gd name="csY4" fmla="*/ 5128 h 5669"/>
                <a:gd name="csX5" fmla="*/ 2830 w 8963"/>
                <a:gd name="csY5" fmla="*/ 5128 h 5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63" h="5669">
                  <a:moveTo>
                    <a:pt x="2830" y="5128"/>
                  </a:moveTo>
                  <a:lnTo>
                    <a:pt x="3592" y="5452"/>
                  </a:lnTo>
                  <a:cubicBezTo>
                    <a:pt x="7909" y="6856"/>
                    <a:pt x="11275" y="1020"/>
                    <a:pt x="6956" y="480"/>
                  </a:cubicBezTo>
                  <a:lnTo>
                    <a:pt x="3719" y="48"/>
                  </a:lnTo>
                  <a:cubicBezTo>
                    <a:pt x="-727" y="-498"/>
                    <a:pt x="-1362" y="3725"/>
                    <a:pt x="2766" y="5128"/>
                  </a:cubicBezTo>
                  <a:lnTo>
                    <a:pt x="2830" y="5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11A1AE3-3ED3-C248-BD54-93552CDFE445}"/>
                </a:ext>
              </a:extLst>
            </p:cNvPr>
            <p:cNvSpPr/>
            <p:nvPr/>
          </p:nvSpPr>
          <p:spPr>
            <a:xfrm>
              <a:off x="6549940" y="2964148"/>
              <a:ext cx="8986" cy="9570"/>
            </a:xfrm>
            <a:custGeom>
              <a:avLst/>
              <a:gdLst>
                <a:gd name="csX0" fmla="*/ 1101 w 8986"/>
                <a:gd name="csY0" fmla="*/ 6007 h 9570"/>
                <a:gd name="csX1" fmla="*/ 6816 w 8986"/>
                <a:gd name="csY1" fmla="*/ 8928 h 9570"/>
                <a:gd name="csX2" fmla="*/ 8213 w 8986"/>
                <a:gd name="csY2" fmla="*/ 5467 h 9570"/>
                <a:gd name="csX3" fmla="*/ 2498 w 8986"/>
                <a:gd name="csY3" fmla="*/ 63 h 9570"/>
                <a:gd name="csX4" fmla="*/ 1164 w 8986"/>
                <a:gd name="csY4" fmla="*/ 6007 h 9570"/>
                <a:gd name="csX5" fmla="*/ 1101 w 8986"/>
                <a:gd name="csY5" fmla="*/ 6007 h 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570">
                  <a:moveTo>
                    <a:pt x="1101" y="6007"/>
                  </a:moveTo>
                  <a:cubicBezTo>
                    <a:pt x="4339" y="7956"/>
                    <a:pt x="2371" y="10877"/>
                    <a:pt x="6816" y="8928"/>
                  </a:cubicBezTo>
                  <a:cubicBezTo>
                    <a:pt x="7387" y="8388"/>
                    <a:pt x="10372" y="7416"/>
                    <a:pt x="8213" y="5467"/>
                  </a:cubicBezTo>
                  <a:cubicBezTo>
                    <a:pt x="4784" y="2546"/>
                    <a:pt x="7070" y="-477"/>
                    <a:pt x="2498" y="63"/>
                  </a:cubicBezTo>
                  <a:cubicBezTo>
                    <a:pt x="783" y="279"/>
                    <a:pt x="-1376" y="4495"/>
                    <a:pt x="1164" y="6007"/>
                  </a:cubicBezTo>
                  <a:lnTo>
                    <a:pt x="1101" y="6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9F043381-53C0-A00A-7C62-DAE96947F4C1}"/>
                </a:ext>
              </a:extLst>
            </p:cNvPr>
            <p:cNvSpPr/>
            <p:nvPr/>
          </p:nvSpPr>
          <p:spPr>
            <a:xfrm>
              <a:off x="6596229" y="2909447"/>
              <a:ext cx="10919" cy="6110"/>
            </a:xfrm>
            <a:custGeom>
              <a:avLst/>
              <a:gdLst>
                <a:gd name="csX0" fmla="*/ 340 w 10919"/>
                <a:gd name="csY0" fmla="*/ 3399 h 6110"/>
                <a:gd name="csX1" fmla="*/ 8024 w 10919"/>
                <a:gd name="csY1" fmla="*/ 5774 h 6110"/>
                <a:gd name="csX2" fmla="*/ 7072 w 10919"/>
                <a:gd name="csY2" fmla="*/ 46 h 6110"/>
                <a:gd name="csX3" fmla="*/ 340 w 10919"/>
                <a:gd name="csY3" fmla="*/ 3399 h 6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9" h="6110">
                  <a:moveTo>
                    <a:pt x="340" y="3399"/>
                  </a:moveTo>
                  <a:cubicBezTo>
                    <a:pt x="-2009" y="7292"/>
                    <a:pt x="8596" y="5882"/>
                    <a:pt x="8024" y="5774"/>
                  </a:cubicBezTo>
                  <a:cubicBezTo>
                    <a:pt x="12469" y="5774"/>
                    <a:pt x="11516" y="-601"/>
                    <a:pt x="7072" y="46"/>
                  </a:cubicBezTo>
                  <a:cubicBezTo>
                    <a:pt x="7072" y="46"/>
                    <a:pt x="2309" y="46"/>
                    <a:pt x="340" y="3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8FE8AC92-C67F-5984-8125-D5CDDB963CDD}"/>
                </a:ext>
              </a:extLst>
            </p:cNvPr>
            <p:cNvSpPr/>
            <p:nvPr/>
          </p:nvSpPr>
          <p:spPr>
            <a:xfrm>
              <a:off x="6602259" y="2981754"/>
              <a:ext cx="10356" cy="17335"/>
            </a:xfrm>
            <a:custGeom>
              <a:avLst/>
              <a:gdLst>
                <a:gd name="csX0" fmla="*/ 2375 w 10356"/>
                <a:gd name="csY0" fmla="*/ 15871 h 17335"/>
                <a:gd name="csX1" fmla="*/ 7011 w 10356"/>
                <a:gd name="csY1" fmla="*/ 193 h 17335"/>
                <a:gd name="csX2" fmla="*/ 534 w 10356"/>
                <a:gd name="csY2" fmla="*/ 2676 h 17335"/>
                <a:gd name="csX3" fmla="*/ 1995 w 10356"/>
                <a:gd name="csY3" fmla="*/ 10461 h 17335"/>
                <a:gd name="csX4" fmla="*/ 1995 w 10356"/>
                <a:gd name="csY4" fmla="*/ 15331 h 17335"/>
                <a:gd name="csX5" fmla="*/ 2439 w 10356"/>
                <a:gd name="csY5" fmla="*/ 15871 h 17335"/>
                <a:gd name="csX6" fmla="*/ 2375 w 10356"/>
                <a:gd name="csY6" fmla="*/ 15871 h 1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56" h="17335">
                  <a:moveTo>
                    <a:pt x="2375" y="15871"/>
                  </a:moveTo>
                  <a:cubicBezTo>
                    <a:pt x="7963" y="23224"/>
                    <a:pt x="14441" y="517"/>
                    <a:pt x="7011" y="193"/>
                  </a:cubicBezTo>
                  <a:cubicBezTo>
                    <a:pt x="5614" y="409"/>
                    <a:pt x="-2069" y="-1325"/>
                    <a:pt x="534" y="2676"/>
                  </a:cubicBezTo>
                  <a:cubicBezTo>
                    <a:pt x="851" y="3546"/>
                    <a:pt x="4852" y="7546"/>
                    <a:pt x="1995" y="10461"/>
                  </a:cubicBezTo>
                  <a:cubicBezTo>
                    <a:pt x="851" y="11655"/>
                    <a:pt x="851" y="13922"/>
                    <a:pt x="1995" y="15331"/>
                  </a:cubicBezTo>
                  <a:lnTo>
                    <a:pt x="2439" y="15871"/>
                  </a:lnTo>
                  <a:lnTo>
                    <a:pt x="2375" y="15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2D981DE-E679-4727-8F38-A08C6A79AA02}"/>
                </a:ext>
              </a:extLst>
            </p:cNvPr>
            <p:cNvSpPr/>
            <p:nvPr/>
          </p:nvSpPr>
          <p:spPr>
            <a:xfrm>
              <a:off x="6515907" y="3106824"/>
              <a:ext cx="102648" cy="29349"/>
            </a:xfrm>
            <a:custGeom>
              <a:avLst/>
              <a:gdLst>
                <a:gd name="csX0" fmla="*/ 90315 w 102648"/>
                <a:gd name="csY0" fmla="*/ 17210 h 29349"/>
                <a:gd name="csX1" fmla="*/ 86759 w 102648"/>
                <a:gd name="csY1" fmla="*/ 19267 h 29349"/>
                <a:gd name="csX2" fmla="*/ 82505 w 102648"/>
                <a:gd name="csY2" fmla="*/ 14619 h 29349"/>
                <a:gd name="csX3" fmla="*/ 80599 w 102648"/>
                <a:gd name="csY3" fmla="*/ 12238 h 29349"/>
                <a:gd name="csX4" fmla="*/ 73234 w 102648"/>
                <a:gd name="csY4" fmla="*/ 13749 h 29349"/>
                <a:gd name="csX5" fmla="*/ 65106 w 102648"/>
                <a:gd name="csY5" fmla="*/ 10942 h 29349"/>
                <a:gd name="csX6" fmla="*/ 54692 w 102648"/>
                <a:gd name="csY6" fmla="*/ 9749 h 29349"/>
                <a:gd name="csX7" fmla="*/ 26053 w 102648"/>
                <a:gd name="csY7" fmla="*/ 7806 h 29349"/>
                <a:gd name="csX8" fmla="*/ 24085 w 102648"/>
                <a:gd name="csY8" fmla="*/ 3481 h 29349"/>
                <a:gd name="csX9" fmla="*/ 19068 w 102648"/>
                <a:gd name="csY9" fmla="*/ 3151 h 29349"/>
                <a:gd name="csX10" fmla="*/ 8718 w 102648"/>
                <a:gd name="csY10" fmla="*/ 1316 h 29349"/>
                <a:gd name="csX11" fmla="*/ 2749 w 102648"/>
                <a:gd name="csY11" fmla="*/ 2827 h 29349"/>
                <a:gd name="csX12" fmla="*/ 18 w 102648"/>
                <a:gd name="csY12" fmla="*/ 5532 h 29349"/>
                <a:gd name="csX13" fmla="*/ 4399 w 102648"/>
                <a:gd name="csY13" fmla="*/ 15914 h 29349"/>
                <a:gd name="csX14" fmla="*/ 41039 w 102648"/>
                <a:gd name="csY14" fmla="*/ 21649 h 29349"/>
                <a:gd name="csX15" fmla="*/ 44532 w 102648"/>
                <a:gd name="csY15" fmla="*/ 26405 h 29349"/>
                <a:gd name="csX16" fmla="*/ 48087 w 102648"/>
                <a:gd name="csY16" fmla="*/ 29326 h 29349"/>
                <a:gd name="csX17" fmla="*/ 76155 w 102648"/>
                <a:gd name="csY17" fmla="*/ 25757 h 29349"/>
                <a:gd name="csX18" fmla="*/ 102189 w 102648"/>
                <a:gd name="csY18" fmla="*/ 21972 h 29349"/>
                <a:gd name="csX19" fmla="*/ 102634 w 102648"/>
                <a:gd name="csY19" fmla="*/ 16778 h 29349"/>
                <a:gd name="csX20" fmla="*/ 100031 w 102648"/>
                <a:gd name="csY20" fmla="*/ 15375 h 29349"/>
                <a:gd name="csX21" fmla="*/ 90315 w 102648"/>
                <a:gd name="csY21" fmla="*/ 17102 h 29349"/>
                <a:gd name="csX22" fmla="*/ 90315 w 102648"/>
                <a:gd name="csY22" fmla="*/ 17210 h 29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2648" h="29349">
                  <a:moveTo>
                    <a:pt x="90315" y="17210"/>
                  </a:moveTo>
                  <a:lnTo>
                    <a:pt x="86759" y="19267"/>
                  </a:lnTo>
                  <a:cubicBezTo>
                    <a:pt x="78758" y="23700"/>
                    <a:pt x="82949" y="12562"/>
                    <a:pt x="82505" y="14619"/>
                  </a:cubicBezTo>
                  <a:cubicBezTo>
                    <a:pt x="83267" y="12993"/>
                    <a:pt x="82441" y="11914"/>
                    <a:pt x="80599" y="12238"/>
                  </a:cubicBezTo>
                  <a:lnTo>
                    <a:pt x="73234" y="13749"/>
                  </a:lnTo>
                  <a:cubicBezTo>
                    <a:pt x="68217" y="14835"/>
                    <a:pt x="70186" y="10619"/>
                    <a:pt x="65106" y="10942"/>
                  </a:cubicBezTo>
                  <a:cubicBezTo>
                    <a:pt x="62693" y="10942"/>
                    <a:pt x="56343" y="12454"/>
                    <a:pt x="54692" y="9749"/>
                  </a:cubicBezTo>
                  <a:cubicBezTo>
                    <a:pt x="51707" y="4669"/>
                    <a:pt x="29164" y="14835"/>
                    <a:pt x="26053" y="7806"/>
                  </a:cubicBezTo>
                  <a:lnTo>
                    <a:pt x="24085" y="3481"/>
                  </a:lnTo>
                  <a:cubicBezTo>
                    <a:pt x="22561" y="-87"/>
                    <a:pt x="18560" y="3481"/>
                    <a:pt x="19068" y="3151"/>
                  </a:cubicBezTo>
                  <a:cubicBezTo>
                    <a:pt x="15639" y="5748"/>
                    <a:pt x="10559" y="4992"/>
                    <a:pt x="8718" y="1316"/>
                  </a:cubicBezTo>
                  <a:cubicBezTo>
                    <a:pt x="6622" y="-2685"/>
                    <a:pt x="7321" y="3805"/>
                    <a:pt x="2749" y="2827"/>
                  </a:cubicBezTo>
                  <a:cubicBezTo>
                    <a:pt x="1162" y="2503"/>
                    <a:pt x="-172" y="3697"/>
                    <a:pt x="18" y="5532"/>
                  </a:cubicBezTo>
                  <a:cubicBezTo>
                    <a:pt x="780" y="8777"/>
                    <a:pt x="-617" y="15375"/>
                    <a:pt x="4399" y="15914"/>
                  </a:cubicBezTo>
                  <a:cubicBezTo>
                    <a:pt x="32721" y="18836"/>
                    <a:pt x="41737" y="21757"/>
                    <a:pt x="41039" y="21649"/>
                  </a:cubicBezTo>
                  <a:cubicBezTo>
                    <a:pt x="44659" y="22404"/>
                    <a:pt x="44722" y="26944"/>
                    <a:pt x="44532" y="26405"/>
                  </a:cubicBezTo>
                  <a:cubicBezTo>
                    <a:pt x="44532" y="28240"/>
                    <a:pt x="46246" y="29542"/>
                    <a:pt x="48087" y="29326"/>
                  </a:cubicBezTo>
                  <a:lnTo>
                    <a:pt x="76155" y="25757"/>
                  </a:lnTo>
                  <a:cubicBezTo>
                    <a:pt x="91839" y="23700"/>
                    <a:pt x="101809" y="28132"/>
                    <a:pt x="102189" y="21972"/>
                  </a:cubicBezTo>
                  <a:lnTo>
                    <a:pt x="102634" y="16778"/>
                  </a:lnTo>
                  <a:cubicBezTo>
                    <a:pt x="102888" y="13425"/>
                    <a:pt x="99523" y="15483"/>
                    <a:pt x="100031" y="15375"/>
                  </a:cubicBezTo>
                  <a:cubicBezTo>
                    <a:pt x="98570" y="16454"/>
                    <a:pt x="94760" y="14511"/>
                    <a:pt x="90315" y="17102"/>
                  </a:cubicBezTo>
                  <a:lnTo>
                    <a:pt x="90315" y="172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12F2320-10E8-4273-3EE2-ED33631E7120}"/>
                </a:ext>
              </a:extLst>
            </p:cNvPr>
            <p:cNvSpPr/>
            <p:nvPr/>
          </p:nvSpPr>
          <p:spPr>
            <a:xfrm>
              <a:off x="6629583" y="3014538"/>
              <a:ext cx="15874" cy="7125"/>
            </a:xfrm>
            <a:custGeom>
              <a:avLst/>
              <a:gdLst>
                <a:gd name="csX0" fmla="*/ 14422 w 15874"/>
                <a:gd name="csY0" fmla="*/ 1687 h 7125"/>
                <a:gd name="csX1" fmla="*/ 1404 w 15874"/>
                <a:gd name="csY1" fmla="*/ 1687 h 7125"/>
                <a:gd name="csX2" fmla="*/ 769 w 15874"/>
                <a:gd name="csY2" fmla="*/ 2334 h 7125"/>
                <a:gd name="csX3" fmla="*/ 11311 w 15874"/>
                <a:gd name="csY3" fmla="*/ 6335 h 7125"/>
                <a:gd name="csX4" fmla="*/ 14422 w 15874"/>
                <a:gd name="csY4" fmla="*/ 1794 h 7125"/>
                <a:gd name="csX5" fmla="*/ 14422 w 15874"/>
                <a:gd name="csY5" fmla="*/ 1687 h 7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74" h="7125">
                  <a:moveTo>
                    <a:pt x="14422" y="1687"/>
                  </a:moveTo>
                  <a:cubicBezTo>
                    <a:pt x="10548" y="1255"/>
                    <a:pt x="5023" y="-1882"/>
                    <a:pt x="1404" y="1687"/>
                  </a:cubicBezTo>
                  <a:lnTo>
                    <a:pt x="769" y="2334"/>
                  </a:lnTo>
                  <a:cubicBezTo>
                    <a:pt x="-2914" y="5903"/>
                    <a:pt x="7627" y="8500"/>
                    <a:pt x="11311" y="6335"/>
                  </a:cubicBezTo>
                  <a:cubicBezTo>
                    <a:pt x="11311" y="6335"/>
                    <a:pt x="18994" y="2766"/>
                    <a:pt x="14422" y="1794"/>
                  </a:cubicBezTo>
                  <a:lnTo>
                    <a:pt x="14422" y="16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0276F52-8E0C-07D0-2C9B-9095C15FE63F}"/>
                </a:ext>
              </a:extLst>
            </p:cNvPr>
            <p:cNvSpPr/>
            <p:nvPr/>
          </p:nvSpPr>
          <p:spPr>
            <a:xfrm>
              <a:off x="6605694" y="3019593"/>
              <a:ext cx="15939" cy="8496"/>
            </a:xfrm>
            <a:custGeom>
              <a:avLst/>
              <a:gdLst>
                <a:gd name="csX0" fmla="*/ 14054 w 15939"/>
                <a:gd name="csY0" fmla="*/ 308 h 8496"/>
                <a:gd name="csX1" fmla="*/ 6371 w 15939"/>
                <a:gd name="csY1" fmla="*/ 1279 h 8496"/>
                <a:gd name="csX2" fmla="*/ 719 w 15939"/>
                <a:gd name="csY2" fmla="*/ 4092 h 8496"/>
                <a:gd name="csX3" fmla="*/ 1163 w 15939"/>
                <a:gd name="csY3" fmla="*/ 7985 h 8496"/>
                <a:gd name="csX4" fmla="*/ 8784 w 15939"/>
                <a:gd name="csY4" fmla="*/ 7553 h 8496"/>
                <a:gd name="csX5" fmla="*/ 14181 w 15939"/>
                <a:gd name="csY5" fmla="*/ 200 h 8496"/>
                <a:gd name="csX6" fmla="*/ 14054 w 15939"/>
                <a:gd name="csY6" fmla="*/ 308 h 8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939" h="8496">
                  <a:moveTo>
                    <a:pt x="14054" y="308"/>
                  </a:moveTo>
                  <a:cubicBezTo>
                    <a:pt x="8339" y="1495"/>
                    <a:pt x="5736" y="1387"/>
                    <a:pt x="6371" y="1279"/>
                  </a:cubicBezTo>
                  <a:cubicBezTo>
                    <a:pt x="2814" y="1064"/>
                    <a:pt x="84" y="4632"/>
                    <a:pt x="719" y="4092"/>
                  </a:cubicBezTo>
                  <a:cubicBezTo>
                    <a:pt x="-361" y="5604"/>
                    <a:pt x="-234" y="7337"/>
                    <a:pt x="1163" y="7985"/>
                  </a:cubicBezTo>
                  <a:cubicBezTo>
                    <a:pt x="4085" y="9388"/>
                    <a:pt x="9291" y="7445"/>
                    <a:pt x="8784" y="7553"/>
                  </a:cubicBezTo>
                  <a:cubicBezTo>
                    <a:pt x="12975" y="6258"/>
                    <a:pt x="18943" y="-1318"/>
                    <a:pt x="14181" y="200"/>
                  </a:cubicBezTo>
                  <a:lnTo>
                    <a:pt x="14054" y="3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DE745784-829E-B2E5-BD0A-8784A40E117B}"/>
                </a:ext>
              </a:extLst>
            </p:cNvPr>
            <p:cNvSpPr/>
            <p:nvPr/>
          </p:nvSpPr>
          <p:spPr>
            <a:xfrm>
              <a:off x="6623337" y="3024311"/>
              <a:ext cx="6670" cy="7528"/>
            </a:xfrm>
            <a:custGeom>
              <a:avLst/>
              <a:gdLst>
                <a:gd name="csX0" fmla="*/ 2379 w 6670"/>
                <a:gd name="csY0" fmla="*/ 7268 h 7528"/>
                <a:gd name="csX1" fmla="*/ 6570 w 6670"/>
                <a:gd name="csY1" fmla="*/ 3699 h 7528"/>
                <a:gd name="csX2" fmla="*/ 4220 w 6670"/>
                <a:gd name="csY2" fmla="*/ 22 h 7528"/>
                <a:gd name="csX3" fmla="*/ 2379 w 6670"/>
                <a:gd name="csY3" fmla="*/ 7160 h 7528"/>
                <a:gd name="csX4" fmla="*/ 2379 w 6670"/>
                <a:gd name="csY4" fmla="*/ 7268 h 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70" h="7528">
                  <a:moveTo>
                    <a:pt x="2379" y="7268"/>
                  </a:moveTo>
                  <a:cubicBezTo>
                    <a:pt x="6062" y="8785"/>
                    <a:pt x="6888" y="3159"/>
                    <a:pt x="6570" y="3699"/>
                  </a:cubicBezTo>
                  <a:cubicBezTo>
                    <a:pt x="7015" y="1864"/>
                    <a:pt x="5935" y="238"/>
                    <a:pt x="4220" y="22"/>
                  </a:cubicBezTo>
                  <a:cubicBezTo>
                    <a:pt x="94" y="-410"/>
                    <a:pt x="-1875" y="5540"/>
                    <a:pt x="2379" y="7160"/>
                  </a:cubicBezTo>
                  <a:lnTo>
                    <a:pt x="2379" y="72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99A606D-62CB-79CA-BF52-0AE9919D46AA}"/>
                </a:ext>
              </a:extLst>
            </p:cNvPr>
            <p:cNvSpPr/>
            <p:nvPr/>
          </p:nvSpPr>
          <p:spPr>
            <a:xfrm>
              <a:off x="6601859" y="2948627"/>
              <a:ext cx="26841" cy="14347"/>
            </a:xfrm>
            <a:custGeom>
              <a:avLst/>
              <a:gdLst>
                <a:gd name="csX0" fmla="*/ 10078 w 26841"/>
                <a:gd name="csY0" fmla="*/ 877 h 14347"/>
                <a:gd name="csX1" fmla="*/ 1251 w 26841"/>
                <a:gd name="csY1" fmla="*/ 7691 h 14347"/>
                <a:gd name="csX2" fmla="*/ 2395 w 26841"/>
                <a:gd name="csY2" fmla="*/ 8446 h 14347"/>
                <a:gd name="csX3" fmla="*/ 10205 w 26841"/>
                <a:gd name="csY3" fmla="*/ 7583 h 14347"/>
                <a:gd name="csX4" fmla="*/ 14840 w 26841"/>
                <a:gd name="csY4" fmla="*/ 10605 h 14347"/>
                <a:gd name="csX5" fmla="*/ 13888 w 26841"/>
                <a:gd name="csY5" fmla="*/ 13742 h 14347"/>
                <a:gd name="csX6" fmla="*/ 26334 w 26841"/>
                <a:gd name="csY6" fmla="*/ 11691 h 14347"/>
                <a:gd name="csX7" fmla="*/ 10205 w 26841"/>
                <a:gd name="csY7" fmla="*/ 877 h 14347"/>
                <a:gd name="csX8" fmla="*/ 10078 w 26841"/>
                <a:gd name="csY8" fmla="*/ 877 h 14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41" h="14347">
                  <a:moveTo>
                    <a:pt x="10078" y="877"/>
                  </a:moveTo>
                  <a:cubicBezTo>
                    <a:pt x="6332" y="2928"/>
                    <a:pt x="-3448" y="4878"/>
                    <a:pt x="1251" y="7691"/>
                  </a:cubicBezTo>
                  <a:lnTo>
                    <a:pt x="2395" y="8446"/>
                  </a:lnTo>
                  <a:cubicBezTo>
                    <a:pt x="6014" y="10605"/>
                    <a:pt x="10840" y="7367"/>
                    <a:pt x="10205" y="7583"/>
                  </a:cubicBezTo>
                  <a:cubicBezTo>
                    <a:pt x="14206" y="5525"/>
                    <a:pt x="18523" y="8123"/>
                    <a:pt x="14840" y="10605"/>
                  </a:cubicBezTo>
                  <a:cubicBezTo>
                    <a:pt x="14333" y="11151"/>
                    <a:pt x="9697" y="13526"/>
                    <a:pt x="13888" y="13742"/>
                  </a:cubicBezTo>
                  <a:cubicBezTo>
                    <a:pt x="19730" y="13526"/>
                    <a:pt x="29128" y="16232"/>
                    <a:pt x="26334" y="11691"/>
                  </a:cubicBezTo>
                  <a:cubicBezTo>
                    <a:pt x="24365" y="10174"/>
                    <a:pt x="20492" y="-3555"/>
                    <a:pt x="10205" y="877"/>
                  </a:cubicBezTo>
                  <a:lnTo>
                    <a:pt x="10078" y="8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2104FA97-E14A-C11E-ECD5-38DBDDDE5760}"/>
                </a:ext>
              </a:extLst>
            </p:cNvPr>
            <p:cNvSpPr/>
            <p:nvPr/>
          </p:nvSpPr>
          <p:spPr>
            <a:xfrm>
              <a:off x="6572389" y="2918399"/>
              <a:ext cx="14483" cy="10188"/>
            </a:xfrm>
            <a:custGeom>
              <a:avLst/>
              <a:gdLst>
                <a:gd name="csX0" fmla="*/ 5892 w 14483"/>
                <a:gd name="csY0" fmla="*/ 1261 h 10188"/>
                <a:gd name="csX1" fmla="*/ 813 w 14483"/>
                <a:gd name="csY1" fmla="*/ 2232 h 10188"/>
                <a:gd name="csX2" fmla="*/ 5448 w 14483"/>
                <a:gd name="csY2" fmla="*/ 9154 h 10188"/>
                <a:gd name="csX3" fmla="*/ 12814 w 14483"/>
                <a:gd name="csY3" fmla="*/ 6988 h 10188"/>
                <a:gd name="csX4" fmla="*/ 5892 w 14483"/>
                <a:gd name="csY4" fmla="*/ 1261 h 10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83" h="10188">
                  <a:moveTo>
                    <a:pt x="5892" y="1261"/>
                  </a:moveTo>
                  <a:cubicBezTo>
                    <a:pt x="3099" y="-689"/>
                    <a:pt x="304" y="2556"/>
                    <a:pt x="813" y="2232"/>
                  </a:cubicBezTo>
                  <a:cubicBezTo>
                    <a:pt x="-2235" y="5801"/>
                    <a:pt x="4179" y="12830"/>
                    <a:pt x="5448" y="9154"/>
                  </a:cubicBezTo>
                  <a:cubicBezTo>
                    <a:pt x="6909" y="5153"/>
                    <a:pt x="10909" y="11529"/>
                    <a:pt x="12814" y="6988"/>
                  </a:cubicBezTo>
                  <a:cubicBezTo>
                    <a:pt x="17386" y="-7179"/>
                    <a:pt x="11735" y="5261"/>
                    <a:pt x="5892" y="12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DBD0418A-F127-0B1C-85F7-78EA538556A1}"/>
                </a:ext>
              </a:extLst>
            </p:cNvPr>
            <p:cNvSpPr/>
            <p:nvPr/>
          </p:nvSpPr>
          <p:spPr>
            <a:xfrm>
              <a:off x="6672565" y="3074562"/>
              <a:ext cx="18746" cy="21221"/>
            </a:xfrm>
            <a:custGeom>
              <a:avLst/>
              <a:gdLst>
                <a:gd name="csX0" fmla="*/ 15 w 18746"/>
                <a:gd name="csY0" fmla="*/ 15195 h 21221"/>
                <a:gd name="csX1" fmla="*/ 3253 w 18746"/>
                <a:gd name="csY1" fmla="*/ 20599 h 21221"/>
                <a:gd name="csX2" fmla="*/ 13984 w 18746"/>
                <a:gd name="csY2" fmla="*/ 10979 h 21221"/>
                <a:gd name="csX3" fmla="*/ 16778 w 18746"/>
                <a:gd name="csY3" fmla="*/ 165 h 21221"/>
                <a:gd name="csX4" fmla="*/ 4650 w 18746"/>
                <a:gd name="csY4" fmla="*/ 5569 h 21221"/>
                <a:gd name="csX5" fmla="*/ 15 w 18746"/>
                <a:gd name="csY5" fmla="*/ 15303 h 21221"/>
                <a:gd name="csX6" fmla="*/ 15 w 18746"/>
                <a:gd name="csY6" fmla="*/ 15195 h 2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746" h="21221">
                  <a:moveTo>
                    <a:pt x="15" y="15195"/>
                  </a:moveTo>
                  <a:cubicBezTo>
                    <a:pt x="332" y="16383"/>
                    <a:pt x="-557" y="23304"/>
                    <a:pt x="3253" y="20599"/>
                  </a:cubicBezTo>
                  <a:cubicBezTo>
                    <a:pt x="8206" y="16922"/>
                    <a:pt x="11889" y="14871"/>
                    <a:pt x="13984" y="10979"/>
                  </a:cubicBezTo>
                  <a:cubicBezTo>
                    <a:pt x="15699" y="6654"/>
                    <a:pt x="21858" y="-1238"/>
                    <a:pt x="16778" y="165"/>
                  </a:cubicBezTo>
                  <a:cubicBezTo>
                    <a:pt x="11571" y="1568"/>
                    <a:pt x="7253" y="2216"/>
                    <a:pt x="4650" y="5569"/>
                  </a:cubicBezTo>
                  <a:cubicBezTo>
                    <a:pt x="4650" y="5569"/>
                    <a:pt x="-303" y="10547"/>
                    <a:pt x="15" y="15303"/>
                  </a:cubicBezTo>
                  <a:lnTo>
                    <a:pt x="15" y="151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1B2400BB-ED04-88EF-4427-CCC8E3FDC02E}"/>
                </a:ext>
              </a:extLst>
            </p:cNvPr>
            <p:cNvSpPr/>
            <p:nvPr/>
          </p:nvSpPr>
          <p:spPr>
            <a:xfrm>
              <a:off x="6641390" y="3055177"/>
              <a:ext cx="15367" cy="8909"/>
            </a:xfrm>
            <a:custGeom>
              <a:avLst/>
              <a:gdLst>
                <a:gd name="csX0" fmla="*/ 14299 w 15367"/>
                <a:gd name="csY0" fmla="*/ 2030 h 8909"/>
                <a:gd name="csX1" fmla="*/ 4202 w 15367"/>
                <a:gd name="csY1" fmla="*/ 2030 h 8909"/>
                <a:gd name="csX2" fmla="*/ 646 w 15367"/>
                <a:gd name="csY2" fmla="*/ 8303 h 8909"/>
                <a:gd name="csX3" fmla="*/ 7567 w 15367"/>
                <a:gd name="csY3" fmla="*/ 6354 h 8909"/>
                <a:gd name="csX4" fmla="*/ 14299 w 15367"/>
                <a:gd name="csY4" fmla="*/ 2138 h 8909"/>
                <a:gd name="csX5" fmla="*/ 14299 w 15367"/>
                <a:gd name="csY5" fmla="*/ 2030 h 8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67" h="8909">
                  <a:moveTo>
                    <a:pt x="14299" y="2030"/>
                  </a:moveTo>
                  <a:cubicBezTo>
                    <a:pt x="18871" y="-568"/>
                    <a:pt x="7504" y="-783"/>
                    <a:pt x="4202" y="2030"/>
                  </a:cubicBezTo>
                  <a:cubicBezTo>
                    <a:pt x="3567" y="2785"/>
                    <a:pt x="-1831" y="5922"/>
                    <a:pt x="646" y="8303"/>
                  </a:cubicBezTo>
                  <a:cubicBezTo>
                    <a:pt x="3059" y="10463"/>
                    <a:pt x="8139" y="6138"/>
                    <a:pt x="7567" y="6354"/>
                  </a:cubicBezTo>
                  <a:cubicBezTo>
                    <a:pt x="10806" y="4087"/>
                    <a:pt x="14934" y="1814"/>
                    <a:pt x="14299" y="2138"/>
                  </a:cubicBezTo>
                  <a:lnTo>
                    <a:pt x="14299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01D91991-C0E4-5061-A7C2-24382AB96736}"/>
                </a:ext>
              </a:extLst>
            </p:cNvPr>
            <p:cNvSpPr/>
            <p:nvPr/>
          </p:nvSpPr>
          <p:spPr>
            <a:xfrm>
              <a:off x="6641340" y="3047421"/>
              <a:ext cx="5212" cy="5298"/>
            </a:xfrm>
            <a:custGeom>
              <a:avLst/>
              <a:gdLst>
                <a:gd name="csX0" fmla="*/ 950 w 5212"/>
                <a:gd name="csY0" fmla="*/ 5029 h 5298"/>
                <a:gd name="csX1" fmla="*/ 3616 w 5212"/>
                <a:gd name="csY1" fmla="*/ 51 h 5298"/>
                <a:gd name="csX2" fmla="*/ 950 w 5212"/>
                <a:gd name="csY2" fmla="*/ 5029 h 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2" h="5298">
                  <a:moveTo>
                    <a:pt x="950" y="5029"/>
                  </a:moveTo>
                  <a:cubicBezTo>
                    <a:pt x="3553" y="6541"/>
                    <a:pt x="7427" y="1245"/>
                    <a:pt x="3616" y="51"/>
                  </a:cubicBezTo>
                  <a:cubicBezTo>
                    <a:pt x="2092" y="-489"/>
                    <a:pt x="-1781" y="3404"/>
                    <a:pt x="950" y="50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B907C604-795A-ECFB-9FDC-25D0D2407F7D}"/>
                </a:ext>
              </a:extLst>
            </p:cNvPr>
            <p:cNvSpPr/>
            <p:nvPr/>
          </p:nvSpPr>
          <p:spPr>
            <a:xfrm>
              <a:off x="6635493" y="3039321"/>
              <a:ext cx="4759" cy="5626"/>
            </a:xfrm>
            <a:custGeom>
              <a:avLst/>
              <a:gdLst>
                <a:gd name="csX0" fmla="*/ 511 w 4759"/>
                <a:gd name="csY0" fmla="*/ 805 h 5626"/>
                <a:gd name="csX1" fmla="*/ 4512 w 4759"/>
                <a:gd name="csY1" fmla="*/ 4373 h 5626"/>
                <a:gd name="csX2" fmla="*/ 511 w 4759"/>
                <a:gd name="csY2" fmla="*/ 805 h 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59" h="5626">
                  <a:moveTo>
                    <a:pt x="511" y="805"/>
                  </a:moveTo>
                  <a:cubicBezTo>
                    <a:pt x="-1203" y="3612"/>
                    <a:pt x="1717" y="7720"/>
                    <a:pt x="4512" y="4373"/>
                  </a:cubicBezTo>
                  <a:cubicBezTo>
                    <a:pt x="5718" y="2964"/>
                    <a:pt x="2226" y="-1900"/>
                    <a:pt x="511" y="8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D73F330C-2DEE-A55F-32B6-1ACA0D66AAC5}"/>
                </a:ext>
              </a:extLst>
            </p:cNvPr>
            <p:cNvSpPr/>
            <p:nvPr/>
          </p:nvSpPr>
          <p:spPr>
            <a:xfrm>
              <a:off x="6559030" y="3007280"/>
              <a:ext cx="9034" cy="11185"/>
            </a:xfrm>
            <a:custGeom>
              <a:avLst/>
              <a:gdLst>
                <a:gd name="csX0" fmla="*/ 329 w 9034"/>
                <a:gd name="csY0" fmla="*/ 1267 h 11185"/>
                <a:gd name="csX1" fmla="*/ 5853 w 9034"/>
                <a:gd name="csY1" fmla="*/ 10456 h 11185"/>
                <a:gd name="csX2" fmla="*/ 8965 w 9034"/>
                <a:gd name="csY2" fmla="*/ 7649 h 11185"/>
                <a:gd name="csX3" fmla="*/ 7124 w 9034"/>
                <a:gd name="csY3" fmla="*/ 3972 h 11185"/>
                <a:gd name="csX4" fmla="*/ 329 w 9034"/>
                <a:gd name="csY4" fmla="*/ 1267 h 11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34" h="11185">
                  <a:moveTo>
                    <a:pt x="329" y="1267"/>
                  </a:moveTo>
                  <a:cubicBezTo>
                    <a:pt x="-1703" y="5484"/>
                    <a:pt x="6362" y="11110"/>
                    <a:pt x="5853" y="10456"/>
                  </a:cubicBezTo>
                  <a:cubicBezTo>
                    <a:pt x="8901" y="13269"/>
                    <a:pt x="9219" y="6995"/>
                    <a:pt x="8965" y="7649"/>
                  </a:cubicBezTo>
                  <a:cubicBezTo>
                    <a:pt x="9219" y="5808"/>
                    <a:pt x="8330" y="4188"/>
                    <a:pt x="7124" y="3972"/>
                  </a:cubicBezTo>
                  <a:cubicBezTo>
                    <a:pt x="3695" y="3318"/>
                    <a:pt x="2171" y="-2517"/>
                    <a:pt x="329" y="12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26C9FA0-C673-B7EA-A58E-A3F68A3EA22F}"/>
                </a:ext>
              </a:extLst>
            </p:cNvPr>
            <p:cNvSpPr/>
            <p:nvPr/>
          </p:nvSpPr>
          <p:spPr>
            <a:xfrm>
              <a:off x="6572107" y="3020818"/>
              <a:ext cx="7057" cy="6946"/>
            </a:xfrm>
            <a:custGeom>
              <a:avLst/>
              <a:gdLst>
                <a:gd name="csX0" fmla="*/ 6874 w 7057"/>
                <a:gd name="csY0" fmla="*/ 3191 h 6946"/>
                <a:gd name="csX1" fmla="*/ 460 w 7057"/>
                <a:gd name="csY1" fmla="*/ 2975 h 6946"/>
                <a:gd name="csX2" fmla="*/ 5984 w 7057"/>
                <a:gd name="csY2" fmla="*/ 5465 h 6946"/>
                <a:gd name="csX3" fmla="*/ 6874 w 7057"/>
                <a:gd name="csY3" fmla="*/ 3299 h 6946"/>
                <a:gd name="csX4" fmla="*/ 6874 w 7057"/>
                <a:gd name="csY4" fmla="*/ 3191 h 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7" h="6946">
                  <a:moveTo>
                    <a:pt x="6874" y="3191"/>
                  </a:moveTo>
                  <a:cubicBezTo>
                    <a:pt x="8587" y="-1349"/>
                    <a:pt x="-2334" y="-701"/>
                    <a:pt x="460" y="2975"/>
                  </a:cubicBezTo>
                  <a:cubicBezTo>
                    <a:pt x="1222" y="3623"/>
                    <a:pt x="4333" y="9681"/>
                    <a:pt x="5984" y="5465"/>
                  </a:cubicBezTo>
                  <a:lnTo>
                    <a:pt x="6874" y="3299"/>
                  </a:lnTo>
                  <a:lnTo>
                    <a:pt x="6874" y="3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D8459EF0-D543-6F9B-8409-BAE5B0B43ABB}"/>
                </a:ext>
              </a:extLst>
            </p:cNvPr>
            <p:cNvSpPr/>
            <p:nvPr/>
          </p:nvSpPr>
          <p:spPr>
            <a:xfrm>
              <a:off x="6584567" y="3042117"/>
              <a:ext cx="7816" cy="9526"/>
            </a:xfrm>
            <a:custGeom>
              <a:avLst/>
              <a:gdLst>
                <a:gd name="csX0" fmla="*/ 1399 w 7816"/>
                <a:gd name="csY0" fmla="*/ 1793 h 9526"/>
                <a:gd name="csX1" fmla="*/ 1081 w 7816"/>
                <a:gd name="csY1" fmla="*/ 2117 h 9526"/>
                <a:gd name="csX2" fmla="*/ 7686 w 7816"/>
                <a:gd name="csY2" fmla="*/ 3520 h 9526"/>
                <a:gd name="csX3" fmla="*/ 1399 w 7816"/>
                <a:gd name="csY3" fmla="*/ 1793 h 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16" h="9526">
                  <a:moveTo>
                    <a:pt x="1399" y="1793"/>
                  </a:moveTo>
                  <a:lnTo>
                    <a:pt x="1081" y="2117"/>
                  </a:lnTo>
                  <a:cubicBezTo>
                    <a:pt x="-2792" y="6009"/>
                    <a:pt x="4764" y="15846"/>
                    <a:pt x="7686" y="3520"/>
                  </a:cubicBezTo>
                  <a:cubicBezTo>
                    <a:pt x="8575" y="60"/>
                    <a:pt x="4764" y="-1452"/>
                    <a:pt x="1399" y="17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C982804B-EB9F-69A8-643A-D5A7350E862E}"/>
                </a:ext>
              </a:extLst>
            </p:cNvPr>
            <p:cNvSpPr/>
            <p:nvPr/>
          </p:nvSpPr>
          <p:spPr>
            <a:xfrm>
              <a:off x="6542055" y="3019078"/>
              <a:ext cx="5695" cy="7530"/>
            </a:xfrm>
            <a:custGeom>
              <a:avLst/>
              <a:gdLst>
                <a:gd name="csX0" fmla="*/ 1492 w 5695"/>
                <a:gd name="csY0" fmla="*/ 931 h 7530"/>
                <a:gd name="csX1" fmla="*/ 3461 w 5695"/>
                <a:gd name="csY1" fmla="*/ 6665 h 7530"/>
                <a:gd name="csX2" fmla="*/ 4287 w 5695"/>
                <a:gd name="csY2" fmla="*/ 5903 h 7530"/>
                <a:gd name="csX3" fmla="*/ 1492 w 5695"/>
                <a:gd name="csY3" fmla="*/ 931 h 7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695" h="7530">
                  <a:moveTo>
                    <a:pt x="1492" y="931"/>
                  </a:moveTo>
                  <a:cubicBezTo>
                    <a:pt x="-1301" y="4067"/>
                    <a:pt x="96" y="9687"/>
                    <a:pt x="3461" y="6665"/>
                  </a:cubicBezTo>
                  <a:lnTo>
                    <a:pt x="4287" y="5903"/>
                  </a:lnTo>
                  <a:cubicBezTo>
                    <a:pt x="7652" y="2988"/>
                    <a:pt x="4287" y="-2098"/>
                    <a:pt x="1492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9267D821-C478-08D0-0DE0-E9CAC5B3DE46}"/>
                </a:ext>
              </a:extLst>
            </p:cNvPr>
            <p:cNvSpPr/>
            <p:nvPr/>
          </p:nvSpPr>
          <p:spPr>
            <a:xfrm>
              <a:off x="6564655" y="3027253"/>
              <a:ext cx="4648" cy="6765"/>
            </a:xfrm>
            <a:custGeom>
              <a:avLst/>
              <a:gdLst>
                <a:gd name="csX0" fmla="*/ 38 w 4648"/>
                <a:gd name="csY0" fmla="*/ 2598 h 6765"/>
                <a:gd name="csX1" fmla="*/ 38 w 4648"/>
                <a:gd name="csY1" fmla="*/ 2814 h 6765"/>
                <a:gd name="csX2" fmla="*/ 4547 w 4648"/>
                <a:gd name="csY2" fmla="*/ 4110 h 6765"/>
                <a:gd name="csX3" fmla="*/ 38 w 4648"/>
                <a:gd name="csY3" fmla="*/ 2598 h 6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48" h="6765">
                  <a:moveTo>
                    <a:pt x="38" y="2598"/>
                  </a:moveTo>
                  <a:lnTo>
                    <a:pt x="38" y="2814"/>
                  </a:lnTo>
                  <a:cubicBezTo>
                    <a:pt x="-534" y="7247"/>
                    <a:pt x="5499" y="8326"/>
                    <a:pt x="4547" y="4110"/>
                  </a:cubicBezTo>
                  <a:cubicBezTo>
                    <a:pt x="3594" y="-107"/>
                    <a:pt x="419" y="-1834"/>
                    <a:pt x="38" y="2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E0DCC6E5-B5AB-6B1F-2191-8D9C42F6E251}"/>
                </a:ext>
              </a:extLst>
            </p:cNvPr>
            <p:cNvSpPr/>
            <p:nvPr/>
          </p:nvSpPr>
          <p:spPr>
            <a:xfrm>
              <a:off x="6547530" y="3040211"/>
              <a:ext cx="5018" cy="5015"/>
            </a:xfrm>
            <a:custGeom>
              <a:avLst/>
              <a:gdLst>
                <a:gd name="csX0" fmla="*/ 2495 w 5018"/>
                <a:gd name="csY0" fmla="*/ 4887 h 5015"/>
                <a:gd name="csX1" fmla="*/ 4654 w 5018"/>
                <a:gd name="csY1" fmla="*/ 1642 h 5015"/>
                <a:gd name="csX2" fmla="*/ 780 w 5018"/>
                <a:gd name="csY2" fmla="*/ 1426 h 5015"/>
                <a:gd name="csX3" fmla="*/ 2495 w 5018"/>
                <a:gd name="csY3" fmla="*/ 4887 h 5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8" h="5015">
                  <a:moveTo>
                    <a:pt x="2495" y="4887"/>
                  </a:moveTo>
                  <a:cubicBezTo>
                    <a:pt x="6178" y="5859"/>
                    <a:pt x="4781" y="994"/>
                    <a:pt x="4654" y="1642"/>
                  </a:cubicBezTo>
                  <a:cubicBezTo>
                    <a:pt x="3701" y="-2034"/>
                    <a:pt x="146" y="1642"/>
                    <a:pt x="780" y="1426"/>
                  </a:cubicBezTo>
                  <a:cubicBezTo>
                    <a:pt x="-1886" y="4131"/>
                    <a:pt x="3193" y="5319"/>
                    <a:pt x="2495" y="4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FFAF9C91-31F6-29CC-DFB1-CE4B59E0436A}"/>
                </a:ext>
              </a:extLst>
            </p:cNvPr>
            <p:cNvSpPr/>
            <p:nvPr/>
          </p:nvSpPr>
          <p:spPr>
            <a:xfrm>
              <a:off x="6571470" y="3045147"/>
              <a:ext cx="7436" cy="6310"/>
            </a:xfrm>
            <a:custGeom>
              <a:avLst/>
              <a:gdLst>
                <a:gd name="csX0" fmla="*/ 6367 w 7436"/>
                <a:gd name="csY0" fmla="*/ 599 h 6310"/>
                <a:gd name="csX1" fmla="*/ 779 w 7436"/>
                <a:gd name="csY1" fmla="*/ 2440 h 6310"/>
                <a:gd name="csX2" fmla="*/ 1605 w 7436"/>
                <a:gd name="csY2" fmla="*/ 6009 h 6310"/>
                <a:gd name="csX3" fmla="*/ 6367 w 7436"/>
                <a:gd name="csY3" fmla="*/ 599 h 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36" h="6310">
                  <a:moveTo>
                    <a:pt x="6367" y="599"/>
                  </a:moveTo>
                  <a:cubicBezTo>
                    <a:pt x="3827" y="-1567"/>
                    <a:pt x="144" y="2872"/>
                    <a:pt x="779" y="2440"/>
                  </a:cubicBezTo>
                  <a:cubicBezTo>
                    <a:pt x="-554" y="3844"/>
                    <a:pt x="-110" y="5355"/>
                    <a:pt x="1605" y="6009"/>
                  </a:cubicBezTo>
                  <a:cubicBezTo>
                    <a:pt x="5732" y="7520"/>
                    <a:pt x="9288" y="2980"/>
                    <a:pt x="6367" y="5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2383B39F-53C0-65DE-4EBB-224FFB61E7A8}"/>
                </a:ext>
              </a:extLst>
            </p:cNvPr>
            <p:cNvSpPr/>
            <p:nvPr/>
          </p:nvSpPr>
          <p:spPr>
            <a:xfrm>
              <a:off x="6545539" y="3059058"/>
              <a:ext cx="8393" cy="6085"/>
            </a:xfrm>
            <a:custGeom>
              <a:avLst/>
              <a:gdLst>
                <a:gd name="csX0" fmla="*/ 6772 w 8393"/>
                <a:gd name="csY0" fmla="*/ 99 h 6085"/>
                <a:gd name="csX1" fmla="*/ 105 w 8393"/>
                <a:gd name="csY1" fmla="*/ 3452 h 6085"/>
                <a:gd name="csX2" fmla="*/ 3660 w 8393"/>
                <a:gd name="csY2" fmla="*/ 5934 h 6085"/>
                <a:gd name="csX3" fmla="*/ 6772 w 8393"/>
                <a:gd name="csY3" fmla="*/ 99 h 6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93" h="6085">
                  <a:moveTo>
                    <a:pt x="6772" y="99"/>
                  </a:moveTo>
                  <a:cubicBezTo>
                    <a:pt x="2771" y="1286"/>
                    <a:pt x="1057" y="-333"/>
                    <a:pt x="105" y="3452"/>
                  </a:cubicBezTo>
                  <a:cubicBezTo>
                    <a:pt x="-784" y="6582"/>
                    <a:pt x="4295" y="6150"/>
                    <a:pt x="3660" y="5934"/>
                  </a:cubicBezTo>
                  <a:cubicBezTo>
                    <a:pt x="8105" y="5719"/>
                    <a:pt x="10010" y="-879"/>
                    <a:pt x="6772" y="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D1996988-2A93-DA7D-2DB9-95B935721F02}"/>
                </a:ext>
              </a:extLst>
            </p:cNvPr>
            <p:cNvSpPr/>
            <p:nvPr/>
          </p:nvSpPr>
          <p:spPr>
            <a:xfrm>
              <a:off x="6647929" y="3096638"/>
              <a:ext cx="7145" cy="17658"/>
            </a:xfrm>
            <a:custGeom>
              <a:avLst/>
              <a:gdLst>
                <a:gd name="csX0" fmla="*/ 393 w 7145"/>
                <a:gd name="csY0" fmla="*/ 14100 h 17658"/>
                <a:gd name="csX1" fmla="*/ 4330 w 7145"/>
                <a:gd name="csY1" fmla="*/ 16805 h 17658"/>
                <a:gd name="csX2" fmla="*/ 5601 w 7145"/>
                <a:gd name="csY2" fmla="*/ 6746 h 17658"/>
                <a:gd name="csX3" fmla="*/ 6680 w 7145"/>
                <a:gd name="csY3" fmla="*/ 3286 h 17658"/>
                <a:gd name="csX4" fmla="*/ 393 w 7145"/>
                <a:gd name="csY4" fmla="*/ 14100 h 1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5" h="17658">
                  <a:moveTo>
                    <a:pt x="393" y="14100"/>
                  </a:moveTo>
                  <a:cubicBezTo>
                    <a:pt x="838" y="14640"/>
                    <a:pt x="1473" y="19612"/>
                    <a:pt x="4330" y="16805"/>
                  </a:cubicBezTo>
                  <a:cubicBezTo>
                    <a:pt x="7442" y="13668"/>
                    <a:pt x="3950" y="11611"/>
                    <a:pt x="5601" y="6746"/>
                  </a:cubicBezTo>
                  <a:lnTo>
                    <a:pt x="6680" y="3286"/>
                  </a:lnTo>
                  <a:cubicBezTo>
                    <a:pt x="9601" y="-5801"/>
                    <a:pt x="-2273" y="5991"/>
                    <a:pt x="393" y="14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1F5CCF4F-B285-2C50-AA9C-EE125D27B236}"/>
                </a:ext>
              </a:extLst>
            </p:cNvPr>
            <p:cNvSpPr/>
            <p:nvPr/>
          </p:nvSpPr>
          <p:spPr>
            <a:xfrm>
              <a:off x="6655344" y="3071598"/>
              <a:ext cx="7489" cy="5132"/>
            </a:xfrm>
            <a:custGeom>
              <a:avLst/>
              <a:gdLst>
                <a:gd name="csX0" fmla="*/ 2377 w 7489"/>
                <a:gd name="csY0" fmla="*/ 4532 h 5132"/>
                <a:gd name="csX1" fmla="*/ 6504 w 7489"/>
                <a:gd name="csY1" fmla="*/ 2805 h 5132"/>
                <a:gd name="csX2" fmla="*/ 5298 w 7489"/>
                <a:gd name="csY2" fmla="*/ 1395 h 5132"/>
                <a:gd name="csX3" fmla="*/ 2377 w 7489"/>
                <a:gd name="csY3" fmla="*/ 4532 h 5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89" h="5132">
                  <a:moveTo>
                    <a:pt x="2377" y="4532"/>
                  </a:moveTo>
                  <a:cubicBezTo>
                    <a:pt x="3139" y="4532"/>
                    <a:pt x="9997" y="6698"/>
                    <a:pt x="6504" y="2805"/>
                  </a:cubicBezTo>
                  <a:lnTo>
                    <a:pt x="5298" y="1395"/>
                  </a:lnTo>
                  <a:cubicBezTo>
                    <a:pt x="1742" y="-2713"/>
                    <a:pt x="-2894" y="3453"/>
                    <a:pt x="2377" y="4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E79431B-4771-526F-CB70-2D60E1311038}"/>
                </a:ext>
              </a:extLst>
            </p:cNvPr>
            <p:cNvSpPr/>
            <p:nvPr/>
          </p:nvSpPr>
          <p:spPr>
            <a:xfrm>
              <a:off x="6671945" y="3065577"/>
              <a:ext cx="4464" cy="5348"/>
            </a:xfrm>
            <a:custGeom>
              <a:avLst/>
              <a:gdLst>
                <a:gd name="csX0" fmla="*/ 3873 w 4464"/>
                <a:gd name="csY0" fmla="*/ 1688 h 5348"/>
                <a:gd name="csX1" fmla="*/ 444 w 4464"/>
                <a:gd name="csY1" fmla="*/ 1256 h 5348"/>
                <a:gd name="csX2" fmla="*/ 4063 w 4464"/>
                <a:gd name="csY2" fmla="*/ 2336 h 5348"/>
                <a:gd name="csX3" fmla="*/ 3873 w 4464"/>
                <a:gd name="csY3" fmla="*/ 1688 h 5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4" h="5348">
                  <a:moveTo>
                    <a:pt x="3873" y="1688"/>
                  </a:moveTo>
                  <a:cubicBezTo>
                    <a:pt x="2984" y="-369"/>
                    <a:pt x="1397" y="-585"/>
                    <a:pt x="444" y="1256"/>
                  </a:cubicBezTo>
                  <a:cubicBezTo>
                    <a:pt x="-1969" y="5689"/>
                    <a:pt x="6349" y="7200"/>
                    <a:pt x="4063" y="2336"/>
                  </a:cubicBezTo>
                  <a:lnTo>
                    <a:pt x="3873" y="16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DD106D72-846D-354D-C0A8-F68FA923ACCC}"/>
                </a:ext>
              </a:extLst>
            </p:cNvPr>
            <p:cNvSpPr/>
            <p:nvPr/>
          </p:nvSpPr>
          <p:spPr>
            <a:xfrm>
              <a:off x="6567249" y="2937736"/>
              <a:ext cx="6079" cy="6370"/>
            </a:xfrm>
            <a:custGeom>
              <a:avLst/>
              <a:gdLst>
                <a:gd name="csX0" fmla="*/ 1318 w 6079"/>
                <a:gd name="csY0" fmla="*/ 6142 h 6370"/>
                <a:gd name="csX1" fmla="*/ 4429 w 6079"/>
                <a:gd name="csY1" fmla="*/ 91 h 6370"/>
                <a:gd name="csX2" fmla="*/ 1318 w 6079"/>
                <a:gd name="csY2" fmla="*/ 6142 h 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79" h="6370">
                  <a:moveTo>
                    <a:pt x="1318" y="6142"/>
                  </a:moveTo>
                  <a:cubicBezTo>
                    <a:pt x="5128" y="7552"/>
                    <a:pt x="8049" y="2034"/>
                    <a:pt x="4429" y="91"/>
                  </a:cubicBezTo>
                  <a:cubicBezTo>
                    <a:pt x="3032" y="-779"/>
                    <a:pt x="-2493" y="4847"/>
                    <a:pt x="1318" y="61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9E1FD9F9-07D9-978D-B392-3FECABA326F1}"/>
                </a:ext>
              </a:extLst>
            </p:cNvPr>
            <p:cNvSpPr/>
            <p:nvPr/>
          </p:nvSpPr>
          <p:spPr>
            <a:xfrm>
              <a:off x="6516451" y="2954564"/>
              <a:ext cx="7228" cy="5280"/>
            </a:xfrm>
            <a:custGeom>
              <a:avLst/>
              <a:gdLst>
                <a:gd name="csX0" fmla="*/ 5380 w 7228"/>
                <a:gd name="csY0" fmla="*/ 344 h 5280"/>
                <a:gd name="csX1" fmla="*/ 490 w 7228"/>
                <a:gd name="csY1" fmla="*/ 2510 h 5280"/>
                <a:gd name="csX2" fmla="*/ 1315 w 7228"/>
                <a:gd name="csY2" fmla="*/ 3913 h 5280"/>
                <a:gd name="csX3" fmla="*/ 5380 w 7228"/>
                <a:gd name="csY3" fmla="*/ 4345 h 5280"/>
                <a:gd name="csX4" fmla="*/ 5380 w 7228"/>
                <a:gd name="csY4" fmla="*/ 344 h 5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28" h="5280">
                  <a:moveTo>
                    <a:pt x="5380" y="344"/>
                  </a:moveTo>
                  <a:cubicBezTo>
                    <a:pt x="4617" y="344"/>
                    <a:pt x="-1796" y="-1275"/>
                    <a:pt x="490" y="2510"/>
                  </a:cubicBezTo>
                  <a:lnTo>
                    <a:pt x="1315" y="3913"/>
                  </a:lnTo>
                  <a:cubicBezTo>
                    <a:pt x="2331" y="5539"/>
                    <a:pt x="4046" y="5754"/>
                    <a:pt x="5380" y="4345"/>
                  </a:cubicBezTo>
                  <a:cubicBezTo>
                    <a:pt x="5569" y="3697"/>
                    <a:pt x="9443" y="668"/>
                    <a:pt x="5380" y="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C44FDD-7F69-3A70-427A-40DF339AAD8D}"/>
                </a:ext>
              </a:extLst>
            </p:cNvPr>
            <p:cNvSpPr/>
            <p:nvPr/>
          </p:nvSpPr>
          <p:spPr>
            <a:xfrm>
              <a:off x="6529858" y="2949013"/>
              <a:ext cx="6970" cy="5580"/>
            </a:xfrm>
            <a:custGeom>
              <a:avLst/>
              <a:gdLst>
                <a:gd name="csX0" fmla="*/ 1878 w 6970"/>
                <a:gd name="csY0" fmla="*/ 5572 h 5580"/>
                <a:gd name="csX1" fmla="*/ 6640 w 6970"/>
                <a:gd name="csY1" fmla="*/ 2219 h 5580"/>
                <a:gd name="csX2" fmla="*/ 6323 w 6970"/>
                <a:gd name="csY2" fmla="*/ 1464 h 5580"/>
                <a:gd name="csX3" fmla="*/ 2767 w 6970"/>
                <a:gd name="csY3" fmla="*/ 924 h 5580"/>
                <a:gd name="csX4" fmla="*/ 1814 w 6970"/>
                <a:gd name="csY4" fmla="*/ 5572 h 5580"/>
                <a:gd name="csX5" fmla="*/ 1878 w 6970"/>
                <a:gd name="csY5" fmla="*/ 5572 h 5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70" h="5580">
                  <a:moveTo>
                    <a:pt x="1878" y="5572"/>
                  </a:moveTo>
                  <a:cubicBezTo>
                    <a:pt x="2449" y="5356"/>
                    <a:pt x="8419" y="6112"/>
                    <a:pt x="6640" y="2219"/>
                  </a:cubicBezTo>
                  <a:lnTo>
                    <a:pt x="6323" y="1464"/>
                  </a:lnTo>
                  <a:cubicBezTo>
                    <a:pt x="5688" y="-264"/>
                    <a:pt x="3973" y="-486"/>
                    <a:pt x="2767" y="924"/>
                  </a:cubicBezTo>
                  <a:cubicBezTo>
                    <a:pt x="2449" y="1571"/>
                    <a:pt x="-2630" y="5788"/>
                    <a:pt x="1814" y="5572"/>
                  </a:cubicBezTo>
                  <a:lnTo>
                    <a:pt x="1878" y="5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A93B051D-D3F9-FCB6-F5C4-ACC4465D633D}"/>
                </a:ext>
              </a:extLst>
            </p:cNvPr>
            <p:cNvSpPr/>
            <p:nvPr/>
          </p:nvSpPr>
          <p:spPr>
            <a:xfrm>
              <a:off x="6368875" y="2928583"/>
              <a:ext cx="16666" cy="18208"/>
            </a:xfrm>
            <a:custGeom>
              <a:avLst/>
              <a:gdLst>
                <a:gd name="csX0" fmla="*/ 9191 w 16666"/>
                <a:gd name="csY0" fmla="*/ 7618 h 18208"/>
                <a:gd name="csX1" fmla="*/ 8874 w 16666"/>
                <a:gd name="csY1" fmla="*/ 6970 h 18208"/>
                <a:gd name="csX2" fmla="*/ 9509 w 16666"/>
                <a:gd name="csY2" fmla="*/ 3186 h 18208"/>
                <a:gd name="csX3" fmla="*/ 5064 w 16666"/>
                <a:gd name="csY3" fmla="*/ 265 h 18208"/>
                <a:gd name="csX4" fmla="*/ 619 w 16666"/>
                <a:gd name="csY4" fmla="*/ 4589 h 18208"/>
                <a:gd name="csX5" fmla="*/ 11160 w 16666"/>
                <a:gd name="csY5" fmla="*/ 16381 h 18208"/>
                <a:gd name="csX6" fmla="*/ 16557 w 16666"/>
                <a:gd name="csY6" fmla="*/ 16705 h 18208"/>
                <a:gd name="csX7" fmla="*/ 9191 w 16666"/>
                <a:gd name="csY7" fmla="*/ 7510 h 18208"/>
                <a:gd name="csX8" fmla="*/ 9191 w 16666"/>
                <a:gd name="csY8" fmla="*/ 7618 h 18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666" h="18208">
                  <a:moveTo>
                    <a:pt x="9191" y="7618"/>
                  </a:moveTo>
                  <a:lnTo>
                    <a:pt x="8874" y="6970"/>
                  </a:lnTo>
                  <a:cubicBezTo>
                    <a:pt x="8112" y="5351"/>
                    <a:pt x="8303" y="3618"/>
                    <a:pt x="9509" y="3186"/>
                  </a:cubicBezTo>
                  <a:cubicBezTo>
                    <a:pt x="11985" y="2214"/>
                    <a:pt x="9699" y="-923"/>
                    <a:pt x="5064" y="265"/>
                  </a:cubicBezTo>
                  <a:cubicBezTo>
                    <a:pt x="4429" y="588"/>
                    <a:pt x="-1985" y="1020"/>
                    <a:pt x="619" y="4589"/>
                  </a:cubicBezTo>
                  <a:cubicBezTo>
                    <a:pt x="3984" y="9244"/>
                    <a:pt x="6905" y="14324"/>
                    <a:pt x="11160" y="16381"/>
                  </a:cubicBezTo>
                  <a:cubicBezTo>
                    <a:pt x="11922" y="16597"/>
                    <a:pt x="17510" y="20166"/>
                    <a:pt x="16557" y="16705"/>
                  </a:cubicBezTo>
                  <a:cubicBezTo>
                    <a:pt x="16113" y="15295"/>
                    <a:pt x="11350" y="11942"/>
                    <a:pt x="9191" y="7510"/>
                  </a:cubicBezTo>
                  <a:lnTo>
                    <a:pt x="9191" y="7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F834B48-8783-4F3C-B65A-8EB28F112B11}"/>
                </a:ext>
              </a:extLst>
            </p:cNvPr>
            <p:cNvSpPr/>
            <p:nvPr/>
          </p:nvSpPr>
          <p:spPr>
            <a:xfrm>
              <a:off x="6395978" y="2987865"/>
              <a:ext cx="16391" cy="16569"/>
            </a:xfrm>
            <a:custGeom>
              <a:avLst/>
              <a:gdLst>
                <a:gd name="csX0" fmla="*/ 15553 w 16391"/>
                <a:gd name="csY0" fmla="*/ 15596 h 16569"/>
                <a:gd name="csX1" fmla="*/ 15108 w 16391"/>
                <a:gd name="csY1" fmla="*/ 11488 h 16569"/>
                <a:gd name="csX2" fmla="*/ 12695 w 16391"/>
                <a:gd name="csY2" fmla="*/ 9652 h 16569"/>
                <a:gd name="csX3" fmla="*/ 7869 w 16391"/>
                <a:gd name="csY3" fmla="*/ 1867 h 16569"/>
                <a:gd name="csX4" fmla="*/ 250 w 16391"/>
                <a:gd name="csY4" fmla="*/ 8027 h 16569"/>
                <a:gd name="csX5" fmla="*/ 4504 w 16391"/>
                <a:gd name="csY5" fmla="*/ 11812 h 16569"/>
                <a:gd name="csX6" fmla="*/ 7615 w 16391"/>
                <a:gd name="csY6" fmla="*/ 14301 h 16569"/>
                <a:gd name="csX7" fmla="*/ 15553 w 16391"/>
                <a:gd name="csY7" fmla="*/ 15596 h 1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6391" h="16569">
                  <a:moveTo>
                    <a:pt x="15553" y="15596"/>
                  </a:moveTo>
                  <a:cubicBezTo>
                    <a:pt x="16823" y="14409"/>
                    <a:pt x="16632" y="12574"/>
                    <a:pt x="15108" y="11488"/>
                  </a:cubicBezTo>
                  <a:lnTo>
                    <a:pt x="12695" y="9652"/>
                  </a:lnTo>
                  <a:cubicBezTo>
                    <a:pt x="9267" y="7055"/>
                    <a:pt x="7552" y="1220"/>
                    <a:pt x="7869" y="1867"/>
                  </a:cubicBezTo>
                  <a:cubicBezTo>
                    <a:pt x="5012" y="-5486"/>
                    <a:pt x="-1275" y="11488"/>
                    <a:pt x="250" y="8027"/>
                  </a:cubicBezTo>
                  <a:cubicBezTo>
                    <a:pt x="-1148" y="12681"/>
                    <a:pt x="3742" y="7487"/>
                    <a:pt x="4504" y="11812"/>
                  </a:cubicBezTo>
                  <a:cubicBezTo>
                    <a:pt x="4694" y="13437"/>
                    <a:pt x="6092" y="14517"/>
                    <a:pt x="7615" y="14301"/>
                  </a:cubicBezTo>
                  <a:cubicBezTo>
                    <a:pt x="11743" y="13545"/>
                    <a:pt x="12187" y="18625"/>
                    <a:pt x="15553" y="15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8D9FFC3B-E957-760E-5E65-54E14272B285}"/>
                </a:ext>
              </a:extLst>
            </p:cNvPr>
            <p:cNvSpPr/>
            <p:nvPr/>
          </p:nvSpPr>
          <p:spPr>
            <a:xfrm>
              <a:off x="6408231" y="2985897"/>
              <a:ext cx="6295" cy="7713"/>
            </a:xfrm>
            <a:custGeom>
              <a:avLst/>
              <a:gdLst>
                <a:gd name="csX0" fmla="*/ 443 w 6295"/>
                <a:gd name="csY0" fmla="*/ 2101 h 7713"/>
                <a:gd name="csX1" fmla="*/ 5523 w 6295"/>
                <a:gd name="csY1" fmla="*/ 6318 h 7713"/>
                <a:gd name="csX2" fmla="*/ 3935 w 6295"/>
                <a:gd name="csY2" fmla="*/ 590 h 7713"/>
                <a:gd name="csX3" fmla="*/ 443 w 6295"/>
                <a:gd name="csY3" fmla="*/ 2101 h 7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5" h="7713">
                  <a:moveTo>
                    <a:pt x="443" y="2101"/>
                  </a:moveTo>
                  <a:cubicBezTo>
                    <a:pt x="1332" y="3295"/>
                    <a:pt x="4062" y="10756"/>
                    <a:pt x="5523" y="6318"/>
                  </a:cubicBezTo>
                  <a:cubicBezTo>
                    <a:pt x="5523" y="5778"/>
                    <a:pt x="8063" y="1670"/>
                    <a:pt x="3935" y="590"/>
                  </a:cubicBezTo>
                  <a:cubicBezTo>
                    <a:pt x="3364" y="590"/>
                    <a:pt x="-1462" y="-1467"/>
                    <a:pt x="443" y="21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911303B8-7A40-6FF7-5F4B-7006F81A2AA5}"/>
                </a:ext>
              </a:extLst>
            </p:cNvPr>
            <p:cNvSpPr/>
            <p:nvPr/>
          </p:nvSpPr>
          <p:spPr>
            <a:xfrm>
              <a:off x="6386655" y="2952847"/>
              <a:ext cx="5788" cy="5055"/>
            </a:xfrm>
            <a:custGeom>
              <a:avLst/>
              <a:gdLst>
                <a:gd name="csX0" fmla="*/ 47 w 5788"/>
                <a:gd name="csY0" fmla="*/ 1954 h 5055"/>
                <a:gd name="csX1" fmla="*/ 5698 w 5788"/>
                <a:gd name="csY1" fmla="*/ 2386 h 5055"/>
                <a:gd name="csX2" fmla="*/ 47 w 5788"/>
                <a:gd name="csY2" fmla="*/ 1954 h 5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88" h="5055">
                  <a:moveTo>
                    <a:pt x="47" y="1954"/>
                  </a:moveTo>
                  <a:cubicBezTo>
                    <a:pt x="619" y="5846"/>
                    <a:pt x="6588" y="6170"/>
                    <a:pt x="5698" y="2386"/>
                  </a:cubicBezTo>
                  <a:cubicBezTo>
                    <a:pt x="5381" y="766"/>
                    <a:pt x="-588" y="-1831"/>
                    <a:pt x="47" y="1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1C18098-A89B-16F5-59BC-04CEC1023ABC}"/>
                </a:ext>
              </a:extLst>
            </p:cNvPr>
            <p:cNvSpPr/>
            <p:nvPr/>
          </p:nvSpPr>
          <p:spPr>
            <a:xfrm>
              <a:off x="6545214" y="3030575"/>
              <a:ext cx="6055" cy="5885"/>
            </a:xfrm>
            <a:custGeom>
              <a:avLst/>
              <a:gdLst>
                <a:gd name="csX0" fmla="*/ 619 w 6055"/>
                <a:gd name="csY0" fmla="*/ 1866 h 5885"/>
                <a:gd name="csX1" fmla="*/ 2206 w 6055"/>
                <a:gd name="csY1" fmla="*/ 5435 h 5885"/>
                <a:gd name="csX2" fmla="*/ 4810 w 6055"/>
                <a:gd name="csY2" fmla="*/ 787 h 5885"/>
                <a:gd name="csX3" fmla="*/ 619 w 6055"/>
                <a:gd name="csY3" fmla="*/ 1866 h 5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055" h="5885">
                  <a:moveTo>
                    <a:pt x="619" y="1866"/>
                  </a:moveTo>
                  <a:cubicBezTo>
                    <a:pt x="619" y="2413"/>
                    <a:pt x="-1540" y="7385"/>
                    <a:pt x="2206" y="5435"/>
                  </a:cubicBezTo>
                  <a:cubicBezTo>
                    <a:pt x="2905" y="4896"/>
                    <a:pt x="8493" y="3168"/>
                    <a:pt x="4810" y="787"/>
                  </a:cubicBezTo>
                  <a:cubicBezTo>
                    <a:pt x="4302" y="679"/>
                    <a:pt x="1508" y="-1486"/>
                    <a:pt x="619" y="18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D6A5E3E6-C622-CB28-B168-8E39093A7B3B}"/>
                </a:ext>
              </a:extLst>
            </p:cNvPr>
            <p:cNvSpPr/>
            <p:nvPr/>
          </p:nvSpPr>
          <p:spPr>
            <a:xfrm>
              <a:off x="6578505" y="3057401"/>
              <a:ext cx="8507" cy="10386"/>
            </a:xfrm>
            <a:custGeom>
              <a:avLst/>
              <a:gdLst>
                <a:gd name="csX0" fmla="*/ 6636 w 8507"/>
                <a:gd name="csY0" fmla="*/ 1431 h 10386"/>
                <a:gd name="csX1" fmla="*/ 5301 w 8507"/>
                <a:gd name="csY1" fmla="*/ 561 h 10386"/>
                <a:gd name="csX2" fmla="*/ 984 w 8507"/>
                <a:gd name="csY2" fmla="*/ 1647 h 10386"/>
                <a:gd name="csX3" fmla="*/ 1555 w 8507"/>
                <a:gd name="csY3" fmla="*/ 7699 h 10386"/>
                <a:gd name="csX4" fmla="*/ 7588 w 8507"/>
                <a:gd name="csY4" fmla="*/ 8677 h 10386"/>
                <a:gd name="csX5" fmla="*/ 6636 w 8507"/>
                <a:gd name="csY5" fmla="*/ 1431 h 10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7" h="10386">
                  <a:moveTo>
                    <a:pt x="6636" y="1431"/>
                  </a:moveTo>
                  <a:lnTo>
                    <a:pt x="5301" y="561"/>
                  </a:lnTo>
                  <a:cubicBezTo>
                    <a:pt x="3778" y="-518"/>
                    <a:pt x="1873" y="22"/>
                    <a:pt x="984" y="1647"/>
                  </a:cubicBezTo>
                  <a:cubicBezTo>
                    <a:pt x="857" y="2187"/>
                    <a:pt x="-1493" y="5216"/>
                    <a:pt x="1555" y="7699"/>
                  </a:cubicBezTo>
                  <a:cubicBezTo>
                    <a:pt x="2317" y="8023"/>
                    <a:pt x="6191" y="12893"/>
                    <a:pt x="7588" y="8677"/>
                  </a:cubicBezTo>
                  <a:cubicBezTo>
                    <a:pt x="7588" y="8677"/>
                    <a:pt x="10191" y="3806"/>
                    <a:pt x="6636" y="14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FC34E896-0DEC-EAFE-00C4-5895722F8644}"/>
                </a:ext>
              </a:extLst>
            </p:cNvPr>
            <p:cNvSpPr/>
            <p:nvPr/>
          </p:nvSpPr>
          <p:spPr>
            <a:xfrm>
              <a:off x="6557030" y="3047730"/>
              <a:ext cx="5086" cy="6959"/>
            </a:xfrm>
            <a:custGeom>
              <a:avLst/>
              <a:gdLst>
                <a:gd name="csX0" fmla="*/ 3979 w 5086"/>
                <a:gd name="csY0" fmla="*/ 6016 h 6959"/>
                <a:gd name="csX1" fmla="*/ 932 w 5086"/>
                <a:gd name="csY1" fmla="*/ 612 h 6959"/>
                <a:gd name="csX2" fmla="*/ 3852 w 5086"/>
                <a:gd name="csY2" fmla="*/ 6016 h 6959"/>
                <a:gd name="csX3" fmla="*/ 3979 w 5086"/>
                <a:gd name="csY3" fmla="*/ 6016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86" h="6959">
                  <a:moveTo>
                    <a:pt x="3979" y="6016"/>
                  </a:moveTo>
                  <a:cubicBezTo>
                    <a:pt x="6964" y="2447"/>
                    <a:pt x="3217" y="-1553"/>
                    <a:pt x="932" y="612"/>
                  </a:cubicBezTo>
                  <a:cubicBezTo>
                    <a:pt x="-1354" y="2879"/>
                    <a:pt x="932" y="9369"/>
                    <a:pt x="3852" y="6016"/>
                  </a:cubicBezTo>
                  <a:lnTo>
                    <a:pt x="3979" y="6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A0B7BB3C-2BD7-18A0-6AB8-47ED872824F7}"/>
                </a:ext>
              </a:extLst>
            </p:cNvPr>
            <p:cNvSpPr/>
            <p:nvPr/>
          </p:nvSpPr>
          <p:spPr>
            <a:xfrm>
              <a:off x="6582063" y="3073251"/>
              <a:ext cx="8533" cy="10098"/>
            </a:xfrm>
            <a:custGeom>
              <a:avLst/>
              <a:gdLst>
                <a:gd name="csX0" fmla="*/ 6632 w 8533"/>
                <a:gd name="csY0" fmla="*/ 935 h 10098"/>
                <a:gd name="csX1" fmla="*/ 537 w 8533"/>
                <a:gd name="csY1" fmla="*/ 1799 h 10098"/>
                <a:gd name="csX2" fmla="*/ 1235 w 8533"/>
                <a:gd name="csY2" fmla="*/ 7095 h 10098"/>
                <a:gd name="csX3" fmla="*/ 7077 w 8533"/>
                <a:gd name="csY3" fmla="*/ 8505 h 10098"/>
                <a:gd name="csX4" fmla="*/ 6632 w 8533"/>
                <a:gd name="csY4" fmla="*/ 935 h 10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33" h="10098">
                  <a:moveTo>
                    <a:pt x="6632" y="935"/>
                  </a:moveTo>
                  <a:cubicBezTo>
                    <a:pt x="5998" y="935"/>
                    <a:pt x="2632" y="-1662"/>
                    <a:pt x="537" y="1799"/>
                  </a:cubicBezTo>
                  <a:cubicBezTo>
                    <a:pt x="537" y="2447"/>
                    <a:pt x="-1051" y="4828"/>
                    <a:pt x="1235" y="7095"/>
                  </a:cubicBezTo>
                  <a:cubicBezTo>
                    <a:pt x="1870" y="7533"/>
                    <a:pt x="5299" y="12613"/>
                    <a:pt x="7077" y="8505"/>
                  </a:cubicBezTo>
                  <a:cubicBezTo>
                    <a:pt x="7077" y="8505"/>
                    <a:pt x="10633" y="2878"/>
                    <a:pt x="6632" y="9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C258C180-2F51-9FAA-CF34-EE23357201C6}"/>
                </a:ext>
              </a:extLst>
            </p:cNvPr>
            <p:cNvSpPr/>
            <p:nvPr/>
          </p:nvSpPr>
          <p:spPr>
            <a:xfrm>
              <a:off x="6599008" y="3052366"/>
              <a:ext cx="10624" cy="8701"/>
            </a:xfrm>
            <a:custGeom>
              <a:avLst/>
              <a:gdLst>
                <a:gd name="csX0" fmla="*/ 3087 w 10624"/>
                <a:gd name="csY0" fmla="*/ 8194 h 8701"/>
                <a:gd name="csX1" fmla="*/ 10136 w 10624"/>
                <a:gd name="csY1" fmla="*/ 1056 h 8701"/>
                <a:gd name="csX2" fmla="*/ 2642 w 10624"/>
                <a:gd name="csY2" fmla="*/ 2568 h 8701"/>
                <a:gd name="csX3" fmla="*/ 3087 w 10624"/>
                <a:gd name="csY3" fmla="*/ 8194 h 8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624" h="8701">
                  <a:moveTo>
                    <a:pt x="3087" y="8194"/>
                  </a:moveTo>
                  <a:cubicBezTo>
                    <a:pt x="5373" y="6574"/>
                    <a:pt x="12548" y="4517"/>
                    <a:pt x="10136" y="1056"/>
                  </a:cubicBezTo>
                  <a:cubicBezTo>
                    <a:pt x="7976" y="-2081"/>
                    <a:pt x="2008" y="2790"/>
                    <a:pt x="2642" y="2568"/>
                  </a:cubicBezTo>
                  <a:cubicBezTo>
                    <a:pt x="-1104" y="5057"/>
                    <a:pt x="-787" y="10359"/>
                    <a:pt x="3087" y="8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CBA10C33-A7D3-CF3D-8735-05BA64999924}"/>
                </a:ext>
              </a:extLst>
            </p:cNvPr>
            <p:cNvSpPr/>
            <p:nvPr/>
          </p:nvSpPr>
          <p:spPr>
            <a:xfrm>
              <a:off x="6617853" y="3064827"/>
              <a:ext cx="7725" cy="6529"/>
            </a:xfrm>
            <a:custGeom>
              <a:avLst/>
              <a:gdLst>
                <a:gd name="csX0" fmla="*/ 2529 w 7725"/>
                <a:gd name="csY0" fmla="*/ 705 h 6529"/>
                <a:gd name="csX1" fmla="*/ 3418 w 7725"/>
                <a:gd name="csY1" fmla="*/ 5899 h 6529"/>
                <a:gd name="csX2" fmla="*/ 5895 w 7725"/>
                <a:gd name="csY2" fmla="*/ 4166 h 6529"/>
                <a:gd name="csX3" fmla="*/ 3291 w 7725"/>
                <a:gd name="csY3" fmla="*/ 489 h 6529"/>
                <a:gd name="csX4" fmla="*/ 2656 w 7725"/>
                <a:gd name="csY4" fmla="*/ 705 h 6529"/>
                <a:gd name="csX5" fmla="*/ 2529 w 7725"/>
                <a:gd name="csY5" fmla="*/ 705 h 6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25" h="6529">
                  <a:moveTo>
                    <a:pt x="2529" y="705"/>
                  </a:moveTo>
                  <a:cubicBezTo>
                    <a:pt x="-1661" y="2331"/>
                    <a:pt x="-137" y="8497"/>
                    <a:pt x="3418" y="5899"/>
                  </a:cubicBezTo>
                  <a:lnTo>
                    <a:pt x="5895" y="4166"/>
                  </a:lnTo>
                  <a:cubicBezTo>
                    <a:pt x="9451" y="1575"/>
                    <a:pt x="7419" y="-1130"/>
                    <a:pt x="3291" y="489"/>
                  </a:cubicBezTo>
                  <a:lnTo>
                    <a:pt x="2656" y="705"/>
                  </a:lnTo>
                  <a:lnTo>
                    <a:pt x="2529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20778DEB-A458-26E5-FEC8-EB90DA9AC897}"/>
                </a:ext>
              </a:extLst>
            </p:cNvPr>
            <p:cNvSpPr/>
            <p:nvPr/>
          </p:nvSpPr>
          <p:spPr>
            <a:xfrm>
              <a:off x="6588041" y="2978486"/>
              <a:ext cx="6251" cy="6298"/>
            </a:xfrm>
            <a:custGeom>
              <a:avLst/>
              <a:gdLst>
                <a:gd name="csX0" fmla="*/ 3703 w 6251"/>
                <a:gd name="csY0" fmla="*/ 0 h 6298"/>
                <a:gd name="csX1" fmla="*/ 2369 w 6251"/>
                <a:gd name="csY1" fmla="*/ 6267 h 6298"/>
                <a:gd name="csX2" fmla="*/ 3131 w 6251"/>
                <a:gd name="csY2" fmla="*/ 6267 h 6298"/>
                <a:gd name="csX3" fmla="*/ 3703 w 6251"/>
                <a:gd name="csY3" fmla="*/ 0 h 6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51" h="6298">
                  <a:moveTo>
                    <a:pt x="3703" y="0"/>
                  </a:moveTo>
                  <a:cubicBezTo>
                    <a:pt x="528" y="0"/>
                    <a:pt x="-2075" y="5835"/>
                    <a:pt x="2369" y="6267"/>
                  </a:cubicBezTo>
                  <a:lnTo>
                    <a:pt x="3131" y="6267"/>
                  </a:lnTo>
                  <a:cubicBezTo>
                    <a:pt x="7577" y="6814"/>
                    <a:pt x="6815" y="0"/>
                    <a:pt x="37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6C61E239-7BF0-90BC-A0D8-EA74B0309E28}"/>
                </a:ext>
              </a:extLst>
            </p:cNvPr>
            <p:cNvSpPr/>
            <p:nvPr/>
          </p:nvSpPr>
          <p:spPr>
            <a:xfrm>
              <a:off x="6389941" y="2846120"/>
              <a:ext cx="243966" cy="227634"/>
            </a:xfrm>
            <a:custGeom>
              <a:avLst/>
              <a:gdLst>
                <a:gd name="csX0" fmla="*/ 232410 w 243966"/>
                <a:gd name="csY0" fmla="*/ 31363 h 227634"/>
                <a:gd name="csX1" fmla="*/ 232092 w 243966"/>
                <a:gd name="csY1" fmla="*/ 22930 h 227634"/>
                <a:gd name="csX2" fmla="*/ 243967 w 243966"/>
                <a:gd name="csY2" fmla="*/ 18929 h 227634"/>
                <a:gd name="csX3" fmla="*/ 241808 w 243966"/>
                <a:gd name="csY3" fmla="*/ 3791 h 227634"/>
                <a:gd name="csX4" fmla="*/ 230568 w 243966"/>
                <a:gd name="csY4" fmla="*/ 1518 h 227634"/>
                <a:gd name="csX5" fmla="*/ 218250 w 243966"/>
                <a:gd name="csY5" fmla="*/ 0 h 227634"/>
                <a:gd name="csX6" fmla="*/ 221678 w 243966"/>
                <a:gd name="csY6" fmla="*/ 17196 h 227634"/>
                <a:gd name="csX7" fmla="*/ 187389 w 243966"/>
                <a:gd name="csY7" fmla="*/ 19145 h 227634"/>
                <a:gd name="csX8" fmla="*/ 155321 w 243966"/>
                <a:gd name="csY8" fmla="*/ 6921 h 227634"/>
                <a:gd name="csX9" fmla="*/ 96330 w 243966"/>
                <a:gd name="csY9" fmla="*/ 17628 h 227634"/>
                <a:gd name="csX10" fmla="*/ 91377 w 243966"/>
                <a:gd name="csY10" fmla="*/ 26822 h 227634"/>
                <a:gd name="csX11" fmla="*/ 65977 w 243966"/>
                <a:gd name="csY11" fmla="*/ 27254 h 227634"/>
                <a:gd name="csX12" fmla="*/ 52832 w 243966"/>
                <a:gd name="csY12" fmla="*/ 37960 h 227634"/>
                <a:gd name="csX13" fmla="*/ 28575 w 243966"/>
                <a:gd name="csY13" fmla="*/ 39903 h 227634"/>
                <a:gd name="csX14" fmla="*/ 32512 w 243966"/>
                <a:gd name="csY14" fmla="*/ 51371 h 227634"/>
                <a:gd name="csX15" fmla="*/ 22860 w 243966"/>
                <a:gd name="csY15" fmla="*/ 55912 h 227634"/>
                <a:gd name="csX16" fmla="*/ 17907 w 243966"/>
                <a:gd name="csY16" fmla="*/ 72777 h 227634"/>
                <a:gd name="csX17" fmla="*/ 5524 w 243966"/>
                <a:gd name="csY17" fmla="*/ 76238 h 227634"/>
                <a:gd name="csX18" fmla="*/ 8255 w 243966"/>
                <a:gd name="csY18" fmla="*/ 84677 h 227634"/>
                <a:gd name="csX19" fmla="*/ 0 w 243966"/>
                <a:gd name="csY19" fmla="*/ 91268 h 227634"/>
                <a:gd name="csX20" fmla="*/ 1207 w 243966"/>
                <a:gd name="csY20" fmla="*/ 99276 h 227634"/>
                <a:gd name="csX21" fmla="*/ 8128 w 243966"/>
                <a:gd name="csY21" fmla="*/ 105759 h 227634"/>
                <a:gd name="csX22" fmla="*/ 18415 w 243966"/>
                <a:gd name="csY22" fmla="*/ 115925 h 227634"/>
                <a:gd name="csX23" fmla="*/ 26988 w 243966"/>
                <a:gd name="csY23" fmla="*/ 115170 h 227634"/>
                <a:gd name="csX24" fmla="*/ 34798 w 243966"/>
                <a:gd name="csY24" fmla="*/ 120358 h 227634"/>
                <a:gd name="csX25" fmla="*/ 23114 w 243966"/>
                <a:gd name="csY25" fmla="*/ 122307 h 227634"/>
                <a:gd name="csX26" fmla="*/ 19622 w 243966"/>
                <a:gd name="csY26" fmla="*/ 124581 h 227634"/>
                <a:gd name="csX27" fmla="*/ 14097 w 243966"/>
                <a:gd name="csY27" fmla="*/ 133445 h 227634"/>
                <a:gd name="csX28" fmla="*/ 18098 w 243966"/>
                <a:gd name="csY28" fmla="*/ 134849 h 227634"/>
                <a:gd name="csX29" fmla="*/ 23940 w 243966"/>
                <a:gd name="csY29" fmla="*/ 128041 h 227634"/>
                <a:gd name="csX30" fmla="*/ 28702 w 243966"/>
                <a:gd name="csY30" fmla="*/ 130200 h 227634"/>
                <a:gd name="csX31" fmla="*/ 33909 w 243966"/>
                <a:gd name="csY31" fmla="*/ 137338 h 227634"/>
                <a:gd name="csX32" fmla="*/ 34989 w 243966"/>
                <a:gd name="csY32" fmla="*/ 144151 h 227634"/>
                <a:gd name="csX33" fmla="*/ 40704 w 243966"/>
                <a:gd name="csY33" fmla="*/ 144151 h 227634"/>
                <a:gd name="csX34" fmla="*/ 52007 w 243966"/>
                <a:gd name="csY34" fmla="*/ 145663 h 227634"/>
                <a:gd name="csX35" fmla="*/ 69723 w 243966"/>
                <a:gd name="csY35" fmla="*/ 142856 h 227634"/>
                <a:gd name="csX36" fmla="*/ 83185 w 243966"/>
                <a:gd name="csY36" fmla="*/ 143827 h 227634"/>
                <a:gd name="csX37" fmla="*/ 87567 w 243966"/>
                <a:gd name="csY37" fmla="*/ 144907 h 227634"/>
                <a:gd name="csX38" fmla="*/ 96266 w 243966"/>
                <a:gd name="csY38" fmla="*/ 146094 h 227634"/>
                <a:gd name="csX39" fmla="*/ 105664 w 243966"/>
                <a:gd name="csY39" fmla="*/ 151721 h 227634"/>
                <a:gd name="csX40" fmla="*/ 111824 w 243966"/>
                <a:gd name="csY40" fmla="*/ 155289 h 227634"/>
                <a:gd name="csX41" fmla="*/ 102108 w 243966"/>
                <a:gd name="csY41" fmla="*/ 160585 h 227634"/>
                <a:gd name="csX42" fmla="*/ 99060 w 243966"/>
                <a:gd name="csY42" fmla="*/ 161671 h 227634"/>
                <a:gd name="csX43" fmla="*/ 89345 w 243966"/>
                <a:gd name="csY43" fmla="*/ 156153 h 227634"/>
                <a:gd name="csX44" fmla="*/ 79121 w 243966"/>
                <a:gd name="csY44" fmla="*/ 153994 h 227634"/>
                <a:gd name="csX45" fmla="*/ 60833 w 243966"/>
                <a:gd name="csY45" fmla="*/ 149339 h 227634"/>
                <a:gd name="csX46" fmla="*/ 57722 w 243966"/>
                <a:gd name="csY46" fmla="*/ 152800 h 227634"/>
                <a:gd name="csX47" fmla="*/ 44514 w 243966"/>
                <a:gd name="csY47" fmla="*/ 155505 h 227634"/>
                <a:gd name="csX48" fmla="*/ 40068 w 243966"/>
                <a:gd name="csY48" fmla="*/ 162534 h 227634"/>
                <a:gd name="csX49" fmla="*/ 38037 w 243966"/>
                <a:gd name="csY49" fmla="*/ 167615 h 227634"/>
                <a:gd name="csX50" fmla="*/ 42990 w 243966"/>
                <a:gd name="csY50" fmla="*/ 173349 h 227634"/>
                <a:gd name="csX51" fmla="*/ 52070 w 243966"/>
                <a:gd name="csY51" fmla="*/ 181134 h 227634"/>
                <a:gd name="csX52" fmla="*/ 56007 w 243966"/>
                <a:gd name="csY52" fmla="*/ 189567 h 227634"/>
                <a:gd name="csX53" fmla="*/ 53086 w 243966"/>
                <a:gd name="csY53" fmla="*/ 198222 h 227634"/>
                <a:gd name="csX54" fmla="*/ 52832 w 243966"/>
                <a:gd name="csY54" fmla="*/ 204057 h 227634"/>
                <a:gd name="csX55" fmla="*/ 55245 w 243966"/>
                <a:gd name="csY55" fmla="*/ 208381 h 227634"/>
                <a:gd name="csX56" fmla="*/ 63246 w 243966"/>
                <a:gd name="csY56" fmla="*/ 214763 h 227634"/>
                <a:gd name="csX57" fmla="*/ 66040 w 243966"/>
                <a:gd name="csY57" fmla="*/ 212928 h 227634"/>
                <a:gd name="csX58" fmla="*/ 65849 w 243966"/>
                <a:gd name="csY58" fmla="*/ 207302 h 227634"/>
                <a:gd name="csX59" fmla="*/ 70930 w 243966"/>
                <a:gd name="csY59" fmla="*/ 203517 h 227634"/>
                <a:gd name="csX60" fmla="*/ 76454 w 243966"/>
                <a:gd name="csY60" fmla="*/ 209791 h 227634"/>
                <a:gd name="csX61" fmla="*/ 81343 w 243966"/>
                <a:gd name="csY61" fmla="*/ 222333 h 227634"/>
                <a:gd name="csX62" fmla="*/ 87948 w 243966"/>
                <a:gd name="csY62" fmla="*/ 225469 h 227634"/>
                <a:gd name="csX63" fmla="*/ 93345 w 243966"/>
                <a:gd name="csY63" fmla="*/ 212496 h 227634"/>
                <a:gd name="csX64" fmla="*/ 93790 w 243966"/>
                <a:gd name="csY64" fmla="*/ 212496 h 227634"/>
                <a:gd name="csX65" fmla="*/ 110744 w 243966"/>
                <a:gd name="csY65" fmla="*/ 227635 h 227634"/>
                <a:gd name="csX66" fmla="*/ 112141 w 243966"/>
                <a:gd name="csY66" fmla="*/ 227635 h 227634"/>
                <a:gd name="csX67" fmla="*/ 109474 w 243966"/>
                <a:gd name="csY67" fmla="*/ 214763 h 227634"/>
                <a:gd name="csX68" fmla="*/ 109474 w 243966"/>
                <a:gd name="csY68" fmla="*/ 209575 h 227634"/>
                <a:gd name="csX69" fmla="*/ 97854 w 243966"/>
                <a:gd name="csY69" fmla="*/ 190214 h 227634"/>
                <a:gd name="csX70" fmla="*/ 96774 w 243966"/>
                <a:gd name="csY70" fmla="*/ 181134 h 227634"/>
                <a:gd name="csX71" fmla="*/ 100140 w 243966"/>
                <a:gd name="csY71" fmla="*/ 179184 h 227634"/>
                <a:gd name="csX72" fmla="*/ 105855 w 243966"/>
                <a:gd name="csY72" fmla="*/ 181781 h 227634"/>
                <a:gd name="csX73" fmla="*/ 110109 w 243966"/>
                <a:gd name="csY73" fmla="*/ 189243 h 227634"/>
                <a:gd name="csX74" fmla="*/ 115507 w 243966"/>
                <a:gd name="csY74" fmla="*/ 188487 h 227634"/>
                <a:gd name="csX75" fmla="*/ 122111 w 243966"/>
                <a:gd name="csY75" fmla="*/ 178752 h 227634"/>
                <a:gd name="csX76" fmla="*/ 115507 w 243966"/>
                <a:gd name="csY76" fmla="*/ 179076 h 227634"/>
                <a:gd name="csX77" fmla="*/ 111506 w 243966"/>
                <a:gd name="csY77" fmla="*/ 173349 h 227634"/>
                <a:gd name="csX78" fmla="*/ 109157 w 243966"/>
                <a:gd name="csY78" fmla="*/ 169024 h 227634"/>
                <a:gd name="csX79" fmla="*/ 109982 w 243966"/>
                <a:gd name="csY79" fmla="*/ 163506 h 227634"/>
                <a:gd name="csX80" fmla="*/ 121984 w 243966"/>
                <a:gd name="csY80" fmla="*/ 163398 h 227634"/>
                <a:gd name="csX81" fmla="*/ 125666 w 243966"/>
                <a:gd name="csY81" fmla="*/ 161995 h 227634"/>
                <a:gd name="csX82" fmla="*/ 129667 w 243966"/>
                <a:gd name="csY82" fmla="*/ 161671 h 227634"/>
                <a:gd name="csX83" fmla="*/ 140970 w 243966"/>
                <a:gd name="csY83" fmla="*/ 174320 h 227634"/>
                <a:gd name="csX84" fmla="*/ 144971 w 243966"/>
                <a:gd name="csY84" fmla="*/ 173564 h 227634"/>
                <a:gd name="csX85" fmla="*/ 143256 w 243966"/>
                <a:gd name="csY85" fmla="*/ 160909 h 227634"/>
                <a:gd name="csX86" fmla="*/ 144082 w 243966"/>
                <a:gd name="csY86" fmla="*/ 151181 h 227634"/>
                <a:gd name="csX87" fmla="*/ 132842 w 243966"/>
                <a:gd name="csY87" fmla="*/ 147396 h 227634"/>
                <a:gd name="csX88" fmla="*/ 127762 w 243966"/>
                <a:gd name="csY88" fmla="*/ 143504 h 227634"/>
                <a:gd name="csX89" fmla="*/ 118110 w 243966"/>
                <a:gd name="csY89" fmla="*/ 137230 h 227634"/>
                <a:gd name="csX90" fmla="*/ 112713 w 243966"/>
                <a:gd name="csY90" fmla="*/ 133553 h 227634"/>
                <a:gd name="csX91" fmla="*/ 112141 w 243966"/>
                <a:gd name="csY91" fmla="*/ 133553 h 227634"/>
                <a:gd name="csX92" fmla="*/ 103823 w 243966"/>
                <a:gd name="csY92" fmla="*/ 127819 h 227634"/>
                <a:gd name="csX93" fmla="*/ 93028 w 243966"/>
                <a:gd name="csY93" fmla="*/ 126092 h 227634"/>
                <a:gd name="csX94" fmla="*/ 91948 w 243966"/>
                <a:gd name="csY94" fmla="*/ 121228 h 227634"/>
                <a:gd name="csX95" fmla="*/ 100711 w 243966"/>
                <a:gd name="csY95" fmla="*/ 119278 h 227634"/>
                <a:gd name="csX96" fmla="*/ 103505 w 243966"/>
                <a:gd name="csY96" fmla="*/ 113659 h 227634"/>
                <a:gd name="csX97" fmla="*/ 100457 w 243966"/>
                <a:gd name="csY97" fmla="*/ 104680 h 227634"/>
                <a:gd name="csX98" fmla="*/ 106743 w 243966"/>
                <a:gd name="csY98" fmla="*/ 103924 h 227634"/>
                <a:gd name="csX99" fmla="*/ 110617 w 243966"/>
                <a:gd name="csY99" fmla="*/ 110198 h 227634"/>
                <a:gd name="csX100" fmla="*/ 112078 w 243966"/>
                <a:gd name="csY100" fmla="*/ 112033 h 227634"/>
                <a:gd name="csX101" fmla="*/ 117792 w 243966"/>
                <a:gd name="csY101" fmla="*/ 106413 h 227634"/>
                <a:gd name="csX102" fmla="*/ 100774 w 243966"/>
                <a:gd name="csY102" fmla="*/ 87484 h 227634"/>
                <a:gd name="csX103" fmla="*/ 100393 w 243966"/>
                <a:gd name="csY103" fmla="*/ 85001 h 227634"/>
                <a:gd name="csX104" fmla="*/ 90170 w 243966"/>
                <a:gd name="csY104" fmla="*/ 68777 h 227634"/>
                <a:gd name="csX105" fmla="*/ 92774 w 243966"/>
                <a:gd name="csY105" fmla="*/ 51695 h 227634"/>
                <a:gd name="csX106" fmla="*/ 103378 w 243966"/>
                <a:gd name="csY106" fmla="*/ 48666 h 227634"/>
                <a:gd name="csX107" fmla="*/ 102235 w 243966"/>
                <a:gd name="csY107" fmla="*/ 56343 h 227634"/>
                <a:gd name="csX108" fmla="*/ 108839 w 243966"/>
                <a:gd name="csY108" fmla="*/ 61532 h 227634"/>
                <a:gd name="csX109" fmla="*/ 115062 w 243966"/>
                <a:gd name="csY109" fmla="*/ 66834 h 227634"/>
                <a:gd name="csX110" fmla="*/ 120269 w 243966"/>
                <a:gd name="csY110" fmla="*/ 76346 h 227634"/>
                <a:gd name="csX111" fmla="*/ 128270 w 243966"/>
                <a:gd name="csY111" fmla="*/ 75698 h 227634"/>
                <a:gd name="csX112" fmla="*/ 121793 w 243966"/>
                <a:gd name="csY112" fmla="*/ 67265 h 227634"/>
                <a:gd name="csX113" fmla="*/ 121602 w 243966"/>
                <a:gd name="csY113" fmla="*/ 66618 h 227634"/>
                <a:gd name="csX114" fmla="*/ 124270 w 243966"/>
                <a:gd name="csY114" fmla="*/ 64021 h 227634"/>
                <a:gd name="csX115" fmla="*/ 137795 w 243966"/>
                <a:gd name="csY115" fmla="*/ 75159 h 227634"/>
                <a:gd name="csX116" fmla="*/ 142812 w 243966"/>
                <a:gd name="csY116" fmla="*/ 73755 h 227634"/>
                <a:gd name="csX117" fmla="*/ 139764 w 243966"/>
                <a:gd name="csY117" fmla="*/ 66834 h 227634"/>
                <a:gd name="csX118" fmla="*/ 131953 w 243966"/>
                <a:gd name="csY118" fmla="*/ 60344 h 227634"/>
                <a:gd name="csX119" fmla="*/ 148527 w 243966"/>
                <a:gd name="csY119" fmla="*/ 64560 h 227634"/>
                <a:gd name="csX120" fmla="*/ 152019 w 243966"/>
                <a:gd name="csY120" fmla="*/ 69424 h 227634"/>
                <a:gd name="csX121" fmla="*/ 156527 w 243966"/>
                <a:gd name="csY121" fmla="*/ 68777 h 227634"/>
                <a:gd name="csX122" fmla="*/ 152654 w 243966"/>
                <a:gd name="csY122" fmla="*/ 59912 h 227634"/>
                <a:gd name="csX123" fmla="*/ 141034 w 243966"/>
                <a:gd name="csY123" fmla="*/ 55588 h 227634"/>
                <a:gd name="csX124" fmla="*/ 136525 w 243966"/>
                <a:gd name="csY124" fmla="*/ 49206 h 227634"/>
                <a:gd name="csX125" fmla="*/ 132715 w 243966"/>
                <a:gd name="csY125" fmla="*/ 41637 h 227634"/>
                <a:gd name="csX126" fmla="*/ 138557 w 243966"/>
                <a:gd name="csY126" fmla="*/ 40557 h 227634"/>
                <a:gd name="csX127" fmla="*/ 148400 w 243966"/>
                <a:gd name="csY127" fmla="*/ 41313 h 227634"/>
                <a:gd name="csX128" fmla="*/ 161100 w 243966"/>
                <a:gd name="csY128" fmla="*/ 32658 h 227634"/>
                <a:gd name="csX129" fmla="*/ 161417 w 243966"/>
                <a:gd name="csY129" fmla="*/ 32658 h 227634"/>
                <a:gd name="csX130" fmla="*/ 165545 w 243966"/>
                <a:gd name="csY130" fmla="*/ 34284 h 227634"/>
                <a:gd name="csX131" fmla="*/ 170498 w 243966"/>
                <a:gd name="csY131" fmla="*/ 36881 h 227634"/>
                <a:gd name="csX132" fmla="*/ 182499 w 243966"/>
                <a:gd name="csY132" fmla="*/ 29635 h 227634"/>
                <a:gd name="csX133" fmla="*/ 188913 w 243966"/>
                <a:gd name="csY133" fmla="*/ 33960 h 227634"/>
                <a:gd name="csX134" fmla="*/ 219456 w 243966"/>
                <a:gd name="csY134" fmla="*/ 41313 h 227634"/>
                <a:gd name="csX135" fmla="*/ 220916 w 243966"/>
                <a:gd name="csY135" fmla="*/ 44342 h 227634"/>
                <a:gd name="csX136" fmla="*/ 232410 w 243966"/>
                <a:gd name="csY136" fmla="*/ 32010 h 227634"/>
                <a:gd name="csX137" fmla="*/ 232410 w 243966"/>
                <a:gd name="csY137" fmla="*/ 31363 h 227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43966" h="227634">
                  <a:moveTo>
                    <a:pt x="232410" y="31363"/>
                  </a:moveTo>
                  <a:lnTo>
                    <a:pt x="232092" y="22930"/>
                  </a:lnTo>
                  <a:lnTo>
                    <a:pt x="243967" y="18929"/>
                  </a:lnTo>
                  <a:lnTo>
                    <a:pt x="241808" y="3791"/>
                  </a:lnTo>
                  <a:lnTo>
                    <a:pt x="230568" y="1518"/>
                  </a:lnTo>
                  <a:lnTo>
                    <a:pt x="218250" y="0"/>
                  </a:lnTo>
                  <a:lnTo>
                    <a:pt x="221678" y="17196"/>
                  </a:lnTo>
                  <a:lnTo>
                    <a:pt x="187389" y="19145"/>
                  </a:lnTo>
                  <a:lnTo>
                    <a:pt x="155321" y="6921"/>
                  </a:lnTo>
                  <a:lnTo>
                    <a:pt x="96330" y="17628"/>
                  </a:lnTo>
                  <a:lnTo>
                    <a:pt x="91377" y="26822"/>
                  </a:lnTo>
                  <a:lnTo>
                    <a:pt x="65977" y="27254"/>
                  </a:lnTo>
                  <a:lnTo>
                    <a:pt x="52832" y="37960"/>
                  </a:lnTo>
                  <a:lnTo>
                    <a:pt x="28575" y="39903"/>
                  </a:lnTo>
                  <a:lnTo>
                    <a:pt x="32512" y="51371"/>
                  </a:lnTo>
                  <a:lnTo>
                    <a:pt x="22860" y="55912"/>
                  </a:lnTo>
                  <a:lnTo>
                    <a:pt x="17907" y="72777"/>
                  </a:lnTo>
                  <a:lnTo>
                    <a:pt x="5524" y="76238"/>
                  </a:lnTo>
                  <a:lnTo>
                    <a:pt x="8255" y="84677"/>
                  </a:lnTo>
                  <a:lnTo>
                    <a:pt x="0" y="91268"/>
                  </a:lnTo>
                  <a:cubicBezTo>
                    <a:pt x="572" y="93542"/>
                    <a:pt x="-698" y="96247"/>
                    <a:pt x="1207" y="99276"/>
                  </a:cubicBezTo>
                  <a:cubicBezTo>
                    <a:pt x="2096" y="100355"/>
                    <a:pt x="4255" y="105435"/>
                    <a:pt x="8128" y="105759"/>
                  </a:cubicBezTo>
                  <a:cubicBezTo>
                    <a:pt x="12573" y="106191"/>
                    <a:pt x="18860" y="116465"/>
                    <a:pt x="18415" y="115925"/>
                  </a:cubicBezTo>
                  <a:cubicBezTo>
                    <a:pt x="21336" y="119818"/>
                    <a:pt x="22225" y="113767"/>
                    <a:pt x="26988" y="115170"/>
                  </a:cubicBezTo>
                  <a:cubicBezTo>
                    <a:pt x="28385" y="115818"/>
                    <a:pt x="34480" y="116357"/>
                    <a:pt x="34798" y="120358"/>
                  </a:cubicBezTo>
                  <a:cubicBezTo>
                    <a:pt x="35179" y="125444"/>
                    <a:pt x="28385" y="118847"/>
                    <a:pt x="23114" y="122307"/>
                  </a:cubicBezTo>
                  <a:lnTo>
                    <a:pt x="19622" y="124581"/>
                  </a:lnTo>
                  <a:cubicBezTo>
                    <a:pt x="15748" y="127063"/>
                    <a:pt x="13780" y="133985"/>
                    <a:pt x="14097" y="133445"/>
                  </a:cubicBezTo>
                  <a:cubicBezTo>
                    <a:pt x="12573" y="137338"/>
                    <a:pt x="18669" y="134849"/>
                    <a:pt x="18098" y="134849"/>
                  </a:cubicBezTo>
                  <a:cubicBezTo>
                    <a:pt x="22733" y="133337"/>
                    <a:pt x="19812" y="128905"/>
                    <a:pt x="23940" y="128041"/>
                  </a:cubicBezTo>
                  <a:cubicBezTo>
                    <a:pt x="25464" y="127711"/>
                    <a:pt x="27623" y="128689"/>
                    <a:pt x="28702" y="130200"/>
                  </a:cubicBezTo>
                  <a:lnTo>
                    <a:pt x="33909" y="137338"/>
                  </a:lnTo>
                  <a:cubicBezTo>
                    <a:pt x="36068" y="140367"/>
                    <a:pt x="34862" y="144799"/>
                    <a:pt x="34989" y="144151"/>
                  </a:cubicBezTo>
                  <a:cubicBezTo>
                    <a:pt x="34036" y="148692"/>
                    <a:pt x="41275" y="143935"/>
                    <a:pt x="40704" y="144151"/>
                  </a:cubicBezTo>
                  <a:cubicBezTo>
                    <a:pt x="45149" y="141878"/>
                    <a:pt x="46990" y="146964"/>
                    <a:pt x="52007" y="145663"/>
                  </a:cubicBezTo>
                  <a:cubicBezTo>
                    <a:pt x="60516" y="143396"/>
                    <a:pt x="65405" y="141554"/>
                    <a:pt x="69723" y="142856"/>
                  </a:cubicBezTo>
                  <a:cubicBezTo>
                    <a:pt x="74486" y="143720"/>
                    <a:pt x="80455" y="147612"/>
                    <a:pt x="83185" y="143827"/>
                  </a:cubicBezTo>
                  <a:cubicBezTo>
                    <a:pt x="85090" y="141014"/>
                    <a:pt x="88138" y="145231"/>
                    <a:pt x="87567" y="144907"/>
                  </a:cubicBezTo>
                  <a:cubicBezTo>
                    <a:pt x="90615" y="148907"/>
                    <a:pt x="92266" y="143072"/>
                    <a:pt x="96266" y="146094"/>
                  </a:cubicBezTo>
                  <a:cubicBezTo>
                    <a:pt x="99060" y="148152"/>
                    <a:pt x="101854" y="150533"/>
                    <a:pt x="105664" y="151721"/>
                  </a:cubicBezTo>
                  <a:cubicBezTo>
                    <a:pt x="107633" y="152476"/>
                    <a:pt x="116586" y="153994"/>
                    <a:pt x="111824" y="155289"/>
                  </a:cubicBezTo>
                  <a:cubicBezTo>
                    <a:pt x="108903" y="156477"/>
                    <a:pt x="102299" y="156585"/>
                    <a:pt x="102108" y="160585"/>
                  </a:cubicBezTo>
                  <a:cubicBezTo>
                    <a:pt x="102108" y="162103"/>
                    <a:pt x="100711" y="162534"/>
                    <a:pt x="99060" y="161671"/>
                  </a:cubicBezTo>
                  <a:lnTo>
                    <a:pt x="89345" y="156153"/>
                  </a:lnTo>
                  <a:cubicBezTo>
                    <a:pt x="85217" y="153772"/>
                    <a:pt x="78486" y="153994"/>
                    <a:pt x="79121" y="153994"/>
                  </a:cubicBezTo>
                  <a:cubicBezTo>
                    <a:pt x="70485" y="153340"/>
                    <a:pt x="65215" y="144691"/>
                    <a:pt x="60833" y="149339"/>
                  </a:cubicBezTo>
                  <a:lnTo>
                    <a:pt x="57722" y="152800"/>
                  </a:lnTo>
                  <a:cubicBezTo>
                    <a:pt x="53277" y="157562"/>
                    <a:pt x="46482" y="149555"/>
                    <a:pt x="44514" y="155505"/>
                  </a:cubicBezTo>
                  <a:cubicBezTo>
                    <a:pt x="44069" y="156369"/>
                    <a:pt x="43624" y="160153"/>
                    <a:pt x="40068" y="162534"/>
                  </a:cubicBezTo>
                  <a:cubicBezTo>
                    <a:pt x="39561" y="163182"/>
                    <a:pt x="34354" y="165348"/>
                    <a:pt x="38037" y="167615"/>
                  </a:cubicBezTo>
                  <a:cubicBezTo>
                    <a:pt x="38545" y="168154"/>
                    <a:pt x="42799" y="169780"/>
                    <a:pt x="42990" y="173349"/>
                  </a:cubicBezTo>
                  <a:cubicBezTo>
                    <a:pt x="43117" y="177673"/>
                    <a:pt x="52642" y="181565"/>
                    <a:pt x="52070" y="181134"/>
                  </a:cubicBezTo>
                  <a:cubicBezTo>
                    <a:pt x="56007" y="183299"/>
                    <a:pt x="56198" y="190106"/>
                    <a:pt x="56007" y="189567"/>
                  </a:cubicBezTo>
                  <a:cubicBezTo>
                    <a:pt x="56642" y="193891"/>
                    <a:pt x="52832" y="198761"/>
                    <a:pt x="53086" y="198222"/>
                  </a:cubicBezTo>
                  <a:cubicBezTo>
                    <a:pt x="52070" y="199733"/>
                    <a:pt x="52007" y="202438"/>
                    <a:pt x="52832" y="204057"/>
                  </a:cubicBezTo>
                  <a:lnTo>
                    <a:pt x="55245" y="208381"/>
                  </a:lnTo>
                  <a:cubicBezTo>
                    <a:pt x="57404" y="212496"/>
                    <a:pt x="63754" y="215087"/>
                    <a:pt x="63246" y="214763"/>
                  </a:cubicBezTo>
                  <a:cubicBezTo>
                    <a:pt x="64834" y="215627"/>
                    <a:pt x="66167" y="214763"/>
                    <a:pt x="66040" y="212928"/>
                  </a:cubicBezTo>
                  <a:lnTo>
                    <a:pt x="65849" y="207302"/>
                  </a:lnTo>
                  <a:cubicBezTo>
                    <a:pt x="65723" y="203302"/>
                    <a:pt x="71565" y="203302"/>
                    <a:pt x="70930" y="203517"/>
                  </a:cubicBezTo>
                  <a:cubicBezTo>
                    <a:pt x="76137" y="203086"/>
                    <a:pt x="72580" y="208712"/>
                    <a:pt x="76454" y="209791"/>
                  </a:cubicBezTo>
                  <a:cubicBezTo>
                    <a:pt x="80264" y="210763"/>
                    <a:pt x="81407" y="222980"/>
                    <a:pt x="81343" y="222333"/>
                  </a:cubicBezTo>
                  <a:cubicBezTo>
                    <a:pt x="82169" y="226657"/>
                    <a:pt x="87249" y="229902"/>
                    <a:pt x="87948" y="225469"/>
                  </a:cubicBezTo>
                  <a:cubicBezTo>
                    <a:pt x="89345" y="220389"/>
                    <a:pt x="87948" y="212604"/>
                    <a:pt x="93345" y="212496"/>
                  </a:cubicBezTo>
                  <a:lnTo>
                    <a:pt x="93790" y="212496"/>
                  </a:lnTo>
                  <a:cubicBezTo>
                    <a:pt x="101664" y="212274"/>
                    <a:pt x="102934" y="227635"/>
                    <a:pt x="110744" y="227635"/>
                  </a:cubicBezTo>
                  <a:lnTo>
                    <a:pt x="112141" y="227635"/>
                  </a:lnTo>
                  <a:cubicBezTo>
                    <a:pt x="119190" y="227635"/>
                    <a:pt x="105791" y="219627"/>
                    <a:pt x="109474" y="214763"/>
                  </a:cubicBezTo>
                  <a:cubicBezTo>
                    <a:pt x="110427" y="213468"/>
                    <a:pt x="110427" y="211195"/>
                    <a:pt x="109474" y="209575"/>
                  </a:cubicBezTo>
                  <a:lnTo>
                    <a:pt x="97854" y="190214"/>
                  </a:lnTo>
                  <a:cubicBezTo>
                    <a:pt x="95631" y="186538"/>
                    <a:pt x="96774" y="180486"/>
                    <a:pt x="96774" y="181134"/>
                  </a:cubicBezTo>
                  <a:cubicBezTo>
                    <a:pt x="96901" y="179292"/>
                    <a:pt x="98552" y="178429"/>
                    <a:pt x="100140" y="179184"/>
                  </a:cubicBezTo>
                  <a:lnTo>
                    <a:pt x="105855" y="181781"/>
                  </a:lnTo>
                  <a:cubicBezTo>
                    <a:pt x="109918" y="183623"/>
                    <a:pt x="110299" y="189782"/>
                    <a:pt x="110109" y="189243"/>
                  </a:cubicBezTo>
                  <a:cubicBezTo>
                    <a:pt x="110871" y="193459"/>
                    <a:pt x="116141" y="188271"/>
                    <a:pt x="115507" y="188487"/>
                  </a:cubicBezTo>
                  <a:cubicBezTo>
                    <a:pt x="119634" y="185026"/>
                    <a:pt x="130810" y="187084"/>
                    <a:pt x="122111" y="178752"/>
                  </a:cubicBezTo>
                  <a:cubicBezTo>
                    <a:pt x="118554" y="175400"/>
                    <a:pt x="119952" y="181673"/>
                    <a:pt x="115507" y="179076"/>
                  </a:cubicBezTo>
                  <a:cubicBezTo>
                    <a:pt x="114999" y="178537"/>
                    <a:pt x="111062" y="177457"/>
                    <a:pt x="111506" y="173349"/>
                  </a:cubicBezTo>
                  <a:cubicBezTo>
                    <a:pt x="111379" y="172701"/>
                    <a:pt x="111824" y="169672"/>
                    <a:pt x="109157" y="169024"/>
                  </a:cubicBezTo>
                  <a:cubicBezTo>
                    <a:pt x="105664" y="168154"/>
                    <a:pt x="105474" y="164370"/>
                    <a:pt x="109982" y="163506"/>
                  </a:cubicBezTo>
                  <a:cubicBezTo>
                    <a:pt x="113602" y="163074"/>
                    <a:pt x="119443" y="160585"/>
                    <a:pt x="121984" y="163398"/>
                  </a:cubicBezTo>
                  <a:cubicBezTo>
                    <a:pt x="123825" y="165348"/>
                    <a:pt x="126365" y="161563"/>
                    <a:pt x="125666" y="161995"/>
                  </a:cubicBezTo>
                  <a:cubicBezTo>
                    <a:pt x="126683" y="160477"/>
                    <a:pt x="128397" y="160261"/>
                    <a:pt x="129667" y="161671"/>
                  </a:cubicBezTo>
                  <a:lnTo>
                    <a:pt x="140970" y="174320"/>
                  </a:lnTo>
                  <a:cubicBezTo>
                    <a:pt x="143320" y="176917"/>
                    <a:pt x="145605" y="173025"/>
                    <a:pt x="144971" y="173564"/>
                  </a:cubicBezTo>
                  <a:cubicBezTo>
                    <a:pt x="147320" y="169024"/>
                    <a:pt x="143003" y="160261"/>
                    <a:pt x="143256" y="160909"/>
                  </a:cubicBezTo>
                  <a:cubicBezTo>
                    <a:pt x="141732" y="156369"/>
                    <a:pt x="146558" y="154749"/>
                    <a:pt x="144082" y="151181"/>
                  </a:cubicBezTo>
                  <a:cubicBezTo>
                    <a:pt x="141478" y="147504"/>
                    <a:pt x="132271" y="147288"/>
                    <a:pt x="132842" y="147396"/>
                  </a:cubicBezTo>
                  <a:cubicBezTo>
                    <a:pt x="129286" y="146964"/>
                    <a:pt x="127317" y="142964"/>
                    <a:pt x="127762" y="143504"/>
                  </a:cubicBezTo>
                  <a:cubicBezTo>
                    <a:pt x="125603" y="139065"/>
                    <a:pt x="120587" y="141554"/>
                    <a:pt x="118110" y="137230"/>
                  </a:cubicBezTo>
                  <a:cubicBezTo>
                    <a:pt x="117603" y="136690"/>
                    <a:pt x="116396" y="133769"/>
                    <a:pt x="112713" y="133553"/>
                  </a:cubicBezTo>
                  <a:lnTo>
                    <a:pt x="112141" y="133553"/>
                  </a:lnTo>
                  <a:cubicBezTo>
                    <a:pt x="107061" y="133229"/>
                    <a:pt x="108839" y="128689"/>
                    <a:pt x="103823" y="127819"/>
                  </a:cubicBezTo>
                  <a:lnTo>
                    <a:pt x="93028" y="126092"/>
                  </a:lnTo>
                  <a:cubicBezTo>
                    <a:pt x="88646" y="125444"/>
                    <a:pt x="87503" y="121336"/>
                    <a:pt x="91948" y="121228"/>
                  </a:cubicBezTo>
                  <a:cubicBezTo>
                    <a:pt x="92583" y="121228"/>
                    <a:pt x="97092" y="121444"/>
                    <a:pt x="100711" y="119278"/>
                  </a:cubicBezTo>
                  <a:cubicBezTo>
                    <a:pt x="101219" y="118631"/>
                    <a:pt x="106236" y="117005"/>
                    <a:pt x="103505" y="113659"/>
                  </a:cubicBezTo>
                  <a:cubicBezTo>
                    <a:pt x="102299" y="111601"/>
                    <a:pt x="96584" y="107817"/>
                    <a:pt x="100457" y="104680"/>
                  </a:cubicBezTo>
                  <a:cubicBezTo>
                    <a:pt x="101092" y="104464"/>
                    <a:pt x="103505" y="101867"/>
                    <a:pt x="106743" y="103924"/>
                  </a:cubicBezTo>
                  <a:cubicBezTo>
                    <a:pt x="107505" y="104572"/>
                    <a:pt x="112903" y="106191"/>
                    <a:pt x="110617" y="110198"/>
                  </a:cubicBezTo>
                  <a:cubicBezTo>
                    <a:pt x="110617" y="110846"/>
                    <a:pt x="109220" y="113112"/>
                    <a:pt x="112078" y="112033"/>
                  </a:cubicBezTo>
                  <a:cubicBezTo>
                    <a:pt x="113348" y="111169"/>
                    <a:pt x="120587" y="110198"/>
                    <a:pt x="117792" y="106413"/>
                  </a:cubicBezTo>
                  <a:cubicBezTo>
                    <a:pt x="104712" y="88678"/>
                    <a:pt x="101854" y="93758"/>
                    <a:pt x="100774" y="87484"/>
                  </a:cubicBezTo>
                  <a:lnTo>
                    <a:pt x="100393" y="85001"/>
                  </a:lnTo>
                  <a:cubicBezTo>
                    <a:pt x="99060" y="77432"/>
                    <a:pt x="88900" y="75482"/>
                    <a:pt x="90170" y="68777"/>
                  </a:cubicBezTo>
                  <a:cubicBezTo>
                    <a:pt x="92901" y="54718"/>
                    <a:pt x="88773" y="54178"/>
                    <a:pt x="92774" y="51695"/>
                  </a:cubicBezTo>
                  <a:cubicBezTo>
                    <a:pt x="95822" y="50286"/>
                    <a:pt x="101346" y="44450"/>
                    <a:pt x="103378" y="48666"/>
                  </a:cubicBezTo>
                  <a:cubicBezTo>
                    <a:pt x="105474" y="52775"/>
                    <a:pt x="98933" y="52667"/>
                    <a:pt x="102235" y="56343"/>
                  </a:cubicBezTo>
                  <a:cubicBezTo>
                    <a:pt x="102743" y="56883"/>
                    <a:pt x="104775" y="59912"/>
                    <a:pt x="108839" y="61532"/>
                  </a:cubicBezTo>
                  <a:cubicBezTo>
                    <a:pt x="109347" y="61855"/>
                    <a:pt x="114300" y="62725"/>
                    <a:pt x="115062" y="66834"/>
                  </a:cubicBezTo>
                  <a:cubicBezTo>
                    <a:pt x="115951" y="69101"/>
                    <a:pt x="115316" y="75698"/>
                    <a:pt x="120269" y="76346"/>
                  </a:cubicBezTo>
                  <a:cubicBezTo>
                    <a:pt x="122873" y="76454"/>
                    <a:pt x="132080" y="79051"/>
                    <a:pt x="128270" y="75698"/>
                  </a:cubicBezTo>
                  <a:cubicBezTo>
                    <a:pt x="127190" y="74511"/>
                    <a:pt x="122873" y="71806"/>
                    <a:pt x="121793" y="67265"/>
                  </a:cubicBezTo>
                  <a:lnTo>
                    <a:pt x="121602" y="66618"/>
                  </a:lnTo>
                  <a:cubicBezTo>
                    <a:pt x="120840" y="63373"/>
                    <a:pt x="124904" y="63805"/>
                    <a:pt x="124270" y="64021"/>
                  </a:cubicBezTo>
                  <a:cubicBezTo>
                    <a:pt x="130810" y="65100"/>
                    <a:pt x="131127" y="72561"/>
                    <a:pt x="137795" y="75159"/>
                  </a:cubicBezTo>
                  <a:cubicBezTo>
                    <a:pt x="138366" y="75159"/>
                    <a:pt x="142875" y="77972"/>
                    <a:pt x="142812" y="73755"/>
                  </a:cubicBezTo>
                  <a:cubicBezTo>
                    <a:pt x="142685" y="72993"/>
                    <a:pt x="143447" y="68885"/>
                    <a:pt x="139764" y="66834"/>
                  </a:cubicBezTo>
                  <a:cubicBezTo>
                    <a:pt x="137732" y="65424"/>
                    <a:pt x="131890" y="63373"/>
                    <a:pt x="131953" y="60344"/>
                  </a:cubicBezTo>
                  <a:cubicBezTo>
                    <a:pt x="132080" y="56775"/>
                    <a:pt x="145923" y="60992"/>
                    <a:pt x="148527" y="64560"/>
                  </a:cubicBezTo>
                  <a:lnTo>
                    <a:pt x="152019" y="69424"/>
                  </a:lnTo>
                  <a:cubicBezTo>
                    <a:pt x="154178" y="72454"/>
                    <a:pt x="157163" y="68345"/>
                    <a:pt x="156527" y="68777"/>
                  </a:cubicBezTo>
                  <a:cubicBezTo>
                    <a:pt x="159449" y="64884"/>
                    <a:pt x="152337" y="59373"/>
                    <a:pt x="152654" y="59912"/>
                  </a:cubicBezTo>
                  <a:cubicBezTo>
                    <a:pt x="149162" y="56343"/>
                    <a:pt x="140399" y="55480"/>
                    <a:pt x="141034" y="55588"/>
                  </a:cubicBezTo>
                  <a:cubicBezTo>
                    <a:pt x="136271" y="54610"/>
                    <a:pt x="140399" y="52451"/>
                    <a:pt x="136525" y="49206"/>
                  </a:cubicBezTo>
                  <a:cubicBezTo>
                    <a:pt x="135446" y="47911"/>
                    <a:pt x="129032" y="44774"/>
                    <a:pt x="132715" y="41637"/>
                  </a:cubicBezTo>
                  <a:cubicBezTo>
                    <a:pt x="133350" y="41421"/>
                    <a:pt x="135446" y="39256"/>
                    <a:pt x="138557" y="40557"/>
                  </a:cubicBezTo>
                  <a:cubicBezTo>
                    <a:pt x="140652" y="40989"/>
                    <a:pt x="144843" y="44450"/>
                    <a:pt x="148400" y="41313"/>
                  </a:cubicBezTo>
                  <a:cubicBezTo>
                    <a:pt x="153099" y="37313"/>
                    <a:pt x="156654" y="33636"/>
                    <a:pt x="161100" y="32658"/>
                  </a:cubicBezTo>
                  <a:lnTo>
                    <a:pt x="161417" y="32658"/>
                  </a:lnTo>
                  <a:cubicBezTo>
                    <a:pt x="163259" y="32226"/>
                    <a:pt x="165100" y="32988"/>
                    <a:pt x="165545" y="34284"/>
                  </a:cubicBezTo>
                  <a:cubicBezTo>
                    <a:pt x="166497" y="36773"/>
                    <a:pt x="171069" y="37097"/>
                    <a:pt x="170498" y="36881"/>
                  </a:cubicBezTo>
                  <a:cubicBezTo>
                    <a:pt x="175832" y="37205"/>
                    <a:pt x="183198" y="29089"/>
                    <a:pt x="182499" y="29635"/>
                  </a:cubicBezTo>
                  <a:cubicBezTo>
                    <a:pt x="186182" y="26499"/>
                    <a:pt x="184023" y="32658"/>
                    <a:pt x="188913" y="33960"/>
                  </a:cubicBezTo>
                  <a:cubicBezTo>
                    <a:pt x="212153" y="40011"/>
                    <a:pt x="216726" y="35687"/>
                    <a:pt x="219456" y="41313"/>
                  </a:cubicBezTo>
                  <a:cubicBezTo>
                    <a:pt x="219837" y="41853"/>
                    <a:pt x="220282" y="43148"/>
                    <a:pt x="220916" y="44342"/>
                  </a:cubicBezTo>
                  <a:lnTo>
                    <a:pt x="232410" y="32010"/>
                  </a:lnTo>
                  <a:lnTo>
                    <a:pt x="232410" y="31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70F06ABE-2428-CF29-47B6-1EA5576B020C}"/>
                </a:ext>
              </a:extLst>
            </p:cNvPr>
            <p:cNvSpPr/>
            <p:nvPr/>
          </p:nvSpPr>
          <p:spPr>
            <a:xfrm>
              <a:off x="5892854" y="2240878"/>
              <a:ext cx="9584" cy="7320"/>
            </a:xfrm>
            <a:custGeom>
              <a:avLst/>
              <a:gdLst>
                <a:gd name="csX0" fmla="*/ 308 w 9584"/>
                <a:gd name="csY0" fmla="*/ 2919 h 7320"/>
                <a:gd name="csX1" fmla="*/ 2473 w 9584"/>
                <a:gd name="csY1" fmla="*/ 6812 h 7320"/>
                <a:gd name="csX2" fmla="*/ 8105 w 9584"/>
                <a:gd name="csY2" fmla="*/ 976 h 7320"/>
                <a:gd name="csX3" fmla="*/ 308 w 9584"/>
                <a:gd name="csY3" fmla="*/ 2811 h 7320"/>
                <a:gd name="csX4" fmla="*/ 308 w 9584"/>
                <a:gd name="csY4" fmla="*/ 2919 h 7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84" h="7320">
                  <a:moveTo>
                    <a:pt x="308" y="2919"/>
                  </a:moveTo>
                  <a:cubicBezTo>
                    <a:pt x="308" y="3567"/>
                    <a:pt x="-1204" y="8977"/>
                    <a:pt x="2473" y="6812"/>
                  </a:cubicBezTo>
                  <a:cubicBezTo>
                    <a:pt x="4423" y="5409"/>
                    <a:pt x="12976" y="2164"/>
                    <a:pt x="8105" y="976"/>
                  </a:cubicBezTo>
                  <a:cubicBezTo>
                    <a:pt x="8105" y="976"/>
                    <a:pt x="962" y="-2161"/>
                    <a:pt x="308" y="2811"/>
                  </a:cubicBezTo>
                  <a:lnTo>
                    <a:pt x="308" y="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EFCBAFDF-05B3-6192-8965-12CA294C83C0}"/>
                </a:ext>
              </a:extLst>
            </p:cNvPr>
            <p:cNvSpPr/>
            <p:nvPr/>
          </p:nvSpPr>
          <p:spPr>
            <a:xfrm>
              <a:off x="5954705" y="2194916"/>
              <a:ext cx="4496" cy="5910"/>
            </a:xfrm>
            <a:custGeom>
              <a:avLst/>
              <a:gdLst>
                <a:gd name="csX0" fmla="*/ 2865 w 4496"/>
                <a:gd name="csY0" fmla="*/ 5733 h 5910"/>
                <a:gd name="csX1" fmla="*/ 807 w 4496"/>
                <a:gd name="csY1" fmla="*/ 222 h 5910"/>
                <a:gd name="csX2" fmla="*/ 2865 w 4496"/>
                <a:gd name="csY2" fmla="*/ 5733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96" h="5910">
                  <a:moveTo>
                    <a:pt x="2865" y="5733"/>
                  </a:moveTo>
                  <a:cubicBezTo>
                    <a:pt x="6218" y="4546"/>
                    <a:pt x="3836" y="-1188"/>
                    <a:pt x="807" y="222"/>
                  </a:cubicBezTo>
                  <a:cubicBezTo>
                    <a:pt x="-494" y="761"/>
                    <a:pt x="-494" y="7035"/>
                    <a:pt x="2865" y="57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E3F2C190-27FE-5951-BDCD-2E2CF00414B0}"/>
                </a:ext>
              </a:extLst>
            </p:cNvPr>
            <p:cNvSpPr/>
            <p:nvPr/>
          </p:nvSpPr>
          <p:spPr>
            <a:xfrm>
              <a:off x="5947544" y="2183224"/>
              <a:ext cx="6450" cy="6157"/>
            </a:xfrm>
            <a:custGeom>
              <a:avLst/>
              <a:gdLst>
                <a:gd name="csX0" fmla="*/ 2336 w 6450"/>
                <a:gd name="csY0" fmla="*/ 5315 h 6157"/>
                <a:gd name="csX1" fmla="*/ 3091 w 6450"/>
                <a:gd name="csY1" fmla="*/ 5747 h 6157"/>
                <a:gd name="csX2" fmla="*/ 3847 w 6450"/>
                <a:gd name="csY2" fmla="*/ 235 h 6157"/>
                <a:gd name="csX3" fmla="*/ 2336 w 6450"/>
                <a:gd name="csY3" fmla="*/ 5423 h 6157"/>
                <a:gd name="csX4" fmla="*/ 2336 w 6450"/>
                <a:gd name="csY4" fmla="*/ 5315 h 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450" h="6157">
                  <a:moveTo>
                    <a:pt x="2336" y="5315"/>
                  </a:moveTo>
                  <a:lnTo>
                    <a:pt x="3091" y="5747"/>
                  </a:lnTo>
                  <a:cubicBezTo>
                    <a:pt x="7206" y="7804"/>
                    <a:pt x="7638" y="1531"/>
                    <a:pt x="3847" y="235"/>
                  </a:cubicBezTo>
                  <a:cubicBezTo>
                    <a:pt x="62" y="-1066"/>
                    <a:pt x="-1779" y="3366"/>
                    <a:pt x="2336" y="5423"/>
                  </a:cubicBezTo>
                  <a:lnTo>
                    <a:pt x="2336" y="5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8EF7287-3038-1594-1ECF-828D126C3A0E}"/>
                </a:ext>
              </a:extLst>
            </p:cNvPr>
            <p:cNvSpPr/>
            <p:nvPr/>
          </p:nvSpPr>
          <p:spPr>
            <a:xfrm>
              <a:off x="5940723" y="2169815"/>
              <a:ext cx="6603" cy="10547"/>
            </a:xfrm>
            <a:custGeom>
              <a:avLst/>
              <a:gdLst>
                <a:gd name="csX0" fmla="*/ 4724 w 6603"/>
                <a:gd name="csY0" fmla="*/ 8990 h 10547"/>
                <a:gd name="csX1" fmla="*/ 4286 w 6603"/>
                <a:gd name="csY1" fmla="*/ 125 h 10547"/>
                <a:gd name="csX2" fmla="*/ 393 w 6603"/>
                <a:gd name="csY2" fmla="*/ 4774 h 10547"/>
                <a:gd name="csX3" fmla="*/ 4724 w 6603"/>
                <a:gd name="csY3" fmla="*/ 8990 h 10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03" h="10547">
                  <a:moveTo>
                    <a:pt x="4724" y="8990"/>
                  </a:moveTo>
                  <a:cubicBezTo>
                    <a:pt x="5048" y="6507"/>
                    <a:pt x="9048" y="-1062"/>
                    <a:pt x="4286" y="125"/>
                  </a:cubicBezTo>
                  <a:cubicBezTo>
                    <a:pt x="3746" y="449"/>
                    <a:pt x="-1448" y="557"/>
                    <a:pt x="393" y="4774"/>
                  </a:cubicBezTo>
                  <a:cubicBezTo>
                    <a:pt x="1041" y="5853"/>
                    <a:pt x="3314" y="13860"/>
                    <a:pt x="4724" y="8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193643B5-FED3-7BAD-8F44-E03F3E396327}"/>
                </a:ext>
              </a:extLst>
            </p:cNvPr>
            <p:cNvSpPr/>
            <p:nvPr/>
          </p:nvSpPr>
          <p:spPr>
            <a:xfrm>
              <a:off x="6125139" y="2189362"/>
              <a:ext cx="22919" cy="24283"/>
            </a:xfrm>
            <a:custGeom>
              <a:avLst/>
              <a:gdLst>
                <a:gd name="csX0" fmla="*/ 5169 w 22919"/>
                <a:gd name="csY0" fmla="*/ 3826 h 24283"/>
                <a:gd name="csX1" fmla="*/ 2356 w 22919"/>
                <a:gd name="csY1" fmla="*/ 6747 h 24283"/>
                <a:gd name="csX2" fmla="*/ 2896 w 22919"/>
                <a:gd name="csY2" fmla="*/ 12151 h 24283"/>
                <a:gd name="csX3" fmla="*/ 3004 w 22919"/>
                <a:gd name="csY3" fmla="*/ 14532 h 24283"/>
                <a:gd name="csX4" fmla="*/ 3004 w 22919"/>
                <a:gd name="csY4" fmla="*/ 18533 h 24283"/>
                <a:gd name="csX5" fmla="*/ 11342 w 22919"/>
                <a:gd name="csY5" fmla="*/ 22641 h 24283"/>
                <a:gd name="csX6" fmla="*/ 20111 w 22919"/>
                <a:gd name="csY6" fmla="*/ 21993 h 24283"/>
                <a:gd name="csX7" fmla="*/ 22708 w 22919"/>
                <a:gd name="csY7" fmla="*/ 21130 h 24283"/>
                <a:gd name="csX8" fmla="*/ 20219 w 22919"/>
                <a:gd name="csY8" fmla="*/ 15942 h 24283"/>
                <a:gd name="csX9" fmla="*/ 20543 w 22919"/>
                <a:gd name="csY9" fmla="*/ 7719 h 24283"/>
                <a:gd name="csX10" fmla="*/ 13939 w 22919"/>
                <a:gd name="csY10" fmla="*/ 9128 h 24283"/>
                <a:gd name="csX11" fmla="*/ 9824 w 22919"/>
                <a:gd name="csY11" fmla="*/ 5128 h 24283"/>
                <a:gd name="csX12" fmla="*/ 10256 w 22919"/>
                <a:gd name="csY12" fmla="*/ 3286 h 24283"/>
                <a:gd name="csX13" fmla="*/ 5061 w 22919"/>
                <a:gd name="csY13" fmla="*/ 4042 h 24283"/>
                <a:gd name="csX14" fmla="*/ 5169 w 22919"/>
                <a:gd name="csY14" fmla="*/ 3826 h 2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919" h="24283">
                  <a:moveTo>
                    <a:pt x="5169" y="3826"/>
                  </a:moveTo>
                  <a:cubicBezTo>
                    <a:pt x="5169" y="5992"/>
                    <a:pt x="3982" y="7179"/>
                    <a:pt x="2356" y="6747"/>
                  </a:cubicBezTo>
                  <a:cubicBezTo>
                    <a:pt x="-1320" y="5560"/>
                    <a:pt x="-349" y="11071"/>
                    <a:pt x="2896" y="12151"/>
                  </a:cubicBezTo>
                  <a:cubicBezTo>
                    <a:pt x="4306" y="12589"/>
                    <a:pt x="4306" y="13669"/>
                    <a:pt x="3004" y="14532"/>
                  </a:cubicBezTo>
                  <a:cubicBezTo>
                    <a:pt x="1708" y="15396"/>
                    <a:pt x="1708" y="17129"/>
                    <a:pt x="3004" y="18533"/>
                  </a:cubicBezTo>
                  <a:cubicBezTo>
                    <a:pt x="5061" y="20158"/>
                    <a:pt x="9824" y="27512"/>
                    <a:pt x="11342" y="22641"/>
                  </a:cubicBezTo>
                  <a:cubicBezTo>
                    <a:pt x="12745" y="18317"/>
                    <a:pt x="18161" y="18857"/>
                    <a:pt x="20111" y="21993"/>
                  </a:cubicBezTo>
                  <a:cubicBezTo>
                    <a:pt x="20867" y="23295"/>
                    <a:pt x="22054" y="22965"/>
                    <a:pt x="22708" y="21130"/>
                  </a:cubicBezTo>
                  <a:cubicBezTo>
                    <a:pt x="23895" y="17561"/>
                    <a:pt x="19673" y="15288"/>
                    <a:pt x="20219" y="15942"/>
                  </a:cubicBezTo>
                  <a:cubicBezTo>
                    <a:pt x="15780" y="13561"/>
                    <a:pt x="20543" y="11287"/>
                    <a:pt x="20543" y="7719"/>
                  </a:cubicBezTo>
                  <a:cubicBezTo>
                    <a:pt x="20543" y="5128"/>
                    <a:pt x="15018" y="5452"/>
                    <a:pt x="13939" y="9128"/>
                  </a:cubicBezTo>
                  <a:cubicBezTo>
                    <a:pt x="12967" y="12697"/>
                    <a:pt x="8744" y="9992"/>
                    <a:pt x="9824" y="5128"/>
                  </a:cubicBezTo>
                  <a:lnTo>
                    <a:pt x="10256" y="3286"/>
                  </a:lnTo>
                  <a:cubicBezTo>
                    <a:pt x="11342" y="-1470"/>
                    <a:pt x="5061" y="-930"/>
                    <a:pt x="5061" y="4042"/>
                  </a:cubicBezTo>
                  <a:lnTo>
                    <a:pt x="5169" y="3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96A5E97C-CDB6-F4E0-1F6C-382E43928DA5}"/>
                </a:ext>
              </a:extLst>
            </p:cNvPr>
            <p:cNvSpPr/>
            <p:nvPr/>
          </p:nvSpPr>
          <p:spPr>
            <a:xfrm>
              <a:off x="5855068" y="2179567"/>
              <a:ext cx="338671" cy="402920"/>
            </a:xfrm>
            <a:custGeom>
              <a:avLst/>
              <a:gdLst>
                <a:gd name="csX0" fmla="*/ 91783 w 338671"/>
                <a:gd name="csY0" fmla="*/ 384861 h 402920"/>
                <a:gd name="csX1" fmla="*/ 98279 w 338671"/>
                <a:gd name="csY1" fmla="*/ 377723 h 402920"/>
                <a:gd name="csX2" fmla="*/ 143625 w 338671"/>
                <a:gd name="csY2" fmla="*/ 388645 h 402920"/>
                <a:gd name="csX3" fmla="*/ 158782 w 338671"/>
                <a:gd name="csY3" fmla="*/ 402920 h 402920"/>
                <a:gd name="csX4" fmla="*/ 168523 w 338671"/>
                <a:gd name="csY4" fmla="*/ 387344 h 402920"/>
                <a:gd name="csX5" fmla="*/ 185300 w 338671"/>
                <a:gd name="csY5" fmla="*/ 389185 h 402920"/>
                <a:gd name="csX6" fmla="*/ 190062 w 338671"/>
                <a:gd name="csY6" fmla="*/ 398050 h 402920"/>
                <a:gd name="csX7" fmla="*/ 233896 w 338671"/>
                <a:gd name="csY7" fmla="*/ 384969 h 402920"/>
                <a:gd name="csX8" fmla="*/ 263011 w 338671"/>
                <a:gd name="csY8" fmla="*/ 399021 h 402920"/>
                <a:gd name="csX9" fmla="*/ 268313 w 338671"/>
                <a:gd name="csY9" fmla="*/ 383451 h 402920"/>
                <a:gd name="csX10" fmla="*/ 255651 w 338671"/>
                <a:gd name="csY10" fmla="*/ 365823 h 402920"/>
                <a:gd name="csX11" fmla="*/ 291370 w 338671"/>
                <a:gd name="csY11" fmla="*/ 346684 h 402920"/>
                <a:gd name="csX12" fmla="*/ 294939 w 338671"/>
                <a:gd name="csY12" fmla="*/ 331006 h 402920"/>
                <a:gd name="csX13" fmla="*/ 241472 w 338671"/>
                <a:gd name="csY13" fmla="*/ 282346 h 402920"/>
                <a:gd name="csX14" fmla="*/ 246666 w 338671"/>
                <a:gd name="csY14" fmla="*/ 269367 h 402920"/>
                <a:gd name="csX15" fmla="*/ 232486 w 338671"/>
                <a:gd name="csY15" fmla="*/ 249149 h 402920"/>
                <a:gd name="csX16" fmla="*/ 300139 w 338671"/>
                <a:gd name="csY16" fmla="*/ 223412 h 402920"/>
                <a:gd name="csX17" fmla="*/ 309550 w 338671"/>
                <a:gd name="csY17" fmla="*/ 211296 h 402920"/>
                <a:gd name="csX18" fmla="*/ 319183 w 338671"/>
                <a:gd name="csY18" fmla="*/ 221786 h 402920"/>
                <a:gd name="csX19" fmla="*/ 338671 w 338671"/>
                <a:gd name="csY19" fmla="*/ 218218 h 402920"/>
                <a:gd name="csX20" fmla="*/ 338671 w 338671"/>
                <a:gd name="csY20" fmla="*/ 191510 h 402920"/>
                <a:gd name="csX21" fmla="*/ 326003 w 338671"/>
                <a:gd name="csY21" fmla="*/ 172047 h 402920"/>
                <a:gd name="csX22" fmla="*/ 326765 w 338671"/>
                <a:gd name="csY22" fmla="*/ 129114 h 402920"/>
                <a:gd name="csX23" fmla="*/ 309664 w 338671"/>
                <a:gd name="csY23" fmla="*/ 112135 h 402920"/>
                <a:gd name="csX24" fmla="*/ 317564 w 338671"/>
                <a:gd name="csY24" fmla="*/ 88563 h 402920"/>
                <a:gd name="csX25" fmla="*/ 311931 w 338671"/>
                <a:gd name="csY25" fmla="*/ 65202 h 402920"/>
                <a:gd name="csX26" fmla="*/ 297758 w 338671"/>
                <a:gd name="csY26" fmla="*/ 58064 h 402920"/>
                <a:gd name="csX27" fmla="*/ 296025 w 338671"/>
                <a:gd name="csY27" fmla="*/ 53524 h 402920"/>
                <a:gd name="csX28" fmla="*/ 297320 w 338671"/>
                <a:gd name="csY28" fmla="*/ 47358 h 402920"/>
                <a:gd name="csX29" fmla="*/ 296888 w 338671"/>
                <a:gd name="csY29" fmla="*/ 42494 h 402920"/>
                <a:gd name="csX30" fmla="*/ 279895 w 338671"/>
                <a:gd name="csY30" fmla="*/ 42062 h 402920"/>
                <a:gd name="csX31" fmla="*/ 270263 w 338671"/>
                <a:gd name="csY31" fmla="*/ 34061 h 402920"/>
                <a:gd name="csX32" fmla="*/ 265932 w 338671"/>
                <a:gd name="csY32" fmla="*/ 27464 h 402920"/>
                <a:gd name="csX33" fmla="*/ 261277 w 338671"/>
                <a:gd name="csY33" fmla="*/ 23787 h 402920"/>
                <a:gd name="csX34" fmla="*/ 248723 w 338671"/>
                <a:gd name="csY34" fmla="*/ 22923 h 402920"/>
                <a:gd name="csX35" fmla="*/ 228378 w 338671"/>
                <a:gd name="csY35" fmla="*/ 39141 h 402920"/>
                <a:gd name="csX36" fmla="*/ 213113 w 338671"/>
                <a:gd name="csY36" fmla="*/ 43250 h 402920"/>
                <a:gd name="csX37" fmla="*/ 213113 w 338671"/>
                <a:gd name="csY37" fmla="*/ 43466 h 402920"/>
                <a:gd name="csX38" fmla="*/ 206299 w 338671"/>
                <a:gd name="csY38" fmla="*/ 51257 h 402920"/>
                <a:gd name="csX39" fmla="*/ 206299 w 338671"/>
                <a:gd name="csY39" fmla="*/ 51797 h 402920"/>
                <a:gd name="csX40" fmla="*/ 190170 w 338671"/>
                <a:gd name="csY40" fmla="*/ 49955 h 402920"/>
                <a:gd name="csX41" fmla="*/ 189192 w 338671"/>
                <a:gd name="csY41" fmla="*/ 50495 h 402920"/>
                <a:gd name="csX42" fmla="*/ 181185 w 338671"/>
                <a:gd name="csY42" fmla="*/ 48012 h 402920"/>
                <a:gd name="csX43" fmla="*/ 181616 w 338671"/>
                <a:gd name="csY43" fmla="*/ 44228 h 402920"/>
                <a:gd name="csX44" fmla="*/ 190386 w 338671"/>
                <a:gd name="csY44" fmla="*/ 39789 h 402920"/>
                <a:gd name="csX45" fmla="*/ 195904 w 338671"/>
                <a:gd name="csY45" fmla="*/ 32868 h 402920"/>
                <a:gd name="csX46" fmla="*/ 201968 w 338671"/>
                <a:gd name="csY46" fmla="*/ 24219 h 402920"/>
                <a:gd name="csX47" fmla="*/ 192012 w 338671"/>
                <a:gd name="csY47" fmla="*/ 19463 h 402920"/>
                <a:gd name="csX48" fmla="*/ 191357 w 338671"/>
                <a:gd name="csY48" fmla="*/ 26492 h 402920"/>
                <a:gd name="csX49" fmla="*/ 183242 w 338671"/>
                <a:gd name="csY49" fmla="*/ 30061 h 402920"/>
                <a:gd name="csX50" fmla="*/ 177394 w 338671"/>
                <a:gd name="csY50" fmla="*/ 30385 h 402920"/>
                <a:gd name="csX51" fmla="*/ 164192 w 338671"/>
                <a:gd name="csY51" fmla="*/ 24974 h 402920"/>
                <a:gd name="csX52" fmla="*/ 158782 w 338671"/>
                <a:gd name="csY52" fmla="*/ 23247 h 402920"/>
                <a:gd name="csX53" fmla="*/ 153150 w 338671"/>
                <a:gd name="csY53" fmla="*/ 21514 h 402920"/>
                <a:gd name="csX54" fmla="*/ 151422 w 338671"/>
                <a:gd name="csY54" fmla="*/ 7677 h 402920"/>
                <a:gd name="csX55" fmla="*/ 151422 w 338671"/>
                <a:gd name="csY55" fmla="*/ 7461 h 402920"/>
                <a:gd name="csX56" fmla="*/ 135725 w 338671"/>
                <a:gd name="csY56" fmla="*/ 540 h 402920"/>
                <a:gd name="csX57" fmla="*/ 135617 w 338671"/>
                <a:gd name="csY57" fmla="*/ 540 h 402920"/>
                <a:gd name="csX58" fmla="*/ 101632 w 338671"/>
                <a:gd name="csY58" fmla="*/ 0 h 402920"/>
                <a:gd name="csX59" fmla="*/ 102819 w 338671"/>
                <a:gd name="csY59" fmla="*/ 3022 h 402920"/>
                <a:gd name="csX60" fmla="*/ 109639 w 338671"/>
                <a:gd name="csY60" fmla="*/ 17513 h 402920"/>
                <a:gd name="csX61" fmla="*/ 112344 w 338671"/>
                <a:gd name="csY61" fmla="*/ 20218 h 402920"/>
                <a:gd name="csX62" fmla="*/ 109100 w 338671"/>
                <a:gd name="csY62" fmla="*/ 25628 h 402920"/>
                <a:gd name="csX63" fmla="*/ 99575 w 338671"/>
                <a:gd name="csY63" fmla="*/ 29083 h 402920"/>
                <a:gd name="csX64" fmla="*/ 102172 w 338671"/>
                <a:gd name="csY64" fmla="*/ 32004 h 402920"/>
                <a:gd name="csX65" fmla="*/ 109855 w 338671"/>
                <a:gd name="csY65" fmla="*/ 31572 h 402920"/>
                <a:gd name="csX66" fmla="*/ 108668 w 338671"/>
                <a:gd name="csY66" fmla="*/ 38925 h 402920"/>
                <a:gd name="csX67" fmla="*/ 115596 w 338671"/>
                <a:gd name="csY67" fmla="*/ 44228 h 402920"/>
                <a:gd name="csX68" fmla="*/ 112128 w 338671"/>
                <a:gd name="csY68" fmla="*/ 47904 h 402920"/>
                <a:gd name="csX69" fmla="*/ 113538 w 338671"/>
                <a:gd name="csY69" fmla="*/ 57740 h 402920"/>
                <a:gd name="csX70" fmla="*/ 110071 w 338671"/>
                <a:gd name="csY70" fmla="*/ 58172 h 402920"/>
                <a:gd name="csX71" fmla="*/ 102279 w 338671"/>
                <a:gd name="csY71" fmla="*/ 55258 h 402920"/>
                <a:gd name="csX72" fmla="*/ 96653 w 338671"/>
                <a:gd name="csY72" fmla="*/ 61741 h 402920"/>
                <a:gd name="csX73" fmla="*/ 96762 w 338671"/>
                <a:gd name="csY73" fmla="*/ 69856 h 402920"/>
                <a:gd name="csX74" fmla="*/ 90050 w 338671"/>
                <a:gd name="csY74" fmla="*/ 69748 h 402920"/>
                <a:gd name="csX75" fmla="*/ 87884 w 338671"/>
                <a:gd name="csY75" fmla="*/ 74720 h 402920"/>
                <a:gd name="csX76" fmla="*/ 89078 w 338671"/>
                <a:gd name="csY76" fmla="*/ 78613 h 402920"/>
                <a:gd name="csX77" fmla="*/ 81610 w 338671"/>
                <a:gd name="csY77" fmla="*/ 79477 h 402920"/>
                <a:gd name="csX78" fmla="*/ 80093 w 338671"/>
                <a:gd name="csY78" fmla="*/ 75368 h 402920"/>
                <a:gd name="csX79" fmla="*/ 78359 w 338671"/>
                <a:gd name="csY79" fmla="*/ 68662 h 402920"/>
                <a:gd name="csX80" fmla="*/ 72625 w 338671"/>
                <a:gd name="csY80" fmla="*/ 66288 h 402920"/>
                <a:gd name="csX81" fmla="*/ 42101 w 338671"/>
                <a:gd name="csY81" fmla="*/ 76771 h 402920"/>
                <a:gd name="csX82" fmla="*/ 39827 w 338671"/>
                <a:gd name="csY82" fmla="*/ 85426 h 402920"/>
                <a:gd name="csX83" fmla="*/ 50978 w 338671"/>
                <a:gd name="csY83" fmla="*/ 93643 h 402920"/>
                <a:gd name="csX84" fmla="*/ 43942 w 338671"/>
                <a:gd name="csY84" fmla="*/ 121653 h 402920"/>
                <a:gd name="csX85" fmla="*/ 27921 w 338671"/>
                <a:gd name="csY85" fmla="*/ 122409 h 402920"/>
                <a:gd name="csX86" fmla="*/ 41669 w 338671"/>
                <a:gd name="csY86" fmla="*/ 140576 h 402920"/>
                <a:gd name="csX87" fmla="*/ 32144 w 338671"/>
                <a:gd name="csY87" fmla="*/ 159499 h 402920"/>
                <a:gd name="csX88" fmla="*/ 8871 w 338671"/>
                <a:gd name="csY88" fmla="*/ 157010 h 402920"/>
                <a:gd name="csX89" fmla="*/ 0 w 338671"/>
                <a:gd name="csY89" fmla="*/ 171393 h 402920"/>
                <a:gd name="csX90" fmla="*/ 20130 w 338671"/>
                <a:gd name="csY90" fmla="*/ 188804 h 402920"/>
                <a:gd name="csX91" fmla="*/ 12014 w 338671"/>
                <a:gd name="csY91" fmla="*/ 225247 h 402920"/>
                <a:gd name="csX92" fmla="*/ 23375 w 338671"/>
                <a:gd name="csY92" fmla="*/ 248387 h 402920"/>
                <a:gd name="csX93" fmla="*/ 7036 w 338671"/>
                <a:gd name="csY93" fmla="*/ 260934 h 402920"/>
                <a:gd name="csX94" fmla="*/ 25000 w 338671"/>
                <a:gd name="csY94" fmla="*/ 278346 h 402920"/>
                <a:gd name="csX95" fmla="*/ 14612 w 338671"/>
                <a:gd name="csY95" fmla="*/ 295643 h 402920"/>
                <a:gd name="csX96" fmla="*/ 31928 w 338671"/>
                <a:gd name="csY96" fmla="*/ 310998 h 402920"/>
                <a:gd name="csX97" fmla="*/ 85395 w 338671"/>
                <a:gd name="csY97" fmla="*/ 320732 h 402920"/>
                <a:gd name="csX98" fmla="*/ 61690 w 338671"/>
                <a:gd name="csY98" fmla="*/ 365284 h 402920"/>
                <a:gd name="csX99" fmla="*/ 60287 w 338671"/>
                <a:gd name="csY99" fmla="*/ 394157 h 402920"/>
                <a:gd name="csX100" fmla="*/ 94596 w 338671"/>
                <a:gd name="csY100" fmla="*/ 399021 h 402920"/>
                <a:gd name="csX101" fmla="*/ 91459 w 338671"/>
                <a:gd name="csY101" fmla="*/ 384969 h 402920"/>
                <a:gd name="csX102" fmla="*/ 91783 w 338671"/>
                <a:gd name="csY102" fmla="*/ 384861 h 402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38671" h="402920">
                  <a:moveTo>
                    <a:pt x="91783" y="384861"/>
                  </a:moveTo>
                  <a:lnTo>
                    <a:pt x="98279" y="377723"/>
                  </a:lnTo>
                  <a:lnTo>
                    <a:pt x="143625" y="388645"/>
                  </a:lnTo>
                  <a:lnTo>
                    <a:pt x="158782" y="402920"/>
                  </a:lnTo>
                  <a:lnTo>
                    <a:pt x="168523" y="387344"/>
                  </a:lnTo>
                  <a:lnTo>
                    <a:pt x="185300" y="389185"/>
                  </a:lnTo>
                  <a:lnTo>
                    <a:pt x="190062" y="398050"/>
                  </a:lnTo>
                  <a:lnTo>
                    <a:pt x="233896" y="384969"/>
                  </a:lnTo>
                  <a:lnTo>
                    <a:pt x="263011" y="399021"/>
                  </a:lnTo>
                  <a:lnTo>
                    <a:pt x="268313" y="383451"/>
                  </a:lnTo>
                  <a:lnTo>
                    <a:pt x="255651" y="365823"/>
                  </a:lnTo>
                  <a:lnTo>
                    <a:pt x="291370" y="346684"/>
                  </a:lnTo>
                  <a:lnTo>
                    <a:pt x="294939" y="331006"/>
                  </a:lnTo>
                  <a:lnTo>
                    <a:pt x="241472" y="282346"/>
                  </a:lnTo>
                  <a:lnTo>
                    <a:pt x="246666" y="269367"/>
                  </a:lnTo>
                  <a:lnTo>
                    <a:pt x="232486" y="249149"/>
                  </a:lnTo>
                  <a:lnTo>
                    <a:pt x="300139" y="223412"/>
                  </a:lnTo>
                  <a:lnTo>
                    <a:pt x="309550" y="211296"/>
                  </a:lnTo>
                  <a:lnTo>
                    <a:pt x="319183" y="221786"/>
                  </a:lnTo>
                  <a:lnTo>
                    <a:pt x="338671" y="218218"/>
                  </a:lnTo>
                  <a:lnTo>
                    <a:pt x="338671" y="191510"/>
                  </a:lnTo>
                  <a:lnTo>
                    <a:pt x="326003" y="172047"/>
                  </a:lnTo>
                  <a:lnTo>
                    <a:pt x="326765" y="129114"/>
                  </a:lnTo>
                  <a:lnTo>
                    <a:pt x="309664" y="112135"/>
                  </a:lnTo>
                  <a:lnTo>
                    <a:pt x="317564" y="88563"/>
                  </a:lnTo>
                  <a:lnTo>
                    <a:pt x="311931" y="65202"/>
                  </a:lnTo>
                  <a:cubicBezTo>
                    <a:pt x="301542" y="62395"/>
                    <a:pt x="299161" y="61741"/>
                    <a:pt x="297758" y="58064"/>
                  </a:cubicBezTo>
                  <a:lnTo>
                    <a:pt x="296025" y="53524"/>
                  </a:lnTo>
                  <a:cubicBezTo>
                    <a:pt x="294723" y="50063"/>
                    <a:pt x="297650" y="46711"/>
                    <a:pt x="297320" y="47358"/>
                  </a:cubicBezTo>
                  <a:cubicBezTo>
                    <a:pt x="299809" y="44767"/>
                    <a:pt x="296564" y="41846"/>
                    <a:pt x="296888" y="42494"/>
                  </a:cubicBezTo>
                  <a:cubicBezTo>
                    <a:pt x="291262" y="37954"/>
                    <a:pt x="285414" y="46711"/>
                    <a:pt x="279895" y="42062"/>
                  </a:cubicBezTo>
                  <a:lnTo>
                    <a:pt x="270263" y="34061"/>
                  </a:lnTo>
                  <a:cubicBezTo>
                    <a:pt x="267341" y="31572"/>
                    <a:pt x="265608" y="26816"/>
                    <a:pt x="265932" y="27464"/>
                  </a:cubicBezTo>
                  <a:cubicBezTo>
                    <a:pt x="265284" y="25628"/>
                    <a:pt x="263119" y="24003"/>
                    <a:pt x="261277" y="23787"/>
                  </a:cubicBezTo>
                  <a:lnTo>
                    <a:pt x="248723" y="22923"/>
                  </a:lnTo>
                  <a:cubicBezTo>
                    <a:pt x="241040" y="22384"/>
                    <a:pt x="236385" y="38602"/>
                    <a:pt x="228378" y="39141"/>
                  </a:cubicBezTo>
                  <a:cubicBezTo>
                    <a:pt x="222206" y="40113"/>
                    <a:pt x="215602" y="38062"/>
                    <a:pt x="213113" y="43250"/>
                  </a:cubicBezTo>
                  <a:lnTo>
                    <a:pt x="213113" y="43466"/>
                  </a:lnTo>
                  <a:cubicBezTo>
                    <a:pt x="210623" y="48336"/>
                    <a:pt x="205861" y="45955"/>
                    <a:pt x="206299" y="51257"/>
                  </a:cubicBezTo>
                  <a:lnTo>
                    <a:pt x="206299" y="51797"/>
                  </a:lnTo>
                  <a:cubicBezTo>
                    <a:pt x="206839" y="59474"/>
                    <a:pt x="196660" y="46171"/>
                    <a:pt x="190170" y="49955"/>
                  </a:cubicBezTo>
                  <a:lnTo>
                    <a:pt x="189192" y="50495"/>
                  </a:lnTo>
                  <a:cubicBezTo>
                    <a:pt x="185300" y="52768"/>
                    <a:pt x="180645" y="47688"/>
                    <a:pt x="181185" y="48012"/>
                  </a:cubicBezTo>
                  <a:cubicBezTo>
                    <a:pt x="179667" y="46711"/>
                    <a:pt x="179889" y="45091"/>
                    <a:pt x="181616" y="44228"/>
                  </a:cubicBezTo>
                  <a:lnTo>
                    <a:pt x="190386" y="39789"/>
                  </a:lnTo>
                  <a:cubicBezTo>
                    <a:pt x="194063" y="37954"/>
                    <a:pt x="196336" y="32220"/>
                    <a:pt x="195904" y="32868"/>
                  </a:cubicBezTo>
                  <a:cubicBezTo>
                    <a:pt x="198177" y="27895"/>
                    <a:pt x="203264" y="28435"/>
                    <a:pt x="201968" y="24219"/>
                  </a:cubicBezTo>
                  <a:cubicBezTo>
                    <a:pt x="199587" y="16110"/>
                    <a:pt x="191357" y="19355"/>
                    <a:pt x="192012" y="19463"/>
                  </a:cubicBezTo>
                  <a:cubicBezTo>
                    <a:pt x="187573" y="21730"/>
                    <a:pt x="193307" y="22708"/>
                    <a:pt x="191357" y="26492"/>
                  </a:cubicBezTo>
                  <a:cubicBezTo>
                    <a:pt x="189414" y="30061"/>
                    <a:pt x="187249" y="27032"/>
                    <a:pt x="183242" y="30061"/>
                  </a:cubicBezTo>
                  <a:cubicBezTo>
                    <a:pt x="182594" y="30277"/>
                    <a:pt x="180213" y="32220"/>
                    <a:pt x="177394" y="30385"/>
                  </a:cubicBezTo>
                  <a:cubicBezTo>
                    <a:pt x="173285" y="28219"/>
                    <a:pt x="169063" y="23355"/>
                    <a:pt x="164192" y="24974"/>
                  </a:cubicBezTo>
                  <a:cubicBezTo>
                    <a:pt x="163652" y="24974"/>
                    <a:pt x="160185" y="26816"/>
                    <a:pt x="158782" y="23247"/>
                  </a:cubicBezTo>
                  <a:cubicBezTo>
                    <a:pt x="157372" y="19679"/>
                    <a:pt x="152502" y="21514"/>
                    <a:pt x="153150" y="21514"/>
                  </a:cubicBezTo>
                  <a:cubicBezTo>
                    <a:pt x="146984" y="23463"/>
                    <a:pt x="155207" y="13621"/>
                    <a:pt x="151422" y="7677"/>
                  </a:cubicBezTo>
                  <a:lnTo>
                    <a:pt x="151422" y="7461"/>
                  </a:lnTo>
                  <a:cubicBezTo>
                    <a:pt x="147631" y="1619"/>
                    <a:pt x="136265" y="3454"/>
                    <a:pt x="135725" y="540"/>
                  </a:cubicBezTo>
                  <a:lnTo>
                    <a:pt x="135617" y="540"/>
                  </a:lnTo>
                  <a:lnTo>
                    <a:pt x="101632" y="0"/>
                  </a:lnTo>
                  <a:cubicBezTo>
                    <a:pt x="101848" y="971"/>
                    <a:pt x="102172" y="2051"/>
                    <a:pt x="102819" y="3022"/>
                  </a:cubicBezTo>
                  <a:cubicBezTo>
                    <a:pt x="108668" y="11678"/>
                    <a:pt x="110941" y="14052"/>
                    <a:pt x="109639" y="17513"/>
                  </a:cubicBezTo>
                  <a:cubicBezTo>
                    <a:pt x="108452" y="20542"/>
                    <a:pt x="112890" y="20434"/>
                    <a:pt x="112344" y="20218"/>
                  </a:cubicBezTo>
                  <a:cubicBezTo>
                    <a:pt x="116675" y="20110"/>
                    <a:pt x="113646" y="25406"/>
                    <a:pt x="109100" y="25628"/>
                  </a:cubicBezTo>
                  <a:cubicBezTo>
                    <a:pt x="106826" y="26060"/>
                    <a:pt x="100660" y="24651"/>
                    <a:pt x="99575" y="29083"/>
                  </a:cubicBezTo>
                  <a:cubicBezTo>
                    <a:pt x="99143" y="30817"/>
                    <a:pt x="100330" y="32112"/>
                    <a:pt x="102172" y="32004"/>
                  </a:cubicBezTo>
                  <a:lnTo>
                    <a:pt x="109855" y="31572"/>
                  </a:lnTo>
                  <a:cubicBezTo>
                    <a:pt x="114510" y="31356"/>
                    <a:pt x="108884" y="35249"/>
                    <a:pt x="108668" y="38925"/>
                  </a:cubicBezTo>
                  <a:cubicBezTo>
                    <a:pt x="108452" y="42710"/>
                    <a:pt x="114617" y="39141"/>
                    <a:pt x="115596" y="44228"/>
                  </a:cubicBezTo>
                  <a:cubicBezTo>
                    <a:pt x="116243" y="47904"/>
                    <a:pt x="111589" y="48228"/>
                    <a:pt x="112128" y="47904"/>
                  </a:cubicBezTo>
                  <a:cubicBezTo>
                    <a:pt x="105315" y="48444"/>
                    <a:pt x="120358" y="56877"/>
                    <a:pt x="113538" y="57740"/>
                  </a:cubicBezTo>
                  <a:lnTo>
                    <a:pt x="110071" y="58172"/>
                  </a:lnTo>
                  <a:cubicBezTo>
                    <a:pt x="105423" y="58826"/>
                    <a:pt x="105201" y="55042"/>
                    <a:pt x="102279" y="55258"/>
                  </a:cubicBezTo>
                  <a:cubicBezTo>
                    <a:pt x="99682" y="55366"/>
                    <a:pt x="96222" y="62395"/>
                    <a:pt x="96653" y="61741"/>
                  </a:cubicBezTo>
                  <a:cubicBezTo>
                    <a:pt x="94488" y="65418"/>
                    <a:pt x="96869" y="70504"/>
                    <a:pt x="96762" y="69856"/>
                  </a:cubicBezTo>
                  <a:cubicBezTo>
                    <a:pt x="98711" y="74828"/>
                    <a:pt x="89510" y="69640"/>
                    <a:pt x="90050" y="69748"/>
                  </a:cubicBezTo>
                  <a:cubicBezTo>
                    <a:pt x="85935" y="68015"/>
                    <a:pt x="84207" y="74181"/>
                    <a:pt x="87884" y="74720"/>
                  </a:cubicBezTo>
                  <a:cubicBezTo>
                    <a:pt x="90589" y="75152"/>
                    <a:pt x="89078" y="79261"/>
                    <a:pt x="89078" y="78613"/>
                  </a:cubicBezTo>
                  <a:cubicBezTo>
                    <a:pt x="87128" y="82937"/>
                    <a:pt x="80956" y="79369"/>
                    <a:pt x="81610" y="79477"/>
                  </a:cubicBezTo>
                  <a:cubicBezTo>
                    <a:pt x="79877" y="78721"/>
                    <a:pt x="79121" y="76886"/>
                    <a:pt x="80093" y="75368"/>
                  </a:cubicBezTo>
                  <a:cubicBezTo>
                    <a:pt x="82042" y="72015"/>
                    <a:pt x="78035" y="68015"/>
                    <a:pt x="78359" y="68662"/>
                  </a:cubicBezTo>
                  <a:cubicBezTo>
                    <a:pt x="77064" y="67259"/>
                    <a:pt x="74575" y="66072"/>
                    <a:pt x="72625" y="66288"/>
                  </a:cubicBezTo>
                  <a:cubicBezTo>
                    <a:pt x="62560" y="67043"/>
                    <a:pt x="43402" y="65964"/>
                    <a:pt x="42101" y="76771"/>
                  </a:cubicBezTo>
                  <a:cubicBezTo>
                    <a:pt x="41453" y="82290"/>
                    <a:pt x="40697" y="84671"/>
                    <a:pt x="39827" y="85426"/>
                  </a:cubicBezTo>
                  <a:lnTo>
                    <a:pt x="50978" y="93643"/>
                  </a:lnTo>
                  <a:lnTo>
                    <a:pt x="43942" y="121653"/>
                  </a:lnTo>
                  <a:lnTo>
                    <a:pt x="27921" y="122409"/>
                  </a:lnTo>
                  <a:lnTo>
                    <a:pt x="41669" y="140576"/>
                  </a:lnTo>
                  <a:lnTo>
                    <a:pt x="32144" y="159499"/>
                  </a:lnTo>
                  <a:lnTo>
                    <a:pt x="8871" y="157010"/>
                  </a:lnTo>
                  <a:lnTo>
                    <a:pt x="0" y="171393"/>
                  </a:lnTo>
                  <a:lnTo>
                    <a:pt x="20130" y="188804"/>
                  </a:lnTo>
                  <a:lnTo>
                    <a:pt x="12014" y="225247"/>
                  </a:lnTo>
                  <a:lnTo>
                    <a:pt x="23375" y="248387"/>
                  </a:lnTo>
                  <a:lnTo>
                    <a:pt x="7036" y="260934"/>
                  </a:lnTo>
                  <a:lnTo>
                    <a:pt x="25000" y="278346"/>
                  </a:lnTo>
                  <a:lnTo>
                    <a:pt x="14612" y="295643"/>
                  </a:lnTo>
                  <a:lnTo>
                    <a:pt x="31928" y="310998"/>
                  </a:lnTo>
                  <a:lnTo>
                    <a:pt x="85395" y="320732"/>
                  </a:lnTo>
                  <a:lnTo>
                    <a:pt x="61690" y="365284"/>
                  </a:lnTo>
                  <a:lnTo>
                    <a:pt x="60287" y="394157"/>
                  </a:lnTo>
                  <a:lnTo>
                    <a:pt x="94596" y="399021"/>
                  </a:lnTo>
                  <a:lnTo>
                    <a:pt x="91459" y="384969"/>
                  </a:lnTo>
                  <a:lnTo>
                    <a:pt x="91783" y="3848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64F74CF9-B0BA-CEAE-3DB5-4C5DE484A545}"/>
                </a:ext>
              </a:extLst>
            </p:cNvPr>
            <p:cNvSpPr/>
            <p:nvPr/>
          </p:nvSpPr>
          <p:spPr>
            <a:xfrm>
              <a:off x="5953700" y="2785135"/>
              <a:ext cx="37207" cy="73688"/>
            </a:xfrm>
            <a:custGeom>
              <a:avLst/>
              <a:gdLst>
                <a:gd name="csX0" fmla="*/ 3978 w 37207"/>
                <a:gd name="csY0" fmla="*/ 23031 h 73688"/>
                <a:gd name="csX1" fmla="*/ 1158 w 37207"/>
                <a:gd name="csY1" fmla="*/ 32118 h 73688"/>
                <a:gd name="csX2" fmla="*/ 1596 w 37207"/>
                <a:gd name="csY2" fmla="*/ 36659 h 73688"/>
                <a:gd name="csX3" fmla="*/ 2028 w 37207"/>
                <a:gd name="csY3" fmla="*/ 40443 h 73688"/>
                <a:gd name="csX4" fmla="*/ 3000 w 37207"/>
                <a:gd name="csY4" fmla="*/ 45631 h 73688"/>
                <a:gd name="csX5" fmla="*/ 5705 w 37207"/>
                <a:gd name="csY5" fmla="*/ 54394 h 73688"/>
                <a:gd name="csX6" fmla="*/ 6575 w 37207"/>
                <a:gd name="csY6" fmla="*/ 59690 h 73688"/>
                <a:gd name="csX7" fmla="*/ 7762 w 37207"/>
                <a:gd name="csY7" fmla="*/ 60122 h 73688"/>
                <a:gd name="csX8" fmla="*/ 10575 w 37207"/>
                <a:gd name="csY8" fmla="*/ 67583 h 73688"/>
                <a:gd name="csX9" fmla="*/ 26489 w 37207"/>
                <a:gd name="csY9" fmla="*/ 70936 h 73688"/>
                <a:gd name="csX10" fmla="*/ 33848 w 37207"/>
                <a:gd name="csY10" fmla="*/ 47364 h 73688"/>
                <a:gd name="csX11" fmla="*/ 36985 w 37207"/>
                <a:gd name="csY11" fmla="*/ 39579 h 73688"/>
                <a:gd name="csX12" fmla="*/ 35581 w 37207"/>
                <a:gd name="csY12" fmla="*/ 20326 h 73688"/>
                <a:gd name="csX13" fmla="*/ 34934 w 37207"/>
                <a:gd name="csY13" fmla="*/ 2921 h 73688"/>
                <a:gd name="csX14" fmla="*/ 31791 w 37207"/>
                <a:gd name="csY14" fmla="*/ 108 h 73688"/>
                <a:gd name="csX15" fmla="*/ 25733 w 37207"/>
                <a:gd name="csY15" fmla="*/ 15246 h 73688"/>
                <a:gd name="csX16" fmla="*/ 18373 w 37207"/>
                <a:gd name="csY16" fmla="*/ 15786 h 73688"/>
                <a:gd name="csX17" fmla="*/ 3978 w 37207"/>
                <a:gd name="csY17" fmla="*/ 22923 h 73688"/>
                <a:gd name="csX18" fmla="*/ 3978 w 37207"/>
                <a:gd name="csY18" fmla="*/ 23031 h 73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7207" h="73688">
                  <a:moveTo>
                    <a:pt x="3978" y="23031"/>
                  </a:moveTo>
                  <a:cubicBezTo>
                    <a:pt x="3000" y="24981"/>
                    <a:pt x="-2302" y="28765"/>
                    <a:pt x="1158" y="32118"/>
                  </a:cubicBezTo>
                  <a:cubicBezTo>
                    <a:pt x="1489" y="32766"/>
                    <a:pt x="4086" y="34817"/>
                    <a:pt x="1596" y="36659"/>
                  </a:cubicBezTo>
                  <a:cubicBezTo>
                    <a:pt x="-677" y="38386"/>
                    <a:pt x="2352" y="41091"/>
                    <a:pt x="2028" y="40443"/>
                  </a:cubicBezTo>
                  <a:cubicBezTo>
                    <a:pt x="4733" y="42494"/>
                    <a:pt x="2892" y="46171"/>
                    <a:pt x="3000" y="45631"/>
                  </a:cubicBezTo>
                  <a:cubicBezTo>
                    <a:pt x="511" y="50171"/>
                    <a:pt x="8194" y="49847"/>
                    <a:pt x="5705" y="54394"/>
                  </a:cubicBezTo>
                  <a:cubicBezTo>
                    <a:pt x="5705" y="54934"/>
                    <a:pt x="2784" y="58394"/>
                    <a:pt x="6575" y="59690"/>
                  </a:cubicBezTo>
                  <a:lnTo>
                    <a:pt x="7762" y="60122"/>
                  </a:lnTo>
                  <a:cubicBezTo>
                    <a:pt x="12525" y="61747"/>
                    <a:pt x="6359" y="64554"/>
                    <a:pt x="10575" y="67583"/>
                  </a:cubicBezTo>
                  <a:cubicBezTo>
                    <a:pt x="11553" y="68123"/>
                    <a:pt x="22482" y="78505"/>
                    <a:pt x="26489" y="70936"/>
                  </a:cubicBezTo>
                  <a:cubicBezTo>
                    <a:pt x="34280" y="56229"/>
                    <a:pt x="29409" y="53740"/>
                    <a:pt x="33848" y="47364"/>
                  </a:cubicBezTo>
                  <a:cubicBezTo>
                    <a:pt x="34280" y="46602"/>
                    <a:pt x="36985" y="43904"/>
                    <a:pt x="36985" y="39579"/>
                  </a:cubicBezTo>
                  <a:cubicBezTo>
                    <a:pt x="37201" y="26384"/>
                    <a:pt x="37747" y="23247"/>
                    <a:pt x="35581" y="20326"/>
                  </a:cubicBezTo>
                  <a:cubicBezTo>
                    <a:pt x="32768" y="16758"/>
                    <a:pt x="34934" y="2375"/>
                    <a:pt x="34934" y="2921"/>
                  </a:cubicBezTo>
                  <a:cubicBezTo>
                    <a:pt x="35150" y="-324"/>
                    <a:pt x="31143" y="-108"/>
                    <a:pt x="31791" y="108"/>
                  </a:cubicBezTo>
                  <a:cubicBezTo>
                    <a:pt x="24323" y="1079"/>
                    <a:pt x="32768" y="17843"/>
                    <a:pt x="25733" y="15246"/>
                  </a:cubicBezTo>
                  <a:cubicBezTo>
                    <a:pt x="25079" y="15246"/>
                    <a:pt x="21078" y="12649"/>
                    <a:pt x="18373" y="15786"/>
                  </a:cubicBezTo>
                  <a:cubicBezTo>
                    <a:pt x="10798" y="21628"/>
                    <a:pt x="7870" y="17951"/>
                    <a:pt x="3978" y="22923"/>
                  </a:cubicBezTo>
                  <a:lnTo>
                    <a:pt x="3978" y="23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8541FBDA-F8C9-689D-29B3-47289EE3395F}"/>
                </a:ext>
              </a:extLst>
            </p:cNvPr>
            <p:cNvSpPr/>
            <p:nvPr/>
          </p:nvSpPr>
          <p:spPr>
            <a:xfrm>
              <a:off x="5573724" y="2637131"/>
              <a:ext cx="11198" cy="6503"/>
            </a:xfrm>
            <a:custGeom>
              <a:avLst/>
              <a:gdLst>
                <a:gd name="csX0" fmla="*/ 2636 w 11198"/>
                <a:gd name="csY0" fmla="*/ 4938 h 6503"/>
                <a:gd name="csX1" fmla="*/ 11189 w 11198"/>
                <a:gd name="csY1" fmla="*/ 4938 h 6503"/>
                <a:gd name="csX2" fmla="*/ 3938 w 11198"/>
                <a:gd name="csY2" fmla="*/ 290 h 6503"/>
                <a:gd name="csX3" fmla="*/ 2636 w 11198"/>
                <a:gd name="csY3" fmla="*/ 4938 h 6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98" h="6503">
                  <a:moveTo>
                    <a:pt x="2636" y="4938"/>
                  </a:moveTo>
                  <a:cubicBezTo>
                    <a:pt x="4477" y="5262"/>
                    <a:pt x="10751" y="8291"/>
                    <a:pt x="11189" y="4938"/>
                  </a:cubicBezTo>
                  <a:cubicBezTo>
                    <a:pt x="11513" y="1694"/>
                    <a:pt x="3392" y="-40"/>
                    <a:pt x="3938" y="290"/>
                  </a:cubicBezTo>
                  <a:cubicBezTo>
                    <a:pt x="-285" y="-1227"/>
                    <a:pt x="-1695" y="3637"/>
                    <a:pt x="2636" y="49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FF3858B8-B57E-D65E-4D03-69D56CDC0592}"/>
                </a:ext>
              </a:extLst>
            </p:cNvPr>
            <p:cNvSpPr/>
            <p:nvPr/>
          </p:nvSpPr>
          <p:spPr>
            <a:xfrm>
              <a:off x="5577438" y="2648600"/>
              <a:ext cx="7933" cy="8851"/>
            </a:xfrm>
            <a:custGeom>
              <a:avLst/>
              <a:gdLst>
                <a:gd name="csX0" fmla="*/ 2275 w 7933"/>
                <a:gd name="csY0" fmla="*/ 6766 h 8851"/>
                <a:gd name="csX1" fmla="*/ 7685 w 7933"/>
                <a:gd name="csY1" fmla="*/ 6982 h 8851"/>
                <a:gd name="csX2" fmla="*/ 5628 w 7933"/>
                <a:gd name="csY2" fmla="*/ 1471 h 8851"/>
                <a:gd name="csX3" fmla="*/ 3462 w 7933"/>
                <a:gd name="csY3" fmla="*/ 391 h 8851"/>
                <a:gd name="csX4" fmla="*/ 2382 w 7933"/>
                <a:gd name="csY4" fmla="*/ 6874 h 8851"/>
                <a:gd name="csX5" fmla="*/ 2275 w 7933"/>
                <a:gd name="csY5" fmla="*/ 6766 h 8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33" h="8851">
                  <a:moveTo>
                    <a:pt x="2275" y="6766"/>
                  </a:moveTo>
                  <a:cubicBezTo>
                    <a:pt x="2815" y="6982"/>
                    <a:pt x="6713" y="11205"/>
                    <a:pt x="7685" y="6982"/>
                  </a:cubicBezTo>
                  <a:cubicBezTo>
                    <a:pt x="7685" y="6443"/>
                    <a:pt x="8987" y="3090"/>
                    <a:pt x="5628" y="1471"/>
                  </a:cubicBezTo>
                  <a:lnTo>
                    <a:pt x="3462" y="391"/>
                  </a:lnTo>
                  <a:cubicBezTo>
                    <a:pt x="-538" y="-1559"/>
                    <a:pt x="-1300" y="4284"/>
                    <a:pt x="2382" y="6874"/>
                  </a:cubicBezTo>
                  <a:lnTo>
                    <a:pt x="2275" y="6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28896EF7-6364-DB65-7227-F067C416D59F}"/>
                </a:ext>
              </a:extLst>
            </p:cNvPr>
            <p:cNvSpPr/>
            <p:nvPr/>
          </p:nvSpPr>
          <p:spPr>
            <a:xfrm>
              <a:off x="5509140" y="2579483"/>
              <a:ext cx="9195" cy="8060"/>
            </a:xfrm>
            <a:custGeom>
              <a:avLst/>
              <a:gdLst>
                <a:gd name="csX0" fmla="*/ 5 w 9195"/>
                <a:gd name="csY0" fmla="*/ 2242 h 8060"/>
                <a:gd name="csX1" fmla="*/ 5 w 9195"/>
                <a:gd name="csY1" fmla="*/ 3436 h 8060"/>
                <a:gd name="csX2" fmla="*/ 6717 w 9195"/>
                <a:gd name="csY2" fmla="*/ 2458 h 8060"/>
                <a:gd name="csX3" fmla="*/ 5 w 9195"/>
                <a:gd name="csY3" fmla="*/ 2350 h 8060"/>
                <a:gd name="csX4" fmla="*/ 5 w 9195"/>
                <a:gd name="csY4" fmla="*/ 2242 h 8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95" h="8060">
                  <a:moveTo>
                    <a:pt x="5" y="2242"/>
                  </a:moveTo>
                  <a:lnTo>
                    <a:pt x="5" y="3436"/>
                  </a:lnTo>
                  <a:cubicBezTo>
                    <a:pt x="-319" y="11761"/>
                    <a:pt x="15048" y="7221"/>
                    <a:pt x="6717" y="2458"/>
                  </a:cubicBezTo>
                  <a:cubicBezTo>
                    <a:pt x="5523" y="2134"/>
                    <a:pt x="113" y="-2838"/>
                    <a:pt x="5" y="2350"/>
                  </a:cubicBezTo>
                  <a:lnTo>
                    <a:pt x="5" y="2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F37AD678-1069-C722-EDF8-D7275F7E4A5A}"/>
                </a:ext>
              </a:extLst>
            </p:cNvPr>
            <p:cNvSpPr/>
            <p:nvPr/>
          </p:nvSpPr>
          <p:spPr>
            <a:xfrm>
              <a:off x="5453411" y="2385567"/>
              <a:ext cx="487489" cy="432441"/>
            </a:xfrm>
            <a:custGeom>
              <a:avLst/>
              <a:gdLst>
                <a:gd name="csX0" fmla="*/ 438023 w 487489"/>
                <a:gd name="csY0" fmla="*/ 343116 h 432441"/>
                <a:gd name="csX1" fmla="*/ 441376 w 487489"/>
                <a:gd name="csY1" fmla="*/ 324949 h 432441"/>
                <a:gd name="csX2" fmla="*/ 429470 w 487489"/>
                <a:gd name="csY2" fmla="*/ 308083 h 432441"/>
                <a:gd name="csX3" fmla="*/ 444735 w 487489"/>
                <a:gd name="csY3" fmla="*/ 298780 h 432441"/>
                <a:gd name="csX4" fmla="*/ 434994 w 487489"/>
                <a:gd name="csY4" fmla="*/ 278994 h 432441"/>
                <a:gd name="csX5" fmla="*/ 441814 w 487489"/>
                <a:gd name="csY5" fmla="*/ 269691 h 432441"/>
                <a:gd name="csX6" fmla="*/ 432937 w 487489"/>
                <a:gd name="csY6" fmla="*/ 245688 h 432441"/>
                <a:gd name="csX7" fmla="*/ 402412 w 487489"/>
                <a:gd name="csY7" fmla="*/ 263316 h 432441"/>
                <a:gd name="csX8" fmla="*/ 407499 w 487489"/>
                <a:gd name="csY8" fmla="*/ 239198 h 432441"/>
                <a:gd name="csX9" fmla="*/ 441700 w 487489"/>
                <a:gd name="csY9" fmla="*/ 194107 h 432441"/>
                <a:gd name="csX10" fmla="*/ 462375 w 487489"/>
                <a:gd name="csY10" fmla="*/ 187833 h 432441"/>
                <a:gd name="csX11" fmla="*/ 463785 w 487489"/>
                <a:gd name="csY11" fmla="*/ 158960 h 432441"/>
                <a:gd name="csX12" fmla="*/ 487490 w 487489"/>
                <a:gd name="csY12" fmla="*/ 114408 h 432441"/>
                <a:gd name="csX13" fmla="*/ 434016 w 487489"/>
                <a:gd name="csY13" fmla="*/ 104673 h 432441"/>
                <a:gd name="csX14" fmla="*/ 416700 w 487489"/>
                <a:gd name="csY14" fmla="*/ 89319 h 432441"/>
                <a:gd name="csX15" fmla="*/ 370053 w 487489"/>
                <a:gd name="csY15" fmla="*/ 76778 h 432441"/>
                <a:gd name="csX16" fmla="*/ 368319 w 487489"/>
                <a:gd name="csY16" fmla="*/ 53416 h 432441"/>
                <a:gd name="csX17" fmla="*/ 355334 w 487489"/>
                <a:gd name="csY17" fmla="*/ 50171 h 432441"/>
                <a:gd name="csX18" fmla="*/ 344183 w 487489"/>
                <a:gd name="csY18" fmla="*/ 63151 h 432441"/>
                <a:gd name="csX19" fmla="*/ 332277 w 487489"/>
                <a:gd name="csY19" fmla="*/ 41631 h 432441"/>
                <a:gd name="csX20" fmla="*/ 312579 w 487489"/>
                <a:gd name="csY20" fmla="*/ 39903 h 432441"/>
                <a:gd name="csX21" fmla="*/ 296990 w 487489"/>
                <a:gd name="csY21" fmla="*/ 18599 h 432441"/>
                <a:gd name="csX22" fmla="*/ 278809 w 487489"/>
                <a:gd name="csY22" fmla="*/ 21844 h 432441"/>
                <a:gd name="csX23" fmla="*/ 269500 w 487489"/>
                <a:gd name="csY23" fmla="*/ 0 h 432441"/>
                <a:gd name="csX24" fmla="*/ 266141 w 487489"/>
                <a:gd name="csY24" fmla="*/ 864 h 432441"/>
                <a:gd name="csX25" fmla="*/ 238436 w 487489"/>
                <a:gd name="csY25" fmla="*/ 12757 h 432441"/>
                <a:gd name="csX26" fmla="*/ 233566 w 487489"/>
                <a:gd name="csY26" fmla="*/ 45847 h 432441"/>
                <a:gd name="csX27" fmla="*/ 220142 w 487489"/>
                <a:gd name="csY27" fmla="*/ 58611 h 432441"/>
                <a:gd name="csX28" fmla="*/ 201092 w 487489"/>
                <a:gd name="csY28" fmla="*/ 61855 h 432441"/>
                <a:gd name="csX29" fmla="*/ 188970 w 487489"/>
                <a:gd name="csY29" fmla="*/ 67583 h 432441"/>
                <a:gd name="csX30" fmla="*/ 182042 w 487489"/>
                <a:gd name="csY30" fmla="*/ 76670 h 432441"/>
                <a:gd name="csX31" fmla="*/ 183452 w 487489"/>
                <a:gd name="csY31" fmla="*/ 83261 h 432441"/>
                <a:gd name="csX32" fmla="*/ 183020 w 487489"/>
                <a:gd name="csY32" fmla="*/ 87916 h 432441"/>
                <a:gd name="csX33" fmla="*/ 176740 w 487489"/>
                <a:gd name="csY33" fmla="*/ 92456 h 432441"/>
                <a:gd name="csX34" fmla="*/ 140373 w 487489"/>
                <a:gd name="csY34" fmla="*/ 88132 h 432441"/>
                <a:gd name="csX35" fmla="*/ 133553 w 487489"/>
                <a:gd name="csY35" fmla="*/ 86614 h 432441"/>
                <a:gd name="csX36" fmla="*/ 131280 w 487489"/>
                <a:gd name="csY36" fmla="*/ 75260 h 432441"/>
                <a:gd name="csX37" fmla="*/ 117208 w 487489"/>
                <a:gd name="csY37" fmla="*/ 73857 h 432441"/>
                <a:gd name="csX38" fmla="*/ 106820 w 487489"/>
                <a:gd name="csY38" fmla="*/ 73749 h 432441"/>
                <a:gd name="csX39" fmla="*/ 112338 w 487489"/>
                <a:gd name="csY39" fmla="*/ 89643 h 432441"/>
                <a:gd name="csX40" fmla="*/ 119374 w 487489"/>
                <a:gd name="csY40" fmla="*/ 101429 h 432441"/>
                <a:gd name="csX41" fmla="*/ 121431 w 487489"/>
                <a:gd name="csY41" fmla="*/ 122409 h 432441"/>
                <a:gd name="csX42" fmla="*/ 124028 w 487489"/>
                <a:gd name="csY42" fmla="*/ 129007 h 432441"/>
                <a:gd name="csX43" fmla="*/ 109309 w 487489"/>
                <a:gd name="csY43" fmla="*/ 127603 h 432441"/>
                <a:gd name="csX44" fmla="*/ 104223 w 487489"/>
                <a:gd name="csY44" fmla="*/ 124574 h 432441"/>
                <a:gd name="csX45" fmla="*/ 91129 w 487489"/>
                <a:gd name="csY45" fmla="*/ 125654 h 432441"/>
                <a:gd name="csX46" fmla="*/ 74568 w 487489"/>
                <a:gd name="csY46" fmla="*/ 132359 h 432441"/>
                <a:gd name="csX47" fmla="*/ 57683 w 487489"/>
                <a:gd name="csY47" fmla="*/ 116573 h 432441"/>
                <a:gd name="csX48" fmla="*/ 48051 w 487489"/>
                <a:gd name="csY48" fmla="*/ 117869 h 432441"/>
                <a:gd name="csX49" fmla="*/ 45454 w 487489"/>
                <a:gd name="csY49" fmla="*/ 122301 h 432441"/>
                <a:gd name="csX50" fmla="*/ 42748 w 487489"/>
                <a:gd name="csY50" fmla="*/ 125762 h 432441"/>
                <a:gd name="csX51" fmla="*/ 29217 w 487489"/>
                <a:gd name="csY51" fmla="*/ 125438 h 432441"/>
                <a:gd name="csX52" fmla="*/ 3346 w 487489"/>
                <a:gd name="csY52" fmla="*/ 131928 h 432441"/>
                <a:gd name="csX53" fmla="*/ 102 w 487489"/>
                <a:gd name="csY53" fmla="*/ 137871 h 432441"/>
                <a:gd name="csX54" fmla="*/ 13627 w 487489"/>
                <a:gd name="csY54" fmla="*/ 144469 h 432441"/>
                <a:gd name="csX55" fmla="*/ 10922 w 487489"/>
                <a:gd name="csY55" fmla="*/ 148901 h 432441"/>
                <a:gd name="csX56" fmla="*/ 15469 w 487489"/>
                <a:gd name="csY56" fmla="*/ 149663 h 432441"/>
                <a:gd name="csX57" fmla="*/ 16555 w 487489"/>
                <a:gd name="csY57" fmla="*/ 157125 h 432441"/>
                <a:gd name="csX58" fmla="*/ 4972 w 487489"/>
                <a:gd name="csY58" fmla="*/ 161125 h 432441"/>
                <a:gd name="csX59" fmla="*/ 27267 w 487489"/>
                <a:gd name="csY59" fmla="*/ 167500 h 432441"/>
                <a:gd name="csX60" fmla="*/ 33001 w 487489"/>
                <a:gd name="csY60" fmla="*/ 170098 h 432441"/>
                <a:gd name="csX61" fmla="*/ 37986 w 487489"/>
                <a:gd name="csY61" fmla="*/ 173666 h 432441"/>
                <a:gd name="csX62" fmla="*/ 51080 w 487489"/>
                <a:gd name="csY62" fmla="*/ 176695 h 432441"/>
                <a:gd name="csX63" fmla="*/ 73267 w 487489"/>
                <a:gd name="csY63" fmla="*/ 187077 h 432441"/>
                <a:gd name="csX64" fmla="*/ 86474 w 487489"/>
                <a:gd name="csY64" fmla="*/ 188373 h 432441"/>
                <a:gd name="csX65" fmla="*/ 84309 w 487489"/>
                <a:gd name="csY65" fmla="*/ 197891 h 432441"/>
                <a:gd name="csX66" fmla="*/ 93072 w 487489"/>
                <a:gd name="csY66" fmla="*/ 201892 h 432441"/>
                <a:gd name="csX67" fmla="*/ 99784 w 487489"/>
                <a:gd name="csY67" fmla="*/ 209461 h 432441"/>
                <a:gd name="csX68" fmla="*/ 102597 w 487489"/>
                <a:gd name="csY68" fmla="*/ 214541 h 432441"/>
                <a:gd name="csX69" fmla="*/ 95999 w 487489"/>
                <a:gd name="csY69" fmla="*/ 215735 h 432441"/>
                <a:gd name="csX70" fmla="*/ 94914 w 487489"/>
                <a:gd name="csY70" fmla="*/ 217570 h 432441"/>
                <a:gd name="csX71" fmla="*/ 115265 w 487489"/>
                <a:gd name="csY71" fmla="*/ 241472 h 432441"/>
                <a:gd name="csX72" fmla="*/ 133985 w 487489"/>
                <a:gd name="csY72" fmla="*/ 248501 h 432441"/>
                <a:gd name="csX73" fmla="*/ 136913 w 487489"/>
                <a:gd name="csY73" fmla="*/ 257689 h 432441"/>
                <a:gd name="csX74" fmla="*/ 138748 w 487489"/>
                <a:gd name="csY74" fmla="*/ 267964 h 432441"/>
                <a:gd name="csX75" fmla="*/ 136696 w 487489"/>
                <a:gd name="csY75" fmla="*/ 279425 h 432441"/>
                <a:gd name="csX76" fmla="*/ 144812 w 487489"/>
                <a:gd name="csY76" fmla="*/ 286563 h 432441"/>
                <a:gd name="csX77" fmla="*/ 139186 w 487489"/>
                <a:gd name="csY77" fmla="*/ 286347 h 432441"/>
                <a:gd name="csX78" fmla="*/ 135719 w 487489"/>
                <a:gd name="csY78" fmla="*/ 288728 h 432441"/>
                <a:gd name="csX79" fmla="*/ 134963 w 487489"/>
                <a:gd name="csY79" fmla="*/ 322898 h 432441"/>
                <a:gd name="csX80" fmla="*/ 137452 w 487489"/>
                <a:gd name="csY80" fmla="*/ 328194 h 432441"/>
                <a:gd name="csX81" fmla="*/ 132366 w 487489"/>
                <a:gd name="csY81" fmla="*/ 333712 h 432441"/>
                <a:gd name="csX82" fmla="*/ 115157 w 487489"/>
                <a:gd name="csY82" fmla="*/ 384105 h 432441"/>
                <a:gd name="csX83" fmla="*/ 113316 w 487489"/>
                <a:gd name="csY83" fmla="*/ 384537 h 432441"/>
                <a:gd name="csX84" fmla="*/ 129337 w 487489"/>
                <a:gd name="csY84" fmla="*/ 400647 h 432441"/>
                <a:gd name="csX85" fmla="*/ 146108 w 487489"/>
                <a:gd name="csY85" fmla="*/ 398812 h 432441"/>
                <a:gd name="csX86" fmla="*/ 159315 w 487489"/>
                <a:gd name="csY86" fmla="*/ 412756 h 432441"/>
                <a:gd name="csX87" fmla="*/ 176740 w 487489"/>
                <a:gd name="csY87" fmla="*/ 407784 h 432441"/>
                <a:gd name="csX88" fmla="*/ 201200 w 487489"/>
                <a:gd name="csY88" fmla="*/ 416979 h 432441"/>
                <a:gd name="csX89" fmla="*/ 208998 w 487489"/>
                <a:gd name="csY89" fmla="*/ 409626 h 432441"/>
                <a:gd name="csX90" fmla="*/ 231293 w 487489"/>
                <a:gd name="csY90" fmla="*/ 415569 h 432441"/>
                <a:gd name="csX91" fmla="*/ 253371 w 487489"/>
                <a:gd name="csY91" fmla="*/ 413950 h 432441"/>
                <a:gd name="csX92" fmla="*/ 256509 w 487489"/>
                <a:gd name="csY92" fmla="*/ 429736 h 432441"/>
                <a:gd name="csX93" fmla="*/ 276428 w 487489"/>
                <a:gd name="csY93" fmla="*/ 432441 h 432441"/>
                <a:gd name="csX94" fmla="*/ 295910 w 487489"/>
                <a:gd name="csY94" fmla="*/ 422383 h 432441"/>
                <a:gd name="csX95" fmla="*/ 294609 w 487489"/>
                <a:gd name="csY95" fmla="*/ 417735 h 432441"/>
                <a:gd name="csX96" fmla="*/ 292665 w 487489"/>
                <a:gd name="csY96" fmla="*/ 399567 h 432441"/>
                <a:gd name="csX97" fmla="*/ 292665 w 487489"/>
                <a:gd name="csY97" fmla="*/ 399352 h 432441"/>
                <a:gd name="csX98" fmla="*/ 300781 w 487489"/>
                <a:gd name="csY98" fmla="*/ 394265 h 432441"/>
                <a:gd name="csX99" fmla="*/ 336608 w 487489"/>
                <a:gd name="csY99" fmla="*/ 378371 h 432441"/>
                <a:gd name="csX100" fmla="*/ 359982 w 487489"/>
                <a:gd name="csY100" fmla="*/ 383343 h 432441"/>
                <a:gd name="csX101" fmla="*/ 364204 w 487489"/>
                <a:gd name="csY101" fmla="*/ 381508 h 432441"/>
                <a:gd name="csX102" fmla="*/ 372434 w 487489"/>
                <a:gd name="csY102" fmla="*/ 387344 h 432441"/>
                <a:gd name="csX103" fmla="*/ 380873 w 487489"/>
                <a:gd name="csY103" fmla="*/ 387566 h 432441"/>
                <a:gd name="csX104" fmla="*/ 385636 w 487489"/>
                <a:gd name="csY104" fmla="*/ 392430 h 432441"/>
                <a:gd name="csX105" fmla="*/ 409448 w 487489"/>
                <a:gd name="csY105" fmla="*/ 400323 h 432441"/>
                <a:gd name="csX106" fmla="*/ 415944 w 487489"/>
                <a:gd name="csY106" fmla="*/ 395675 h 432441"/>
                <a:gd name="csX107" fmla="*/ 428822 w 487489"/>
                <a:gd name="csY107" fmla="*/ 390157 h 432441"/>
                <a:gd name="csX108" fmla="*/ 431311 w 487489"/>
                <a:gd name="csY108" fmla="*/ 385077 h 432441"/>
                <a:gd name="csX109" fmla="*/ 455016 w 487489"/>
                <a:gd name="csY109" fmla="*/ 369183 h 432441"/>
                <a:gd name="csX110" fmla="*/ 457613 w 487489"/>
                <a:gd name="csY110" fmla="*/ 367665 h 432441"/>
                <a:gd name="csX111" fmla="*/ 464973 w 487489"/>
                <a:gd name="csY111" fmla="*/ 348526 h 432441"/>
                <a:gd name="csX112" fmla="*/ 438671 w 487489"/>
                <a:gd name="csY112" fmla="*/ 343116 h 432441"/>
                <a:gd name="csX113" fmla="*/ 438023 w 487489"/>
                <a:gd name="csY113" fmla="*/ 343116 h 432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487489" h="432441">
                  <a:moveTo>
                    <a:pt x="438023" y="343116"/>
                  </a:moveTo>
                  <a:lnTo>
                    <a:pt x="441376" y="324949"/>
                  </a:lnTo>
                  <a:lnTo>
                    <a:pt x="429470" y="308083"/>
                  </a:lnTo>
                  <a:lnTo>
                    <a:pt x="444735" y="298780"/>
                  </a:lnTo>
                  <a:lnTo>
                    <a:pt x="434994" y="278994"/>
                  </a:lnTo>
                  <a:lnTo>
                    <a:pt x="441814" y="269691"/>
                  </a:lnTo>
                  <a:lnTo>
                    <a:pt x="432937" y="245688"/>
                  </a:lnTo>
                  <a:lnTo>
                    <a:pt x="402412" y="263316"/>
                  </a:lnTo>
                  <a:lnTo>
                    <a:pt x="407499" y="239198"/>
                  </a:lnTo>
                  <a:lnTo>
                    <a:pt x="441700" y="194107"/>
                  </a:lnTo>
                  <a:lnTo>
                    <a:pt x="462375" y="187833"/>
                  </a:lnTo>
                  <a:lnTo>
                    <a:pt x="463785" y="158960"/>
                  </a:lnTo>
                  <a:lnTo>
                    <a:pt x="487490" y="114408"/>
                  </a:lnTo>
                  <a:lnTo>
                    <a:pt x="434016" y="104673"/>
                  </a:lnTo>
                  <a:lnTo>
                    <a:pt x="416700" y="89319"/>
                  </a:lnTo>
                  <a:lnTo>
                    <a:pt x="370053" y="76778"/>
                  </a:lnTo>
                  <a:lnTo>
                    <a:pt x="368319" y="53416"/>
                  </a:lnTo>
                  <a:lnTo>
                    <a:pt x="355334" y="50171"/>
                  </a:lnTo>
                  <a:lnTo>
                    <a:pt x="344183" y="63151"/>
                  </a:lnTo>
                  <a:lnTo>
                    <a:pt x="332277" y="41631"/>
                  </a:lnTo>
                  <a:lnTo>
                    <a:pt x="312579" y="39903"/>
                  </a:lnTo>
                  <a:lnTo>
                    <a:pt x="296990" y="18599"/>
                  </a:lnTo>
                  <a:lnTo>
                    <a:pt x="278809" y="21844"/>
                  </a:lnTo>
                  <a:lnTo>
                    <a:pt x="269500" y="0"/>
                  </a:lnTo>
                  <a:cubicBezTo>
                    <a:pt x="268307" y="432"/>
                    <a:pt x="267119" y="756"/>
                    <a:pt x="266141" y="864"/>
                  </a:cubicBezTo>
                  <a:cubicBezTo>
                    <a:pt x="256509" y="2159"/>
                    <a:pt x="239408" y="2159"/>
                    <a:pt x="238436" y="12757"/>
                  </a:cubicBezTo>
                  <a:cubicBezTo>
                    <a:pt x="236055" y="40335"/>
                    <a:pt x="236487" y="42278"/>
                    <a:pt x="233566" y="45847"/>
                  </a:cubicBezTo>
                  <a:cubicBezTo>
                    <a:pt x="227070" y="53740"/>
                    <a:pt x="224473" y="58071"/>
                    <a:pt x="220142" y="58611"/>
                  </a:cubicBezTo>
                  <a:cubicBezTo>
                    <a:pt x="208998" y="59798"/>
                    <a:pt x="205207" y="59906"/>
                    <a:pt x="201092" y="61855"/>
                  </a:cubicBezTo>
                  <a:lnTo>
                    <a:pt x="188970" y="67583"/>
                  </a:lnTo>
                  <a:cubicBezTo>
                    <a:pt x="184645" y="69641"/>
                    <a:pt x="181610" y="77318"/>
                    <a:pt x="182042" y="76670"/>
                  </a:cubicBezTo>
                  <a:cubicBezTo>
                    <a:pt x="180207" y="80239"/>
                    <a:pt x="183775" y="83915"/>
                    <a:pt x="183452" y="83261"/>
                  </a:cubicBezTo>
                  <a:cubicBezTo>
                    <a:pt x="184754" y="84671"/>
                    <a:pt x="184538" y="86722"/>
                    <a:pt x="183020" y="87916"/>
                  </a:cubicBezTo>
                  <a:lnTo>
                    <a:pt x="176740" y="92456"/>
                  </a:lnTo>
                  <a:cubicBezTo>
                    <a:pt x="170028" y="97320"/>
                    <a:pt x="149358" y="85103"/>
                    <a:pt x="140373" y="88132"/>
                  </a:cubicBezTo>
                  <a:cubicBezTo>
                    <a:pt x="139726" y="88132"/>
                    <a:pt x="135503" y="90837"/>
                    <a:pt x="133553" y="86614"/>
                  </a:cubicBezTo>
                  <a:cubicBezTo>
                    <a:pt x="132906" y="84455"/>
                    <a:pt x="129223" y="79915"/>
                    <a:pt x="131280" y="75260"/>
                  </a:cubicBezTo>
                  <a:cubicBezTo>
                    <a:pt x="133985" y="69101"/>
                    <a:pt x="124244" y="76238"/>
                    <a:pt x="117208" y="73857"/>
                  </a:cubicBezTo>
                  <a:cubicBezTo>
                    <a:pt x="113640" y="73209"/>
                    <a:pt x="105524" y="68231"/>
                    <a:pt x="106820" y="73749"/>
                  </a:cubicBezTo>
                  <a:cubicBezTo>
                    <a:pt x="108445" y="80455"/>
                    <a:pt x="109201" y="86074"/>
                    <a:pt x="112338" y="89643"/>
                  </a:cubicBezTo>
                  <a:cubicBezTo>
                    <a:pt x="114611" y="92780"/>
                    <a:pt x="119482" y="95917"/>
                    <a:pt x="119374" y="101429"/>
                  </a:cubicBezTo>
                  <a:cubicBezTo>
                    <a:pt x="119050" y="116243"/>
                    <a:pt x="118294" y="119272"/>
                    <a:pt x="121431" y="122409"/>
                  </a:cubicBezTo>
                  <a:cubicBezTo>
                    <a:pt x="122301" y="123597"/>
                    <a:pt x="128899" y="128359"/>
                    <a:pt x="124028" y="129007"/>
                  </a:cubicBezTo>
                  <a:cubicBezTo>
                    <a:pt x="118402" y="129115"/>
                    <a:pt x="112014" y="132467"/>
                    <a:pt x="109309" y="127603"/>
                  </a:cubicBezTo>
                  <a:cubicBezTo>
                    <a:pt x="108769" y="127057"/>
                    <a:pt x="107359" y="124251"/>
                    <a:pt x="104223" y="124574"/>
                  </a:cubicBezTo>
                  <a:lnTo>
                    <a:pt x="91129" y="125654"/>
                  </a:lnTo>
                  <a:cubicBezTo>
                    <a:pt x="83223" y="126302"/>
                    <a:pt x="78899" y="137547"/>
                    <a:pt x="74568" y="132359"/>
                  </a:cubicBezTo>
                  <a:cubicBezTo>
                    <a:pt x="62986" y="118624"/>
                    <a:pt x="61900" y="116027"/>
                    <a:pt x="57683" y="116573"/>
                  </a:cubicBezTo>
                  <a:lnTo>
                    <a:pt x="48051" y="117869"/>
                  </a:lnTo>
                  <a:cubicBezTo>
                    <a:pt x="44583" y="118301"/>
                    <a:pt x="45345" y="122949"/>
                    <a:pt x="45454" y="122301"/>
                  </a:cubicBezTo>
                  <a:cubicBezTo>
                    <a:pt x="45885" y="124251"/>
                    <a:pt x="44583" y="125870"/>
                    <a:pt x="42748" y="125762"/>
                  </a:cubicBezTo>
                  <a:lnTo>
                    <a:pt x="29217" y="125438"/>
                  </a:lnTo>
                  <a:cubicBezTo>
                    <a:pt x="23698" y="125330"/>
                    <a:pt x="2699" y="132143"/>
                    <a:pt x="3346" y="131928"/>
                  </a:cubicBezTo>
                  <a:cubicBezTo>
                    <a:pt x="-330" y="133007"/>
                    <a:pt x="-114" y="138525"/>
                    <a:pt x="102" y="137871"/>
                  </a:cubicBezTo>
                  <a:cubicBezTo>
                    <a:pt x="102" y="145332"/>
                    <a:pt x="20339" y="140252"/>
                    <a:pt x="13627" y="144469"/>
                  </a:cubicBezTo>
                  <a:cubicBezTo>
                    <a:pt x="12980" y="145009"/>
                    <a:pt x="6483" y="148038"/>
                    <a:pt x="10922" y="148901"/>
                  </a:cubicBezTo>
                  <a:lnTo>
                    <a:pt x="15469" y="149663"/>
                  </a:lnTo>
                  <a:cubicBezTo>
                    <a:pt x="19799" y="150419"/>
                    <a:pt x="20987" y="156578"/>
                    <a:pt x="16555" y="157125"/>
                  </a:cubicBezTo>
                  <a:cubicBezTo>
                    <a:pt x="7677" y="158204"/>
                    <a:pt x="1505" y="157988"/>
                    <a:pt x="4972" y="161125"/>
                  </a:cubicBezTo>
                  <a:cubicBezTo>
                    <a:pt x="26943" y="181128"/>
                    <a:pt x="15253" y="168154"/>
                    <a:pt x="27267" y="167500"/>
                  </a:cubicBezTo>
                  <a:cubicBezTo>
                    <a:pt x="27807" y="167608"/>
                    <a:pt x="31166" y="167068"/>
                    <a:pt x="33001" y="170098"/>
                  </a:cubicBezTo>
                  <a:cubicBezTo>
                    <a:pt x="33979" y="171723"/>
                    <a:pt x="36144" y="173234"/>
                    <a:pt x="37986" y="173666"/>
                  </a:cubicBezTo>
                  <a:lnTo>
                    <a:pt x="51080" y="176695"/>
                  </a:lnTo>
                  <a:cubicBezTo>
                    <a:pt x="59087" y="178530"/>
                    <a:pt x="66662" y="188049"/>
                    <a:pt x="73267" y="187077"/>
                  </a:cubicBezTo>
                  <a:cubicBezTo>
                    <a:pt x="77813" y="186969"/>
                    <a:pt x="84417" y="183401"/>
                    <a:pt x="86474" y="188373"/>
                  </a:cubicBezTo>
                  <a:cubicBezTo>
                    <a:pt x="88309" y="192805"/>
                    <a:pt x="82468" y="194323"/>
                    <a:pt x="84309" y="197891"/>
                  </a:cubicBezTo>
                  <a:cubicBezTo>
                    <a:pt x="86151" y="201568"/>
                    <a:pt x="93618" y="202108"/>
                    <a:pt x="93072" y="201892"/>
                  </a:cubicBezTo>
                  <a:cubicBezTo>
                    <a:pt x="97949" y="202864"/>
                    <a:pt x="95345" y="206972"/>
                    <a:pt x="99784" y="209461"/>
                  </a:cubicBezTo>
                  <a:cubicBezTo>
                    <a:pt x="100324" y="210001"/>
                    <a:pt x="104546" y="211296"/>
                    <a:pt x="102597" y="214541"/>
                  </a:cubicBezTo>
                  <a:cubicBezTo>
                    <a:pt x="100546" y="217678"/>
                    <a:pt x="95453" y="215735"/>
                    <a:pt x="95999" y="215735"/>
                  </a:cubicBezTo>
                  <a:cubicBezTo>
                    <a:pt x="94266" y="215189"/>
                    <a:pt x="93726" y="216059"/>
                    <a:pt x="94914" y="217570"/>
                  </a:cubicBezTo>
                  <a:cubicBezTo>
                    <a:pt x="108985" y="236169"/>
                    <a:pt x="110827" y="239846"/>
                    <a:pt x="115265" y="241472"/>
                  </a:cubicBezTo>
                  <a:lnTo>
                    <a:pt x="133985" y="248501"/>
                  </a:lnTo>
                  <a:cubicBezTo>
                    <a:pt x="138424" y="250120"/>
                    <a:pt x="134747" y="252933"/>
                    <a:pt x="136913" y="257689"/>
                  </a:cubicBezTo>
                  <a:cubicBezTo>
                    <a:pt x="137452" y="259423"/>
                    <a:pt x="140805" y="263747"/>
                    <a:pt x="138748" y="267964"/>
                  </a:cubicBezTo>
                  <a:cubicBezTo>
                    <a:pt x="137668" y="271317"/>
                    <a:pt x="132906" y="276073"/>
                    <a:pt x="136696" y="279425"/>
                  </a:cubicBezTo>
                  <a:lnTo>
                    <a:pt x="144812" y="286563"/>
                  </a:lnTo>
                  <a:cubicBezTo>
                    <a:pt x="148603" y="289916"/>
                    <a:pt x="138532" y="286239"/>
                    <a:pt x="139186" y="286347"/>
                  </a:cubicBezTo>
                  <a:cubicBezTo>
                    <a:pt x="137452" y="285807"/>
                    <a:pt x="135827" y="286887"/>
                    <a:pt x="135719" y="288728"/>
                  </a:cubicBezTo>
                  <a:cubicBezTo>
                    <a:pt x="133230" y="319113"/>
                    <a:pt x="131826" y="324085"/>
                    <a:pt x="134963" y="322898"/>
                  </a:cubicBezTo>
                  <a:cubicBezTo>
                    <a:pt x="137884" y="321818"/>
                    <a:pt x="141459" y="326250"/>
                    <a:pt x="137452" y="328194"/>
                  </a:cubicBezTo>
                  <a:cubicBezTo>
                    <a:pt x="136805" y="328625"/>
                    <a:pt x="133230" y="329603"/>
                    <a:pt x="132366" y="333712"/>
                  </a:cubicBezTo>
                  <a:cubicBezTo>
                    <a:pt x="129007" y="350146"/>
                    <a:pt x="125870" y="381184"/>
                    <a:pt x="115157" y="384105"/>
                  </a:cubicBezTo>
                  <a:cubicBezTo>
                    <a:pt x="114503" y="384321"/>
                    <a:pt x="113964" y="384429"/>
                    <a:pt x="113316" y="384537"/>
                  </a:cubicBezTo>
                  <a:lnTo>
                    <a:pt x="129337" y="400647"/>
                  </a:lnTo>
                  <a:lnTo>
                    <a:pt x="146108" y="398812"/>
                  </a:lnTo>
                  <a:lnTo>
                    <a:pt x="159315" y="412756"/>
                  </a:lnTo>
                  <a:lnTo>
                    <a:pt x="176740" y="407784"/>
                  </a:lnTo>
                  <a:lnTo>
                    <a:pt x="201200" y="416979"/>
                  </a:lnTo>
                  <a:lnTo>
                    <a:pt x="208998" y="409626"/>
                  </a:lnTo>
                  <a:lnTo>
                    <a:pt x="231293" y="415569"/>
                  </a:lnTo>
                  <a:lnTo>
                    <a:pt x="253371" y="413950"/>
                  </a:lnTo>
                  <a:lnTo>
                    <a:pt x="256509" y="429736"/>
                  </a:lnTo>
                  <a:lnTo>
                    <a:pt x="276428" y="432441"/>
                  </a:lnTo>
                  <a:lnTo>
                    <a:pt x="295910" y="422383"/>
                  </a:lnTo>
                  <a:cubicBezTo>
                    <a:pt x="295040" y="420872"/>
                    <a:pt x="294609" y="419462"/>
                    <a:pt x="294609" y="417735"/>
                  </a:cubicBezTo>
                  <a:cubicBezTo>
                    <a:pt x="294500" y="408432"/>
                    <a:pt x="295046" y="403460"/>
                    <a:pt x="292665" y="399567"/>
                  </a:cubicBezTo>
                  <a:lnTo>
                    <a:pt x="292665" y="399352"/>
                  </a:lnTo>
                  <a:cubicBezTo>
                    <a:pt x="290062" y="395459"/>
                    <a:pt x="296342" y="396539"/>
                    <a:pt x="300781" y="394265"/>
                  </a:cubicBezTo>
                  <a:cubicBezTo>
                    <a:pt x="331737" y="378263"/>
                    <a:pt x="332277" y="377076"/>
                    <a:pt x="336608" y="378371"/>
                  </a:cubicBezTo>
                  <a:cubicBezTo>
                    <a:pt x="356197" y="384537"/>
                    <a:pt x="359550" y="386480"/>
                    <a:pt x="359982" y="383343"/>
                  </a:cubicBezTo>
                  <a:cubicBezTo>
                    <a:pt x="360312" y="380860"/>
                    <a:pt x="364744" y="381508"/>
                    <a:pt x="364204" y="381508"/>
                  </a:cubicBezTo>
                  <a:cubicBezTo>
                    <a:pt x="368859" y="382156"/>
                    <a:pt x="368319" y="386696"/>
                    <a:pt x="372434" y="387344"/>
                  </a:cubicBezTo>
                  <a:cubicBezTo>
                    <a:pt x="377089" y="388106"/>
                    <a:pt x="379140" y="383127"/>
                    <a:pt x="380873" y="387566"/>
                  </a:cubicBezTo>
                  <a:cubicBezTo>
                    <a:pt x="381305" y="388106"/>
                    <a:pt x="381959" y="391458"/>
                    <a:pt x="385636" y="392430"/>
                  </a:cubicBezTo>
                  <a:cubicBezTo>
                    <a:pt x="410204" y="399028"/>
                    <a:pt x="409988" y="400647"/>
                    <a:pt x="409448" y="400323"/>
                  </a:cubicBezTo>
                  <a:cubicBezTo>
                    <a:pt x="413779" y="402704"/>
                    <a:pt x="411074" y="396539"/>
                    <a:pt x="415944" y="395675"/>
                  </a:cubicBezTo>
                  <a:cubicBezTo>
                    <a:pt x="421354" y="394049"/>
                    <a:pt x="429470" y="395135"/>
                    <a:pt x="428822" y="390157"/>
                  </a:cubicBezTo>
                  <a:cubicBezTo>
                    <a:pt x="428606" y="388430"/>
                    <a:pt x="429800" y="386156"/>
                    <a:pt x="431311" y="385077"/>
                  </a:cubicBezTo>
                  <a:lnTo>
                    <a:pt x="455016" y="369183"/>
                  </a:lnTo>
                  <a:cubicBezTo>
                    <a:pt x="455772" y="368637"/>
                    <a:pt x="456641" y="368205"/>
                    <a:pt x="457613" y="367665"/>
                  </a:cubicBezTo>
                  <a:lnTo>
                    <a:pt x="464973" y="348526"/>
                  </a:lnTo>
                  <a:lnTo>
                    <a:pt x="438671" y="343116"/>
                  </a:lnTo>
                  <a:lnTo>
                    <a:pt x="438023" y="343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0E9EFFE0-3714-45FF-E3AA-76A6B689ACE9}"/>
                </a:ext>
              </a:extLst>
            </p:cNvPr>
            <p:cNvSpPr/>
            <p:nvPr/>
          </p:nvSpPr>
          <p:spPr>
            <a:xfrm>
              <a:off x="6555055" y="1543597"/>
              <a:ext cx="10858" cy="10770"/>
            </a:xfrm>
            <a:custGeom>
              <a:avLst/>
              <a:gdLst>
                <a:gd name="csX0" fmla="*/ 176 w 10858"/>
                <a:gd name="csY0" fmla="*/ 3904 h 10770"/>
                <a:gd name="csX1" fmla="*/ 4304 w 10858"/>
                <a:gd name="csY1" fmla="*/ 10286 h 10770"/>
                <a:gd name="csX2" fmla="*/ 9828 w 10858"/>
                <a:gd name="csY2" fmla="*/ 8552 h 10770"/>
                <a:gd name="csX3" fmla="*/ 10019 w 10858"/>
                <a:gd name="csY3" fmla="*/ 1523 h 10770"/>
                <a:gd name="csX4" fmla="*/ 8114 w 10858"/>
                <a:gd name="csY4" fmla="*/ 12 h 10770"/>
                <a:gd name="csX5" fmla="*/ 176 w 10858"/>
                <a:gd name="csY5" fmla="*/ 3796 h 10770"/>
                <a:gd name="csX6" fmla="*/ 176 w 10858"/>
                <a:gd name="csY6" fmla="*/ 3904 h 10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8" h="10770">
                  <a:moveTo>
                    <a:pt x="176" y="3904"/>
                  </a:moveTo>
                  <a:cubicBezTo>
                    <a:pt x="-1094" y="8229"/>
                    <a:pt x="4939" y="10826"/>
                    <a:pt x="4304" y="10286"/>
                  </a:cubicBezTo>
                  <a:cubicBezTo>
                    <a:pt x="7542" y="12121"/>
                    <a:pt x="10463" y="8121"/>
                    <a:pt x="9828" y="8552"/>
                  </a:cubicBezTo>
                  <a:cubicBezTo>
                    <a:pt x="12876" y="4552"/>
                    <a:pt x="7987" y="4012"/>
                    <a:pt x="10019" y="1523"/>
                  </a:cubicBezTo>
                  <a:cubicBezTo>
                    <a:pt x="10781" y="552"/>
                    <a:pt x="10019" y="-96"/>
                    <a:pt x="8114" y="12"/>
                  </a:cubicBezTo>
                  <a:cubicBezTo>
                    <a:pt x="7035" y="228"/>
                    <a:pt x="1574" y="-744"/>
                    <a:pt x="176" y="3796"/>
                  </a:cubicBezTo>
                  <a:lnTo>
                    <a:pt x="176" y="39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B0E007AD-AF54-7757-B8C3-65ACF14B9EDF}"/>
                </a:ext>
              </a:extLst>
            </p:cNvPr>
            <p:cNvSpPr/>
            <p:nvPr/>
          </p:nvSpPr>
          <p:spPr>
            <a:xfrm>
              <a:off x="6422774" y="1676814"/>
              <a:ext cx="6880" cy="6453"/>
            </a:xfrm>
            <a:custGeom>
              <a:avLst/>
              <a:gdLst>
                <a:gd name="csX0" fmla="*/ 4568 w 6880"/>
                <a:gd name="csY0" fmla="*/ 5427 h 6453"/>
                <a:gd name="csX1" fmla="*/ 5076 w 6880"/>
                <a:gd name="csY1" fmla="*/ 341 h 6453"/>
                <a:gd name="csX2" fmla="*/ 314 w 6880"/>
                <a:gd name="csY2" fmla="*/ 2938 h 6453"/>
                <a:gd name="csX3" fmla="*/ 4632 w 6880"/>
                <a:gd name="csY3" fmla="*/ 5319 h 6453"/>
                <a:gd name="csX4" fmla="*/ 4568 w 6880"/>
                <a:gd name="csY4" fmla="*/ 5427 h 6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80" h="6453">
                  <a:moveTo>
                    <a:pt x="4568" y="5427"/>
                  </a:moveTo>
                  <a:cubicBezTo>
                    <a:pt x="4886" y="4773"/>
                    <a:pt x="9267" y="880"/>
                    <a:pt x="5076" y="341"/>
                  </a:cubicBezTo>
                  <a:cubicBezTo>
                    <a:pt x="4441" y="341"/>
                    <a:pt x="-1401" y="-1387"/>
                    <a:pt x="314" y="2938"/>
                  </a:cubicBezTo>
                  <a:cubicBezTo>
                    <a:pt x="885" y="3586"/>
                    <a:pt x="1838" y="8672"/>
                    <a:pt x="4632" y="5319"/>
                  </a:cubicBezTo>
                  <a:lnTo>
                    <a:pt x="4568" y="5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B93C73D8-B6AE-D66D-D9A8-DC5313D3DECE}"/>
                </a:ext>
              </a:extLst>
            </p:cNvPr>
            <p:cNvSpPr/>
            <p:nvPr/>
          </p:nvSpPr>
          <p:spPr>
            <a:xfrm>
              <a:off x="6424097" y="1660842"/>
              <a:ext cx="11409" cy="10003"/>
            </a:xfrm>
            <a:custGeom>
              <a:avLst/>
              <a:gdLst>
                <a:gd name="csX0" fmla="*/ 706 w 11409"/>
                <a:gd name="csY0" fmla="*/ 959 h 10003"/>
                <a:gd name="csX1" fmla="*/ 706 w 11409"/>
                <a:gd name="csY1" fmla="*/ 7449 h 10003"/>
                <a:gd name="csX2" fmla="*/ 8833 w 11409"/>
                <a:gd name="csY2" fmla="*/ 9068 h 10003"/>
                <a:gd name="csX3" fmla="*/ 7944 w 11409"/>
                <a:gd name="csY3" fmla="*/ 3448 h 10003"/>
                <a:gd name="csX4" fmla="*/ 642 w 11409"/>
                <a:gd name="csY4" fmla="*/ 959 h 10003"/>
                <a:gd name="csX5" fmla="*/ 706 w 11409"/>
                <a:gd name="csY5" fmla="*/ 959 h 10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09" h="10003">
                  <a:moveTo>
                    <a:pt x="706" y="959"/>
                  </a:moveTo>
                  <a:cubicBezTo>
                    <a:pt x="-882" y="3448"/>
                    <a:pt x="706" y="8096"/>
                    <a:pt x="706" y="7449"/>
                  </a:cubicBezTo>
                  <a:cubicBezTo>
                    <a:pt x="2483" y="12097"/>
                    <a:pt x="9405" y="8960"/>
                    <a:pt x="8833" y="9068"/>
                  </a:cubicBezTo>
                  <a:cubicBezTo>
                    <a:pt x="13088" y="7880"/>
                    <a:pt x="11564" y="2578"/>
                    <a:pt x="7944" y="3448"/>
                  </a:cubicBezTo>
                  <a:cubicBezTo>
                    <a:pt x="6547" y="3772"/>
                    <a:pt x="2801" y="-2286"/>
                    <a:pt x="642" y="959"/>
                  </a:cubicBezTo>
                  <a:lnTo>
                    <a:pt x="706" y="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C54EF01A-657B-C901-2A98-13E7569D30D9}"/>
                </a:ext>
              </a:extLst>
            </p:cNvPr>
            <p:cNvSpPr/>
            <p:nvPr/>
          </p:nvSpPr>
          <p:spPr>
            <a:xfrm>
              <a:off x="6430771" y="1652047"/>
              <a:ext cx="6134" cy="6493"/>
            </a:xfrm>
            <a:custGeom>
              <a:avLst/>
              <a:gdLst>
                <a:gd name="csX0" fmla="*/ 3683 w 6134"/>
                <a:gd name="csY0" fmla="*/ 20 h 6493"/>
                <a:gd name="csX1" fmla="*/ 0 w 6134"/>
                <a:gd name="csY1" fmla="*/ 3481 h 6493"/>
                <a:gd name="csX2" fmla="*/ 3683 w 6134"/>
                <a:gd name="csY2" fmla="*/ 6401 h 6493"/>
                <a:gd name="csX3" fmla="*/ 3683 w 6134"/>
                <a:gd name="csY3" fmla="*/ 20 h 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34" h="6493">
                  <a:moveTo>
                    <a:pt x="3683" y="20"/>
                  </a:moveTo>
                  <a:cubicBezTo>
                    <a:pt x="3048" y="344"/>
                    <a:pt x="0" y="451"/>
                    <a:pt x="0" y="3481"/>
                  </a:cubicBezTo>
                  <a:cubicBezTo>
                    <a:pt x="0" y="6725"/>
                    <a:pt x="4318" y="6617"/>
                    <a:pt x="3683" y="6401"/>
                  </a:cubicBezTo>
                  <a:cubicBezTo>
                    <a:pt x="5525" y="6401"/>
                    <a:pt x="8128" y="-412"/>
                    <a:pt x="3683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1B3B169-8EF5-270F-FD6B-9F4BC2E34590}"/>
                </a:ext>
              </a:extLst>
            </p:cNvPr>
            <p:cNvSpPr/>
            <p:nvPr/>
          </p:nvSpPr>
          <p:spPr>
            <a:xfrm>
              <a:off x="6448919" y="1856183"/>
              <a:ext cx="9805" cy="5458"/>
            </a:xfrm>
            <a:custGeom>
              <a:avLst/>
              <a:gdLst>
                <a:gd name="csX0" fmla="*/ 3062 w 9805"/>
                <a:gd name="csY0" fmla="*/ 5459 h 5458"/>
                <a:gd name="csX1" fmla="*/ 9539 w 9805"/>
                <a:gd name="csY1" fmla="*/ 3185 h 5458"/>
                <a:gd name="csX2" fmla="*/ 3633 w 9805"/>
                <a:gd name="csY2" fmla="*/ 49 h 5458"/>
                <a:gd name="csX3" fmla="*/ 3062 w 9805"/>
                <a:gd name="csY3" fmla="*/ 5351 h 5458"/>
                <a:gd name="csX4" fmla="*/ 3062 w 9805"/>
                <a:gd name="csY4" fmla="*/ 5459 h 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05" h="5458">
                  <a:moveTo>
                    <a:pt x="3062" y="5459"/>
                  </a:moveTo>
                  <a:cubicBezTo>
                    <a:pt x="3633" y="5351"/>
                    <a:pt x="7951" y="5890"/>
                    <a:pt x="9539" y="3185"/>
                  </a:cubicBezTo>
                  <a:cubicBezTo>
                    <a:pt x="11380" y="264"/>
                    <a:pt x="3062" y="-59"/>
                    <a:pt x="3633" y="49"/>
                  </a:cubicBezTo>
                  <a:cubicBezTo>
                    <a:pt x="-812" y="-599"/>
                    <a:pt x="-1383" y="5459"/>
                    <a:pt x="3062" y="5351"/>
                  </a:cubicBezTo>
                  <a:lnTo>
                    <a:pt x="3062" y="5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6C1AB11F-550B-2D83-B5B4-993B230609A2}"/>
                </a:ext>
              </a:extLst>
            </p:cNvPr>
            <p:cNvSpPr/>
            <p:nvPr/>
          </p:nvSpPr>
          <p:spPr>
            <a:xfrm>
              <a:off x="6437702" y="1857102"/>
              <a:ext cx="6919" cy="7300"/>
            </a:xfrm>
            <a:custGeom>
              <a:avLst/>
              <a:gdLst>
                <a:gd name="csX0" fmla="*/ 3992 w 6919"/>
                <a:gd name="csY0" fmla="*/ 7238 h 7300"/>
                <a:gd name="csX1" fmla="*/ 6722 w 6919"/>
                <a:gd name="csY1" fmla="*/ 2158 h 7300"/>
                <a:gd name="csX2" fmla="*/ 3547 w 6919"/>
                <a:gd name="csY2" fmla="*/ 7238 h 7300"/>
                <a:gd name="csX3" fmla="*/ 3928 w 6919"/>
                <a:gd name="csY3" fmla="*/ 7238 h 7300"/>
                <a:gd name="csX4" fmla="*/ 3992 w 6919"/>
                <a:gd name="csY4" fmla="*/ 7238 h 7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9" h="7300">
                  <a:moveTo>
                    <a:pt x="3992" y="7238"/>
                  </a:moveTo>
                  <a:cubicBezTo>
                    <a:pt x="7802" y="6806"/>
                    <a:pt x="6849" y="1510"/>
                    <a:pt x="6722" y="2158"/>
                  </a:cubicBezTo>
                  <a:cubicBezTo>
                    <a:pt x="5706" y="-5087"/>
                    <a:pt x="-5597" y="8324"/>
                    <a:pt x="3547" y="7238"/>
                  </a:cubicBezTo>
                  <a:lnTo>
                    <a:pt x="3928" y="7238"/>
                  </a:lnTo>
                  <a:lnTo>
                    <a:pt x="3992" y="72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8F0199A0-B81B-561F-678D-3D41210672A3}"/>
                </a:ext>
              </a:extLst>
            </p:cNvPr>
            <p:cNvSpPr/>
            <p:nvPr/>
          </p:nvSpPr>
          <p:spPr>
            <a:xfrm>
              <a:off x="6430993" y="1849369"/>
              <a:ext cx="6365" cy="7810"/>
            </a:xfrm>
            <a:custGeom>
              <a:avLst/>
              <a:gdLst>
                <a:gd name="csX0" fmla="*/ 97 w 6365"/>
                <a:gd name="csY0" fmla="*/ 6538 h 7810"/>
                <a:gd name="csX1" fmla="*/ 3779 w 6365"/>
                <a:gd name="csY1" fmla="*/ 7186 h 7810"/>
                <a:gd name="csX2" fmla="*/ 3335 w 6365"/>
                <a:gd name="csY2" fmla="*/ 696 h 7810"/>
                <a:gd name="csX3" fmla="*/ 97 w 6365"/>
                <a:gd name="csY3" fmla="*/ 6430 h 7810"/>
                <a:gd name="csX4" fmla="*/ 97 w 6365"/>
                <a:gd name="csY4" fmla="*/ 6538 h 7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5" h="7810">
                  <a:moveTo>
                    <a:pt x="97" y="6538"/>
                  </a:moveTo>
                  <a:cubicBezTo>
                    <a:pt x="731" y="9027"/>
                    <a:pt x="4351" y="7078"/>
                    <a:pt x="3779" y="7186"/>
                  </a:cubicBezTo>
                  <a:cubicBezTo>
                    <a:pt x="7716" y="4811"/>
                    <a:pt x="6827" y="-2218"/>
                    <a:pt x="3335" y="696"/>
                  </a:cubicBezTo>
                  <a:cubicBezTo>
                    <a:pt x="3335" y="696"/>
                    <a:pt x="-665" y="3401"/>
                    <a:pt x="97" y="6430"/>
                  </a:cubicBezTo>
                  <a:lnTo>
                    <a:pt x="97" y="65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60F43F11-76E2-BCC6-ACAC-D91D9E125545}"/>
                </a:ext>
              </a:extLst>
            </p:cNvPr>
            <p:cNvSpPr/>
            <p:nvPr/>
          </p:nvSpPr>
          <p:spPr>
            <a:xfrm>
              <a:off x="6365172" y="1843868"/>
              <a:ext cx="25980" cy="25894"/>
            </a:xfrm>
            <a:custGeom>
              <a:avLst/>
              <a:gdLst>
                <a:gd name="csX0" fmla="*/ 2163 w 25980"/>
                <a:gd name="csY0" fmla="*/ 7824 h 25894"/>
                <a:gd name="csX1" fmla="*/ 3814 w 25980"/>
                <a:gd name="csY1" fmla="*/ 15609 h 25894"/>
                <a:gd name="csX2" fmla="*/ 7560 w 25980"/>
                <a:gd name="csY2" fmla="*/ 17666 h 25894"/>
                <a:gd name="csX3" fmla="*/ 12704 w 25980"/>
                <a:gd name="csY3" fmla="*/ 19501 h 25894"/>
                <a:gd name="csX4" fmla="*/ 20768 w 25980"/>
                <a:gd name="csY4" fmla="*/ 25343 h 25894"/>
                <a:gd name="csX5" fmla="*/ 22546 w 25980"/>
                <a:gd name="csY5" fmla="*/ 25775 h 25894"/>
                <a:gd name="csX6" fmla="*/ 22292 w 25980"/>
                <a:gd name="csY6" fmla="*/ 19501 h 25894"/>
                <a:gd name="csX7" fmla="*/ 22546 w 25980"/>
                <a:gd name="csY7" fmla="*/ 13443 h 25894"/>
                <a:gd name="csX8" fmla="*/ 24705 w 25980"/>
                <a:gd name="csY8" fmla="*/ 4579 h 25894"/>
                <a:gd name="csX9" fmla="*/ 23308 w 25980"/>
                <a:gd name="csY9" fmla="*/ 2521 h 25894"/>
                <a:gd name="csX10" fmla="*/ 14736 w 25980"/>
                <a:gd name="csY10" fmla="*/ 1118 h 25894"/>
                <a:gd name="csX11" fmla="*/ 13402 w 25980"/>
                <a:gd name="csY11" fmla="*/ 578 h 25894"/>
                <a:gd name="csX12" fmla="*/ 9973 w 25980"/>
                <a:gd name="csY12" fmla="*/ 4579 h 25894"/>
                <a:gd name="csX13" fmla="*/ 1972 w 25980"/>
                <a:gd name="csY13" fmla="*/ 7716 h 25894"/>
                <a:gd name="csX14" fmla="*/ 2163 w 25980"/>
                <a:gd name="csY14" fmla="*/ 7824 h 2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980" h="25894">
                  <a:moveTo>
                    <a:pt x="2163" y="7824"/>
                  </a:moveTo>
                  <a:cubicBezTo>
                    <a:pt x="-1203" y="9335"/>
                    <a:pt x="-631" y="15825"/>
                    <a:pt x="3814" y="15609"/>
                  </a:cubicBezTo>
                  <a:cubicBezTo>
                    <a:pt x="4322" y="15717"/>
                    <a:pt x="7243" y="15609"/>
                    <a:pt x="7560" y="17666"/>
                  </a:cubicBezTo>
                  <a:cubicBezTo>
                    <a:pt x="7941" y="20257"/>
                    <a:pt x="13339" y="19609"/>
                    <a:pt x="12704" y="19501"/>
                  </a:cubicBezTo>
                  <a:cubicBezTo>
                    <a:pt x="17530" y="19177"/>
                    <a:pt x="15942" y="24149"/>
                    <a:pt x="20768" y="25343"/>
                  </a:cubicBezTo>
                  <a:lnTo>
                    <a:pt x="22546" y="25775"/>
                  </a:lnTo>
                  <a:cubicBezTo>
                    <a:pt x="26991" y="26855"/>
                    <a:pt x="24896" y="20257"/>
                    <a:pt x="22292" y="19501"/>
                  </a:cubicBezTo>
                  <a:cubicBezTo>
                    <a:pt x="19625" y="18746"/>
                    <a:pt x="19498" y="13659"/>
                    <a:pt x="22546" y="13443"/>
                  </a:cubicBezTo>
                  <a:cubicBezTo>
                    <a:pt x="25467" y="13335"/>
                    <a:pt x="27372" y="8579"/>
                    <a:pt x="24705" y="4579"/>
                  </a:cubicBezTo>
                  <a:lnTo>
                    <a:pt x="23308" y="2521"/>
                  </a:lnTo>
                  <a:cubicBezTo>
                    <a:pt x="20387" y="-1803"/>
                    <a:pt x="19689" y="3067"/>
                    <a:pt x="14736" y="1118"/>
                  </a:cubicBezTo>
                  <a:lnTo>
                    <a:pt x="13402" y="578"/>
                  </a:lnTo>
                  <a:cubicBezTo>
                    <a:pt x="9338" y="-1047"/>
                    <a:pt x="7179" y="902"/>
                    <a:pt x="9973" y="4579"/>
                  </a:cubicBezTo>
                  <a:cubicBezTo>
                    <a:pt x="14863" y="14529"/>
                    <a:pt x="5719" y="6090"/>
                    <a:pt x="1972" y="7716"/>
                  </a:cubicBezTo>
                  <a:lnTo>
                    <a:pt x="2163" y="78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8F98AC3-B29B-DE6B-AE48-BA8E1E9F5E80}"/>
                </a:ext>
              </a:extLst>
            </p:cNvPr>
            <p:cNvSpPr/>
            <p:nvPr/>
          </p:nvSpPr>
          <p:spPr>
            <a:xfrm>
              <a:off x="6395658" y="1847590"/>
              <a:ext cx="5093" cy="7711"/>
            </a:xfrm>
            <a:custGeom>
              <a:avLst/>
              <a:gdLst>
                <a:gd name="csX0" fmla="*/ 3173 w 5093"/>
                <a:gd name="csY0" fmla="*/ 532 h 7711"/>
                <a:gd name="csX1" fmla="*/ 1776 w 5093"/>
                <a:gd name="csY1" fmla="*/ 7238 h 7711"/>
                <a:gd name="csX2" fmla="*/ 3173 w 5093"/>
                <a:gd name="csY2" fmla="*/ 532 h 7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7711">
                  <a:moveTo>
                    <a:pt x="3173" y="532"/>
                  </a:moveTo>
                  <a:cubicBezTo>
                    <a:pt x="-573" y="-1957"/>
                    <a:pt x="-954" y="4965"/>
                    <a:pt x="1776" y="7238"/>
                  </a:cubicBezTo>
                  <a:cubicBezTo>
                    <a:pt x="4380" y="9505"/>
                    <a:pt x="6983" y="3022"/>
                    <a:pt x="3173" y="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BF9052CB-1478-1D76-B054-D2EF5A4F5CB2}"/>
                </a:ext>
              </a:extLst>
            </p:cNvPr>
            <p:cNvSpPr/>
            <p:nvPr/>
          </p:nvSpPr>
          <p:spPr>
            <a:xfrm>
              <a:off x="6396165" y="1861718"/>
              <a:ext cx="8336" cy="10609"/>
            </a:xfrm>
            <a:custGeom>
              <a:avLst/>
              <a:gdLst>
                <a:gd name="csX0" fmla="*/ 2667 w 8336"/>
                <a:gd name="csY0" fmla="*/ 10407 h 10609"/>
                <a:gd name="csX1" fmla="*/ 6984 w 8336"/>
                <a:gd name="csY1" fmla="*/ 7169 h 10609"/>
                <a:gd name="csX2" fmla="*/ 6794 w 8336"/>
                <a:gd name="csY2" fmla="*/ 2190 h 10609"/>
                <a:gd name="csX3" fmla="*/ 1841 w 8336"/>
                <a:gd name="csY3" fmla="*/ 2946 h 10609"/>
                <a:gd name="csX4" fmla="*/ 1269 w 8336"/>
                <a:gd name="csY4" fmla="*/ 9652 h 10609"/>
                <a:gd name="csX5" fmla="*/ 2539 w 8336"/>
                <a:gd name="csY5" fmla="*/ 10521 h 10609"/>
                <a:gd name="csX6" fmla="*/ 2667 w 8336"/>
                <a:gd name="csY6" fmla="*/ 10407 h 1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36" h="10609">
                  <a:moveTo>
                    <a:pt x="2667" y="10407"/>
                  </a:moveTo>
                  <a:lnTo>
                    <a:pt x="6984" y="7169"/>
                  </a:lnTo>
                  <a:cubicBezTo>
                    <a:pt x="10223" y="5111"/>
                    <a:pt x="6603" y="1543"/>
                    <a:pt x="6794" y="2190"/>
                  </a:cubicBezTo>
                  <a:cubicBezTo>
                    <a:pt x="3682" y="-947"/>
                    <a:pt x="4381" y="-731"/>
                    <a:pt x="1841" y="2946"/>
                  </a:cubicBezTo>
                  <a:cubicBezTo>
                    <a:pt x="1587" y="3600"/>
                    <a:pt x="-1779" y="6622"/>
                    <a:pt x="1269" y="9652"/>
                  </a:cubicBezTo>
                  <a:cubicBezTo>
                    <a:pt x="1269" y="9652"/>
                    <a:pt x="2539" y="10953"/>
                    <a:pt x="2539" y="10521"/>
                  </a:cubicBezTo>
                  <a:lnTo>
                    <a:pt x="2667" y="10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C94E730C-501A-3776-1858-01F26C7CBE3B}"/>
                </a:ext>
              </a:extLst>
            </p:cNvPr>
            <p:cNvSpPr/>
            <p:nvPr/>
          </p:nvSpPr>
          <p:spPr>
            <a:xfrm>
              <a:off x="6415187" y="1869848"/>
              <a:ext cx="5516" cy="6170"/>
            </a:xfrm>
            <a:custGeom>
              <a:avLst/>
              <a:gdLst>
                <a:gd name="csX0" fmla="*/ 3138 w 5516"/>
                <a:gd name="csY0" fmla="*/ 5954 h 6170"/>
                <a:gd name="csX1" fmla="*/ 1296 w 5516"/>
                <a:gd name="csY1" fmla="*/ 118 h 6170"/>
                <a:gd name="csX2" fmla="*/ 3138 w 5516"/>
                <a:gd name="csY2" fmla="*/ 5954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16" h="6170">
                  <a:moveTo>
                    <a:pt x="3138" y="5954"/>
                  </a:moveTo>
                  <a:cubicBezTo>
                    <a:pt x="7265" y="4443"/>
                    <a:pt x="5615" y="-853"/>
                    <a:pt x="1296" y="118"/>
                  </a:cubicBezTo>
                  <a:cubicBezTo>
                    <a:pt x="-418" y="550"/>
                    <a:pt x="-990" y="7471"/>
                    <a:pt x="3138" y="5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72DC823E-17F3-C09D-6337-1665B2CA1E6B}"/>
                </a:ext>
              </a:extLst>
            </p:cNvPr>
            <p:cNvSpPr/>
            <p:nvPr/>
          </p:nvSpPr>
          <p:spPr>
            <a:xfrm>
              <a:off x="6408056" y="1849491"/>
              <a:ext cx="6913" cy="7949"/>
            </a:xfrm>
            <a:custGeom>
              <a:avLst/>
              <a:gdLst>
                <a:gd name="csX0" fmla="*/ 109 w 6913"/>
                <a:gd name="csY0" fmla="*/ 7604 h 7949"/>
                <a:gd name="csX1" fmla="*/ 5698 w 6913"/>
                <a:gd name="csY1" fmla="*/ 5445 h 7949"/>
                <a:gd name="csX2" fmla="*/ 5380 w 6913"/>
                <a:gd name="csY2" fmla="*/ 797 h 7949"/>
                <a:gd name="csX3" fmla="*/ 109 w 6913"/>
                <a:gd name="csY3" fmla="*/ 7712 h 7949"/>
                <a:gd name="csX4" fmla="*/ 109 w 6913"/>
                <a:gd name="csY4" fmla="*/ 7604 h 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3" h="7949">
                  <a:moveTo>
                    <a:pt x="109" y="7604"/>
                  </a:moveTo>
                  <a:cubicBezTo>
                    <a:pt x="1062" y="9122"/>
                    <a:pt x="6269" y="5122"/>
                    <a:pt x="5698" y="5445"/>
                  </a:cubicBezTo>
                  <a:cubicBezTo>
                    <a:pt x="8746" y="3280"/>
                    <a:pt x="5063" y="143"/>
                    <a:pt x="5380" y="797"/>
                  </a:cubicBezTo>
                  <a:cubicBezTo>
                    <a:pt x="1189" y="-2772"/>
                    <a:pt x="-462" y="6741"/>
                    <a:pt x="109" y="7712"/>
                  </a:cubicBezTo>
                  <a:lnTo>
                    <a:pt x="109" y="76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2D9A6F28-D13A-F4CC-D7D1-69A7DFB4A18A}"/>
                </a:ext>
              </a:extLst>
            </p:cNvPr>
            <p:cNvSpPr/>
            <p:nvPr/>
          </p:nvSpPr>
          <p:spPr>
            <a:xfrm>
              <a:off x="6416792" y="1842950"/>
              <a:ext cx="5026" cy="6470"/>
            </a:xfrm>
            <a:custGeom>
              <a:avLst/>
              <a:gdLst>
                <a:gd name="csX0" fmla="*/ 5026 w 5026"/>
                <a:gd name="csY0" fmla="*/ 4633 h 6470"/>
                <a:gd name="csX1" fmla="*/ 1978 w 5026"/>
                <a:gd name="csY1" fmla="*/ 308 h 6470"/>
                <a:gd name="csX2" fmla="*/ 1343 w 5026"/>
                <a:gd name="csY2" fmla="*/ 632 h 6470"/>
                <a:gd name="csX3" fmla="*/ 5026 w 5026"/>
                <a:gd name="csY3" fmla="*/ 4633 h 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26" h="6470">
                  <a:moveTo>
                    <a:pt x="5026" y="4633"/>
                  </a:moveTo>
                  <a:cubicBezTo>
                    <a:pt x="4772" y="3985"/>
                    <a:pt x="5852" y="-1317"/>
                    <a:pt x="1978" y="308"/>
                  </a:cubicBezTo>
                  <a:lnTo>
                    <a:pt x="1343" y="632"/>
                  </a:lnTo>
                  <a:cubicBezTo>
                    <a:pt x="-3102" y="2575"/>
                    <a:pt x="4899" y="9820"/>
                    <a:pt x="5026" y="46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9F1F19F-9EB6-57B6-0C73-8528E8045F3F}"/>
                </a:ext>
              </a:extLst>
            </p:cNvPr>
            <p:cNvSpPr/>
            <p:nvPr/>
          </p:nvSpPr>
          <p:spPr>
            <a:xfrm>
              <a:off x="6425882" y="1842835"/>
              <a:ext cx="5322" cy="6154"/>
            </a:xfrm>
            <a:custGeom>
              <a:avLst/>
              <a:gdLst>
                <a:gd name="csX0" fmla="*/ 0 w 5322"/>
                <a:gd name="csY0" fmla="*/ 4100 h 6154"/>
                <a:gd name="csX1" fmla="*/ 4254 w 5322"/>
                <a:gd name="csY1" fmla="*/ 4424 h 6154"/>
                <a:gd name="csX2" fmla="*/ 4001 w 5322"/>
                <a:gd name="csY2" fmla="*/ 747 h 6154"/>
                <a:gd name="csX3" fmla="*/ 0 w 5322"/>
                <a:gd name="csY3" fmla="*/ 2366 h 6154"/>
                <a:gd name="csX4" fmla="*/ 0 w 5322"/>
                <a:gd name="csY4" fmla="*/ 4100 h 6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22" h="6154">
                  <a:moveTo>
                    <a:pt x="0" y="4100"/>
                  </a:moveTo>
                  <a:cubicBezTo>
                    <a:pt x="0" y="8640"/>
                    <a:pt x="4889" y="4208"/>
                    <a:pt x="4254" y="4424"/>
                  </a:cubicBezTo>
                  <a:cubicBezTo>
                    <a:pt x="5778" y="3230"/>
                    <a:pt x="5652" y="1611"/>
                    <a:pt x="4001" y="747"/>
                  </a:cubicBezTo>
                  <a:cubicBezTo>
                    <a:pt x="3365" y="747"/>
                    <a:pt x="127" y="-1742"/>
                    <a:pt x="0" y="2366"/>
                  </a:cubicBezTo>
                  <a:lnTo>
                    <a:pt x="0" y="41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97313DEB-65BF-87AD-BEAF-C089C88150BF}"/>
                </a:ext>
              </a:extLst>
            </p:cNvPr>
            <p:cNvSpPr/>
            <p:nvPr/>
          </p:nvSpPr>
          <p:spPr>
            <a:xfrm>
              <a:off x="6499480" y="1952422"/>
              <a:ext cx="9967" cy="9968"/>
            </a:xfrm>
            <a:custGeom>
              <a:avLst/>
              <a:gdLst>
                <a:gd name="csX0" fmla="*/ 9968 w 9967"/>
                <a:gd name="csY0" fmla="*/ 7188 h 9968"/>
                <a:gd name="csX1" fmla="*/ 6412 w 9967"/>
                <a:gd name="csY1" fmla="*/ 813 h 9968"/>
                <a:gd name="csX2" fmla="*/ 1332 w 9967"/>
                <a:gd name="csY2" fmla="*/ 5785 h 9968"/>
                <a:gd name="csX3" fmla="*/ 9968 w 9967"/>
                <a:gd name="csY3" fmla="*/ 7734 h 9968"/>
                <a:gd name="csX4" fmla="*/ 9968 w 9967"/>
                <a:gd name="csY4" fmla="*/ 7188 h 9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67" h="9968">
                  <a:moveTo>
                    <a:pt x="9968" y="7188"/>
                  </a:moveTo>
                  <a:cubicBezTo>
                    <a:pt x="9968" y="3080"/>
                    <a:pt x="5840" y="165"/>
                    <a:pt x="6412" y="813"/>
                  </a:cubicBezTo>
                  <a:cubicBezTo>
                    <a:pt x="2728" y="-2000"/>
                    <a:pt x="-2478" y="3187"/>
                    <a:pt x="1332" y="5785"/>
                  </a:cubicBezTo>
                  <a:cubicBezTo>
                    <a:pt x="3808" y="6972"/>
                    <a:pt x="9777" y="13246"/>
                    <a:pt x="9968" y="7734"/>
                  </a:cubicBezTo>
                  <a:lnTo>
                    <a:pt x="9968" y="7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2A9F0D89-0B82-D8E2-6944-CBA15C75B018}"/>
                </a:ext>
              </a:extLst>
            </p:cNvPr>
            <p:cNvSpPr/>
            <p:nvPr/>
          </p:nvSpPr>
          <p:spPr>
            <a:xfrm>
              <a:off x="6452111" y="1955566"/>
              <a:ext cx="51750" cy="44481"/>
            </a:xfrm>
            <a:custGeom>
              <a:avLst/>
              <a:gdLst>
                <a:gd name="csX0" fmla="*/ 1393 w 51750"/>
                <a:gd name="csY0" fmla="*/ 11727 h 44481"/>
                <a:gd name="csX1" fmla="*/ 1965 w 51750"/>
                <a:gd name="csY1" fmla="*/ 18642 h 44481"/>
                <a:gd name="csX2" fmla="*/ 1076 w 51750"/>
                <a:gd name="csY2" fmla="*/ 19512 h 44481"/>
                <a:gd name="csX3" fmla="*/ 8188 w 51750"/>
                <a:gd name="csY3" fmla="*/ 33025 h 44481"/>
                <a:gd name="csX4" fmla="*/ 6156 w 51750"/>
                <a:gd name="csY4" fmla="*/ 43407 h 44481"/>
                <a:gd name="csX5" fmla="*/ 7870 w 51750"/>
                <a:gd name="csY5" fmla="*/ 44163 h 44481"/>
                <a:gd name="csX6" fmla="*/ 20316 w 51750"/>
                <a:gd name="csY6" fmla="*/ 25456 h 44481"/>
                <a:gd name="csX7" fmla="*/ 34159 w 51750"/>
                <a:gd name="csY7" fmla="*/ 22103 h 44481"/>
                <a:gd name="csX8" fmla="*/ 48383 w 51750"/>
                <a:gd name="csY8" fmla="*/ 12267 h 44481"/>
                <a:gd name="csX9" fmla="*/ 50670 w 51750"/>
                <a:gd name="csY9" fmla="*/ 10210 h 44481"/>
                <a:gd name="csX10" fmla="*/ 41144 w 51750"/>
                <a:gd name="csY10" fmla="*/ 3288 h 44481"/>
                <a:gd name="csX11" fmla="*/ 33207 w 51750"/>
                <a:gd name="csY11" fmla="*/ 3936 h 44481"/>
                <a:gd name="csX12" fmla="*/ 28254 w 51750"/>
                <a:gd name="csY12" fmla="*/ 2209 h 44481"/>
                <a:gd name="csX13" fmla="*/ 19808 w 51750"/>
                <a:gd name="csY13" fmla="*/ 1021 h 44481"/>
                <a:gd name="csX14" fmla="*/ 14157 w 51750"/>
                <a:gd name="csY14" fmla="*/ 9670 h 44481"/>
                <a:gd name="csX15" fmla="*/ 13204 w 51750"/>
                <a:gd name="csY15" fmla="*/ 10102 h 44481"/>
                <a:gd name="csX16" fmla="*/ 7870 w 51750"/>
                <a:gd name="csY16" fmla="*/ 8806 h 44481"/>
                <a:gd name="csX17" fmla="*/ 1520 w 51750"/>
                <a:gd name="csY17" fmla="*/ 11727 h 44481"/>
                <a:gd name="csX18" fmla="*/ 1393 w 51750"/>
                <a:gd name="csY18" fmla="*/ 11727 h 44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1750" h="44481">
                  <a:moveTo>
                    <a:pt x="1393" y="11727"/>
                  </a:moveTo>
                  <a:cubicBezTo>
                    <a:pt x="1584" y="12375"/>
                    <a:pt x="4949" y="15512"/>
                    <a:pt x="1965" y="18642"/>
                  </a:cubicBezTo>
                  <a:lnTo>
                    <a:pt x="1076" y="19512"/>
                  </a:lnTo>
                  <a:cubicBezTo>
                    <a:pt x="-4258" y="25024"/>
                    <a:pt x="12188" y="26218"/>
                    <a:pt x="8188" y="33025"/>
                  </a:cubicBezTo>
                  <a:cubicBezTo>
                    <a:pt x="7108" y="35730"/>
                    <a:pt x="1584" y="41356"/>
                    <a:pt x="6156" y="43407"/>
                  </a:cubicBezTo>
                  <a:lnTo>
                    <a:pt x="7870" y="44163"/>
                  </a:lnTo>
                  <a:cubicBezTo>
                    <a:pt x="15046" y="47300"/>
                    <a:pt x="12442" y="26218"/>
                    <a:pt x="20316" y="25456"/>
                  </a:cubicBezTo>
                  <a:cubicBezTo>
                    <a:pt x="26412" y="24916"/>
                    <a:pt x="30730" y="25132"/>
                    <a:pt x="34159" y="22103"/>
                  </a:cubicBezTo>
                  <a:cubicBezTo>
                    <a:pt x="41017" y="15836"/>
                    <a:pt x="43938" y="12267"/>
                    <a:pt x="48383" y="12267"/>
                  </a:cubicBezTo>
                  <a:cubicBezTo>
                    <a:pt x="48891" y="12159"/>
                    <a:pt x="53907" y="12591"/>
                    <a:pt x="50670" y="10210"/>
                  </a:cubicBezTo>
                  <a:lnTo>
                    <a:pt x="41144" y="3288"/>
                  </a:lnTo>
                  <a:cubicBezTo>
                    <a:pt x="37652" y="697"/>
                    <a:pt x="32572" y="4158"/>
                    <a:pt x="33207" y="3936"/>
                  </a:cubicBezTo>
                  <a:cubicBezTo>
                    <a:pt x="30095" y="5561"/>
                    <a:pt x="27682" y="1669"/>
                    <a:pt x="28254" y="2209"/>
                  </a:cubicBezTo>
                  <a:cubicBezTo>
                    <a:pt x="25841" y="-2008"/>
                    <a:pt x="19173" y="1129"/>
                    <a:pt x="19808" y="1021"/>
                  </a:cubicBezTo>
                  <a:cubicBezTo>
                    <a:pt x="14792" y="2532"/>
                    <a:pt x="18919" y="7504"/>
                    <a:pt x="14157" y="9670"/>
                  </a:cubicBezTo>
                  <a:lnTo>
                    <a:pt x="13204" y="10102"/>
                  </a:lnTo>
                  <a:cubicBezTo>
                    <a:pt x="11426" y="10857"/>
                    <a:pt x="9077" y="10318"/>
                    <a:pt x="7870" y="8806"/>
                  </a:cubicBezTo>
                  <a:cubicBezTo>
                    <a:pt x="4949" y="5238"/>
                    <a:pt x="-1210" y="7835"/>
                    <a:pt x="1520" y="11727"/>
                  </a:cubicBezTo>
                  <a:lnTo>
                    <a:pt x="1393" y="117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F714E971-17CB-E247-68B3-62A0076D34D4}"/>
                </a:ext>
              </a:extLst>
            </p:cNvPr>
            <p:cNvSpPr/>
            <p:nvPr/>
          </p:nvSpPr>
          <p:spPr>
            <a:xfrm>
              <a:off x="6463131" y="1925795"/>
              <a:ext cx="32967" cy="22448"/>
            </a:xfrm>
            <a:custGeom>
              <a:avLst/>
              <a:gdLst>
                <a:gd name="csX0" fmla="*/ 12154 w 32967"/>
                <a:gd name="csY0" fmla="*/ 19324 h 22448"/>
                <a:gd name="csX1" fmla="*/ 22314 w 32967"/>
                <a:gd name="csY1" fmla="*/ 18784 h 22448"/>
                <a:gd name="csX2" fmla="*/ 32156 w 32967"/>
                <a:gd name="csY2" fmla="*/ 12409 h 22448"/>
                <a:gd name="csX3" fmla="*/ 29743 w 32967"/>
                <a:gd name="csY3" fmla="*/ 9164 h 22448"/>
                <a:gd name="csX4" fmla="*/ 19393 w 32967"/>
                <a:gd name="csY4" fmla="*/ 2350 h 22448"/>
                <a:gd name="csX5" fmla="*/ 18631 w 32967"/>
                <a:gd name="csY5" fmla="*/ 1379 h 22448"/>
                <a:gd name="csX6" fmla="*/ 7074 w 32967"/>
                <a:gd name="csY6" fmla="*/ 8624 h 22448"/>
                <a:gd name="csX7" fmla="*/ 1422 w 32967"/>
                <a:gd name="csY7" fmla="*/ 12085 h 22448"/>
                <a:gd name="csX8" fmla="*/ 12154 w 32967"/>
                <a:gd name="csY8" fmla="*/ 19108 h 22448"/>
                <a:gd name="csX9" fmla="*/ 12154 w 32967"/>
                <a:gd name="csY9" fmla="*/ 19324 h 2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2967" h="22448">
                  <a:moveTo>
                    <a:pt x="12154" y="19324"/>
                  </a:moveTo>
                  <a:cubicBezTo>
                    <a:pt x="13233" y="24086"/>
                    <a:pt x="20345" y="23000"/>
                    <a:pt x="22314" y="18784"/>
                  </a:cubicBezTo>
                  <a:cubicBezTo>
                    <a:pt x="24917" y="12948"/>
                    <a:pt x="36030" y="17596"/>
                    <a:pt x="32156" y="12409"/>
                  </a:cubicBezTo>
                  <a:lnTo>
                    <a:pt x="29743" y="9164"/>
                  </a:lnTo>
                  <a:cubicBezTo>
                    <a:pt x="26441" y="4725"/>
                    <a:pt x="22631" y="6782"/>
                    <a:pt x="19393" y="2350"/>
                  </a:cubicBezTo>
                  <a:lnTo>
                    <a:pt x="18631" y="1379"/>
                  </a:lnTo>
                  <a:cubicBezTo>
                    <a:pt x="14948" y="-3708"/>
                    <a:pt x="13741" y="6782"/>
                    <a:pt x="7074" y="8624"/>
                  </a:cubicBezTo>
                  <a:cubicBezTo>
                    <a:pt x="5232" y="9271"/>
                    <a:pt x="-3340" y="10459"/>
                    <a:pt x="1422" y="12085"/>
                  </a:cubicBezTo>
                  <a:cubicBezTo>
                    <a:pt x="4788" y="13704"/>
                    <a:pt x="10947" y="13812"/>
                    <a:pt x="12154" y="19108"/>
                  </a:cubicBezTo>
                  <a:lnTo>
                    <a:pt x="12154" y="193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6229D5A1-8795-EB7F-E8C8-F3E0BF8745F5}"/>
                </a:ext>
              </a:extLst>
            </p:cNvPr>
            <p:cNvSpPr/>
            <p:nvPr/>
          </p:nvSpPr>
          <p:spPr>
            <a:xfrm>
              <a:off x="6501305" y="1891146"/>
              <a:ext cx="179593" cy="135944"/>
            </a:xfrm>
            <a:custGeom>
              <a:avLst/>
              <a:gdLst>
                <a:gd name="csX0" fmla="*/ 162258 w 179593"/>
                <a:gd name="csY0" fmla="*/ 88365 h 135944"/>
                <a:gd name="csX1" fmla="*/ 179593 w 179593"/>
                <a:gd name="csY1" fmla="*/ 15047 h 135944"/>
                <a:gd name="csX2" fmla="*/ 177562 w 179593"/>
                <a:gd name="csY2" fmla="*/ 15587 h 135944"/>
                <a:gd name="csX3" fmla="*/ 140668 w 179593"/>
                <a:gd name="csY3" fmla="*/ 12882 h 135944"/>
                <a:gd name="csX4" fmla="*/ 132984 w 179593"/>
                <a:gd name="csY4" fmla="*/ 7586 h 135944"/>
                <a:gd name="csX5" fmla="*/ 122316 w 179593"/>
                <a:gd name="csY5" fmla="*/ 7910 h 135944"/>
                <a:gd name="csX6" fmla="*/ 105552 w 179593"/>
                <a:gd name="csY6" fmla="*/ 3046 h 135944"/>
                <a:gd name="csX7" fmla="*/ 98123 w 179593"/>
                <a:gd name="csY7" fmla="*/ 3370 h 135944"/>
                <a:gd name="csX8" fmla="*/ 96599 w 179593"/>
                <a:gd name="csY8" fmla="*/ 1852 h 135944"/>
                <a:gd name="csX9" fmla="*/ 89741 w 179593"/>
                <a:gd name="csY9" fmla="*/ 341 h 135944"/>
                <a:gd name="csX10" fmla="*/ 87582 w 179593"/>
                <a:gd name="csY10" fmla="*/ 5853 h 135944"/>
                <a:gd name="csX11" fmla="*/ 85105 w 179593"/>
                <a:gd name="csY11" fmla="*/ 9421 h 135944"/>
                <a:gd name="csX12" fmla="*/ 73294 w 179593"/>
                <a:gd name="csY12" fmla="*/ 9205 h 135944"/>
                <a:gd name="csX13" fmla="*/ 63706 w 179593"/>
                <a:gd name="csY13" fmla="*/ 5313 h 135944"/>
                <a:gd name="csX14" fmla="*/ 61293 w 179593"/>
                <a:gd name="csY14" fmla="*/ 9098 h 135944"/>
                <a:gd name="csX15" fmla="*/ 58372 w 179593"/>
                <a:gd name="csY15" fmla="*/ 12342 h 135944"/>
                <a:gd name="csX16" fmla="*/ 47640 w 179593"/>
                <a:gd name="csY16" fmla="*/ 10831 h 135944"/>
                <a:gd name="csX17" fmla="*/ 41926 w 179593"/>
                <a:gd name="csY17" fmla="*/ 14939 h 135944"/>
                <a:gd name="csX18" fmla="*/ 34877 w 179593"/>
                <a:gd name="csY18" fmla="*/ 16451 h 135944"/>
                <a:gd name="csX19" fmla="*/ 32845 w 179593"/>
                <a:gd name="csY19" fmla="*/ 19480 h 135944"/>
                <a:gd name="csX20" fmla="*/ 13224 w 179593"/>
                <a:gd name="csY20" fmla="*/ 29214 h 135944"/>
                <a:gd name="csX21" fmla="*/ 8270 w 179593"/>
                <a:gd name="csY21" fmla="*/ 36675 h 135944"/>
                <a:gd name="csX22" fmla="*/ 2746 w 179593"/>
                <a:gd name="csY22" fmla="*/ 37539 h 135944"/>
                <a:gd name="csX23" fmla="*/ 4016 w 179593"/>
                <a:gd name="csY23" fmla="*/ 42835 h 135944"/>
                <a:gd name="csX24" fmla="*/ 11700 w 179593"/>
                <a:gd name="csY24" fmla="*/ 50080 h 135944"/>
                <a:gd name="csX25" fmla="*/ 23447 w 179593"/>
                <a:gd name="csY25" fmla="*/ 55491 h 135944"/>
                <a:gd name="csX26" fmla="*/ 16399 w 179593"/>
                <a:gd name="csY26" fmla="*/ 59599 h 135944"/>
                <a:gd name="csX27" fmla="*/ 14684 w 179593"/>
                <a:gd name="csY27" fmla="*/ 63815 h 135944"/>
                <a:gd name="csX28" fmla="*/ 25162 w 179593"/>
                <a:gd name="csY28" fmla="*/ 82091 h 135944"/>
                <a:gd name="csX29" fmla="*/ 41735 w 179593"/>
                <a:gd name="csY29" fmla="*/ 81011 h 135944"/>
                <a:gd name="csX30" fmla="*/ 45481 w 179593"/>
                <a:gd name="csY30" fmla="*/ 78414 h 135944"/>
                <a:gd name="csX31" fmla="*/ 51768 w 179593"/>
                <a:gd name="csY31" fmla="*/ 79608 h 135944"/>
                <a:gd name="csX32" fmla="*/ 52213 w 179593"/>
                <a:gd name="csY32" fmla="*/ 86961 h 135944"/>
                <a:gd name="csX33" fmla="*/ 48338 w 179593"/>
                <a:gd name="csY33" fmla="*/ 104474 h 135944"/>
                <a:gd name="csX34" fmla="*/ 45037 w 179593"/>
                <a:gd name="csY34" fmla="*/ 112044 h 135944"/>
                <a:gd name="csX35" fmla="*/ 77676 w 179593"/>
                <a:gd name="csY35" fmla="*/ 100366 h 135944"/>
                <a:gd name="csX36" fmla="*/ 123777 w 179593"/>
                <a:gd name="csY36" fmla="*/ 132808 h 135944"/>
                <a:gd name="csX37" fmla="*/ 139334 w 179593"/>
                <a:gd name="csY37" fmla="*/ 124699 h 135944"/>
                <a:gd name="csX38" fmla="*/ 157940 w 179593"/>
                <a:gd name="csY38" fmla="*/ 135945 h 135944"/>
                <a:gd name="csX39" fmla="*/ 179086 w 179593"/>
                <a:gd name="csY39" fmla="*/ 112914 h 135944"/>
                <a:gd name="csX40" fmla="*/ 162385 w 179593"/>
                <a:gd name="csY40" fmla="*/ 88257 h 135944"/>
                <a:gd name="csX41" fmla="*/ 162258 w 179593"/>
                <a:gd name="csY41" fmla="*/ 88365 h 1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79593" h="135944">
                  <a:moveTo>
                    <a:pt x="162258" y="88365"/>
                  </a:moveTo>
                  <a:lnTo>
                    <a:pt x="179593" y="15047"/>
                  </a:lnTo>
                  <a:cubicBezTo>
                    <a:pt x="179086" y="15371"/>
                    <a:pt x="178324" y="15587"/>
                    <a:pt x="177562" y="15587"/>
                  </a:cubicBezTo>
                  <a:cubicBezTo>
                    <a:pt x="150891" y="15047"/>
                    <a:pt x="144986" y="15803"/>
                    <a:pt x="140668" y="12882"/>
                  </a:cubicBezTo>
                  <a:lnTo>
                    <a:pt x="132984" y="7586"/>
                  </a:lnTo>
                  <a:cubicBezTo>
                    <a:pt x="128603" y="4665"/>
                    <a:pt x="127015" y="10183"/>
                    <a:pt x="122316" y="7910"/>
                  </a:cubicBezTo>
                  <a:cubicBezTo>
                    <a:pt x="112156" y="3046"/>
                    <a:pt x="109363" y="881"/>
                    <a:pt x="105552" y="3046"/>
                  </a:cubicBezTo>
                  <a:cubicBezTo>
                    <a:pt x="104917" y="3262"/>
                    <a:pt x="101234" y="6615"/>
                    <a:pt x="98123" y="3370"/>
                  </a:cubicBezTo>
                  <a:lnTo>
                    <a:pt x="96599" y="1852"/>
                  </a:lnTo>
                  <a:cubicBezTo>
                    <a:pt x="93868" y="-955"/>
                    <a:pt x="89106" y="233"/>
                    <a:pt x="89741" y="341"/>
                  </a:cubicBezTo>
                  <a:cubicBezTo>
                    <a:pt x="85994" y="1096"/>
                    <a:pt x="87582" y="6507"/>
                    <a:pt x="87582" y="5853"/>
                  </a:cubicBezTo>
                  <a:cubicBezTo>
                    <a:pt x="88026" y="7802"/>
                    <a:pt x="86947" y="9421"/>
                    <a:pt x="85105" y="9421"/>
                  </a:cubicBezTo>
                  <a:lnTo>
                    <a:pt x="73294" y="9205"/>
                  </a:lnTo>
                  <a:cubicBezTo>
                    <a:pt x="68532" y="9205"/>
                    <a:pt x="63134" y="4881"/>
                    <a:pt x="63706" y="5313"/>
                  </a:cubicBezTo>
                  <a:cubicBezTo>
                    <a:pt x="60087" y="3154"/>
                    <a:pt x="61166" y="9745"/>
                    <a:pt x="61293" y="9098"/>
                  </a:cubicBezTo>
                  <a:cubicBezTo>
                    <a:pt x="61547" y="11155"/>
                    <a:pt x="60214" y="12558"/>
                    <a:pt x="58372" y="12342"/>
                  </a:cubicBezTo>
                  <a:lnTo>
                    <a:pt x="47640" y="10831"/>
                  </a:lnTo>
                  <a:cubicBezTo>
                    <a:pt x="43767" y="10291"/>
                    <a:pt x="41417" y="15587"/>
                    <a:pt x="41926" y="14939"/>
                  </a:cubicBezTo>
                  <a:cubicBezTo>
                    <a:pt x="39957" y="18940"/>
                    <a:pt x="34242" y="16451"/>
                    <a:pt x="34877" y="16451"/>
                  </a:cubicBezTo>
                  <a:cubicBezTo>
                    <a:pt x="31448" y="15371"/>
                    <a:pt x="32845" y="20127"/>
                    <a:pt x="32845" y="19480"/>
                  </a:cubicBezTo>
                  <a:cubicBezTo>
                    <a:pt x="35194" y="27589"/>
                    <a:pt x="15192" y="20775"/>
                    <a:pt x="13224" y="29214"/>
                  </a:cubicBezTo>
                  <a:cubicBezTo>
                    <a:pt x="12842" y="30078"/>
                    <a:pt x="12715" y="36028"/>
                    <a:pt x="8270" y="36675"/>
                  </a:cubicBezTo>
                  <a:lnTo>
                    <a:pt x="2746" y="37539"/>
                  </a:lnTo>
                  <a:cubicBezTo>
                    <a:pt x="-1699" y="38187"/>
                    <a:pt x="-366" y="43273"/>
                    <a:pt x="4016" y="42835"/>
                  </a:cubicBezTo>
                  <a:cubicBezTo>
                    <a:pt x="26113" y="40244"/>
                    <a:pt x="9667" y="43273"/>
                    <a:pt x="11700" y="50080"/>
                  </a:cubicBezTo>
                  <a:cubicBezTo>
                    <a:pt x="13351" y="55491"/>
                    <a:pt x="22558" y="51274"/>
                    <a:pt x="23447" y="55491"/>
                  </a:cubicBezTo>
                  <a:cubicBezTo>
                    <a:pt x="23955" y="58304"/>
                    <a:pt x="15827" y="59815"/>
                    <a:pt x="16399" y="59599"/>
                  </a:cubicBezTo>
                  <a:cubicBezTo>
                    <a:pt x="14684" y="60139"/>
                    <a:pt x="13795" y="61980"/>
                    <a:pt x="14684" y="63815"/>
                  </a:cubicBezTo>
                  <a:cubicBezTo>
                    <a:pt x="19827" y="75493"/>
                    <a:pt x="21034" y="79932"/>
                    <a:pt x="25162" y="82091"/>
                  </a:cubicBezTo>
                  <a:cubicBezTo>
                    <a:pt x="26558" y="82415"/>
                    <a:pt x="39766" y="93121"/>
                    <a:pt x="41735" y="81011"/>
                  </a:cubicBezTo>
                  <a:cubicBezTo>
                    <a:pt x="42052" y="79278"/>
                    <a:pt x="43640" y="78090"/>
                    <a:pt x="45481" y="78414"/>
                  </a:cubicBezTo>
                  <a:lnTo>
                    <a:pt x="51768" y="79608"/>
                  </a:lnTo>
                  <a:cubicBezTo>
                    <a:pt x="56086" y="80364"/>
                    <a:pt x="55451" y="86307"/>
                    <a:pt x="52213" y="86961"/>
                  </a:cubicBezTo>
                  <a:cubicBezTo>
                    <a:pt x="47894" y="87933"/>
                    <a:pt x="51768" y="97553"/>
                    <a:pt x="48338" y="104474"/>
                  </a:cubicBezTo>
                  <a:cubicBezTo>
                    <a:pt x="47767" y="105884"/>
                    <a:pt x="45799" y="108691"/>
                    <a:pt x="45037" y="112044"/>
                  </a:cubicBezTo>
                  <a:lnTo>
                    <a:pt x="77676" y="100366"/>
                  </a:lnTo>
                  <a:lnTo>
                    <a:pt x="123777" y="132808"/>
                  </a:lnTo>
                  <a:lnTo>
                    <a:pt x="139334" y="124699"/>
                  </a:lnTo>
                  <a:lnTo>
                    <a:pt x="157940" y="135945"/>
                  </a:lnTo>
                  <a:lnTo>
                    <a:pt x="179086" y="112914"/>
                  </a:lnTo>
                  <a:lnTo>
                    <a:pt x="162385" y="88257"/>
                  </a:lnTo>
                  <a:lnTo>
                    <a:pt x="162258" y="883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86DA4886-5D7C-90FE-0F09-8651F5996D61}"/>
                </a:ext>
              </a:extLst>
            </p:cNvPr>
            <p:cNvSpPr/>
            <p:nvPr/>
          </p:nvSpPr>
          <p:spPr>
            <a:xfrm>
              <a:off x="5946725" y="2157515"/>
              <a:ext cx="6178" cy="7998"/>
            </a:xfrm>
            <a:custGeom>
              <a:avLst/>
              <a:gdLst>
                <a:gd name="csX0" fmla="*/ 2069 w 6178"/>
                <a:gd name="csY0" fmla="*/ 7447 h 7998"/>
                <a:gd name="csX1" fmla="*/ 4234 w 6178"/>
                <a:gd name="csY1" fmla="*/ 856 h 7998"/>
                <a:gd name="csX2" fmla="*/ 3694 w 6178"/>
                <a:gd name="csY2" fmla="*/ 532 h 7998"/>
                <a:gd name="csX3" fmla="*/ 1961 w 6178"/>
                <a:gd name="csY3" fmla="*/ 7447 h 7998"/>
                <a:gd name="csX4" fmla="*/ 2069 w 6178"/>
                <a:gd name="csY4" fmla="*/ 7447 h 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78" h="7998">
                  <a:moveTo>
                    <a:pt x="2069" y="7447"/>
                  </a:moveTo>
                  <a:cubicBezTo>
                    <a:pt x="5320" y="9936"/>
                    <a:pt x="8241" y="3338"/>
                    <a:pt x="4234" y="856"/>
                  </a:cubicBezTo>
                  <a:lnTo>
                    <a:pt x="3694" y="532"/>
                  </a:lnTo>
                  <a:cubicBezTo>
                    <a:pt x="-204" y="-1957"/>
                    <a:pt x="-1392" y="4964"/>
                    <a:pt x="1961" y="7447"/>
                  </a:cubicBezTo>
                  <a:lnTo>
                    <a:pt x="2069" y="7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8DDC5C3-09C2-45DA-DA96-B731AED36C23}"/>
                </a:ext>
              </a:extLst>
            </p:cNvPr>
            <p:cNvSpPr/>
            <p:nvPr/>
          </p:nvSpPr>
          <p:spPr>
            <a:xfrm>
              <a:off x="6027049" y="2114463"/>
              <a:ext cx="6861" cy="10526"/>
            </a:xfrm>
            <a:custGeom>
              <a:avLst/>
              <a:gdLst>
                <a:gd name="csX0" fmla="*/ 4980 w 6861"/>
                <a:gd name="csY0" fmla="*/ 2163 h 10526"/>
                <a:gd name="csX1" fmla="*/ 2 w 6861"/>
                <a:gd name="csY1" fmla="*/ 2163 h 10526"/>
                <a:gd name="csX2" fmla="*/ 2815 w 6861"/>
                <a:gd name="csY2" fmla="*/ 10494 h 10526"/>
                <a:gd name="csX3" fmla="*/ 5088 w 6861"/>
                <a:gd name="csY3" fmla="*/ 2055 h 10526"/>
                <a:gd name="csX4" fmla="*/ 4980 w 6861"/>
                <a:gd name="csY4" fmla="*/ 2163 h 10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61" h="10526">
                  <a:moveTo>
                    <a:pt x="4980" y="2163"/>
                  </a:moveTo>
                  <a:cubicBezTo>
                    <a:pt x="4332" y="1947"/>
                    <a:pt x="-106" y="-2593"/>
                    <a:pt x="2" y="2163"/>
                  </a:cubicBezTo>
                  <a:cubicBezTo>
                    <a:pt x="218" y="3464"/>
                    <a:pt x="-754" y="9948"/>
                    <a:pt x="2815" y="10494"/>
                  </a:cubicBezTo>
                  <a:cubicBezTo>
                    <a:pt x="6282" y="11034"/>
                    <a:pt x="8663" y="4760"/>
                    <a:pt x="5088" y="2055"/>
                  </a:cubicBezTo>
                  <a:lnTo>
                    <a:pt x="4980" y="2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43753AE-78A6-68FE-CE6D-AAC9BDED7D4C}"/>
                </a:ext>
              </a:extLst>
            </p:cNvPr>
            <p:cNvSpPr/>
            <p:nvPr/>
          </p:nvSpPr>
          <p:spPr>
            <a:xfrm>
              <a:off x="5999743" y="2134543"/>
              <a:ext cx="37540" cy="36555"/>
            </a:xfrm>
            <a:custGeom>
              <a:avLst/>
              <a:gdLst>
                <a:gd name="csX0" fmla="*/ 35423 w 37540"/>
                <a:gd name="csY0" fmla="*/ 12690 h 36555"/>
                <a:gd name="csX1" fmla="*/ 35208 w 37540"/>
                <a:gd name="csY1" fmla="*/ 8798 h 36555"/>
                <a:gd name="csX2" fmla="*/ 32826 w 37540"/>
                <a:gd name="csY2" fmla="*/ 1552 h 36555"/>
                <a:gd name="csX3" fmla="*/ 30121 w 37540"/>
                <a:gd name="csY3" fmla="*/ 4797 h 36555"/>
                <a:gd name="csX4" fmla="*/ 27194 w 37540"/>
                <a:gd name="csY4" fmla="*/ 9122 h 36555"/>
                <a:gd name="csX5" fmla="*/ 22870 w 37540"/>
                <a:gd name="csY5" fmla="*/ 898 h 36555"/>
                <a:gd name="csX6" fmla="*/ 5439 w 37540"/>
                <a:gd name="csY6" fmla="*/ 5445 h 36555"/>
                <a:gd name="csX7" fmla="*/ 892 w 37540"/>
                <a:gd name="csY7" fmla="*/ 11604 h 36555"/>
                <a:gd name="csX8" fmla="*/ 4144 w 37540"/>
                <a:gd name="csY8" fmla="*/ 18526 h 36555"/>
                <a:gd name="csX9" fmla="*/ 11287 w 37540"/>
                <a:gd name="csY9" fmla="*/ 24800 h 36555"/>
                <a:gd name="csX10" fmla="*/ 15072 w 37540"/>
                <a:gd name="csY10" fmla="*/ 31397 h 36555"/>
                <a:gd name="csX11" fmla="*/ 20704 w 37540"/>
                <a:gd name="csY11" fmla="*/ 32045 h 36555"/>
                <a:gd name="csX12" fmla="*/ 32503 w 37540"/>
                <a:gd name="csY12" fmla="*/ 32261 h 36555"/>
                <a:gd name="csX13" fmla="*/ 35423 w 37540"/>
                <a:gd name="csY13" fmla="*/ 12690 h 36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7540" h="36555">
                  <a:moveTo>
                    <a:pt x="35423" y="12690"/>
                  </a:moveTo>
                  <a:cubicBezTo>
                    <a:pt x="34446" y="11604"/>
                    <a:pt x="34338" y="9877"/>
                    <a:pt x="35208" y="8798"/>
                  </a:cubicBezTo>
                  <a:cubicBezTo>
                    <a:pt x="37157" y="6201"/>
                    <a:pt x="32503" y="898"/>
                    <a:pt x="32826" y="1552"/>
                  </a:cubicBezTo>
                  <a:cubicBezTo>
                    <a:pt x="30229" y="-2124"/>
                    <a:pt x="29906" y="5445"/>
                    <a:pt x="30121" y="4797"/>
                  </a:cubicBezTo>
                  <a:cubicBezTo>
                    <a:pt x="29906" y="6848"/>
                    <a:pt x="28604" y="8690"/>
                    <a:pt x="27194" y="9122"/>
                  </a:cubicBezTo>
                  <a:cubicBezTo>
                    <a:pt x="23517" y="10093"/>
                    <a:pt x="26438" y="3603"/>
                    <a:pt x="22870" y="898"/>
                  </a:cubicBezTo>
                  <a:cubicBezTo>
                    <a:pt x="18215" y="-2670"/>
                    <a:pt x="11179" y="5553"/>
                    <a:pt x="5439" y="5445"/>
                  </a:cubicBezTo>
                  <a:cubicBezTo>
                    <a:pt x="2194" y="5445"/>
                    <a:pt x="-1813" y="8360"/>
                    <a:pt x="892" y="11604"/>
                  </a:cubicBezTo>
                  <a:cubicBezTo>
                    <a:pt x="1331" y="12259"/>
                    <a:pt x="4035" y="14849"/>
                    <a:pt x="4144" y="18526"/>
                  </a:cubicBezTo>
                  <a:cubicBezTo>
                    <a:pt x="4359" y="22850"/>
                    <a:pt x="11935" y="25232"/>
                    <a:pt x="11287" y="24800"/>
                  </a:cubicBezTo>
                  <a:cubicBezTo>
                    <a:pt x="16050" y="26965"/>
                    <a:pt x="9985" y="30858"/>
                    <a:pt x="15072" y="31397"/>
                  </a:cubicBezTo>
                  <a:lnTo>
                    <a:pt x="20704" y="32045"/>
                  </a:lnTo>
                  <a:cubicBezTo>
                    <a:pt x="25683" y="32585"/>
                    <a:pt x="27086" y="41780"/>
                    <a:pt x="32503" y="32261"/>
                  </a:cubicBezTo>
                  <a:cubicBezTo>
                    <a:pt x="32934" y="31505"/>
                    <a:pt x="41373" y="19174"/>
                    <a:pt x="35423" y="126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888BAD5E-9DCE-4643-35CD-5E4C4FFC2D43}"/>
                </a:ext>
              </a:extLst>
            </p:cNvPr>
            <p:cNvSpPr/>
            <p:nvPr/>
          </p:nvSpPr>
          <p:spPr>
            <a:xfrm>
              <a:off x="6183956" y="2155400"/>
              <a:ext cx="16362" cy="15856"/>
            </a:xfrm>
            <a:custGeom>
              <a:avLst/>
              <a:gdLst>
                <a:gd name="csX0" fmla="*/ 14215 w 16362"/>
                <a:gd name="csY0" fmla="*/ 5994 h 15856"/>
                <a:gd name="csX1" fmla="*/ 683 w 16362"/>
                <a:gd name="csY1" fmla="*/ 2209 h 15856"/>
                <a:gd name="csX2" fmla="*/ 2416 w 16362"/>
                <a:gd name="csY2" fmla="*/ 11080 h 15856"/>
                <a:gd name="csX3" fmla="*/ 15624 w 16362"/>
                <a:gd name="csY3" fmla="*/ 13569 h 15856"/>
                <a:gd name="csX4" fmla="*/ 14215 w 16362"/>
                <a:gd name="csY4" fmla="*/ 5994 h 1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362" h="15856">
                  <a:moveTo>
                    <a:pt x="14215" y="5994"/>
                  </a:moveTo>
                  <a:cubicBezTo>
                    <a:pt x="8265" y="3403"/>
                    <a:pt x="1661" y="-3519"/>
                    <a:pt x="683" y="2209"/>
                  </a:cubicBezTo>
                  <a:cubicBezTo>
                    <a:pt x="683" y="3403"/>
                    <a:pt x="-1692" y="9023"/>
                    <a:pt x="2416" y="11080"/>
                  </a:cubicBezTo>
                  <a:cubicBezTo>
                    <a:pt x="7611" y="12915"/>
                    <a:pt x="14107" y="19189"/>
                    <a:pt x="15624" y="13569"/>
                  </a:cubicBezTo>
                  <a:cubicBezTo>
                    <a:pt x="15624" y="13569"/>
                    <a:pt x="18006" y="8159"/>
                    <a:pt x="14215" y="5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A61C71D0-EF57-C98D-FAB8-DBDFA275A03D}"/>
                </a:ext>
              </a:extLst>
            </p:cNvPr>
            <p:cNvSpPr/>
            <p:nvPr/>
          </p:nvSpPr>
          <p:spPr>
            <a:xfrm>
              <a:off x="6033231" y="2161832"/>
              <a:ext cx="10871" cy="25435"/>
            </a:xfrm>
            <a:custGeom>
              <a:avLst/>
              <a:gdLst>
                <a:gd name="csX0" fmla="*/ 9409 w 10871"/>
                <a:gd name="csY0" fmla="*/ 0 h 25435"/>
                <a:gd name="csX1" fmla="*/ 2158 w 10871"/>
                <a:gd name="csY1" fmla="*/ 25413 h 25435"/>
                <a:gd name="csX2" fmla="*/ 5403 w 10871"/>
                <a:gd name="csY2" fmla="*/ 22384 h 25435"/>
                <a:gd name="csX3" fmla="*/ 9517 w 10871"/>
                <a:gd name="csY3" fmla="*/ 108 h 25435"/>
                <a:gd name="csX4" fmla="*/ 9409 w 10871"/>
                <a:gd name="csY4" fmla="*/ 0 h 25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1" h="25435">
                  <a:moveTo>
                    <a:pt x="9409" y="0"/>
                  </a:moveTo>
                  <a:cubicBezTo>
                    <a:pt x="3885" y="1511"/>
                    <a:pt x="-3798" y="24111"/>
                    <a:pt x="2158" y="25413"/>
                  </a:cubicBezTo>
                  <a:cubicBezTo>
                    <a:pt x="3345" y="25628"/>
                    <a:pt x="4863" y="24327"/>
                    <a:pt x="5403" y="22384"/>
                  </a:cubicBezTo>
                  <a:cubicBezTo>
                    <a:pt x="9949" y="5728"/>
                    <a:pt x="12654" y="-762"/>
                    <a:pt x="9517" y="108"/>
                  </a:cubicBezTo>
                  <a:lnTo>
                    <a:pt x="940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616B22DD-E68B-745E-1627-4B649039A0F1}"/>
                </a:ext>
              </a:extLst>
            </p:cNvPr>
            <p:cNvSpPr/>
            <p:nvPr/>
          </p:nvSpPr>
          <p:spPr>
            <a:xfrm>
              <a:off x="6019210" y="2175022"/>
              <a:ext cx="7863" cy="7334"/>
            </a:xfrm>
            <a:custGeom>
              <a:avLst/>
              <a:gdLst>
                <a:gd name="csX0" fmla="*/ 4596 w 7863"/>
                <a:gd name="csY0" fmla="*/ 7244 h 7334"/>
                <a:gd name="csX1" fmla="*/ 5352 w 7863"/>
                <a:gd name="csY1" fmla="*/ 1192 h 7334"/>
                <a:gd name="csX2" fmla="*/ 374 w 7863"/>
                <a:gd name="csY2" fmla="*/ 2380 h 7334"/>
                <a:gd name="csX3" fmla="*/ 4704 w 7863"/>
                <a:gd name="csY3" fmla="*/ 7244 h 7334"/>
                <a:gd name="csX4" fmla="*/ 4596 w 7863"/>
                <a:gd name="csY4" fmla="*/ 7244 h 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63" h="7334">
                  <a:moveTo>
                    <a:pt x="4596" y="7244"/>
                  </a:moveTo>
                  <a:cubicBezTo>
                    <a:pt x="7733" y="8107"/>
                    <a:pt x="9683" y="2595"/>
                    <a:pt x="5352" y="1192"/>
                  </a:cubicBezTo>
                  <a:cubicBezTo>
                    <a:pt x="4704" y="1192"/>
                    <a:pt x="-1576" y="-2161"/>
                    <a:pt x="374" y="2380"/>
                  </a:cubicBezTo>
                  <a:cubicBezTo>
                    <a:pt x="374" y="2380"/>
                    <a:pt x="1891" y="6488"/>
                    <a:pt x="4704" y="7244"/>
                  </a:cubicBezTo>
                  <a:lnTo>
                    <a:pt x="4596" y="72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C5D453C0-15A0-A024-98CE-59EE83571494}"/>
                </a:ext>
              </a:extLst>
            </p:cNvPr>
            <p:cNvSpPr/>
            <p:nvPr/>
          </p:nvSpPr>
          <p:spPr>
            <a:xfrm>
              <a:off x="6040259" y="2032449"/>
              <a:ext cx="11863" cy="8474"/>
            </a:xfrm>
            <a:custGeom>
              <a:avLst/>
              <a:gdLst>
                <a:gd name="csX0" fmla="*/ 108 w 11863"/>
                <a:gd name="csY0" fmla="*/ 5456 h 8474"/>
                <a:gd name="csX1" fmla="*/ 11468 w 11863"/>
                <a:gd name="csY1" fmla="*/ 916 h 8474"/>
                <a:gd name="csX2" fmla="*/ 7036 w 11863"/>
                <a:gd name="csY2" fmla="*/ 370 h 8474"/>
                <a:gd name="csX3" fmla="*/ 0 w 11863"/>
                <a:gd name="csY3" fmla="*/ 5456 h 8474"/>
                <a:gd name="csX4" fmla="*/ 108 w 11863"/>
                <a:gd name="csY4" fmla="*/ 5456 h 8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63" h="8474">
                  <a:moveTo>
                    <a:pt x="108" y="5456"/>
                  </a:moveTo>
                  <a:cubicBezTo>
                    <a:pt x="108" y="12810"/>
                    <a:pt x="14396" y="4916"/>
                    <a:pt x="11468" y="916"/>
                  </a:cubicBezTo>
                  <a:cubicBezTo>
                    <a:pt x="10821" y="-62"/>
                    <a:pt x="8763" y="-278"/>
                    <a:pt x="7036" y="370"/>
                  </a:cubicBezTo>
                  <a:cubicBezTo>
                    <a:pt x="5950" y="916"/>
                    <a:pt x="0" y="2319"/>
                    <a:pt x="0" y="5456"/>
                  </a:cubicBezTo>
                  <a:lnTo>
                    <a:pt x="108" y="54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1B514A87-E391-D560-BFE5-319E9DD5D714}"/>
                </a:ext>
              </a:extLst>
            </p:cNvPr>
            <p:cNvSpPr/>
            <p:nvPr/>
          </p:nvSpPr>
          <p:spPr>
            <a:xfrm>
              <a:off x="6041634" y="2105741"/>
              <a:ext cx="65636" cy="63597"/>
            </a:xfrm>
            <a:custGeom>
              <a:avLst/>
              <a:gdLst>
                <a:gd name="csX0" fmla="*/ 9337 w 65636"/>
                <a:gd name="csY0" fmla="*/ 30031 h 63597"/>
                <a:gd name="csX1" fmla="*/ 8797 w 65636"/>
                <a:gd name="csY1" fmla="*/ 46896 h 63597"/>
                <a:gd name="csX2" fmla="*/ 16589 w 65636"/>
                <a:gd name="csY2" fmla="*/ 53818 h 63597"/>
                <a:gd name="csX3" fmla="*/ 27308 w 65636"/>
                <a:gd name="csY3" fmla="*/ 53386 h 63597"/>
                <a:gd name="csX4" fmla="*/ 33581 w 65636"/>
                <a:gd name="csY4" fmla="*/ 58790 h 63597"/>
                <a:gd name="csX5" fmla="*/ 41164 w 65636"/>
                <a:gd name="csY5" fmla="*/ 63444 h 63597"/>
                <a:gd name="csX6" fmla="*/ 46142 w 65636"/>
                <a:gd name="csY6" fmla="*/ 51113 h 63597"/>
                <a:gd name="csX7" fmla="*/ 51336 w 65636"/>
                <a:gd name="csY7" fmla="*/ 50573 h 63597"/>
                <a:gd name="csX8" fmla="*/ 54257 w 65636"/>
                <a:gd name="csY8" fmla="*/ 42896 h 63597"/>
                <a:gd name="csX9" fmla="*/ 49171 w 65636"/>
                <a:gd name="csY9" fmla="*/ 35327 h 63597"/>
                <a:gd name="csX10" fmla="*/ 51012 w 65636"/>
                <a:gd name="csY10" fmla="*/ 31758 h 63597"/>
                <a:gd name="csX11" fmla="*/ 60099 w 65636"/>
                <a:gd name="csY11" fmla="*/ 30031 h 63597"/>
                <a:gd name="csX12" fmla="*/ 65192 w 65636"/>
                <a:gd name="csY12" fmla="*/ 27757 h 63597"/>
                <a:gd name="csX13" fmla="*/ 61401 w 65636"/>
                <a:gd name="csY13" fmla="*/ 14562 h 63597"/>
                <a:gd name="csX14" fmla="*/ 61185 w 65636"/>
                <a:gd name="csY14" fmla="*/ 6021 h 63597"/>
                <a:gd name="csX15" fmla="*/ 47545 w 65636"/>
                <a:gd name="csY15" fmla="*/ 1049 h 63597"/>
                <a:gd name="csX16" fmla="*/ 39646 w 65636"/>
                <a:gd name="csY16" fmla="*/ 5805 h 63597"/>
                <a:gd name="csX17" fmla="*/ 38782 w 65636"/>
                <a:gd name="csY17" fmla="*/ 12511 h 63597"/>
                <a:gd name="csX18" fmla="*/ 38128 w 65636"/>
                <a:gd name="csY18" fmla="*/ 20944 h 63597"/>
                <a:gd name="csX19" fmla="*/ 31746 w 65636"/>
                <a:gd name="csY19" fmla="*/ 23757 h 63597"/>
                <a:gd name="csX20" fmla="*/ 29257 w 65636"/>
                <a:gd name="csY20" fmla="*/ 7425 h 63597"/>
                <a:gd name="csX21" fmla="*/ 21028 w 65636"/>
                <a:gd name="csY21" fmla="*/ 14994 h 63597"/>
                <a:gd name="csX22" fmla="*/ 13884 w 65636"/>
                <a:gd name="csY22" fmla="*/ 20728 h 63597"/>
                <a:gd name="csX23" fmla="*/ 9229 w 65636"/>
                <a:gd name="csY23" fmla="*/ 30247 h 63597"/>
                <a:gd name="csX24" fmla="*/ 9337 w 65636"/>
                <a:gd name="csY24" fmla="*/ 30031 h 63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5636" h="63597">
                  <a:moveTo>
                    <a:pt x="9337" y="30031"/>
                  </a:moveTo>
                  <a:cubicBezTo>
                    <a:pt x="14646" y="48846"/>
                    <a:pt x="5013" y="40838"/>
                    <a:pt x="8797" y="46896"/>
                  </a:cubicBezTo>
                  <a:cubicBezTo>
                    <a:pt x="9883" y="48192"/>
                    <a:pt x="11827" y="54034"/>
                    <a:pt x="16589" y="53818"/>
                  </a:cubicBezTo>
                  <a:lnTo>
                    <a:pt x="27308" y="53386"/>
                  </a:lnTo>
                  <a:cubicBezTo>
                    <a:pt x="31530" y="53170"/>
                    <a:pt x="34128" y="59444"/>
                    <a:pt x="33581" y="58790"/>
                  </a:cubicBezTo>
                  <a:cubicBezTo>
                    <a:pt x="35747" y="62905"/>
                    <a:pt x="41811" y="63660"/>
                    <a:pt x="41164" y="63444"/>
                  </a:cubicBezTo>
                  <a:cubicBezTo>
                    <a:pt x="48085" y="65172"/>
                    <a:pt x="39214" y="51760"/>
                    <a:pt x="46142" y="51113"/>
                  </a:cubicBezTo>
                  <a:lnTo>
                    <a:pt x="51336" y="50573"/>
                  </a:lnTo>
                  <a:cubicBezTo>
                    <a:pt x="55775" y="50141"/>
                    <a:pt x="58156" y="45385"/>
                    <a:pt x="54257" y="42896"/>
                  </a:cubicBezTo>
                  <a:cubicBezTo>
                    <a:pt x="53063" y="41708"/>
                    <a:pt x="46897" y="39867"/>
                    <a:pt x="49171" y="35327"/>
                  </a:cubicBezTo>
                  <a:lnTo>
                    <a:pt x="51012" y="31758"/>
                  </a:lnTo>
                  <a:cubicBezTo>
                    <a:pt x="52955" y="27865"/>
                    <a:pt x="58480" y="26024"/>
                    <a:pt x="60099" y="30031"/>
                  </a:cubicBezTo>
                  <a:cubicBezTo>
                    <a:pt x="61617" y="33815"/>
                    <a:pt x="67243" y="32190"/>
                    <a:pt x="65192" y="27757"/>
                  </a:cubicBezTo>
                  <a:cubicBezTo>
                    <a:pt x="61725" y="18023"/>
                    <a:pt x="63566" y="17591"/>
                    <a:pt x="61401" y="14562"/>
                  </a:cubicBezTo>
                  <a:cubicBezTo>
                    <a:pt x="59343" y="11641"/>
                    <a:pt x="61293" y="5374"/>
                    <a:pt x="61185" y="6021"/>
                  </a:cubicBezTo>
                  <a:cubicBezTo>
                    <a:pt x="62480" y="611"/>
                    <a:pt x="51660" y="-1440"/>
                    <a:pt x="47545" y="1049"/>
                  </a:cubicBezTo>
                  <a:lnTo>
                    <a:pt x="39646" y="5805"/>
                  </a:lnTo>
                  <a:cubicBezTo>
                    <a:pt x="36185" y="7856"/>
                    <a:pt x="38890" y="13159"/>
                    <a:pt x="38782" y="12511"/>
                  </a:cubicBezTo>
                  <a:cubicBezTo>
                    <a:pt x="40509" y="16512"/>
                    <a:pt x="38020" y="21592"/>
                    <a:pt x="38128" y="20944"/>
                  </a:cubicBezTo>
                  <a:cubicBezTo>
                    <a:pt x="36509" y="24944"/>
                    <a:pt x="31200" y="23865"/>
                    <a:pt x="31746" y="23757"/>
                  </a:cubicBezTo>
                  <a:cubicBezTo>
                    <a:pt x="24279" y="22893"/>
                    <a:pt x="36725" y="7856"/>
                    <a:pt x="29257" y="7425"/>
                  </a:cubicBezTo>
                  <a:cubicBezTo>
                    <a:pt x="3279" y="5805"/>
                    <a:pt x="25574" y="7971"/>
                    <a:pt x="21028" y="14994"/>
                  </a:cubicBezTo>
                  <a:cubicBezTo>
                    <a:pt x="20380" y="15648"/>
                    <a:pt x="18430" y="20728"/>
                    <a:pt x="13884" y="20728"/>
                  </a:cubicBezTo>
                  <a:cubicBezTo>
                    <a:pt x="-13497" y="20728"/>
                    <a:pt x="7826" y="25268"/>
                    <a:pt x="9229" y="30247"/>
                  </a:cubicBezTo>
                  <a:lnTo>
                    <a:pt x="9337" y="30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FAC9F76-F786-815C-BC24-3C356C0EBF03}"/>
                </a:ext>
              </a:extLst>
            </p:cNvPr>
            <p:cNvSpPr/>
            <p:nvPr/>
          </p:nvSpPr>
          <p:spPr>
            <a:xfrm>
              <a:off x="6076305" y="2176208"/>
              <a:ext cx="10712" cy="19678"/>
            </a:xfrm>
            <a:custGeom>
              <a:avLst/>
              <a:gdLst>
                <a:gd name="csX0" fmla="*/ 105 w 10712"/>
                <a:gd name="csY0" fmla="*/ 2813 h 19678"/>
                <a:gd name="csX1" fmla="*/ 4975 w 10712"/>
                <a:gd name="csY1" fmla="*/ 18167 h 19678"/>
                <a:gd name="csX2" fmla="*/ 6271 w 10712"/>
                <a:gd name="csY2" fmla="*/ 870 h 19678"/>
                <a:gd name="csX3" fmla="*/ 105 w 10712"/>
                <a:gd name="csY3" fmla="*/ 2813 h 19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712" h="19678">
                  <a:moveTo>
                    <a:pt x="105" y="2813"/>
                  </a:moveTo>
                  <a:cubicBezTo>
                    <a:pt x="2594" y="15253"/>
                    <a:pt x="3566" y="23146"/>
                    <a:pt x="4975" y="18167"/>
                  </a:cubicBezTo>
                  <a:cubicBezTo>
                    <a:pt x="8004" y="7575"/>
                    <a:pt x="15472" y="3029"/>
                    <a:pt x="6271" y="870"/>
                  </a:cubicBezTo>
                  <a:cubicBezTo>
                    <a:pt x="5299" y="870"/>
                    <a:pt x="-873" y="-2051"/>
                    <a:pt x="105" y="28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E239034B-8606-82C2-FFE8-5BB40087C023}"/>
                </a:ext>
              </a:extLst>
            </p:cNvPr>
            <p:cNvSpPr/>
            <p:nvPr/>
          </p:nvSpPr>
          <p:spPr>
            <a:xfrm>
              <a:off x="6046929" y="2173841"/>
              <a:ext cx="25665" cy="18067"/>
            </a:xfrm>
            <a:custGeom>
              <a:avLst/>
              <a:gdLst>
                <a:gd name="csX0" fmla="*/ 16812 w 25665"/>
                <a:gd name="csY0" fmla="*/ 17512 h 18067"/>
                <a:gd name="csX1" fmla="*/ 22978 w 25665"/>
                <a:gd name="csY1" fmla="*/ 16642 h 18067"/>
                <a:gd name="csX2" fmla="*/ 25575 w 25665"/>
                <a:gd name="csY2" fmla="*/ 13619 h 18067"/>
                <a:gd name="csX3" fmla="*/ 20705 w 25665"/>
                <a:gd name="csY3" fmla="*/ 4101 h 18067"/>
                <a:gd name="csX4" fmla="*/ 14971 w 25665"/>
                <a:gd name="csY4" fmla="*/ 4317 h 18067"/>
                <a:gd name="csX5" fmla="*/ 4906 w 25665"/>
                <a:gd name="csY5" fmla="*/ 424 h 18067"/>
                <a:gd name="csX6" fmla="*/ 3820 w 25665"/>
                <a:gd name="csY6" fmla="*/ 856 h 18067"/>
                <a:gd name="csX7" fmla="*/ 1655 w 25665"/>
                <a:gd name="csY7" fmla="*/ 4641 h 18067"/>
                <a:gd name="csX8" fmla="*/ 1655 w 25665"/>
                <a:gd name="csY8" fmla="*/ 12210 h 18067"/>
                <a:gd name="csX9" fmla="*/ 16812 w 25665"/>
                <a:gd name="csY9" fmla="*/ 17404 h 18067"/>
                <a:gd name="csX10" fmla="*/ 16812 w 25665"/>
                <a:gd name="csY10" fmla="*/ 17512 h 18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665" h="18067">
                  <a:moveTo>
                    <a:pt x="16812" y="17512"/>
                  </a:moveTo>
                  <a:cubicBezTo>
                    <a:pt x="19517" y="15994"/>
                    <a:pt x="23524" y="16642"/>
                    <a:pt x="22978" y="16642"/>
                  </a:cubicBezTo>
                  <a:cubicBezTo>
                    <a:pt x="24820" y="16972"/>
                    <a:pt x="26013" y="15563"/>
                    <a:pt x="25575" y="13619"/>
                  </a:cubicBezTo>
                  <a:cubicBezTo>
                    <a:pt x="24603" y="10267"/>
                    <a:pt x="24927" y="964"/>
                    <a:pt x="20705" y="4101"/>
                  </a:cubicBezTo>
                  <a:cubicBezTo>
                    <a:pt x="20057" y="4317"/>
                    <a:pt x="17676" y="6374"/>
                    <a:pt x="14971" y="4317"/>
                  </a:cubicBezTo>
                  <a:cubicBezTo>
                    <a:pt x="13021" y="3237"/>
                    <a:pt x="9452" y="-1411"/>
                    <a:pt x="4906" y="424"/>
                  </a:cubicBezTo>
                  <a:lnTo>
                    <a:pt x="3820" y="856"/>
                  </a:lnTo>
                  <a:cubicBezTo>
                    <a:pt x="2093" y="1504"/>
                    <a:pt x="1115" y="3237"/>
                    <a:pt x="1655" y="4641"/>
                  </a:cubicBezTo>
                  <a:cubicBezTo>
                    <a:pt x="3280" y="8533"/>
                    <a:pt x="-2777" y="9943"/>
                    <a:pt x="1655" y="12210"/>
                  </a:cubicBezTo>
                  <a:cubicBezTo>
                    <a:pt x="10856" y="17188"/>
                    <a:pt x="13345" y="19239"/>
                    <a:pt x="16812" y="17404"/>
                  </a:cubicBezTo>
                  <a:lnTo>
                    <a:pt x="16812" y="17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C1B53034-CC19-3A0A-DAAE-76DC804D7247}"/>
                </a:ext>
              </a:extLst>
            </p:cNvPr>
            <p:cNvSpPr/>
            <p:nvPr/>
          </p:nvSpPr>
          <p:spPr>
            <a:xfrm>
              <a:off x="6088911" y="2168310"/>
              <a:ext cx="14606" cy="9811"/>
            </a:xfrm>
            <a:custGeom>
              <a:avLst/>
              <a:gdLst>
                <a:gd name="csX0" fmla="*/ 7305 w 14606"/>
                <a:gd name="csY0" fmla="*/ 113 h 9811"/>
                <a:gd name="csX1" fmla="*/ 1240 w 14606"/>
                <a:gd name="csY1" fmla="*/ 4120 h 9811"/>
                <a:gd name="csX2" fmla="*/ 4053 w 14606"/>
                <a:gd name="csY2" fmla="*/ 8768 h 9811"/>
                <a:gd name="csX3" fmla="*/ 12175 w 14606"/>
                <a:gd name="csY3" fmla="*/ 6495 h 9811"/>
                <a:gd name="csX4" fmla="*/ 9902 w 14606"/>
                <a:gd name="csY4" fmla="*/ 5 h 9811"/>
                <a:gd name="csX5" fmla="*/ 7305 w 14606"/>
                <a:gd name="csY5" fmla="*/ 5 h 9811"/>
                <a:gd name="csX6" fmla="*/ 7305 w 14606"/>
                <a:gd name="csY6" fmla="*/ 113 h 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606" h="9811">
                  <a:moveTo>
                    <a:pt x="7305" y="113"/>
                  </a:moveTo>
                  <a:cubicBezTo>
                    <a:pt x="2326" y="335"/>
                    <a:pt x="5139" y="2062"/>
                    <a:pt x="1240" y="4120"/>
                  </a:cubicBezTo>
                  <a:cubicBezTo>
                    <a:pt x="-1788" y="5739"/>
                    <a:pt x="1349" y="12336"/>
                    <a:pt x="4053" y="8768"/>
                  </a:cubicBezTo>
                  <a:cubicBezTo>
                    <a:pt x="6543" y="5415"/>
                    <a:pt x="12715" y="6495"/>
                    <a:pt x="12175" y="6495"/>
                  </a:cubicBezTo>
                  <a:cubicBezTo>
                    <a:pt x="16614" y="6818"/>
                    <a:pt x="14449" y="-211"/>
                    <a:pt x="9902" y="5"/>
                  </a:cubicBezTo>
                  <a:lnTo>
                    <a:pt x="7305" y="5"/>
                  </a:lnTo>
                  <a:lnTo>
                    <a:pt x="7305" y="1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12141800-BB5A-42CB-105D-BC6E3D37CB7E}"/>
                </a:ext>
              </a:extLst>
            </p:cNvPr>
            <p:cNvSpPr/>
            <p:nvPr/>
          </p:nvSpPr>
          <p:spPr>
            <a:xfrm>
              <a:off x="5936418" y="2009056"/>
              <a:ext cx="105695" cy="170835"/>
            </a:xfrm>
            <a:custGeom>
              <a:avLst/>
              <a:gdLst>
                <a:gd name="csX0" fmla="*/ 54591 w 105695"/>
                <a:gd name="csY0" fmla="*/ 170835 h 170835"/>
                <a:gd name="csX1" fmla="*/ 54698 w 105695"/>
                <a:gd name="csY1" fmla="*/ 170835 h 170835"/>
                <a:gd name="csX2" fmla="*/ 55346 w 105695"/>
                <a:gd name="csY2" fmla="*/ 169210 h 170835"/>
                <a:gd name="csX3" fmla="*/ 72663 w 105695"/>
                <a:gd name="csY3" fmla="*/ 164993 h 170835"/>
                <a:gd name="csX4" fmla="*/ 63900 w 105695"/>
                <a:gd name="csY4" fmla="*/ 157316 h 170835"/>
                <a:gd name="csX5" fmla="*/ 51346 w 105695"/>
                <a:gd name="csY5" fmla="*/ 157316 h 170835"/>
                <a:gd name="csX6" fmla="*/ 51346 w 105695"/>
                <a:gd name="csY6" fmla="*/ 156452 h 170835"/>
                <a:gd name="csX7" fmla="*/ 59677 w 105695"/>
                <a:gd name="csY7" fmla="*/ 148560 h 170835"/>
                <a:gd name="csX8" fmla="*/ 58490 w 105695"/>
                <a:gd name="csY8" fmla="*/ 131472 h 170835"/>
                <a:gd name="csX9" fmla="*/ 61087 w 105695"/>
                <a:gd name="csY9" fmla="*/ 128227 h 170835"/>
                <a:gd name="csX10" fmla="*/ 62274 w 105695"/>
                <a:gd name="csY10" fmla="*/ 121197 h 170835"/>
                <a:gd name="csX11" fmla="*/ 72015 w 105695"/>
                <a:gd name="csY11" fmla="*/ 117737 h 170835"/>
                <a:gd name="csX12" fmla="*/ 68878 w 105695"/>
                <a:gd name="csY12" fmla="*/ 114276 h 170835"/>
                <a:gd name="csX13" fmla="*/ 69418 w 105695"/>
                <a:gd name="csY13" fmla="*/ 109951 h 170835"/>
                <a:gd name="csX14" fmla="*/ 75044 w 105695"/>
                <a:gd name="csY14" fmla="*/ 110275 h 170835"/>
                <a:gd name="csX15" fmla="*/ 80245 w 105695"/>
                <a:gd name="csY15" fmla="*/ 105087 h 170835"/>
                <a:gd name="csX16" fmla="*/ 79483 w 105695"/>
                <a:gd name="csY16" fmla="*/ 97188 h 170835"/>
                <a:gd name="csX17" fmla="*/ 84137 w 105695"/>
                <a:gd name="csY17" fmla="*/ 87892 h 170835"/>
                <a:gd name="csX18" fmla="*/ 86626 w 105695"/>
                <a:gd name="csY18" fmla="*/ 89403 h 170835"/>
                <a:gd name="csX19" fmla="*/ 92036 w 105695"/>
                <a:gd name="csY19" fmla="*/ 93842 h 170835"/>
                <a:gd name="csX20" fmla="*/ 96259 w 105695"/>
                <a:gd name="csY20" fmla="*/ 91568 h 170835"/>
                <a:gd name="csX21" fmla="*/ 100482 w 105695"/>
                <a:gd name="csY21" fmla="*/ 89949 h 170835"/>
                <a:gd name="csX22" fmla="*/ 104813 w 105695"/>
                <a:gd name="csY22" fmla="*/ 74264 h 170835"/>
                <a:gd name="csX23" fmla="*/ 99396 w 105695"/>
                <a:gd name="csY23" fmla="*/ 71674 h 170835"/>
                <a:gd name="csX24" fmla="*/ 90417 w 105695"/>
                <a:gd name="csY24" fmla="*/ 72861 h 170835"/>
                <a:gd name="csX25" fmla="*/ 84029 w 105695"/>
                <a:gd name="csY25" fmla="*/ 67559 h 170835"/>
                <a:gd name="csX26" fmla="*/ 80569 w 105695"/>
                <a:gd name="csY26" fmla="*/ 51665 h 170835"/>
                <a:gd name="csX27" fmla="*/ 91605 w 105695"/>
                <a:gd name="csY27" fmla="*/ 26036 h 170835"/>
                <a:gd name="csX28" fmla="*/ 91605 w 105695"/>
                <a:gd name="csY28" fmla="*/ 20848 h 170835"/>
                <a:gd name="csX29" fmla="*/ 89008 w 105695"/>
                <a:gd name="csY29" fmla="*/ 13495 h 170835"/>
                <a:gd name="csX30" fmla="*/ 89770 w 105695"/>
                <a:gd name="csY30" fmla="*/ 8193 h 170835"/>
                <a:gd name="csX31" fmla="*/ 94856 w 105695"/>
                <a:gd name="csY31" fmla="*/ 3653 h 170835"/>
                <a:gd name="csX32" fmla="*/ 89008 w 105695"/>
                <a:gd name="csY32" fmla="*/ 1379 h 170835"/>
                <a:gd name="csX33" fmla="*/ 65741 w 105695"/>
                <a:gd name="csY33" fmla="*/ 14143 h 170835"/>
                <a:gd name="csX34" fmla="*/ 30454 w 105695"/>
                <a:gd name="csY34" fmla="*/ 36634 h 170835"/>
                <a:gd name="csX35" fmla="*/ 20821 w 105695"/>
                <a:gd name="csY35" fmla="*/ 38254 h 170835"/>
                <a:gd name="csX36" fmla="*/ 15627 w 105695"/>
                <a:gd name="csY36" fmla="*/ 41175 h 170835"/>
                <a:gd name="csX37" fmla="*/ 685 w 105695"/>
                <a:gd name="csY37" fmla="*/ 70372 h 170835"/>
                <a:gd name="csX38" fmla="*/ 1663 w 105695"/>
                <a:gd name="csY38" fmla="*/ 121089 h 170835"/>
                <a:gd name="csX39" fmla="*/ 1663 w 105695"/>
                <a:gd name="csY39" fmla="*/ 132119 h 170835"/>
                <a:gd name="csX40" fmla="*/ 10433 w 105695"/>
                <a:gd name="csY40" fmla="*/ 140336 h 170835"/>
                <a:gd name="csX41" fmla="*/ 11188 w 105695"/>
                <a:gd name="csY41" fmla="*/ 135148 h 170835"/>
                <a:gd name="csX42" fmla="*/ 6858 w 105695"/>
                <a:gd name="csY42" fmla="*/ 127903 h 170835"/>
                <a:gd name="csX43" fmla="*/ 9887 w 105695"/>
                <a:gd name="csY43" fmla="*/ 127471 h 170835"/>
                <a:gd name="csX44" fmla="*/ 20390 w 105695"/>
                <a:gd name="csY44" fmla="*/ 139689 h 170835"/>
                <a:gd name="csX45" fmla="*/ 21361 w 105695"/>
                <a:gd name="csY45" fmla="*/ 154503 h 170835"/>
                <a:gd name="csX46" fmla="*/ 20390 w 105695"/>
                <a:gd name="csY46" fmla="*/ 170289 h 170835"/>
                <a:gd name="csX47" fmla="*/ 54375 w 105695"/>
                <a:gd name="csY47" fmla="*/ 170835 h 170835"/>
                <a:gd name="csX48" fmla="*/ 54591 w 105695"/>
                <a:gd name="csY48" fmla="*/ 170835 h 170835"/>
                <a:gd name="csX49" fmla="*/ 52749 w 105695"/>
                <a:gd name="csY49" fmla="*/ 39663 h 170835"/>
                <a:gd name="csX50" fmla="*/ 62058 w 105695"/>
                <a:gd name="csY50" fmla="*/ 40095 h 170835"/>
                <a:gd name="csX51" fmla="*/ 55346 w 105695"/>
                <a:gd name="csY51" fmla="*/ 47125 h 170835"/>
                <a:gd name="csX52" fmla="*/ 52857 w 105695"/>
                <a:gd name="csY52" fmla="*/ 39663 h 170835"/>
                <a:gd name="csX53" fmla="*/ 52749 w 105695"/>
                <a:gd name="csY53" fmla="*/ 39663 h 170835"/>
                <a:gd name="csX54" fmla="*/ 42684 w 105695"/>
                <a:gd name="csY54" fmla="*/ 68429 h 170835"/>
                <a:gd name="csX55" fmla="*/ 35648 w 105695"/>
                <a:gd name="csY55" fmla="*/ 66911 h 170835"/>
                <a:gd name="csX56" fmla="*/ 41383 w 105695"/>
                <a:gd name="csY56" fmla="*/ 60752 h 170835"/>
                <a:gd name="csX57" fmla="*/ 43116 w 105695"/>
                <a:gd name="csY57" fmla="*/ 61183 h 170835"/>
                <a:gd name="csX58" fmla="*/ 42684 w 105695"/>
                <a:gd name="csY58" fmla="*/ 68429 h 170835"/>
                <a:gd name="csX59" fmla="*/ 42145 w 105695"/>
                <a:gd name="csY59" fmla="*/ 47772 h 170835"/>
                <a:gd name="csX60" fmla="*/ 37058 w 105695"/>
                <a:gd name="csY60" fmla="*/ 55233 h 170835"/>
                <a:gd name="csX61" fmla="*/ 33267 w 105695"/>
                <a:gd name="csY61" fmla="*/ 55557 h 170835"/>
                <a:gd name="csX62" fmla="*/ 26232 w 105695"/>
                <a:gd name="csY62" fmla="*/ 48744 h 170835"/>
                <a:gd name="csX63" fmla="*/ 25692 w 105695"/>
                <a:gd name="csY63" fmla="*/ 48528 h 170835"/>
                <a:gd name="csX64" fmla="*/ 42253 w 105695"/>
                <a:gd name="csY64" fmla="*/ 47664 h 170835"/>
                <a:gd name="csX65" fmla="*/ 42145 w 105695"/>
                <a:gd name="csY65" fmla="*/ 47772 h 170835"/>
                <a:gd name="csX66" fmla="*/ 7613 w 105695"/>
                <a:gd name="csY66" fmla="*/ 110167 h 170835"/>
                <a:gd name="csX67" fmla="*/ 4153 w 105695"/>
                <a:gd name="csY67" fmla="*/ 102814 h 170835"/>
                <a:gd name="csX68" fmla="*/ 9239 w 105695"/>
                <a:gd name="csY68" fmla="*/ 101195 h 170835"/>
                <a:gd name="csX69" fmla="*/ 9887 w 105695"/>
                <a:gd name="csY69" fmla="*/ 103138 h 170835"/>
                <a:gd name="csX70" fmla="*/ 7613 w 105695"/>
                <a:gd name="csY70" fmla="*/ 110167 h 170835"/>
                <a:gd name="csX71" fmla="*/ 21469 w 105695"/>
                <a:gd name="csY71" fmla="*/ 75782 h 170835"/>
                <a:gd name="csX72" fmla="*/ 13570 w 105695"/>
                <a:gd name="csY72" fmla="*/ 70804 h 170835"/>
                <a:gd name="csX73" fmla="*/ 7829 w 105695"/>
                <a:gd name="csY73" fmla="*/ 68753 h 170835"/>
                <a:gd name="csX74" fmla="*/ 6426 w 105695"/>
                <a:gd name="csY74" fmla="*/ 64536 h 170835"/>
                <a:gd name="csX75" fmla="*/ 15195 w 105695"/>
                <a:gd name="csY75" fmla="*/ 65400 h 170835"/>
                <a:gd name="csX76" fmla="*/ 24066 w 105695"/>
                <a:gd name="csY76" fmla="*/ 61399 h 170835"/>
                <a:gd name="csX77" fmla="*/ 27095 w 105695"/>
                <a:gd name="csY77" fmla="*/ 64098 h 170835"/>
                <a:gd name="csX78" fmla="*/ 24498 w 105695"/>
                <a:gd name="csY78" fmla="*/ 71020 h 170835"/>
                <a:gd name="csX79" fmla="*/ 21469 w 105695"/>
                <a:gd name="csY79" fmla="*/ 75782 h 170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105695" h="170835">
                  <a:moveTo>
                    <a:pt x="54591" y="170835"/>
                  </a:moveTo>
                  <a:lnTo>
                    <a:pt x="54698" y="170835"/>
                  </a:lnTo>
                  <a:cubicBezTo>
                    <a:pt x="54698" y="170835"/>
                    <a:pt x="54698" y="169857"/>
                    <a:pt x="55346" y="169210"/>
                  </a:cubicBezTo>
                  <a:cubicBezTo>
                    <a:pt x="59677" y="163266"/>
                    <a:pt x="75590" y="172023"/>
                    <a:pt x="72663" y="164993"/>
                  </a:cubicBezTo>
                  <a:cubicBezTo>
                    <a:pt x="70720" y="160345"/>
                    <a:pt x="63252" y="156884"/>
                    <a:pt x="63900" y="157316"/>
                  </a:cubicBezTo>
                  <a:cubicBezTo>
                    <a:pt x="58159" y="153855"/>
                    <a:pt x="52533" y="163806"/>
                    <a:pt x="51346" y="157316"/>
                  </a:cubicBezTo>
                  <a:lnTo>
                    <a:pt x="51346" y="156452"/>
                  </a:lnTo>
                  <a:cubicBezTo>
                    <a:pt x="50152" y="150611"/>
                    <a:pt x="56756" y="152884"/>
                    <a:pt x="59677" y="148560"/>
                  </a:cubicBezTo>
                  <a:cubicBezTo>
                    <a:pt x="62922" y="143797"/>
                    <a:pt x="54051" y="136875"/>
                    <a:pt x="58490" y="131472"/>
                  </a:cubicBezTo>
                  <a:lnTo>
                    <a:pt x="61087" y="128227"/>
                  </a:lnTo>
                  <a:cubicBezTo>
                    <a:pt x="64440" y="124226"/>
                    <a:pt x="57296" y="121521"/>
                    <a:pt x="62274" y="121197"/>
                  </a:cubicBezTo>
                  <a:cubicBezTo>
                    <a:pt x="64547" y="120766"/>
                    <a:pt x="70612" y="121845"/>
                    <a:pt x="72015" y="117737"/>
                  </a:cubicBezTo>
                  <a:cubicBezTo>
                    <a:pt x="73101" y="114600"/>
                    <a:pt x="68338" y="113952"/>
                    <a:pt x="68878" y="114276"/>
                  </a:cubicBezTo>
                  <a:cubicBezTo>
                    <a:pt x="64440" y="113628"/>
                    <a:pt x="64871" y="109628"/>
                    <a:pt x="69418" y="109951"/>
                  </a:cubicBezTo>
                  <a:lnTo>
                    <a:pt x="75044" y="110275"/>
                  </a:lnTo>
                  <a:cubicBezTo>
                    <a:pt x="79159" y="110599"/>
                    <a:pt x="80676" y="104325"/>
                    <a:pt x="80245" y="105087"/>
                  </a:cubicBezTo>
                  <a:cubicBezTo>
                    <a:pt x="81540" y="101195"/>
                    <a:pt x="79375" y="96540"/>
                    <a:pt x="79483" y="97188"/>
                  </a:cubicBezTo>
                  <a:cubicBezTo>
                    <a:pt x="77425" y="92432"/>
                    <a:pt x="84569" y="87244"/>
                    <a:pt x="84137" y="87892"/>
                  </a:cubicBezTo>
                  <a:cubicBezTo>
                    <a:pt x="86734" y="85294"/>
                    <a:pt x="86842" y="90057"/>
                    <a:pt x="86626" y="89403"/>
                  </a:cubicBezTo>
                  <a:cubicBezTo>
                    <a:pt x="86626" y="94165"/>
                    <a:pt x="90201" y="98274"/>
                    <a:pt x="92036" y="93842"/>
                  </a:cubicBezTo>
                  <a:cubicBezTo>
                    <a:pt x="92583" y="93188"/>
                    <a:pt x="93554" y="89835"/>
                    <a:pt x="96259" y="91568"/>
                  </a:cubicBezTo>
                  <a:cubicBezTo>
                    <a:pt x="97669" y="92432"/>
                    <a:pt x="99619" y="91784"/>
                    <a:pt x="100482" y="89949"/>
                  </a:cubicBezTo>
                  <a:cubicBezTo>
                    <a:pt x="102647" y="84431"/>
                    <a:pt x="107734" y="79135"/>
                    <a:pt x="104813" y="74264"/>
                  </a:cubicBezTo>
                  <a:cubicBezTo>
                    <a:pt x="104273" y="73725"/>
                    <a:pt x="102863" y="70372"/>
                    <a:pt x="99396" y="71674"/>
                  </a:cubicBezTo>
                  <a:cubicBezTo>
                    <a:pt x="98748" y="71782"/>
                    <a:pt x="94532" y="74049"/>
                    <a:pt x="90417" y="72861"/>
                  </a:cubicBezTo>
                  <a:cubicBezTo>
                    <a:pt x="89770" y="72537"/>
                    <a:pt x="85007" y="72213"/>
                    <a:pt x="84029" y="67559"/>
                  </a:cubicBezTo>
                  <a:lnTo>
                    <a:pt x="80569" y="51665"/>
                  </a:lnTo>
                  <a:cubicBezTo>
                    <a:pt x="78835" y="43448"/>
                    <a:pt x="91821" y="35231"/>
                    <a:pt x="91605" y="26036"/>
                  </a:cubicBezTo>
                  <a:lnTo>
                    <a:pt x="91605" y="20848"/>
                  </a:lnTo>
                  <a:cubicBezTo>
                    <a:pt x="91281" y="16848"/>
                    <a:pt x="88684" y="12841"/>
                    <a:pt x="89008" y="13495"/>
                  </a:cubicBezTo>
                  <a:cubicBezTo>
                    <a:pt x="88036" y="11869"/>
                    <a:pt x="88252" y="9380"/>
                    <a:pt x="89770" y="8193"/>
                  </a:cubicBezTo>
                  <a:lnTo>
                    <a:pt x="94856" y="3653"/>
                  </a:lnTo>
                  <a:cubicBezTo>
                    <a:pt x="98317" y="623"/>
                    <a:pt x="92583" y="-1536"/>
                    <a:pt x="89008" y="1379"/>
                  </a:cubicBezTo>
                  <a:cubicBezTo>
                    <a:pt x="75152" y="12733"/>
                    <a:pt x="70173" y="7113"/>
                    <a:pt x="65741" y="14143"/>
                  </a:cubicBezTo>
                  <a:cubicBezTo>
                    <a:pt x="44094" y="49176"/>
                    <a:pt x="43224" y="28094"/>
                    <a:pt x="30454" y="36634"/>
                  </a:cubicBezTo>
                  <a:cubicBezTo>
                    <a:pt x="26771" y="39124"/>
                    <a:pt x="20282" y="38254"/>
                    <a:pt x="20821" y="38254"/>
                  </a:cubicBezTo>
                  <a:cubicBezTo>
                    <a:pt x="18980" y="38254"/>
                    <a:pt x="16707" y="39555"/>
                    <a:pt x="15627" y="41175"/>
                  </a:cubicBezTo>
                  <a:cubicBezTo>
                    <a:pt x="3505" y="62047"/>
                    <a:pt x="908" y="65292"/>
                    <a:pt x="685" y="70372"/>
                  </a:cubicBezTo>
                  <a:cubicBezTo>
                    <a:pt x="-1696" y="122385"/>
                    <a:pt x="4476" y="110815"/>
                    <a:pt x="1663" y="121089"/>
                  </a:cubicBezTo>
                  <a:cubicBezTo>
                    <a:pt x="1340" y="123147"/>
                    <a:pt x="-1912" y="128767"/>
                    <a:pt x="1663" y="132119"/>
                  </a:cubicBezTo>
                  <a:lnTo>
                    <a:pt x="10433" y="140336"/>
                  </a:lnTo>
                  <a:cubicBezTo>
                    <a:pt x="13785" y="143473"/>
                    <a:pt x="14541" y="138393"/>
                    <a:pt x="11188" y="135148"/>
                  </a:cubicBezTo>
                  <a:cubicBezTo>
                    <a:pt x="10649" y="134393"/>
                    <a:pt x="6426" y="131364"/>
                    <a:pt x="6858" y="127903"/>
                  </a:cubicBezTo>
                  <a:cubicBezTo>
                    <a:pt x="7073" y="126385"/>
                    <a:pt x="8483" y="126277"/>
                    <a:pt x="9887" y="127471"/>
                  </a:cubicBezTo>
                  <a:cubicBezTo>
                    <a:pt x="17246" y="133631"/>
                    <a:pt x="20066" y="135148"/>
                    <a:pt x="20390" y="139689"/>
                  </a:cubicBezTo>
                  <a:lnTo>
                    <a:pt x="21361" y="154503"/>
                  </a:lnTo>
                  <a:cubicBezTo>
                    <a:pt x="21793" y="161641"/>
                    <a:pt x="19628" y="166181"/>
                    <a:pt x="20390" y="170289"/>
                  </a:cubicBezTo>
                  <a:lnTo>
                    <a:pt x="54375" y="170835"/>
                  </a:lnTo>
                  <a:lnTo>
                    <a:pt x="54591" y="170835"/>
                  </a:lnTo>
                  <a:close/>
                  <a:moveTo>
                    <a:pt x="52749" y="39663"/>
                  </a:moveTo>
                  <a:cubicBezTo>
                    <a:pt x="52749" y="39663"/>
                    <a:pt x="64332" y="35123"/>
                    <a:pt x="62058" y="40095"/>
                  </a:cubicBezTo>
                  <a:cubicBezTo>
                    <a:pt x="60541" y="42476"/>
                    <a:pt x="58813" y="51125"/>
                    <a:pt x="55346" y="47125"/>
                  </a:cubicBezTo>
                  <a:cubicBezTo>
                    <a:pt x="54483" y="45823"/>
                    <a:pt x="48203" y="40851"/>
                    <a:pt x="52857" y="39663"/>
                  </a:cubicBezTo>
                  <a:lnTo>
                    <a:pt x="52749" y="39663"/>
                  </a:lnTo>
                  <a:close/>
                  <a:moveTo>
                    <a:pt x="42684" y="68429"/>
                  </a:moveTo>
                  <a:cubicBezTo>
                    <a:pt x="41059" y="68429"/>
                    <a:pt x="33915" y="71782"/>
                    <a:pt x="35648" y="66911"/>
                  </a:cubicBezTo>
                  <a:cubicBezTo>
                    <a:pt x="36188" y="65940"/>
                    <a:pt x="37058" y="59450"/>
                    <a:pt x="41383" y="60752"/>
                  </a:cubicBezTo>
                  <a:lnTo>
                    <a:pt x="43116" y="61183"/>
                  </a:lnTo>
                  <a:cubicBezTo>
                    <a:pt x="47447" y="62371"/>
                    <a:pt x="47015" y="67343"/>
                    <a:pt x="42684" y="68429"/>
                  </a:cubicBezTo>
                  <a:close/>
                  <a:moveTo>
                    <a:pt x="42145" y="47772"/>
                  </a:moveTo>
                  <a:cubicBezTo>
                    <a:pt x="41713" y="48744"/>
                    <a:pt x="41598" y="54802"/>
                    <a:pt x="37058" y="55233"/>
                  </a:cubicBezTo>
                  <a:lnTo>
                    <a:pt x="33267" y="55557"/>
                  </a:lnTo>
                  <a:cubicBezTo>
                    <a:pt x="28397" y="55989"/>
                    <a:pt x="30994" y="50477"/>
                    <a:pt x="26232" y="48744"/>
                  </a:cubicBezTo>
                  <a:lnTo>
                    <a:pt x="25692" y="48528"/>
                  </a:lnTo>
                  <a:cubicBezTo>
                    <a:pt x="18116" y="45931"/>
                    <a:pt x="44202" y="39555"/>
                    <a:pt x="42253" y="47664"/>
                  </a:cubicBezTo>
                  <a:lnTo>
                    <a:pt x="42145" y="47772"/>
                  </a:lnTo>
                  <a:close/>
                  <a:moveTo>
                    <a:pt x="7613" y="110167"/>
                  </a:moveTo>
                  <a:cubicBezTo>
                    <a:pt x="4692" y="108872"/>
                    <a:pt x="3937" y="102166"/>
                    <a:pt x="4153" y="102814"/>
                  </a:cubicBezTo>
                  <a:cubicBezTo>
                    <a:pt x="3289" y="98058"/>
                    <a:pt x="7721" y="96648"/>
                    <a:pt x="9239" y="101195"/>
                  </a:cubicBezTo>
                  <a:lnTo>
                    <a:pt x="9887" y="103138"/>
                  </a:lnTo>
                  <a:cubicBezTo>
                    <a:pt x="11081" y="106923"/>
                    <a:pt x="11081" y="111679"/>
                    <a:pt x="7613" y="110167"/>
                  </a:cubicBezTo>
                  <a:close/>
                  <a:moveTo>
                    <a:pt x="21469" y="75782"/>
                  </a:moveTo>
                  <a:cubicBezTo>
                    <a:pt x="16815" y="76214"/>
                    <a:pt x="18332" y="72537"/>
                    <a:pt x="13570" y="70804"/>
                  </a:cubicBezTo>
                  <a:lnTo>
                    <a:pt x="7829" y="68753"/>
                  </a:lnTo>
                  <a:cubicBezTo>
                    <a:pt x="4692" y="67559"/>
                    <a:pt x="6534" y="63882"/>
                    <a:pt x="6426" y="64536"/>
                  </a:cubicBezTo>
                  <a:cubicBezTo>
                    <a:pt x="9023" y="60206"/>
                    <a:pt x="15843" y="65616"/>
                    <a:pt x="15195" y="65400"/>
                  </a:cubicBezTo>
                  <a:cubicBezTo>
                    <a:pt x="19520" y="67883"/>
                    <a:pt x="19088" y="61399"/>
                    <a:pt x="24066" y="61399"/>
                  </a:cubicBezTo>
                  <a:cubicBezTo>
                    <a:pt x="24606" y="61615"/>
                    <a:pt x="29915" y="60752"/>
                    <a:pt x="27095" y="64098"/>
                  </a:cubicBezTo>
                  <a:cubicBezTo>
                    <a:pt x="26771" y="64752"/>
                    <a:pt x="24390" y="67019"/>
                    <a:pt x="24498" y="71020"/>
                  </a:cubicBezTo>
                  <a:cubicBezTo>
                    <a:pt x="24390" y="71674"/>
                    <a:pt x="24822" y="75458"/>
                    <a:pt x="21469" y="757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6385DB70-BC13-1757-0FC9-8784E09E0666}"/>
                </a:ext>
              </a:extLst>
            </p:cNvPr>
            <p:cNvSpPr/>
            <p:nvPr/>
          </p:nvSpPr>
          <p:spPr>
            <a:xfrm>
              <a:off x="6087668" y="2387295"/>
              <a:ext cx="249910" cy="133445"/>
            </a:xfrm>
            <a:custGeom>
              <a:avLst/>
              <a:gdLst>
                <a:gd name="csX0" fmla="*/ 109207 w 249910"/>
                <a:gd name="csY0" fmla="*/ 109652 h 133445"/>
                <a:gd name="csX1" fmla="*/ 180537 w 249910"/>
                <a:gd name="csY1" fmla="*/ 131820 h 133445"/>
                <a:gd name="csX2" fmla="*/ 180861 w 249910"/>
                <a:gd name="csY2" fmla="*/ 132036 h 133445"/>
                <a:gd name="csX3" fmla="*/ 187027 w 249910"/>
                <a:gd name="csY3" fmla="*/ 117761 h 133445"/>
                <a:gd name="csX4" fmla="*/ 215710 w 249910"/>
                <a:gd name="csY4" fmla="*/ 114516 h 133445"/>
                <a:gd name="csX5" fmla="*/ 225127 w 249910"/>
                <a:gd name="csY5" fmla="*/ 95593 h 133445"/>
                <a:gd name="csX6" fmla="*/ 249911 w 249910"/>
                <a:gd name="csY6" fmla="*/ 83160 h 133445"/>
                <a:gd name="csX7" fmla="*/ 239090 w 249910"/>
                <a:gd name="csY7" fmla="*/ 62179 h 133445"/>
                <a:gd name="csX8" fmla="*/ 205861 w 249910"/>
                <a:gd name="csY8" fmla="*/ 56121 h 133445"/>
                <a:gd name="csX9" fmla="*/ 211817 w 249910"/>
                <a:gd name="csY9" fmla="*/ 43256 h 133445"/>
                <a:gd name="csX10" fmla="*/ 180537 w 249910"/>
                <a:gd name="csY10" fmla="*/ 35147 h 133445"/>
                <a:gd name="csX11" fmla="*/ 181077 w 249910"/>
                <a:gd name="csY11" fmla="*/ 46393 h 133445"/>
                <a:gd name="csX12" fmla="*/ 169710 w 249910"/>
                <a:gd name="csY12" fmla="*/ 54070 h 133445"/>
                <a:gd name="csX13" fmla="*/ 152394 w 249910"/>
                <a:gd name="csY13" fmla="*/ 36227 h 133445"/>
                <a:gd name="csX14" fmla="*/ 160293 w 249910"/>
                <a:gd name="csY14" fmla="*/ 24333 h 133445"/>
                <a:gd name="csX15" fmla="*/ 133991 w 249910"/>
                <a:gd name="csY15" fmla="*/ 16980 h 133445"/>
                <a:gd name="csX16" fmla="*/ 129121 w 249910"/>
                <a:gd name="csY16" fmla="*/ 1842 h 133445"/>
                <a:gd name="csX17" fmla="*/ 106287 w 249910"/>
                <a:gd name="csY17" fmla="*/ 0 h 133445"/>
                <a:gd name="csX18" fmla="*/ 106287 w 249910"/>
                <a:gd name="csY18" fmla="*/ 10490 h 133445"/>
                <a:gd name="csX19" fmla="*/ 86804 w 249910"/>
                <a:gd name="csY19" fmla="*/ 14059 h 133445"/>
                <a:gd name="csX20" fmla="*/ 77064 w 249910"/>
                <a:gd name="csY20" fmla="*/ 3569 h 133445"/>
                <a:gd name="csX21" fmla="*/ 67647 w 249910"/>
                <a:gd name="csY21" fmla="*/ 15678 h 133445"/>
                <a:gd name="csX22" fmla="*/ 0 w 249910"/>
                <a:gd name="csY22" fmla="*/ 41307 h 133445"/>
                <a:gd name="csX23" fmla="*/ 14173 w 249910"/>
                <a:gd name="csY23" fmla="*/ 61532 h 133445"/>
                <a:gd name="csX24" fmla="*/ 8871 w 249910"/>
                <a:gd name="csY24" fmla="*/ 74511 h 133445"/>
                <a:gd name="csX25" fmla="*/ 62446 w 249910"/>
                <a:gd name="csY25" fmla="*/ 123171 h 133445"/>
                <a:gd name="csX26" fmla="*/ 97409 w 249910"/>
                <a:gd name="csY26" fmla="*/ 133445 h 133445"/>
                <a:gd name="csX27" fmla="*/ 109207 w 249910"/>
                <a:gd name="csY27" fmla="*/ 109652 h 133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49910" h="133445">
                  <a:moveTo>
                    <a:pt x="109207" y="109652"/>
                  </a:moveTo>
                  <a:lnTo>
                    <a:pt x="180537" y="131820"/>
                  </a:lnTo>
                  <a:lnTo>
                    <a:pt x="180861" y="132036"/>
                  </a:lnTo>
                  <a:lnTo>
                    <a:pt x="187027" y="117761"/>
                  </a:lnTo>
                  <a:lnTo>
                    <a:pt x="215710" y="114516"/>
                  </a:lnTo>
                  <a:lnTo>
                    <a:pt x="225127" y="95593"/>
                  </a:lnTo>
                  <a:lnTo>
                    <a:pt x="249911" y="83160"/>
                  </a:lnTo>
                  <a:lnTo>
                    <a:pt x="239090" y="62179"/>
                  </a:lnTo>
                  <a:lnTo>
                    <a:pt x="205861" y="56121"/>
                  </a:lnTo>
                  <a:lnTo>
                    <a:pt x="211817" y="43256"/>
                  </a:lnTo>
                  <a:lnTo>
                    <a:pt x="180537" y="35147"/>
                  </a:lnTo>
                  <a:lnTo>
                    <a:pt x="181077" y="46393"/>
                  </a:lnTo>
                  <a:lnTo>
                    <a:pt x="169710" y="54070"/>
                  </a:lnTo>
                  <a:lnTo>
                    <a:pt x="152394" y="36227"/>
                  </a:lnTo>
                  <a:lnTo>
                    <a:pt x="160293" y="24333"/>
                  </a:lnTo>
                  <a:lnTo>
                    <a:pt x="133991" y="16980"/>
                  </a:lnTo>
                  <a:lnTo>
                    <a:pt x="129121" y="1842"/>
                  </a:lnTo>
                  <a:lnTo>
                    <a:pt x="106287" y="0"/>
                  </a:lnTo>
                  <a:lnTo>
                    <a:pt x="106287" y="10490"/>
                  </a:lnTo>
                  <a:lnTo>
                    <a:pt x="86804" y="14059"/>
                  </a:lnTo>
                  <a:lnTo>
                    <a:pt x="77064" y="3569"/>
                  </a:lnTo>
                  <a:lnTo>
                    <a:pt x="67647" y="15678"/>
                  </a:lnTo>
                  <a:lnTo>
                    <a:pt x="0" y="41307"/>
                  </a:lnTo>
                  <a:lnTo>
                    <a:pt x="14173" y="61532"/>
                  </a:lnTo>
                  <a:lnTo>
                    <a:pt x="8871" y="74511"/>
                  </a:lnTo>
                  <a:lnTo>
                    <a:pt x="62446" y="123171"/>
                  </a:lnTo>
                  <a:lnTo>
                    <a:pt x="97409" y="133445"/>
                  </a:lnTo>
                  <a:lnTo>
                    <a:pt x="109207" y="109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0D947CA1-D0AB-7B50-0DC7-300D2CD4C3E2}"/>
                </a:ext>
              </a:extLst>
            </p:cNvPr>
            <p:cNvSpPr/>
            <p:nvPr/>
          </p:nvSpPr>
          <p:spPr>
            <a:xfrm>
              <a:off x="6169702" y="2693378"/>
              <a:ext cx="7551" cy="17979"/>
            </a:xfrm>
            <a:custGeom>
              <a:avLst/>
              <a:gdLst>
                <a:gd name="csX0" fmla="*/ 3355 w 7551"/>
                <a:gd name="csY0" fmla="*/ 2323 h 17979"/>
                <a:gd name="csX1" fmla="*/ 110 w 7551"/>
                <a:gd name="csY1" fmla="*/ 1784 h 17979"/>
                <a:gd name="csX2" fmla="*/ 5089 w 7551"/>
                <a:gd name="csY2" fmla="*/ 17138 h 17979"/>
                <a:gd name="csX3" fmla="*/ 7470 w 7551"/>
                <a:gd name="csY3" fmla="*/ 16166 h 17979"/>
                <a:gd name="csX4" fmla="*/ 3247 w 7551"/>
                <a:gd name="csY4" fmla="*/ 2323 h 17979"/>
                <a:gd name="csX5" fmla="*/ 3355 w 7551"/>
                <a:gd name="csY5" fmla="*/ 2323 h 1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551" h="17979">
                  <a:moveTo>
                    <a:pt x="3355" y="2323"/>
                  </a:moveTo>
                  <a:cubicBezTo>
                    <a:pt x="2707" y="1892"/>
                    <a:pt x="-645" y="-2325"/>
                    <a:pt x="110" y="1784"/>
                  </a:cubicBezTo>
                  <a:cubicBezTo>
                    <a:pt x="1736" y="10655"/>
                    <a:pt x="1736" y="14439"/>
                    <a:pt x="5089" y="17138"/>
                  </a:cubicBezTo>
                  <a:cubicBezTo>
                    <a:pt x="5736" y="17354"/>
                    <a:pt x="8009" y="19411"/>
                    <a:pt x="7470" y="16166"/>
                  </a:cubicBezTo>
                  <a:cubicBezTo>
                    <a:pt x="6498" y="10001"/>
                    <a:pt x="6390" y="5460"/>
                    <a:pt x="3247" y="2323"/>
                  </a:cubicBezTo>
                  <a:lnTo>
                    <a:pt x="3355" y="2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64B49A11-3F24-3CD7-23C4-F85C2ED795AD}"/>
                </a:ext>
              </a:extLst>
            </p:cNvPr>
            <p:cNvSpPr/>
            <p:nvPr/>
          </p:nvSpPr>
          <p:spPr>
            <a:xfrm>
              <a:off x="6169568" y="2713338"/>
              <a:ext cx="8581" cy="10191"/>
            </a:xfrm>
            <a:custGeom>
              <a:avLst/>
              <a:gdLst>
                <a:gd name="csX0" fmla="*/ 8582 w 8581"/>
                <a:gd name="csY0" fmla="*/ 8754 h 10191"/>
                <a:gd name="csX1" fmla="*/ 2409 w 8581"/>
                <a:gd name="csY1" fmla="*/ 639 h 10191"/>
                <a:gd name="csX2" fmla="*/ 136 w 8581"/>
                <a:gd name="csY2" fmla="*/ 2372 h 10191"/>
                <a:gd name="csX3" fmla="*/ 8582 w 8581"/>
                <a:gd name="csY3" fmla="*/ 8754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81" h="10191">
                  <a:moveTo>
                    <a:pt x="8582" y="8754"/>
                  </a:moveTo>
                  <a:cubicBezTo>
                    <a:pt x="8582" y="4747"/>
                    <a:pt x="1870" y="99"/>
                    <a:pt x="2409" y="639"/>
                  </a:cubicBezTo>
                  <a:cubicBezTo>
                    <a:pt x="-404" y="-1629"/>
                    <a:pt x="-80" y="2912"/>
                    <a:pt x="136" y="2372"/>
                  </a:cubicBezTo>
                  <a:cubicBezTo>
                    <a:pt x="466" y="7020"/>
                    <a:pt x="8582" y="12970"/>
                    <a:pt x="8582" y="87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2C5D0381-E64F-61EC-2477-C25D5B240108}"/>
                </a:ext>
              </a:extLst>
            </p:cNvPr>
            <p:cNvSpPr/>
            <p:nvPr/>
          </p:nvSpPr>
          <p:spPr>
            <a:xfrm>
              <a:off x="6181233" y="2702345"/>
              <a:ext cx="5764" cy="6437"/>
            </a:xfrm>
            <a:custGeom>
              <a:avLst/>
              <a:gdLst>
                <a:gd name="csX0" fmla="*/ 54 w 5764"/>
                <a:gd name="csY0" fmla="*/ 3847 h 6437"/>
                <a:gd name="csX1" fmla="*/ 4277 w 5764"/>
                <a:gd name="csY1" fmla="*/ 6012 h 6437"/>
                <a:gd name="csX2" fmla="*/ 492 w 5764"/>
                <a:gd name="csY2" fmla="*/ 1472 h 6437"/>
                <a:gd name="csX3" fmla="*/ 162 w 5764"/>
                <a:gd name="csY3" fmla="*/ 3847 h 6437"/>
                <a:gd name="csX4" fmla="*/ 54 w 5764"/>
                <a:gd name="csY4" fmla="*/ 3847 h 6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64" h="6437">
                  <a:moveTo>
                    <a:pt x="54" y="3847"/>
                  </a:moveTo>
                  <a:cubicBezTo>
                    <a:pt x="-594" y="7740"/>
                    <a:pt x="4816" y="6120"/>
                    <a:pt x="4277" y="6012"/>
                  </a:cubicBezTo>
                  <a:cubicBezTo>
                    <a:pt x="8931" y="4933"/>
                    <a:pt x="1248" y="-3290"/>
                    <a:pt x="492" y="1472"/>
                  </a:cubicBezTo>
                  <a:lnTo>
                    <a:pt x="162" y="3847"/>
                  </a:lnTo>
                  <a:lnTo>
                    <a:pt x="54" y="38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F5F9DCB5-86D5-FC28-4B68-C0D69D74EA44}"/>
                </a:ext>
              </a:extLst>
            </p:cNvPr>
            <p:cNvSpPr/>
            <p:nvPr/>
          </p:nvSpPr>
          <p:spPr>
            <a:xfrm>
              <a:off x="6188826" y="2714030"/>
              <a:ext cx="13404" cy="11541"/>
            </a:xfrm>
            <a:custGeom>
              <a:avLst/>
              <a:gdLst>
                <a:gd name="csX0" fmla="*/ 12488 w 13404"/>
                <a:gd name="csY0" fmla="*/ 10005 h 11541"/>
                <a:gd name="csX1" fmla="*/ 150 w 13404"/>
                <a:gd name="csY1" fmla="*/ 1680 h 11541"/>
                <a:gd name="csX2" fmla="*/ 5129 w 13404"/>
                <a:gd name="csY2" fmla="*/ 10113 h 11541"/>
                <a:gd name="csX3" fmla="*/ 12488 w 13404"/>
                <a:gd name="csY3" fmla="*/ 10005 h 11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04" h="11541">
                  <a:moveTo>
                    <a:pt x="12488" y="10005"/>
                  </a:moveTo>
                  <a:cubicBezTo>
                    <a:pt x="3935" y="2436"/>
                    <a:pt x="-936" y="-2860"/>
                    <a:pt x="150" y="1680"/>
                  </a:cubicBezTo>
                  <a:cubicBezTo>
                    <a:pt x="798" y="3299"/>
                    <a:pt x="474" y="9249"/>
                    <a:pt x="5129" y="10113"/>
                  </a:cubicBezTo>
                  <a:cubicBezTo>
                    <a:pt x="8265" y="10761"/>
                    <a:pt x="16057" y="13034"/>
                    <a:pt x="12488" y="100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75C0EF81-0374-380A-29B8-89E00D9E535F}"/>
                </a:ext>
              </a:extLst>
            </p:cNvPr>
            <p:cNvSpPr/>
            <p:nvPr/>
          </p:nvSpPr>
          <p:spPr>
            <a:xfrm>
              <a:off x="6188839" y="2728145"/>
              <a:ext cx="19959" cy="19791"/>
            </a:xfrm>
            <a:custGeom>
              <a:avLst/>
              <a:gdLst>
                <a:gd name="csX0" fmla="*/ 16584 w 19959"/>
                <a:gd name="csY0" fmla="*/ 19792 h 19791"/>
                <a:gd name="csX1" fmla="*/ 19073 w 19959"/>
                <a:gd name="csY1" fmla="*/ 17194 h 19791"/>
                <a:gd name="csX2" fmla="*/ 2302 w 19959"/>
                <a:gd name="csY2" fmla="*/ 761 h 19791"/>
                <a:gd name="csX3" fmla="*/ 137 w 19959"/>
                <a:gd name="csY3" fmla="*/ 3244 h 19791"/>
                <a:gd name="csX4" fmla="*/ 16584 w 19959"/>
                <a:gd name="csY4" fmla="*/ 19684 h 19791"/>
                <a:gd name="csX5" fmla="*/ 16584 w 19959"/>
                <a:gd name="csY5" fmla="*/ 19792 h 19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959" h="19791">
                  <a:moveTo>
                    <a:pt x="16584" y="19792"/>
                  </a:moveTo>
                  <a:cubicBezTo>
                    <a:pt x="17130" y="19576"/>
                    <a:pt x="21892" y="20007"/>
                    <a:pt x="19073" y="17194"/>
                  </a:cubicBezTo>
                  <a:lnTo>
                    <a:pt x="2302" y="761"/>
                  </a:lnTo>
                  <a:cubicBezTo>
                    <a:pt x="-625" y="-2052"/>
                    <a:pt x="29" y="3891"/>
                    <a:pt x="137" y="3244"/>
                  </a:cubicBezTo>
                  <a:cubicBezTo>
                    <a:pt x="353" y="8977"/>
                    <a:pt x="11713" y="20007"/>
                    <a:pt x="16584" y="19684"/>
                  </a:cubicBezTo>
                  <a:lnTo>
                    <a:pt x="16584" y="197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51DA736F-E609-6BAA-F5BF-8E6A6A067F0B}"/>
                </a:ext>
              </a:extLst>
            </p:cNvPr>
            <p:cNvSpPr/>
            <p:nvPr/>
          </p:nvSpPr>
          <p:spPr>
            <a:xfrm>
              <a:off x="6258050" y="2788698"/>
              <a:ext cx="17175" cy="4878"/>
            </a:xfrm>
            <a:custGeom>
              <a:avLst/>
              <a:gdLst>
                <a:gd name="csX0" fmla="*/ 9717 w 17175"/>
                <a:gd name="csY0" fmla="*/ 6 h 4878"/>
                <a:gd name="csX1" fmla="*/ 90 w 17175"/>
                <a:gd name="csY1" fmla="*/ 2705 h 4878"/>
                <a:gd name="csX2" fmla="*/ 2796 w 17175"/>
                <a:gd name="csY2" fmla="*/ 4870 h 4878"/>
                <a:gd name="csX3" fmla="*/ 16105 w 17175"/>
                <a:gd name="csY3" fmla="*/ 1841 h 4878"/>
                <a:gd name="csX4" fmla="*/ 9717 w 17175"/>
                <a:gd name="csY4" fmla="*/ 6 h 4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175" h="4878">
                  <a:moveTo>
                    <a:pt x="9717" y="6"/>
                  </a:moveTo>
                  <a:cubicBezTo>
                    <a:pt x="7336" y="330"/>
                    <a:pt x="1170" y="-750"/>
                    <a:pt x="90" y="2705"/>
                  </a:cubicBezTo>
                  <a:cubicBezTo>
                    <a:pt x="-348" y="4006"/>
                    <a:pt x="846" y="4978"/>
                    <a:pt x="2796" y="4870"/>
                  </a:cubicBezTo>
                  <a:cubicBezTo>
                    <a:pt x="13184" y="4114"/>
                    <a:pt x="19896" y="4438"/>
                    <a:pt x="16105" y="1841"/>
                  </a:cubicBezTo>
                  <a:cubicBezTo>
                    <a:pt x="14810" y="1301"/>
                    <a:pt x="13076" y="-102"/>
                    <a:pt x="9717" y="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85224BF-E4FC-079B-78B0-332206ADE86F}"/>
                </a:ext>
              </a:extLst>
            </p:cNvPr>
            <p:cNvSpPr/>
            <p:nvPr/>
          </p:nvSpPr>
          <p:spPr>
            <a:xfrm>
              <a:off x="6247675" y="2778219"/>
              <a:ext cx="23370" cy="5781"/>
            </a:xfrm>
            <a:custGeom>
              <a:avLst/>
              <a:gdLst>
                <a:gd name="csX0" fmla="*/ 21934 w 23370"/>
                <a:gd name="csY0" fmla="*/ 2268 h 5781"/>
                <a:gd name="csX1" fmla="*/ 611 w 23370"/>
                <a:gd name="csY1" fmla="*/ 1290 h 5781"/>
                <a:gd name="csX2" fmla="*/ 15870 w 23370"/>
                <a:gd name="csY2" fmla="*/ 5506 h 5781"/>
                <a:gd name="csX3" fmla="*/ 21934 w 23370"/>
                <a:gd name="csY3" fmla="*/ 2268 h 5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370" h="5781">
                  <a:moveTo>
                    <a:pt x="21934" y="2268"/>
                  </a:moveTo>
                  <a:cubicBezTo>
                    <a:pt x="6129" y="-5"/>
                    <a:pt x="3424" y="-977"/>
                    <a:pt x="611" y="1290"/>
                  </a:cubicBezTo>
                  <a:cubicBezTo>
                    <a:pt x="-3180" y="4319"/>
                    <a:pt x="11755" y="6592"/>
                    <a:pt x="15870" y="5506"/>
                  </a:cubicBezTo>
                  <a:cubicBezTo>
                    <a:pt x="18683" y="4643"/>
                    <a:pt x="26588" y="2915"/>
                    <a:pt x="2193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F02E835C-D48A-9DC7-0ABB-3016B7B457AC}"/>
                </a:ext>
              </a:extLst>
            </p:cNvPr>
            <p:cNvSpPr/>
            <p:nvPr/>
          </p:nvSpPr>
          <p:spPr>
            <a:xfrm>
              <a:off x="6234503" y="2782415"/>
              <a:ext cx="8176" cy="5108"/>
            </a:xfrm>
            <a:custGeom>
              <a:avLst/>
              <a:gdLst>
                <a:gd name="csX0" fmla="*/ 3819 w 8176"/>
                <a:gd name="csY0" fmla="*/ 5101 h 5108"/>
                <a:gd name="csX1" fmla="*/ 5877 w 8176"/>
                <a:gd name="csY1" fmla="*/ 231 h 5108"/>
                <a:gd name="csX2" fmla="*/ 2632 w 8176"/>
                <a:gd name="csY2" fmla="*/ 15 h 5108"/>
                <a:gd name="csX3" fmla="*/ 3711 w 8176"/>
                <a:gd name="csY3" fmla="*/ 4987 h 5108"/>
                <a:gd name="csX4" fmla="*/ 3819 w 8176"/>
                <a:gd name="csY4" fmla="*/ 5101 h 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76" h="5108">
                  <a:moveTo>
                    <a:pt x="3819" y="5101"/>
                  </a:moveTo>
                  <a:cubicBezTo>
                    <a:pt x="7610" y="5317"/>
                    <a:pt x="10315" y="555"/>
                    <a:pt x="5877" y="231"/>
                  </a:cubicBezTo>
                  <a:lnTo>
                    <a:pt x="2632" y="15"/>
                  </a:lnTo>
                  <a:cubicBezTo>
                    <a:pt x="-1807" y="-309"/>
                    <a:pt x="-73" y="4771"/>
                    <a:pt x="3711" y="4987"/>
                  </a:cubicBezTo>
                  <a:lnTo>
                    <a:pt x="3819" y="51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2FAD6611-BFBE-0ACC-4837-6C789C886828}"/>
                </a:ext>
              </a:extLst>
            </p:cNvPr>
            <p:cNvSpPr/>
            <p:nvPr/>
          </p:nvSpPr>
          <p:spPr>
            <a:xfrm>
              <a:off x="6262533" y="2798483"/>
              <a:ext cx="7637" cy="5094"/>
            </a:xfrm>
            <a:custGeom>
              <a:avLst/>
              <a:gdLst>
                <a:gd name="csX0" fmla="*/ 4796 w 7637"/>
                <a:gd name="csY0" fmla="*/ 5035 h 5094"/>
                <a:gd name="csX1" fmla="*/ 3933 w 7637"/>
                <a:gd name="csY1" fmla="*/ 57 h 5094"/>
                <a:gd name="csX2" fmla="*/ 2307 w 7637"/>
                <a:gd name="csY2" fmla="*/ 279 h 5094"/>
                <a:gd name="csX3" fmla="*/ 4688 w 7637"/>
                <a:gd name="csY3" fmla="*/ 5035 h 5094"/>
                <a:gd name="csX4" fmla="*/ 4796 w 7637"/>
                <a:gd name="csY4" fmla="*/ 5035 h 5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37" h="5094">
                  <a:moveTo>
                    <a:pt x="4796" y="5035"/>
                  </a:moveTo>
                  <a:cubicBezTo>
                    <a:pt x="9019" y="4496"/>
                    <a:pt x="8371" y="-591"/>
                    <a:pt x="3933" y="57"/>
                  </a:cubicBezTo>
                  <a:lnTo>
                    <a:pt x="2307" y="279"/>
                  </a:lnTo>
                  <a:cubicBezTo>
                    <a:pt x="-2125" y="819"/>
                    <a:pt x="472" y="5683"/>
                    <a:pt x="4688" y="5035"/>
                  </a:cubicBezTo>
                  <a:lnTo>
                    <a:pt x="4796" y="50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DCEBE2B0-DCC8-0E02-8368-EF4AFA1BA5F1}"/>
                </a:ext>
              </a:extLst>
            </p:cNvPr>
            <p:cNvSpPr/>
            <p:nvPr/>
          </p:nvSpPr>
          <p:spPr>
            <a:xfrm>
              <a:off x="6282463" y="2800448"/>
              <a:ext cx="16507" cy="8162"/>
            </a:xfrm>
            <a:custGeom>
              <a:avLst/>
              <a:gdLst>
                <a:gd name="csX0" fmla="*/ 3922 w 16507"/>
                <a:gd name="csY0" fmla="*/ 6315 h 8162"/>
                <a:gd name="csX1" fmla="*/ 16368 w 16507"/>
                <a:gd name="csY1" fmla="*/ 6639 h 8162"/>
                <a:gd name="csX2" fmla="*/ 14095 w 16507"/>
                <a:gd name="csY2" fmla="*/ 3502 h 8162"/>
                <a:gd name="csX3" fmla="*/ 2627 w 16507"/>
                <a:gd name="csY3" fmla="*/ 149 h 8162"/>
                <a:gd name="csX4" fmla="*/ 3922 w 16507"/>
                <a:gd name="csY4" fmla="*/ 6207 h 8162"/>
                <a:gd name="csX5" fmla="*/ 3922 w 16507"/>
                <a:gd name="csY5" fmla="*/ 6315 h 8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07" h="8162">
                  <a:moveTo>
                    <a:pt x="3922" y="6315"/>
                  </a:moveTo>
                  <a:cubicBezTo>
                    <a:pt x="9878" y="7610"/>
                    <a:pt x="15181" y="9560"/>
                    <a:pt x="16368" y="6639"/>
                  </a:cubicBezTo>
                  <a:cubicBezTo>
                    <a:pt x="16908" y="5445"/>
                    <a:pt x="15828" y="4042"/>
                    <a:pt x="14095" y="3502"/>
                  </a:cubicBezTo>
                  <a:lnTo>
                    <a:pt x="2627" y="149"/>
                  </a:lnTo>
                  <a:cubicBezTo>
                    <a:pt x="-1596" y="-1038"/>
                    <a:pt x="-409" y="5229"/>
                    <a:pt x="3922" y="6207"/>
                  </a:cubicBezTo>
                  <a:lnTo>
                    <a:pt x="3922" y="6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F0DFB4F-0416-6EA4-E4FB-E99D909FF84E}"/>
                </a:ext>
              </a:extLst>
            </p:cNvPr>
            <p:cNvSpPr/>
            <p:nvPr/>
          </p:nvSpPr>
          <p:spPr>
            <a:xfrm>
              <a:off x="6243555" y="2768438"/>
              <a:ext cx="21224" cy="6152"/>
            </a:xfrm>
            <a:custGeom>
              <a:avLst/>
              <a:gdLst>
                <a:gd name="csX0" fmla="*/ 20313 w 21224"/>
                <a:gd name="csY0" fmla="*/ 4149 h 6152"/>
                <a:gd name="csX1" fmla="*/ 12845 w 21224"/>
                <a:gd name="csY1" fmla="*/ 1012 h 6152"/>
                <a:gd name="csX2" fmla="*/ 1155 w 21224"/>
                <a:gd name="csY2" fmla="*/ 1235 h 6152"/>
                <a:gd name="csX3" fmla="*/ 13817 w 21224"/>
                <a:gd name="csY3" fmla="*/ 5991 h 6152"/>
                <a:gd name="csX4" fmla="*/ 20313 w 21224"/>
                <a:gd name="csY4" fmla="*/ 4149 h 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224" h="6152">
                  <a:moveTo>
                    <a:pt x="20313" y="4149"/>
                  </a:moveTo>
                  <a:cubicBezTo>
                    <a:pt x="19773" y="3825"/>
                    <a:pt x="17068" y="1342"/>
                    <a:pt x="12845" y="1012"/>
                  </a:cubicBezTo>
                  <a:cubicBezTo>
                    <a:pt x="4622" y="257"/>
                    <a:pt x="-2960" y="-931"/>
                    <a:pt x="1155" y="1235"/>
                  </a:cubicBezTo>
                  <a:cubicBezTo>
                    <a:pt x="5809" y="3609"/>
                    <a:pt x="9492" y="5991"/>
                    <a:pt x="13817" y="5991"/>
                  </a:cubicBezTo>
                  <a:cubicBezTo>
                    <a:pt x="13817" y="5991"/>
                    <a:pt x="24320" y="6962"/>
                    <a:pt x="20313" y="4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E2B9FB1B-76B3-07A5-6B15-3D2381A91B02}"/>
                </a:ext>
              </a:extLst>
            </p:cNvPr>
            <p:cNvSpPr/>
            <p:nvPr/>
          </p:nvSpPr>
          <p:spPr>
            <a:xfrm>
              <a:off x="6139707" y="2629630"/>
              <a:ext cx="219500" cy="148367"/>
            </a:xfrm>
            <a:custGeom>
              <a:avLst/>
              <a:gdLst>
                <a:gd name="csX0" fmla="*/ 217913 w 219500"/>
                <a:gd name="csY0" fmla="*/ 47473 h 148367"/>
                <a:gd name="csX1" fmla="*/ 205016 w 219500"/>
                <a:gd name="csY1" fmla="*/ 43256 h 148367"/>
                <a:gd name="csX2" fmla="*/ 199822 w 219500"/>
                <a:gd name="csY2" fmla="*/ 27362 h 148367"/>
                <a:gd name="csX3" fmla="*/ 189433 w 219500"/>
                <a:gd name="csY3" fmla="*/ 25952 h 148367"/>
                <a:gd name="csX4" fmla="*/ 183153 w 219500"/>
                <a:gd name="csY4" fmla="*/ 33744 h 148367"/>
                <a:gd name="csX5" fmla="*/ 160534 w 219500"/>
                <a:gd name="csY5" fmla="*/ 32658 h 148367"/>
                <a:gd name="csX6" fmla="*/ 154578 w 219500"/>
                <a:gd name="csY6" fmla="*/ 25629 h 148367"/>
                <a:gd name="csX7" fmla="*/ 139751 w 219500"/>
                <a:gd name="csY7" fmla="*/ 22276 h 148367"/>
                <a:gd name="csX8" fmla="*/ 115615 w 219500"/>
                <a:gd name="csY8" fmla="*/ 0 h 148367"/>
                <a:gd name="csX9" fmla="*/ 79032 w 219500"/>
                <a:gd name="csY9" fmla="*/ 17412 h 148367"/>
                <a:gd name="csX10" fmla="*/ 82601 w 219500"/>
                <a:gd name="csY10" fmla="*/ 28226 h 148367"/>
                <a:gd name="csX11" fmla="*/ 67018 w 219500"/>
                <a:gd name="csY11" fmla="*/ 33414 h 148367"/>
                <a:gd name="csX12" fmla="*/ 69615 w 219500"/>
                <a:gd name="csY12" fmla="*/ 46717 h 148367"/>
                <a:gd name="csX13" fmla="*/ 41364 w 219500"/>
                <a:gd name="csY13" fmla="*/ 36767 h 148367"/>
                <a:gd name="csX14" fmla="*/ 35408 w 219500"/>
                <a:gd name="csY14" fmla="*/ 44120 h 148367"/>
                <a:gd name="csX15" fmla="*/ 775 w 219500"/>
                <a:gd name="csY15" fmla="*/ 44336 h 148367"/>
                <a:gd name="csX16" fmla="*/ 127 w 219500"/>
                <a:gd name="csY16" fmla="*/ 47581 h 148367"/>
                <a:gd name="csX17" fmla="*/ 5537 w 219500"/>
                <a:gd name="csY17" fmla="*/ 66072 h 148367"/>
                <a:gd name="csX18" fmla="*/ 17012 w 219500"/>
                <a:gd name="csY18" fmla="*/ 76022 h 148367"/>
                <a:gd name="csX19" fmla="*/ 31839 w 219500"/>
                <a:gd name="csY19" fmla="*/ 53639 h 148367"/>
                <a:gd name="csX20" fmla="*/ 37681 w 219500"/>
                <a:gd name="csY20" fmla="*/ 59157 h 148367"/>
                <a:gd name="csX21" fmla="*/ 37357 w 219500"/>
                <a:gd name="csY21" fmla="*/ 60344 h 148367"/>
                <a:gd name="csX22" fmla="*/ 45587 w 219500"/>
                <a:gd name="csY22" fmla="*/ 64992 h 148367"/>
                <a:gd name="csX23" fmla="*/ 48076 w 219500"/>
                <a:gd name="csY23" fmla="*/ 61639 h 148367"/>
                <a:gd name="csX24" fmla="*/ 51860 w 219500"/>
                <a:gd name="csY24" fmla="*/ 67589 h 148367"/>
                <a:gd name="csX25" fmla="*/ 55651 w 219500"/>
                <a:gd name="csY25" fmla="*/ 83376 h 148367"/>
                <a:gd name="csX26" fmla="*/ 71996 w 219500"/>
                <a:gd name="csY26" fmla="*/ 100248 h 148367"/>
                <a:gd name="csX27" fmla="*/ 64091 w 219500"/>
                <a:gd name="csY27" fmla="*/ 104032 h 148367"/>
                <a:gd name="csX28" fmla="*/ 83687 w 219500"/>
                <a:gd name="csY28" fmla="*/ 122631 h 148367"/>
                <a:gd name="csX29" fmla="*/ 90831 w 219500"/>
                <a:gd name="csY29" fmla="*/ 128797 h 148367"/>
                <a:gd name="csX30" fmla="*/ 95371 w 219500"/>
                <a:gd name="csY30" fmla="*/ 134093 h 148367"/>
                <a:gd name="csX31" fmla="*/ 110636 w 219500"/>
                <a:gd name="csY31" fmla="*/ 133014 h 148367"/>
                <a:gd name="csX32" fmla="*/ 130226 w 219500"/>
                <a:gd name="csY32" fmla="*/ 141230 h 148367"/>
                <a:gd name="csX33" fmla="*/ 139103 w 219500"/>
                <a:gd name="csY33" fmla="*/ 148368 h 148367"/>
                <a:gd name="csX34" fmla="*/ 145053 w 219500"/>
                <a:gd name="csY34" fmla="*/ 141338 h 148367"/>
                <a:gd name="csX35" fmla="*/ 140183 w 219500"/>
                <a:gd name="csY35" fmla="*/ 127711 h 148367"/>
                <a:gd name="csX36" fmla="*/ 130658 w 219500"/>
                <a:gd name="csY36" fmla="*/ 126632 h 148367"/>
                <a:gd name="csX37" fmla="*/ 100895 w 219500"/>
                <a:gd name="csY37" fmla="*/ 101003 h 148367"/>
                <a:gd name="csX38" fmla="*/ 96888 w 219500"/>
                <a:gd name="csY38" fmla="*/ 87592 h 148367"/>
                <a:gd name="csX39" fmla="*/ 83357 w 219500"/>
                <a:gd name="csY39" fmla="*/ 79051 h 148367"/>
                <a:gd name="csX40" fmla="*/ 85852 w 219500"/>
                <a:gd name="csY40" fmla="*/ 58826 h 148367"/>
                <a:gd name="csX41" fmla="*/ 105111 w 219500"/>
                <a:gd name="csY41" fmla="*/ 69533 h 148367"/>
                <a:gd name="csX42" fmla="*/ 111932 w 219500"/>
                <a:gd name="csY42" fmla="*/ 59042 h 148367"/>
                <a:gd name="csX43" fmla="*/ 130334 w 219500"/>
                <a:gd name="csY43" fmla="*/ 58179 h 148367"/>
                <a:gd name="csX44" fmla="*/ 163132 w 219500"/>
                <a:gd name="csY44" fmla="*/ 66942 h 148367"/>
                <a:gd name="csX45" fmla="*/ 169297 w 219500"/>
                <a:gd name="csY45" fmla="*/ 61424 h 148367"/>
                <a:gd name="csX46" fmla="*/ 192786 w 219500"/>
                <a:gd name="csY46" fmla="*/ 64884 h 148367"/>
                <a:gd name="csX47" fmla="*/ 202311 w 219500"/>
                <a:gd name="csY47" fmla="*/ 75374 h 148367"/>
                <a:gd name="csX48" fmla="*/ 208261 w 219500"/>
                <a:gd name="csY48" fmla="*/ 61316 h 148367"/>
                <a:gd name="csX49" fmla="*/ 219501 w 219500"/>
                <a:gd name="csY49" fmla="*/ 59588 h 148367"/>
                <a:gd name="csX50" fmla="*/ 217977 w 219500"/>
                <a:gd name="csY50" fmla="*/ 47257 h 148367"/>
                <a:gd name="csX51" fmla="*/ 217913 w 219500"/>
                <a:gd name="csY51" fmla="*/ 47473 h 148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19500" h="148367">
                  <a:moveTo>
                    <a:pt x="217913" y="47473"/>
                  </a:moveTo>
                  <a:lnTo>
                    <a:pt x="205016" y="43256"/>
                  </a:lnTo>
                  <a:lnTo>
                    <a:pt x="199822" y="27362"/>
                  </a:lnTo>
                  <a:lnTo>
                    <a:pt x="189433" y="25952"/>
                  </a:lnTo>
                  <a:lnTo>
                    <a:pt x="183153" y="33744"/>
                  </a:lnTo>
                  <a:lnTo>
                    <a:pt x="160534" y="32658"/>
                  </a:lnTo>
                  <a:lnTo>
                    <a:pt x="154578" y="25629"/>
                  </a:lnTo>
                  <a:lnTo>
                    <a:pt x="139751" y="22276"/>
                  </a:lnTo>
                  <a:lnTo>
                    <a:pt x="115615" y="0"/>
                  </a:lnTo>
                  <a:lnTo>
                    <a:pt x="79032" y="17412"/>
                  </a:lnTo>
                  <a:lnTo>
                    <a:pt x="82601" y="28226"/>
                  </a:lnTo>
                  <a:lnTo>
                    <a:pt x="67018" y="33414"/>
                  </a:lnTo>
                  <a:lnTo>
                    <a:pt x="69615" y="46717"/>
                  </a:lnTo>
                  <a:lnTo>
                    <a:pt x="41364" y="36767"/>
                  </a:lnTo>
                  <a:lnTo>
                    <a:pt x="35408" y="44120"/>
                  </a:lnTo>
                  <a:lnTo>
                    <a:pt x="775" y="44336"/>
                  </a:lnTo>
                  <a:cubicBezTo>
                    <a:pt x="127" y="45314"/>
                    <a:pt x="-197" y="46393"/>
                    <a:pt x="127" y="47581"/>
                  </a:cubicBezTo>
                  <a:cubicBezTo>
                    <a:pt x="2077" y="56560"/>
                    <a:pt x="2616" y="62395"/>
                    <a:pt x="5537" y="66072"/>
                  </a:cubicBezTo>
                  <a:cubicBezTo>
                    <a:pt x="12465" y="75159"/>
                    <a:pt x="15062" y="79915"/>
                    <a:pt x="17012" y="76022"/>
                  </a:cubicBezTo>
                  <a:cubicBezTo>
                    <a:pt x="27184" y="55588"/>
                    <a:pt x="27508" y="52127"/>
                    <a:pt x="31839" y="53639"/>
                  </a:cubicBezTo>
                  <a:cubicBezTo>
                    <a:pt x="32810" y="54178"/>
                    <a:pt x="38875" y="54826"/>
                    <a:pt x="37681" y="59157"/>
                  </a:cubicBezTo>
                  <a:lnTo>
                    <a:pt x="37357" y="60344"/>
                  </a:lnTo>
                  <a:cubicBezTo>
                    <a:pt x="36169" y="64992"/>
                    <a:pt x="45694" y="69748"/>
                    <a:pt x="45587" y="64992"/>
                  </a:cubicBezTo>
                  <a:cubicBezTo>
                    <a:pt x="45803" y="64453"/>
                    <a:pt x="44717" y="59157"/>
                    <a:pt x="48076" y="61639"/>
                  </a:cubicBezTo>
                  <a:cubicBezTo>
                    <a:pt x="48616" y="62179"/>
                    <a:pt x="51537" y="63805"/>
                    <a:pt x="51860" y="67589"/>
                  </a:cubicBezTo>
                  <a:cubicBezTo>
                    <a:pt x="52838" y="78511"/>
                    <a:pt x="52622" y="80778"/>
                    <a:pt x="55651" y="83376"/>
                  </a:cubicBezTo>
                  <a:cubicBezTo>
                    <a:pt x="72428" y="97326"/>
                    <a:pt x="76435" y="99600"/>
                    <a:pt x="71996" y="100248"/>
                  </a:cubicBezTo>
                  <a:cubicBezTo>
                    <a:pt x="69291" y="101003"/>
                    <a:pt x="60630" y="100356"/>
                    <a:pt x="64091" y="104032"/>
                  </a:cubicBezTo>
                  <a:cubicBezTo>
                    <a:pt x="75241" y="115710"/>
                    <a:pt x="79248" y="120682"/>
                    <a:pt x="83687" y="122631"/>
                  </a:cubicBezTo>
                  <a:cubicBezTo>
                    <a:pt x="84766" y="123279"/>
                    <a:pt x="89960" y="124358"/>
                    <a:pt x="90831" y="128797"/>
                  </a:cubicBezTo>
                  <a:cubicBezTo>
                    <a:pt x="91262" y="129661"/>
                    <a:pt x="91154" y="134849"/>
                    <a:pt x="95371" y="134093"/>
                  </a:cubicBezTo>
                  <a:cubicBezTo>
                    <a:pt x="101867" y="132906"/>
                    <a:pt x="106413" y="131496"/>
                    <a:pt x="110636" y="133014"/>
                  </a:cubicBezTo>
                  <a:cubicBezTo>
                    <a:pt x="121133" y="136798"/>
                    <a:pt x="126543" y="138201"/>
                    <a:pt x="130226" y="141230"/>
                  </a:cubicBezTo>
                  <a:cubicBezTo>
                    <a:pt x="135852" y="145771"/>
                    <a:pt x="135960" y="145879"/>
                    <a:pt x="139103" y="148368"/>
                  </a:cubicBezTo>
                  <a:lnTo>
                    <a:pt x="145053" y="141338"/>
                  </a:lnTo>
                  <a:lnTo>
                    <a:pt x="140183" y="127711"/>
                  </a:lnTo>
                  <a:lnTo>
                    <a:pt x="130658" y="126632"/>
                  </a:lnTo>
                  <a:lnTo>
                    <a:pt x="100895" y="101003"/>
                  </a:lnTo>
                  <a:lnTo>
                    <a:pt x="96888" y="87592"/>
                  </a:lnTo>
                  <a:lnTo>
                    <a:pt x="83357" y="79051"/>
                  </a:lnTo>
                  <a:lnTo>
                    <a:pt x="85852" y="58826"/>
                  </a:lnTo>
                  <a:lnTo>
                    <a:pt x="105111" y="69533"/>
                  </a:lnTo>
                  <a:lnTo>
                    <a:pt x="111932" y="59042"/>
                  </a:lnTo>
                  <a:lnTo>
                    <a:pt x="130334" y="58179"/>
                  </a:lnTo>
                  <a:lnTo>
                    <a:pt x="163132" y="66942"/>
                  </a:lnTo>
                  <a:lnTo>
                    <a:pt x="169297" y="61424"/>
                  </a:lnTo>
                  <a:lnTo>
                    <a:pt x="192786" y="64884"/>
                  </a:lnTo>
                  <a:lnTo>
                    <a:pt x="202311" y="75374"/>
                  </a:lnTo>
                  <a:lnTo>
                    <a:pt x="208261" y="61316"/>
                  </a:lnTo>
                  <a:lnTo>
                    <a:pt x="219501" y="59588"/>
                  </a:lnTo>
                  <a:lnTo>
                    <a:pt x="217977" y="47257"/>
                  </a:lnTo>
                  <a:lnTo>
                    <a:pt x="217913" y="47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F348C6B-8C31-418F-053F-C1CB5B2C0026}"/>
                </a:ext>
              </a:extLst>
            </p:cNvPr>
            <p:cNvSpPr/>
            <p:nvPr/>
          </p:nvSpPr>
          <p:spPr>
            <a:xfrm>
              <a:off x="6283349" y="2780157"/>
              <a:ext cx="43085" cy="31470"/>
            </a:xfrm>
            <a:custGeom>
              <a:avLst/>
              <a:gdLst>
                <a:gd name="csX0" fmla="*/ 20245 w 43085"/>
                <a:gd name="csY0" fmla="*/ 0 h 31470"/>
                <a:gd name="csX1" fmla="*/ 8446 w 43085"/>
                <a:gd name="csY1" fmla="*/ 8547 h 31470"/>
                <a:gd name="csX2" fmla="*/ 6827 w 43085"/>
                <a:gd name="csY2" fmla="*/ 9195 h 31470"/>
                <a:gd name="csX3" fmla="*/ 1086 w 43085"/>
                <a:gd name="csY3" fmla="*/ 10706 h 31470"/>
                <a:gd name="csX4" fmla="*/ 24899 w 43085"/>
                <a:gd name="csY4" fmla="*/ 19901 h 31470"/>
                <a:gd name="csX5" fmla="*/ 41460 w 43085"/>
                <a:gd name="csY5" fmla="*/ 31471 h 31470"/>
                <a:gd name="csX6" fmla="*/ 43085 w 43085"/>
                <a:gd name="csY6" fmla="*/ 14599 h 31470"/>
                <a:gd name="csX7" fmla="*/ 20245 w 43085"/>
                <a:gd name="csY7" fmla="*/ 0 h 31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3085" h="31470">
                  <a:moveTo>
                    <a:pt x="20245" y="0"/>
                  </a:moveTo>
                  <a:lnTo>
                    <a:pt x="8446" y="8547"/>
                  </a:lnTo>
                  <a:cubicBezTo>
                    <a:pt x="8446" y="8547"/>
                    <a:pt x="8014" y="9195"/>
                    <a:pt x="6827" y="9195"/>
                  </a:cubicBezTo>
                  <a:cubicBezTo>
                    <a:pt x="5309" y="9195"/>
                    <a:pt x="-2914" y="8223"/>
                    <a:pt x="1086" y="10706"/>
                  </a:cubicBezTo>
                  <a:cubicBezTo>
                    <a:pt x="13863" y="18599"/>
                    <a:pt x="17647" y="14929"/>
                    <a:pt x="24899" y="19901"/>
                  </a:cubicBezTo>
                  <a:cubicBezTo>
                    <a:pt x="31395" y="24225"/>
                    <a:pt x="36913" y="28334"/>
                    <a:pt x="41460" y="31471"/>
                  </a:cubicBezTo>
                  <a:lnTo>
                    <a:pt x="43085" y="14599"/>
                  </a:lnTo>
                  <a:lnTo>
                    <a:pt x="2024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4F12960B-8DF1-6395-A3D0-F9727F371505}"/>
                </a:ext>
              </a:extLst>
            </p:cNvPr>
            <p:cNvSpPr/>
            <p:nvPr/>
          </p:nvSpPr>
          <p:spPr>
            <a:xfrm>
              <a:off x="6843110" y="3104880"/>
              <a:ext cx="86569" cy="45364"/>
            </a:xfrm>
            <a:custGeom>
              <a:avLst/>
              <a:gdLst>
                <a:gd name="csX0" fmla="*/ 55021 w 86569"/>
                <a:gd name="csY0" fmla="*/ 29321 h 45364"/>
                <a:gd name="csX1" fmla="*/ 66832 w 86569"/>
                <a:gd name="csY1" fmla="*/ 25860 h 45364"/>
                <a:gd name="csX2" fmla="*/ 64736 w 86569"/>
                <a:gd name="csY2" fmla="*/ 16017 h 45364"/>
                <a:gd name="csX3" fmla="*/ 86072 w 86569"/>
                <a:gd name="csY3" fmla="*/ 555 h 45364"/>
                <a:gd name="csX4" fmla="*/ 49052 w 86569"/>
                <a:gd name="csY4" fmla="*/ 12563 h 45364"/>
                <a:gd name="csX5" fmla="*/ 24287 w 86569"/>
                <a:gd name="csY5" fmla="*/ 15693 h 45364"/>
                <a:gd name="csX6" fmla="*/ 20286 w 86569"/>
                <a:gd name="csY6" fmla="*/ 21643 h 45364"/>
                <a:gd name="csX7" fmla="*/ 13809 w 86569"/>
                <a:gd name="csY7" fmla="*/ 20996 h 45364"/>
                <a:gd name="csX8" fmla="*/ 8031 w 86569"/>
                <a:gd name="csY8" fmla="*/ 23593 h 45364"/>
                <a:gd name="csX9" fmla="*/ 2126 w 86569"/>
                <a:gd name="csY9" fmla="*/ 24888 h 45364"/>
                <a:gd name="csX10" fmla="*/ 284 w 86569"/>
                <a:gd name="csY10" fmla="*/ 26831 h 45364"/>
                <a:gd name="csX11" fmla="*/ 9365 w 86569"/>
                <a:gd name="csY11" fmla="*/ 40351 h 45364"/>
                <a:gd name="csX12" fmla="*/ 17366 w 86569"/>
                <a:gd name="csY12" fmla="*/ 41322 h 45364"/>
                <a:gd name="csX13" fmla="*/ 24478 w 86569"/>
                <a:gd name="csY13" fmla="*/ 44567 h 45364"/>
                <a:gd name="csX14" fmla="*/ 33368 w 86569"/>
                <a:gd name="csY14" fmla="*/ 40351 h 45364"/>
                <a:gd name="csX15" fmla="*/ 50385 w 86569"/>
                <a:gd name="csY15" fmla="*/ 32350 h 45364"/>
                <a:gd name="csX16" fmla="*/ 55148 w 86569"/>
                <a:gd name="csY16" fmla="*/ 28997 h 45364"/>
                <a:gd name="csX17" fmla="*/ 55021 w 86569"/>
                <a:gd name="csY17" fmla="*/ 29321 h 4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6569" h="45364">
                  <a:moveTo>
                    <a:pt x="55021" y="29321"/>
                  </a:moveTo>
                  <a:cubicBezTo>
                    <a:pt x="60355" y="28565"/>
                    <a:pt x="69499" y="30400"/>
                    <a:pt x="66832" y="25860"/>
                  </a:cubicBezTo>
                  <a:cubicBezTo>
                    <a:pt x="65816" y="23479"/>
                    <a:pt x="60419" y="18722"/>
                    <a:pt x="64736" y="16017"/>
                  </a:cubicBezTo>
                  <a:cubicBezTo>
                    <a:pt x="84803" y="3584"/>
                    <a:pt x="88041" y="2397"/>
                    <a:pt x="86072" y="555"/>
                  </a:cubicBezTo>
                  <a:cubicBezTo>
                    <a:pt x="82199" y="-3122"/>
                    <a:pt x="58895" y="12671"/>
                    <a:pt x="49052" y="12563"/>
                  </a:cubicBezTo>
                  <a:cubicBezTo>
                    <a:pt x="27653" y="12449"/>
                    <a:pt x="24732" y="11369"/>
                    <a:pt x="24287" y="15693"/>
                  </a:cubicBezTo>
                  <a:cubicBezTo>
                    <a:pt x="23970" y="16671"/>
                    <a:pt x="24795" y="22075"/>
                    <a:pt x="20286" y="21643"/>
                  </a:cubicBezTo>
                  <a:lnTo>
                    <a:pt x="13809" y="20996"/>
                  </a:lnTo>
                  <a:cubicBezTo>
                    <a:pt x="10317" y="20672"/>
                    <a:pt x="7523" y="24025"/>
                    <a:pt x="8031" y="23593"/>
                  </a:cubicBezTo>
                  <a:cubicBezTo>
                    <a:pt x="5808" y="26400"/>
                    <a:pt x="1427" y="24888"/>
                    <a:pt x="2126" y="24888"/>
                  </a:cubicBezTo>
                  <a:cubicBezTo>
                    <a:pt x="347" y="24349"/>
                    <a:pt x="-478" y="25212"/>
                    <a:pt x="284" y="26831"/>
                  </a:cubicBezTo>
                  <a:cubicBezTo>
                    <a:pt x="4475" y="36458"/>
                    <a:pt x="5110" y="39919"/>
                    <a:pt x="9365" y="40351"/>
                  </a:cubicBezTo>
                  <a:lnTo>
                    <a:pt x="17366" y="41322"/>
                  </a:lnTo>
                  <a:cubicBezTo>
                    <a:pt x="21176" y="41754"/>
                    <a:pt x="25176" y="44891"/>
                    <a:pt x="24478" y="44567"/>
                  </a:cubicBezTo>
                  <a:cubicBezTo>
                    <a:pt x="28287" y="47380"/>
                    <a:pt x="28415" y="41976"/>
                    <a:pt x="33368" y="40351"/>
                  </a:cubicBezTo>
                  <a:cubicBezTo>
                    <a:pt x="45814" y="36458"/>
                    <a:pt x="48734" y="36242"/>
                    <a:pt x="50385" y="32350"/>
                  </a:cubicBezTo>
                  <a:cubicBezTo>
                    <a:pt x="50385" y="32350"/>
                    <a:pt x="51973" y="29213"/>
                    <a:pt x="55148" y="28997"/>
                  </a:cubicBezTo>
                  <a:lnTo>
                    <a:pt x="55021" y="293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CF1941B8-2784-B805-95B7-CD7D730B244C}"/>
                </a:ext>
              </a:extLst>
            </p:cNvPr>
            <p:cNvSpPr/>
            <p:nvPr/>
          </p:nvSpPr>
          <p:spPr>
            <a:xfrm>
              <a:off x="6470522" y="2735065"/>
              <a:ext cx="235394" cy="130200"/>
            </a:xfrm>
            <a:custGeom>
              <a:avLst/>
              <a:gdLst>
                <a:gd name="csX0" fmla="*/ 24638 w 235394"/>
                <a:gd name="csY0" fmla="*/ 48228 h 130200"/>
                <a:gd name="csX1" fmla="*/ 5398 w 235394"/>
                <a:gd name="csY1" fmla="*/ 62503 h 130200"/>
                <a:gd name="csX2" fmla="*/ 1397 w 235394"/>
                <a:gd name="csY2" fmla="*/ 85649 h 130200"/>
                <a:gd name="csX3" fmla="*/ 22733 w 235394"/>
                <a:gd name="csY3" fmla="*/ 105327 h 130200"/>
                <a:gd name="csX4" fmla="*/ 24638 w 235394"/>
                <a:gd name="csY4" fmla="*/ 126956 h 130200"/>
                <a:gd name="csX5" fmla="*/ 24765 w 235394"/>
                <a:gd name="csY5" fmla="*/ 126956 h 130200"/>
                <a:gd name="csX6" fmla="*/ 74676 w 235394"/>
                <a:gd name="csY6" fmla="*/ 117977 h 130200"/>
                <a:gd name="csX7" fmla="*/ 106680 w 235394"/>
                <a:gd name="csY7" fmla="*/ 130200 h 130200"/>
                <a:gd name="csX8" fmla="*/ 141033 w 235394"/>
                <a:gd name="csY8" fmla="*/ 128251 h 130200"/>
                <a:gd name="csX9" fmla="*/ 137541 w 235394"/>
                <a:gd name="csY9" fmla="*/ 111055 h 130200"/>
                <a:gd name="csX10" fmla="*/ 149860 w 235394"/>
                <a:gd name="csY10" fmla="*/ 112573 h 130200"/>
                <a:gd name="csX11" fmla="*/ 158306 w 235394"/>
                <a:gd name="csY11" fmla="*/ 100679 h 130200"/>
                <a:gd name="csX12" fmla="*/ 183452 w 235394"/>
                <a:gd name="csY12" fmla="*/ 94190 h 130200"/>
                <a:gd name="csX13" fmla="*/ 193802 w 235394"/>
                <a:gd name="csY13" fmla="*/ 102622 h 130200"/>
                <a:gd name="csX14" fmla="*/ 212027 w 235394"/>
                <a:gd name="csY14" fmla="*/ 104572 h 130200"/>
                <a:gd name="csX15" fmla="*/ 212217 w 235394"/>
                <a:gd name="csY15" fmla="*/ 104572 h 130200"/>
                <a:gd name="csX16" fmla="*/ 213551 w 235394"/>
                <a:gd name="csY16" fmla="*/ 102838 h 130200"/>
                <a:gd name="csX17" fmla="*/ 214249 w 235394"/>
                <a:gd name="csY17" fmla="*/ 98838 h 130200"/>
                <a:gd name="csX18" fmla="*/ 197485 w 235394"/>
                <a:gd name="csY18" fmla="*/ 78943 h 130200"/>
                <a:gd name="csX19" fmla="*/ 188849 w 235394"/>
                <a:gd name="csY19" fmla="*/ 76022 h 130200"/>
                <a:gd name="csX20" fmla="*/ 204216 w 235394"/>
                <a:gd name="csY20" fmla="*/ 65208 h 130200"/>
                <a:gd name="csX21" fmla="*/ 204660 w 235394"/>
                <a:gd name="csY21" fmla="*/ 65208 h 130200"/>
                <a:gd name="csX22" fmla="*/ 220663 w 235394"/>
                <a:gd name="csY22" fmla="*/ 34061 h 130200"/>
                <a:gd name="csX23" fmla="*/ 234950 w 235394"/>
                <a:gd name="csY23" fmla="*/ 24117 h 130200"/>
                <a:gd name="csX24" fmla="*/ 235395 w 235394"/>
                <a:gd name="csY24" fmla="*/ 17736 h 130200"/>
                <a:gd name="csX25" fmla="*/ 235268 w 235394"/>
                <a:gd name="csY25" fmla="*/ 17736 h 130200"/>
                <a:gd name="csX26" fmla="*/ 208026 w 235394"/>
                <a:gd name="csY26" fmla="*/ 15786 h 130200"/>
                <a:gd name="csX27" fmla="*/ 183769 w 235394"/>
                <a:gd name="csY27" fmla="*/ 2489 h 130200"/>
                <a:gd name="csX28" fmla="*/ 142621 w 235394"/>
                <a:gd name="csY28" fmla="*/ 8871 h 130200"/>
                <a:gd name="csX29" fmla="*/ 124334 w 235394"/>
                <a:gd name="csY29" fmla="*/ 26060 h 130200"/>
                <a:gd name="csX30" fmla="*/ 26289 w 235394"/>
                <a:gd name="csY30" fmla="*/ 18167 h 130200"/>
                <a:gd name="csX31" fmla="*/ 32639 w 235394"/>
                <a:gd name="csY31" fmla="*/ 3893 h 130200"/>
                <a:gd name="csX32" fmla="*/ 16320 w 235394"/>
                <a:gd name="csY32" fmla="*/ 0 h 130200"/>
                <a:gd name="csX33" fmla="*/ 0 w 235394"/>
                <a:gd name="csY33" fmla="*/ 21628 h 130200"/>
                <a:gd name="csX34" fmla="*/ 24765 w 235394"/>
                <a:gd name="csY34" fmla="*/ 48228 h 130200"/>
                <a:gd name="csX35" fmla="*/ 24638 w 235394"/>
                <a:gd name="csY35" fmla="*/ 48228 h 13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35394" h="130200">
                  <a:moveTo>
                    <a:pt x="24638" y="48228"/>
                  </a:moveTo>
                  <a:lnTo>
                    <a:pt x="5398" y="62503"/>
                  </a:lnTo>
                  <a:lnTo>
                    <a:pt x="1397" y="85649"/>
                  </a:lnTo>
                  <a:lnTo>
                    <a:pt x="22733" y="105327"/>
                  </a:lnTo>
                  <a:lnTo>
                    <a:pt x="24638" y="126956"/>
                  </a:lnTo>
                  <a:lnTo>
                    <a:pt x="24765" y="126956"/>
                  </a:lnTo>
                  <a:lnTo>
                    <a:pt x="74676" y="117977"/>
                  </a:lnTo>
                  <a:lnTo>
                    <a:pt x="106680" y="130200"/>
                  </a:lnTo>
                  <a:lnTo>
                    <a:pt x="141033" y="128251"/>
                  </a:lnTo>
                  <a:lnTo>
                    <a:pt x="137541" y="111055"/>
                  </a:lnTo>
                  <a:lnTo>
                    <a:pt x="149860" y="112573"/>
                  </a:lnTo>
                  <a:lnTo>
                    <a:pt x="158306" y="100679"/>
                  </a:lnTo>
                  <a:lnTo>
                    <a:pt x="183452" y="94190"/>
                  </a:lnTo>
                  <a:lnTo>
                    <a:pt x="193802" y="102622"/>
                  </a:lnTo>
                  <a:lnTo>
                    <a:pt x="212027" y="104572"/>
                  </a:lnTo>
                  <a:lnTo>
                    <a:pt x="212217" y="104572"/>
                  </a:lnTo>
                  <a:cubicBezTo>
                    <a:pt x="212217" y="103924"/>
                    <a:pt x="212661" y="103270"/>
                    <a:pt x="213551" y="102838"/>
                  </a:cubicBezTo>
                  <a:cubicBezTo>
                    <a:pt x="214947" y="102083"/>
                    <a:pt x="215265" y="100356"/>
                    <a:pt x="214249" y="98838"/>
                  </a:cubicBezTo>
                  <a:cubicBezTo>
                    <a:pt x="202692" y="81750"/>
                    <a:pt x="201930" y="79159"/>
                    <a:pt x="197485" y="78943"/>
                  </a:cubicBezTo>
                  <a:cubicBezTo>
                    <a:pt x="194246" y="78404"/>
                    <a:pt x="185166" y="79591"/>
                    <a:pt x="188849" y="76022"/>
                  </a:cubicBezTo>
                  <a:cubicBezTo>
                    <a:pt x="198183" y="67259"/>
                    <a:pt x="199961" y="64560"/>
                    <a:pt x="204216" y="65208"/>
                  </a:cubicBezTo>
                  <a:lnTo>
                    <a:pt x="204660" y="65208"/>
                  </a:lnTo>
                  <a:cubicBezTo>
                    <a:pt x="214058" y="66720"/>
                    <a:pt x="202565" y="34500"/>
                    <a:pt x="220663" y="34061"/>
                  </a:cubicBezTo>
                  <a:cubicBezTo>
                    <a:pt x="224536" y="33522"/>
                    <a:pt x="234188" y="36443"/>
                    <a:pt x="234950" y="24117"/>
                  </a:cubicBezTo>
                  <a:lnTo>
                    <a:pt x="235395" y="17736"/>
                  </a:lnTo>
                  <a:lnTo>
                    <a:pt x="235268" y="17736"/>
                  </a:lnTo>
                  <a:lnTo>
                    <a:pt x="208026" y="15786"/>
                  </a:lnTo>
                  <a:lnTo>
                    <a:pt x="183769" y="2489"/>
                  </a:lnTo>
                  <a:lnTo>
                    <a:pt x="142621" y="8871"/>
                  </a:lnTo>
                  <a:lnTo>
                    <a:pt x="124334" y="26060"/>
                  </a:lnTo>
                  <a:lnTo>
                    <a:pt x="26289" y="18167"/>
                  </a:lnTo>
                  <a:lnTo>
                    <a:pt x="32639" y="3893"/>
                  </a:lnTo>
                  <a:lnTo>
                    <a:pt x="16320" y="0"/>
                  </a:lnTo>
                  <a:lnTo>
                    <a:pt x="0" y="21628"/>
                  </a:lnTo>
                  <a:lnTo>
                    <a:pt x="24765" y="48228"/>
                  </a:lnTo>
                  <a:lnTo>
                    <a:pt x="24638" y="48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1332A5CF-4703-47F3-3576-B3816162F75E}"/>
                </a:ext>
              </a:extLst>
            </p:cNvPr>
            <p:cNvSpPr/>
            <p:nvPr/>
          </p:nvSpPr>
          <p:spPr>
            <a:xfrm>
              <a:off x="6222853" y="2687916"/>
              <a:ext cx="142322" cy="106946"/>
            </a:xfrm>
            <a:custGeom>
              <a:avLst/>
              <a:gdLst>
                <a:gd name="csX0" fmla="*/ 121545 w 142322"/>
                <a:gd name="csY0" fmla="*/ 73533 h 106946"/>
                <a:gd name="csX1" fmla="*/ 135274 w 142322"/>
                <a:gd name="csY1" fmla="*/ 81756 h 106946"/>
                <a:gd name="csX2" fmla="*/ 142132 w 142322"/>
                <a:gd name="csY2" fmla="*/ 73857 h 106946"/>
                <a:gd name="csX3" fmla="*/ 142323 w 142322"/>
                <a:gd name="csY3" fmla="*/ 54286 h 106946"/>
                <a:gd name="csX4" fmla="*/ 127064 w 142322"/>
                <a:gd name="csY4" fmla="*/ 40119 h 106946"/>
                <a:gd name="csX5" fmla="*/ 135084 w 142322"/>
                <a:gd name="csY5" fmla="*/ 20872 h 106946"/>
                <a:gd name="csX6" fmla="*/ 118948 w 142322"/>
                <a:gd name="csY6" fmla="*/ 17196 h 106946"/>
                <a:gd name="csX7" fmla="*/ 109423 w 142322"/>
                <a:gd name="csY7" fmla="*/ 6706 h 106946"/>
                <a:gd name="csX8" fmla="*/ 85935 w 142322"/>
                <a:gd name="csY8" fmla="*/ 3245 h 106946"/>
                <a:gd name="csX9" fmla="*/ 79769 w 142322"/>
                <a:gd name="csY9" fmla="*/ 8763 h 106946"/>
                <a:gd name="csX10" fmla="*/ 46971 w 142322"/>
                <a:gd name="csY10" fmla="*/ 0 h 106946"/>
                <a:gd name="csX11" fmla="*/ 28569 w 142322"/>
                <a:gd name="csY11" fmla="*/ 870 h 106946"/>
                <a:gd name="csX12" fmla="*/ 21755 w 142322"/>
                <a:gd name="csY12" fmla="*/ 11354 h 106946"/>
                <a:gd name="csX13" fmla="*/ 2489 w 142322"/>
                <a:gd name="csY13" fmla="*/ 648 h 106946"/>
                <a:gd name="csX14" fmla="*/ 0 w 142322"/>
                <a:gd name="csY14" fmla="*/ 20872 h 106946"/>
                <a:gd name="csX15" fmla="*/ 13526 w 142322"/>
                <a:gd name="csY15" fmla="*/ 29413 h 106946"/>
                <a:gd name="csX16" fmla="*/ 17532 w 142322"/>
                <a:gd name="csY16" fmla="*/ 42824 h 106946"/>
                <a:gd name="csX17" fmla="*/ 47295 w 142322"/>
                <a:gd name="csY17" fmla="*/ 68453 h 106946"/>
                <a:gd name="csX18" fmla="*/ 56820 w 142322"/>
                <a:gd name="csY18" fmla="*/ 69532 h 106946"/>
                <a:gd name="csX19" fmla="*/ 61690 w 142322"/>
                <a:gd name="csY19" fmla="*/ 83160 h 106946"/>
                <a:gd name="csX20" fmla="*/ 55740 w 142322"/>
                <a:gd name="csY20" fmla="*/ 90189 h 106946"/>
                <a:gd name="csX21" fmla="*/ 68726 w 142322"/>
                <a:gd name="csY21" fmla="*/ 100895 h 106946"/>
                <a:gd name="csX22" fmla="*/ 80525 w 142322"/>
                <a:gd name="csY22" fmla="*/ 92348 h 106946"/>
                <a:gd name="csX23" fmla="*/ 103365 w 142322"/>
                <a:gd name="csY23" fmla="*/ 106947 h 106946"/>
                <a:gd name="csX24" fmla="*/ 121329 w 142322"/>
                <a:gd name="csY24" fmla="*/ 73533 h 106946"/>
                <a:gd name="csX25" fmla="*/ 121545 w 142322"/>
                <a:gd name="csY25" fmla="*/ 73533 h 10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2322" h="106946">
                  <a:moveTo>
                    <a:pt x="121545" y="73533"/>
                  </a:moveTo>
                  <a:lnTo>
                    <a:pt x="135274" y="81756"/>
                  </a:lnTo>
                  <a:lnTo>
                    <a:pt x="142132" y="73857"/>
                  </a:lnTo>
                  <a:lnTo>
                    <a:pt x="142323" y="54286"/>
                  </a:lnTo>
                  <a:lnTo>
                    <a:pt x="127064" y="40119"/>
                  </a:lnTo>
                  <a:lnTo>
                    <a:pt x="135084" y="20872"/>
                  </a:lnTo>
                  <a:lnTo>
                    <a:pt x="118948" y="17196"/>
                  </a:lnTo>
                  <a:lnTo>
                    <a:pt x="109423" y="6706"/>
                  </a:lnTo>
                  <a:lnTo>
                    <a:pt x="85935" y="3245"/>
                  </a:lnTo>
                  <a:lnTo>
                    <a:pt x="79769" y="8763"/>
                  </a:lnTo>
                  <a:lnTo>
                    <a:pt x="46971" y="0"/>
                  </a:lnTo>
                  <a:lnTo>
                    <a:pt x="28569" y="870"/>
                  </a:lnTo>
                  <a:lnTo>
                    <a:pt x="21755" y="11354"/>
                  </a:lnTo>
                  <a:lnTo>
                    <a:pt x="2489" y="648"/>
                  </a:lnTo>
                  <a:lnTo>
                    <a:pt x="0" y="20872"/>
                  </a:lnTo>
                  <a:lnTo>
                    <a:pt x="13526" y="29413"/>
                  </a:lnTo>
                  <a:lnTo>
                    <a:pt x="17532" y="42824"/>
                  </a:lnTo>
                  <a:lnTo>
                    <a:pt x="47295" y="68453"/>
                  </a:lnTo>
                  <a:lnTo>
                    <a:pt x="56820" y="69532"/>
                  </a:lnTo>
                  <a:lnTo>
                    <a:pt x="61690" y="83160"/>
                  </a:lnTo>
                  <a:lnTo>
                    <a:pt x="55740" y="90189"/>
                  </a:lnTo>
                  <a:cubicBezTo>
                    <a:pt x="59957" y="93542"/>
                    <a:pt x="68510" y="99924"/>
                    <a:pt x="68726" y="100895"/>
                  </a:cubicBezTo>
                  <a:lnTo>
                    <a:pt x="80525" y="92348"/>
                  </a:lnTo>
                  <a:lnTo>
                    <a:pt x="103365" y="106947"/>
                  </a:lnTo>
                  <a:lnTo>
                    <a:pt x="121329" y="73533"/>
                  </a:lnTo>
                  <a:lnTo>
                    <a:pt x="121545" y="735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4564606-8E09-3895-CE43-E210749CE681}"/>
                </a:ext>
              </a:extLst>
            </p:cNvPr>
            <p:cNvSpPr/>
            <p:nvPr/>
          </p:nvSpPr>
          <p:spPr>
            <a:xfrm>
              <a:off x="5722804" y="2366968"/>
              <a:ext cx="156178" cy="103162"/>
            </a:xfrm>
            <a:custGeom>
              <a:avLst/>
              <a:gdLst>
                <a:gd name="csX0" fmla="*/ 124142 w 156178"/>
                <a:gd name="csY0" fmla="*/ 15462 h 103162"/>
                <a:gd name="csX1" fmla="*/ 91459 w 156178"/>
                <a:gd name="csY1" fmla="*/ 0 h 103162"/>
                <a:gd name="csX2" fmla="*/ 58338 w 156178"/>
                <a:gd name="csY2" fmla="*/ 13405 h 103162"/>
                <a:gd name="csX3" fmla="*/ 32791 w 156178"/>
                <a:gd name="csY3" fmla="*/ 2375 h 103162"/>
                <a:gd name="csX4" fmla="*/ 0 w 156178"/>
                <a:gd name="csY4" fmla="*/ 18815 h 103162"/>
                <a:gd name="csX5" fmla="*/ 9303 w 156178"/>
                <a:gd name="csY5" fmla="*/ 40659 h 103162"/>
                <a:gd name="csX6" fmla="*/ 27489 w 156178"/>
                <a:gd name="csY6" fmla="*/ 37414 h 103162"/>
                <a:gd name="csX7" fmla="*/ 43072 w 156178"/>
                <a:gd name="csY7" fmla="*/ 58718 h 103162"/>
                <a:gd name="csX8" fmla="*/ 62776 w 156178"/>
                <a:gd name="csY8" fmla="*/ 60446 h 103162"/>
                <a:gd name="csX9" fmla="*/ 74682 w 156178"/>
                <a:gd name="csY9" fmla="*/ 81966 h 103162"/>
                <a:gd name="csX10" fmla="*/ 85827 w 156178"/>
                <a:gd name="csY10" fmla="*/ 68986 h 103162"/>
                <a:gd name="csX11" fmla="*/ 98819 w 156178"/>
                <a:gd name="csY11" fmla="*/ 72231 h 103162"/>
                <a:gd name="csX12" fmla="*/ 100546 w 156178"/>
                <a:gd name="csY12" fmla="*/ 95593 h 103162"/>
                <a:gd name="csX13" fmla="*/ 128581 w 156178"/>
                <a:gd name="csY13" fmla="*/ 103162 h 103162"/>
                <a:gd name="csX14" fmla="*/ 128797 w 156178"/>
                <a:gd name="csY14" fmla="*/ 102946 h 103162"/>
                <a:gd name="csX15" fmla="*/ 124035 w 156178"/>
                <a:gd name="csY15" fmla="*/ 85211 h 103162"/>
                <a:gd name="csX16" fmla="*/ 134861 w 156178"/>
                <a:gd name="csY16" fmla="*/ 68339 h 103162"/>
                <a:gd name="csX17" fmla="*/ 139840 w 156178"/>
                <a:gd name="csY17" fmla="*/ 73317 h 103162"/>
                <a:gd name="csX18" fmla="*/ 156178 w 156178"/>
                <a:gd name="csY18" fmla="*/ 60770 h 103162"/>
                <a:gd name="csX19" fmla="*/ 144818 w 156178"/>
                <a:gd name="csY19" fmla="*/ 37630 h 103162"/>
                <a:gd name="csX20" fmla="*/ 121653 w 156178"/>
                <a:gd name="csY20" fmla="*/ 35573 h 103162"/>
                <a:gd name="csX21" fmla="*/ 124251 w 156178"/>
                <a:gd name="csY21" fmla="*/ 15354 h 103162"/>
                <a:gd name="csX22" fmla="*/ 124142 w 156178"/>
                <a:gd name="csY22" fmla="*/ 15462 h 103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56178" h="103162">
                  <a:moveTo>
                    <a:pt x="124142" y="15462"/>
                  </a:moveTo>
                  <a:lnTo>
                    <a:pt x="91459" y="0"/>
                  </a:lnTo>
                  <a:lnTo>
                    <a:pt x="58338" y="13405"/>
                  </a:lnTo>
                  <a:lnTo>
                    <a:pt x="32791" y="2375"/>
                  </a:lnTo>
                  <a:cubicBezTo>
                    <a:pt x="24352" y="4324"/>
                    <a:pt x="9519" y="15462"/>
                    <a:pt x="0" y="18815"/>
                  </a:cubicBezTo>
                  <a:lnTo>
                    <a:pt x="9303" y="40659"/>
                  </a:lnTo>
                  <a:lnTo>
                    <a:pt x="27489" y="37414"/>
                  </a:lnTo>
                  <a:lnTo>
                    <a:pt x="43072" y="58718"/>
                  </a:lnTo>
                  <a:lnTo>
                    <a:pt x="62776" y="60446"/>
                  </a:lnTo>
                  <a:lnTo>
                    <a:pt x="74682" y="81966"/>
                  </a:lnTo>
                  <a:lnTo>
                    <a:pt x="85827" y="68986"/>
                  </a:lnTo>
                  <a:lnTo>
                    <a:pt x="98819" y="72231"/>
                  </a:lnTo>
                  <a:lnTo>
                    <a:pt x="100546" y="95593"/>
                  </a:lnTo>
                  <a:lnTo>
                    <a:pt x="128581" y="103162"/>
                  </a:lnTo>
                  <a:lnTo>
                    <a:pt x="128797" y="102946"/>
                  </a:lnTo>
                  <a:lnTo>
                    <a:pt x="124035" y="85211"/>
                  </a:lnTo>
                  <a:lnTo>
                    <a:pt x="134861" y="68339"/>
                  </a:lnTo>
                  <a:lnTo>
                    <a:pt x="139840" y="73317"/>
                  </a:lnTo>
                  <a:lnTo>
                    <a:pt x="156178" y="60770"/>
                  </a:lnTo>
                  <a:lnTo>
                    <a:pt x="144818" y="37630"/>
                  </a:lnTo>
                  <a:lnTo>
                    <a:pt x="121653" y="35573"/>
                  </a:lnTo>
                  <a:lnTo>
                    <a:pt x="124251" y="15354"/>
                  </a:lnTo>
                  <a:lnTo>
                    <a:pt x="124142" y="15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1AABBB8F-C8F1-B110-8146-D7AA74A70BE5}"/>
                </a:ext>
              </a:extLst>
            </p:cNvPr>
            <p:cNvSpPr/>
            <p:nvPr/>
          </p:nvSpPr>
          <p:spPr>
            <a:xfrm>
              <a:off x="6500495" y="2103977"/>
              <a:ext cx="358457" cy="276288"/>
            </a:xfrm>
            <a:custGeom>
              <a:avLst/>
              <a:gdLst>
                <a:gd name="csX0" fmla="*/ 35370 w 358457"/>
                <a:gd name="csY0" fmla="*/ 255746 h 276288"/>
                <a:gd name="csX1" fmla="*/ 48387 w 358457"/>
                <a:gd name="csY1" fmla="*/ 236823 h 276288"/>
                <a:gd name="csX2" fmla="*/ 145478 w 358457"/>
                <a:gd name="csY2" fmla="*/ 244716 h 276288"/>
                <a:gd name="csX3" fmla="*/ 166687 w 358457"/>
                <a:gd name="csY3" fmla="*/ 260934 h 276288"/>
                <a:gd name="csX4" fmla="*/ 221551 w 358457"/>
                <a:gd name="csY4" fmla="*/ 253581 h 276288"/>
                <a:gd name="csX5" fmla="*/ 228283 w 358457"/>
                <a:gd name="csY5" fmla="*/ 265690 h 276288"/>
                <a:gd name="csX6" fmla="*/ 254889 w 358457"/>
                <a:gd name="csY6" fmla="*/ 261582 h 276288"/>
                <a:gd name="csX7" fmla="*/ 264541 w 358457"/>
                <a:gd name="csY7" fmla="*/ 276289 h 276288"/>
                <a:gd name="csX8" fmla="*/ 283909 w 358457"/>
                <a:gd name="csY8" fmla="*/ 267640 h 276288"/>
                <a:gd name="csX9" fmla="*/ 278130 w 358457"/>
                <a:gd name="csY9" fmla="*/ 249257 h 276288"/>
                <a:gd name="csX10" fmla="*/ 294386 w 358457"/>
                <a:gd name="csY10" fmla="*/ 226765 h 276288"/>
                <a:gd name="csX11" fmla="*/ 321247 w 358457"/>
                <a:gd name="csY11" fmla="*/ 227413 h 276288"/>
                <a:gd name="csX12" fmla="*/ 315595 w 358457"/>
                <a:gd name="csY12" fmla="*/ 189998 h 276288"/>
                <a:gd name="csX13" fmla="*/ 304863 w 358457"/>
                <a:gd name="csY13" fmla="*/ 176263 h 276288"/>
                <a:gd name="csX14" fmla="*/ 312864 w 358457"/>
                <a:gd name="csY14" fmla="*/ 165449 h 276288"/>
                <a:gd name="csX15" fmla="*/ 337566 w 358457"/>
                <a:gd name="csY15" fmla="*/ 173666 h 276288"/>
                <a:gd name="csX16" fmla="*/ 358458 w 358457"/>
                <a:gd name="csY16" fmla="*/ 159607 h 276288"/>
                <a:gd name="csX17" fmla="*/ 348805 w 358457"/>
                <a:gd name="csY17" fmla="*/ 138309 h 276288"/>
                <a:gd name="csX18" fmla="*/ 322009 w 358457"/>
                <a:gd name="csY18" fmla="*/ 133655 h 276288"/>
                <a:gd name="csX19" fmla="*/ 325755 w 358457"/>
                <a:gd name="csY19" fmla="*/ 119056 h 276288"/>
                <a:gd name="csX20" fmla="*/ 297116 w 358457"/>
                <a:gd name="csY20" fmla="*/ 95377 h 276288"/>
                <a:gd name="csX21" fmla="*/ 300546 w 358457"/>
                <a:gd name="csY21" fmla="*/ 84131 h 276288"/>
                <a:gd name="csX22" fmla="*/ 288671 w 358457"/>
                <a:gd name="csY22" fmla="*/ 74289 h 276288"/>
                <a:gd name="csX23" fmla="*/ 294830 w 358457"/>
                <a:gd name="csY23" fmla="*/ 60554 h 276288"/>
                <a:gd name="csX24" fmla="*/ 286385 w 358457"/>
                <a:gd name="csY24" fmla="*/ 49740 h 276288"/>
                <a:gd name="csX25" fmla="*/ 292354 w 358457"/>
                <a:gd name="csY25" fmla="*/ 34061 h 276288"/>
                <a:gd name="csX26" fmla="*/ 267017 w 358457"/>
                <a:gd name="csY26" fmla="*/ 17304 h 276288"/>
                <a:gd name="csX27" fmla="*/ 235267 w 358457"/>
                <a:gd name="csY27" fmla="*/ 25413 h 276288"/>
                <a:gd name="csX28" fmla="*/ 232347 w 358457"/>
                <a:gd name="csY28" fmla="*/ 8649 h 276288"/>
                <a:gd name="csX29" fmla="*/ 210629 w 358457"/>
                <a:gd name="csY29" fmla="*/ 12433 h 276288"/>
                <a:gd name="csX30" fmla="*/ 187325 w 358457"/>
                <a:gd name="csY30" fmla="*/ 0 h 276288"/>
                <a:gd name="csX31" fmla="*/ 129667 w 358457"/>
                <a:gd name="csY31" fmla="*/ 26168 h 276288"/>
                <a:gd name="csX32" fmla="*/ 125222 w 358457"/>
                <a:gd name="csY32" fmla="*/ 44336 h 276288"/>
                <a:gd name="csX33" fmla="*/ 138621 w 358457"/>
                <a:gd name="csY33" fmla="*/ 51689 h 276288"/>
                <a:gd name="csX34" fmla="*/ 132651 w 358457"/>
                <a:gd name="csY34" fmla="*/ 69317 h 276288"/>
                <a:gd name="csX35" fmla="*/ 100012 w 358457"/>
                <a:gd name="csY35" fmla="*/ 76778 h 276288"/>
                <a:gd name="csX36" fmla="*/ 93599 w 358457"/>
                <a:gd name="csY36" fmla="*/ 99270 h 276288"/>
                <a:gd name="csX37" fmla="*/ 99314 w 358457"/>
                <a:gd name="csY37" fmla="*/ 116465 h 276288"/>
                <a:gd name="csX38" fmla="*/ 79121 w 358457"/>
                <a:gd name="csY38" fmla="*/ 125114 h 276288"/>
                <a:gd name="csX39" fmla="*/ 70739 w 358457"/>
                <a:gd name="csY39" fmla="*/ 116681 h 276288"/>
                <a:gd name="csX40" fmla="*/ 45466 w 358457"/>
                <a:gd name="csY40" fmla="*/ 131604 h 276288"/>
                <a:gd name="csX41" fmla="*/ 15811 w 358457"/>
                <a:gd name="csY41" fmla="*/ 128035 h 276288"/>
                <a:gd name="csX42" fmla="*/ 28258 w 358457"/>
                <a:gd name="csY42" fmla="*/ 169126 h 276288"/>
                <a:gd name="csX43" fmla="*/ 28258 w 358457"/>
                <a:gd name="csY43" fmla="*/ 194539 h 276288"/>
                <a:gd name="csX44" fmla="*/ 8446 w 358457"/>
                <a:gd name="csY44" fmla="*/ 203727 h 276288"/>
                <a:gd name="csX45" fmla="*/ 0 w 358457"/>
                <a:gd name="csY45" fmla="*/ 219951 h 276288"/>
                <a:gd name="csX46" fmla="*/ 18288 w 358457"/>
                <a:gd name="csY46" fmla="*/ 229140 h 276288"/>
                <a:gd name="csX47" fmla="*/ 16192 w 358457"/>
                <a:gd name="csY47" fmla="*/ 254229 h 276288"/>
                <a:gd name="csX48" fmla="*/ 16447 w 358457"/>
                <a:gd name="csY48" fmla="*/ 254013 h 276288"/>
                <a:gd name="csX49" fmla="*/ 35687 w 358457"/>
                <a:gd name="csY49" fmla="*/ 255638 h 276288"/>
                <a:gd name="csX50" fmla="*/ 35370 w 358457"/>
                <a:gd name="csY50" fmla="*/ 255746 h 27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58457" h="276288">
                  <a:moveTo>
                    <a:pt x="35370" y="255746"/>
                  </a:moveTo>
                  <a:lnTo>
                    <a:pt x="48387" y="236823"/>
                  </a:lnTo>
                  <a:lnTo>
                    <a:pt x="145478" y="244716"/>
                  </a:lnTo>
                  <a:lnTo>
                    <a:pt x="166687" y="260934"/>
                  </a:lnTo>
                  <a:lnTo>
                    <a:pt x="221551" y="253581"/>
                  </a:lnTo>
                  <a:lnTo>
                    <a:pt x="228283" y="265690"/>
                  </a:lnTo>
                  <a:lnTo>
                    <a:pt x="254889" y="261582"/>
                  </a:lnTo>
                  <a:lnTo>
                    <a:pt x="264541" y="276289"/>
                  </a:lnTo>
                  <a:lnTo>
                    <a:pt x="283909" y="267640"/>
                  </a:lnTo>
                  <a:lnTo>
                    <a:pt x="278130" y="249257"/>
                  </a:lnTo>
                  <a:lnTo>
                    <a:pt x="294386" y="226765"/>
                  </a:lnTo>
                  <a:lnTo>
                    <a:pt x="321247" y="227413"/>
                  </a:lnTo>
                  <a:lnTo>
                    <a:pt x="315595" y="189998"/>
                  </a:lnTo>
                  <a:lnTo>
                    <a:pt x="304863" y="176263"/>
                  </a:lnTo>
                  <a:lnTo>
                    <a:pt x="312864" y="165449"/>
                  </a:lnTo>
                  <a:lnTo>
                    <a:pt x="337566" y="173666"/>
                  </a:lnTo>
                  <a:lnTo>
                    <a:pt x="358458" y="159607"/>
                  </a:lnTo>
                  <a:lnTo>
                    <a:pt x="348805" y="138309"/>
                  </a:lnTo>
                  <a:lnTo>
                    <a:pt x="322009" y="133655"/>
                  </a:lnTo>
                  <a:lnTo>
                    <a:pt x="325755" y="119056"/>
                  </a:lnTo>
                  <a:cubicBezTo>
                    <a:pt x="325755" y="119056"/>
                    <a:pt x="297116" y="96241"/>
                    <a:pt x="297116" y="95377"/>
                  </a:cubicBezTo>
                  <a:cubicBezTo>
                    <a:pt x="297116" y="94513"/>
                    <a:pt x="300546" y="84131"/>
                    <a:pt x="300546" y="84131"/>
                  </a:cubicBezTo>
                  <a:lnTo>
                    <a:pt x="288671" y="74289"/>
                  </a:lnTo>
                  <a:lnTo>
                    <a:pt x="294830" y="60554"/>
                  </a:lnTo>
                  <a:lnTo>
                    <a:pt x="286385" y="49740"/>
                  </a:lnTo>
                  <a:lnTo>
                    <a:pt x="292354" y="34061"/>
                  </a:lnTo>
                  <a:lnTo>
                    <a:pt x="267017" y="17304"/>
                  </a:lnTo>
                  <a:lnTo>
                    <a:pt x="235267" y="25413"/>
                  </a:lnTo>
                  <a:lnTo>
                    <a:pt x="232347" y="8649"/>
                  </a:lnTo>
                  <a:lnTo>
                    <a:pt x="210629" y="12433"/>
                  </a:lnTo>
                  <a:lnTo>
                    <a:pt x="187325" y="0"/>
                  </a:lnTo>
                  <a:lnTo>
                    <a:pt x="129667" y="26168"/>
                  </a:lnTo>
                  <a:lnTo>
                    <a:pt x="125222" y="44336"/>
                  </a:lnTo>
                  <a:lnTo>
                    <a:pt x="138621" y="51689"/>
                  </a:lnTo>
                  <a:lnTo>
                    <a:pt x="132651" y="69317"/>
                  </a:lnTo>
                  <a:lnTo>
                    <a:pt x="100012" y="76778"/>
                  </a:lnTo>
                  <a:lnTo>
                    <a:pt x="93599" y="99270"/>
                  </a:lnTo>
                  <a:lnTo>
                    <a:pt x="99314" y="116465"/>
                  </a:lnTo>
                  <a:lnTo>
                    <a:pt x="79121" y="125114"/>
                  </a:lnTo>
                  <a:lnTo>
                    <a:pt x="70739" y="116681"/>
                  </a:lnTo>
                  <a:lnTo>
                    <a:pt x="45466" y="131604"/>
                  </a:lnTo>
                  <a:lnTo>
                    <a:pt x="15811" y="128035"/>
                  </a:lnTo>
                  <a:lnTo>
                    <a:pt x="28258" y="169126"/>
                  </a:lnTo>
                  <a:lnTo>
                    <a:pt x="28258" y="194539"/>
                  </a:lnTo>
                  <a:lnTo>
                    <a:pt x="8446" y="203727"/>
                  </a:lnTo>
                  <a:lnTo>
                    <a:pt x="0" y="219951"/>
                  </a:lnTo>
                  <a:lnTo>
                    <a:pt x="18288" y="229140"/>
                  </a:lnTo>
                  <a:lnTo>
                    <a:pt x="16192" y="254229"/>
                  </a:lnTo>
                  <a:lnTo>
                    <a:pt x="16447" y="254013"/>
                  </a:lnTo>
                  <a:lnTo>
                    <a:pt x="35687" y="255638"/>
                  </a:lnTo>
                  <a:lnTo>
                    <a:pt x="35370" y="2557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8D1E4FB-FC20-AD67-215D-3BEA948B3916}"/>
                </a:ext>
              </a:extLst>
            </p:cNvPr>
            <p:cNvSpPr/>
            <p:nvPr/>
          </p:nvSpPr>
          <p:spPr>
            <a:xfrm>
              <a:off x="5684272" y="2799626"/>
              <a:ext cx="25222" cy="18599"/>
            </a:xfrm>
            <a:custGeom>
              <a:avLst/>
              <a:gdLst>
                <a:gd name="csX0" fmla="*/ 25222 w 25222"/>
                <a:gd name="csY0" fmla="*/ 15786 h 18599"/>
                <a:gd name="csX1" fmla="*/ 22079 w 25222"/>
                <a:gd name="csY1" fmla="*/ 0 h 18599"/>
                <a:gd name="csX2" fmla="*/ 0 w 25222"/>
                <a:gd name="csY2" fmla="*/ 1619 h 18599"/>
                <a:gd name="csX3" fmla="*/ 3467 w 25222"/>
                <a:gd name="csY3" fmla="*/ 18599 h 18599"/>
                <a:gd name="csX4" fmla="*/ 25222 w 25222"/>
                <a:gd name="csY4" fmla="*/ 15786 h 1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22" h="18599">
                  <a:moveTo>
                    <a:pt x="25222" y="15786"/>
                  </a:moveTo>
                  <a:lnTo>
                    <a:pt x="22079" y="0"/>
                  </a:lnTo>
                  <a:lnTo>
                    <a:pt x="0" y="1619"/>
                  </a:lnTo>
                  <a:lnTo>
                    <a:pt x="3467" y="18599"/>
                  </a:lnTo>
                  <a:lnTo>
                    <a:pt x="25222" y="15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E7E9BC25-DC05-4DC2-922E-1B9D8031C0E1}"/>
                </a:ext>
              </a:extLst>
            </p:cNvPr>
            <p:cNvSpPr/>
            <p:nvPr/>
          </p:nvSpPr>
          <p:spPr>
            <a:xfrm>
              <a:off x="6356984" y="2806439"/>
              <a:ext cx="65468" cy="130625"/>
            </a:xfrm>
            <a:custGeom>
              <a:avLst/>
              <a:gdLst>
                <a:gd name="csX0" fmla="*/ 44260 w 65468"/>
                <a:gd name="csY0" fmla="*/ 62287 h 130625"/>
                <a:gd name="csX1" fmla="*/ 48324 w 65468"/>
                <a:gd name="csY1" fmla="*/ 30493 h 130625"/>
                <a:gd name="csX2" fmla="*/ 27242 w 65468"/>
                <a:gd name="csY2" fmla="*/ 2807 h 130625"/>
                <a:gd name="csX3" fmla="*/ 18034 w 65468"/>
                <a:gd name="csY3" fmla="*/ 8649 h 130625"/>
                <a:gd name="csX4" fmla="*/ 8827 w 65468"/>
                <a:gd name="csY4" fmla="*/ 0 h 130625"/>
                <a:gd name="csX5" fmla="*/ 0 w 65468"/>
                <a:gd name="csY5" fmla="*/ 30924 h 130625"/>
                <a:gd name="csX6" fmla="*/ 0 w 65468"/>
                <a:gd name="csY6" fmla="*/ 31140 h 130625"/>
                <a:gd name="csX7" fmla="*/ 10668 w 65468"/>
                <a:gd name="csY7" fmla="*/ 38062 h 130625"/>
                <a:gd name="csX8" fmla="*/ 8509 w 65468"/>
                <a:gd name="csY8" fmla="*/ 46495 h 130625"/>
                <a:gd name="csX9" fmla="*/ 5588 w 65468"/>
                <a:gd name="csY9" fmla="*/ 56985 h 130625"/>
                <a:gd name="csX10" fmla="*/ 5461 w 65468"/>
                <a:gd name="csY10" fmla="*/ 65532 h 130625"/>
                <a:gd name="csX11" fmla="*/ 7430 w 65468"/>
                <a:gd name="csY11" fmla="*/ 73965 h 130625"/>
                <a:gd name="csX12" fmla="*/ 2540 w 65468"/>
                <a:gd name="csY12" fmla="*/ 76562 h 130625"/>
                <a:gd name="csX13" fmla="*/ 3429 w 65468"/>
                <a:gd name="csY13" fmla="*/ 88995 h 130625"/>
                <a:gd name="csX14" fmla="*/ 4001 w 65468"/>
                <a:gd name="csY14" fmla="*/ 89535 h 130625"/>
                <a:gd name="csX15" fmla="*/ 6350 w 65468"/>
                <a:gd name="csY15" fmla="*/ 95053 h 130625"/>
                <a:gd name="csX16" fmla="*/ 2540 w 65468"/>
                <a:gd name="csY16" fmla="*/ 95809 h 130625"/>
                <a:gd name="csX17" fmla="*/ 1080 w 65468"/>
                <a:gd name="csY17" fmla="*/ 97860 h 130625"/>
                <a:gd name="csX18" fmla="*/ 22797 w 65468"/>
                <a:gd name="csY18" fmla="*/ 115595 h 130625"/>
                <a:gd name="csX19" fmla="*/ 26480 w 65468"/>
                <a:gd name="csY19" fmla="*/ 122841 h 130625"/>
                <a:gd name="csX20" fmla="*/ 31115 w 65468"/>
                <a:gd name="csY20" fmla="*/ 128143 h 130625"/>
                <a:gd name="csX21" fmla="*/ 32957 w 65468"/>
                <a:gd name="csY21" fmla="*/ 130626 h 130625"/>
                <a:gd name="csX22" fmla="*/ 41212 w 65468"/>
                <a:gd name="csY22" fmla="*/ 124028 h 130625"/>
                <a:gd name="csX23" fmla="*/ 38481 w 65468"/>
                <a:gd name="csY23" fmla="*/ 115595 h 130625"/>
                <a:gd name="csX24" fmla="*/ 50864 w 65468"/>
                <a:gd name="csY24" fmla="*/ 112135 h 130625"/>
                <a:gd name="csX25" fmla="*/ 55817 w 65468"/>
                <a:gd name="csY25" fmla="*/ 95269 h 130625"/>
                <a:gd name="csX26" fmla="*/ 65468 w 65468"/>
                <a:gd name="csY26" fmla="*/ 90722 h 130625"/>
                <a:gd name="csX27" fmla="*/ 61532 w 65468"/>
                <a:gd name="csY27" fmla="*/ 79261 h 130625"/>
                <a:gd name="csX28" fmla="*/ 44323 w 65468"/>
                <a:gd name="csY28" fmla="*/ 62071 h 130625"/>
                <a:gd name="csX29" fmla="*/ 44260 w 65468"/>
                <a:gd name="csY29" fmla="*/ 62287 h 130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5468" h="130625">
                  <a:moveTo>
                    <a:pt x="44260" y="62287"/>
                  </a:moveTo>
                  <a:lnTo>
                    <a:pt x="48324" y="30493"/>
                  </a:lnTo>
                  <a:lnTo>
                    <a:pt x="27242" y="2807"/>
                  </a:lnTo>
                  <a:lnTo>
                    <a:pt x="18034" y="8649"/>
                  </a:lnTo>
                  <a:lnTo>
                    <a:pt x="8827" y="0"/>
                  </a:lnTo>
                  <a:lnTo>
                    <a:pt x="0" y="30924"/>
                  </a:lnTo>
                  <a:lnTo>
                    <a:pt x="0" y="31140"/>
                  </a:lnTo>
                  <a:cubicBezTo>
                    <a:pt x="7684" y="33737"/>
                    <a:pt x="13208" y="34925"/>
                    <a:pt x="10668" y="38062"/>
                  </a:cubicBezTo>
                  <a:cubicBezTo>
                    <a:pt x="8001" y="41522"/>
                    <a:pt x="10986" y="42386"/>
                    <a:pt x="8509" y="46495"/>
                  </a:cubicBezTo>
                  <a:cubicBezTo>
                    <a:pt x="7303" y="49308"/>
                    <a:pt x="2349" y="54064"/>
                    <a:pt x="5588" y="56985"/>
                  </a:cubicBezTo>
                  <a:cubicBezTo>
                    <a:pt x="8636" y="59582"/>
                    <a:pt x="5398" y="66072"/>
                    <a:pt x="5461" y="65532"/>
                  </a:cubicBezTo>
                  <a:cubicBezTo>
                    <a:pt x="3874" y="69964"/>
                    <a:pt x="9144" y="71368"/>
                    <a:pt x="7430" y="73965"/>
                  </a:cubicBezTo>
                  <a:cubicBezTo>
                    <a:pt x="5588" y="76670"/>
                    <a:pt x="3302" y="71799"/>
                    <a:pt x="2540" y="76562"/>
                  </a:cubicBezTo>
                  <a:cubicBezTo>
                    <a:pt x="2540" y="80016"/>
                    <a:pt x="-127" y="85426"/>
                    <a:pt x="3429" y="88995"/>
                  </a:cubicBezTo>
                  <a:lnTo>
                    <a:pt x="4001" y="89535"/>
                  </a:lnTo>
                  <a:cubicBezTo>
                    <a:pt x="5271" y="90830"/>
                    <a:pt x="6350" y="93320"/>
                    <a:pt x="6350" y="95053"/>
                  </a:cubicBezTo>
                  <a:cubicBezTo>
                    <a:pt x="6350" y="98514"/>
                    <a:pt x="1905" y="95593"/>
                    <a:pt x="2540" y="95809"/>
                  </a:cubicBezTo>
                  <a:cubicBezTo>
                    <a:pt x="-698" y="93859"/>
                    <a:pt x="1080" y="98507"/>
                    <a:pt x="1080" y="97860"/>
                  </a:cubicBezTo>
                  <a:cubicBezTo>
                    <a:pt x="3683" y="105429"/>
                    <a:pt x="19050" y="108026"/>
                    <a:pt x="22797" y="115595"/>
                  </a:cubicBezTo>
                  <a:lnTo>
                    <a:pt x="26480" y="122841"/>
                  </a:lnTo>
                  <a:cubicBezTo>
                    <a:pt x="28131" y="125978"/>
                    <a:pt x="31814" y="128683"/>
                    <a:pt x="31115" y="128143"/>
                  </a:cubicBezTo>
                  <a:cubicBezTo>
                    <a:pt x="32258" y="128899"/>
                    <a:pt x="32766" y="129762"/>
                    <a:pt x="32957" y="130626"/>
                  </a:cubicBezTo>
                  <a:lnTo>
                    <a:pt x="41212" y="124028"/>
                  </a:lnTo>
                  <a:lnTo>
                    <a:pt x="38481" y="115595"/>
                  </a:lnTo>
                  <a:lnTo>
                    <a:pt x="50864" y="112135"/>
                  </a:lnTo>
                  <a:lnTo>
                    <a:pt x="55817" y="95269"/>
                  </a:lnTo>
                  <a:lnTo>
                    <a:pt x="65468" y="90722"/>
                  </a:lnTo>
                  <a:lnTo>
                    <a:pt x="61532" y="79261"/>
                  </a:lnTo>
                  <a:lnTo>
                    <a:pt x="44323" y="62071"/>
                  </a:lnTo>
                  <a:lnTo>
                    <a:pt x="44260" y="622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D4F3FD51-1DE0-85B3-C390-FCA26B9F9FA0}"/>
                </a:ext>
              </a:extLst>
            </p:cNvPr>
            <p:cNvSpPr/>
            <p:nvPr/>
          </p:nvSpPr>
          <p:spPr>
            <a:xfrm>
              <a:off x="5991339" y="2496947"/>
              <a:ext cx="283794" cy="137121"/>
            </a:xfrm>
            <a:custGeom>
              <a:avLst/>
              <a:gdLst>
                <a:gd name="csX0" fmla="*/ 119488 w 283794"/>
                <a:gd name="csY0" fmla="*/ 48444 h 137121"/>
                <a:gd name="csX1" fmla="*/ 132048 w 283794"/>
                <a:gd name="csY1" fmla="*/ 66072 h 137121"/>
                <a:gd name="csX2" fmla="*/ 126848 w 283794"/>
                <a:gd name="csY2" fmla="*/ 81642 h 137121"/>
                <a:gd name="csX3" fmla="*/ 97625 w 283794"/>
                <a:gd name="csY3" fmla="*/ 67589 h 137121"/>
                <a:gd name="csX4" fmla="*/ 53791 w 283794"/>
                <a:gd name="csY4" fmla="*/ 80670 h 137121"/>
                <a:gd name="csX5" fmla="*/ 49028 w 283794"/>
                <a:gd name="csY5" fmla="*/ 71806 h 137121"/>
                <a:gd name="csX6" fmla="*/ 32360 w 283794"/>
                <a:gd name="csY6" fmla="*/ 69964 h 137121"/>
                <a:gd name="csX7" fmla="*/ 22511 w 283794"/>
                <a:gd name="csY7" fmla="*/ 85535 h 137121"/>
                <a:gd name="csX8" fmla="*/ 7467 w 283794"/>
                <a:gd name="csY8" fmla="*/ 71266 h 137121"/>
                <a:gd name="csX9" fmla="*/ 0 w 283794"/>
                <a:gd name="csY9" fmla="*/ 102190 h 137121"/>
                <a:gd name="csX10" fmla="*/ 19266 w 283794"/>
                <a:gd name="csY10" fmla="*/ 116573 h 137121"/>
                <a:gd name="csX11" fmla="*/ 29654 w 283794"/>
                <a:gd name="csY11" fmla="*/ 109544 h 137121"/>
                <a:gd name="csX12" fmla="*/ 54007 w 283794"/>
                <a:gd name="csY12" fmla="*/ 121437 h 137121"/>
                <a:gd name="csX13" fmla="*/ 60935 w 283794"/>
                <a:gd name="csY13" fmla="*/ 105435 h 137121"/>
                <a:gd name="csX14" fmla="*/ 97085 w 283794"/>
                <a:gd name="csY14" fmla="*/ 101651 h 137121"/>
                <a:gd name="csX15" fmla="*/ 104985 w 283794"/>
                <a:gd name="csY15" fmla="*/ 120034 h 137121"/>
                <a:gd name="csX16" fmla="*/ 155099 w 283794"/>
                <a:gd name="csY16" fmla="*/ 130308 h 137121"/>
                <a:gd name="csX17" fmla="*/ 187789 w 283794"/>
                <a:gd name="csY17" fmla="*/ 137122 h 137121"/>
                <a:gd name="csX18" fmla="*/ 200342 w 283794"/>
                <a:gd name="csY18" fmla="*/ 125114 h 137121"/>
                <a:gd name="csX19" fmla="*/ 233140 w 283794"/>
                <a:gd name="csY19" fmla="*/ 123711 h 137121"/>
                <a:gd name="csX20" fmla="*/ 234004 w 283794"/>
                <a:gd name="csY20" fmla="*/ 111163 h 137121"/>
                <a:gd name="csX21" fmla="*/ 260090 w 283794"/>
                <a:gd name="csY21" fmla="*/ 105112 h 137121"/>
                <a:gd name="csX22" fmla="*/ 264528 w 283794"/>
                <a:gd name="csY22" fmla="*/ 89865 h 137121"/>
                <a:gd name="csX23" fmla="*/ 255543 w 283794"/>
                <a:gd name="csY23" fmla="*/ 76562 h 137121"/>
                <a:gd name="csX24" fmla="*/ 261061 w 283794"/>
                <a:gd name="csY24" fmla="*/ 65208 h 137121"/>
                <a:gd name="csX25" fmla="*/ 279895 w 283794"/>
                <a:gd name="csY25" fmla="*/ 70288 h 137121"/>
                <a:gd name="csX26" fmla="*/ 283794 w 283794"/>
                <a:gd name="csY26" fmla="*/ 52445 h 137121"/>
                <a:gd name="csX27" fmla="*/ 271996 w 283794"/>
                <a:gd name="csY27" fmla="*/ 34608 h 137121"/>
                <a:gd name="csX28" fmla="*/ 277190 w 283794"/>
                <a:gd name="csY28" fmla="*/ 22384 h 137121"/>
                <a:gd name="csX29" fmla="*/ 276866 w 283794"/>
                <a:gd name="csY29" fmla="*/ 22168 h 137121"/>
                <a:gd name="csX30" fmla="*/ 205537 w 283794"/>
                <a:gd name="csY30" fmla="*/ 0 h 137121"/>
                <a:gd name="csX31" fmla="*/ 193739 w 283794"/>
                <a:gd name="csY31" fmla="*/ 23794 h 137121"/>
                <a:gd name="csX32" fmla="*/ 158782 w 283794"/>
                <a:gd name="csY32" fmla="*/ 13519 h 137121"/>
                <a:gd name="csX33" fmla="*/ 155207 w 283794"/>
                <a:gd name="csY33" fmla="*/ 29197 h 137121"/>
                <a:gd name="csX34" fmla="*/ 119488 w 283794"/>
                <a:gd name="csY34" fmla="*/ 48444 h 137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3794" h="137121">
                  <a:moveTo>
                    <a:pt x="119488" y="48444"/>
                  </a:moveTo>
                  <a:lnTo>
                    <a:pt x="132048" y="66072"/>
                  </a:lnTo>
                  <a:lnTo>
                    <a:pt x="126848" y="81642"/>
                  </a:lnTo>
                  <a:lnTo>
                    <a:pt x="97625" y="67589"/>
                  </a:lnTo>
                  <a:lnTo>
                    <a:pt x="53791" y="80670"/>
                  </a:lnTo>
                  <a:lnTo>
                    <a:pt x="49028" y="71806"/>
                  </a:lnTo>
                  <a:lnTo>
                    <a:pt x="32360" y="69964"/>
                  </a:lnTo>
                  <a:lnTo>
                    <a:pt x="22511" y="85535"/>
                  </a:lnTo>
                  <a:lnTo>
                    <a:pt x="7467" y="71266"/>
                  </a:lnTo>
                  <a:lnTo>
                    <a:pt x="0" y="102190"/>
                  </a:lnTo>
                  <a:lnTo>
                    <a:pt x="19266" y="116573"/>
                  </a:lnTo>
                  <a:lnTo>
                    <a:pt x="29654" y="109544"/>
                  </a:lnTo>
                  <a:lnTo>
                    <a:pt x="54007" y="121437"/>
                  </a:lnTo>
                  <a:lnTo>
                    <a:pt x="60935" y="105435"/>
                  </a:lnTo>
                  <a:lnTo>
                    <a:pt x="97085" y="101651"/>
                  </a:lnTo>
                  <a:lnTo>
                    <a:pt x="104985" y="120034"/>
                  </a:lnTo>
                  <a:lnTo>
                    <a:pt x="155099" y="130308"/>
                  </a:lnTo>
                  <a:lnTo>
                    <a:pt x="187789" y="137122"/>
                  </a:lnTo>
                  <a:lnTo>
                    <a:pt x="200342" y="125114"/>
                  </a:lnTo>
                  <a:lnTo>
                    <a:pt x="233140" y="123711"/>
                  </a:lnTo>
                  <a:lnTo>
                    <a:pt x="234004" y="111163"/>
                  </a:lnTo>
                  <a:lnTo>
                    <a:pt x="260090" y="105112"/>
                  </a:lnTo>
                  <a:lnTo>
                    <a:pt x="264528" y="89865"/>
                  </a:lnTo>
                  <a:lnTo>
                    <a:pt x="255543" y="76562"/>
                  </a:lnTo>
                  <a:lnTo>
                    <a:pt x="261061" y="65208"/>
                  </a:lnTo>
                  <a:lnTo>
                    <a:pt x="279895" y="70288"/>
                  </a:lnTo>
                  <a:lnTo>
                    <a:pt x="283794" y="52445"/>
                  </a:lnTo>
                  <a:lnTo>
                    <a:pt x="271996" y="34608"/>
                  </a:lnTo>
                  <a:lnTo>
                    <a:pt x="277190" y="22384"/>
                  </a:lnTo>
                  <a:lnTo>
                    <a:pt x="276866" y="22168"/>
                  </a:lnTo>
                  <a:lnTo>
                    <a:pt x="205537" y="0"/>
                  </a:lnTo>
                  <a:lnTo>
                    <a:pt x="193739" y="23794"/>
                  </a:lnTo>
                  <a:lnTo>
                    <a:pt x="158782" y="13519"/>
                  </a:lnTo>
                  <a:lnTo>
                    <a:pt x="155207" y="29197"/>
                  </a:lnTo>
                  <a:lnTo>
                    <a:pt x="119488" y="484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FA7C41B-B0B9-DBED-B8A8-D82F8C7BB14D}"/>
                </a:ext>
              </a:extLst>
            </p:cNvPr>
            <p:cNvSpPr/>
            <p:nvPr/>
          </p:nvSpPr>
          <p:spPr>
            <a:xfrm>
              <a:off x="6405245" y="1180591"/>
              <a:ext cx="410083" cy="700168"/>
            </a:xfrm>
            <a:custGeom>
              <a:avLst/>
              <a:gdLst>
                <a:gd name="csX0" fmla="*/ 176721 w 410083"/>
                <a:gd name="csY0" fmla="*/ 340849 h 700168"/>
                <a:gd name="csX1" fmla="*/ 176530 w 410083"/>
                <a:gd name="csY1" fmla="*/ 341281 h 700168"/>
                <a:gd name="csX2" fmla="*/ 176086 w 410083"/>
                <a:gd name="csY2" fmla="*/ 354908 h 700168"/>
                <a:gd name="csX3" fmla="*/ 175895 w 410083"/>
                <a:gd name="csY3" fmla="*/ 355340 h 700168"/>
                <a:gd name="csX4" fmla="*/ 182880 w 410083"/>
                <a:gd name="csY4" fmla="*/ 370478 h 700168"/>
                <a:gd name="csX5" fmla="*/ 177736 w 410083"/>
                <a:gd name="csY5" fmla="*/ 371018 h 700168"/>
                <a:gd name="csX6" fmla="*/ 175324 w 410083"/>
                <a:gd name="csY6" fmla="*/ 375990 h 700168"/>
                <a:gd name="csX7" fmla="*/ 176276 w 410083"/>
                <a:gd name="csY7" fmla="*/ 380860 h 700168"/>
                <a:gd name="csX8" fmla="*/ 169926 w 410083"/>
                <a:gd name="csY8" fmla="*/ 378803 h 700168"/>
                <a:gd name="csX9" fmla="*/ 154114 w 410083"/>
                <a:gd name="csY9" fmla="*/ 379451 h 700168"/>
                <a:gd name="csX10" fmla="*/ 149542 w 410083"/>
                <a:gd name="csY10" fmla="*/ 384537 h 700168"/>
                <a:gd name="csX11" fmla="*/ 144399 w 410083"/>
                <a:gd name="csY11" fmla="*/ 391128 h 700168"/>
                <a:gd name="csX12" fmla="*/ 140335 w 410083"/>
                <a:gd name="csY12" fmla="*/ 398812 h 700168"/>
                <a:gd name="csX13" fmla="*/ 116014 w 410083"/>
                <a:gd name="csY13" fmla="*/ 426491 h 700168"/>
                <a:gd name="csX14" fmla="*/ 115252 w 410083"/>
                <a:gd name="csY14" fmla="*/ 429196 h 700168"/>
                <a:gd name="csX15" fmla="*/ 108458 w 410083"/>
                <a:gd name="csY15" fmla="*/ 431902 h 700168"/>
                <a:gd name="csX16" fmla="*/ 101410 w 410083"/>
                <a:gd name="csY16" fmla="*/ 442716 h 700168"/>
                <a:gd name="csX17" fmla="*/ 92964 w 410083"/>
                <a:gd name="csY17" fmla="*/ 445414 h 700168"/>
                <a:gd name="csX18" fmla="*/ 84709 w 410083"/>
                <a:gd name="csY18" fmla="*/ 442278 h 700168"/>
                <a:gd name="csX19" fmla="*/ 78105 w 410083"/>
                <a:gd name="csY19" fmla="*/ 447580 h 700168"/>
                <a:gd name="csX20" fmla="*/ 77724 w 410083"/>
                <a:gd name="csY20" fmla="*/ 457422 h 700168"/>
                <a:gd name="csX21" fmla="*/ 74041 w 410083"/>
                <a:gd name="csY21" fmla="*/ 459149 h 700168"/>
                <a:gd name="csX22" fmla="*/ 71120 w 410083"/>
                <a:gd name="csY22" fmla="*/ 468014 h 700168"/>
                <a:gd name="csX23" fmla="*/ 67627 w 410083"/>
                <a:gd name="csY23" fmla="*/ 466611 h 700168"/>
                <a:gd name="csX24" fmla="*/ 64071 w 410083"/>
                <a:gd name="csY24" fmla="*/ 466071 h 700168"/>
                <a:gd name="csX25" fmla="*/ 62992 w 410083"/>
                <a:gd name="csY25" fmla="*/ 473208 h 700168"/>
                <a:gd name="csX26" fmla="*/ 65913 w 410083"/>
                <a:gd name="csY26" fmla="*/ 476345 h 700168"/>
                <a:gd name="csX27" fmla="*/ 61913 w 410083"/>
                <a:gd name="csY27" fmla="*/ 481965 h 700168"/>
                <a:gd name="csX28" fmla="*/ 50292 w 410083"/>
                <a:gd name="csY28" fmla="*/ 479044 h 700168"/>
                <a:gd name="csX29" fmla="*/ 49784 w 410083"/>
                <a:gd name="csY29" fmla="*/ 480454 h 700168"/>
                <a:gd name="csX30" fmla="*/ 42101 w 410083"/>
                <a:gd name="csY30" fmla="*/ 484023 h 700168"/>
                <a:gd name="csX31" fmla="*/ 35623 w 410083"/>
                <a:gd name="csY31" fmla="*/ 486836 h 700168"/>
                <a:gd name="csX32" fmla="*/ 37021 w 410083"/>
                <a:gd name="csY32" fmla="*/ 498189 h 700168"/>
                <a:gd name="csX33" fmla="*/ 30924 w 410083"/>
                <a:gd name="csY33" fmla="*/ 501542 h 700168"/>
                <a:gd name="csX34" fmla="*/ 30416 w 410083"/>
                <a:gd name="csY34" fmla="*/ 503809 h 700168"/>
                <a:gd name="csX35" fmla="*/ 20955 w 410083"/>
                <a:gd name="csY35" fmla="*/ 512026 h 700168"/>
                <a:gd name="csX36" fmla="*/ 19495 w 410083"/>
                <a:gd name="csY36" fmla="*/ 518408 h 700168"/>
                <a:gd name="csX37" fmla="*/ 19240 w 410083"/>
                <a:gd name="csY37" fmla="*/ 518408 h 700168"/>
                <a:gd name="csX38" fmla="*/ 19685 w 410083"/>
                <a:gd name="csY38" fmla="*/ 522948 h 700168"/>
                <a:gd name="csX39" fmla="*/ 19685 w 410083"/>
                <a:gd name="csY39" fmla="*/ 527818 h 700168"/>
                <a:gd name="csX40" fmla="*/ 24574 w 410083"/>
                <a:gd name="csY40" fmla="*/ 540036 h 700168"/>
                <a:gd name="csX41" fmla="*/ 25527 w 410083"/>
                <a:gd name="csY41" fmla="*/ 539820 h 700168"/>
                <a:gd name="csX42" fmla="*/ 28321 w 410083"/>
                <a:gd name="csY42" fmla="*/ 553123 h 700168"/>
                <a:gd name="csX43" fmla="*/ 28130 w 410083"/>
                <a:gd name="csY43" fmla="*/ 553123 h 700168"/>
                <a:gd name="csX44" fmla="*/ 34861 w 410083"/>
                <a:gd name="csY44" fmla="*/ 587508 h 700168"/>
                <a:gd name="csX45" fmla="*/ 34861 w 410083"/>
                <a:gd name="csY45" fmla="*/ 592372 h 700168"/>
                <a:gd name="csX46" fmla="*/ 29401 w 410083"/>
                <a:gd name="csY46" fmla="*/ 613029 h 700168"/>
                <a:gd name="csX47" fmla="*/ 28130 w 410083"/>
                <a:gd name="csY47" fmla="*/ 621246 h 700168"/>
                <a:gd name="csX48" fmla="*/ 26416 w 410083"/>
                <a:gd name="csY48" fmla="*/ 625793 h 700168"/>
                <a:gd name="csX49" fmla="*/ 23558 w 410083"/>
                <a:gd name="csY49" fmla="*/ 632060 h 700168"/>
                <a:gd name="csX50" fmla="*/ 26733 w 410083"/>
                <a:gd name="csY50" fmla="*/ 642226 h 700168"/>
                <a:gd name="csX51" fmla="*/ 23876 w 410083"/>
                <a:gd name="csY51" fmla="*/ 646443 h 700168"/>
                <a:gd name="csX52" fmla="*/ 23368 w 410083"/>
                <a:gd name="csY52" fmla="*/ 653796 h 700168"/>
                <a:gd name="csX53" fmla="*/ 27813 w 410083"/>
                <a:gd name="csY53" fmla="*/ 656933 h 700168"/>
                <a:gd name="csX54" fmla="*/ 34417 w 410083"/>
                <a:gd name="csY54" fmla="*/ 656285 h 700168"/>
                <a:gd name="csX55" fmla="*/ 41465 w 410083"/>
                <a:gd name="csY55" fmla="*/ 649472 h 700168"/>
                <a:gd name="csX56" fmla="*/ 41529 w 410083"/>
                <a:gd name="csY56" fmla="*/ 649472 h 700168"/>
                <a:gd name="csX57" fmla="*/ 44259 w 410083"/>
                <a:gd name="csY57" fmla="*/ 663746 h 700168"/>
                <a:gd name="csX58" fmla="*/ 45657 w 410083"/>
                <a:gd name="csY58" fmla="*/ 666668 h 700168"/>
                <a:gd name="csX59" fmla="*/ 51054 w 410083"/>
                <a:gd name="csY59" fmla="*/ 664934 h 700168"/>
                <a:gd name="csX60" fmla="*/ 49657 w 410083"/>
                <a:gd name="csY60" fmla="*/ 656393 h 700168"/>
                <a:gd name="csX61" fmla="*/ 56896 w 410083"/>
                <a:gd name="csY61" fmla="*/ 660610 h 700168"/>
                <a:gd name="csX62" fmla="*/ 57658 w 410083"/>
                <a:gd name="csY62" fmla="*/ 667531 h 700168"/>
                <a:gd name="csX63" fmla="*/ 63436 w 410083"/>
                <a:gd name="csY63" fmla="*/ 676288 h 700168"/>
                <a:gd name="csX64" fmla="*/ 70993 w 410083"/>
                <a:gd name="csY64" fmla="*/ 665474 h 700168"/>
                <a:gd name="csX65" fmla="*/ 65659 w 410083"/>
                <a:gd name="csY65" fmla="*/ 692620 h 700168"/>
                <a:gd name="csX66" fmla="*/ 71183 w 410083"/>
                <a:gd name="csY66" fmla="*/ 689483 h 700168"/>
                <a:gd name="csX67" fmla="*/ 77152 w 410083"/>
                <a:gd name="csY67" fmla="*/ 690455 h 700168"/>
                <a:gd name="csX68" fmla="*/ 85789 w 410083"/>
                <a:gd name="csY68" fmla="*/ 688511 h 700168"/>
                <a:gd name="csX69" fmla="*/ 86042 w 410083"/>
                <a:gd name="csY69" fmla="*/ 688511 h 700168"/>
                <a:gd name="csX70" fmla="*/ 89154 w 410083"/>
                <a:gd name="csY70" fmla="*/ 688943 h 700168"/>
                <a:gd name="csX71" fmla="*/ 86804 w 410083"/>
                <a:gd name="csY71" fmla="*/ 693160 h 700168"/>
                <a:gd name="csX72" fmla="*/ 91758 w 410083"/>
                <a:gd name="csY72" fmla="*/ 700081 h 700168"/>
                <a:gd name="csX73" fmla="*/ 120460 w 410083"/>
                <a:gd name="csY73" fmla="*/ 692512 h 700168"/>
                <a:gd name="csX74" fmla="*/ 128143 w 410083"/>
                <a:gd name="csY74" fmla="*/ 686130 h 700168"/>
                <a:gd name="csX75" fmla="*/ 137668 w 410083"/>
                <a:gd name="csY75" fmla="*/ 683317 h 700168"/>
                <a:gd name="csX76" fmla="*/ 141097 w 410083"/>
                <a:gd name="csY76" fmla="*/ 687857 h 700168"/>
                <a:gd name="csX77" fmla="*/ 154749 w 410083"/>
                <a:gd name="csY77" fmla="*/ 679641 h 700168"/>
                <a:gd name="csX78" fmla="*/ 159004 w 410083"/>
                <a:gd name="csY78" fmla="*/ 677050 h 700168"/>
                <a:gd name="csX79" fmla="*/ 165925 w 410083"/>
                <a:gd name="csY79" fmla="*/ 678453 h 700168"/>
                <a:gd name="csX80" fmla="*/ 171323 w 410083"/>
                <a:gd name="csY80" fmla="*/ 674992 h 700168"/>
                <a:gd name="csX81" fmla="*/ 179451 w 410083"/>
                <a:gd name="csY81" fmla="*/ 672719 h 700168"/>
                <a:gd name="csX82" fmla="*/ 186373 w 410083"/>
                <a:gd name="csY82" fmla="*/ 675640 h 700168"/>
                <a:gd name="csX83" fmla="*/ 192341 w 410083"/>
                <a:gd name="csY83" fmla="*/ 669589 h 700168"/>
                <a:gd name="csX84" fmla="*/ 199136 w 410083"/>
                <a:gd name="csY84" fmla="*/ 674453 h 700168"/>
                <a:gd name="csX85" fmla="*/ 204343 w 410083"/>
                <a:gd name="csY85" fmla="*/ 667099 h 700168"/>
                <a:gd name="csX86" fmla="*/ 203708 w 410083"/>
                <a:gd name="csY86" fmla="*/ 661041 h 700168"/>
                <a:gd name="csX87" fmla="*/ 219710 w 410083"/>
                <a:gd name="csY87" fmla="*/ 662343 h 700168"/>
                <a:gd name="csX88" fmla="*/ 222313 w 410083"/>
                <a:gd name="csY88" fmla="*/ 659746 h 700168"/>
                <a:gd name="csX89" fmla="*/ 228600 w 410083"/>
                <a:gd name="csY89" fmla="*/ 661581 h 700168"/>
                <a:gd name="csX90" fmla="*/ 236664 w 410083"/>
                <a:gd name="csY90" fmla="*/ 661473 h 700168"/>
                <a:gd name="csX91" fmla="*/ 242634 w 410083"/>
                <a:gd name="csY91" fmla="*/ 660286 h 700168"/>
                <a:gd name="csX92" fmla="*/ 246316 w 410083"/>
                <a:gd name="csY92" fmla="*/ 654768 h 700168"/>
                <a:gd name="csX93" fmla="*/ 267017 w 410083"/>
                <a:gd name="csY93" fmla="*/ 654552 h 700168"/>
                <a:gd name="csX94" fmla="*/ 271844 w 410083"/>
                <a:gd name="csY94" fmla="*/ 654990 h 700168"/>
                <a:gd name="csX95" fmla="*/ 275146 w 410083"/>
                <a:gd name="csY95" fmla="*/ 656609 h 700168"/>
                <a:gd name="csX96" fmla="*/ 333883 w 410083"/>
                <a:gd name="csY96" fmla="*/ 603402 h 700168"/>
                <a:gd name="csX97" fmla="*/ 397764 w 410083"/>
                <a:gd name="csY97" fmla="*/ 539388 h 700168"/>
                <a:gd name="csX98" fmla="*/ 410083 w 410083"/>
                <a:gd name="csY98" fmla="*/ 509435 h 700168"/>
                <a:gd name="csX99" fmla="*/ 351346 w 410083"/>
                <a:gd name="csY99" fmla="*/ 462610 h 700168"/>
                <a:gd name="csX100" fmla="*/ 376555 w 410083"/>
                <a:gd name="csY100" fmla="*/ 442062 h 700168"/>
                <a:gd name="csX101" fmla="*/ 369634 w 410083"/>
                <a:gd name="csY101" fmla="*/ 424225 h 700168"/>
                <a:gd name="csX102" fmla="*/ 356172 w 410083"/>
                <a:gd name="csY102" fmla="*/ 420980 h 700168"/>
                <a:gd name="csX103" fmla="*/ 350774 w 410083"/>
                <a:gd name="csY103" fmla="*/ 408540 h 700168"/>
                <a:gd name="csX104" fmla="*/ 360172 w 410083"/>
                <a:gd name="csY104" fmla="*/ 403136 h 700168"/>
                <a:gd name="csX105" fmla="*/ 355346 w 410083"/>
                <a:gd name="csY105" fmla="*/ 387344 h 700168"/>
                <a:gd name="csX106" fmla="*/ 339852 w 410083"/>
                <a:gd name="csY106" fmla="*/ 383559 h 700168"/>
                <a:gd name="csX107" fmla="*/ 334962 w 410083"/>
                <a:gd name="csY107" fmla="*/ 370586 h 700168"/>
                <a:gd name="csX108" fmla="*/ 344805 w 410083"/>
                <a:gd name="csY108" fmla="*/ 362153 h 700168"/>
                <a:gd name="csX109" fmla="*/ 338773 w 410083"/>
                <a:gd name="csY109" fmla="*/ 335763 h 700168"/>
                <a:gd name="csX110" fmla="*/ 358330 w 410083"/>
                <a:gd name="csY110" fmla="*/ 330359 h 700168"/>
                <a:gd name="csX111" fmla="*/ 316230 w 410083"/>
                <a:gd name="csY111" fmla="*/ 247739 h 700168"/>
                <a:gd name="csX112" fmla="*/ 347853 w 410083"/>
                <a:gd name="csY112" fmla="*/ 205137 h 700168"/>
                <a:gd name="csX113" fmla="*/ 352806 w 410083"/>
                <a:gd name="csY113" fmla="*/ 186646 h 700168"/>
                <a:gd name="csX114" fmla="*/ 335978 w 410083"/>
                <a:gd name="csY114" fmla="*/ 173990 h 700168"/>
                <a:gd name="csX115" fmla="*/ 329692 w 410083"/>
                <a:gd name="csY115" fmla="*/ 157988 h 700168"/>
                <a:gd name="csX116" fmla="*/ 303594 w 410083"/>
                <a:gd name="csY116" fmla="*/ 149771 h 700168"/>
                <a:gd name="csX117" fmla="*/ 293624 w 410083"/>
                <a:gd name="csY117" fmla="*/ 124250 h 700168"/>
                <a:gd name="csX118" fmla="*/ 305879 w 410083"/>
                <a:gd name="csY118" fmla="*/ 108026 h 700168"/>
                <a:gd name="csX119" fmla="*/ 295592 w 410083"/>
                <a:gd name="csY119" fmla="*/ 96996 h 700168"/>
                <a:gd name="csX120" fmla="*/ 312674 w 410083"/>
                <a:gd name="csY120" fmla="*/ 79477 h 700168"/>
                <a:gd name="csX121" fmla="*/ 301498 w 410083"/>
                <a:gd name="csY121" fmla="*/ 72561 h 700168"/>
                <a:gd name="csX122" fmla="*/ 320358 w 410083"/>
                <a:gd name="csY122" fmla="*/ 42818 h 700168"/>
                <a:gd name="csX123" fmla="*/ 269811 w 410083"/>
                <a:gd name="csY123" fmla="*/ 0 h 700168"/>
                <a:gd name="csX124" fmla="*/ 245047 w 410083"/>
                <a:gd name="csY124" fmla="*/ 16650 h 700168"/>
                <a:gd name="csX125" fmla="*/ 211391 w 410083"/>
                <a:gd name="csY125" fmla="*/ 11894 h 700168"/>
                <a:gd name="csX126" fmla="*/ 193485 w 410083"/>
                <a:gd name="csY126" fmla="*/ 84455 h 700168"/>
                <a:gd name="csX127" fmla="*/ 163830 w 410083"/>
                <a:gd name="csY127" fmla="*/ 115379 h 700168"/>
                <a:gd name="csX128" fmla="*/ 127190 w 410083"/>
                <a:gd name="csY128" fmla="*/ 91592 h 700168"/>
                <a:gd name="csX129" fmla="*/ 108331 w 410083"/>
                <a:gd name="csY129" fmla="*/ 109436 h 700168"/>
                <a:gd name="csX130" fmla="*/ 66739 w 410083"/>
                <a:gd name="csY130" fmla="*/ 99917 h 700168"/>
                <a:gd name="csX131" fmla="*/ 33083 w 410083"/>
                <a:gd name="csY131" fmla="*/ 59474 h 700168"/>
                <a:gd name="csX132" fmla="*/ 0 w 410083"/>
                <a:gd name="csY132" fmla="*/ 75692 h 700168"/>
                <a:gd name="csX133" fmla="*/ 54737 w 410083"/>
                <a:gd name="csY133" fmla="*/ 129330 h 700168"/>
                <a:gd name="csX134" fmla="*/ 94043 w 410083"/>
                <a:gd name="csY134" fmla="*/ 141008 h 700168"/>
                <a:gd name="csX135" fmla="*/ 112649 w 410083"/>
                <a:gd name="csY135" fmla="*/ 168910 h 700168"/>
                <a:gd name="csX136" fmla="*/ 105537 w 410083"/>
                <a:gd name="csY136" fmla="*/ 196698 h 700168"/>
                <a:gd name="csX137" fmla="*/ 120650 w 410083"/>
                <a:gd name="csY137" fmla="*/ 200812 h 700168"/>
                <a:gd name="csX138" fmla="*/ 120205 w 410083"/>
                <a:gd name="csY138" fmla="*/ 218110 h 700168"/>
                <a:gd name="csX139" fmla="*/ 108839 w 410083"/>
                <a:gd name="csY139" fmla="*/ 228276 h 700168"/>
                <a:gd name="csX140" fmla="*/ 125349 w 410083"/>
                <a:gd name="csY140" fmla="*/ 254552 h 700168"/>
                <a:gd name="csX141" fmla="*/ 122428 w 410083"/>
                <a:gd name="csY141" fmla="*/ 272072 h 700168"/>
                <a:gd name="csX142" fmla="*/ 112204 w 410083"/>
                <a:gd name="csY142" fmla="*/ 280397 h 700168"/>
                <a:gd name="csX143" fmla="*/ 115570 w 410083"/>
                <a:gd name="csY143" fmla="*/ 296945 h 700168"/>
                <a:gd name="csX144" fmla="*/ 132143 w 410083"/>
                <a:gd name="csY144" fmla="*/ 317379 h 700168"/>
                <a:gd name="csX145" fmla="*/ 142748 w 410083"/>
                <a:gd name="csY145" fmla="*/ 318897 h 700168"/>
                <a:gd name="csX146" fmla="*/ 150559 w 410083"/>
                <a:gd name="csY146" fmla="*/ 324193 h 700168"/>
                <a:gd name="csX147" fmla="*/ 176403 w 410083"/>
                <a:gd name="csY147" fmla="*/ 341173 h 700168"/>
                <a:gd name="csX148" fmla="*/ 176721 w 410083"/>
                <a:gd name="csY148" fmla="*/ 340849 h 700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10083" h="700168">
                  <a:moveTo>
                    <a:pt x="176721" y="340849"/>
                  </a:moveTo>
                  <a:lnTo>
                    <a:pt x="176530" y="341281"/>
                  </a:lnTo>
                  <a:cubicBezTo>
                    <a:pt x="173355" y="346361"/>
                    <a:pt x="178689" y="349390"/>
                    <a:pt x="176086" y="354908"/>
                  </a:cubicBezTo>
                  <a:lnTo>
                    <a:pt x="175895" y="355340"/>
                  </a:lnTo>
                  <a:cubicBezTo>
                    <a:pt x="172720" y="362153"/>
                    <a:pt x="184975" y="364852"/>
                    <a:pt x="182880" y="370478"/>
                  </a:cubicBezTo>
                  <a:cubicBezTo>
                    <a:pt x="181927" y="373291"/>
                    <a:pt x="177165" y="370910"/>
                    <a:pt x="177736" y="371018"/>
                  </a:cubicBezTo>
                  <a:cubicBezTo>
                    <a:pt x="173609" y="369176"/>
                    <a:pt x="172085" y="372637"/>
                    <a:pt x="175324" y="375990"/>
                  </a:cubicBezTo>
                  <a:cubicBezTo>
                    <a:pt x="175641" y="376644"/>
                    <a:pt x="179641" y="379775"/>
                    <a:pt x="176276" y="380860"/>
                  </a:cubicBezTo>
                  <a:cubicBezTo>
                    <a:pt x="173164" y="381940"/>
                    <a:pt x="169291" y="378479"/>
                    <a:pt x="169926" y="378803"/>
                  </a:cubicBezTo>
                  <a:cubicBezTo>
                    <a:pt x="165672" y="375450"/>
                    <a:pt x="153543" y="379559"/>
                    <a:pt x="154114" y="379451"/>
                  </a:cubicBezTo>
                  <a:cubicBezTo>
                    <a:pt x="150559" y="380206"/>
                    <a:pt x="149225" y="385185"/>
                    <a:pt x="149542" y="384537"/>
                  </a:cubicBezTo>
                  <a:cubicBezTo>
                    <a:pt x="148399" y="388645"/>
                    <a:pt x="143827" y="391674"/>
                    <a:pt x="144399" y="391128"/>
                  </a:cubicBezTo>
                  <a:cubicBezTo>
                    <a:pt x="141034" y="393617"/>
                    <a:pt x="140145" y="399459"/>
                    <a:pt x="140335" y="398812"/>
                  </a:cubicBezTo>
                  <a:cubicBezTo>
                    <a:pt x="138430" y="407892"/>
                    <a:pt x="118745" y="417087"/>
                    <a:pt x="116014" y="426491"/>
                  </a:cubicBezTo>
                  <a:lnTo>
                    <a:pt x="115252" y="429196"/>
                  </a:lnTo>
                  <a:cubicBezTo>
                    <a:pt x="114046" y="433629"/>
                    <a:pt x="107886" y="431902"/>
                    <a:pt x="108458" y="431902"/>
                  </a:cubicBezTo>
                  <a:cubicBezTo>
                    <a:pt x="102235" y="431032"/>
                    <a:pt x="107569" y="440766"/>
                    <a:pt x="101410" y="442716"/>
                  </a:cubicBezTo>
                  <a:lnTo>
                    <a:pt x="92964" y="445414"/>
                  </a:lnTo>
                  <a:cubicBezTo>
                    <a:pt x="88709" y="446824"/>
                    <a:pt x="84074" y="441846"/>
                    <a:pt x="84709" y="442278"/>
                  </a:cubicBezTo>
                  <a:cubicBezTo>
                    <a:pt x="80835" y="438931"/>
                    <a:pt x="82867" y="447148"/>
                    <a:pt x="78105" y="447580"/>
                  </a:cubicBezTo>
                  <a:cubicBezTo>
                    <a:pt x="71946" y="448119"/>
                    <a:pt x="83566" y="454717"/>
                    <a:pt x="77724" y="457422"/>
                  </a:cubicBezTo>
                  <a:lnTo>
                    <a:pt x="74041" y="459149"/>
                  </a:lnTo>
                  <a:cubicBezTo>
                    <a:pt x="69469" y="461315"/>
                    <a:pt x="74041" y="464445"/>
                    <a:pt x="71120" y="468014"/>
                  </a:cubicBezTo>
                  <a:cubicBezTo>
                    <a:pt x="69152" y="470395"/>
                    <a:pt x="67120" y="465963"/>
                    <a:pt x="67627" y="466611"/>
                  </a:cubicBezTo>
                  <a:cubicBezTo>
                    <a:pt x="66865" y="464776"/>
                    <a:pt x="65278" y="464560"/>
                    <a:pt x="64071" y="466071"/>
                  </a:cubicBezTo>
                  <a:cubicBezTo>
                    <a:pt x="63817" y="466719"/>
                    <a:pt x="59944" y="469856"/>
                    <a:pt x="62992" y="473208"/>
                  </a:cubicBezTo>
                  <a:lnTo>
                    <a:pt x="65913" y="476345"/>
                  </a:lnTo>
                  <a:cubicBezTo>
                    <a:pt x="69024" y="479806"/>
                    <a:pt x="65786" y="484346"/>
                    <a:pt x="61913" y="481965"/>
                  </a:cubicBezTo>
                  <a:cubicBezTo>
                    <a:pt x="57976" y="480238"/>
                    <a:pt x="52388" y="473856"/>
                    <a:pt x="50292" y="479044"/>
                  </a:cubicBezTo>
                  <a:lnTo>
                    <a:pt x="49784" y="480454"/>
                  </a:lnTo>
                  <a:cubicBezTo>
                    <a:pt x="47942" y="485102"/>
                    <a:pt x="42608" y="479590"/>
                    <a:pt x="42101" y="484023"/>
                  </a:cubicBezTo>
                  <a:cubicBezTo>
                    <a:pt x="41529" y="488887"/>
                    <a:pt x="37338" y="482181"/>
                    <a:pt x="35623" y="486836"/>
                  </a:cubicBezTo>
                  <a:cubicBezTo>
                    <a:pt x="33528" y="492671"/>
                    <a:pt x="42926" y="498405"/>
                    <a:pt x="37021" y="498189"/>
                  </a:cubicBezTo>
                  <a:cubicBezTo>
                    <a:pt x="36449" y="498297"/>
                    <a:pt x="31940" y="497103"/>
                    <a:pt x="30924" y="501542"/>
                  </a:cubicBezTo>
                  <a:lnTo>
                    <a:pt x="30416" y="503809"/>
                  </a:lnTo>
                  <a:cubicBezTo>
                    <a:pt x="29020" y="510731"/>
                    <a:pt x="19114" y="505543"/>
                    <a:pt x="20955" y="512026"/>
                  </a:cubicBezTo>
                  <a:cubicBezTo>
                    <a:pt x="20955" y="512680"/>
                    <a:pt x="22479" y="516141"/>
                    <a:pt x="19495" y="518408"/>
                  </a:cubicBezTo>
                  <a:lnTo>
                    <a:pt x="19240" y="518408"/>
                  </a:lnTo>
                  <a:cubicBezTo>
                    <a:pt x="16320" y="520681"/>
                    <a:pt x="20002" y="523602"/>
                    <a:pt x="19685" y="522948"/>
                  </a:cubicBezTo>
                  <a:cubicBezTo>
                    <a:pt x="22606" y="525113"/>
                    <a:pt x="19495" y="528466"/>
                    <a:pt x="19685" y="527818"/>
                  </a:cubicBezTo>
                  <a:cubicBezTo>
                    <a:pt x="16192" y="531495"/>
                    <a:pt x="19876" y="540792"/>
                    <a:pt x="24574" y="540036"/>
                  </a:cubicBezTo>
                  <a:lnTo>
                    <a:pt x="25527" y="539820"/>
                  </a:lnTo>
                  <a:cubicBezTo>
                    <a:pt x="30480" y="538956"/>
                    <a:pt x="32448" y="550742"/>
                    <a:pt x="28321" y="553123"/>
                  </a:cubicBezTo>
                  <a:lnTo>
                    <a:pt x="28130" y="553123"/>
                  </a:lnTo>
                  <a:cubicBezTo>
                    <a:pt x="17843" y="559067"/>
                    <a:pt x="40005" y="582860"/>
                    <a:pt x="34861" y="587508"/>
                  </a:cubicBezTo>
                  <a:cubicBezTo>
                    <a:pt x="32893" y="589242"/>
                    <a:pt x="34861" y="593027"/>
                    <a:pt x="34861" y="592372"/>
                  </a:cubicBezTo>
                  <a:cubicBezTo>
                    <a:pt x="40767" y="602431"/>
                    <a:pt x="22415" y="610000"/>
                    <a:pt x="29401" y="613029"/>
                  </a:cubicBezTo>
                  <a:cubicBezTo>
                    <a:pt x="33401" y="614763"/>
                    <a:pt x="32321" y="620706"/>
                    <a:pt x="28130" y="621246"/>
                  </a:cubicBezTo>
                  <a:cubicBezTo>
                    <a:pt x="24892" y="621678"/>
                    <a:pt x="26416" y="626440"/>
                    <a:pt x="26416" y="625793"/>
                  </a:cubicBezTo>
                  <a:cubicBezTo>
                    <a:pt x="27686" y="629793"/>
                    <a:pt x="23114" y="632708"/>
                    <a:pt x="23558" y="632060"/>
                  </a:cubicBezTo>
                  <a:cubicBezTo>
                    <a:pt x="18161" y="635953"/>
                    <a:pt x="30480" y="636492"/>
                    <a:pt x="26733" y="642226"/>
                  </a:cubicBezTo>
                  <a:lnTo>
                    <a:pt x="23876" y="646443"/>
                  </a:lnTo>
                  <a:cubicBezTo>
                    <a:pt x="21527" y="650011"/>
                    <a:pt x="23368" y="654444"/>
                    <a:pt x="23368" y="653796"/>
                  </a:cubicBezTo>
                  <a:cubicBezTo>
                    <a:pt x="24003" y="655746"/>
                    <a:pt x="25971" y="657149"/>
                    <a:pt x="27813" y="656933"/>
                  </a:cubicBezTo>
                  <a:lnTo>
                    <a:pt x="34417" y="656285"/>
                  </a:lnTo>
                  <a:cubicBezTo>
                    <a:pt x="39370" y="655746"/>
                    <a:pt x="36703" y="651529"/>
                    <a:pt x="41465" y="649472"/>
                  </a:cubicBezTo>
                  <a:lnTo>
                    <a:pt x="41529" y="649472"/>
                  </a:lnTo>
                  <a:cubicBezTo>
                    <a:pt x="47308" y="646983"/>
                    <a:pt x="41084" y="656933"/>
                    <a:pt x="44259" y="663746"/>
                  </a:cubicBezTo>
                  <a:lnTo>
                    <a:pt x="45657" y="666668"/>
                  </a:lnTo>
                  <a:cubicBezTo>
                    <a:pt x="47689" y="670992"/>
                    <a:pt x="52832" y="669366"/>
                    <a:pt x="51054" y="664934"/>
                  </a:cubicBezTo>
                  <a:cubicBezTo>
                    <a:pt x="50864" y="664178"/>
                    <a:pt x="48387" y="659314"/>
                    <a:pt x="49657" y="656393"/>
                  </a:cubicBezTo>
                  <a:cubicBezTo>
                    <a:pt x="51054" y="653256"/>
                    <a:pt x="57467" y="661149"/>
                    <a:pt x="56896" y="660610"/>
                  </a:cubicBezTo>
                  <a:cubicBezTo>
                    <a:pt x="59627" y="663423"/>
                    <a:pt x="57595" y="668179"/>
                    <a:pt x="57658" y="667531"/>
                  </a:cubicBezTo>
                  <a:cubicBezTo>
                    <a:pt x="55816" y="672287"/>
                    <a:pt x="61214" y="680942"/>
                    <a:pt x="63436" y="676288"/>
                  </a:cubicBezTo>
                  <a:cubicBezTo>
                    <a:pt x="66675" y="669589"/>
                    <a:pt x="67945" y="665474"/>
                    <a:pt x="70993" y="665474"/>
                  </a:cubicBezTo>
                  <a:cubicBezTo>
                    <a:pt x="77026" y="665474"/>
                    <a:pt x="61913" y="688620"/>
                    <a:pt x="65659" y="692620"/>
                  </a:cubicBezTo>
                  <a:cubicBezTo>
                    <a:pt x="67437" y="694563"/>
                    <a:pt x="71755" y="688943"/>
                    <a:pt x="71183" y="689483"/>
                  </a:cubicBezTo>
                  <a:cubicBezTo>
                    <a:pt x="73596" y="686778"/>
                    <a:pt x="77788" y="690239"/>
                    <a:pt x="77152" y="690455"/>
                  </a:cubicBezTo>
                  <a:cubicBezTo>
                    <a:pt x="82233" y="689699"/>
                    <a:pt x="80835" y="688511"/>
                    <a:pt x="85789" y="688511"/>
                  </a:cubicBezTo>
                  <a:lnTo>
                    <a:pt x="86042" y="688511"/>
                  </a:lnTo>
                  <a:cubicBezTo>
                    <a:pt x="89726" y="688511"/>
                    <a:pt x="89281" y="689591"/>
                    <a:pt x="89154" y="688943"/>
                  </a:cubicBezTo>
                  <a:cubicBezTo>
                    <a:pt x="89090" y="690994"/>
                    <a:pt x="87947" y="691648"/>
                    <a:pt x="86804" y="693160"/>
                  </a:cubicBezTo>
                  <a:cubicBezTo>
                    <a:pt x="84074" y="696512"/>
                    <a:pt x="87313" y="700837"/>
                    <a:pt x="91758" y="700081"/>
                  </a:cubicBezTo>
                  <a:cubicBezTo>
                    <a:pt x="115887" y="696081"/>
                    <a:pt x="117538" y="695973"/>
                    <a:pt x="120460" y="692512"/>
                  </a:cubicBezTo>
                  <a:cubicBezTo>
                    <a:pt x="121095" y="691972"/>
                    <a:pt x="123825" y="687426"/>
                    <a:pt x="128143" y="686130"/>
                  </a:cubicBezTo>
                  <a:lnTo>
                    <a:pt x="137668" y="683317"/>
                  </a:lnTo>
                  <a:cubicBezTo>
                    <a:pt x="141541" y="682238"/>
                    <a:pt x="141351" y="688511"/>
                    <a:pt x="141097" y="687857"/>
                  </a:cubicBezTo>
                  <a:cubicBezTo>
                    <a:pt x="141224" y="694023"/>
                    <a:pt x="153543" y="683965"/>
                    <a:pt x="154749" y="679641"/>
                  </a:cubicBezTo>
                  <a:cubicBezTo>
                    <a:pt x="155194" y="677913"/>
                    <a:pt x="157162" y="676719"/>
                    <a:pt x="159004" y="677050"/>
                  </a:cubicBezTo>
                  <a:lnTo>
                    <a:pt x="165925" y="678453"/>
                  </a:lnTo>
                  <a:cubicBezTo>
                    <a:pt x="169609" y="679209"/>
                    <a:pt x="171831" y="674345"/>
                    <a:pt x="171323" y="674992"/>
                  </a:cubicBezTo>
                  <a:cubicBezTo>
                    <a:pt x="173482" y="670776"/>
                    <a:pt x="180086" y="672611"/>
                    <a:pt x="179451" y="672719"/>
                  </a:cubicBezTo>
                  <a:cubicBezTo>
                    <a:pt x="183134" y="673265"/>
                    <a:pt x="187008" y="675856"/>
                    <a:pt x="186373" y="675640"/>
                  </a:cubicBezTo>
                  <a:cubicBezTo>
                    <a:pt x="191579" y="679101"/>
                    <a:pt x="188849" y="663746"/>
                    <a:pt x="192341" y="669589"/>
                  </a:cubicBezTo>
                  <a:cubicBezTo>
                    <a:pt x="193103" y="670452"/>
                    <a:pt x="195136" y="676827"/>
                    <a:pt x="199136" y="674453"/>
                  </a:cubicBezTo>
                  <a:cubicBezTo>
                    <a:pt x="200406" y="673265"/>
                    <a:pt x="207137" y="671316"/>
                    <a:pt x="204343" y="667099"/>
                  </a:cubicBezTo>
                  <a:cubicBezTo>
                    <a:pt x="204089" y="666452"/>
                    <a:pt x="201168" y="663423"/>
                    <a:pt x="203708" y="661041"/>
                  </a:cubicBezTo>
                  <a:cubicBezTo>
                    <a:pt x="208216" y="656717"/>
                    <a:pt x="219710" y="674992"/>
                    <a:pt x="219710" y="662343"/>
                  </a:cubicBezTo>
                  <a:cubicBezTo>
                    <a:pt x="219900" y="661689"/>
                    <a:pt x="219392" y="657041"/>
                    <a:pt x="222313" y="659746"/>
                  </a:cubicBezTo>
                  <a:cubicBezTo>
                    <a:pt x="222822" y="660070"/>
                    <a:pt x="225108" y="662667"/>
                    <a:pt x="228600" y="661581"/>
                  </a:cubicBezTo>
                  <a:cubicBezTo>
                    <a:pt x="229235" y="661581"/>
                    <a:pt x="232664" y="659746"/>
                    <a:pt x="236664" y="661473"/>
                  </a:cubicBezTo>
                  <a:cubicBezTo>
                    <a:pt x="237236" y="661473"/>
                    <a:pt x="242443" y="665042"/>
                    <a:pt x="242634" y="660286"/>
                  </a:cubicBezTo>
                  <a:cubicBezTo>
                    <a:pt x="242887" y="659638"/>
                    <a:pt x="241999" y="654120"/>
                    <a:pt x="246316" y="654768"/>
                  </a:cubicBezTo>
                  <a:cubicBezTo>
                    <a:pt x="262128" y="657149"/>
                    <a:pt x="266001" y="658882"/>
                    <a:pt x="267017" y="654552"/>
                  </a:cubicBezTo>
                  <a:cubicBezTo>
                    <a:pt x="267843" y="650551"/>
                    <a:pt x="272415" y="655314"/>
                    <a:pt x="271844" y="654990"/>
                  </a:cubicBezTo>
                  <a:cubicBezTo>
                    <a:pt x="272860" y="655854"/>
                    <a:pt x="273939" y="656393"/>
                    <a:pt x="275146" y="656609"/>
                  </a:cubicBezTo>
                  <a:lnTo>
                    <a:pt x="333883" y="603402"/>
                  </a:lnTo>
                  <a:lnTo>
                    <a:pt x="397764" y="539388"/>
                  </a:lnTo>
                  <a:lnTo>
                    <a:pt x="410083" y="509435"/>
                  </a:lnTo>
                  <a:lnTo>
                    <a:pt x="351346" y="462610"/>
                  </a:lnTo>
                  <a:lnTo>
                    <a:pt x="376555" y="442062"/>
                  </a:lnTo>
                  <a:lnTo>
                    <a:pt x="369634" y="424225"/>
                  </a:lnTo>
                  <a:lnTo>
                    <a:pt x="356172" y="420980"/>
                  </a:lnTo>
                  <a:lnTo>
                    <a:pt x="350774" y="408540"/>
                  </a:lnTo>
                  <a:lnTo>
                    <a:pt x="360172" y="403136"/>
                  </a:lnTo>
                  <a:lnTo>
                    <a:pt x="355346" y="387344"/>
                  </a:lnTo>
                  <a:lnTo>
                    <a:pt x="339852" y="383559"/>
                  </a:lnTo>
                  <a:lnTo>
                    <a:pt x="334962" y="370586"/>
                  </a:lnTo>
                  <a:lnTo>
                    <a:pt x="344805" y="362153"/>
                  </a:lnTo>
                  <a:lnTo>
                    <a:pt x="338773" y="335763"/>
                  </a:lnTo>
                  <a:lnTo>
                    <a:pt x="358330" y="330359"/>
                  </a:lnTo>
                  <a:lnTo>
                    <a:pt x="316230" y="247739"/>
                  </a:lnTo>
                  <a:lnTo>
                    <a:pt x="347853" y="205137"/>
                  </a:lnTo>
                  <a:lnTo>
                    <a:pt x="352806" y="186646"/>
                  </a:lnTo>
                  <a:lnTo>
                    <a:pt x="335978" y="173990"/>
                  </a:lnTo>
                  <a:lnTo>
                    <a:pt x="329692" y="157988"/>
                  </a:lnTo>
                  <a:lnTo>
                    <a:pt x="303594" y="149771"/>
                  </a:lnTo>
                  <a:lnTo>
                    <a:pt x="293624" y="124250"/>
                  </a:lnTo>
                  <a:lnTo>
                    <a:pt x="305879" y="108026"/>
                  </a:lnTo>
                  <a:lnTo>
                    <a:pt x="295592" y="96996"/>
                  </a:lnTo>
                  <a:lnTo>
                    <a:pt x="312674" y="79477"/>
                  </a:lnTo>
                  <a:lnTo>
                    <a:pt x="301498" y="72561"/>
                  </a:lnTo>
                  <a:lnTo>
                    <a:pt x="320358" y="42818"/>
                  </a:lnTo>
                  <a:lnTo>
                    <a:pt x="269811" y="0"/>
                  </a:lnTo>
                  <a:lnTo>
                    <a:pt x="245047" y="16650"/>
                  </a:lnTo>
                  <a:lnTo>
                    <a:pt x="211391" y="11894"/>
                  </a:lnTo>
                  <a:lnTo>
                    <a:pt x="193485" y="84455"/>
                  </a:lnTo>
                  <a:lnTo>
                    <a:pt x="163830" y="115379"/>
                  </a:lnTo>
                  <a:lnTo>
                    <a:pt x="127190" y="91592"/>
                  </a:lnTo>
                  <a:lnTo>
                    <a:pt x="108331" y="109436"/>
                  </a:lnTo>
                  <a:lnTo>
                    <a:pt x="66739" y="99917"/>
                  </a:lnTo>
                  <a:lnTo>
                    <a:pt x="33083" y="59474"/>
                  </a:lnTo>
                  <a:lnTo>
                    <a:pt x="0" y="75692"/>
                  </a:lnTo>
                  <a:lnTo>
                    <a:pt x="54737" y="129330"/>
                  </a:lnTo>
                  <a:lnTo>
                    <a:pt x="94043" y="141008"/>
                  </a:lnTo>
                  <a:lnTo>
                    <a:pt x="112649" y="168910"/>
                  </a:lnTo>
                  <a:lnTo>
                    <a:pt x="105537" y="196698"/>
                  </a:lnTo>
                  <a:lnTo>
                    <a:pt x="120650" y="200812"/>
                  </a:lnTo>
                  <a:lnTo>
                    <a:pt x="120205" y="218110"/>
                  </a:lnTo>
                  <a:lnTo>
                    <a:pt x="108839" y="228276"/>
                  </a:lnTo>
                  <a:lnTo>
                    <a:pt x="125349" y="254552"/>
                  </a:lnTo>
                  <a:lnTo>
                    <a:pt x="122428" y="272072"/>
                  </a:lnTo>
                  <a:lnTo>
                    <a:pt x="112204" y="280397"/>
                  </a:lnTo>
                  <a:lnTo>
                    <a:pt x="115570" y="296945"/>
                  </a:lnTo>
                  <a:lnTo>
                    <a:pt x="132143" y="317379"/>
                  </a:lnTo>
                  <a:lnTo>
                    <a:pt x="142748" y="318897"/>
                  </a:lnTo>
                  <a:cubicBezTo>
                    <a:pt x="147066" y="319545"/>
                    <a:pt x="151193" y="324625"/>
                    <a:pt x="150559" y="324193"/>
                  </a:cubicBezTo>
                  <a:cubicBezTo>
                    <a:pt x="154876" y="333388"/>
                    <a:pt x="179768" y="330359"/>
                    <a:pt x="176403" y="341173"/>
                  </a:cubicBezTo>
                  <a:lnTo>
                    <a:pt x="176721" y="340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0BDC885-4FC1-C2F6-AB8A-B2D23684453B}"/>
                </a:ext>
              </a:extLst>
            </p:cNvPr>
            <p:cNvSpPr/>
            <p:nvPr/>
          </p:nvSpPr>
          <p:spPr>
            <a:xfrm>
              <a:off x="7585516" y="4036672"/>
              <a:ext cx="10880" cy="5209"/>
            </a:xfrm>
            <a:custGeom>
              <a:avLst/>
              <a:gdLst>
                <a:gd name="csX0" fmla="*/ 8067 w 10880"/>
                <a:gd name="csY0" fmla="*/ 696 h 5209"/>
                <a:gd name="csX1" fmla="*/ 3051 w 10880"/>
                <a:gd name="csY1" fmla="*/ 48 h 5209"/>
                <a:gd name="csX2" fmla="*/ 2 w 10880"/>
                <a:gd name="csY2" fmla="*/ 1235 h 5209"/>
                <a:gd name="csX3" fmla="*/ 3622 w 10880"/>
                <a:gd name="csY3" fmla="*/ 3832 h 5209"/>
                <a:gd name="csX4" fmla="*/ 7305 w 10880"/>
                <a:gd name="csY4" fmla="*/ 5020 h 5209"/>
                <a:gd name="csX5" fmla="*/ 10861 w 10880"/>
                <a:gd name="csY5" fmla="*/ 3509 h 5209"/>
                <a:gd name="csX6" fmla="*/ 7940 w 10880"/>
                <a:gd name="csY6" fmla="*/ 587 h 5209"/>
                <a:gd name="csX7" fmla="*/ 8067 w 10880"/>
                <a:gd name="csY7" fmla="*/ 696 h 5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880" h="5209">
                  <a:moveTo>
                    <a:pt x="8067" y="696"/>
                  </a:moveTo>
                  <a:lnTo>
                    <a:pt x="3051" y="48"/>
                  </a:lnTo>
                  <a:cubicBezTo>
                    <a:pt x="1209" y="-168"/>
                    <a:pt x="-61" y="372"/>
                    <a:pt x="2" y="1235"/>
                  </a:cubicBezTo>
                  <a:cubicBezTo>
                    <a:pt x="256" y="2099"/>
                    <a:pt x="1844" y="3293"/>
                    <a:pt x="3622" y="3832"/>
                  </a:cubicBezTo>
                  <a:lnTo>
                    <a:pt x="7305" y="5020"/>
                  </a:lnTo>
                  <a:cubicBezTo>
                    <a:pt x="9020" y="5560"/>
                    <a:pt x="10607" y="4912"/>
                    <a:pt x="10861" y="3509"/>
                  </a:cubicBezTo>
                  <a:cubicBezTo>
                    <a:pt x="11052" y="2099"/>
                    <a:pt x="9781" y="803"/>
                    <a:pt x="7940" y="587"/>
                  </a:cubicBezTo>
                  <a:lnTo>
                    <a:pt x="8067" y="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59DEAEB9-57D2-BFAD-1F9E-06E52FD6C1BE}"/>
                </a:ext>
              </a:extLst>
            </p:cNvPr>
            <p:cNvSpPr/>
            <p:nvPr/>
          </p:nvSpPr>
          <p:spPr>
            <a:xfrm>
              <a:off x="7233887" y="3967451"/>
              <a:ext cx="5904" cy="7942"/>
            </a:xfrm>
            <a:custGeom>
              <a:avLst/>
              <a:gdLst>
                <a:gd name="csX0" fmla="*/ 2191 w 5904"/>
                <a:gd name="csY0" fmla="*/ 600 h 7942"/>
                <a:gd name="csX1" fmla="*/ 985 w 5904"/>
                <a:gd name="csY1" fmla="*/ 1464 h 7942"/>
                <a:gd name="csX2" fmla="*/ 5874 w 5904"/>
                <a:gd name="csY2" fmla="*/ 6328 h 7942"/>
                <a:gd name="csX3" fmla="*/ 2064 w 5904"/>
                <a:gd name="csY3" fmla="*/ 600 h 7942"/>
                <a:gd name="csX4" fmla="*/ 2191 w 5904"/>
                <a:gd name="csY4" fmla="*/ 600 h 7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04" h="7942">
                  <a:moveTo>
                    <a:pt x="2191" y="600"/>
                  </a:moveTo>
                  <a:lnTo>
                    <a:pt x="985" y="1464"/>
                  </a:lnTo>
                  <a:cubicBezTo>
                    <a:pt x="-3016" y="4385"/>
                    <a:pt x="6509" y="10983"/>
                    <a:pt x="5874" y="6328"/>
                  </a:cubicBezTo>
                  <a:cubicBezTo>
                    <a:pt x="5430" y="5140"/>
                    <a:pt x="5874" y="-2105"/>
                    <a:pt x="2064" y="600"/>
                  </a:cubicBezTo>
                  <a:lnTo>
                    <a:pt x="2191" y="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E41DB994-DD79-BC75-C46F-086C8B51CEC6}"/>
                </a:ext>
              </a:extLst>
            </p:cNvPr>
            <p:cNvSpPr/>
            <p:nvPr/>
          </p:nvSpPr>
          <p:spPr>
            <a:xfrm>
              <a:off x="7221631" y="3906433"/>
              <a:ext cx="7596" cy="11068"/>
            </a:xfrm>
            <a:custGeom>
              <a:avLst/>
              <a:gdLst>
                <a:gd name="csX0" fmla="*/ 33 w 7596"/>
                <a:gd name="csY0" fmla="*/ 1821 h 11068"/>
                <a:gd name="csX1" fmla="*/ 3716 w 7596"/>
                <a:gd name="csY1" fmla="*/ 10685 h 11068"/>
                <a:gd name="csX2" fmla="*/ 6637 w 7596"/>
                <a:gd name="csY2" fmla="*/ 5173 h 11068"/>
                <a:gd name="csX3" fmla="*/ 33 w 7596"/>
                <a:gd name="csY3" fmla="*/ 1712 h 11068"/>
                <a:gd name="csX4" fmla="*/ 33 w 7596"/>
                <a:gd name="csY4" fmla="*/ 1821 h 11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96" h="11068">
                  <a:moveTo>
                    <a:pt x="33" y="1821"/>
                  </a:moveTo>
                  <a:cubicBezTo>
                    <a:pt x="33" y="1821"/>
                    <a:pt x="-602" y="13282"/>
                    <a:pt x="3716" y="10685"/>
                  </a:cubicBezTo>
                  <a:cubicBezTo>
                    <a:pt x="4350" y="10145"/>
                    <a:pt x="9748" y="8304"/>
                    <a:pt x="6637" y="5173"/>
                  </a:cubicBezTo>
                  <a:cubicBezTo>
                    <a:pt x="4795" y="3763"/>
                    <a:pt x="-412" y="-3158"/>
                    <a:pt x="33" y="1712"/>
                  </a:cubicBezTo>
                  <a:lnTo>
                    <a:pt x="33" y="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CD9DC922-9CAF-4562-5096-13B494695DF1}"/>
                </a:ext>
              </a:extLst>
            </p:cNvPr>
            <p:cNvSpPr/>
            <p:nvPr/>
          </p:nvSpPr>
          <p:spPr>
            <a:xfrm>
              <a:off x="7633351" y="4020608"/>
              <a:ext cx="42670" cy="15670"/>
            </a:xfrm>
            <a:custGeom>
              <a:avLst/>
              <a:gdLst>
                <a:gd name="csX0" fmla="*/ 41513 w 42670"/>
                <a:gd name="csY0" fmla="*/ 4974 h 15670"/>
                <a:gd name="csX1" fmla="*/ 25765 w 42670"/>
                <a:gd name="csY1" fmla="*/ 542 h 15670"/>
                <a:gd name="csX2" fmla="*/ 14462 w 42670"/>
                <a:gd name="csY2" fmla="*/ 2161 h 15670"/>
                <a:gd name="csX3" fmla="*/ 6080 w 42670"/>
                <a:gd name="csY3" fmla="*/ 973 h 15670"/>
                <a:gd name="csX4" fmla="*/ 1254 w 42670"/>
                <a:gd name="csY4" fmla="*/ 8219 h 15670"/>
                <a:gd name="csX5" fmla="*/ 17573 w 42670"/>
                <a:gd name="csY5" fmla="*/ 15356 h 15670"/>
                <a:gd name="csX6" fmla="*/ 41386 w 42670"/>
                <a:gd name="csY6" fmla="*/ 5082 h 15670"/>
                <a:gd name="csX7" fmla="*/ 41513 w 42670"/>
                <a:gd name="csY7" fmla="*/ 4974 h 15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70" h="15670">
                  <a:moveTo>
                    <a:pt x="41513" y="4974"/>
                  </a:moveTo>
                  <a:cubicBezTo>
                    <a:pt x="32178" y="757"/>
                    <a:pt x="29702" y="-976"/>
                    <a:pt x="25765" y="542"/>
                  </a:cubicBezTo>
                  <a:cubicBezTo>
                    <a:pt x="25765" y="542"/>
                    <a:pt x="18780" y="4434"/>
                    <a:pt x="14462" y="2161"/>
                  </a:cubicBezTo>
                  <a:cubicBezTo>
                    <a:pt x="13700" y="1945"/>
                    <a:pt x="9699" y="-1624"/>
                    <a:pt x="6080" y="973"/>
                  </a:cubicBezTo>
                  <a:cubicBezTo>
                    <a:pt x="4365" y="2700"/>
                    <a:pt x="-2874" y="5621"/>
                    <a:pt x="1254" y="8219"/>
                  </a:cubicBezTo>
                  <a:cubicBezTo>
                    <a:pt x="9445" y="13299"/>
                    <a:pt x="13128" y="16760"/>
                    <a:pt x="17573" y="15356"/>
                  </a:cubicBezTo>
                  <a:cubicBezTo>
                    <a:pt x="39989" y="8003"/>
                    <a:pt x="45577" y="7025"/>
                    <a:pt x="41386" y="5082"/>
                  </a:cubicBezTo>
                  <a:lnTo>
                    <a:pt x="41513" y="4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B12BDF16-BF74-88C6-519A-2F65F0345353}"/>
                </a:ext>
              </a:extLst>
            </p:cNvPr>
            <p:cNvSpPr/>
            <p:nvPr/>
          </p:nvSpPr>
          <p:spPr>
            <a:xfrm>
              <a:off x="7230987" y="3780434"/>
              <a:ext cx="390472" cy="243139"/>
            </a:xfrm>
            <a:custGeom>
              <a:avLst/>
              <a:gdLst>
                <a:gd name="csX0" fmla="*/ 238835 w 390472"/>
                <a:gd name="csY0" fmla="*/ 16974 h 243139"/>
                <a:gd name="csX1" fmla="*/ 200989 w 390472"/>
                <a:gd name="csY1" fmla="*/ 36874 h 243139"/>
                <a:gd name="csX2" fmla="*/ 178701 w 390472"/>
                <a:gd name="csY2" fmla="*/ 74721 h 243139"/>
                <a:gd name="csX3" fmla="*/ 163842 w 390472"/>
                <a:gd name="csY3" fmla="*/ 79699 h 243139"/>
                <a:gd name="csX4" fmla="*/ 150126 w 390472"/>
                <a:gd name="csY4" fmla="*/ 67151 h 243139"/>
                <a:gd name="csX5" fmla="*/ 90245 w 390472"/>
                <a:gd name="csY5" fmla="*/ 59366 h 243139"/>
                <a:gd name="csX6" fmla="*/ 46430 w 390472"/>
                <a:gd name="csY6" fmla="*/ 64230 h 243139"/>
                <a:gd name="csX7" fmla="*/ 37095 w 390472"/>
                <a:gd name="csY7" fmla="*/ 53416 h 243139"/>
                <a:gd name="csX8" fmla="*/ 20649 w 390472"/>
                <a:gd name="csY8" fmla="*/ 57525 h 243139"/>
                <a:gd name="csX9" fmla="*/ 20458 w 390472"/>
                <a:gd name="csY9" fmla="*/ 87376 h 243139"/>
                <a:gd name="csX10" fmla="*/ 6552 w 390472"/>
                <a:gd name="csY10" fmla="*/ 97968 h 243139"/>
                <a:gd name="csX11" fmla="*/ 6362 w 390472"/>
                <a:gd name="csY11" fmla="*/ 120250 h 243139"/>
                <a:gd name="csX12" fmla="*/ 4203 w 390472"/>
                <a:gd name="csY12" fmla="*/ 126625 h 243139"/>
                <a:gd name="csX13" fmla="*/ 4012 w 390472"/>
                <a:gd name="csY13" fmla="*/ 139389 h 243139"/>
                <a:gd name="csX14" fmla="*/ 2996 w 390472"/>
                <a:gd name="csY14" fmla="*/ 139065 h 243139"/>
                <a:gd name="csX15" fmla="*/ 3250 w 390472"/>
                <a:gd name="csY15" fmla="*/ 145117 h 243139"/>
                <a:gd name="csX16" fmla="*/ 9473 w 390472"/>
                <a:gd name="csY16" fmla="*/ 150959 h 243139"/>
                <a:gd name="csX17" fmla="*/ 25539 w 390472"/>
                <a:gd name="csY17" fmla="*/ 207296 h 243139"/>
                <a:gd name="csX18" fmla="*/ 24650 w 390472"/>
                <a:gd name="csY18" fmla="*/ 221679 h 243139"/>
                <a:gd name="csX19" fmla="*/ 31381 w 390472"/>
                <a:gd name="csY19" fmla="*/ 236817 h 243139"/>
                <a:gd name="csX20" fmla="*/ 31381 w 390472"/>
                <a:gd name="csY20" fmla="*/ 237471 h 243139"/>
                <a:gd name="csX21" fmla="*/ 40652 w 390472"/>
                <a:gd name="csY21" fmla="*/ 239414 h 243139"/>
                <a:gd name="csX22" fmla="*/ 53859 w 390472"/>
                <a:gd name="csY22" fmla="*/ 242551 h 243139"/>
                <a:gd name="csX23" fmla="*/ 68719 w 390472"/>
                <a:gd name="csY23" fmla="*/ 239090 h 243139"/>
                <a:gd name="csX24" fmla="*/ 75957 w 390472"/>
                <a:gd name="csY24" fmla="*/ 235629 h 243139"/>
                <a:gd name="csX25" fmla="*/ 84720 w 390472"/>
                <a:gd name="csY25" fmla="*/ 236385 h 243139"/>
                <a:gd name="csX26" fmla="*/ 89483 w 390472"/>
                <a:gd name="csY26" fmla="*/ 236061 h 243139"/>
                <a:gd name="csX27" fmla="*/ 92976 w 390472"/>
                <a:gd name="csY27" fmla="*/ 233572 h 243139"/>
                <a:gd name="csX28" fmla="*/ 98246 w 390472"/>
                <a:gd name="csY28" fmla="*/ 227521 h 243139"/>
                <a:gd name="csX29" fmla="*/ 105930 w 390472"/>
                <a:gd name="csY29" fmla="*/ 223844 h 243139"/>
                <a:gd name="csX30" fmla="*/ 116090 w 390472"/>
                <a:gd name="csY30" fmla="*/ 215297 h 243139"/>
                <a:gd name="csX31" fmla="*/ 152729 w 390472"/>
                <a:gd name="csY31" fmla="*/ 211620 h 243139"/>
                <a:gd name="csX32" fmla="*/ 161365 w 390472"/>
                <a:gd name="csY32" fmla="*/ 208597 h 243139"/>
                <a:gd name="csX33" fmla="*/ 182003 w 390472"/>
                <a:gd name="csY33" fmla="*/ 201676 h 243139"/>
                <a:gd name="csX34" fmla="*/ 196290 w 390472"/>
                <a:gd name="csY34" fmla="*/ 190322 h 243139"/>
                <a:gd name="csX35" fmla="*/ 214705 w 390472"/>
                <a:gd name="csY35" fmla="*/ 190538 h 243139"/>
                <a:gd name="csX36" fmla="*/ 230961 w 390472"/>
                <a:gd name="csY36" fmla="*/ 187185 h 243139"/>
                <a:gd name="csX37" fmla="*/ 244169 w 390472"/>
                <a:gd name="csY37" fmla="*/ 168694 h 243139"/>
                <a:gd name="csX38" fmla="*/ 273189 w 390472"/>
                <a:gd name="csY38" fmla="*/ 156909 h 243139"/>
                <a:gd name="csX39" fmla="*/ 285952 w 390472"/>
                <a:gd name="csY39" fmla="*/ 155391 h 243139"/>
                <a:gd name="csX40" fmla="*/ 297827 w 390472"/>
                <a:gd name="csY40" fmla="*/ 148577 h 243139"/>
                <a:gd name="csX41" fmla="*/ 338340 w 390472"/>
                <a:gd name="csY41" fmla="*/ 135712 h 243139"/>
                <a:gd name="csX42" fmla="*/ 358152 w 390472"/>
                <a:gd name="csY42" fmla="*/ 123057 h 243139"/>
                <a:gd name="csX43" fmla="*/ 358659 w 390472"/>
                <a:gd name="csY43" fmla="*/ 109220 h 243139"/>
                <a:gd name="csX44" fmla="*/ 371106 w 390472"/>
                <a:gd name="csY44" fmla="*/ 92456 h 243139"/>
                <a:gd name="csX45" fmla="*/ 390473 w 390472"/>
                <a:gd name="csY45" fmla="*/ 86830 h 243139"/>
                <a:gd name="csX46" fmla="*/ 344690 w 390472"/>
                <a:gd name="csY46" fmla="*/ 0 h 243139"/>
                <a:gd name="csX47" fmla="*/ 238771 w 390472"/>
                <a:gd name="csY47" fmla="*/ 16650 h 243139"/>
                <a:gd name="csX48" fmla="*/ 238835 w 390472"/>
                <a:gd name="csY48" fmla="*/ 16974 h 24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90472" h="243139">
                  <a:moveTo>
                    <a:pt x="238835" y="16974"/>
                  </a:moveTo>
                  <a:lnTo>
                    <a:pt x="200989" y="36874"/>
                  </a:lnTo>
                  <a:lnTo>
                    <a:pt x="178701" y="74721"/>
                  </a:lnTo>
                  <a:lnTo>
                    <a:pt x="163842" y="79699"/>
                  </a:lnTo>
                  <a:lnTo>
                    <a:pt x="150126" y="67151"/>
                  </a:lnTo>
                  <a:lnTo>
                    <a:pt x="90245" y="59366"/>
                  </a:lnTo>
                  <a:lnTo>
                    <a:pt x="46430" y="64230"/>
                  </a:lnTo>
                  <a:lnTo>
                    <a:pt x="37095" y="53416"/>
                  </a:lnTo>
                  <a:lnTo>
                    <a:pt x="20649" y="57525"/>
                  </a:lnTo>
                  <a:lnTo>
                    <a:pt x="20458" y="87376"/>
                  </a:lnTo>
                  <a:lnTo>
                    <a:pt x="6552" y="97968"/>
                  </a:lnTo>
                  <a:cubicBezTo>
                    <a:pt x="8520" y="115595"/>
                    <a:pt x="8965" y="117329"/>
                    <a:pt x="6362" y="120250"/>
                  </a:cubicBezTo>
                  <a:cubicBezTo>
                    <a:pt x="6044" y="120898"/>
                    <a:pt x="3441" y="122949"/>
                    <a:pt x="4203" y="126625"/>
                  </a:cubicBezTo>
                  <a:cubicBezTo>
                    <a:pt x="4838" y="132252"/>
                    <a:pt x="9156" y="140900"/>
                    <a:pt x="4012" y="139389"/>
                  </a:cubicBezTo>
                  <a:lnTo>
                    <a:pt x="2996" y="139065"/>
                  </a:lnTo>
                  <a:cubicBezTo>
                    <a:pt x="-1195" y="137763"/>
                    <a:pt x="-878" y="143173"/>
                    <a:pt x="3250" y="145117"/>
                  </a:cubicBezTo>
                  <a:cubicBezTo>
                    <a:pt x="4012" y="145656"/>
                    <a:pt x="8520" y="146742"/>
                    <a:pt x="9473" y="150959"/>
                  </a:cubicBezTo>
                  <a:cubicBezTo>
                    <a:pt x="20205" y="198000"/>
                    <a:pt x="27253" y="199403"/>
                    <a:pt x="25539" y="207296"/>
                  </a:cubicBezTo>
                  <a:cubicBezTo>
                    <a:pt x="24205" y="213138"/>
                    <a:pt x="22300" y="217894"/>
                    <a:pt x="24650" y="221679"/>
                  </a:cubicBezTo>
                  <a:cubicBezTo>
                    <a:pt x="30047" y="230441"/>
                    <a:pt x="31889" y="232709"/>
                    <a:pt x="31381" y="236817"/>
                  </a:cubicBezTo>
                  <a:lnTo>
                    <a:pt x="31381" y="237471"/>
                  </a:lnTo>
                  <a:cubicBezTo>
                    <a:pt x="30619" y="242335"/>
                    <a:pt x="35889" y="237255"/>
                    <a:pt x="40652" y="239414"/>
                  </a:cubicBezTo>
                  <a:cubicBezTo>
                    <a:pt x="44589" y="240709"/>
                    <a:pt x="49224" y="244608"/>
                    <a:pt x="53859" y="242551"/>
                  </a:cubicBezTo>
                  <a:cubicBezTo>
                    <a:pt x="63639" y="239738"/>
                    <a:pt x="65163" y="243091"/>
                    <a:pt x="68719" y="239090"/>
                  </a:cubicBezTo>
                  <a:cubicBezTo>
                    <a:pt x="69354" y="238658"/>
                    <a:pt x="71830" y="234442"/>
                    <a:pt x="75957" y="235629"/>
                  </a:cubicBezTo>
                  <a:cubicBezTo>
                    <a:pt x="77608" y="235953"/>
                    <a:pt x="83768" y="238766"/>
                    <a:pt x="84720" y="236385"/>
                  </a:cubicBezTo>
                  <a:cubicBezTo>
                    <a:pt x="85673" y="234226"/>
                    <a:pt x="89039" y="234226"/>
                    <a:pt x="89483" y="236061"/>
                  </a:cubicBezTo>
                  <a:cubicBezTo>
                    <a:pt x="89801" y="237795"/>
                    <a:pt x="91452" y="237795"/>
                    <a:pt x="92976" y="233572"/>
                  </a:cubicBezTo>
                  <a:cubicBezTo>
                    <a:pt x="93293" y="232925"/>
                    <a:pt x="94055" y="228384"/>
                    <a:pt x="98246" y="227521"/>
                  </a:cubicBezTo>
                  <a:cubicBezTo>
                    <a:pt x="99198" y="227197"/>
                    <a:pt x="103008" y="227197"/>
                    <a:pt x="105930" y="223844"/>
                  </a:cubicBezTo>
                  <a:cubicBezTo>
                    <a:pt x="109105" y="220167"/>
                    <a:pt x="111771" y="216059"/>
                    <a:pt x="116090" y="215297"/>
                  </a:cubicBezTo>
                  <a:cubicBezTo>
                    <a:pt x="144665" y="210541"/>
                    <a:pt x="153237" y="211620"/>
                    <a:pt x="152729" y="211620"/>
                  </a:cubicBezTo>
                  <a:cubicBezTo>
                    <a:pt x="157047" y="211620"/>
                    <a:pt x="161873" y="208274"/>
                    <a:pt x="161365" y="208597"/>
                  </a:cubicBezTo>
                  <a:cubicBezTo>
                    <a:pt x="168414" y="204597"/>
                    <a:pt x="176732" y="205892"/>
                    <a:pt x="182003" y="201676"/>
                  </a:cubicBezTo>
                  <a:lnTo>
                    <a:pt x="196290" y="190322"/>
                  </a:lnTo>
                  <a:cubicBezTo>
                    <a:pt x="203656" y="184480"/>
                    <a:pt x="210705" y="190754"/>
                    <a:pt x="214705" y="190538"/>
                  </a:cubicBezTo>
                  <a:cubicBezTo>
                    <a:pt x="225564" y="189998"/>
                    <a:pt x="228231" y="190214"/>
                    <a:pt x="230961" y="187185"/>
                  </a:cubicBezTo>
                  <a:cubicBezTo>
                    <a:pt x="244487" y="171939"/>
                    <a:pt x="238327" y="171399"/>
                    <a:pt x="244169" y="168694"/>
                  </a:cubicBezTo>
                  <a:cubicBezTo>
                    <a:pt x="263537" y="159715"/>
                    <a:pt x="268426" y="156801"/>
                    <a:pt x="273189" y="156909"/>
                  </a:cubicBezTo>
                  <a:cubicBezTo>
                    <a:pt x="276744" y="156801"/>
                    <a:pt x="281825" y="158204"/>
                    <a:pt x="285952" y="155391"/>
                  </a:cubicBezTo>
                  <a:cubicBezTo>
                    <a:pt x="290080" y="152470"/>
                    <a:pt x="293508" y="149663"/>
                    <a:pt x="297827" y="148577"/>
                  </a:cubicBezTo>
                  <a:cubicBezTo>
                    <a:pt x="335165" y="138957"/>
                    <a:pt x="336181" y="139713"/>
                    <a:pt x="338340" y="135712"/>
                  </a:cubicBezTo>
                  <a:cubicBezTo>
                    <a:pt x="346023" y="126625"/>
                    <a:pt x="358914" y="130194"/>
                    <a:pt x="358152" y="123057"/>
                  </a:cubicBezTo>
                  <a:cubicBezTo>
                    <a:pt x="357580" y="117221"/>
                    <a:pt x="356501" y="113005"/>
                    <a:pt x="358659" y="109220"/>
                  </a:cubicBezTo>
                  <a:cubicBezTo>
                    <a:pt x="366153" y="96457"/>
                    <a:pt x="366978" y="93751"/>
                    <a:pt x="371106" y="92456"/>
                  </a:cubicBezTo>
                  <a:cubicBezTo>
                    <a:pt x="378916" y="90183"/>
                    <a:pt x="385266" y="88348"/>
                    <a:pt x="390473" y="86830"/>
                  </a:cubicBezTo>
                  <a:lnTo>
                    <a:pt x="344690" y="0"/>
                  </a:lnTo>
                  <a:lnTo>
                    <a:pt x="238771" y="16650"/>
                  </a:lnTo>
                  <a:lnTo>
                    <a:pt x="238835" y="16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D062DAB3-1A5A-2B78-3B45-58779E60D710}"/>
                </a:ext>
              </a:extLst>
            </p:cNvPr>
            <p:cNvSpPr/>
            <p:nvPr/>
          </p:nvSpPr>
          <p:spPr>
            <a:xfrm>
              <a:off x="9460103" y="3603193"/>
              <a:ext cx="275821" cy="571079"/>
            </a:xfrm>
            <a:custGeom>
              <a:avLst/>
              <a:gdLst>
                <a:gd name="csX0" fmla="*/ 95694 w 275821"/>
                <a:gd name="csY0" fmla="*/ 510521 h 571079"/>
                <a:gd name="csX1" fmla="*/ 95758 w 275821"/>
                <a:gd name="csY1" fmla="*/ 510521 h 571079"/>
                <a:gd name="csX2" fmla="*/ 101155 w 275821"/>
                <a:gd name="csY2" fmla="*/ 510629 h 571079"/>
                <a:gd name="csX3" fmla="*/ 108141 w 275821"/>
                <a:gd name="csY3" fmla="*/ 520573 h 571079"/>
                <a:gd name="csX4" fmla="*/ 101727 w 275821"/>
                <a:gd name="csY4" fmla="*/ 529012 h 571079"/>
                <a:gd name="csX5" fmla="*/ 101917 w 275821"/>
                <a:gd name="csY5" fmla="*/ 562858 h 571079"/>
                <a:gd name="csX6" fmla="*/ 99758 w 275821"/>
                <a:gd name="csY6" fmla="*/ 568370 h 571079"/>
                <a:gd name="csX7" fmla="*/ 104839 w 275821"/>
                <a:gd name="csY7" fmla="*/ 571074 h 571079"/>
                <a:gd name="csX8" fmla="*/ 119888 w 275821"/>
                <a:gd name="csY8" fmla="*/ 560692 h 571079"/>
                <a:gd name="csX9" fmla="*/ 128905 w 275821"/>
                <a:gd name="csY9" fmla="*/ 549339 h 571079"/>
                <a:gd name="csX10" fmla="*/ 151003 w 275821"/>
                <a:gd name="csY10" fmla="*/ 538093 h 571079"/>
                <a:gd name="csX11" fmla="*/ 151003 w 275821"/>
                <a:gd name="csY11" fmla="*/ 530847 h 571079"/>
                <a:gd name="csX12" fmla="*/ 156590 w 275821"/>
                <a:gd name="csY12" fmla="*/ 533445 h 571079"/>
                <a:gd name="csX13" fmla="*/ 163513 w 275821"/>
                <a:gd name="csY13" fmla="*/ 532250 h 571079"/>
                <a:gd name="csX14" fmla="*/ 161480 w 275821"/>
                <a:gd name="csY14" fmla="*/ 523386 h 571079"/>
                <a:gd name="csX15" fmla="*/ 165608 w 275821"/>
                <a:gd name="csY15" fmla="*/ 523170 h 571079"/>
                <a:gd name="csX16" fmla="*/ 170688 w 275821"/>
                <a:gd name="csY16" fmla="*/ 519062 h 571079"/>
                <a:gd name="csX17" fmla="*/ 167005 w 275821"/>
                <a:gd name="csY17" fmla="*/ 510083 h 571079"/>
                <a:gd name="csX18" fmla="*/ 168211 w 275821"/>
                <a:gd name="csY18" fmla="*/ 508140 h 571079"/>
                <a:gd name="csX19" fmla="*/ 170116 w 275821"/>
                <a:gd name="csY19" fmla="*/ 508464 h 571079"/>
                <a:gd name="csX20" fmla="*/ 178053 w 275821"/>
                <a:gd name="csY20" fmla="*/ 495592 h 571079"/>
                <a:gd name="csX21" fmla="*/ 184341 w 275821"/>
                <a:gd name="csY21" fmla="*/ 501758 h 571079"/>
                <a:gd name="csX22" fmla="*/ 253174 w 275821"/>
                <a:gd name="csY22" fmla="*/ 470294 h 571079"/>
                <a:gd name="csX23" fmla="*/ 257048 w 275821"/>
                <a:gd name="csY23" fmla="*/ 463480 h 571079"/>
                <a:gd name="csX24" fmla="*/ 263017 w 275821"/>
                <a:gd name="csY24" fmla="*/ 456559 h 571079"/>
                <a:gd name="csX25" fmla="*/ 264287 w 275821"/>
                <a:gd name="csY25" fmla="*/ 433743 h 571079"/>
                <a:gd name="csX26" fmla="*/ 267526 w 275821"/>
                <a:gd name="csY26" fmla="*/ 425520 h 571079"/>
                <a:gd name="csX27" fmla="*/ 268605 w 275821"/>
                <a:gd name="csY27" fmla="*/ 419900 h 571079"/>
                <a:gd name="csX28" fmla="*/ 275653 w 275821"/>
                <a:gd name="csY28" fmla="*/ 416871 h 571079"/>
                <a:gd name="csX29" fmla="*/ 265938 w 275821"/>
                <a:gd name="csY29" fmla="*/ 372104 h 571079"/>
                <a:gd name="csX30" fmla="*/ 266891 w 275821"/>
                <a:gd name="csY30" fmla="*/ 366909 h 571079"/>
                <a:gd name="csX31" fmla="*/ 253365 w 275821"/>
                <a:gd name="csY31" fmla="*/ 322574 h 571079"/>
                <a:gd name="csX32" fmla="*/ 248476 w 275821"/>
                <a:gd name="csY32" fmla="*/ 312515 h 571079"/>
                <a:gd name="csX33" fmla="*/ 245999 w 275821"/>
                <a:gd name="csY33" fmla="*/ 311220 h 571079"/>
                <a:gd name="csX34" fmla="*/ 229743 w 275821"/>
                <a:gd name="csY34" fmla="*/ 288404 h 571079"/>
                <a:gd name="csX35" fmla="*/ 187578 w 275821"/>
                <a:gd name="csY35" fmla="*/ 251746 h 571079"/>
                <a:gd name="csX36" fmla="*/ 184086 w 275821"/>
                <a:gd name="csY36" fmla="*/ 244608 h 571079"/>
                <a:gd name="csX37" fmla="*/ 161798 w 275821"/>
                <a:gd name="csY37" fmla="*/ 220275 h 571079"/>
                <a:gd name="csX38" fmla="*/ 159956 w 275821"/>
                <a:gd name="csY38" fmla="*/ 209029 h 571079"/>
                <a:gd name="csX39" fmla="*/ 136906 w 275821"/>
                <a:gd name="csY39" fmla="*/ 187401 h 571079"/>
                <a:gd name="csX40" fmla="*/ 130492 w 275821"/>
                <a:gd name="csY40" fmla="*/ 169126 h 571079"/>
                <a:gd name="csX41" fmla="*/ 146114 w 275821"/>
                <a:gd name="csY41" fmla="*/ 133445 h 571079"/>
                <a:gd name="csX42" fmla="*/ 155321 w 275821"/>
                <a:gd name="csY42" fmla="*/ 130956 h 571079"/>
                <a:gd name="csX43" fmla="*/ 166878 w 275821"/>
                <a:gd name="csY43" fmla="*/ 115494 h 571079"/>
                <a:gd name="csX44" fmla="*/ 174244 w 275821"/>
                <a:gd name="csY44" fmla="*/ 101111 h 571079"/>
                <a:gd name="csX45" fmla="*/ 199327 w 275821"/>
                <a:gd name="csY45" fmla="*/ 95377 h 571079"/>
                <a:gd name="csX46" fmla="*/ 207772 w 275821"/>
                <a:gd name="csY46" fmla="*/ 80239 h 571079"/>
                <a:gd name="csX47" fmla="*/ 217233 w 275821"/>
                <a:gd name="csY47" fmla="*/ 77210 h 571079"/>
                <a:gd name="csX48" fmla="*/ 211772 w 275821"/>
                <a:gd name="csY48" fmla="*/ 66180 h 571079"/>
                <a:gd name="csX49" fmla="*/ 193421 w 275821"/>
                <a:gd name="csY49" fmla="*/ 68021 h 571079"/>
                <a:gd name="csX50" fmla="*/ 184214 w 275821"/>
                <a:gd name="csY50" fmla="*/ 57747 h 571079"/>
                <a:gd name="csX51" fmla="*/ 171196 w 275821"/>
                <a:gd name="csY51" fmla="*/ 56013 h 571079"/>
                <a:gd name="csX52" fmla="*/ 166751 w 275821"/>
                <a:gd name="csY52" fmla="*/ 37738 h 571079"/>
                <a:gd name="csX53" fmla="*/ 174878 w 275821"/>
                <a:gd name="csY53" fmla="*/ 37414 h 571079"/>
                <a:gd name="csX54" fmla="*/ 179895 w 275821"/>
                <a:gd name="csY54" fmla="*/ 18383 h 571079"/>
                <a:gd name="csX55" fmla="*/ 134620 w 275821"/>
                <a:gd name="csY55" fmla="*/ 11893 h 571079"/>
                <a:gd name="csX56" fmla="*/ 123698 w 275821"/>
                <a:gd name="csY56" fmla="*/ 0 h 571079"/>
                <a:gd name="csX57" fmla="*/ 107442 w 275821"/>
                <a:gd name="csY57" fmla="*/ 6490 h 571079"/>
                <a:gd name="csX58" fmla="*/ 104648 w 275821"/>
                <a:gd name="csY58" fmla="*/ 16764 h 571079"/>
                <a:gd name="csX59" fmla="*/ 84328 w 275821"/>
                <a:gd name="csY59" fmla="*/ 32766 h 571079"/>
                <a:gd name="csX60" fmla="*/ 75502 w 275821"/>
                <a:gd name="csY60" fmla="*/ 26708 h 571079"/>
                <a:gd name="csX61" fmla="*/ 68516 w 275821"/>
                <a:gd name="csY61" fmla="*/ 39795 h 571079"/>
                <a:gd name="csX62" fmla="*/ 47816 w 275821"/>
                <a:gd name="csY62" fmla="*/ 29197 h 571079"/>
                <a:gd name="csX63" fmla="*/ 35178 w 275821"/>
                <a:gd name="csY63" fmla="*/ 40659 h 571079"/>
                <a:gd name="csX64" fmla="*/ 12192 w 275821"/>
                <a:gd name="csY64" fmla="*/ 29953 h 571079"/>
                <a:gd name="csX65" fmla="*/ 0 w 275821"/>
                <a:gd name="csY65" fmla="*/ 44012 h 571079"/>
                <a:gd name="csX66" fmla="*/ 19558 w 275821"/>
                <a:gd name="csY66" fmla="*/ 69101 h 571079"/>
                <a:gd name="csX67" fmla="*/ 32003 w 275821"/>
                <a:gd name="csY67" fmla="*/ 64992 h 571079"/>
                <a:gd name="csX68" fmla="*/ 37084 w 275821"/>
                <a:gd name="csY68" fmla="*/ 80886 h 571079"/>
                <a:gd name="csX69" fmla="*/ 29654 w 275821"/>
                <a:gd name="csY69" fmla="*/ 93002 h 571079"/>
                <a:gd name="csX70" fmla="*/ 58293 w 275821"/>
                <a:gd name="csY70" fmla="*/ 111277 h 571079"/>
                <a:gd name="csX71" fmla="*/ 71438 w 275821"/>
                <a:gd name="csY71" fmla="*/ 98622 h 571079"/>
                <a:gd name="csX72" fmla="*/ 92328 w 275821"/>
                <a:gd name="csY72" fmla="*/ 108572 h 571079"/>
                <a:gd name="csX73" fmla="*/ 86042 w 275821"/>
                <a:gd name="csY73" fmla="*/ 118085 h 571079"/>
                <a:gd name="csX74" fmla="*/ 105219 w 275821"/>
                <a:gd name="csY74" fmla="*/ 131064 h 571079"/>
                <a:gd name="csX75" fmla="*/ 92710 w 275821"/>
                <a:gd name="csY75" fmla="*/ 151505 h 571079"/>
                <a:gd name="csX76" fmla="*/ 71310 w 275821"/>
                <a:gd name="csY76" fmla="*/ 148692 h 571079"/>
                <a:gd name="csX77" fmla="*/ 65595 w 275821"/>
                <a:gd name="csY77" fmla="*/ 164262 h 571079"/>
                <a:gd name="csX78" fmla="*/ 113411 w 275821"/>
                <a:gd name="csY78" fmla="*/ 188271 h 571079"/>
                <a:gd name="csX79" fmla="*/ 131381 w 275821"/>
                <a:gd name="csY79" fmla="*/ 220275 h 571079"/>
                <a:gd name="csX80" fmla="*/ 164719 w 275821"/>
                <a:gd name="csY80" fmla="*/ 253473 h 571079"/>
                <a:gd name="csX81" fmla="*/ 168846 w 275821"/>
                <a:gd name="csY81" fmla="*/ 271748 h 571079"/>
                <a:gd name="csX82" fmla="*/ 193611 w 275821"/>
                <a:gd name="csY82" fmla="*/ 285591 h 571079"/>
                <a:gd name="csX83" fmla="*/ 188404 w 275821"/>
                <a:gd name="csY83" fmla="*/ 297053 h 571079"/>
                <a:gd name="csX84" fmla="*/ 207390 w 275821"/>
                <a:gd name="csY84" fmla="*/ 316846 h 571079"/>
                <a:gd name="csX85" fmla="*/ 196088 w 275821"/>
                <a:gd name="csY85" fmla="*/ 360096 h 571079"/>
                <a:gd name="csX86" fmla="*/ 208470 w 275821"/>
                <a:gd name="csY86" fmla="*/ 382918 h 571079"/>
                <a:gd name="csX87" fmla="*/ 200089 w 275821"/>
                <a:gd name="csY87" fmla="*/ 399783 h 571079"/>
                <a:gd name="csX88" fmla="*/ 206184 w 275821"/>
                <a:gd name="csY88" fmla="*/ 425412 h 571079"/>
                <a:gd name="csX89" fmla="*/ 165481 w 275821"/>
                <a:gd name="csY89" fmla="*/ 436442 h 571079"/>
                <a:gd name="csX90" fmla="*/ 163449 w 275821"/>
                <a:gd name="csY90" fmla="*/ 450609 h 571079"/>
                <a:gd name="csX91" fmla="*/ 144145 w 275821"/>
                <a:gd name="csY91" fmla="*/ 446932 h 571079"/>
                <a:gd name="csX92" fmla="*/ 140144 w 275821"/>
                <a:gd name="csY92" fmla="*/ 463264 h 571079"/>
                <a:gd name="csX93" fmla="*/ 151003 w 275821"/>
                <a:gd name="csY93" fmla="*/ 472992 h 571079"/>
                <a:gd name="csX94" fmla="*/ 145669 w 275821"/>
                <a:gd name="csY94" fmla="*/ 490620 h 571079"/>
                <a:gd name="csX95" fmla="*/ 128460 w 275821"/>
                <a:gd name="csY95" fmla="*/ 480994 h 571079"/>
                <a:gd name="csX96" fmla="*/ 109982 w 275821"/>
                <a:gd name="csY96" fmla="*/ 482295 h 571079"/>
                <a:gd name="csX97" fmla="*/ 110680 w 275821"/>
                <a:gd name="csY97" fmla="*/ 492461 h 571079"/>
                <a:gd name="csX98" fmla="*/ 85407 w 275821"/>
                <a:gd name="csY98" fmla="*/ 501650 h 571079"/>
                <a:gd name="csX99" fmla="*/ 85407 w 275821"/>
                <a:gd name="csY99" fmla="*/ 501866 h 571079"/>
                <a:gd name="csX100" fmla="*/ 95758 w 275821"/>
                <a:gd name="csY100" fmla="*/ 509867 h 571079"/>
                <a:gd name="csX101" fmla="*/ 95694 w 275821"/>
                <a:gd name="csY101" fmla="*/ 510521 h 57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275821" h="571079">
                  <a:moveTo>
                    <a:pt x="95694" y="510521"/>
                  </a:moveTo>
                  <a:lnTo>
                    <a:pt x="95758" y="510521"/>
                  </a:lnTo>
                  <a:cubicBezTo>
                    <a:pt x="97282" y="509327"/>
                    <a:pt x="99758" y="509435"/>
                    <a:pt x="101155" y="510629"/>
                  </a:cubicBezTo>
                  <a:cubicBezTo>
                    <a:pt x="104457" y="513975"/>
                    <a:pt x="112140" y="517220"/>
                    <a:pt x="108141" y="520573"/>
                  </a:cubicBezTo>
                  <a:cubicBezTo>
                    <a:pt x="106934" y="521875"/>
                    <a:pt x="102044" y="524250"/>
                    <a:pt x="101727" y="529012"/>
                  </a:cubicBezTo>
                  <a:cubicBezTo>
                    <a:pt x="100838" y="554095"/>
                    <a:pt x="97599" y="561556"/>
                    <a:pt x="101917" y="562858"/>
                  </a:cubicBezTo>
                  <a:cubicBezTo>
                    <a:pt x="105092" y="563829"/>
                    <a:pt x="100203" y="567722"/>
                    <a:pt x="99758" y="568370"/>
                  </a:cubicBezTo>
                  <a:cubicBezTo>
                    <a:pt x="96647" y="571722"/>
                    <a:pt x="103886" y="570859"/>
                    <a:pt x="104839" y="571074"/>
                  </a:cubicBezTo>
                  <a:cubicBezTo>
                    <a:pt x="110363" y="571290"/>
                    <a:pt x="117983" y="564261"/>
                    <a:pt x="119888" y="560692"/>
                  </a:cubicBezTo>
                  <a:cubicBezTo>
                    <a:pt x="122491" y="556800"/>
                    <a:pt x="123889" y="551072"/>
                    <a:pt x="128905" y="549339"/>
                  </a:cubicBezTo>
                  <a:cubicBezTo>
                    <a:pt x="143319" y="543280"/>
                    <a:pt x="151828" y="543827"/>
                    <a:pt x="151003" y="538093"/>
                  </a:cubicBezTo>
                  <a:cubicBezTo>
                    <a:pt x="151003" y="537445"/>
                    <a:pt x="149987" y="532473"/>
                    <a:pt x="151003" y="530847"/>
                  </a:cubicBezTo>
                  <a:cubicBezTo>
                    <a:pt x="151955" y="529336"/>
                    <a:pt x="155956" y="533012"/>
                    <a:pt x="156590" y="533445"/>
                  </a:cubicBezTo>
                  <a:cubicBezTo>
                    <a:pt x="159956" y="536042"/>
                    <a:pt x="163004" y="532473"/>
                    <a:pt x="163513" y="532250"/>
                  </a:cubicBezTo>
                  <a:cubicBezTo>
                    <a:pt x="167322" y="529444"/>
                    <a:pt x="162116" y="524897"/>
                    <a:pt x="161480" y="523386"/>
                  </a:cubicBezTo>
                  <a:cubicBezTo>
                    <a:pt x="159003" y="519709"/>
                    <a:pt x="164909" y="522954"/>
                    <a:pt x="165608" y="523170"/>
                  </a:cubicBezTo>
                  <a:cubicBezTo>
                    <a:pt x="169608" y="524897"/>
                    <a:pt x="170243" y="519709"/>
                    <a:pt x="170688" y="519062"/>
                  </a:cubicBezTo>
                  <a:cubicBezTo>
                    <a:pt x="172403" y="514737"/>
                    <a:pt x="167767" y="511385"/>
                    <a:pt x="167005" y="510083"/>
                  </a:cubicBezTo>
                  <a:cubicBezTo>
                    <a:pt x="165798" y="508679"/>
                    <a:pt x="166370" y="507816"/>
                    <a:pt x="168211" y="508140"/>
                  </a:cubicBezTo>
                  <a:lnTo>
                    <a:pt x="170116" y="508464"/>
                  </a:lnTo>
                  <a:cubicBezTo>
                    <a:pt x="177482" y="509867"/>
                    <a:pt x="170878" y="493217"/>
                    <a:pt x="178053" y="495592"/>
                  </a:cubicBezTo>
                  <a:cubicBezTo>
                    <a:pt x="182372" y="497002"/>
                    <a:pt x="183642" y="501002"/>
                    <a:pt x="184341" y="501758"/>
                  </a:cubicBezTo>
                  <a:cubicBezTo>
                    <a:pt x="187642" y="507168"/>
                    <a:pt x="191326" y="500355"/>
                    <a:pt x="253174" y="470294"/>
                  </a:cubicBezTo>
                  <a:cubicBezTo>
                    <a:pt x="256921" y="468344"/>
                    <a:pt x="256857" y="464020"/>
                    <a:pt x="257048" y="463480"/>
                  </a:cubicBezTo>
                  <a:cubicBezTo>
                    <a:pt x="257810" y="459041"/>
                    <a:pt x="262255" y="457314"/>
                    <a:pt x="263017" y="456559"/>
                  </a:cubicBezTo>
                  <a:cubicBezTo>
                    <a:pt x="267779" y="453422"/>
                    <a:pt x="264414" y="446716"/>
                    <a:pt x="264287" y="433743"/>
                  </a:cubicBezTo>
                  <a:cubicBezTo>
                    <a:pt x="263969" y="428657"/>
                    <a:pt x="269367" y="430175"/>
                    <a:pt x="267526" y="425520"/>
                  </a:cubicBezTo>
                  <a:cubicBezTo>
                    <a:pt x="267526" y="424980"/>
                    <a:pt x="264160" y="419792"/>
                    <a:pt x="268605" y="419900"/>
                  </a:cubicBezTo>
                  <a:cubicBezTo>
                    <a:pt x="270002" y="419684"/>
                    <a:pt x="276987" y="421412"/>
                    <a:pt x="275653" y="416871"/>
                  </a:cubicBezTo>
                  <a:cubicBezTo>
                    <a:pt x="266764" y="381076"/>
                    <a:pt x="262128" y="375672"/>
                    <a:pt x="265938" y="372104"/>
                  </a:cubicBezTo>
                  <a:cubicBezTo>
                    <a:pt x="267081" y="371018"/>
                    <a:pt x="267526" y="368643"/>
                    <a:pt x="266891" y="366909"/>
                  </a:cubicBezTo>
                  <a:cubicBezTo>
                    <a:pt x="255206" y="331984"/>
                    <a:pt x="250889" y="327660"/>
                    <a:pt x="253365" y="322574"/>
                  </a:cubicBezTo>
                  <a:cubicBezTo>
                    <a:pt x="255206" y="318789"/>
                    <a:pt x="252285" y="314573"/>
                    <a:pt x="248476" y="312515"/>
                  </a:cubicBezTo>
                  <a:lnTo>
                    <a:pt x="245999" y="311220"/>
                  </a:lnTo>
                  <a:cubicBezTo>
                    <a:pt x="240792" y="308515"/>
                    <a:pt x="239522" y="303003"/>
                    <a:pt x="229743" y="288404"/>
                  </a:cubicBezTo>
                  <a:cubicBezTo>
                    <a:pt x="223583" y="278562"/>
                    <a:pt x="189166" y="259639"/>
                    <a:pt x="187578" y="251746"/>
                  </a:cubicBezTo>
                  <a:cubicBezTo>
                    <a:pt x="187325" y="251206"/>
                    <a:pt x="187134" y="247421"/>
                    <a:pt x="184086" y="244608"/>
                  </a:cubicBezTo>
                  <a:cubicBezTo>
                    <a:pt x="167767" y="228060"/>
                    <a:pt x="161480" y="226117"/>
                    <a:pt x="161798" y="220275"/>
                  </a:cubicBezTo>
                  <a:cubicBezTo>
                    <a:pt x="161671" y="217792"/>
                    <a:pt x="163513" y="212274"/>
                    <a:pt x="159956" y="209029"/>
                  </a:cubicBezTo>
                  <a:cubicBezTo>
                    <a:pt x="144399" y="195078"/>
                    <a:pt x="139509" y="192596"/>
                    <a:pt x="136906" y="187401"/>
                  </a:cubicBezTo>
                  <a:cubicBezTo>
                    <a:pt x="133350" y="178969"/>
                    <a:pt x="128651" y="174428"/>
                    <a:pt x="130492" y="169126"/>
                  </a:cubicBezTo>
                  <a:cubicBezTo>
                    <a:pt x="141224" y="141554"/>
                    <a:pt x="140017" y="133445"/>
                    <a:pt x="146114" y="133445"/>
                  </a:cubicBezTo>
                  <a:cubicBezTo>
                    <a:pt x="147383" y="133223"/>
                    <a:pt x="152273" y="134417"/>
                    <a:pt x="155321" y="130956"/>
                  </a:cubicBezTo>
                  <a:cubicBezTo>
                    <a:pt x="160845" y="124142"/>
                    <a:pt x="165353" y="120790"/>
                    <a:pt x="166878" y="115494"/>
                  </a:cubicBezTo>
                  <a:cubicBezTo>
                    <a:pt x="169354" y="109112"/>
                    <a:pt x="168910" y="101651"/>
                    <a:pt x="174244" y="101111"/>
                  </a:cubicBezTo>
                  <a:cubicBezTo>
                    <a:pt x="190182" y="98514"/>
                    <a:pt x="197294" y="100787"/>
                    <a:pt x="199327" y="95377"/>
                  </a:cubicBezTo>
                  <a:cubicBezTo>
                    <a:pt x="202374" y="88779"/>
                    <a:pt x="202692" y="81972"/>
                    <a:pt x="207772" y="80239"/>
                  </a:cubicBezTo>
                  <a:cubicBezTo>
                    <a:pt x="211265" y="79159"/>
                    <a:pt x="214313" y="78187"/>
                    <a:pt x="217233" y="77210"/>
                  </a:cubicBezTo>
                  <a:lnTo>
                    <a:pt x="211772" y="66180"/>
                  </a:lnTo>
                  <a:lnTo>
                    <a:pt x="193421" y="68021"/>
                  </a:lnTo>
                  <a:lnTo>
                    <a:pt x="184214" y="57747"/>
                  </a:lnTo>
                  <a:lnTo>
                    <a:pt x="171196" y="56013"/>
                  </a:lnTo>
                  <a:lnTo>
                    <a:pt x="166751" y="37738"/>
                  </a:lnTo>
                  <a:lnTo>
                    <a:pt x="174878" y="37414"/>
                  </a:lnTo>
                  <a:lnTo>
                    <a:pt x="179895" y="18383"/>
                  </a:lnTo>
                  <a:lnTo>
                    <a:pt x="134620" y="11893"/>
                  </a:lnTo>
                  <a:lnTo>
                    <a:pt x="123698" y="0"/>
                  </a:lnTo>
                  <a:lnTo>
                    <a:pt x="107442" y="6490"/>
                  </a:lnTo>
                  <a:lnTo>
                    <a:pt x="104648" y="16764"/>
                  </a:lnTo>
                  <a:lnTo>
                    <a:pt x="84328" y="32766"/>
                  </a:lnTo>
                  <a:lnTo>
                    <a:pt x="75502" y="26708"/>
                  </a:lnTo>
                  <a:lnTo>
                    <a:pt x="68516" y="39795"/>
                  </a:lnTo>
                  <a:lnTo>
                    <a:pt x="47816" y="29197"/>
                  </a:lnTo>
                  <a:lnTo>
                    <a:pt x="35178" y="40659"/>
                  </a:lnTo>
                  <a:lnTo>
                    <a:pt x="12192" y="29953"/>
                  </a:lnTo>
                  <a:lnTo>
                    <a:pt x="0" y="44012"/>
                  </a:lnTo>
                  <a:lnTo>
                    <a:pt x="19558" y="69101"/>
                  </a:lnTo>
                  <a:lnTo>
                    <a:pt x="32003" y="64992"/>
                  </a:lnTo>
                  <a:lnTo>
                    <a:pt x="37084" y="80886"/>
                  </a:lnTo>
                  <a:lnTo>
                    <a:pt x="29654" y="93002"/>
                  </a:lnTo>
                  <a:lnTo>
                    <a:pt x="58293" y="111277"/>
                  </a:lnTo>
                  <a:lnTo>
                    <a:pt x="71438" y="98622"/>
                  </a:lnTo>
                  <a:lnTo>
                    <a:pt x="92328" y="108572"/>
                  </a:lnTo>
                  <a:lnTo>
                    <a:pt x="86042" y="118085"/>
                  </a:lnTo>
                  <a:lnTo>
                    <a:pt x="105219" y="131064"/>
                  </a:lnTo>
                  <a:lnTo>
                    <a:pt x="92710" y="151505"/>
                  </a:lnTo>
                  <a:lnTo>
                    <a:pt x="71310" y="148692"/>
                  </a:lnTo>
                  <a:lnTo>
                    <a:pt x="65595" y="164262"/>
                  </a:lnTo>
                  <a:lnTo>
                    <a:pt x="113411" y="188271"/>
                  </a:lnTo>
                  <a:lnTo>
                    <a:pt x="131381" y="220275"/>
                  </a:lnTo>
                  <a:lnTo>
                    <a:pt x="164719" y="253473"/>
                  </a:lnTo>
                  <a:lnTo>
                    <a:pt x="168846" y="271748"/>
                  </a:lnTo>
                  <a:lnTo>
                    <a:pt x="193611" y="285591"/>
                  </a:lnTo>
                  <a:lnTo>
                    <a:pt x="188404" y="297053"/>
                  </a:lnTo>
                  <a:lnTo>
                    <a:pt x="207390" y="316846"/>
                  </a:lnTo>
                  <a:lnTo>
                    <a:pt x="196088" y="360096"/>
                  </a:lnTo>
                  <a:lnTo>
                    <a:pt x="208470" y="382918"/>
                  </a:lnTo>
                  <a:lnTo>
                    <a:pt x="200089" y="399783"/>
                  </a:lnTo>
                  <a:lnTo>
                    <a:pt x="206184" y="425412"/>
                  </a:lnTo>
                  <a:lnTo>
                    <a:pt x="165481" y="436442"/>
                  </a:lnTo>
                  <a:lnTo>
                    <a:pt x="163449" y="450609"/>
                  </a:lnTo>
                  <a:lnTo>
                    <a:pt x="144145" y="446932"/>
                  </a:lnTo>
                  <a:lnTo>
                    <a:pt x="140144" y="463264"/>
                  </a:lnTo>
                  <a:lnTo>
                    <a:pt x="151003" y="472992"/>
                  </a:lnTo>
                  <a:lnTo>
                    <a:pt x="145669" y="490620"/>
                  </a:lnTo>
                  <a:lnTo>
                    <a:pt x="128460" y="480994"/>
                  </a:lnTo>
                  <a:lnTo>
                    <a:pt x="109982" y="482295"/>
                  </a:lnTo>
                  <a:lnTo>
                    <a:pt x="110680" y="492461"/>
                  </a:lnTo>
                  <a:lnTo>
                    <a:pt x="85407" y="501650"/>
                  </a:lnTo>
                  <a:lnTo>
                    <a:pt x="85407" y="501866"/>
                  </a:lnTo>
                  <a:cubicBezTo>
                    <a:pt x="89471" y="507168"/>
                    <a:pt x="91884" y="512356"/>
                    <a:pt x="95758" y="509867"/>
                  </a:cubicBezTo>
                  <a:lnTo>
                    <a:pt x="95694" y="5105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384649C-737F-A220-0B77-D9798CF4B8E2}"/>
                </a:ext>
              </a:extLst>
            </p:cNvPr>
            <p:cNvSpPr/>
            <p:nvPr/>
          </p:nvSpPr>
          <p:spPr>
            <a:xfrm>
              <a:off x="7731759" y="2672562"/>
              <a:ext cx="645223" cy="373938"/>
            </a:xfrm>
            <a:custGeom>
              <a:avLst/>
              <a:gdLst>
                <a:gd name="csX0" fmla="*/ 95821 w 645223"/>
                <a:gd name="csY0" fmla="*/ 432 h 373938"/>
                <a:gd name="csX1" fmla="*/ 0 w 645223"/>
                <a:gd name="csY1" fmla="*/ 26168 h 373938"/>
                <a:gd name="csX2" fmla="*/ 0 w 645223"/>
                <a:gd name="csY2" fmla="*/ 196272 h 373938"/>
                <a:gd name="csX3" fmla="*/ 42228 w 645223"/>
                <a:gd name="csY3" fmla="*/ 194539 h 373938"/>
                <a:gd name="csX4" fmla="*/ 39497 w 645223"/>
                <a:gd name="csY4" fmla="*/ 166859 h 373938"/>
                <a:gd name="csX5" fmla="*/ 73152 w 645223"/>
                <a:gd name="csY5" fmla="*/ 141878 h 373938"/>
                <a:gd name="csX6" fmla="*/ 86360 w 645223"/>
                <a:gd name="csY6" fmla="*/ 151066 h 373938"/>
                <a:gd name="csX7" fmla="*/ 94806 w 645223"/>
                <a:gd name="csY7" fmla="*/ 146526 h 373938"/>
                <a:gd name="csX8" fmla="*/ 99378 w 645223"/>
                <a:gd name="csY8" fmla="*/ 127711 h 373938"/>
                <a:gd name="csX9" fmla="*/ 126873 w 645223"/>
                <a:gd name="csY9" fmla="*/ 147282 h 373938"/>
                <a:gd name="csX10" fmla="*/ 152083 w 645223"/>
                <a:gd name="csY10" fmla="*/ 149987 h 373938"/>
                <a:gd name="csX11" fmla="*/ 152718 w 645223"/>
                <a:gd name="csY11" fmla="*/ 186430 h 373938"/>
                <a:gd name="csX12" fmla="*/ 170497 w 645223"/>
                <a:gd name="csY12" fmla="*/ 204705 h 373938"/>
                <a:gd name="csX13" fmla="*/ 199263 w 645223"/>
                <a:gd name="csY13" fmla="*/ 204705 h 373938"/>
                <a:gd name="csX14" fmla="*/ 199263 w 645223"/>
                <a:gd name="csY14" fmla="*/ 191618 h 373938"/>
                <a:gd name="csX15" fmla="*/ 222631 w 645223"/>
                <a:gd name="csY15" fmla="*/ 200381 h 373938"/>
                <a:gd name="csX16" fmla="*/ 227647 w 645223"/>
                <a:gd name="csY16" fmla="*/ 224384 h 373938"/>
                <a:gd name="csX17" fmla="*/ 241618 w 645223"/>
                <a:gd name="csY17" fmla="*/ 233686 h 373938"/>
                <a:gd name="csX18" fmla="*/ 246444 w 645223"/>
                <a:gd name="csY18" fmla="*/ 254121 h 373938"/>
                <a:gd name="csX19" fmla="*/ 299593 w 645223"/>
                <a:gd name="csY19" fmla="*/ 291541 h 373938"/>
                <a:gd name="csX20" fmla="*/ 315595 w 645223"/>
                <a:gd name="csY20" fmla="*/ 294348 h 373938"/>
                <a:gd name="csX21" fmla="*/ 360426 w 645223"/>
                <a:gd name="csY21" fmla="*/ 326682 h 373938"/>
                <a:gd name="csX22" fmla="*/ 372110 w 645223"/>
                <a:gd name="csY22" fmla="*/ 326034 h 373938"/>
                <a:gd name="csX23" fmla="*/ 398653 w 645223"/>
                <a:gd name="csY23" fmla="*/ 337496 h 373938"/>
                <a:gd name="csX24" fmla="*/ 395859 w 645223"/>
                <a:gd name="csY24" fmla="*/ 364534 h 373938"/>
                <a:gd name="csX25" fmla="*/ 413068 w 645223"/>
                <a:gd name="csY25" fmla="*/ 364534 h 373938"/>
                <a:gd name="csX26" fmla="*/ 423672 w 645223"/>
                <a:gd name="csY26" fmla="*/ 373939 h 373938"/>
                <a:gd name="csX27" fmla="*/ 439674 w 645223"/>
                <a:gd name="csY27" fmla="*/ 370910 h 373938"/>
                <a:gd name="csX28" fmla="*/ 463359 w 645223"/>
                <a:gd name="csY28" fmla="*/ 331445 h 373938"/>
                <a:gd name="csX29" fmla="*/ 454470 w 645223"/>
                <a:gd name="csY29" fmla="*/ 319437 h 373938"/>
                <a:gd name="csX30" fmla="*/ 456121 w 645223"/>
                <a:gd name="csY30" fmla="*/ 298247 h 373938"/>
                <a:gd name="csX31" fmla="*/ 440182 w 645223"/>
                <a:gd name="csY31" fmla="*/ 294348 h 373938"/>
                <a:gd name="csX32" fmla="*/ 425704 w 645223"/>
                <a:gd name="csY32" fmla="*/ 281591 h 373938"/>
                <a:gd name="csX33" fmla="*/ 434340 w 645223"/>
                <a:gd name="csY33" fmla="*/ 265913 h 373938"/>
                <a:gd name="csX34" fmla="*/ 468122 w 645223"/>
                <a:gd name="csY34" fmla="*/ 270453 h 373938"/>
                <a:gd name="csX35" fmla="*/ 478092 w 645223"/>
                <a:gd name="csY35" fmla="*/ 247637 h 373938"/>
                <a:gd name="csX36" fmla="*/ 496189 w 645223"/>
                <a:gd name="csY36" fmla="*/ 240284 h 373938"/>
                <a:gd name="csX37" fmla="*/ 494221 w 645223"/>
                <a:gd name="csY37" fmla="*/ 225685 h 373938"/>
                <a:gd name="csX38" fmla="*/ 503872 w 645223"/>
                <a:gd name="csY38" fmla="*/ 212814 h 373938"/>
                <a:gd name="csX39" fmla="*/ 514859 w 645223"/>
                <a:gd name="csY39" fmla="*/ 222117 h 373938"/>
                <a:gd name="csX40" fmla="*/ 539814 w 645223"/>
                <a:gd name="csY40" fmla="*/ 204273 h 373938"/>
                <a:gd name="csX41" fmla="*/ 554419 w 645223"/>
                <a:gd name="csY41" fmla="*/ 215411 h 373938"/>
                <a:gd name="csX42" fmla="*/ 537084 w 645223"/>
                <a:gd name="csY42" fmla="*/ 231305 h 373938"/>
                <a:gd name="csX43" fmla="*/ 555372 w 645223"/>
                <a:gd name="csY43" fmla="*/ 240176 h 373938"/>
                <a:gd name="csX44" fmla="*/ 571945 w 645223"/>
                <a:gd name="csY44" fmla="*/ 234982 h 373938"/>
                <a:gd name="csX45" fmla="*/ 600266 w 645223"/>
                <a:gd name="csY45" fmla="*/ 237255 h 373938"/>
                <a:gd name="csX46" fmla="*/ 614490 w 645223"/>
                <a:gd name="csY46" fmla="*/ 222656 h 373938"/>
                <a:gd name="csX47" fmla="*/ 629603 w 645223"/>
                <a:gd name="csY47" fmla="*/ 224060 h 373938"/>
                <a:gd name="csX48" fmla="*/ 645223 w 645223"/>
                <a:gd name="csY48" fmla="*/ 209893 h 373938"/>
                <a:gd name="csX49" fmla="*/ 603186 w 645223"/>
                <a:gd name="csY49" fmla="*/ 197459 h 373938"/>
                <a:gd name="csX50" fmla="*/ 602044 w 645223"/>
                <a:gd name="csY50" fmla="*/ 185890 h 373938"/>
                <a:gd name="csX51" fmla="*/ 586232 w 645223"/>
                <a:gd name="csY51" fmla="*/ 180372 h 373938"/>
                <a:gd name="csX52" fmla="*/ 576897 w 645223"/>
                <a:gd name="csY52" fmla="*/ 200165 h 373938"/>
                <a:gd name="csX53" fmla="*/ 553657 w 645223"/>
                <a:gd name="csY53" fmla="*/ 184702 h 373938"/>
                <a:gd name="csX54" fmla="*/ 540321 w 645223"/>
                <a:gd name="csY54" fmla="*/ 180480 h 373938"/>
                <a:gd name="csX55" fmla="*/ 573024 w 645223"/>
                <a:gd name="csY55" fmla="*/ 156801 h 373938"/>
                <a:gd name="csX56" fmla="*/ 563182 w 645223"/>
                <a:gd name="csY56" fmla="*/ 143066 h 373938"/>
                <a:gd name="csX57" fmla="*/ 538671 w 645223"/>
                <a:gd name="csY57" fmla="*/ 148152 h 373938"/>
                <a:gd name="csX58" fmla="*/ 488697 w 645223"/>
                <a:gd name="csY58" fmla="*/ 182537 h 373938"/>
                <a:gd name="csX59" fmla="*/ 488124 w 645223"/>
                <a:gd name="csY59" fmla="*/ 191726 h 373938"/>
                <a:gd name="csX60" fmla="*/ 471996 w 645223"/>
                <a:gd name="csY60" fmla="*/ 203733 h 373938"/>
                <a:gd name="csX61" fmla="*/ 466916 w 645223"/>
                <a:gd name="csY61" fmla="*/ 218548 h 373938"/>
                <a:gd name="csX62" fmla="*/ 446913 w 645223"/>
                <a:gd name="csY62" fmla="*/ 207734 h 373938"/>
                <a:gd name="csX63" fmla="*/ 450152 w 645223"/>
                <a:gd name="csY63" fmla="*/ 195294 h 373938"/>
                <a:gd name="csX64" fmla="*/ 440182 w 645223"/>
                <a:gd name="csY64" fmla="*/ 188049 h 373938"/>
                <a:gd name="csX65" fmla="*/ 401320 w 645223"/>
                <a:gd name="csY65" fmla="*/ 198539 h 373938"/>
                <a:gd name="csX66" fmla="*/ 393636 w 645223"/>
                <a:gd name="csY66" fmla="*/ 161772 h 373938"/>
                <a:gd name="csX67" fmla="*/ 374968 w 645223"/>
                <a:gd name="csY67" fmla="*/ 161557 h 373938"/>
                <a:gd name="csX68" fmla="*/ 378270 w 645223"/>
                <a:gd name="csY68" fmla="*/ 117437 h 373938"/>
                <a:gd name="csX69" fmla="*/ 366078 w 645223"/>
                <a:gd name="csY69" fmla="*/ 120466 h 373938"/>
                <a:gd name="csX70" fmla="*/ 334455 w 645223"/>
                <a:gd name="csY70" fmla="*/ 83268 h 373938"/>
                <a:gd name="csX71" fmla="*/ 316294 w 645223"/>
                <a:gd name="csY71" fmla="*/ 92348 h 373938"/>
                <a:gd name="csX72" fmla="*/ 267907 w 645223"/>
                <a:gd name="csY72" fmla="*/ 88132 h 373938"/>
                <a:gd name="csX73" fmla="*/ 225489 w 645223"/>
                <a:gd name="csY73" fmla="*/ 95377 h 373938"/>
                <a:gd name="csX74" fmla="*/ 188468 w 645223"/>
                <a:gd name="csY74" fmla="*/ 53854 h 373938"/>
                <a:gd name="csX75" fmla="*/ 168720 w 645223"/>
                <a:gd name="csY75" fmla="*/ 42393 h 373938"/>
                <a:gd name="csX76" fmla="*/ 159448 w 645223"/>
                <a:gd name="csY76" fmla="*/ 55258 h 373938"/>
                <a:gd name="csX77" fmla="*/ 154686 w 645223"/>
                <a:gd name="csY77" fmla="*/ 59798 h 373938"/>
                <a:gd name="csX78" fmla="*/ 149479 w 645223"/>
                <a:gd name="csY78" fmla="*/ 63259 h 373938"/>
                <a:gd name="csX79" fmla="*/ 143320 w 645223"/>
                <a:gd name="csY79" fmla="*/ 64560 h 373938"/>
                <a:gd name="csX80" fmla="*/ 123190 w 645223"/>
                <a:gd name="csY80" fmla="*/ 61639 h 373938"/>
                <a:gd name="csX81" fmla="*/ 119380 w 645223"/>
                <a:gd name="csY81" fmla="*/ 57855 h 373938"/>
                <a:gd name="csX82" fmla="*/ 118173 w 645223"/>
                <a:gd name="csY82" fmla="*/ 50502 h 373938"/>
                <a:gd name="csX83" fmla="*/ 120397 w 645223"/>
                <a:gd name="csY83" fmla="*/ 45091 h 373938"/>
                <a:gd name="csX84" fmla="*/ 120459 w 645223"/>
                <a:gd name="csY84" fmla="*/ 45091 h 373938"/>
                <a:gd name="csX85" fmla="*/ 122555 w 645223"/>
                <a:gd name="csY85" fmla="*/ 39688 h 373938"/>
                <a:gd name="csX86" fmla="*/ 121793 w 645223"/>
                <a:gd name="csY86" fmla="*/ 35903 h 373938"/>
                <a:gd name="csX87" fmla="*/ 122746 w 645223"/>
                <a:gd name="csY87" fmla="*/ 29629 h 373938"/>
                <a:gd name="csX88" fmla="*/ 128397 w 645223"/>
                <a:gd name="csY88" fmla="*/ 18923 h 373938"/>
                <a:gd name="csX89" fmla="*/ 95695 w 645223"/>
                <a:gd name="csY89" fmla="*/ 0 h 373938"/>
                <a:gd name="csX90" fmla="*/ 95821 w 645223"/>
                <a:gd name="csY90" fmla="*/ 432 h 37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645223" h="373938">
                  <a:moveTo>
                    <a:pt x="95821" y="432"/>
                  </a:moveTo>
                  <a:lnTo>
                    <a:pt x="0" y="26168"/>
                  </a:lnTo>
                  <a:lnTo>
                    <a:pt x="0" y="196272"/>
                  </a:lnTo>
                  <a:lnTo>
                    <a:pt x="42228" y="194539"/>
                  </a:lnTo>
                  <a:lnTo>
                    <a:pt x="39497" y="166859"/>
                  </a:lnTo>
                  <a:lnTo>
                    <a:pt x="73152" y="141878"/>
                  </a:lnTo>
                  <a:lnTo>
                    <a:pt x="86360" y="151066"/>
                  </a:lnTo>
                  <a:lnTo>
                    <a:pt x="94806" y="146526"/>
                  </a:lnTo>
                  <a:lnTo>
                    <a:pt x="99378" y="127711"/>
                  </a:lnTo>
                  <a:lnTo>
                    <a:pt x="126873" y="147282"/>
                  </a:lnTo>
                  <a:lnTo>
                    <a:pt x="152083" y="149987"/>
                  </a:lnTo>
                  <a:lnTo>
                    <a:pt x="152718" y="186430"/>
                  </a:lnTo>
                  <a:lnTo>
                    <a:pt x="170497" y="204705"/>
                  </a:lnTo>
                  <a:lnTo>
                    <a:pt x="199263" y="204705"/>
                  </a:lnTo>
                  <a:lnTo>
                    <a:pt x="199263" y="191618"/>
                  </a:lnTo>
                  <a:lnTo>
                    <a:pt x="222631" y="200381"/>
                  </a:lnTo>
                  <a:lnTo>
                    <a:pt x="227647" y="224384"/>
                  </a:lnTo>
                  <a:lnTo>
                    <a:pt x="241618" y="233686"/>
                  </a:lnTo>
                  <a:lnTo>
                    <a:pt x="246444" y="254121"/>
                  </a:lnTo>
                  <a:lnTo>
                    <a:pt x="299593" y="291541"/>
                  </a:lnTo>
                  <a:lnTo>
                    <a:pt x="315595" y="294348"/>
                  </a:lnTo>
                  <a:lnTo>
                    <a:pt x="360426" y="326682"/>
                  </a:lnTo>
                  <a:lnTo>
                    <a:pt x="372110" y="326034"/>
                  </a:lnTo>
                  <a:lnTo>
                    <a:pt x="398653" y="337496"/>
                  </a:lnTo>
                  <a:lnTo>
                    <a:pt x="395859" y="364534"/>
                  </a:lnTo>
                  <a:lnTo>
                    <a:pt x="413068" y="364534"/>
                  </a:lnTo>
                  <a:lnTo>
                    <a:pt x="423672" y="373939"/>
                  </a:lnTo>
                  <a:lnTo>
                    <a:pt x="439674" y="370910"/>
                  </a:lnTo>
                  <a:lnTo>
                    <a:pt x="463359" y="331445"/>
                  </a:lnTo>
                  <a:lnTo>
                    <a:pt x="454470" y="319437"/>
                  </a:lnTo>
                  <a:lnTo>
                    <a:pt x="456121" y="298247"/>
                  </a:lnTo>
                  <a:lnTo>
                    <a:pt x="440182" y="294348"/>
                  </a:lnTo>
                  <a:lnTo>
                    <a:pt x="425704" y="281591"/>
                  </a:lnTo>
                  <a:lnTo>
                    <a:pt x="434340" y="265913"/>
                  </a:lnTo>
                  <a:lnTo>
                    <a:pt x="468122" y="270453"/>
                  </a:lnTo>
                  <a:lnTo>
                    <a:pt x="478092" y="247637"/>
                  </a:lnTo>
                  <a:lnTo>
                    <a:pt x="496189" y="240284"/>
                  </a:lnTo>
                  <a:lnTo>
                    <a:pt x="494221" y="225685"/>
                  </a:lnTo>
                  <a:lnTo>
                    <a:pt x="503872" y="212814"/>
                  </a:lnTo>
                  <a:lnTo>
                    <a:pt x="514859" y="222117"/>
                  </a:lnTo>
                  <a:lnTo>
                    <a:pt x="539814" y="204273"/>
                  </a:lnTo>
                  <a:lnTo>
                    <a:pt x="554419" y="215411"/>
                  </a:lnTo>
                  <a:lnTo>
                    <a:pt x="537084" y="231305"/>
                  </a:lnTo>
                  <a:lnTo>
                    <a:pt x="555372" y="240176"/>
                  </a:lnTo>
                  <a:lnTo>
                    <a:pt x="571945" y="234982"/>
                  </a:lnTo>
                  <a:lnTo>
                    <a:pt x="600266" y="237255"/>
                  </a:lnTo>
                  <a:lnTo>
                    <a:pt x="614490" y="222656"/>
                  </a:lnTo>
                  <a:lnTo>
                    <a:pt x="629603" y="224060"/>
                  </a:lnTo>
                  <a:lnTo>
                    <a:pt x="645223" y="209893"/>
                  </a:lnTo>
                  <a:lnTo>
                    <a:pt x="603186" y="197459"/>
                  </a:lnTo>
                  <a:lnTo>
                    <a:pt x="602044" y="185890"/>
                  </a:lnTo>
                  <a:lnTo>
                    <a:pt x="586232" y="180372"/>
                  </a:lnTo>
                  <a:lnTo>
                    <a:pt x="576897" y="200165"/>
                  </a:lnTo>
                  <a:lnTo>
                    <a:pt x="553657" y="184702"/>
                  </a:lnTo>
                  <a:lnTo>
                    <a:pt x="540321" y="180480"/>
                  </a:lnTo>
                  <a:lnTo>
                    <a:pt x="573024" y="156801"/>
                  </a:lnTo>
                  <a:lnTo>
                    <a:pt x="563182" y="143066"/>
                  </a:lnTo>
                  <a:lnTo>
                    <a:pt x="538671" y="148152"/>
                  </a:lnTo>
                  <a:lnTo>
                    <a:pt x="488697" y="182537"/>
                  </a:lnTo>
                  <a:lnTo>
                    <a:pt x="488124" y="191726"/>
                  </a:lnTo>
                  <a:lnTo>
                    <a:pt x="471996" y="203733"/>
                  </a:lnTo>
                  <a:lnTo>
                    <a:pt x="466916" y="218548"/>
                  </a:lnTo>
                  <a:lnTo>
                    <a:pt x="446913" y="207734"/>
                  </a:lnTo>
                  <a:lnTo>
                    <a:pt x="450152" y="195294"/>
                  </a:lnTo>
                  <a:lnTo>
                    <a:pt x="440182" y="188049"/>
                  </a:lnTo>
                  <a:lnTo>
                    <a:pt x="401320" y="198539"/>
                  </a:lnTo>
                  <a:lnTo>
                    <a:pt x="393636" y="161772"/>
                  </a:lnTo>
                  <a:lnTo>
                    <a:pt x="374968" y="161557"/>
                  </a:lnTo>
                  <a:lnTo>
                    <a:pt x="378270" y="117437"/>
                  </a:lnTo>
                  <a:lnTo>
                    <a:pt x="366078" y="120466"/>
                  </a:lnTo>
                  <a:lnTo>
                    <a:pt x="334455" y="83268"/>
                  </a:lnTo>
                  <a:lnTo>
                    <a:pt x="316294" y="92348"/>
                  </a:lnTo>
                  <a:lnTo>
                    <a:pt x="267907" y="88132"/>
                  </a:lnTo>
                  <a:lnTo>
                    <a:pt x="225489" y="95377"/>
                  </a:lnTo>
                  <a:lnTo>
                    <a:pt x="188468" y="53854"/>
                  </a:lnTo>
                  <a:lnTo>
                    <a:pt x="168720" y="42393"/>
                  </a:lnTo>
                  <a:lnTo>
                    <a:pt x="159448" y="55258"/>
                  </a:lnTo>
                  <a:cubicBezTo>
                    <a:pt x="158369" y="56775"/>
                    <a:pt x="156210" y="58826"/>
                    <a:pt x="154686" y="59798"/>
                  </a:cubicBezTo>
                  <a:lnTo>
                    <a:pt x="149479" y="63259"/>
                  </a:lnTo>
                  <a:cubicBezTo>
                    <a:pt x="147955" y="64237"/>
                    <a:pt x="145161" y="64884"/>
                    <a:pt x="143320" y="64560"/>
                  </a:cubicBezTo>
                  <a:lnTo>
                    <a:pt x="123190" y="61639"/>
                  </a:lnTo>
                  <a:cubicBezTo>
                    <a:pt x="121348" y="61424"/>
                    <a:pt x="119634" y="59690"/>
                    <a:pt x="119380" y="57855"/>
                  </a:cubicBezTo>
                  <a:lnTo>
                    <a:pt x="118173" y="50502"/>
                  </a:lnTo>
                  <a:cubicBezTo>
                    <a:pt x="117856" y="48660"/>
                    <a:pt x="118872" y="46285"/>
                    <a:pt x="120397" y="45091"/>
                  </a:cubicBezTo>
                  <a:lnTo>
                    <a:pt x="120459" y="45091"/>
                  </a:lnTo>
                  <a:cubicBezTo>
                    <a:pt x="121857" y="43904"/>
                    <a:pt x="122872" y="41523"/>
                    <a:pt x="122555" y="39688"/>
                  </a:cubicBezTo>
                  <a:lnTo>
                    <a:pt x="121793" y="35903"/>
                  </a:lnTo>
                  <a:cubicBezTo>
                    <a:pt x="121476" y="34061"/>
                    <a:pt x="121793" y="31255"/>
                    <a:pt x="122746" y="29629"/>
                  </a:cubicBezTo>
                  <a:lnTo>
                    <a:pt x="128397" y="18923"/>
                  </a:lnTo>
                  <a:lnTo>
                    <a:pt x="95695" y="0"/>
                  </a:lnTo>
                  <a:lnTo>
                    <a:pt x="95821" y="4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7D3DC72A-E54A-1EBC-B6F6-E6B7CFD4C5FC}"/>
                </a:ext>
              </a:extLst>
            </p:cNvPr>
            <p:cNvSpPr/>
            <p:nvPr/>
          </p:nvSpPr>
          <p:spPr>
            <a:xfrm>
              <a:off x="12099590" y="2281727"/>
              <a:ext cx="30512" cy="15477"/>
            </a:xfrm>
            <a:custGeom>
              <a:avLst/>
              <a:gdLst>
                <a:gd name="csX0" fmla="*/ 27640 w 30512"/>
                <a:gd name="csY0" fmla="*/ 3269 h 15477"/>
                <a:gd name="csX1" fmla="*/ 1795 w 30512"/>
                <a:gd name="csY1" fmla="*/ 132 h 15477"/>
                <a:gd name="csX2" fmla="*/ 10876 w 30512"/>
                <a:gd name="csY2" fmla="*/ 13759 h 15477"/>
                <a:gd name="csX3" fmla="*/ 28592 w 30512"/>
                <a:gd name="csY3" fmla="*/ 11708 h 15477"/>
                <a:gd name="csX4" fmla="*/ 27640 w 30512"/>
                <a:gd name="csY4" fmla="*/ 3269 h 15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512" h="15477">
                  <a:moveTo>
                    <a:pt x="27640" y="3269"/>
                  </a:moveTo>
                  <a:cubicBezTo>
                    <a:pt x="24591" y="-2135"/>
                    <a:pt x="17670" y="1002"/>
                    <a:pt x="1795" y="132"/>
                  </a:cubicBezTo>
                  <a:cubicBezTo>
                    <a:pt x="-2777" y="132"/>
                    <a:pt x="1795" y="3701"/>
                    <a:pt x="10876" y="13759"/>
                  </a:cubicBezTo>
                  <a:cubicBezTo>
                    <a:pt x="13923" y="17004"/>
                    <a:pt x="16908" y="15277"/>
                    <a:pt x="28592" y="11708"/>
                  </a:cubicBezTo>
                  <a:cubicBezTo>
                    <a:pt x="33164" y="10298"/>
                    <a:pt x="28211" y="4786"/>
                    <a:pt x="27640" y="32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97E1850-134E-2576-AB52-5BB8E128A72A}"/>
                </a:ext>
              </a:extLst>
            </p:cNvPr>
            <p:cNvSpPr/>
            <p:nvPr/>
          </p:nvSpPr>
          <p:spPr>
            <a:xfrm>
              <a:off x="12127925" y="2306608"/>
              <a:ext cx="16008" cy="15333"/>
            </a:xfrm>
            <a:custGeom>
              <a:avLst/>
              <a:gdLst>
                <a:gd name="csX0" fmla="*/ 12385 w 16008"/>
                <a:gd name="csY0" fmla="*/ 448 h 15333"/>
                <a:gd name="csX1" fmla="*/ 1400 w 16008"/>
                <a:gd name="csY1" fmla="*/ 9859 h 15333"/>
                <a:gd name="csX2" fmla="*/ 16005 w 16008"/>
                <a:gd name="csY2" fmla="*/ 12888 h 15333"/>
                <a:gd name="csX3" fmla="*/ 12385 w 16008"/>
                <a:gd name="csY3" fmla="*/ 448 h 1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008" h="15333">
                  <a:moveTo>
                    <a:pt x="12385" y="448"/>
                  </a:moveTo>
                  <a:cubicBezTo>
                    <a:pt x="2670" y="5966"/>
                    <a:pt x="-2728" y="8018"/>
                    <a:pt x="1400" y="9859"/>
                  </a:cubicBezTo>
                  <a:cubicBezTo>
                    <a:pt x="8194" y="12132"/>
                    <a:pt x="16195" y="18940"/>
                    <a:pt x="16005" y="12888"/>
                  </a:cubicBezTo>
                  <a:cubicBezTo>
                    <a:pt x="15243" y="7910"/>
                    <a:pt x="17084" y="-2250"/>
                    <a:pt x="12385" y="4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0A1DFE3D-47CE-7C11-464E-510C1D85776C}"/>
                </a:ext>
              </a:extLst>
            </p:cNvPr>
            <p:cNvSpPr/>
            <p:nvPr/>
          </p:nvSpPr>
          <p:spPr>
            <a:xfrm>
              <a:off x="7601413" y="3555563"/>
              <a:ext cx="9400" cy="10430"/>
            </a:xfrm>
            <a:custGeom>
              <a:avLst/>
              <a:gdLst>
                <a:gd name="csX0" fmla="*/ 3727 w 9400"/>
                <a:gd name="csY0" fmla="*/ 589 h 10430"/>
                <a:gd name="csX1" fmla="*/ 489 w 9400"/>
                <a:gd name="csY1" fmla="*/ 6323 h 10430"/>
                <a:gd name="csX2" fmla="*/ 5759 w 9400"/>
                <a:gd name="csY2" fmla="*/ 9784 h 10430"/>
                <a:gd name="csX3" fmla="*/ 8934 w 9400"/>
                <a:gd name="csY3" fmla="*/ 3402 h 10430"/>
                <a:gd name="csX4" fmla="*/ 3727 w 9400"/>
                <a:gd name="csY4" fmla="*/ 589 h 1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00" h="10430">
                  <a:moveTo>
                    <a:pt x="3727" y="589"/>
                  </a:moveTo>
                  <a:cubicBezTo>
                    <a:pt x="3093" y="1135"/>
                    <a:pt x="-1480" y="2431"/>
                    <a:pt x="489" y="6323"/>
                  </a:cubicBezTo>
                  <a:cubicBezTo>
                    <a:pt x="489" y="6323"/>
                    <a:pt x="2330" y="12381"/>
                    <a:pt x="5759" y="9784"/>
                  </a:cubicBezTo>
                  <a:cubicBezTo>
                    <a:pt x="6330" y="9244"/>
                    <a:pt x="10839" y="7295"/>
                    <a:pt x="8934" y="3402"/>
                  </a:cubicBezTo>
                  <a:cubicBezTo>
                    <a:pt x="8363" y="2862"/>
                    <a:pt x="7283" y="-1570"/>
                    <a:pt x="3727" y="5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6AF7D7B-8FFC-DEFA-8077-B0A407EB6C32}"/>
                </a:ext>
              </a:extLst>
            </p:cNvPr>
            <p:cNvSpPr/>
            <p:nvPr/>
          </p:nvSpPr>
          <p:spPr>
            <a:xfrm>
              <a:off x="7645291" y="3561605"/>
              <a:ext cx="12183" cy="9389"/>
            </a:xfrm>
            <a:custGeom>
              <a:avLst/>
              <a:gdLst>
                <a:gd name="csX0" fmla="*/ 9824 w 12183"/>
                <a:gd name="csY0" fmla="*/ 65 h 9389"/>
                <a:gd name="csX1" fmla="*/ 616 w 12183"/>
                <a:gd name="csY1" fmla="*/ 6231 h 9389"/>
                <a:gd name="csX2" fmla="*/ 1378 w 12183"/>
                <a:gd name="csY2" fmla="*/ 7202 h 9389"/>
                <a:gd name="csX3" fmla="*/ 9824 w 12183"/>
                <a:gd name="csY3" fmla="*/ 172 h 9389"/>
                <a:gd name="csX4" fmla="*/ 9824 w 12183"/>
                <a:gd name="csY4" fmla="*/ 65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83" h="9389">
                  <a:moveTo>
                    <a:pt x="9824" y="65"/>
                  </a:moveTo>
                  <a:cubicBezTo>
                    <a:pt x="6268" y="1684"/>
                    <a:pt x="-2368" y="2008"/>
                    <a:pt x="616" y="6231"/>
                  </a:cubicBezTo>
                  <a:lnTo>
                    <a:pt x="1378" y="7202"/>
                  </a:lnTo>
                  <a:cubicBezTo>
                    <a:pt x="7348" y="15311"/>
                    <a:pt x="16555" y="-1885"/>
                    <a:pt x="9824" y="172"/>
                  </a:cubicBezTo>
                  <a:lnTo>
                    <a:pt x="9824" y="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F12CC282-33FF-CC67-9171-39F39A6749DD}"/>
                </a:ext>
              </a:extLst>
            </p:cNvPr>
            <p:cNvSpPr/>
            <p:nvPr/>
          </p:nvSpPr>
          <p:spPr>
            <a:xfrm>
              <a:off x="7566279" y="3506089"/>
              <a:ext cx="182498" cy="129438"/>
            </a:xfrm>
            <a:custGeom>
              <a:avLst/>
              <a:gdLst>
                <a:gd name="csX0" fmla="*/ 169418 w 182498"/>
                <a:gd name="csY0" fmla="*/ 80023 h 129438"/>
                <a:gd name="csX1" fmla="*/ 167132 w 182498"/>
                <a:gd name="csY1" fmla="*/ 61633 h 129438"/>
                <a:gd name="csX2" fmla="*/ 157480 w 182498"/>
                <a:gd name="csY2" fmla="*/ 60554 h 129438"/>
                <a:gd name="csX3" fmla="*/ 157924 w 182498"/>
                <a:gd name="csY3" fmla="*/ 42710 h 129438"/>
                <a:gd name="csX4" fmla="*/ 182499 w 182498"/>
                <a:gd name="csY4" fmla="*/ 41091 h 129438"/>
                <a:gd name="csX5" fmla="*/ 181927 w 182498"/>
                <a:gd name="csY5" fmla="*/ 38494 h 129438"/>
                <a:gd name="csX6" fmla="*/ 180213 w 182498"/>
                <a:gd name="csY6" fmla="*/ 18599 h 129438"/>
                <a:gd name="csX7" fmla="*/ 164846 w 182498"/>
                <a:gd name="csY7" fmla="*/ 0 h 129438"/>
                <a:gd name="csX8" fmla="*/ 162433 w 182498"/>
                <a:gd name="csY8" fmla="*/ 2699 h 129438"/>
                <a:gd name="csX9" fmla="*/ 109982 w 182498"/>
                <a:gd name="csY9" fmla="*/ 52660 h 129438"/>
                <a:gd name="csX10" fmla="*/ 108014 w 182498"/>
                <a:gd name="csY10" fmla="*/ 59150 h 129438"/>
                <a:gd name="csX11" fmla="*/ 103886 w 182498"/>
                <a:gd name="csY11" fmla="*/ 58394 h 129438"/>
                <a:gd name="csX12" fmla="*/ 100140 w 182498"/>
                <a:gd name="csY12" fmla="*/ 58070 h 129438"/>
                <a:gd name="csX13" fmla="*/ 94043 w 182498"/>
                <a:gd name="csY13" fmla="*/ 65424 h 129438"/>
                <a:gd name="csX14" fmla="*/ 83439 w 182498"/>
                <a:gd name="csY14" fmla="*/ 69748 h 129438"/>
                <a:gd name="csX15" fmla="*/ 73787 w 182498"/>
                <a:gd name="csY15" fmla="*/ 67475 h 129438"/>
                <a:gd name="csX16" fmla="*/ 36385 w 182498"/>
                <a:gd name="csY16" fmla="*/ 66072 h 129438"/>
                <a:gd name="csX17" fmla="*/ 24764 w 182498"/>
                <a:gd name="csY17" fmla="*/ 73425 h 129438"/>
                <a:gd name="csX18" fmla="*/ 8572 w 182498"/>
                <a:gd name="csY18" fmla="*/ 68554 h 129438"/>
                <a:gd name="csX19" fmla="*/ 4952 w 182498"/>
                <a:gd name="csY19" fmla="*/ 60985 h 129438"/>
                <a:gd name="csX20" fmla="*/ 0 w 182498"/>
                <a:gd name="csY20" fmla="*/ 58826 h 129438"/>
                <a:gd name="csX21" fmla="*/ 0 w 182498"/>
                <a:gd name="csY21" fmla="*/ 76994 h 129438"/>
                <a:gd name="csX22" fmla="*/ 29845 w 182498"/>
                <a:gd name="csY22" fmla="*/ 116897 h 129438"/>
                <a:gd name="csX23" fmla="*/ 134747 w 182498"/>
                <a:gd name="csY23" fmla="*/ 129438 h 129438"/>
                <a:gd name="csX24" fmla="*/ 149289 w 182498"/>
                <a:gd name="csY24" fmla="*/ 83807 h 129438"/>
                <a:gd name="csX25" fmla="*/ 169481 w 182498"/>
                <a:gd name="csY25" fmla="*/ 79908 h 129438"/>
                <a:gd name="csX26" fmla="*/ 169418 w 182498"/>
                <a:gd name="csY26" fmla="*/ 80023 h 12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2498" h="129438">
                  <a:moveTo>
                    <a:pt x="169418" y="80023"/>
                  </a:moveTo>
                  <a:lnTo>
                    <a:pt x="167132" y="61633"/>
                  </a:lnTo>
                  <a:lnTo>
                    <a:pt x="157480" y="60554"/>
                  </a:lnTo>
                  <a:lnTo>
                    <a:pt x="157924" y="42710"/>
                  </a:lnTo>
                  <a:lnTo>
                    <a:pt x="182499" y="41091"/>
                  </a:lnTo>
                  <a:cubicBezTo>
                    <a:pt x="182181" y="40227"/>
                    <a:pt x="182054" y="39465"/>
                    <a:pt x="181927" y="38494"/>
                  </a:cubicBezTo>
                  <a:cubicBezTo>
                    <a:pt x="181165" y="30709"/>
                    <a:pt x="180530" y="23247"/>
                    <a:pt x="180213" y="18599"/>
                  </a:cubicBezTo>
                  <a:lnTo>
                    <a:pt x="164846" y="0"/>
                  </a:lnTo>
                  <a:cubicBezTo>
                    <a:pt x="164084" y="972"/>
                    <a:pt x="163322" y="1835"/>
                    <a:pt x="162433" y="2699"/>
                  </a:cubicBezTo>
                  <a:cubicBezTo>
                    <a:pt x="123189" y="38817"/>
                    <a:pt x="102362" y="49200"/>
                    <a:pt x="109982" y="52660"/>
                  </a:cubicBezTo>
                  <a:cubicBezTo>
                    <a:pt x="113982" y="54502"/>
                    <a:pt x="107696" y="59798"/>
                    <a:pt x="108014" y="59150"/>
                  </a:cubicBezTo>
                  <a:cubicBezTo>
                    <a:pt x="105664" y="61633"/>
                    <a:pt x="103251" y="57963"/>
                    <a:pt x="103886" y="58394"/>
                  </a:cubicBezTo>
                  <a:cubicBezTo>
                    <a:pt x="103060" y="56769"/>
                    <a:pt x="101282" y="56661"/>
                    <a:pt x="100140" y="58070"/>
                  </a:cubicBezTo>
                  <a:lnTo>
                    <a:pt x="94043" y="65424"/>
                  </a:lnTo>
                  <a:cubicBezTo>
                    <a:pt x="90995" y="69100"/>
                    <a:pt x="82931" y="69964"/>
                    <a:pt x="83439" y="69748"/>
                  </a:cubicBezTo>
                  <a:cubicBezTo>
                    <a:pt x="78994" y="70720"/>
                    <a:pt x="73278" y="67259"/>
                    <a:pt x="73787" y="67475"/>
                  </a:cubicBezTo>
                  <a:cubicBezTo>
                    <a:pt x="68707" y="64986"/>
                    <a:pt x="40259" y="62503"/>
                    <a:pt x="36385" y="66072"/>
                  </a:cubicBezTo>
                  <a:cubicBezTo>
                    <a:pt x="32893" y="68770"/>
                    <a:pt x="29972" y="73965"/>
                    <a:pt x="24764" y="73425"/>
                  </a:cubicBezTo>
                  <a:cubicBezTo>
                    <a:pt x="16637" y="71907"/>
                    <a:pt x="8953" y="73965"/>
                    <a:pt x="8572" y="68554"/>
                  </a:cubicBezTo>
                  <a:cubicBezTo>
                    <a:pt x="8318" y="67691"/>
                    <a:pt x="9080" y="62719"/>
                    <a:pt x="4952" y="60985"/>
                  </a:cubicBezTo>
                  <a:lnTo>
                    <a:pt x="0" y="58826"/>
                  </a:lnTo>
                  <a:lnTo>
                    <a:pt x="0" y="76994"/>
                  </a:lnTo>
                  <a:lnTo>
                    <a:pt x="29845" y="116897"/>
                  </a:lnTo>
                  <a:lnTo>
                    <a:pt x="134747" y="129438"/>
                  </a:lnTo>
                  <a:lnTo>
                    <a:pt x="149289" y="83807"/>
                  </a:lnTo>
                  <a:lnTo>
                    <a:pt x="169481" y="79908"/>
                  </a:lnTo>
                  <a:lnTo>
                    <a:pt x="169418" y="800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B36B9AE9-A703-9C43-4ADC-CE1AF890473B}"/>
                </a:ext>
              </a:extLst>
            </p:cNvPr>
            <p:cNvSpPr/>
            <p:nvPr/>
          </p:nvSpPr>
          <p:spPr>
            <a:xfrm>
              <a:off x="7600271" y="2800489"/>
              <a:ext cx="530141" cy="331552"/>
            </a:xfrm>
            <a:custGeom>
              <a:avLst/>
              <a:gdLst>
                <a:gd name="csX0" fmla="*/ 397236 w 530141"/>
                <a:gd name="csY0" fmla="*/ 318897 h 331552"/>
                <a:gd name="csX1" fmla="*/ 397427 w 530141"/>
                <a:gd name="csY1" fmla="*/ 301708 h 331552"/>
                <a:gd name="csX2" fmla="*/ 452735 w 530141"/>
                <a:gd name="csY2" fmla="*/ 280403 h 331552"/>
                <a:gd name="csX3" fmla="*/ 461943 w 530141"/>
                <a:gd name="csY3" fmla="*/ 246443 h 331552"/>
                <a:gd name="csX4" fmla="*/ 488994 w 530141"/>
                <a:gd name="csY4" fmla="*/ 242767 h 331552"/>
                <a:gd name="csX5" fmla="*/ 493756 w 530141"/>
                <a:gd name="csY5" fmla="*/ 228168 h 331552"/>
                <a:gd name="csX6" fmla="*/ 527347 w 530141"/>
                <a:gd name="csY6" fmla="*/ 236823 h 331552"/>
                <a:gd name="csX7" fmla="*/ 530142 w 530141"/>
                <a:gd name="csY7" fmla="*/ 209785 h 331552"/>
                <a:gd name="csX8" fmla="*/ 503598 w 530141"/>
                <a:gd name="csY8" fmla="*/ 198323 h 331552"/>
                <a:gd name="csX9" fmla="*/ 491915 w 530141"/>
                <a:gd name="csY9" fmla="*/ 198971 h 331552"/>
                <a:gd name="csX10" fmla="*/ 447148 w 530141"/>
                <a:gd name="csY10" fmla="*/ 166643 h 331552"/>
                <a:gd name="csX11" fmla="*/ 431082 w 530141"/>
                <a:gd name="csY11" fmla="*/ 163830 h 331552"/>
                <a:gd name="csX12" fmla="*/ 377932 w 530141"/>
                <a:gd name="csY12" fmla="*/ 126416 h 331552"/>
                <a:gd name="csX13" fmla="*/ 373106 w 530141"/>
                <a:gd name="csY13" fmla="*/ 105975 h 331552"/>
                <a:gd name="csX14" fmla="*/ 359136 w 530141"/>
                <a:gd name="csY14" fmla="*/ 96672 h 331552"/>
                <a:gd name="csX15" fmla="*/ 354120 w 530141"/>
                <a:gd name="csY15" fmla="*/ 72669 h 331552"/>
                <a:gd name="csX16" fmla="*/ 330752 w 530141"/>
                <a:gd name="csY16" fmla="*/ 63913 h 331552"/>
                <a:gd name="csX17" fmla="*/ 330752 w 530141"/>
                <a:gd name="csY17" fmla="*/ 76994 h 331552"/>
                <a:gd name="csX18" fmla="*/ 301986 w 530141"/>
                <a:gd name="csY18" fmla="*/ 76994 h 331552"/>
                <a:gd name="csX19" fmla="*/ 284206 w 530141"/>
                <a:gd name="csY19" fmla="*/ 58719 h 331552"/>
                <a:gd name="csX20" fmla="*/ 283572 w 530141"/>
                <a:gd name="csY20" fmla="*/ 22276 h 331552"/>
                <a:gd name="csX21" fmla="*/ 258361 w 530141"/>
                <a:gd name="csY21" fmla="*/ 19571 h 331552"/>
                <a:gd name="csX22" fmla="*/ 230866 w 530141"/>
                <a:gd name="csY22" fmla="*/ 0 h 331552"/>
                <a:gd name="csX23" fmla="*/ 226294 w 530141"/>
                <a:gd name="csY23" fmla="*/ 18815 h 331552"/>
                <a:gd name="csX24" fmla="*/ 217848 w 530141"/>
                <a:gd name="csY24" fmla="*/ 23355 h 331552"/>
                <a:gd name="csX25" fmla="*/ 204641 w 530141"/>
                <a:gd name="csY25" fmla="*/ 14167 h 331552"/>
                <a:gd name="csX26" fmla="*/ 170985 w 530141"/>
                <a:gd name="csY26" fmla="*/ 39148 h 331552"/>
                <a:gd name="csX27" fmla="*/ 173716 w 530141"/>
                <a:gd name="csY27" fmla="*/ 66827 h 331552"/>
                <a:gd name="csX28" fmla="*/ 109010 w 530141"/>
                <a:gd name="csY28" fmla="*/ 69424 h 331552"/>
                <a:gd name="csX29" fmla="*/ 96627 w 530141"/>
                <a:gd name="csY29" fmla="*/ 39903 h 331552"/>
                <a:gd name="csX30" fmla="*/ 66655 w 530141"/>
                <a:gd name="csY30" fmla="*/ 10922 h 331552"/>
                <a:gd name="csX31" fmla="*/ 29889 w 530141"/>
                <a:gd name="csY31" fmla="*/ 10922 h 331552"/>
                <a:gd name="csX32" fmla="*/ 997 w 530141"/>
                <a:gd name="csY32" fmla="*/ 34061 h 331552"/>
                <a:gd name="csX33" fmla="*/ 107 w 530141"/>
                <a:gd name="csY33" fmla="*/ 39580 h 331552"/>
                <a:gd name="csX34" fmla="*/ 2457 w 530141"/>
                <a:gd name="csY34" fmla="*/ 44875 h 331552"/>
                <a:gd name="csX35" fmla="*/ 4679 w 530141"/>
                <a:gd name="csY35" fmla="*/ 50286 h 331552"/>
                <a:gd name="csX36" fmla="*/ 12553 w 530141"/>
                <a:gd name="csY36" fmla="*/ 62719 h 331552"/>
                <a:gd name="csX37" fmla="*/ 16363 w 530141"/>
                <a:gd name="csY37" fmla="*/ 77857 h 331552"/>
                <a:gd name="csX38" fmla="*/ 12235 w 530141"/>
                <a:gd name="csY38" fmla="*/ 95377 h 331552"/>
                <a:gd name="csX39" fmla="*/ 13506 w 530141"/>
                <a:gd name="csY39" fmla="*/ 120682 h 331552"/>
                <a:gd name="csX40" fmla="*/ 24047 w 530141"/>
                <a:gd name="csY40" fmla="*/ 118847 h 331552"/>
                <a:gd name="csX41" fmla="*/ 33000 w 530141"/>
                <a:gd name="csY41" fmla="*/ 120034 h 331552"/>
                <a:gd name="csX42" fmla="*/ 37445 w 530141"/>
                <a:gd name="csY42" fmla="*/ 127495 h 331552"/>
                <a:gd name="csX43" fmla="*/ 38715 w 530141"/>
                <a:gd name="csY43" fmla="*/ 132791 h 331552"/>
                <a:gd name="csX44" fmla="*/ 34080 w 530141"/>
                <a:gd name="csY44" fmla="*/ 138633 h 331552"/>
                <a:gd name="csX45" fmla="*/ 28365 w 530141"/>
                <a:gd name="csY45" fmla="*/ 135820 h 331552"/>
                <a:gd name="csX46" fmla="*/ 25952 w 530141"/>
                <a:gd name="csY46" fmla="*/ 140468 h 331552"/>
                <a:gd name="csX47" fmla="*/ 26650 w 530141"/>
                <a:gd name="csY47" fmla="*/ 150851 h 331552"/>
                <a:gd name="csX48" fmla="*/ 28999 w 530141"/>
                <a:gd name="csY48" fmla="*/ 149555 h 331552"/>
                <a:gd name="csX49" fmla="*/ 41319 w 530141"/>
                <a:gd name="csY49" fmla="*/ 151067 h 331552"/>
                <a:gd name="csX50" fmla="*/ 46209 w 530141"/>
                <a:gd name="csY50" fmla="*/ 158096 h 331552"/>
                <a:gd name="csX51" fmla="*/ 54527 w 530141"/>
                <a:gd name="csY51" fmla="*/ 162966 h 331552"/>
                <a:gd name="csX52" fmla="*/ 56685 w 530141"/>
                <a:gd name="csY52" fmla="*/ 167183 h 331552"/>
                <a:gd name="csX53" fmla="*/ 52812 w 530141"/>
                <a:gd name="csY53" fmla="*/ 177889 h 331552"/>
                <a:gd name="csX54" fmla="*/ 52812 w 530141"/>
                <a:gd name="csY54" fmla="*/ 197891 h 331552"/>
                <a:gd name="csX55" fmla="*/ 51542 w 530141"/>
                <a:gd name="csY55" fmla="*/ 208274 h 331552"/>
                <a:gd name="csX56" fmla="*/ 56051 w 530141"/>
                <a:gd name="csY56" fmla="*/ 239636 h 331552"/>
                <a:gd name="csX57" fmla="*/ 87102 w 530141"/>
                <a:gd name="csY57" fmla="*/ 231521 h 331552"/>
                <a:gd name="csX58" fmla="*/ 103803 w 530141"/>
                <a:gd name="csY58" fmla="*/ 210001 h 331552"/>
                <a:gd name="csX59" fmla="*/ 141014 w 530141"/>
                <a:gd name="csY59" fmla="*/ 207410 h 331552"/>
                <a:gd name="csX60" fmla="*/ 148698 w 530141"/>
                <a:gd name="csY60" fmla="*/ 198755 h 331552"/>
                <a:gd name="csX61" fmla="*/ 181210 w 530141"/>
                <a:gd name="csY61" fmla="*/ 198755 h 331552"/>
                <a:gd name="csX62" fmla="*/ 185591 w 530141"/>
                <a:gd name="csY62" fmla="*/ 211734 h 331552"/>
                <a:gd name="csX63" fmla="*/ 256266 w 530141"/>
                <a:gd name="csY63" fmla="*/ 226981 h 331552"/>
                <a:gd name="csX64" fmla="*/ 265791 w 530141"/>
                <a:gd name="csY64" fmla="*/ 244716 h 331552"/>
                <a:gd name="csX65" fmla="*/ 284968 w 530141"/>
                <a:gd name="csY65" fmla="*/ 250228 h 331552"/>
                <a:gd name="csX66" fmla="*/ 295255 w 530141"/>
                <a:gd name="csY66" fmla="*/ 266452 h 331552"/>
                <a:gd name="csX67" fmla="*/ 323830 w 530141"/>
                <a:gd name="csY67" fmla="*/ 267640 h 331552"/>
                <a:gd name="csX68" fmla="*/ 327513 w 530141"/>
                <a:gd name="csY68" fmla="*/ 318465 h 331552"/>
                <a:gd name="csX69" fmla="*/ 379011 w 530141"/>
                <a:gd name="csY69" fmla="*/ 331552 h 331552"/>
                <a:gd name="csX70" fmla="*/ 397427 w 530141"/>
                <a:gd name="csY70" fmla="*/ 319005 h 331552"/>
                <a:gd name="csX71" fmla="*/ 397236 w 530141"/>
                <a:gd name="csY71" fmla="*/ 318897 h 331552"/>
                <a:gd name="csX72" fmla="*/ 90785 w 530141"/>
                <a:gd name="csY72" fmla="*/ 79699 h 331552"/>
                <a:gd name="csX73" fmla="*/ 85198 w 530141"/>
                <a:gd name="csY73" fmla="*/ 83915 h 331552"/>
                <a:gd name="csX74" fmla="*/ 77577 w 530141"/>
                <a:gd name="csY74" fmla="*/ 80131 h 331552"/>
                <a:gd name="csX75" fmla="*/ 73132 w 530141"/>
                <a:gd name="csY75" fmla="*/ 91376 h 331552"/>
                <a:gd name="csX76" fmla="*/ 52622 w 530141"/>
                <a:gd name="csY76" fmla="*/ 89103 h 331552"/>
                <a:gd name="csX77" fmla="*/ 51415 w 530141"/>
                <a:gd name="csY77" fmla="*/ 84347 h 331552"/>
                <a:gd name="csX78" fmla="*/ 46018 w 530141"/>
                <a:gd name="csY78" fmla="*/ 85319 h 331552"/>
                <a:gd name="csX79" fmla="*/ 37763 w 530141"/>
                <a:gd name="csY79" fmla="*/ 86081 h 331552"/>
                <a:gd name="csX80" fmla="*/ 29190 w 530141"/>
                <a:gd name="csY80" fmla="*/ 83160 h 331552"/>
                <a:gd name="csX81" fmla="*/ 21507 w 530141"/>
                <a:gd name="csY81" fmla="*/ 55366 h 331552"/>
                <a:gd name="csX82" fmla="*/ 23158 w 530141"/>
                <a:gd name="csY82" fmla="*/ 48984 h 331552"/>
                <a:gd name="csX83" fmla="*/ 19347 w 530141"/>
                <a:gd name="csY83" fmla="*/ 42824 h 331552"/>
                <a:gd name="csX84" fmla="*/ 40176 w 530141"/>
                <a:gd name="csY84" fmla="*/ 28226 h 331552"/>
                <a:gd name="csX85" fmla="*/ 52177 w 530141"/>
                <a:gd name="csY85" fmla="*/ 26060 h 331552"/>
                <a:gd name="csX86" fmla="*/ 60369 w 530141"/>
                <a:gd name="csY86" fmla="*/ 31578 h 331552"/>
                <a:gd name="csX87" fmla="*/ 62464 w 530141"/>
                <a:gd name="csY87" fmla="*/ 39688 h 331552"/>
                <a:gd name="csX88" fmla="*/ 65576 w 530141"/>
                <a:gd name="csY88" fmla="*/ 46717 h 331552"/>
                <a:gd name="csX89" fmla="*/ 68623 w 530141"/>
                <a:gd name="csY89" fmla="*/ 56013 h 331552"/>
                <a:gd name="csX90" fmla="*/ 91039 w 530141"/>
                <a:gd name="csY90" fmla="*/ 79915 h 331552"/>
                <a:gd name="csX91" fmla="*/ 90785 w 530141"/>
                <a:gd name="csY91" fmla="*/ 79699 h 331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30141" h="331552">
                  <a:moveTo>
                    <a:pt x="397236" y="318897"/>
                  </a:moveTo>
                  <a:lnTo>
                    <a:pt x="397427" y="301708"/>
                  </a:lnTo>
                  <a:lnTo>
                    <a:pt x="452735" y="280403"/>
                  </a:lnTo>
                  <a:lnTo>
                    <a:pt x="461943" y="246443"/>
                  </a:lnTo>
                  <a:lnTo>
                    <a:pt x="488994" y="242767"/>
                  </a:lnTo>
                  <a:lnTo>
                    <a:pt x="493756" y="228168"/>
                  </a:lnTo>
                  <a:lnTo>
                    <a:pt x="527347" y="236823"/>
                  </a:lnTo>
                  <a:lnTo>
                    <a:pt x="530142" y="209785"/>
                  </a:lnTo>
                  <a:lnTo>
                    <a:pt x="503598" y="198323"/>
                  </a:lnTo>
                  <a:lnTo>
                    <a:pt x="491915" y="198971"/>
                  </a:lnTo>
                  <a:lnTo>
                    <a:pt x="447148" y="166643"/>
                  </a:lnTo>
                  <a:lnTo>
                    <a:pt x="431082" y="163830"/>
                  </a:lnTo>
                  <a:lnTo>
                    <a:pt x="377932" y="126416"/>
                  </a:lnTo>
                  <a:lnTo>
                    <a:pt x="373106" y="105975"/>
                  </a:lnTo>
                  <a:lnTo>
                    <a:pt x="359136" y="96672"/>
                  </a:lnTo>
                  <a:lnTo>
                    <a:pt x="354120" y="72669"/>
                  </a:lnTo>
                  <a:lnTo>
                    <a:pt x="330752" y="63913"/>
                  </a:lnTo>
                  <a:lnTo>
                    <a:pt x="330752" y="76994"/>
                  </a:lnTo>
                  <a:lnTo>
                    <a:pt x="301986" y="76994"/>
                  </a:lnTo>
                  <a:lnTo>
                    <a:pt x="284206" y="58719"/>
                  </a:lnTo>
                  <a:lnTo>
                    <a:pt x="283572" y="22276"/>
                  </a:lnTo>
                  <a:lnTo>
                    <a:pt x="258361" y="19571"/>
                  </a:lnTo>
                  <a:lnTo>
                    <a:pt x="230866" y="0"/>
                  </a:lnTo>
                  <a:lnTo>
                    <a:pt x="226294" y="18815"/>
                  </a:lnTo>
                  <a:lnTo>
                    <a:pt x="217848" y="23355"/>
                  </a:lnTo>
                  <a:lnTo>
                    <a:pt x="204641" y="14167"/>
                  </a:lnTo>
                  <a:lnTo>
                    <a:pt x="170985" y="39148"/>
                  </a:lnTo>
                  <a:lnTo>
                    <a:pt x="173716" y="66827"/>
                  </a:lnTo>
                  <a:lnTo>
                    <a:pt x="109010" y="69424"/>
                  </a:lnTo>
                  <a:lnTo>
                    <a:pt x="96627" y="39903"/>
                  </a:lnTo>
                  <a:lnTo>
                    <a:pt x="66655" y="10922"/>
                  </a:lnTo>
                  <a:lnTo>
                    <a:pt x="29889" y="10922"/>
                  </a:lnTo>
                  <a:lnTo>
                    <a:pt x="997" y="34061"/>
                  </a:lnTo>
                  <a:cubicBezTo>
                    <a:pt x="742" y="37306"/>
                    <a:pt x="-20" y="40119"/>
                    <a:pt x="107" y="39580"/>
                  </a:cubicBezTo>
                  <a:cubicBezTo>
                    <a:pt x="-655" y="42932"/>
                    <a:pt x="2901" y="45529"/>
                    <a:pt x="2457" y="44875"/>
                  </a:cubicBezTo>
                  <a:cubicBezTo>
                    <a:pt x="5378" y="46717"/>
                    <a:pt x="4743" y="50933"/>
                    <a:pt x="4679" y="50286"/>
                  </a:cubicBezTo>
                  <a:cubicBezTo>
                    <a:pt x="3536" y="56229"/>
                    <a:pt x="10839" y="56121"/>
                    <a:pt x="12553" y="62719"/>
                  </a:cubicBezTo>
                  <a:lnTo>
                    <a:pt x="16363" y="77857"/>
                  </a:lnTo>
                  <a:cubicBezTo>
                    <a:pt x="18967" y="87808"/>
                    <a:pt x="11220" y="97003"/>
                    <a:pt x="12235" y="95377"/>
                  </a:cubicBezTo>
                  <a:cubicBezTo>
                    <a:pt x="8553" y="100355"/>
                    <a:pt x="10902" y="117221"/>
                    <a:pt x="13506" y="120682"/>
                  </a:cubicBezTo>
                  <a:cubicBezTo>
                    <a:pt x="31285" y="144253"/>
                    <a:pt x="15030" y="117761"/>
                    <a:pt x="24047" y="118847"/>
                  </a:cubicBezTo>
                  <a:lnTo>
                    <a:pt x="33000" y="120034"/>
                  </a:lnTo>
                  <a:cubicBezTo>
                    <a:pt x="37445" y="120574"/>
                    <a:pt x="39795" y="125114"/>
                    <a:pt x="37445" y="127495"/>
                  </a:cubicBezTo>
                  <a:cubicBezTo>
                    <a:pt x="35286" y="129661"/>
                    <a:pt x="39097" y="133337"/>
                    <a:pt x="38715" y="132791"/>
                  </a:cubicBezTo>
                  <a:cubicBezTo>
                    <a:pt x="43732" y="138201"/>
                    <a:pt x="32683" y="139065"/>
                    <a:pt x="34080" y="138633"/>
                  </a:cubicBezTo>
                  <a:cubicBezTo>
                    <a:pt x="29190" y="138525"/>
                    <a:pt x="30523" y="131604"/>
                    <a:pt x="28365" y="135820"/>
                  </a:cubicBezTo>
                  <a:lnTo>
                    <a:pt x="25952" y="140468"/>
                  </a:lnTo>
                  <a:cubicBezTo>
                    <a:pt x="23793" y="144691"/>
                    <a:pt x="26841" y="151390"/>
                    <a:pt x="26650" y="150851"/>
                  </a:cubicBezTo>
                  <a:cubicBezTo>
                    <a:pt x="27793" y="154635"/>
                    <a:pt x="29444" y="149016"/>
                    <a:pt x="28999" y="149555"/>
                  </a:cubicBezTo>
                  <a:cubicBezTo>
                    <a:pt x="30523" y="145015"/>
                    <a:pt x="38842" y="147498"/>
                    <a:pt x="41319" y="151067"/>
                  </a:cubicBezTo>
                  <a:lnTo>
                    <a:pt x="46209" y="158096"/>
                  </a:lnTo>
                  <a:cubicBezTo>
                    <a:pt x="48685" y="161772"/>
                    <a:pt x="55225" y="163290"/>
                    <a:pt x="54527" y="162966"/>
                  </a:cubicBezTo>
                  <a:cubicBezTo>
                    <a:pt x="56305" y="163506"/>
                    <a:pt x="57257" y="165449"/>
                    <a:pt x="56685" y="167183"/>
                  </a:cubicBezTo>
                  <a:lnTo>
                    <a:pt x="52812" y="177889"/>
                  </a:lnTo>
                  <a:cubicBezTo>
                    <a:pt x="50526" y="184264"/>
                    <a:pt x="54527" y="190970"/>
                    <a:pt x="52812" y="197891"/>
                  </a:cubicBezTo>
                  <a:cubicBezTo>
                    <a:pt x="52050" y="200920"/>
                    <a:pt x="50971" y="204489"/>
                    <a:pt x="51542" y="208274"/>
                  </a:cubicBezTo>
                  <a:cubicBezTo>
                    <a:pt x="54019" y="225793"/>
                    <a:pt x="55098" y="234442"/>
                    <a:pt x="56051" y="239636"/>
                  </a:cubicBezTo>
                  <a:lnTo>
                    <a:pt x="87102" y="231521"/>
                  </a:lnTo>
                  <a:lnTo>
                    <a:pt x="103803" y="210001"/>
                  </a:lnTo>
                  <a:lnTo>
                    <a:pt x="141014" y="207410"/>
                  </a:lnTo>
                  <a:lnTo>
                    <a:pt x="148698" y="198755"/>
                  </a:lnTo>
                  <a:lnTo>
                    <a:pt x="181210" y="198755"/>
                  </a:lnTo>
                  <a:lnTo>
                    <a:pt x="185591" y="211734"/>
                  </a:lnTo>
                  <a:lnTo>
                    <a:pt x="256266" y="226981"/>
                  </a:lnTo>
                  <a:lnTo>
                    <a:pt x="265791" y="244716"/>
                  </a:lnTo>
                  <a:lnTo>
                    <a:pt x="284968" y="250228"/>
                  </a:lnTo>
                  <a:lnTo>
                    <a:pt x="295255" y="266452"/>
                  </a:lnTo>
                  <a:lnTo>
                    <a:pt x="323830" y="267640"/>
                  </a:lnTo>
                  <a:lnTo>
                    <a:pt x="327513" y="318465"/>
                  </a:lnTo>
                  <a:lnTo>
                    <a:pt x="379011" y="331552"/>
                  </a:lnTo>
                  <a:lnTo>
                    <a:pt x="397427" y="319005"/>
                  </a:lnTo>
                  <a:lnTo>
                    <a:pt x="397236" y="318897"/>
                  </a:lnTo>
                  <a:close/>
                  <a:moveTo>
                    <a:pt x="90785" y="79699"/>
                  </a:moveTo>
                  <a:cubicBezTo>
                    <a:pt x="90785" y="79699"/>
                    <a:pt x="88880" y="83807"/>
                    <a:pt x="85198" y="83915"/>
                  </a:cubicBezTo>
                  <a:cubicBezTo>
                    <a:pt x="80625" y="84023"/>
                    <a:pt x="82149" y="80778"/>
                    <a:pt x="77577" y="80131"/>
                  </a:cubicBezTo>
                  <a:cubicBezTo>
                    <a:pt x="71291" y="79267"/>
                    <a:pt x="79863" y="90945"/>
                    <a:pt x="73132" y="91376"/>
                  </a:cubicBezTo>
                  <a:cubicBezTo>
                    <a:pt x="56685" y="92132"/>
                    <a:pt x="53574" y="93218"/>
                    <a:pt x="52622" y="89103"/>
                  </a:cubicBezTo>
                  <a:lnTo>
                    <a:pt x="51415" y="84347"/>
                  </a:lnTo>
                  <a:cubicBezTo>
                    <a:pt x="50335" y="80131"/>
                    <a:pt x="46970" y="80994"/>
                    <a:pt x="46018" y="85319"/>
                  </a:cubicBezTo>
                  <a:cubicBezTo>
                    <a:pt x="45002" y="89649"/>
                    <a:pt x="42970" y="85973"/>
                    <a:pt x="37763" y="86081"/>
                  </a:cubicBezTo>
                  <a:cubicBezTo>
                    <a:pt x="36556" y="85865"/>
                    <a:pt x="30714" y="87376"/>
                    <a:pt x="29190" y="83160"/>
                  </a:cubicBezTo>
                  <a:cubicBezTo>
                    <a:pt x="20998" y="60560"/>
                    <a:pt x="19602" y="58826"/>
                    <a:pt x="21507" y="55366"/>
                  </a:cubicBezTo>
                  <a:cubicBezTo>
                    <a:pt x="23158" y="52667"/>
                    <a:pt x="23285" y="48444"/>
                    <a:pt x="23158" y="48984"/>
                  </a:cubicBezTo>
                  <a:cubicBezTo>
                    <a:pt x="23285" y="44012"/>
                    <a:pt x="16681" y="47041"/>
                    <a:pt x="19347" y="42824"/>
                  </a:cubicBezTo>
                  <a:cubicBezTo>
                    <a:pt x="33635" y="20225"/>
                    <a:pt x="27031" y="32766"/>
                    <a:pt x="40176" y="28226"/>
                  </a:cubicBezTo>
                  <a:cubicBezTo>
                    <a:pt x="44494" y="26816"/>
                    <a:pt x="48049" y="24981"/>
                    <a:pt x="52177" y="26060"/>
                  </a:cubicBezTo>
                  <a:cubicBezTo>
                    <a:pt x="54019" y="26816"/>
                    <a:pt x="60496" y="26708"/>
                    <a:pt x="60369" y="31578"/>
                  </a:cubicBezTo>
                  <a:cubicBezTo>
                    <a:pt x="60369" y="32550"/>
                    <a:pt x="59607" y="36335"/>
                    <a:pt x="62464" y="39688"/>
                  </a:cubicBezTo>
                  <a:cubicBezTo>
                    <a:pt x="62782" y="40227"/>
                    <a:pt x="65576" y="42608"/>
                    <a:pt x="65576" y="46717"/>
                  </a:cubicBezTo>
                  <a:cubicBezTo>
                    <a:pt x="65830" y="48228"/>
                    <a:pt x="64497" y="53530"/>
                    <a:pt x="68623" y="56013"/>
                  </a:cubicBezTo>
                  <a:cubicBezTo>
                    <a:pt x="77831" y="61532"/>
                    <a:pt x="96881" y="70828"/>
                    <a:pt x="91039" y="79915"/>
                  </a:cubicBezTo>
                  <a:lnTo>
                    <a:pt x="90785" y="796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40F00BB8-3458-323E-C492-9D5742A6BE43}"/>
                </a:ext>
              </a:extLst>
            </p:cNvPr>
            <p:cNvSpPr/>
            <p:nvPr/>
          </p:nvSpPr>
          <p:spPr>
            <a:xfrm>
              <a:off x="6672606" y="2895947"/>
              <a:ext cx="11002" cy="5575"/>
            </a:xfrm>
            <a:custGeom>
              <a:avLst/>
              <a:gdLst>
                <a:gd name="csX0" fmla="*/ 6323 w 11002"/>
                <a:gd name="csY0" fmla="*/ 4898 h 5575"/>
                <a:gd name="csX1" fmla="*/ 9371 w 11002"/>
                <a:gd name="csY1" fmla="*/ 459 h 5575"/>
                <a:gd name="csX2" fmla="*/ 481 w 11002"/>
                <a:gd name="csY2" fmla="*/ 2624 h 5575"/>
                <a:gd name="csX3" fmla="*/ 6323 w 11002"/>
                <a:gd name="csY3" fmla="*/ 4898 h 5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002" h="5575">
                  <a:moveTo>
                    <a:pt x="6323" y="4898"/>
                  </a:moveTo>
                  <a:cubicBezTo>
                    <a:pt x="7212" y="4136"/>
                    <a:pt x="14070" y="675"/>
                    <a:pt x="9371" y="459"/>
                  </a:cubicBezTo>
                  <a:cubicBezTo>
                    <a:pt x="9371" y="459"/>
                    <a:pt x="-2503" y="-1484"/>
                    <a:pt x="481" y="2624"/>
                  </a:cubicBezTo>
                  <a:cubicBezTo>
                    <a:pt x="1052" y="3056"/>
                    <a:pt x="2767" y="7165"/>
                    <a:pt x="6323" y="4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E8DA1F42-272E-9F5C-2B1B-8025EE604170}"/>
                </a:ext>
              </a:extLst>
            </p:cNvPr>
            <p:cNvSpPr/>
            <p:nvPr/>
          </p:nvSpPr>
          <p:spPr>
            <a:xfrm>
              <a:off x="6611576" y="2830022"/>
              <a:ext cx="701083" cy="268822"/>
            </a:xfrm>
            <a:custGeom>
              <a:avLst/>
              <a:gdLst>
                <a:gd name="csX0" fmla="*/ 381933 w 701083"/>
                <a:gd name="csY0" fmla="*/ 268606 h 268822"/>
                <a:gd name="csX1" fmla="*/ 397744 w 701083"/>
                <a:gd name="csY1" fmla="*/ 252922 h 268822"/>
                <a:gd name="csX2" fmla="*/ 397744 w 701083"/>
                <a:gd name="csY2" fmla="*/ 229675 h 268822"/>
                <a:gd name="csX3" fmla="*/ 423144 w 701083"/>
                <a:gd name="csY3" fmla="*/ 237999 h 268822"/>
                <a:gd name="csX4" fmla="*/ 450767 w 701083"/>
                <a:gd name="csY4" fmla="*/ 224480 h 268822"/>
                <a:gd name="csX5" fmla="*/ 468610 w 701083"/>
                <a:gd name="csY5" fmla="*/ 226430 h 268822"/>
                <a:gd name="csX6" fmla="*/ 478008 w 701083"/>
                <a:gd name="csY6" fmla="*/ 236056 h 268822"/>
                <a:gd name="csX7" fmla="*/ 514648 w 701083"/>
                <a:gd name="csY7" fmla="*/ 233135 h 268822"/>
                <a:gd name="csX8" fmla="*/ 547605 w 701083"/>
                <a:gd name="csY8" fmla="*/ 218429 h 268822"/>
                <a:gd name="csX9" fmla="*/ 586593 w 701083"/>
                <a:gd name="csY9" fmla="*/ 217565 h 268822"/>
                <a:gd name="csX10" fmla="*/ 594721 w 701083"/>
                <a:gd name="csY10" fmla="*/ 208694 h 268822"/>
                <a:gd name="csX11" fmla="*/ 605834 w 701083"/>
                <a:gd name="csY11" fmla="*/ 208694 h 268822"/>
                <a:gd name="csX12" fmla="*/ 609199 w 701083"/>
                <a:gd name="csY12" fmla="*/ 221673 h 268822"/>
                <a:gd name="csX13" fmla="*/ 626662 w 701083"/>
                <a:gd name="csY13" fmla="*/ 216803 h 268822"/>
                <a:gd name="csX14" fmla="*/ 629773 w 701083"/>
                <a:gd name="csY14" fmla="*/ 206859 h 268822"/>
                <a:gd name="csX15" fmla="*/ 677525 w 701083"/>
                <a:gd name="csY15" fmla="*/ 210859 h 268822"/>
                <a:gd name="csX16" fmla="*/ 679875 w 701083"/>
                <a:gd name="csY16" fmla="*/ 223832 h 268822"/>
                <a:gd name="csX17" fmla="*/ 701084 w 701083"/>
                <a:gd name="csY17" fmla="*/ 213672 h 268822"/>
                <a:gd name="csX18" fmla="*/ 692130 w 701083"/>
                <a:gd name="csY18" fmla="*/ 190419 h 268822"/>
                <a:gd name="csX19" fmla="*/ 678732 w 701083"/>
                <a:gd name="csY19" fmla="*/ 183281 h 268822"/>
                <a:gd name="csX20" fmla="*/ 685654 w 701083"/>
                <a:gd name="csY20" fmla="*/ 163279 h 268822"/>
                <a:gd name="csX21" fmla="*/ 671239 w 701083"/>
                <a:gd name="csY21" fmla="*/ 119591 h 268822"/>
                <a:gd name="csX22" fmla="*/ 700449 w 701083"/>
                <a:gd name="csY22" fmla="*/ 119051 h 268822"/>
                <a:gd name="csX23" fmla="*/ 700449 w 701083"/>
                <a:gd name="csY23" fmla="*/ 96775 h 268822"/>
                <a:gd name="csX24" fmla="*/ 684892 w 701083"/>
                <a:gd name="csY24" fmla="*/ 89530 h 268822"/>
                <a:gd name="csX25" fmla="*/ 659301 w 701083"/>
                <a:gd name="csY25" fmla="*/ 89314 h 268822"/>
                <a:gd name="csX26" fmla="*/ 653840 w 701083"/>
                <a:gd name="csY26" fmla="*/ 72658 h 268822"/>
                <a:gd name="csX27" fmla="*/ 660634 w 701083"/>
                <a:gd name="csY27" fmla="*/ 63362 h 268822"/>
                <a:gd name="csX28" fmla="*/ 658603 w 701083"/>
                <a:gd name="csY28" fmla="*/ 50598 h 268822"/>
                <a:gd name="csX29" fmla="*/ 628694 w 701083"/>
                <a:gd name="csY29" fmla="*/ 21293 h 268822"/>
                <a:gd name="csX30" fmla="*/ 618280 w 701083"/>
                <a:gd name="csY30" fmla="*/ 21293 h 268822"/>
                <a:gd name="csX31" fmla="*/ 612755 w 701083"/>
                <a:gd name="csY31" fmla="*/ 29726 h 268822"/>
                <a:gd name="csX32" fmla="*/ 576497 w 701083"/>
                <a:gd name="csY32" fmla="*/ 25401 h 268822"/>
                <a:gd name="csX33" fmla="*/ 566655 w 701083"/>
                <a:gd name="csY33" fmla="*/ 34380 h 268822"/>
                <a:gd name="csX34" fmla="*/ 542842 w 701083"/>
                <a:gd name="csY34" fmla="*/ 45626 h 268822"/>
                <a:gd name="csX35" fmla="*/ 521633 w 701083"/>
                <a:gd name="csY35" fmla="*/ 49411 h 268822"/>
                <a:gd name="csX36" fmla="*/ 498900 w 701083"/>
                <a:gd name="csY36" fmla="*/ 43029 h 268822"/>
                <a:gd name="csX37" fmla="*/ 491343 w 701083"/>
                <a:gd name="csY37" fmla="*/ 43569 h 268822"/>
                <a:gd name="csX38" fmla="*/ 473944 w 701083"/>
                <a:gd name="csY38" fmla="*/ 47569 h 268822"/>
                <a:gd name="csX39" fmla="*/ 467975 w 701083"/>
                <a:gd name="csY39" fmla="*/ 49411 h 268822"/>
                <a:gd name="csX40" fmla="*/ 446449 w 701083"/>
                <a:gd name="csY40" fmla="*/ 47137 h 268822"/>
                <a:gd name="csX41" fmla="*/ 438004 w 701083"/>
                <a:gd name="csY41" fmla="*/ 41841 h 268822"/>
                <a:gd name="csX42" fmla="*/ 432669 w 701083"/>
                <a:gd name="csY42" fmla="*/ 42813 h 268822"/>
                <a:gd name="csX43" fmla="*/ 427145 w 701083"/>
                <a:gd name="csY43" fmla="*/ 44324 h 268822"/>
                <a:gd name="csX44" fmla="*/ 415017 w 701083"/>
                <a:gd name="csY44" fmla="*/ 40756 h 268822"/>
                <a:gd name="csX45" fmla="*/ 409746 w 701083"/>
                <a:gd name="csY45" fmla="*/ 36107 h 268822"/>
                <a:gd name="csX46" fmla="*/ 400094 w 701083"/>
                <a:gd name="csY46" fmla="*/ 30596 h 268822"/>
                <a:gd name="csX47" fmla="*/ 387013 w 701083"/>
                <a:gd name="csY47" fmla="*/ 34704 h 268822"/>
                <a:gd name="csX48" fmla="*/ 379330 w 701083"/>
                <a:gd name="csY48" fmla="*/ 29618 h 268822"/>
                <a:gd name="csX49" fmla="*/ 376281 w 701083"/>
                <a:gd name="csY49" fmla="*/ 22588 h 268822"/>
                <a:gd name="csX50" fmla="*/ 371329 w 701083"/>
                <a:gd name="csY50" fmla="*/ 16537 h 268822"/>
                <a:gd name="csX51" fmla="*/ 349104 w 701083"/>
                <a:gd name="csY51" fmla="*/ 18588 h 268822"/>
                <a:gd name="csX52" fmla="*/ 339705 w 701083"/>
                <a:gd name="csY52" fmla="*/ 10479 h 268822"/>
                <a:gd name="csX53" fmla="*/ 336340 w 701083"/>
                <a:gd name="csY53" fmla="*/ 1182 h 268822"/>
                <a:gd name="csX54" fmla="*/ 335260 w 701083"/>
                <a:gd name="csY54" fmla="*/ 636 h 268822"/>
                <a:gd name="csX55" fmla="*/ 320338 w 701083"/>
                <a:gd name="csY55" fmla="*/ 5831 h 268822"/>
                <a:gd name="csX56" fmla="*/ 269030 w 701083"/>
                <a:gd name="csY56" fmla="*/ 3126 h 268822"/>
                <a:gd name="csX57" fmla="*/ 238804 w 701083"/>
                <a:gd name="csY57" fmla="*/ 12536 h 268822"/>
                <a:gd name="csX58" fmla="*/ 197910 w 701083"/>
                <a:gd name="csY58" fmla="*/ 36323 h 268822"/>
                <a:gd name="csX59" fmla="*/ 190988 w 701083"/>
                <a:gd name="csY59" fmla="*/ 42489 h 268822"/>
                <a:gd name="csX60" fmla="*/ 152761 w 701083"/>
                <a:gd name="csY60" fmla="*/ 39028 h 268822"/>
                <a:gd name="csX61" fmla="*/ 113518 w 701083"/>
                <a:gd name="csY61" fmla="*/ 40324 h 268822"/>
                <a:gd name="csX62" fmla="*/ 112756 w 701083"/>
                <a:gd name="csY62" fmla="*/ 48979 h 268822"/>
                <a:gd name="csX63" fmla="*/ 125837 w 701083"/>
                <a:gd name="csY63" fmla="*/ 54922 h 268822"/>
                <a:gd name="csX64" fmla="*/ 141014 w 701083"/>
                <a:gd name="csY64" fmla="*/ 58059 h 268822"/>
                <a:gd name="csX65" fmla="*/ 138092 w 701083"/>
                <a:gd name="csY65" fmla="*/ 60441 h 268822"/>
                <a:gd name="csX66" fmla="*/ 112630 w 701083"/>
                <a:gd name="csY66" fmla="*/ 61412 h 268822"/>
                <a:gd name="csX67" fmla="*/ 103676 w 701083"/>
                <a:gd name="csY67" fmla="*/ 65629 h 268822"/>
                <a:gd name="csX68" fmla="*/ 104311 w 701083"/>
                <a:gd name="csY68" fmla="*/ 68118 h 268822"/>
                <a:gd name="csX69" fmla="*/ 112185 w 701083"/>
                <a:gd name="csY69" fmla="*/ 69413 h 268822"/>
                <a:gd name="csX70" fmla="*/ 112947 w 701083"/>
                <a:gd name="csY70" fmla="*/ 72658 h 268822"/>
                <a:gd name="csX71" fmla="*/ 107295 w 701083"/>
                <a:gd name="csY71" fmla="*/ 75039 h 268822"/>
                <a:gd name="csX72" fmla="*/ 71481 w 701083"/>
                <a:gd name="csY72" fmla="*/ 74392 h 268822"/>
                <a:gd name="csX73" fmla="*/ 51352 w 701083"/>
                <a:gd name="csY73" fmla="*/ 76335 h 268822"/>
                <a:gd name="csX74" fmla="*/ 40112 w 701083"/>
                <a:gd name="csY74" fmla="*/ 71794 h 268822"/>
                <a:gd name="csX75" fmla="*/ 20872 w 701083"/>
                <a:gd name="csY75" fmla="*/ 77306 h 268822"/>
                <a:gd name="csX76" fmla="*/ 2584 w 701083"/>
                <a:gd name="csY76" fmla="*/ 96883 h 268822"/>
                <a:gd name="csX77" fmla="*/ 2330 w 701083"/>
                <a:gd name="csY77" fmla="*/ 102935 h 268822"/>
                <a:gd name="csX78" fmla="*/ 2330 w 701083"/>
                <a:gd name="csY78" fmla="*/ 113857 h 268822"/>
                <a:gd name="csX79" fmla="*/ 31349 w 701083"/>
                <a:gd name="csY79" fmla="*/ 109856 h 268822"/>
                <a:gd name="csX80" fmla="*/ 21190 w 701083"/>
                <a:gd name="csY80" fmla="*/ 121426 h 268822"/>
                <a:gd name="csX81" fmla="*/ 28555 w 701083"/>
                <a:gd name="csY81" fmla="*/ 131592 h 268822"/>
                <a:gd name="csX82" fmla="*/ 28111 w 701083"/>
                <a:gd name="csY82" fmla="*/ 132456 h 268822"/>
                <a:gd name="csX83" fmla="*/ 35858 w 701083"/>
                <a:gd name="csY83" fmla="*/ 138946 h 268822"/>
                <a:gd name="csX84" fmla="*/ 27793 w 701083"/>
                <a:gd name="csY84" fmla="*/ 143702 h 268822"/>
                <a:gd name="csX85" fmla="*/ 28301 w 701083"/>
                <a:gd name="csY85" fmla="*/ 151055 h 268822"/>
                <a:gd name="csX86" fmla="*/ 36303 w 701083"/>
                <a:gd name="csY86" fmla="*/ 156249 h 268822"/>
                <a:gd name="csX87" fmla="*/ 36239 w 701083"/>
                <a:gd name="csY87" fmla="*/ 158085 h 268822"/>
                <a:gd name="csX88" fmla="*/ 23792 w 701083"/>
                <a:gd name="csY88" fmla="*/ 160682 h 268822"/>
                <a:gd name="csX89" fmla="*/ 18904 w 701083"/>
                <a:gd name="csY89" fmla="*/ 152789 h 268822"/>
                <a:gd name="csX90" fmla="*/ 12109 w 701083"/>
                <a:gd name="csY90" fmla="*/ 149220 h 268822"/>
                <a:gd name="csX91" fmla="*/ 11410 w 701083"/>
                <a:gd name="csY91" fmla="*/ 149976 h 268822"/>
                <a:gd name="csX92" fmla="*/ 12172 w 701083"/>
                <a:gd name="csY92" fmla="*/ 156249 h 268822"/>
                <a:gd name="csX93" fmla="*/ 8172 w 701083"/>
                <a:gd name="csY93" fmla="*/ 166740 h 268822"/>
                <a:gd name="csX94" fmla="*/ 18776 w 701083"/>
                <a:gd name="csY94" fmla="*/ 169984 h 268822"/>
                <a:gd name="csX95" fmla="*/ 26714 w 701083"/>
                <a:gd name="csY95" fmla="*/ 169438 h 268822"/>
                <a:gd name="csX96" fmla="*/ 32937 w 701083"/>
                <a:gd name="csY96" fmla="*/ 175604 h 268822"/>
                <a:gd name="csX97" fmla="*/ 43668 w 701083"/>
                <a:gd name="csY97" fmla="*/ 180798 h 268822"/>
                <a:gd name="csX98" fmla="*/ 41509 w 701083"/>
                <a:gd name="csY98" fmla="*/ 188260 h 268822"/>
                <a:gd name="csX99" fmla="*/ 41382 w 701083"/>
                <a:gd name="csY99" fmla="*/ 193340 h 268822"/>
                <a:gd name="csX100" fmla="*/ 51288 w 701083"/>
                <a:gd name="csY100" fmla="*/ 197124 h 268822"/>
                <a:gd name="csX101" fmla="*/ 46717 w 701083"/>
                <a:gd name="csY101" fmla="*/ 198960 h 268822"/>
                <a:gd name="csX102" fmla="*/ 42589 w 701083"/>
                <a:gd name="csY102" fmla="*/ 202535 h 268822"/>
                <a:gd name="csX103" fmla="*/ 45193 w 701083"/>
                <a:gd name="csY103" fmla="*/ 205341 h 268822"/>
                <a:gd name="csX104" fmla="*/ 54400 w 701083"/>
                <a:gd name="csY104" fmla="*/ 208478 h 268822"/>
                <a:gd name="csX105" fmla="*/ 50844 w 701083"/>
                <a:gd name="csY105" fmla="*/ 214104 h 268822"/>
                <a:gd name="csX106" fmla="*/ 49637 w 701083"/>
                <a:gd name="csY106" fmla="*/ 213780 h 268822"/>
                <a:gd name="csX107" fmla="*/ 43668 w 701083"/>
                <a:gd name="csY107" fmla="*/ 217127 h 268822"/>
                <a:gd name="csX108" fmla="*/ 45319 w 701083"/>
                <a:gd name="csY108" fmla="*/ 220156 h 268822"/>
                <a:gd name="csX109" fmla="*/ 71799 w 701083"/>
                <a:gd name="csY109" fmla="*/ 217235 h 268822"/>
                <a:gd name="csX110" fmla="*/ 81578 w 701083"/>
                <a:gd name="csY110" fmla="*/ 218860 h 268822"/>
                <a:gd name="csX111" fmla="*/ 49828 w 701083"/>
                <a:gd name="csY111" fmla="*/ 234107 h 268822"/>
                <a:gd name="csX112" fmla="*/ 53130 w 701083"/>
                <a:gd name="csY112" fmla="*/ 235840 h 268822"/>
                <a:gd name="csX113" fmla="*/ 58845 w 701083"/>
                <a:gd name="csY113" fmla="*/ 232811 h 268822"/>
                <a:gd name="csX114" fmla="*/ 70402 w 701083"/>
                <a:gd name="csY114" fmla="*/ 230970 h 268822"/>
                <a:gd name="csX115" fmla="*/ 71608 w 701083"/>
                <a:gd name="csY115" fmla="*/ 235294 h 268822"/>
                <a:gd name="csX116" fmla="*/ 78212 w 701083"/>
                <a:gd name="csY116" fmla="*/ 234862 h 268822"/>
                <a:gd name="csX117" fmla="*/ 86848 w 701083"/>
                <a:gd name="csY117" fmla="*/ 227509 h 268822"/>
                <a:gd name="csX118" fmla="*/ 95738 w 701083"/>
                <a:gd name="csY118" fmla="*/ 229890 h 268822"/>
                <a:gd name="csX119" fmla="*/ 99294 w 701083"/>
                <a:gd name="csY119" fmla="*/ 233891 h 268822"/>
                <a:gd name="csX120" fmla="*/ 104057 w 701083"/>
                <a:gd name="csY120" fmla="*/ 233135 h 268822"/>
                <a:gd name="csX121" fmla="*/ 111550 w 701083"/>
                <a:gd name="csY121" fmla="*/ 232919 h 268822"/>
                <a:gd name="csX122" fmla="*/ 115867 w 701083"/>
                <a:gd name="csY122" fmla="*/ 246108 h 268822"/>
                <a:gd name="csX123" fmla="*/ 139363 w 701083"/>
                <a:gd name="csY123" fmla="*/ 254763 h 268822"/>
                <a:gd name="csX124" fmla="*/ 157206 w 701083"/>
                <a:gd name="csY124" fmla="*/ 249893 h 268822"/>
                <a:gd name="csX125" fmla="*/ 164890 w 701083"/>
                <a:gd name="csY125" fmla="*/ 249353 h 268822"/>
                <a:gd name="csX126" fmla="*/ 171304 w 701083"/>
                <a:gd name="csY126" fmla="*/ 225782 h 268822"/>
                <a:gd name="csX127" fmla="*/ 198164 w 701083"/>
                <a:gd name="csY127" fmla="*/ 228157 h 268822"/>
                <a:gd name="csX128" fmla="*/ 229660 w 701083"/>
                <a:gd name="csY128" fmla="*/ 245245 h 268822"/>
                <a:gd name="csX129" fmla="*/ 246487 w 701083"/>
                <a:gd name="csY129" fmla="*/ 258548 h 268822"/>
                <a:gd name="csX130" fmla="*/ 298240 w 701083"/>
                <a:gd name="csY130" fmla="*/ 248489 h 268822"/>
                <a:gd name="csX131" fmla="*/ 325990 w 701083"/>
                <a:gd name="csY131" fmla="*/ 228595 h 268822"/>
                <a:gd name="csX132" fmla="*/ 350945 w 701083"/>
                <a:gd name="csY132" fmla="*/ 237028 h 268822"/>
                <a:gd name="csX133" fmla="*/ 373360 w 701083"/>
                <a:gd name="csY133" fmla="*/ 225458 h 268822"/>
                <a:gd name="csX134" fmla="*/ 379965 w 701083"/>
                <a:gd name="csY134" fmla="*/ 232919 h 268822"/>
                <a:gd name="csX135" fmla="*/ 377361 w 701083"/>
                <a:gd name="csY135" fmla="*/ 238971 h 268822"/>
                <a:gd name="csX136" fmla="*/ 365931 w 701083"/>
                <a:gd name="csY136" fmla="*/ 252058 h 268822"/>
                <a:gd name="csX137" fmla="*/ 369805 w 701083"/>
                <a:gd name="csY137" fmla="*/ 263628 h 268822"/>
                <a:gd name="csX138" fmla="*/ 367518 w 701083"/>
                <a:gd name="csY138" fmla="*/ 268822 h 268822"/>
                <a:gd name="csX139" fmla="*/ 382567 w 701083"/>
                <a:gd name="csY139" fmla="*/ 268822 h 268822"/>
                <a:gd name="csX140" fmla="*/ 381933 w 701083"/>
                <a:gd name="csY140" fmla="*/ 268606 h 268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701083" h="268822">
                  <a:moveTo>
                    <a:pt x="381933" y="268606"/>
                  </a:moveTo>
                  <a:lnTo>
                    <a:pt x="397744" y="252922"/>
                  </a:lnTo>
                  <a:lnTo>
                    <a:pt x="397744" y="229675"/>
                  </a:lnTo>
                  <a:lnTo>
                    <a:pt x="423144" y="237999"/>
                  </a:lnTo>
                  <a:lnTo>
                    <a:pt x="450767" y="224480"/>
                  </a:lnTo>
                  <a:lnTo>
                    <a:pt x="468610" y="226430"/>
                  </a:lnTo>
                  <a:lnTo>
                    <a:pt x="478008" y="236056"/>
                  </a:lnTo>
                  <a:lnTo>
                    <a:pt x="514648" y="233135"/>
                  </a:lnTo>
                  <a:lnTo>
                    <a:pt x="547605" y="218429"/>
                  </a:lnTo>
                  <a:lnTo>
                    <a:pt x="586593" y="217565"/>
                  </a:lnTo>
                  <a:lnTo>
                    <a:pt x="594721" y="208694"/>
                  </a:lnTo>
                  <a:lnTo>
                    <a:pt x="605834" y="208694"/>
                  </a:lnTo>
                  <a:lnTo>
                    <a:pt x="609199" y="221673"/>
                  </a:lnTo>
                  <a:lnTo>
                    <a:pt x="626662" y="216803"/>
                  </a:lnTo>
                  <a:lnTo>
                    <a:pt x="629773" y="206859"/>
                  </a:lnTo>
                  <a:lnTo>
                    <a:pt x="677525" y="210859"/>
                  </a:lnTo>
                  <a:lnTo>
                    <a:pt x="679875" y="223832"/>
                  </a:lnTo>
                  <a:lnTo>
                    <a:pt x="701084" y="213672"/>
                  </a:lnTo>
                  <a:lnTo>
                    <a:pt x="692130" y="190419"/>
                  </a:lnTo>
                  <a:lnTo>
                    <a:pt x="678732" y="183281"/>
                  </a:lnTo>
                  <a:lnTo>
                    <a:pt x="685654" y="163279"/>
                  </a:lnTo>
                  <a:lnTo>
                    <a:pt x="671239" y="119591"/>
                  </a:lnTo>
                  <a:lnTo>
                    <a:pt x="700449" y="119051"/>
                  </a:lnTo>
                  <a:lnTo>
                    <a:pt x="700449" y="96775"/>
                  </a:lnTo>
                  <a:lnTo>
                    <a:pt x="684892" y="89530"/>
                  </a:lnTo>
                  <a:lnTo>
                    <a:pt x="659301" y="89314"/>
                  </a:lnTo>
                  <a:lnTo>
                    <a:pt x="653840" y="72658"/>
                  </a:lnTo>
                  <a:lnTo>
                    <a:pt x="660634" y="63362"/>
                  </a:lnTo>
                  <a:lnTo>
                    <a:pt x="658603" y="50598"/>
                  </a:lnTo>
                  <a:lnTo>
                    <a:pt x="628694" y="21293"/>
                  </a:lnTo>
                  <a:lnTo>
                    <a:pt x="618280" y="21293"/>
                  </a:lnTo>
                  <a:lnTo>
                    <a:pt x="612755" y="29726"/>
                  </a:lnTo>
                  <a:lnTo>
                    <a:pt x="576497" y="25401"/>
                  </a:lnTo>
                  <a:cubicBezTo>
                    <a:pt x="572878" y="29942"/>
                    <a:pt x="570274" y="33186"/>
                    <a:pt x="566655" y="34380"/>
                  </a:cubicBezTo>
                  <a:cubicBezTo>
                    <a:pt x="545572" y="41187"/>
                    <a:pt x="549763" y="43569"/>
                    <a:pt x="542842" y="45626"/>
                  </a:cubicBezTo>
                  <a:cubicBezTo>
                    <a:pt x="528681" y="49519"/>
                    <a:pt x="525760" y="51030"/>
                    <a:pt x="521633" y="49411"/>
                  </a:cubicBezTo>
                  <a:cubicBezTo>
                    <a:pt x="504996" y="42921"/>
                    <a:pt x="502900" y="41410"/>
                    <a:pt x="498900" y="43029"/>
                  </a:cubicBezTo>
                  <a:cubicBezTo>
                    <a:pt x="498265" y="43137"/>
                    <a:pt x="494137" y="45626"/>
                    <a:pt x="491343" y="43569"/>
                  </a:cubicBezTo>
                  <a:cubicBezTo>
                    <a:pt x="484740" y="38920"/>
                    <a:pt x="470769" y="49627"/>
                    <a:pt x="473944" y="47569"/>
                  </a:cubicBezTo>
                  <a:cubicBezTo>
                    <a:pt x="472484" y="48757"/>
                    <a:pt x="469817" y="49519"/>
                    <a:pt x="467975" y="49411"/>
                  </a:cubicBezTo>
                  <a:lnTo>
                    <a:pt x="446449" y="47137"/>
                  </a:lnTo>
                  <a:cubicBezTo>
                    <a:pt x="441877" y="46706"/>
                    <a:pt x="437432" y="41295"/>
                    <a:pt x="438004" y="41841"/>
                  </a:cubicBezTo>
                  <a:cubicBezTo>
                    <a:pt x="435273" y="39136"/>
                    <a:pt x="432034" y="43137"/>
                    <a:pt x="432669" y="42813"/>
                  </a:cubicBezTo>
                  <a:cubicBezTo>
                    <a:pt x="431399" y="44216"/>
                    <a:pt x="428986" y="44864"/>
                    <a:pt x="427145" y="44324"/>
                  </a:cubicBezTo>
                  <a:lnTo>
                    <a:pt x="415017" y="40756"/>
                  </a:lnTo>
                  <a:cubicBezTo>
                    <a:pt x="411460" y="39676"/>
                    <a:pt x="409174" y="35460"/>
                    <a:pt x="409746" y="36107"/>
                  </a:cubicBezTo>
                  <a:cubicBezTo>
                    <a:pt x="407460" y="31999"/>
                    <a:pt x="399586" y="30265"/>
                    <a:pt x="400094" y="30596"/>
                  </a:cubicBezTo>
                  <a:cubicBezTo>
                    <a:pt x="393807" y="28538"/>
                    <a:pt x="392283" y="38165"/>
                    <a:pt x="387013" y="34704"/>
                  </a:cubicBezTo>
                  <a:lnTo>
                    <a:pt x="379330" y="29618"/>
                  </a:lnTo>
                  <a:cubicBezTo>
                    <a:pt x="375964" y="27351"/>
                    <a:pt x="376155" y="22048"/>
                    <a:pt x="376281" y="22588"/>
                  </a:cubicBezTo>
                  <a:cubicBezTo>
                    <a:pt x="376091" y="18480"/>
                    <a:pt x="370693" y="15997"/>
                    <a:pt x="371329" y="16537"/>
                  </a:cubicBezTo>
                  <a:cubicBezTo>
                    <a:pt x="364407" y="12644"/>
                    <a:pt x="354882" y="23458"/>
                    <a:pt x="349104" y="18588"/>
                  </a:cubicBezTo>
                  <a:lnTo>
                    <a:pt x="339705" y="10479"/>
                  </a:lnTo>
                  <a:cubicBezTo>
                    <a:pt x="335832" y="7126"/>
                    <a:pt x="340912" y="3557"/>
                    <a:pt x="336340" y="1182"/>
                  </a:cubicBezTo>
                  <a:lnTo>
                    <a:pt x="335260" y="636"/>
                  </a:lnTo>
                  <a:cubicBezTo>
                    <a:pt x="329545" y="-2386"/>
                    <a:pt x="327450" y="6370"/>
                    <a:pt x="320338" y="5831"/>
                  </a:cubicBezTo>
                  <a:cubicBezTo>
                    <a:pt x="271951" y="1722"/>
                    <a:pt x="273030" y="1182"/>
                    <a:pt x="269030" y="3126"/>
                  </a:cubicBezTo>
                  <a:cubicBezTo>
                    <a:pt x="243567" y="15451"/>
                    <a:pt x="246932" y="8313"/>
                    <a:pt x="238804" y="12536"/>
                  </a:cubicBezTo>
                  <a:cubicBezTo>
                    <a:pt x="200196" y="32970"/>
                    <a:pt x="200069" y="32323"/>
                    <a:pt x="197910" y="36323"/>
                  </a:cubicBezTo>
                  <a:cubicBezTo>
                    <a:pt x="196957" y="37511"/>
                    <a:pt x="195624" y="43137"/>
                    <a:pt x="190988" y="42489"/>
                  </a:cubicBezTo>
                  <a:cubicBezTo>
                    <a:pt x="160762" y="38705"/>
                    <a:pt x="157460" y="37733"/>
                    <a:pt x="152761" y="39028"/>
                  </a:cubicBezTo>
                  <a:cubicBezTo>
                    <a:pt x="132124" y="44432"/>
                    <a:pt x="117202" y="33294"/>
                    <a:pt x="113518" y="40324"/>
                  </a:cubicBezTo>
                  <a:cubicBezTo>
                    <a:pt x="112947" y="41949"/>
                    <a:pt x="108756" y="46598"/>
                    <a:pt x="112756" y="48979"/>
                  </a:cubicBezTo>
                  <a:cubicBezTo>
                    <a:pt x="117963" y="52109"/>
                    <a:pt x="121393" y="54599"/>
                    <a:pt x="125837" y="54922"/>
                  </a:cubicBezTo>
                  <a:cubicBezTo>
                    <a:pt x="135490" y="55462"/>
                    <a:pt x="140569" y="55030"/>
                    <a:pt x="141014" y="58059"/>
                  </a:cubicBezTo>
                  <a:cubicBezTo>
                    <a:pt x="141205" y="59247"/>
                    <a:pt x="139934" y="60333"/>
                    <a:pt x="138092" y="60441"/>
                  </a:cubicBezTo>
                  <a:lnTo>
                    <a:pt x="112630" y="61412"/>
                  </a:lnTo>
                  <a:cubicBezTo>
                    <a:pt x="108057" y="61628"/>
                    <a:pt x="102978" y="66060"/>
                    <a:pt x="103676" y="65629"/>
                  </a:cubicBezTo>
                  <a:cubicBezTo>
                    <a:pt x="102152" y="66708"/>
                    <a:pt x="102469" y="67902"/>
                    <a:pt x="104311" y="68118"/>
                  </a:cubicBezTo>
                  <a:lnTo>
                    <a:pt x="112185" y="69413"/>
                  </a:lnTo>
                  <a:cubicBezTo>
                    <a:pt x="115678" y="69953"/>
                    <a:pt x="112756" y="73306"/>
                    <a:pt x="112947" y="72658"/>
                  </a:cubicBezTo>
                  <a:cubicBezTo>
                    <a:pt x="111677" y="73953"/>
                    <a:pt x="109137" y="75039"/>
                    <a:pt x="107295" y="75039"/>
                  </a:cubicBezTo>
                  <a:lnTo>
                    <a:pt x="71481" y="74392"/>
                  </a:lnTo>
                  <a:cubicBezTo>
                    <a:pt x="62655" y="74277"/>
                    <a:pt x="56686" y="79795"/>
                    <a:pt x="51352" y="76335"/>
                  </a:cubicBezTo>
                  <a:cubicBezTo>
                    <a:pt x="48875" y="75039"/>
                    <a:pt x="45002" y="70823"/>
                    <a:pt x="40112" y="71794"/>
                  </a:cubicBezTo>
                  <a:cubicBezTo>
                    <a:pt x="30397" y="73630"/>
                    <a:pt x="24428" y="74061"/>
                    <a:pt x="20872" y="77306"/>
                  </a:cubicBezTo>
                  <a:cubicBezTo>
                    <a:pt x="4044" y="92337"/>
                    <a:pt x="2774" y="92661"/>
                    <a:pt x="2584" y="96883"/>
                  </a:cubicBezTo>
                  <a:lnTo>
                    <a:pt x="2330" y="102935"/>
                  </a:lnTo>
                  <a:cubicBezTo>
                    <a:pt x="2012" y="109748"/>
                    <a:pt x="-2750" y="115050"/>
                    <a:pt x="2330" y="113857"/>
                  </a:cubicBezTo>
                  <a:cubicBezTo>
                    <a:pt x="28746" y="107259"/>
                    <a:pt x="31857" y="105424"/>
                    <a:pt x="31349" y="109856"/>
                  </a:cubicBezTo>
                  <a:cubicBezTo>
                    <a:pt x="30587" y="116994"/>
                    <a:pt x="15982" y="117102"/>
                    <a:pt x="21190" y="121426"/>
                  </a:cubicBezTo>
                  <a:cubicBezTo>
                    <a:pt x="23983" y="124347"/>
                    <a:pt x="30778" y="127052"/>
                    <a:pt x="28555" y="131592"/>
                  </a:cubicBezTo>
                  <a:lnTo>
                    <a:pt x="28111" y="132456"/>
                  </a:lnTo>
                  <a:cubicBezTo>
                    <a:pt x="25254" y="138190"/>
                    <a:pt x="37192" y="134621"/>
                    <a:pt x="35858" y="138946"/>
                  </a:cubicBezTo>
                  <a:cubicBezTo>
                    <a:pt x="35032" y="141759"/>
                    <a:pt x="27222" y="143918"/>
                    <a:pt x="27793" y="143702"/>
                  </a:cubicBezTo>
                  <a:cubicBezTo>
                    <a:pt x="23412" y="145327"/>
                    <a:pt x="28555" y="151709"/>
                    <a:pt x="28301" y="151055"/>
                  </a:cubicBezTo>
                  <a:cubicBezTo>
                    <a:pt x="30587" y="154840"/>
                    <a:pt x="36874" y="156465"/>
                    <a:pt x="36303" y="156249"/>
                  </a:cubicBezTo>
                  <a:cubicBezTo>
                    <a:pt x="38080" y="156897"/>
                    <a:pt x="38080" y="157653"/>
                    <a:pt x="36239" y="158085"/>
                  </a:cubicBezTo>
                  <a:lnTo>
                    <a:pt x="23792" y="160682"/>
                  </a:lnTo>
                  <a:cubicBezTo>
                    <a:pt x="19221" y="161545"/>
                    <a:pt x="22015" y="156897"/>
                    <a:pt x="18904" y="152789"/>
                  </a:cubicBezTo>
                  <a:cubicBezTo>
                    <a:pt x="17951" y="151925"/>
                    <a:pt x="15093" y="145651"/>
                    <a:pt x="12109" y="149220"/>
                  </a:cubicBezTo>
                  <a:lnTo>
                    <a:pt x="11410" y="149976"/>
                  </a:lnTo>
                  <a:cubicBezTo>
                    <a:pt x="8934" y="153005"/>
                    <a:pt x="12426" y="156897"/>
                    <a:pt x="12172" y="156249"/>
                  </a:cubicBezTo>
                  <a:cubicBezTo>
                    <a:pt x="16300" y="161437"/>
                    <a:pt x="2584" y="163387"/>
                    <a:pt x="8172" y="166740"/>
                  </a:cubicBezTo>
                  <a:cubicBezTo>
                    <a:pt x="11410" y="168251"/>
                    <a:pt x="17506" y="174093"/>
                    <a:pt x="18776" y="169984"/>
                  </a:cubicBezTo>
                  <a:cubicBezTo>
                    <a:pt x="19983" y="166416"/>
                    <a:pt x="24618" y="165546"/>
                    <a:pt x="26714" y="169438"/>
                  </a:cubicBezTo>
                  <a:cubicBezTo>
                    <a:pt x="27095" y="170092"/>
                    <a:pt x="28555" y="174849"/>
                    <a:pt x="32937" y="175604"/>
                  </a:cubicBezTo>
                  <a:cubicBezTo>
                    <a:pt x="36556" y="176684"/>
                    <a:pt x="43795" y="175820"/>
                    <a:pt x="43668" y="180798"/>
                  </a:cubicBezTo>
                  <a:cubicBezTo>
                    <a:pt x="43668" y="181338"/>
                    <a:pt x="43986" y="184907"/>
                    <a:pt x="41509" y="188260"/>
                  </a:cubicBezTo>
                  <a:cubicBezTo>
                    <a:pt x="41319" y="188799"/>
                    <a:pt x="37192" y="192476"/>
                    <a:pt x="41382" y="193340"/>
                  </a:cubicBezTo>
                  <a:cubicBezTo>
                    <a:pt x="46590" y="194527"/>
                    <a:pt x="50082" y="194851"/>
                    <a:pt x="51288" y="197124"/>
                  </a:cubicBezTo>
                  <a:cubicBezTo>
                    <a:pt x="52431" y="199398"/>
                    <a:pt x="46145" y="198960"/>
                    <a:pt x="46717" y="198960"/>
                  </a:cubicBezTo>
                  <a:cubicBezTo>
                    <a:pt x="43224" y="198960"/>
                    <a:pt x="42144" y="203182"/>
                    <a:pt x="42589" y="202535"/>
                  </a:cubicBezTo>
                  <a:cubicBezTo>
                    <a:pt x="42144" y="204370"/>
                    <a:pt x="43351" y="205557"/>
                    <a:pt x="45193" y="205341"/>
                  </a:cubicBezTo>
                  <a:cubicBezTo>
                    <a:pt x="49637" y="204801"/>
                    <a:pt x="54908" y="208802"/>
                    <a:pt x="54400" y="208478"/>
                  </a:cubicBezTo>
                  <a:cubicBezTo>
                    <a:pt x="58210" y="210859"/>
                    <a:pt x="55035" y="215400"/>
                    <a:pt x="50844" y="214104"/>
                  </a:cubicBezTo>
                  <a:lnTo>
                    <a:pt x="49637" y="213780"/>
                  </a:lnTo>
                  <a:cubicBezTo>
                    <a:pt x="45828" y="212695"/>
                    <a:pt x="43160" y="217673"/>
                    <a:pt x="43668" y="217127"/>
                  </a:cubicBezTo>
                  <a:cubicBezTo>
                    <a:pt x="42716" y="218645"/>
                    <a:pt x="43478" y="220048"/>
                    <a:pt x="45319" y="220156"/>
                  </a:cubicBezTo>
                  <a:cubicBezTo>
                    <a:pt x="70529" y="221673"/>
                    <a:pt x="63734" y="217235"/>
                    <a:pt x="71799" y="217235"/>
                  </a:cubicBezTo>
                  <a:cubicBezTo>
                    <a:pt x="76054" y="217457"/>
                    <a:pt x="86213" y="216371"/>
                    <a:pt x="81578" y="218860"/>
                  </a:cubicBezTo>
                  <a:cubicBezTo>
                    <a:pt x="59353" y="230754"/>
                    <a:pt x="49320" y="227509"/>
                    <a:pt x="49828" y="234107"/>
                  </a:cubicBezTo>
                  <a:cubicBezTo>
                    <a:pt x="49955" y="235948"/>
                    <a:pt x="51479" y="236704"/>
                    <a:pt x="53130" y="235840"/>
                  </a:cubicBezTo>
                  <a:lnTo>
                    <a:pt x="58845" y="232811"/>
                  </a:lnTo>
                  <a:cubicBezTo>
                    <a:pt x="63163" y="230538"/>
                    <a:pt x="70973" y="230970"/>
                    <a:pt x="70402" y="230970"/>
                  </a:cubicBezTo>
                  <a:cubicBezTo>
                    <a:pt x="74403" y="230970"/>
                    <a:pt x="71481" y="235840"/>
                    <a:pt x="71608" y="235294"/>
                  </a:cubicBezTo>
                  <a:cubicBezTo>
                    <a:pt x="69640" y="239079"/>
                    <a:pt x="75482" y="238539"/>
                    <a:pt x="78212" y="234862"/>
                  </a:cubicBezTo>
                  <a:cubicBezTo>
                    <a:pt x="79927" y="233027"/>
                    <a:pt x="82022" y="227617"/>
                    <a:pt x="86848" y="227509"/>
                  </a:cubicBezTo>
                  <a:cubicBezTo>
                    <a:pt x="87865" y="227617"/>
                    <a:pt x="92691" y="226645"/>
                    <a:pt x="95738" y="229890"/>
                  </a:cubicBezTo>
                  <a:lnTo>
                    <a:pt x="99294" y="233891"/>
                  </a:lnTo>
                  <a:cubicBezTo>
                    <a:pt x="101834" y="236596"/>
                    <a:pt x="104755" y="232811"/>
                    <a:pt x="104057" y="233135"/>
                  </a:cubicBezTo>
                  <a:cubicBezTo>
                    <a:pt x="106660" y="229782"/>
                    <a:pt x="112058" y="233135"/>
                    <a:pt x="111550" y="232919"/>
                  </a:cubicBezTo>
                  <a:cubicBezTo>
                    <a:pt x="117709" y="235732"/>
                    <a:pt x="109835" y="243302"/>
                    <a:pt x="115867" y="246108"/>
                  </a:cubicBezTo>
                  <a:cubicBezTo>
                    <a:pt x="133204" y="254547"/>
                    <a:pt x="135362" y="256383"/>
                    <a:pt x="139363" y="254763"/>
                  </a:cubicBezTo>
                  <a:cubicBezTo>
                    <a:pt x="149332" y="250655"/>
                    <a:pt x="153079" y="248274"/>
                    <a:pt x="157206" y="249893"/>
                  </a:cubicBezTo>
                  <a:cubicBezTo>
                    <a:pt x="158540" y="250115"/>
                    <a:pt x="164255" y="254008"/>
                    <a:pt x="164890" y="249353"/>
                  </a:cubicBezTo>
                  <a:cubicBezTo>
                    <a:pt x="167620" y="227941"/>
                    <a:pt x="167049" y="225566"/>
                    <a:pt x="171304" y="225782"/>
                  </a:cubicBezTo>
                  <a:cubicBezTo>
                    <a:pt x="191623" y="226537"/>
                    <a:pt x="194227" y="226106"/>
                    <a:pt x="198164" y="228157"/>
                  </a:cubicBezTo>
                  <a:cubicBezTo>
                    <a:pt x="220833" y="239625"/>
                    <a:pt x="226168" y="241676"/>
                    <a:pt x="229660" y="245245"/>
                  </a:cubicBezTo>
                  <a:cubicBezTo>
                    <a:pt x="240899" y="256814"/>
                    <a:pt x="242296" y="259196"/>
                    <a:pt x="246487" y="258548"/>
                  </a:cubicBezTo>
                  <a:cubicBezTo>
                    <a:pt x="295636" y="250763"/>
                    <a:pt x="294811" y="251519"/>
                    <a:pt x="298240" y="248489"/>
                  </a:cubicBezTo>
                  <a:cubicBezTo>
                    <a:pt x="321227" y="228595"/>
                    <a:pt x="321925" y="226645"/>
                    <a:pt x="325990" y="228595"/>
                  </a:cubicBezTo>
                  <a:cubicBezTo>
                    <a:pt x="344023" y="237028"/>
                    <a:pt x="347198" y="239625"/>
                    <a:pt x="350945" y="237028"/>
                  </a:cubicBezTo>
                  <a:cubicBezTo>
                    <a:pt x="367645" y="225566"/>
                    <a:pt x="369550" y="223077"/>
                    <a:pt x="373360" y="225458"/>
                  </a:cubicBezTo>
                  <a:cubicBezTo>
                    <a:pt x="374567" y="226430"/>
                    <a:pt x="379965" y="228157"/>
                    <a:pt x="379965" y="232919"/>
                  </a:cubicBezTo>
                  <a:cubicBezTo>
                    <a:pt x="379837" y="233459"/>
                    <a:pt x="380218" y="236704"/>
                    <a:pt x="377361" y="238971"/>
                  </a:cubicBezTo>
                  <a:cubicBezTo>
                    <a:pt x="371392" y="244489"/>
                    <a:pt x="363010" y="247302"/>
                    <a:pt x="365931" y="252058"/>
                  </a:cubicBezTo>
                  <a:cubicBezTo>
                    <a:pt x="367328" y="254979"/>
                    <a:pt x="371773" y="259088"/>
                    <a:pt x="369805" y="263628"/>
                  </a:cubicBezTo>
                  <a:cubicBezTo>
                    <a:pt x="368916" y="265685"/>
                    <a:pt x="368154" y="267305"/>
                    <a:pt x="367518" y="268822"/>
                  </a:cubicBezTo>
                  <a:lnTo>
                    <a:pt x="382567" y="268822"/>
                  </a:lnTo>
                  <a:lnTo>
                    <a:pt x="381933" y="2686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F5C20321-A585-9182-50ED-32A1B49088E1}"/>
                </a:ext>
              </a:extLst>
            </p:cNvPr>
            <p:cNvSpPr/>
            <p:nvPr/>
          </p:nvSpPr>
          <p:spPr>
            <a:xfrm>
              <a:off x="9463041" y="4044843"/>
              <a:ext cx="8121" cy="6203"/>
            </a:xfrm>
            <a:custGeom>
              <a:avLst/>
              <a:gdLst>
                <a:gd name="csX0" fmla="*/ 5253 w 8121"/>
                <a:gd name="csY0" fmla="*/ 1065 h 6203"/>
                <a:gd name="csX1" fmla="*/ 3856 w 8121"/>
                <a:gd name="csY1" fmla="*/ 417 h 6203"/>
                <a:gd name="csX2" fmla="*/ 3221 w 8121"/>
                <a:gd name="csY2" fmla="*/ 6043 h 6203"/>
                <a:gd name="csX3" fmla="*/ 4110 w 8121"/>
                <a:gd name="csY3" fmla="*/ 6043 h 6203"/>
                <a:gd name="csX4" fmla="*/ 5253 w 8121"/>
                <a:gd name="csY4" fmla="*/ 1065 h 6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6203">
                  <a:moveTo>
                    <a:pt x="5253" y="1065"/>
                  </a:moveTo>
                  <a:lnTo>
                    <a:pt x="3856" y="417"/>
                  </a:lnTo>
                  <a:cubicBezTo>
                    <a:pt x="-461" y="-1748"/>
                    <a:pt x="-1795" y="5173"/>
                    <a:pt x="3221" y="6043"/>
                  </a:cubicBezTo>
                  <a:lnTo>
                    <a:pt x="4110" y="6043"/>
                  </a:lnTo>
                  <a:cubicBezTo>
                    <a:pt x="8873" y="7015"/>
                    <a:pt x="9571" y="3338"/>
                    <a:pt x="5253" y="10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ECE3D512-7E2B-43F6-0A33-D10D1179F564}"/>
                </a:ext>
              </a:extLst>
            </p:cNvPr>
            <p:cNvSpPr/>
            <p:nvPr/>
          </p:nvSpPr>
          <p:spPr>
            <a:xfrm>
              <a:off x="9376092" y="4138273"/>
              <a:ext cx="6730" cy="5067"/>
            </a:xfrm>
            <a:custGeom>
              <a:avLst/>
              <a:gdLst>
                <a:gd name="csX0" fmla="*/ 0 w 6730"/>
                <a:gd name="csY0" fmla="*/ 2148 h 5067"/>
                <a:gd name="csX1" fmla="*/ 6731 w 6730"/>
                <a:gd name="csY1" fmla="*/ 2148 h 5067"/>
                <a:gd name="csX2" fmla="*/ 0 w 6730"/>
                <a:gd name="csY2" fmla="*/ 2148 h 5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0" h="5067">
                  <a:moveTo>
                    <a:pt x="0" y="2148"/>
                  </a:moveTo>
                  <a:cubicBezTo>
                    <a:pt x="0" y="6041"/>
                    <a:pt x="6731" y="6041"/>
                    <a:pt x="6731" y="2148"/>
                  </a:cubicBezTo>
                  <a:cubicBezTo>
                    <a:pt x="6731" y="529"/>
                    <a:pt x="0" y="-1744"/>
                    <a:pt x="0" y="21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269B54F3-C8DF-33DD-2D69-1A1A95EF7068}"/>
                </a:ext>
              </a:extLst>
            </p:cNvPr>
            <p:cNvSpPr/>
            <p:nvPr/>
          </p:nvSpPr>
          <p:spPr>
            <a:xfrm>
              <a:off x="9377793" y="4125688"/>
              <a:ext cx="5997" cy="6513"/>
            </a:xfrm>
            <a:custGeom>
              <a:avLst/>
              <a:gdLst>
                <a:gd name="csX0" fmla="*/ 4268 w 5997"/>
                <a:gd name="csY0" fmla="*/ 890 h 6513"/>
                <a:gd name="csX1" fmla="*/ 331 w 5997"/>
                <a:gd name="csY1" fmla="*/ 890 h 6513"/>
                <a:gd name="csX2" fmla="*/ 5538 w 5997"/>
                <a:gd name="csY2" fmla="*/ 5545 h 6513"/>
                <a:gd name="csX3" fmla="*/ 4586 w 5997"/>
                <a:gd name="csY3" fmla="*/ 1106 h 6513"/>
                <a:gd name="csX4" fmla="*/ 4268 w 5997"/>
                <a:gd name="csY4" fmla="*/ 783 h 6513"/>
                <a:gd name="csX5" fmla="*/ 4268 w 5997"/>
                <a:gd name="csY5" fmla="*/ 890 h 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997" h="6513">
                  <a:moveTo>
                    <a:pt x="4268" y="890"/>
                  </a:moveTo>
                  <a:cubicBezTo>
                    <a:pt x="2872" y="-297"/>
                    <a:pt x="1093" y="-297"/>
                    <a:pt x="331" y="890"/>
                  </a:cubicBezTo>
                  <a:cubicBezTo>
                    <a:pt x="-1256" y="3811"/>
                    <a:pt x="3252" y="8568"/>
                    <a:pt x="5538" y="5545"/>
                  </a:cubicBezTo>
                  <a:cubicBezTo>
                    <a:pt x="6427" y="4243"/>
                    <a:pt x="5983" y="2300"/>
                    <a:pt x="4586" y="1106"/>
                  </a:cubicBezTo>
                  <a:lnTo>
                    <a:pt x="4268" y="783"/>
                  </a:lnTo>
                  <a:lnTo>
                    <a:pt x="4268" y="8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0A187C23-55F5-34F4-8B2C-1AD9914FE5B7}"/>
                </a:ext>
              </a:extLst>
            </p:cNvPr>
            <p:cNvSpPr/>
            <p:nvPr/>
          </p:nvSpPr>
          <p:spPr>
            <a:xfrm>
              <a:off x="9471470" y="4055809"/>
              <a:ext cx="6123" cy="8102"/>
            </a:xfrm>
            <a:custGeom>
              <a:avLst/>
              <a:gdLst>
                <a:gd name="csX0" fmla="*/ 5587 w 6123"/>
                <a:gd name="csY0" fmla="*/ 2970 h 8102"/>
                <a:gd name="csX1" fmla="*/ 2666 w 6123"/>
                <a:gd name="csY1" fmla="*/ 50 h 8102"/>
                <a:gd name="csX2" fmla="*/ 63 w 6123"/>
                <a:gd name="csY2" fmla="*/ 4374 h 8102"/>
                <a:gd name="csX3" fmla="*/ 3238 w 6123"/>
                <a:gd name="csY3" fmla="*/ 8051 h 8102"/>
                <a:gd name="csX4" fmla="*/ 6032 w 6123"/>
                <a:gd name="csY4" fmla="*/ 4482 h 8102"/>
                <a:gd name="csX5" fmla="*/ 5714 w 6123"/>
                <a:gd name="csY5" fmla="*/ 2970 h 8102"/>
                <a:gd name="csX6" fmla="*/ 5587 w 6123"/>
                <a:gd name="csY6" fmla="*/ 2970 h 8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23" h="8102">
                  <a:moveTo>
                    <a:pt x="5587" y="2970"/>
                  </a:moveTo>
                  <a:cubicBezTo>
                    <a:pt x="5143" y="1021"/>
                    <a:pt x="3746" y="-274"/>
                    <a:pt x="2666" y="50"/>
                  </a:cubicBezTo>
                  <a:cubicBezTo>
                    <a:pt x="635" y="697"/>
                    <a:pt x="-254" y="5021"/>
                    <a:pt x="63" y="4374"/>
                  </a:cubicBezTo>
                  <a:cubicBezTo>
                    <a:pt x="-445" y="7943"/>
                    <a:pt x="3873" y="8267"/>
                    <a:pt x="3238" y="8051"/>
                  </a:cubicBezTo>
                  <a:cubicBezTo>
                    <a:pt x="5270" y="8051"/>
                    <a:pt x="6476" y="6425"/>
                    <a:pt x="6032" y="4482"/>
                  </a:cubicBezTo>
                  <a:lnTo>
                    <a:pt x="5714" y="2970"/>
                  </a:lnTo>
                  <a:lnTo>
                    <a:pt x="5587" y="29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4F07F511-E90C-0B1C-2D7F-9B8580A9C770}"/>
                </a:ext>
              </a:extLst>
            </p:cNvPr>
            <p:cNvSpPr/>
            <p:nvPr/>
          </p:nvSpPr>
          <p:spPr>
            <a:xfrm>
              <a:off x="9364281" y="4253642"/>
              <a:ext cx="9170" cy="9246"/>
            </a:xfrm>
            <a:custGeom>
              <a:avLst/>
              <a:gdLst>
                <a:gd name="csX0" fmla="*/ 0 w 9170"/>
                <a:gd name="csY0" fmla="*/ 5518 h 9246"/>
                <a:gd name="csX1" fmla="*/ 3366 w 9170"/>
                <a:gd name="csY1" fmla="*/ 9195 h 9246"/>
                <a:gd name="csX2" fmla="*/ 4573 w 9170"/>
                <a:gd name="csY2" fmla="*/ 9195 h 9246"/>
                <a:gd name="csX3" fmla="*/ 9081 w 9170"/>
                <a:gd name="csY3" fmla="*/ 3353 h 9246"/>
                <a:gd name="csX4" fmla="*/ 3366 w 9170"/>
                <a:gd name="csY4" fmla="*/ 0 h 9246"/>
                <a:gd name="csX5" fmla="*/ 0 w 9170"/>
                <a:gd name="csY5" fmla="*/ 5404 h 9246"/>
                <a:gd name="csX6" fmla="*/ 0 w 9170"/>
                <a:gd name="csY6" fmla="*/ 5518 h 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70" h="9246">
                  <a:moveTo>
                    <a:pt x="0" y="5518"/>
                  </a:moveTo>
                  <a:cubicBezTo>
                    <a:pt x="0" y="7353"/>
                    <a:pt x="1525" y="9080"/>
                    <a:pt x="3366" y="9195"/>
                  </a:cubicBezTo>
                  <a:lnTo>
                    <a:pt x="4573" y="9195"/>
                  </a:lnTo>
                  <a:cubicBezTo>
                    <a:pt x="9017" y="9842"/>
                    <a:pt x="8700" y="4216"/>
                    <a:pt x="9081" y="3353"/>
                  </a:cubicBezTo>
                  <a:cubicBezTo>
                    <a:pt x="9970" y="-972"/>
                    <a:pt x="4001" y="216"/>
                    <a:pt x="3366" y="0"/>
                  </a:cubicBezTo>
                  <a:cubicBezTo>
                    <a:pt x="-825" y="0"/>
                    <a:pt x="254" y="4756"/>
                    <a:pt x="0" y="5404"/>
                  </a:cubicBezTo>
                  <a:lnTo>
                    <a:pt x="0" y="55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B011DB71-7C80-0085-76F6-3A3A55D252A9}"/>
                </a:ext>
              </a:extLst>
            </p:cNvPr>
            <p:cNvSpPr/>
            <p:nvPr/>
          </p:nvSpPr>
          <p:spPr>
            <a:xfrm>
              <a:off x="9282874" y="3727012"/>
              <a:ext cx="308419" cy="557986"/>
            </a:xfrm>
            <a:custGeom>
              <a:avLst/>
              <a:gdLst>
                <a:gd name="csX0" fmla="*/ 308039 w 308419"/>
                <a:gd name="csY0" fmla="*/ 178645 h 557986"/>
                <a:gd name="csX1" fmla="*/ 275717 w 308419"/>
                <a:gd name="csY1" fmla="*/ 145555 h 557986"/>
                <a:gd name="csX2" fmla="*/ 276543 w 308419"/>
                <a:gd name="csY2" fmla="*/ 112573 h 557986"/>
                <a:gd name="csX3" fmla="*/ 245808 w 308419"/>
                <a:gd name="csY3" fmla="*/ 77857 h 557986"/>
                <a:gd name="csX4" fmla="*/ 220282 w 308419"/>
                <a:gd name="csY4" fmla="*/ 74942 h 557986"/>
                <a:gd name="csX5" fmla="*/ 212090 w 308419"/>
                <a:gd name="csY5" fmla="*/ 90189 h 557986"/>
                <a:gd name="csX6" fmla="*/ 196024 w 308419"/>
                <a:gd name="csY6" fmla="*/ 97758 h 557986"/>
                <a:gd name="csX7" fmla="*/ 175832 w 308419"/>
                <a:gd name="csY7" fmla="*/ 82728 h 557986"/>
                <a:gd name="csX8" fmla="*/ 145732 w 308419"/>
                <a:gd name="csY8" fmla="*/ 109544 h 557986"/>
                <a:gd name="csX9" fmla="*/ 125285 w 308419"/>
                <a:gd name="csY9" fmla="*/ 106947 h 557986"/>
                <a:gd name="csX10" fmla="*/ 134557 w 308419"/>
                <a:gd name="csY10" fmla="*/ 85426 h 557986"/>
                <a:gd name="csX11" fmla="*/ 128715 w 308419"/>
                <a:gd name="csY11" fmla="*/ 72345 h 557986"/>
                <a:gd name="csX12" fmla="*/ 139192 w 308419"/>
                <a:gd name="csY12" fmla="*/ 54826 h 557986"/>
                <a:gd name="csX13" fmla="*/ 136716 w 308419"/>
                <a:gd name="csY13" fmla="*/ 28981 h 557986"/>
                <a:gd name="csX14" fmla="*/ 110554 w 308419"/>
                <a:gd name="csY14" fmla="*/ 30823 h 557986"/>
                <a:gd name="csX15" fmla="*/ 119634 w 308419"/>
                <a:gd name="csY15" fmla="*/ 7785 h 557986"/>
                <a:gd name="csX16" fmla="*/ 101219 w 308419"/>
                <a:gd name="csY16" fmla="*/ 0 h 557986"/>
                <a:gd name="csX17" fmla="*/ 66929 w 308419"/>
                <a:gd name="csY17" fmla="*/ 6274 h 557986"/>
                <a:gd name="csX18" fmla="*/ 61913 w 308419"/>
                <a:gd name="csY18" fmla="*/ 21952 h 557986"/>
                <a:gd name="csX19" fmla="*/ 21590 w 308419"/>
                <a:gd name="csY19" fmla="*/ 24549 h 557986"/>
                <a:gd name="csX20" fmla="*/ 16891 w 308419"/>
                <a:gd name="csY20" fmla="*/ 65208 h 557986"/>
                <a:gd name="csX21" fmla="*/ 0 w 308419"/>
                <a:gd name="csY21" fmla="*/ 72777 h 557986"/>
                <a:gd name="csX22" fmla="*/ 40259 w 308419"/>
                <a:gd name="csY22" fmla="*/ 128575 h 557986"/>
                <a:gd name="csX23" fmla="*/ 45403 w 308419"/>
                <a:gd name="csY23" fmla="*/ 145447 h 557986"/>
                <a:gd name="csX24" fmla="*/ 57912 w 308419"/>
                <a:gd name="csY24" fmla="*/ 143065 h 557986"/>
                <a:gd name="csX25" fmla="*/ 56832 w 308419"/>
                <a:gd name="csY25" fmla="*/ 164909 h 557986"/>
                <a:gd name="csX26" fmla="*/ 46355 w 308419"/>
                <a:gd name="csY26" fmla="*/ 167722 h 557986"/>
                <a:gd name="csX27" fmla="*/ 45021 w 308419"/>
                <a:gd name="csY27" fmla="*/ 190646 h 557986"/>
                <a:gd name="csX28" fmla="*/ 30417 w 308419"/>
                <a:gd name="csY28" fmla="*/ 197783 h 557986"/>
                <a:gd name="csX29" fmla="*/ 41466 w 308419"/>
                <a:gd name="csY29" fmla="*/ 227304 h 557986"/>
                <a:gd name="csX30" fmla="*/ 62802 w 308419"/>
                <a:gd name="csY30" fmla="*/ 246443 h 557986"/>
                <a:gd name="csX31" fmla="*/ 64071 w 308419"/>
                <a:gd name="csY31" fmla="*/ 285267 h 557986"/>
                <a:gd name="csX32" fmla="*/ 74613 w 308419"/>
                <a:gd name="csY32" fmla="*/ 295434 h 557986"/>
                <a:gd name="csX33" fmla="*/ 81852 w 308419"/>
                <a:gd name="csY33" fmla="*/ 320630 h 557986"/>
                <a:gd name="csX34" fmla="*/ 53594 w 308419"/>
                <a:gd name="csY34" fmla="*/ 370910 h 557986"/>
                <a:gd name="csX35" fmla="*/ 53594 w 308419"/>
                <a:gd name="csY35" fmla="*/ 386486 h 557986"/>
                <a:gd name="csX36" fmla="*/ 42482 w 308419"/>
                <a:gd name="csY36" fmla="*/ 397192 h 557986"/>
                <a:gd name="csX37" fmla="*/ 41593 w 308419"/>
                <a:gd name="csY37" fmla="*/ 403136 h 557986"/>
                <a:gd name="csX38" fmla="*/ 32068 w 308419"/>
                <a:gd name="csY38" fmla="*/ 433305 h 557986"/>
                <a:gd name="csX39" fmla="*/ 32258 w 308419"/>
                <a:gd name="csY39" fmla="*/ 473754 h 557986"/>
                <a:gd name="csX40" fmla="*/ 37782 w 308419"/>
                <a:gd name="csY40" fmla="*/ 473970 h 557986"/>
                <a:gd name="csX41" fmla="*/ 39624 w 308419"/>
                <a:gd name="csY41" fmla="*/ 459372 h 557986"/>
                <a:gd name="csX42" fmla="*/ 43434 w 308419"/>
                <a:gd name="csY42" fmla="*/ 455479 h 557986"/>
                <a:gd name="csX43" fmla="*/ 43752 w 308419"/>
                <a:gd name="csY43" fmla="*/ 455479 h 557986"/>
                <a:gd name="csX44" fmla="*/ 49276 w 308419"/>
                <a:gd name="csY44" fmla="*/ 464344 h 557986"/>
                <a:gd name="csX45" fmla="*/ 55118 w 308419"/>
                <a:gd name="csY45" fmla="*/ 468452 h 557986"/>
                <a:gd name="csX46" fmla="*/ 59436 w 308419"/>
                <a:gd name="csY46" fmla="*/ 483159 h 557986"/>
                <a:gd name="csX47" fmla="*/ 65215 w 308419"/>
                <a:gd name="csY47" fmla="*/ 486187 h 557986"/>
                <a:gd name="csX48" fmla="*/ 68770 w 308419"/>
                <a:gd name="csY48" fmla="*/ 481971 h 557986"/>
                <a:gd name="csX49" fmla="*/ 85725 w 308419"/>
                <a:gd name="csY49" fmla="*/ 501974 h 557986"/>
                <a:gd name="csX50" fmla="*/ 87694 w 308419"/>
                <a:gd name="csY50" fmla="*/ 511708 h 557986"/>
                <a:gd name="csX51" fmla="*/ 101346 w 308419"/>
                <a:gd name="csY51" fmla="*/ 531495 h 557986"/>
                <a:gd name="csX52" fmla="*/ 111316 w 308419"/>
                <a:gd name="csY52" fmla="*/ 520357 h 557986"/>
                <a:gd name="csX53" fmla="*/ 133794 w 308419"/>
                <a:gd name="csY53" fmla="*/ 533228 h 557986"/>
                <a:gd name="csX54" fmla="*/ 128905 w 308419"/>
                <a:gd name="csY54" fmla="*/ 549554 h 557986"/>
                <a:gd name="csX55" fmla="*/ 143002 w 308419"/>
                <a:gd name="csY55" fmla="*/ 557987 h 557986"/>
                <a:gd name="csX56" fmla="*/ 154178 w 308419"/>
                <a:gd name="csY56" fmla="*/ 546957 h 557986"/>
                <a:gd name="csX57" fmla="*/ 165862 w 308419"/>
                <a:gd name="csY57" fmla="*/ 554749 h 557986"/>
                <a:gd name="csX58" fmla="*/ 176657 w 308419"/>
                <a:gd name="csY58" fmla="*/ 533012 h 557986"/>
                <a:gd name="csX59" fmla="*/ 162496 w 308419"/>
                <a:gd name="csY59" fmla="*/ 524142 h 557986"/>
                <a:gd name="csX60" fmla="*/ 157163 w 308419"/>
                <a:gd name="csY60" fmla="*/ 514737 h 557986"/>
                <a:gd name="csX61" fmla="*/ 138811 w 308419"/>
                <a:gd name="csY61" fmla="*/ 512788 h 557986"/>
                <a:gd name="csX62" fmla="*/ 124714 w 308419"/>
                <a:gd name="csY62" fmla="*/ 505111 h 557986"/>
                <a:gd name="csX63" fmla="*/ 116459 w 308419"/>
                <a:gd name="csY63" fmla="*/ 492569 h 557986"/>
                <a:gd name="csX64" fmla="*/ 114109 w 308419"/>
                <a:gd name="csY64" fmla="*/ 497325 h 557986"/>
                <a:gd name="csX65" fmla="*/ 111189 w 308419"/>
                <a:gd name="csY65" fmla="*/ 498513 h 557986"/>
                <a:gd name="csX66" fmla="*/ 110998 w 308419"/>
                <a:gd name="csY66" fmla="*/ 498297 h 557986"/>
                <a:gd name="csX67" fmla="*/ 103188 w 308419"/>
                <a:gd name="csY67" fmla="*/ 483914 h 557986"/>
                <a:gd name="csX68" fmla="*/ 107632 w 308419"/>
                <a:gd name="csY68" fmla="*/ 481216 h 557986"/>
                <a:gd name="csX69" fmla="*/ 108712 w 308419"/>
                <a:gd name="csY69" fmla="*/ 483374 h 557986"/>
                <a:gd name="csX70" fmla="*/ 111696 w 308419"/>
                <a:gd name="csY70" fmla="*/ 484892 h 557986"/>
                <a:gd name="csX71" fmla="*/ 106617 w 308419"/>
                <a:gd name="csY71" fmla="*/ 457962 h 557986"/>
                <a:gd name="csX72" fmla="*/ 97854 w 308419"/>
                <a:gd name="csY72" fmla="*/ 449529 h 557986"/>
                <a:gd name="csX73" fmla="*/ 94424 w 308419"/>
                <a:gd name="csY73" fmla="*/ 427793 h 557986"/>
                <a:gd name="csX74" fmla="*/ 87820 w 308419"/>
                <a:gd name="csY74" fmla="*/ 420332 h 557986"/>
                <a:gd name="csX75" fmla="*/ 79819 w 308419"/>
                <a:gd name="csY75" fmla="*/ 422383 h 557986"/>
                <a:gd name="csX76" fmla="*/ 69279 w 308419"/>
                <a:gd name="csY76" fmla="*/ 422821 h 557986"/>
                <a:gd name="csX77" fmla="*/ 66802 w 308419"/>
                <a:gd name="csY77" fmla="*/ 418928 h 557986"/>
                <a:gd name="csX78" fmla="*/ 67246 w 308419"/>
                <a:gd name="csY78" fmla="*/ 417303 h 557986"/>
                <a:gd name="csX79" fmla="*/ 63881 w 308419"/>
                <a:gd name="csY79" fmla="*/ 393947 h 557986"/>
                <a:gd name="csX80" fmla="*/ 74613 w 308419"/>
                <a:gd name="csY80" fmla="*/ 368211 h 557986"/>
                <a:gd name="csX81" fmla="*/ 76327 w 308419"/>
                <a:gd name="csY81" fmla="*/ 358692 h 557986"/>
                <a:gd name="csX82" fmla="*/ 95568 w 308419"/>
                <a:gd name="csY82" fmla="*/ 321710 h 557986"/>
                <a:gd name="csX83" fmla="*/ 95059 w 308419"/>
                <a:gd name="csY83" fmla="*/ 301161 h 557986"/>
                <a:gd name="csX84" fmla="*/ 98298 w 308419"/>
                <a:gd name="csY84" fmla="*/ 282994 h 557986"/>
                <a:gd name="csX85" fmla="*/ 96330 w 308419"/>
                <a:gd name="csY85" fmla="*/ 275425 h 557986"/>
                <a:gd name="csX86" fmla="*/ 100267 w 308419"/>
                <a:gd name="csY86" fmla="*/ 266884 h 557986"/>
                <a:gd name="csX87" fmla="*/ 130746 w 308419"/>
                <a:gd name="csY87" fmla="*/ 264503 h 557986"/>
                <a:gd name="csX88" fmla="*/ 133604 w 308419"/>
                <a:gd name="csY88" fmla="*/ 267855 h 557986"/>
                <a:gd name="csX89" fmla="*/ 129921 w 308419"/>
                <a:gd name="csY89" fmla="*/ 291001 h 557986"/>
                <a:gd name="csX90" fmla="*/ 132715 w 308419"/>
                <a:gd name="csY90" fmla="*/ 294786 h 557986"/>
                <a:gd name="csX91" fmla="*/ 147892 w 308419"/>
                <a:gd name="csY91" fmla="*/ 296837 h 557986"/>
                <a:gd name="csX92" fmla="*/ 159004 w 308419"/>
                <a:gd name="csY92" fmla="*/ 293592 h 557986"/>
                <a:gd name="csX93" fmla="*/ 189230 w 308419"/>
                <a:gd name="csY93" fmla="*/ 315436 h 557986"/>
                <a:gd name="csX94" fmla="*/ 191833 w 308419"/>
                <a:gd name="csY94" fmla="*/ 314680 h 557986"/>
                <a:gd name="csX95" fmla="*/ 194501 w 308419"/>
                <a:gd name="csY95" fmla="*/ 311543 h 557986"/>
                <a:gd name="csX96" fmla="*/ 207708 w 308419"/>
                <a:gd name="csY96" fmla="*/ 332632 h 557986"/>
                <a:gd name="csX97" fmla="*/ 215329 w 308419"/>
                <a:gd name="csY97" fmla="*/ 321926 h 557986"/>
                <a:gd name="csX98" fmla="*/ 209804 w 308419"/>
                <a:gd name="csY98" fmla="*/ 299326 h 557986"/>
                <a:gd name="csX99" fmla="*/ 196342 w 308419"/>
                <a:gd name="csY99" fmla="*/ 289915 h 557986"/>
                <a:gd name="csX100" fmla="*/ 185865 w 308419"/>
                <a:gd name="csY100" fmla="*/ 259638 h 557986"/>
                <a:gd name="csX101" fmla="*/ 200723 w 308419"/>
                <a:gd name="csY101" fmla="*/ 255530 h 557986"/>
                <a:gd name="csX102" fmla="*/ 215646 w 308419"/>
                <a:gd name="csY102" fmla="*/ 229470 h 557986"/>
                <a:gd name="csX103" fmla="*/ 292036 w 308419"/>
                <a:gd name="csY103" fmla="*/ 230657 h 557986"/>
                <a:gd name="csX104" fmla="*/ 306007 w 308419"/>
                <a:gd name="csY104" fmla="*/ 219627 h 557986"/>
                <a:gd name="csX105" fmla="*/ 308419 w 308419"/>
                <a:gd name="csY105" fmla="*/ 178429 h 557986"/>
                <a:gd name="csX106" fmla="*/ 308039 w 308419"/>
                <a:gd name="csY106" fmla="*/ 178645 h 557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</a:cxnLst>
              <a:rect l="l" t="t" r="r" b="b"/>
              <a:pathLst>
                <a:path w="308419" h="557986">
                  <a:moveTo>
                    <a:pt x="308039" y="178645"/>
                  </a:moveTo>
                  <a:lnTo>
                    <a:pt x="275717" y="145555"/>
                  </a:lnTo>
                  <a:lnTo>
                    <a:pt x="276543" y="112573"/>
                  </a:lnTo>
                  <a:lnTo>
                    <a:pt x="245808" y="77857"/>
                  </a:lnTo>
                  <a:lnTo>
                    <a:pt x="220282" y="74942"/>
                  </a:lnTo>
                  <a:lnTo>
                    <a:pt x="212090" y="90189"/>
                  </a:lnTo>
                  <a:lnTo>
                    <a:pt x="196024" y="97758"/>
                  </a:lnTo>
                  <a:lnTo>
                    <a:pt x="175832" y="82728"/>
                  </a:lnTo>
                  <a:lnTo>
                    <a:pt x="145732" y="109544"/>
                  </a:lnTo>
                  <a:lnTo>
                    <a:pt x="125285" y="106947"/>
                  </a:lnTo>
                  <a:lnTo>
                    <a:pt x="134557" y="85426"/>
                  </a:lnTo>
                  <a:lnTo>
                    <a:pt x="128715" y="72345"/>
                  </a:lnTo>
                  <a:lnTo>
                    <a:pt x="139192" y="54826"/>
                  </a:lnTo>
                  <a:lnTo>
                    <a:pt x="136716" y="28981"/>
                  </a:lnTo>
                  <a:lnTo>
                    <a:pt x="110554" y="30823"/>
                  </a:lnTo>
                  <a:lnTo>
                    <a:pt x="119634" y="7785"/>
                  </a:lnTo>
                  <a:lnTo>
                    <a:pt x="101219" y="0"/>
                  </a:lnTo>
                  <a:lnTo>
                    <a:pt x="66929" y="6274"/>
                  </a:lnTo>
                  <a:lnTo>
                    <a:pt x="61913" y="21952"/>
                  </a:lnTo>
                  <a:lnTo>
                    <a:pt x="21590" y="24549"/>
                  </a:lnTo>
                  <a:lnTo>
                    <a:pt x="16891" y="65208"/>
                  </a:lnTo>
                  <a:lnTo>
                    <a:pt x="0" y="72777"/>
                  </a:lnTo>
                  <a:lnTo>
                    <a:pt x="40259" y="128575"/>
                  </a:lnTo>
                  <a:lnTo>
                    <a:pt x="45403" y="145447"/>
                  </a:lnTo>
                  <a:lnTo>
                    <a:pt x="57912" y="143065"/>
                  </a:lnTo>
                  <a:lnTo>
                    <a:pt x="56832" y="164909"/>
                  </a:lnTo>
                  <a:lnTo>
                    <a:pt x="46355" y="167722"/>
                  </a:lnTo>
                  <a:lnTo>
                    <a:pt x="45021" y="190646"/>
                  </a:lnTo>
                  <a:lnTo>
                    <a:pt x="30417" y="197783"/>
                  </a:lnTo>
                  <a:lnTo>
                    <a:pt x="41466" y="227304"/>
                  </a:lnTo>
                  <a:lnTo>
                    <a:pt x="62802" y="246443"/>
                  </a:lnTo>
                  <a:lnTo>
                    <a:pt x="64071" y="285267"/>
                  </a:lnTo>
                  <a:lnTo>
                    <a:pt x="74613" y="295434"/>
                  </a:lnTo>
                  <a:lnTo>
                    <a:pt x="81852" y="320630"/>
                  </a:lnTo>
                  <a:lnTo>
                    <a:pt x="53594" y="370910"/>
                  </a:lnTo>
                  <a:lnTo>
                    <a:pt x="53594" y="386486"/>
                  </a:lnTo>
                  <a:lnTo>
                    <a:pt x="42482" y="397192"/>
                  </a:lnTo>
                  <a:cubicBezTo>
                    <a:pt x="42482" y="399567"/>
                    <a:pt x="42228" y="401409"/>
                    <a:pt x="41593" y="403136"/>
                  </a:cubicBezTo>
                  <a:cubicBezTo>
                    <a:pt x="34861" y="422929"/>
                    <a:pt x="32068" y="427469"/>
                    <a:pt x="32068" y="433305"/>
                  </a:cubicBezTo>
                  <a:lnTo>
                    <a:pt x="32258" y="473754"/>
                  </a:lnTo>
                  <a:cubicBezTo>
                    <a:pt x="32258" y="477755"/>
                    <a:pt x="37782" y="475481"/>
                    <a:pt x="37782" y="473970"/>
                  </a:cubicBezTo>
                  <a:cubicBezTo>
                    <a:pt x="37782" y="472992"/>
                    <a:pt x="39624" y="459372"/>
                    <a:pt x="39624" y="459372"/>
                  </a:cubicBezTo>
                  <a:cubicBezTo>
                    <a:pt x="39878" y="457530"/>
                    <a:pt x="41593" y="455803"/>
                    <a:pt x="43434" y="455479"/>
                  </a:cubicBezTo>
                  <a:lnTo>
                    <a:pt x="43752" y="455479"/>
                  </a:lnTo>
                  <a:cubicBezTo>
                    <a:pt x="48641" y="454609"/>
                    <a:pt x="48196" y="461746"/>
                    <a:pt x="49276" y="464344"/>
                  </a:cubicBezTo>
                  <a:cubicBezTo>
                    <a:pt x="50229" y="468452"/>
                    <a:pt x="54546" y="468236"/>
                    <a:pt x="55118" y="468452"/>
                  </a:cubicBezTo>
                  <a:cubicBezTo>
                    <a:pt x="60325" y="469424"/>
                    <a:pt x="58357" y="476885"/>
                    <a:pt x="59436" y="483159"/>
                  </a:cubicBezTo>
                  <a:cubicBezTo>
                    <a:pt x="59754" y="487591"/>
                    <a:pt x="64453" y="490512"/>
                    <a:pt x="65215" y="486187"/>
                  </a:cubicBezTo>
                  <a:cubicBezTo>
                    <a:pt x="65532" y="485432"/>
                    <a:pt x="65532" y="478834"/>
                    <a:pt x="68770" y="481971"/>
                  </a:cubicBezTo>
                  <a:cubicBezTo>
                    <a:pt x="79883" y="493865"/>
                    <a:pt x="85725" y="496246"/>
                    <a:pt x="85725" y="501974"/>
                  </a:cubicBezTo>
                  <a:cubicBezTo>
                    <a:pt x="85852" y="503275"/>
                    <a:pt x="85090" y="507924"/>
                    <a:pt x="87694" y="511708"/>
                  </a:cubicBezTo>
                  <a:cubicBezTo>
                    <a:pt x="93663" y="520573"/>
                    <a:pt x="97981" y="526739"/>
                    <a:pt x="101346" y="531495"/>
                  </a:cubicBezTo>
                  <a:lnTo>
                    <a:pt x="111316" y="520357"/>
                  </a:lnTo>
                  <a:lnTo>
                    <a:pt x="133794" y="533228"/>
                  </a:lnTo>
                  <a:lnTo>
                    <a:pt x="128905" y="549554"/>
                  </a:lnTo>
                  <a:lnTo>
                    <a:pt x="143002" y="557987"/>
                  </a:lnTo>
                  <a:lnTo>
                    <a:pt x="154178" y="546957"/>
                  </a:lnTo>
                  <a:lnTo>
                    <a:pt x="165862" y="554749"/>
                  </a:lnTo>
                  <a:lnTo>
                    <a:pt x="176657" y="533012"/>
                  </a:lnTo>
                  <a:cubicBezTo>
                    <a:pt x="169291" y="529552"/>
                    <a:pt x="164846" y="528250"/>
                    <a:pt x="162496" y="524142"/>
                  </a:cubicBezTo>
                  <a:lnTo>
                    <a:pt x="157163" y="514737"/>
                  </a:lnTo>
                  <a:cubicBezTo>
                    <a:pt x="154495" y="509975"/>
                    <a:pt x="147638" y="513004"/>
                    <a:pt x="138811" y="512788"/>
                  </a:cubicBezTo>
                  <a:cubicBezTo>
                    <a:pt x="133668" y="513112"/>
                    <a:pt x="129921" y="508464"/>
                    <a:pt x="124714" y="505111"/>
                  </a:cubicBezTo>
                  <a:cubicBezTo>
                    <a:pt x="120523" y="502082"/>
                    <a:pt x="118999" y="496786"/>
                    <a:pt x="116459" y="492569"/>
                  </a:cubicBezTo>
                  <a:cubicBezTo>
                    <a:pt x="114300" y="488347"/>
                    <a:pt x="114300" y="496246"/>
                    <a:pt x="114109" y="497325"/>
                  </a:cubicBezTo>
                  <a:cubicBezTo>
                    <a:pt x="113919" y="499161"/>
                    <a:pt x="112585" y="499707"/>
                    <a:pt x="111189" y="498513"/>
                  </a:cubicBezTo>
                  <a:lnTo>
                    <a:pt x="110998" y="498297"/>
                  </a:lnTo>
                  <a:cubicBezTo>
                    <a:pt x="106934" y="494836"/>
                    <a:pt x="105791" y="489217"/>
                    <a:pt x="103188" y="483914"/>
                  </a:cubicBezTo>
                  <a:cubicBezTo>
                    <a:pt x="101473" y="479806"/>
                    <a:pt x="105664" y="477208"/>
                    <a:pt x="107632" y="481216"/>
                  </a:cubicBezTo>
                  <a:lnTo>
                    <a:pt x="108712" y="483374"/>
                  </a:lnTo>
                  <a:cubicBezTo>
                    <a:pt x="109474" y="485000"/>
                    <a:pt x="110871" y="485756"/>
                    <a:pt x="111696" y="484892"/>
                  </a:cubicBezTo>
                  <a:cubicBezTo>
                    <a:pt x="114554" y="482295"/>
                    <a:pt x="110744" y="475697"/>
                    <a:pt x="106617" y="457962"/>
                  </a:cubicBezTo>
                  <a:cubicBezTo>
                    <a:pt x="105346" y="453206"/>
                    <a:pt x="100330" y="451472"/>
                    <a:pt x="97854" y="449529"/>
                  </a:cubicBezTo>
                  <a:cubicBezTo>
                    <a:pt x="93091" y="446392"/>
                    <a:pt x="95568" y="439902"/>
                    <a:pt x="94424" y="427793"/>
                  </a:cubicBezTo>
                  <a:cubicBezTo>
                    <a:pt x="94297" y="423145"/>
                    <a:pt x="89091" y="421411"/>
                    <a:pt x="87820" y="420332"/>
                  </a:cubicBezTo>
                  <a:cubicBezTo>
                    <a:pt x="84138" y="417950"/>
                    <a:pt x="80645" y="422059"/>
                    <a:pt x="79819" y="422383"/>
                  </a:cubicBezTo>
                  <a:cubicBezTo>
                    <a:pt x="76009" y="425304"/>
                    <a:pt x="71374" y="423037"/>
                    <a:pt x="69279" y="422821"/>
                  </a:cubicBezTo>
                  <a:cubicBezTo>
                    <a:pt x="67437" y="422491"/>
                    <a:pt x="66357" y="420763"/>
                    <a:pt x="66802" y="418928"/>
                  </a:cubicBezTo>
                  <a:lnTo>
                    <a:pt x="67246" y="417303"/>
                  </a:lnTo>
                  <a:cubicBezTo>
                    <a:pt x="68770" y="411683"/>
                    <a:pt x="66484" y="413302"/>
                    <a:pt x="63881" y="393947"/>
                  </a:cubicBezTo>
                  <a:cubicBezTo>
                    <a:pt x="62929" y="388321"/>
                    <a:pt x="67882" y="380860"/>
                    <a:pt x="74613" y="368211"/>
                  </a:cubicBezTo>
                  <a:cubicBezTo>
                    <a:pt x="76898" y="364318"/>
                    <a:pt x="76200" y="359880"/>
                    <a:pt x="76327" y="358692"/>
                  </a:cubicBezTo>
                  <a:cubicBezTo>
                    <a:pt x="76327" y="352634"/>
                    <a:pt x="80010" y="352742"/>
                    <a:pt x="95568" y="321710"/>
                  </a:cubicBezTo>
                  <a:cubicBezTo>
                    <a:pt x="97981" y="317170"/>
                    <a:pt x="95568" y="305600"/>
                    <a:pt x="95059" y="301161"/>
                  </a:cubicBezTo>
                  <a:cubicBezTo>
                    <a:pt x="94107" y="295865"/>
                    <a:pt x="96583" y="290785"/>
                    <a:pt x="98298" y="282994"/>
                  </a:cubicBezTo>
                  <a:cubicBezTo>
                    <a:pt x="99378" y="278993"/>
                    <a:pt x="96583" y="276079"/>
                    <a:pt x="96330" y="275425"/>
                  </a:cubicBezTo>
                  <a:cubicBezTo>
                    <a:pt x="93790" y="271424"/>
                    <a:pt x="99251" y="268288"/>
                    <a:pt x="100267" y="266884"/>
                  </a:cubicBezTo>
                  <a:cubicBezTo>
                    <a:pt x="104457" y="262775"/>
                    <a:pt x="110299" y="265265"/>
                    <a:pt x="130746" y="264503"/>
                  </a:cubicBezTo>
                  <a:cubicBezTo>
                    <a:pt x="132588" y="264503"/>
                    <a:pt x="133921" y="266020"/>
                    <a:pt x="133604" y="267855"/>
                  </a:cubicBezTo>
                  <a:lnTo>
                    <a:pt x="129921" y="291001"/>
                  </a:lnTo>
                  <a:cubicBezTo>
                    <a:pt x="129604" y="292836"/>
                    <a:pt x="130873" y="294570"/>
                    <a:pt x="132715" y="294786"/>
                  </a:cubicBezTo>
                  <a:lnTo>
                    <a:pt x="147892" y="296837"/>
                  </a:lnTo>
                  <a:cubicBezTo>
                    <a:pt x="152654" y="297485"/>
                    <a:pt x="156782" y="294462"/>
                    <a:pt x="159004" y="293592"/>
                  </a:cubicBezTo>
                  <a:cubicBezTo>
                    <a:pt x="164465" y="291109"/>
                    <a:pt x="167259" y="298024"/>
                    <a:pt x="189230" y="315436"/>
                  </a:cubicBezTo>
                  <a:cubicBezTo>
                    <a:pt x="190627" y="316630"/>
                    <a:pt x="191833" y="316300"/>
                    <a:pt x="191833" y="314680"/>
                  </a:cubicBezTo>
                  <a:cubicBezTo>
                    <a:pt x="191833" y="313061"/>
                    <a:pt x="193040" y="311652"/>
                    <a:pt x="194501" y="311543"/>
                  </a:cubicBezTo>
                  <a:cubicBezTo>
                    <a:pt x="198945" y="311220"/>
                    <a:pt x="200152" y="318357"/>
                    <a:pt x="207708" y="332632"/>
                  </a:cubicBezTo>
                  <a:lnTo>
                    <a:pt x="215329" y="321926"/>
                  </a:lnTo>
                  <a:lnTo>
                    <a:pt x="209804" y="299326"/>
                  </a:lnTo>
                  <a:lnTo>
                    <a:pt x="196342" y="289915"/>
                  </a:lnTo>
                  <a:lnTo>
                    <a:pt x="185865" y="259638"/>
                  </a:lnTo>
                  <a:lnTo>
                    <a:pt x="200723" y="255530"/>
                  </a:lnTo>
                  <a:lnTo>
                    <a:pt x="215646" y="229470"/>
                  </a:lnTo>
                  <a:lnTo>
                    <a:pt x="292036" y="230657"/>
                  </a:lnTo>
                  <a:lnTo>
                    <a:pt x="306007" y="219627"/>
                  </a:lnTo>
                  <a:lnTo>
                    <a:pt x="308419" y="178429"/>
                  </a:lnTo>
                  <a:lnTo>
                    <a:pt x="308039" y="178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6EE74CF8-44A7-E3F2-BCE6-8B927FF552B2}"/>
                </a:ext>
              </a:extLst>
            </p:cNvPr>
            <p:cNvSpPr/>
            <p:nvPr/>
          </p:nvSpPr>
          <p:spPr>
            <a:xfrm>
              <a:off x="10313098" y="4787117"/>
              <a:ext cx="88043" cy="41060"/>
            </a:xfrm>
            <a:custGeom>
              <a:avLst/>
              <a:gdLst>
                <a:gd name="csX0" fmla="*/ 86805 w 88043"/>
                <a:gd name="csY0" fmla="*/ 6669 h 41060"/>
                <a:gd name="csX1" fmla="*/ 86805 w 88043"/>
                <a:gd name="csY1" fmla="*/ 3100 h 41060"/>
                <a:gd name="csX2" fmla="*/ 78169 w 88043"/>
                <a:gd name="csY2" fmla="*/ 71 h 41060"/>
                <a:gd name="csX3" fmla="*/ 15494 w 88043"/>
                <a:gd name="csY3" fmla="*/ 9806 h 41060"/>
                <a:gd name="csX4" fmla="*/ 0 w 88043"/>
                <a:gd name="csY4" fmla="*/ 24296 h 41060"/>
                <a:gd name="csX5" fmla="*/ 7493 w 88043"/>
                <a:gd name="csY5" fmla="*/ 41060 h 41060"/>
                <a:gd name="csX6" fmla="*/ 61785 w 88043"/>
                <a:gd name="csY6" fmla="*/ 22023 h 41060"/>
                <a:gd name="csX7" fmla="*/ 86805 w 88043"/>
                <a:gd name="csY7" fmla="*/ 6669 h 4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043" h="41060">
                  <a:moveTo>
                    <a:pt x="86805" y="6669"/>
                  </a:moveTo>
                  <a:cubicBezTo>
                    <a:pt x="88456" y="5697"/>
                    <a:pt x="88456" y="4078"/>
                    <a:pt x="86805" y="3100"/>
                  </a:cubicBezTo>
                  <a:cubicBezTo>
                    <a:pt x="87313" y="3424"/>
                    <a:pt x="82486" y="-577"/>
                    <a:pt x="78169" y="71"/>
                  </a:cubicBezTo>
                  <a:lnTo>
                    <a:pt x="15494" y="9806"/>
                  </a:lnTo>
                  <a:cubicBezTo>
                    <a:pt x="10033" y="10669"/>
                    <a:pt x="4953" y="18569"/>
                    <a:pt x="0" y="24296"/>
                  </a:cubicBezTo>
                  <a:lnTo>
                    <a:pt x="7493" y="41060"/>
                  </a:lnTo>
                  <a:cubicBezTo>
                    <a:pt x="17653" y="35218"/>
                    <a:pt x="53975" y="26785"/>
                    <a:pt x="61785" y="22023"/>
                  </a:cubicBezTo>
                  <a:lnTo>
                    <a:pt x="86805" y="6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F2F92883-0955-6FEC-A0A7-1F93A612D3A5}"/>
                </a:ext>
              </a:extLst>
            </p:cNvPr>
            <p:cNvSpPr/>
            <p:nvPr/>
          </p:nvSpPr>
          <p:spPr>
            <a:xfrm>
              <a:off x="8157591" y="2877051"/>
              <a:ext cx="301307" cy="179076"/>
            </a:xfrm>
            <a:custGeom>
              <a:avLst/>
              <a:gdLst>
                <a:gd name="csX0" fmla="*/ 185165 w 301307"/>
                <a:gd name="csY0" fmla="*/ 83267 h 179076"/>
                <a:gd name="csX1" fmla="*/ 166877 w 301307"/>
                <a:gd name="csY1" fmla="*/ 78181 h 179076"/>
                <a:gd name="csX2" fmla="*/ 158686 w 301307"/>
                <a:gd name="csY2" fmla="*/ 66396 h 179076"/>
                <a:gd name="csX3" fmla="*/ 132270 w 301307"/>
                <a:gd name="csY3" fmla="*/ 82290 h 179076"/>
                <a:gd name="csX4" fmla="*/ 121983 w 301307"/>
                <a:gd name="csY4" fmla="*/ 73857 h 179076"/>
                <a:gd name="csX5" fmla="*/ 78359 w 301307"/>
                <a:gd name="csY5" fmla="*/ 75152 h 179076"/>
                <a:gd name="csX6" fmla="*/ 81280 w 301307"/>
                <a:gd name="csY6" fmla="*/ 58394 h 179076"/>
                <a:gd name="csX7" fmla="*/ 98996 w 301307"/>
                <a:gd name="csY7" fmla="*/ 48552 h 179076"/>
                <a:gd name="csX8" fmla="*/ 123507 w 301307"/>
                <a:gd name="csY8" fmla="*/ 53423 h 179076"/>
                <a:gd name="csX9" fmla="*/ 129540 w 301307"/>
                <a:gd name="csY9" fmla="*/ 35903 h 179076"/>
                <a:gd name="csX10" fmla="*/ 111252 w 301307"/>
                <a:gd name="csY10" fmla="*/ 27032 h 179076"/>
                <a:gd name="csX11" fmla="*/ 128588 w 301307"/>
                <a:gd name="csY11" fmla="*/ 11138 h 179076"/>
                <a:gd name="csX12" fmla="*/ 113982 w 301307"/>
                <a:gd name="csY12" fmla="*/ 0 h 179076"/>
                <a:gd name="csX13" fmla="*/ 89153 w 301307"/>
                <a:gd name="csY13" fmla="*/ 17843 h 179076"/>
                <a:gd name="csX14" fmla="*/ 78041 w 301307"/>
                <a:gd name="csY14" fmla="*/ 8541 h 179076"/>
                <a:gd name="csX15" fmla="*/ 68390 w 301307"/>
                <a:gd name="csY15" fmla="*/ 21412 h 179076"/>
                <a:gd name="csX16" fmla="*/ 70421 w 301307"/>
                <a:gd name="csY16" fmla="*/ 35903 h 179076"/>
                <a:gd name="csX17" fmla="*/ 52388 w 301307"/>
                <a:gd name="csY17" fmla="*/ 43364 h 179076"/>
                <a:gd name="csX18" fmla="*/ 42418 w 301307"/>
                <a:gd name="csY18" fmla="*/ 66180 h 179076"/>
                <a:gd name="csX19" fmla="*/ 8509 w 301307"/>
                <a:gd name="csY19" fmla="*/ 61639 h 179076"/>
                <a:gd name="csX20" fmla="*/ 0 w 301307"/>
                <a:gd name="csY20" fmla="*/ 77318 h 179076"/>
                <a:gd name="csX21" fmla="*/ 14351 w 301307"/>
                <a:gd name="csY21" fmla="*/ 89973 h 179076"/>
                <a:gd name="csX22" fmla="*/ 30290 w 301307"/>
                <a:gd name="csY22" fmla="*/ 93974 h 179076"/>
                <a:gd name="csX23" fmla="*/ 28639 w 301307"/>
                <a:gd name="csY23" fmla="*/ 115056 h 179076"/>
                <a:gd name="csX24" fmla="*/ 37528 w 301307"/>
                <a:gd name="csY24" fmla="*/ 127171 h 179076"/>
                <a:gd name="csX25" fmla="*/ 13843 w 301307"/>
                <a:gd name="csY25" fmla="*/ 166637 h 179076"/>
                <a:gd name="csX26" fmla="*/ 25717 w 301307"/>
                <a:gd name="csY26" fmla="*/ 179076 h 179076"/>
                <a:gd name="csX27" fmla="*/ 58420 w 301307"/>
                <a:gd name="csY27" fmla="*/ 162960 h 179076"/>
                <a:gd name="csX28" fmla="*/ 68707 w 301307"/>
                <a:gd name="csY28" fmla="*/ 173450 h 179076"/>
                <a:gd name="csX29" fmla="*/ 85725 w 301307"/>
                <a:gd name="csY29" fmla="*/ 167938 h 179076"/>
                <a:gd name="csX30" fmla="*/ 81597 w 301307"/>
                <a:gd name="csY30" fmla="*/ 153016 h 179076"/>
                <a:gd name="csX31" fmla="*/ 106997 w 301307"/>
                <a:gd name="csY31" fmla="*/ 152692 h 179076"/>
                <a:gd name="csX32" fmla="*/ 111442 w 301307"/>
                <a:gd name="csY32" fmla="*/ 143821 h 179076"/>
                <a:gd name="csX33" fmla="*/ 107124 w 301307"/>
                <a:gd name="csY33" fmla="*/ 135928 h 179076"/>
                <a:gd name="csX34" fmla="*/ 127190 w 301307"/>
                <a:gd name="csY34" fmla="*/ 117437 h 179076"/>
                <a:gd name="csX35" fmla="*/ 146240 w 301307"/>
                <a:gd name="csY35" fmla="*/ 124574 h 179076"/>
                <a:gd name="csX36" fmla="*/ 143510 w 301307"/>
                <a:gd name="csY36" fmla="*/ 136792 h 179076"/>
                <a:gd name="csX37" fmla="*/ 158305 w 301307"/>
                <a:gd name="csY37" fmla="*/ 139281 h 179076"/>
                <a:gd name="csX38" fmla="*/ 153353 w 301307"/>
                <a:gd name="csY38" fmla="*/ 164910 h 179076"/>
                <a:gd name="csX39" fmla="*/ 161925 w 301307"/>
                <a:gd name="csY39" fmla="*/ 174536 h 179076"/>
                <a:gd name="csX40" fmla="*/ 217424 w 301307"/>
                <a:gd name="csY40" fmla="*/ 145123 h 179076"/>
                <a:gd name="csX41" fmla="*/ 267526 w 301307"/>
                <a:gd name="csY41" fmla="*/ 140360 h 179076"/>
                <a:gd name="csX42" fmla="*/ 279653 w 301307"/>
                <a:gd name="csY42" fmla="*/ 159283 h 179076"/>
                <a:gd name="csX43" fmla="*/ 301307 w 301307"/>
                <a:gd name="csY43" fmla="*/ 153340 h 179076"/>
                <a:gd name="csX44" fmla="*/ 284861 w 301307"/>
                <a:gd name="csY44" fmla="*/ 109760 h 179076"/>
                <a:gd name="csX45" fmla="*/ 255015 w 301307"/>
                <a:gd name="csY45" fmla="*/ 103162 h 179076"/>
                <a:gd name="csX46" fmla="*/ 250571 w 301307"/>
                <a:gd name="csY46" fmla="*/ 111595 h 179076"/>
                <a:gd name="csX47" fmla="*/ 239204 w 301307"/>
                <a:gd name="csY47" fmla="*/ 106191 h 179076"/>
                <a:gd name="csX48" fmla="*/ 235839 w 301307"/>
                <a:gd name="csY48" fmla="*/ 70828 h 179076"/>
                <a:gd name="csX49" fmla="*/ 197612 w 301307"/>
                <a:gd name="csY49" fmla="*/ 76562 h 179076"/>
                <a:gd name="csX50" fmla="*/ 185165 w 301307"/>
                <a:gd name="csY50" fmla="*/ 83267 h 17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01307" h="179076">
                  <a:moveTo>
                    <a:pt x="185165" y="83267"/>
                  </a:moveTo>
                  <a:lnTo>
                    <a:pt x="166877" y="78181"/>
                  </a:lnTo>
                  <a:lnTo>
                    <a:pt x="158686" y="66396"/>
                  </a:lnTo>
                  <a:lnTo>
                    <a:pt x="132270" y="82290"/>
                  </a:lnTo>
                  <a:lnTo>
                    <a:pt x="121983" y="73857"/>
                  </a:lnTo>
                  <a:lnTo>
                    <a:pt x="78359" y="75152"/>
                  </a:lnTo>
                  <a:lnTo>
                    <a:pt x="81280" y="58394"/>
                  </a:lnTo>
                  <a:lnTo>
                    <a:pt x="98996" y="48552"/>
                  </a:lnTo>
                  <a:lnTo>
                    <a:pt x="123507" y="53423"/>
                  </a:lnTo>
                  <a:lnTo>
                    <a:pt x="129540" y="35903"/>
                  </a:lnTo>
                  <a:lnTo>
                    <a:pt x="111252" y="27032"/>
                  </a:lnTo>
                  <a:lnTo>
                    <a:pt x="128588" y="11138"/>
                  </a:lnTo>
                  <a:lnTo>
                    <a:pt x="113982" y="0"/>
                  </a:lnTo>
                  <a:lnTo>
                    <a:pt x="89153" y="17843"/>
                  </a:lnTo>
                  <a:lnTo>
                    <a:pt x="78041" y="8541"/>
                  </a:lnTo>
                  <a:lnTo>
                    <a:pt x="68390" y="21412"/>
                  </a:lnTo>
                  <a:lnTo>
                    <a:pt x="70421" y="35903"/>
                  </a:lnTo>
                  <a:lnTo>
                    <a:pt x="52388" y="43364"/>
                  </a:lnTo>
                  <a:lnTo>
                    <a:pt x="42418" y="66180"/>
                  </a:lnTo>
                  <a:lnTo>
                    <a:pt x="8509" y="61639"/>
                  </a:lnTo>
                  <a:lnTo>
                    <a:pt x="0" y="77318"/>
                  </a:lnTo>
                  <a:lnTo>
                    <a:pt x="14351" y="89973"/>
                  </a:lnTo>
                  <a:lnTo>
                    <a:pt x="30290" y="93974"/>
                  </a:lnTo>
                  <a:lnTo>
                    <a:pt x="28639" y="115056"/>
                  </a:lnTo>
                  <a:lnTo>
                    <a:pt x="37528" y="127171"/>
                  </a:lnTo>
                  <a:lnTo>
                    <a:pt x="13843" y="166637"/>
                  </a:lnTo>
                  <a:lnTo>
                    <a:pt x="25717" y="179076"/>
                  </a:lnTo>
                  <a:lnTo>
                    <a:pt x="58420" y="162960"/>
                  </a:lnTo>
                  <a:lnTo>
                    <a:pt x="68707" y="173450"/>
                  </a:lnTo>
                  <a:lnTo>
                    <a:pt x="85725" y="167938"/>
                  </a:lnTo>
                  <a:lnTo>
                    <a:pt x="81597" y="153016"/>
                  </a:lnTo>
                  <a:lnTo>
                    <a:pt x="106997" y="152692"/>
                  </a:lnTo>
                  <a:lnTo>
                    <a:pt x="111442" y="143821"/>
                  </a:lnTo>
                  <a:lnTo>
                    <a:pt x="107124" y="135928"/>
                  </a:lnTo>
                  <a:lnTo>
                    <a:pt x="127190" y="117437"/>
                  </a:lnTo>
                  <a:lnTo>
                    <a:pt x="146240" y="124574"/>
                  </a:lnTo>
                  <a:lnTo>
                    <a:pt x="143510" y="136792"/>
                  </a:lnTo>
                  <a:lnTo>
                    <a:pt x="158305" y="139281"/>
                  </a:lnTo>
                  <a:lnTo>
                    <a:pt x="153353" y="164910"/>
                  </a:lnTo>
                  <a:lnTo>
                    <a:pt x="161925" y="174536"/>
                  </a:lnTo>
                  <a:lnTo>
                    <a:pt x="217424" y="145123"/>
                  </a:lnTo>
                  <a:lnTo>
                    <a:pt x="267526" y="140360"/>
                  </a:lnTo>
                  <a:lnTo>
                    <a:pt x="279653" y="159283"/>
                  </a:lnTo>
                  <a:lnTo>
                    <a:pt x="301307" y="153340"/>
                  </a:lnTo>
                  <a:lnTo>
                    <a:pt x="284861" y="109760"/>
                  </a:lnTo>
                  <a:lnTo>
                    <a:pt x="255015" y="103162"/>
                  </a:lnTo>
                  <a:lnTo>
                    <a:pt x="250571" y="111595"/>
                  </a:lnTo>
                  <a:lnTo>
                    <a:pt x="239204" y="106191"/>
                  </a:lnTo>
                  <a:lnTo>
                    <a:pt x="235839" y="70828"/>
                  </a:lnTo>
                  <a:lnTo>
                    <a:pt x="197612" y="76562"/>
                  </a:lnTo>
                  <a:lnTo>
                    <a:pt x="185165" y="832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664D5735-E8F8-C7B7-F481-E2543DF76C5B}"/>
                </a:ext>
              </a:extLst>
            </p:cNvPr>
            <p:cNvSpPr/>
            <p:nvPr/>
          </p:nvSpPr>
          <p:spPr>
            <a:xfrm>
              <a:off x="10133531" y="3528777"/>
              <a:ext cx="68145" cy="131803"/>
            </a:xfrm>
            <a:custGeom>
              <a:avLst/>
              <a:gdLst>
                <a:gd name="csX0" fmla="*/ 57138 w 68145"/>
                <a:gd name="csY0" fmla="*/ 559 h 131803"/>
                <a:gd name="csX1" fmla="*/ 51932 w 68145"/>
                <a:gd name="csY1" fmla="*/ 1314 h 131803"/>
                <a:gd name="csX2" fmla="*/ 50979 w 68145"/>
                <a:gd name="csY2" fmla="*/ 2286 h 131803"/>
                <a:gd name="csX3" fmla="*/ 37898 w 68145"/>
                <a:gd name="csY3" fmla="*/ 7264 h 131803"/>
                <a:gd name="csX4" fmla="*/ 4751 w 68145"/>
                <a:gd name="csY4" fmla="*/ 55277 h 131803"/>
                <a:gd name="csX5" fmla="*/ 115 w 68145"/>
                <a:gd name="csY5" fmla="*/ 78739 h 131803"/>
                <a:gd name="csX6" fmla="*/ 5005 w 68145"/>
                <a:gd name="csY6" fmla="*/ 100908 h 131803"/>
                <a:gd name="csX7" fmla="*/ 19038 w 68145"/>
                <a:gd name="csY7" fmla="*/ 116268 h 131803"/>
                <a:gd name="csX8" fmla="*/ 20562 w 68145"/>
                <a:gd name="csY8" fmla="*/ 125889 h 131803"/>
                <a:gd name="csX9" fmla="*/ 26214 w 68145"/>
                <a:gd name="csY9" fmla="*/ 131515 h 131803"/>
                <a:gd name="csX10" fmla="*/ 29452 w 68145"/>
                <a:gd name="csY10" fmla="*/ 129565 h 131803"/>
                <a:gd name="csX11" fmla="*/ 29961 w 68145"/>
                <a:gd name="csY11" fmla="*/ 110426 h 131803"/>
                <a:gd name="csX12" fmla="*/ 44375 w 68145"/>
                <a:gd name="csY12" fmla="*/ 88690 h 131803"/>
                <a:gd name="csX13" fmla="*/ 54980 w 68145"/>
                <a:gd name="csY13" fmla="*/ 48031 h 131803"/>
                <a:gd name="csX14" fmla="*/ 64060 w 68145"/>
                <a:gd name="csY14" fmla="*/ 30403 h 131803"/>
                <a:gd name="csX15" fmla="*/ 63425 w 68145"/>
                <a:gd name="csY15" fmla="*/ 20345 h 131803"/>
                <a:gd name="csX16" fmla="*/ 67425 w 68145"/>
                <a:gd name="csY16" fmla="*/ 10617 h 131803"/>
                <a:gd name="csX17" fmla="*/ 57138 w 68145"/>
                <a:gd name="csY17" fmla="*/ 450 h 131803"/>
                <a:gd name="csX18" fmla="*/ 57138 w 68145"/>
                <a:gd name="csY18" fmla="*/ 559 h 131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8145" h="131803">
                  <a:moveTo>
                    <a:pt x="57138" y="559"/>
                  </a:moveTo>
                  <a:cubicBezTo>
                    <a:pt x="55551" y="-413"/>
                    <a:pt x="53138" y="-89"/>
                    <a:pt x="51932" y="1314"/>
                  </a:cubicBezTo>
                  <a:lnTo>
                    <a:pt x="50979" y="2286"/>
                  </a:lnTo>
                  <a:cubicBezTo>
                    <a:pt x="47931" y="5423"/>
                    <a:pt x="43613" y="5962"/>
                    <a:pt x="37898" y="7264"/>
                  </a:cubicBezTo>
                  <a:cubicBezTo>
                    <a:pt x="33200" y="8343"/>
                    <a:pt x="34533" y="8236"/>
                    <a:pt x="4751" y="55277"/>
                  </a:cubicBezTo>
                  <a:cubicBezTo>
                    <a:pt x="2401" y="59061"/>
                    <a:pt x="2465" y="62090"/>
                    <a:pt x="115" y="78739"/>
                  </a:cubicBezTo>
                  <a:cubicBezTo>
                    <a:pt x="-519" y="83502"/>
                    <a:pt x="1512" y="88474"/>
                    <a:pt x="5005" y="100908"/>
                  </a:cubicBezTo>
                  <a:cubicBezTo>
                    <a:pt x="7037" y="108153"/>
                    <a:pt x="17959" y="109239"/>
                    <a:pt x="19038" y="116268"/>
                  </a:cubicBezTo>
                  <a:lnTo>
                    <a:pt x="20562" y="125889"/>
                  </a:lnTo>
                  <a:cubicBezTo>
                    <a:pt x="21198" y="130105"/>
                    <a:pt x="25515" y="131083"/>
                    <a:pt x="26214" y="131515"/>
                  </a:cubicBezTo>
                  <a:cubicBezTo>
                    <a:pt x="27929" y="132270"/>
                    <a:pt x="29325" y="131515"/>
                    <a:pt x="29452" y="129565"/>
                  </a:cubicBezTo>
                  <a:lnTo>
                    <a:pt x="29961" y="110426"/>
                  </a:lnTo>
                  <a:cubicBezTo>
                    <a:pt x="30087" y="106102"/>
                    <a:pt x="31929" y="104692"/>
                    <a:pt x="44375" y="88690"/>
                  </a:cubicBezTo>
                  <a:cubicBezTo>
                    <a:pt x="47106" y="85229"/>
                    <a:pt x="46979" y="84150"/>
                    <a:pt x="54980" y="48031"/>
                  </a:cubicBezTo>
                  <a:cubicBezTo>
                    <a:pt x="56059" y="43383"/>
                    <a:pt x="59234" y="38728"/>
                    <a:pt x="64060" y="30403"/>
                  </a:cubicBezTo>
                  <a:cubicBezTo>
                    <a:pt x="66346" y="26403"/>
                    <a:pt x="63743" y="21863"/>
                    <a:pt x="63425" y="20345"/>
                  </a:cubicBezTo>
                  <a:cubicBezTo>
                    <a:pt x="62028" y="15805"/>
                    <a:pt x="66346" y="12452"/>
                    <a:pt x="67425" y="10617"/>
                  </a:cubicBezTo>
                  <a:cubicBezTo>
                    <a:pt x="70664" y="6400"/>
                    <a:pt x="62219" y="4343"/>
                    <a:pt x="57138" y="450"/>
                  </a:cubicBezTo>
                  <a:lnTo>
                    <a:pt x="57138" y="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33F0C028-93AD-C758-971E-0B78804C72ED}"/>
                </a:ext>
              </a:extLst>
            </p:cNvPr>
            <p:cNvSpPr/>
            <p:nvPr/>
          </p:nvSpPr>
          <p:spPr>
            <a:xfrm>
              <a:off x="6970648" y="3038716"/>
              <a:ext cx="250126" cy="210331"/>
            </a:xfrm>
            <a:custGeom>
              <a:avLst/>
              <a:gdLst>
                <a:gd name="csX0" fmla="*/ 14288 w 250126"/>
                <a:gd name="csY0" fmla="*/ 192919 h 210331"/>
                <a:gd name="csX1" fmla="*/ 28893 w 250126"/>
                <a:gd name="csY1" fmla="*/ 208058 h 210331"/>
                <a:gd name="csX2" fmla="*/ 43180 w 250126"/>
                <a:gd name="csY2" fmla="*/ 210331 h 210331"/>
                <a:gd name="csX3" fmla="*/ 196977 w 250126"/>
                <a:gd name="csY3" fmla="*/ 124574 h 210331"/>
                <a:gd name="csX4" fmla="*/ 207899 w 250126"/>
                <a:gd name="csY4" fmla="*/ 105651 h 210331"/>
                <a:gd name="csX5" fmla="*/ 207899 w 250126"/>
                <a:gd name="csY5" fmla="*/ 85211 h 210331"/>
                <a:gd name="csX6" fmla="*/ 213043 w 250126"/>
                <a:gd name="csY6" fmla="*/ 71158 h 210331"/>
                <a:gd name="csX7" fmla="*/ 211201 w 250126"/>
                <a:gd name="csY7" fmla="*/ 37630 h 210331"/>
                <a:gd name="csX8" fmla="*/ 235395 w 250126"/>
                <a:gd name="csY8" fmla="*/ 30493 h 210331"/>
                <a:gd name="csX9" fmla="*/ 250127 w 250126"/>
                <a:gd name="csY9" fmla="*/ 12979 h 210331"/>
                <a:gd name="csX10" fmla="*/ 246761 w 250126"/>
                <a:gd name="csY10" fmla="*/ 0 h 210331"/>
                <a:gd name="csX11" fmla="*/ 235648 w 250126"/>
                <a:gd name="csY11" fmla="*/ 0 h 210331"/>
                <a:gd name="csX12" fmla="*/ 227520 w 250126"/>
                <a:gd name="csY12" fmla="*/ 8871 h 210331"/>
                <a:gd name="csX13" fmla="*/ 188532 w 250126"/>
                <a:gd name="csY13" fmla="*/ 9735 h 210331"/>
                <a:gd name="csX14" fmla="*/ 155511 w 250126"/>
                <a:gd name="csY14" fmla="*/ 24441 h 210331"/>
                <a:gd name="csX15" fmla="*/ 118935 w 250126"/>
                <a:gd name="csY15" fmla="*/ 27362 h 210331"/>
                <a:gd name="csX16" fmla="*/ 109538 w 250126"/>
                <a:gd name="csY16" fmla="*/ 17736 h 210331"/>
                <a:gd name="csX17" fmla="*/ 91694 w 250126"/>
                <a:gd name="csY17" fmla="*/ 15786 h 210331"/>
                <a:gd name="csX18" fmla="*/ 64071 w 250126"/>
                <a:gd name="csY18" fmla="*/ 29305 h 210331"/>
                <a:gd name="csX19" fmla="*/ 38671 w 250126"/>
                <a:gd name="csY19" fmla="*/ 20981 h 210331"/>
                <a:gd name="csX20" fmla="*/ 38671 w 250126"/>
                <a:gd name="csY20" fmla="*/ 44228 h 210331"/>
                <a:gd name="csX21" fmla="*/ 22860 w 250126"/>
                <a:gd name="csY21" fmla="*/ 59906 h 210331"/>
                <a:gd name="csX22" fmla="*/ 7810 w 250126"/>
                <a:gd name="csY22" fmla="*/ 59906 h 210331"/>
                <a:gd name="csX23" fmla="*/ 5397 w 250126"/>
                <a:gd name="csY23" fmla="*/ 72561 h 210331"/>
                <a:gd name="csX24" fmla="*/ 9525 w 250126"/>
                <a:gd name="csY24" fmla="*/ 82404 h 210331"/>
                <a:gd name="csX25" fmla="*/ 8572 w 250126"/>
                <a:gd name="csY25" fmla="*/ 103378 h 210331"/>
                <a:gd name="csX26" fmla="*/ 11176 w 250126"/>
                <a:gd name="csY26" fmla="*/ 114084 h 210331"/>
                <a:gd name="csX27" fmla="*/ 29528 w 250126"/>
                <a:gd name="csY27" fmla="*/ 114084 h 210331"/>
                <a:gd name="csX28" fmla="*/ 32830 w 250126"/>
                <a:gd name="csY28" fmla="*/ 132467 h 210331"/>
                <a:gd name="csX29" fmla="*/ 7938 w 250126"/>
                <a:gd name="csY29" fmla="*/ 154959 h 210331"/>
                <a:gd name="csX30" fmla="*/ 1524 w 250126"/>
                <a:gd name="csY30" fmla="*/ 173342 h 210331"/>
                <a:gd name="csX31" fmla="*/ 0 w 250126"/>
                <a:gd name="csY31" fmla="*/ 196164 h 210331"/>
                <a:gd name="csX32" fmla="*/ 13970 w 250126"/>
                <a:gd name="csY32" fmla="*/ 192919 h 210331"/>
                <a:gd name="csX33" fmla="*/ 14288 w 250126"/>
                <a:gd name="csY33" fmla="*/ 192919 h 210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50126" h="210331">
                  <a:moveTo>
                    <a:pt x="14288" y="192919"/>
                  </a:moveTo>
                  <a:lnTo>
                    <a:pt x="28893" y="208058"/>
                  </a:lnTo>
                  <a:lnTo>
                    <a:pt x="43180" y="210331"/>
                  </a:lnTo>
                  <a:lnTo>
                    <a:pt x="196977" y="124574"/>
                  </a:lnTo>
                  <a:lnTo>
                    <a:pt x="207899" y="105651"/>
                  </a:lnTo>
                  <a:lnTo>
                    <a:pt x="207899" y="85211"/>
                  </a:lnTo>
                  <a:lnTo>
                    <a:pt x="213043" y="71158"/>
                  </a:lnTo>
                  <a:lnTo>
                    <a:pt x="211201" y="37630"/>
                  </a:lnTo>
                  <a:lnTo>
                    <a:pt x="235395" y="30493"/>
                  </a:lnTo>
                  <a:lnTo>
                    <a:pt x="250127" y="12979"/>
                  </a:lnTo>
                  <a:lnTo>
                    <a:pt x="246761" y="0"/>
                  </a:lnTo>
                  <a:lnTo>
                    <a:pt x="235648" y="0"/>
                  </a:lnTo>
                  <a:lnTo>
                    <a:pt x="227520" y="8871"/>
                  </a:lnTo>
                  <a:lnTo>
                    <a:pt x="188532" y="9735"/>
                  </a:lnTo>
                  <a:lnTo>
                    <a:pt x="155511" y="24441"/>
                  </a:lnTo>
                  <a:lnTo>
                    <a:pt x="118935" y="27362"/>
                  </a:lnTo>
                  <a:lnTo>
                    <a:pt x="109538" y="17736"/>
                  </a:lnTo>
                  <a:lnTo>
                    <a:pt x="91694" y="15786"/>
                  </a:lnTo>
                  <a:lnTo>
                    <a:pt x="64071" y="29305"/>
                  </a:lnTo>
                  <a:lnTo>
                    <a:pt x="38671" y="20981"/>
                  </a:lnTo>
                  <a:lnTo>
                    <a:pt x="38671" y="44228"/>
                  </a:lnTo>
                  <a:lnTo>
                    <a:pt x="22860" y="59906"/>
                  </a:lnTo>
                  <a:lnTo>
                    <a:pt x="7810" y="59906"/>
                  </a:lnTo>
                  <a:cubicBezTo>
                    <a:pt x="4635" y="66828"/>
                    <a:pt x="3366" y="69533"/>
                    <a:pt x="5397" y="72561"/>
                  </a:cubicBezTo>
                  <a:cubicBezTo>
                    <a:pt x="6286" y="74289"/>
                    <a:pt x="10096" y="77857"/>
                    <a:pt x="9525" y="82404"/>
                  </a:cubicBezTo>
                  <a:cubicBezTo>
                    <a:pt x="8255" y="93110"/>
                    <a:pt x="6921" y="98838"/>
                    <a:pt x="8572" y="103378"/>
                  </a:cubicBezTo>
                  <a:cubicBezTo>
                    <a:pt x="9334" y="106623"/>
                    <a:pt x="12129" y="110731"/>
                    <a:pt x="11176" y="114084"/>
                  </a:cubicBezTo>
                  <a:lnTo>
                    <a:pt x="29528" y="114084"/>
                  </a:lnTo>
                  <a:lnTo>
                    <a:pt x="32830" y="132467"/>
                  </a:lnTo>
                  <a:lnTo>
                    <a:pt x="7938" y="154959"/>
                  </a:lnTo>
                  <a:lnTo>
                    <a:pt x="1524" y="173342"/>
                  </a:lnTo>
                  <a:lnTo>
                    <a:pt x="0" y="196164"/>
                  </a:lnTo>
                  <a:lnTo>
                    <a:pt x="13970" y="192919"/>
                  </a:lnTo>
                  <a:lnTo>
                    <a:pt x="14288" y="19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6A38453-2DC2-1E17-E4B5-394323C80159}"/>
                </a:ext>
              </a:extLst>
            </p:cNvPr>
            <p:cNvSpPr/>
            <p:nvPr/>
          </p:nvSpPr>
          <p:spPr>
            <a:xfrm>
              <a:off x="8619444" y="4127815"/>
              <a:ext cx="81173" cy="145381"/>
            </a:xfrm>
            <a:custGeom>
              <a:avLst/>
              <a:gdLst>
                <a:gd name="csX0" fmla="*/ 56497 w 81173"/>
                <a:gd name="csY0" fmla="*/ 50345 h 145381"/>
                <a:gd name="csX1" fmla="*/ 56243 w 81173"/>
                <a:gd name="csY1" fmla="*/ 50345 h 145381"/>
                <a:gd name="csX2" fmla="*/ 53894 w 81173"/>
                <a:gd name="csY2" fmla="*/ 47640 h 145381"/>
                <a:gd name="csX3" fmla="*/ 53576 w 81173"/>
                <a:gd name="csY3" fmla="*/ 40286 h 145381"/>
                <a:gd name="csX4" fmla="*/ 43479 w 81173"/>
                <a:gd name="csY4" fmla="*/ 24069 h 145381"/>
                <a:gd name="csX5" fmla="*/ 19349 w 81173"/>
                <a:gd name="csY5" fmla="*/ 1469 h 145381"/>
                <a:gd name="csX6" fmla="*/ 8427 w 81173"/>
                <a:gd name="csY6" fmla="*/ 1469 h 145381"/>
                <a:gd name="csX7" fmla="*/ 2776 w 81173"/>
                <a:gd name="csY7" fmla="*/ 7305 h 145381"/>
                <a:gd name="csX8" fmla="*/ 13508 w 81173"/>
                <a:gd name="csY8" fmla="*/ 7743 h 145381"/>
                <a:gd name="csX9" fmla="*/ 21509 w 81173"/>
                <a:gd name="csY9" fmla="*/ 10765 h 145381"/>
                <a:gd name="csX10" fmla="*/ 18143 w 81173"/>
                <a:gd name="csY10" fmla="*/ 15204 h 145381"/>
                <a:gd name="csX11" fmla="*/ 13508 w 81173"/>
                <a:gd name="csY11" fmla="*/ 26882 h 145381"/>
                <a:gd name="csX12" fmla="*/ 4935 w 81173"/>
                <a:gd name="csY12" fmla="*/ 27637 h 145381"/>
                <a:gd name="csX13" fmla="*/ 2459 w 81173"/>
                <a:gd name="csY13" fmla="*/ 31962 h 145381"/>
                <a:gd name="csX14" fmla="*/ 5951 w 81173"/>
                <a:gd name="csY14" fmla="*/ 34883 h 145381"/>
                <a:gd name="csX15" fmla="*/ 4617 w 81173"/>
                <a:gd name="csY15" fmla="*/ 58562 h 145381"/>
                <a:gd name="csX16" fmla="*/ 1824 w 81173"/>
                <a:gd name="csY16" fmla="*/ 60943 h 145381"/>
                <a:gd name="csX17" fmla="*/ 2903 w 81173"/>
                <a:gd name="csY17" fmla="*/ 97170 h 145381"/>
                <a:gd name="csX18" fmla="*/ 11475 w 81173"/>
                <a:gd name="csY18" fmla="*/ 132857 h 145381"/>
                <a:gd name="csX19" fmla="*/ 14714 w 81173"/>
                <a:gd name="csY19" fmla="*/ 138369 h 145381"/>
                <a:gd name="csX20" fmla="*/ 23350 w 81173"/>
                <a:gd name="csY20" fmla="*/ 144211 h 145381"/>
                <a:gd name="csX21" fmla="*/ 34716 w 81173"/>
                <a:gd name="csY21" fmla="*/ 144750 h 145381"/>
                <a:gd name="csX22" fmla="*/ 55163 w 81173"/>
                <a:gd name="csY22" fmla="*/ 136857 h 145381"/>
                <a:gd name="csX23" fmla="*/ 74785 w 81173"/>
                <a:gd name="csY23" fmla="*/ 123230 h 145381"/>
                <a:gd name="csX24" fmla="*/ 81072 w 81173"/>
                <a:gd name="csY24" fmla="*/ 93817 h 145381"/>
                <a:gd name="csX25" fmla="*/ 67610 w 81173"/>
                <a:gd name="csY25" fmla="*/ 70138 h 145381"/>
                <a:gd name="csX26" fmla="*/ 56243 w 81173"/>
                <a:gd name="csY26" fmla="*/ 50669 h 145381"/>
                <a:gd name="csX27" fmla="*/ 56497 w 81173"/>
                <a:gd name="csY27" fmla="*/ 50345 h 145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81173" h="145381">
                  <a:moveTo>
                    <a:pt x="56497" y="50345"/>
                  </a:moveTo>
                  <a:lnTo>
                    <a:pt x="56243" y="50345"/>
                  </a:lnTo>
                  <a:cubicBezTo>
                    <a:pt x="54401" y="50561"/>
                    <a:pt x="53322" y="49374"/>
                    <a:pt x="53894" y="47640"/>
                  </a:cubicBezTo>
                  <a:cubicBezTo>
                    <a:pt x="53894" y="48294"/>
                    <a:pt x="55608" y="43532"/>
                    <a:pt x="53576" y="40286"/>
                  </a:cubicBezTo>
                  <a:lnTo>
                    <a:pt x="43479" y="24069"/>
                  </a:lnTo>
                  <a:cubicBezTo>
                    <a:pt x="41130" y="20284"/>
                    <a:pt x="39479" y="19313"/>
                    <a:pt x="19349" y="1469"/>
                  </a:cubicBezTo>
                  <a:cubicBezTo>
                    <a:pt x="15666" y="-1668"/>
                    <a:pt x="10777" y="1145"/>
                    <a:pt x="8427" y="1469"/>
                  </a:cubicBezTo>
                  <a:cubicBezTo>
                    <a:pt x="4173" y="2548"/>
                    <a:pt x="3221" y="6765"/>
                    <a:pt x="2776" y="7305"/>
                  </a:cubicBezTo>
                  <a:cubicBezTo>
                    <a:pt x="617" y="12175"/>
                    <a:pt x="9824" y="8174"/>
                    <a:pt x="13508" y="7743"/>
                  </a:cubicBezTo>
                  <a:cubicBezTo>
                    <a:pt x="17699" y="6873"/>
                    <a:pt x="20747" y="10226"/>
                    <a:pt x="21509" y="10765"/>
                  </a:cubicBezTo>
                  <a:cubicBezTo>
                    <a:pt x="25064" y="13471"/>
                    <a:pt x="18905" y="14658"/>
                    <a:pt x="18143" y="15204"/>
                  </a:cubicBezTo>
                  <a:cubicBezTo>
                    <a:pt x="13508" y="17147"/>
                    <a:pt x="13508" y="26882"/>
                    <a:pt x="13508" y="26882"/>
                  </a:cubicBezTo>
                  <a:cubicBezTo>
                    <a:pt x="12746" y="31638"/>
                    <a:pt x="6776" y="27853"/>
                    <a:pt x="4935" y="27637"/>
                  </a:cubicBezTo>
                  <a:cubicBezTo>
                    <a:pt x="744" y="26342"/>
                    <a:pt x="-907" y="29149"/>
                    <a:pt x="2459" y="31962"/>
                  </a:cubicBezTo>
                  <a:lnTo>
                    <a:pt x="5951" y="34883"/>
                  </a:lnTo>
                  <a:cubicBezTo>
                    <a:pt x="9253" y="37696"/>
                    <a:pt x="7856" y="40617"/>
                    <a:pt x="4617" y="58562"/>
                  </a:cubicBezTo>
                  <a:cubicBezTo>
                    <a:pt x="4300" y="60403"/>
                    <a:pt x="3030" y="61483"/>
                    <a:pt x="1824" y="60943"/>
                  </a:cubicBezTo>
                  <a:cubicBezTo>
                    <a:pt x="-1415" y="59648"/>
                    <a:pt x="109" y="64296"/>
                    <a:pt x="2903" y="97170"/>
                  </a:cubicBezTo>
                  <a:cubicBezTo>
                    <a:pt x="3348" y="101278"/>
                    <a:pt x="3665" y="102250"/>
                    <a:pt x="11475" y="132857"/>
                  </a:cubicBezTo>
                  <a:cubicBezTo>
                    <a:pt x="11984" y="134584"/>
                    <a:pt x="13381" y="137181"/>
                    <a:pt x="14714" y="138369"/>
                  </a:cubicBezTo>
                  <a:cubicBezTo>
                    <a:pt x="14142" y="137937"/>
                    <a:pt x="18778" y="143239"/>
                    <a:pt x="23350" y="144211"/>
                  </a:cubicBezTo>
                  <a:cubicBezTo>
                    <a:pt x="22715" y="144103"/>
                    <a:pt x="30272" y="146478"/>
                    <a:pt x="34716" y="144750"/>
                  </a:cubicBezTo>
                  <a:lnTo>
                    <a:pt x="55163" y="136857"/>
                  </a:lnTo>
                  <a:cubicBezTo>
                    <a:pt x="59609" y="135124"/>
                    <a:pt x="63482" y="131771"/>
                    <a:pt x="74785" y="123230"/>
                  </a:cubicBezTo>
                  <a:cubicBezTo>
                    <a:pt x="78341" y="120525"/>
                    <a:pt x="77770" y="118474"/>
                    <a:pt x="81072" y="93817"/>
                  </a:cubicBezTo>
                  <a:cubicBezTo>
                    <a:pt x="81707" y="89385"/>
                    <a:pt x="79611" y="87759"/>
                    <a:pt x="67610" y="70138"/>
                  </a:cubicBezTo>
                  <a:cubicBezTo>
                    <a:pt x="61577" y="61159"/>
                    <a:pt x="62657" y="49805"/>
                    <a:pt x="56243" y="50669"/>
                  </a:cubicBezTo>
                  <a:lnTo>
                    <a:pt x="56497" y="503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CC3A1A3D-87FA-C2AF-8C19-0F4D21466F8C}"/>
                </a:ext>
              </a:extLst>
            </p:cNvPr>
            <p:cNvSpPr/>
            <p:nvPr/>
          </p:nvSpPr>
          <p:spPr>
            <a:xfrm>
              <a:off x="10359586" y="3193826"/>
              <a:ext cx="28854" cy="12199"/>
            </a:xfrm>
            <a:custGeom>
              <a:avLst/>
              <a:gdLst>
                <a:gd name="csX0" fmla="*/ 10218 w 28854"/>
                <a:gd name="csY0" fmla="*/ 1690 h 12199"/>
                <a:gd name="csX1" fmla="*/ 2089 w 28854"/>
                <a:gd name="csY1" fmla="*/ 5907 h 12199"/>
                <a:gd name="csX2" fmla="*/ 3931 w 28854"/>
                <a:gd name="csY2" fmla="*/ 12180 h 12199"/>
                <a:gd name="csX3" fmla="*/ 21711 w 28854"/>
                <a:gd name="csY3" fmla="*/ 11101 h 12199"/>
                <a:gd name="csX4" fmla="*/ 26982 w 28854"/>
                <a:gd name="csY4" fmla="*/ 8180 h 12199"/>
                <a:gd name="csX5" fmla="*/ 28315 w 28854"/>
                <a:gd name="csY5" fmla="*/ 1906 h 12199"/>
                <a:gd name="csX6" fmla="*/ 10090 w 28854"/>
                <a:gd name="csY6" fmla="*/ 1690 h 12199"/>
                <a:gd name="csX7" fmla="*/ 10218 w 28854"/>
                <a:gd name="csY7" fmla="*/ 1690 h 12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854" h="12199">
                  <a:moveTo>
                    <a:pt x="10218" y="1690"/>
                  </a:moveTo>
                  <a:cubicBezTo>
                    <a:pt x="5899" y="2230"/>
                    <a:pt x="2089" y="5907"/>
                    <a:pt x="2089" y="5907"/>
                  </a:cubicBezTo>
                  <a:cubicBezTo>
                    <a:pt x="-1276" y="8612"/>
                    <a:pt x="-514" y="12504"/>
                    <a:pt x="3931" y="12180"/>
                  </a:cubicBezTo>
                  <a:lnTo>
                    <a:pt x="21711" y="11101"/>
                  </a:lnTo>
                  <a:cubicBezTo>
                    <a:pt x="23552" y="11101"/>
                    <a:pt x="25902" y="9583"/>
                    <a:pt x="26982" y="8180"/>
                  </a:cubicBezTo>
                  <a:cubicBezTo>
                    <a:pt x="26664" y="8720"/>
                    <a:pt x="30157" y="4719"/>
                    <a:pt x="28315" y="1906"/>
                  </a:cubicBezTo>
                  <a:cubicBezTo>
                    <a:pt x="26473" y="-1123"/>
                    <a:pt x="23108" y="-37"/>
                    <a:pt x="10090" y="1690"/>
                  </a:cubicBezTo>
                  <a:lnTo>
                    <a:pt x="10218" y="1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61D565C9-A3D8-3B74-01B2-4674623A6837}"/>
                </a:ext>
              </a:extLst>
            </p:cNvPr>
            <p:cNvSpPr/>
            <p:nvPr/>
          </p:nvSpPr>
          <p:spPr>
            <a:xfrm>
              <a:off x="10449115" y="3135943"/>
              <a:ext cx="8203" cy="8720"/>
            </a:xfrm>
            <a:custGeom>
              <a:avLst/>
              <a:gdLst>
                <a:gd name="csX0" fmla="*/ 3302 w 8203"/>
                <a:gd name="csY0" fmla="*/ 747 h 8720"/>
                <a:gd name="csX1" fmla="*/ 889 w 8203"/>
                <a:gd name="csY1" fmla="*/ 6474 h 8720"/>
                <a:gd name="csX2" fmla="*/ 1968 w 8203"/>
                <a:gd name="csY2" fmla="*/ 7668 h 8720"/>
                <a:gd name="csX3" fmla="*/ 6540 w 8203"/>
                <a:gd name="csY3" fmla="*/ 7668 h 8720"/>
                <a:gd name="csX4" fmla="*/ 6985 w 8203"/>
                <a:gd name="csY4" fmla="*/ 7237 h 8720"/>
                <a:gd name="csX5" fmla="*/ 3302 w 8203"/>
                <a:gd name="csY5" fmla="*/ 639 h 8720"/>
                <a:gd name="csX6" fmla="*/ 3302 w 8203"/>
                <a:gd name="csY6" fmla="*/ 747 h 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03" h="8720">
                  <a:moveTo>
                    <a:pt x="3302" y="747"/>
                  </a:moveTo>
                  <a:cubicBezTo>
                    <a:pt x="2730" y="1394"/>
                    <a:pt x="-1905" y="3344"/>
                    <a:pt x="889" y="6474"/>
                  </a:cubicBezTo>
                  <a:lnTo>
                    <a:pt x="1968" y="7668"/>
                  </a:lnTo>
                  <a:cubicBezTo>
                    <a:pt x="3302" y="9072"/>
                    <a:pt x="5206" y="9072"/>
                    <a:pt x="6540" y="7668"/>
                  </a:cubicBezTo>
                  <a:lnTo>
                    <a:pt x="6985" y="7237"/>
                  </a:lnTo>
                  <a:cubicBezTo>
                    <a:pt x="9969" y="3992"/>
                    <a:pt x="6985" y="-1958"/>
                    <a:pt x="3302" y="639"/>
                  </a:cubicBezTo>
                  <a:lnTo>
                    <a:pt x="3302" y="7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E83D3E7E-6D45-60F0-6DD3-20260AB4A797}"/>
                </a:ext>
              </a:extLst>
            </p:cNvPr>
            <p:cNvSpPr/>
            <p:nvPr/>
          </p:nvSpPr>
          <p:spPr>
            <a:xfrm>
              <a:off x="10415151" y="3146113"/>
              <a:ext cx="7852" cy="9389"/>
            </a:xfrm>
            <a:custGeom>
              <a:avLst/>
              <a:gdLst>
                <a:gd name="csX0" fmla="*/ 5072 w 7852"/>
                <a:gd name="csY0" fmla="*/ 743 h 9389"/>
                <a:gd name="csX1" fmla="*/ 3611 w 7852"/>
                <a:gd name="csY1" fmla="*/ 203 h 9389"/>
                <a:gd name="csX2" fmla="*/ 118 w 7852"/>
                <a:gd name="csY2" fmla="*/ 2362 h 9389"/>
                <a:gd name="csX3" fmla="*/ 2849 w 7852"/>
                <a:gd name="csY3" fmla="*/ 8744 h 9389"/>
                <a:gd name="csX4" fmla="*/ 3993 w 7852"/>
                <a:gd name="csY4" fmla="*/ 9176 h 9389"/>
                <a:gd name="csX5" fmla="*/ 7612 w 7852"/>
                <a:gd name="csY5" fmla="*/ 7125 h 9389"/>
                <a:gd name="csX6" fmla="*/ 5072 w 7852"/>
                <a:gd name="csY6" fmla="*/ 743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52" h="9389">
                  <a:moveTo>
                    <a:pt x="5072" y="743"/>
                  </a:moveTo>
                  <a:lnTo>
                    <a:pt x="3611" y="203"/>
                  </a:lnTo>
                  <a:cubicBezTo>
                    <a:pt x="1833" y="-451"/>
                    <a:pt x="309" y="527"/>
                    <a:pt x="118" y="2362"/>
                  </a:cubicBezTo>
                  <a:cubicBezTo>
                    <a:pt x="246" y="3010"/>
                    <a:pt x="-1088" y="7233"/>
                    <a:pt x="2849" y="8744"/>
                  </a:cubicBezTo>
                  <a:lnTo>
                    <a:pt x="3993" y="9176"/>
                  </a:lnTo>
                  <a:cubicBezTo>
                    <a:pt x="5770" y="9823"/>
                    <a:pt x="7358" y="8960"/>
                    <a:pt x="7612" y="7125"/>
                  </a:cubicBezTo>
                  <a:cubicBezTo>
                    <a:pt x="7612" y="6579"/>
                    <a:pt x="9009" y="2254"/>
                    <a:pt x="5072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08EE26D4-5DD5-211D-38DF-8F11685501E0}"/>
                </a:ext>
              </a:extLst>
            </p:cNvPr>
            <p:cNvSpPr/>
            <p:nvPr/>
          </p:nvSpPr>
          <p:spPr>
            <a:xfrm>
              <a:off x="10357855" y="3147301"/>
              <a:ext cx="11849" cy="12996"/>
            </a:xfrm>
            <a:custGeom>
              <a:avLst/>
              <a:gdLst>
                <a:gd name="csX0" fmla="*/ 9599 w 11849"/>
                <a:gd name="csY0" fmla="*/ 851 h 12996"/>
                <a:gd name="csX1" fmla="*/ 5344 w 11849"/>
                <a:gd name="csY1" fmla="*/ 1282 h 12996"/>
                <a:gd name="csX2" fmla="*/ 1788 w 11849"/>
                <a:gd name="csY2" fmla="*/ 12528 h 12996"/>
                <a:gd name="csX3" fmla="*/ 2550 w 11849"/>
                <a:gd name="csY3" fmla="*/ 12744 h 12996"/>
                <a:gd name="csX4" fmla="*/ 7757 w 11849"/>
                <a:gd name="csY4" fmla="*/ 11233 h 12996"/>
                <a:gd name="csX5" fmla="*/ 10741 w 11849"/>
                <a:gd name="csY5" fmla="*/ 1930 h 12996"/>
                <a:gd name="csX6" fmla="*/ 9599 w 11849"/>
                <a:gd name="csY6" fmla="*/ 743 h 12996"/>
                <a:gd name="csX7" fmla="*/ 9599 w 11849"/>
                <a:gd name="csY7" fmla="*/ 851 h 12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49" h="12996">
                  <a:moveTo>
                    <a:pt x="9599" y="851"/>
                  </a:moveTo>
                  <a:cubicBezTo>
                    <a:pt x="8265" y="-445"/>
                    <a:pt x="6297" y="-229"/>
                    <a:pt x="5344" y="1282"/>
                  </a:cubicBezTo>
                  <a:cubicBezTo>
                    <a:pt x="3375" y="5175"/>
                    <a:pt x="-3101" y="10801"/>
                    <a:pt x="1788" y="12528"/>
                  </a:cubicBezTo>
                  <a:lnTo>
                    <a:pt x="2550" y="12744"/>
                  </a:lnTo>
                  <a:cubicBezTo>
                    <a:pt x="4264" y="13398"/>
                    <a:pt x="6677" y="12744"/>
                    <a:pt x="7757" y="11233"/>
                  </a:cubicBezTo>
                  <a:cubicBezTo>
                    <a:pt x="8837" y="9283"/>
                    <a:pt x="14107" y="5391"/>
                    <a:pt x="10741" y="1930"/>
                  </a:cubicBezTo>
                  <a:lnTo>
                    <a:pt x="9599" y="743"/>
                  </a:lnTo>
                  <a:lnTo>
                    <a:pt x="9599" y="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094C3AD3-F7B9-9C4E-B368-12D00605D387}"/>
                </a:ext>
              </a:extLst>
            </p:cNvPr>
            <p:cNvSpPr/>
            <p:nvPr/>
          </p:nvSpPr>
          <p:spPr>
            <a:xfrm>
              <a:off x="10361041" y="2982918"/>
              <a:ext cx="126226" cy="179603"/>
            </a:xfrm>
            <a:custGeom>
              <a:avLst/>
              <a:gdLst>
                <a:gd name="csX0" fmla="*/ 34607 w 126226"/>
                <a:gd name="csY0" fmla="*/ 13843 h 179603"/>
                <a:gd name="csX1" fmla="*/ 20447 w 126226"/>
                <a:gd name="csY1" fmla="*/ 34169 h 179603"/>
                <a:gd name="csX2" fmla="*/ 0 w 126226"/>
                <a:gd name="csY2" fmla="*/ 34169 h 179603"/>
                <a:gd name="csX3" fmla="*/ 18923 w 126226"/>
                <a:gd name="csY3" fmla="*/ 46069 h 179603"/>
                <a:gd name="csX4" fmla="*/ 21018 w 126226"/>
                <a:gd name="csY4" fmla="*/ 57099 h 179603"/>
                <a:gd name="csX5" fmla="*/ 27622 w 126226"/>
                <a:gd name="csY5" fmla="*/ 72885 h 179603"/>
                <a:gd name="csX6" fmla="*/ 27051 w 126226"/>
                <a:gd name="csY6" fmla="*/ 73317 h 179603"/>
                <a:gd name="csX7" fmla="*/ 16256 w 126226"/>
                <a:gd name="csY7" fmla="*/ 67799 h 179603"/>
                <a:gd name="csX8" fmla="*/ 2730 w 126226"/>
                <a:gd name="csY8" fmla="*/ 73857 h 179603"/>
                <a:gd name="csX9" fmla="*/ 2159 w 126226"/>
                <a:gd name="csY9" fmla="*/ 86512 h 179603"/>
                <a:gd name="csX10" fmla="*/ 5652 w 126226"/>
                <a:gd name="csY10" fmla="*/ 81858 h 179603"/>
                <a:gd name="csX11" fmla="*/ 11493 w 126226"/>
                <a:gd name="csY11" fmla="*/ 84779 h 179603"/>
                <a:gd name="csX12" fmla="*/ 15557 w 126226"/>
                <a:gd name="csY12" fmla="*/ 105220 h 179603"/>
                <a:gd name="csX13" fmla="*/ 22098 w 126226"/>
                <a:gd name="csY13" fmla="*/ 117221 h 179603"/>
                <a:gd name="csX14" fmla="*/ 18605 w 126226"/>
                <a:gd name="csY14" fmla="*/ 120250 h 179603"/>
                <a:gd name="csX15" fmla="*/ 17081 w 126226"/>
                <a:gd name="csY15" fmla="*/ 120466 h 179603"/>
                <a:gd name="csX16" fmla="*/ 14415 w 126226"/>
                <a:gd name="csY16" fmla="*/ 127172 h 179603"/>
                <a:gd name="csX17" fmla="*/ 14732 w 126226"/>
                <a:gd name="csY17" fmla="*/ 127172 h 179603"/>
                <a:gd name="csX18" fmla="*/ 6032 w 126226"/>
                <a:gd name="csY18" fmla="*/ 144145 h 179603"/>
                <a:gd name="csX19" fmla="*/ 8001 w 126226"/>
                <a:gd name="csY19" fmla="*/ 158312 h 179603"/>
                <a:gd name="csX20" fmla="*/ 11684 w 126226"/>
                <a:gd name="csY20" fmla="*/ 158096 h 179603"/>
                <a:gd name="csX21" fmla="*/ 12446 w 126226"/>
                <a:gd name="csY21" fmla="*/ 157124 h 179603"/>
                <a:gd name="csX22" fmla="*/ 16637 w 126226"/>
                <a:gd name="csY22" fmla="*/ 157124 h 179603"/>
                <a:gd name="csX23" fmla="*/ 17526 w 126226"/>
                <a:gd name="csY23" fmla="*/ 158204 h 179603"/>
                <a:gd name="csX24" fmla="*/ 13398 w 126226"/>
                <a:gd name="csY24" fmla="*/ 176803 h 179603"/>
                <a:gd name="csX25" fmla="*/ 22289 w 126226"/>
                <a:gd name="csY25" fmla="*/ 179076 h 179603"/>
                <a:gd name="csX26" fmla="*/ 29845 w 126226"/>
                <a:gd name="csY26" fmla="*/ 169342 h 179603"/>
                <a:gd name="csX27" fmla="*/ 38735 w 126226"/>
                <a:gd name="csY27" fmla="*/ 166637 h 179603"/>
                <a:gd name="csX28" fmla="*/ 38989 w 126226"/>
                <a:gd name="csY28" fmla="*/ 168802 h 179603"/>
                <a:gd name="csX29" fmla="*/ 44577 w 126226"/>
                <a:gd name="csY29" fmla="*/ 170967 h 179603"/>
                <a:gd name="csX30" fmla="*/ 48704 w 126226"/>
                <a:gd name="csY30" fmla="*/ 161772 h 179603"/>
                <a:gd name="csX31" fmla="*/ 56515 w 126226"/>
                <a:gd name="csY31" fmla="*/ 156693 h 179603"/>
                <a:gd name="csX32" fmla="*/ 68326 w 126226"/>
                <a:gd name="csY32" fmla="*/ 161665 h 179603"/>
                <a:gd name="csX33" fmla="*/ 68643 w 126226"/>
                <a:gd name="csY33" fmla="*/ 161665 h 179603"/>
                <a:gd name="csX34" fmla="*/ 71755 w 126226"/>
                <a:gd name="csY34" fmla="*/ 158528 h 179603"/>
                <a:gd name="csX35" fmla="*/ 71755 w 126226"/>
                <a:gd name="csY35" fmla="*/ 157556 h 179603"/>
                <a:gd name="csX36" fmla="*/ 79756 w 126226"/>
                <a:gd name="csY36" fmla="*/ 154419 h 179603"/>
                <a:gd name="csX37" fmla="*/ 86995 w 126226"/>
                <a:gd name="csY37" fmla="*/ 148253 h 179603"/>
                <a:gd name="csX38" fmla="*/ 104457 w 126226"/>
                <a:gd name="csY38" fmla="*/ 147390 h 179603"/>
                <a:gd name="csX39" fmla="*/ 118618 w 126226"/>
                <a:gd name="csY39" fmla="*/ 133331 h 179603"/>
                <a:gd name="csX40" fmla="*/ 121539 w 126226"/>
                <a:gd name="csY40" fmla="*/ 127387 h 179603"/>
                <a:gd name="csX41" fmla="*/ 123952 w 126226"/>
                <a:gd name="csY41" fmla="*/ 108140 h 179603"/>
                <a:gd name="csX42" fmla="*/ 122936 w 126226"/>
                <a:gd name="csY42" fmla="*/ 108464 h 179603"/>
                <a:gd name="csX43" fmla="*/ 119952 w 126226"/>
                <a:gd name="csY43" fmla="*/ 106191 h 179603"/>
                <a:gd name="csX44" fmla="*/ 120459 w 126226"/>
                <a:gd name="csY44" fmla="*/ 63475 h 179603"/>
                <a:gd name="csX45" fmla="*/ 96520 w 126226"/>
                <a:gd name="csY45" fmla="*/ 25952 h 179603"/>
                <a:gd name="csX46" fmla="*/ 83439 w 126226"/>
                <a:gd name="csY46" fmla="*/ 0 h 179603"/>
                <a:gd name="csX47" fmla="*/ 77915 w 126226"/>
                <a:gd name="csY47" fmla="*/ 12649 h 179603"/>
                <a:gd name="csX48" fmla="*/ 34861 w 126226"/>
                <a:gd name="csY48" fmla="*/ 13951 h 179603"/>
                <a:gd name="csX49" fmla="*/ 34607 w 126226"/>
                <a:gd name="csY49" fmla="*/ 13843 h 179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126226" h="179603">
                  <a:moveTo>
                    <a:pt x="34607" y="13843"/>
                  </a:moveTo>
                  <a:lnTo>
                    <a:pt x="20447" y="34169"/>
                  </a:lnTo>
                  <a:lnTo>
                    <a:pt x="0" y="34169"/>
                  </a:lnTo>
                  <a:cubicBezTo>
                    <a:pt x="11557" y="40335"/>
                    <a:pt x="16701" y="41415"/>
                    <a:pt x="18923" y="46069"/>
                  </a:cubicBezTo>
                  <a:cubicBezTo>
                    <a:pt x="19939" y="49092"/>
                    <a:pt x="24574" y="54286"/>
                    <a:pt x="21018" y="57099"/>
                  </a:cubicBezTo>
                  <a:cubicBezTo>
                    <a:pt x="15494" y="61316"/>
                    <a:pt x="33210" y="68021"/>
                    <a:pt x="27622" y="72885"/>
                  </a:cubicBezTo>
                  <a:lnTo>
                    <a:pt x="27051" y="73317"/>
                  </a:lnTo>
                  <a:cubicBezTo>
                    <a:pt x="23240" y="76562"/>
                    <a:pt x="19494" y="70180"/>
                    <a:pt x="16256" y="67799"/>
                  </a:cubicBezTo>
                  <a:cubicBezTo>
                    <a:pt x="12319" y="64230"/>
                    <a:pt x="7874" y="70720"/>
                    <a:pt x="2730" y="73857"/>
                  </a:cubicBezTo>
                  <a:cubicBezTo>
                    <a:pt x="-1270" y="76886"/>
                    <a:pt x="1841" y="82620"/>
                    <a:pt x="2159" y="86512"/>
                  </a:cubicBezTo>
                  <a:cubicBezTo>
                    <a:pt x="3111" y="91161"/>
                    <a:pt x="4952" y="83268"/>
                    <a:pt x="5652" y="81858"/>
                  </a:cubicBezTo>
                  <a:cubicBezTo>
                    <a:pt x="7176" y="77749"/>
                    <a:pt x="10922" y="80346"/>
                    <a:pt x="11493" y="84779"/>
                  </a:cubicBezTo>
                  <a:cubicBezTo>
                    <a:pt x="13208" y="95269"/>
                    <a:pt x="12446" y="100781"/>
                    <a:pt x="15557" y="105220"/>
                  </a:cubicBezTo>
                  <a:cubicBezTo>
                    <a:pt x="17970" y="109004"/>
                    <a:pt x="22289" y="113328"/>
                    <a:pt x="22098" y="117221"/>
                  </a:cubicBezTo>
                  <a:cubicBezTo>
                    <a:pt x="22098" y="118624"/>
                    <a:pt x="20447" y="120034"/>
                    <a:pt x="18605" y="120250"/>
                  </a:cubicBezTo>
                  <a:lnTo>
                    <a:pt x="17081" y="120466"/>
                  </a:lnTo>
                  <a:cubicBezTo>
                    <a:pt x="12636" y="121006"/>
                    <a:pt x="10160" y="125762"/>
                    <a:pt x="14415" y="127172"/>
                  </a:cubicBezTo>
                  <a:lnTo>
                    <a:pt x="14732" y="127172"/>
                  </a:lnTo>
                  <a:cubicBezTo>
                    <a:pt x="21463" y="129438"/>
                    <a:pt x="5969" y="136576"/>
                    <a:pt x="6032" y="144145"/>
                  </a:cubicBezTo>
                  <a:cubicBezTo>
                    <a:pt x="6414" y="148692"/>
                    <a:pt x="5397" y="154635"/>
                    <a:pt x="8001" y="158312"/>
                  </a:cubicBezTo>
                  <a:cubicBezTo>
                    <a:pt x="8890" y="159614"/>
                    <a:pt x="10604" y="159506"/>
                    <a:pt x="11684" y="158096"/>
                  </a:cubicBezTo>
                  <a:lnTo>
                    <a:pt x="12446" y="157124"/>
                  </a:lnTo>
                  <a:cubicBezTo>
                    <a:pt x="13526" y="155607"/>
                    <a:pt x="15494" y="155607"/>
                    <a:pt x="16637" y="157124"/>
                  </a:cubicBezTo>
                  <a:lnTo>
                    <a:pt x="17526" y="158204"/>
                  </a:lnTo>
                  <a:cubicBezTo>
                    <a:pt x="21082" y="162420"/>
                    <a:pt x="16256" y="167830"/>
                    <a:pt x="13398" y="176803"/>
                  </a:cubicBezTo>
                  <a:cubicBezTo>
                    <a:pt x="11684" y="181451"/>
                    <a:pt x="19367" y="178860"/>
                    <a:pt x="22289" y="179076"/>
                  </a:cubicBezTo>
                  <a:cubicBezTo>
                    <a:pt x="27305" y="178645"/>
                    <a:pt x="27940" y="172479"/>
                    <a:pt x="29845" y="169342"/>
                  </a:cubicBezTo>
                  <a:cubicBezTo>
                    <a:pt x="31686" y="165233"/>
                    <a:pt x="38100" y="162097"/>
                    <a:pt x="38735" y="166637"/>
                  </a:cubicBezTo>
                  <a:lnTo>
                    <a:pt x="38989" y="168802"/>
                  </a:lnTo>
                  <a:cubicBezTo>
                    <a:pt x="39497" y="173018"/>
                    <a:pt x="44069" y="170967"/>
                    <a:pt x="44577" y="170967"/>
                  </a:cubicBezTo>
                  <a:cubicBezTo>
                    <a:pt x="49276" y="169989"/>
                    <a:pt x="48196" y="163722"/>
                    <a:pt x="48704" y="161772"/>
                  </a:cubicBezTo>
                  <a:cubicBezTo>
                    <a:pt x="49149" y="157124"/>
                    <a:pt x="55181" y="157232"/>
                    <a:pt x="56515" y="156693"/>
                  </a:cubicBezTo>
                  <a:cubicBezTo>
                    <a:pt x="61785" y="155391"/>
                    <a:pt x="62484" y="161341"/>
                    <a:pt x="68326" y="161665"/>
                  </a:cubicBezTo>
                  <a:lnTo>
                    <a:pt x="68643" y="161665"/>
                  </a:lnTo>
                  <a:cubicBezTo>
                    <a:pt x="70485" y="161665"/>
                    <a:pt x="71882" y="160369"/>
                    <a:pt x="71755" y="158528"/>
                  </a:cubicBezTo>
                  <a:lnTo>
                    <a:pt x="71755" y="157556"/>
                  </a:lnTo>
                  <a:cubicBezTo>
                    <a:pt x="71310" y="152800"/>
                    <a:pt x="78168" y="154743"/>
                    <a:pt x="79756" y="154419"/>
                  </a:cubicBezTo>
                  <a:cubicBezTo>
                    <a:pt x="84327" y="154527"/>
                    <a:pt x="86042" y="149339"/>
                    <a:pt x="86995" y="148253"/>
                  </a:cubicBezTo>
                  <a:cubicBezTo>
                    <a:pt x="89853" y="143605"/>
                    <a:pt x="96520" y="147066"/>
                    <a:pt x="104457" y="147390"/>
                  </a:cubicBezTo>
                  <a:cubicBezTo>
                    <a:pt x="110045" y="148037"/>
                    <a:pt x="112014" y="140900"/>
                    <a:pt x="118618" y="133331"/>
                  </a:cubicBezTo>
                  <a:cubicBezTo>
                    <a:pt x="119697" y="131820"/>
                    <a:pt x="121031" y="129223"/>
                    <a:pt x="121539" y="127387"/>
                  </a:cubicBezTo>
                  <a:cubicBezTo>
                    <a:pt x="124015" y="115056"/>
                    <a:pt x="129222" y="106299"/>
                    <a:pt x="123952" y="108140"/>
                  </a:cubicBezTo>
                  <a:lnTo>
                    <a:pt x="122936" y="108464"/>
                  </a:lnTo>
                  <a:cubicBezTo>
                    <a:pt x="121221" y="109004"/>
                    <a:pt x="119824" y="108026"/>
                    <a:pt x="119952" y="106191"/>
                  </a:cubicBezTo>
                  <a:cubicBezTo>
                    <a:pt x="121094" y="73101"/>
                    <a:pt x="123698" y="68453"/>
                    <a:pt x="120459" y="63475"/>
                  </a:cubicBezTo>
                  <a:cubicBezTo>
                    <a:pt x="101727" y="34385"/>
                    <a:pt x="99123" y="31363"/>
                    <a:pt x="96520" y="25952"/>
                  </a:cubicBezTo>
                  <a:cubicBezTo>
                    <a:pt x="89217" y="12001"/>
                    <a:pt x="85915" y="4540"/>
                    <a:pt x="83439" y="0"/>
                  </a:cubicBezTo>
                  <a:lnTo>
                    <a:pt x="77915" y="12649"/>
                  </a:lnTo>
                  <a:lnTo>
                    <a:pt x="34861" y="13951"/>
                  </a:lnTo>
                  <a:lnTo>
                    <a:pt x="34607" y="138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FAA2857-6D2C-C8B1-2FFF-F718747C72C9}"/>
                </a:ext>
              </a:extLst>
            </p:cNvPr>
            <p:cNvSpPr/>
            <p:nvPr/>
          </p:nvSpPr>
          <p:spPr>
            <a:xfrm>
              <a:off x="6926611" y="3419816"/>
              <a:ext cx="6273" cy="6054"/>
            </a:xfrm>
            <a:custGeom>
              <a:avLst/>
              <a:gdLst>
                <a:gd name="csX0" fmla="*/ 350 w 6273"/>
                <a:gd name="csY0" fmla="*/ 1926 h 6054"/>
                <a:gd name="csX1" fmla="*/ 2572 w 6273"/>
                <a:gd name="csY1" fmla="*/ 5818 h 6054"/>
                <a:gd name="csX2" fmla="*/ 5176 w 6273"/>
                <a:gd name="csY2" fmla="*/ 1926 h 6054"/>
                <a:gd name="csX3" fmla="*/ 350 w 6273"/>
                <a:gd name="csY3" fmla="*/ 1926 h 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73" h="6054">
                  <a:moveTo>
                    <a:pt x="350" y="1926"/>
                  </a:moveTo>
                  <a:cubicBezTo>
                    <a:pt x="350" y="1926"/>
                    <a:pt x="-1301" y="7221"/>
                    <a:pt x="2572" y="5818"/>
                  </a:cubicBezTo>
                  <a:cubicBezTo>
                    <a:pt x="3144" y="5386"/>
                    <a:pt x="8541" y="4517"/>
                    <a:pt x="5176" y="1926"/>
                  </a:cubicBezTo>
                  <a:cubicBezTo>
                    <a:pt x="4541" y="1710"/>
                    <a:pt x="1048" y="-2297"/>
                    <a:pt x="350" y="19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32ED7384-203A-6288-D665-268520D8E872}"/>
                </a:ext>
              </a:extLst>
            </p:cNvPr>
            <p:cNvSpPr/>
            <p:nvPr/>
          </p:nvSpPr>
          <p:spPr>
            <a:xfrm>
              <a:off x="7011266" y="3517626"/>
              <a:ext cx="7854" cy="7260"/>
            </a:xfrm>
            <a:custGeom>
              <a:avLst/>
              <a:gdLst>
                <a:gd name="csX0" fmla="*/ 6372 w 7854"/>
                <a:gd name="csY0" fmla="*/ 1327 h 7260"/>
                <a:gd name="csX1" fmla="*/ 403 w 7854"/>
                <a:gd name="csY1" fmla="*/ 2737 h 7260"/>
                <a:gd name="csX2" fmla="*/ 6372 w 7854"/>
                <a:gd name="csY2" fmla="*/ 6953 h 7260"/>
                <a:gd name="csX3" fmla="*/ 6372 w 7854"/>
                <a:gd name="csY3" fmla="*/ 1435 h 7260"/>
                <a:gd name="csX4" fmla="*/ 6372 w 7854"/>
                <a:gd name="csY4" fmla="*/ 1327 h 7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4" h="7260">
                  <a:moveTo>
                    <a:pt x="6372" y="1327"/>
                  </a:moveTo>
                  <a:cubicBezTo>
                    <a:pt x="5420" y="-184"/>
                    <a:pt x="-1756" y="-1162"/>
                    <a:pt x="403" y="2737"/>
                  </a:cubicBezTo>
                  <a:cubicBezTo>
                    <a:pt x="975" y="3277"/>
                    <a:pt x="2562" y="8573"/>
                    <a:pt x="6372" y="6953"/>
                  </a:cubicBezTo>
                  <a:cubicBezTo>
                    <a:pt x="9802" y="5436"/>
                    <a:pt x="6182" y="788"/>
                    <a:pt x="6372" y="1435"/>
                  </a:cubicBezTo>
                  <a:lnTo>
                    <a:pt x="6372" y="13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1EFD83F6-830B-0BC2-87FF-977F5CD85BF3}"/>
                </a:ext>
              </a:extLst>
            </p:cNvPr>
            <p:cNvSpPr/>
            <p:nvPr/>
          </p:nvSpPr>
          <p:spPr>
            <a:xfrm>
              <a:off x="7001515" y="3510053"/>
              <a:ext cx="5771" cy="5162"/>
            </a:xfrm>
            <a:custGeom>
              <a:avLst/>
              <a:gdLst>
                <a:gd name="csX0" fmla="*/ 3867 w 5771"/>
                <a:gd name="csY0" fmla="*/ 791 h 5162"/>
                <a:gd name="csX1" fmla="*/ 439 w 5771"/>
                <a:gd name="csY1" fmla="*/ 1547 h 5162"/>
                <a:gd name="csX2" fmla="*/ 185 w 5771"/>
                <a:gd name="csY2" fmla="*/ 2417 h 5162"/>
                <a:gd name="csX3" fmla="*/ 4122 w 5771"/>
                <a:gd name="csY3" fmla="*/ 4900 h 5162"/>
                <a:gd name="csX4" fmla="*/ 3867 w 5771"/>
                <a:gd name="csY4" fmla="*/ 900 h 5162"/>
                <a:gd name="csX5" fmla="*/ 3867 w 5771"/>
                <a:gd name="csY5" fmla="*/ 791 h 5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71" h="5162">
                  <a:moveTo>
                    <a:pt x="3867" y="791"/>
                  </a:moveTo>
                  <a:cubicBezTo>
                    <a:pt x="2598" y="-504"/>
                    <a:pt x="1074" y="-180"/>
                    <a:pt x="439" y="1547"/>
                  </a:cubicBezTo>
                  <a:lnTo>
                    <a:pt x="185" y="2417"/>
                  </a:lnTo>
                  <a:cubicBezTo>
                    <a:pt x="-1085" y="6202"/>
                    <a:pt x="4629" y="5008"/>
                    <a:pt x="4122" y="4900"/>
                  </a:cubicBezTo>
                  <a:cubicBezTo>
                    <a:pt x="8122" y="4360"/>
                    <a:pt x="3550" y="252"/>
                    <a:pt x="3867" y="900"/>
                  </a:cubicBezTo>
                  <a:lnTo>
                    <a:pt x="3867" y="7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3C1F3C2-6D9F-7F30-F6FD-F28BA35C8CF6}"/>
                </a:ext>
              </a:extLst>
            </p:cNvPr>
            <p:cNvSpPr/>
            <p:nvPr/>
          </p:nvSpPr>
          <p:spPr>
            <a:xfrm>
              <a:off x="7211547" y="3861311"/>
              <a:ext cx="8023" cy="9622"/>
            </a:xfrm>
            <a:custGeom>
              <a:avLst/>
              <a:gdLst>
                <a:gd name="csX0" fmla="*/ 5545 w 8023"/>
                <a:gd name="csY0" fmla="*/ 1413 h 9622"/>
                <a:gd name="csX1" fmla="*/ 274 w 8023"/>
                <a:gd name="csY1" fmla="*/ 2168 h 9622"/>
                <a:gd name="csX2" fmla="*/ 21 w 8023"/>
                <a:gd name="csY2" fmla="*/ 4010 h 9622"/>
                <a:gd name="csX3" fmla="*/ 4022 w 8023"/>
                <a:gd name="csY3" fmla="*/ 9306 h 9622"/>
                <a:gd name="csX4" fmla="*/ 7958 w 8023"/>
                <a:gd name="csY4" fmla="*/ 6277 h 9622"/>
                <a:gd name="csX5" fmla="*/ 5545 w 8023"/>
                <a:gd name="csY5" fmla="*/ 1413 h 9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3" h="9622">
                  <a:moveTo>
                    <a:pt x="5545" y="1413"/>
                  </a:moveTo>
                  <a:cubicBezTo>
                    <a:pt x="4910" y="1305"/>
                    <a:pt x="783" y="-2156"/>
                    <a:pt x="274" y="2168"/>
                  </a:cubicBezTo>
                  <a:lnTo>
                    <a:pt x="21" y="4010"/>
                  </a:lnTo>
                  <a:cubicBezTo>
                    <a:pt x="-360" y="7903"/>
                    <a:pt x="4593" y="9845"/>
                    <a:pt x="4022" y="9306"/>
                  </a:cubicBezTo>
                  <a:cubicBezTo>
                    <a:pt x="7514" y="10931"/>
                    <a:pt x="8276" y="5737"/>
                    <a:pt x="7958" y="6277"/>
                  </a:cubicBezTo>
                  <a:cubicBezTo>
                    <a:pt x="8276" y="4550"/>
                    <a:pt x="7197" y="2276"/>
                    <a:pt x="5545" y="14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7142B3E3-80F3-A44B-0D47-40DB6AEB6E2C}"/>
                </a:ext>
              </a:extLst>
            </p:cNvPr>
            <p:cNvSpPr/>
            <p:nvPr/>
          </p:nvSpPr>
          <p:spPr>
            <a:xfrm>
              <a:off x="7201837" y="3844595"/>
              <a:ext cx="7700" cy="11955"/>
            </a:xfrm>
            <a:custGeom>
              <a:avLst/>
              <a:gdLst>
                <a:gd name="csX0" fmla="*/ 4650 w 7700"/>
                <a:gd name="csY0" fmla="*/ 717 h 11955"/>
                <a:gd name="csX1" fmla="*/ 1094 w 7700"/>
                <a:gd name="csY1" fmla="*/ 8178 h 11955"/>
                <a:gd name="csX2" fmla="*/ 7698 w 7700"/>
                <a:gd name="csY2" fmla="*/ 10128 h 11955"/>
                <a:gd name="csX3" fmla="*/ 4777 w 7700"/>
                <a:gd name="csY3" fmla="*/ 717 h 11955"/>
                <a:gd name="csX4" fmla="*/ 4650 w 7700"/>
                <a:gd name="csY4" fmla="*/ 717 h 1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0" h="11955">
                  <a:moveTo>
                    <a:pt x="4650" y="717"/>
                  </a:moveTo>
                  <a:cubicBezTo>
                    <a:pt x="4650" y="717"/>
                    <a:pt x="-2716" y="5264"/>
                    <a:pt x="1094" y="8178"/>
                  </a:cubicBezTo>
                  <a:cubicBezTo>
                    <a:pt x="2364" y="8940"/>
                    <a:pt x="7825" y="14884"/>
                    <a:pt x="7698" y="10128"/>
                  </a:cubicBezTo>
                  <a:cubicBezTo>
                    <a:pt x="7127" y="6667"/>
                    <a:pt x="8651" y="-2636"/>
                    <a:pt x="4777" y="717"/>
                  </a:cubicBezTo>
                  <a:lnTo>
                    <a:pt x="4650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25A210CE-DCCD-E62C-8C81-3DB467CD3680}"/>
                </a:ext>
              </a:extLst>
            </p:cNvPr>
            <p:cNvSpPr/>
            <p:nvPr/>
          </p:nvSpPr>
          <p:spPr>
            <a:xfrm>
              <a:off x="7196831" y="3858464"/>
              <a:ext cx="9029" cy="9344"/>
            </a:xfrm>
            <a:custGeom>
              <a:avLst/>
              <a:gdLst>
                <a:gd name="csX0" fmla="*/ 68 w 9029"/>
                <a:gd name="csY0" fmla="*/ 1771 h 9344"/>
                <a:gd name="csX1" fmla="*/ 3815 w 9029"/>
                <a:gd name="csY1" fmla="*/ 9232 h 9344"/>
                <a:gd name="csX2" fmla="*/ 8069 w 9029"/>
                <a:gd name="csY2" fmla="*/ 5231 h 9344"/>
                <a:gd name="csX3" fmla="*/ 68 w 9029"/>
                <a:gd name="csY3" fmla="*/ 1771 h 9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29" h="9344">
                  <a:moveTo>
                    <a:pt x="68" y="1771"/>
                  </a:moveTo>
                  <a:cubicBezTo>
                    <a:pt x="68" y="1771"/>
                    <a:pt x="-821" y="10425"/>
                    <a:pt x="3815" y="9232"/>
                  </a:cubicBezTo>
                  <a:cubicBezTo>
                    <a:pt x="4704" y="8800"/>
                    <a:pt x="11499" y="8152"/>
                    <a:pt x="8069" y="5231"/>
                  </a:cubicBezTo>
                  <a:cubicBezTo>
                    <a:pt x="5656" y="3720"/>
                    <a:pt x="-312" y="-3202"/>
                    <a:pt x="68" y="17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B3F0075D-0D17-0F02-5FE3-CD609B927E30}"/>
                </a:ext>
              </a:extLst>
            </p:cNvPr>
            <p:cNvSpPr/>
            <p:nvPr/>
          </p:nvSpPr>
          <p:spPr>
            <a:xfrm>
              <a:off x="6931372" y="3258019"/>
              <a:ext cx="787942" cy="620274"/>
            </a:xfrm>
            <a:custGeom>
              <a:avLst/>
              <a:gdLst>
                <a:gd name="csX0" fmla="*/ 634907 w 787942"/>
                <a:gd name="csY0" fmla="*/ 325171 h 620274"/>
                <a:gd name="csX1" fmla="*/ 634907 w 787942"/>
                <a:gd name="csY1" fmla="*/ 307004 h 620274"/>
                <a:gd name="csX2" fmla="*/ 625699 w 787942"/>
                <a:gd name="csY2" fmla="*/ 307543 h 620274"/>
                <a:gd name="csX3" fmla="*/ 623985 w 787942"/>
                <a:gd name="csY3" fmla="*/ 305594 h 620274"/>
                <a:gd name="csX4" fmla="*/ 626461 w 787942"/>
                <a:gd name="csY4" fmla="*/ 300622 h 620274"/>
                <a:gd name="csX5" fmla="*/ 606649 w 787942"/>
                <a:gd name="csY5" fmla="*/ 291211 h 620274"/>
                <a:gd name="csX6" fmla="*/ 604173 w 787942"/>
                <a:gd name="csY6" fmla="*/ 289700 h 620274"/>
                <a:gd name="csX7" fmla="*/ 593378 w 787942"/>
                <a:gd name="csY7" fmla="*/ 263855 h 620274"/>
                <a:gd name="csX8" fmla="*/ 576233 w 787942"/>
                <a:gd name="csY8" fmla="*/ 238443 h 620274"/>
                <a:gd name="csX9" fmla="*/ 579598 w 787942"/>
                <a:gd name="csY9" fmla="*/ 234334 h 620274"/>
                <a:gd name="csX10" fmla="*/ 580551 w 787942"/>
                <a:gd name="csY10" fmla="*/ 234874 h 620274"/>
                <a:gd name="csX11" fmla="*/ 584171 w 787942"/>
                <a:gd name="csY11" fmla="*/ 233039 h 620274"/>
                <a:gd name="csX12" fmla="*/ 582393 w 787942"/>
                <a:gd name="csY12" fmla="*/ 223196 h 620274"/>
                <a:gd name="csX13" fmla="*/ 577439 w 787942"/>
                <a:gd name="csY13" fmla="*/ 217570 h 620274"/>
                <a:gd name="csX14" fmla="*/ 574519 w 787942"/>
                <a:gd name="csY14" fmla="*/ 206432 h 620274"/>
                <a:gd name="csX15" fmla="*/ 562834 w 787942"/>
                <a:gd name="csY15" fmla="*/ 199295 h 620274"/>
                <a:gd name="csX16" fmla="*/ 556993 w 787942"/>
                <a:gd name="csY16" fmla="*/ 191834 h 620274"/>
                <a:gd name="csX17" fmla="*/ 551595 w 787942"/>
                <a:gd name="csY17" fmla="*/ 193675 h 620274"/>
                <a:gd name="csX18" fmla="*/ 548293 w 787942"/>
                <a:gd name="csY18" fmla="*/ 183077 h 620274"/>
                <a:gd name="csX19" fmla="*/ 545944 w 787942"/>
                <a:gd name="csY19" fmla="*/ 178429 h 620274"/>
                <a:gd name="csX20" fmla="*/ 532100 w 787942"/>
                <a:gd name="csY20" fmla="*/ 170314 h 620274"/>
                <a:gd name="csX21" fmla="*/ 520924 w 787942"/>
                <a:gd name="csY21" fmla="*/ 145663 h 620274"/>
                <a:gd name="csX22" fmla="*/ 486634 w 787942"/>
                <a:gd name="csY22" fmla="*/ 145663 h 620274"/>
                <a:gd name="csX23" fmla="*/ 478189 w 787942"/>
                <a:gd name="csY23" fmla="*/ 126632 h 620274"/>
                <a:gd name="csX24" fmla="*/ 379573 w 787942"/>
                <a:gd name="csY24" fmla="*/ 121438 h 620274"/>
                <a:gd name="csX25" fmla="*/ 278164 w 787942"/>
                <a:gd name="csY25" fmla="*/ 41631 h 620274"/>
                <a:gd name="csX26" fmla="*/ 221014 w 787942"/>
                <a:gd name="csY26" fmla="*/ 11678 h 620274"/>
                <a:gd name="csX27" fmla="*/ 173262 w 787942"/>
                <a:gd name="csY27" fmla="*/ 0 h 620274"/>
                <a:gd name="csX28" fmla="*/ 94585 w 787942"/>
                <a:gd name="csY28" fmla="*/ 28873 h 620274"/>
                <a:gd name="csX29" fmla="*/ 125573 w 787942"/>
                <a:gd name="csY29" fmla="*/ 66288 h 620274"/>
                <a:gd name="csX30" fmla="*/ 106905 w 787942"/>
                <a:gd name="csY30" fmla="*/ 86837 h 620274"/>
                <a:gd name="csX31" fmla="*/ 76107 w 787942"/>
                <a:gd name="csY31" fmla="*/ 92564 h 620274"/>
                <a:gd name="csX32" fmla="*/ 55279 w 787942"/>
                <a:gd name="csY32" fmla="*/ 119278 h 620274"/>
                <a:gd name="csX33" fmla="*/ 11273 w 787942"/>
                <a:gd name="csY33" fmla="*/ 115710 h 620274"/>
                <a:gd name="csX34" fmla="*/ 5177 w 787942"/>
                <a:gd name="csY34" fmla="*/ 144253 h 620274"/>
                <a:gd name="csX35" fmla="*/ 2193 w 787942"/>
                <a:gd name="csY35" fmla="*/ 158204 h 620274"/>
                <a:gd name="csX36" fmla="*/ 20100 w 787942"/>
                <a:gd name="csY36" fmla="*/ 159284 h 620274"/>
                <a:gd name="csX37" fmla="*/ 44167 w 787942"/>
                <a:gd name="csY37" fmla="*/ 194431 h 620274"/>
                <a:gd name="csX38" fmla="*/ 55088 w 787942"/>
                <a:gd name="csY38" fmla="*/ 207518 h 620274"/>
                <a:gd name="csX39" fmla="*/ 69376 w 787942"/>
                <a:gd name="csY39" fmla="*/ 233687 h 620274"/>
                <a:gd name="csX40" fmla="*/ 75853 w 787942"/>
                <a:gd name="csY40" fmla="*/ 237471 h 620274"/>
                <a:gd name="csX41" fmla="*/ 80171 w 787942"/>
                <a:gd name="csY41" fmla="*/ 248825 h 620274"/>
                <a:gd name="csX42" fmla="*/ 88426 w 787942"/>
                <a:gd name="csY42" fmla="*/ 256394 h 620274"/>
                <a:gd name="csX43" fmla="*/ 97062 w 787942"/>
                <a:gd name="csY43" fmla="*/ 270993 h 620274"/>
                <a:gd name="csX44" fmla="*/ 96300 w 787942"/>
                <a:gd name="csY44" fmla="*/ 286023 h 620274"/>
                <a:gd name="csX45" fmla="*/ 96109 w 787942"/>
                <a:gd name="csY45" fmla="*/ 289376 h 620274"/>
                <a:gd name="csX46" fmla="*/ 109190 w 787942"/>
                <a:gd name="csY46" fmla="*/ 307327 h 620274"/>
                <a:gd name="csX47" fmla="*/ 116557 w 787942"/>
                <a:gd name="csY47" fmla="*/ 308083 h 620274"/>
                <a:gd name="csX48" fmla="*/ 144497 w 787942"/>
                <a:gd name="csY48" fmla="*/ 327546 h 620274"/>
                <a:gd name="csX49" fmla="*/ 166912 w 787942"/>
                <a:gd name="csY49" fmla="*/ 377400 h 620274"/>
                <a:gd name="csX50" fmla="*/ 163356 w 787942"/>
                <a:gd name="csY50" fmla="*/ 404540 h 620274"/>
                <a:gd name="csX51" fmla="*/ 170659 w 787942"/>
                <a:gd name="csY51" fmla="*/ 418383 h 620274"/>
                <a:gd name="csX52" fmla="*/ 169071 w 787942"/>
                <a:gd name="csY52" fmla="*/ 426491 h 620274"/>
                <a:gd name="csX53" fmla="*/ 195550 w 787942"/>
                <a:gd name="csY53" fmla="*/ 463258 h 620274"/>
                <a:gd name="csX54" fmla="*/ 223046 w 787942"/>
                <a:gd name="csY54" fmla="*/ 479698 h 620274"/>
                <a:gd name="csX55" fmla="*/ 228253 w 787942"/>
                <a:gd name="csY55" fmla="*/ 485426 h 620274"/>
                <a:gd name="csX56" fmla="*/ 232508 w 787942"/>
                <a:gd name="csY56" fmla="*/ 490836 h 620274"/>
                <a:gd name="csX57" fmla="*/ 235936 w 787942"/>
                <a:gd name="csY57" fmla="*/ 495700 h 620274"/>
                <a:gd name="csX58" fmla="*/ 251875 w 787942"/>
                <a:gd name="csY58" fmla="*/ 532359 h 620274"/>
                <a:gd name="csX59" fmla="*/ 257399 w 787942"/>
                <a:gd name="csY59" fmla="*/ 537553 h 620274"/>
                <a:gd name="csX60" fmla="*/ 267369 w 787942"/>
                <a:gd name="csY60" fmla="*/ 559505 h 620274"/>
                <a:gd name="csX61" fmla="*/ 289403 w 787942"/>
                <a:gd name="csY61" fmla="*/ 578536 h 620274"/>
                <a:gd name="csX62" fmla="*/ 294293 w 787942"/>
                <a:gd name="csY62" fmla="*/ 590538 h 620274"/>
                <a:gd name="csX63" fmla="*/ 298484 w 787942"/>
                <a:gd name="csY63" fmla="*/ 596271 h 620274"/>
                <a:gd name="csX64" fmla="*/ 300707 w 787942"/>
                <a:gd name="csY64" fmla="*/ 602539 h 620274"/>
                <a:gd name="csX65" fmla="*/ 305533 w 787942"/>
                <a:gd name="csY65" fmla="*/ 610000 h 620274"/>
                <a:gd name="csX66" fmla="*/ 306612 w 787942"/>
                <a:gd name="csY66" fmla="*/ 620275 h 620274"/>
                <a:gd name="csX67" fmla="*/ 320455 w 787942"/>
                <a:gd name="csY67" fmla="*/ 609676 h 620274"/>
                <a:gd name="csX68" fmla="*/ 320709 w 787942"/>
                <a:gd name="csY68" fmla="*/ 579831 h 620274"/>
                <a:gd name="csX69" fmla="*/ 337156 w 787942"/>
                <a:gd name="csY69" fmla="*/ 575723 h 620274"/>
                <a:gd name="csX70" fmla="*/ 346490 w 787942"/>
                <a:gd name="csY70" fmla="*/ 586537 h 620274"/>
                <a:gd name="csX71" fmla="*/ 390305 w 787942"/>
                <a:gd name="csY71" fmla="*/ 581673 h 620274"/>
                <a:gd name="csX72" fmla="*/ 450122 w 787942"/>
                <a:gd name="csY72" fmla="*/ 589458 h 620274"/>
                <a:gd name="csX73" fmla="*/ 463901 w 787942"/>
                <a:gd name="csY73" fmla="*/ 601999 h 620274"/>
                <a:gd name="csX74" fmla="*/ 478697 w 787942"/>
                <a:gd name="csY74" fmla="*/ 597027 h 620274"/>
                <a:gd name="csX75" fmla="*/ 501049 w 787942"/>
                <a:gd name="csY75" fmla="*/ 559181 h 620274"/>
                <a:gd name="csX76" fmla="*/ 538895 w 787942"/>
                <a:gd name="csY76" fmla="*/ 539280 h 620274"/>
                <a:gd name="csX77" fmla="*/ 644876 w 787942"/>
                <a:gd name="csY77" fmla="*/ 522631 h 620274"/>
                <a:gd name="csX78" fmla="*/ 762923 w 787942"/>
                <a:gd name="csY78" fmla="*/ 482295 h 620274"/>
                <a:gd name="csX79" fmla="*/ 787942 w 787942"/>
                <a:gd name="csY79" fmla="*/ 405194 h 620274"/>
                <a:gd name="csX80" fmla="*/ 770098 w 787942"/>
                <a:gd name="csY80" fmla="*/ 377616 h 620274"/>
                <a:gd name="csX81" fmla="*/ 665197 w 787942"/>
                <a:gd name="csY81" fmla="*/ 365074 h 620274"/>
                <a:gd name="csX82" fmla="*/ 635351 w 787942"/>
                <a:gd name="csY82" fmla="*/ 325171 h 620274"/>
                <a:gd name="csX83" fmla="*/ 634907 w 787942"/>
                <a:gd name="csY83" fmla="*/ 325171 h 620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787942" h="620274">
                  <a:moveTo>
                    <a:pt x="634907" y="325171"/>
                  </a:moveTo>
                  <a:lnTo>
                    <a:pt x="634907" y="307004"/>
                  </a:lnTo>
                  <a:cubicBezTo>
                    <a:pt x="630907" y="305270"/>
                    <a:pt x="625192" y="307759"/>
                    <a:pt x="625699" y="307543"/>
                  </a:cubicBezTo>
                  <a:cubicBezTo>
                    <a:pt x="623985" y="308083"/>
                    <a:pt x="623223" y="307220"/>
                    <a:pt x="623985" y="305594"/>
                  </a:cubicBezTo>
                  <a:lnTo>
                    <a:pt x="626461" y="300622"/>
                  </a:lnTo>
                  <a:lnTo>
                    <a:pt x="606649" y="291211"/>
                  </a:lnTo>
                  <a:cubicBezTo>
                    <a:pt x="605824" y="291211"/>
                    <a:pt x="604935" y="290995"/>
                    <a:pt x="604173" y="289700"/>
                  </a:cubicBezTo>
                  <a:cubicBezTo>
                    <a:pt x="590330" y="264827"/>
                    <a:pt x="598839" y="270885"/>
                    <a:pt x="593378" y="263855"/>
                  </a:cubicBezTo>
                  <a:cubicBezTo>
                    <a:pt x="577630" y="243745"/>
                    <a:pt x="576043" y="242767"/>
                    <a:pt x="576233" y="238443"/>
                  </a:cubicBezTo>
                  <a:cubicBezTo>
                    <a:pt x="576487" y="237903"/>
                    <a:pt x="575598" y="232601"/>
                    <a:pt x="579598" y="234334"/>
                  </a:cubicBezTo>
                  <a:lnTo>
                    <a:pt x="580551" y="234874"/>
                  </a:lnTo>
                  <a:cubicBezTo>
                    <a:pt x="582202" y="235630"/>
                    <a:pt x="583853" y="234874"/>
                    <a:pt x="584171" y="233039"/>
                  </a:cubicBezTo>
                  <a:cubicBezTo>
                    <a:pt x="584171" y="230765"/>
                    <a:pt x="586837" y="225139"/>
                    <a:pt x="582393" y="223196"/>
                  </a:cubicBezTo>
                  <a:cubicBezTo>
                    <a:pt x="581884" y="222765"/>
                    <a:pt x="577249" y="221793"/>
                    <a:pt x="577439" y="217570"/>
                  </a:cubicBezTo>
                  <a:cubicBezTo>
                    <a:pt x="577122" y="214440"/>
                    <a:pt x="579154" y="208274"/>
                    <a:pt x="574519" y="206432"/>
                  </a:cubicBezTo>
                  <a:cubicBezTo>
                    <a:pt x="570962" y="204705"/>
                    <a:pt x="564549" y="204165"/>
                    <a:pt x="562834" y="199295"/>
                  </a:cubicBezTo>
                  <a:cubicBezTo>
                    <a:pt x="561437" y="196488"/>
                    <a:pt x="560231" y="187833"/>
                    <a:pt x="556993" y="191834"/>
                  </a:cubicBezTo>
                  <a:cubicBezTo>
                    <a:pt x="556358" y="192265"/>
                    <a:pt x="553627" y="197460"/>
                    <a:pt x="551595" y="193675"/>
                  </a:cubicBezTo>
                  <a:cubicBezTo>
                    <a:pt x="550579" y="191294"/>
                    <a:pt x="547213" y="187725"/>
                    <a:pt x="548293" y="183077"/>
                  </a:cubicBezTo>
                  <a:cubicBezTo>
                    <a:pt x="548293" y="182429"/>
                    <a:pt x="548992" y="179616"/>
                    <a:pt x="545944" y="178429"/>
                  </a:cubicBezTo>
                  <a:cubicBezTo>
                    <a:pt x="538260" y="175292"/>
                    <a:pt x="533942" y="174429"/>
                    <a:pt x="532100" y="170314"/>
                  </a:cubicBezTo>
                  <a:cubicBezTo>
                    <a:pt x="527656" y="160585"/>
                    <a:pt x="523972" y="152476"/>
                    <a:pt x="520924" y="145663"/>
                  </a:cubicBezTo>
                  <a:lnTo>
                    <a:pt x="486634" y="145663"/>
                  </a:lnTo>
                  <a:lnTo>
                    <a:pt x="478189" y="126632"/>
                  </a:lnTo>
                  <a:lnTo>
                    <a:pt x="379573" y="121438"/>
                  </a:lnTo>
                  <a:lnTo>
                    <a:pt x="278164" y="41631"/>
                  </a:lnTo>
                  <a:lnTo>
                    <a:pt x="221014" y="11678"/>
                  </a:lnTo>
                  <a:lnTo>
                    <a:pt x="173262" y="0"/>
                  </a:lnTo>
                  <a:lnTo>
                    <a:pt x="94585" y="28873"/>
                  </a:lnTo>
                  <a:lnTo>
                    <a:pt x="125573" y="66288"/>
                  </a:lnTo>
                  <a:lnTo>
                    <a:pt x="106905" y="86837"/>
                  </a:lnTo>
                  <a:lnTo>
                    <a:pt x="76107" y="92564"/>
                  </a:lnTo>
                  <a:lnTo>
                    <a:pt x="55279" y="119278"/>
                  </a:lnTo>
                  <a:lnTo>
                    <a:pt x="11273" y="115710"/>
                  </a:lnTo>
                  <a:cubicBezTo>
                    <a:pt x="6574" y="143173"/>
                    <a:pt x="6828" y="140684"/>
                    <a:pt x="5177" y="144253"/>
                  </a:cubicBezTo>
                  <a:cubicBezTo>
                    <a:pt x="733" y="154096"/>
                    <a:pt x="-2252" y="158636"/>
                    <a:pt x="2193" y="158204"/>
                  </a:cubicBezTo>
                  <a:cubicBezTo>
                    <a:pt x="14385" y="157017"/>
                    <a:pt x="17560" y="156045"/>
                    <a:pt x="20100" y="159284"/>
                  </a:cubicBezTo>
                  <a:cubicBezTo>
                    <a:pt x="43849" y="190538"/>
                    <a:pt x="44611" y="190754"/>
                    <a:pt x="44167" y="194431"/>
                  </a:cubicBezTo>
                  <a:cubicBezTo>
                    <a:pt x="43532" y="199727"/>
                    <a:pt x="51278" y="200597"/>
                    <a:pt x="55088" y="207518"/>
                  </a:cubicBezTo>
                  <a:lnTo>
                    <a:pt x="69376" y="233687"/>
                  </a:lnTo>
                  <a:cubicBezTo>
                    <a:pt x="71218" y="237147"/>
                    <a:pt x="76424" y="237687"/>
                    <a:pt x="75853" y="237471"/>
                  </a:cubicBezTo>
                  <a:cubicBezTo>
                    <a:pt x="81822" y="238551"/>
                    <a:pt x="75027" y="245148"/>
                    <a:pt x="80171" y="248825"/>
                  </a:cubicBezTo>
                  <a:cubicBezTo>
                    <a:pt x="83219" y="250984"/>
                    <a:pt x="86394" y="252933"/>
                    <a:pt x="88426" y="256394"/>
                  </a:cubicBezTo>
                  <a:lnTo>
                    <a:pt x="97062" y="270993"/>
                  </a:lnTo>
                  <a:cubicBezTo>
                    <a:pt x="99031" y="274346"/>
                    <a:pt x="99920" y="285052"/>
                    <a:pt x="96300" y="286023"/>
                  </a:cubicBezTo>
                  <a:cubicBezTo>
                    <a:pt x="95030" y="286347"/>
                    <a:pt x="95030" y="287865"/>
                    <a:pt x="96109" y="289376"/>
                  </a:cubicBezTo>
                  <a:lnTo>
                    <a:pt x="109190" y="307327"/>
                  </a:lnTo>
                  <a:cubicBezTo>
                    <a:pt x="112111" y="311328"/>
                    <a:pt x="112238" y="305486"/>
                    <a:pt x="116557" y="308083"/>
                  </a:cubicBezTo>
                  <a:cubicBezTo>
                    <a:pt x="136686" y="320631"/>
                    <a:pt x="142210" y="323114"/>
                    <a:pt x="144497" y="327546"/>
                  </a:cubicBezTo>
                  <a:cubicBezTo>
                    <a:pt x="166468" y="371882"/>
                    <a:pt x="167864" y="372859"/>
                    <a:pt x="166912" y="377400"/>
                  </a:cubicBezTo>
                  <a:cubicBezTo>
                    <a:pt x="162340" y="398920"/>
                    <a:pt x="161260" y="400755"/>
                    <a:pt x="163356" y="404540"/>
                  </a:cubicBezTo>
                  <a:lnTo>
                    <a:pt x="170659" y="418383"/>
                  </a:lnTo>
                  <a:cubicBezTo>
                    <a:pt x="173198" y="422923"/>
                    <a:pt x="166277" y="422167"/>
                    <a:pt x="169071" y="426491"/>
                  </a:cubicBezTo>
                  <a:cubicBezTo>
                    <a:pt x="191677" y="460451"/>
                    <a:pt x="191550" y="461207"/>
                    <a:pt x="195550" y="463258"/>
                  </a:cubicBezTo>
                  <a:cubicBezTo>
                    <a:pt x="218982" y="475374"/>
                    <a:pt x="221014" y="475698"/>
                    <a:pt x="223046" y="479698"/>
                  </a:cubicBezTo>
                  <a:cubicBezTo>
                    <a:pt x="223490" y="480346"/>
                    <a:pt x="224570" y="483591"/>
                    <a:pt x="228253" y="485426"/>
                  </a:cubicBezTo>
                  <a:cubicBezTo>
                    <a:pt x="228888" y="485972"/>
                    <a:pt x="232253" y="486944"/>
                    <a:pt x="232508" y="490836"/>
                  </a:cubicBezTo>
                  <a:cubicBezTo>
                    <a:pt x="232698" y="494189"/>
                    <a:pt x="236508" y="496240"/>
                    <a:pt x="235936" y="495700"/>
                  </a:cubicBezTo>
                  <a:cubicBezTo>
                    <a:pt x="244319" y="499593"/>
                    <a:pt x="243620" y="528574"/>
                    <a:pt x="251875" y="532359"/>
                  </a:cubicBezTo>
                  <a:cubicBezTo>
                    <a:pt x="252510" y="532791"/>
                    <a:pt x="256002" y="533660"/>
                    <a:pt x="257399" y="537553"/>
                  </a:cubicBezTo>
                  <a:cubicBezTo>
                    <a:pt x="263242" y="553771"/>
                    <a:pt x="263749" y="556908"/>
                    <a:pt x="267369" y="559505"/>
                  </a:cubicBezTo>
                  <a:cubicBezTo>
                    <a:pt x="286292" y="573234"/>
                    <a:pt x="288642" y="574104"/>
                    <a:pt x="289403" y="578536"/>
                  </a:cubicBezTo>
                  <a:cubicBezTo>
                    <a:pt x="290483" y="582213"/>
                    <a:pt x="289848" y="588163"/>
                    <a:pt x="294293" y="590538"/>
                  </a:cubicBezTo>
                  <a:cubicBezTo>
                    <a:pt x="294864" y="591077"/>
                    <a:pt x="298865" y="592055"/>
                    <a:pt x="298484" y="596271"/>
                  </a:cubicBezTo>
                  <a:cubicBezTo>
                    <a:pt x="298484" y="596811"/>
                    <a:pt x="297976" y="600056"/>
                    <a:pt x="300707" y="602539"/>
                  </a:cubicBezTo>
                  <a:cubicBezTo>
                    <a:pt x="301214" y="603193"/>
                    <a:pt x="305024" y="605568"/>
                    <a:pt x="305533" y="610000"/>
                  </a:cubicBezTo>
                  <a:cubicBezTo>
                    <a:pt x="305977" y="613899"/>
                    <a:pt x="306295" y="617360"/>
                    <a:pt x="306612" y="620275"/>
                  </a:cubicBezTo>
                  <a:lnTo>
                    <a:pt x="320455" y="609676"/>
                  </a:lnTo>
                  <a:lnTo>
                    <a:pt x="320709" y="579831"/>
                  </a:lnTo>
                  <a:lnTo>
                    <a:pt x="337156" y="575723"/>
                  </a:lnTo>
                  <a:lnTo>
                    <a:pt x="346490" y="586537"/>
                  </a:lnTo>
                  <a:lnTo>
                    <a:pt x="390305" y="581673"/>
                  </a:lnTo>
                  <a:lnTo>
                    <a:pt x="450122" y="589458"/>
                  </a:lnTo>
                  <a:lnTo>
                    <a:pt x="463901" y="601999"/>
                  </a:lnTo>
                  <a:lnTo>
                    <a:pt x="478697" y="597027"/>
                  </a:lnTo>
                  <a:lnTo>
                    <a:pt x="501049" y="559181"/>
                  </a:lnTo>
                  <a:lnTo>
                    <a:pt x="538895" y="539280"/>
                  </a:lnTo>
                  <a:lnTo>
                    <a:pt x="644876" y="522631"/>
                  </a:lnTo>
                  <a:lnTo>
                    <a:pt x="762923" y="482295"/>
                  </a:lnTo>
                  <a:lnTo>
                    <a:pt x="787942" y="405194"/>
                  </a:lnTo>
                  <a:lnTo>
                    <a:pt x="770098" y="377616"/>
                  </a:lnTo>
                  <a:lnTo>
                    <a:pt x="665197" y="365074"/>
                  </a:lnTo>
                  <a:lnTo>
                    <a:pt x="635351" y="325171"/>
                  </a:lnTo>
                  <a:lnTo>
                    <a:pt x="634907" y="325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3AE816D4-FCCB-D7C9-F5D4-D3F1060D6DE8}"/>
                </a:ext>
              </a:extLst>
            </p:cNvPr>
            <p:cNvSpPr/>
            <p:nvPr/>
          </p:nvSpPr>
          <p:spPr>
            <a:xfrm>
              <a:off x="8142598" y="1215603"/>
              <a:ext cx="15952" cy="16989"/>
            </a:xfrm>
            <a:custGeom>
              <a:avLst/>
              <a:gdLst>
                <a:gd name="csX0" fmla="*/ 1340 w 15952"/>
                <a:gd name="csY0" fmla="*/ 12245 h 16989"/>
                <a:gd name="csX1" fmla="*/ 12834 w 15952"/>
                <a:gd name="csY1" fmla="*/ 14620 h 16989"/>
                <a:gd name="csX2" fmla="*/ 13596 w 15952"/>
                <a:gd name="csY2" fmla="*/ 237 h 16989"/>
                <a:gd name="csX3" fmla="*/ 5532 w 15952"/>
                <a:gd name="csY3" fmla="*/ 2403 h 16989"/>
                <a:gd name="csX4" fmla="*/ 1468 w 15952"/>
                <a:gd name="csY4" fmla="*/ 12137 h 16989"/>
                <a:gd name="csX5" fmla="*/ 1340 w 15952"/>
                <a:gd name="csY5" fmla="*/ 12245 h 1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952" h="16989">
                  <a:moveTo>
                    <a:pt x="1340" y="12245"/>
                  </a:moveTo>
                  <a:cubicBezTo>
                    <a:pt x="5150" y="13865"/>
                    <a:pt x="11056" y="20462"/>
                    <a:pt x="12834" y="14620"/>
                  </a:cubicBezTo>
                  <a:cubicBezTo>
                    <a:pt x="13786" y="9324"/>
                    <a:pt x="18866" y="784"/>
                    <a:pt x="13596" y="237"/>
                  </a:cubicBezTo>
                  <a:cubicBezTo>
                    <a:pt x="13596" y="237"/>
                    <a:pt x="8707" y="-1058"/>
                    <a:pt x="5532" y="2403"/>
                  </a:cubicBezTo>
                  <a:cubicBezTo>
                    <a:pt x="3944" y="4784"/>
                    <a:pt x="-2978" y="9540"/>
                    <a:pt x="1468" y="12137"/>
                  </a:cubicBezTo>
                  <a:lnTo>
                    <a:pt x="1340" y="122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1F8E43B-BD4E-7DA4-9C48-C36A04F5C899}"/>
                </a:ext>
              </a:extLst>
            </p:cNvPr>
            <p:cNvSpPr/>
            <p:nvPr/>
          </p:nvSpPr>
          <p:spPr>
            <a:xfrm>
              <a:off x="11315177" y="2587220"/>
              <a:ext cx="25496" cy="25696"/>
            </a:xfrm>
            <a:custGeom>
              <a:avLst/>
              <a:gdLst>
                <a:gd name="csX0" fmla="*/ 24017 w 25496"/>
                <a:gd name="csY0" fmla="*/ 887 h 25696"/>
                <a:gd name="csX1" fmla="*/ 1602 w 25496"/>
                <a:gd name="csY1" fmla="*/ 25652 h 25696"/>
                <a:gd name="csX2" fmla="*/ 19254 w 25496"/>
                <a:gd name="csY2" fmla="*/ 20350 h 25696"/>
                <a:gd name="csX3" fmla="*/ 24017 w 25496"/>
                <a:gd name="csY3" fmla="*/ 887 h 25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496" h="25696">
                  <a:moveTo>
                    <a:pt x="24017" y="887"/>
                  </a:moveTo>
                  <a:cubicBezTo>
                    <a:pt x="2237" y="22083"/>
                    <a:pt x="-3161" y="26192"/>
                    <a:pt x="1602" y="25652"/>
                  </a:cubicBezTo>
                  <a:cubicBezTo>
                    <a:pt x="15254" y="24134"/>
                    <a:pt x="17794" y="24680"/>
                    <a:pt x="19254" y="20350"/>
                  </a:cubicBezTo>
                  <a:cubicBezTo>
                    <a:pt x="24525" y="4132"/>
                    <a:pt x="27446" y="-2574"/>
                    <a:pt x="24017" y="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2A536CE7-FCF6-4203-0704-624EBD15BE33}"/>
                </a:ext>
              </a:extLst>
            </p:cNvPr>
            <p:cNvSpPr/>
            <p:nvPr/>
          </p:nvSpPr>
          <p:spPr>
            <a:xfrm>
              <a:off x="11233277" y="2639481"/>
              <a:ext cx="40980" cy="29655"/>
            </a:xfrm>
            <a:custGeom>
              <a:avLst/>
              <a:gdLst>
                <a:gd name="csX0" fmla="*/ 40068 w 40980"/>
                <a:gd name="csY0" fmla="*/ 3128 h 29655"/>
                <a:gd name="csX1" fmla="*/ 33083 w 40980"/>
                <a:gd name="csY1" fmla="*/ 99 h 29655"/>
                <a:gd name="csX2" fmla="*/ 889 w 40980"/>
                <a:gd name="csY2" fmla="*/ 26591 h 29655"/>
                <a:gd name="csX3" fmla="*/ 7492 w 40980"/>
                <a:gd name="csY3" fmla="*/ 29620 h 29655"/>
                <a:gd name="csX4" fmla="*/ 40068 w 40980"/>
                <a:gd name="csY4" fmla="*/ 3236 h 29655"/>
                <a:gd name="csX5" fmla="*/ 40068 w 40980"/>
                <a:gd name="csY5" fmla="*/ 3128 h 2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0980" h="29655">
                  <a:moveTo>
                    <a:pt x="40068" y="3128"/>
                  </a:moveTo>
                  <a:cubicBezTo>
                    <a:pt x="43751" y="-225"/>
                    <a:pt x="35242" y="747"/>
                    <a:pt x="33083" y="99"/>
                  </a:cubicBezTo>
                  <a:cubicBezTo>
                    <a:pt x="28638" y="-441"/>
                    <a:pt x="28702" y="315"/>
                    <a:pt x="889" y="26591"/>
                  </a:cubicBezTo>
                  <a:cubicBezTo>
                    <a:pt x="-2667" y="29944"/>
                    <a:pt x="5461" y="29188"/>
                    <a:pt x="7492" y="29620"/>
                  </a:cubicBezTo>
                  <a:cubicBezTo>
                    <a:pt x="12191" y="29944"/>
                    <a:pt x="12382" y="28541"/>
                    <a:pt x="40068" y="3236"/>
                  </a:cubicBezTo>
                  <a:lnTo>
                    <a:pt x="40068" y="3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D0637FF7-E929-CCA6-836C-F87C0E54716E}"/>
                </a:ext>
              </a:extLst>
            </p:cNvPr>
            <p:cNvSpPr/>
            <p:nvPr/>
          </p:nvSpPr>
          <p:spPr>
            <a:xfrm>
              <a:off x="11362638" y="2557636"/>
              <a:ext cx="7283" cy="10272"/>
            </a:xfrm>
            <a:custGeom>
              <a:avLst/>
              <a:gdLst>
                <a:gd name="csX0" fmla="*/ 6402 w 7283"/>
                <a:gd name="csY0" fmla="*/ 2030 h 10272"/>
                <a:gd name="csX1" fmla="*/ 115 w 7283"/>
                <a:gd name="csY1" fmla="*/ 5599 h 10272"/>
                <a:gd name="csX2" fmla="*/ 4052 w 7283"/>
                <a:gd name="csY2" fmla="*/ 9491 h 10272"/>
                <a:gd name="csX3" fmla="*/ 6719 w 7283"/>
                <a:gd name="csY3" fmla="*/ 2576 h 10272"/>
                <a:gd name="csX4" fmla="*/ 6402 w 7283"/>
                <a:gd name="csY4" fmla="*/ 2030 h 1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83" h="10272">
                  <a:moveTo>
                    <a:pt x="6402" y="2030"/>
                  </a:moveTo>
                  <a:cubicBezTo>
                    <a:pt x="4369" y="-2295"/>
                    <a:pt x="-837" y="950"/>
                    <a:pt x="115" y="5599"/>
                  </a:cubicBezTo>
                  <a:cubicBezTo>
                    <a:pt x="432" y="6253"/>
                    <a:pt x="559" y="12412"/>
                    <a:pt x="4052" y="9491"/>
                  </a:cubicBezTo>
                  <a:cubicBezTo>
                    <a:pt x="4433" y="8844"/>
                    <a:pt x="8815" y="6684"/>
                    <a:pt x="6719" y="2576"/>
                  </a:cubicBezTo>
                  <a:lnTo>
                    <a:pt x="6402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65DDBC3E-B323-C2BA-4FDE-51DFC38A54C1}"/>
                </a:ext>
              </a:extLst>
            </p:cNvPr>
            <p:cNvSpPr/>
            <p:nvPr/>
          </p:nvSpPr>
          <p:spPr>
            <a:xfrm>
              <a:off x="11136071" y="2670682"/>
              <a:ext cx="76162" cy="50029"/>
            </a:xfrm>
            <a:custGeom>
              <a:avLst/>
              <a:gdLst>
                <a:gd name="csX0" fmla="*/ 11861 w 76162"/>
                <a:gd name="csY0" fmla="*/ 46108 h 50029"/>
                <a:gd name="csX1" fmla="*/ 30149 w 76162"/>
                <a:gd name="csY1" fmla="*/ 29242 h 50029"/>
                <a:gd name="csX2" fmla="*/ 36944 w 76162"/>
                <a:gd name="csY2" fmla="*/ 26537 h 50029"/>
                <a:gd name="csX3" fmla="*/ 72123 w 76162"/>
                <a:gd name="csY3" fmla="*/ 11723 h 50029"/>
                <a:gd name="csX4" fmla="*/ 76123 w 76162"/>
                <a:gd name="csY4" fmla="*/ 3290 h 50029"/>
                <a:gd name="csX5" fmla="*/ 67170 w 76162"/>
                <a:gd name="csY5" fmla="*/ 1772 h 50029"/>
                <a:gd name="csX6" fmla="*/ 55041 w 76162"/>
                <a:gd name="csY6" fmla="*/ 9126 h 50029"/>
                <a:gd name="csX7" fmla="*/ 42469 w 76162"/>
                <a:gd name="csY7" fmla="*/ 5557 h 50029"/>
                <a:gd name="csX8" fmla="*/ 37071 w 76162"/>
                <a:gd name="csY8" fmla="*/ 11507 h 50029"/>
                <a:gd name="csX9" fmla="*/ 18338 w 76162"/>
                <a:gd name="csY9" fmla="*/ 27833 h 50029"/>
                <a:gd name="csX10" fmla="*/ 685 w 76162"/>
                <a:gd name="csY10" fmla="*/ 48381 h 50029"/>
                <a:gd name="csX11" fmla="*/ 11925 w 76162"/>
                <a:gd name="csY11" fmla="*/ 46108 h 50029"/>
                <a:gd name="csX12" fmla="*/ 11861 w 76162"/>
                <a:gd name="csY12" fmla="*/ 46108 h 50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162" h="50029">
                  <a:moveTo>
                    <a:pt x="11861" y="46108"/>
                  </a:moveTo>
                  <a:cubicBezTo>
                    <a:pt x="16307" y="44489"/>
                    <a:pt x="19609" y="40164"/>
                    <a:pt x="30149" y="29242"/>
                  </a:cubicBezTo>
                  <a:cubicBezTo>
                    <a:pt x="32816" y="26429"/>
                    <a:pt x="36309" y="26753"/>
                    <a:pt x="36944" y="26537"/>
                  </a:cubicBezTo>
                  <a:cubicBezTo>
                    <a:pt x="41834" y="26321"/>
                    <a:pt x="46024" y="23724"/>
                    <a:pt x="72123" y="11723"/>
                  </a:cubicBezTo>
                  <a:cubicBezTo>
                    <a:pt x="76377" y="9773"/>
                    <a:pt x="75679" y="4477"/>
                    <a:pt x="76123" y="3290"/>
                  </a:cubicBezTo>
                  <a:cubicBezTo>
                    <a:pt x="76695" y="-1041"/>
                    <a:pt x="70917" y="-603"/>
                    <a:pt x="67170" y="1772"/>
                  </a:cubicBezTo>
                  <a:lnTo>
                    <a:pt x="55041" y="9126"/>
                  </a:lnTo>
                  <a:cubicBezTo>
                    <a:pt x="50597" y="11831"/>
                    <a:pt x="45961" y="6967"/>
                    <a:pt x="42469" y="5557"/>
                  </a:cubicBezTo>
                  <a:cubicBezTo>
                    <a:pt x="38341" y="3290"/>
                    <a:pt x="37833" y="10097"/>
                    <a:pt x="37071" y="11507"/>
                  </a:cubicBezTo>
                  <a:cubicBezTo>
                    <a:pt x="35674" y="16047"/>
                    <a:pt x="30975" y="18428"/>
                    <a:pt x="18338" y="27833"/>
                  </a:cubicBezTo>
                  <a:cubicBezTo>
                    <a:pt x="14465" y="30754"/>
                    <a:pt x="12052" y="34322"/>
                    <a:pt x="685" y="48381"/>
                  </a:cubicBezTo>
                  <a:cubicBezTo>
                    <a:pt x="-2236" y="52058"/>
                    <a:pt x="4686" y="48813"/>
                    <a:pt x="11925" y="46108"/>
                  </a:cubicBezTo>
                  <a:lnTo>
                    <a:pt x="11861" y="46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785755D-0101-6663-67AF-615B836785B2}"/>
                </a:ext>
              </a:extLst>
            </p:cNvPr>
            <p:cNvSpPr/>
            <p:nvPr/>
          </p:nvSpPr>
          <p:spPr>
            <a:xfrm>
              <a:off x="11125820" y="2746433"/>
              <a:ext cx="13274" cy="10628"/>
            </a:xfrm>
            <a:custGeom>
              <a:avLst/>
              <a:gdLst>
                <a:gd name="csX0" fmla="*/ 205 w 13274"/>
                <a:gd name="csY0" fmla="*/ 7771 h 10628"/>
                <a:gd name="csX1" fmla="*/ 586 w 13274"/>
                <a:gd name="csY1" fmla="*/ 8749 h 10628"/>
                <a:gd name="csX2" fmla="*/ 11381 w 13274"/>
                <a:gd name="csY2" fmla="*/ 6260 h 10628"/>
                <a:gd name="csX3" fmla="*/ 13032 w 13274"/>
                <a:gd name="csY3" fmla="*/ 1720 h 10628"/>
                <a:gd name="csX4" fmla="*/ 2173 w 13274"/>
                <a:gd name="csY4" fmla="*/ 3123 h 10628"/>
                <a:gd name="csX5" fmla="*/ 205 w 13274"/>
                <a:gd name="csY5" fmla="*/ 7663 h 10628"/>
                <a:gd name="csX6" fmla="*/ 205 w 13274"/>
                <a:gd name="csY6" fmla="*/ 7771 h 1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274" h="10628">
                  <a:moveTo>
                    <a:pt x="205" y="7771"/>
                  </a:moveTo>
                  <a:lnTo>
                    <a:pt x="586" y="8749"/>
                  </a:lnTo>
                  <a:cubicBezTo>
                    <a:pt x="2300" y="13613"/>
                    <a:pt x="8016" y="7663"/>
                    <a:pt x="11381" y="6260"/>
                  </a:cubicBezTo>
                  <a:cubicBezTo>
                    <a:pt x="13032" y="5288"/>
                    <a:pt x="13667" y="3339"/>
                    <a:pt x="13032" y="1720"/>
                  </a:cubicBezTo>
                  <a:cubicBezTo>
                    <a:pt x="11063" y="-2497"/>
                    <a:pt x="5348" y="2259"/>
                    <a:pt x="2173" y="3123"/>
                  </a:cubicBezTo>
                  <a:cubicBezTo>
                    <a:pt x="459" y="3879"/>
                    <a:pt x="-430" y="5936"/>
                    <a:pt x="205" y="7663"/>
                  </a:cubicBezTo>
                  <a:lnTo>
                    <a:pt x="205" y="77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CEC6501-58E5-D47C-EF6D-C6E85959A1D9}"/>
                </a:ext>
              </a:extLst>
            </p:cNvPr>
            <p:cNvSpPr/>
            <p:nvPr/>
          </p:nvSpPr>
          <p:spPr>
            <a:xfrm>
              <a:off x="11083316" y="2719842"/>
              <a:ext cx="40106" cy="36475"/>
            </a:xfrm>
            <a:custGeom>
              <a:avLst/>
              <a:gdLst>
                <a:gd name="csX0" fmla="*/ 22516 w 40106"/>
                <a:gd name="csY0" fmla="*/ 14252 h 36475"/>
                <a:gd name="csX1" fmla="*/ 38645 w 40106"/>
                <a:gd name="csY1" fmla="*/ 3114 h 36475"/>
                <a:gd name="csX2" fmla="*/ 21627 w 40106"/>
                <a:gd name="csY2" fmla="*/ 1819 h 36475"/>
                <a:gd name="csX3" fmla="*/ 418 w 40106"/>
                <a:gd name="csY3" fmla="*/ 31448 h 36475"/>
                <a:gd name="csX4" fmla="*/ 4736 w 40106"/>
                <a:gd name="csY4" fmla="*/ 35448 h 36475"/>
                <a:gd name="csX5" fmla="*/ 22516 w 40106"/>
                <a:gd name="csY5" fmla="*/ 14360 h 36475"/>
                <a:gd name="csX6" fmla="*/ 22516 w 40106"/>
                <a:gd name="csY6" fmla="*/ 14252 h 3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106" h="36475">
                  <a:moveTo>
                    <a:pt x="22516" y="14252"/>
                  </a:moveTo>
                  <a:cubicBezTo>
                    <a:pt x="37312" y="6359"/>
                    <a:pt x="43090" y="4193"/>
                    <a:pt x="38645" y="3114"/>
                  </a:cubicBezTo>
                  <a:cubicBezTo>
                    <a:pt x="27025" y="85"/>
                    <a:pt x="24421" y="-1426"/>
                    <a:pt x="21627" y="1819"/>
                  </a:cubicBezTo>
                  <a:cubicBezTo>
                    <a:pt x="608" y="26685"/>
                    <a:pt x="-1106" y="27225"/>
                    <a:pt x="418" y="31448"/>
                  </a:cubicBezTo>
                  <a:cubicBezTo>
                    <a:pt x="863" y="32203"/>
                    <a:pt x="2069" y="39017"/>
                    <a:pt x="4736" y="35448"/>
                  </a:cubicBezTo>
                  <a:cubicBezTo>
                    <a:pt x="17436" y="18684"/>
                    <a:pt x="18579" y="16417"/>
                    <a:pt x="22516" y="14360"/>
                  </a:cubicBezTo>
                  <a:lnTo>
                    <a:pt x="22516" y="14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709B82DD-D0BC-8070-3EDC-42E461AC4922}"/>
                </a:ext>
              </a:extLst>
            </p:cNvPr>
            <p:cNvSpPr/>
            <p:nvPr/>
          </p:nvSpPr>
          <p:spPr>
            <a:xfrm>
              <a:off x="8579451" y="926006"/>
              <a:ext cx="34974" cy="30662"/>
            </a:xfrm>
            <a:custGeom>
              <a:avLst/>
              <a:gdLst>
                <a:gd name="csX0" fmla="*/ 23275 w 34974"/>
                <a:gd name="csY0" fmla="*/ 1005 h 30662"/>
                <a:gd name="csX1" fmla="*/ 18131 w 34974"/>
                <a:gd name="csY1" fmla="*/ 1113 h 30662"/>
                <a:gd name="csX2" fmla="*/ 923 w 34974"/>
                <a:gd name="csY2" fmla="*/ 18950 h 30662"/>
                <a:gd name="csX3" fmla="*/ 1558 w 34974"/>
                <a:gd name="csY3" fmla="*/ 22519 h 30662"/>
                <a:gd name="csX4" fmla="*/ 29879 w 34974"/>
                <a:gd name="csY4" fmla="*/ 30526 h 30662"/>
                <a:gd name="csX5" fmla="*/ 34895 w 34974"/>
                <a:gd name="csY5" fmla="*/ 16683 h 30662"/>
                <a:gd name="csX6" fmla="*/ 23211 w 34974"/>
                <a:gd name="csY6" fmla="*/ 891 h 30662"/>
                <a:gd name="csX7" fmla="*/ 23275 w 34974"/>
                <a:gd name="csY7" fmla="*/ 1005 h 30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974" h="30662">
                  <a:moveTo>
                    <a:pt x="23275" y="1005"/>
                  </a:moveTo>
                  <a:cubicBezTo>
                    <a:pt x="21878" y="-405"/>
                    <a:pt x="19529" y="-297"/>
                    <a:pt x="18131" y="1113"/>
                  </a:cubicBezTo>
                  <a:lnTo>
                    <a:pt x="923" y="18950"/>
                  </a:lnTo>
                  <a:cubicBezTo>
                    <a:pt x="-537" y="20468"/>
                    <a:pt x="-220" y="21979"/>
                    <a:pt x="1558" y="22519"/>
                  </a:cubicBezTo>
                  <a:lnTo>
                    <a:pt x="29879" y="30526"/>
                  </a:lnTo>
                  <a:cubicBezTo>
                    <a:pt x="34959" y="31929"/>
                    <a:pt x="33689" y="22195"/>
                    <a:pt x="34895" y="16683"/>
                  </a:cubicBezTo>
                  <a:cubicBezTo>
                    <a:pt x="35530" y="11597"/>
                    <a:pt x="32419" y="9869"/>
                    <a:pt x="23211" y="891"/>
                  </a:cubicBezTo>
                  <a:lnTo>
                    <a:pt x="23275" y="1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6D89610-8B0F-1760-E8EA-92117FE10E80}"/>
                </a:ext>
              </a:extLst>
            </p:cNvPr>
            <p:cNvSpPr/>
            <p:nvPr/>
          </p:nvSpPr>
          <p:spPr>
            <a:xfrm>
              <a:off x="8514000" y="965404"/>
              <a:ext cx="46929" cy="29585"/>
            </a:xfrm>
            <a:custGeom>
              <a:avLst/>
              <a:gdLst>
                <a:gd name="csX0" fmla="*/ 45228 w 46929"/>
                <a:gd name="csY0" fmla="*/ 6482 h 29585"/>
                <a:gd name="csX1" fmla="*/ 26940 w 46929"/>
                <a:gd name="csY1" fmla="*/ 316 h 29585"/>
                <a:gd name="csX2" fmla="*/ 841 w 46929"/>
                <a:gd name="csY2" fmla="*/ 26701 h 29585"/>
                <a:gd name="csX3" fmla="*/ 25860 w 46929"/>
                <a:gd name="csY3" fmla="*/ 29082 h 29585"/>
                <a:gd name="csX4" fmla="*/ 46117 w 46929"/>
                <a:gd name="csY4" fmla="*/ 10375 h 29585"/>
                <a:gd name="csX5" fmla="*/ 45355 w 46929"/>
                <a:gd name="csY5" fmla="*/ 6590 h 29585"/>
                <a:gd name="csX6" fmla="*/ 45228 w 46929"/>
                <a:gd name="csY6" fmla="*/ 6482 h 29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929" h="29585">
                  <a:moveTo>
                    <a:pt x="45228" y="6482"/>
                  </a:moveTo>
                  <a:lnTo>
                    <a:pt x="26940" y="316"/>
                  </a:lnTo>
                  <a:cubicBezTo>
                    <a:pt x="22621" y="-1195"/>
                    <a:pt x="21288" y="1942"/>
                    <a:pt x="841" y="26701"/>
                  </a:cubicBezTo>
                  <a:cubicBezTo>
                    <a:pt x="-2397" y="30701"/>
                    <a:pt x="3254" y="29514"/>
                    <a:pt x="25860" y="29082"/>
                  </a:cubicBezTo>
                  <a:cubicBezTo>
                    <a:pt x="30178" y="29082"/>
                    <a:pt x="31384" y="26485"/>
                    <a:pt x="46117" y="10375"/>
                  </a:cubicBezTo>
                  <a:cubicBezTo>
                    <a:pt x="47387" y="8857"/>
                    <a:pt x="47196" y="7130"/>
                    <a:pt x="45355" y="6590"/>
                  </a:cubicBezTo>
                  <a:lnTo>
                    <a:pt x="45228" y="64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B121AD6-3C61-CD41-24D2-E7DCB64B960E}"/>
                </a:ext>
              </a:extLst>
            </p:cNvPr>
            <p:cNvSpPr/>
            <p:nvPr/>
          </p:nvSpPr>
          <p:spPr>
            <a:xfrm>
              <a:off x="8483249" y="912910"/>
              <a:ext cx="23020" cy="11396"/>
            </a:xfrm>
            <a:custGeom>
              <a:avLst/>
              <a:gdLst>
                <a:gd name="csX0" fmla="*/ 18956 w 23020"/>
                <a:gd name="csY0" fmla="*/ 2524 h 11396"/>
                <a:gd name="csX1" fmla="*/ 3335 w 23020"/>
                <a:gd name="csY1" fmla="*/ 41 h 11396"/>
                <a:gd name="csX2" fmla="*/ 33 w 23020"/>
                <a:gd name="csY2" fmla="*/ 3610 h 11396"/>
                <a:gd name="csX3" fmla="*/ 3335 w 23020"/>
                <a:gd name="csY3" fmla="*/ 11395 h 11396"/>
                <a:gd name="csX4" fmla="*/ 20353 w 23020"/>
                <a:gd name="csY4" fmla="*/ 10963 h 11396"/>
                <a:gd name="csX5" fmla="*/ 18829 w 23020"/>
                <a:gd name="csY5" fmla="*/ 2632 h 11396"/>
                <a:gd name="csX6" fmla="*/ 18956 w 23020"/>
                <a:gd name="csY6" fmla="*/ 2524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020" h="11396">
                  <a:moveTo>
                    <a:pt x="18956" y="2524"/>
                  </a:moveTo>
                  <a:lnTo>
                    <a:pt x="3335" y="41"/>
                  </a:lnTo>
                  <a:cubicBezTo>
                    <a:pt x="1494" y="-283"/>
                    <a:pt x="33" y="1337"/>
                    <a:pt x="33" y="3610"/>
                  </a:cubicBezTo>
                  <a:cubicBezTo>
                    <a:pt x="223" y="4474"/>
                    <a:pt x="-1046" y="11503"/>
                    <a:pt x="3335" y="11395"/>
                  </a:cubicBezTo>
                  <a:lnTo>
                    <a:pt x="20353" y="10963"/>
                  </a:lnTo>
                  <a:cubicBezTo>
                    <a:pt x="24798" y="10963"/>
                    <a:pt x="23274" y="3286"/>
                    <a:pt x="18829" y="2632"/>
                  </a:cubicBezTo>
                  <a:lnTo>
                    <a:pt x="18956" y="25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A6F1AFC5-A40D-7FE3-5EB3-8A95491E27FB}"/>
                </a:ext>
              </a:extLst>
            </p:cNvPr>
            <p:cNvSpPr/>
            <p:nvPr/>
          </p:nvSpPr>
          <p:spPr>
            <a:xfrm>
              <a:off x="8869470" y="754777"/>
              <a:ext cx="28158" cy="12890"/>
            </a:xfrm>
            <a:custGeom>
              <a:avLst/>
              <a:gdLst>
                <a:gd name="csX0" fmla="*/ 527 w 28158"/>
                <a:gd name="csY0" fmla="*/ 7324 h 12890"/>
                <a:gd name="csX1" fmla="*/ 1923 w 28158"/>
                <a:gd name="csY1" fmla="*/ 11001 h 12890"/>
                <a:gd name="csX2" fmla="*/ 16783 w 28158"/>
                <a:gd name="csY2" fmla="*/ 12836 h 12890"/>
                <a:gd name="csX3" fmla="*/ 27133 w 28158"/>
                <a:gd name="csY3" fmla="*/ 6454 h 12890"/>
                <a:gd name="csX4" fmla="*/ 8655 w 28158"/>
                <a:gd name="csY4" fmla="*/ 79 h 12890"/>
                <a:gd name="csX5" fmla="*/ 527 w 28158"/>
                <a:gd name="csY5" fmla="*/ 7324 h 12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158" h="12890">
                  <a:moveTo>
                    <a:pt x="527" y="7324"/>
                  </a:moveTo>
                  <a:cubicBezTo>
                    <a:pt x="-552" y="9159"/>
                    <a:pt x="82" y="10778"/>
                    <a:pt x="1923" y="11001"/>
                  </a:cubicBezTo>
                  <a:lnTo>
                    <a:pt x="16783" y="12836"/>
                  </a:lnTo>
                  <a:cubicBezTo>
                    <a:pt x="21609" y="13484"/>
                    <a:pt x="24848" y="8188"/>
                    <a:pt x="27133" y="6454"/>
                  </a:cubicBezTo>
                  <a:cubicBezTo>
                    <a:pt x="30689" y="2993"/>
                    <a:pt x="25101" y="3101"/>
                    <a:pt x="8655" y="79"/>
                  </a:cubicBezTo>
                  <a:cubicBezTo>
                    <a:pt x="3892" y="-791"/>
                    <a:pt x="1797" y="5806"/>
                    <a:pt x="527" y="73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27C35BA3-0EB0-9DA2-F1E0-8E6DD3CE8FAF}"/>
                </a:ext>
              </a:extLst>
            </p:cNvPr>
            <p:cNvSpPr/>
            <p:nvPr/>
          </p:nvSpPr>
          <p:spPr>
            <a:xfrm>
              <a:off x="8840109" y="794197"/>
              <a:ext cx="20045" cy="11155"/>
            </a:xfrm>
            <a:custGeom>
              <a:avLst/>
              <a:gdLst>
                <a:gd name="csX0" fmla="*/ 741 w 20045"/>
                <a:gd name="csY0" fmla="*/ 7802 h 11155"/>
                <a:gd name="csX1" fmla="*/ 9314 w 20045"/>
                <a:gd name="csY1" fmla="*/ 11154 h 11155"/>
                <a:gd name="csX2" fmla="*/ 19157 w 20045"/>
                <a:gd name="csY2" fmla="*/ 3801 h 11155"/>
                <a:gd name="csX3" fmla="*/ 10076 w 20045"/>
                <a:gd name="csY3" fmla="*/ 16 h 11155"/>
                <a:gd name="csX4" fmla="*/ 741 w 20045"/>
                <a:gd name="csY4" fmla="*/ 7802 h 11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45" h="11155">
                  <a:moveTo>
                    <a:pt x="741" y="7802"/>
                  </a:moveTo>
                  <a:cubicBezTo>
                    <a:pt x="-2624" y="12456"/>
                    <a:pt x="6393" y="10615"/>
                    <a:pt x="9314" y="11154"/>
                  </a:cubicBezTo>
                  <a:cubicBezTo>
                    <a:pt x="14203" y="11262"/>
                    <a:pt x="17124" y="5750"/>
                    <a:pt x="19157" y="3801"/>
                  </a:cubicBezTo>
                  <a:cubicBezTo>
                    <a:pt x="22966" y="-523"/>
                    <a:pt x="13505" y="772"/>
                    <a:pt x="10076" y="16"/>
                  </a:cubicBezTo>
                  <a:cubicBezTo>
                    <a:pt x="5186" y="-415"/>
                    <a:pt x="741" y="7802"/>
                    <a:pt x="741" y="78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742D28B9-7103-BDD1-E4E8-DB84CD47D6D3}"/>
                </a:ext>
              </a:extLst>
            </p:cNvPr>
            <p:cNvSpPr/>
            <p:nvPr/>
          </p:nvSpPr>
          <p:spPr>
            <a:xfrm>
              <a:off x="8816534" y="792895"/>
              <a:ext cx="20523" cy="10375"/>
            </a:xfrm>
            <a:custGeom>
              <a:avLst/>
              <a:gdLst>
                <a:gd name="csX0" fmla="*/ 18792 w 20523"/>
                <a:gd name="csY0" fmla="*/ 131 h 10375"/>
                <a:gd name="csX1" fmla="*/ 440 w 20523"/>
                <a:gd name="csY1" fmla="*/ 2512 h 10375"/>
                <a:gd name="csX2" fmla="*/ 13966 w 20523"/>
                <a:gd name="csY2" fmla="*/ 9103 h 10375"/>
                <a:gd name="csX3" fmla="*/ 18792 w 20523"/>
                <a:gd name="csY3" fmla="*/ 239 h 10375"/>
                <a:gd name="csX4" fmla="*/ 18792 w 20523"/>
                <a:gd name="csY4" fmla="*/ 131 h 1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3" h="10375">
                  <a:moveTo>
                    <a:pt x="18792" y="131"/>
                  </a:moveTo>
                  <a:cubicBezTo>
                    <a:pt x="18792" y="131"/>
                    <a:pt x="-3369" y="-841"/>
                    <a:pt x="440" y="2512"/>
                  </a:cubicBezTo>
                  <a:cubicBezTo>
                    <a:pt x="5521" y="5973"/>
                    <a:pt x="9965" y="13326"/>
                    <a:pt x="13966" y="9103"/>
                  </a:cubicBezTo>
                  <a:cubicBezTo>
                    <a:pt x="15998" y="6405"/>
                    <a:pt x="23999" y="239"/>
                    <a:pt x="18792" y="239"/>
                  </a:cubicBezTo>
                  <a:lnTo>
                    <a:pt x="18792" y="1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52181EBE-AE69-4E4D-9D47-1E70EFA349A8}"/>
                </a:ext>
              </a:extLst>
            </p:cNvPr>
            <p:cNvSpPr/>
            <p:nvPr/>
          </p:nvSpPr>
          <p:spPr>
            <a:xfrm>
              <a:off x="8975597" y="549875"/>
              <a:ext cx="19623" cy="13808"/>
            </a:xfrm>
            <a:custGeom>
              <a:avLst/>
              <a:gdLst>
                <a:gd name="csX0" fmla="*/ 16510 w 19623"/>
                <a:gd name="csY0" fmla="*/ 1246 h 13808"/>
                <a:gd name="csX1" fmla="*/ 0 w 19623"/>
                <a:gd name="csY1" fmla="*/ 3842 h 13808"/>
                <a:gd name="csX2" fmla="*/ 0 w 19623"/>
                <a:gd name="csY2" fmla="*/ 10005 h 13808"/>
                <a:gd name="csX3" fmla="*/ 3366 w 19623"/>
                <a:gd name="csY3" fmla="*/ 13790 h 13808"/>
                <a:gd name="csX4" fmla="*/ 19495 w 19623"/>
                <a:gd name="csY4" fmla="*/ 8707 h 13808"/>
                <a:gd name="csX5" fmla="*/ 16510 w 19623"/>
                <a:gd name="csY5" fmla="*/ 1138 h 13808"/>
                <a:gd name="csX6" fmla="*/ 16510 w 19623"/>
                <a:gd name="csY6" fmla="*/ 1246 h 13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623" h="13808">
                  <a:moveTo>
                    <a:pt x="16510" y="1246"/>
                  </a:moveTo>
                  <a:cubicBezTo>
                    <a:pt x="16510" y="1246"/>
                    <a:pt x="0" y="-2863"/>
                    <a:pt x="0" y="3842"/>
                  </a:cubicBezTo>
                  <a:lnTo>
                    <a:pt x="0" y="10005"/>
                  </a:lnTo>
                  <a:cubicBezTo>
                    <a:pt x="0" y="12276"/>
                    <a:pt x="1524" y="14007"/>
                    <a:pt x="3366" y="13790"/>
                  </a:cubicBezTo>
                  <a:cubicBezTo>
                    <a:pt x="11303" y="12384"/>
                    <a:pt x="19177" y="15304"/>
                    <a:pt x="19495" y="8707"/>
                  </a:cubicBezTo>
                  <a:cubicBezTo>
                    <a:pt x="19304" y="7518"/>
                    <a:pt x="20892" y="1571"/>
                    <a:pt x="16510" y="1138"/>
                  </a:cubicBezTo>
                  <a:lnTo>
                    <a:pt x="16510" y="1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38F7524F-93F5-E8E3-4600-DD4E69D600CF}"/>
                </a:ext>
              </a:extLst>
            </p:cNvPr>
            <p:cNvSpPr/>
            <p:nvPr/>
          </p:nvSpPr>
          <p:spPr>
            <a:xfrm>
              <a:off x="8719213" y="828210"/>
              <a:ext cx="15112" cy="13951"/>
            </a:xfrm>
            <a:custGeom>
              <a:avLst/>
              <a:gdLst>
                <a:gd name="csX0" fmla="*/ 1622 w 15112"/>
                <a:gd name="csY0" fmla="*/ 2338 h 13951"/>
                <a:gd name="csX1" fmla="*/ 4099 w 15112"/>
                <a:gd name="csY1" fmla="*/ 12072 h 13951"/>
                <a:gd name="csX2" fmla="*/ 13116 w 15112"/>
                <a:gd name="csY2" fmla="*/ 11533 h 13951"/>
                <a:gd name="csX3" fmla="*/ 13878 w 15112"/>
                <a:gd name="csY3" fmla="*/ 2878 h 13951"/>
                <a:gd name="csX4" fmla="*/ 1495 w 15112"/>
                <a:gd name="csY4" fmla="*/ 2338 h 13951"/>
                <a:gd name="csX5" fmla="*/ 1622 w 15112"/>
                <a:gd name="csY5" fmla="*/ 2338 h 1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112" h="13951">
                  <a:moveTo>
                    <a:pt x="1622" y="2338"/>
                  </a:moveTo>
                  <a:cubicBezTo>
                    <a:pt x="-3140" y="3748"/>
                    <a:pt x="4099" y="12072"/>
                    <a:pt x="4099" y="12072"/>
                  </a:cubicBezTo>
                  <a:cubicBezTo>
                    <a:pt x="7020" y="16397"/>
                    <a:pt x="11782" y="11965"/>
                    <a:pt x="13116" y="11533"/>
                  </a:cubicBezTo>
                  <a:cubicBezTo>
                    <a:pt x="16990" y="9367"/>
                    <a:pt x="14068" y="4071"/>
                    <a:pt x="13878" y="2878"/>
                  </a:cubicBezTo>
                  <a:cubicBezTo>
                    <a:pt x="12036" y="-2958"/>
                    <a:pt x="5623" y="1798"/>
                    <a:pt x="1495" y="2338"/>
                  </a:cubicBezTo>
                  <a:lnTo>
                    <a:pt x="1622" y="2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1C1BB130-05F0-AC2F-0A1A-9DA5163E1868}"/>
                </a:ext>
              </a:extLst>
            </p:cNvPr>
            <p:cNvSpPr/>
            <p:nvPr/>
          </p:nvSpPr>
          <p:spPr>
            <a:xfrm>
              <a:off x="8749552" y="828575"/>
              <a:ext cx="16756" cy="14170"/>
            </a:xfrm>
            <a:custGeom>
              <a:avLst/>
              <a:gdLst>
                <a:gd name="csX0" fmla="*/ 1066 w 16756"/>
                <a:gd name="csY0" fmla="*/ 894 h 14170"/>
                <a:gd name="csX1" fmla="*/ 8114 w 16756"/>
                <a:gd name="csY1" fmla="*/ 13111 h 14170"/>
                <a:gd name="csX2" fmla="*/ 16305 w 16756"/>
                <a:gd name="csY2" fmla="*/ 3383 h 14170"/>
                <a:gd name="csX3" fmla="*/ 939 w 16756"/>
                <a:gd name="csY3" fmla="*/ 786 h 14170"/>
                <a:gd name="csX4" fmla="*/ 1066 w 16756"/>
                <a:gd name="csY4" fmla="*/ 894 h 14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56" h="14170">
                  <a:moveTo>
                    <a:pt x="1066" y="894"/>
                  </a:moveTo>
                  <a:cubicBezTo>
                    <a:pt x="-3507" y="1110"/>
                    <a:pt x="8114" y="13111"/>
                    <a:pt x="8114" y="13111"/>
                  </a:cubicBezTo>
                  <a:cubicBezTo>
                    <a:pt x="11860" y="17435"/>
                    <a:pt x="13829" y="7383"/>
                    <a:pt x="16305" y="3383"/>
                  </a:cubicBezTo>
                  <a:cubicBezTo>
                    <a:pt x="19036" y="-2459"/>
                    <a:pt x="8813" y="1110"/>
                    <a:pt x="939" y="786"/>
                  </a:cubicBezTo>
                  <a:lnTo>
                    <a:pt x="1066" y="8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FDF7FF8-A3D7-91D9-1339-7E98A4EA1EE3}"/>
                </a:ext>
              </a:extLst>
            </p:cNvPr>
            <p:cNvSpPr/>
            <p:nvPr/>
          </p:nvSpPr>
          <p:spPr>
            <a:xfrm>
              <a:off x="9628330" y="468829"/>
              <a:ext cx="42222" cy="14706"/>
            </a:xfrm>
            <a:custGeom>
              <a:avLst/>
              <a:gdLst>
                <a:gd name="csX0" fmla="*/ 1572 w 42222"/>
                <a:gd name="csY0" fmla="*/ 8867 h 14706"/>
                <a:gd name="csX1" fmla="*/ 39544 w 42222"/>
                <a:gd name="csY1" fmla="*/ 11679 h 14706"/>
                <a:gd name="csX2" fmla="*/ 39862 w 42222"/>
                <a:gd name="csY2" fmla="*/ 0 h 14706"/>
                <a:gd name="csX3" fmla="*/ 6207 w 42222"/>
                <a:gd name="csY3" fmla="*/ 2595 h 14706"/>
                <a:gd name="csX4" fmla="*/ 1572 w 42222"/>
                <a:gd name="csY4" fmla="*/ 8867 h 14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22" h="14706">
                  <a:moveTo>
                    <a:pt x="1572" y="8867"/>
                  </a:moveTo>
                  <a:cubicBezTo>
                    <a:pt x="36306" y="15031"/>
                    <a:pt x="37957" y="16869"/>
                    <a:pt x="39544" y="11679"/>
                  </a:cubicBezTo>
                  <a:cubicBezTo>
                    <a:pt x="40243" y="8110"/>
                    <a:pt x="45005" y="0"/>
                    <a:pt x="39862" y="0"/>
                  </a:cubicBezTo>
                  <a:cubicBezTo>
                    <a:pt x="14017" y="432"/>
                    <a:pt x="10335" y="-324"/>
                    <a:pt x="6207" y="2595"/>
                  </a:cubicBezTo>
                  <a:cubicBezTo>
                    <a:pt x="4619" y="4109"/>
                    <a:pt x="-3318" y="8002"/>
                    <a:pt x="1572" y="88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88255E93-42FE-FDF4-A55E-1622D09A892D}"/>
                </a:ext>
              </a:extLst>
            </p:cNvPr>
            <p:cNvSpPr/>
            <p:nvPr/>
          </p:nvSpPr>
          <p:spPr>
            <a:xfrm>
              <a:off x="9812770" y="795466"/>
              <a:ext cx="71926" cy="41369"/>
            </a:xfrm>
            <a:custGeom>
              <a:avLst/>
              <a:gdLst>
                <a:gd name="csX0" fmla="*/ 70306 w 71926"/>
                <a:gd name="csY0" fmla="*/ 7402 h 41369"/>
                <a:gd name="csX1" fmla="*/ 21474 w 71926"/>
                <a:gd name="csY1" fmla="*/ 49 h 41369"/>
                <a:gd name="csX2" fmla="*/ 16522 w 71926"/>
                <a:gd name="csY2" fmla="*/ 15403 h 41369"/>
                <a:gd name="csX3" fmla="*/ 265 w 71926"/>
                <a:gd name="csY3" fmla="*/ 17670 h 41369"/>
                <a:gd name="csX4" fmla="*/ 2996 w 71926"/>
                <a:gd name="csY4" fmla="*/ 25786 h 41369"/>
                <a:gd name="csX5" fmla="*/ 48652 w 71926"/>
                <a:gd name="csY5" fmla="*/ 41356 h 41369"/>
                <a:gd name="csX6" fmla="*/ 71259 w 71926"/>
                <a:gd name="csY6" fmla="*/ 10863 h 41369"/>
                <a:gd name="csX7" fmla="*/ 70052 w 71926"/>
                <a:gd name="csY7" fmla="*/ 7294 h 41369"/>
                <a:gd name="csX8" fmla="*/ 70306 w 71926"/>
                <a:gd name="csY8" fmla="*/ 7402 h 4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926" h="41369">
                  <a:moveTo>
                    <a:pt x="70306" y="7402"/>
                  </a:moveTo>
                  <a:lnTo>
                    <a:pt x="21474" y="49"/>
                  </a:lnTo>
                  <a:cubicBezTo>
                    <a:pt x="14236" y="-1037"/>
                    <a:pt x="23761" y="16267"/>
                    <a:pt x="16522" y="15403"/>
                  </a:cubicBezTo>
                  <a:cubicBezTo>
                    <a:pt x="8838" y="15403"/>
                    <a:pt x="837" y="11187"/>
                    <a:pt x="265" y="17670"/>
                  </a:cubicBezTo>
                  <a:cubicBezTo>
                    <a:pt x="265" y="18432"/>
                    <a:pt x="-1258" y="24268"/>
                    <a:pt x="2996" y="25786"/>
                  </a:cubicBezTo>
                  <a:cubicBezTo>
                    <a:pt x="2996" y="25786"/>
                    <a:pt x="47383" y="41896"/>
                    <a:pt x="48652" y="41356"/>
                  </a:cubicBezTo>
                  <a:cubicBezTo>
                    <a:pt x="49923" y="40816"/>
                    <a:pt x="71259" y="10863"/>
                    <a:pt x="71259" y="10863"/>
                  </a:cubicBezTo>
                  <a:cubicBezTo>
                    <a:pt x="72465" y="9130"/>
                    <a:pt x="72021" y="7618"/>
                    <a:pt x="70052" y="7294"/>
                  </a:cubicBezTo>
                  <a:lnTo>
                    <a:pt x="70306" y="74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22E3B83-BED3-38DC-6133-E609FE593541}"/>
                </a:ext>
              </a:extLst>
            </p:cNvPr>
            <p:cNvSpPr/>
            <p:nvPr/>
          </p:nvSpPr>
          <p:spPr>
            <a:xfrm>
              <a:off x="9358150" y="339862"/>
              <a:ext cx="227802" cy="152057"/>
            </a:xfrm>
            <a:custGeom>
              <a:avLst/>
              <a:gdLst>
                <a:gd name="csX0" fmla="*/ 201647 w 227802"/>
                <a:gd name="csY0" fmla="*/ 64625 h 152057"/>
                <a:gd name="csX1" fmla="*/ 176056 w 227802"/>
                <a:gd name="csY1" fmla="*/ 36509 h 152057"/>
                <a:gd name="csX2" fmla="*/ 162023 w 227802"/>
                <a:gd name="csY2" fmla="*/ 27858 h 152057"/>
                <a:gd name="csX3" fmla="*/ 143799 w 227802"/>
                <a:gd name="csY3" fmla="*/ 39212 h 152057"/>
                <a:gd name="csX4" fmla="*/ 126590 w 227802"/>
                <a:gd name="csY4" fmla="*/ 40078 h 152057"/>
                <a:gd name="csX5" fmla="*/ 124685 w 227802"/>
                <a:gd name="csY5" fmla="*/ 36077 h 152057"/>
                <a:gd name="csX6" fmla="*/ 133004 w 227802"/>
                <a:gd name="csY6" fmla="*/ 14882 h 152057"/>
                <a:gd name="csX7" fmla="*/ 131353 w 227802"/>
                <a:gd name="csY7" fmla="*/ 9691 h 152057"/>
                <a:gd name="csX8" fmla="*/ 113065 w 227802"/>
                <a:gd name="csY8" fmla="*/ 391 h 152057"/>
                <a:gd name="csX9" fmla="*/ 102587 w 227802"/>
                <a:gd name="csY9" fmla="*/ 16612 h 152057"/>
                <a:gd name="csX10" fmla="*/ 84807 w 227802"/>
                <a:gd name="csY10" fmla="*/ 11746 h 152057"/>
                <a:gd name="csX11" fmla="*/ 60804 w 227802"/>
                <a:gd name="csY11" fmla="*/ 47323 h 152057"/>
                <a:gd name="csX12" fmla="*/ 65249 w 227802"/>
                <a:gd name="csY12" fmla="*/ 65598 h 152057"/>
                <a:gd name="csX13" fmla="*/ 44866 w 227802"/>
                <a:gd name="csY13" fmla="*/ 67653 h 152057"/>
                <a:gd name="csX14" fmla="*/ 28673 w 227802"/>
                <a:gd name="csY14" fmla="*/ 101067 h 152057"/>
                <a:gd name="csX15" fmla="*/ 860 w 227802"/>
                <a:gd name="csY15" fmla="*/ 136753 h 152057"/>
                <a:gd name="csX16" fmla="*/ 1368 w 227802"/>
                <a:gd name="csY16" fmla="*/ 141727 h 152057"/>
                <a:gd name="csX17" fmla="*/ 14131 w 227802"/>
                <a:gd name="csY17" fmla="*/ 150918 h 152057"/>
                <a:gd name="csX18" fmla="*/ 68932 w 227802"/>
                <a:gd name="csY18" fmla="*/ 126047 h 152057"/>
                <a:gd name="csX19" fmla="*/ 123669 w 227802"/>
                <a:gd name="csY19" fmla="*/ 130264 h 152057"/>
                <a:gd name="csX20" fmla="*/ 207680 w 227802"/>
                <a:gd name="csY20" fmla="*/ 112638 h 152057"/>
                <a:gd name="csX21" fmla="*/ 226603 w 227802"/>
                <a:gd name="csY21" fmla="*/ 90903 h 152057"/>
                <a:gd name="csX22" fmla="*/ 217840 w 227802"/>
                <a:gd name="csY22" fmla="*/ 63760 h 152057"/>
                <a:gd name="csX23" fmla="*/ 201647 w 227802"/>
                <a:gd name="csY23" fmla="*/ 64625 h 152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7802" h="152057">
                  <a:moveTo>
                    <a:pt x="201647" y="64625"/>
                  </a:moveTo>
                  <a:cubicBezTo>
                    <a:pt x="197266" y="65922"/>
                    <a:pt x="196884" y="63652"/>
                    <a:pt x="176056" y="36509"/>
                  </a:cubicBezTo>
                  <a:cubicBezTo>
                    <a:pt x="173072" y="32508"/>
                    <a:pt x="167865" y="30670"/>
                    <a:pt x="162023" y="27858"/>
                  </a:cubicBezTo>
                  <a:cubicBezTo>
                    <a:pt x="158022" y="25912"/>
                    <a:pt x="156244" y="28616"/>
                    <a:pt x="143799" y="39212"/>
                  </a:cubicBezTo>
                  <a:cubicBezTo>
                    <a:pt x="140243" y="42241"/>
                    <a:pt x="135734" y="40943"/>
                    <a:pt x="126590" y="40078"/>
                  </a:cubicBezTo>
                  <a:cubicBezTo>
                    <a:pt x="124749" y="39861"/>
                    <a:pt x="123923" y="38132"/>
                    <a:pt x="124685" y="36077"/>
                  </a:cubicBezTo>
                  <a:lnTo>
                    <a:pt x="133004" y="14882"/>
                  </a:lnTo>
                  <a:cubicBezTo>
                    <a:pt x="133766" y="12827"/>
                    <a:pt x="133004" y="10448"/>
                    <a:pt x="131353" y="9691"/>
                  </a:cubicBezTo>
                  <a:lnTo>
                    <a:pt x="113065" y="391"/>
                  </a:lnTo>
                  <a:cubicBezTo>
                    <a:pt x="108112" y="-2096"/>
                    <a:pt x="107159" y="7745"/>
                    <a:pt x="102587" y="16612"/>
                  </a:cubicBezTo>
                  <a:cubicBezTo>
                    <a:pt x="99221" y="24722"/>
                    <a:pt x="89696" y="4609"/>
                    <a:pt x="84807" y="11746"/>
                  </a:cubicBezTo>
                  <a:lnTo>
                    <a:pt x="60804" y="47323"/>
                  </a:lnTo>
                  <a:cubicBezTo>
                    <a:pt x="57439" y="52297"/>
                    <a:pt x="62772" y="58353"/>
                    <a:pt x="65249" y="65598"/>
                  </a:cubicBezTo>
                  <a:cubicBezTo>
                    <a:pt x="67980" y="71654"/>
                    <a:pt x="58074" y="67545"/>
                    <a:pt x="44866" y="67653"/>
                  </a:cubicBezTo>
                  <a:cubicBezTo>
                    <a:pt x="37754" y="67112"/>
                    <a:pt x="39151" y="67220"/>
                    <a:pt x="28673" y="101067"/>
                  </a:cubicBezTo>
                  <a:cubicBezTo>
                    <a:pt x="26958" y="106366"/>
                    <a:pt x="26069" y="106366"/>
                    <a:pt x="860" y="136753"/>
                  </a:cubicBezTo>
                  <a:cubicBezTo>
                    <a:pt x="-473" y="138267"/>
                    <a:pt x="-220" y="140538"/>
                    <a:pt x="1368" y="141727"/>
                  </a:cubicBezTo>
                  <a:lnTo>
                    <a:pt x="14131" y="150918"/>
                  </a:lnTo>
                  <a:cubicBezTo>
                    <a:pt x="18132" y="153730"/>
                    <a:pt x="16544" y="153298"/>
                    <a:pt x="68932" y="126047"/>
                  </a:cubicBezTo>
                  <a:cubicBezTo>
                    <a:pt x="73250" y="123776"/>
                    <a:pt x="73250" y="124642"/>
                    <a:pt x="123669" y="130264"/>
                  </a:cubicBezTo>
                  <a:cubicBezTo>
                    <a:pt x="128368" y="130806"/>
                    <a:pt x="125638" y="131021"/>
                    <a:pt x="207680" y="112638"/>
                  </a:cubicBezTo>
                  <a:cubicBezTo>
                    <a:pt x="211997" y="111665"/>
                    <a:pt x="213014" y="109286"/>
                    <a:pt x="226603" y="90903"/>
                  </a:cubicBezTo>
                  <a:cubicBezTo>
                    <a:pt x="229524" y="86902"/>
                    <a:pt x="227301" y="84522"/>
                    <a:pt x="217840" y="63760"/>
                  </a:cubicBezTo>
                  <a:cubicBezTo>
                    <a:pt x="215236" y="58029"/>
                    <a:pt x="208568" y="63327"/>
                    <a:pt x="201647" y="646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1412B6B3-8CBD-6FE0-D7EF-E246B0125899}"/>
                </a:ext>
              </a:extLst>
            </p:cNvPr>
            <p:cNvSpPr/>
            <p:nvPr/>
          </p:nvSpPr>
          <p:spPr>
            <a:xfrm>
              <a:off x="9142856" y="265935"/>
              <a:ext cx="237593" cy="138668"/>
            </a:xfrm>
            <a:custGeom>
              <a:avLst/>
              <a:gdLst>
                <a:gd name="csX0" fmla="*/ 234950 w 237593"/>
                <a:gd name="csY0" fmla="*/ 121684 h 138668"/>
                <a:gd name="csX1" fmla="*/ 234950 w 237593"/>
                <a:gd name="csY1" fmla="*/ 116493 h 138668"/>
                <a:gd name="csX2" fmla="*/ 211138 w 237593"/>
                <a:gd name="csY2" fmla="*/ 92270 h 138668"/>
                <a:gd name="csX3" fmla="*/ 211900 w 237593"/>
                <a:gd name="csY3" fmla="*/ 89134 h 138668"/>
                <a:gd name="csX4" fmla="*/ 230760 w 237593"/>
                <a:gd name="csY4" fmla="*/ 82105 h 138668"/>
                <a:gd name="csX5" fmla="*/ 235522 w 237593"/>
                <a:gd name="csY5" fmla="*/ 29442 h 138668"/>
                <a:gd name="csX6" fmla="*/ 208979 w 237593"/>
                <a:gd name="csY6" fmla="*/ 11383 h 138668"/>
                <a:gd name="csX7" fmla="*/ 186183 w 237593"/>
                <a:gd name="csY7" fmla="*/ 16465 h 138668"/>
                <a:gd name="csX8" fmla="*/ 174816 w 237593"/>
                <a:gd name="csY8" fmla="*/ 33227 h 138668"/>
                <a:gd name="csX9" fmla="*/ 153988 w 237593"/>
                <a:gd name="csY9" fmla="*/ 31929 h 138668"/>
                <a:gd name="csX10" fmla="*/ 156528 w 237593"/>
                <a:gd name="csY10" fmla="*/ 12140 h 138668"/>
                <a:gd name="csX11" fmla="*/ 130937 w 237593"/>
                <a:gd name="csY11" fmla="*/ 137 h 138668"/>
                <a:gd name="csX12" fmla="*/ 29846 w 237593"/>
                <a:gd name="csY12" fmla="*/ 16033 h 138668"/>
                <a:gd name="csX13" fmla="*/ 31624 w 237593"/>
                <a:gd name="csY13" fmla="*/ 34092 h 138668"/>
                <a:gd name="csX14" fmla="*/ 1271 w 237593"/>
                <a:gd name="csY14" fmla="*/ 51502 h 138668"/>
                <a:gd name="csX15" fmla="*/ 25845 w 237593"/>
                <a:gd name="csY15" fmla="*/ 71399 h 138668"/>
                <a:gd name="csX16" fmla="*/ 26099 w 237593"/>
                <a:gd name="csY16" fmla="*/ 87945 h 138668"/>
                <a:gd name="csX17" fmla="*/ 50674 w 237593"/>
                <a:gd name="csY17" fmla="*/ 110437 h 138668"/>
                <a:gd name="csX18" fmla="*/ 119063 w 237593"/>
                <a:gd name="csY18" fmla="*/ 116277 h 138668"/>
                <a:gd name="csX19" fmla="*/ 145352 w 237593"/>
                <a:gd name="csY19" fmla="*/ 137039 h 138668"/>
                <a:gd name="csX20" fmla="*/ 214821 w 237593"/>
                <a:gd name="csY20" fmla="*/ 138661 h 138668"/>
                <a:gd name="csX21" fmla="*/ 220790 w 237593"/>
                <a:gd name="csY21" fmla="*/ 136282 h 138668"/>
                <a:gd name="csX22" fmla="*/ 234950 w 237593"/>
                <a:gd name="csY22" fmla="*/ 121899 h 138668"/>
                <a:gd name="csX23" fmla="*/ 234950 w 237593"/>
                <a:gd name="csY23" fmla="*/ 121684 h 138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37593" h="138668">
                  <a:moveTo>
                    <a:pt x="234950" y="121684"/>
                  </a:moveTo>
                  <a:cubicBezTo>
                    <a:pt x="236348" y="120278"/>
                    <a:pt x="236348" y="117898"/>
                    <a:pt x="234950" y="116493"/>
                  </a:cubicBezTo>
                  <a:lnTo>
                    <a:pt x="211138" y="92270"/>
                  </a:lnTo>
                  <a:cubicBezTo>
                    <a:pt x="209741" y="90864"/>
                    <a:pt x="210059" y="89350"/>
                    <a:pt x="211900" y="89134"/>
                  </a:cubicBezTo>
                  <a:cubicBezTo>
                    <a:pt x="225997" y="86755"/>
                    <a:pt x="229871" y="87404"/>
                    <a:pt x="230760" y="82105"/>
                  </a:cubicBezTo>
                  <a:cubicBezTo>
                    <a:pt x="238189" y="32578"/>
                    <a:pt x="239205" y="32470"/>
                    <a:pt x="235522" y="29442"/>
                  </a:cubicBezTo>
                  <a:cubicBezTo>
                    <a:pt x="214186" y="12681"/>
                    <a:pt x="213297" y="11059"/>
                    <a:pt x="208979" y="11383"/>
                  </a:cubicBezTo>
                  <a:cubicBezTo>
                    <a:pt x="191707" y="12681"/>
                    <a:pt x="188341" y="11816"/>
                    <a:pt x="186183" y="16465"/>
                  </a:cubicBezTo>
                  <a:cubicBezTo>
                    <a:pt x="180087" y="29334"/>
                    <a:pt x="179134" y="33551"/>
                    <a:pt x="174816" y="33227"/>
                  </a:cubicBezTo>
                  <a:lnTo>
                    <a:pt x="153988" y="31929"/>
                  </a:lnTo>
                  <a:cubicBezTo>
                    <a:pt x="146241" y="31388"/>
                    <a:pt x="163323" y="16033"/>
                    <a:pt x="156528" y="12140"/>
                  </a:cubicBezTo>
                  <a:cubicBezTo>
                    <a:pt x="137796" y="1543"/>
                    <a:pt x="135510" y="-620"/>
                    <a:pt x="130937" y="137"/>
                  </a:cubicBezTo>
                  <a:lnTo>
                    <a:pt x="29846" y="16033"/>
                  </a:lnTo>
                  <a:cubicBezTo>
                    <a:pt x="22289" y="17223"/>
                    <a:pt x="38545" y="30740"/>
                    <a:pt x="31624" y="34092"/>
                  </a:cubicBezTo>
                  <a:cubicBezTo>
                    <a:pt x="2287" y="47825"/>
                    <a:pt x="-2921" y="48799"/>
                    <a:pt x="1271" y="51502"/>
                  </a:cubicBezTo>
                  <a:cubicBezTo>
                    <a:pt x="23940" y="65776"/>
                    <a:pt x="26734" y="66101"/>
                    <a:pt x="25845" y="71399"/>
                  </a:cubicBezTo>
                  <a:cubicBezTo>
                    <a:pt x="25400" y="76698"/>
                    <a:pt x="22099" y="83835"/>
                    <a:pt x="26099" y="87945"/>
                  </a:cubicBezTo>
                  <a:cubicBezTo>
                    <a:pt x="45466" y="108382"/>
                    <a:pt x="46292" y="110221"/>
                    <a:pt x="50674" y="110437"/>
                  </a:cubicBezTo>
                  <a:cubicBezTo>
                    <a:pt x="115253" y="113789"/>
                    <a:pt x="115126" y="112708"/>
                    <a:pt x="119063" y="116277"/>
                  </a:cubicBezTo>
                  <a:cubicBezTo>
                    <a:pt x="119063" y="116277"/>
                    <a:pt x="145352" y="139742"/>
                    <a:pt x="145352" y="137039"/>
                  </a:cubicBezTo>
                  <a:cubicBezTo>
                    <a:pt x="145352" y="134335"/>
                    <a:pt x="214821" y="138661"/>
                    <a:pt x="214821" y="138661"/>
                  </a:cubicBezTo>
                  <a:cubicBezTo>
                    <a:pt x="216662" y="138769"/>
                    <a:pt x="219393" y="137687"/>
                    <a:pt x="220790" y="136282"/>
                  </a:cubicBezTo>
                  <a:lnTo>
                    <a:pt x="234950" y="121899"/>
                  </a:lnTo>
                  <a:lnTo>
                    <a:pt x="234950" y="121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2276689-3577-C3FC-AF7B-7031145A8A2A}"/>
                </a:ext>
              </a:extLst>
            </p:cNvPr>
            <p:cNvSpPr/>
            <p:nvPr/>
          </p:nvSpPr>
          <p:spPr>
            <a:xfrm>
              <a:off x="9049665" y="275378"/>
              <a:ext cx="94253" cy="36257"/>
            </a:xfrm>
            <a:custGeom>
              <a:avLst/>
              <a:gdLst>
                <a:gd name="csX0" fmla="*/ 92747 w 94253"/>
                <a:gd name="csY0" fmla="*/ 13077 h 36257"/>
                <a:gd name="csX1" fmla="*/ 65378 w 94253"/>
                <a:gd name="csY1" fmla="*/ 533 h 36257"/>
                <a:gd name="csX2" fmla="*/ 8673 w 94253"/>
                <a:gd name="csY2" fmla="*/ 3021 h 36257"/>
                <a:gd name="csX3" fmla="*/ 291 w 94253"/>
                <a:gd name="csY3" fmla="*/ 16213 h 36257"/>
                <a:gd name="csX4" fmla="*/ 2260 w 94253"/>
                <a:gd name="csY4" fmla="*/ 20431 h 36257"/>
                <a:gd name="csX5" fmla="*/ 36677 w 94253"/>
                <a:gd name="csY5" fmla="*/ 25405 h 36257"/>
                <a:gd name="csX6" fmla="*/ 38391 w 94253"/>
                <a:gd name="csY6" fmla="*/ 36219 h 36257"/>
                <a:gd name="csX7" fmla="*/ 70904 w 94253"/>
                <a:gd name="csY7" fmla="*/ 32218 h 36257"/>
                <a:gd name="csX8" fmla="*/ 93191 w 94253"/>
                <a:gd name="csY8" fmla="*/ 16754 h 36257"/>
                <a:gd name="csX9" fmla="*/ 92874 w 94253"/>
                <a:gd name="csY9" fmla="*/ 13077 h 36257"/>
                <a:gd name="csX10" fmla="*/ 92747 w 94253"/>
                <a:gd name="csY10" fmla="*/ 13077 h 3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4253" h="36257">
                  <a:moveTo>
                    <a:pt x="92747" y="13077"/>
                  </a:moveTo>
                  <a:lnTo>
                    <a:pt x="65378" y="533"/>
                  </a:lnTo>
                  <a:cubicBezTo>
                    <a:pt x="60934" y="-1521"/>
                    <a:pt x="8673" y="3021"/>
                    <a:pt x="8673" y="3021"/>
                  </a:cubicBezTo>
                  <a:cubicBezTo>
                    <a:pt x="3466" y="3453"/>
                    <a:pt x="2704" y="11455"/>
                    <a:pt x="291" y="16213"/>
                  </a:cubicBezTo>
                  <a:cubicBezTo>
                    <a:pt x="-471" y="18268"/>
                    <a:pt x="291" y="20107"/>
                    <a:pt x="2260" y="20431"/>
                  </a:cubicBezTo>
                  <a:lnTo>
                    <a:pt x="36677" y="25405"/>
                  </a:lnTo>
                  <a:cubicBezTo>
                    <a:pt x="43091" y="26379"/>
                    <a:pt x="31787" y="36976"/>
                    <a:pt x="38391" y="36219"/>
                  </a:cubicBezTo>
                  <a:lnTo>
                    <a:pt x="70904" y="32218"/>
                  </a:lnTo>
                  <a:cubicBezTo>
                    <a:pt x="75666" y="31677"/>
                    <a:pt x="79540" y="27676"/>
                    <a:pt x="93191" y="16754"/>
                  </a:cubicBezTo>
                  <a:cubicBezTo>
                    <a:pt x="94716" y="15564"/>
                    <a:pt x="94589" y="13943"/>
                    <a:pt x="92874" y="13077"/>
                  </a:cubicBezTo>
                  <a:lnTo>
                    <a:pt x="92747" y="130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808CFDB7-DFF9-AEF1-70FB-EA1A2A9DF4FD}"/>
                </a:ext>
              </a:extLst>
            </p:cNvPr>
            <p:cNvSpPr/>
            <p:nvPr/>
          </p:nvSpPr>
          <p:spPr>
            <a:xfrm>
              <a:off x="9000945" y="149175"/>
              <a:ext cx="47678" cy="20268"/>
            </a:xfrm>
            <a:custGeom>
              <a:avLst/>
              <a:gdLst>
                <a:gd name="csX0" fmla="*/ 47487 w 47678"/>
                <a:gd name="csY0" fmla="*/ 17086 h 20268"/>
                <a:gd name="csX1" fmla="*/ 41011 w 47678"/>
                <a:gd name="csY1" fmla="*/ 6272 h 20268"/>
                <a:gd name="csX2" fmla="*/ 15991 w 47678"/>
                <a:gd name="csY2" fmla="*/ 432 h 20268"/>
                <a:gd name="csX3" fmla="*/ 1513 w 47678"/>
                <a:gd name="csY3" fmla="*/ 12544 h 20268"/>
                <a:gd name="csX4" fmla="*/ 45328 w 47678"/>
                <a:gd name="csY4" fmla="*/ 20222 h 20268"/>
                <a:gd name="csX5" fmla="*/ 47423 w 47678"/>
                <a:gd name="csY5" fmla="*/ 17086 h 20268"/>
                <a:gd name="csX6" fmla="*/ 47487 w 47678"/>
                <a:gd name="csY6" fmla="*/ 17086 h 20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678" h="20268">
                  <a:moveTo>
                    <a:pt x="47487" y="17086"/>
                  </a:moveTo>
                  <a:cubicBezTo>
                    <a:pt x="46408" y="14706"/>
                    <a:pt x="45773" y="8002"/>
                    <a:pt x="41011" y="6272"/>
                  </a:cubicBezTo>
                  <a:cubicBezTo>
                    <a:pt x="41011" y="6272"/>
                    <a:pt x="19801" y="-1947"/>
                    <a:pt x="15991" y="432"/>
                  </a:cubicBezTo>
                  <a:cubicBezTo>
                    <a:pt x="3228" y="8543"/>
                    <a:pt x="-3122" y="11679"/>
                    <a:pt x="1513" y="12544"/>
                  </a:cubicBezTo>
                  <a:lnTo>
                    <a:pt x="45328" y="20222"/>
                  </a:lnTo>
                  <a:cubicBezTo>
                    <a:pt x="47170" y="20546"/>
                    <a:pt x="48186" y="19140"/>
                    <a:pt x="47423" y="17086"/>
                  </a:cubicBezTo>
                  <a:lnTo>
                    <a:pt x="47487" y="17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CA29E0BF-AEE1-F267-0A4E-5779B9A6B898}"/>
                </a:ext>
              </a:extLst>
            </p:cNvPr>
            <p:cNvSpPr/>
            <p:nvPr/>
          </p:nvSpPr>
          <p:spPr>
            <a:xfrm>
              <a:off x="8595706" y="785358"/>
              <a:ext cx="19420" cy="19151"/>
            </a:xfrm>
            <a:custGeom>
              <a:avLst/>
              <a:gdLst>
                <a:gd name="csX0" fmla="*/ 16799 w 19420"/>
                <a:gd name="csY0" fmla="*/ 1718 h 19151"/>
                <a:gd name="csX1" fmla="*/ 5876 w 19420"/>
                <a:gd name="csY1" fmla="*/ 2042 h 19151"/>
                <a:gd name="csX2" fmla="*/ 1622 w 19420"/>
                <a:gd name="csY2" fmla="*/ 13072 h 19151"/>
                <a:gd name="csX3" fmla="*/ 17750 w 19420"/>
                <a:gd name="csY3" fmla="*/ 16532 h 19151"/>
                <a:gd name="csX4" fmla="*/ 16799 w 19420"/>
                <a:gd name="csY4" fmla="*/ 1718 h 19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420" h="19151">
                  <a:moveTo>
                    <a:pt x="16799" y="1718"/>
                  </a:moveTo>
                  <a:cubicBezTo>
                    <a:pt x="14386" y="1394"/>
                    <a:pt x="9178" y="-2175"/>
                    <a:pt x="5876" y="2042"/>
                  </a:cubicBezTo>
                  <a:cubicBezTo>
                    <a:pt x="3908" y="5395"/>
                    <a:pt x="-3140" y="10805"/>
                    <a:pt x="1622" y="13072"/>
                  </a:cubicBezTo>
                  <a:cubicBezTo>
                    <a:pt x="9877" y="15993"/>
                    <a:pt x="16671" y="22914"/>
                    <a:pt x="17750" y="16532"/>
                  </a:cubicBezTo>
                  <a:cubicBezTo>
                    <a:pt x="18068" y="11345"/>
                    <a:pt x="21878" y="3236"/>
                    <a:pt x="16799" y="1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32F46F41-67E4-F67C-BB36-302448746C98}"/>
                </a:ext>
              </a:extLst>
            </p:cNvPr>
            <p:cNvSpPr/>
            <p:nvPr/>
          </p:nvSpPr>
          <p:spPr>
            <a:xfrm>
              <a:off x="8689859" y="709231"/>
              <a:ext cx="30417" cy="37620"/>
            </a:xfrm>
            <a:custGeom>
              <a:avLst/>
              <a:gdLst>
                <a:gd name="csX0" fmla="*/ 30087 w 30417"/>
                <a:gd name="csY0" fmla="*/ 14478 h 37620"/>
                <a:gd name="csX1" fmla="*/ 22086 w 30417"/>
                <a:gd name="csY1" fmla="*/ 851 h 37620"/>
                <a:gd name="csX2" fmla="*/ 9640 w 30417"/>
                <a:gd name="csY2" fmla="*/ 2368 h 37620"/>
                <a:gd name="csX3" fmla="*/ 1004 w 30417"/>
                <a:gd name="csY3" fmla="*/ 18478 h 37620"/>
                <a:gd name="csX4" fmla="*/ 14974 w 30417"/>
                <a:gd name="csY4" fmla="*/ 36646 h 37620"/>
                <a:gd name="csX5" fmla="*/ 17641 w 30417"/>
                <a:gd name="csY5" fmla="*/ 35566 h 37620"/>
                <a:gd name="csX6" fmla="*/ 21896 w 30417"/>
                <a:gd name="csY6" fmla="*/ 22911 h 37620"/>
                <a:gd name="csX7" fmla="*/ 30087 w 30417"/>
                <a:gd name="csY7" fmla="*/ 14478 h 37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17" h="37620">
                  <a:moveTo>
                    <a:pt x="30087" y="14478"/>
                  </a:moveTo>
                  <a:cubicBezTo>
                    <a:pt x="27928" y="9722"/>
                    <a:pt x="27294" y="1498"/>
                    <a:pt x="22086" y="851"/>
                  </a:cubicBezTo>
                  <a:cubicBezTo>
                    <a:pt x="22086" y="851"/>
                    <a:pt x="13197" y="-1848"/>
                    <a:pt x="9640" y="2368"/>
                  </a:cubicBezTo>
                  <a:cubicBezTo>
                    <a:pt x="5132" y="9074"/>
                    <a:pt x="-2805" y="13614"/>
                    <a:pt x="1004" y="18478"/>
                  </a:cubicBezTo>
                  <a:lnTo>
                    <a:pt x="14974" y="36646"/>
                  </a:lnTo>
                  <a:cubicBezTo>
                    <a:pt x="16245" y="38271"/>
                    <a:pt x="17451" y="37833"/>
                    <a:pt x="17641" y="35566"/>
                  </a:cubicBezTo>
                  <a:cubicBezTo>
                    <a:pt x="18340" y="32213"/>
                    <a:pt x="17324" y="25184"/>
                    <a:pt x="21896" y="22911"/>
                  </a:cubicBezTo>
                  <a:cubicBezTo>
                    <a:pt x="24690" y="20967"/>
                    <a:pt x="32056" y="20104"/>
                    <a:pt x="30087" y="144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4C8BF333-AC33-C385-518D-D30586A65DC8}"/>
                </a:ext>
              </a:extLst>
            </p:cNvPr>
            <p:cNvSpPr/>
            <p:nvPr/>
          </p:nvSpPr>
          <p:spPr>
            <a:xfrm>
              <a:off x="9046414" y="305399"/>
              <a:ext cx="25207" cy="12120"/>
            </a:xfrm>
            <a:custGeom>
              <a:avLst/>
              <a:gdLst>
                <a:gd name="csX0" fmla="*/ 22718 w 25207"/>
                <a:gd name="csY0" fmla="*/ 2414 h 12120"/>
                <a:gd name="csX1" fmla="*/ 1637 w 25207"/>
                <a:gd name="csY1" fmla="*/ 2197 h 12120"/>
                <a:gd name="csX2" fmla="*/ 748 w 25207"/>
                <a:gd name="csY2" fmla="*/ 3279 h 12120"/>
                <a:gd name="csX3" fmla="*/ 1637 w 25207"/>
                <a:gd name="csY3" fmla="*/ 7063 h 12120"/>
                <a:gd name="csX4" fmla="*/ 20560 w 25207"/>
                <a:gd name="csY4" fmla="*/ 12038 h 12120"/>
                <a:gd name="csX5" fmla="*/ 24687 w 25207"/>
                <a:gd name="csY5" fmla="*/ 9010 h 12120"/>
                <a:gd name="csX6" fmla="*/ 25131 w 25207"/>
                <a:gd name="csY6" fmla="*/ 6955 h 12120"/>
                <a:gd name="csX7" fmla="*/ 22591 w 25207"/>
                <a:gd name="csY7" fmla="*/ 2522 h 12120"/>
                <a:gd name="csX8" fmla="*/ 22718 w 25207"/>
                <a:gd name="csY8" fmla="*/ 2414 h 1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207" h="12120">
                  <a:moveTo>
                    <a:pt x="22718" y="2414"/>
                  </a:moveTo>
                  <a:cubicBezTo>
                    <a:pt x="7352" y="-73"/>
                    <a:pt x="4621" y="-1371"/>
                    <a:pt x="1637" y="2197"/>
                  </a:cubicBezTo>
                  <a:lnTo>
                    <a:pt x="748" y="3279"/>
                  </a:lnTo>
                  <a:cubicBezTo>
                    <a:pt x="-522" y="4793"/>
                    <a:pt x="-141" y="6523"/>
                    <a:pt x="1637" y="7063"/>
                  </a:cubicBezTo>
                  <a:lnTo>
                    <a:pt x="20560" y="12038"/>
                  </a:lnTo>
                  <a:cubicBezTo>
                    <a:pt x="22401" y="12470"/>
                    <a:pt x="24242" y="11173"/>
                    <a:pt x="24687" y="9010"/>
                  </a:cubicBezTo>
                  <a:lnTo>
                    <a:pt x="25131" y="6955"/>
                  </a:lnTo>
                  <a:cubicBezTo>
                    <a:pt x="25513" y="4793"/>
                    <a:pt x="24433" y="2846"/>
                    <a:pt x="22591" y="2522"/>
                  </a:cubicBezTo>
                  <a:lnTo>
                    <a:pt x="22718" y="2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8686A0DA-E8B9-DF35-FD3A-7F7AE7AA5645}"/>
                </a:ext>
              </a:extLst>
            </p:cNvPr>
            <p:cNvSpPr/>
            <p:nvPr/>
          </p:nvSpPr>
          <p:spPr>
            <a:xfrm>
              <a:off x="10771791" y="1056257"/>
              <a:ext cx="31538" cy="10742"/>
            </a:xfrm>
            <a:custGeom>
              <a:avLst/>
              <a:gdLst>
                <a:gd name="csX0" fmla="*/ 2063 w 31538"/>
                <a:gd name="csY0" fmla="*/ 1055 h 10742"/>
                <a:gd name="csX1" fmla="*/ 412 w 31538"/>
                <a:gd name="csY1" fmla="*/ 4408 h 10742"/>
                <a:gd name="csX2" fmla="*/ 22065 w 31538"/>
                <a:gd name="csY2" fmla="*/ 10682 h 10742"/>
                <a:gd name="csX3" fmla="*/ 30828 w 31538"/>
                <a:gd name="csY3" fmla="*/ 3113 h 10742"/>
                <a:gd name="csX4" fmla="*/ 2063 w 31538"/>
                <a:gd name="csY4" fmla="*/ 947 h 10742"/>
                <a:gd name="csX5" fmla="*/ 2063 w 31538"/>
                <a:gd name="csY5" fmla="*/ 1055 h 10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538" h="10742">
                  <a:moveTo>
                    <a:pt x="2063" y="1055"/>
                  </a:moveTo>
                  <a:cubicBezTo>
                    <a:pt x="221" y="1055"/>
                    <a:pt x="-541" y="2681"/>
                    <a:pt x="412" y="4408"/>
                  </a:cubicBezTo>
                  <a:cubicBezTo>
                    <a:pt x="2571" y="8624"/>
                    <a:pt x="5491" y="8193"/>
                    <a:pt x="22065" y="10682"/>
                  </a:cubicBezTo>
                  <a:cubicBezTo>
                    <a:pt x="26954" y="11438"/>
                    <a:pt x="29240" y="4948"/>
                    <a:pt x="30828" y="3113"/>
                  </a:cubicBezTo>
                  <a:cubicBezTo>
                    <a:pt x="34511" y="-2513"/>
                    <a:pt x="23716" y="1271"/>
                    <a:pt x="2063" y="947"/>
                  </a:cubicBezTo>
                  <a:lnTo>
                    <a:pt x="2063" y="10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BE955B6B-3907-C0E8-A0D5-2324180D7C53}"/>
                </a:ext>
              </a:extLst>
            </p:cNvPr>
            <p:cNvSpPr/>
            <p:nvPr/>
          </p:nvSpPr>
          <p:spPr>
            <a:xfrm>
              <a:off x="10711389" y="819553"/>
              <a:ext cx="29068" cy="38196"/>
            </a:xfrm>
            <a:custGeom>
              <a:avLst/>
              <a:gdLst>
                <a:gd name="csX0" fmla="*/ 3474 w 29068"/>
                <a:gd name="csY0" fmla="*/ 612 h 38196"/>
                <a:gd name="csX1" fmla="*/ 45 w 29068"/>
                <a:gd name="csY1" fmla="*/ 10239 h 38196"/>
                <a:gd name="csX2" fmla="*/ 24366 w 29068"/>
                <a:gd name="csY2" fmla="*/ 37379 h 38196"/>
                <a:gd name="csX3" fmla="*/ 28937 w 29068"/>
                <a:gd name="csY3" fmla="*/ 27219 h 38196"/>
                <a:gd name="csX4" fmla="*/ 3474 w 29068"/>
                <a:gd name="csY4" fmla="*/ 612 h 38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68" h="38196">
                  <a:moveTo>
                    <a:pt x="3474" y="612"/>
                  </a:moveTo>
                  <a:cubicBezTo>
                    <a:pt x="-654" y="-2956"/>
                    <a:pt x="45" y="10239"/>
                    <a:pt x="45" y="10239"/>
                  </a:cubicBezTo>
                  <a:cubicBezTo>
                    <a:pt x="-336" y="15751"/>
                    <a:pt x="2077" y="16297"/>
                    <a:pt x="24366" y="37379"/>
                  </a:cubicBezTo>
                  <a:cubicBezTo>
                    <a:pt x="28366" y="41163"/>
                    <a:pt x="27921" y="30788"/>
                    <a:pt x="28937" y="27219"/>
                  </a:cubicBezTo>
                  <a:cubicBezTo>
                    <a:pt x="29763" y="21809"/>
                    <a:pt x="27286" y="21377"/>
                    <a:pt x="3474" y="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0C515F27-DD20-0F6F-4858-C1F1200BE2C5}"/>
                </a:ext>
              </a:extLst>
            </p:cNvPr>
            <p:cNvSpPr/>
            <p:nvPr/>
          </p:nvSpPr>
          <p:spPr>
            <a:xfrm>
              <a:off x="10714089" y="684938"/>
              <a:ext cx="25077" cy="36947"/>
            </a:xfrm>
            <a:custGeom>
              <a:avLst/>
              <a:gdLst>
                <a:gd name="csX0" fmla="*/ 9981 w 25077"/>
                <a:gd name="csY0" fmla="*/ 36282 h 36947"/>
                <a:gd name="csX1" fmla="*/ 24079 w 25077"/>
                <a:gd name="csY1" fmla="*/ 21251 h 36947"/>
                <a:gd name="csX2" fmla="*/ 13665 w 25077"/>
                <a:gd name="csY2" fmla="*/ 1033 h 36947"/>
                <a:gd name="csX3" fmla="*/ 10172 w 25077"/>
                <a:gd name="csY3" fmla="*/ 1789 h 36947"/>
                <a:gd name="csX4" fmla="*/ 266 w 25077"/>
                <a:gd name="csY4" fmla="*/ 33475 h 36947"/>
                <a:gd name="csX5" fmla="*/ 10108 w 25077"/>
                <a:gd name="csY5" fmla="*/ 36282 h 36947"/>
                <a:gd name="csX6" fmla="*/ 9981 w 25077"/>
                <a:gd name="csY6" fmla="*/ 36282 h 3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077" h="36947">
                  <a:moveTo>
                    <a:pt x="9981" y="36282"/>
                  </a:moveTo>
                  <a:cubicBezTo>
                    <a:pt x="14427" y="35850"/>
                    <a:pt x="16776" y="31310"/>
                    <a:pt x="24079" y="21251"/>
                  </a:cubicBezTo>
                  <a:cubicBezTo>
                    <a:pt x="27000" y="17251"/>
                    <a:pt x="23507" y="14438"/>
                    <a:pt x="13665" y="1033"/>
                  </a:cubicBezTo>
                  <a:cubicBezTo>
                    <a:pt x="12458" y="-593"/>
                    <a:pt x="10934" y="-269"/>
                    <a:pt x="10172" y="1789"/>
                  </a:cubicBezTo>
                  <a:lnTo>
                    <a:pt x="266" y="33475"/>
                  </a:lnTo>
                  <a:cubicBezTo>
                    <a:pt x="-1575" y="39203"/>
                    <a:pt x="6616" y="36066"/>
                    <a:pt x="10108" y="36282"/>
                  </a:cubicBezTo>
                  <a:lnTo>
                    <a:pt x="9981" y="36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950FCC7F-37A1-DCFD-EEF2-88C040E1630E}"/>
                </a:ext>
              </a:extLst>
            </p:cNvPr>
            <p:cNvSpPr/>
            <p:nvPr/>
          </p:nvSpPr>
          <p:spPr>
            <a:xfrm>
              <a:off x="11200082" y="599527"/>
              <a:ext cx="32864" cy="13206"/>
            </a:xfrm>
            <a:custGeom>
              <a:avLst/>
              <a:gdLst>
                <a:gd name="csX0" fmla="*/ 22844 w 32864"/>
                <a:gd name="csY0" fmla="*/ 12693 h 13206"/>
                <a:gd name="csX1" fmla="*/ 32496 w 32864"/>
                <a:gd name="csY1" fmla="*/ 3285 h 13206"/>
                <a:gd name="csX2" fmla="*/ 12684 w 32864"/>
                <a:gd name="csY2" fmla="*/ 689 h 13206"/>
                <a:gd name="csX3" fmla="*/ 874 w 32864"/>
                <a:gd name="csY3" fmla="*/ 10422 h 13206"/>
                <a:gd name="csX4" fmla="*/ 22844 w 32864"/>
                <a:gd name="csY4" fmla="*/ 12693 h 1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864" h="13206">
                  <a:moveTo>
                    <a:pt x="22844" y="12693"/>
                  </a:moveTo>
                  <a:cubicBezTo>
                    <a:pt x="27798" y="12584"/>
                    <a:pt x="30211" y="6097"/>
                    <a:pt x="32496" y="3285"/>
                  </a:cubicBezTo>
                  <a:cubicBezTo>
                    <a:pt x="36052" y="-2014"/>
                    <a:pt x="12684" y="689"/>
                    <a:pt x="12684" y="689"/>
                  </a:cubicBezTo>
                  <a:cubicBezTo>
                    <a:pt x="8112" y="689"/>
                    <a:pt x="5445" y="5231"/>
                    <a:pt x="874" y="10422"/>
                  </a:cubicBezTo>
                  <a:cubicBezTo>
                    <a:pt x="-2492" y="14315"/>
                    <a:pt x="3667" y="13125"/>
                    <a:pt x="22844" y="126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18273689-ECD5-6EA7-9A37-FF55CDAEB53E}"/>
                </a:ext>
              </a:extLst>
            </p:cNvPr>
            <p:cNvSpPr/>
            <p:nvPr/>
          </p:nvSpPr>
          <p:spPr>
            <a:xfrm>
              <a:off x="11347373" y="646587"/>
              <a:ext cx="17817" cy="17216"/>
            </a:xfrm>
            <a:custGeom>
              <a:avLst/>
              <a:gdLst>
                <a:gd name="csX0" fmla="*/ 13982 w 17817"/>
                <a:gd name="csY0" fmla="*/ 236 h 17216"/>
                <a:gd name="csX1" fmla="*/ 1537 w 17817"/>
                <a:gd name="csY1" fmla="*/ 5748 h 17216"/>
                <a:gd name="csX2" fmla="*/ 775 w 17817"/>
                <a:gd name="csY2" fmla="*/ 9971 h 17216"/>
                <a:gd name="csX3" fmla="*/ 11189 w 17817"/>
                <a:gd name="csY3" fmla="*/ 16562 h 17216"/>
                <a:gd name="csX4" fmla="*/ 17793 w 17817"/>
                <a:gd name="csY4" fmla="*/ 7914 h 17216"/>
                <a:gd name="csX5" fmla="*/ 13856 w 17817"/>
                <a:gd name="csY5" fmla="*/ 236 h 17216"/>
                <a:gd name="csX6" fmla="*/ 13982 w 17817"/>
                <a:gd name="csY6" fmla="*/ 236 h 17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817" h="17216">
                  <a:moveTo>
                    <a:pt x="13982" y="236"/>
                  </a:moveTo>
                  <a:lnTo>
                    <a:pt x="1537" y="5748"/>
                  </a:lnTo>
                  <a:cubicBezTo>
                    <a:pt x="-178" y="6510"/>
                    <a:pt x="-495" y="8345"/>
                    <a:pt x="775" y="9971"/>
                  </a:cubicBezTo>
                  <a:cubicBezTo>
                    <a:pt x="3569" y="12346"/>
                    <a:pt x="6870" y="19375"/>
                    <a:pt x="11189" y="16562"/>
                  </a:cubicBezTo>
                  <a:cubicBezTo>
                    <a:pt x="12458" y="15375"/>
                    <a:pt x="18237" y="13648"/>
                    <a:pt x="17793" y="7914"/>
                  </a:cubicBezTo>
                  <a:cubicBezTo>
                    <a:pt x="17793" y="7914"/>
                    <a:pt x="18301" y="-1605"/>
                    <a:pt x="13856" y="236"/>
                  </a:cubicBezTo>
                  <a:lnTo>
                    <a:pt x="13982" y="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9917B69A-C0FA-C171-AC66-2CD00AD8A077}"/>
                </a:ext>
              </a:extLst>
            </p:cNvPr>
            <p:cNvSpPr/>
            <p:nvPr/>
          </p:nvSpPr>
          <p:spPr>
            <a:xfrm>
              <a:off x="10888076" y="819205"/>
              <a:ext cx="31593" cy="33068"/>
            </a:xfrm>
            <a:custGeom>
              <a:avLst/>
              <a:gdLst>
                <a:gd name="csX0" fmla="*/ 9286 w 31593"/>
                <a:gd name="csY0" fmla="*/ 31567 h 33068"/>
                <a:gd name="csX1" fmla="*/ 27574 w 31593"/>
                <a:gd name="csY1" fmla="*/ 24538 h 33068"/>
                <a:gd name="csX2" fmla="*/ 31574 w 31593"/>
                <a:gd name="csY2" fmla="*/ 10371 h 33068"/>
                <a:gd name="csX3" fmla="*/ 19446 w 31593"/>
                <a:gd name="csY3" fmla="*/ 744 h 33068"/>
                <a:gd name="csX4" fmla="*/ 3317 w 31593"/>
                <a:gd name="csY4" fmla="*/ 3665 h 33068"/>
                <a:gd name="csX5" fmla="*/ 79 w 31593"/>
                <a:gd name="csY5" fmla="*/ 17077 h 33068"/>
                <a:gd name="csX6" fmla="*/ 9286 w 31593"/>
                <a:gd name="csY6" fmla="*/ 31567 h 3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593" h="33068">
                  <a:moveTo>
                    <a:pt x="9286" y="31567"/>
                  </a:moveTo>
                  <a:cubicBezTo>
                    <a:pt x="12524" y="35244"/>
                    <a:pt x="15572" y="31891"/>
                    <a:pt x="27574" y="24538"/>
                  </a:cubicBezTo>
                  <a:cubicBezTo>
                    <a:pt x="32019" y="21725"/>
                    <a:pt x="30685" y="14695"/>
                    <a:pt x="31574" y="10371"/>
                  </a:cubicBezTo>
                  <a:cubicBezTo>
                    <a:pt x="32146" y="3989"/>
                    <a:pt x="19446" y="744"/>
                    <a:pt x="19446" y="744"/>
                  </a:cubicBezTo>
                  <a:cubicBezTo>
                    <a:pt x="15572" y="-983"/>
                    <a:pt x="12969" y="420"/>
                    <a:pt x="3317" y="3665"/>
                  </a:cubicBezTo>
                  <a:cubicBezTo>
                    <a:pt x="-1572" y="5285"/>
                    <a:pt x="523" y="12968"/>
                    <a:pt x="79" y="17077"/>
                  </a:cubicBezTo>
                  <a:cubicBezTo>
                    <a:pt x="79" y="22049"/>
                    <a:pt x="2682" y="24106"/>
                    <a:pt x="9286" y="315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2FA00F2D-16BB-1EEF-116F-4167E27C3A0E}"/>
                </a:ext>
              </a:extLst>
            </p:cNvPr>
            <p:cNvSpPr/>
            <p:nvPr/>
          </p:nvSpPr>
          <p:spPr>
            <a:xfrm>
              <a:off x="11110580" y="704561"/>
              <a:ext cx="176758" cy="71753"/>
            </a:xfrm>
            <a:custGeom>
              <a:avLst/>
              <a:gdLst>
                <a:gd name="csX0" fmla="*/ 174767 w 176758"/>
                <a:gd name="csY0" fmla="*/ 37963 h 71753"/>
                <a:gd name="csX1" fmla="*/ 100027 w 176758"/>
                <a:gd name="csY1" fmla="*/ 31581 h 71753"/>
                <a:gd name="csX2" fmla="*/ 82692 w 176758"/>
                <a:gd name="csY2" fmla="*/ 13738 h 71753"/>
                <a:gd name="csX3" fmla="*/ 44909 w 176758"/>
                <a:gd name="csY3" fmla="*/ 13198 h 71753"/>
                <a:gd name="csX4" fmla="*/ 35194 w 176758"/>
                <a:gd name="csY4" fmla="*/ 19364 h 71753"/>
                <a:gd name="csX5" fmla="*/ 21859 w 176758"/>
                <a:gd name="csY5" fmla="*/ 11794 h 71753"/>
                <a:gd name="csX6" fmla="*/ 17985 w 176758"/>
                <a:gd name="csY6" fmla="*/ 9 h 71753"/>
                <a:gd name="csX7" fmla="*/ 7444 w 176758"/>
                <a:gd name="csY7" fmla="*/ 4441 h 71753"/>
                <a:gd name="csX8" fmla="*/ 205 w 176758"/>
                <a:gd name="csY8" fmla="*/ 26393 h 71753"/>
                <a:gd name="csX9" fmla="*/ 2174 w 176758"/>
                <a:gd name="csY9" fmla="*/ 31473 h 71753"/>
                <a:gd name="csX10" fmla="*/ 57546 w 176758"/>
                <a:gd name="csY10" fmla="*/ 56346 h 71753"/>
                <a:gd name="csX11" fmla="*/ 81930 w 176758"/>
                <a:gd name="csY11" fmla="*/ 71700 h 71753"/>
                <a:gd name="csX12" fmla="*/ 166576 w 176758"/>
                <a:gd name="csY12" fmla="*/ 59699 h 71753"/>
                <a:gd name="csX13" fmla="*/ 176291 w 176758"/>
                <a:gd name="csY13" fmla="*/ 41532 h 71753"/>
                <a:gd name="csX14" fmla="*/ 174767 w 176758"/>
                <a:gd name="csY14" fmla="*/ 37963 h 7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6758" h="71753">
                  <a:moveTo>
                    <a:pt x="174767" y="37963"/>
                  </a:moveTo>
                  <a:cubicBezTo>
                    <a:pt x="102821" y="34394"/>
                    <a:pt x="103456" y="35912"/>
                    <a:pt x="100027" y="31581"/>
                  </a:cubicBezTo>
                  <a:cubicBezTo>
                    <a:pt x="88534" y="17306"/>
                    <a:pt x="87010" y="14068"/>
                    <a:pt x="82692" y="13738"/>
                  </a:cubicBezTo>
                  <a:cubicBezTo>
                    <a:pt x="49354" y="10715"/>
                    <a:pt x="48275" y="9629"/>
                    <a:pt x="44909" y="13198"/>
                  </a:cubicBezTo>
                  <a:cubicBezTo>
                    <a:pt x="42941" y="14823"/>
                    <a:pt x="39956" y="20659"/>
                    <a:pt x="35194" y="19364"/>
                  </a:cubicBezTo>
                  <a:cubicBezTo>
                    <a:pt x="29669" y="17090"/>
                    <a:pt x="22176" y="18068"/>
                    <a:pt x="21859" y="11794"/>
                  </a:cubicBezTo>
                  <a:cubicBezTo>
                    <a:pt x="21351" y="8334"/>
                    <a:pt x="22939" y="-315"/>
                    <a:pt x="17985" y="9"/>
                  </a:cubicBezTo>
                  <a:cubicBezTo>
                    <a:pt x="15382" y="657"/>
                    <a:pt x="9286" y="-1077"/>
                    <a:pt x="7444" y="4441"/>
                  </a:cubicBezTo>
                  <a:lnTo>
                    <a:pt x="205" y="26393"/>
                  </a:lnTo>
                  <a:cubicBezTo>
                    <a:pt x="-430" y="28450"/>
                    <a:pt x="459" y="30717"/>
                    <a:pt x="2174" y="31473"/>
                  </a:cubicBezTo>
                  <a:cubicBezTo>
                    <a:pt x="52466" y="53209"/>
                    <a:pt x="53482" y="53317"/>
                    <a:pt x="57546" y="56346"/>
                  </a:cubicBezTo>
                  <a:cubicBezTo>
                    <a:pt x="76088" y="70189"/>
                    <a:pt x="77612" y="72132"/>
                    <a:pt x="81930" y="71700"/>
                  </a:cubicBezTo>
                  <a:cubicBezTo>
                    <a:pt x="165687" y="63052"/>
                    <a:pt x="163972" y="64563"/>
                    <a:pt x="166576" y="59699"/>
                  </a:cubicBezTo>
                  <a:lnTo>
                    <a:pt x="176291" y="41532"/>
                  </a:lnTo>
                  <a:cubicBezTo>
                    <a:pt x="177307" y="39696"/>
                    <a:pt x="176608" y="38071"/>
                    <a:pt x="174767" y="379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C8E8F0B6-B939-CCDB-1374-B3095C2AE35F}"/>
                </a:ext>
              </a:extLst>
            </p:cNvPr>
            <p:cNvSpPr/>
            <p:nvPr/>
          </p:nvSpPr>
          <p:spPr>
            <a:xfrm>
              <a:off x="10767123" y="648990"/>
              <a:ext cx="313417" cy="137379"/>
            </a:xfrm>
            <a:custGeom>
              <a:avLst/>
              <a:gdLst>
                <a:gd name="csX0" fmla="*/ 255651 w 313417"/>
                <a:gd name="csY0" fmla="*/ 30059 h 137379"/>
                <a:gd name="csX1" fmla="*/ 213551 w 313417"/>
                <a:gd name="csY1" fmla="*/ 30167 h 137379"/>
                <a:gd name="csX2" fmla="*/ 172212 w 313417"/>
                <a:gd name="csY2" fmla="*/ 2049 h 137379"/>
                <a:gd name="csX3" fmla="*/ 169418 w 313417"/>
                <a:gd name="csY3" fmla="*/ 10158 h 137379"/>
                <a:gd name="csX4" fmla="*/ 153480 w 313417"/>
                <a:gd name="csY4" fmla="*/ 16432 h 137379"/>
                <a:gd name="csX5" fmla="*/ 148717 w 313417"/>
                <a:gd name="csY5" fmla="*/ 51255 h 137379"/>
                <a:gd name="csX6" fmla="*/ 145733 w 313417"/>
                <a:gd name="csY6" fmla="*/ 53198 h 137379"/>
                <a:gd name="csX7" fmla="*/ 72771 w 313417"/>
                <a:gd name="csY7" fmla="*/ 1186 h 137379"/>
                <a:gd name="csX8" fmla="*/ 21781 w 313417"/>
                <a:gd name="csY8" fmla="*/ 21734 h 137379"/>
                <a:gd name="csX9" fmla="*/ 23813 w 313417"/>
                <a:gd name="csY9" fmla="*/ 36441 h 137379"/>
                <a:gd name="csX10" fmla="*/ 9334 w 313417"/>
                <a:gd name="csY10" fmla="*/ 41521 h 137379"/>
                <a:gd name="csX11" fmla="*/ 3620 w 313417"/>
                <a:gd name="csY11" fmla="*/ 48766 h 137379"/>
                <a:gd name="csX12" fmla="*/ 5461 w 313417"/>
                <a:gd name="csY12" fmla="*/ 53954 h 137379"/>
                <a:gd name="csX13" fmla="*/ 20701 w 313417"/>
                <a:gd name="csY13" fmla="*/ 60876 h 137379"/>
                <a:gd name="csX14" fmla="*/ 19495 w 313417"/>
                <a:gd name="csY14" fmla="*/ 72121 h 137379"/>
                <a:gd name="csX15" fmla="*/ 3239 w 313417"/>
                <a:gd name="csY15" fmla="*/ 70610 h 137379"/>
                <a:gd name="csX16" fmla="*/ 0 w 313417"/>
                <a:gd name="csY16" fmla="*/ 78827 h 137379"/>
                <a:gd name="csX17" fmla="*/ 36195 w 313417"/>
                <a:gd name="csY17" fmla="*/ 120350 h 137379"/>
                <a:gd name="csX18" fmla="*/ 80772 w 313417"/>
                <a:gd name="csY18" fmla="*/ 137114 h 137379"/>
                <a:gd name="csX19" fmla="*/ 94107 w 313417"/>
                <a:gd name="csY19" fmla="*/ 127487 h 137379"/>
                <a:gd name="csX20" fmla="*/ 92583 w 313417"/>
                <a:gd name="csY20" fmla="*/ 111701 h 137379"/>
                <a:gd name="csX21" fmla="*/ 107379 w 313417"/>
                <a:gd name="csY21" fmla="*/ 104995 h 137379"/>
                <a:gd name="csX22" fmla="*/ 115316 w 313417"/>
                <a:gd name="csY22" fmla="*/ 115917 h 137379"/>
                <a:gd name="csX23" fmla="*/ 180213 w 313417"/>
                <a:gd name="csY23" fmla="*/ 107700 h 137379"/>
                <a:gd name="csX24" fmla="*/ 201676 w 313417"/>
                <a:gd name="csY24" fmla="*/ 122623 h 137379"/>
                <a:gd name="csX25" fmla="*/ 247904 w 313417"/>
                <a:gd name="csY25" fmla="*/ 117543 h 137379"/>
                <a:gd name="csX26" fmla="*/ 248666 w 313417"/>
                <a:gd name="csY26" fmla="*/ 106621 h 137379"/>
                <a:gd name="csX27" fmla="*/ 213805 w 313417"/>
                <a:gd name="csY27" fmla="*/ 100671 h 137379"/>
                <a:gd name="csX28" fmla="*/ 188658 w 313417"/>
                <a:gd name="csY28" fmla="*/ 66718 h 137379"/>
                <a:gd name="csX29" fmla="*/ 189357 w 313417"/>
                <a:gd name="csY29" fmla="*/ 61091 h 137379"/>
                <a:gd name="csX30" fmla="*/ 206184 w 313417"/>
                <a:gd name="csY30" fmla="*/ 46277 h 137379"/>
                <a:gd name="csX31" fmla="*/ 227838 w 313417"/>
                <a:gd name="csY31" fmla="*/ 46925 h 137379"/>
                <a:gd name="csX32" fmla="*/ 215646 w 313417"/>
                <a:gd name="csY32" fmla="*/ 66826 h 137379"/>
                <a:gd name="csX33" fmla="*/ 215392 w 313417"/>
                <a:gd name="csY33" fmla="*/ 72883 h 137379"/>
                <a:gd name="csX34" fmla="*/ 226123 w 313417"/>
                <a:gd name="csY34" fmla="*/ 88885 h 137379"/>
                <a:gd name="csX35" fmla="*/ 278384 w 313417"/>
                <a:gd name="csY35" fmla="*/ 100455 h 137379"/>
                <a:gd name="csX36" fmla="*/ 290957 w 313417"/>
                <a:gd name="csY36" fmla="*/ 73531 h 137379"/>
                <a:gd name="csX37" fmla="*/ 312039 w 313417"/>
                <a:gd name="csY37" fmla="*/ 60552 h 137379"/>
                <a:gd name="csX38" fmla="*/ 255905 w 313417"/>
                <a:gd name="csY38" fmla="*/ 30275 h 137379"/>
                <a:gd name="csX39" fmla="*/ 255651 w 313417"/>
                <a:gd name="csY39" fmla="*/ 30059 h 137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13417" h="137379">
                  <a:moveTo>
                    <a:pt x="255651" y="30059"/>
                  </a:moveTo>
                  <a:cubicBezTo>
                    <a:pt x="251460" y="28110"/>
                    <a:pt x="250889" y="28541"/>
                    <a:pt x="213551" y="30167"/>
                  </a:cubicBezTo>
                  <a:cubicBezTo>
                    <a:pt x="209042" y="30383"/>
                    <a:pt x="209550" y="29735"/>
                    <a:pt x="172212" y="2049"/>
                  </a:cubicBezTo>
                  <a:cubicBezTo>
                    <a:pt x="168084" y="-980"/>
                    <a:pt x="169608" y="8215"/>
                    <a:pt x="169418" y="10158"/>
                  </a:cubicBezTo>
                  <a:cubicBezTo>
                    <a:pt x="169418" y="16756"/>
                    <a:pt x="161163" y="14489"/>
                    <a:pt x="153480" y="16432"/>
                  </a:cubicBezTo>
                  <a:cubicBezTo>
                    <a:pt x="148971" y="17080"/>
                    <a:pt x="150051" y="20432"/>
                    <a:pt x="148717" y="51255"/>
                  </a:cubicBezTo>
                  <a:cubicBezTo>
                    <a:pt x="148717" y="53414"/>
                    <a:pt x="147320" y="54386"/>
                    <a:pt x="145733" y="53198"/>
                  </a:cubicBezTo>
                  <a:lnTo>
                    <a:pt x="72771" y="1186"/>
                  </a:lnTo>
                  <a:cubicBezTo>
                    <a:pt x="68834" y="-1627"/>
                    <a:pt x="70358" y="-1088"/>
                    <a:pt x="21781" y="21734"/>
                  </a:cubicBezTo>
                  <a:cubicBezTo>
                    <a:pt x="16891" y="24001"/>
                    <a:pt x="22416" y="31246"/>
                    <a:pt x="23813" y="36441"/>
                  </a:cubicBezTo>
                  <a:cubicBezTo>
                    <a:pt x="26226" y="42492"/>
                    <a:pt x="16446" y="40117"/>
                    <a:pt x="9334" y="41521"/>
                  </a:cubicBezTo>
                  <a:cubicBezTo>
                    <a:pt x="4890" y="41953"/>
                    <a:pt x="4001" y="47903"/>
                    <a:pt x="3620" y="48766"/>
                  </a:cubicBezTo>
                  <a:cubicBezTo>
                    <a:pt x="2858" y="50817"/>
                    <a:pt x="3683" y="53090"/>
                    <a:pt x="5461" y="53954"/>
                  </a:cubicBezTo>
                  <a:lnTo>
                    <a:pt x="20701" y="60876"/>
                  </a:lnTo>
                  <a:cubicBezTo>
                    <a:pt x="25209" y="62933"/>
                    <a:pt x="20130" y="69639"/>
                    <a:pt x="19495" y="72121"/>
                  </a:cubicBezTo>
                  <a:cubicBezTo>
                    <a:pt x="16891" y="77855"/>
                    <a:pt x="10541" y="72121"/>
                    <a:pt x="3239" y="70610"/>
                  </a:cubicBezTo>
                  <a:cubicBezTo>
                    <a:pt x="-1143" y="69092"/>
                    <a:pt x="318" y="77100"/>
                    <a:pt x="0" y="78827"/>
                  </a:cubicBezTo>
                  <a:cubicBezTo>
                    <a:pt x="0" y="84345"/>
                    <a:pt x="445" y="83151"/>
                    <a:pt x="36195" y="120350"/>
                  </a:cubicBezTo>
                  <a:cubicBezTo>
                    <a:pt x="39751" y="124134"/>
                    <a:pt x="40958" y="123702"/>
                    <a:pt x="80772" y="137114"/>
                  </a:cubicBezTo>
                  <a:cubicBezTo>
                    <a:pt x="85852" y="138847"/>
                    <a:pt x="89345" y="131710"/>
                    <a:pt x="94107" y="127487"/>
                  </a:cubicBezTo>
                  <a:cubicBezTo>
                    <a:pt x="97981" y="123379"/>
                    <a:pt x="93663" y="116781"/>
                    <a:pt x="92583" y="111701"/>
                  </a:cubicBezTo>
                  <a:cubicBezTo>
                    <a:pt x="90615" y="105427"/>
                    <a:pt x="100267" y="107053"/>
                    <a:pt x="107379" y="104995"/>
                  </a:cubicBezTo>
                  <a:cubicBezTo>
                    <a:pt x="112395" y="104024"/>
                    <a:pt x="113220" y="112241"/>
                    <a:pt x="115316" y="115917"/>
                  </a:cubicBezTo>
                  <a:cubicBezTo>
                    <a:pt x="117348" y="121112"/>
                    <a:pt x="117793" y="119270"/>
                    <a:pt x="180213" y="107700"/>
                  </a:cubicBezTo>
                  <a:cubicBezTo>
                    <a:pt x="184468" y="106945"/>
                    <a:pt x="185420" y="108672"/>
                    <a:pt x="201676" y="122623"/>
                  </a:cubicBezTo>
                  <a:cubicBezTo>
                    <a:pt x="205422" y="125868"/>
                    <a:pt x="205677" y="124680"/>
                    <a:pt x="247904" y="117543"/>
                  </a:cubicBezTo>
                  <a:cubicBezTo>
                    <a:pt x="252349" y="116781"/>
                    <a:pt x="253174" y="107377"/>
                    <a:pt x="248666" y="106621"/>
                  </a:cubicBezTo>
                  <a:lnTo>
                    <a:pt x="213805" y="100671"/>
                  </a:lnTo>
                  <a:cubicBezTo>
                    <a:pt x="209359" y="99915"/>
                    <a:pt x="209106" y="98182"/>
                    <a:pt x="188658" y="66718"/>
                  </a:cubicBezTo>
                  <a:cubicBezTo>
                    <a:pt x="187516" y="64984"/>
                    <a:pt x="187833" y="62393"/>
                    <a:pt x="189357" y="61091"/>
                  </a:cubicBezTo>
                  <a:lnTo>
                    <a:pt x="206184" y="46277"/>
                  </a:lnTo>
                  <a:cubicBezTo>
                    <a:pt x="209677" y="43248"/>
                    <a:pt x="212408" y="44442"/>
                    <a:pt x="227838" y="46925"/>
                  </a:cubicBezTo>
                  <a:cubicBezTo>
                    <a:pt x="232283" y="47579"/>
                    <a:pt x="228156" y="51255"/>
                    <a:pt x="215646" y="66826"/>
                  </a:cubicBezTo>
                  <a:cubicBezTo>
                    <a:pt x="214313" y="68445"/>
                    <a:pt x="214249" y="71150"/>
                    <a:pt x="215392" y="72883"/>
                  </a:cubicBezTo>
                  <a:lnTo>
                    <a:pt x="226123" y="88885"/>
                  </a:lnTo>
                  <a:cubicBezTo>
                    <a:pt x="228918" y="93210"/>
                    <a:pt x="228283" y="92022"/>
                    <a:pt x="278384" y="100455"/>
                  </a:cubicBezTo>
                  <a:cubicBezTo>
                    <a:pt x="282956" y="101211"/>
                    <a:pt x="283083" y="96994"/>
                    <a:pt x="290957" y="73531"/>
                  </a:cubicBezTo>
                  <a:cubicBezTo>
                    <a:pt x="292608" y="68661"/>
                    <a:pt x="295529" y="68229"/>
                    <a:pt x="312039" y="60552"/>
                  </a:cubicBezTo>
                  <a:cubicBezTo>
                    <a:pt x="316611" y="58393"/>
                    <a:pt x="312610" y="57847"/>
                    <a:pt x="255905" y="30275"/>
                  </a:cubicBezTo>
                  <a:lnTo>
                    <a:pt x="255651" y="30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4152F5DE-4F33-F1C5-8F43-EEF8707B64DF}"/>
                </a:ext>
              </a:extLst>
            </p:cNvPr>
            <p:cNvSpPr/>
            <p:nvPr/>
          </p:nvSpPr>
          <p:spPr>
            <a:xfrm>
              <a:off x="10875203" y="851021"/>
              <a:ext cx="134297" cy="66733"/>
            </a:xfrm>
            <a:custGeom>
              <a:avLst/>
              <a:gdLst>
                <a:gd name="csX0" fmla="*/ 132141 w 134297"/>
                <a:gd name="csY0" fmla="*/ 39109 h 66733"/>
                <a:gd name="csX1" fmla="*/ 81786 w 134297"/>
                <a:gd name="csY1" fmla="*/ 291 h 66733"/>
                <a:gd name="csX2" fmla="*/ 36129 w 134297"/>
                <a:gd name="csY2" fmla="*/ 14782 h 66733"/>
                <a:gd name="csX3" fmla="*/ 26159 w 134297"/>
                <a:gd name="csY3" fmla="*/ 32626 h 66733"/>
                <a:gd name="csX4" fmla="*/ 188 w 134297"/>
                <a:gd name="csY4" fmla="*/ 44627 h 66733"/>
                <a:gd name="csX5" fmla="*/ 3109 w 134297"/>
                <a:gd name="csY5" fmla="*/ 51117 h 66733"/>
                <a:gd name="csX6" fmla="*/ 46162 w 134297"/>
                <a:gd name="csY6" fmla="*/ 49383 h 66733"/>
                <a:gd name="csX7" fmla="*/ 127887 w 134297"/>
                <a:gd name="csY7" fmla="*/ 66687 h 66733"/>
                <a:gd name="csX8" fmla="*/ 131760 w 134297"/>
                <a:gd name="csY8" fmla="*/ 63442 h 66733"/>
                <a:gd name="csX9" fmla="*/ 132141 w 134297"/>
                <a:gd name="csY9" fmla="*/ 39217 h 66733"/>
                <a:gd name="csX10" fmla="*/ 132141 w 134297"/>
                <a:gd name="csY10" fmla="*/ 39109 h 66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4297" h="66733">
                  <a:moveTo>
                    <a:pt x="132141" y="39109"/>
                  </a:moveTo>
                  <a:cubicBezTo>
                    <a:pt x="84579" y="-902"/>
                    <a:pt x="86357" y="-794"/>
                    <a:pt x="81786" y="291"/>
                  </a:cubicBezTo>
                  <a:cubicBezTo>
                    <a:pt x="81786" y="291"/>
                    <a:pt x="38034" y="9804"/>
                    <a:pt x="36129" y="14782"/>
                  </a:cubicBezTo>
                  <a:cubicBezTo>
                    <a:pt x="31049" y="27755"/>
                    <a:pt x="30160" y="31432"/>
                    <a:pt x="26159" y="32626"/>
                  </a:cubicBezTo>
                  <a:cubicBezTo>
                    <a:pt x="3617" y="39547"/>
                    <a:pt x="505" y="39217"/>
                    <a:pt x="188" y="44627"/>
                  </a:cubicBezTo>
                  <a:cubicBezTo>
                    <a:pt x="252" y="45383"/>
                    <a:pt x="-1209" y="51333"/>
                    <a:pt x="3109" y="51117"/>
                  </a:cubicBezTo>
                  <a:cubicBezTo>
                    <a:pt x="40765" y="48843"/>
                    <a:pt x="41653" y="48412"/>
                    <a:pt x="46162" y="49383"/>
                  </a:cubicBezTo>
                  <a:lnTo>
                    <a:pt x="127887" y="66687"/>
                  </a:lnTo>
                  <a:cubicBezTo>
                    <a:pt x="129728" y="67011"/>
                    <a:pt x="131442" y="65607"/>
                    <a:pt x="131760" y="63442"/>
                  </a:cubicBezTo>
                  <a:cubicBezTo>
                    <a:pt x="134173" y="46678"/>
                    <a:pt x="135824" y="42354"/>
                    <a:pt x="132141" y="39217"/>
                  </a:cubicBezTo>
                  <a:lnTo>
                    <a:pt x="132141" y="391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07F991F5-31C3-7F1D-7B1D-AA42A9F3AC41}"/>
                </a:ext>
              </a:extLst>
            </p:cNvPr>
            <p:cNvSpPr/>
            <p:nvPr/>
          </p:nvSpPr>
          <p:spPr>
            <a:xfrm>
              <a:off x="11921980" y="1179767"/>
              <a:ext cx="63200" cy="37317"/>
            </a:xfrm>
            <a:custGeom>
              <a:avLst/>
              <a:gdLst>
                <a:gd name="csX0" fmla="*/ 61295 w 63200"/>
                <a:gd name="csY0" fmla="*/ 14668 h 37317"/>
                <a:gd name="csX1" fmla="*/ 15829 w 63200"/>
                <a:gd name="csY1" fmla="*/ 177 h 37317"/>
                <a:gd name="csX2" fmla="*/ 1224 w 63200"/>
                <a:gd name="csY2" fmla="*/ 10991 h 37317"/>
                <a:gd name="csX3" fmla="*/ 23766 w 63200"/>
                <a:gd name="csY3" fmla="*/ 27749 h 37317"/>
                <a:gd name="csX4" fmla="*/ 47452 w 63200"/>
                <a:gd name="csY4" fmla="*/ 36404 h 37317"/>
                <a:gd name="csX5" fmla="*/ 58374 w 63200"/>
                <a:gd name="csY5" fmla="*/ 27425 h 37317"/>
                <a:gd name="csX6" fmla="*/ 61295 w 63200"/>
                <a:gd name="csY6" fmla="*/ 14776 h 37317"/>
                <a:gd name="csX7" fmla="*/ 61295 w 63200"/>
                <a:gd name="csY7" fmla="*/ 14668 h 37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3200" h="37317">
                  <a:moveTo>
                    <a:pt x="61295" y="14668"/>
                  </a:moveTo>
                  <a:cubicBezTo>
                    <a:pt x="61295" y="14668"/>
                    <a:pt x="20084" y="-1880"/>
                    <a:pt x="15829" y="177"/>
                  </a:cubicBezTo>
                  <a:cubicBezTo>
                    <a:pt x="2558" y="6768"/>
                    <a:pt x="-2586" y="7962"/>
                    <a:pt x="1224" y="10991"/>
                  </a:cubicBezTo>
                  <a:cubicBezTo>
                    <a:pt x="15194" y="22021"/>
                    <a:pt x="19322" y="25482"/>
                    <a:pt x="23766" y="27749"/>
                  </a:cubicBezTo>
                  <a:cubicBezTo>
                    <a:pt x="42245" y="37052"/>
                    <a:pt x="43642" y="38671"/>
                    <a:pt x="47452" y="36404"/>
                  </a:cubicBezTo>
                  <a:cubicBezTo>
                    <a:pt x="52024" y="33699"/>
                    <a:pt x="56088" y="31857"/>
                    <a:pt x="58374" y="27425"/>
                  </a:cubicBezTo>
                  <a:cubicBezTo>
                    <a:pt x="60025" y="23209"/>
                    <a:pt x="66312" y="16611"/>
                    <a:pt x="61295" y="14776"/>
                  </a:cubicBezTo>
                  <a:lnTo>
                    <a:pt x="61295" y="146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31068523-5F0F-EC39-8298-D6CCB7CCE955}"/>
                </a:ext>
              </a:extLst>
            </p:cNvPr>
            <p:cNvSpPr/>
            <p:nvPr/>
          </p:nvSpPr>
          <p:spPr>
            <a:xfrm>
              <a:off x="11759716" y="1919895"/>
              <a:ext cx="46224" cy="43071"/>
            </a:xfrm>
            <a:custGeom>
              <a:avLst/>
              <a:gdLst>
                <a:gd name="csX0" fmla="*/ 42077 w 46224"/>
                <a:gd name="csY0" fmla="*/ 2192 h 43071"/>
                <a:gd name="csX1" fmla="*/ 38076 w 46224"/>
                <a:gd name="csY1" fmla="*/ 357 h 43071"/>
                <a:gd name="csX2" fmla="*/ 11342 w 46224"/>
                <a:gd name="csY2" fmla="*/ 17438 h 43071"/>
                <a:gd name="csX3" fmla="*/ 1817 w 46224"/>
                <a:gd name="csY3" fmla="*/ 42635 h 43071"/>
                <a:gd name="csX4" fmla="*/ 43981 w 46224"/>
                <a:gd name="csY4" fmla="*/ 20683 h 43071"/>
                <a:gd name="csX5" fmla="*/ 46077 w 46224"/>
                <a:gd name="csY5" fmla="*/ 15603 h 43071"/>
                <a:gd name="csX6" fmla="*/ 42140 w 46224"/>
                <a:gd name="csY6" fmla="*/ 2300 h 43071"/>
                <a:gd name="csX7" fmla="*/ 42077 w 46224"/>
                <a:gd name="csY7" fmla="*/ 2192 h 43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6224" h="43071">
                  <a:moveTo>
                    <a:pt x="42077" y="2192"/>
                  </a:moveTo>
                  <a:cubicBezTo>
                    <a:pt x="41504" y="249"/>
                    <a:pt x="39664" y="-513"/>
                    <a:pt x="38076" y="357"/>
                  </a:cubicBezTo>
                  <a:cubicBezTo>
                    <a:pt x="15215" y="12790"/>
                    <a:pt x="13247" y="13114"/>
                    <a:pt x="11342" y="17438"/>
                  </a:cubicBezTo>
                  <a:cubicBezTo>
                    <a:pt x="1119" y="39282"/>
                    <a:pt x="-2564" y="44800"/>
                    <a:pt x="1817" y="42635"/>
                  </a:cubicBezTo>
                  <a:lnTo>
                    <a:pt x="43981" y="20683"/>
                  </a:lnTo>
                  <a:cubicBezTo>
                    <a:pt x="45759" y="19820"/>
                    <a:pt x="46585" y="17546"/>
                    <a:pt x="46077" y="15603"/>
                  </a:cubicBezTo>
                  <a:lnTo>
                    <a:pt x="42140" y="2300"/>
                  </a:lnTo>
                  <a:lnTo>
                    <a:pt x="42077" y="21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CF2A13A-2A2A-C2D9-D615-7784E1C7C95F}"/>
                </a:ext>
              </a:extLst>
            </p:cNvPr>
            <p:cNvSpPr/>
            <p:nvPr/>
          </p:nvSpPr>
          <p:spPr>
            <a:xfrm>
              <a:off x="11849466" y="2149762"/>
              <a:ext cx="30889" cy="40580"/>
            </a:xfrm>
            <a:custGeom>
              <a:avLst/>
              <a:gdLst>
                <a:gd name="csX0" fmla="*/ 30748 w 30889"/>
                <a:gd name="csY0" fmla="*/ 31208 h 40580"/>
                <a:gd name="csX1" fmla="*/ 23191 w 30889"/>
                <a:gd name="csY1" fmla="*/ 22236 h 40580"/>
                <a:gd name="csX2" fmla="*/ 11635 w 30889"/>
                <a:gd name="csY2" fmla="*/ 2335 h 40580"/>
                <a:gd name="csX3" fmla="*/ 2110 w 30889"/>
                <a:gd name="csY3" fmla="*/ 1363 h 40580"/>
                <a:gd name="csX4" fmla="*/ 332 w 30889"/>
                <a:gd name="csY4" fmla="*/ 5580 h 40580"/>
                <a:gd name="csX5" fmla="*/ 8460 w 30889"/>
                <a:gd name="csY5" fmla="*/ 23315 h 40580"/>
                <a:gd name="csX6" fmla="*/ 28081 w 30889"/>
                <a:gd name="csY6" fmla="*/ 39965 h 40580"/>
                <a:gd name="csX7" fmla="*/ 30875 w 30889"/>
                <a:gd name="csY7" fmla="*/ 31100 h 40580"/>
                <a:gd name="csX8" fmla="*/ 30748 w 30889"/>
                <a:gd name="csY8" fmla="*/ 31208 h 40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889" h="40580">
                  <a:moveTo>
                    <a:pt x="30748" y="31208"/>
                  </a:moveTo>
                  <a:cubicBezTo>
                    <a:pt x="30748" y="25906"/>
                    <a:pt x="25033" y="23855"/>
                    <a:pt x="23191" y="22236"/>
                  </a:cubicBezTo>
                  <a:cubicBezTo>
                    <a:pt x="19191" y="19423"/>
                    <a:pt x="17032" y="13473"/>
                    <a:pt x="11635" y="2335"/>
                  </a:cubicBezTo>
                  <a:cubicBezTo>
                    <a:pt x="9349" y="-2205"/>
                    <a:pt x="3951" y="1255"/>
                    <a:pt x="2110" y="1363"/>
                  </a:cubicBezTo>
                  <a:cubicBezTo>
                    <a:pt x="268" y="1903"/>
                    <a:pt x="-494" y="3738"/>
                    <a:pt x="332" y="5580"/>
                  </a:cubicBezTo>
                  <a:lnTo>
                    <a:pt x="8460" y="23315"/>
                  </a:lnTo>
                  <a:cubicBezTo>
                    <a:pt x="10618" y="28071"/>
                    <a:pt x="15381" y="30561"/>
                    <a:pt x="28081" y="39965"/>
                  </a:cubicBezTo>
                  <a:cubicBezTo>
                    <a:pt x="32209" y="42994"/>
                    <a:pt x="30430" y="34021"/>
                    <a:pt x="30875" y="31100"/>
                  </a:cubicBezTo>
                  <a:lnTo>
                    <a:pt x="30748" y="312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42ACE92-5009-5A88-3F28-B0BFA0C310C6}"/>
                </a:ext>
              </a:extLst>
            </p:cNvPr>
            <p:cNvSpPr/>
            <p:nvPr/>
          </p:nvSpPr>
          <p:spPr>
            <a:xfrm>
              <a:off x="11450727" y="2405248"/>
              <a:ext cx="31809" cy="36211"/>
            </a:xfrm>
            <a:custGeom>
              <a:avLst/>
              <a:gdLst>
                <a:gd name="csX0" fmla="*/ 27723 w 31809"/>
                <a:gd name="csY0" fmla="*/ 754 h 36211"/>
                <a:gd name="csX1" fmla="*/ 18007 w 31809"/>
                <a:gd name="csY1" fmla="*/ 13194 h 36211"/>
                <a:gd name="csX2" fmla="*/ 2514 w 31809"/>
                <a:gd name="csY2" fmla="*/ 20871 h 36211"/>
                <a:gd name="csX3" fmla="*/ 1688 w 31809"/>
                <a:gd name="csY3" fmla="*/ 33844 h 36211"/>
                <a:gd name="csX4" fmla="*/ 17690 w 31809"/>
                <a:gd name="csY4" fmla="*/ 30275 h 36211"/>
                <a:gd name="csX5" fmla="*/ 30454 w 31809"/>
                <a:gd name="csY5" fmla="*/ 13842 h 36211"/>
                <a:gd name="csX6" fmla="*/ 30644 w 31809"/>
                <a:gd name="csY6" fmla="*/ 1732 h 36211"/>
                <a:gd name="csX7" fmla="*/ 27723 w 31809"/>
                <a:gd name="csY7" fmla="*/ 862 h 36211"/>
                <a:gd name="csX8" fmla="*/ 27723 w 31809"/>
                <a:gd name="csY8" fmla="*/ 754 h 3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1809" h="36211">
                  <a:moveTo>
                    <a:pt x="27723" y="754"/>
                  </a:moveTo>
                  <a:lnTo>
                    <a:pt x="18007" y="13194"/>
                  </a:lnTo>
                  <a:cubicBezTo>
                    <a:pt x="15087" y="16978"/>
                    <a:pt x="10070" y="18058"/>
                    <a:pt x="2514" y="20871"/>
                  </a:cubicBezTo>
                  <a:cubicBezTo>
                    <a:pt x="-2376" y="22598"/>
                    <a:pt x="1307" y="29628"/>
                    <a:pt x="1688" y="33844"/>
                  </a:cubicBezTo>
                  <a:cubicBezTo>
                    <a:pt x="2831" y="39794"/>
                    <a:pt x="10070" y="32980"/>
                    <a:pt x="17690" y="30275"/>
                  </a:cubicBezTo>
                  <a:cubicBezTo>
                    <a:pt x="22135" y="28224"/>
                    <a:pt x="24929" y="22490"/>
                    <a:pt x="30454" y="13842"/>
                  </a:cubicBezTo>
                  <a:cubicBezTo>
                    <a:pt x="33247" y="9517"/>
                    <a:pt x="30898" y="4323"/>
                    <a:pt x="30644" y="1732"/>
                  </a:cubicBezTo>
                  <a:cubicBezTo>
                    <a:pt x="30263" y="-217"/>
                    <a:pt x="29056" y="-541"/>
                    <a:pt x="27723" y="862"/>
                  </a:cubicBezTo>
                  <a:lnTo>
                    <a:pt x="27723" y="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23483142-8E4B-3AFE-7D3F-9D417BD39787}"/>
                </a:ext>
              </a:extLst>
            </p:cNvPr>
            <p:cNvSpPr/>
            <p:nvPr/>
          </p:nvSpPr>
          <p:spPr>
            <a:xfrm>
              <a:off x="11488437" y="2395824"/>
              <a:ext cx="12096" cy="15244"/>
            </a:xfrm>
            <a:custGeom>
              <a:avLst/>
              <a:gdLst>
                <a:gd name="csX0" fmla="*/ 2078 w 12096"/>
                <a:gd name="csY0" fmla="*/ 2501 h 15244"/>
                <a:gd name="csX1" fmla="*/ 2078 w 12096"/>
                <a:gd name="csY1" fmla="*/ 13207 h 15244"/>
                <a:gd name="csX2" fmla="*/ 10079 w 12096"/>
                <a:gd name="csY2" fmla="*/ 11911 h 15244"/>
                <a:gd name="csX3" fmla="*/ 10841 w 12096"/>
                <a:gd name="csY3" fmla="*/ 2177 h 15244"/>
                <a:gd name="csX4" fmla="*/ 1951 w 12096"/>
                <a:gd name="csY4" fmla="*/ 2501 h 15244"/>
                <a:gd name="csX5" fmla="*/ 2078 w 12096"/>
                <a:gd name="csY5" fmla="*/ 2501 h 1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6" h="15244">
                  <a:moveTo>
                    <a:pt x="2078" y="2501"/>
                  </a:moveTo>
                  <a:cubicBezTo>
                    <a:pt x="-2367" y="4666"/>
                    <a:pt x="1633" y="10718"/>
                    <a:pt x="2078" y="13207"/>
                  </a:cubicBezTo>
                  <a:cubicBezTo>
                    <a:pt x="3666" y="18185"/>
                    <a:pt x="8682" y="12559"/>
                    <a:pt x="10079" y="11911"/>
                  </a:cubicBezTo>
                  <a:cubicBezTo>
                    <a:pt x="14080" y="9206"/>
                    <a:pt x="10905" y="3694"/>
                    <a:pt x="10841" y="2177"/>
                  </a:cubicBezTo>
                  <a:cubicBezTo>
                    <a:pt x="9381" y="-2903"/>
                    <a:pt x="1951" y="2501"/>
                    <a:pt x="1951" y="2501"/>
                  </a:cubicBezTo>
                  <a:lnTo>
                    <a:pt x="2078" y="25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529DF0E-52AB-AEF1-4D99-28E2E154E254}"/>
                </a:ext>
              </a:extLst>
            </p:cNvPr>
            <p:cNvSpPr/>
            <p:nvPr/>
          </p:nvSpPr>
          <p:spPr>
            <a:xfrm>
              <a:off x="11424920" y="2461635"/>
              <a:ext cx="14939" cy="22968"/>
            </a:xfrm>
            <a:custGeom>
              <a:avLst/>
              <a:gdLst>
                <a:gd name="csX0" fmla="*/ 12826 w 14939"/>
                <a:gd name="csY0" fmla="*/ 926 h 22968"/>
                <a:gd name="csX1" fmla="*/ 8636 w 14939"/>
                <a:gd name="csY1" fmla="*/ 1466 h 22968"/>
                <a:gd name="csX2" fmla="*/ 634 w 14939"/>
                <a:gd name="csY2" fmla="*/ 15309 h 22968"/>
                <a:gd name="csX3" fmla="*/ 3999 w 14939"/>
                <a:gd name="csY3" fmla="*/ 22338 h 22968"/>
                <a:gd name="csX4" fmla="*/ 8318 w 14939"/>
                <a:gd name="csY4" fmla="*/ 21144 h 22968"/>
                <a:gd name="csX5" fmla="*/ 14477 w 14939"/>
                <a:gd name="csY5" fmla="*/ 7739 h 22968"/>
                <a:gd name="csX6" fmla="*/ 13588 w 14939"/>
                <a:gd name="csY6" fmla="*/ 1789 h 22968"/>
                <a:gd name="csX7" fmla="*/ 12826 w 14939"/>
                <a:gd name="csY7" fmla="*/ 1034 h 22968"/>
                <a:gd name="csX8" fmla="*/ 12826 w 14939"/>
                <a:gd name="csY8" fmla="*/ 926 h 22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939" h="22968">
                  <a:moveTo>
                    <a:pt x="12826" y="926"/>
                  </a:moveTo>
                  <a:cubicBezTo>
                    <a:pt x="11556" y="-484"/>
                    <a:pt x="9715" y="-268"/>
                    <a:pt x="8636" y="1466"/>
                  </a:cubicBezTo>
                  <a:lnTo>
                    <a:pt x="634" y="15309"/>
                  </a:lnTo>
                  <a:cubicBezTo>
                    <a:pt x="-1779" y="19525"/>
                    <a:pt x="3428" y="21576"/>
                    <a:pt x="3999" y="22338"/>
                  </a:cubicBezTo>
                  <a:cubicBezTo>
                    <a:pt x="5461" y="23526"/>
                    <a:pt x="7429" y="22986"/>
                    <a:pt x="8318" y="21144"/>
                  </a:cubicBezTo>
                  <a:lnTo>
                    <a:pt x="14477" y="7739"/>
                  </a:lnTo>
                  <a:cubicBezTo>
                    <a:pt x="15366" y="5898"/>
                    <a:pt x="14922" y="3301"/>
                    <a:pt x="13588" y="1789"/>
                  </a:cubicBezTo>
                  <a:lnTo>
                    <a:pt x="12826" y="1034"/>
                  </a:lnTo>
                  <a:lnTo>
                    <a:pt x="12826" y="9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2CFFD70-A417-8C9C-2884-D28EA65B75C2}"/>
                </a:ext>
              </a:extLst>
            </p:cNvPr>
            <p:cNvSpPr/>
            <p:nvPr/>
          </p:nvSpPr>
          <p:spPr>
            <a:xfrm>
              <a:off x="11403003" y="2498530"/>
              <a:ext cx="10187" cy="12649"/>
            </a:xfrm>
            <a:custGeom>
              <a:avLst/>
              <a:gdLst>
                <a:gd name="csX0" fmla="*/ 8773 w 10187"/>
                <a:gd name="csY0" fmla="*/ 1121 h 12649"/>
                <a:gd name="csX1" fmla="*/ 771 w 10187"/>
                <a:gd name="csY1" fmla="*/ 6310 h 12649"/>
                <a:gd name="csX2" fmla="*/ 1216 w 10187"/>
                <a:gd name="csY2" fmla="*/ 11504 h 12649"/>
                <a:gd name="csX3" fmla="*/ 1406 w 10187"/>
                <a:gd name="csY3" fmla="*/ 11720 h 12649"/>
                <a:gd name="csX4" fmla="*/ 9344 w 10187"/>
                <a:gd name="csY4" fmla="*/ 7179 h 12649"/>
                <a:gd name="csX5" fmla="*/ 9217 w 10187"/>
                <a:gd name="csY5" fmla="*/ 1661 h 12649"/>
                <a:gd name="csX6" fmla="*/ 8773 w 10187"/>
                <a:gd name="csY6" fmla="*/ 1121 h 12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87" h="12649">
                  <a:moveTo>
                    <a:pt x="8773" y="1121"/>
                  </a:moveTo>
                  <a:cubicBezTo>
                    <a:pt x="5534" y="-2771"/>
                    <a:pt x="2486" y="4582"/>
                    <a:pt x="771" y="6310"/>
                  </a:cubicBezTo>
                  <a:cubicBezTo>
                    <a:pt x="-435" y="7935"/>
                    <a:pt x="-181" y="10202"/>
                    <a:pt x="1216" y="11504"/>
                  </a:cubicBezTo>
                  <a:lnTo>
                    <a:pt x="1406" y="11720"/>
                  </a:lnTo>
                  <a:cubicBezTo>
                    <a:pt x="5090" y="15072"/>
                    <a:pt x="7947" y="8367"/>
                    <a:pt x="9344" y="7179"/>
                  </a:cubicBezTo>
                  <a:cubicBezTo>
                    <a:pt x="10551" y="5662"/>
                    <a:pt x="10424" y="3173"/>
                    <a:pt x="9217" y="1661"/>
                  </a:cubicBezTo>
                  <a:lnTo>
                    <a:pt x="8773" y="11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7D39B95E-073A-D6B4-8967-D05183FF3FB6}"/>
                </a:ext>
              </a:extLst>
            </p:cNvPr>
            <p:cNvSpPr/>
            <p:nvPr/>
          </p:nvSpPr>
          <p:spPr>
            <a:xfrm>
              <a:off x="11458881" y="2389856"/>
              <a:ext cx="10659" cy="10957"/>
            </a:xfrm>
            <a:custGeom>
              <a:avLst/>
              <a:gdLst>
                <a:gd name="csX0" fmla="*/ 3566 w 10659"/>
                <a:gd name="csY0" fmla="*/ 10957 h 10957"/>
                <a:gd name="csX1" fmla="*/ 10615 w 10659"/>
                <a:gd name="csY1" fmla="*/ 6201 h 10957"/>
                <a:gd name="csX2" fmla="*/ 6487 w 10659"/>
                <a:gd name="csY2" fmla="*/ 251 h 10957"/>
                <a:gd name="csX3" fmla="*/ 11 w 10659"/>
                <a:gd name="csY3" fmla="*/ 6417 h 10957"/>
                <a:gd name="csX4" fmla="*/ 11 w 10659"/>
                <a:gd name="csY4" fmla="*/ 7713 h 10957"/>
                <a:gd name="csX5" fmla="*/ 3694 w 10659"/>
                <a:gd name="csY5" fmla="*/ 10850 h 10957"/>
                <a:gd name="csX6" fmla="*/ 3566 w 10659"/>
                <a:gd name="csY6" fmla="*/ 10957 h 10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9" h="10957">
                  <a:moveTo>
                    <a:pt x="3566" y="10957"/>
                  </a:moveTo>
                  <a:cubicBezTo>
                    <a:pt x="4963" y="10418"/>
                    <a:pt x="11250" y="11173"/>
                    <a:pt x="10615" y="6201"/>
                  </a:cubicBezTo>
                  <a:cubicBezTo>
                    <a:pt x="10298" y="5331"/>
                    <a:pt x="10615" y="-1368"/>
                    <a:pt x="6487" y="251"/>
                  </a:cubicBezTo>
                  <a:cubicBezTo>
                    <a:pt x="6487" y="251"/>
                    <a:pt x="-307" y="1547"/>
                    <a:pt x="11" y="6417"/>
                  </a:cubicBezTo>
                  <a:lnTo>
                    <a:pt x="11" y="7713"/>
                  </a:lnTo>
                  <a:cubicBezTo>
                    <a:pt x="201" y="9770"/>
                    <a:pt x="1725" y="11173"/>
                    <a:pt x="3694" y="10850"/>
                  </a:cubicBezTo>
                  <a:lnTo>
                    <a:pt x="3566" y="10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668B60A0-5C6C-628F-B966-F0C7CB7D62C6}"/>
                </a:ext>
              </a:extLst>
            </p:cNvPr>
            <p:cNvSpPr/>
            <p:nvPr/>
          </p:nvSpPr>
          <p:spPr>
            <a:xfrm>
              <a:off x="10770037" y="2210383"/>
              <a:ext cx="22155" cy="14723"/>
            </a:xfrm>
            <a:custGeom>
              <a:avLst/>
              <a:gdLst>
                <a:gd name="csX0" fmla="*/ 20835 w 22155"/>
                <a:gd name="csY0" fmla="*/ 2813 h 14723"/>
                <a:gd name="csX1" fmla="*/ 10865 w 22155"/>
                <a:gd name="csY1" fmla="*/ 648 h 14723"/>
                <a:gd name="csX2" fmla="*/ 324 w 22155"/>
                <a:gd name="csY2" fmla="*/ 10059 h 14723"/>
                <a:gd name="csX3" fmla="*/ 5531 w 22155"/>
                <a:gd name="csY3" fmla="*/ 14275 h 14723"/>
                <a:gd name="csX4" fmla="*/ 20835 w 22155"/>
                <a:gd name="csY4" fmla="*/ 2921 h 14723"/>
                <a:gd name="csX5" fmla="*/ 20835 w 22155"/>
                <a:gd name="csY5" fmla="*/ 2813 h 14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55" h="14723">
                  <a:moveTo>
                    <a:pt x="20835" y="2813"/>
                  </a:moveTo>
                  <a:cubicBezTo>
                    <a:pt x="20835" y="2813"/>
                    <a:pt x="15183" y="-1625"/>
                    <a:pt x="10865" y="648"/>
                  </a:cubicBezTo>
                  <a:cubicBezTo>
                    <a:pt x="6294" y="3677"/>
                    <a:pt x="-1707" y="4648"/>
                    <a:pt x="324" y="10059"/>
                  </a:cubicBezTo>
                  <a:cubicBezTo>
                    <a:pt x="768" y="10706"/>
                    <a:pt x="1657" y="16326"/>
                    <a:pt x="5531" y="14275"/>
                  </a:cubicBezTo>
                  <a:cubicBezTo>
                    <a:pt x="19756" y="6706"/>
                    <a:pt x="24835" y="5080"/>
                    <a:pt x="20835" y="2921"/>
                  </a:cubicBezTo>
                  <a:lnTo>
                    <a:pt x="20835" y="2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F00A224D-5AE6-AC90-A8D2-49E1EDACCF5F}"/>
                </a:ext>
              </a:extLst>
            </p:cNvPr>
            <p:cNvSpPr/>
            <p:nvPr/>
          </p:nvSpPr>
          <p:spPr>
            <a:xfrm>
              <a:off x="10776774" y="2163432"/>
              <a:ext cx="34348" cy="28152"/>
            </a:xfrm>
            <a:custGeom>
              <a:avLst/>
              <a:gdLst>
                <a:gd name="csX0" fmla="*/ 33021 w 34348"/>
                <a:gd name="csY0" fmla="*/ 5207 h 28152"/>
                <a:gd name="csX1" fmla="*/ 22606 w 34348"/>
                <a:gd name="csY1" fmla="*/ 451 h 28152"/>
                <a:gd name="csX2" fmla="*/ 9208 w 34348"/>
                <a:gd name="csY2" fmla="*/ 3048 h 28152"/>
                <a:gd name="csX3" fmla="*/ 509 w 34348"/>
                <a:gd name="csY3" fmla="*/ 16999 h 28152"/>
                <a:gd name="csX4" fmla="*/ 2032 w 34348"/>
                <a:gd name="csY4" fmla="*/ 19697 h 28152"/>
                <a:gd name="csX5" fmla="*/ 12319 w 34348"/>
                <a:gd name="csY5" fmla="*/ 21647 h 28152"/>
                <a:gd name="csX6" fmla="*/ 21082 w 34348"/>
                <a:gd name="csY6" fmla="*/ 26835 h 28152"/>
                <a:gd name="csX7" fmla="*/ 33656 w 34348"/>
                <a:gd name="csY7" fmla="*/ 9861 h 28152"/>
                <a:gd name="csX8" fmla="*/ 32894 w 34348"/>
                <a:gd name="csY8" fmla="*/ 5099 h 28152"/>
                <a:gd name="csX9" fmla="*/ 33021 w 34348"/>
                <a:gd name="csY9" fmla="*/ 5207 h 2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348" h="28152">
                  <a:moveTo>
                    <a:pt x="33021" y="5207"/>
                  </a:moveTo>
                  <a:cubicBezTo>
                    <a:pt x="29656" y="3048"/>
                    <a:pt x="26734" y="667"/>
                    <a:pt x="22606" y="451"/>
                  </a:cubicBezTo>
                  <a:cubicBezTo>
                    <a:pt x="22606" y="451"/>
                    <a:pt x="12257" y="-1600"/>
                    <a:pt x="9208" y="3048"/>
                  </a:cubicBezTo>
                  <a:lnTo>
                    <a:pt x="509" y="16999"/>
                  </a:lnTo>
                  <a:cubicBezTo>
                    <a:pt x="-570" y="18618"/>
                    <a:pt x="128" y="19920"/>
                    <a:pt x="2032" y="19697"/>
                  </a:cubicBezTo>
                  <a:cubicBezTo>
                    <a:pt x="3811" y="19697"/>
                    <a:pt x="9208" y="17862"/>
                    <a:pt x="12319" y="21647"/>
                  </a:cubicBezTo>
                  <a:cubicBezTo>
                    <a:pt x="14479" y="23596"/>
                    <a:pt x="17971" y="31166"/>
                    <a:pt x="21082" y="26835"/>
                  </a:cubicBezTo>
                  <a:lnTo>
                    <a:pt x="33656" y="9861"/>
                  </a:lnTo>
                  <a:cubicBezTo>
                    <a:pt x="34862" y="8236"/>
                    <a:pt x="34418" y="6185"/>
                    <a:pt x="32894" y="5099"/>
                  </a:cubicBezTo>
                  <a:lnTo>
                    <a:pt x="33021" y="5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1BE1E920-4598-26C5-C917-773C0BA74EB2}"/>
                </a:ext>
              </a:extLst>
            </p:cNvPr>
            <p:cNvSpPr/>
            <p:nvPr/>
          </p:nvSpPr>
          <p:spPr>
            <a:xfrm>
              <a:off x="10752220" y="2164648"/>
              <a:ext cx="21160" cy="13654"/>
            </a:xfrm>
            <a:custGeom>
              <a:avLst/>
              <a:gdLst>
                <a:gd name="csX0" fmla="*/ 8236 w 21160"/>
                <a:gd name="csY0" fmla="*/ 2696 h 13654"/>
                <a:gd name="csX1" fmla="*/ 743 w 21160"/>
                <a:gd name="csY1" fmla="*/ 9078 h 13654"/>
                <a:gd name="csX2" fmla="*/ 12554 w 21160"/>
                <a:gd name="csY2" fmla="*/ 13618 h 13654"/>
                <a:gd name="csX3" fmla="*/ 20999 w 21160"/>
                <a:gd name="csY3" fmla="*/ 1724 h 13654"/>
                <a:gd name="csX4" fmla="*/ 8299 w 21160"/>
                <a:gd name="csY4" fmla="*/ 2804 h 13654"/>
                <a:gd name="csX5" fmla="*/ 8236 w 21160"/>
                <a:gd name="csY5" fmla="*/ 2696 h 13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160" h="13654">
                  <a:moveTo>
                    <a:pt x="8236" y="2696"/>
                  </a:moveTo>
                  <a:cubicBezTo>
                    <a:pt x="3854" y="4106"/>
                    <a:pt x="1314" y="8430"/>
                    <a:pt x="743" y="9078"/>
                  </a:cubicBezTo>
                  <a:cubicBezTo>
                    <a:pt x="-2750" y="13510"/>
                    <a:pt x="6902" y="12322"/>
                    <a:pt x="12554" y="13618"/>
                  </a:cubicBezTo>
                  <a:cubicBezTo>
                    <a:pt x="17761" y="14265"/>
                    <a:pt x="18523" y="6265"/>
                    <a:pt x="20999" y="1724"/>
                  </a:cubicBezTo>
                  <a:cubicBezTo>
                    <a:pt x="22841" y="-2708"/>
                    <a:pt x="8299" y="2804"/>
                    <a:pt x="8299" y="2804"/>
                  </a:cubicBezTo>
                  <a:lnTo>
                    <a:pt x="8236" y="2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A8DFCD84-7935-47C3-E7AE-2F23A91FF33E}"/>
                </a:ext>
              </a:extLst>
            </p:cNvPr>
            <p:cNvSpPr/>
            <p:nvPr/>
          </p:nvSpPr>
          <p:spPr>
            <a:xfrm>
              <a:off x="10942458" y="2207927"/>
              <a:ext cx="108816" cy="442901"/>
            </a:xfrm>
            <a:custGeom>
              <a:avLst/>
              <a:gdLst>
                <a:gd name="csX0" fmla="*/ 103048 w 108816"/>
                <a:gd name="csY0" fmla="*/ 284479 h 442901"/>
                <a:gd name="csX1" fmla="*/ 64441 w 108816"/>
                <a:gd name="csY1" fmla="*/ 153092 h 442901"/>
                <a:gd name="csX2" fmla="*/ 57392 w 108816"/>
                <a:gd name="csY2" fmla="*/ 150279 h 442901"/>
                <a:gd name="csX3" fmla="*/ 55233 w 108816"/>
                <a:gd name="csY3" fmla="*/ 147250 h 442901"/>
                <a:gd name="csX4" fmla="*/ 57392 w 108816"/>
                <a:gd name="csY4" fmla="*/ 135248 h 442901"/>
                <a:gd name="csX5" fmla="*/ 54281 w 108816"/>
                <a:gd name="csY5" fmla="*/ 119246 h 442901"/>
                <a:gd name="csX6" fmla="*/ 59996 w 108816"/>
                <a:gd name="csY6" fmla="*/ 102158 h 442901"/>
                <a:gd name="csX7" fmla="*/ 60631 w 108816"/>
                <a:gd name="csY7" fmla="*/ 75018 h 442901"/>
                <a:gd name="csX8" fmla="*/ 58154 w 108816"/>
                <a:gd name="csY8" fmla="*/ 73932 h 442901"/>
                <a:gd name="csX9" fmla="*/ 57519 w 108816"/>
                <a:gd name="csY9" fmla="*/ 74694 h 442901"/>
                <a:gd name="csX10" fmla="*/ 52439 w 108816"/>
                <a:gd name="csY10" fmla="*/ 65176 h 442901"/>
                <a:gd name="csX11" fmla="*/ 54788 w 108816"/>
                <a:gd name="csY11" fmla="*/ 61607 h 442901"/>
                <a:gd name="csX12" fmla="*/ 56757 w 108816"/>
                <a:gd name="csY12" fmla="*/ 58146 h 442901"/>
                <a:gd name="csX13" fmla="*/ 45835 w 108816"/>
                <a:gd name="csY13" fmla="*/ 28193 h 442901"/>
                <a:gd name="csX14" fmla="*/ 47359 w 108816"/>
                <a:gd name="csY14" fmla="*/ 19329 h 442901"/>
                <a:gd name="csX15" fmla="*/ 39993 w 108816"/>
                <a:gd name="csY15" fmla="*/ 1809 h 442901"/>
                <a:gd name="csX16" fmla="*/ 26785 w 108816"/>
                <a:gd name="csY16" fmla="*/ 4730 h 442901"/>
                <a:gd name="csX17" fmla="*/ 25324 w 108816"/>
                <a:gd name="csY17" fmla="*/ 9594 h 442901"/>
                <a:gd name="csX18" fmla="*/ 36945 w 108816"/>
                <a:gd name="csY18" fmla="*/ 32302 h 442901"/>
                <a:gd name="csX19" fmla="*/ 35611 w 108816"/>
                <a:gd name="csY19" fmla="*/ 37382 h 442901"/>
                <a:gd name="csX20" fmla="*/ 34532 w 108816"/>
                <a:gd name="csY20" fmla="*/ 38036 h 442901"/>
                <a:gd name="csX21" fmla="*/ 34786 w 108816"/>
                <a:gd name="csY21" fmla="*/ 45389 h 442901"/>
                <a:gd name="csX22" fmla="*/ 26975 w 108816"/>
                <a:gd name="csY22" fmla="*/ 54794 h 442901"/>
                <a:gd name="csX23" fmla="*/ 18530 w 108816"/>
                <a:gd name="csY23" fmla="*/ 50577 h 442901"/>
                <a:gd name="csX24" fmla="*/ 6211 w 108816"/>
                <a:gd name="csY24" fmla="*/ 54254 h 442901"/>
                <a:gd name="csX25" fmla="*/ 8052 w 108816"/>
                <a:gd name="csY25" fmla="*/ 69932 h 442901"/>
                <a:gd name="csX26" fmla="*/ 686 w 108816"/>
                <a:gd name="csY26" fmla="*/ 108216 h 442901"/>
                <a:gd name="csX27" fmla="*/ 1004 w 108816"/>
                <a:gd name="csY27" fmla="*/ 131355 h 442901"/>
                <a:gd name="csX28" fmla="*/ 21324 w 108816"/>
                <a:gd name="csY28" fmla="*/ 173964 h 442901"/>
                <a:gd name="csX29" fmla="*/ 16498 w 108816"/>
                <a:gd name="csY29" fmla="*/ 187585 h 442901"/>
                <a:gd name="csX30" fmla="*/ 13768 w 108816"/>
                <a:gd name="csY30" fmla="*/ 203701 h 442901"/>
                <a:gd name="csX31" fmla="*/ 19101 w 108816"/>
                <a:gd name="csY31" fmla="*/ 227056 h 442901"/>
                <a:gd name="csX32" fmla="*/ 13133 w 108816"/>
                <a:gd name="csY32" fmla="*/ 282098 h 442901"/>
                <a:gd name="csX33" fmla="*/ 7036 w 108816"/>
                <a:gd name="csY33" fmla="*/ 299618 h 442901"/>
                <a:gd name="csX34" fmla="*/ 17895 w 108816"/>
                <a:gd name="csY34" fmla="*/ 337902 h 442901"/>
                <a:gd name="csX35" fmla="*/ 11291 w 108816"/>
                <a:gd name="csY35" fmla="*/ 356501 h 442901"/>
                <a:gd name="csX36" fmla="*/ 13133 w 108816"/>
                <a:gd name="csY36" fmla="*/ 384181 h 442901"/>
                <a:gd name="csX37" fmla="*/ 5005 w 108816"/>
                <a:gd name="csY37" fmla="*/ 410889 h 442901"/>
                <a:gd name="csX38" fmla="*/ 13895 w 108816"/>
                <a:gd name="csY38" fmla="*/ 441388 h 442901"/>
                <a:gd name="csX39" fmla="*/ 28309 w 108816"/>
                <a:gd name="csY39" fmla="*/ 409594 h 442901"/>
                <a:gd name="csX40" fmla="*/ 39866 w 108816"/>
                <a:gd name="csY40" fmla="*/ 407327 h 442901"/>
                <a:gd name="csX41" fmla="*/ 44756 w 108816"/>
                <a:gd name="csY41" fmla="*/ 411975 h 442901"/>
                <a:gd name="csX42" fmla="*/ 57519 w 108816"/>
                <a:gd name="csY42" fmla="*/ 415543 h 442901"/>
                <a:gd name="csX43" fmla="*/ 63806 w 108816"/>
                <a:gd name="csY43" fmla="*/ 436302 h 442901"/>
                <a:gd name="csX44" fmla="*/ 70283 w 108816"/>
                <a:gd name="csY44" fmla="*/ 427869 h 442901"/>
                <a:gd name="csX45" fmla="*/ 67552 w 108816"/>
                <a:gd name="csY45" fmla="*/ 404945 h 442901"/>
                <a:gd name="csX46" fmla="*/ 55043 w 108816"/>
                <a:gd name="csY46" fmla="*/ 401053 h 442901"/>
                <a:gd name="csX47" fmla="*/ 49835 w 108816"/>
                <a:gd name="csY47" fmla="*/ 379533 h 442901"/>
                <a:gd name="csX48" fmla="*/ 32945 w 108816"/>
                <a:gd name="csY48" fmla="*/ 357041 h 442901"/>
                <a:gd name="csX49" fmla="*/ 46025 w 108816"/>
                <a:gd name="csY49" fmla="*/ 296805 h 442901"/>
                <a:gd name="csX50" fmla="*/ 46978 w 108816"/>
                <a:gd name="csY50" fmla="*/ 283400 h 442901"/>
                <a:gd name="csX51" fmla="*/ 65710 w 108816"/>
                <a:gd name="csY51" fmla="*/ 269989 h 442901"/>
                <a:gd name="csX52" fmla="*/ 80887 w 108816"/>
                <a:gd name="csY52" fmla="*/ 271830 h 442901"/>
                <a:gd name="csX53" fmla="*/ 105588 w 108816"/>
                <a:gd name="csY53" fmla="*/ 297675 h 442901"/>
                <a:gd name="csX54" fmla="*/ 106859 w 108816"/>
                <a:gd name="csY54" fmla="*/ 288156 h 442901"/>
                <a:gd name="csX55" fmla="*/ 102985 w 108816"/>
                <a:gd name="csY55" fmla="*/ 284372 h 442901"/>
                <a:gd name="csX56" fmla="*/ 103048 w 108816"/>
                <a:gd name="csY56" fmla="*/ 284479 h 44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08816" h="442901">
                  <a:moveTo>
                    <a:pt x="103048" y="284479"/>
                  </a:moveTo>
                  <a:cubicBezTo>
                    <a:pt x="99175" y="280695"/>
                    <a:pt x="102223" y="287077"/>
                    <a:pt x="64441" y="153092"/>
                  </a:cubicBezTo>
                  <a:cubicBezTo>
                    <a:pt x="63107" y="148551"/>
                    <a:pt x="57963" y="150387"/>
                    <a:pt x="57392" y="150279"/>
                  </a:cubicBezTo>
                  <a:cubicBezTo>
                    <a:pt x="55550" y="150494"/>
                    <a:pt x="54598" y="149091"/>
                    <a:pt x="55233" y="147250"/>
                  </a:cubicBezTo>
                  <a:cubicBezTo>
                    <a:pt x="55043" y="147904"/>
                    <a:pt x="58345" y="140334"/>
                    <a:pt x="57392" y="135248"/>
                  </a:cubicBezTo>
                  <a:lnTo>
                    <a:pt x="54281" y="119246"/>
                  </a:lnTo>
                  <a:cubicBezTo>
                    <a:pt x="53392" y="114598"/>
                    <a:pt x="55677" y="111245"/>
                    <a:pt x="59996" y="102158"/>
                  </a:cubicBezTo>
                  <a:cubicBezTo>
                    <a:pt x="62027" y="97834"/>
                    <a:pt x="61393" y="94805"/>
                    <a:pt x="60631" y="75018"/>
                  </a:cubicBezTo>
                  <a:cubicBezTo>
                    <a:pt x="60631" y="72961"/>
                    <a:pt x="59424" y="72529"/>
                    <a:pt x="58154" y="73932"/>
                  </a:cubicBezTo>
                  <a:lnTo>
                    <a:pt x="57519" y="74694"/>
                  </a:lnTo>
                  <a:cubicBezTo>
                    <a:pt x="53836" y="78695"/>
                    <a:pt x="53582" y="68853"/>
                    <a:pt x="52439" y="65176"/>
                  </a:cubicBezTo>
                  <a:cubicBezTo>
                    <a:pt x="51995" y="63233"/>
                    <a:pt x="53074" y="61607"/>
                    <a:pt x="54788" y="61607"/>
                  </a:cubicBezTo>
                  <a:cubicBezTo>
                    <a:pt x="56503" y="61607"/>
                    <a:pt x="57519" y="59988"/>
                    <a:pt x="56757" y="58146"/>
                  </a:cubicBezTo>
                  <a:lnTo>
                    <a:pt x="45835" y="28193"/>
                  </a:lnTo>
                  <a:cubicBezTo>
                    <a:pt x="44184" y="23761"/>
                    <a:pt x="47232" y="19977"/>
                    <a:pt x="47359" y="19329"/>
                  </a:cubicBezTo>
                  <a:cubicBezTo>
                    <a:pt x="49391" y="15322"/>
                    <a:pt x="46787" y="12623"/>
                    <a:pt x="39993" y="1809"/>
                  </a:cubicBezTo>
                  <a:cubicBezTo>
                    <a:pt x="36945" y="-2953"/>
                    <a:pt x="31294" y="2997"/>
                    <a:pt x="26785" y="4730"/>
                  </a:cubicBezTo>
                  <a:cubicBezTo>
                    <a:pt x="25134" y="5594"/>
                    <a:pt x="24499" y="7753"/>
                    <a:pt x="25324" y="9594"/>
                  </a:cubicBezTo>
                  <a:lnTo>
                    <a:pt x="36945" y="32302"/>
                  </a:lnTo>
                  <a:cubicBezTo>
                    <a:pt x="37834" y="34035"/>
                    <a:pt x="37262" y="36302"/>
                    <a:pt x="35611" y="37382"/>
                  </a:cubicBezTo>
                  <a:lnTo>
                    <a:pt x="34532" y="38036"/>
                  </a:lnTo>
                  <a:cubicBezTo>
                    <a:pt x="30785" y="40411"/>
                    <a:pt x="34532" y="44735"/>
                    <a:pt x="34786" y="45389"/>
                  </a:cubicBezTo>
                  <a:cubicBezTo>
                    <a:pt x="37453" y="50145"/>
                    <a:pt x="30023" y="52088"/>
                    <a:pt x="26975" y="54794"/>
                  </a:cubicBezTo>
                  <a:cubicBezTo>
                    <a:pt x="22975" y="57499"/>
                    <a:pt x="19863" y="51549"/>
                    <a:pt x="18530" y="50577"/>
                  </a:cubicBezTo>
                  <a:cubicBezTo>
                    <a:pt x="14847" y="46577"/>
                    <a:pt x="9958" y="52527"/>
                    <a:pt x="6211" y="54254"/>
                  </a:cubicBezTo>
                  <a:cubicBezTo>
                    <a:pt x="1639" y="57175"/>
                    <a:pt x="6529" y="63664"/>
                    <a:pt x="8052" y="69932"/>
                  </a:cubicBezTo>
                  <a:cubicBezTo>
                    <a:pt x="9576" y="74479"/>
                    <a:pt x="8687" y="75666"/>
                    <a:pt x="686" y="108216"/>
                  </a:cubicBezTo>
                  <a:cubicBezTo>
                    <a:pt x="-647" y="113296"/>
                    <a:pt x="242" y="119570"/>
                    <a:pt x="1004" y="131355"/>
                  </a:cubicBezTo>
                  <a:cubicBezTo>
                    <a:pt x="1322" y="136328"/>
                    <a:pt x="1957" y="136442"/>
                    <a:pt x="21324" y="173964"/>
                  </a:cubicBezTo>
                  <a:cubicBezTo>
                    <a:pt x="23864" y="178936"/>
                    <a:pt x="18530" y="183368"/>
                    <a:pt x="16498" y="187585"/>
                  </a:cubicBezTo>
                  <a:cubicBezTo>
                    <a:pt x="14022" y="191700"/>
                    <a:pt x="14339" y="196672"/>
                    <a:pt x="13768" y="203701"/>
                  </a:cubicBezTo>
                  <a:cubicBezTo>
                    <a:pt x="13450" y="208889"/>
                    <a:pt x="15609" y="214623"/>
                    <a:pt x="19101" y="227056"/>
                  </a:cubicBezTo>
                  <a:cubicBezTo>
                    <a:pt x="20372" y="231819"/>
                    <a:pt x="19863" y="232790"/>
                    <a:pt x="13133" y="282098"/>
                  </a:cubicBezTo>
                  <a:cubicBezTo>
                    <a:pt x="12497" y="286969"/>
                    <a:pt x="10211" y="291833"/>
                    <a:pt x="7036" y="299618"/>
                  </a:cubicBezTo>
                  <a:cubicBezTo>
                    <a:pt x="5322" y="304158"/>
                    <a:pt x="6401" y="304920"/>
                    <a:pt x="17895" y="337902"/>
                  </a:cubicBezTo>
                  <a:cubicBezTo>
                    <a:pt x="19419" y="342226"/>
                    <a:pt x="17323" y="344817"/>
                    <a:pt x="11291" y="356501"/>
                  </a:cubicBezTo>
                  <a:cubicBezTo>
                    <a:pt x="9132" y="360717"/>
                    <a:pt x="10085" y="363093"/>
                    <a:pt x="13133" y="384181"/>
                  </a:cubicBezTo>
                  <a:cubicBezTo>
                    <a:pt x="13895" y="389375"/>
                    <a:pt x="11482" y="393483"/>
                    <a:pt x="5005" y="410889"/>
                  </a:cubicBezTo>
                  <a:cubicBezTo>
                    <a:pt x="3354" y="415328"/>
                    <a:pt x="4560" y="417702"/>
                    <a:pt x="13895" y="441388"/>
                  </a:cubicBezTo>
                  <a:cubicBezTo>
                    <a:pt x="15609" y="445928"/>
                    <a:pt x="16688" y="441604"/>
                    <a:pt x="28309" y="409594"/>
                  </a:cubicBezTo>
                  <a:cubicBezTo>
                    <a:pt x="29897" y="404945"/>
                    <a:pt x="37834" y="402672"/>
                    <a:pt x="39866" y="407327"/>
                  </a:cubicBezTo>
                  <a:cubicBezTo>
                    <a:pt x="39422" y="406672"/>
                    <a:pt x="41263" y="410997"/>
                    <a:pt x="44756" y="411975"/>
                  </a:cubicBezTo>
                  <a:lnTo>
                    <a:pt x="57519" y="415543"/>
                  </a:lnTo>
                  <a:cubicBezTo>
                    <a:pt x="61710" y="416731"/>
                    <a:pt x="61393" y="421379"/>
                    <a:pt x="63806" y="436302"/>
                  </a:cubicBezTo>
                  <a:cubicBezTo>
                    <a:pt x="64441" y="440848"/>
                    <a:pt x="67108" y="434682"/>
                    <a:pt x="70283" y="427869"/>
                  </a:cubicBezTo>
                  <a:cubicBezTo>
                    <a:pt x="72314" y="423437"/>
                    <a:pt x="70727" y="419544"/>
                    <a:pt x="67552" y="404945"/>
                  </a:cubicBezTo>
                  <a:cubicBezTo>
                    <a:pt x="66028" y="397700"/>
                    <a:pt x="56757" y="408298"/>
                    <a:pt x="55043" y="401053"/>
                  </a:cubicBezTo>
                  <a:lnTo>
                    <a:pt x="49835" y="379533"/>
                  </a:lnTo>
                  <a:cubicBezTo>
                    <a:pt x="48756" y="374884"/>
                    <a:pt x="46660" y="373151"/>
                    <a:pt x="32945" y="357041"/>
                  </a:cubicBezTo>
                  <a:cubicBezTo>
                    <a:pt x="29770" y="353364"/>
                    <a:pt x="30468" y="354552"/>
                    <a:pt x="46025" y="296805"/>
                  </a:cubicBezTo>
                  <a:cubicBezTo>
                    <a:pt x="47232" y="292372"/>
                    <a:pt x="46978" y="288048"/>
                    <a:pt x="46978" y="283400"/>
                  </a:cubicBezTo>
                  <a:cubicBezTo>
                    <a:pt x="46978" y="278637"/>
                    <a:pt x="50280" y="277990"/>
                    <a:pt x="65710" y="269989"/>
                  </a:cubicBezTo>
                  <a:cubicBezTo>
                    <a:pt x="69711" y="267931"/>
                    <a:pt x="80887" y="271830"/>
                    <a:pt x="80887" y="271830"/>
                  </a:cubicBezTo>
                  <a:cubicBezTo>
                    <a:pt x="85205" y="273018"/>
                    <a:pt x="86158" y="275069"/>
                    <a:pt x="105588" y="297675"/>
                  </a:cubicBezTo>
                  <a:cubicBezTo>
                    <a:pt x="108891" y="301567"/>
                    <a:pt x="110224" y="291401"/>
                    <a:pt x="106859" y="288156"/>
                  </a:cubicBezTo>
                  <a:lnTo>
                    <a:pt x="102985" y="284372"/>
                  </a:lnTo>
                  <a:lnTo>
                    <a:pt x="103048" y="2844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245FF1AB-E245-F94E-4CDB-232588AC4D23}"/>
                </a:ext>
              </a:extLst>
            </p:cNvPr>
            <p:cNvSpPr/>
            <p:nvPr/>
          </p:nvSpPr>
          <p:spPr>
            <a:xfrm>
              <a:off x="10569225" y="2786580"/>
              <a:ext cx="7070" cy="7034"/>
            </a:xfrm>
            <a:custGeom>
              <a:avLst/>
              <a:gdLst>
                <a:gd name="csX0" fmla="*/ 5367 w 7070"/>
                <a:gd name="csY0" fmla="*/ 498 h 7034"/>
                <a:gd name="csX1" fmla="*/ 1493 w 7070"/>
                <a:gd name="csY1" fmla="*/ 6340 h 7034"/>
                <a:gd name="csX2" fmla="*/ 6129 w 7070"/>
                <a:gd name="csY2" fmla="*/ 5584 h 7034"/>
                <a:gd name="csX3" fmla="*/ 6573 w 7070"/>
                <a:gd name="csY3" fmla="*/ 4937 h 7034"/>
                <a:gd name="csX4" fmla="*/ 5494 w 7070"/>
                <a:gd name="csY4" fmla="*/ 498 h 7034"/>
                <a:gd name="csX5" fmla="*/ 5367 w 7070"/>
                <a:gd name="csY5" fmla="*/ 498 h 7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70" h="7034">
                  <a:moveTo>
                    <a:pt x="5367" y="498"/>
                  </a:moveTo>
                  <a:cubicBezTo>
                    <a:pt x="1493" y="-1661"/>
                    <a:pt x="-2127" y="3743"/>
                    <a:pt x="1493" y="6340"/>
                  </a:cubicBezTo>
                  <a:cubicBezTo>
                    <a:pt x="921" y="6232"/>
                    <a:pt x="4414" y="8397"/>
                    <a:pt x="6129" y="5584"/>
                  </a:cubicBezTo>
                  <a:lnTo>
                    <a:pt x="6573" y="4937"/>
                  </a:lnTo>
                  <a:cubicBezTo>
                    <a:pt x="7525" y="3419"/>
                    <a:pt x="7081" y="1368"/>
                    <a:pt x="5494" y="498"/>
                  </a:cubicBezTo>
                  <a:lnTo>
                    <a:pt x="5367" y="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32828392-198F-2846-3661-D57D39312E27}"/>
                </a:ext>
              </a:extLst>
            </p:cNvPr>
            <p:cNvSpPr/>
            <p:nvPr/>
          </p:nvSpPr>
          <p:spPr>
            <a:xfrm>
              <a:off x="11646995" y="1107575"/>
              <a:ext cx="13111" cy="11702"/>
            </a:xfrm>
            <a:custGeom>
              <a:avLst/>
              <a:gdLst>
                <a:gd name="csX0" fmla="*/ 3667 w 13111"/>
                <a:gd name="csY0" fmla="*/ 24 h 11702"/>
                <a:gd name="csX1" fmla="*/ 2588 w 13111"/>
                <a:gd name="csY1" fmla="*/ 24 h 11702"/>
                <a:gd name="csX2" fmla="*/ 556 w 13111"/>
                <a:gd name="csY2" fmla="*/ 7485 h 11702"/>
                <a:gd name="csX3" fmla="*/ 11224 w 13111"/>
                <a:gd name="csY3" fmla="*/ 11701 h 11702"/>
                <a:gd name="csX4" fmla="*/ 9065 w 13111"/>
                <a:gd name="csY4" fmla="*/ 2837 h 11702"/>
                <a:gd name="csX5" fmla="*/ 3667 w 13111"/>
                <a:gd name="csY5" fmla="*/ 24 h 11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11" h="11702">
                  <a:moveTo>
                    <a:pt x="3667" y="24"/>
                  </a:moveTo>
                  <a:lnTo>
                    <a:pt x="2588" y="24"/>
                  </a:lnTo>
                  <a:cubicBezTo>
                    <a:pt x="-1603" y="779"/>
                    <a:pt x="556" y="6729"/>
                    <a:pt x="556" y="7485"/>
                  </a:cubicBezTo>
                  <a:cubicBezTo>
                    <a:pt x="1636" y="13320"/>
                    <a:pt x="8112" y="11053"/>
                    <a:pt x="11224" y="11701"/>
                  </a:cubicBezTo>
                  <a:cubicBezTo>
                    <a:pt x="16113" y="11809"/>
                    <a:pt x="10081" y="5104"/>
                    <a:pt x="9065" y="2837"/>
                  </a:cubicBezTo>
                  <a:cubicBezTo>
                    <a:pt x="7986" y="1103"/>
                    <a:pt x="5509" y="-192"/>
                    <a:pt x="3667" y="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14EA8DF8-CBEE-9A84-8953-968717605D71}"/>
                </a:ext>
              </a:extLst>
            </p:cNvPr>
            <p:cNvSpPr/>
            <p:nvPr/>
          </p:nvSpPr>
          <p:spPr>
            <a:xfrm>
              <a:off x="11684559" y="1115666"/>
              <a:ext cx="12103" cy="11847"/>
            </a:xfrm>
            <a:custGeom>
              <a:avLst/>
              <a:gdLst>
                <a:gd name="csX0" fmla="*/ 10045 w 12103"/>
                <a:gd name="csY0" fmla="*/ 2315 h 11847"/>
                <a:gd name="csX1" fmla="*/ 4647 w 12103"/>
                <a:gd name="csY1" fmla="*/ 149 h 11847"/>
                <a:gd name="csX2" fmla="*/ 965 w 12103"/>
                <a:gd name="csY2" fmla="*/ 4582 h 11847"/>
                <a:gd name="csX3" fmla="*/ 11569 w 12103"/>
                <a:gd name="csY3" fmla="*/ 10208 h 11847"/>
                <a:gd name="csX4" fmla="*/ 11061 w 12103"/>
                <a:gd name="csY4" fmla="*/ 3826 h 11847"/>
                <a:gd name="csX5" fmla="*/ 10045 w 12103"/>
                <a:gd name="csY5" fmla="*/ 2422 h 11847"/>
                <a:gd name="csX6" fmla="*/ 10045 w 12103"/>
                <a:gd name="csY6" fmla="*/ 2315 h 11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103" h="11847">
                  <a:moveTo>
                    <a:pt x="10045" y="2315"/>
                  </a:moveTo>
                  <a:cubicBezTo>
                    <a:pt x="8839" y="581"/>
                    <a:pt x="6489" y="-391"/>
                    <a:pt x="4647" y="149"/>
                  </a:cubicBezTo>
                  <a:cubicBezTo>
                    <a:pt x="4076" y="473"/>
                    <a:pt x="-2401" y="1229"/>
                    <a:pt x="965" y="4582"/>
                  </a:cubicBezTo>
                  <a:cubicBezTo>
                    <a:pt x="4457" y="7179"/>
                    <a:pt x="9093" y="15288"/>
                    <a:pt x="11569" y="10208"/>
                  </a:cubicBezTo>
                  <a:cubicBezTo>
                    <a:pt x="12459" y="8366"/>
                    <a:pt x="12204" y="5559"/>
                    <a:pt x="11061" y="3826"/>
                  </a:cubicBezTo>
                  <a:lnTo>
                    <a:pt x="10045" y="2422"/>
                  </a:lnTo>
                  <a:lnTo>
                    <a:pt x="10045" y="2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C54EF55A-2EAE-617E-14BD-CF6085210CCD}"/>
                </a:ext>
              </a:extLst>
            </p:cNvPr>
            <p:cNvSpPr/>
            <p:nvPr/>
          </p:nvSpPr>
          <p:spPr>
            <a:xfrm>
              <a:off x="11902101" y="2175553"/>
              <a:ext cx="34107" cy="24488"/>
            </a:xfrm>
            <a:custGeom>
              <a:avLst/>
              <a:gdLst>
                <a:gd name="csX0" fmla="*/ 33042 w 34107"/>
                <a:gd name="csY0" fmla="*/ 22613 h 24488"/>
                <a:gd name="csX1" fmla="*/ 656 w 34107"/>
                <a:gd name="csY1" fmla="*/ 1525 h 24488"/>
                <a:gd name="csX2" fmla="*/ 18944 w 34107"/>
                <a:gd name="csY2" fmla="*/ 23801 h 24488"/>
                <a:gd name="csX3" fmla="*/ 33042 w 34107"/>
                <a:gd name="csY3" fmla="*/ 22613 h 2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107" h="24488">
                  <a:moveTo>
                    <a:pt x="33042" y="22613"/>
                  </a:moveTo>
                  <a:cubicBezTo>
                    <a:pt x="6689" y="4230"/>
                    <a:pt x="-2709" y="-3562"/>
                    <a:pt x="656" y="1525"/>
                  </a:cubicBezTo>
                  <a:cubicBezTo>
                    <a:pt x="13420" y="20340"/>
                    <a:pt x="14372" y="23477"/>
                    <a:pt x="18944" y="23801"/>
                  </a:cubicBezTo>
                  <a:cubicBezTo>
                    <a:pt x="26120" y="23801"/>
                    <a:pt x="37677" y="25966"/>
                    <a:pt x="33042" y="226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21A2730E-F306-17BE-89EF-5FC36874F293}"/>
                </a:ext>
              </a:extLst>
            </p:cNvPr>
            <p:cNvSpPr/>
            <p:nvPr/>
          </p:nvSpPr>
          <p:spPr>
            <a:xfrm>
              <a:off x="9073625" y="150577"/>
              <a:ext cx="216748" cy="121308"/>
            </a:xfrm>
            <a:custGeom>
              <a:avLst/>
              <a:gdLst>
                <a:gd name="csX0" fmla="*/ 68787 w 216748"/>
                <a:gd name="csY0" fmla="*/ 120793 h 121308"/>
                <a:gd name="csX1" fmla="*/ 92599 w 216748"/>
                <a:gd name="csY1" fmla="*/ 111169 h 121308"/>
                <a:gd name="csX2" fmla="*/ 190453 w 216748"/>
                <a:gd name="csY2" fmla="*/ 98301 h 121308"/>
                <a:gd name="csX3" fmla="*/ 192294 w 216748"/>
                <a:gd name="csY3" fmla="*/ 94300 h 121308"/>
                <a:gd name="csX4" fmla="*/ 182896 w 216748"/>
                <a:gd name="csY4" fmla="*/ 72888 h 121308"/>
                <a:gd name="csX5" fmla="*/ 184611 w 216748"/>
                <a:gd name="csY5" fmla="*/ 68455 h 121308"/>
                <a:gd name="csX6" fmla="*/ 210709 w 216748"/>
                <a:gd name="csY6" fmla="*/ 61318 h 121308"/>
                <a:gd name="csX7" fmla="*/ 216551 w 216748"/>
                <a:gd name="csY7" fmla="*/ 52667 h 121308"/>
                <a:gd name="csX8" fmla="*/ 214455 w 216748"/>
                <a:gd name="csY8" fmla="*/ 47801 h 121308"/>
                <a:gd name="csX9" fmla="*/ 177880 w 216748"/>
                <a:gd name="csY9" fmla="*/ 35689 h 121308"/>
                <a:gd name="csX10" fmla="*/ 135018 w 216748"/>
                <a:gd name="csY10" fmla="*/ 1302 h 121308"/>
                <a:gd name="csX11" fmla="*/ 38180 w 216748"/>
                <a:gd name="csY11" fmla="*/ 34284 h 121308"/>
                <a:gd name="csX12" fmla="*/ 32656 w 216748"/>
                <a:gd name="csY12" fmla="*/ 48449 h 121308"/>
                <a:gd name="csX13" fmla="*/ 35258 w 216748"/>
                <a:gd name="csY13" fmla="*/ 51477 h 121308"/>
                <a:gd name="csX14" fmla="*/ 56150 w 216748"/>
                <a:gd name="csY14" fmla="*/ 45313 h 121308"/>
                <a:gd name="csX15" fmla="*/ 58818 w 216748"/>
                <a:gd name="csY15" fmla="*/ 56343 h 121308"/>
                <a:gd name="csX16" fmla="*/ 20971 w 216748"/>
                <a:gd name="csY16" fmla="*/ 79377 h 121308"/>
                <a:gd name="csX17" fmla="*/ 1350 w 216748"/>
                <a:gd name="csY17" fmla="*/ 92245 h 121308"/>
                <a:gd name="csX18" fmla="*/ 68787 w 216748"/>
                <a:gd name="csY18" fmla="*/ 120685 h 121308"/>
                <a:gd name="csX19" fmla="*/ 68787 w 216748"/>
                <a:gd name="csY19" fmla="*/ 120793 h 12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16748" h="121308">
                  <a:moveTo>
                    <a:pt x="68787" y="120793"/>
                  </a:moveTo>
                  <a:cubicBezTo>
                    <a:pt x="73041" y="122415"/>
                    <a:pt x="74946" y="120469"/>
                    <a:pt x="92599" y="111169"/>
                  </a:cubicBezTo>
                  <a:cubicBezTo>
                    <a:pt x="97235" y="108682"/>
                    <a:pt x="93679" y="109871"/>
                    <a:pt x="190453" y="98301"/>
                  </a:cubicBezTo>
                  <a:cubicBezTo>
                    <a:pt x="192294" y="98085"/>
                    <a:pt x="193056" y="96246"/>
                    <a:pt x="192294" y="94300"/>
                  </a:cubicBezTo>
                  <a:lnTo>
                    <a:pt x="182896" y="72888"/>
                  </a:lnTo>
                  <a:cubicBezTo>
                    <a:pt x="182007" y="70942"/>
                    <a:pt x="182769" y="68887"/>
                    <a:pt x="184611" y="68455"/>
                  </a:cubicBezTo>
                  <a:lnTo>
                    <a:pt x="210709" y="61318"/>
                  </a:lnTo>
                  <a:cubicBezTo>
                    <a:pt x="215154" y="60128"/>
                    <a:pt x="215853" y="53748"/>
                    <a:pt x="216551" y="52667"/>
                  </a:cubicBezTo>
                  <a:cubicBezTo>
                    <a:pt x="217186" y="50612"/>
                    <a:pt x="216233" y="48449"/>
                    <a:pt x="214455" y="47801"/>
                  </a:cubicBezTo>
                  <a:lnTo>
                    <a:pt x="177880" y="35689"/>
                  </a:lnTo>
                  <a:cubicBezTo>
                    <a:pt x="173562" y="34284"/>
                    <a:pt x="173435" y="33635"/>
                    <a:pt x="135018" y="1302"/>
                  </a:cubicBezTo>
                  <a:cubicBezTo>
                    <a:pt x="131017" y="-2051"/>
                    <a:pt x="133430" y="-1402"/>
                    <a:pt x="38180" y="34284"/>
                  </a:cubicBezTo>
                  <a:cubicBezTo>
                    <a:pt x="33163" y="36122"/>
                    <a:pt x="33798" y="44232"/>
                    <a:pt x="32656" y="48449"/>
                  </a:cubicBezTo>
                  <a:cubicBezTo>
                    <a:pt x="32211" y="50612"/>
                    <a:pt x="33418" y="52018"/>
                    <a:pt x="35258" y="51477"/>
                  </a:cubicBezTo>
                  <a:lnTo>
                    <a:pt x="56150" y="45313"/>
                  </a:lnTo>
                  <a:cubicBezTo>
                    <a:pt x="60976" y="43908"/>
                    <a:pt x="58627" y="52991"/>
                    <a:pt x="58818" y="56343"/>
                  </a:cubicBezTo>
                  <a:cubicBezTo>
                    <a:pt x="58627" y="61642"/>
                    <a:pt x="57738" y="60885"/>
                    <a:pt x="20971" y="79377"/>
                  </a:cubicBezTo>
                  <a:cubicBezTo>
                    <a:pt x="16717" y="81540"/>
                    <a:pt x="13795" y="83702"/>
                    <a:pt x="1350" y="92245"/>
                  </a:cubicBezTo>
                  <a:cubicBezTo>
                    <a:pt x="-2778" y="95165"/>
                    <a:pt x="-1698" y="94191"/>
                    <a:pt x="68787" y="120685"/>
                  </a:cubicBezTo>
                  <a:lnTo>
                    <a:pt x="68787" y="120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E27D8552-DC2A-A606-1A5F-99B1CDBAD9DE}"/>
                </a:ext>
              </a:extLst>
            </p:cNvPr>
            <p:cNvSpPr/>
            <p:nvPr/>
          </p:nvSpPr>
          <p:spPr>
            <a:xfrm>
              <a:off x="8593589" y="176714"/>
              <a:ext cx="34592" cy="14826"/>
            </a:xfrm>
            <a:custGeom>
              <a:avLst/>
              <a:gdLst>
                <a:gd name="csX0" fmla="*/ 32441 w 34592"/>
                <a:gd name="csY0" fmla="*/ 144 h 14826"/>
                <a:gd name="csX1" fmla="*/ 183 w 34592"/>
                <a:gd name="csY1" fmla="*/ 4037 h 14826"/>
                <a:gd name="csX2" fmla="*/ 183 w 34592"/>
                <a:gd name="csY2" fmla="*/ 4578 h 14826"/>
                <a:gd name="csX3" fmla="*/ 2469 w 34592"/>
                <a:gd name="csY3" fmla="*/ 9228 h 14826"/>
                <a:gd name="csX4" fmla="*/ 25583 w 34592"/>
                <a:gd name="csY4" fmla="*/ 14743 h 14826"/>
                <a:gd name="csX5" fmla="*/ 30472 w 34592"/>
                <a:gd name="csY5" fmla="*/ 11931 h 14826"/>
                <a:gd name="csX6" fmla="*/ 32441 w 34592"/>
                <a:gd name="csY6" fmla="*/ 36 h 14826"/>
                <a:gd name="csX7" fmla="*/ 32441 w 34592"/>
                <a:gd name="csY7" fmla="*/ 144 h 14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92" h="14826">
                  <a:moveTo>
                    <a:pt x="32441" y="144"/>
                  </a:moveTo>
                  <a:cubicBezTo>
                    <a:pt x="32441" y="144"/>
                    <a:pt x="1453" y="-1154"/>
                    <a:pt x="183" y="4037"/>
                  </a:cubicBezTo>
                  <a:lnTo>
                    <a:pt x="183" y="4578"/>
                  </a:lnTo>
                  <a:cubicBezTo>
                    <a:pt x="-452" y="6741"/>
                    <a:pt x="628" y="8795"/>
                    <a:pt x="2469" y="9228"/>
                  </a:cubicBezTo>
                  <a:lnTo>
                    <a:pt x="25583" y="14743"/>
                  </a:lnTo>
                  <a:cubicBezTo>
                    <a:pt x="27361" y="15175"/>
                    <a:pt x="29647" y="13877"/>
                    <a:pt x="30472" y="11931"/>
                  </a:cubicBezTo>
                  <a:cubicBezTo>
                    <a:pt x="31806" y="7930"/>
                    <a:pt x="37712" y="36"/>
                    <a:pt x="32441" y="36"/>
                  </a:cubicBezTo>
                  <a:lnTo>
                    <a:pt x="3244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BB46636-D75A-CF02-D0E1-61B1133767FD}"/>
                </a:ext>
              </a:extLst>
            </p:cNvPr>
            <p:cNvSpPr/>
            <p:nvPr/>
          </p:nvSpPr>
          <p:spPr>
            <a:xfrm>
              <a:off x="8485519" y="315688"/>
              <a:ext cx="47394" cy="18786"/>
            </a:xfrm>
            <a:custGeom>
              <a:avLst/>
              <a:gdLst>
                <a:gd name="csX0" fmla="*/ 44499 w 47394"/>
                <a:gd name="csY0" fmla="*/ 15915 h 18786"/>
                <a:gd name="csX1" fmla="*/ 45388 w 47394"/>
                <a:gd name="csY1" fmla="*/ 6831 h 18786"/>
                <a:gd name="csX2" fmla="*/ 112 w 47394"/>
                <a:gd name="csY2" fmla="*/ 1208 h 18786"/>
                <a:gd name="csX3" fmla="*/ 11352 w 47394"/>
                <a:gd name="csY3" fmla="*/ 15049 h 18786"/>
                <a:gd name="csX4" fmla="*/ 44372 w 47394"/>
                <a:gd name="csY4" fmla="*/ 15915 h 18786"/>
                <a:gd name="csX5" fmla="*/ 44499 w 47394"/>
                <a:gd name="csY5" fmla="*/ 15915 h 1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394" h="18786">
                  <a:moveTo>
                    <a:pt x="44499" y="15915"/>
                  </a:moveTo>
                  <a:cubicBezTo>
                    <a:pt x="45007" y="14076"/>
                    <a:pt x="50150" y="7805"/>
                    <a:pt x="45388" y="6831"/>
                  </a:cubicBezTo>
                  <a:cubicBezTo>
                    <a:pt x="45388" y="6831"/>
                    <a:pt x="-2618" y="-3442"/>
                    <a:pt x="112" y="1208"/>
                  </a:cubicBezTo>
                  <a:cubicBezTo>
                    <a:pt x="5827" y="10832"/>
                    <a:pt x="7288" y="14401"/>
                    <a:pt x="11352" y="15049"/>
                  </a:cubicBezTo>
                  <a:cubicBezTo>
                    <a:pt x="40054" y="19050"/>
                    <a:pt x="42086" y="20564"/>
                    <a:pt x="44372" y="15915"/>
                  </a:cubicBezTo>
                  <a:lnTo>
                    <a:pt x="44499" y="159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DD98854-A1EC-0E59-651B-466D0FEFDCE1}"/>
                </a:ext>
              </a:extLst>
            </p:cNvPr>
            <p:cNvSpPr/>
            <p:nvPr/>
          </p:nvSpPr>
          <p:spPr>
            <a:xfrm>
              <a:off x="9606901" y="451443"/>
              <a:ext cx="30735" cy="15391"/>
            </a:xfrm>
            <a:custGeom>
              <a:avLst/>
              <a:gdLst>
                <a:gd name="csX0" fmla="*/ 21159 w 30735"/>
                <a:gd name="csY0" fmla="*/ 84 h 15391"/>
                <a:gd name="csX1" fmla="*/ 1347 w 30735"/>
                <a:gd name="csY1" fmla="*/ 8735 h 15391"/>
                <a:gd name="csX2" fmla="*/ 4586 w 30735"/>
                <a:gd name="csY2" fmla="*/ 14466 h 15391"/>
                <a:gd name="csX3" fmla="*/ 29478 w 30735"/>
                <a:gd name="csY3" fmla="*/ 4517 h 15391"/>
                <a:gd name="csX4" fmla="*/ 21159 w 30735"/>
                <a:gd name="csY4" fmla="*/ 84 h 1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735" h="15391">
                  <a:moveTo>
                    <a:pt x="21159" y="84"/>
                  </a:moveTo>
                  <a:cubicBezTo>
                    <a:pt x="16841" y="-998"/>
                    <a:pt x="1347" y="8735"/>
                    <a:pt x="1347" y="8735"/>
                  </a:cubicBezTo>
                  <a:cubicBezTo>
                    <a:pt x="-2781" y="11114"/>
                    <a:pt x="3824" y="13709"/>
                    <a:pt x="4586" y="14466"/>
                  </a:cubicBezTo>
                  <a:cubicBezTo>
                    <a:pt x="8586" y="16953"/>
                    <a:pt x="10681" y="14683"/>
                    <a:pt x="29478" y="4517"/>
                  </a:cubicBezTo>
                  <a:cubicBezTo>
                    <a:pt x="33732" y="2247"/>
                    <a:pt x="26239" y="1382"/>
                    <a:pt x="21159" y="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8027ECBB-8FCD-464C-D58D-04B555FCA284}"/>
                </a:ext>
              </a:extLst>
            </p:cNvPr>
            <p:cNvSpPr/>
            <p:nvPr/>
          </p:nvSpPr>
          <p:spPr>
            <a:xfrm>
              <a:off x="9653385" y="545632"/>
              <a:ext cx="17936" cy="13649"/>
            </a:xfrm>
            <a:custGeom>
              <a:avLst/>
              <a:gdLst>
                <a:gd name="csX0" fmla="*/ 15061 w 17936"/>
                <a:gd name="csY0" fmla="*/ 1488 h 13649"/>
                <a:gd name="csX1" fmla="*/ 3059 w 17936"/>
                <a:gd name="csY1" fmla="*/ 2894 h 13649"/>
                <a:gd name="csX2" fmla="*/ 2044 w 17936"/>
                <a:gd name="csY2" fmla="*/ 12519 h 13649"/>
                <a:gd name="csX3" fmla="*/ 17664 w 17936"/>
                <a:gd name="csY3" fmla="*/ 9924 h 13649"/>
                <a:gd name="csX4" fmla="*/ 14934 w 17936"/>
                <a:gd name="csY4" fmla="*/ 1488 h 13649"/>
                <a:gd name="csX5" fmla="*/ 15061 w 17936"/>
                <a:gd name="csY5" fmla="*/ 1488 h 13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36" h="13649">
                  <a:moveTo>
                    <a:pt x="15061" y="1488"/>
                  </a:moveTo>
                  <a:cubicBezTo>
                    <a:pt x="11505" y="1273"/>
                    <a:pt x="5409" y="-2512"/>
                    <a:pt x="3059" y="2894"/>
                  </a:cubicBezTo>
                  <a:cubicBezTo>
                    <a:pt x="2361" y="5274"/>
                    <a:pt x="-2782" y="12086"/>
                    <a:pt x="2044" y="12519"/>
                  </a:cubicBezTo>
                  <a:cubicBezTo>
                    <a:pt x="9092" y="12302"/>
                    <a:pt x="17093" y="16520"/>
                    <a:pt x="17664" y="9924"/>
                  </a:cubicBezTo>
                  <a:cubicBezTo>
                    <a:pt x="17537" y="8734"/>
                    <a:pt x="19379" y="2462"/>
                    <a:pt x="14934" y="1488"/>
                  </a:cubicBezTo>
                  <a:lnTo>
                    <a:pt x="15061" y="1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96158E79-5E33-A325-75F6-BD09B31B3672}"/>
                </a:ext>
              </a:extLst>
            </p:cNvPr>
            <p:cNvSpPr/>
            <p:nvPr/>
          </p:nvSpPr>
          <p:spPr>
            <a:xfrm>
              <a:off x="9627180" y="533051"/>
              <a:ext cx="11519" cy="12607"/>
            </a:xfrm>
            <a:custGeom>
              <a:avLst/>
              <a:gdLst>
                <a:gd name="csX0" fmla="*/ 7738 w 11519"/>
                <a:gd name="csY0" fmla="*/ 337 h 12607"/>
                <a:gd name="csX1" fmla="*/ 54 w 11519"/>
                <a:gd name="csY1" fmla="*/ 8122 h 12607"/>
                <a:gd name="csX2" fmla="*/ 54 w 11519"/>
                <a:gd name="csY2" fmla="*/ 9528 h 12607"/>
                <a:gd name="csX3" fmla="*/ 3800 w 11519"/>
                <a:gd name="csY3" fmla="*/ 12448 h 12607"/>
                <a:gd name="csX4" fmla="*/ 11484 w 11519"/>
                <a:gd name="csY4" fmla="*/ 5960 h 12607"/>
                <a:gd name="csX5" fmla="*/ 11293 w 11519"/>
                <a:gd name="csY5" fmla="*/ 2824 h 12607"/>
                <a:gd name="csX6" fmla="*/ 7801 w 11519"/>
                <a:gd name="csY6" fmla="*/ 229 h 12607"/>
                <a:gd name="csX7" fmla="*/ 7738 w 11519"/>
                <a:gd name="csY7" fmla="*/ 337 h 1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19" h="12607">
                  <a:moveTo>
                    <a:pt x="7738" y="337"/>
                  </a:moveTo>
                  <a:cubicBezTo>
                    <a:pt x="5642" y="1743"/>
                    <a:pt x="-645" y="2392"/>
                    <a:pt x="54" y="8122"/>
                  </a:cubicBezTo>
                  <a:lnTo>
                    <a:pt x="54" y="9528"/>
                  </a:lnTo>
                  <a:cubicBezTo>
                    <a:pt x="372" y="11691"/>
                    <a:pt x="2086" y="13097"/>
                    <a:pt x="3800" y="12448"/>
                  </a:cubicBezTo>
                  <a:cubicBezTo>
                    <a:pt x="5515" y="11583"/>
                    <a:pt x="12055" y="11691"/>
                    <a:pt x="11484" y="5960"/>
                  </a:cubicBezTo>
                  <a:lnTo>
                    <a:pt x="11293" y="2824"/>
                  </a:lnTo>
                  <a:cubicBezTo>
                    <a:pt x="11039" y="661"/>
                    <a:pt x="9579" y="-529"/>
                    <a:pt x="7801" y="229"/>
                  </a:cubicBezTo>
                  <a:lnTo>
                    <a:pt x="7738" y="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727E10D-99D0-E627-5413-63B732FB14FB}"/>
                </a:ext>
              </a:extLst>
            </p:cNvPr>
            <p:cNvSpPr/>
            <p:nvPr/>
          </p:nvSpPr>
          <p:spPr>
            <a:xfrm>
              <a:off x="9873158" y="623951"/>
              <a:ext cx="10190" cy="9657"/>
            </a:xfrm>
            <a:custGeom>
              <a:avLst/>
              <a:gdLst>
                <a:gd name="csX0" fmla="*/ 1790 w 10190"/>
                <a:gd name="csY0" fmla="*/ 1462 h 9657"/>
                <a:gd name="csX1" fmla="*/ 2108 w 10190"/>
                <a:gd name="csY1" fmla="*/ 8815 h 9657"/>
                <a:gd name="csX2" fmla="*/ 9473 w 10190"/>
                <a:gd name="csY2" fmla="*/ 6977 h 9657"/>
                <a:gd name="csX3" fmla="*/ 1663 w 10190"/>
                <a:gd name="csY3" fmla="*/ 1462 h 9657"/>
                <a:gd name="csX4" fmla="*/ 1790 w 10190"/>
                <a:gd name="csY4" fmla="*/ 1462 h 9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0" h="9657">
                  <a:moveTo>
                    <a:pt x="1790" y="1462"/>
                  </a:moveTo>
                  <a:cubicBezTo>
                    <a:pt x="1599" y="2219"/>
                    <a:pt x="-2338" y="8166"/>
                    <a:pt x="2108" y="8815"/>
                  </a:cubicBezTo>
                  <a:cubicBezTo>
                    <a:pt x="4394" y="8815"/>
                    <a:pt x="12648" y="11627"/>
                    <a:pt x="9473" y="6977"/>
                  </a:cubicBezTo>
                  <a:cubicBezTo>
                    <a:pt x="9473" y="6977"/>
                    <a:pt x="4076" y="-3837"/>
                    <a:pt x="1663" y="1462"/>
                  </a:cubicBezTo>
                  <a:lnTo>
                    <a:pt x="1790" y="1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183EC99C-06D4-9F2B-B672-02F7C2CF33A4}"/>
                </a:ext>
              </a:extLst>
            </p:cNvPr>
            <p:cNvSpPr/>
            <p:nvPr/>
          </p:nvSpPr>
          <p:spPr>
            <a:xfrm>
              <a:off x="10291150" y="849690"/>
              <a:ext cx="15717" cy="9690"/>
            </a:xfrm>
            <a:custGeom>
              <a:avLst/>
              <a:gdLst>
                <a:gd name="csX0" fmla="*/ 13946 w 15717"/>
                <a:gd name="csY0" fmla="*/ 866 h 9690"/>
                <a:gd name="csX1" fmla="*/ 4612 w 15717"/>
                <a:gd name="csY1" fmla="*/ 866 h 9690"/>
                <a:gd name="csX2" fmla="*/ 1183 w 15717"/>
                <a:gd name="csY2" fmla="*/ 5946 h 9690"/>
                <a:gd name="csX3" fmla="*/ 10708 w 15717"/>
                <a:gd name="csY3" fmla="*/ 8328 h 9690"/>
                <a:gd name="csX4" fmla="*/ 14010 w 15717"/>
                <a:gd name="csY4" fmla="*/ 758 h 9690"/>
                <a:gd name="csX5" fmla="*/ 13946 w 15717"/>
                <a:gd name="csY5" fmla="*/ 866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717" h="9690">
                  <a:moveTo>
                    <a:pt x="13946" y="866"/>
                  </a:moveTo>
                  <a:cubicBezTo>
                    <a:pt x="12930" y="866"/>
                    <a:pt x="8740" y="-1083"/>
                    <a:pt x="4612" y="866"/>
                  </a:cubicBezTo>
                  <a:cubicBezTo>
                    <a:pt x="4612" y="866"/>
                    <a:pt x="-2818" y="3133"/>
                    <a:pt x="1183" y="5946"/>
                  </a:cubicBezTo>
                  <a:cubicBezTo>
                    <a:pt x="3215" y="6918"/>
                    <a:pt x="6898" y="12112"/>
                    <a:pt x="10708" y="8328"/>
                  </a:cubicBezTo>
                  <a:cubicBezTo>
                    <a:pt x="11851" y="6702"/>
                    <a:pt x="18900" y="1946"/>
                    <a:pt x="14010" y="758"/>
                  </a:cubicBezTo>
                  <a:lnTo>
                    <a:pt x="13946" y="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CF1BAD2-69E0-B563-D391-901FA26444EA}"/>
                </a:ext>
              </a:extLst>
            </p:cNvPr>
            <p:cNvSpPr/>
            <p:nvPr/>
          </p:nvSpPr>
          <p:spPr>
            <a:xfrm>
              <a:off x="9221739" y="604016"/>
              <a:ext cx="20359" cy="13922"/>
            </a:xfrm>
            <a:custGeom>
              <a:avLst/>
              <a:gdLst>
                <a:gd name="csX0" fmla="*/ 18209 w 20359"/>
                <a:gd name="csY0" fmla="*/ 417 h 13922"/>
                <a:gd name="csX1" fmla="*/ 2080 w 20359"/>
                <a:gd name="csY1" fmla="*/ 4202 h 13922"/>
                <a:gd name="csX2" fmla="*/ 2271 w 20359"/>
                <a:gd name="csY2" fmla="*/ 13826 h 13922"/>
                <a:gd name="csX3" fmla="*/ 17574 w 20359"/>
                <a:gd name="csY3" fmla="*/ 10258 h 13922"/>
                <a:gd name="csX4" fmla="*/ 18209 w 20359"/>
                <a:gd name="csY4" fmla="*/ 525 h 13922"/>
                <a:gd name="csX5" fmla="*/ 18209 w 20359"/>
                <a:gd name="csY5" fmla="*/ 417 h 13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359" h="13922">
                  <a:moveTo>
                    <a:pt x="18209" y="417"/>
                  </a:moveTo>
                  <a:cubicBezTo>
                    <a:pt x="18209" y="417"/>
                    <a:pt x="4112" y="-1854"/>
                    <a:pt x="2080" y="4202"/>
                  </a:cubicBezTo>
                  <a:cubicBezTo>
                    <a:pt x="1763" y="6257"/>
                    <a:pt x="-2555" y="13826"/>
                    <a:pt x="2271" y="13826"/>
                  </a:cubicBezTo>
                  <a:cubicBezTo>
                    <a:pt x="8430" y="13177"/>
                    <a:pt x="15161" y="15881"/>
                    <a:pt x="17574" y="10258"/>
                  </a:cubicBezTo>
                  <a:cubicBezTo>
                    <a:pt x="18209" y="7770"/>
                    <a:pt x="23099" y="525"/>
                    <a:pt x="18209" y="525"/>
                  </a:cubicBezTo>
                  <a:lnTo>
                    <a:pt x="18209" y="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315D60B8-7328-571A-0147-5787E2AC1B3D}"/>
                </a:ext>
              </a:extLst>
            </p:cNvPr>
            <p:cNvSpPr/>
            <p:nvPr/>
          </p:nvSpPr>
          <p:spPr>
            <a:xfrm>
              <a:off x="9179267" y="605334"/>
              <a:ext cx="30626" cy="13926"/>
            </a:xfrm>
            <a:custGeom>
              <a:avLst/>
              <a:gdLst>
                <a:gd name="csX0" fmla="*/ 2007 w 30626"/>
                <a:gd name="csY0" fmla="*/ 4939 h 13926"/>
                <a:gd name="csX1" fmla="*/ 356 w 30626"/>
                <a:gd name="csY1" fmla="*/ 9265 h 13926"/>
                <a:gd name="csX2" fmla="*/ 1372 w 30626"/>
                <a:gd name="csY2" fmla="*/ 11211 h 13926"/>
                <a:gd name="csX3" fmla="*/ 28740 w 30626"/>
                <a:gd name="csY3" fmla="*/ 9589 h 13926"/>
                <a:gd name="csX4" fmla="*/ 28105 w 30626"/>
                <a:gd name="csY4" fmla="*/ 2452 h 13926"/>
                <a:gd name="csX5" fmla="*/ 1880 w 30626"/>
                <a:gd name="csY5" fmla="*/ 5047 h 13926"/>
                <a:gd name="csX6" fmla="*/ 2007 w 30626"/>
                <a:gd name="csY6" fmla="*/ 4939 h 13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626" h="13926">
                  <a:moveTo>
                    <a:pt x="2007" y="4939"/>
                  </a:moveTo>
                  <a:cubicBezTo>
                    <a:pt x="165" y="5371"/>
                    <a:pt x="-470" y="7318"/>
                    <a:pt x="356" y="9265"/>
                  </a:cubicBezTo>
                  <a:lnTo>
                    <a:pt x="1372" y="11211"/>
                  </a:lnTo>
                  <a:cubicBezTo>
                    <a:pt x="3722" y="15861"/>
                    <a:pt x="6515" y="14023"/>
                    <a:pt x="28740" y="9589"/>
                  </a:cubicBezTo>
                  <a:cubicBezTo>
                    <a:pt x="33186" y="8724"/>
                    <a:pt x="28423" y="3317"/>
                    <a:pt x="28105" y="2452"/>
                  </a:cubicBezTo>
                  <a:cubicBezTo>
                    <a:pt x="25502" y="-1874"/>
                    <a:pt x="23216" y="-144"/>
                    <a:pt x="1880" y="5047"/>
                  </a:cubicBezTo>
                  <a:lnTo>
                    <a:pt x="2007" y="49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801AAB18-788F-B90E-DE85-EAADE57C8D9B}"/>
                </a:ext>
              </a:extLst>
            </p:cNvPr>
            <p:cNvSpPr/>
            <p:nvPr/>
          </p:nvSpPr>
          <p:spPr>
            <a:xfrm>
              <a:off x="9205094" y="561294"/>
              <a:ext cx="47153" cy="25484"/>
            </a:xfrm>
            <a:custGeom>
              <a:avLst/>
              <a:gdLst>
                <a:gd name="csX0" fmla="*/ 45649 w 47153"/>
                <a:gd name="csY0" fmla="*/ 858 h 25484"/>
                <a:gd name="csX1" fmla="*/ 45014 w 47153"/>
                <a:gd name="csY1" fmla="*/ 425 h 25484"/>
                <a:gd name="csX2" fmla="*/ 29964 w 47153"/>
                <a:gd name="csY2" fmla="*/ 5724 h 25484"/>
                <a:gd name="csX3" fmla="*/ 1389 w 47153"/>
                <a:gd name="csY3" fmla="*/ 16214 h 25484"/>
                <a:gd name="csX4" fmla="*/ 22090 w 47153"/>
                <a:gd name="csY4" fmla="*/ 25189 h 25484"/>
                <a:gd name="csX5" fmla="*/ 46221 w 47153"/>
                <a:gd name="csY5" fmla="*/ 5400 h 25484"/>
                <a:gd name="csX6" fmla="*/ 45776 w 47153"/>
                <a:gd name="csY6" fmla="*/ 966 h 25484"/>
                <a:gd name="csX7" fmla="*/ 45649 w 47153"/>
                <a:gd name="csY7" fmla="*/ 858 h 2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153" h="25484">
                  <a:moveTo>
                    <a:pt x="45649" y="858"/>
                  </a:moveTo>
                  <a:lnTo>
                    <a:pt x="45014" y="425"/>
                  </a:lnTo>
                  <a:cubicBezTo>
                    <a:pt x="41331" y="-1846"/>
                    <a:pt x="29964" y="5724"/>
                    <a:pt x="29964" y="5724"/>
                  </a:cubicBezTo>
                  <a:cubicBezTo>
                    <a:pt x="25964" y="8103"/>
                    <a:pt x="23996" y="8536"/>
                    <a:pt x="1389" y="16214"/>
                  </a:cubicBezTo>
                  <a:cubicBezTo>
                    <a:pt x="-3119" y="17727"/>
                    <a:pt x="3231" y="19025"/>
                    <a:pt x="22090" y="25189"/>
                  </a:cubicBezTo>
                  <a:cubicBezTo>
                    <a:pt x="26282" y="26595"/>
                    <a:pt x="27996" y="23458"/>
                    <a:pt x="46221" y="5400"/>
                  </a:cubicBezTo>
                  <a:cubicBezTo>
                    <a:pt x="47618" y="3994"/>
                    <a:pt x="47427" y="1939"/>
                    <a:pt x="45776" y="966"/>
                  </a:cubicBezTo>
                  <a:lnTo>
                    <a:pt x="45649" y="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33A9C7C2-9157-7E51-9314-2FD5C7B6AFE3}"/>
                </a:ext>
              </a:extLst>
            </p:cNvPr>
            <p:cNvSpPr/>
            <p:nvPr/>
          </p:nvSpPr>
          <p:spPr>
            <a:xfrm>
              <a:off x="8722404" y="664213"/>
              <a:ext cx="27383" cy="14746"/>
            </a:xfrm>
            <a:custGeom>
              <a:avLst/>
              <a:gdLst>
                <a:gd name="csX0" fmla="*/ 23958 w 27383"/>
                <a:gd name="csY0" fmla="*/ 2727 h 14746"/>
                <a:gd name="csX1" fmla="*/ 2241 w 27383"/>
                <a:gd name="csY1" fmla="*/ 22 h 14746"/>
                <a:gd name="csX2" fmla="*/ 273 w 27383"/>
                <a:gd name="csY2" fmla="*/ 3267 h 14746"/>
                <a:gd name="csX3" fmla="*/ 7385 w 27383"/>
                <a:gd name="csY3" fmla="*/ 12995 h 14746"/>
                <a:gd name="csX4" fmla="*/ 23958 w 27383"/>
                <a:gd name="csY4" fmla="*/ 14728 h 14746"/>
                <a:gd name="csX5" fmla="*/ 27324 w 27383"/>
                <a:gd name="csY5" fmla="*/ 11052 h 14746"/>
                <a:gd name="csX6" fmla="*/ 23958 w 27383"/>
                <a:gd name="csY6" fmla="*/ 2727 h 14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3" h="14746">
                  <a:moveTo>
                    <a:pt x="23958" y="2727"/>
                  </a:moveTo>
                  <a:lnTo>
                    <a:pt x="2241" y="22"/>
                  </a:lnTo>
                  <a:cubicBezTo>
                    <a:pt x="400" y="-194"/>
                    <a:pt x="-489" y="1209"/>
                    <a:pt x="273" y="3267"/>
                  </a:cubicBezTo>
                  <a:cubicBezTo>
                    <a:pt x="1543" y="5534"/>
                    <a:pt x="2559" y="12563"/>
                    <a:pt x="7385" y="12995"/>
                  </a:cubicBezTo>
                  <a:lnTo>
                    <a:pt x="23958" y="14728"/>
                  </a:lnTo>
                  <a:cubicBezTo>
                    <a:pt x="25800" y="14944"/>
                    <a:pt x="27324" y="13211"/>
                    <a:pt x="27324" y="11052"/>
                  </a:cubicBezTo>
                  <a:cubicBezTo>
                    <a:pt x="27133" y="9858"/>
                    <a:pt x="28530" y="3375"/>
                    <a:pt x="23958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7376871F-2FBD-A4A9-452B-7B4287EC82CC}"/>
                </a:ext>
              </a:extLst>
            </p:cNvPr>
            <p:cNvSpPr/>
            <p:nvPr/>
          </p:nvSpPr>
          <p:spPr>
            <a:xfrm>
              <a:off x="8693879" y="665473"/>
              <a:ext cx="18510" cy="17133"/>
            </a:xfrm>
            <a:custGeom>
              <a:avLst/>
              <a:gdLst>
                <a:gd name="csX0" fmla="*/ 16860 w 18510"/>
                <a:gd name="csY0" fmla="*/ 14656 h 17133"/>
                <a:gd name="csX1" fmla="*/ 6954 w 18510"/>
                <a:gd name="csY1" fmla="*/ 921 h 17133"/>
                <a:gd name="csX2" fmla="*/ 2191 w 18510"/>
                <a:gd name="csY2" fmla="*/ 1467 h 17133"/>
                <a:gd name="csX3" fmla="*/ 1112 w 18510"/>
                <a:gd name="csY3" fmla="*/ 2978 h 17133"/>
                <a:gd name="csX4" fmla="*/ 2700 w 18510"/>
                <a:gd name="csY4" fmla="*/ 14440 h 17133"/>
                <a:gd name="csX5" fmla="*/ 16860 w 18510"/>
                <a:gd name="csY5" fmla="*/ 14656 h 17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10" h="17133">
                  <a:moveTo>
                    <a:pt x="16860" y="14656"/>
                  </a:moveTo>
                  <a:cubicBezTo>
                    <a:pt x="21241" y="13468"/>
                    <a:pt x="16542" y="10331"/>
                    <a:pt x="6954" y="921"/>
                  </a:cubicBezTo>
                  <a:cubicBezTo>
                    <a:pt x="5557" y="-483"/>
                    <a:pt x="3335" y="-267"/>
                    <a:pt x="2191" y="1467"/>
                  </a:cubicBezTo>
                  <a:lnTo>
                    <a:pt x="1112" y="2978"/>
                  </a:lnTo>
                  <a:cubicBezTo>
                    <a:pt x="-1935" y="7302"/>
                    <a:pt x="2191" y="12389"/>
                    <a:pt x="2700" y="14440"/>
                  </a:cubicBezTo>
                  <a:cubicBezTo>
                    <a:pt x="5176" y="19958"/>
                    <a:pt x="11716" y="15411"/>
                    <a:pt x="16860" y="14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FA7A7360-0744-A6C3-D2F9-944BFF6CB092}"/>
                </a:ext>
              </a:extLst>
            </p:cNvPr>
            <p:cNvSpPr/>
            <p:nvPr/>
          </p:nvSpPr>
          <p:spPr>
            <a:xfrm>
              <a:off x="8949288" y="561005"/>
              <a:ext cx="15807" cy="25088"/>
            </a:xfrm>
            <a:custGeom>
              <a:avLst/>
              <a:gdLst>
                <a:gd name="csX0" fmla="*/ 12593 w 15807"/>
                <a:gd name="csY0" fmla="*/ 389 h 25088"/>
                <a:gd name="csX1" fmla="*/ 20 w 15807"/>
                <a:gd name="csY1" fmla="*/ 10879 h 25088"/>
                <a:gd name="csX2" fmla="*/ 3068 w 15807"/>
                <a:gd name="csY2" fmla="*/ 24613 h 25088"/>
                <a:gd name="csX3" fmla="*/ 15705 w 15807"/>
                <a:gd name="csY3" fmla="*/ 12609 h 25088"/>
                <a:gd name="csX4" fmla="*/ 12593 w 15807"/>
                <a:gd name="csY4" fmla="*/ 389 h 25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807" h="25088">
                  <a:moveTo>
                    <a:pt x="12593" y="389"/>
                  </a:moveTo>
                  <a:cubicBezTo>
                    <a:pt x="7196" y="3958"/>
                    <a:pt x="20" y="4499"/>
                    <a:pt x="20" y="10879"/>
                  </a:cubicBezTo>
                  <a:cubicBezTo>
                    <a:pt x="592" y="16286"/>
                    <a:pt x="-1568" y="27532"/>
                    <a:pt x="3068" y="24613"/>
                  </a:cubicBezTo>
                  <a:cubicBezTo>
                    <a:pt x="8719" y="20287"/>
                    <a:pt x="15705" y="18989"/>
                    <a:pt x="15705" y="12609"/>
                  </a:cubicBezTo>
                  <a:cubicBezTo>
                    <a:pt x="15197" y="7959"/>
                    <a:pt x="17482" y="-2097"/>
                    <a:pt x="12593" y="3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61E74611-4F52-6C15-FC7D-B0E1F3BC236F}"/>
                </a:ext>
              </a:extLst>
            </p:cNvPr>
            <p:cNvSpPr/>
            <p:nvPr/>
          </p:nvSpPr>
          <p:spPr>
            <a:xfrm>
              <a:off x="11271561" y="1923235"/>
              <a:ext cx="11830" cy="13757"/>
            </a:xfrm>
            <a:custGeom>
              <a:avLst/>
              <a:gdLst>
                <a:gd name="csX0" fmla="*/ 10230 w 11830"/>
                <a:gd name="csY0" fmla="*/ 1450 h 13757"/>
                <a:gd name="csX1" fmla="*/ 8388 w 11830"/>
                <a:gd name="csY1" fmla="*/ 478 h 13757"/>
                <a:gd name="csX2" fmla="*/ 387 w 11830"/>
                <a:gd name="csY2" fmla="*/ 8803 h 13757"/>
                <a:gd name="csX3" fmla="*/ 1911 w 11830"/>
                <a:gd name="csY3" fmla="*/ 13343 h 13757"/>
                <a:gd name="csX4" fmla="*/ 2229 w 11830"/>
                <a:gd name="csY4" fmla="*/ 13343 h 13757"/>
                <a:gd name="csX5" fmla="*/ 11245 w 11830"/>
                <a:gd name="csY5" fmla="*/ 6098 h 13757"/>
                <a:gd name="csX6" fmla="*/ 10166 w 11830"/>
                <a:gd name="csY6" fmla="*/ 1450 h 13757"/>
                <a:gd name="csX7" fmla="*/ 10230 w 11830"/>
                <a:gd name="csY7" fmla="*/ 1450 h 13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30" h="13757">
                  <a:moveTo>
                    <a:pt x="10230" y="1450"/>
                  </a:moveTo>
                  <a:lnTo>
                    <a:pt x="8388" y="478"/>
                  </a:lnTo>
                  <a:cubicBezTo>
                    <a:pt x="3753" y="-2011"/>
                    <a:pt x="2419" y="5882"/>
                    <a:pt x="387" y="8803"/>
                  </a:cubicBezTo>
                  <a:cubicBezTo>
                    <a:pt x="-502" y="10530"/>
                    <a:pt x="196" y="12588"/>
                    <a:pt x="1911" y="13343"/>
                  </a:cubicBezTo>
                  <a:lnTo>
                    <a:pt x="2229" y="13343"/>
                  </a:lnTo>
                  <a:cubicBezTo>
                    <a:pt x="6864" y="15509"/>
                    <a:pt x="9023" y="8587"/>
                    <a:pt x="11245" y="6098"/>
                  </a:cubicBezTo>
                  <a:cubicBezTo>
                    <a:pt x="12325" y="4479"/>
                    <a:pt x="11881" y="2421"/>
                    <a:pt x="10166" y="1450"/>
                  </a:cubicBezTo>
                  <a:lnTo>
                    <a:pt x="10230" y="14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A42DA768-9321-33CD-6F10-A625DFD44750}"/>
                </a:ext>
              </a:extLst>
            </p:cNvPr>
            <p:cNvSpPr/>
            <p:nvPr/>
          </p:nvSpPr>
          <p:spPr>
            <a:xfrm>
              <a:off x="8376221" y="1353286"/>
              <a:ext cx="190" cy="455"/>
            </a:xfrm>
            <a:custGeom>
              <a:avLst/>
              <a:gdLst>
                <a:gd name="csX0" fmla="*/ 191 w 190"/>
                <a:gd name="csY0" fmla="*/ 216 h 455"/>
                <a:gd name="csX1" fmla="*/ 0 w 190"/>
                <a:gd name="csY1" fmla="*/ 0 h 455"/>
                <a:gd name="csX2" fmla="*/ 191 w 190"/>
                <a:gd name="csY2" fmla="*/ 216 h 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0" h="455">
                  <a:moveTo>
                    <a:pt x="191" y="216"/>
                  </a:moveTo>
                  <a:cubicBezTo>
                    <a:pt x="191" y="216"/>
                    <a:pt x="127" y="0"/>
                    <a:pt x="0" y="0"/>
                  </a:cubicBezTo>
                  <a:cubicBezTo>
                    <a:pt x="127" y="438"/>
                    <a:pt x="191" y="654"/>
                    <a:pt x="191" y="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9306752D-6CE1-6398-504D-A52632EB6BA2}"/>
                </a:ext>
              </a:extLst>
            </p:cNvPr>
            <p:cNvSpPr/>
            <p:nvPr/>
          </p:nvSpPr>
          <p:spPr>
            <a:xfrm>
              <a:off x="8258203" y="886400"/>
              <a:ext cx="63068" cy="40272"/>
            </a:xfrm>
            <a:custGeom>
              <a:avLst/>
              <a:gdLst>
                <a:gd name="csX0" fmla="*/ 57503 w 63068"/>
                <a:gd name="csY0" fmla="*/ 15090 h 40272"/>
                <a:gd name="csX1" fmla="*/ 34262 w 63068"/>
                <a:gd name="csY1" fmla="*/ 161 h 40272"/>
                <a:gd name="csX2" fmla="*/ 543 w 63068"/>
                <a:gd name="csY2" fmla="*/ 10760 h 40272"/>
                <a:gd name="csX3" fmla="*/ 2512 w 63068"/>
                <a:gd name="csY3" fmla="*/ 18221 h 40272"/>
                <a:gd name="csX4" fmla="*/ 2512 w 63068"/>
                <a:gd name="csY4" fmla="*/ 39525 h 40272"/>
                <a:gd name="csX5" fmla="*/ 22768 w 63068"/>
                <a:gd name="csY5" fmla="*/ 37906 h 40272"/>
                <a:gd name="csX6" fmla="*/ 30452 w 63068"/>
                <a:gd name="csY6" fmla="*/ 32712 h 40272"/>
                <a:gd name="csX7" fmla="*/ 47470 w 63068"/>
                <a:gd name="csY7" fmla="*/ 28171 h 40272"/>
                <a:gd name="csX8" fmla="*/ 62837 w 63068"/>
                <a:gd name="csY8" fmla="*/ 26552 h 40272"/>
                <a:gd name="csX9" fmla="*/ 57503 w 63068"/>
                <a:gd name="csY9" fmla="*/ 15090 h 4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068" h="40272">
                  <a:moveTo>
                    <a:pt x="57503" y="15090"/>
                  </a:moveTo>
                  <a:cubicBezTo>
                    <a:pt x="40167" y="1571"/>
                    <a:pt x="38643" y="-702"/>
                    <a:pt x="34262" y="161"/>
                  </a:cubicBezTo>
                  <a:cubicBezTo>
                    <a:pt x="2194" y="6327"/>
                    <a:pt x="-854" y="5464"/>
                    <a:pt x="543" y="10760"/>
                  </a:cubicBezTo>
                  <a:lnTo>
                    <a:pt x="2512" y="18221"/>
                  </a:lnTo>
                  <a:cubicBezTo>
                    <a:pt x="4988" y="27632"/>
                    <a:pt x="-4219" y="39201"/>
                    <a:pt x="2512" y="39525"/>
                  </a:cubicBezTo>
                  <a:cubicBezTo>
                    <a:pt x="2512" y="39525"/>
                    <a:pt x="18450" y="42014"/>
                    <a:pt x="22768" y="37906"/>
                  </a:cubicBezTo>
                  <a:cubicBezTo>
                    <a:pt x="23657" y="37150"/>
                    <a:pt x="26197" y="33905"/>
                    <a:pt x="30452" y="32712"/>
                  </a:cubicBezTo>
                  <a:lnTo>
                    <a:pt x="47470" y="28171"/>
                  </a:lnTo>
                  <a:cubicBezTo>
                    <a:pt x="55153" y="26120"/>
                    <a:pt x="64678" y="33366"/>
                    <a:pt x="62837" y="26552"/>
                  </a:cubicBezTo>
                  <a:cubicBezTo>
                    <a:pt x="62075" y="24387"/>
                    <a:pt x="61503" y="18221"/>
                    <a:pt x="57503" y="150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CD66048E-DD2A-A355-8C81-6CF4D890D43B}"/>
                </a:ext>
              </a:extLst>
            </p:cNvPr>
            <p:cNvSpPr/>
            <p:nvPr/>
          </p:nvSpPr>
          <p:spPr>
            <a:xfrm>
              <a:off x="7773796" y="511809"/>
              <a:ext cx="4418204" cy="2304683"/>
            </a:xfrm>
            <a:custGeom>
              <a:avLst/>
              <a:gdLst>
                <a:gd name="csX0" fmla="*/ 1768007 w 4418204"/>
                <a:gd name="csY0" fmla="*/ 451 h 2304683"/>
                <a:gd name="csX1" fmla="*/ 1786510 w 4418204"/>
                <a:gd name="csY1" fmla="*/ 3736 h 2304683"/>
                <a:gd name="csX2" fmla="*/ 1792796 w 4418204"/>
                <a:gd name="csY2" fmla="*/ 10116 h 2304683"/>
                <a:gd name="csX3" fmla="*/ 1830769 w 4418204"/>
                <a:gd name="csY3" fmla="*/ 17469 h 2304683"/>
                <a:gd name="csX4" fmla="*/ 1839087 w 4418204"/>
                <a:gd name="csY4" fmla="*/ 31635 h 2304683"/>
                <a:gd name="csX5" fmla="*/ 1821371 w 4418204"/>
                <a:gd name="csY5" fmla="*/ 34014 h 2304683"/>
                <a:gd name="csX6" fmla="*/ 1799400 w 4418204"/>
                <a:gd name="csY6" fmla="*/ 47315 h 2304683"/>
                <a:gd name="csX7" fmla="*/ 1780984 w 4418204"/>
                <a:gd name="csY7" fmla="*/ 51316 h 2304683"/>
                <a:gd name="csX8" fmla="*/ 1779460 w 4418204"/>
                <a:gd name="csY8" fmla="*/ 53804 h 2304683"/>
                <a:gd name="csX9" fmla="*/ 1820926 w 4418204"/>
                <a:gd name="csY9" fmla="*/ 54561 h 2304683"/>
                <a:gd name="csX10" fmla="*/ 1820609 w 4418204"/>
                <a:gd name="csY10" fmla="*/ 61265 h 2304683"/>
                <a:gd name="csX11" fmla="*/ 1838134 w 4418204"/>
                <a:gd name="csY11" fmla="*/ 58994 h 2304683"/>
                <a:gd name="csX12" fmla="*/ 1882712 w 4418204"/>
                <a:gd name="csY12" fmla="*/ 66672 h 2304683"/>
                <a:gd name="csX13" fmla="*/ 1851914 w 4418204"/>
                <a:gd name="csY13" fmla="*/ 103438 h 2304683"/>
                <a:gd name="csX14" fmla="*/ 1901698 w 4418204"/>
                <a:gd name="csY14" fmla="*/ 107007 h 2304683"/>
                <a:gd name="csX15" fmla="*/ 1909128 w 4418204"/>
                <a:gd name="csY15" fmla="*/ 89705 h 2304683"/>
                <a:gd name="csX16" fmla="*/ 2010918 w 4418204"/>
                <a:gd name="csY16" fmla="*/ 86137 h 2304683"/>
                <a:gd name="csX17" fmla="*/ 2050288 w 4418204"/>
                <a:gd name="csY17" fmla="*/ 100411 h 2304683"/>
                <a:gd name="csX18" fmla="*/ 2071815 w 4418204"/>
                <a:gd name="csY18" fmla="*/ 101925 h 2304683"/>
                <a:gd name="csX19" fmla="*/ 2086737 w 4418204"/>
                <a:gd name="csY19" fmla="*/ 142908 h 2304683"/>
                <a:gd name="csX20" fmla="*/ 2095627 w 4418204"/>
                <a:gd name="csY20" fmla="*/ 143447 h 2304683"/>
                <a:gd name="csX21" fmla="*/ 2098993 w 4418204"/>
                <a:gd name="csY21" fmla="*/ 130690 h 2304683"/>
                <a:gd name="csX22" fmla="*/ 2108391 w 4418204"/>
                <a:gd name="csY22" fmla="*/ 129935 h 2304683"/>
                <a:gd name="csX23" fmla="*/ 2128012 w 4418204"/>
                <a:gd name="csY23" fmla="*/ 168536 h 2304683"/>
                <a:gd name="csX24" fmla="*/ 2124647 w 4418204"/>
                <a:gd name="csY24" fmla="*/ 181192 h 2304683"/>
                <a:gd name="csX25" fmla="*/ 2100835 w 4418204"/>
                <a:gd name="csY25" fmla="*/ 177623 h 2304683"/>
                <a:gd name="csX26" fmla="*/ 2087435 w 4418204"/>
                <a:gd name="csY26" fmla="*/ 180646 h 2304683"/>
                <a:gd name="csX27" fmla="*/ 2120456 w 4418204"/>
                <a:gd name="csY27" fmla="*/ 199143 h 2304683"/>
                <a:gd name="csX28" fmla="*/ 2119567 w 4418204"/>
                <a:gd name="csY28" fmla="*/ 212872 h 2304683"/>
                <a:gd name="csX29" fmla="*/ 2086864 w 4418204"/>
                <a:gd name="csY29" fmla="*/ 245422 h 2304683"/>
                <a:gd name="csX30" fmla="*/ 2068259 w 4418204"/>
                <a:gd name="csY30" fmla="*/ 251156 h 2304683"/>
                <a:gd name="csX31" fmla="*/ 2053654 w 4418204"/>
                <a:gd name="csY31" fmla="*/ 266186 h 2304683"/>
                <a:gd name="csX32" fmla="*/ 2030476 w 4418204"/>
                <a:gd name="csY32" fmla="*/ 271266 h 2304683"/>
                <a:gd name="csX33" fmla="*/ 1977962 w 4418204"/>
                <a:gd name="csY33" fmla="*/ 303601 h 2304683"/>
                <a:gd name="csX34" fmla="*/ 1973644 w 4418204"/>
                <a:gd name="csY34" fmla="*/ 315386 h 2304683"/>
                <a:gd name="csX35" fmla="*/ 1932622 w 4418204"/>
                <a:gd name="csY35" fmla="*/ 337338 h 2304683"/>
                <a:gd name="csX36" fmla="*/ 1913128 w 4418204"/>
                <a:gd name="csY36" fmla="*/ 361240 h 2304683"/>
                <a:gd name="csX37" fmla="*/ 1877187 w 4418204"/>
                <a:gd name="csY37" fmla="*/ 369672 h 2304683"/>
                <a:gd name="csX38" fmla="*/ 1862074 w 4418204"/>
                <a:gd name="csY38" fmla="*/ 387948 h 2304683"/>
                <a:gd name="csX39" fmla="*/ 1835848 w 4418204"/>
                <a:gd name="csY39" fmla="*/ 394761 h 2304683"/>
                <a:gd name="csX40" fmla="*/ 1824863 w 4418204"/>
                <a:gd name="csY40" fmla="*/ 420498 h 2304683"/>
                <a:gd name="csX41" fmla="*/ 1832293 w 4418204"/>
                <a:gd name="csY41" fmla="*/ 427311 h 2304683"/>
                <a:gd name="csX42" fmla="*/ 1849501 w 4418204"/>
                <a:gd name="csY42" fmla="*/ 407303 h 2304683"/>
                <a:gd name="csX43" fmla="*/ 1912621 w 4418204"/>
                <a:gd name="csY43" fmla="*/ 400819 h 2304683"/>
                <a:gd name="csX44" fmla="*/ 2015554 w 4418204"/>
                <a:gd name="csY44" fmla="*/ 357563 h 2304683"/>
                <a:gd name="csX45" fmla="*/ 2009140 w 4418204"/>
                <a:gd name="csY45" fmla="*/ 348584 h 2304683"/>
                <a:gd name="csX46" fmla="*/ 1971612 w 4418204"/>
                <a:gd name="csY46" fmla="*/ 359398 h 2304683"/>
                <a:gd name="csX47" fmla="*/ 1967802 w 4418204"/>
                <a:gd name="csY47" fmla="*/ 356369 h 2304683"/>
                <a:gd name="csX48" fmla="*/ 1969135 w 4418204"/>
                <a:gd name="csY48" fmla="*/ 345885 h 2304683"/>
                <a:gd name="csX49" fmla="*/ 1986090 w 4418204"/>
                <a:gd name="csY49" fmla="*/ 331287 h 2304683"/>
                <a:gd name="csX50" fmla="*/ 2020634 w 4418204"/>
                <a:gd name="csY50" fmla="*/ 333985 h 2304683"/>
                <a:gd name="csX51" fmla="*/ 2037271 w 4418204"/>
                <a:gd name="csY51" fmla="*/ 328690 h 2304683"/>
                <a:gd name="csX52" fmla="*/ 2032889 w 4418204"/>
                <a:gd name="csY52" fmla="*/ 343828 h 2304683"/>
                <a:gd name="csX53" fmla="*/ 2053082 w 4418204"/>
                <a:gd name="csY53" fmla="*/ 355182 h 2304683"/>
                <a:gd name="csX54" fmla="*/ 2087944 w 4418204"/>
                <a:gd name="csY54" fmla="*/ 355074 h 2304683"/>
                <a:gd name="csX55" fmla="*/ 2088579 w 4418204"/>
                <a:gd name="csY55" fmla="*/ 337014 h 2304683"/>
                <a:gd name="csX56" fmla="*/ 2108200 w 4418204"/>
                <a:gd name="csY56" fmla="*/ 359074 h 2304683"/>
                <a:gd name="csX57" fmla="*/ 2102803 w 4418204"/>
                <a:gd name="csY57" fmla="*/ 385351 h 2304683"/>
                <a:gd name="csX58" fmla="*/ 2118170 w 4418204"/>
                <a:gd name="csY58" fmla="*/ 395625 h 2304683"/>
                <a:gd name="csX59" fmla="*/ 2128139 w 4418204"/>
                <a:gd name="csY59" fmla="*/ 391732 h 2304683"/>
                <a:gd name="csX60" fmla="*/ 2128139 w 4418204"/>
                <a:gd name="csY60" fmla="*/ 386976 h 2304683"/>
                <a:gd name="csX61" fmla="*/ 2121154 w 4418204"/>
                <a:gd name="csY61" fmla="*/ 380702 h 2304683"/>
                <a:gd name="csX62" fmla="*/ 2136458 w 4418204"/>
                <a:gd name="csY62" fmla="*/ 371838 h 2304683"/>
                <a:gd name="csX63" fmla="*/ 2155825 w 4418204"/>
                <a:gd name="csY63" fmla="*/ 371514 h 2304683"/>
                <a:gd name="csX64" fmla="*/ 2180400 w 4418204"/>
                <a:gd name="csY64" fmla="*/ 358750 h 2304683"/>
                <a:gd name="csX65" fmla="*/ 2262315 w 4418204"/>
                <a:gd name="csY65" fmla="*/ 369672 h 2304683"/>
                <a:gd name="csX66" fmla="*/ 2320036 w 4418204"/>
                <a:gd name="csY66" fmla="*/ 373997 h 2304683"/>
                <a:gd name="csX67" fmla="*/ 2320672 w 4418204"/>
                <a:gd name="csY67" fmla="*/ 375730 h 2304683"/>
                <a:gd name="csX68" fmla="*/ 2318957 w 4418204"/>
                <a:gd name="csY68" fmla="*/ 380271 h 2304683"/>
                <a:gd name="csX69" fmla="*/ 2302447 w 4418204"/>
                <a:gd name="csY69" fmla="*/ 384703 h 2304683"/>
                <a:gd name="csX70" fmla="*/ 2296287 w 4418204"/>
                <a:gd name="csY70" fmla="*/ 398654 h 2304683"/>
                <a:gd name="csX71" fmla="*/ 2298827 w 4418204"/>
                <a:gd name="csY71" fmla="*/ 403302 h 2304683"/>
                <a:gd name="csX72" fmla="*/ 2338197 w 4418204"/>
                <a:gd name="csY72" fmla="*/ 411741 h 2304683"/>
                <a:gd name="csX73" fmla="*/ 2344801 w 4418204"/>
                <a:gd name="csY73" fmla="*/ 406871 h 2304683"/>
                <a:gd name="csX74" fmla="*/ 2368614 w 4418204"/>
                <a:gd name="csY74" fmla="*/ 406655 h 2304683"/>
                <a:gd name="csX75" fmla="*/ 2370900 w 4418204"/>
                <a:gd name="csY75" fmla="*/ 419958 h 2304683"/>
                <a:gd name="csX76" fmla="*/ 2428812 w 4418204"/>
                <a:gd name="csY76" fmla="*/ 426340 h 2304683"/>
                <a:gd name="csX77" fmla="*/ 2454466 w 4418204"/>
                <a:gd name="csY77" fmla="*/ 413360 h 2304683"/>
                <a:gd name="csX78" fmla="*/ 2478151 w 4418204"/>
                <a:gd name="csY78" fmla="*/ 426880 h 2304683"/>
                <a:gd name="csX79" fmla="*/ 2488185 w 4418204"/>
                <a:gd name="csY79" fmla="*/ 413792 h 2304683"/>
                <a:gd name="csX80" fmla="*/ 2480184 w 4418204"/>
                <a:gd name="csY80" fmla="*/ 380594 h 2304683"/>
                <a:gd name="csX81" fmla="*/ 2499487 w 4418204"/>
                <a:gd name="csY81" fmla="*/ 353131 h 2304683"/>
                <a:gd name="csX82" fmla="*/ 2506599 w 4418204"/>
                <a:gd name="csY82" fmla="*/ 357347 h 2304683"/>
                <a:gd name="csX83" fmla="*/ 2519680 w 4418204"/>
                <a:gd name="csY83" fmla="*/ 354426 h 2304683"/>
                <a:gd name="csX84" fmla="*/ 2576830 w 4418204"/>
                <a:gd name="csY84" fmla="*/ 377997 h 2304683"/>
                <a:gd name="csX85" fmla="*/ 2590356 w 4418204"/>
                <a:gd name="csY85" fmla="*/ 372486 h 2304683"/>
                <a:gd name="csX86" fmla="*/ 2595055 w 4418204"/>
                <a:gd name="csY86" fmla="*/ 377134 h 2304683"/>
                <a:gd name="csX87" fmla="*/ 2592896 w 4418204"/>
                <a:gd name="csY87" fmla="*/ 382544 h 2304683"/>
                <a:gd name="csX88" fmla="*/ 2592642 w 4418204"/>
                <a:gd name="csY88" fmla="*/ 382544 h 2304683"/>
                <a:gd name="csX89" fmla="*/ 2583879 w 4418204"/>
                <a:gd name="csY89" fmla="*/ 405036 h 2304683"/>
                <a:gd name="csX90" fmla="*/ 2586292 w 4418204"/>
                <a:gd name="csY90" fmla="*/ 408712 h 2304683"/>
                <a:gd name="csX91" fmla="*/ 2586610 w 4418204"/>
                <a:gd name="csY91" fmla="*/ 408712 h 2304683"/>
                <a:gd name="csX92" fmla="*/ 2611501 w 4418204"/>
                <a:gd name="csY92" fmla="*/ 381134 h 2304683"/>
                <a:gd name="csX93" fmla="*/ 2662810 w 4418204"/>
                <a:gd name="csY93" fmla="*/ 386113 h 2304683"/>
                <a:gd name="csX94" fmla="*/ 2653602 w 4418204"/>
                <a:gd name="csY94" fmla="*/ 402438 h 2304683"/>
                <a:gd name="csX95" fmla="*/ 2655951 w 4418204"/>
                <a:gd name="csY95" fmla="*/ 412821 h 2304683"/>
                <a:gd name="csX96" fmla="*/ 2660841 w 4418204"/>
                <a:gd name="csY96" fmla="*/ 413900 h 2304683"/>
                <a:gd name="csX97" fmla="*/ 2676652 w 4418204"/>
                <a:gd name="csY97" fmla="*/ 402115 h 2304683"/>
                <a:gd name="csX98" fmla="*/ 2708784 w 4418204"/>
                <a:gd name="csY98" fmla="*/ 426124 h 2304683"/>
                <a:gd name="csX99" fmla="*/ 2711387 w 4418204"/>
                <a:gd name="csY99" fmla="*/ 432607 h 2304683"/>
                <a:gd name="csX100" fmla="*/ 2707386 w 4418204"/>
                <a:gd name="csY100" fmla="*/ 453696 h 2304683"/>
                <a:gd name="csX101" fmla="*/ 2668778 w 4418204"/>
                <a:gd name="csY101" fmla="*/ 458020 h 2304683"/>
                <a:gd name="csX102" fmla="*/ 2683256 w 4418204"/>
                <a:gd name="csY102" fmla="*/ 470460 h 2304683"/>
                <a:gd name="csX103" fmla="*/ 2708148 w 4418204"/>
                <a:gd name="csY103" fmla="*/ 474352 h 2304683"/>
                <a:gd name="csX104" fmla="*/ 2709546 w 4418204"/>
                <a:gd name="csY104" fmla="*/ 496736 h 2304683"/>
                <a:gd name="csX105" fmla="*/ 2705989 w 4418204"/>
                <a:gd name="csY105" fmla="*/ 499549 h 2304683"/>
                <a:gd name="csX106" fmla="*/ 2666365 w 4418204"/>
                <a:gd name="csY106" fmla="*/ 484950 h 2304683"/>
                <a:gd name="csX107" fmla="*/ 2658809 w 4418204"/>
                <a:gd name="csY107" fmla="*/ 491973 h 2304683"/>
                <a:gd name="csX108" fmla="*/ 2679383 w 4418204"/>
                <a:gd name="csY108" fmla="*/ 517386 h 2304683"/>
                <a:gd name="csX109" fmla="*/ 2710117 w 4418204"/>
                <a:gd name="csY109" fmla="*/ 525609 h 2304683"/>
                <a:gd name="csX110" fmla="*/ 2710497 w 4418204"/>
                <a:gd name="csY110" fmla="*/ 526581 h 2304683"/>
                <a:gd name="csX111" fmla="*/ 2700274 w 4418204"/>
                <a:gd name="csY111" fmla="*/ 544748 h 2304683"/>
                <a:gd name="csX112" fmla="*/ 2731389 w 4418204"/>
                <a:gd name="csY112" fmla="*/ 586919 h 2304683"/>
                <a:gd name="csX113" fmla="*/ 2779586 w 4418204"/>
                <a:gd name="csY113" fmla="*/ 612439 h 2304683"/>
                <a:gd name="csX114" fmla="*/ 2819718 w 4418204"/>
                <a:gd name="csY114" fmla="*/ 530150 h 2304683"/>
                <a:gd name="csX115" fmla="*/ 2837942 w 4418204"/>
                <a:gd name="csY115" fmla="*/ 511982 h 2304683"/>
                <a:gd name="csX116" fmla="*/ 2854389 w 4418204"/>
                <a:gd name="csY116" fmla="*/ 511766 h 2304683"/>
                <a:gd name="csX117" fmla="*/ 2840292 w 4418204"/>
                <a:gd name="csY117" fmla="*/ 528524 h 2304683"/>
                <a:gd name="csX118" fmla="*/ 2840546 w 4418204"/>
                <a:gd name="csY118" fmla="*/ 533071 h 2304683"/>
                <a:gd name="csX119" fmla="*/ 2875026 w 4418204"/>
                <a:gd name="csY119" fmla="*/ 557829 h 2304683"/>
                <a:gd name="csX120" fmla="*/ 2907538 w 4418204"/>
                <a:gd name="csY120" fmla="*/ 558375 h 2304683"/>
                <a:gd name="csX121" fmla="*/ 2943670 w 4418204"/>
                <a:gd name="csY121" fmla="*/ 539668 h 2304683"/>
                <a:gd name="csX122" fmla="*/ 2982087 w 4418204"/>
                <a:gd name="csY122" fmla="*/ 548101 h 2304683"/>
                <a:gd name="csX123" fmla="*/ 3013584 w 4418204"/>
                <a:gd name="csY123" fmla="*/ 567888 h 2304683"/>
                <a:gd name="csX124" fmla="*/ 3035047 w 4418204"/>
                <a:gd name="csY124" fmla="*/ 572866 h 2304683"/>
                <a:gd name="csX125" fmla="*/ 3033840 w 4418204"/>
                <a:gd name="csY125" fmla="*/ 565405 h 2304683"/>
                <a:gd name="csX126" fmla="*/ 3037840 w 4418204"/>
                <a:gd name="csY126" fmla="*/ 548425 h 2304683"/>
                <a:gd name="csX127" fmla="*/ 3063240 w 4418204"/>
                <a:gd name="csY127" fmla="*/ 540640 h 2304683"/>
                <a:gd name="csX128" fmla="*/ 3073845 w 4418204"/>
                <a:gd name="csY128" fmla="*/ 556966 h 2304683"/>
                <a:gd name="csX129" fmla="*/ 3107563 w 4418204"/>
                <a:gd name="csY129" fmla="*/ 550476 h 2304683"/>
                <a:gd name="csX130" fmla="*/ 3096705 w 4418204"/>
                <a:gd name="csY130" fmla="*/ 534042 h 2304683"/>
                <a:gd name="csX131" fmla="*/ 3098800 w 4418204"/>
                <a:gd name="csY131" fmla="*/ 520091 h 2304683"/>
                <a:gd name="csX132" fmla="*/ 3095752 w 4418204"/>
                <a:gd name="csY132" fmla="*/ 511443 h 2304683"/>
                <a:gd name="csX133" fmla="*/ 3104642 w 4418204"/>
                <a:gd name="csY133" fmla="*/ 497276 h 2304683"/>
                <a:gd name="csX134" fmla="*/ 3118485 w 4418204"/>
                <a:gd name="csY134" fmla="*/ 493275 h 2304683"/>
                <a:gd name="csX135" fmla="*/ 3113722 w 4418204"/>
                <a:gd name="csY135" fmla="*/ 484734 h 2304683"/>
                <a:gd name="csX136" fmla="*/ 3085656 w 4418204"/>
                <a:gd name="csY136" fmla="*/ 491434 h 2304683"/>
                <a:gd name="csX137" fmla="*/ 3084576 w 4418204"/>
                <a:gd name="csY137" fmla="*/ 492412 h 2304683"/>
                <a:gd name="csX138" fmla="*/ 3078735 w 4418204"/>
                <a:gd name="csY138" fmla="*/ 493599 h 2304683"/>
                <a:gd name="csX139" fmla="*/ 3075305 w 4418204"/>
                <a:gd name="csY139" fmla="*/ 488297 h 2304683"/>
                <a:gd name="csX140" fmla="*/ 3094228 w 4418204"/>
                <a:gd name="csY140" fmla="*/ 467431 h 2304683"/>
                <a:gd name="csX141" fmla="*/ 3141536 w 4418204"/>
                <a:gd name="csY141" fmla="*/ 464402 h 2304683"/>
                <a:gd name="csX142" fmla="*/ 3150045 w 4418204"/>
                <a:gd name="csY142" fmla="*/ 451314 h 2304683"/>
                <a:gd name="csX143" fmla="*/ 3139695 w 4418204"/>
                <a:gd name="csY143" fmla="*/ 431312 h 2304683"/>
                <a:gd name="csX144" fmla="*/ 3150807 w 4418204"/>
                <a:gd name="csY144" fmla="*/ 431636 h 2304683"/>
                <a:gd name="csX145" fmla="*/ 3173476 w 4418204"/>
                <a:gd name="csY145" fmla="*/ 442018 h 2304683"/>
                <a:gd name="csX146" fmla="*/ 3292729 w 4418204"/>
                <a:gd name="csY146" fmla="*/ 455861 h 2304683"/>
                <a:gd name="csX147" fmla="*/ 3358959 w 4418204"/>
                <a:gd name="csY147" fmla="*/ 474568 h 2304683"/>
                <a:gd name="csX148" fmla="*/ 3332036 w 4418204"/>
                <a:gd name="csY148" fmla="*/ 510141 h 2304683"/>
                <a:gd name="csX149" fmla="*/ 3316351 w 4418204"/>
                <a:gd name="csY149" fmla="*/ 498247 h 2304683"/>
                <a:gd name="csX150" fmla="*/ 3293047 w 4418204"/>
                <a:gd name="csY150" fmla="*/ 533826 h 2304683"/>
                <a:gd name="csX151" fmla="*/ 3329940 w 4418204"/>
                <a:gd name="csY151" fmla="*/ 531337 h 2304683"/>
                <a:gd name="csX152" fmla="*/ 3376930 w 4418204"/>
                <a:gd name="csY152" fmla="*/ 480944 h 2304683"/>
                <a:gd name="csX153" fmla="*/ 3441447 w 4418204"/>
                <a:gd name="csY153" fmla="*/ 482353 h 2304683"/>
                <a:gd name="csX154" fmla="*/ 3483420 w 4418204"/>
                <a:gd name="csY154" fmla="*/ 509169 h 2304683"/>
                <a:gd name="csX155" fmla="*/ 3478911 w 4418204"/>
                <a:gd name="csY155" fmla="*/ 521501 h 2304683"/>
                <a:gd name="csX156" fmla="*/ 3463417 w 4418204"/>
                <a:gd name="csY156" fmla="*/ 518040 h 2304683"/>
                <a:gd name="csX157" fmla="*/ 3446653 w 4418204"/>
                <a:gd name="csY157" fmla="*/ 529178 h 2304683"/>
                <a:gd name="csX158" fmla="*/ 3529140 w 4418204"/>
                <a:gd name="csY158" fmla="*/ 558267 h 2304683"/>
                <a:gd name="csX159" fmla="*/ 3562033 w 4418204"/>
                <a:gd name="csY159" fmla="*/ 597301 h 2304683"/>
                <a:gd name="csX160" fmla="*/ 3585528 w 4418204"/>
                <a:gd name="csY160" fmla="*/ 605632 h 2304683"/>
                <a:gd name="csX161" fmla="*/ 3697733 w 4418204"/>
                <a:gd name="csY161" fmla="*/ 582270 h 2304683"/>
                <a:gd name="csX162" fmla="*/ 3704336 w 4418204"/>
                <a:gd name="csY162" fmla="*/ 581839 h 2304683"/>
                <a:gd name="csX163" fmla="*/ 3840480 w 4418204"/>
                <a:gd name="csY163" fmla="*/ 613957 h 2304683"/>
                <a:gd name="csX164" fmla="*/ 3845370 w 4418204"/>
                <a:gd name="csY164" fmla="*/ 618929 h 2304683"/>
                <a:gd name="csX165" fmla="*/ 3856419 w 4418204"/>
                <a:gd name="csY165" fmla="*/ 646831 h 2304683"/>
                <a:gd name="csX166" fmla="*/ 3845052 w 4418204"/>
                <a:gd name="csY166" fmla="*/ 676892 h 2304683"/>
                <a:gd name="csX167" fmla="*/ 3846767 w 4418204"/>
                <a:gd name="csY167" fmla="*/ 681972 h 2304683"/>
                <a:gd name="csX168" fmla="*/ 3889439 w 4418204"/>
                <a:gd name="csY168" fmla="*/ 700571 h 2304683"/>
                <a:gd name="csX169" fmla="*/ 3892550 w 4418204"/>
                <a:gd name="csY169" fmla="*/ 717551 h 2304683"/>
                <a:gd name="csX170" fmla="*/ 3908679 w 4418204"/>
                <a:gd name="csY170" fmla="*/ 703060 h 2304683"/>
                <a:gd name="csX171" fmla="*/ 3920490 w 4418204"/>
                <a:gd name="csY171" fmla="*/ 698304 h 2304683"/>
                <a:gd name="csX172" fmla="*/ 3908934 w 4418204"/>
                <a:gd name="csY172" fmla="*/ 734963 h 2304683"/>
                <a:gd name="csX173" fmla="*/ 3917697 w 4418204"/>
                <a:gd name="csY173" fmla="*/ 733121 h 2304683"/>
                <a:gd name="csX174" fmla="*/ 3940302 w 4418204"/>
                <a:gd name="csY174" fmla="*/ 699923 h 2304683"/>
                <a:gd name="csX175" fmla="*/ 4004374 w 4418204"/>
                <a:gd name="csY175" fmla="*/ 689001 h 2304683"/>
                <a:gd name="csX176" fmla="*/ 4020693 w 4418204"/>
                <a:gd name="csY176" fmla="*/ 701225 h 2304683"/>
                <a:gd name="csX177" fmla="*/ 4115880 w 4418204"/>
                <a:gd name="csY177" fmla="*/ 708902 h 2304683"/>
                <a:gd name="csX178" fmla="*/ 4141216 w 4418204"/>
                <a:gd name="csY178" fmla="*/ 691167 h 2304683"/>
                <a:gd name="csX179" fmla="*/ 4163378 w 4418204"/>
                <a:gd name="csY179" fmla="*/ 702844 h 2304683"/>
                <a:gd name="csX180" fmla="*/ 4167061 w 4418204"/>
                <a:gd name="csY180" fmla="*/ 730206 h 2304683"/>
                <a:gd name="csX181" fmla="*/ 4206558 w 4418204"/>
                <a:gd name="csY181" fmla="*/ 740906 h 2304683"/>
                <a:gd name="csX182" fmla="*/ 4207510 w 4418204"/>
                <a:gd name="csY182" fmla="*/ 754533 h 2304683"/>
                <a:gd name="csX183" fmla="*/ 4212845 w 4418204"/>
                <a:gd name="csY183" fmla="*/ 764052 h 2304683"/>
                <a:gd name="csX184" fmla="*/ 4236212 w 4418204"/>
                <a:gd name="csY184" fmla="*/ 763188 h 2304683"/>
                <a:gd name="csX185" fmla="*/ 4267391 w 4418204"/>
                <a:gd name="csY185" fmla="*/ 745777 h 2304683"/>
                <a:gd name="csX186" fmla="*/ 4269233 w 4418204"/>
                <a:gd name="csY186" fmla="*/ 740150 h 2304683"/>
                <a:gd name="csX187" fmla="*/ 4259263 w 4418204"/>
                <a:gd name="csY187" fmla="*/ 707169 h 2304683"/>
                <a:gd name="csX188" fmla="*/ 4238372 w 4418204"/>
                <a:gd name="csY188" fmla="*/ 701117 h 2304683"/>
                <a:gd name="csX189" fmla="*/ 4237292 w 4418204"/>
                <a:gd name="csY189" fmla="*/ 693002 h 2304683"/>
                <a:gd name="csX190" fmla="*/ 4249230 w 4418204"/>
                <a:gd name="csY190" fmla="*/ 686518 h 2304683"/>
                <a:gd name="csX191" fmla="*/ 4252214 w 4418204"/>
                <a:gd name="csY191" fmla="*/ 665646 h 2304683"/>
                <a:gd name="csX192" fmla="*/ 4330573 w 4418204"/>
                <a:gd name="csY192" fmla="*/ 671050 h 2304683"/>
                <a:gd name="csX193" fmla="*/ 4355593 w 4418204"/>
                <a:gd name="csY193" fmla="*/ 688138 h 2304683"/>
                <a:gd name="csX194" fmla="*/ 4361371 w 4418204"/>
                <a:gd name="csY194" fmla="*/ 683166 h 2304683"/>
                <a:gd name="csX195" fmla="*/ 4359593 w 4418204"/>
                <a:gd name="csY195" fmla="*/ 673971 h 2304683"/>
                <a:gd name="csX196" fmla="*/ 4386009 w 4418204"/>
                <a:gd name="csY196" fmla="*/ 673539 h 2304683"/>
                <a:gd name="csX197" fmla="*/ 4397502 w 4418204"/>
                <a:gd name="csY197" fmla="*/ 680137 h 2304683"/>
                <a:gd name="csX198" fmla="*/ 4409210 w 4418204"/>
                <a:gd name="csY198" fmla="*/ 681407 h 2304683"/>
                <a:gd name="csX199" fmla="*/ 4418204 w 4418204"/>
                <a:gd name="csY199" fmla="*/ 680203 h 2304683"/>
                <a:gd name="csX200" fmla="*/ 4418204 w 4418204"/>
                <a:gd name="csY200" fmla="*/ 1233472 h 2304683"/>
                <a:gd name="csX201" fmla="*/ 4385882 w 4418204"/>
                <a:gd name="csY201" fmla="*/ 1249478 h 2304683"/>
                <a:gd name="csX202" fmla="*/ 4365372 w 4418204"/>
                <a:gd name="csY202" fmla="*/ 1248290 h 2304683"/>
                <a:gd name="csX203" fmla="*/ 4360355 w 4418204"/>
                <a:gd name="csY203" fmla="*/ 1258780 h 2304683"/>
                <a:gd name="csX204" fmla="*/ 4349306 w 4418204"/>
                <a:gd name="csY204" fmla="*/ 1269379 h 2304683"/>
                <a:gd name="csX205" fmla="*/ 4335463 w 4418204"/>
                <a:gd name="csY205" fmla="*/ 1266889 h 2304683"/>
                <a:gd name="csX206" fmla="*/ 4333939 w 4418204"/>
                <a:gd name="csY206" fmla="*/ 1275760 h 2304683"/>
                <a:gd name="csX207" fmla="*/ 4260152 w 4418204"/>
                <a:gd name="csY207" fmla="*/ 1329392 h 2304683"/>
                <a:gd name="csX208" fmla="*/ 4246626 w 4418204"/>
                <a:gd name="csY208" fmla="*/ 1359561 h 2304683"/>
                <a:gd name="csX209" fmla="*/ 4231323 w 4418204"/>
                <a:gd name="csY209" fmla="*/ 1356323 h 2304683"/>
                <a:gd name="csX210" fmla="*/ 4213607 w 4418204"/>
                <a:gd name="csY210" fmla="*/ 1327233 h 2304683"/>
                <a:gd name="csX211" fmla="*/ 4167696 w 4418204"/>
                <a:gd name="csY211" fmla="*/ 1321068 h 2304683"/>
                <a:gd name="csX212" fmla="*/ 4121468 w 4418204"/>
                <a:gd name="csY212" fmla="*/ 1337501 h 2304683"/>
                <a:gd name="csX213" fmla="*/ 4095306 w 4418204"/>
                <a:gd name="csY213" fmla="*/ 1367569 h 2304683"/>
                <a:gd name="csX214" fmla="*/ 4085972 w 4418204"/>
                <a:gd name="csY214" fmla="*/ 1370922 h 2304683"/>
                <a:gd name="csX215" fmla="*/ 4083495 w 4418204"/>
                <a:gd name="csY215" fmla="*/ 1367677 h 2304683"/>
                <a:gd name="csX216" fmla="*/ 4091496 w 4418204"/>
                <a:gd name="csY216" fmla="*/ 1334256 h 2304683"/>
                <a:gd name="csX217" fmla="*/ 4055872 w 4418204"/>
                <a:gd name="csY217" fmla="*/ 1351884 h 2304683"/>
                <a:gd name="csX218" fmla="*/ 4041712 w 4418204"/>
                <a:gd name="csY218" fmla="*/ 1373080 h 2304683"/>
                <a:gd name="csX219" fmla="*/ 4034600 w 4418204"/>
                <a:gd name="csY219" fmla="*/ 1373080 h 2304683"/>
                <a:gd name="csX220" fmla="*/ 4024947 w 4418204"/>
                <a:gd name="csY220" fmla="*/ 1352970 h 2304683"/>
                <a:gd name="csX221" fmla="*/ 3993959 w 4418204"/>
                <a:gd name="csY221" fmla="*/ 1357402 h 2304683"/>
                <a:gd name="csX222" fmla="*/ 3977640 w 4418204"/>
                <a:gd name="csY222" fmla="*/ 1396004 h 2304683"/>
                <a:gd name="csX223" fmla="*/ 3971290 w 4418204"/>
                <a:gd name="csY223" fmla="*/ 1402602 h 2304683"/>
                <a:gd name="csX224" fmla="*/ 3967671 w 4418204"/>
                <a:gd name="csY224" fmla="*/ 1419366 h 2304683"/>
                <a:gd name="csX225" fmla="*/ 3935730 w 4418204"/>
                <a:gd name="csY225" fmla="*/ 1456996 h 2304683"/>
                <a:gd name="csX226" fmla="*/ 3932746 w 4418204"/>
                <a:gd name="csY226" fmla="*/ 1463162 h 2304683"/>
                <a:gd name="csX227" fmla="*/ 3930904 w 4418204"/>
                <a:gd name="csY227" fmla="*/ 1492359 h 2304683"/>
                <a:gd name="csX228" fmla="*/ 3948430 w 4418204"/>
                <a:gd name="csY228" fmla="*/ 1500576 h 2304683"/>
                <a:gd name="csX229" fmla="*/ 3955161 w 4418204"/>
                <a:gd name="csY229" fmla="*/ 1489222 h 2304683"/>
                <a:gd name="csX230" fmla="*/ 3974085 w 4418204"/>
                <a:gd name="csY230" fmla="*/ 1497115 h 2304683"/>
                <a:gd name="csX231" fmla="*/ 3975164 w 4418204"/>
                <a:gd name="csY231" fmla="*/ 1501331 h 2304683"/>
                <a:gd name="csX232" fmla="*/ 3961511 w 4418204"/>
                <a:gd name="csY232" fmla="*/ 1519931 h 2304683"/>
                <a:gd name="csX233" fmla="*/ 3960114 w 4418204"/>
                <a:gd name="csY233" fmla="*/ 1556481 h 2304683"/>
                <a:gd name="csX234" fmla="*/ 3976371 w 4418204"/>
                <a:gd name="csY234" fmla="*/ 1562215 h 2304683"/>
                <a:gd name="csX235" fmla="*/ 3979672 w 4418204"/>
                <a:gd name="csY235" fmla="*/ 1584167 h 2304683"/>
                <a:gd name="csX236" fmla="*/ 3971608 w 4418204"/>
                <a:gd name="csY236" fmla="*/ 1596600 h 2304683"/>
                <a:gd name="csX237" fmla="*/ 3958400 w 4418204"/>
                <a:gd name="csY237" fmla="*/ 1590003 h 2304683"/>
                <a:gd name="csX238" fmla="*/ 3963797 w 4418204"/>
                <a:gd name="csY238" fmla="*/ 1578325 h 2304683"/>
                <a:gd name="csX239" fmla="*/ 3960305 w 4418204"/>
                <a:gd name="csY239" fmla="*/ 1573569 h 2304683"/>
                <a:gd name="csX240" fmla="*/ 3937509 w 4418204"/>
                <a:gd name="csY240" fmla="*/ 1589571 h 2304683"/>
                <a:gd name="csX241" fmla="*/ 3920363 w 4418204"/>
                <a:gd name="csY241" fmla="*/ 1635424 h 2304683"/>
                <a:gd name="csX242" fmla="*/ 3920808 w 4418204"/>
                <a:gd name="csY242" fmla="*/ 1642130 h 2304683"/>
                <a:gd name="csX243" fmla="*/ 3932619 w 4418204"/>
                <a:gd name="csY243" fmla="*/ 1673270 h 2304683"/>
                <a:gd name="csX244" fmla="*/ 3916680 w 4418204"/>
                <a:gd name="csY244" fmla="*/ 1687869 h 2304683"/>
                <a:gd name="csX245" fmla="*/ 3882517 w 4418204"/>
                <a:gd name="csY245" fmla="*/ 1685056 h 2304683"/>
                <a:gd name="csX246" fmla="*/ 3858705 w 4418204"/>
                <a:gd name="csY246" fmla="*/ 1706360 h 2304683"/>
                <a:gd name="csX247" fmla="*/ 3850260 w 4418204"/>
                <a:gd name="csY247" fmla="*/ 1732744 h 2304683"/>
                <a:gd name="csX248" fmla="*/ 3854895 w 4418204"/>
                <a:gd name="csY248" fmla="*/ 1753077 h 2304683"/>
                <a:gd name="csX249" fmla="*/ 3856546 w 4418204"/>
                <a:gd name="csY249" fmla="*/ 1764215 h 2304683"/>
                <a:gd name="csX250" fmla="*/ 3835083 w 4418204"/>
                <a:gd name="csY250" fmla="*/ 1759567 h 2304683"/>
                <a:gd name="csX251" fmla="*/ 3810826 w 4418204"/>
                <a:gd name="csY251" fmla="*/ 1770597 h 2304683"/>
                <a:gd name="csX252" fmla="*/ 3806825 w 4418204"/>
                <a:gd name="csY252" fmla="*/ 1765834 h 2304683"/>
                <a:gd name="csX253" fmla="*/ 3803714 w 4418204"/>
                <a:gd name="csY253" fmla="*/ 1764539 h 2304683"/>
                <a:gd name="csX254" fmla="*/ 3797300 w 4418204"/>
                <a:gd name="csY254" fmla="*/ 1773950 h 2304683"/>
                <a:gd name="csX255" fmla="*/ 3797300 w 4418204"/>
                <a:gd name="csY255" fmla="*/ 1808767 h 2304683"/>
                <a:gd name="csX256" fmla="*/ 3737356 w 4418204"/>
                <a:gd name="csY256" fmla="*/ 1877975 h 2304683"/>
                <a:gd name="csX257" fmla="*/ 3733547 w 4418204"/>
                <a:gd name="csY257" fmla="*/ 1877220 h 2304683"/>
                <a:gd name="csX258" fmla="*/ 3725228 w 4418204"/>
                <a:gd name="csY258" fmla="*/ 1857966 h 2304683"/>
                <a:gd name="csX259" fmla="*/ 3723069 w 4418204"/>
                <a:gd name="csY259" fmla="*/ 1816120 h 2304683"/>
                <a:gd name="csX260" fmla="*/ 3710622 w 4418204"/>
                <a:gd name="csY260" fmla="*/ 1774813 h 2304683"/>
                <a:gd name="csX261" fmla="*/ 3689731 w 4418204"/>
                <a:gd name="csY261" fmla="*/ 1630554 h 2304683"/>
                <a:gd name="csX262" fmla="*/ 3710178 w 4418204"/>
                <a:gd name="csY262" fmla="*/ 1554970 h 2304683"/>
                <a:gd name="csX263" fmla="*/ 3727197 w 4418204"/>
                <a:gd name="csY263" fmla="*/ 1540263 h 2304683"/>
                <a:gd name="csX264" fmla="*/ 3741230 w 4418204"/>
                <a:gd name="csY264" fmla="*/ 1511822 h 2304683"/>
                <a:gd name="csX265" fmla="*/ 3737356 w 4418204"/>
                <a:gd name="csY265" fmla="*/ 1498518 h 2304683"/>
                <a:gd name="csX266" fmla="*/ 3745611 w 4418204"/>
                <a:gd name="csY266" fmla="*/ 1494086 h 2304683"/>
                <a:gd name="csX267" fmla="*/ 3759645 w 4418204"/>
                <a:gd name="csY267" fmla="*/ 1495273 h 2304683"/>
                <a:gd name="csX268" fmla="*/ 3773297 w 4418204"/>
                <a:gd name="csY268" fmla="*/ 1484136 h 2304683"/>
                <a:gd name="csX269" fmla="*/ 3790315 w 4418204"/>
                <a:gd name="csY269" fmla="*/ 1481761 h 2304683"/>
                <a:gd name="csX270" fmla="*/ 3845814 w 4418204"/>
                <a:gd name="csY270" fmla="*/ 1427043 h 2304683"/>
                <a:gd name="csX271" fmla="*/ 3847783 w 4418204"/>
                <a:gd name="csY271" fmla="*/ 1419582 h 2304683"/>
                <a:gd name="csX272" fmla="*/ 3924745 w 4418204"/>
                <a:gd name="csY272" fmla="*/ 1349401 h 2304683"/>
                <a:gd name="csX273" fmla="*/ 3928428 w 4418204"/>
                <a:gd name="csY273" fmla="*/ 1336962 h 2304683"/>
                <a:gd name="csX274" fmla="*/ 3993325 w 4418204"/>
                <a:gd name="csY274" fmla="*/ 1303116 h 2304683"/>
                <a:gd name="csX275" fmla="*/ 3990531 w 4418204"/>
                <a:gd name="csY275" fmla="*/ 1290029 h 2304683"/>
                <a:gd name="csX276" fmla="*/ 4003739 w 4418204"/>
                <a:gd name="csY276" fmla="*/ 1274351 h 2304683"/>
                <a:gd name="csX277" fmla="*/ 3998024 w 4418204"/>
                <a:gd name="csY277" fmla="*/ 1268185 h 2304683"/>
                <a:gd name="csX278" fmla="*/ 3995928 w 4418204"/>
                <a:gd name="csY278" fmla="*/ 1258349 h 2304683"/>
                <a:gd name="csX279" fmla="*/ 4008628 w 4418204"/>
                <a:gd name="csY279" fmla="*/ 1250240 h 2304683"/>
                <a:gd name="csX280" fmla="*/ 4014089 w 4418204"/>
                <a:gd name="csY280" fmla="*/ 1214661 h 2304683"/>
                <a:gd name="csX281" fmla="*/ 4030980 w 4418204"/>
                <a:gd name="csY281" fmla="*/ 1205898 h 2304683"/>
                <a:gd name="csX282" fmla="*/ 4048125 w 4418204"/>
                <a:gd name="csY282" fmla="*/ 1205682 h 2304683"/>
                <a:gd name="csX283" fmla="*/ 4029139 w 4418204"/>
                <a:gd name="csY283" fmla="*/ 1191521 h 2304683"/>
                <a:gd name="csX284" fmla="*/ 3980371 w 4418204"/>
                <a:gd name="csY284" fmla="*/ 1202767 h 2304683"/>
                <a:gd name="csX285" fmla="*/ 3968877 w 4418204"/>
                <a:gd name="csY285" fmla="*/ 1244721 h 2304683"/>
                <a:gd name="csX286" fmla="*/ 3975989 w 4418204"/>
                <a:gd name="csY286" fmla="*/ 1250564 h 2304683"/>
                <a:gd name="csX287" fmla="*/ 3972751 w 4418204"/>
                <a:gd name="csY287" fmla="*/ 1258673 h 2304683"/>
                <a:gd name="csX288" fmla="*/ 3949192 w 4418204"/>
                <a:gd name="csY288" fmla="*/ 1255643 h 2304683"/>
                <a:gd name="csX289" fmla="*/ 3865436 w 4418204"/>
                <a:gd name="csY289" fmla="*/ 1319880 h 2304683"/>
                <a:gd name="csX290" fmla="*/ 3862134 w 4418204"/>
                <a:gd name="csY290" fmla="*/ 1309498 h 2304683"/>
                <a:gd name="csX291" fmla="*/ 3869817 w 4418204"/>
                <a:gd name="csY291" fmla="*/ 1298468 h 2304683"/>
                <a:gd name="csX292" fmla="*/ 3866833 w 4418204"/>
                <a:gd name="csY292" fmla="*/ 1291115 h 2304683"/>
                <a:gd name="csX293" fmla="*/ 3853688 w 4418204"/>
                <a:gd name="csY293" fmla="*/ 1295763 h 2304683"/>
                <a:gd name="csX294" fmla="*/ 3852101 w 4418204"/>
                <a:gd name="csY294" fmla="*/ 1282676 h 2304683"/>
                <a:gd name="csX295" fmla="*/ 3872230 w 4418204"/>
                <a:gd name="csY295" fmla="*/ 1242448 h 2304683"/>
                <a:gd name="csX296" fmla="*/ 3865182 w 4418204"/>
                <a:gd name="csY296" fmla="*/ 1235749 h 2304683"/>
                <a:gd name="csX297" fmla="*/ 3852926 w 4418204"/>
                <a:gd name="csY297" fmla="*/ 1246995 h 2304683"/>
                <a:gd name="csX298" fmla="*/ 3839972 w 4418204"/>
                <a:gd name="csY298" fmla="*/ 1252399 h 2304683"/>
                <a:gd name="csX299" fmla="*/ 3831400 w 4418204"/>
                <a:gd name="csY299" fmla="*/ 1241045 h 2304683"/>
                <a:gd name="csX300" fmla="*/ 3738880 w 4418204"/>
                <a:gd name="csY300" fmla="*/ 1254888 h 2304683"/>
                <a:gd name="csX301" fmla="*/ 3730562 w 4418204"/>
                <a:gd name="csY301" fmla="*/ 1275430 h 2304683"/>
                <a:gd name="csX302" fmla="*/ 3708654 w 4418204"/>
                <a:gd name="csY302" fmla="*/ 1293274 h 2304683"/>
                <a:gd name="csX303" fmla="*/ 3701670 w 4418204"/>
                <a:gd name="csY303" fmla="*/ 1310361 h 2304683"/>
                <a:gd name="csX304" fmla="*/ 3646869 w 4418204"/>
                <a:gd name="csY304" fmla="*/ 1355561 h 2304683"/>
                <a:gd name="csX305" fmla="*/ 3646107 w 4418204"/>
                <a:gd name="csY305" fmla="*/ 1360647 h 2304683"/>
                <a:gd name="csX306" fmla="*/ 3647122 w 4418204"/>
                <a:gd name="csY306" fmla="*/ 1362051 h 2304683"/>
                <a:gd name="csX307" fmla="*/ 3642360 w 4418204"/>
                <a:gd name="csY307" fmla="*/ 1366051 h 2304683"/>
                <a:gd name="csX308" fmla="*/ 3636455 w 4418204"/>
                <a:gd name="csY308" fmla="*/ 1388003 h 2304683"/>
                <a:gd name="csX309" fmla="*/ 3639376 w 4418204"/>
                <a:gd name="csY309" fmla="*/ 1391895 h 2304683"/>
                <a:gd name="csX310" fmla="*/ 3669792 w 4418204"/>
                <a:gd name="csY310" fmla="*/ 1393845 h 2304683"/>
                <a:gd name="csX311" fmla="*/ 3673158 w 4418204"/>
                <a:gd name="csY311" fmla="*/ 1404983 h 2304683"/>
                <a:gd name="csX312" fmla="*/ 3669920 w 4418204"/>
                <a:gd name="csY312" fmla="*/ 1409523 h 2304683"/>
                <a:gd name="csX313" fmla="*/ 3637153 w 4418204"/>
                <a:gd name="csY313" fmla="*/ 1418280 h 2304683"/>
                <a:gd name="csX314" fmla="*/ 3614611 w 4418204"/>
                <a:gd name="csY314" fmla="*/ 1410063 h 2304683"/>
                <a:gd name="csX315" fmla="*/ 3589592 w 4418204"/>
                <a:gd name="csY315" fmla="*/ 1426611 h 2304683"/>
                <a:gd name="csX316" fmla="*/ 3572320 w 4418204"/>
                <a:gd name="csY316" fmla="*/ 1422172 h 2304683"/>
                <a:gd name="csX317" fmla="*/ 3537459 w 4418204"/>
                <a:gd name="csY317" fmla="*/ 1430288 h 2304683"/>
                <a:gd name="csX318" fmla="*/ 3527489 w 4418204"/>
                <a:gd name="csY318" fmla="*/ 1416769 h 2304683"/>
                <a:gd name="csX319" fmla="*/ 3529330 w 4418204"/>
                <a:gd name="csY319" fmla="*/ 1413092 h 2304683"/>
                <a:gd name="csX320" fmla="*/ 3564954 w 4418204"/>
                <a:gd name="csY320" fmla="*/ 1408983 h 2304683"/>
                <a:gd name="csX321" fmla="*/ 3563621 w 4418204"/>
                <a:gd name="csY321" fmla="*/ 1401846 h 2304683"/>
                <a:gd name="csX322" fmla="*/ 3550095 w 4418204"/>
                <a:gd name="csY322" fmla="*/ 1398277 h 2304683"/>
                <a:gd name="csX323" fmla="*/ 3535046 w 4418204"/>
                <a:gd name="csY323" fmla="*/ 1386060 h 2304683"/>
                <a:gd name="csX324" fmla="*/ 3512122 w 4418204"/>
                <a:gd name="csY324" fmla="*/ 1386276 h 2304683"/>
                <a:gd name="csX325" fmla="*/ 3460814 w 4418204"/>
                <a:gd name="csY325" fmla="*/ 1374598 h 2304683"/>
                <a:gd name="csX326" fmla="*/ 3455099 w 4418204"/>
                <a:gd name="csY326" fmla="*/ 1376217 h 2304683"/>
                <a:gd name="csX327" fmla="*/ 3439922 w 4418204"/>
                <a:gd name="csY327" fmla="*/ 1395572 h 2304683"/>
                <a:gd name="csX328" fmla="*/ 3441573 w 4418204"/>
                <a:gd name="csY328" fmla="*/ 1404551 h 2304683"/>
                <a:gd name="csX329" fmla="*/ 3419920 w 4418204"/>
                <a:gd name="csY329" fmla="*/ 1401198 h 2304683"/>
                <a:gd name="csX330" fmla="*/ 3419475 w 4418204"/>
                <a:gd name="csY330" fmla="*/ 1399896 h 2304683"/>
                <a:gd name="csX331" fmla="*/ 3401505 w 4418204"/>
                <a:gd name="csY331" fmla="*/ 1395140 h 2304683"/>
                <a:gd name="csX332" fmla="*/ 3391091 w 4418204"/>
                <a:gd name="csY332" fmla="*/ 1403897 h 2304683"/>
                <a:gd name="csX333" fmla="*/ 3345625 w 4418204"/>
                <a:gd name="csY333" fmla="*/ 1394709 h 2304683"/>
                <a:gd name="csX334" fmla="*/ 3342958 w 4418204"/>
                <a:gd name="csY334" fmla="*/ 1404983 h 2304683"/>
                <a:gd name="csX335" fmla="*/ 3327147 w 4418204"/>
                <a:gd name="csY335" fmla="*/ 1410603 h 2304683"/>
                <a:gd name="csX336" fmla="*/ 3324352 w 4418204"/>
                <a:gd name="csY336" fmla="*/ 1407358 h 2304683"/>
                <a:gd name="csX337" fmla="*/ 3325622 w 4418204"/>
                <a:gd name="csY337" fmla="*/ 1397630 h 2304683"/>
                <a:gd name="csX338" fmla="*/ 3203893 w 4418204"/>
                <a:gd name="csY338" fmla="*/ 1402709 h 2304683"/>
                <a:gd name="csX339" fmla="*/ 3168714 w 4418204"/>
                <a:gd name="csY339" fmla="*/ 1439260 h 2304683"/>
                <a:gd name="csX340" fmla="*/ 3140329 w 4418204"/>
                <a:gd name="csY340" fmla="*/ 1456456 h 2304683"/>
                <a:gd name="csX341" fmla="*/ 3123883 w 4418204"/>
                <a:gd name="csY341" fmla="*/ 1489654 h 2304683"/>
                <a:gd name="csX342" fmla="*/ 3107881 w 4418204"/>
                <a:gd name="csY342" fmla="*/ 1498302 h 2304683"/>
                <a:gd name="csX343" fmla="*/ 3053715 w 4418204"/>
                <a:gd name="csY343" fmla="*/ 1542638 h 2304683"/>
                <a:gd name="csX344" fmla="*/ 3022664 w 4418204"/>
                <a:gd name="csY344" fmla="*/ 1587304 h 2304683"/>
                <a:gd name="csX345" fmla="*/ 2976246 w 4418204"/>
                <a:gd name="csY345" fmla="*/ 1621905 h 2304683"/>
                <a:gd name="csX346" fmla="*/ 2966149 w 4418204"/>
                <a:gd name="csY346" fmla="*/ 1637367 h 2304683"/>
                <a:gd name="csX347" fmla="*/ 2926906 w 4418204"/>
                <a:gd name="csY347" fmla="*/ 1663104 h 2304683"/>
                <a:gd name="csX348" fmla="*/ 2929510 w 4418204"/>
                <a:gd name="csY348" fmla="*/ 1675975 h 2304683"/>
                <a:gd name="csX349" fmla="*/ 2954465 w 4418204"/>
                <a:gd name="csY349" fmla="*/ 1683868 h 2304683"/>
                <a:gd name="csX350" fmla="*/ 2983421 w 4418204"/>
                <a:gd name="csY350" fmla="*/ 1681811 h 2304683"/>
                <a:gd name="csX351" fmla="*/ 2980690 w 4418204"/>
                <a:gd name="csY351" fmla="*/ 1724636 h 2304683"/>
                <a:gd name="csX352" fmla="*/ 2994660 w 4418204"/>
                <a:gd name="csY352" fmla="*/ 1729068 h 2304683"/>
                <a:gd name="csX353" fmla="*/ 3002471 w 4418204"/>
                <a:gd name="csY353" fmla="*/ 1720095 h 2304683"/>
                <a:gd name="csX354" fmla="*/ 3018028 w 4418204"/>
                <a:gd name="csY354" fmla="*/ 1718578 h 2304683"/>
                <a:gd name="csX355" fmla="*/ 3019298 w 4418204"/>
                <a:gd name="csY355" fmla="*/ 1721930 h 2304683"/>
                <a:gd name="csX356" fmla="*/ 3014028 w 4418204"/>
                <a:gd name="csY356" fmla="*/ 1729608 h 2304683"/>
                <a:gd name="csX357" fmla="*/ 3005392 w 4418204"/>
                <a:gd name="csY357" fmla="*/ 1734370 h 2304683"/>
                <a:gd name="csX358" fmla="*/ 3004947 w 4418204"/>
                <a:gd name="csY358" fmla="*/ 1741723 h 2304683"/>
                <a:gd name="csX359" fmla="*/ 3030157 w 4418204"/>
                <a:gd name="csY359" fmla="*/ 1738586 h 2304683"/>
                <a:gd name="csX360" fmla="*/ 3043810 w 4418204"/>
                <a:gd name="csY360" fmla="*/ 1722800 h 2304683"/>
                <a:gd name="csX361" fmla="*/ 3050286 w 4418204"/>
                <a:gd name="csY361" fmla="*/ 1724851 h 2304683"/>
                <a:gd name="csX362" fmla="*/ 3042159 w 4418204"/>
                <a:gd name="csY362" fmla="*/ 1744752 h 2304683"/>
                <a:gd name="csX363" fmla="*/ 3054097 w 4418204"/>
                <a:gd name="csY363" fmla="*/ 1740638 h 2304683"/>
                <a:gd name="csX364" fmla="*/ 3060129 w 4418204"/>
                <a:gd name="csY364" fmla="*/ 1720419 h 2304683"/>
                <a:gd name="csX365" fmla="*/ 3056446 w 4418204"/>
                <a:gd name="csY365" fmla="*/ 1705928 h 2304683"/>
                <a:gd name="csX366" fmla="*/ 3076131 w 4418204"/>
                <a:gd name="csY366" fmla="*/ 1707332 h 2304683"/>
                <a:gd name="csX367" fmla="*/ 3098800 w 4418204"/>
                <a:gd name="csY367" fmla="*/ 1703115 h 2304683"/>
                <a:gd name="csX368" fmla="*/ 3115755 w 4418204"/>
                <a:gd name="csY368" fmla="*/ 1721283 h 2304683"/>
                <a:gd name="csX369" fmla="*/ 3119311 w 4418204"/>
                <a:gd name="csY369" fmla="*/ 1731989 h 2304683"/>
                <a:gd name="csX370" fmla="*/ 3153728 w 4418204"/>
                <a:gd name="csY370" fmla="*/ 1754696 h 2304683"/>
                <a:gd name="csX371" fmla="*/ 3155252 w 4418204"/>
                <a:gd name="csY371" fmla="*/ 1759999 h 2304683"/>
                <a:gd name="csX372" fmla="*/ 3147568 w 4418204"/>
                <a:gd name="csY372" fmla="*/ 1769511 h 2304683"/>
                <a:gd name="csX373" fmla="*/ 3138297 w 4418204"/>
                <a:gd name="csY373" fmla="*/ 1769511 h 2304683"/>
                <a:gd name="csX374" fmla="*/ 3141536 w 4418204"/>
                <a:gd name="csY374" fmla="*/ 1776648 h 2304683"/>
                <a:gd name="csX375" fmla="*/ 3150743 w 4418204"/>
                <a:gd name="csY375" fmla="*/ 1788218 h 2304683"/>
                <a:gd name="csX376" fmla="*/ 3148902 w 4418204"/>
                <a:gd name="csY376" fmla="*/ 1805414 h 2304683"/>
                <a:gd name="csX377" fmla="*/ 3158110 w 4418204"/>
                <a:gd name="csY377" fmla="*/ 1817961 h 2304683"/>
                <a:gd name="csX378" fmla="*/ 3152584 w 4418204"/>
                <a:gd name="csY378" fmla="*/ 1831366 h 2304683"/>
                <a:gd name="csX379" fmla="*/ 3132455 w 4418204"/>
                <a:gd name="csY379" fmla="*/ 1859268 h 2304683"/>
                <a:gd name="csX380" fmla="*/ 3127756 w 4418204"/>
                <a:gd name="csY380" fmla="*/ 1880896 h 2304683"/>
                <a:gd name="csX381" fmla="*/ 3120772 w 4418204"/>
                <a:gd name="csY381" fmla="*/ 1897654 h 2304683"/>
                <a:gd name="csX382" fmla="*/ 3122232 w 4418204"/>
                <a:gd name="csY382" fmla="*/ 1929448 h 2304683"/>
                <a:gd name="csX383" fmla="*/ 3122168 w 4418204"/>
                <a:gd name="csY383" fmla="*/ 1929448 h 2304683"/>
                <a:gd name="csX384" fmla="*/ 3122168 w 4418204"/>
                <a:gd name="csY384" fmla="*/ 1939723 h 2304683"/>
                <a:gd name="csX385" fmla="*/ 3122803 w 4418204"/>
                <a:gd name="csY385" fmla="*/ 1940263 h 2304683"/>
                <a:gd name="csX386" fmla="*/ 3112961 w 4418204"/>
                <a:gd name="csY386" fmla="*/ 2009363 h 2304683"/>
                <a:gd name="csX387" fmla="*/ 3082100 w 4418204"/>
                <a:gd name="csY387" fmla="*/ 2039856 h 2304683"/>
                <a:gd name="csX388" fmla="*/ 3069654 w 4418204"/>
                <a:gd name="csY388" fmla="*/ 2067974 h 2304683"/>
                <a:gd name="csX389" fmla="*/ 3058097 w 4418204"/>
                <a:gd name="csY389" fmla="*/ 2075759 h 2304683"/>
                <a:gd name="csX390" fmla="*/ 3032634 w 4418204"/>
                <a:gd name="csY390" fmla="*/ 2127340 h 2304683"/>
                <a:gd name="csX391" fmla="*/ 2980817 w 4418204"/>
                <a:gd name="csY391" fmla="*/ 2179245 h 2304683"/>
                <a:gd name="csX392" fmla="*/ 2959799 w 4418204"/>
                <a:gd name="csY392" fmla="*/ 2206715 h 2304683"/>
                <a:gd name="csX393" fmla="*/ 2947543 w 4418204"/>
                <a:gd name="csY393" fmla="*/ 2214716 h 2304683"/>
                <a:gd name="csX394" fmla="*/ 2922778 w 4418204"/>
                <a:gd name="csY394" fmla="*/ 2250511 h 2304683"/>
                <a:gd name="csX395" fmla="*/ 2848610 w 4418204"/>
                <a:gd name="csY395" fmla="*/ 2287925 h 2304683"/>
                <a:gd name="csX396" fmla="*/ 2844102 w 4418204"/>
                <a:gd name="csY396" fmla="*/ 2285868 h 2304683"/>
                <a:gd name="csX397" fmla="*/ 2843467 w 4418204"/>
                <a:gd name="csY397" fmla="*/ 2284248 h 2304683"/>
                <a:gd name="csX398" fmla="*/ 2839530 w 4418204"/>
                <a:gd name="csY398" fmla="*/ 2283385 h 2304683"/>
                <a:gd name="csX399" fmla="*/ 2837625 w 4418204"/>
                <a:gd name="csY399" fmla="*/ 2285004 h 2304683"/>
                <a:gd name="csX400" fmla="*/ 2833561 w 4418204"/>
                <a:gd name="csY400" fmla="*/ 2284140 h 2304683"/>
                <a:gd name="csX401" fmla="*/ 2832735 w 4418204"/>
                <a:gd name="csY401" fmla="*/ 2282407 h 2304683"/>
                <a:gd name="csX402" fmla="*/ 2828100 w 4418204"/>
                <a:gd name="csY402" fmla="*/ 2280464 h 2304683"/>
                <a:gd name="csX403" fmla="*/ 2818575 w 4418204"/>
                <a:gd name="csY403" fmla="*/ 2280464 h 2304683"/>
                <a:gd name="csX404" fmla="*/ 2819083 w 4418204"/>
                <a:gd name="csY404" fmla="*/ 2263700 h 2304683"/>
                <a:gd name="csX405" fmla="*/ 2808351 w 4418204"/>
                <a:gd name="csY405" fmla="*/ 2270297 h 2304683"/>
                <a:gd name="csX406" fmla="*/ 2802636 w 4418204"/>
                <a:gd name="csY406" fmla="*/ 2267268 h 2304683"/>
                <a:gd name="csX407" fmla="*/ 2803081 w 4418204"/>
                <a:gd name="csY407" fmla="*/ 2260779 h 2304683"/>
                <a:gd name="csX408" fmla="*/ 2792794 w 4418204"/>
                <a:gd name="csY408" fmla="*/ 2263052 h 2304683"/>
                <a:gd name="csX409" fmla="*/ 2771584 w 4418204"/>
                <a:gd name="csY409" fmla="*/ 2291817 h 2304683"/>
                <a:gd name="csX410" fmla="*/ 2755964 w 4418204"/>
                <a:gd name="csY410" fmla="*/ 2289976 h 2304683"/>
                <a:gd name="csX411" fmla="*/ 2759647 w 4418204"/>
                <a:gd name="csY411" fmla="*/ 2296034 h 2304683"/>
                <a:gd name="csX412" fmla="*/ 2760409 w 4418204"/>
                <a:gd name="csY412" fmla="*/ 2295170 h 2304683"/>
                <a:gd name="csX413" fmla="*/ 2758122 w 4418204"/>
                <a:gd name="csY413" fmla="*/ 2304683 h 2304683"/>
                <a:gd name="csX414" fmla="*/ 2738374 w 4418204"/>
                <a:gd name="csY414" fmla="*/ 2281759 h 2304683"/>
                <a:gd name="csX415" fmla="*/ 2771775 w 4418204"/>
                <a:gd name="csY415" fmla="*/ 2268786 h 2304683"/>
                <a:gd name="csX416" fmla="*/ 2779459 w 4418204"/>
                <a:gd name="csY416" fmla="*/ 2227365 h 2304683"/>
                <a:gd name="csX417" fmla="*/ 2769109 w 4418204"/>
                <a:gd name="csY417" fmla="*/ 2192656 h 2304683"/>
                <a:gd name="csX418" fmla="*/ 2792540 w 4418204"/>
                <a:gd name="csY418" fmla="*/ 2184223 h 2304683"/>
                <a:gd name="csX419" fmla="*/ 2794762 w 4418204"/>
                <a:gd name="csY419" fmla="*/ 2176216 h 2304683"/>
                <a:gd name="csX420" fmla="*/ 2807971 w 4418204"/>
                <a:gd name="csY420" fmla="*/ 2174704 h 2304683"/>
                <a:gd name="csX421" fmla="*/ 2810764 w 4418204"/>
                <a:gd name="csY421" fmla="*/ 2183245 h 2304683"/>
                <a:gd name="csX422" fmla="*/ 2810764 w 4418204"/>
                <a:gd name="csY422" fmla="*/ 2189627 h 2304683"/>
                <a:gd name="csX423" fmla="*/ 2809113 w 4418204"/>
                <a:gd name="csY423" fmla="*/ 2195037 h 2304683"/>
                <a:gd name="csX424" fmla="*/ 2811082 w 4418204"/>
                <a:gd name="csY424" fmla="*/ 2199901 h 2304683"/>
                <a:gd name="csX425" fmla="*/ 2820289 w 4418204"/>
                <a:gd name="csY425" fmla="*/ 2205197 h 2304683"/>
                <a:gd name="csX426" fmla="*/ 2824925 w 4418204"/>
                <a:gd name="csY426" fmla="*/ 2204010 h 2304683"/>
                <a:gd name="csX427" fmla="*/ 2836609 w 4418204"/>
                <a:gd name="csY427" fmla="*/ 2184115 h 2304683"/>
                <a:gd name="csX428" fmla="*/ 2848293 w 4418204"/>
                <a:gd name="csY428" fmla="*/ 2184115 h 2304683"/>
                <a:gd name="csX429" fmla="*/ 2851214 w 4418204"/>
                <a:gd name="csY429" fmla="*/ 2162379 h 2304683"/>
                <a:gd name="csX430" fmla="*/ 2861628 w 4418204"/>
                <a:gd name="csY430" fmla="*/ 2158264 h 2304683"/>
                <a:gd name="csX431" fmla="*/ 2887599 w 4418204"/>
                <a:gd name="csY431" fmla="*/ 2072622 h 2304683"/>
                <a:gd name="csX432" fmla="*/ 2902459 w 4418204"/>
                <a:gd name="csY432" fmla="*/ 2068190 h 2304683"/>
                <a:gd name="csX433" fmla="*/ 2910460 w 4418204"/>
                <a:gd name="csY433" fmla="*/ 2054023 h 2304683"/>
                <a:gd name="csX434" fmla="*/ 2902077 w 4418204"/>
                <a:gd name="csY434" fmla="*/ 2038992 h 2304683"/>
                <a:gd name="csX435" fmla="*/ 2908364 w 4418204"/>
                <a:gd name="csY435" fmla="*/ 2020717 h 2304683"/>
                <a:gd name="csX436" fmla="*/ 2880868 w 4418204"/>
                <a:gd name="csY436" fmla="*/ 2020285 h 2304683"/>
                <a:gd name="csX437" fmla="*/ 2863470 w 4418204"/>
                <a:gd name="csY437" fmla="*/ 2033690 h 2304683"/>
                <a:gd name="csX438" fmla="*/ 2832609 w 4418204"/>
                <a:gd name="csY438" fmla="*/ 2040180 h 2304683"/>
                <a:gd name="csX439" fmla="*/ 2826639 w 4418204"/>
                <a:gd name="csY439" fmla="*/ 2053591 h 2304683"/>
                <a:gd name="csX440" fmla="*/ 2769109 w 4418204"/>
                <a:gd name="csY440" fmla="*/ 2055642 h 2304683"/>
                <a:gd name="csX441" fmla="*/ 2756409 w 4418204"/>
                <a:gd name="csY441" fmla="*/ 2036179 h 2304683"/>
                <a:gd name="csX442" fmla="*/ 2762377 w 4418204"/>
                <a:gd name="csY442" fmla="*/ 2021581 h 2304683"/>
                <a:gd name="csX443" fmla="*/ 2751963 w 4418204"/>
                <a:gd name="csY443" fmla="*/ 2008176 h 2304683"/>
                <a:gd name="csX444" fmla="*/ 2756726 w 4418204"/>
                <a:gd name="csY444" fmla="*/ 1991951 h 2304683"/>
                <a:gd name="csX445" fmla="*/ 2738121 w 4418204"/>
                <a:gd name="csY445" fmla="*/ 1990764 h 2304683"/>
                <a:gd name="csX446" fmla="*/ 2717038 w 4418204"/>
                <a:gd name="csY446" fmla="*/ 1968488 h 2304683"/>
                <a:gd name="csX447" fmla="*/ 2698814 w 4418204"/>
                <a:gd name="csY447" fmla="*/ 1968056 h 2304683"/>
                <a:gd name="csX448" fmla="*/ 2682812 w 4418204"/>
                <a:gd name="csY448" fmla="*/ 1953458 h 2304683"/>
                <a:gd name="csX449" fmla="*/ 2657920 w 4418204"/>
                <a:gd name="csY449" fmla="*/ 1958214 h 2304683"/>
                <a:gd name="csX450" fmla="*/ 2635631 w 4418204"/>
                <a:gd name="csY450" fmla="*/ 1944155 h 2304683"/>
                <a:gd name="csX451" fmla="*/ 2638425 w 4418204"/>
                <a:gd name="csY451" fmla="*/ 1916583 h 2304683"/>
                <a:gd name="csX452" fmla="*/ 2584133 w 4418204"/>
                <a:gd name="csY452" fmla="*/ 1772000 h 2304683"/>
                <a:gd name="csX453" fmla="*/ 2549906 w 4418204"/>
                <a:gd name="csY453" fmla="*/ 1747127 h 2304683"/>
                <a:gd name="csX454" fmla="*/ 2531618 w 4418204"/>
                <a:gd name="csY454" fmla="*/ 1750372 h 2304683"/>
                <a:gd name="csX455" fmla="*/ 2496757 w 4418204"/>
                <a:gd name="csY455" fmla="*/ 1727988 h 2304683"/>
                <a:gd name="csX456" fmla="*/ 2385505 w 4418204"/>
                <a:gd name="csY456" fmla="*/ 1741184 h 2304683"/>
                <a:gd name="csX457" fmla="*/ 2356295 w 4418204"/>
                <a:gd name="csY457" fmla="*/ 1769835 h 2304683"/>
                <a:gd name="csX458" fmla="*/ 2356803 w 4418204"/>
                <a:gd name="csY458" fmla="*/ 1797089 h 2304683"/>
                <a:gd name="csX459" fmla="*/ 2374138 w 4418204"/>
                <a:gd name="csY459" fmla="*/ 1790059 h 2304683"/>
                <a:gd name="csX460" fmla="*/ 2383536 w 4418204"/>
                <a:gd name="csY460" fmla="*/ 1793304 h 2304683"/>
                <a:gd name="csX461" fmla="*/ 2385505 w 4418204"/>
                <a:gd name="csY461" fmla="*/ 1825746 h 2304683"/>
                <a:gd name="csX462" fmla="*/ 2362772 w 4418204"/>
                <a:gd name="csY462" fmla="*/ 1838720 h 2304683"/>
                <a:gd name="csX463" fmla="*/ 2325116 w 4418204"/>
                <a:gd name="csY463" fmla="*/ 1901223 h 2304683"/>
                <a:gd name="csX464" fmla="*/ 2338515 w 4418204"/>
                <a:gd name="csY464" fmla="*/ 1906093 h 2304683"/>
                <a:gd name="csX465" fmla="*/ 2335086 w 4418204"/>
                <a:gd name="csY465" fmla="*/ 1926851 h 2304683"/>
                <a:gd name="csX466" fmla="*/ 2304859 w 4418204"/>
                <a:gd name="csY466" fmla="*/ 1933881 h 2304683"/>
                <a:gd name="csX467" fmla="*/ 2277174 w 4418204"/>
                <a:gd name="csY467" fmla="*/ 1959293 h 2304683"/>
                <a:gd name="csX468" fmla="*/ 2210816 w 4418204"/>
                <a:gd name="csY468" fmla="*/ 1928477 h 2304683"/>
                <a:gd name="csX469" fmla="*/ 2192972 w 4418204"/>
                <a:gd name="csY469" fmla="*/ 1938751 h 2304683"/>
                <a:gd name="csX470" fmla="*/ 2152777 w 4418204"/>
                <a:gd name="csY470" fmla="*/ 1916583 h 2304683"/>
                <a:gd name="csX471" fmla="*/ 2107247 w 4418204"/>
                <a:gd name="csY471" fmla="*/ 1936586 h 2304683"/>
                <a:gd name="csX472" fmla="*/ 2095881 w 4418204"/>
                <a:gd name="csY472" fmla="*/ 1958214 h 2304683"/>
                <a:gd name="csX473" fmla="*/ 2069529 w 4418204"/>
                <a:gd name="csY473" fmla="*/ 1956588 h 2304683"/>
                <a:gd name="csX474" fmla="*/ 2011617 w 4418204"/>
                <a:gd name="csY474" fmla="*/ 1980706 h 2304683"/>
                <a:gd name="csX475" fmla="*/ 1969516 w 4418204"/>
                <a:gd name="csY475" fmla="*/ 1965459 h 2304683"/>
                <a:gd name="csX476" fmla="*/ 1921066 w 4418204"/>
                <a:gd name="csY476" fmla="*/ 1962538 h 2304683"/>
                <a:gd name="csX477" fmla="*/ 1906143 w 4418204"/>
                <a:gd name="csY477" fmla="*/ 1935182 h 2304683"/>
                <a:gd name="csX478" fmla="*/ 1875282 w 4418204"/>
                <a:gd name="csY478" fmla="*/ 1929880 h 2304683"/>
                <a:gd name="csX479" fmla="*/ 1861185 w 4418204"/>
                <a:gd name="csY479" fmla="*/ 1913554 h 2304683"/>
                <a:gd name="csX480" fmla="*/ 1804480 w 4418204"/>
                <a:gd name="csY480" fmla="*/ 1908252 h 2304683"/>
                <a:gd name="csX481" fmla="*/ 1762697 w 4418204"/>
                <a:gd name="csY481" fmla="*/ 1925016 h 2304683"/>
                <a:gd name="csX482" fmla="*/ 1698816 w 4418204"/>
                <a:gd name="csY482" fmla="*/ 1908684 h 2304683"/>
                <a:gd name="csX483" fmla="*/ 1687385 w 4418204"/>
                <a:gd name="csY483" fmla="*/ 1857319 h 2304683"/>
                <a:gd name="csX484" fmla="*/ 1565084 w 4418204"/>
                <a:gd name="csY484" fmla="*/ 1817200 h 2304683"/>
                <a:gd name="csX485" fmla="*/ 1559116 w 4418204"/>
                <a:gd name="csY485" fmla="*/ 1835906 h 2304683"/>
                <a:gd name="csX486" fmla="*/ 1541272 w 4418204"/>
                <a:gd name="csY486" fmla="*/ 1842396 h 2304683"/>
                <a:gd name="csX487" fmla="*/ 1526731 w 4418204"/>
                <a:gd name="csY487" fmla="*/ 1875594 h 2304683"/>
                <a:gd name="csX488" fmla="*/ 1534097 w 4418204"/>
                <a:gd name="csY488" fmla="*/ 1899388 h 2304683"/>
                <a:gd name="csX489" fmla="*/ 1544510 w 4418204"/>
                <a:gd name="csY489" fmla="*/ 1906093 h 2304683"/>
                <a:gd name="csX490" fmla="*/ 1538542 w 4418204"/>
                <a:gd name="csY490" fmla="*/ 1933017 h 2304683"/>
                <a:gd name="csX491" fmla="*/ 1521143 w 4418204"/>
                <a:gd name="csY491" fmla="*/ 1933017 h 2304683"/>
                <a:gd name="csX492" fmla="*/ 1509205 w 4418204"/>
                <a:gd name="csY492" fmla="*/ 1949019 h 2304683"/>
                <a:gd name="csX493" fmla="*/ 1490599 w 4418204"/>
                <a:gd name="csY493" fmla="*/ 1938529 h 2304683"/>
                <a:gd name="csX494" fmla="*/ 1406843 w 4418204"/>
                <a:gd name="csY494" fmla="*/ 1931506 h 2304683"/>
                <a:gd name="csX495" fmla="*/ 1395921 w 4418204"/>
                <a:gd name="csY495" fmla="*/ 1921016 h 2304683"/>
                <a:gd name="csX496" fmla="*/ 1393381 w 4418204"/>
                <a:gd name="csY496" fmla="*/ 1902416 h 2304683"/>
                <a:gd name="csX497" fmla="*/ 1350137 w 4418204"/>
                <a:gd name="csY497" fmla="*/ 1899495 h 2304683"/>
                <a:gd name="csX498" fmla="*/ 1341438 w 4418204"/>
                <a:gd name="csY498" fmla="*/ 1886948 h 2304683"/>
                <a:gd name="csX499" fmla="*/ 1330516 w 4418204"/>
                <a:gd name="csY499" fmla="*/ 1892358 h 2304683"/>
                <a:gd name="csX500" fmla="*/ 1319467 w 4418204"/>
                <a:gd name="csY500" fmla="*/ 1886084 h 2304683"/>
                <a:gd name="csX501" fmla="*/ 1217168 w 4418204"/>
                <a:gd name="csY501" fmla="*/ 1935614 h 2304683"/>
                <a:gd name="csX502" fmla="*/ 1219264 w 4418204"/>
                <a:gd name="csY502" fmla="*/ 1947724 h 2304683"/>
                <a:gd name="csX503" fmla="*/ 1197484 w 4418204"/>
                <a:gd name="csY503" fmla="*/ 1961243 h 2304683"/>
                <a:gd name="csX504" fmla="*/ 1164082 w 4418204"/>
                <a:gd name="csY504" fmla="*/ 1960811 h 2304683"/>
                <a:gd name="csX505" fmla="*/ 1166622 w 4418204"/>
                <a:gd name="csY505" fmla="*/ 1974324 h 2304683"/>
                <a:gd name="csX506" fmla="*/ 1134618 w 4418204"/>
                <a:gd name="csY506" fmla="*/ 1980814 h 2304683"/>
                <a:gd name="csX507" fmla="*/ 1109409 w 4418204"/>
                <a:gd name="csY507" fmla="*/ 1957890 h 2304683"/>
                <a:gd name="csX508" fmla="*/ 1117537 w 4418204"/>
                <a:gd name="csY508" fmla="*/ 1946212 h 2304683"/>
                <a:gd name="csX509" fmla="*/ 1099439 w 4418204"/>
                <a:gd name="csY509" fmla="*/ 1937018 h 2304683"/>
                <a:gd name="csX510" fmla="*/ 1082358 w 4418204"/>
                <a:gd name="csY510" fmla="*/ 1954321 h 2304683"/>
                <a:gd name="csX511" fmla="*/ 1054291 w 4418204"/>
                <a:gd name="csY511" fmla="*/ 1954645 h 2304683"/>
                <a:gd name="csX512" fmla="*/ 1044448 w 4418204"/>
                <a:gd name="csY512" fmla="*/ 1927391 h 2304683"/>
                <a:gd name="csX513" fmla="*/ 1017842 w 4418204"/>
                <a:gd name="csY513" fmla="*/ 1919930 h 2304683"/>
                <a:gd name="csX514" fmla="*/ 1013270 w 4418204"/>
                <a:gd name="csY514" fmla="*/ 1895927 h 2304683"/>
                <a:gd name="csX515" fmla="*/ 977964 w 4418204"/>
                <a:gd name="csY515" fmla="*/ 1877328 h 2304683"/>
                <a:gd name="csX516" fmla="*/ 957835 w 4418204"/>
                <a:gd name="csY516" fmla="*/ 1893437 h 2304683"/>
                <a:gd name="csX517" fmla="*/ 914654 w 4418204"/>
                <a:gd name="csY517" fmla="*/ 1895927 h 2304683"/>
                <a:gd name="csX518" fmla="*/ 914654 w 4418204"/>
                <a:gd name="csY518" fmla="*/ 1883055 h 2304683"/>
                <a:gd name="csX519" fmla="*/ 900303 w 4418204"/>
                <a:gd name="csY519" fmla="*/ 1879379 h 2304683"/>
                <a:gd name="csX520" fmla="*/ 901827 w 4418204"/>
                <a:gd name="csY520" fmla="*/ 1868565 h 2304683"/>
                <a:gd name="csX521" fmla="*/ 869886 w 4418204"/>
                <a:gd name="csY521" fmla="*/ 1861973 h 2304683"/>
                <a:gd name="csX522" fmla="*/ 869886 w 4418204"/>
                <a:gd name="csY522" fmla="*/ 1882623 h 2304683"/>
                <a:gd name="csX523" fmla="*/ 843217 w 4418204"/>
                <a:gd name="csY523" fmla="*/ 1893006 h 2304683"/>
                <a:gd name="csX524" fmla="*/ 814578 w 4418204"/>
                <a:gd name="csY524" fmla="*/ 1808119 h 2304683"/>
                <a:gd name="csX525" fmla="*/ 779717 w 4418204"/>
                <a:gd name="csY525" fmla="*/ 1754804 h 2304683"/>
                <a:gd name="csX526" fmla="*/ 726122 w 4418204"/>
                <a:gd name="csY526" fmla="*/ 1713822 h 2304683"/>
                <a:gd name="csX527" fmla="*/ 740284 w 4418204"/>
                <a:gd name="csY527" fmla="*/ 1703763 h 2304683"/>
                <a:gd name="csX528" fmla="*/ 737045 w 4418204"/>
                <a:gd name="csY528" fmla="*/ 1668514 h 2304683"/>
                <a:gd name="csX529" fmla="*/ 618744 w 4418204"/>
                <a:gd name="csY529" fmla="*/ 1744752 h 2304683"/>
                <a:gd name="csX530" fmla="*/ 597218 w 4418204"/>
                <a:gd name="csY530" fmla="*/ 1739126 h 2304683"/>
                <a:gd name="csX531" fmla="*/ 622872 w 4418204"/>
                <a:gd name="csY531" fmla="*/ 1705065 h 2304683"/>
                <a:gd name="csX532" fmla="*/ 526542 w 4418204"/>
                <a:gd name="csY532" fmla="*/ 1704201 h 2304683"/>
                <a:gd name="csX533" fmla="*/ 515366 w 4418204"/>
                <a:gd name="csY533" fmla="*/ 1640936 h 2304683"/>
                <a:gd name="csX534" fmla="*/ 439610 w 4418204"/>
                <a:gd name="csY534" fmla="*/ 1632288 h 2304683"/>
                <a:gd name="csX535" fmla="*/ 415036 w 4418204"/>
                <a:gd name="csY535" fmla="*/ 1659643 h 2304683"/>
                <a:gd name="csX536" fmla="*/ 215900 w 4418204"/>
                <a:gd name="csY536" fmla="*/ 1698791 h 2304683"/>
                <a:gd name="csX537" fmla="*/ 154622 w 4418204"/>
                <a:gd name="csY537" fmla="*/ 1698791 h 2304683"/>
                <a:gd name="csX538" fmla="*/ 154178 w 4418204"/>
                <a:gd name="csY538" fmla="*/ 1733614 h 2304683"/>
                <a:gd name="csX539" fmla="*/ 188405 w 4418204"/>
                <a:gd name="csY539" fmla="*/ 1744968 h 2304683"/>
                <a:gd name="csX540" fmla="*/ 188405 w 4418204"/>
                <a:gd name="csY540" fmla="*/ 1777950 h 2304683"/>
                <a:gd name="csX541" fmla="*/ 156464 w 4418204"/>
                <a:gd name="csY541" fmla="*/ 1769079 h 2304683"/>
                <a:gd name="csX542" fmla="*/ 139383 w 4418204"/>
                <a:gd name="csY542" fmla="*/ 1785303 h 2304683"/>
                <a:gd name="csX543" fmla="*/ 146876 w 4418204"/>
                <a:gd name="csY543" fmla="*/ 1810392 h 2304683"/>
                <a:gd name="csX544" fmla="*/ 121984 w 4418204"/>
                <a:gd name="csY544" fmla="*/ 1833424 h 2304683"/>
                <a:gd name="csX545" fmla="*/ 106997 w 4418204"/>
                <a:gd name="csY545" fmla="*/ 1824769 h 2304683"/>
                <a:gd name="csX546" fmla="*/ 118935 w 4418204"/>
                <a:gd name="csY546" fmla="*/ 1798816 h 2304683"/>
                <a:gd name="csX547" fmla="*/ 88202 w 4418204"/>
                <a:gd name="csY547" fmla="*/ 1790167 h 2304683"/>
                <a:gd name="csX548" fmla="*/ 75311 w 4418204"/>
                <a:gd name="csY548" fmla="*/ 1809630 h 2304683"/>
                <a:gd name="csX549" fmla="*/ 58420 w 4418204"/>
                <a:gd name="csY549" fmla="*/ 1794492 h 2304683"/>
                <a:gd name="csX550" fmla="*/ 66294 w 4418204"/>
                <a:gd name="csY550" fmla="*/ 1720959 h 2304683"/>
                <a:gd name="csX551" fmla="*/ 97092 w 4418204"/>
                <a:gd name="csY551" fmla="*/ 1705820 h 2304683"/>
                <a:gd name="csX552" fmla="*/ 102997 w 4418204"/>
                <a:gd name="csY552" fmla="*/ 1660405 h 2304683"/>
                <a:gd name="csX553" fmla="*/ 30735 w 4418204"/>
                <a:gd name="csY553" fmla="*/ 1690682 h 2304683"/>
                <a:gd name="csX554" fmla="*/ 0 w 4418204"/>
                <a:gd name="csY554" fmla="*/ 1651750 h 2304683"/>
                <a:gd name="csX555" fmla="*/ 31686 w 4418204"/>
                <a:gd name="csY555" fmla="*/ 1630122 h 2304683"/>
                <a:gd name="csX556" fmla="*/ 41529 w 4418204"/>
                <a:gd name="csY556" fmla="*/ 1657160 h 2304683"/>
                <a:gd name="csX557" fmla="*/ 93028 w 4418204"/>
                <a:gd name="csY557" fmla="*/ 1619308 h 2304683"/>
                <a:gd name="csX558" fmla="*/ 79502 w 4418204"/>
                <a:gd name="csY558" fmla="*/ 1587736 h 2304683"/>
                <a:gd name="csX559" fmla="*/ 14796 w 4418204"/>
                <a:gd name="csY559" fmla="*/ 1585462 h 2304683"/>
                <a:gd name="csX560" fmla="*/ 2477 w 4418204"/>
                <a:gd name="csY560" fmla="*/ 1550207 h 2304683"/>
                <a:gd name="csX561" fmla="*/ 37529 w 4418204"/>
                <a:gd name="csY561" fmla="*/ 1537450 h 2304683"/>
                <a:gd name="csX562" fmla="*/ 32639 w 4418204"/>
                <a:gd name="csY562" fmla="*/ 1499928 h 2304683"/>
                <a:gd name="csX563" fmla="*/ 54737 w 4418204"/>
                <a:gd name="csY563" fmla="*/ 1505980 h 2304683"/>
                <a:gd name="csX564" fmla="*/ 65151 w 4418204"/>
                <a:gd name="csY564" fmla="*/ 1491705 h 2304683"/>
                <a:gd name="csX565" fmla="*/ 56135 w 4418204"/>
                <a:gd name="csY565" fmla="*/ 1474407 h 2304683"/>
                <a:gd name="csX566" fmla="*/ 64389 w 4418204"/>
                <a:gd name="csY566" fmla="*/ 1462399 h 2304683"/>
                <a:gd name="csX567" fmla="*/ 79502 w 4418204"/>
                <a:gd name="csY567" fmla="*/ 1462399 h 2304683"/>
                <a:gd name="csX568" fmla="*/ 87757 w 4418204"/>
                <a:gd name="csY568" fmla="*/ 1438396 h 2304683"/>
                <a:gd name="csX569" fmla="*/ 73978 w 4418204"/>
                <a:gd name="csY569" fmla="*/ 1427151 h 2304683"/>
                <a:gd name="csX570" fmla="*/ 74676 w 4418204"/>
                <a:gd name="csY570" fmla="*/ 1406170 h 2304683"/>
                <a:gd name="csX571" fmla="*/ 46419 w 4418204"/>
                <a:gd name="csY571" fmla="*/ 1381621 h 2304683"/>
                <a:gd name="csX572" fmla="*/ 86423 w 4418204"/>
                <a:gd name="csY572" fmla="*/ 1312743 h 2304683"/>
                <a:gd name="csX573" fmla="*/ 77597 w 4418204"/>
                <a:gd name="csY573" fmla="*/ 1263321 h 2304683"/>
                <a:gd name="csX574" fmla="*/ 91758 w 4418204"/>
                <a:gd name="csY574" fmla="*/ 1203307 h 2304683"/>
                <a:gd name="csX575" fmla="*/ 76200 w 4418204"/>
                <a:gd name="csY575" fmla="*/ 1164375 h 2304683"/>
                <a:gd name="csX576" fmla="*/ 101092 w 4418204"/>
                <a:gd name="csY576" fmla="*/ 1100361 h 2304683"/>
                <a:gd name="csX577" fmla="*/ 87122 w 4418204"/>
                <a:gd name="csY577" fmla="*/ 1067918 h 2304683"/>
                <a:gd name="csX578" fmla="*/ 114491 w 4418204"/>
                <a:gd name="csY578" fmla="*/ 1031260 h 2304683"/>
                <a:gd name="csX579" fmla="*/ 133668 w 4418204"/>
                <a:gd name="csY579" fmla="*/ 1045319 h 2304683"/>
                <a:gd name="csX580" fmla="*/ 173990 w 4418204"/>
                <a:gd name="csY580" fmla="*/ 1000005 h 2304683"/>
                <a:gd name="csX581" fmla="*/ 212217 w 4418204"/>
                <a:gd name="csY581" fmla="*/ 984327 h 2304683"/>
                <a:gd name="csX582" fmla="*/ 229298 w 4418204"/>
                <a:gd name="csY582" fmla="*/ 950266 h 2304683"/>
                <a:gd name="csX583" fmla="*/ 296228 w 4418204"/>
                <a:gd name="csY583" fmla="*/ 917824 h 2304683"/>
                <a:gd name="csX584" fmla="*/ 301434 w 4418204"/>
                <a:gd name="csY584" fmla="*/ 895116 h 2304683"/>
                <a:gd name="csX585" fmla="*/ 333884 w 4418204"/>
                <a:gd name="csY585" fmla="*/ 869811 h 2304683"/>
                <a:gd name="csX586" fmla="*/ 326961 w 4418204"/>
                <a:gd name="csY586" fmla="*/ 860832 h 2304683"/>
                <a:gd name="csX587" fmla="*/ 340805 w 4418204"/>
                <a:gd name="csY587" fmla="*/ 853155 h 2304683"/>
                <a:gd name="csX588" fmla="*/ 330962 w 4418204"/>
                <a:gd name="csY588" fmla="*/ 835851 h 2304683"/>
                <a:gd name="csX589" fmla="*/ 309626 w 4418204"/>
                <a:gd name="csY589" fmla="*/ 835851 h 2304683"/>
                <a:gd name="csX590" fmla="*/ 304229 w 4418204"/>
                <a:gd name="csY590" fmla="*/ 812064 h 2304683"/>
                <a:gd name="csX591" fmla="*/ 318072 w 4418204"/>
                <a:gd name="csY591" fmla="*/ 787623 h 2304683"/>
                <a:gd name="csX592" fmla="*/ 307149 w 4418204"/>
                <a:gd name="csY592" fmla="*/ 769132 h 2304683"/>
                <a:gd name="csX593" fmla="*/ 278447 w 4418204"/>
                <a:gd name="csY593" fmla="*/ 764376 h 2304683"/>
                <a:gd name="csX594" fmla="*/ 286703 w 4418204"/>
                <a:gd name="csY594" fmla="*/ 733661 h 2304683"/>
                <a:gd name="csX595" fmla="*/ 286703 w 4418204"/>
                <a:gd name="csY595" fmla="*/ 733445 h 2304683"/>
                <a:gd name="csX596" fmla="*/ 294386 w 4418204"/>
                <a:gd name="csY596" fmla="*/ 735179 h 2304683"/>
                <a:gd name="csX597" fmla="*/ 300101 w 4418204"/>
                <a:gd name="csY597" fmla="*/ 729013 h 2304683"/>
                <a:gd name="csX598" fmla="*/ 345122 w 4418204"/>
                <a:gd name="csY598" fmla="*/ 741128 h 2304683"/>
                <a:gd name="csX599" fmla="*/ 363538 w 4418204"/>
                <a:gd name="csY599" fmla="*/ 755727 h 2304683"/>
                <a:gd name="csX600" fmla="*/ 382270 w 4418204"/>
                <a:gd name="csY600" fmla="*/ 761023 h 2304683"/>
                <a:gd name="csX601" fmla="*/ 379794 w 4418204"/>
                <a:gd name="csY601" fmla="*/ 764808 h 2304683"/>
                <a:gd name="csX602" fmla="*/ 414655 w 4418204"/>
                <a:gd name="csY602" fmla="*/ 793681 h 2304683"/>
                <a:gd name="csX603" fmla="*/ 414084 w 4418204"/>
                <a:gd name="csY603" fmla="*/ 802222 h 2304683"/>
                <a:gd name="csX604" fmla="*/ 420370 w 4418204"/>
                <a:gd name="csY604" fmla="*/ 810115 h 2304683"/>
                <a:gd name="csX605" fmla="*/ 454978 w 4418204"/>
                <a:gd name="csY605" fmla="*/ 751936 h 2304683"/>
                <a:gd name="csX606" fmla="*/ 438531 w 4418204"/>
                <a:gd name="csY606" fmla="*/ 751504 h 2304683"/>
                <a:gd name="csX607" fmla="*/ 412369 w 4418204"/>
                <a:gd name="csY607" fmla="*/ 725444 h 2304683"/>
                <a:gd name="csX608" fmla="*/ 411924 w 4418204"/>
                <a:gd name="csY608" fmla="*/ 703600 h 2304683"/>
                <a:gd name="csX609" fmla="*/ 377508 w 4418204"/>
                <a:gd name="csY609" fmla="*/ 690843 h 2304683"/>
                <a:gd name="csX610" fmla="*/ 366014 w 4418204"/>
                <a:gd name="csY610" fmla="*/ 667811 h 2304683"/>
                <a:gd name="csX611" fmla="*/ 371031 w 4418204"/>
                <a:gd name="csY611" fmla="*/ 669107 h 2304683"/>
                <a:gd name="csX612" fmla="*/ 384239 w 4418204"/>
                <a:gd name="csY612" fmla="*/ 662617 h 2304683"/>
                <a:gd name="csX613" fmla="*/ 380619 w 4418204"/>
                <a:gd name="csY613" fmla="*/ 653968 h 2304683"/>
                <a:gd name="csX614" fmla="*/ 386144 w 4418204"/>
                <a:gd name="csY614" fmla="*/ 611576 h 2304683"/>
                <a:gd name="csX615" fmla="*/ 380556 w 4418204"/>
                <a:gd name="csY615" fmla="*/ 600546 h 2304683"/>
                <a:gd name="csX616" fmla="*/ 374459 w 4418204"/>
                <a:gd name="csY616" fmla="*/ 602063 h 2304683"/>
                <a:gd name="csX617" fmla="*/ 359728 w 4418204"/>
                <a:gd name="csY617" fmla="*/ 607035 h 2304683"/>
                <a:gd name="csX618" fmla="*/ 361886 w 4418204"/>
                <a:gd name="csY618" fmla="*/ 624339 h 2304683"/>
                <a:gd name="csX619" fmla="*/ 355219 w 4418204"/>
                <a:gd name="csY619" fmla="*/ 625527 h 2304683"/>
                <a:gd name="csX620" fmla="*/ 349568 w 4418204"/>
                <a:gd name="csY620" fmla="*/ 607143 h 2304683"/>
                <a:gd name="csX621" fmla="*/ 366459 w 4418204"/>
                <a:gd name="csY621" fmla="*/ 571672 h 2304683"/>
                <a:gd name="csX622" fmla="*/ 407162 w 4418204"/>
                <a:gd name="csY622" fmla="*/ 545720 h 2304683"/>
                <a:gd name="csX623" fmla="*/ 423926 w 4418204"/>
                <a:gd name="csY623" fmla="*/ 527553 h 2304683"/>
                <a:gd name="csX624" fmla="*/ 445580 w 4418204"/>
                <a:gd name="csY624" fmla="*/ 452940 h 2304683"/>
                <a:gd name="csX625" fmla="*/ 459296 w 4418204"/>
                <a:gd name="csY625" fmla="*/ 427203 h 2304683"/>
                <a:gd name="csX626" fmla="*/ 473393 w 4418204"/>
                <a:gd name="csY626" fmla="*/ 421253 h 2304683"/>
                <a:gd name="csX627" fmla="*/ 473393 w 4418204"/>
                <a:gd name="csY627" fmla="*/ 427851 h 2304683"/>
                <a:gd name="csX628" fmla="*/ 540639 w 4418204"/>
                <a:gd name="csY628" fmla="*/ 426664 h 2304683"/>
                <a:gd name="csX629" fmla="*/ 586296 w 4418204"/>
                <a:gd name="csY629" fmla="*/ 442018 h 2304683"/>
                <a:gd name="csX630" fmla="*/ 590741 w 4418204"/>
                <a:gd name="csY630" fmla="*/ 477813 h 2304683"/>
                <a:gd name="csX631" fmla="*/ 572643 w 4418204"/>
                <a:gd name="csY631" fmla="*/ 529502 h 2304683"/>
                <a:gd name="csX632" fmla="*/ 555308 w 4418204"/>
                <a:gd name="csY632" fmla="*/ 543015 h 2304683"/>
                <a:gd name="csX633" fmla="*/ 566484 w 4418204"/>
                <a:gd name="csY633" fmla="*/ 567672 h 2304683"/>
                <a:gd name="csX634" fmla="*/ 584454 w 4418204"/>
                <a:gd name="csY634" fmla="*/ 581515 h 2304683"/>
                <a:gd name="csX635" fmla="*/ 588137 w 4418204"/>
                <a:gd name="csY635" fmla="*/ 624879 h 2304683"/>
                <a:gd name="csX636" fmla="*/ 576517 w 4418204"/>
                <a:gd name="csY636" fmla="*/ 642183 h 2304683"/>
                <a:gd name="csX637" fmla="*/ 580644 w 4418204"/>
                <a:gd name="csY637" fmla="*/ 653536 h 2304683"/>
                <a:gd name="csX638" fmla="*/ 578168 w 4418204"/>
                <a:gd name="csY638" fmla="*/ 664782 h 2304683"/>
                <a:gd name="csX639" fmla="*/ 584009 w 4418204"/>
                <a:gd name="csY639" fmla="*/ 681756 h 2304683"/>
                <a:gd name="csX640" fmla="*/ 580581 w 4418204"/>
                <a:gd name="csY640" fmla="*/ 693440 h 2304683"/>
                <a:gd name="csX641" fmla="*/ 582803 w 4418204"/>
                <a:gd name="csY641" fmla="*/ 706413 h 2304683"/>
                <a:gd name="csX642" fmla="*/ 577850 w 4418204"/>
                <a:gd name="csY642" fmla="*/ 744697 h 2304683"/>
                <a:gd name="csX643" fmla="*/ 582740 w 4418204"/>
                <a:gd name="csY643" fmla="*/ 755397 h 2304683"/>
                <a:gd name="csX644" fmla="*/ 613347 w 4418204"/>
                <a:gd name="csY644" fmla="*/ 778327 h 2304683"/>
                <a:gd name="csX645" fmla="*/ 611822 w 4418204"/>
                <a:gd name="csY645" fmla="*/ 796602 h 2304683"/>
                <a:gd name="csX646" fmla="*/ 599250 w 4418204"/>
                <a:gd name="csY646" fmla="*/ 812928 h 2304683"/>
                <a:gd name="csX647" fmla="*/ 601790 w 4418204"/>
                <a:gd name="csY647" fmla="*/ 835851 h 2304683"/>
                <a:gd name="csX648" fmla="*/ 582041 w 4418204"/>
                <a:gd name="csY648" fmla="*/ 852184 h 2304683"/>
                <a:gd name="csX649" fmla="*/ 571119 w 4418204"/>
                <a:gd name="csY649" fmla="*/ 879647 h 2304683"/>
                <a:gd name="csX650" fmla="*/ 554546 w 4418204"/>
                <a:gd name="csY650" fmla="*/ 905930 h 2304683"/>
                <a:gd name="csX651" fmla="*/ 543116 w 4418204"/>
                <a:gd name="csY651" fmla="*/ 911226 h 2304683"/>
                <a:gd name="csX652" fmla="*/ 542544 w 4418204"/>
                <a:gd name="csY652" fmla="*/ 921500 h 2304683"/>
                <a:gd name="csX653" fmla="*/ 513335 w 4418204"/>
                <a:gd name="csY653" fmla="*/ 935235 h 2304683"/>
                <a:gd name="csX654" fmla="*/ 493395 w 4418204"/>
                <a:gd name="csY654" fmla="*/ 932314 h 2304683"/>
                <a:gd name="csX655" fmla="*/ 483235 w 4418204"/>
                <a:gd name="csY655" fmla="*/ 941503 h 2304683"/>
                <a:gd name="csX656" fmla="*/ 536639 w 4418204"/>
                <a:gd name="csY656" fmla="*/ 947453 h 2304683"/>
                <a:gd name="csX657" fmla="*/ 562166 w 4418204"/>
                <a:gd name="csY657" fmla="*/ 958375 h 2304683"/>
                <a:gd name="csX658" fmla="*/ 576961 w 4418204"/>
                <a:gd name="csY658" fmla="*/ 935559 h 2304683"/>
                <a:gd name="csX659" fmla="*/ 593090 w 4418204"/>
                <a:gd name="csY659" fmla="*/ 929609 h 2304683"/>
                <a:gd name="csX660" fmla="*/ 613982 w 4418204"/>
                <a:gd name="csY660" fmla="*/ 911226 h 2304683"/>
                <a:gd name="csX661" fmla="*/ 627190 w 4418204"/>
                <a:gd name="csY661" fmla="*/ 906902 h 2304683"/>
                <a:gd name="csX662" fmla="*/ 637794 w 4418204"/>
                <a:gd name="csY662" fmla="*/ 872294 h 2304683"/>
                <a:gd name="csX663" fmla="*/ 661162 w 4418204"/>
                <a:gd name="csY663" fmla="*/ 850126 h 2304683"/>
                <a:gd name="csX664" fmla="*/ 666497 w 4418204"/>
                <a:gd name="csY664" fmla="*/ 827850 h 2304683"/>
                <a:gd name="csX665" fmla="*/ 651764 w 4418204"/>
                <a:gd name="csY665" fmla="*/ 796062 h 2304683"/>
                <a:gd name="csX666" fmla="*/ 654368 w 4418204"/>
                <a:gd name="csY666" fmla="*/ 769888 h 2304683"/>
                <a:gd name="csX667" fmla="*/ 678752 w 4418204"/>
                <a:gd name="csY667" fmla="*/ 756483 h 2304683"/>
                <a:gd name="csX668" fmla="*/ 678752 w 4418204"/>
                <a:gd name="csY668" fmla="*/ 756699 h 2304683"/>
                <a:gd name="csX669" fmla="*/ 720725 w 4418204"/>
                <a:gd name="csY669" fmla="*/ 749561 h 2304683"/>
                <a:gd name="csX670" fmla="*/ 731774 w 4418204"/>
                <a:gd name="csY670" fmla="*/ 767081 h 2304683"/>
                <a:gd name="csX671" fmla="*/ 751015 w 4418204"/>
                <a:gd name="csY671" fmla="*/ 783515 h 2304683"/>
                <a:gd name="csX672" fmla="*/ 748411 w 4418204"/>
                <a:gd name="csY672" fmla="*/ 842233 h 2304683"/>
                <a:gd name="csX673" fmla="*/ 751015 w 4418204"/>
                <a:gd name="csY673" fmla="*/ 847967 h 2304683"/>
                <a:gd name="csX674" fmla="*/ 783146 w 4418204"/>
                <a:gd name="csY674" fmla="*/ 862998 h 2304683"/>
                <a:gd name="csX675" fmla="*/ 804291 w 4418204"/>
                <a:gd name="csY675" fmla="*/ 863321 h 2304683"/>
                <a:gd name="csX676" fmla="*/ 766255 w 4418204"/>
                <a:gd name="csY676" fmla="*/ 846450 h 2304683"/>
                <a:gd name="csX677" fmla="*/ 763588 w 4418204"/>
                <a:gd name="csY677" fmla="*/ 841046 h 2304683"/>
                <a:gd name="csX678" fmla="*/ 770192 w 4418204"/>
                <a:gd name="csY678" fmla="*/ 811417 h 2304683"/>
                <a:gd name="csX679" fmla="*/ 786003 w 4418204"/>
                <a:gd name="csY679" fmla="*/ 802654 h 2304683"/>
                <a:gd name="csX680" fmla="*/ 771461 w 4418204"/>
                <a:gd name="csY680" fmla="*/ 759943 h 2304683"/>
                <a:gd name="csX681" fmla="*/ 695389 w 4418204"/>
                <a:gd name="csY681" fmla="*/ 725444 h 2304683"/>
                <a:gd name="csX682" fmla="*/ 665861 w 4418204"/>
                <a:gd name="csY682" fmla="*/ 737668 h 2304683"/>
                <a:gd name="csX683" fmla="*/ 648653 w 4418204"/>
                <a:gd name="csY683" fmla="*/ 734207 h 2304683"/>
                <a:gd name="csX684" fmla="*/ 631444 w 4418204"/>
                <a:gd name="csY684" fmla="*/ 740582 h 2304683"/>
                <a:gd name="csX685" fmla="*/ 622872 w 4418204"/>
                <a:gd name="csY685" fmla="*/ 734855 h 2304683"/>
                <a:gd name="csX686" fmla="*/ 626555 w 4418204"/>
                <a:gd name="csY686" fmla="*/ 717875 h 2304683"/>
                <a:gd name="csX687" fmla="*/ 618236 w 4418204"/>
                <a:gd name="csY687" fmla="*/ 695383 h 2304683"/>
                <a:gd name="csX688" fmla="*/ 621221 w 4418204"/>
                <a:gd name="csY688" fmla="*/ 660236 h 2304683"/>
                <a:gd name="csX689" fmla="*/ 642874 w 4418204"/>
                <a:gd name="csY689" fmla="*/ 627800 h 2304683"/>
                <a:gd name="csX690" fmla="*/ 613918 w 4418204"/>
                <a:gd name="csY690" fmla="*/ 571025 h 2304683"/>
                <a:gd name="csX691" fmla="*/ 596265 w 4418204"/>
                <a:gd name="csY691" fmla="*/ 555670 h 2304683"/>
                <a:gd name="csX692" fmla="*/ 614299 w 4418204"/>
                <a:gd name="csY692" fmla="*/ 529178 h 2304683"/>
                <a:gd name="csX693" fmla="*/ 661543 w 4418204"/>
                <a:gd name="csY693" fmla="*/ 498787 h 2304683"/>
                <a:gd name="csX694" fmla="*/ 665861 w 4418204"/>
                <a:gd name="csY694" fmla="*/ 493275 h 2304683"/>
                <a:gd name="csX695" fmla="*/ 670814 w 4418204"/>
                <a:gd name="csY695" fmla="*/ 473920 h 2304683"/>
                <a:gd name="csX696" fmla="*/ 664210 w 4418204"/>
                <a:gd name="csY696" fmla="*/ 446450 h 2304683"/>
                <a:gd name="csX697" fmla="*/ 637922 w 4418204"/>
                <a:gd name="csY697" fmla="*/ 423851 h 2304683"/>
                <a:gd name="csX698" fmla="*/ 637160 w 4418204"/>
                <a:gd name="csY698" fmla="*/ 414008 h 2304683"/>
                <a:gd name="csX699" fmla="*/ 641159 w 4418204"/>
                <a:gd name="csY699" fmla="*/ 412065 h 2304683"/>
                <a:gd name="csX700" fmla="*/ 685292 w 4418204"/>
                <a:gd name="csY700" fmla="*/ 440831 h 2304683"/>
                <a:gd name="csX701" fmla="*/ 694500 w 4418204"/>
                <a:gd name="csY701" fmla="*/ 480404 h 2304683"/>
                <a:gd name="csX702" fmla="*/ 692277 w 4418204"/>
                <a:gd name="csY702" fmla="*/ 486354 h 2304683"/>
                <a:gd name="csX703" fmla="*/ 691197 w 4418204"/>
                <a:gd name="csY703" fmla="*/ 487109 h 2304683"/>
                <a:gd name="csX704" fmla="*/ 677545 w 4418204"/>
                <a:gd name="csY704" fmla="*/ 523984 h 2304683"/>
                <a:gd name="csX705" fmla="*/ 683895 w 4418204"/>
                <a:gd name="csY705" fmla="*/ 536855 h 2304683"/>
                <a:gd name="csX706" fmla="*/ 683260 w 4418204"/>
                <a:gd name="csY706" fmla="*/ 553937 h 2304683"/>
                <a:gd name="csX707" fmla="*/ 679831 w 4418204"/>
                <a:gd name="csY707" fmla="*/ 559671 h 2304683"/>
                <a:gd name="csX708" fmla="*/ 696023 w 4418204"/>
                <a:gd name="csY708" fmla="*/ 569297 h 2304683"/>
                <a:gd name="csX709" fmla="*/ 771589 w 4418204"/>
                <a:gd name="csY709" fmla="*/ 579134 h 2304683"/>
                <a:gd name="csX710" fmla="*/ 777304 w 4418204"/>
                <a:gd name="csY710" fmla="*/ 588760 h 2304683"/>
                <a:gd name="csX711" fmla="*/ 798322 w 4418204"/>
                <a:gd name="csY711" fmla="*/ 594602 h 2304683"/>
                <a:gd name="csX712" fmla="*/ 784797 w 4418204"/>
                <a:gd name="csY712" fmla="*/ 567240 h 2304683"/>
                <a:gd name="csX713" fmla="*/ 720725 w 4418204"/>
                <a:gd name="csY713" fmla="*/ 544209 h 2304683"/>
                <a:gd name="csX714" fmla="*/ 712788 w 4418204"/>
                <a:gd name="csY714" fmla="*/ 519767 h 2304683"/>
                <a:gd name="csX715" fmla="*/ 715201 w 4418204"/>
                <a:gd name="csY715" fmla="*/ 514472 h 2304683"/>
                <a:gd name="csX716" fmla="*/ 734568 w 4418204"/>
                <a:gd name="csY716" fmla="*/ 506356 h 2304683"/>
                <a:gd name="csX717" fmla="*/ 764540 w 4418204"/>
                <a:gd name="csY717" fmla="*/ 524416 h 2304683"/>
                <a:gd name="csX718" fmla="*/ 790194 w 4418204"/>
                <a:gd name="csY718" fmla="*/ 513932 h 2304683"/>
                <a:gd name="csX719" fmla="*/ 784923 w 4418204"/>
                <a:gd name="csY719" fmla="*/ 498787 h 2304683"/>
                <a:gd name="csX720" fmla="*/ 760413 w 4418204"/>
                <a:gd name="csY720" fmla="*/ 497492 h 2304683"/>
                <a:gd name="csX721" fmla="*/ 760222 w 4418204"/>
                <a:gd name="csY721" fmla="*/ 496520 h 2304683"/>
                <a:gd name="csX722" fmla="*/ 782828 w 4418204"/>
                <a:gd name="csY722" fmla="*/ 478892 h 2304683"/>
                <a:gd name="csX723" fmla="*/ 836994 w 4418204"/>
                <a:gd name="csY723" fmla="*/ 476511 h 2304683"/>
                <a:gd name="csX724" fmla="*/ 881317 w 4418204"/>
                <a:gd name="csY724" fmla="*/ 499765 h 2304683"/>
                <a:gd name="csX725" fmla="*/ 913575 w 4418204"/>
                <a:gd name="csY725" fmla="*/ 533287 h 2304683"/>
                <a:gd name="csX726" fmla="*/ 970217 w 4418204"/>
                <a:gd name="csY726" fmla="*/ 530366 h 2304683"/>
                <a:gd name="csX727" fmla="*/ 967360 w 4418204"/>
                <a:gd name="csY727" fmla="*/ 548857 h 2304683"/>
                <a:gd name="csX728" fmla="*/ 939038 w 4418204"/>
                <a:gd name="csY728" fmla="*/ 571456 h 2304683"/>
                <a:gd name="csX729" fmla="*/ 945325 w 4418204"/>
                <a:gd name="csY729" fmla="*/ 590811 h 2304683"/>
                <a:gd name="csX730" fmla="*/ 971741 w 4418204"/>
                <a:gd name="csY730" fmla="*/ 591789 h 2304683"/>
                <a:gd name="csX731" fmla="*/ 989585 w 4418204"/>
                <a:gd name="csY731" fmla="*/ 610388 h 2304683"/>
                <a:gd name="csX732" fmla="*/ 979170 w 4418204"/>
                <a:gd name="csY732" fmla="*/ 573082 h 2304683"/>
                <a:gd name="csX733" fmla="*/ 993902 w 4418204"/>
                <a:gd name="csY733" fmla="*/ 542259 h 2304683"/>
                <a:gd name="csX734" fmla="*/ 987489 w 4418204"/>
                <a:gd name="csY734" fmla="*/ 521063 h 2304683"/>
                <a:gd name="csX735" fmla="*/ 957961 w 4418204"/>
                <a:gd name="csY735" fmla="*/ 513278 h 2304683"/>
                <a:gd name="csX736" fmla="*/ 935482 w 4418204"/>
                <a:gd name="csY736" fmla="*/ 479108 h 2304683"/>
                <a:gd name="csX737" fmla="*/ 894461 w 4418204"/>
                <a:gd name="csY737" fmla="*/ 467323 h 2304683"/>
                <a:gd name="csX738" fmla="*/ 891160 w 4418204"/>
                <a:gd name="csY738" fmla="*/ 462344 h 2304683"/>
                <a:gd name="csX739" fmla="*/ 891604 w 4418204"/>
                <a:gd name="csY739" fmla="*/ 426988 h 2304683"/>
                <a:gd name="csX740" fmla="*/ 875919 w 4418204"/>
                <a:gd name="csY740" fmla="*/ 406547 h 2304683"/>
                <a:gd name="csX741" fmla="*/ 879094 w 4418204"/>
                <a:gd name="csY741" fmla="*/ 372809 h 2304683"/>
                <a:gd name="csX742" fmla="*/ 1029081 w 4418204"/>
                <a:gd name="csY742" fmla="*/ 353778 h 2304683"/>
                <a:gd name="csX743" fmla="*/ 1054609 w 4418204"/>
                <a:gd name="csY743" fmla="*/ 357563 h 2304683"/>
                <a:gd name="csX744" fmla="*/ 1091121 w 4418204"/>
                <a:gd name="csY744" fmla="*/ 342101 h 2304683"/>
                <a:gd name="csX745" fmla="*/ 1122935 w 4418204"/>
                <a:gd name="csY745" fmla="*/ 338856 h 2304683"/>
                <a:gd name="csX746" fmla="*/ 1104519 w 4418204"/>
                <a:gd name="csY746" fmla="*/ 312688 h 2304683"/>
                <a:gd name="csX747" fmla="*/ 1084517 w 4418204"/>
                <a:gd name="csY747" fmla="*/ 304033 h 2304683"/>
                <a:gd name="csX748" fmla="*/ 1103885 w 4418204"/>
                <a:gd name="csY748" fmla="*/ 282081 h 2304683"/>
                <a:gd name="csX749" fmla="*/ 1079309 w 4418204"/>
                <a:gd name="csY749" fmla="*/ 269323 h 2304683"/>
                <a:gd name="csX750" fmla="*/ 1091756 w 4418204"/>
                <a:gd name="csY750" fmla="*/ 258078 h 2304683"/>
                <a:gd name="csX751" fmla="*/ 1113917 w 4418204"/>
                <a:gd name="csY751" fmla="*/ 271266 h 2304683"/>
                <a:gd name="csX752" fmla="*/ 1140270 w 4418204"/>
                <a:gd name="csY752" fmla="*/ 248559 h 2304683"/>
                <a:gd name="csX753" fmla="*/ 1139825 w 4418204"/>
                <a:gd name="csY753" fmla="*/ 243803 h 2304683"/>
                <a:gd name="csX754" fmla="*/ 1122617 w 4418204"/>
                <a:gd name="csY754" fmla="*/ 231795 h 2304683"/>
                <a:gd name="csX755" fmla="*/ 1122617 w 4418204"/>
                <a:gd name="csY755" fmla="*/ 227686 h 2304683"/>
                <a:gd name="csX756" fmla="*/ 1133412 w 4418204"/>
                <a:gd name="csY756" fmla="*/ 223470 h 2304683"/>
                <a:gd name="csX757" fmla="*/ 1163321 w 4418204"/>
                <a:gd name="csY757" fmla="*/ 228226 h 2304683"/>
                <a:gd name="csX758" fmla="*/ 1195896 w 4418204"/>
                <a:gd name="csY758" fmla="*/ 202166 h 2304683"/>
                <a:gd name="csX759" fmla="*/ 1359409 w 4418204"/>
                <a:gd name="csY759" fmla="*/ 165291 h 2304683"/>
                <a:gd name="csX760" fmla="*/ 1344613 w 4418204"/>
                <a:gd name="csY760" fmla="*/ 148210 h 2304683"/>
                <a:gd name="csX761" fmla="*/ 1437005 w 4418204"/>
                <a:gd name="csY761" fmla="*/ 140095 h 2304683"/>
                <a:gd name="csX762" fmla="*/ 1437450 w 4418204"/>
                <a:gd name="csY762" fmla="*/ 126798 h 2304683"/>
                <a:gd name="csX763" fmla="*/ 1481963 w 4418204"/>
                <a:gd name="csY763" fmla="*/ 121606 h 2304683"/>
                <a:gd name="csX764" fmla="*/ 1486281 w 4418204"/>
                <a:gd name="csY764" fmla="*/ 125064 h 2304683"/>
                <a:gd name="csX765" fmla="*/ 1486789 w 4418204"/>
                <a:gd name="csY765" fmla="*/ 127121 h 2304683"/>
                <a:gd name="csX766" fmla="*/ 1484885 w 4418204"/>
                <a:gd name="csY766" fmla="*/ 132957 h 2304683"/>
                <a:gd name="csX767" fmla="*/ 1441006 w 4418204"/>
                <a:gd name="csY767" fmla="*/ 165507 h 2304683"/>
                <a:gd name="csX768" fmla="*/ 1450467 w 4418204"/>
                <a:gd name="csY768" fmla="*/ 165291 h 2304683"/>
                <a:gd name="csX769" fmla="*/ 1477201 w 4418204"/>
                <a:gd name="csY769" fmla="*/ 154477 h 2304683"/>
                <a:gd name="csX770" fmla="*/ 1472311 w 4418204"/>
                <a:gd name="csY770" fmla="*/ 162916 h 2304683"/>
                <a:gd name="csX771" fmla="*/ 1488122 w 4418204"/>
                <a:gd name="csY771" fmla="*/ 161075 h 2304683"/>
                <a:gd name="csX772" fmla="*/ 1492948 w 4418204"/>
                <a:gd name="csY772" fmla="*/ 151671 h 2304683"/>
                <a:gd name="csX773" fmla="*/ 1492314 w 4418204"/>
                <a:gd name="csY773" fmla="*/ 151232 h 2304683"/>
                <a:gd name="csX774" fmla="*/ 1503617 w 4418204"/>
                <a:gd name="csY774" fmla="*/ 145073 h 2304683"/>
                <a:gd name="csX775" fmla="*/ 1502601 w 4418204"/>
                <a:gd name="csY775" fmla="*/ 156859 h 2304683"/>
                <a:gd name="csX776" fmla="*/ 1521460 w 4418204"/>
                <a:gd name="csY776" fmla="*/ 155995 h 2304683"/>
                <a:gd name="csX777" fmla="*/ 1521651 w 4418204"/>
                <a:gd name="csY777" fmla="*/ 145613 h 2304683"/>
                <a:gd name="csX778" fmla="*/ 1555623 w 4418204"/>
                <a:gd name="csY778" fmla="*/ 131878 h 2304683"/>
                <a:gd name="csX779" fmla="*/ 1574165 w 4418204"/>
                <a:gd name="csY779" fmla="*/ 134691 h 2304683"/>
                <a:gd name="csX780" fmla="*/ 1587247 w 4418204"/>
                <a:gd name="csY780" fmla="*/ 144533 h 2304683"/>
                <a:gd name="csX781" fmla="*/ 1595247 w 4418204"/>
                <a:gd name="csY781" fmla="*/ 141288 h 2304683"/>
                <a:gd name="csX782" fmla="*/ 1569910 w 4418204"/>
                <a:gd name="csY782" fmla="*/ 117605 h 2304683"/>
                <a:gd name="csX783" fmla="*/ 1564958 w 4418204"/>
                <a:gd name="csY783" fmla="*/ 108089 h 2304683"/>
                <a:gd name="csX784" fmla="*/ 1602740 w 4418204"/>
                <a:gd name="csY784" fmla="*/ 114468 h 2304683"/>
                <a:gd name="csX785" fmla="*/ 1639634 w 4418204"/>
                <a:gd name="csY785" fmla="*/ 106250 h 2304683"/>
                <a:gd name="csX786" fmla="*/ 1651762 w 4418204"/>
                <a:gd name="csY786" fmla="*/ 91435 h 2304683"/>
                <a:gd name="csX787" fmla="*/ 1645031 w 4418204"/>
                <a:gd name="csY787" fmla="*/ 83541 h 2304683"/>
                <a:gd name="csX788" fmla="*/ 1646238 w 4418204"/>
                <a:gd name="csY788" fmla="*/ 72403 h 2304683"/>
                <a:gd name="csX789" fmla="*/ 1654556 w 4418204"/>
                <a:gd name="csY789" fmla="*/ 66672 h 2304683"/>
                <a:gd name="csX790" fmla="*/ 1659001 w 4418204"/>
                <a:gd name="csY790" fmla="*/ 56831 h 2304683"/>
                <a:gd name="csX791" fmla="*/ 1691894 w 4418204"/>
                <a:gd name="csY791" fmla="*/ 38340 h 2304683"/>
                <a:gd name="csX792" fmla="*/ 1706944 w 4418204"/>
                <a:gd name="csY792" fmla="*/ 22011 h 2304683"/>
                <a:gd name="csX793" fmla="*/ 1729931 w 4418204"/>
                <a:gd name="csY793" fmla="*/ 8602 h 2304683"/>
                <a:gd name="csX794" fmla="*/ 1745297 w 4418204"/>
                <a:gd name="csY794" fmla="*/ 8062 h 2304683"/>
                <a:gd name="csX795" fmla="*/ 1758697 w 4418204"/>
                <a:gd name="csY795" fmla="*/ 1465 h 2304683"/>
                <a:gd name="csX796" fmla="*/ 1768007 w 4418204"/>
                <a:gd name="csY796" fmla="*/ 451 h 2304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</a:cxnLst>
              <a:rect l="l" t="t" r="r" b="b"/>
              <a:pathLst>
                <a:path w="4418204" h="2304683">
                  <a:moveTo>
                    <a:pt x="1768007" y="451"/>
                  </a:moveTo>
                  <a:cubicBezTo>
                    <a:pt x="1772190" y="1168"/>
                    <a:pt x="1777906" y="2601"/>
                    <a:pt x="1786510" y="3736"/>
                  </a:cubicBezTo>
                  <a:cubicBezTo>
                    <a:pt x="1791589" y="4601"/>
                    <a:pt x="1787589" y="9467"/>
                    <a:pt x="1792796" y="10116"/>
                  </a:cubicBezTo>
                  <a:cubicBezTo>
                    <a:pt x="1821244" y="14549"/>
                    <a:pt x="1826578" y="12386"/>
                    <a:pt x="1830769" y="17469"/>
                  </a:cubicBezTo>
                  <a:cubicBezTo>
                    <a:pt x="1835785" y="24390"/>
                    <a:pt x="1844612" y="31527"/>
                    <a:pt x="1839087" y="31635"/>
                  </a:cubicBezTo>
                  <a:cubicBezTo>
                    <a:pt x="1831531" y="32176"/>
                    <a:pt x="1826006" y="30770"/>
                    <a:pt x="1821371" y="34014"/>
                  </a:cubicBezTo>
                  <a:cubicBezTo>
                    <a:pt x="1809433" y="41800"/>
                    <a:pt x="1805115" y="46991"/>
                    <a:pt x="1799400" y="47315"/>
                  </a:cubicBezTo>
                  <a:cubicBezTo>
                    <a:pt x="1790954" y="48397"/>
                    <a:pt x="1784350" y="46017"/>
                    <a:pt x="1780984" y="51316"/>
                  </a:cubicBezTo>
                  <a:lnTo>
                    <a:pt x="1779460" y="53804"/>
                  </a:lnTo>
                  <a:cubicBezTo>
                    <a:pt x="1775778" y="59751"/>
                    <a:pt x="1787398" y="55426"/>
                    <a:pt x="1820926" y="54561"/>
                  </a:cubicBezTo>
                  <a:cubicBezTo>
                    <a:pt x="1825498" y="54344"/>
                    <a:pt x="1820799" y="60400"/>
                    <a:pt x="1820609" y="61265"/>
                  </a:cubicBezTo>
                  <a:cubicBezTo>
                    <a:pt x="1817560" y="66996"/>
                    <a:pt x="1827403" y="61373"/>
                    <a:pt x="1838134" y="58994"/>
                  </a:cubicBezTo>
                  <a:cubicBezTo>
                    <a:pt x="1844231" y="57264"/>
                    <a:pt x="1847914" y="59967"/>
                    <a:pt x="1882712" y="66672"/>
                  </a:cubicBezTo>
                  <a:cubicBezTo>
                    <a:pt x="1888934" y="67861"/>
                    <a:pt x="1877949" y="74350"/>
                    <a:pt x="1851914" y="103438"/>
                  </a:cubicBezTo>
                  <a:cubicBezTo>
                    <a:pt x="1847152" y="108521"/>
                    <a:pt x="1859915" y="105385"/>
                    <a:pt x="1901698" y="107007"/>
                  </a:cubicBezTo>
                  <a:cubicBezTo>
                    <a:pt x="1909128" y="107115"/>
                    <a:pt x="1901698" y="89597"/>
                    <a:pt x="1909128" y="89705"/>
                  </a:cubicBezTo>
                  <a:cubicBezTo>
                    <a:pt x="2003234" y="89813"/>
                    <a:pt x="1952752" y="94139"/>
                    <a:pt x="2010918" y="86137"/>
                  </a:cubicBezTo>
                  <a:cubicBezTo>
                    <a:pt x="2019427" y="84839"/>
                    <a:pt x="2040954" y="101384"/>
                    <a:pt x="2050288" y="100411"/>
                  </a:cubicBezTo>
                  <a:cubicBezTo>
                    <a:pt x="2062607" y="100086"/>
                    <a:pt x="2069973" y="95436"/>
                    <a:pt x="2071815" y="101925"/>
                  </a:cubicBezTo>
                  <a:cubicBezTo>
                    <a:pt x="2081911" y="133503"/>
                    <a:pt x="2080832" y="142584"/>
                    <a:pt x="2086737" y="142908"/>
                  </a:cubicBezTo>
                  <a:lnTo>
                    <a:pt x="2095627" y="143447"/>
                  </a:lnTo>
                  <a:cubicBezTo>
                    <a:pt x="2100708" y="143663"/>
                    <a:pt x="2098548" y="134691"/>
                    <a:pt x="2098993" y="130690"/>
                  </a:cubicBezTo>
                  <a:cubicBezTo>
                    <a:pt x="2098993" y="124740"/>
                    <a:pt x="2105787" y="129503"/>
                    <a:pt x="2108391" y="129935"/>
                  </a:cubicBezTo>
                  <a:cubicBezTo>
                    <a:pt x="2114170" y="131986"/>
                    <a:pt x="2114487" y="139555"/>
                    <a:pt x="2128012" y="168536"/>
                  </a:cubicBezTo>
                  <a:cubicBezTo>
                    <a:pt x="2130298" y="173730"/>
                    <a:pt x="2125726" y="178487"/>
                    <a:pt x="2124647" y="181192"/>
                  </a:cubicBezTo>
                  <a:cubicBezTo>
                    <a:pt x="2121535" y="187027"/>
                    <a:pt x="2114931" y="180976"/>
                    <a:pt x="2100835" y="177623"/>
                  </a:cubicBezTo>
                  <a:cubicBezTo>
                    <a:pt x="2095881" y="175997"/>
                    <a:pt x="2091310" y="179458"/>
                    <a:pt x="2087435" y="180646"/>
                  </a:cubicBezTo>
                  <a:cubicBezTo>
                    <a:pt x="2081467" y="183027"/>
                    <a:pt x="2095119" y="186164"/>
                    <a:pt x="2120456" y="199143"/>
                  </a:cubicBezTo>
                  <a:cubicBezTo>
                    <a:pt x="2125218" y="201410"/>
                    <a:pt x="2120456" y="208548"/>
                    <a:pt x="2119567" y="212872"/>
                  </a:cubicBezTo>
                  <a:cubicBezTo>
                    <a:pt x="2117408" y="219685"/>
                    <a:pt x="2112010" y="221527"/>
                    <a:pt x="2086864" y="245422"/>
                  </a:cubicBezTo>
                  <a:cubicBezTo>
                    <a:pt x="2082419" y="249422"/>
                    <a:pt x="2076704" y="248991"/>
                    <a:pt x="2068259" y="251156"/>
                  </a:cubicBezTo>
                  <a:cubicBezTo>
                    <a:pt x="2062861" y="252236"/>
                    <a:pt x="2060004" y="258833"/>
                    <a:pt x="2053654" y="266186"/>
                  </a:cubicBezTo>
                  <a:cubicBezTo>
                    <a:pt x="2048891" y="272238"/>
                    <a:pt x="2038604" y="266834"/>
                    <a:pt x="2030476" y="271266"/>
                  </a:cubicBezTo>
                  <a:cubicBezTo>
                    <a:pt x="1985328" y="297219"/>
                    <a:pt x="1978851" y="296139"/>
                    <a:pt x="1977962" y="303601"/>
                  </a:cubicBezTo>
                  <a:cubicBezTo>
                    <a:pt x="1977327" y="306198"/>
                    <a:pt x="1978089" y="313227"/>
                    <a:pt x="1973644" y="315386"/>
                  </a:cubicBezTo>
                  <a:cubicBezTo>
                    <a:pt x="1941385" y="331719"/>
                    <a:pt x="1936559" y="331719"/>
                    <a:pt x="1932622" y="337338"/>
                  </a:cubicBezTo>
                  <a:cubicBezTo>
                    <a:pt x="1920812" y="353131"/>
                    <a:pt x="1918971" y="360268"/>
                    <a:pt x="1913128" y="361240"/>
                  </a:cubicBezTo>
                  <a:cubicBezTo>
                    <a:pt x="1886839" y="366428"/>
                    <a:pt x="1881442" y="364700"/>
                    <a:pt x="1877187" y="369672"/>
                  </a:cubicBezTo>
                  <a:lnTo>
                    <a:pt x="1862074" y="387948"/>
                  </a:lnTo>
                  <a:cubicBezTo>
                    <a:pt x="1857947" y="392812"/>
                    <a:pt x="1852105" y="391301"/>
                    <a:pt x="1835848" y="394761"/>
                  </a:cubicBezTo>
                  <a:cubicBezTo>
                    <a:pt x="1830134" y="395733"/>
                    <a:pt x="1830451" y="405036"/>
                    <a:pt x="1824863" y="420498"/>
                  </a:cubicBezTo>
                  <a:cubicBezTo>
                    <a:pt x="1823085" y="426124"/>
                    <a:pt x="1830260" y="426124"/>
                    <a:pt x="1832293" y="427311"/>
                  </a:cubicBezTo>
                  <a:cubicBezTo>
                    <a:pt x="1839785" y="429909"/>
                    <a:pt x="1841373" y="408065"/>
                    <a:pt x="1849501" y="407303"/>
                  </a:cubicBezTo>
                  <a:cubicBezTo>
                    <a:pt x="1903540" y="402223"/>
                    <a:pt x="1906651" y="403086"/>
                    <a:pt x="1912621" y="400819"/>
                  </a:cubicBezTo>
                  <a:cubicBezTo>
                    <a:pt x="2010791" y="361779"/>
                    <a:pt x="2017840" y="364916"/>
                    <a:pt x="2015554" y="357563"/>
                  </a:cubicBezTo>
                  <a:cubicBezTo>
                    <a:pt x="2014347" y="355182"/>
                    <a:pt x="2013839" y="347181"/>
                    <a:pt x="2009140" y="348584"/>
                  </a:cubicBezTo>
                  <a:lnTo>
                    <a:pt x="1971612" y="359398"/>
                  </a:lnTo>
                  <a:cubicBezTo>
                    <a:pt x="1969897" y="359938"/>
                    <a:pt x="1968119" y="358535"/>
                    <a:pt x="1967802" y="356369"/>
                  </a:cubicBezTo>
                  <a:cubicBezTo>
                    <a:pt x="1967802" y="354966"/>
                    <a:pt x="1965770" y="349670"/>
                    <a:pt x="1969135" y="345885"/>
                  </a:cubicBezTo>
                  <a:cubicBezTo>
                    <a:pt x="1977644" y="337554"/>
                    <a:pt x="1980565" y="330525"/>
                    <a:pt x="1986090" y="331287"/>
                  </a:cubicBezTo>
                  <a:cubicBezTo>
                    <a:pt x="2010473" y="333985"/>
                    <a:pt x="2015110" y="336583"/>
                    <a:pt x="2020634" y="333985"/>
                  </a:cubicBezTo>
                  <a:cubicBezTo>
                    <a:pt x="2031111" y="329769"/>
                    <a:pt x="2040446" y="323063"/>
                    <a:pt x="2037271" y="328690"/>
                  </a:cubicBezTo>
                  <a:cubicBezTo>
                    <a:pt x="2034794" y="334532"/>
                    <a:pt x="2028000" y="341123"/>
                    <a:pt x="2032889" y="343828"/>
                  </a:cubicBezTo>
                  <a:lnTo>
                    <a:pt x="2053082" y="355182"/>
                  </a:lnTo>
                  <a:cubicBezTo>
                    <a:pt x="2058416" y="358211"/>
                    <a:pt x="2063369" y="355829"/>
                    <a:pt x="2087944" y="355074"/>
                  </a:cubicBezTo>
                  <a:cubicBezTo>
                    <a:pt x="2093468" y="354750"/>
                    <a:pt x="2089150" y="345339"/>
                    <a:pt x="2088579" y="337014"/>
                  </a:cubicBezTo>
                  <a:cubicBezTo>
                    <a:pt x="2087499" y="329985"/>
                    <a:pt x="2094802" y="342748"/>
                    <a:pt x="2108200" y="359074"/>
                  </a:cubicBezTo>
                  <a:cubicBezTo>
                    <a:pt x="2113597" y="366104"/>
                    <a:pt x="2095881" y="380702"/>
                    <a:pt x="2102803" y="385351"/>
                  </a:cubicBezTo>
                  <a:lnTo>
                    <a:pt x="2118170" y="395625"/>
                  </a:lnTo>
                  <a:cubicBezTo>
                    <a:pt x="2122361" y="398438"/>
                    <a:pt x="2126171" y="392920"/>
                    <a:pt x="2128139" y="391732"/>
                  </a:cubicBezTo>
                  <a:cubicBezTo>
                    <a:pt x="2129536" y="390437"/>
                    <a:pt x="2129600" y="388272"/>
                    <a:pt x="2128139" y="386976"/>
                  </a:cubicBezTo>
                  <a:lnTo>
                    <a:pt x="2121154" y="380702"/>
                  </a:lnTo>
                  <a:cubicBezTo>
                    <a:pt x="2116646" y="376594"/>
                    <a:pt x="2127441" y="375946"/>
                    <a:pt x="2136458" y="371838"/>
                  </a:cubicBezTo>
                  <a:cubicBezTo>
                    <a:pt x="2141665" y="369888"/>
                    <a:pt x="2147189" y="371298"/>
                    <a:pt x="2155825" y="371514"/>
                  </a:cubicBezTo>
                  <a:cubicBezTo>
                    <a:pt x="2161540" y="371730"/>
                    <a:pt x="2165541" y="367183"/>
                    <a:pt x="2180400" y="358750"/>
                  </a:cubicBezTo>
                  <a:cubicBezTo>
                    <a:pt x="2186877" y="354858"/>
                    <a:pt x="2247265" y="369457"/>
                    <a:pt x="2262315" y="369672"/>
                  </a:cubicBezTo>
                  <a:cubicBezTo>
                    <a:pt x="2310511" y="371622"/>
                    <a:pt x="2317179" y="367291"/>
                    <a:pt x="2320036" y="373997"/>
                  </a:cubicBezTo>
                  <a:lnTo>
                    <a:pt x="2320672" y="375730"/>
                  </a:lnTo>
                  <a:cubicBezTo>
                    <a:pt x="2321497" y="377673"/>
                    <a:pt x="2320798" y="379839"/>
                    <a:pt x="2318957" y="380271"/>
                  </a:cubicBezTo>
                  <a:lnTo>
                    <a:pt x="2302447" y="384703"/>
                  </a:lnTo>
                  <a:cubicBezTo>
                    <a:pt x="2297367" y="386113"/>
                    <a:pt x="2297685" y="394222"/>
                    <a:pt x="2296287" y="398654"/>
                  </a:cubicBezTo>
                  <a:cubicBezTo>
                    <a:pt x="2295906" y="400819"/>
                    <a:pt x="2296986" y="402870"/>
                    <a:pt x="2298827" y="403302"/>
                  </a:cubicBezTo>
                  <a:lnTo>
                    <a:pt x="2338197" y="411741"/>
                  </a:lnTo>
                  <a:cubicBezTo>
                    <a:pt x="2342515" y="412713"/>
                    <a:pt x="2344166" y="407518"/>
                    <a:pt x="2344801" y="406871"/>
                  </a:cubicBezTo>
                  <a:cubicBezTo>
                    <a:pt x="2348040" y="401143"/>
                    <a:pt x="2354835" y="405683"/>
                    <a:pt x="2368614" y="406655"/>
                  </a:cubicBezTo>
                  <a:cubicBezTo>
                    <a:pt x="2375345" y="407626"/>
                    <a:pt x="2364042" y="419202"/>
                    <a:pt x="2370900" y="419958"/>
                  </a:cubicBezTo>
                  <a:lnTo>
                    <a:pt x="2428812" y="426340"/>
                  </a:lnTo>
                  <a:cubicBezTo>
                    <a:pt x="2434654" y="426988"/>
                    <a:pt x="2438845" y="422009"/>
                    <a:pt x="2454466" y="413360"/>
                  </a:cubicBezTo>
                  <a:cubicBezTo>
                    <a:pt x="2459610" y="410224"/>
                    <a:pt x="2463991" y="417469"/>
                    <a:pt x="2478151" y="426880"/>
                  </a:cubicBezTo>
                  <a:cubicBezTo>
                    <a:pt x="2482659" y="430232"/>
                    <a:pt x="2484438" y="420174"/>
                    <a:pt x="2488185" y="413792"/>
                  </a:cubicBezTo>
                  <a:cubicBezTo>
                    <a:pt x="2491105" y="407734"/>
                    <a:pt x="2486343" y="402115"/>
                    <a:pt x="2480184" y="380594"/>
                  </a:cubicBezTo>
                  <a:cubicBezTo>
                    <a:pt x="2478024" y="373997"/>
                    <a:pt x="2485517" y="370860"/>
                    <a:pt x="2499487" y="353131"/>
                  </a:cubicBezTo>
                  <a:cubicBezTo>
                    <a:pt x="2502853" y="349238"/>
                    <a:pt x="2505647" y="356369"/>
                    <a:pt x="2506599" y="357347"/>
                  </a:cubicBezTo>
                  <a:cubicBezTo>
                    <a:pt x="2509838" y="362211"/>
                    <a:pt x="2515299" y="356153"/>
                    <a:pt x="2519680" y="354426"/>
                  </a:cubicBezTo>
                  <a:cubicBezTo>
                    <a:pt x="2525332" y="351289"/>
                    <a:pt x="2528571" y="356591"/>
                    <a:pt x="2576830" y="377997"/>
                  </a:cubicBezTo>
                  <a:cubicBezTo>
                    <a:pt x="2581720" y="380271"/>
                    <a:pt x="2585847" y="374867"/>
                    <a:pt x="2590356" y="372486"/>
                  </a:cubicBezTo>
                  <a:cubicBezTo>
                    <a:pt x="2594039" y="369996"/>
                    <a:pt x="2594610" y="376378"/>
                    <a:pt x="2595055" y="377134"/>
                  </a:cubicBezTo>
                  <a:cubicBezTo>
                    <a:pt x="2595563" y="379299"/>
                    <a:pt x="2594610" y="381674"/>
                    <a:pt x="2592896" y="382544"/>
                  </a:cubicBezTo>
                  <a:lnTo>
                    <a:pt x="2592642" y="382544"/>
                  </a:lnTo>
                  <a:cubicBezTo>
                    <a:pt x="2587562" y="384811"/>
                    <a:pt x="2587879" y="392704"/>
                    <a:pt x="2583879" y="405036"/>
                  </a:cubicBezTo>
                  <a:cubicBezTo>
                    <a:pt x="2583371" y="407195"/>
                    <a:pt x="2584450" y="408712"/>
                    <a:pt x="2586292" y="408712"/>
                  </a:cubicBezTo>
                  <a:lnTo>
                    <a:pt x="2586610" y="408712"/>
                  </a:lnTo>
                  <a:cubicBezTo>
                    <a:pt x="2592578" y="408388"/>
                    <a:pt x="2594610" y="401359"/>
                    <a:pt x="2611501" y="381134"/>
                  </a:cubicBezTo>
                  <a:cubicBezTo>
                    <a:pt x="2615692" y="375730"/>
                    <a:pt x="2620582" y="380594"/>
                    <a:pt x="2662810" y="386113"/>
                  </a:cubicBezTo>
                  <a:cubicBezTo>
                    <a:pt x="2668397" y="386976"/>
                    <a:pt x="2659317" y="394006"/>
                    <a:pt x="2653602" y="402438"/>
                  </a:cubicBezTo>
                  <a:cubicBezTo>
                    <a:pt x="2650363" y="406547"/>
                    <a:pt x="2655316" y="411195"/>
                    <a:pt x="2655951" y="412821"/>
                  </a:cubicBezTo>
                  <a:cubicBezTo>
                    <a:pt x="2657031" y="414548"/>
                    <a:pt x="2659253" y="415088"/>
                    <a:pt x="2660841" y="413900"/>
                  </a:cubicBezTo>
                  <a:lnTo>
                    <a:pt x="2676652" y="402115"/>
                  </a:lnTo>
                  <a:cubicBezTo>
                    <a:pt x="2681860" y="398330"/>
                    <a:pt x="2684971" y="406439"/>
                    <a:pt x="2708784" y="426124"/>
                  </a:cubicBezTo>
                  <a:cubicBezTo>
                    <a:pt x="2710308" y="427527"/>
                    <a:pt x="2711387" y="430448"/>
                    <a:pt x="2711387" y="432607"/>
                  </a:cubicBezTo>
                  <a:cubicBezTo>
                    <a:pt x="2710180" y="443637"/>
                    <a:pt x="2712911" y="453480"/>
                    <a:pt x="2707386" y="453696"/>
                  </a:cubicBezTo>
                  <a:cubicBezTo>
                    <a:pt x="2676017" y="455969"/>
                    <a:pt x="2664079" y="453048"/>
                    <a:pt x="2668778" y="458020"/>
                  </a:cubicBezTo>
                  <a:cubicBezTo>
                    <a:pt x="2668778" y="458020"/>
                    <a:pt x="2680335" y="470460"/>
                    <a:pt x="2683256" y="470460"/>
                  </a:cubicBezTo>
                  <a:cubicBezTo>
                    <a:pt x="2686177" y="470460"/>
                    <a:pt x="2708148" y="474352"/>
                    <a:pt x="2708148" y="474352"/>
                  </a:cubicBezTo>
                  <a:cubicBezTo>
                    <a:pt x="2713672" y="475324"/>
                    <a:pt x="2709799" y="485274"/>
                    <a:pt x="2709546" y="496736"/>
                  </a:cubicBezTo>
                  <a:cubicBezTo>
                    <a:pt x="2709355" y="498895"/>
                    <a:pt x="2707704" y="500197"/>
                    <a:pt x="2705989" y="499549"/>
                  </a:cubicBezTo>
                  <a:lnTo>
                    <a:pt x="2666365" y="484950"/>
                  </a:lnTo>
                  <a:cubicBezTo>
                    <a:pt x="2662047" y="483325"/>
                    <a:pt x="2655571" y="487973"/>
                    <a:pt x="2658809" y="491973"/>
                  </a:cubicBezTo>
                  <a:lnTo>
                    <a:pt x="2679383" y="517386"/>
                  </a:lnTo>
                  <a:cubicBezTo>
                    <a:pt x="2685542" y="524955"/>
                    <a:pt x="2706116" y="516846"/>
                    <a:pt x="2710117" y="525609"/>
                  </a:cubicBezTo>
                  <a:lnTo>
                    <a:pt x="2710497" y="526581"/>
                  </a:lnTo>
                  <a:cubicBezTo>
                    <a:pt x="2714181" y="534582"/>
                    <a:pt x="2695131" y="537827"/>
                    <a:pt x="2700274" y="544748"/>
                  </a:cubicBezTo>
                  <a:lnTo>
                    <a:pt x="2731389" y="586919"/>
                  </a:lnTo>
                  <a:cubicBezTo>
                    <a:pt x="2735517" y="592437"/>
                    <a:pt x="2739962" y="592221"/>
                    <a:pt x="2779586" y="612439"/>
                  </a:cubicBezTo>
                  <a:cubicBezTo>
                    <a:pt x="2785428" y="615360"/>
                    <a:pt x="2784539" y="606172"/>
                    <a:pt x="2819718" y="530150"/>
                  </a:cubicBezTo>
                  <a:cubicBezTo>
                    <a:pt x="2822448" y="523984"/>
                    <a:pt x="2827972" y="521279"/>
                    <a:pt x="2837942" y="511982"/>
                  </a:cubicBezTo>
                  <a:cubicBezTo>
                    <a:pt x="2842260" y="508198"/>
                    <a:pt x="2848102" y="511335"/>
                    <a:pt x="2854389" y="511766"/>
                  </a:cubicBezTo>
                  <a:cubicBezTo>
                    <a:pt x="2859977" y="512630"/>
                    <a:pt x="2850261" y="518256"/>
                    <a:pt x="2840292" y="528524"/>
                  </a:cubicBezTo>
                  <a:cubicBezTo>
                    <a:pt x="2838768" y="529826"/>
                    <a:pt x="2838895" y="531985"/>
                    <a:pt x="2840546" y="533071"/>
                  </a:cubicBezTo>
                  <a:lnTo>
                    <a:pt x="2875026" y="557829"/>
                  </a:lnTo>
                  <a:cubicBezTo>
                    <a:pt x="2880106" y="561506"/>
                    <a:pt x="2885631" y="558807"/>
                    <a:pt x="2907538" y="558375"/>
                  </a:cubicBezTo>
                  <a:cubicBezTo>
                    <a:pt x="2913444" y="557944"/>
                    <a:pt x="2917127" y="554045"/>
                    <a:pt x="2943670" y="539668"/>
                  </a:cubicBezTo>
                  <a:cubicBezTo>
                    <a:pt x="2949067" y="536531"/>
                    <a:pt x="2954147" y="540964"/>
                    <a:pt x="2982087" y="548101"/>
                  </a:cubicBezTo>
                  <a:cubicBezTo>
                    <a:pt x="2987802" y="549720"/>
                    <a:pt x="2991422" y="553505"/>
                    <a:pt x="3013584" y="567888"/>
                  </a:cubicBezTo>
                  <a:cubicBezTo>
                    <a:pt x="3018472" y="571133"/>
                    <a:pt x="3023680" y="570593"/>
                    <a:pt x="3035047" y="572866"/>
                  </a:cubicBezTo>
                  <a:cubicBezTo>
                    <a:pt x="3039809" y="573622"/>
                    <a:pt x="3034347" y="566916"/>
                    <a:pt x="3033840" y="565405"/>
                  </a:cubicBezTo>
                  <a:cubicBezTo>
                    <a:pt x="3030919" y="560211"/>
                    <a:pt x="3035745" y="554483"/>
                    <a:pt x="3037840" y="548425"/>
                  </a:cubicBezTo>
                  <a:cubicBezTo>
                    <a:pt x="3040444" y="542259"/>
                    <a:pt x="3047492" y="544317"/>
                    <a:pt x="3063240" y="540640"/>
                  </a:cubicBezTo>
                  <a:cubicBezTo>
                    <a:pt x="3070543" y="539338"/>
                    <a:pt x="3066542" y="557721"/>
                    <a:pt x="3073845" y="556966"/>
                  </a:cubicBezTo>
                  <a:cubicBezTo>
                    <a:pt x="3100261" y="553181"/>
                    <a:pt x="3112199" y="555239"/>
                    <a:pt x="3107563" y="550476"/>
                  </a:cubicBezTo>
                  <a:cubicBezTo>
                    <a:pt x="3101784" y="543345"/>
                    <a:pt x="3094355" y="539992"/>
                    <a:pt x="3096705" y="534042"/>
                  </a:cubicBezTo>
                  <a:cubicBezTo>
                    <a:pt x="3097785" y="530366"/>
                    <a:pt x="3102420" y="524200"/>
                    <a:pt x="3098800" y="520091"/>
                  </a:cubicBezTo>
                  <a:cubicBezTo>
                    <a:pt x="3098356" y="519228"/>
                    <a:pt x="3093911" y="516307"/>
                    <a:pt x="3095752" y="511443"/>
                  </a:cubicBezTo>
                  <a:cubicBezTo>
                    <a:pt x="3098420" y="505816"/>
                    <a:pt x="3099309" y="497276"/>
                    <a:pt x="3104642" y="497276"/>
                  </a:cubicBezTo>
                  <a:cubicBezTo>
                    <a:pt x="3110802" y="496520"/>
                    <a:pt x="3119438" y="499657"/>
                    <a:pt x="3118485" y="493275"/>
                  </a:cubicBezTo>
                  <a:cubicBezTo>
                    <a:pt x="3117914" y="491866"/>
                    <a:pt x="3118231" y="483972"/>
                    <a:pt x="3113722" y="484734"/>
                  </a:cubicBezTo>
                  <a:cubicBezTo>
                    <a:pt x="3095752" y="488411"/>
                    <a:pt x="3090355" y="487217"/>
                    <a:pt x="3085656" y="491434"/>
                  </a:cubicBezTo>
                  <a:lnTo>
                    <a:pt x="3084576" y="492412"/>
                  </a:lnTo>
                  <a:cubicBezTo>
                    <a:pt x="3083179" y="493815"/>
                    <a:pt x="3080449" y="494247"/>
                    <a:pt x="3078735" y="493599"/>
                  </a:cubicBezTo>
                  <a:cubicBezTo>
                    <a:pt x="3078099" y="493167"/>
                    <a:pt x="3072385" y="492196"/>
                    <a:pt x="3075305" y="488297"/>
                  </a:cubicBezTo>
                  <a:cubicBezTo>
                    <a:pt x="3086291" y="474784"/>
                    <a:pt x="3088513" y="467431"/>
                    <a:pt x="3094228" y="467431"/>
                  </a:cubicBezTo>
                  <a:cubicBezTo>
                    <a:pt x="3131757" y="466021"/>
                    <a:pt x="3136647" y="468942"/>
                    <a:pt x="3141536" y="464402"/>
                  </a:cubicBezTo>
                  <a:cubicBezTo>
                    <a:pt x="3145663" y="459646"/>
                    <a:pt x="3153410" y="456185"/>
                    <a:pt x="3150045" y="451314"/>
                  </a:cubicBezTo>
                  <a:cubicBezTo>
                    <a:pt x="3142806" y="439421"/>
                    <a:pt x="3133916" y="431096"/>
                    <a:pt x="3139695" y="431312"/>
                  </a:cubicBezTo>
                  <a:lnTo>
                    <a:pt x="3150807" y="431636"/>
                  </a:lnTo>
                  <a:cubicBezTo>
                    <a:pt x="3156585" y="431852"/>
                    <a:pt x="3161347" y="435960"/>
                    <a:pt x="3173476" y="442018"/>
                  </a:cubicBezTo>
                  <a:cubicBezTo>
                    <a:pt x="3179699" y="445371"/>
                    <a:pt x="3282633" y="453048"/>
                    <a:pt x="3292729" y="455861"/>
                  </a:cubicBezTo>
                  <a:lnTo>
                    <a:pt x="3358959" y="474568"/>
                  </a:lnTo>
                  <a:cubicBezTo>
                    <a:pt x="3364929" y="476187"/>
                    <a:pt x="3354197" y="483109"/>
                    <a:pt x="3332036" y="510141"/>
                  </a:cubicBezTo>
                  <a:cubicBezTo>
                    <a:pt x="3326385" y="516523"/>
                    <a:pt x="3321177" y="490786"/>
                    <a:pt x="3316351" y="498247"/>
                  </a:cubicBezTo>
                  <a:lnTo>
                    <a:pt x="3293047" y="533826"/>
                  </a:lnTo>
                  <a:cubicBezTo>
                    <a:pt x="3289237" y="539668"/>
                    <a:pt x="3301492" y="534582"/>
                    <a:pt x="3329940" y="531337"/>
                  </a:cubicBezTo>
                  <a:cubicBezTo>
                    <a:pt x="3336100" y="530366"/>
                    <a:pt x="3337243" y="524962"/>
                    <a:pt x="3376930" y="480944"/>
                  </a:cubicBezTo>
                  <a:cubicBezTo>
                    <a:pt x="3381502" y="475756"/>
                    <a:pt x="3386646" y="479756"/>
                    <a:pt x="3441447" y="482353"/>
                  </a:cubicBezTo>
                  <a:cubicBezTo>
                    <a:pt x="3447479" y="482785"/>
                    <a:pt x="3450845" y="487541"/>
                    <a:pt x="3483420" y="509169"/>
                  </a:cubicBezTo>
                  <a:cubicBezTo>
                    <a:pt x="3487992" y="512306"/>
                    <a:pt x="3480943" y="517824"/>
                    <a:pt x="3478911" y="521501"/>
                  </a:cubicBezTo>
                  <a:cubicBezTo>
                    <a:pt x="3475292" y="526365"/>
                    <a:pt x="3469704" y="520307"/>
                    <a:pt x="3463417" y="518040"/>
                  </a:cubicBezTo>
                  <a:cubicBezTo>
                    <a:pt x="3458210" y="515443"/>
                    <a:pt x="3454209" y="523120"/>
                    <a:pt x="3446653" y="529178"/>
                  </a:cubicBezTo>
                  <a:cubicBezTo>
                    <a:pt x="3441447" y="533934"/>
                    <a:pt x="3452368" y="532963"/>
                    <a:pt x="3529140" y="558267"/>
                  </a:cubicBezTo>
                  <a:cubicBezTo>
                    <a:pt x="3534982" y="559995"/>
                    <a:pt x="3536697" y="565945"/>
                    <a:pt x="3562033" y="597301"/>
                  </a:cubicBezTo>
                  <a:cubicBezTo>
                    <a:pt x="3565906" y="602387"/>
                    <a:pt x="3572193" y="601625"/>
                    <a:pt x="3585528" y="605632"/>
                  </a:cubicBezTo>
                  <a:cubicBezTo>
                    <a:pt x="3591878" y="607251"/>
                    <a:pt x="3591434" y="605194"/>
                    <a:pt x="3697733" y="582270"/>
                  </a:cubicBezTo>
                  <a:cubicBezTo>
                    <a:pt x="3699510" y="581839"/>
                    <a:pt x="3702495" y="581731"/>
                    <a:pt x="3704336" y="581839"/>
                  </a:cubicBezTo>
                  <a:cubicBezTo>
                    <a:pt x="3816604" y="594602"/>
                    <a:pt x="3759645" y="575565"/>
                    <a:pt x="3840480" y="613957"/>
                  </a:cubicBezTo>
                  <a:cubicBezTo>
                    <a:pt x="3842259" y="614821"/>
                    <a:pt x="3844417" y="617094"/>
                    <a:pt x="3845370" y="618929"/>
                  </a:cubicBezTo>
                  <a:cubicBezTo>
                    <a:pt x="3852863" y="635369"/>
                    <a:pt x="3858832" y="640449"/>
                    <a:pt x="3856419" y="646831"/>
                  </a:cubicBezTo>
                  <a:lnTo>
                    <a:pt x="3845052" y="676892"/>
                  </a:lnTo>
                  <a:cubicBezTo>
                    <a:pt x="3844290" y="678949"/>
                    <a:pt x="3845052" y="681216"/>
                    <a:pt x="3846767" y="681972"/>
                  </a:cubicBezTo>
                  <a:lnTo>
                    <a:pt x="3889439" y="700571"/>
                  </a:lnTo>
                  <a:cubicBezTo>
                    <a:pt x="3894328" y="702736"/>
                    <a:pt x="3892042" y="711061"/>
                    <a:pt x="3892550" y="717551"/>
                  </a:cubicBezTo>
                  <a:cubicBezTo>
                    <a:pt x="3892550" y="724472"/>
                    <a:pt x="3898647" y="713550"/>
                    <a:pt x="3908679" y="703060"/>
                  </a:cubicBezTo>
                  <a:cubicBezTo>
                    <a:pt x="3912299" y="698952"/>
                    <a:pt x="3917570" y="699168"/>
                    <a:pt x="3920490" y="698304"/>
                  </a:cubicBezTo>
                  <a:cubicBezTo>
                    <a:pt x="3926333" y="697002"/>
                    <a:pt x="3919093" y="706845"/>
                    <a:pt x="3908934" y="734963"/>
                  </a:cubicBezTo>
                  <a:cubicBezTo>
                    <a:pt x="3906647" y="740474"/>
                    <a:pt x="3914648" y="734315"/>
                    <a:pt x="3917697" y="733121"/>
                  </a:cubicBezTo>
                  <a:cubicBezTo>
                    <a:pt x="3923094" y="730206"/>
                    <a:pt x="3924618" y="724149"/>
                    <a:pt x="3940302" y="699923"/>
                  </a:cubicBezTo>
                  <a:cubicBezTo>
                    <a:pt x="3944112" y="693872"/>
                    <a:pt x="3948875" y="697002"/>
                    <a:pt x="4004374" y="689001"/>
                  </a:cubicBezTo>
                  <a:cubicBezTo>
                    <a:pt x="4009898" y="688354"/>
                    <a:pt x="4013454" y="695059"/>
                    <a:pt x="4020693" y="701225"/>
                  </a:cubicBezTo>
                  <a:cubicBezTo>
                    <a:pt x="4025709" y="706089"/>
                    <a:pt x="4027742" y="702952"/>
                    <a:pt x="4115880" y="708902"/>
                  </a:cubicBezTo>
                  <a:cubicBezTo>
                    <a:pt x="4121722" y="709226"/>
                    <a:pt x="4125151" y="703276"/>
                    <a:pt x="4141216" y="691167"/>
                  </a:cubicBezTo>
                  <a:cubicBezTo>
                    <a:pt x="4145979" y="687166"/>
                    <a:pt x="4150741" y="694843"/>
                    <a:pt x="4163378" y="702844"/>
                  </a:cubicBezTo>
                  <a:cubicBezTo>
                    <a:pt x="4170299" y="707816"/>
                    <a:pt x="4159377" y="728149"/>
                    <a:pt x="4167061" y="730206"/>
                  </a:cubicBezTo>
                  <a:lnTo>
                    <a:pt x="4206558" y="740906"/>
                  </a:lnTo>
                  <a:cubicBezTo>
                    <a:pt x="4211574" y="742316"/>
                    <a:pt x="4207764" y="750425"/>
                    <a:pt x="4207510" y="754533"/>
                  </a:cubicBezTo>
                  <a:cubicBezTo>
                    <a:pt x="4206558" y="760159"/>
                    <a:pt x="4211892" y="762750"/>
                    <a:pt x="4212845" y="764052"/>
                  </a:cubicBezTo>
                  <a:cubicBezTo>
                    <a:pt x="4217480" y="768268"/>
                    <a:pt x="4223576" y="764484"/>
                    <a:pt x="4236212" y="763188"/>
                  </a:cubicBezTo>
                  <a:cubicBezTo>
                    <a:pt x="4242054" y="762318"/>
                    <a:pt x="4245864" y="758426"/>
                    <a:pt x="4267391" y="745777"/>
                  </a:cubicBezTo>
                  <a:cubicBezTo>
                    <a:pt x="4269042" y="744805"/>
                    <a:pt x="4269868" y="742208"/>
                    <a:pt x="4269233" y="740150"/>
                  </a:cubicBezTo>
                  <a:lnTo>
                    <a:pt x="4259263" y="707169"/>
                  </a:lnTo>
                  <a:cubicBezTo>
                    <a:pt x="4257358" y="700901"/>
                    <a:pt x="4250373" y="703492"/>
                    <a:pt x="4238372" y="701117"/>
                  </a:cubicBezTo>
                  <a:cubicBezTo>
                    <a:pt x="4233926" y="700679"/>
                    <a:pt x="4237292" y="693980"/>
                    <a:pt x="4237292" y="693002"/>
                  </a:cubicBezTo>
                  <a:cubicBezTo>
                    <a:pt x="4238943" y="687166"/>
                    <a:pt x="4245420" y="687922"/>
                    <a:pt x="4249230" y="686518"/>
                  </a:cubicBezTo>
                  <a:cubicBezTo>
                    <a:pt x="4254754" y="685109"/>
                    <a:pt x="4251707" y="675812"/>
                    <a:pt x="4252214" y="665646"/>
                  </a:cubicBezTo>
                  <a:cubicBezTo>
                    <a:pt x="4252214" y="657969"/>
                    <a:pt x="4258628" y="664020"/>
                    <a:pt x="4330573" y="671050"/>
                  </a:cubicBezTo>
                  <a:cubicBezTo>
                    <a:pt x="4339019" y="672028"/>
                    <a:pt x="4348226" y="689763"/>
                    <a:pt x="4355593" y="688138"/>
                  </a:cubicBezTo>
                  <a:cubicBezTo>
                    <a:pt x="4356799" y="687598"/>
                    <a:pt x="4363911" y="687814"/>
                    <a:pt x="4361371" y="683166"/>
                  </a:cubicBezTo>
                  <a:cubicBezTo>
                    <a:pt x="4360355" y="680784"/>
                    <a:pt x="4354767" y="673971"/>
                    <a:pt x="4359593" y="673971"/>
                  </a:cubicBezTo>
                  <a:lnTo>
                    <a:pt x="4386009" y="673539"/>
                  </a:lnTo>
                  <a:cubicBezTo>
                    <a:pt x="4391025" y="673539"/>
                    <a:pt x="4394582" y="678187"/>
                    <a:pt x="4397502" y="680137"/>
                  </a:cubicBezTo>
                  <a:cubicBezTo>
                    <a:pt x="4400042" y="682245"/>
                    <a:pt x="4402455" y="682353"/>
                    <a:pt x="4409210" y="681407"/>
                  </a:cubicBezTo>
                  <a:lnTo>
                    <a:pt x="4418204" y="680203"/>
                  </a:lnTo>
                  <a:lnTo>
                    <a:pt x="4418204" y="1233472"/>
                  </a:lnTo>
                  <a:lnTo>
                    <a:pt x="4385882" y="1249478"/>
                  </a:lnTo>
                  <a:cubicBezTo>
                    <a:pt x="4380802" y="1251967"/>
                    <a:pt x="4375659" y="1249370"/>
                    <a:pt x="4365372" y="1248290"/>
                  </a:cubicBezTo>
                  <a:cubicBezTo>
                    <a:pt x="4360355" y="1247535"/>
                    <a:pt x="4361371" y="1255643"/>
                    <a:pt x="4360355" y="1258780"/>
                  </a:cubicBezTo>
                  <a:cubicBezTo>
                    <a:pt x="4359529" y="1264400"/>
                    <a:pt x="4353307" y="1266134"/>
                    <a:pt x="4349306" y="1269379"/>
                  </a:cubicBezTo>
                  <a:cubicBezTo>
                    <a:pt x="4344861" y="1272408"/>
                    <a:pt x="4339718" y="1268077"/>
                    <a:pt x="4335463" y="1266889"/>
                  </a:cubicBezTo>
                  <a:cubicBezTo>
                    <a:pt x="4330827" y="1265054"/>
                    <a:pt x="4333939" y="1273163"/>
                    <a:pt x="4333939" y="1275760"/>
                  </a:cubicBezTo>
                  <a:cubicBezTo>
                    <a:pt x="4335019" y="1282676"/>
                    <a:pt x="4329303" y="1281272"/>
                    <a:pt x="4260152" y="1329392"/>
                  </a:cubicBezTo>
                  <a:cubicBezTo>
                    <a:pt x="4255072" y="1332745"/>
                    <a:pt x="4254754" y="1339667"/>
                    <a:pt x="4246626" y="1359561"/>
                  </a:cubicBezTo>
                  <a:cubicBezTo>
                    <a:pt x="4244531" y="1365079"/>
                    <a:pt x="4237927" y="1358590"/>
                    <a:pt x="4231323" y="1356323"/>
                  </a:cubicBezTo>
                  <a:cubicBezTo>
                    <a:pt x="4225925" y="1353726"/>
                    <a:pt x="4224973" y="1347128"/>
                    <a:pt x="4213607" y="1327233"/>
                  </a:cubicBezTo>
                  <a:cubicBezTo>
                    <a:pt x="4210559" y="1321499"/>
                    <a:pt x="4204526" y="1324744"/>
                    <a:pt x="4167696" y="1321068"/>
                  </a:cubicBezTo>
                  <a:cubicBezTo>
                    <a:pt x="4161663" y="1320744"/>
                    <a:pt x="4158171" y="1323881"/>
                    <a:pt x="4121468" y="1337501"/>
                  </a:cubicBezTo>
                  <a:cubicBezTo>
                    <a:pt x="4115880" y="1339667"/>
                    <a:pt x="4114038" y="1345071"/>
                    <a:pt x="4095306" y="1367569"/>
                  </a:cubicBezTo>
                  <a:cubicBezTo>
                    <a:pt x="4092258" y="1371353"/>
                    <a:pt x="4087178" y="1370591"/>
                    <a:pt x="4085972" y="1370922"/>
                  </a:cubicBezTo>
                  <a:cubicBezTo>
                    <a:pt x="4084130" y="1371137"/>
                    <a:pt x="4083050" y="1369620"/>
                    <a:pt x="4083495" y="1367677"/>
                  </a:cubicBezTo>
                  <a:lnTo>
                    <a:pt x="4091496" y="1334256"/>
                  </a:lnTo>
                  <a:cubicBezTo>
                    <a:pt x="4093020" y="1327557"/>
                    <a:pt x="4082859" y="1337177"/>
                    <a:pt x="4055872" y="1351884"/>
                  </a:cubicBezTo>
                  <a:cubicBezTo>
                    <a:pt x="4048443" y="1356323"/>
                    <a:pt x="4048951" y="1373080"/>
                    <a:pt x="4041712" y="1373080"/>
                  </a:cubicBezTo>
                  <a:lnTo>
                    <a:pt x="4034600" y="1373080"/>
                  </a:lnTo>
                  <a:cubicBezTo>
                    <a:pt x="4026789" y="1373080"/>
                    <a:pt x="4032759" y="1351776"/>
                    <a:pt x="4024947" y="1352970"/>
                  </a:cubicBezTo>
                  <a:lnTo>
                    <a:pt x="3993959" y="1357402"/>
                  </a:lnTo>
                  <a:cubicBezTo>
                    <a:pt x="3988054" y="1358266"/>
                    <a:pt x="3989007" y="1365835"/>
                    <a:pt x="3977640" y="1396004"/>
                  </a:cubicBezTo>
                  <a:cubicBezTo>
                    <a:pt x="3976243" y="1400220"/>
                    <a:pt x="3971925" y="1402062"/>
                    <a:pt x="3971290" y="1402602"/>
                  </a:cubicBezTo>
                  <a:cubicBezTo>
                    <a:pt x="3966528" y="1405415"/>
                    <a:pt x="3968433" y="1412660"/>
                    <a:pt x="3967671" y="1419366"/>
                  </a:cubicBezTo>
                  <a:cubicBezTo>
                    <a:pt x="3967480" y="1426071"/>
                    <a:pt x="3961829" y="1427798"/>
                    <a:pt x="3935730" y="1456996"/>
                  </a:cubicBezTo>
                  <a:cubicBezTo>
                    <a:pt x="3934460" y="1458399"/>
                    <a:pt x="3933063" y="1461104"/>
                    <a:pt x="3932746" y="1463162"/>
                  </a:cubicBezTo>
                  <a:cubicBezTo>
                    <a:pt x="3930459" y="1481653"/>
                    <a:pt x="3926015" y="1488898"/>
                    <a:pt x="3930904" y="1492359"/>
                  </a:cubicBezTo>
                  <a:cubicBezTo>
                    <a:pt x="3940429" y="1497979"/>
                    <a:pt x="3946779" y="1506526"/>
                    <a:pt x="3948430" y="1500576"/>
                  </a:cubicBezTo>
                  <a:cubicBezTo>
                    <a:pt x="3950272" y="1496144"/>
                    <a:pt x="3950272" y="1487165"/>
                    <a:pt x="3955161" y="1489222"/>
                  </a:cubicBezTo>
                  <a:lnTo>
                    <a:pt x="3974085" y="1497115"/>
                  </a:lnTo>
                  <a:cubicBezTo>
                    <a:pt x="3975799" y="1497871"/>
                    <a:pt x="3976371" y="1499712"/>
                    <a:pt x="3975164" y="1501331"/>
                  </a:cubicBezTo>
                  <a:lnTo>
                    <a:pt x="3961511" y="1519931"/>
                  </a:lnTo>
                  <a:cubicBezTo>
                    <a:pt x="3957828" y="1525017"/>
                    <a:pt x="3960241" y="1530961"/>
                    <a:pt x="3960114" y="1556481"/>
                  </a:cubicBezTo>
                  <a:cubicBezTo>
                    <a:pt x="3960241" y="1564698"/>
                    <a:pt x="3975037" y="1554100"/>
                    <a:pt x="3976371" y="1562215"/>
                  </a:cubicBezTo>
                  <a:lnTo>
                    <a:pt x="3979672" y="1584167"/>
                  </a:lnTo>
                  <a:cubicBezTo>
                    <a:pt x="3980561" y="1589787"/>
                    <a:pt x="3974592" y="1592816"/>
                    <a:pt x="3971608" y="1596600"/>
                  </a:cubicBezTo>
                  <a:cubicBezTo>
                    <a:pt x="3967671" y="1600601"/>
                    <a:pt x="3963480" y="1593464"/>
                    <a:pt x="3958400" y="1590003"/>
                  </a:cubicBezTo>
                  <a:cubicBezTo>
                    <a:pt x="3954272" y="1586542"/>
                    <a:pt x="3961321" y="1582002"/>
                    <a:pt x="3963797" y="1578325"/>
                  </a:cubicBezTo>
                  <a:cubicBezTo>
                    <a:pt x="3966718" y="1574864"/>
                    <a:pt x="3960876" y="1574001"/>
                    <a:pt x="3960305" y="1573569"/>
                  </a:cubicBezTo>
                  <a:cubicBezTo>
                    <a:pt x="3954780" y="1571512"/>
                    <a:pt x="3951478" y="1578433"/>
                    <a:pt x="3937509" y="1589571"/>
                  </a:cubicBezTo>
                  <a:cubicBezTo>
                    <a:pt x="3932746" y="1593679"/>
                    <a:pt x="3932936" y="1599737"/>
                    <a:pt x="3920363" y="1635424"/>
                  </a:cubicBezTo>
                  <a:cubicBezTo>
                    <a:pt x="3919728" y="1637367"/>
                    <a:pt x="3919983" y="1640288"/>
                    <a:pt x="3920808" y="1642130"/>
                  </a:cubicBezTo>
                  <a:cubicBezTo>
                    <a:pt x="3930142" y="1663428"/>
                    <a:pt x="3936620" y="1668514"/>
                    <a:pt x="3932619" y="1673270"/>
                  </a:cubicBezTo>
                  <a:cubicBezTo>
                    <a:pt x="3925062" y="1681271"/>
                    <a:pt x="3922205" y="1688733"/>
                    <a:pt x="3916680" y="1687869"/>
                  </a:cubicBezTo>
                  <a:cubicBezTo>
                    <a:pt x="3892233" y="1684840"/>
                    <a:pt x="3887026" y="1680948"/>
                    <a:pt x="3882517" y="1685056"/>
                  </a:cubicBezTo>
                  <a:lnTo>
                    <a:pt x="3858705" y="1706360"/>
                  </a:lnTo>
                  <a:cubicBezTo>
                    <a:pt x="3854259" y="1710361"/>
                    <a:pt x="3854704" y="1717066"/>
                    <a:pt x="3850260" y="1732744"/>
                  </a:cubicBezTo>
                  <a:cubicBezTo>
                    <a:pt x="3848862" y="1738479"/>
                    <a:pt x="3852291" y="1743774"/>
                    <a:pt x="3854895" y="1753077"/>
                  </a:cubicBezTo>
                  <a:cubicBezTo>
                    <a:pt x="3856419" y="1757509"/>
                    <a:pt x="3856546" y="1762920"/>
                    <a:pt x="3856546" y="1764215"/>
                  </a:cubicBezTo>
                  <a:cubicBezTo>
                    <a:pt x="3857054" y="1772432"/>
                    <a:pt x="3842259" y="1756322"/>
                    <a:pt x="3835083" y="1759567"/>
                  </a:cubicBezTo>
                  <a:lnTo>
                    <a:pt x="3810826" y="1770597"/>
                  </a:lnTo>
                  <a:cubicBezTo>
                    <a:pt x="3806825" y="1772324"/>
                    <a:pt x="3807143" y="1766482"/>
                    <a:pt x="3806825" y="1765834"/>
                  </a:cubicBezTo>
                  <a:cubicBezTo>
                    <a:pt x="3806508" y="1763783"/>
                    <a:pt x="3805111" y="1763243"/>
                    <a:pt x="3803714" y="1764539"/>
                  </a:cubicBezTo>
                  <a:cubicBezTo>
                    <a:pt x="3802317" y="1766050"/>
                    <a:pt x="3797300" y="1768647"/>
                    <a:pt x="3797300" y="1773950"/>
                  </a:cubicBezTo>
                  <a:lnTo>
                    <a:pt x="3797300" y="1808767"/>
                  </a:lnTo>
                  <a:cubicBezTo>
                    <a:pt x="3797300" y="1815688"/>
                    <a:pt x="3793745" y="1814932"/>
                    <a:pt x="3737356" y="1877975"/>
                  </a:cubicBezTo>
                  <a:cubicBezTo>
                    <a:pt x="3736086" y="1879379"/>
                    <a:pt x="3734309" y="1879055"/>
                    <a:pt x="3733547" y="1877220"/>
                  </a:cubicBezTo>
                  <a:lnTo>
                    <a:pt x="3725228" y="1857966"/>
                  </a:lnTo>
                  <a:cubicBezTo>
                    <a:pt x="3722624" y="1852023"/>
                    <a:pt x="3724148" y="1846936"/>
                    <a:pt x="3723069" y="1816120"/>
                  </a:cubicBezTo>
                  <a:cubicBezTo>
                    <a:pt x="3722942" y="1807471"/>
                    <a:pt x="3712147" y="1784872"/>
                    <a:pt x="3710622" y="1774813"/>
                  </a:cubicBezTo>
                  <a:cubicBezTo>
                    <a:pt x="3689731" y="1635748"/>
                    <a:pt x="3688144" y="1637367"/>
                    <a:pt x="3689731" y="1630554"/>
                  </a:cubicBezTo>
                  <a:cubicBezTo>
                    <a:pt x="3706622" y="1564050"/>
                    <a:pt x="3704972" y="1558970"/>
                    <a:pt x="3710178" y="1554970"/>
                  </a:cubicBezTo>
                  <a:cubicBezTo>
                    <a:pt x="3718941" y="1547724"/>
                    <a:pt x="3724022" y="1545235"/>
                    <a:pt x="3727197" y="1540263"/>
                  </a:cubicBezTo>
                  <a:cubicBezTo>
                    <a:pt x="3737674" y="1521556"/>
                    <a:pt x="3744532" y="1517225"/>
                    <a:pt x="3741230" y="1511822"/>
                  </a:cubicBezTo>
                  <a:cubicBezTo>
                    <a:pt x="3739388" y="1507497"/>
                    <a:pt x="3733673" y="1502519"/>
                    <a:pt x="3737356" y="1498518"/>
                  </a:cubicBezTo>
                  <a:cubicBezTo>
                    <a:pt x="3738309" y="1497763"/>
                    <a:pt x="3741230" y="1492683"/>
                    <a:pt x="3745611" y="1494086"/>
                  </a:cubicBezTo>
                  <a:cubicBezTo>
                    <a:pt x="3750374" y="1495058"/>
                    <a:pt x="3755962" y="1499388"/>
                    <a:pt x="3759645" y="1495273"/>
                  </a:cubicBezTo>
                  <a:cubicBezTo>
                    <a:pt x="3764979" y="1490301"/>
                    <a:pt x="3767963" y="1484136"/>
                    <a:pt x="3773297" y="1484136"/>
                  </a:cubicBezTo>
                  <a:cubicBezTo>
                    <a:pt x="3780346" y="1483704"/>
                    <a:pt x="3786315" y="1485545"/>
                    <a:pt x="3790315" y="1481761"/>
                  </a:cubicBezTo>
                  <a:cubicBezTo>
                    <a:pt x="3840290" y="1433856"/>
                    <a:pt x="3844163" y="1433748"/>
                    <a:pt x="3845814" y="1427043"/>
                  </a:cubicBezTo>
                  <a:lnTo>
                    <a:pt x="3847783" y="1419582"/>
                  </a:lnTo>
                  <a:cubicBezTo>
                    <a:pt x="3849371" y="1412768"/>
                    <a:pt x="3852228" y="1414063"/>
                    <a:pt x="3924745" y="1349401"/>
                  </a:cubicBezTo>
                  <a:cubicBezTo>
                    <a:pt x="3928491" y="1346048"/>
                    <a:pt x="3927729" y="1339991"/>
                    <a:pt x="3928428" y="1336962"/>
                  </a:cubicBezTo>
                  <a:cubicBezTo>
                    <a:pt x="3929126" y="1330040"/>
                    <a:pt x="3934905" y="1331882"/>
                    <a:pt x="3993325" y="1303116"/>
                  </a:cubicBezTo>
                  <a:cubicBezTo>
                    <a:pt x="3999611" y="1300195"/>
                    <a:pt x="3985896" y="1295547"/>
                    <a:pt x="3990531" y="1290029"/>
                  </a:cubicBezTo>
                  <a:lnTo>
                    <a:pt x="4003739" y="1274351"/>
                  </a:lnTo>
                  <a:cubicBezTo>
                    <a:pt x="4006977" y="1270566"/>
                    <a:pt x="3999611" y="1269271"/>
                    <a:pt x="3998024" y="1268185"/>
                  </a:cubicBezTo>
                  <a:cubicBezTo>
                    <a:pt x="3993642" y="1266350"/>
                    <a:pt x="3995928" y="1260076"/>
                    <a:pt x="3995928" y="1258349"/>
                  </a:cubicBezTo>
                  <a:cubicBezTo>
                    <a:pt x="3996881" y="1250779"/>
                    <a:pt x="4007930" y="1257809"/>
                    <a:pt x="4008628" y="1250240"/>
                  </a:cubicBezTo>
                  <a:cubicBezTo>
                    <a:pt x="4011422" y="1225259"/>
                    <a:pt x="4009010" y="1218121"/>
                    <a:pt x="4014089" y="1214661"/>
                  </a:cubicBezTo>
                  <a:cubicBezTo>
                    <a:pt x="4021583" y="1210120"/>
                    <a:pt x="4025583" y="1204926"/>
                    <a:pt x="4030980" y="1205898"/>
                  </a:cubicBezTo>
                  <a:cubicBezTo>
                    <a:pt x="4038664" y="1206552"/>
                    <a:pt x="4045077" y="1210228"/>
                    <a:pt x="4048125" y="1205682"/>
                  </a:cubicBezTo>
                  <a:cubicBezTo>
                    <a:pt x="4051237" y="1200818"/>
                    <a:pt x="4041712" y="1199522"/>
                    <a:pt x="4029139" y="1191521"/>
                  </a:cubicBezTo>
                  <a:cubicBezTo>
                    <a:pt x="4023614" y="1188492"/>
                    <a:pt x="4019614" y="1192709"/>
                    <a:pt x="3980371" y="1202767"/>
                  </a:cubicBezTo>
                  <a:cubicBezTo>
                    <a:pt x="3974529" y="1204494"/>
                    <a:pt x="3976434" y="1211956"/>
                    <a:pt x="3968877" y="1244721"/>
                  </a:cubicBezTo>
                  <a:cubicBezTo>
                    <a:pt x="3967925" y="1249694"/>
                    <a:pt x="3974529" y="1249802"/>
                    <a:pt x="3975989" y="1250564"/>
                  </a:cubicBezTo>
                  <a:cubicBezTo>
                    <a:pt x="3980752" y="1251967"/>
                    <a:pt x="3974085" y="1256723"/>
                    <a:pt x="3972751" y="1258673"/>
                  </a:cubicBezTo>
                  <a:cubicBezTo>
                    <a:pt x="3968750" y="1263105"/>
                    <a:pt x="3962909" y="1258349"/>
                    <a:pt x="3949192" y="1255643"/>
                  </a:cubicBezTo>
                  <a:cubicBezTo>
                    <a:pt x="3943033" y="1254024"/>
                    <a:pt x="3943414" y="1258241"/>
                    <a:pt x="3865436" y="1319880"/>
                  </a:cubicBezTo>
                  <a:cubicBezTo>
                    <a:pt x="3861309" y="1323227"/>
                    <a:pt x="3862705" y="1313282"/>
                    <a:pt x="3862134" y="1309498"/>
                  </a:cubicBezTo>
                  <a:cubicBezTo>
                    <a:pt x="3861943" y="1303980"/>
                    <a:pt x="3867214" y="1301383"/>
                    <a:pt x="3869817" y="1298468"/>
                  </a:cubicBezTo>
                  <a:cubicBezTo>
                    <a:pt x="3873309" y="1295223"/>
                    <a:pt x="3867468" y="1292086"/>
                    <a:pt x="3866833" y="1291115"/>
                  </a:cubicBezTo>
                  <a:cubicBezTo>
                    <a:pt x="3862705" y="1287438"/>
                    <a:pt x="3858134" y="1293490"/>
                    <a:pt x="3853688" y="1295763"/>
                  </a:cubicBezTo>
                  <a:cubicBezTo>
                    <a:pt x="3849180" y="1298792"/>
                    <a:pt x="3852101" y="1288409"/>
                    <a:pt x="3852101" y="1282676"/>
                  </a:cubicBezTo>
                  <a:cubicBezTo>
                    <a:pt x="3852609" y="1276084"/>
                    <a:pt x="3856419" y="1272839"/>
                    <a:pt x="3872230" y="1242448"/>
                  </a:cubicBezTo>
                  <a:cubicBezTo>
                    <a:pt x="3874707" y="1237908"/>
                    <a:pt x="3867023" y="1236936"/>
                    <a:pt x="3865182" y="1235749"/>
                  </a:cubicBezTo>
                  <a:cubicBezTo>
                    <a:pt x="3860102" y="1233692"/>
                    <a:pt x="3857498" y="1241801"/>
                    <a:pt x="3852926" y="1246995"/>
                  </a:cubicBezTo>
                  <a:cubicBezTo>
                    <a:pt x="3849688" y="1251427"/>
                    <a:pt x="3844100" y="1251103"/>
                    <a:pt x="3839972" y="1252399"/>
                  </a:cubicBezTo>
                  <a:cubicBezTo>
                    <a:pt x="3834765" y="1253586"/>
                    <a:pt x="3833876" y="1245477"/>
                    <a:pt x="3831400" y="1241045"/>
                  </a:cubicBezTo>
                  <a:cubicBezTo>
                    <a:pt x="3828606" y="1234663"/>
                    <a:pt x="3824733" y="1240181"/>
                    <a:pt x="3738880" y="1254888"/>
                  </a:cubicBezTo>
                  <a:cubicBezTo>
                    <a:pt x="3733483" y="1255859"/>
                    <a:pt x="3734309" y="1263752"/>
                    <a:pt x="3730562" y="1275430"/>
                  </a:cubicBezTo>
                  <a:cubicBezTo>
                    <a:pt x="3729038" y="1281596"/>
                    <a:pt x="3722878" y="1282783"/>
                    <a:pt x="3708654" y="1293274"/>
                  </a:cubicBezTo>
                  <a:cubicBezTo>
                    <a:pt x="3704146" y="1296411"/>
                    <a:pt x="3704019" y="1303440"/>
                    <a:pt x="3701670" y="1310361"/>
                  </a:cubicBezTo>
                  <a:cubicBezTo>
                    <a:pt x="3699828" y="1316959"/>
                    <a:pt x="3695256" y="1316959"/>
                    <a:pt x="3646869" y="1355561"/>
                  </a:cubicBezTo>
                  <a:cubicBezTo>
                    <a:pt x="3645345" y="1356755"/>
                    <a:pt x="3645027" y="1359021"/>
                    <a:pt x="3646107" y="1360647"/>
                  </a:cubicBezTo>
                  <a:lnTo>
                    <a:pt x="3647122" y="1362051"/>
                  </a:lnTo>
                  <a:cubicBezTo>
                    <a:pt x="3649790" y="1366051"/>
                    <a:pt x="3643059" y="1365727"/>
                    <a:pt x="3642360" y="1366051"/>
                  </a:cubicBezTo>
                  <a:cubicBezTo>
                    <a:pt x="3636709" y="1366915"/>
                    <a:pt x="3638741" y="1375786"/>
                    <a:pt x="3636455" y="1388003"/>
                  </a:cubicBezTo>
                  <a:cubicBezTo>
                    <a:pt x="3636264" y="1390060"/>
                    <a:pt x="3637597" y="1391787"/>
                    <a:pt x="3639376" y="1391895"/>
                  </a:cubicBezTo>
                  <a:lnTo>
                    <a:pt x="3669792" y="1393845"/>
                  </a:lnTo>
                  <a:cubicBezTo>
                    <a:pt x="3674936" y="1394169"/>
                    <a:pt x="3672713" y="1401738"/>
                    <a:pt x="3673158" y="1404983"/>
                  </a:cubicBezTo>
                  <a:cubicBezTo>
                    <a:pt x="3673158" y="1407034"/>
                    <a:pt x="3671634" y="1408983"/>
                    <a:pt x="3669920" y="1409523"/>
                  </a:cubicBezTo>
                  <a:lnTo>
                    <a:pt x="3637153" y="1418280"/>
                  </a:lnTo>
                  <a:cubicBezTo>
                    <a:pt x="3631502" y="1419797"/>
                    <a:pt x="3626612" y="1415149"/>
                    <a:pt x="3614611" y="1410063"/>
                  </a:cubicBezTo>
                  <a:cubicBezTo>
                    <a:pt x="3609213" y="1407466"/>
                    <a:pt x="3605658" y="1414603"/>
                    <a:pt x="3589592" y="1426611"/>
                  </a:cubicBezTo>
                  <a:cubicBezTo>
                    <a:pt x="3585274" y="1430288"/>
                    <a:pt x="3580003" y="1424877"/>
                    <a:pt x="3572320" y="1422172"/>
                  </a:cubicBezTo>
                  <a:cubicBezTo>
                    <a:pt x="3566796" y="1419689"/>
                    <a:pt x="3562223" y="1423582"/>
                    <a:pt x="3537459" y="1430288"/>
                  </a:cubicBezTo>
                  <a:cubicBezTo>
                    <a:pt x="3532124" y="1431907"/>
                    <a:pt x="3531172" y="1423258"/>
                    <a:pt x="3527489" y="1416769"/>
                  </a:cubicBezTo>
                  <a:cubicBezTo>
                    <a:pt x="3526600" y="1414933"/>
                    <a:pt x="3527489" y="1413308"/>
                    <a:pt x="3529330" y="1413092"/>
                  </a:cubicBezTo>
                  <a:lnTo>
                    <a:pt x="3564954" y="1408983"/>
                  </a:lnTo>
                  <a:cubicBezTo>
                    <a:pt x="3569716" y="1408444"/>
                    <a:pt x="3564192" y="1403033"/>
                    <a:pt x="3563621" y="1401846"/>
                  </a:cubicBezTo>
                  <a:cubicBezTo>
                    <a:pt x="3560509" y="1397306"/>
                    <a:pt x="3554413" y="1398925"/>
                    <a:pt x="3550095" y="1398277"/>
                  </a:cubicBezTo>
                  <a:cubicBezTo>
                    <a:pt x="3544571" y="1398061"/>
                    <a:pt x="3541649" y="1392219"/>
                    <a:pt x="3535046" y="1386060"/>
                  </a:cubicBezTo>
                  <a:cubicBezTo>
                    <a:pt x="3530854" y="1381729"/>
                    <a:pt x="3524441" y="1385298"/>
                    <a:pt x="3512122" y="1386276"/>
                  </a:cubicBezTo>
                  <a:cubicBezTo>
                    <a:pt x="3506089" y="1387139"/>
                    <a:pt x="3502470" y="1384650"/>
                    <a:pt x="3460814" y="1374598"/>
                  </a:cubicBezTo>
                  <a:cubicBezTo>
                    <a:pt x="3459099" y="1374160"/>
                    <a:pt x="3456496" y="1374922"/>
                    <a:pt x="3455099" y="1376217"/>
                  </a:cubicBezTo>
                  <a:cubicBezTo>
                    <a:pt x="3445256" y="1386923"/>
                    <a:pt x="3437001" y="1390168"/>
                    <a:pt x="3439922" y="1395572"/>
                  </a:cubicBezTo>
                  <a:cubicBezTo>
                    <a:pt x="3440875" y="1398061"/>
                    <a:pt x="3446526" y="1404551"/>
                    <a:pt x="3441573" y="1404551"/>
                  </a:cubicBezTo>
                  <a:cubicBezTo>
                    <a:pt x="3429191" y="1403681"/>
                    <a:pt x="3422079" y="1406926"/>
                    <a:pt x="3419920" y="1401198"/>
                  </a:cubicBezTo>
                  <a:lnTo>
                    <a:pt x="3419475" y="1399896"/>
                  </a:lnTo>
                  <a:cubicBezTo>
                    <a:pt x="3417443" y="1394277"/>
                    <a:pt x="3410077" y="1396544"/>
                    <a:pt x="3401505" y="1395140"/>
                  </a:cubicBezTo>
                  <a:cubicBezTo>
                    <a:pt x="3395028" y="1394600"/>
                    <a:pt x="3397377" y="1405199"/>
                    <a:pt x="3391091" y="1403897"/>
                  </a:cubicBezTo>
                  <a:lnTo>
                    <a:pt x="3345625" y="1394709"/>
                  </a:lnTo>
                  <a:cubicBezTo>
                    <a:pt x="3340862" y="1393737"/>
                    <a:pt x="3343275" y="1401954"/>
                    <a:pt x="3342958" y="1404983"/>
                  </a:cubicBezTo>
                  <a:cubicBezTo>
                    <a:pt x="3343275" y="1410818"/>
                    <a:pt x="3335401" y="1408767"/>
                    <a:pt x="3327147" y="1410603"/>
                  </a:cubicBezTo>
                  <a:cubicBezTo>
                    <a:pt x="3325432" y="1410818"/>
                    <a:pt x="3324034" y="1409415"/>
                    <a:pt x="3324352" y="1407358"/>
                  </a:cubicBezTo>
                  <a:lnTo>
                    <a:pt x="3325622" y="1397630"/>
                  </a:lnTo>
                  <a:cubicBezTo>
                    <a:pt x="3326511" y="1390600"/>
                    <a:pt x="3320987" y="1395896"/>
                    <a:pt x="3203893" y="1402709"/>
                  </a:cubicBezTo>
                  <a:cubicBezTo>
                    <a:pt x="3197797" y="1403249"/>
                    <a:pt x="3196272" y="1409199"/>
                    <a:pt x="3168714" y="1439260"/>
                  </a:cubicBezTo>
                  <a:cubicBezTo>
                    <a:pt x="3164586" y="1443908"/>
                    <a:pt x="3159379" y="1445318"/>
                    <a:pt x="3140329" y="1456456"/>
                  </a:cubicBezTo>
                  <a:cubicBezTo>
                    <a:pt x="3135059" y="1459377"/>
                    <a:pt x="3134805" y="1465752"/>
                    <a:pt x="3123883" y="1489654"/>
                  </a:cubicBezTo>
                  <a:cubicBezTo>
                    <a:pt x="3121597" y="1495058"/>
                    <a:pt x="3115120" y="1495058"/>
                    <a:pt x="3107881" y="1498302"/>
                  </a:cubicBezTo>
                  <a:cubicBezTo>
                    <a:pt x="3101784" y="1500468"/>
                    <a:pt x="3100261" y="1503821"/>
                    <a:pt x="3053715" y="1542638"/>
                  </a:cubicBezTo>
                  <a:cubicBezTo>
                    <a:pt x="3048953" y="1546747"/>
                    <a:pt x="3047492" y="1550969"/>
                    <a:pt x="3022664" y="1587304"/>
                  </a:cubicBezTo>
                  <a:cubicBezTo>
                    <a:pt x="3018917" y="1592816"/>
                    <a:pt x="3014980" y="1593679"/>
                    <a:pt x="2976246" y="1621905"/>
                  </a:cubicBezTo>
                  <a:cubicBezTo>
                    <a:pt x="2971673" y="1625150"/>
                    <a:pt x="2969959" y="1630992"/>
                    <a:pt x="2966149" y="1637367"/>
                  </a:cubicBezTo>
                  <a:cubicBezTo>
                    <a:pt x="2963037" y="1643101"/>
                    <a:pt x="2957767" y="1643857"/>
                    <a:pt x="2926906" y="1663104"/>
                  </a:cubicBezTo>
                  <a:cubicBezTo>
                    <a:pt x="2922334" y="1665809"/>
                    <a:pt x="2927985" y="1671759"/>
                    <a:pt x="2929510" y="1675975"/>
                  </a:cubicBezTo>
                  <a:cubicBezTo>
                    <a:pt x="2932303" y="1681487"/>
                    <a:pt x="2938717" y="1679868"/>
                    <a:pt x="2954465" y="1683868"/>
                  </a:cubicBezTo>
                  <a:cubicBezTo>
                    <a:pt x="2963609" y="1685704"/>
                    <a:pt x="2977325" y="1678242"/>
                    <a:pt x="2983421" y="1681811"/>
                  </a:cubicBezTo>
                  <a:cubicBezTo>
                    <a:pt x="2988247" y="1684624"/>
                    <a:pt x="2984056" y="1691654"/>
                    <a:pt x="2980690" y="1724636"/>
                  </a:cubicBezTo>
                  <a:cubicBezTo>
                    <a:pt x="2979928" y="1730370"/>
                    <a:pt x="2988247" y="1727988"/>
                    <a:pt x="2994660" y="1729068"/>
                  </a:cubicBezTo>
                  <a:cubicBezTo>
                    <a:pt x="2999613" y="1729392"/>
                    <a:pt x="3000820" y="1722692"/>
                    <a:pt x="3002471" y="1720095"/>
                  </a:cubicBezTo>
                  <a:cubicBezTo>
                    <a:pt x="3004947" y="1714901"/>
                    <a:pt x="3011615" y="1718470"/>
                    <a:pt x="3018028" y="1718578"/>
                  </a:cubicBezTo>
                  <a:cubicBezTo>
                    <a:pt x="3019870" y="1718793"/>
                    <a:pt x="3020378" y="1720311"/>
                    <a:pt x="3019298" y="1721930"/>
                  </a:cubicBezTo>
                  <a:lnTo>
                    <a:pt x="3014028" y="1729608"/>
                  </a:lnTo>
                  <a:cubicBezTo>
                    <a:pt x="3011297" y="1733614"/>
                    <a:pt x="3006472" y="1733938"/>
                    <a:pt x="3005392" y="1734370"/>
                  </a:cubicBezTo>
                  <a:cubicBezTo>
                    <a:pt x="3001010" y="1735557"/>
                    <a:pt x="3000502" y="1741723"/>
                    <a:pt x="3004947" y="1741723"/>
                  </a:cubicBezTo>
                  <a:cubicBezTo>
                    <a:pt x="3019743" y="1740638"/>
                    <a:pt x="3026156" y="1743127"/>
                    <a:pt x="3030157" y="1738586"/>
                  </a:cubicBezTo>
                  <a:lnTo>
                    <a:pt x="3043810" y="1722800"/>
                  </a:lnTo>
                  <a:cubicBezTo>
                    <a:pt x="3046921" y="1719232"/>
                    <a:pt x="3052636" y="1720743"/>
                    <a:pt x="3050286" y="1724851"/>
                  </a:cubicBezTo>
                  <a:cubicBezTo>
                    <a:pt x="3044317" y="1736853"/>
                    <a:pt x="3036316" y="1745184"/>
                    <a:pt x="3042159" y="1744752"/>
                  </a:cubicBezTo>
                  <a:cubicBezTo>
                    <a:pt x="3045714" y="1743990"/>
                    <a:pt x="3052001" y="1745616"/>
                    <a:pt x="3054097" y="1740638"/>
                  </a:cubicBezTo>
                  <a:cubicBezTo>
                    <a:pt x="3057334" y="1731449"/>
                    <a:pt x="3061653" y="1726261"/>
                    <a:pt x="3060129" y="1720419"/>
                  </a:cubicBezTo>
                  <a:lnTo>
                    <a:pt x="3056446" y="1705928"/>
                  </a:lnTo>
                  <a:cubicBezTo>
                    <a:pt x="3054604" y="1698683"/>
                    <a:pt x="3068574" y="1709821"/>
                    <a:pt x="3076131" y="1707332"/>
                  </a:cubicBezTo>
                  <a:cubicBezTo>
                    <a:pt x="3088577" y="1704087"/>
                    <a:pt x="3094355" y="1699223"/>
                    <a:pt x="3098800" y="1703115"/>
                  </a:cubicBezTo>
                  <a:cubicBezTo>
                    <a:pt x="3109024" y="1712958"/>
                    <a:pt x="3115247" y="1715117"/>
                    <a:pt x="3115755" y="1721283"/>
                  </a:cubicBezTo>
                  <a:cubicBezTo>
                    <a:pt x="3116199" y="1723340"/>
                    <a:pt x="3115247" y="1729284"/>
                    <a:pt x="3119311" y="1731989"/>
                  </a:cubicBezTo>
                  <a:lnTo>
                    <a:pt x="3153728" y="1754696"/>
                  </a:lnTo>
                  <a:cubicBezTo>
                    <a:pt x="3155252" y="1755782"/>
                    <a:pt x="3156014" y="1758157"/>
                    <a:pt x="3155252" y="1759999"/>
                  </a:cubicBezTo>
                  <a:cubicBezTo>
                    <a:pt x="3153410" y="1763136"/>
                    <a:pt x="3152458" y="1771352"/>
                    <a:pt x="3147568" y="1769511"/>
                  </a:cubicBezTo>
                  <a:cubicBezTo>
                    <a:pt x="3144647" y="1768863"/>
                    <a:pt x="3137599" y="1764107"/>
                    <a:pt x="3138297" y="1769511"/>
                  </a:cubicBezTo>
                  <a:cubicBezTo>
                    <a:pt x="3138488" y="1770165"/>
                    <a:pt x="3138297" y="1774058"/>
                    <a:pt x="3141536" y="1776648"/>
                  </a:cubicBezTo>
                  <a:cubicBezTo>
                    <a:pt x="3145219" y="1780217"/>
                    <a:pt x="3152331" y="1782814"/>
                    <a:pt x="3150743" y="1788218"/>
                  </a:cubicBezTo>
                  <a:cubicBezTo>
                    <a:pt x="3149220" y="1795355"/>
                    <a:pt x="3144774" y="1801737"/>
                    <a:pt x="3148902" y="1805414"/>
                  </a:cubicBezTo>
                  <a:cubicBezTo>
                    <a:pt x="3152966" y="1809846"/>
                    <a:pt x="3159824" y="1812551"/>
                    <a:pt x="3158110" y="1817961"/>
                  </a:cubicBezTo>
                  <a:cubicBezTo>
                    <a:pt x="3156776" y="1821746"/>
                    <a:pt x="3155887" y="1827150"/>
                    <a:pt x="3152584" y="1831366"/>
                  </a:cubicBezTo>
                  <a:cubicBezTo>
                    <a:pt x="3138361" y="1849966"/>
                    <a:pt x="3133408" y="1852886"/>
                    <a:pt x="3132455" y="1859268"/>
                  </a:cubicBezTo>
                  <a:cubicBezTo>
                    <a:pt x="3130614" y="1869758"/>
                    <a:pt x="3130677" y="1875810"/>
                    <a:pt x="3127756" y="1880896"/>
                  </a:cubicBezTo>
                  <a:cubicBezTo>
                    <a:pt x="3124518" y="1887386"/>
                    <a:pt x="3119883" y="1891926"/>
                    <a:pt x="3120772" y="1897654"/>
                  </a:cubicBezTo>
                  <a:cubicBezTo>
                    <a:pt x="3122930" y="1918958"/>
                    <a:pt x="3127312" y="1926096"/>
                    <a:pt x="3122232" y="1929448"/>
                  </a:cubicBezTo>
                  <a:lnTo>
                    <a:pt x="3122168" y="1929448"/>
                  </a:lnTo>
                  <a:cubicBezTo>
                    <a:pt x="3118359" y="1931938"/>
                    <a:pt x="3118359" y="1937233"/>
                    <a:pt x="3122168" y="1939723"/>
                  </a:cubicBezTo>
                  <a:lnTo>
                    <a:pt x="3122803" y="1940263"/>
                  </a:lnTo>
                  <a:cubicBezTo>
                    <a:pt x="3128074" y="1943831"/>
                    <a:pt x="3122994" y="1949235"/>
                    <a:pt x="3112961" y="2009363"/>
                  </a:cubicBezTo>
                  <a:cubicBezTo>
                    <a:pt x="3111627" y="2015853"/>
                    <a:pt x="3106230" y="2017256"/>
                    <a:pt x="3082100" y="2039856"/>
                  </a:cubicBezTo>
                  <a:cubicBezTo>
                    <a:pt x="3077655" y="2043856"/>
                    <a:pt x="3077147" y="2049806"/>
                    <a:pt x="3069654" y="2067974"/>
                  </a:cubicBezTo>
                  <a:cubicBezTo>
                    <a:pt x="3067622" y="2073162"/>
                    <a:pt x="3061653" y="2073809"/>
                    <a:pt x="3058097" y="2075759"/>
                  </a:cubicBezTo>
                  <a:cubicBezTo>
                    <a:pt x="3052318" y="2078248"/>
                    <a:pt x="3052763" y="2084084"/>
                    <a:pt x="3032634" y="2127340"/>
                  </a:cubicBezTo>
                  <a:cubicBezTo>
                    <a:pt x="3029903" y="2133506"/>
                    <a:pt x="3026156" y="2134369"/>
                    <a:pt x="2980817" y="2179245"/>
                  </a:cubicBezTo>
                  <a:cubicBezTo>
                    <a:pt x="2973896" y="2186058"/>
                    <a:pt x="2966085" y="2203578"/>
                    <a:pt x="2959799" y="2206715"/>
                  </a:cubicBezTo>
                  <a:cubicBezTo>
                    <a:pt x="2955798" y="2209090"/>
                    <a:pt x="2950401" y="2210391"/>
                    <a:pt x="2947543" y="2214716"/>
                  </a:cubicBezTo>
                  <a:cubicBezTo>
                    <a:pt x="2928938" y="2242611"/>
                    <a:pt x="2927859" y="2247266"/>
                    <a:pt x="2922778" y="2250511"/>
                  </a:cubicBezTo>
                  <a:cubicBezTo>
                    <a:pt x="2852293" y="2294631"/>
                    <a:pt x="2896489" y="2270405"/>
                    <a:pt x="2848610" y="2287925"/>
                  </a:cubicBezTo>
                  <a:cubicBezTo>
                    <a:pt x="2846896" y="2288465"/>
                    <a:pt x="2844864" y="2287601"/>
                    <a:pt x="2844102" y="2285868"/>
                  </a:cubicBezTo>
                  <a:lnTo>
                    <a:pt x="2843467" y="2284248"/>
                  </a:lnTo>
                  <a:cubicBezTo>
                    <a:pt x="2842768" y="2282623"/>
                    <a:pt x="2840927" y="2282191"/>
                    <a:pt x="2839530" y="2283385"/>
                  </a:cubicBezTo>
                  <a:lnTo>
                    <a:pt x="2837625" y="2285004"/>
                  </a:lnTo>
                  <a:cubicBezTo>
                    <a:pt x="2836164" y="2286191"/>
                    <a:pt x="2834322" y="2285868"/>
                    <a:pt x="2833561" y="2284140"/>
                  </a:cubicBezTo>
                  <a:lnTo>
                    <a:pt x="2832735" y="2282407"/>
                  </a:lnTo>
                  <a:cubicBezTo>
                    <a:pt x="2831973" y="2280788"/>
                    <a:pt x="2829814" y="2279924"/>
                    <a:pt x="2828100" y="2280464"/>
                  </a:cubicBezTo>
                  <a:cubicBezTo>
                    <a:pt x="2825052" y="2281003"/>
                    <a:pt x="2817559" y="2285328"/>
                    <a:pt x="2818575" y="2280464"/>
                  </a:cubicBezTo>
                  <a:cubicBezTo>
                    <a:pt x="2819400" y="2273434"/>
                    <a:pt x="2822639" y="2267592"/>
                    <a:pt x="2819083" y="2263700"/>
                  </a:cubicBezTo>
                  <a:cubicBezTo>
                    <a:pt x="2815654" y="2259915"/>
                    <a:pt x="2811971" y="2267376"/>
                    <a:pt x="2808351" y="2270297"/>
                  </a:cubicBezTo>
                  <a:cubicBezTo>
                    <a:pt x="2805367" y="2273434"/>
                    <a:pt x="2800350" y="2271053"/>
                    <a:pt x="2802636" y="2267268"/>
                  </a:cubicBezTo>
                  <a:cubicBezTo>
                    <a:pt x="2802954" y="2266297"/>
                    <a:pt x="2807716" y="2261109"/>
                    <a:pt x="2803081" y="2260779"/>
                  </a:cubicBezTo>
                  <a:cubicBezTo>
                    <a:pt x="2800922" y="2260893"/>
                    <a:pt x="2795271" y="2258944"/>
                    <a:pt x="2792794" y="2263052"/>
                  </a:cubicBezTo>
                  <a:cubicBezTo>
                    <a:pt x="2777934" y="2285436"/>
                    <a:pt x="2777300" y="2293329"/>
                    <a:pt x="2771584" y="2291817"/>
                  </a:cubicBezTo>
                  <a:cubicBezTo>
                    <a:pt x="2764663" y="2290522"/>
                    <a:pt x="2757933" y="2286846"/>
                    <a:pt x="2755964" y="2289976"/>
                  </a:cubicBezTo>
                  <a:cubicBezTo>
                    <a:pt x="2754376" y="2292573"/>
                    <a:pt x="2759139" y="2295386"/>
                    <a:pt x="2759647" y="2296034"/>
                  </a:cubicBezTo>
                  <a:lnTo>
                    <a:pt x="2760409" y="2295170"/>
                  </a:lnTo>
                  <a:cubicBezTo>
                    <a:pt x="2764092" y="2298307"/>
                    <a:pt x="2759139" y="2302632"/>
                    <a:pt x="2758122" y="2304683"/>
                  </a:cubicBezTo>
                  <a:lnTo>
                    <a:pt x="2738374" y="2281759"/>
                  </a:lnTo>
                  <a:lnTo>
                    <a:pt x="2771775" y="2268786"/>
                  </a:lnTo>
                  <a:lnTo>
                    <a:pt x="2779459" y="2227365"/>
                  </a:lnTo>
                  <a:lnTo>
                    <a:pt x="2769109" y="2192656"/>
                  </a:lnTo>
                  <a:lnTo>
                    <a:pt x="2792540" y="2184223"/>
                  </a:lnTo>
                  <a:lnTo>
                    <a:pt x="2794762" y="2176216"/>
                  </a:lnTo>
                  <a:lnTo>
                    <a:pt x="2807971" y="2174704"/>
                  </a:lnTo>
                  <a:lnTo>
                    <a:pt x="2810764" y="2183245"/>
                  </a:lnTo>
                  <a:cubicBezTo>
                    <a:pt x="2811272" y="2184979"/>
                    <a:pt x="2811272" y="2187900"/>
                    <a:pt x="2810764" y="2189627"/>
                  </a:cubicBezTo>
                  <a:lnTo>
                    <a:pt x="2809113" y="2195037"/>
                  </a:lnTo>
                  <a:cubicBezTo>
                    <a:pt x="2808605" y="2196764"/>
                    <a:pt x="2809431" y="2198930"/>
                    <a:pt x="2811082" y="2199901"/>
                  </a:cubicBezTo>
                  <a:lnTo>
                    <a:pt x="2820289" y="2205197"/>
                  </a:lnTo>
                  <a:cubicBezTo>
                    <a:pt x="2821877" y="2206175"/>
                    <a:pt x="2824036" y="2205629"/>
                    <a:pt x="2824925" y="2204010"/>
                  </a:cubicBezTo>
                  <a:lnTo>
                    <a:pt x="2836609" y="2184115"/>
                  </a:lnTo>
                  <a:lnTo>
                    <a:pt x="2848293" y="2184115"/>
                  </a:lnTo>
                  <a:lnTo>
                    <a:pt x="2851214" y="2162379"/>
                  </a:lnTo>
                  <a:lnTo>
                    <a:pt x="2861628" y="2158264"/>
                  </a:lnTo>
                  <a:lnTo>
                    <a:pt x="2887599" y="2072622"/>
                  </a:lnTo>
                  <a:lnTo>
                    <a:pt x="2902459" y="2068190"/>
                  </a:lnTo>
                  <a:lnTo>
                    <a:pt x="2910460" y="2054023"/>
                  </a:lnTo>
                  <a:lnTo>
                    <a:pt x="2902077" y="2038992"/>
                  </a:lnTo>
                  <a:lnTo>
                    <a:pt x="2908364" y="2020717"/>
                  </a:lnTo>
                  <a:lnTo>
                    <a:pt x="2880868" y="2020285"/>
                  </a:lnTo>
                  <a:lnTo>
                    <a:pt x="2863470" y="2033690"/>
                  </a:lnTo>
                  <a:lnTo>
                    <a:pt x="2832609" y="2040180"/>
                  </a:lnTo>
                  <a:lnTo>
                    <a:pt x="2826639" y="2053591"/>
                  </a:lnTo>
                  <a:lnTo>
                    <a:pt x="2769109" y="2055642"/>
                  </a:lnTo>
                  <a:lnTo>
                    <a:pt x="2756409" y="2036179"/>
                  </a:lnTo>
                  <a:lnTo>
                    <a:pt x="2762377" y="2021581"/>
                  </a:lnTo>
                  <a:lnTo>
                    <a:pt x="2751963" y="2008176"/>
                  </a:lnTo>
                  <a:lnTo>
                    <a:pt x="2756726" y="1991951"/>
                  </a:lnTo>
                  <a:lnTo>
                    <a:pt x="2738121" y="1990764"/>
                  </a:lnTo>
                  <a:lnTo>
                    <a:pt x="2717038" y="1968488"/>
                  </a:lnTo>
                  <a:lnTo>
                    <a:pt x="2698814" y="1968056"/>
                  </a:lnTo>
                  <a:lnTo>
                    <a:pt x="2682812" y="1953458"/>
                  </a:lnTo>
                  <a:lnTo>
                    <a:pt x="2657920" y="1958214"/>
                  </a:lnTo>
                  <a:lnTo>
                    <a:pt x="2635631" y="1944155"/>
                  </a:lnTo>
                  <a:lnTo>
                    <a:pt x="2638425" y="1916583"/>
                  </a:lnTo>
                  <a:lnTo>
                    <a:pt x="2584133" y="1772000"/>
                  </a:lnTo>
                  <a:lnTo>
                    <a:pt x="2549906" y="1747127"/>
                  </a:lnTo>
                  <a:lnTo>
                    <a:pt x="2531618" y="1750372"/>
                  </a:lnTo>
                  <a:lnTo>
                    <a:pt x="2496757" y="1727988"/>
                  </a:lnTo>
                  <a:lnTo>
                    <a:pt x="2385505" y="1741184"/>
                  </a:lnTo>
                  <a:lnTo>
                    <a:pt x="2356295" y="1769835"/>
                  </a:lnTo>
                  <a:lnTo>
                    <a:pt x="2356803" y="1797089"/>
                  </a:lnTo>
                  <a:lnTo>
                    <a:pt x="2374138" y="1790059"/>
                  </a:lnTo>
                  <a:lnTo>
                    <a:pt x="2383536" y="1793304"/>
                  </a:lnTo>
                  <a:lnTo>
                    <a:pt x="2385505" y="1825746"/>
                  </a:lnTo>
                  <a:lnTo>
                    <a:pt x="2362772" y="1838720"/>
                  </a:lnTo>
                  <a:lnTo>
                    <a:pt x="2325116" y="1901223"/>
                  </a:lnTo>
                  <a:lnTo>
                    <a:pt x="2338515" y="1906093"/>
                  </a:lnTo>
                  <a:lnTo>
                    <a:pt x="2335086" y="1926851"/>
                  </a:lnTo>
                  <a:lnTo>
                    <a:pt x="2304859" y="1933881"/>
                  </a:lnTo>
                  <a:lnTo>
                    <a:pt x="2277174" y="1959293"/>
                  </a:lnTo>
                  <a:lnTo>
                    <a:pt x="2210816" y="1928477"/>
                  </a:lnTo>
                  <a:lnTo>
                    <a:pt x="2192972" y="1938751"/>
                  </a:lnTo>
                  <a:lnTo>
                    <a:pt x="2152777" y="1916583"/>
                  </a:lnTo>
                  <a:lnTo>
                    <a:pt x="2107247" y="1936586"/>
                  </a:lnTo>
                  <a:lnTo>
                    <a:pt x="2095881" y="1958214"/>
                  </a:lnTo>
                  <a:lnTo>
                    <a:pt x="2069529" y="1956588"/>
                  </a:lnTo>
                  <a:lnTo>
                    <a:pt x="2011617" y="1980706"/>
                  </a:lnTo>
                  <a:lnTo>
                    <a:pt x="1969516" y="1965459"/>
                  </a:lnTo>
                  <a:lnTo>
                    <a:pt x="1921066" y="1962538"/>
                  </a:lnTo>
                  <a:lnTo>
                    <a:pt x="1906143" y="1935182"/>
                  </a:lnTo>
                  <a:lnTo>
                    <a:pt x="1875282" y="1929880"/>
                  </a:lnTo>
                  <a:lnTo>
                    <a:pt x="1861185" y="1913554"/>
                  </a:lnTo>
                  <a:lnTo>
                    <a:pt x="1804480" y="1908252"/>
                  </a:lnTo>
                  <a:lnTo>
                    <a:pt x="1762697" y="1925016"/>
                  </a:lnTo>
                  <a:lnTo>
                    <a:pt x="1698816" y="1908684"/>
                  </a:lnTo>
                  <a:lnTo>
                    <a:pt x="1687385" y="1857319"/>
                  </a:lnTo>
                  <a:lnTo>
                    <a:pt x="1565084" y="1817200"/>
                  </a:lnTo>
                  <a:lnTo>
                    <a:pt x="1559116" y="1835906"/>
                  </a:lnTo>
                  <a:lnTo>
                    <a:pt x="1541272" y="1842396"/>
                  </a:lnTo>
                  <a:lnTo>
                    <a:pt x="1526731" y="1875594"/>
                  </a:lnTo>
                  <a:lnTo>
                    <a:pt x="1534097" y="1899388"/>
                  </a:lnTo>
                  <a:lnTo>
                    <a:pt x="1544510" y="1906093"/>
                  </a:lnTo>
                  <a:lnTo>
                    <a:pt x="1538542" y="1933017"/>
                  </a:lnTo>
                  <a:lnTo>
                    <a:pt x="1521143" y="1933017"/>
                  </a:lnTo>
                  <a:lnTo>
                    <a:pt x="1509205" y="1949019"/>
                  </a:lnTo>
                  <a:lnTo>
                    <a:pt x="1490599" y="1938529"/>
                  </a:lnTo>
                  <a:lnTo>
                    <a:pt x="1406843" y="1931506"/>
                  </a:lnTo>
                  <a:lnTo>
                    <a:pt x="1395921" y="1921016"/>
                  </a:lnTo>
                  <a:lnTo>
                    <a:pt x="1393381" y="1902416"/>
                  </a:lnTo>
                  <a:lnTo>
                    <a:pt x="1350137" y="1899495"/>
                  </a:lnTo>
                  <a:lnTo>
                    <a:pt x="1341438" y="1886948"/>
                  </a:lnTo>
                  <a:lnTo>
                    <a:pt x="1330516" y="1892358"/>
                  </a:lnTo>
                  <a:lnTo>
                    <a:pt x="1319467" y="1886084"/>
                  </a:lnTo>
                  <a:lnTo>
                    <a:pt x="1217168" y="1935614"/>
                  </a:lnTo>
                  <a:lnTo>
                    <a:pt x="1219264" y="1947724"/>
                  </a:lnTo>
                  <a:lnTo>
                    <a:pt x="1197484" y="1961243"/>
                  </a:lnTo>
                  <a:lnTo>
                    <a:pt x="1164082" y="1960811"/>
                  </a:lnTo>
                  <a:lnTo>
                    <a:pt x="1166622" y="1974324"/>
                  </a:lnTo>
                  <a:lnTo>
                    <a:pt x="1134618" y="1980814"/>
                  </a:lnTo>
                  <a:lnTo>
                    <a:pt x="1109409" y="1957890"/>
                  </a:lnTo>
                  <a:lnTo>
                    <a:pt x="1117537" y="1946212"/>
                  </a:lnTo>
                  <a:lnTo>
                    <a:pt x="1099439" y="1937018"/>
                  </a:lnTo>
                  <a:lnTo>
                    <a:pt x="1082358" y="1954321"/>
                  </a:lnTo>
                  <a:lnTo>
                    <a:pt x="1054291" y="1954645"/>
                  </a:lnTo>
                  <a:lnTo>
                    <a:pt x="1044448" y="1927391"/>
                  </a:lnTo>
                  <a:lnTo>
                    <a:pt x="1017842" y="1919930"/>
                  </a:lnTo>
                  <a:lnTo>
                    <a:pt x="1013270" y="1895927"/>
                  </a:lnTo>
                  <a:lnTo>
                    <a:pt x="977964" y="1877328"/>
                  </a:lnTo>
                  <a:lnTo>
                    <a:pt x="957835" y="1893437"/>
                  </a:lnTo>
                  <a:lnTo>
                    <a:pt x="914654" y="1895927"/>
                  </a:lnTo>
                  <a:lnTo>
                    <a:pt x="914654" y="1883055"/>
                  </a:lnTo>
                  <a:lnTo>
                    <a:pt x="900303" y="1879379"/>
                  </a:lnTo>
                  <a:lnTo>
                    <a:pt x="901827" y="1868565"/>
                  </a:lnTo>
                  <a:lnTo>
                    <a:pt x="869886" y="1861973"/>
                  </a:lnTo>
                  <a:lnTo>
                    <a:pt x="869886" y="1882623"/>
                  </a:lnTo>
                  <a:lnTo>
                    <a:pt x="843217" y="1893006"/>
                  </a:lnTo>
                  <a:lnTo>
                    <a:pt x="814578" y="1808119"/>
                  </a:lnTo>
                  <a:lnTo>
                    <a:pt x="779717" y="1754804"/>
                  </a:lnTo>
                  <a:lnTo>
                    <a:pt x="726122" y="1713822"/>
                  </a:lnTo>
                  <a:lnTo>
                    <a:pt x="740284" y="1703763"/>
                  </a:lnTo>
                  <a:lnTo>
                    <a:pt x="737045" y="1668514"/>
                  </a:lnTo>
                  <a:lnTo>
                    <a:pt x="618744" y="1744752"/>
                  </a:lnTo>
                  <a:lnTo>
                    <a:pt x="597218" y="1739126"/>
                  </a:lnTo>
                  <a:lnTo>
                    <a:pt x="622872" y="1705065"/>
                  </a:lnTo>
                  <a:lnTo>
                    <a:pt x="526542" y="1704201"/>
                  </a:lnTo>
                  <a:lnTo>
                    <a:pt x="515366" y="1640936"/>
                  </a:lnTo>
                  <a:lnTo>
                    <a:pt x="439610" y="1632288"/>
                  </a:lnTo>
                  <a:lnTo>
                    <a:pt x="415036" y="1659643"/>
                  </a:lnTo>
                  <a:lnTo>
                    <a:pt x="215900" y="1698791"/>
                  </a:lnTo>
                  <a:lnTo>
                    <a:pt x="154622" y="1698791"/>
                  </a:lnTo>
                  <a:lnTo>
                    <a:pt x="154178" y="1733614"/>
                  </a:lnTo>
                  <a:lnTo>
                    <a:pt x="188405" y="1744968"/>
                  </a:lnTo>
                  <a:lnTo>
                    <a:pt x="188405" y="1777950"/>
                  </a:lnTo>
                  <a:lnTo>
                    <a:pt x="156464" y="1769079"/>
                  </a:lnTo>
                  <a:lnTo>
                    <a:pt x="139383" y="1785303"/>
                  </a:lnTo>
                  <a:lnTo>
                    <a:pt x="146876" y="1810392"/>
                  </a:lnTo>
                  <a:lnTo>
                    <a:pt x="121984" y="1833424"/>
                  </a:lnTo>
                  <a:lnTo>
                    <a:pt x="106997" y="1824769"/>
                  </a:lnTo>
                  <a:lnTo>
                    <a:pt x="118935" y="1798816"/>
                  </a:lnTo>
                  <a:lnTo>
                    <a:pt x="88202" y="1790167"/>
                  </a:lnTo>
                  <a:lnTo>
                    <a:pt x="75311" y="1809630"/>
                  </a:lnTo>
                  <a:lnTo>
                    <a:pt x="58420" y="1794492"/>
                  </a:lnTo>
                  <a:lnTo>
                    <a:pt x="66294" y="1720959"/>
                  </a:lnTo>
                  <a:lnTo>
                    <a:pt x="97092" y="1705820"/>
                  </a:lnTo>
                  <a:lnTo>
                    <a:pt x="102997" y="1660405"/>
                  </a:lnTo>
                  <a:lnTo>
                    <a:pt x="30735" y="1690682"/>
                  </a:lnTo>
                  <a:lnTo>
                    <a:pt x="0" y="1651750"/>
                  </a:lnTo>
                  <a:lnTo>
                    <a:pt x="31686" y="1630122"/>
                  </a:lnTo>
                  <a:lnTo>
                    <a:pt x="41529" y="1657160"/>
                  </a:lnTo>
                  <a:lnTo>
                    <a:pt x="93028" y="1619308"/>
                  </a:lnTo>
                  <a:lnTo>
                    <a:pt x="79502" y="1587736"/>
                  </a:lnTo>
                  <a:lnTo>
                    <a:pt x="14796" y="1585462"/>
                  </a:lnTo>
                  <a:lnTo>
                    <a:pt x="2477" y="1550207"/>
                  </a:lnTo>
                  <a:lnTo>
                    <a:pt x="37529" y="1537450"/>
                  </a:lnTo>
                  <a:lnTo>
                    <a:pt x="32639" y="1499928"/>
                  </a:lnTo>
                  <a:lnTo>
                    <a:pt x="54737" y="1505980"/>
                  </a:lnTo>
                  <a:lnTo>
                    <a:pt x="65151" y="1491705"/>
                  </a:lnTo>
                  <a:lnTo>
                    <a:pt x="56135" y="1474407"/>
                  </a:lnTo>
                  <a:lnTo>
                    <a:pt x="64389" y="1462399"/>
                  </a:lnTo>
                  <a:lnTo>
                    <a:pt x="79502" y="1462399"/>
                  </a:lnTo>
                  <a:lnTo>
                    <a:pt x="87757" y="1438396"/>
                  </a:lnTo>
                  <a:lnTo>
                    <a:pt x="73978" y="1427151"/>
                  </a:lnTo>
                  <a:lnTo>
                    <a:pt x="74676" y="1406170"/>
                  </a:lnTo>
                  <a:lnTo>
                    <a:pt x="46419" y="1381621"/>
                  </a:lnTo>
                  <a:lnTo>
                    <a:pt x="86423" y="1312743"/>
                  </a:lnTo>
                  <a:lnTo>
                    <a:pt x="77597" y="1263321"/>
                  </a:lnTo>
                  <a:lnTo>
                    <a:pt x="91758" y="1203307"/>
                  </a:lnTo>
                  <a:lnTo>
                    <a:pt x="76200" y="1164375"/>
                  </a:lnTo>
                  <a:lnTo>
                    <a:pt x="101092" y="1100361"/>
                  </a:lnTo>
                  <a:lnTo>
                    <a:pt x="87122" y="1067918"/>
                  </a:lnTo>
                  <a:lnTo>
                    <a:pt x="114491" y="1031260"/>
                  </a:lnTo>
                  <a:lnTo>
                    <a:pt x="133668" y="1045319"/>
                  </a:lnTo>
                  <a:lnTo>
                    <a:pt x="173990" y="1000005"/>
                  </a:lnTo>
                  <a:lnTo>
                    <a:pt x="212217" y="984327"/>
                  </a:lnTo>
                  <a:lnTo>
                    <a:pt x="229298" y="950266"/>
                  </a:lnTo>
                  <a:lnTo>
                    <a:pt x="296228" y="917824"/>
                  </a:lnTo>
                  <a:lnTo>
                    <a:pt x="301434" y="895116"/>
                  </a:lnTo>
                  <a:lnTo>
                    <a:pt x="333884" y="869811"/>
                  </a:lnTo>
                  <a:lnTo>
                    <a:pt x="326961" y="860832"/>
                  </a:lnTo>
                  <a:lnTo>
                    <a:pt x="340805" y="853155"/>
                  </a:lnTo>
                  <a:lnTo>
                    <a:pt x="330962" y="835851"/>
                  </a:lnTo>
                  <a:lnTo>
                    <a:pt x="309626" y="835851"/>
                  </a:lnTo>
                  <a:lnTo>
                    <a:pt x="304229" y="812064"/>
                  </a:lnTo>
                  <a:lnTo>
                    <a:pt x="318072" y="787623"/>
                  </a:lnTo>
                  <a:lnTo>
                    <a:pt x="307149" y="769132"/>
                  </a:lnTo>
                  <a:lnTo>
                    <a:pt x="278447" y="764376"/>
                  </a:lnTo>
                  <a:lnTo>
                    <a:pt x="286703" y="733661"/>
                  </a:lnTo>
                  <a:lnTo>
                    <a:pt x="286703" y="733445"/>
                  </a:lnTo>
                  <a:cubicBezTo>
                    <a:pt x="287972" y="736258"/>
                    <a:pt x="292862" y="734855"/>
                    <a:pt x="294386" y="735179"/>
                  </a:cubicBezTo>
                  <a:cubicBezTo>
                    <a:pt x="298704" y="735179"/>
                    <a:pt x="299657" y="729768"/>
                    <a:pt x="300101" y="729013"/>
                  </a:cubicBezTo>
                  <a:cubicBezTo>
                    <a:pt x="302070" y="723933"/>
                    <a:pt x="302895" y="725876"/>
                    <a:pt x="345122" y="741128"/>
                  </a:cubicBezTo>
                  <a:cubicBezTo>
                    <a:pt x="352044" y="743719"/>
                    <a:pt x="356616" y="753778"/>
                    <a:pt x="363538" y="755727"/>
                  </a:cubicBezTo>
                  <a:lnTo>
                    <a:pt x="382270" y="761023"/>
                  </a:lnTo>
                  <a:cubicBezTo>
                    <a:pt x="386588" y="762210"/>
                    <a:pt x="380429" y="764376"/>
                    <a:pt x="379794" y="764808"/>
                  </a:cubicBezTo>
                  <a:cubicBezTo>
                    <a:pt x="375476" y="766973"/>
                    <a:pt x="379222" y="768268"/>
                    <a:pt x="414655" y="793681"/>
                  </a:cubicBezTo>
                  <a:cubicBezTo>
                    <a:pt x="418402" y="796494"/>
                    <a:pt x="414274" y="801466"/>
                    <a:pt x="414084" y="802222"/>
                  </a:cubicBezTo>
                  <a:cubicBezTo>
                    <a:pt x="411480" y="807092"/>
                    <a:pt x="418656" y="808603"/>
                    <a:pt x="420370" y="810115"/>
                  </a:cubicBezTo>
                  <a:cubicBezTo>
                    <a:pt x="424688" y="812496"/>
                    <a:pt x="424244" y="810115"/>
                    <a:pt x="454978" y="751936"/>
                  </a:cubicBezTo>
                  <a:cubicBezTo>
                    <a:pt x="457391" y="747288"/>
                    <a:pt x="451548" y="749345"/>
                    <a:pt x="438531" y="751504"/>
                  </a:cubicBezTo>
                  <a:cubicBezTo>
                    <a:pt x="434086" y="752266"/>
                    <a:pt x="433578" y="750209"/>
                    <a:pt x="412369" y="725444"/>
                  </a:cubicBezTo>
                  <a:cubicBezTo>
                    <a:pt x="406972" y="719284"/>
                    <a:pt x="418719" y="706197"/>
                    <a:pt x="411924" y="703600"/>
                  </a:cubicBezTo>
                  <a:lnTo>
                    <a:pt x="377508" y="690843"/>
                  </a:lnTo>
                  <a:cubicBezTo>
                    <a:pt x="367094" y="686950"/>
                    <a:pt x="364934" y="721659"/>
                    <a:pt x="366014" y="667811"/>
                  </a:cubicBezTo>
                  <a:cubicBezTo>
                    <a:pt x="366141" y="662509"/>
                    <a:pt x="370332" y="668675"/>
                    <a:pt x="371031" y="669107"/>
                  </a:cubicBezTo>
                  <a:cubicBezTo>
                    <a:pt x="375031" y="673431"/>
                    <a:pt x="379349" y="665862"/>
                    <a:pt x="384239" y="662617"/>
                  </a:cubicBezTo>
                  <a:cubicBezTo>
                    <a:pt x="388112" y="659264"/>
                    <a:pt x="381635" y="655480"/>
                    <a:pt x="380619" y="653968"/>
                  </a:cubicBezTo>
                  <a:cubicBezTo>
                    <a:pt x="377190" y="650508"/>
                    <a:pt x="378460" y="648882"/>
                    <a:pt x="386144" y="611576"/>
                  </a:cubicBezTo>
                  <a:cubicBezTo>
                    <a:pt x="387350" y="605956"/>
                    <a:pt x="381953" y="602603"/>
                    <a:pt x="380556" y="600546"/>
                  </a:cubicBezTo>
                  <a:cubicBezTo>
                    <a:pt x="377381" y="597085"/>
                    <a:pt x="375031" y="601625"/>
                    <a:pt x="374459" y="602063"/>
                  </a:cubicBezTo>
                  <a:cubicBezTo>
                    <a:pt x="371539" y="605518"/>
                    <a:pt x="368491" y="605524"/>
                    <a:pt x="359728" y="607035"/>
                  </a:cubicBezTo>
                  <a:cubicBezTo>
                    <a:pt x="354457" y="607899"/>
                    <a:pt x="360045" y="616554"/>
                    <a:pt x="361886" y="624339"/>
                  </a:cubicBezTo>
                  <a:cubicBezTo>
                    <a:pt x="363665" y="629527"/>
                    <a:pt x="356616" y="625743"/>
                    <a:pt x="355219" y="625527"/>
                  </a:cubicBezTo>
                  <a:cubicBezTo>
                    <a:pt x="350012" y="623907"/>
                    <a:pt x="351282" y="615252"/>
                    <a:pt x="349568" y="607143"/>
                  </a:cubicBezTo>
                  <a:cubicBezTo>
                    <a:pt x="348806" y="601733"/>
                    <a:pt x="350457" y="600438"/>
                    <a:pt x="366459" y="571672"/>
                  </a:cubicBezTo>
                  <a:cubicBezTo>
                    <a:pt x="368427" y="568104"/>
                    <a:pt x="369951" y="566484"/>
                    <a:pt x="407162" y="545720"/>
                  </a:cubicBezTo>
                  <a:cubicBezTo>
                    <a:pt x="411163" y="543561"/>
                    <a:pt x="413195" y="540424"/>
                    <a:pt x="423926" y="527553"/>
                  </a:cubicBezTo>
                  <a:cubicBezTo>
                    <a:pt x="427292" y="523552"/>
                    <a:pt x="426657" y="523336"/>
                    <a:pt x="445580" y="452940"/>
                  </a:cubicBezTo>
                  <a:cubicBezTo>
                    <a:pt x="446977" y="447422"/>
                    <a:pt x="450215" y="442774"/>
                    <a:pt x="459296" y="427203"/>
                  </a:cubicBezTo>
                  <a:cubicBezTo>
                    <a:pt x="461709" y="423203"/>
                    <a:pt x="465074" y="423095"/>
                    <a:pt x="473393" y="421253"/>
                  </a:cubicBezTo>
                  <a:cubicBezTo>
                    <a:pt x="477965" y="420282"/>
                    <a:pt x="473584" y="426988"/>
                    <a:pt x="473393" y="427851"/>
                  </a:cubicBezTo>
                  <a:cubicBezTo>
                    <a:pt x="471234" y="432823"/>
                    <a:pt x="472186" y="431528"/>
                    <a:pt x="540639" y="426664"/>
                  </a:cubicBezTo>
                  <a:cubicBezTo>
                    <a:pt x="545275" y="426340"/>
                    <a:pt x="544830" y="426772"/>
                    <a:pt x="586296" y="442018"/>
                  </a:cubicBezTo>
                  <a:cubicBezTo>
                    <a:pt x="590486" y="443637"/>
                    <a:pt x="589535" y="446666"/>
                    <a:pt x="590741" y="477813"/>
                  </a:cubicBezTo>
                  <a:cubicBezTo>
                    <a:pt x="590931" y="483433"/>
                    <a:pt x="589725" y="484620"/>
                    <a:pt x="572643" y="529502"/>
                  </a:cubicBezTo>
                  <a:cubicBezTo>
                    <a:pt x="570802" y="534258"/>
                    <a:pt x="567563" y="535338"/>
                    <a:pt x="555308" y="543015"/>
                  </a:cubicBezTo>
                  <a:cubicBezTo>
                    <a:pt x="551307" y="545504"/>
                    <a:pt x="554800" y="548857"/>
                    <a:pt x="566484" y="567672"/>
                  </a:cubicBezTo>
                  <a:cubicBezTo>
                    <a:pt x="569278" y="572320"/>
                    <a:pt x="574675" y="575133"/>
                    <a:pt x="584454" y="581515"/>
                  </a:cubicBezTo>
                  <a:cubicBezTo>
                    <a:pt x="588455" y="584112"/>
                    <a:pt x="587502" y="585947"/>
                    <a:pt x="588137" y="624879"/>
                  </a:cubicBezTo>
                  <a:cubicBezTo>
                    <a:pt x="588264" y="629851"/>
                    <a:pt x="585724" y="631800"/>
                    <a:pt x="576517" y="642183"/>
                  </a:cubicBezTo>
                  <a:cubicBezTo>
                    <a:pt x="572770" y="646399"/>
                    <a:pt x="579057" y="650616"/>
                    <a:pt x="580644" y="653536"/>
                  </a:cubicBezTo>
                  <a:cubicBezTo>
                    <a:pt x="583883" y="657753"/>
                    <a:pt x="579057" y="662617"/>
                    <a:pt x="578168" y="664782"/>
                  </a:cubicBezTo>
                  <a:cubicBezTo>
                    <a:pt x="575120" y="670078"/>
                    <a:pt x="580961" y="675273"/>
                    <a:pt x="584009" y="681756"/>
                  </a:cubicBezTo>
                  <a:cubicBezTo>
                    <a:pt x="586740" y="686410"/>
                    <a:pt x="581534" y="691167"/>
                    <a:pt x="580581" y="693440"/>
                  </a:cubicBezTo>
                  <a:cubicBezTo>
                    <a:pt x="577533" y="698088"/>
                    <a:pt x="581851" y="703276"/>
                    <a:pt x="582803" y="706413"/>
                  </a:cubicBezTo>
                  <a:cubicBezTo>
                    <a:pt x="586931" y="715608"/>
                    <a:pt x="573596" y="735502"/>
                    <a:pt x="577850" y="744697"/>
                  </a:cubicBezTo>
                  <a:lnTo>
                    <a:pt x="582740" y="755397"/>
                  </a:lnTo>
                  <a:cubicBezTo>
                    <a:pt x="585089" y="760375"/>
                    <a:pt x="589661" y="762534"/>
                    <a:pt x="613347" y="778327"/>
                  </a:cubicBezTo>
                  <a:cubicBezTo>
                    <a:pt x="618110" y="781356"/>
                    <a:pt x="614426" y="793249"/>
                    <a:pt x="611822" y="796602"/>
                  </a:cubicBezTo>
                  <a:lnTo>
                    <a:pt x="599250" y="812928"/>
                  </a:lnTo>
                  <a:cubicBezTo>
                    <a:pt x="596265" y="816928"/>
                    <a:pt x="598107" y="820605"/>
                    <a:pt x="601790" y="835851"/>
                  </a:cubicBezTo>
                  <a:cubicBezTo>
                    <a:pt x="603377" y="842665"/>
                    <a:pt x="594423" y="843313"/>
                    <a:pt x="582041" y="852184"/>
                  </a:cubicBezTo>
                  <a:cubicBezTo>
                    <a:pt x="576135" y="856400"/>
                    <a:pt x="576453" y="871646"/>
                    <a:pt x="571119" y="879647"/>
                  </a:cubicBezTo>
                  <a:lnTo>
                    <a:pt x="554546" y="905930"/>
                  </a:lnTo>
                  <a:cubicBezTo>
                    <a:pt x="552006" y="909384"/>
                    <a:pt x="548513" y="909822"/>
                    <a:pt x="543116" y="911226"/>
                  </a:cubicBezTo>
                  <a:cubicBezTo>
                    <a:pt x="538353" y="912413"/>
                    <a:pt x="542227" y="919011"/>
                    <a:pt x="542544" y="921500"/>
                  </a:cubicBezTo>
                  <a:cubicBezTo>
                    <a:pt x="543941" y="926472"/>
                    <a:pt x="539115" y="926472"/>
                    <a:pt x="513335" y="935235"/>
                  </a:cubicBezTo>
                  <a:cubicBezTo>
                    <a:pt x="508762" y="936854"/>
                    <a:pt x="503174" y="934689"/>
                    <a:pt x="493395" y="932314"/>
                  </a:cubicBezTo>
                  <a:cubicBezTo>
                    <a:pt x="488315" y="931012"/>
                    <a:pt x="486284" y="938042"/>
                    <a:pt x="483235" y="941503"/>
                  </a:cubicBezTo>
                  <a:cubicBezTo>
                    <a:pt x="479997" y="946265"/>
                    <a:pt x="489331" y="944855"/>
                    <a:pt x="536639" y="947453"/>
                  </a:cubicBezTo>
                  <a:cubicBezTo>
                    <a:pt x="541401" y="947776"/>
                    <a:pt x="545592" y="950482"/>
                    <a:pt x="562166" y="958375"/>
                  </a:cubicBezTo>
                  <a:cubicBezTo>
                    <a:pt x="566293" y="960426"/>
                    <a:pt x="566801" y="956425"/>
                    <a:pt x="576961" y="935559"/>
                  </a:cubicBezTo>
                  <a:cubicBezTo>
                    <a:pt x="579057" y="931451"/>
                    <a:pt x="582041" y="931667"/>
                    <a:pt x="593090" y="929609"/>
                  </a:cubicBezTo>
                  <a:cubicBezTo>
                    <a:pt x="597409" y="928854"/>
                    <a:pt x="599060" y="926364"/>
                    <a:pt x="613982" y="911226"/>
                  </a:cubicBezTo>
                  <a:cubicBezTo>
                    <a:pt x="617220" y="907981"/>
                    <a:pt x="621919" y="907873"/>
                    <a:pt x="627190" y="906902"/>
                  </a:cubicBezTo>
                  <a:cubicBezTo>
                    <a:pt x="631634" y="906146"/>
                    <a:pt x="631444" y="900844"/>
                    <a:pt x="637794" y="872294"/>
                  </a:cubicBezTo>
                  <a:cubicBezTo>
                    <a:pt x="639001" y="867106"/>
                    <a:pt x="641604" y="866027"/>
                    <a:pt x="661162" y="850126"/>
                  </a:cubicBezTo>
                  <a:cubicBezTo>
                    <a:pt x="664655" y="847427"/>
                    <a:pt x="664464" y="844614"/>
                    <a:pt x="666497" y="827850"/>
                  </a:cubicBezTo>
                  <a:cubicBezTo>
                    <a:pt x="667259" y="822554"/>
                    <a:pt x="665290" y="820605"/>
                    <a:pt x="651764" y="796062"/>
                  </a:cubicBezTo>
                  <a:cubicBezTo>
                    <a:pt x="649415" y="791839"/>
                    <a:pt x="650684" y="788817"/>
                    <a:pt x="654368" y="769888"/>
                  </a:cubicBezTo>
                  <a:cubicBezTo>
                    <a:pt x="655320" y="764808"/>
                    <a:pt x="657289" y="765131"/>
                    <a:pt x="678752" y="756483"/>
                  </a:cubicBezTo>
                  <a:lnTo>
                    <a:pt x="678752" y="756699"/>
                  </a:lnTo>
                  <a:lnTo>
                    <a:pt x="720725" y="749561"/>
                  </a:lnTo>
                  <a:cubicBezTo>
                    <a:pt x="727202" y="748482"/>
                    <a:pt x="725234" y="761563"/>
                    <a:pt x="731774" y="767081"/>
                  </a:cubicBezTo>
                  <a:lnTo>
                    <a:pt x="751015" y="783515"/>
                  </a:lnTo>
                  <a:cubicBezTo>
                    <a:pt x="756031" y="787839"/>
                    <a:pt x="751777" y="794437"/>
                    <a:pt x="748411" y="842233"/>
                  </a:cubicBezTo>
                  <a:cubicBezTo>
                    <a:pt x="748094" y="844506"/>
                    <a:pt x="749427" y="846989"/>
                    <a:pt x="751015" y="847967"/>
                  </a:cubicBezTo>
                  <a:cubicBezTo>
                    <a:pt x="751015" y="847967"/>
                    <a:pt x="779145" y="863537"/>
                    <a:pt x="783146" y="862998"/>
                  </a:cubicBezTo>
                  <a:cubicBezTo>
                    <a:pt x="790067" y="861918"/>
                    <a:pt x="810895" y="866242"/>
                    <a:pt x="804291" y="863321"/>
                  </a:cubicBezTo>
                  <a:lnTo>
                    <a:pt x="766255" y="846450"/>
                  </a:lnTo>
                  <a:cubicBezTo>
                    <a:pt x="764540" y="845694"/>
                    <a:pt x="763334" y="843205"/>
                    <a:pt x="763588" y="841046"/>
                  </a:cubicBezTo>
                  <a:cubicBezTo>
                    <a:pt x="766699" y="822123"/>
                    <a:pt x="764540" y="813036"/>
                    <a:pt x="770192" y="811417"/>
                  </a:cubicBezTo>
                  <a:cubicBezTo>
                    <a:pt x="778701" y="807956"/>
                    <a:pt x="788035" y="808927"/>
                    <a:pt x="786003" y="802654"/>
                  </a:cubicBezTo>
                  <a:lnTo>
                    <a:pt x="771461" y="759943"/>
                  </a:lnTo>
                  <a:cubicBezTo>
                    <a:pt x="769112" y="752914"/>
                    <a:pt x="764794" y="755289"/>
                    <a:pt x="695389" y="725444"/>
                  </a:cubicBezTo>
                  <a:cubicBezTo>
                    <a:pt x="689864" y="723069"/>
                    <a:pt x="685419" y="728581"/>
                    <a:pt x="665861" y="737668"/>
                  </a:cubicBezTo>
                  <a:cubicBezTo>
                    <a:pt x="660845" y="740258"/>
                    <a:pt x="655320" y="736150"/>
                    <a:pt x="648653" y="734207"/>
                  </a:cubicBezTo>
                  <a:cubicBezTo>
                    <a:pt x="643446" y="732365"/>
                    <a:pt x="638684" y="737337"/>
                    <a:pt x="631444" y="740582"/>
                  </a:cubicBezTo>
                  <a:cubicBezTo>
                    <a:pt x="626872" y="742964"/>
                    <a:pt x="624522" y="736366"/>
                    <a:pt x="622872" y="734855"/>
                  </a:cubicBezTo>
                  <a:cubicBezTo>
                    <a:pt x="619379" y="730098"/>
                    <a:pt x="624586" y="724041"/>
                    <a:pt x="626555" y="717875"/>
                  </a:cubicBezTo>
                  <a:cubicBezTo>
                    <a:pt x="629031" y="711823"/>
                    <a:pt x="623316" y="706629"/>
                    <a:pt x="618236" y="695383"/>
                  </a:cubicBezTo>
                  <a:cubicBezTo>
                    <a:pt x="615061" y="689325"/>
                    <a:pt x="618554" y="682734"/>
                    <a:pt x="621221" y="660236"/>
                  </a:cubicBezTo>
                  <a:cubicBezTo>
                    <a:pt x="622300" y="653321"/>
                    <a:pt x="627063" y="650184"/>
                    <a:pt x="642874" y="627800"/>
                  </a:cubicBezTo>
                  <a:cubicBezTo>
                    <a:pt x="647002" y="622282"/>
                    <a:pt x="639890" y="618389"/>
                    <a:pt x="613918" y="571025"/>
                  </a:cubicBezTo>
                  <a:cubicBezTo>
                    <a:pt x="608902" y="562484"/>
                    <a:pt x="591820" y="562268"/>
                    <a:pt x="596265" y="555670"/>
                  </a:cubicBezTo>
                  <a:lnTo>
                    <a:pt x="614299" y="529178"/>
                  </a:lnTo>
                  <a:cubicBezTo>
                    <a:pt x="618236" y="523444"/>
                    <a:pt x="622554" y="523120"/>
                    <a:pt x="661543" y="498787"/>
                  </a:cubicBezTo>
                  <a:cubicBezTo>
                    <a:pt x="663131" y="497815"/>
                    <a:pt x="665099" y="495326"/>
                    <a:pt x="665861" y="493275"/>
                  </a:cubicBezTo>
                  <a:cubicBezTo>
                    <a:pt x="668084" y="485814"/>
                    <a:pt x="671767" y="480188"/>
                    <a:pt x="670814" y="473920"/>
                  </a:cubicBezTo>
                  <a:cubicBezTo>
                    <a:pt x="667703" y="457804"/>
                    <a:pt x="668782" y="450451"/>
                    <a:pt x="664210" y="446450"/>
                  </a:cubicBezTo>
                  <a:lnTo>
                    <a:pt x="637922" y="423851"/>
                  </a:lnTo>
                  <a:cubicBezTo>
                    <a:pt x="634238" y="420714"/>
                    <a:pt x="637160" y="415202"/>
                    <a:pt x="637160" y="414008"/>
                  </a:cubicBezTo>
                  <a:cubicBezTo>
                    <a:pt x="637731" y="411849"/>
                    <a:pt x="639509" y="410979"/>
                    <a:pt x="641159" y="412065"/>
                  </a:cubicBezTo>
                  <a:lnTo>
                    <a:pt x="685292" y="440831"/>
                  </a:lnTo>
                  <a:cubicBezTo>
                    <a:pt x="690499" y="444177"/>
                    <a:pt x="688911" y="452184"/>
                    <a:pt x="694500" y="480404"/>
                  </a:cubicBezTo>
                  <a:cubicBezTo>
                    <a:pt x="694817" y="482569"/>
                    <a:pt x="693865" y="485274"/>
                    <a:pt x="692277" y="486354"/>
                  </a:cubicBezTo>
                  <a:lnTo>
                    <a:pt x="691197" y="487109"/>
                  </a:lnTo>
                  <a:cubicBezTo>
                    <a:pt x="685991" y="490678"/>
                    <a:pt x="686309" y="497923"/>
                    <a:pt x="677545" y="523984"/>
                  </a:cubicBezTo>
                  <a:cubicBezTo>
                    <a:pt x="675831" y="529826"/>
                    <a:pt x="681736" y="533610"/>
                    <a:pt x="683895" y="536855"/>
                  </a:cubicBezTo>
                  <a:cubicBezTo>
                    <a:pt x="687070" y="540748"/>
                    <a:pt x="687705" y="551454"/>
                    <a:pt x="683260" y="553937"/>
                  </a:cubicBezTo>
                  <a:cubicBezTo>
                    <a:pt x="682498" y="554591"/>
                    <a:pt x="675894" y="556858"/>
                    <a:pt x="679831" y="559671"/>
                  </a:cubicBezTo>
                  <a:cubicBezTo>
                    <a:pt x="686626" y="564103"/>
                    <a:pt x="690626" y="568643"/>
                    <a:pt x="696023" y="569297"/>
                  </a:cubicBezTo>
                  <a:lnTo>
                    <a:pt x="771589" y="579134"/>
                  </a:lnTo>
                  <a:cubicBezTo>
                    <a:pt x="776224" y="579673"/>
                    <a:pt x="776542" y="586811"/>
                    <a:pt x="777304" y="588760"/>
                  </a:cubicBezTo>
                  <a:cubicBezTo>
                    <a:pt x="779082" y="595250"/>
                    <a:pt x="786447" y="592437"/>
                    <a:pt x="798322" y="594602"/>
                  </a:cubicBezTo>
                  <a:cubicBezTo>
                    <a:pt x="804164" y="595142"/>
                    <a:pt x="795592" y="586487"/>
                    <a:pt x="784797" y="567240"/>
                  </a:cubicBezTo>
                  <a:cubicBezTo>
                    <a:pt x="781114" y="561074"/>
                    <a:pt x="776478" y="563024"/>
                    <a:pt x="720725" y="544209"/>
                  </a:cubicBezTo>
                  <a:cubicBezTo>
                    <a:pt x="715328" y="542475"/>
                    <a:pt x="716471" y="534150"/>
                    <a:pt x="712788" y="519767"/>
                  </a:cubicBezTo>
                  <a:cubicBezTo>
                    <a:pt x="712407" y="517602"/>
                    <a:pt x="713486" y="515227"/>
                    <a:pt x="715201" y="514472"/>
                  </a:cubicBezTo>
                  <a:lnTo>
                    <a:pt x="734568" y="506356"/>
                  </a:lnTo>
                  <a:cubicBezTo>
                    <a:pt x="740093" y="504089"/>
                    <a:pt x="743776" y="510579"/>
                    <a:pt x="764540" y="524416"/>
                  </a:cubicBezTo>
                  <a:cubicBezTo>
                    <a:pt x="769620" y="527984"/>
                    <a:pt x="774319" y="521609"/>
                    <a:pt x="790194" y="513932"/>
                  </a:cubicBezTo>
                  <a:cubicBezTo>
                    <a:pt x="795084" y="511227"/>
                    <a:pt x="787909" y="505061"/>
                    <a:pt x="784923" y="498787"/>
                  </a:cubicBezTo>
                  <a:cubicBezTo>
                    <a:pt x="780035" y="491002"/>
                    <a:pt x="761936" y="507010"/>
                    <a:pt x="760413" y="497492"/>
                  </a:cubicBezTo>
                  <a:lnTo>
                    <a:pt x="760222" y="496520"/>
                  </a:lnTo>
                  <a:cubicBezTo>
                    <a:pt x="759143" y="489706"/>
                    <a:pt x="767461" y="489275"/>
                    <a:pt x="782828" y="478892"/>
                  </a:cubicBezTo>
                  <a:cubicBezTo>
                    <a:pt x="788353" y="475540"/>
                    <a:pt x="792671" y="477705"/>
                    <a:pt x="836994" y="476511"/>
                  </a:cubicBezTo>
                  <a:cubicBezTo>
                    <a:pt x="843026" y="476511"/>
                    <a:pt x="846582" y="480836"/>
                    <a:pt x="881317" y="499765"/>
                  </a:cubicBezTo>
                  <a:cubicBezTo>
                    <a:pt x="886778" y="502895"/>
                    <a:pt x="889254" y="507442"/>
                    <a:pt x="913575" y="533287"/>
                  </a:cubicBezTo>
                  <a:cubicBezTo>
                    <a:pt x="918273" y="538259"/>
                    <a:pt x="922338" y="534150"/>
                    <a:pt x="970217" y="530366"/>
                  </a:cubicBezTo>
                  <a:cubicBezTo>
                    <a:pt x="975805" y="529826"/>
                    <a:pt x="969645" y="539776"/>
                    <a:pt x="967360" y="548857"/>
                  </a:cubicBezTo>
                  <a:cubicBezTo>
                    <a:pt x="963930" y="559455"/>
                    <a:pt x="937641" y="562052"/>
                    <a:pt x="939038" y="571456"/>
                  </a:cubicBezTo>
                  <a:cubicBezTo>
                    <a:pt x="941197" y="580975"/>
                    <a:pt x="939800" y="590595"/>
                    <a:pt x="945325" y="590811"/>
                  </a:cubicBezTo>
                  <a:lnTo>
                    <a:pt x="971741" y="591789"/>
                  </a:lnTo>
                  <a:cubicBezTo>
                    <a:pt x="977456" y="592005"/>
                    <a:pt x="980186" y="599574"/>
                    <a:pt x="989585" y="610388"/>
                  </a:cubicBezTo>
                  <a:cubicBezTo>
                    <a:pt x="993902" y="615792"/>
                    <a:pt x="987172" y="599898"/>
                    <a:pt x="979170" y="573082"/>
                  </a:cubicBezTo>
                  <a:cubicBezTo>
                    <a:pt x="977138" y="566484"/>
                    <a:pt x="983297" y="562160"/>
                    <a:pt x="993902" y="542259"/>
                  </a:cubicBezTo>
                  <a:cubicBezTo>
                    <a:pt x="997014" y="536747"/>
                    <a:pt x="991172" y="530797"/>
                    <a:pt x="987489" y="521063"/>
                  </a:cubicBezTo>
                  <a:cubicBezTo>
                    <a:pt x="984568" y="514903"/>
                    <a:pt x="977964" y="517386"/>
                    <a:pt x="957961" y="513278"/>
                  </a:cubicBezTo>
                  <a:cubicBezTo>
                    <a:pt x="949008" y="511874"/>
                    <a:pt x="944118" y="481598"/>
                    <a:pt x="935482" y="479108"/>
                  </a:cubicBezTo>
                  <a:lnTo>
                    <a:pt x="894461" y="467323"/>
                  </a:lnTo>
                  <a:cubicBezTo>
                    <a:pt x="892620" y="466783"/>
                    <a:pt x="891160" y="464618"/>
                    <a:pt x="891160" y="462344"/>
                  </a:cubicBezTo>
                  <a:lnTo>
                    <a:pt x="891604" y="426988"/>
                  </a:lnTo>
                  <a:cubicBezTo>
                    <a:pt x="891731" y="420066"/>
                    <a:pt x="885000" y="417037"/>
                    <a:pt x="875919" y="406547"/>
                  </a:cubicBezTo>
                  <a:cubicBezTo>
                    <a:pt x="871474" y="402007"/>
                    <a:pt x="875919" y="395193"/>
                    <a:pt x="879094" y="372809"/>
                  </a:cubicBezTo>
                  <a:cubicBezTo>
                    <a:pt x="880555" y="365132"/>
                    <a:pt x="882206" y="370320"/>
                    <a:pt x="1029081" y="353778"/>
                  </a:cubicBezTo>
                  <a:cubicBezTo>
                    <a:pt x="1034797" y="353239"/>
                    <a:pt x="1039876" y="355074"/>
                    <a:pt x="1054609" y="357563"/>
                  </a:cubicBezTo>
                  <a:cubicBezTo>
                    <a:pt x="1062610" y="359074"/>
                    <a:pt x="1081596" y="342101"/>
                    <a:pt x="1091121" y="342101"/>
                  </a:cubicBezTo>
                  <a:cubicBezTo>
                    <a:pt x="1115759" y="341015"/>
                    <a:pt x="1126490" y="344692"/>
                    <a:pt x="1122935" y="338856"/>
                  </a:cubicBezTo>
                  <a:cubicBezTo>
                    <a:pt x="1111695" y="321444"/>
                    <a:pt x="1110235" y="314307"/>
                    <a:pt x="1104519" y="312688"/>
                  </a:cubicBezTo>
                  <a:cubicBezTo>
                    <a:pt x="1092200" y="308465"/>
                    <a:pt x="1079754" y="308357"/>
                    <a:pt x="1084517" y="304033"/>
                  </a:cubicBezTo>
                  <a:cubicBezTo>
                    <a:pt x="1099312" y="289002"/>
                    <a:pt x="1109472" y="284246"/>
                    <a:pt x="1103885" y="282081"/>
                  </a:cubicBezTo>
                  <a:cubicBezTo>
                    <a:pt x="1085597" y="274080"/>
                    <a:pt x="1074547" y="273540"/>
                    <a:pt x="1079309" y="269323"/>
                  </a:cubicBezTo>
                  <a:lnTo>
                    <a:pt x="1091756" y="258078"/>
                  </a:lnTo>
                  <a:cubicBezTo>
                    <a:pt x="1096391" y="253969"/>
                    <a:pt x="1100710" y="261970"/>
                    <a:pt x="1113917" y="271266"/>
                  </a:cubicBezTo>
                  <a:cubicBezTo>
                    <a:pt x="1118934" y="275267"/>
                    <a:pt x="1122172" y="265971"/>
                    <a:pt x="1140270" y="248559"/>
                  </a:cubicBezTo>
                  <a:cubicBezTo>
                    <a:pt x="1141667" y="247048"/>
                    <a:pt x="1141413" y="244882"/>
                    <a:pt x="1139825" y="243803"/>
                  </a:cubicBezTo>
                  <a:lnTo>
                    <a:pt x="1122617" y="231795"/>
                  </a:lnTo>
                  <a:cubicBezTo>
                    <a:pt x="1120966" y="230607"/>
                    <a:pt x="1120966" y="228772"/>
                    <a:pt x="1122617" y="227686"/>
                  </a:cubicBezTo>
                  <a:cubicBezTo>
                    <a:pt x="1124839" y="226607"/>
                    <a:pt x="1128649" y="222175"/>
                    <a:pt x="1133412" y="223470"/>
                  </a:cubicBezTo>
                  <a:cubicBezTo>
                    <a:pt x="1153223" y="227686"/>
                    <a:pt x="1158558" y="232341"/>
                    <a:pt x="1163321" y="228226"/>
                  </a:cubicBezTo>
                  <a:cubicBezTo>
                    <a:pt x="1187133" y="208332"/>
                    <a:pt x="1190054" y="203468"/>
                    <a:pt x="1195896" y="202166"/>
                  </a:cubicBezTo>
                  <a:lnTo>
                    <a:pt x="1359409" y="165291"/>
                  </a:lnTo>
                  <a:cubicBezTo>
                    <a:pt x="1365059" y="163996"/>
                    <a:pt x="1354900" y="158586"/>
                    <a:pt x="1344613" y="148210"/>
                  </a:cubicBezTo>
                  <a:cubicBezTo>
                    <a:pt x="1339279" y="143447"/>
                    <a:pt x="1352042" y="146260"/>
                    <a:pt x="1437005" y="140095"/>
                  </a:cubicBezTo>
                  <a:cubicBezTo>
                    <a:pt x="1444181" y="139663"/>
                    <a:pt x="1430528" y="127553"/>
                    <a:pt x="1437450" y="126798"/>
                  </a:cubicBezTo>
                  <a:lnTo>
                    <a:pt x="1481963" y="121606"/>
                  </a:lnTo>
                  <a:cubicBezTo>
                    <a:pt x="1483805" y="121389"/>
                    <a:pt x="1485709" y="122903"/>
                    <a:pt x="1486281" y="125064"/>
                  </a:cubicBezTo>
                  <a:lnTo>
                    <a:pt x="1486789" y="127121"/>
                  </a:lnTo>
                  <a:cubicBezTo>
                    <a:pt x="1487360" y="129280"/>
                    <a:pt x="1486472" y="131878"/>
                    <a:pt x="1484885" y="132957"/>
                  </a:cubicBezTo>
                  <a:cubicBezTo>
                    <a:pt x="1447165" y="159456"/>
                    <a:pt x="1434847" y="164212"/>
                    <a:pt x="1441006" y="165507"/>
                  </a:cubicBezTo>
                  <a:cubicBezTo>
                    <a:pt x="1442022" y="165615"/>
                    <a:pt x="1446340" y="167457"/>
                    <a:pt x="1450467" y="165291"/>
                  </a:cubicBezTo>
                  <a:cubicBezTo>
                    <a:pt x="1467231" y="157614"/>
                    <a:pt x="1471867" y="152102"/>
                    <a:pt x="1477201" y="154477"/>
                  </a:cubicBezTo>
                  <a:cubicBezTo>
                    <a:pt x="1481646" y="156427"/>
                    <a:pt x="1474026" y="160859"/>
                    <a:pt x="1472311" y="162916"/>
                  </a:cubicBezTo>
                  <a:cubicBezTo>
                    <a:pt x="1467676" y="167025"/>
                    <a:pt x="1478788" y="162808"/>
                    <a:pt x="1488122" y="161075"/>
                  </a:cubicBezTo>
                  <a:cubicBezTo>
                    <a:pt x="1492250" y="160211"/>
                    <a:pt x="1497076" y="154261"/>
                    <a:pt x="1492948" y="151671"/>
                  </a:cubicBezTo>
                  <a:lnTo>
                    <a:pt x="1492314" y="151232"/>
                  </a:lnTo>
                  <a:cubicBezTo>
                    <a:pt x="1487551" y="148102"/>
                    <a:pt x="1497711" y="147340"/>
                    <a:pt x="1503617" y="145073"/>
                  </a:cubicBezTo>
                  <a:cubicBezTo>
                    <a:pt x="1508570" y="143555"/>
                    <a:pt x="1503490" y="152858"/>
                    <a:pt x="1502601" y="156859"/>
                  </a:cubicBezTo>
                  <a:cubicBezTo>
                    <a:pt x="1500569" y="163240"/>
                    <a:pt x="1509840" y="157722"/>
                    <a:pt x="1521460" y="155995"/>
                  </a:cubicBezTo>
                  <a:cubicBezTo>
                    <a:pt x="1527493" y="154585"/>
                    <a:pt x="1515809" y="147994"/>
                    <a:pt x="1521651" y="145613"/>
                  </a:cubicBezTo>
                  <a:lnTo>
                    <a:pt x="1555623" y="131878"/>
                  </a:lnTo>
                  <a:cubicBezTo>
                    <a:pt x="1560767" y="129827"/>
                    <a:pt x="1566164" y="133065"/>
                    <a:pt x="1574165" y="134691"/>
                  </a:cubicBezTo>
                  <a:cubicBezTo>
                    <a:pt x="1579246" y="136094"/>
                    <a:pt x="1582928" y="140965"/>
                    <a:pt x="1587247" y="144533"/>
                  </a:cubicBezTo>
                  <a:cubicBezTo>
                    <a:pt x="1590802" y="147778"/>
                    <a:pt x="1594295" y="142044"/>
                    <a:pt x="1595247" y="141288"/>
                  </a:cubicBezTo>
                  <a:cubicBezTo>
                    <a:pt x="1601407" y="134907"/>
                    <a:pt x="1574927" y="127985"/>
                    <a:pt x="1569910" y="117605"/>
                  </a:cubicBezTo>
                  <a:cubicBezTo>
                    <a:pt x="1569910" y="117605"/>
                    <a:pt x="1564958" y="107115"/>
                    <a:pt x="1564958" y="108089"/>
                  </a:cubicBezTo>
                  <a:cubicBezTo>
                    <a:pt x="1564958" y="109061"/>
                    <a:pt x="1602740" y="114468"/>
                    <a:pt x="1602740" y="114468"/>
                  </a:cubicBezTo>
                  <a:cubicBezTo>
                    <a:pt x="1608582" y="115333"/>
                    <a:pt x="1612900" y="112630"/>
                    <a:pt x="1639634" y="106250"/>
                  </a:cubicBezTo>
                  <a:cubicBezTo>
                    <a:pt x="1644841" y="104952"/>
                    <a:pt x="1647317" y="97707"/>
                    <a:pt x="1651762" y="91435"/>
                  </a:cubicBezTo>
                  <a:cubicBezTo>
                    <a:pt x="1654810" y="86677"/>
                    <a:pt x="1647190" y="85163"/>
                    <a:pt x="1645031" y="83541"/>
                  </a:cubicBezTo>
                  <a:cubicBezTo>
                    <a:pt x="1640522" y="81271"/>
                    <a:pt x="1645476" y="74998"/>
                    <a:pt x="1646238" y="72403"/>
                  </a:cubicBezTo>
                  <a:cubicBezTo>
                    <a:pt x="1648523" y="67645"/>
                    <a:pt x="1653604" y="67212"/>
                    <a:pt x="1654556" y="66672"/>
                  </a:cubicBezTo>
                  <a:cubicBezTo>
                    <a:pt x="1659001" y="65266"/>
                    <a:pt x="1658557" y="58562"/>
                    <a:pt x="1659001" y="56831"/>
                  </a:cubicBezTo>
                  <a:cubicBezTo>
                    <a:pt x="1660017" y="49803"/>
                    <a:pt x="1667891" y="50343"/>
                    <a:pt x="1691894" y="38340"/>
                  </a:cubicBezTo>
                  <a:cubicBezTo>
                    <a:pt x="1697228" y="35961"/>
                    <a:pt x="1700022" y="30121"/>
                    <a:pt x="1706944" y="22011"/>
                  </a:cubicBezTo>
                  <a:cubicBezTo>
                    <a:pt x="1710881" y="17037"/>
                    <a:pt x="1716405" y="15955"/>
                    <a:pt x="1729931" y="8602"/>
                  </a:cubicBezTo>
                  <a:cubicBezTo>
                    <a:pt x="1734757" y="6115"/>
                    <a:pt x="1740091" y="8062"/>
                    <a:pt x="1745297" y="8062"/>
                  </a:cubicBezTo>
                  <a:cubicBezTo>
                    <a:pt x="1750505" y="8494"/>
                    <a:pt x="1754505" y="3844"/>
                    <a:pt x="1758697" y="1465"/>
                  </a:cubicBezTo>
                  <a:cubicBezTo>
                    <a:pt x="1761173" y="-265"/>
                    <a:pt x="1763824" y="-265"/>
                    <a:pt x="1768007" y="4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1F6CF466-6930-3A9E-29BC-0736B450AD64}"/>
                </a:ext>
              </a:extLst>
            </p:cNvPr>
            <p:cNvSpPr/>
            <p:nvPr/>
          </p:nvSpPr>
          <p:spPr>
            <a:xfrm>
              <a:off x="7535572" y="3493219"/>
              <a:ext cx="32835" cy="65530"/>
            </a:xfrm>
            <a:custGeom>
              <a:avLst/>
              <a:gdLst>
                <a:gd name="csX0" fmla="*/ 22261 w 32835"/>
                <a:gd name="csY0" fmla="*/ 65530 h 65530"/>
                <a:gd name="csX1" fmla="*/ 30516 w 32835"/>
                <a:gd name="csY1" fmla="*/ 49096 h 65530"/>
                <a:gd name="csX2" fmla="*/ 28548 w 32835"/>
                <a:gd name="csY2" fmla="*/ 21518 h 65530"/>
                <a:gd name="csX3" fmla="*/ 32422 w 32835"/>
                <a:gd name="csY3" fmla="*/ 9841 h 65530"/>
                <a:gd name="csX4" fmla="*/ 28675 w 32835"/>
                <a:gd name="csY4" fmla="*/ 6164 h 65530"/>
                <a:gd name="csX5" fmla="*/ 23659 w 32835"/>
                <a:gd name="csY5" fmla="*/ 1948 h 65530"/>
                <a:gd name="csX6" fmla="*/ 9942 w 32835"/>
                <a:gd name="csY6" fmla="*/ 5840 h 65530"/>
                <a:gd name="csX7" fmla="*/ 6133 w 32835"/>
                <a:gd name="csY7" fmla="*/ 12546 h 65530"/>
                <a:gd name="csX8" fmla="*/ 5371 w 32835"/>
                <a:gd name="csY8" fmla="*/ 19899 h 65530"/>
                <a:gd name="csX9" fmla="*/ 2576 w 32835"/>
                <a:gd name="csY9" fmla="*/ 24116 h 65530"/>
                <a:gd name="csX10" fmla="*/ 100 w 32835"/>
                <a:gd name="csY10" fmla="*/ 28332 h 65530"/>
                <a:gd name="csX11" fmla="*/ 5244 w 32835"/>
                <a:gd name="csY11" fmla="*/ 50176 h 65530"/>
                <a:gd name="csX12" fmla="*/ 2322 w 32835"/>
                <a:gd name="csY12" fmla="*/ 56012 h 65530"/>
                <a:gd name="csX13" fmla="*/ 22134 w 32835"/>
                <a:gd name="csY13" fmla="*/ 65422 h 65530"/>
                <a:gd name="csX14" fmla="*/ 22261 w 32835"/>
                <a:gd name="csY14" fmla="*/ 65530 h 65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835" h="65530">
                  <a:moveTo>
                    <a:pt x="22261" y="65530"/>
                  </a:moveTo>
                  <a:lnTo>
                    <a:pt x="30516" y="49096"/>
                  </a:lnTo>
                  <a:cubicBezTo>
                    <a:pt x="37501" y="35146"/>
                    <a:pt x="26262" y="28656"/>
                    <a:pt x="28548" y="21518"/>
                  </a:cubicBezTo>
                  <a:lnTo>
                    <a:pt x="32422" y="9841"/>
                  </a:lnTo>
                  <a:cubicBezTo>
                    <a:pt x="33628" y="6164"/>
                    <a:pt x="28103" y="5948"/>
                    <a:pt x="28675" y="6164"/>
                  </a:cubicBezTo>
                  <a:cubicBezTo>
                    <a:pt x="24992" y="5840"/>
                    <a:pt x="23150" y="1408"/>
                    <a:pt x="23659" y="1948"/>
                  </a:cubicBezTo>
                  <a:cubicBezTo>
                    <a:pt x="21753" y="-2707"/>
                    <a:pt x="12101" y="1948"/>
                    <a:pt x="9942" y="5840"/>
                  </a:cubicBezTo>
                  <a:lnTo>
                    <a:pt x="6133" y="12546"/>
                  </a:lnTo>
                  <a:cubicBezTo>
                    <a:pt x="4291" y="15784"/>
                    <a:pt x="5371" y="20547"/>
                    <a:pt x="5371" y="19899"/>
                  </a:cubicBezTo>
                  <a:cubicBezTo>
                    <a:pt x="6005" y="23245"/>
                    <a:pt x="2005" y="24547"/>
                    <a:pt x="2576" y="24116"/>
                  </a:cubicBezTo>
                  <a:cubicBezTo>
                    <a:pt x="734" y="24655"/>
                    <a:pt x="-345" y="26490"/>
                    <a:pt x="100" y="28332"/>
                  </a:cubicBezTo>
                  <a:lnTo>
                    <a:pt x="5244" y="50176"/>
                  </a:lnTo>
                  <a:cubicBezTo>
                    <a:pt x="5942" y="53097"/>
                    <a:pt x="4164" y="55796"/>
                    <a:pt x="2322" y="56012"/>
                  </a:cubicBezTo>
                  <a:lnTo>
                    <a:pt x="22134" y="65422"/>
                  </a:lnTo>
                  <a:lnTo>
                    <a:pt x="22261" y="655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22F8A16F-7690-85A9-EAFA-DC03A6A9B449}"/>
                </a:ext>
              </a:extLst>
            </p:cNvPr>
            <p:cNvSpPr/>
            <p:nvPr/>
          </p:nvSpPr>
          <p:spPr>
            <a:xfrm>
              <a:off x="10200148" y="4129545"/>
              <a:ext cx="176445" cy="155829"/>
            </a:xfrm>
            <a:custGeom>
              <a:avLst/>
              <a:gdLst>
                <a:gd name="csX0" fmla="*/ 171814 w 176445"/>
                <a:gd name="csY0" fmla="*/ 100412 h 155829"/>
                <a:gd name="csX1" fmla="*/ 176133 w 176445"/>
                <a:gd name="csY1" fmla="*/ 84734 h 155829"/>
                <a:gd name="csX2" fmla="*/ 172069 w 176445"/>
                <a:gd name="csY2" fmla="*/ 74675 h 155829"/>
                <a:gd name="csX3" fmla="*/ 168449 w 176445"/>
                <a:gd name="csY3" fmla="*/ 66566 h 155829"/>
                <a:gd name="csX4" fmla="*/ 170100 w 176445"/>
                <a:gd name="csY4" fmla="*/ 54025 h 155829"/>
                <a:gd name="csX5" fmla="*/ 164703 w 176445"/>
                <a:gd name="csY5" fmla="*/ 47211 h 155829"/>
                <a:gd name="csX6" fmla="*/ 156892 w 176445"/>
                <a:gd name="csY6" fmla="*/ 44398 h 155829"/>
                <a:gd name="csX7" fmla="*/ 164703 w 176445"/>
                <a:gd name="csY7" fmla="*/ 29800 h 155829"/>
                <a:gd name="csX8" fmla="*/ 162289 w 176445"/>
                <a:gd name="csY8" fmla="*/ 23310 h 155829"/>
                <a:gd name="csX9" fmla="*/ 153526 w 176445"/>
                <a:gd name="csY9" fmla="*/ 18446 h 155829"/>
                <a:gd name="csX10" fmla="*/ 145271 w 176445"/>
                <a:gd name="csY10" fmla="*/ 8495 h 155829"/>
                <a:gd name="csX11" fmla="*/ 139810 w 176445"/>
                <a:gd name="csY11" fmla="*/ 3847 h 155829"/>
                <a:gd name="csX12" fmla="*/ 136445 w 176445"/>
                <a:gd name="csY12" fmla="*/ 386 h 155829"/>
                <a:gd name="csX13" fmla="*/ 134667 w 176445"/>
                <a:gd name="csY13" fmla="*/ 62 h 155829"/>
                <a:gd name="csX14" fmla="*/ 132191 w 176445"/>
                <a:gd name="csY14" fmla="*/ 11524 h 155829"/>
                <a:gd name="csX15" fmla="*/ 137080 w 176445"/>
                <a:gd name="csY15" fmla="*/ 24827 h 155829"/>
                <a:gd name="csX16" fmla="*/ 124062 w 176445"/>
                <a:gd name="csY16" fmla="*/ 30987 h 155829"/>
                <a:gd name="csX17" fmla="*/ 123872 w 176445"/>
                <a:gd name="csY17" fmla="*/ 32289 h 155829"/>
                <a:gd name="csX18" fmla="*/ 110346 w 176445"/>
                <a:gd name="csY18" fmla="*/ 31203 h 155829"/>
                <a:gd name="csX19" fmla="*/ 107870 w 176445"/>
                <a:gd name="csY19" fmla="*/ 43750 h 155829"/>
                <a:gd name="csX20" fmla="*/ 104060 w 176445"/>
                <a:gd name="csY20" fmla="*/ 45801 h 155829"/>
                <a:gd name="csX21" fmla="*/ 99742 w 176445"/>
                <a:gd name="csY21" fmla="*/ 44074 h 155829"/>
                <a:gd name="csX22" fmla="*/ 92820 w 176445"/>
                <a:gd name="csY22" fmla="*/ 45046 h 155829"/>
                <a:gd name="csX23" fmla="*/ 84566 w 176445"/>
                <a:gd name="csY23" fmla="*/ 58673 h 155829"/>
                <a:gd name="csX24" fmla="*/ 73517 w 176445"/>
                <a:gd name="csY24" fmla="*/ 56615 h 155829"/>
                <a:gd name="csX25" fmla="*/ 65833 w 176445"/>
                <a:gd name="csY25" fmla="*/ 42017 h 155829"/>
                <a:gd name="csX26" fmla="*/ 55991 w 176445"/>
                <a:gd name="csY26" fmla="*/ 43319 h 155829"/>
                <a:gd name="csX27" fmla="*/ 49641 w 176445"/>
                <a:gd name="csY27" fmla="*/ 47427 h 155829"/>
                <a:gd name="csX28" fmla="*/ 42020 w 176445"/>
                <a:gd name="csY28" fmla="*/ 50996 h 155829"/>
                <a:gd name="csX29" fmla="*/ 37258 w 176445"/>
                <a:gd name="csY29" fmla="*/ 59537 h 155829"/>
                <a:gd name="csX30" fmla="*/ 15287 w 176445"/>
                <a:gd name="csY30" fmla="*/ 65055 h 155829"/>
                <a:gd name="csX31" fmla="*/ 9128 w 176445"/>
                <a:gd name="csY31" fmla="*/ 72624 h 155829"/>
                <a:gd name="csX32" fmla="*/ 174 w 176445"/>
                <a:gd name="csY32" fmla="*/ 98900 h 155829"/>
                <a:gd name="csX33" fmla="*/ 2079 w 176445"/>
                <a:gd name="csY33" fmla="*/ 103441 h 155829"/>
                <a:gd name="csX34" fmla="*/ 11413 w 176445"/>
                <a:gd name="csY34" fmla="*/ 103872 h 155829"/>
                <a:gd name="csX35" fmla="*/ 22018 w 176445"/>
                <a:gd name="csY35" fmla="*/ 77272 h 155829"/>
                <a:gd name="csX36" fmla="*/ 26590 w 176445"/>
                <a:gd name="csY36" fmla="*/ 74243 h 155829"/>
                <a:gd name="csX37" fmla="*/ 34337 w 176445"/>
                <a:gd name="csY37" fmla="*/ 77812 h 155829"/>
                <a:gd name="csX38" fmla="*/ 36623 w 176445"/>
                <a:gd name="csY38" fmla="*/ 89813 h 155829"/>
                <a:gd name="csX39" fmla="*/ 48624 w 176445"/>
                <a:gd name="csY39" fmla="*/ 81489 h 155829"/>
                <a:gd name="csX40" fmla="*/ 57007 w 176445"/>
                <a:gd name="csY40" fmla="*/ 88950 h 155829"/>
                <a:gd name="csX41" fmla="*/ 60245 w 176445"/>
                <a:gd name="csY41" fmla="*/ 72624 h 155829"/>
                <a:gd name="csX42" fmla="*/ 80247 w 176445"/>
                <a:gd name="csY42" fmla="*/ 79330 h 155829"/>
                <a:gd name="csX43" fmla="*/ 86979 w 176445"/>
                <a:gd name="csY43" fmla="*/ 92626 h 155829"/>
                <a:gd name="csX44" fmla="*/ 79041 w 176445"/>
                <a:gd name="csY44" fmla="*/ 107657 h 155829"/>
                <a:gd name="csX45" fmla="*/ 84693 w 176445"/>
                <a:gd name="csY45" fmla="*/ 127774 h 155829"/>
                <a:gd name="csX46" fmla="*/ 112696 w 176445"/>
                <a:gd name="csY46" fmla="*/ 144531 h 155829"/>
                <a:gd name="csX47" fmla="*/ 116696 w 176445"/>
                <a:gd name="csY47" fmla="*/ 143128 h 155829"/>
                <a:gd name="csX48" fmla="*/ 118665 w 176445"/>
                <a:gd name="csY48" fmla="*/ 137286 h 155829"/>
                <a:gd name="csX49" fmla="*/ 122920 w 176445"/>
                <a:gd name="csY49" fmla="*/ 135235 h 155829"/>
                <a:gd name="csX50" fmla="*/ 128444 w 176445"/>
                <a:gd name="csY50" fmla="*/ 140531 h 155829"/>
                <a:gd name="csX51" fmla="*/ 126348 w 176445"/>
                <a:gd name="csY51" fmla="*/ 152101 h 155829"/>
                <a:gd name="csX52" fmla="*/ 131556 w 176445"/>
                <a:gd name="csY52" fmla="*/ 154590 h 155829"/>
                <a:gd name="csX53" fmla="*/ 141525 w 176445"/>
                <a:gd name="csY53" fmla="*/ 133825 h 155829"/>
                <a:gd name="csX54" fmla="*/ 132127 w 176445"/>
                <a:gd name="csY54" fmla="*/ 116312 h 155829"/>
                <a:gd name="csX55" fmla="*/ 132127 w 176445"/>
                <a:gd name="csY55" fmla="*/ 110470 h 155829"/>
                <a:gd name="csX56" fmla="*/ 140192 w 176445"/>
                <a:gd name="csY56" fmla="*/ 102145 h 155829"/>
                <a:gd name="csX57" fmla="*/ 140954 w 176445"/>
                <a:gd name="csY57" fmla="*/ 102145 h 155829"/>
                <a:gd name="csX58" fmla="*/ 143557 w 176445"/>
                <a:gd name="csY58" fmla="*/ 99548 h 155829"/>
                <a:gd name="csX59" fmla="*/ 144954 w 176445"/>
                <a:gd name="csY59" fmla="*/ 90899 h 155829"/>
                <a:gd name="csX60" fmla="*/ 150796 w 176445"/>
                <a:gd name="csY60" fmla="*/ 91979 h 155829"/>
                <a:gd name="csX61" fmla="*/ 155685 w 176445"/>
                <a:gd name="csY61" fmla="*/ 106254 h 155829"/>
                <a:gd name="csX62" fmla="*/ 157019 w 176445"/>
                <a:gd name="csY62" fmla="*/ 122687 h 155829"/>
                <a:gd name="csX63" fmla="*/ 162289 w 176445"/>
                <a:gd name="csY63" fmla="*/ 126256 h 155829"/>
                <a:gd name="csX64" fmla="*/ 164258 w 176445"/>
                <a:gd name="csY64" fmla="*/ 114686 h 155829"/>
                <a:gd name="csX65" fmla="*/ 163369 w 176445"/>
                <a:gd name="csY65" fmla="*/ 107117 h 155829"/>
                <a:gd name="csX66" fmla="*/ 165655 w 176445"/>
                <a:gd name="csY66" fmla="*/ 103549 h 155829"/>
                <a:gd name="csX67" fmla="*/ 171687 w 176445"/>
                <a:gd name="csY67" fmla="*/ 99872 h 155829"/>
                <a:gd name="csX68" fmla="*/ 171814 w 176445"/>
                <a:gd name="csY68" fmla="*/ 1004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176445" h="155829">
                  <a:moveTo>
                    <a:pt x="171814" y="100412"/>
                  </a:moveTo>
                  <a:cubicBezTo>
                    <a:pt x="175688" y="91115"/>
                    <a:pt x="177148" y="88734"/>
                    <a:pt x="176133" y="84734"/>
                  </a:cubicBezTo>
                  <a:cubicBezTo>
                    <a:pt x="175307" y="81381"/>
                    <a:pt x="174735" y="77704"/>
                    <a:pt x="172069" y="74675"/>
                  </a:cubicBezTo>
                  <a:cubicBezTo>
                    <a:pt x="171497" y="73919"/>
                    <a:pt x="167306" y="70891"/>
                    <a:pt x="168449" y="66566"/>
                  </a:cubicBezTo>
                  <a:cubicBezTo>
                    <a:pt x="169783" y="62134"/>
                    <a:pt x="171370" y="58133"/>
                    <a:pt x="170100" y="54025"/>
                  </a:cubicBezTo>
                  <a:cubicBezTo>
                    <a:pt x="169529" y="52831"/>
                    <a:pt x="169211" y="47211"/>
                    <a:pt x="164703" y="47211"/>
                  </a:cubicBezTo>
                  <a:cubicBezTo>
                    <a:pt x="163686" y="46996"/>
                    <a:pt x="157845" y="48183"/>
                    <a:pt x="156892" y="44398"/>
                  </a:cubicBezTo>
                  <a:cubicBezTo>
                    <a:pt x="155241" y="38124"/>
                    <a:pt x="167052" y="36505"/>
                    <a:pt x="164703" y="29800"/>
                  </a:cubicBezTo>
                  <a:lnTo>
                    <a:pt x="162289" y="23310"/>
                  </a:lnTo>
                  <a:cubicBezTo>
                    <a:pt x="160575" y="18662"/>
                    <a:pt x="156003" y="22878"/>
                    <a:pt x="153526" y="18446"/>
                  </a:cubicBezTo>
                  <a:cubicBezTo>
                    <a:pt x="151558" y="14985"/>
                    <a:pt x="149653" y="9905"/>
                    <a:pt x="145271" y="8495"/>
                  </a:cubicBezTo>
                  <a:cubicBezTo>
                    <a:pt x="144763" y="8172"/>
                    <a:pt x="139810" y="7416"/>
                    <a:pt x="139810" y="3847"/>
                  </a:cubicBezTo>
                  <a:cubicBezTo>
                    <a:pt x="139810" y="2336"/>
                    <a:pt x="138286" y="710"/>
                    <a:pt x="136445" y="386"/>
                  </a:cubicBezTo>
                  <a:lnTo>
                    <a:pt x="134667" y="62"/>
                  </a:lnTo>
                  <a:cubicBezTo>
                    <a:pt x="129905" y="-801"/>
                    <a:pt x="130794" y="7524"/>
                    <a:pt x="132191" y="11524"/>
                  </a:cubicBezTo>
                  <a:lnTo>
                    <a:pt x="137080" y="24827"/>
                  </a:lnTo>
                  <a:cubicBezTo>
                    <a:pt x="139557" y="31641"/>
                    <a:pt x="125142" y="23957"/>
                    <a:pt x="124062" y="30987"/>
                  </a:cubicBezTo>
                  <a:lnTo>
                    <a:pt x="123872" y="32289"/>
                  </a:lnTo>
                  <a:cubicBezTo>
                    <a:pt x="122666" y="39642"/>
                    <a:pt x="111744" y="24066"/>
                    <a:pt x="110346" y="31203"/>
                  </a:cubicBezTo>
                  <a:lnTo>
                    <a:pt x="107870" y="43750"/>
                  </a:lnTo>
                  <a:cubicBezTo>
                    <a:pt x="107553" y="45586"/>
                    <a:pt x="105774" y="46456"/>
                    <a:pt x="104060" y="45801"/>
                  </a:cubicBezTo>
                  <a:lnTo>
                    <a:pt x="99742" y="44074"/>
                  </a:lnTo>
                  <a:cubicBezTo>
                    <a:pt x="96249" y="42671"/>
                    <a:pt x="92185" y="45262"/>
                    <a:pt x="92820" y="45046"/>
                  </a:cubicBezTo>
                  <a:cubicBezTo>
                    <a:pt x="86661" y="48723"/>
                    <a:pt x="91170" y="57917"/>
                    <a:pt x="84566" y="58673"/>
                  </a:cubicBezTo>
                  <a:cubicBezTo>
                    <a:pt x="81200" y="58565"/>
                    <a:pt x="75041" y="61378"/>
                    <a:pt x="73517" y="56615"/>
                  </a:cubicBezTo>
                  <a:cubicBezTo>
                    <a:pt x="70405" y="46456"/>
                    <a:pt x="70087" y="42779"/>
                    <a:pt x="65833" y="42017"/>
                  </a:cubicBezTo>
                  <a:cubicBezTo>
                    <a:pt x="64245" y="42017"/>
                    <a:pt x="58848" y="39534"/>
                    <a:pt x="55991" y="43319"/>
                  </a:cubicBezTo>
                  <a:cubicBezTo>
                    <a:pt x="55483" y="43859"/>
                    <a:pt x="53832" y="47211"/>
                    <a:pt x="49641" y="47427"/>
                  </a:cubicBezTo>
                  <a:cubicBezTo>
                    <a:pt x="48434" y="47751"/>
                    <a:pt x="42783" y="46564"/>
                    <a:pt x="42020" y="50996"/>
                  </a:cubicBezTo>
                  <a:cubicBezTo>
                    <a:pt x="41512" y="52723"/>
                    <a:pt x="42020" y="58781"/>
                    <a:pt x="37258" y="59537"/>
                  </a:cubicBezTo>
                  <a:cubicBezTo>
                    <a:pt x="24431" y="61810"/>
                    <a:pt x="18907" y="61918"/>
                    <a:pt x="15287" y="65055"/>
                  </a:cubicBezTo>
                  <a:cubicBezTo>
                    <a:pt x="15287" y="65055"/>
                    <a:pt x="10524" y="68407"/>
                    <a:pt x="9128" y="72624"/>
                  </a:cubicBezTo>
                  <a:lnTo>
                    <a:pt x="174" y="98900"/>
                  </a:lnTo>
                  <a:cubicBezTo>
                    <a:pt x="-397" y="100628"/>
                    <a:pt x="492" y="102685"/>
                    <a:pt x="2079" y="103441"/>
                  </a:cubicBezTo>
                  <a:cubicBezTo>
                    <a:pt x="4301" y="103980"/>
                    <a:pt x="9572" y="108520"/>
                    <a:pt x="11413" y="103872"/>
                  </a:cubicBezTo>
                  <a:lnTo>
                    <a:pt x="22018" y="77272"/>
                  </a:lnTo>
                  <a:cubicBezTo>
                    <a:pt x="22653" y="75545"/>
                    <a:pt x="24748" y="74135"/>
                    <a:pt x="26590" y="74243"/>
                  </a:cubicBezTo>
                  <a:cubicBezTo>
                    <a:pt x="27987" y="74567"/>
                    <a:pt x="34337" y="73164"/>
                    <a:pt x="34337" y="77812"/>
                  </a:cubicBezTo>
                  <a:cubicBezTo>
                    <a:pt x="34337" y="86353"/>
                    <a:pt x="33575" y="93166"/>
                    <a:pt x="36623" y="89813"/>
                  </a:cubicBezTo>
                  <a:cubicBezTo>
                    <a:pt x="41385" y="85597"/>
                    <a:pt x="45322" y="77272"/>
                    <a:pt x="48624" y="81489"/>
                  </a:cubicBezTo>
                  <a:cubicBezTo>
                    <a:pt x="53196" y="87438"/>
                    <a:pt x="57007" y="93490"/>
                    <a:pt x="57007" y="88950"/>
                  </a:cubicBezTo>
                  <a:cubicBezTo>
                    <a:pt x="57769" y="80733"/>
                    <a:pt x="54847" y="71430"/>
                    <a:pt x="60245" y="72624"/>
                  </a:cubicBezTo>
                  <a:cubicBezTo>
                    <a:pt x="73199" y="75545"/>
                    <a:pt x="77454" y="75761"/>
                    <a:pt x="80247" y="79330"/>
                  </a:cubicBezTo>
                  <a:cubicBezTo>
                    <a:pt x="83486" y="84410"/>
                    <a:pt x="89963" y="88410"/>
                    <a:pt x="86979" y="92626"/>
                  </a:cubicBezTo>
                  <a:cubicBezTo>
                    <a:pt x="80883" y="101059"/>
                    <a:pt x="78406" y="103441"/>
                    <a:pt x="79041" y="107657"/>
                  </a:cubicBezTo>
                  <a:cubicBezTo>
                    <a:pt x="81454" y="122903"/>
                    <a:pt x="81009" y="125609"/>
                    <a:pt x="84693" y="127774"/>
                  </a:cubicBezTo>
                  <a:lnTo>
                    <a:pt x="112696" y="144531"/>
                  </a:lnTo>
                  <a:cubicBezTo>
                    <a:pt x="114347" y="145509"/>
                    <a:pt x="116061" y="144855"/>
                    <a:pt x="116696" y="143128"/>
                  </a:cubicBezTo>
                  <a:lnTo>
                    <a:pt x="118665" y="137286"/>
                  </a:lnTo>
                  <a:cubicBezTo>
                    <a:pt x="119236" y="135559"/>
                    <a:pt x="121142" y="134587"/>
                    <a:pt x="122920" y="135235"/>
                  </a:cubicBezTo>
                  <a:cubicBezTo>
                    <a:pt x="123872" y="135775"/>
                    <a:pt x="130285" y="136314"/>
                    <a:pt x="128444" y="140531"/>
                  </a:cubicBezTo>
                  <a:cubicBezTo>
                    <a:pt x="127428" y="143452"/>
                    <a:pt x="123745" y="147884"/>
                    <a:pt x="126348" y="152101"/>
                  </a:cubicBezTo>
                  <a:cubicBezTo>
                    <a:pt x="126920" y="152647"/>
                    <a:pt x="129206" y="158266"/>
                    <a:pt x="131556" y="154590"/>
                  </a:cubicBezTo>
                  <a:cubicBezTo>
                    <a:pt x="140954" y="139991"/>
                    <a:pt x="143557" y="137718"/>
                    <a:pt x="141525" y="133825"/>
                  </a:cubicBezTo>
                  <a:lnTo>
                    <a:pt x="132127" y="116312"/>
                  </a:lnTo>
                  <a:cubicBezTo>
                    <a:pt x="131238" y="114686"/>
                    <a:pt x="131238" y="111981"/>
                    <a:pt x="132127" y="110470"/>
                  </a:cubicBezTo>
                  <a:cubicBezTo>
                    <a:pt x="134159" y="107765"/>
                    <a:pt x="135366" y="101281"/>
                    <a:pt x="140192" y="102145"/>
                  </a:cubicBezTo>
                  <a:lnTo>
                    <a:pt x="140954" y="102145"/>
                  </a:lnTo>
                  <a:cubicBezTo>
                    <a:pt x="142795" y="102577"/>
                    <a:pt x="144001" y="101389"/>
                    <a:pt x="143557" y="99548"/>
                  </a:cubicBezTo>
                  <a:cubicBezTo>
                    <a:pt x="143557" y="98145"/>
                    <a:pt x="140636" y="92735"/>
                    <a:pt x="144954" y="90899"/>
                  </a:cubicBezTo>
                  <a:cubicBezTo>
                    <a:pt x="145525" y="90791"/>
                    <a:pt x="149526" y="87978"/>
                    <a:pt x="150796" y="91979"/>
                  </a:cubicBezTo>
                  <a:lnTo>
                    <a:pt x="155685" y="106254"/>
                  </a:lnTo>
                  <a:cubicBezTo>
                    <a:pt x="157845" y="112743"/>
                    <a:pt x="153526" y="117823"/>
                    <a:pt x="157019" y="122687"/>
                  </a:cubicBezTo>
                  <a:cubicBezTo>
                    <a:pt x="157845" y="123665"/>
                    <a:pt x="161528" y="130911"/>
                    <a:pt x="162289" y="126256"/>
                  </a:cubicBezTo>
                  <a:lnTo>
                    <a:pt x="164258" y="114686"/>
                  </a:lnTo>
                  <a:cubicBezTo>
                    <a:pt x="164766" y="111010"/>
                    <a:pt x="163242" y="106578"/>
                    <a:pt x="163369" y="107117"/>
                  </a:cubicBezTo>
                  <a:cubicBezTo>
                    <a:pt x="162861" y="105390"/>
                    <a:pt x="163813" y="103765"/>
                    <a:pt x="165655" y="103549"/>
                  </a:cubicBezTo>
                  <a:cubicBezTo>
                    <a:pt x="166163" y="103332"/>
                    <a:pt x="170227" y="103656"/>
                    <a:pt x="171687" y="99872"/>
                  </a:cubicBezTo>
                  <a:lnTo>
                    <a:pt x="171814" y="100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E336CAF6-29C2-57F2-E6CB-880E096BC9C7}"/>
                </a:ext>
              </a:extLst>
            </p:cNvPr>
            <p:cNvSpPr/>
            <p:nvPr/>
          </p:nvSpPr>
          <p:spPr>
            <a:xfrm>
              <a:off x="10199016" y="4242332"/>
              <a:ext cx="16224" cy="12389"/>
            </a:xfrm>
            <a:custGeom>
              <a:avLst/>
              <a:gdLst>
                <a:gd name="csX0" fmla="*/ 7148 w 16224"/>
                <a:gd name="csY0" fmla="*/ 12389 h 12389"/>
                <a:gd name="csX1" fmla="*/ 7783 w 16224"/>
                <a:gd name="csY1" fmla="*/ 12389 h 12389"/>
                <a:gd name="csX2" fmla="*/ 15022 w 16224"/>
                <a:gd name="csY2" fmla="*/ 6122 h 12389"/>
                <a:gd name="csX3" fmla="*/ 8354 w 16224"/>
                <a:gd name="csY3" fmla="*/ 496 h 12389"/>
                <a:gd name="csX4" fmla="*/ 2385 w 16224"/>
                <a:gd name="csY4" fmla="*/ 820 h 12389"/>
                <a:gd name="csX5" fmla="*/ 1751 w 16224"/>
                <a:gd name="csY5" fmla="*/ 1143 h 12389"/>
                <a:gd name="csX6" fmla="*/ 2131 w 16224"/>
                <a:gd name="csY6" fmla="*/ 9360 h 12389"/>
                <a:gd name="csX7" fmla="*/ 7148 w 16224"/>
                <a:gd name="csY7" fmla="*/ 12281 h 12389"/>
                <a:gd name="csX8" fmla="*/ 7148 w 16224"/>
                <a:gd name="csY8" fmla="*/ 12389 h 12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24" h="12389">
                  <a:moveTo>
                    <a:pt x="7148" y="12389"/>
                  </a:moveTo>
                  <a:lnTo>
                    <a:pt x="7783" y="12389"/>
                  </a:lnTo>
                  <a:cubicBezTo>
                    <a:pt x="12736" y="12389"/>
                    <a:pt x="10577" y="7849"/>
                    <a:pt x="15022" y="6122"/>
                  </a:cubicBezTo>
                  <a:cubicBezTo>
                    <a:pt x="19339" y="4496"/>
                    <a:pt x="10831" y="2007"/>
                    <a:pt x="8354" y="496"/>
                  </a:cubicBezTo>
                  <a:cubicBezTo>
                    <a:pt x="6577" y="-260"/>
                    <a:pt x="3973" y="-152"/>
                    <a:pt x="2385" y="820"/>
                  </a:cubicBezTo>
                  <a:lnTo>
                    <a:pt x="1751" y="1143"/>
                  </a:lnTo>
                  <a:cubicBezTo>
                    <a:pt x="-2250" y="3417"/>
                    <a:pt x="1814" y="8065"/>
                    <a:pt x="2131" y="9360"/>
                  </a:cubicBezTo>
                  <a:cubicBezTo>
                    <a:pt x="3020" y="10986"/>
                    <a:pt x="5179" y="12281"/>
                    <a:pt x="7148" y="12281"/>
                  </a:cubicBezTo>
                  <a:lnTo>
                    <a:pt x="7148" y="12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B7C12BE3-EEC8-7896-70D5-D444D2253F78}"/>
                </a:ext>
              </a:extLst>
            </p:cNvPr>
            <p:cNvSpPr/>
            <p:nvPr/>
          </p:nvSpPr>
          <p:spPr>
            <a:xfrm>
              <a:off x="10302394" y="4147775"/>
              <a:ext cx="7847" cy="6800"/>
            </a:xfrm>
            <a:custGeom>
              <a:avLst/>
              <a:gdLst>
                <a:gd name="csX0" fmla="*/ 3783 w 7847"/>
                <a:gd name="csY0" fmla="*/ 0 h 6800"/>
                <a:gd name="csX1" fmla="*/ 2576 w 7847"/>
                <a:gd name="csY1" fmla="*/ 0 h 6800"/>
                <a:gd name="csX2" fmla="*/ 100 w 7847"/>
                <a:gd name="csY2" fmla="*/ 3245 h 6800"/>
                <a:gd name="csX3" fmla="*/ 417 w 7847"/>
                <a:gd name="csY3" fmla="*/ 4325 h 6800"/>
                <a:gd name="csX4" fmla="*/ 4545 w 7847"/>
                <a:gd name="csY4" fmla="*/ 6706 h 6800"/>
                <a:gd name="csX5" fmla="*/ 5180 w 7847"/>
                <a:gd name="csY5" fmla="*/ 6490 h 6800"/>
                <a:gd name="csX6" fmla="*/ 3847 w 7847"/>
                <a:gd name="csY6" fmla="*/ 0 h 6800"/>
                <a:gd name="csX7" fmla="*/ 3783 w 7847"/>
                <a:gd name="csY7" fmla="*/ 0 h 6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47" h="6800">
                  <a:moveTo>
                    <a:pt x="3783" y="0"/>
                  </a:moveTo>
                  <a:lnTo>
                    <a:pt x="2576" y="0"/>
                  </a:lnTo>
                  <a:cubicBezTo>
                    <a:pt x="735" y="0"/>
                    <a:pt x="-345" y="1403"/>
                    <a:pt x="100" y="3245"/>
                  </a:cubicBezTo>
                  <a:lnTo>
                    <a:pt x="417" y="4325"/>
                  </a:lnTo>
                  <a:cubicBezTo>
                    <a:pt x="862" y="6058"/>
                    <a:pt x="2703" y="7138"/>
                    <a:pt x="4545" y="6706"/>
                  </a:cubicBezTo>
                  <a:lnTo>
                    <a:pt x="5180" y="6490"/>
                  </a:lnTo>
                  <a:cubicBezTo>
                    <a:pt x="9498" y="5296"/>
                    <a:pt x="8228" y="0"/>
                    <a:pt x="3847" y="0"/>
                  </a:cubicBezTo>
                  <a:lnTo>
                    <a:pt x="3783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967DF8CC-7A8A-B384-2D2A-E64A30E1569B}"/>
                </a:ext>
              </a:extLst>
            </p:cNvPr>
            <p:cNvSpPr/>
            <p:nvPr/>
          </p:nvSpPr>
          <p:spPr>
            <a:xfrm>
              <a:off x="10290193" y="4024814"/>
              <a:ext cx="55625" cy="99153"/>
            </a:xfrm>
            <a:custGeom>
              <a:avLst/>
              <a:gdLst>
                <a:gd name="csX0" fmla="*/ 43162 w 55625"/>
                <a:gd name="csY0" fmla="*/ 12229 h 99153"/>
                <a:gd name="csX1" fmla="*/ 36875 w 55625"/>
                <a:gd name="csY1" fmla="*/ 7251 h 99153"/>
                <a:gd name="csX2" fmla="*/ 28302 w 55625"/>
                <a:gd name="csY2" fmla="*/ 228 h 99153"/>
                <a:gd name="csX3" fmla="*/ 12745 w 55625"/>
                <a:gd name="csY3" fmla="*/ 3358 h 99153"/>
                <a:gd name="csX4" fmla="*/ 1760 w 55625"/>
                <a:gd name="csY4" fmla="*/ 3904 h 99153"/>
                <a:gd name="csX5" fmla="*/ 7221 w 55625"/>
                <a:gd name="csY5" fmla="*/ 17093 h 99153"/>
                <a:gd name="csX6" fmla="*/ 26016 w 55625"/>
                <a:gd name="csY6" fmla="*/ 30397 h 99153"/>
                <a:gd name="csX7" fmla="*/ 22778 w 55625"/>
                <a:gd name="csY7" fmla="*/ 36778 h 99153"/>
                <a:gd name="csX8" fmla="*/ 19984 w 55625"/>
                <a:gd name="csY8" fmla="*/ 39477 h 99153"/>
                <a:gd name="csX9" fmla="*/ 17508 w 55625"/>
                <a:gd name="csY9" fmla="*/ 46183 h 99153"/>
                <a:gd name="csX10" fmla="*/ 9443 w 55625"/>
                <a:gd name="csY10" fmla="*/ 45643 h 99153"/>
                <a:gd name="csX11" fmla="*/ 9443 w 55625"/>
                <a:gd name="csY11" fmla="*/ 45211 h 99153"/>
                <a:gd name="csX12" fmla="*/ 10205 w 55625"/>
                <a:gd name="csY12" fmla="*/ 36778 h 99153"/>
                <a:gd name="csX13" fmla="*/ 4046 w 55625"/>
                <a:gd name="csY13" fmla="*/ 34289 h 99153"/>
                <a:gd name="csX14" fmla="*/ 363 w 55625"/>
                <a:gd name="csY14" fmla="*/ 41210 h 99153"/>
                <a:gd name="csX15" fmla="*/ 3982 w 55625"/>
                <a:gd name="csY15" fmla="*/ 53536 h 99153"/>
                <a:gd name="csX16" fmla="*/ 6141 w 55625"/>
                <a:gd name="csY16" fmla="*/ 63487 h 99153"/>
                <a:gd name="csX17" fmla="*/ 9824 w 55625"/>
                <a:gd name="csY17" fmla="*/ 61861 h 99153"/>
                <a:gd name="csX18" fmla="*/ 10205 w 55625"/>
                <a:gd name="csY18" fmla="*/ 60781 h 99153"/>
                <a:gd name="csX19" fmla="*/ 13507 w 55625"/>
                <a:gd name="csY19" fmla="*/ 60457 h 99153"/>
                <a:gd name="csX20" fmla="*/ 18015 w 55625"/>
                <a:gd name="csY20" fmla="*/ 66731 h 99153"/>
                <a:gd name="csX21" fmla="*/ 18270 w 55625"/>
                <a:gd name="csY21" fmla="*/ 74624 h 99153"/>
                <a:gd name="csX22" fmla="*/ 17571 w 55625"/>
                <a:gd name="csY22" fmla="*/ 86518 h 99153"/>
                <a:gd name="csX23" fmla="*/ 20619 w 55625"/>
                <a:gd name="csY23" fmla="*/ 91598 h 99153"/>
                <a:gd name="csX24" fmla="*/ 25254 w 55625"/>
                <a:gd name="csY24" fmla="*/ 93871 h 99153"/>
                <a:gd name="csX25" fmla="*/ 26271 w 55625"/>
                <a:gd name="csY25" fmla="*/ 87598 h 99153"/>
                <a:gd name="csX26" fmla="*/ 36240 w 55625"/>
                <a:gd name="csY26" fmla="*/ 98843 h 99153"/>
                <a:gd name="csX27" fmla="*/ 36748 w 55625"/>
                <a:gd name="csY27" fmla="*/ 94303 h 99153"/>
                <a:gd name="csX28" fmla="*/ 35351 w 55625"/>
                <a:gd name="csY28" fmla="*/ 90302 h 99153"/>
                <a:gd name="csX29" fmla="*/ 36113 w 55625"/>
                <a:gd name="csY29" fmla="*/ 82949 h 99153"/>
                <a:gd name="csX30" fmla="*/ 31033 w 55625"/>
                <a:gd name="csY30" fmla="*/ 71487 h 99153"/>
                <a:gd name="csX31" fmla="*/ 27033 w 55625"/>
                <a:gd name="csY31" fmla="*/ 64458 h 99153"/>
                <a:gd name="csX32" fmla="*/ 28938 w 55625"/>
                <a:gd name="csY32" fmla="*/ 48132 h 99153"/>
                <a:gd name="csX33" fmla="*/ 29509 w 55625"/>
                <a:gd name="csY33" fmla="*/ 48132 h 99153"/>
                <a:gd name="csX34" fmla="*/ 34272 w 55625"/>
                <a:gd name="csY34" fmla="*/ 50939 h 99153"/>
                <a:gd name="csX35" fmla="*/ 48114 w 55625"/>
                <a:gd name="csY35" fmla="*/ 56025 h 99153"/>
                <a:gd name="csX36" fmla="*/ 54846 w 55625"/>
                <a:gd name="csY36" fmla="*/ 58076 h 99153"/>
                <a:gd name="csX37" fmla="*/ 42780 w 55625"/>
                <a:gd name="csY37" fmla="*/ 28879 h 99153"/>
                <a:gd name="csX38" fmla="*/ 43225 w 55625"/>
                <a:gd name="csY38" fmla="*/ 12013 h 99153"/>
                <a:gd name="csX39" fmla="*/ 43162 w 55625"/>
                <a:gd name="csY39" fmla="*/ 12229 h 9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55625" h="99153">
                  <a:moveTo>
                    <a:pt x="43162" y="12229"/>
                  </a:moveTo>
                  <a:cubicBezTo>
                    <a:pt x="42463" y="11798"/>
                    <a:pt x="39161" y="10712"/>
                    <a:pt x="36875" y="7251"/>
                  </a:cubicBezTo>
                  <a:cubicBezTo>
                    <a:pt x="35034" y="5200"/>
                    <a:pt x="33192" y="-1290"/>
                    <a:pt x="28302" y="228"/>
                  </a:cubicBezTo>
                  <a:cubicBezTo>
                    <a:pt x="22651" y="2063"/>
                    <a:pt x="17253" y="4444"/>
                    <a:pt x="12745" y="3358"/>
                  </a:cubicBezTo>
                  <a:cubicBezTo>
                    <a:pt x="8617" y="2926"/>
                    <a:pt x="616" y="-1182"/>
                    <a:pt x="1760" y="3904"/>
                  </a:cubicBezTo>
                  <a:cubicBezTo>
                    <a:pt x="3220" y="10064"/>
                    <a:pt x="3538" y="14604"/>
                    <a:pt x="7221" y="17093"/>
                  </a:cubicBezTo>
                  <a:lnTo>
                    <a:pt x="26016" y="30397"/>
                  </a:lnTo>
                  <a:cubicBezTo>
                    <a:pt x="29636" y="32880"/>
                    <a:pt x="27096" y="37534"/>
                    <a:pt x="22778" y="36778"/>
                  </a:cubicBezTo>
                  <a:cubicBezTo>
                    <a:pt x="21063" y="36448"/>
                    <a:pt x="19730" y="37642"/>
                    <a:pt x="19984" y="39477"/>
                  </a:cubicBezTo>
                  <a:cubicBezTo>
                    <a:pt x="19984" y="40125"/>
                    <a:pt x="21508" y="44672"/>
                    <a:pt x="17508" y="46183"/>
                  </a:cubicBezTo>
                  <a:cubicBezTo>
                    <a:pt x="16047" y="46399"/>
                    <a:pt x="10776" y="50183"/>
                    <a:pt x="9443" y="45643"/>
                  </a:cubicBezTo>
                  <a:lnTo>
                    <a:pt x="9443" y="45211"/>
                  </a:lnTo>
                  <a:cubicBezTo>
                    <a:pt x="7855" y="40347"/>
                    <a:pt x="13253" y="40671"/>
                    <a:pt x="10205" y="36778"/>
                  </a:cubicBezTo>
                  <a:cubicBezTo>
                    <a:pt x="9697" y="36340"/>
                    <a:pt x="7538" y="31584"/>
                    <a:pt x="4046" y="34289"/>
                  </a:cubicBezTo>
                  <a:cubicBezTo>
                    <a:pt x="3538" y="34937"/>
                    <a:pt x="-1352" y="37102"/>
                    <a:pt x="363" y="41210"/>
                  </a:cubicBezTo>
                  <a:cubicBezTo>
                    <a:pt x="363" y="41210"/>
                    <a:pt x="4046" y="49320"/>
                    <a:pt x="3982" y="53536"/>
                  </a:cubicBezTo>
                  <a:cubicBezTo>
                    <a:pt x="4173" y="55486"/>
                    <a:pt x="2775" y="61537"/>
                    <a:pt x="6141" y="63487"/>
                  </a:cubicBezTo>
                  <a:cubicBezTo>
                    <a:pt x="7411" y="64350"/>
                    <a:pt x="9125" y="63487"/>
                    <a:pt x="9824" y="61861"/>
                  </a:cubicBezTo>
                  <a:lnTo>
                    <a:pt x="10205" y="60781"/>
                  </a:lnTo>
                  <a:cubicBezTo>
                    <a:pt x="10967" y="59054"/>
                    <a:pt x="12427" y="58946"/>
                    <a:pt x="13507" y="60457"/>
                  </a:cubicBezTo>
                  <a:lnTo>
                    <a:pt x="18015" y="66731"/>
                  </a:lnTo>
                  <a:cubicBezTo>
                    <a:pt x="20428" y="70084"/>
                    <a:pt x="18142" y="75272"/>
                    <a:pt x="18270" y="74624"/>
                  </a:cubicBezTo>
                  <a:cubicBezTo>
                    <a:pt x="16746" y="79273"/>
                    <a:pt x="17698" y="87058"/>
                    <a:pt x="17571" y="86518"/>
                  </a:cubicBezTo>
                  <a:cubicBezTo>
                    <a:pt x="17698" y="88360"/>
                    <a:pt x="19095" y="90626"/>
                    <a:pt x="20619" y="91598"/>
                  </a:cubicBezTo>
                  <a:cubicBezTo>
                    <a:pt x="20619" y="91598"/>
                    <a:pt x="25254" y="94303"/>
                    <a:pt x="25254" y="93871"/>
                  </a:cubicBezTo>
                  <a:cubicBezTo>
                    <a:pt x="25254" y="93331"/>
                    <a:pt x="26271" y="87598"/>
                    <a:pt x="26271" y="87598"/>
                  </a:cubicBezTo>
                  <a:cubicBezTo>
                    <a:pt x="27540" y="80136"/>
                    <a:pt x="32430" y="101980"/>
                    <a:pt x="36240" y="98843"/>
                  </a:cubicBezTo>
                  <a:cubicBezTo>
                    <a:pt x="37065" y="98088"/>
                    <a:pt x="37383" y="96037"/>
                    <a:pt x="36748" y="94303"/>
                  </a:cubicBezTo>
                  <a:lnTo>
                    <a:pt x="35351" y="90302"/>
                  </a:lnTo>
                  <a:cubicBezTo>
                    <a:pt x="33637" y="85438"/>
                    <a:pt x="37637" y="87921"/>
                    <a:pt x="36113" y="82949"/>
                  </a:cubicBezTo>
                  <a:cubicBezTo>
                    <a:pt x="34779" y="78625"/>
                    <a:pt x="33954" y="74517"/>
                    <a:pt x="31033" y="71487"/>
                  </a:cubicBezTo>
                  <a:cubicBezTo>
                    <a:pt x="30588" y="70948"/>
                    <a:pt x="27413" y="68674"/>
                    <a:pt x="27033" y="64458"/>
                  </a:cubicBezTo>
                  <a:cubicBezTo>
                    <a:pt x="27033" y="56241"/>
                    <a:pt x="23413" y="48888"/>
                    <a:pt x="28938" y="48132"/>
                  </a:cubicBezTo>
                  <a:lnTo>
                    <a:pt x="29509" y="48132"/>
                  </a:lnTo>
                  <a:cubicBezTo>
                    <a:pt x="32875" y="47586"/>
                    <a:pt x="34779" y="51485"/>
                    <a:pt x="34272" y="50939"/>
                  </a:cubicBezTo>
                  <a:cubicBezTo>
                    <a:pt x="36558" y="56241"/>
                    <a:pt x="42273" y="52349"/>
                    <a:pt x="48114" y="56025"/>
                  </a:cubicBezTo>
                  <a:cubicBezTo>
                    <a:pt x="48750" y="56349"/>
                    <a:pt x="52433" y="59378"/>
                    <a:pt x="54846" y="58076"/>
                  </a:cubicBezTo>
                  <a:cubicBezTo>
                    <a:pt x="59608" y="55270"/>
                    <a:pt x="40939" y="36994"/>
                    <a:pt x="42780" y="28879"/>
                  </a:cubicBezTo>
                  <a:cubicBezTo>
                    <a:pt x="43924" y="20878"/>
                    <a:pt x="48114" y="14388"/>
                    <a:pt x="43225" y="12013"/>
                  </a:cubicBezTo>
                  <a:lnTo>
                    <a:pt x="43162" y="12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50BD131A-30D8-4234-4FAE-5D60C2DA7AA1}"/>
                </a:ext>
              </a:extLst>
            </p:cNvPr>
            <p:cNvSpPr/>
            <p:nvPr/>
          </p:nvSpPr>
          <p:spPr>
            <a:xfrm>
              <a:off x="10336091" y="4103179"/>
              <a:ext cx="7740" cy="22009"/>
            </a:xfrm>
            <a:custGeom>
              <a:avLst/>
              <a:gdLst>
                <a:gd name="csX0" fmla="*/ 375 w 7740"/>
                <a:gd name="csY0" fmla="*/ 9017 h 22009"/>
                <a:gd name="csX1" fmla="*/ 2344 w 7740"/>
                <a:gd name="csY1" fmla="*/ 18967 h 22009"/>
                <a:gd name="csX2" fmla="*/ 7741 w 7740"/>
                <a:gd name="csY2" fmla="*/ 18644 h 22009"/>
                <a:gd name="csX3" fmla="*/ 7741 w 7740"/>
                <a:gd name="csY3" fmla="*/ 5017 h 22009"/>
                <a:gd name="csX4" fmla="*/ 5709 w 7740"/>
                <a:gd name="csY4" fmla="*/ 260 h 22009"/>
                <a:gd name="csX5" fmla="*/ 375 w 7740"/>
                <a:gd name="csY5" fmla="*/ 9017 h 22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40" h="22009">
                  <a:moveTo>
                    <a:pt x="375" y="9017"/>
                  </a:moveTo>
                  <a:cubicBezTo>
                    <a:pt x="-1022" y="13341"/>
                    <a:pt x="1899" y="17672"/>
                    <a:pt x="2344" y="18967"/>
                  </a:cubicBezTo>
                  <a:cubicBezTo>
                    <a:pt x="4058" y="23076"/>
                    <a:pt x="7741" y="23076"/>
                    <a:pt x="7741" y="18644"/>
                  </a:cubicBezTo>
                  <a:lnTo>
                    <a:pt x="7741" y="5017"/>
                  </a:lnTo>
                  <a:cubicBezTo>
                    <a:pt x="7741" y="3181"/>
                    <a:pt x="6853" y="1016"/>
                    <a:pt x="5709" y="260"/>
                  </a:cubicBezTo>
                  <a:cubicBezTo>
                    <a:pt x="2534" y="-1797"/>
                    <a:pt x="375" y="9017"/>
                    <a:pt x="375" y="90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043D7679-EBDC-7D56-DF0D-BB862ED50C04}"/>
                </a:ext>
              </a:extLst>
            </p:cNvPr>
            <p:cNvSpPr/>
            <p:nvPr/>
          </p:nvSpPr>
          <p:spPr>
            <a:xfrm>
              <a:off x="10351631" y="4121440"/>
              <a:ext cx="8391" cy="13341"/>
            </a:xfrm>
            <a:custGeom>
              <a:avLst/>
              <a:gdLst>
                <a:gd name="csX0" fmla="*/ 3249 w 8391"/>
                <a:gd name="csY0" fmla="*/ 12600 h 13341"/>
                <a:gd name="csX1" fmla="*/ 8012 w 8391"/>
                <a:gd name="csY1" fmla="*/ 3628 h 13341"/>
                <a:gd name="csX2" fmla="*/ 7060 w 8391"/>
                <a:gd name="csY2" fmla="*/ 1570 h 13341"/>
                <a:gd name="csX3" fmla="*/ 3123 w 8391"/>
                <a:gd name="csY3" fmla="*/ 706 h 13341"/>
                <a:gd name="csX4" fmla="*/ 2234 w 8391"/>
                <a:gd name="csY4" fmla="*/ 1462 h 13341"/>
                <a:gd name="csX5" fmla="*/ 11 w 8391"/>
                <a:gd name="csY5" fmla="*/ 6980 h 13341"/>
                <a:gd name="csX6" fmla="*/ 3249 w 8391"/>
                <a:gd name="csY6" fmla="*/ 12492 h 13341"/>
                <a:gd name="csX7" fmla="*/ 3249 w 8391"/>
                <a:gd name="csY7" fmla="*/ 12600 h 13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391" h="13341">
                  <a:moveTo>
                    <a:pt x="3249" y="12600"/>
                  </a:moveTo>
                  <a:cubicBezTo>
                    <a:pt x="4456" y="10981"/>
                    <a:pt x="9853" y="7952"/>
                    <a:pt x="8012" y="3628"/>
                  </a:cubicBezTo>
                  <a:lnTo>
                    <a:pt x="7060" y="1570"/>
                  </a:lnTo>
                  <a:cubicBezTo>
                    <a:pt x="6298" y="-157"/>
                    <a:pt x="4520" y="-481"/>
                    <a:pt x="3123" y="706"/>
                  </a:cubicBezTo>
                  <a:lnTo>
                    <a:pt x="2234" y="1462"/>
                  </a:lnTo>
                  <a:cubicBezTo>
                    <a:pt x="837" y="2650"/>
                    <a:pt x="-116" y="5139"/>
                    <a:pt x="11" y="6980"/>
                  </a:cubicBezTo>
                  <a:cubicBezTo>
                    <a:pt x="328" y="8276"/>
                    <a:pt x="-243" y="15845"/>
                    <a:pt x="3249" y="12492"/>
                  </a:cubicBezTo>
                  <a:lnTo>
                    <a:pt x="3249" y="12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8298B706-FE3E-AC97-0111-F7A92E48B36B}"/>
                </a:ext>
              </a:extLst>
            </p:cNvPr>
            <p:cNvSpPr/>
            <p:nvPr/>
          </p:nvSpPr>
          <p:spPr>
            <a:xfrm>
              <a:off x="10281290" y="3971351"/>
              <a:ext cx="13685" cy="18826"/>
            </a:xfrm>
            <a:custGeom>
              <a:avLst/>
              <a:gdLst>
                <a:gd name="csX0" fmla="*/ 1265 w 13685"/>
                <a:gd name="csY0" fmla="*/ 16379 h 18826"/>
                <a:gd name="csX1" fmla="*/ 6154 w 13685"/>
                <a:gd name="csY1" fmla="*/ 18760 h 18826"/>
                <a:gd name="csX2" fmla="*/ 12504 w 13685"/>
                <a:gd name="csY2" fmla="*/ 6219 h 18826"/>
                <a:gd name="csX3" fmla="*/ 3678 w 13685"/>
                <a:gd name="csY3" fmla="*/ 1456 h 18826"/>
                <a:gd name="csX4" fmla="*/ 1074 w 13685"/>
                <a:gd name="csY4" fmla="*/ 12486 h 18826"/>
                <a:gd name="csX5" fmla="*/ 1265 w 13685"/>
                <a:gd name="csY5" fmla="*/ 16271 h 18826"/>
                <a:gd name="csX6" fmla="*/ 1265 w 13685"/>
                <a:gd name="csY6" fmla="*/ 16379 h 18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5" h="18826">
                  <a:moveTo>
                    <a:pt x="1265" y="16379"/>
                  </a:moveTo>
                  <a:cubicBezTo>
                    <a:pt x="1265" y="16379"/>
                    <a:pt x="5710" y="19300"/>
                    <a:pt x="6154" y="18760"/>
                  </a:cubicBezTo>
                  <a:cubicBezTo>
                    <a:pt x="10472" y="13026"/>
                    <a:pt x="16188" y="9565"/>
                    <a:pt x="12504" y="6219"/>
                  </a:cubicBezTo>
                  <a:cubicBezTo>
                    <a:pt x="12504" y="6219"/>
                    <a:pt x="3678" y="-3624"/>
                    <a:pt x="3678" y="1456"/>
                  </a:cubicBezTo>
                  <a:cubicBezTo>
                    <a:pt x="3360" y="4053"/>
                    <a:pt x="4821" y="9673"/>
                    <a:pt x="1074" y="12486"/>
                  </a:cubicBezTo>
                  <a:cubicBezTo>
                    <a:pt x="-449" y="13572"/>
                    <a:pt x="-322" y="15299"/>
                    <a:pt x="1265" y="16271"/>
                  </a:cubicBezTo>
                  <a:lnTo>
                    <a:pt x="1265" y="163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2514BF33-3466-8C62-7128-0A2F50E074A7}"/>
                </a:ext>
              </a:extLst>
            </p:cNvPr>
            <p:cNvSpPr/>
            <p:nvPr/>
          </p:nvSpPr>
          <p:spPr>
            <a:xfrm>
              <a:off x="10198645" y="3931499"/>
              <a:ext cx="8001" cy="15787"/>
            </a:xfrm>
            <a:custGeom>
              <a:avLst/>
              <a:gdLst>
                <a:gd name="csX0" fmla="*/ 4281 w 8001"/>
                <a:gd name="csY0" fmla="*/ 15787 h 15787"/>
                <a:gd name="csX1" fmla="*/ 7837 w 8001"/>
                <a:gd name="csY1" fmla="*/ 3246 h 15787"/>
                <a:gd name="csX2" fmla="*/ 2503 w 8001"/>
                <a:gd name="csY2" fmla="*/ 1 h 15787"/>
                <a:gd name="csX3" fmla="*/ 153 w 8001"/>
                <a:gd name="csY3" fmla="*/ 3246 h 15787"/>
                <a:gd name="csX4" fmla="*/ 915 w 8001"/>
                <a:gd name="csY4" fmla="*/ 5735 h 15787"/>
                <a:gd name="csX5" fmla="*/ 1677 w 8001"/>
                <a:gd name="csY5" fmla="*/ 12758 h 15787"/>
                <a:gd name="csX6" fmla="*/ 4154 w 8001"/>
                <a:gd name="csY6" fmla="*/ 15679 h 15787"/>
                <a:gd name="csX7" fmla="*/ 4281 w 8001"/>
                <a:gd name="csY7" fmla="*/ 15787 h 1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001" h="15787">
                  <a:moveTo>
                    <a:pt x="4281" y="15787"/>
                  </a:moveTo>
                  <a:cubicBezTo>
                    <a:pt x="8345" y="15139"/>
                    <a:pt x="5805" y="10815"/>
                    <a:pt x="7837" y="3246"/>
                  </a:cubicBezTo>
                  <a:cubicBezTo>
                    <a:pt x="9043" y="-970"/>
                    <a:pt x="3265" y="217"/>
                    <a:pt x="2503" y="1"/>
                  </a:cubicBezTo>
                  <a:cubicBezTo>
                    <a:pt x="661" y="1"/>
                    <a:pt x="-418" y="1512"/>
                    <a:pt x="153" y="3246"/>
                  </a:cubicBezTo>
                  <a:lnTo>
                    <a:pt x="915" y="5735"/>
                  </a:lnTo>
                  <a:cubicBezTo>
                    <a:pt x="1995" y="9189"/>
                    <a:pt x="1677" y="12218"/>
                    <a:pt x="1677" y="12758"/>
                  </a:cubicBezTo>
                  <a:cubicBezTo>
                    <a:pt x="1550" y="14599"/>
                    <a:pt x="2630" y="15895"/>
                    <a:pt x="4154" y="15679"/>
                  </a:cubicBezTo>
                  <a:lnTo>
                    <a:pt x="4281" y="15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C4AAAC37-1728-ED6D-3821-C60226469BA5}"/>
                </a:ext>
              </a:extLst>
            </p:cNvPr>
            <p:cNvSpPr/>
            <p:nvPr/>
          </p:nvSpPr>
          <p:spPr>
            <a:xfrm>
              <a:off x="10196886" y="3774390"/>
              <a:ext cx="7707" cy="7981"/>
            </a:xfrm>
            <a:custGeom>
              <a:avLst/>
              <a:gdLst>
                <a:gd name="csX0" fmla="*/ 4579 w 7707"/>
                <a:gd name="csY0" fmla="*/ 202 h 7981"/>
                <a:gd name="csX1" fmla="*/ 578 w 7707"/>
                <a:gd name="csY1" fmla="*/ 2253 h 7981"/>
                <a:gd name="csX2" fmla="*/ 2102 w 7707"/>
                <a:gd name="csY2" fmla="*/ 7879 h 7981"/>
                <a:gd name="csX3" fmla="*/ 6674 w 7707"/>
                <a:gd name="csY3" fmla="*/ 5714 h 7981"/>
                <a:gd name="csX4" fmla="*/ 7309 w 7707"/>
                <a:gd name="csY4" fmla="*/ 4634 h 7981"/>
                <a:gd name="csX5" fmla="*/ 5785 w 7707"/>
                <a:gd name="csY5" fmla="*/ 525 h 7981"/>
                <a:gd name="csX6" fmla="*/ 4706 w 7707"/>
                <a:gd name="csY6" fmla="*/ 202 h 7981"/>
                <a:gd name="csX7" fmla="*/ 4579 w 7707"/>
                <a:gd name="csY7" fmla="*/ 202 h 7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07" h="7981">
                  <a:moveTo>
                    <a:pt x="4579" y="202"/>
                  </a:moveTo>
                  <a:cubicBezTo>
                    <a:pt x="2864" y="-446"/>
                    <a:pt x="1022" y="525"/>
                    <a:pt x="578" y="2253"/>
                  </a:cubicBezTo>
                  <a:cubicBezTo>
                    <a:pt x="578" y="2799"/>
                    <a:pt x="-1454" y="7015"/>
                    <a:pt x="2102" y="7879"/>
                  </a:cubicBezTo>
                  <a:cubicBezTo>
                    <a:pt x="3626" y="8311"/>
                    <a:pt x="5721" y="7339"/>
                    <a:pt x="6674" y="5714"/>
                  </a:cubicBezTo>
                  <a:lnTo>
                    <a:pt x="7309" y="4634"/>
                  </a:lnTo>
                  <a:cubicBezTo>
                    <a:pt x="8198" y="3015"/>
                    <a:pt x="7563" y="1173"/>
                    <a:pt x="5785" y="525"/>
                  </a:cubicBezTo>
                  <a:lnTo>
                    <a:pt x="4706" y="202"/>
                  </a:lnTo>
                  <a:lnTo>
                    <a:pt x="4579" y="2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6A57A2F0-9D8B-41BD-47FE-1D44FAB06643}"/>
                </a:ext>
              </a:extLst>
            </p:cNvPr>
            <p:cNvSpPr/>
            <p:nvPr/>
          </p:nvSpPr>
          <p:spPr>
            <a:xfrm>
              <a:off x="10179557" y="3758482"/>
              <a:ext cx="7117" cy="7905"/>
            </a:xfrm>
            <a:custGeom>
              <a:avLst/>
              <a:gdLst>
                <a:gd name="csX0" fmla="*/ 3747 w 7117"/>
                <a:gd name="csY0" fmla="*/ 0 h 7905"/>
                <a:gd name="csX1" fmla="*/ 3302 w 7117"/>
                <a:gd name="csY1" fmla="*/ 0 h 7905"/>
                <a:gd name="csX2" fmla="*/ 0 w 7117"/>
                <a:gd name="csY2" fmla="*/ 2806 h 7905"/>
                <a:gd name="csX3" fmla="*/ 4064 w 7117"/>
                <a:gd name="csY3" fmla="*/ 7569 h 7905"/>
                <a:gd name="csX4" fmla="*/ 7112 w 7117"/>
                <a:gd name="csY4" fmla="*/ 5728 h 7905"/>
                <a:gd name="csX5" fmla="*/ 3747 w 7117"/>
                <a:gd name="csY5" fmla="*/ 0 h 7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7" h="7905">
                  <a:moveTo>
                    <a:pt x="3747" y="0"/>
                  </a:moveTo>
                  <a:lnTo>
                    <a:pt x="3302" y="0"/>
                  </a:lnTo>
                  <a:cubicBezTo>
                    <a:pt x="1461" y="0"/>
                    <a:pt x="0" y="1187"/>
                    <a:pt x="0" y="2806"/>
                  </a:cubicBezTo>
                  <a:cubicBezTo>
                    <a:pt x="0" y="6052"/>
                    <a:pt x="4763" y="8109"/>
                    <a:pt x="4064" y="7569"/>
                  </a:cubicBezTo>
                  <a:cubicBezTo>
                    <a:pt x="5842" y="8433"/>
                    <a:pt x="7112" y="7569"/>
                    <a:pt x="7112" y="5728"/>
                  </a:cubicBezTo>
                  <a:cubicBezTo>
                    <a:pt x="6922" y="5080"/>
                    <a:pt x="8065" y="0"/>
                    <a:pt x="3747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B7FA230E-C051-C394-28B9-8C0A5D8B65AF}"/>
                </a:ext>
              </a:extLst>
            </p:cNvPr>
            <p:cNvSpPr/>
            <p:nvPr/>
          </p:nvSpPr>
          <p:spPr>
            <a:xfrm>
              <a:off x="10198977" y="3750250"/>
              <a:ext cx="6741" cy="7268"/>
            </a:xfrm>
            <a:custGeom>
              <a:avLst/>
              <a:gdLst>
                <a:gd name="csX0" fmla="*/ 6742 w 6741"/>
                <a:gd name="csY0" fmla="*/ 4016 h 7268"/>
                <a:gd name="csX1" fmla="*/ 5790 w 6741"/>
                <a:gd name="csY1" fmla="*/ 1742 h 7268"/>
                <a:gd name="csX2" fmla="*/ 1535 w 6741"/>
                <a:gd name="csY2" fmla="*/ 339 h 7268"/>
                <a:gd name="csX3" fmla="*/ 1535 w 6741"/>
                <a:gd name="csY3" fmla="*/ 7254 h 7268"/>
                <a:gd name="csX4" fmla="*/ 6742 w 6741"/>
                <a:gd name="csY4" fmla="*/ 4016 h 7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41" h="7268">
                  <a:moveTo>
                    <a:pt x="6742" y="4016"/>
                  </a:moveTo>
                  <a:cubicBezTo>
                    <a:pt x="6742" y="3254"/>
                    <a:pt x="5790" y="1742"/>
                    <a:pt x="5790" y="1742"/>
                  </a:cubicBezTo>
                  <a:cubicBezTo>
                    <a:pt x="4774" y="123"/>
                    <a:pt x="2868" y="-423"/>
                    <a:pt x="1535" y="339"/>
                  </a:cubicBezTo>
                  <a:cubicBezTo>
                    <a:pt x="-1576" y="2174"/>
                    <a:pt x="900" y="7584"/>
                    <a:pt x="1535" y="7254"/>
                  </a:cubicBezTo>
                  <a:cubicBezTo>
                    <a:pt x="1979" y="7038"/>
                    <a:pt x="6742" y="4771"/>
                    <a:pt x="6742" y="40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E02B5E20-C8A2-282E-DCA8-C76C79B97CFA}"/>
                </a:ext>
              </a:extLst>
            </p:cNvPr>
            <p:cNvSpPr/>
            <p:nvPr/>
          </p:nvSpPr>
          <p:spPr>
            <a:xfrm>
              <a:off x="10197359" y="3716145"/>
              <a:ext cx="8811" cy="8395"/>
            </a:xfrm>
            <a:custGeom>
              <a:avLst/>
              <a:gdLst>
                <a:gd name="csX0" fmla="*/ 2519 w 8811"/>
                <a:gd name="csY0" fmla="*/ 1786 h 8395"/>
                <a:gd name="csX1" fmla="*/ 1249 w 8811"/>
                <a:gd name="csY1" fmla="*/ 8053 h 8395"/>
                <a:gd name="csX2" fmla="*/ 5630 w 8811"/>
                <a:gd name="csY2" fmla="*/ 6866 h 8395"/>
                <a:gd name="csX3" fmla="*/ 8043 w 8811"/>
                <a:gd name="csY3" fmla="*/ 3837 h 8395"/>
                <a:gd name="csX4" fmla="*/ 2646 w 8811"/>
                <a:gd name="csY4" fmla="*/ 1786 h 8395"/>
                <a:gd name="csX5" fmla="*/ 2519 w 8811"/>
                <a:gd name="csY5" fmla="*/ 1786 h 8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11" h="8395">
                  <a:moveTo>
                    <a:pt x="2519" y="1786"/>
                  </a:moveTo>
                  <a:cubicBezTo>
                    <a:pt x="2201" y="2326"/>
                    <a:pt x="-2053" y="6218"/>
                    <a:pt x="1249" y="8053"/>
                  </a:cubicBezTo>
                  <a:cubicBezTo>
                    <a:pt x="2519" y="8809"/>
                    <a:pt x="4551" y="8269"/>
                    <a:pt x="5630" y="6866"/>
                  </a:cubicBezTo>
                  <a:lnTo>
                    <a:pt x="8043" y="3837"/>
                  </a:lnTo>
                  <a:cubicBezTo>
                    <a:pt x="10837" y="376"/>
                    <a:pt x="5313" y="-1675"/>
                    <a:pt x="2646" y="1786"/>
                  </a:cubicBezTo>
                  <a:lnTo>
                    <a:pt x="2519" y="1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B9AAECA3-90E1-67E7-0951-FEE6CCEDD168}"/>
                </a:ext>
              </a:extLst>
            </p:cNvPr>
            <p:cNvSpPr/>
            <p:nvPr/>
          </p:nvSpPr>
          <p:spPr>
            <a:xfrm>
              <a:off x="10120703" y="3790223"/>
              <a:ext cx="164592" cy="236479"/>
            </a:xfrm>
            <a:custGeom>
              <a:avLst/>
              <a:gdLst>
                <a:gd name="csX0" fmla="*/ 3927 w 164592"/>
                <a:gd name="csY0" fmla="*/ 87962 h 236479"/>
                <a:gd name="csX1" fmla="*/ 3165 w 164592"/>
                <a:gd name="csY1" fmla="*/ 88286 h 236479"/>
                <a:gd name="csX2" fmla="*/ 53 w 164592"/>
                <a:gd name="csY2" fmla="*/ 92941 h 236479"/>
                <a:gd name="csX3" fmla="*/ 2086 w 164592"/>
                <a:gd name="csY3" fmla="*/ 106022 h 236479"/>
                <a:gd name="csX4" fmla="*/ 5895 w 164592"/>
                <a:gd name="csY4" fmla="*/ 113591 h 236479"/>
                <a:gd name="csX5" fmla="*/ 10467 w 164592"/>
                <a:gd name="csY5" fmla="*/ 146141 h 236479"/>
                <a:gd name="csX6" fmla="*/ 18659 w 164592"/>
                <a:gd name="csY6" fmla="*/ 152631 h 236479"/>
                <a:gd name="csX7" fmla="*/ 25580 w 164592"/>
                <a:gd name="csY7" fmla="*/ 162905 h 236479"/>
                <a:gd name="csX8" fmla="*/ 29899 w 164592"/>
                <a:gd name="csY8" fmla="*/ 162905 h 236479"/>
                <a:gd name="csX9" fmla="*/ 29708 w 164592"/>
                <a:gd name="csY9" fmla="*/ 152847 h 236479"/>
                <a:gd name="csX10" fmla="*/ 32756 w 164592"/>
                <a:gd name="csY10" fmla="*/ 151012 h 236479"/>
                <a:gd name="csX11" fmla="*/ 45519 w 164592"/>
                <a:gd name="csY11" fmla="*/ 160848 h 236479"/>
                <a:gd name="csX12" fmla="*/ 42726 w 164592"/>
                <a:gd name="csY12" fmla="*/ 166150 h 236479"/>
                <a:gd name="csX13" fmla="*/ 31867 w 164592"/>
                <a:gd name="csY13" fmla="*/ 176964 h 236479"/>
                <a:gd name="csX14" fmla="*/ 35423 w 164592"/>
                <a:gd name="csY14" fmla="*/ 187448 h 236479"/>
                <a:gd name="csX15" fmla="*/ 43106 w 164592"/>
                <a:gd name="csY15" fmla="*/ 179663 h 236479"/>
                <a:gd name="csX16" fmla="*/ 47805 w 164592"/>
                <a:gd name="csY16" fmla="*/ 183124 h 236479"/>
                <a:gd name="csX17" fmla="*/ 45710 w 164592"/>
                <a:gd name="csY17" fmla="*/ 193722 h 236479"/>
                <a:gd name="csX18" fmla="*/ 49838 w 164592"/>
                <a:gd name="csY18" fmla="*/ 195671 h 236479"/>
                <a:gd name="csX19" fmla="*/ 58728 w 164592"/>
                <a:gd name="csY19" fmla="*/ 195887 h 236479"/>
                <a:gd name="csX20" fmla="*/ 67490 w 164592"/>
                <a:gd name="csY20" fmla="*/ 184857 h 236479"/>
                <a:gd name="csX21" fmla="*/ 76444 w 164592"/>
                <a:gd name="csY21" fmla="*/ 185505 h 236479"/>
                <a:gd name="csX22" fmla="*/ 101590 w 164592"/>
                <a:gd name="csY22" fmla="*/ 208105 h 236479"/>
                <a:gd name="csX23" fmla="*/ 101590 w 164592"/>
                <a:gd name="csY23" fmla="*/ 209514 h 236479"/>
                <a:gd name="csX24" fmla="*/ 105273 w 164592"/>
                <a:gd name="csY24" fmla="*/ 212861 h 236479"/>
                <a:gd name="csX25" fmla="*/ 106226 w 164592"/>
                <a:gd name="csY25" fmla="*/ 212861 h 236479"/>
                <a:gd name="csX26" fmla="*/ 109464 w 164592"/>
                <a:gd name="csY26" fmla="*/ 209514 h 236479"/>
                <a:gd name="csX27" fmla="*/ 107559 w 164592"/>
                <a:gd name="csY27" fmla="*/ 199456 h 236479"/>
                <a:gd name="csX28" fmla="*/ 102987 w 164592"/>
                <a:gd name="csY28" fmla="*/ 192534 h 236479"/>
                <a:gd name="csX29" fmla="*/ 105717 w 164592"/>
                <a:gd name="csY29" fmla="*/ 186261 h 236479"/>
                <a:gd name="csX30" fmla="*/ 132451 w 164592"/>
                <a:gd name="csY30" fmla="*/ 212753 h 236479"/>
                <a:gd name="csX31" fmla="*/ 132451 w 164592"/>
                <a:gd name="csY31" fmla="*/ 213515 h 236479"/>
                <a:gd name="csX32" fmla="*/ 134801 w 164592"/>
                <a:gd name="csY32" fmla="*/ 218487 h 236479"/>
                <a:gd name="csX33" fmla="*/ 150294 w 164592"/>
                <a:gd name="csY33" fmla="*/ 223999 h 236479"/>
                <a:gd name="csX34" fmla="*/ 155692 w 164592"/>
                <a:gd name="csY34" fmla="*/ 227136 h 236479"/>
                <a:gd name="csX35" fmla="*/ 154803 w 164592"/>
                <a:gd name="csY35" fmla="*/ 228761 h 236479"/>
                <a:gd name="csX36" fmla="*/ 156010 w 164592"/>
                <a:gd name="csY36" fmla="*/ 233409 h 236479"/>
                <a:gd name="csX37" fmla="*/ 163566 w 164592"/>
                <a:gd name="csY37" fmla="*/ 234489 h 236479"/>
                <a:gd name="csX38" fmla="*/ 164582 w 164592"/>
                <a:gd name="csY38" fmla="*/ 219350 h 236479"/>
                <a:gd name="csX39" fmla="*/ 150421 w 164592"/>
                <a:gd name="csY39" fmla="*/ 214702 h 236479"/>
                <a:gd name="csX40" fmla="*/ 153215 w 164592"/>
                <a:gd name="csY40" fmla="*/ 211349 h 236479"/>
                <a:gd name="csX41" fmla="*/ 159946 w 164592"/>
                <a:gd name="csY41" fmla="*/ 208428 h 236479"/>
                <a:gd name="csX42" fmla="*/ 144770 w 164592"/>
                <a:gd name="csY42" fmla="*/ 201615 h 236479"/>
                <a:gd name="csX43" fmla="*/ 146167 w 164592"/>
                <a:gd name="csY43" fmla="*/ 193614 h 236479"/>
                <a:gd name="csX44" fmla="*/ 153851 w 164592"/>
                <a:gd name="csY44" fmla="*/ 188858 h 236479"/>
                <a:gd name="csX45" fmla="*/ 131371 w 164592"/>
                <a:gd name="csY45" fmla="*/ 183124 h 236479"/>
                <a:gd name="csX46" fmla="*/ 129530 w 164592"/>
                <a:gd name="csY46" fmla="*/ 191671 h 236479"/>
                <a:gd name="csX47" fmla="*/ 122926 w 164592"/>
                <a:gd name="csY47" fmla="*/ 187448 h 236479"/>
                <a:gd name="csX48" fmla="*/ 120386 w 164592"/>
                <a:gd name="csY48" fmla="*/ 178260 h 236479"/>
                <a:gd name="csX49" fmla="*/ 106035 w 164592"/>
                <a:gd name="csY49" fmla="*/ 169503 h 236479"/>
                <a:gd name="csX50" fmla="*/ 92700 w 164592"/>
                <a:gd name="csY50" fmla="*/ 178583 h 236479"/>
                <a:gd name="csX51" fmla="*/ 89589 w 164592"/>
                <a:gd name="csY51" fmla="*/ 183448 h 236479"/>
                <a:gd name="csX52" fmla="*/ 73777 w 164592"/>
                <a:gd name="csY52" fmla="*/ 172310 h 236479"/>
                <a:gd name="csX53" fmla="*/ 69523 w 164592"/>
                <a:gd name="csY53" fmla="*/ 160416 h 236479"/>
                <a:gd name="csX54" fmla="*/ 70412 w 164592"/>
                <a:gd name="csY54" fmla="*/ 150142 h 236479"/>
                <a:gd name="csX55" fmla="*/ 60696 w 164592"/>
                <a:gd name="csY55" fmla="*/ 127866 h 236479"/>
                <a:gd name="csX56" fmla="*/ 67617 w 164592"/>
                <a:gd name="csY56" fmla="*/ 110454 h 236479"/>
                <a:gd name="csX57" fmla="*/ 68126 w 164592"/>
                <a:gd name="csY57" fmla="*/ 103755 h 236479"/>
                <a:gd name="csX58" fmla="*/ 89969 w 164592"/>
                <a:gd name="csY58" fmla="*/ 92617 h 236479"/>
                <a:gd name="csX59" fmla="*/ 100511 w 164592"/>
                <a:gd name="csY59" fmla="*/ 55088 h 236479"/>
                <a:gd name="csX60" fmla="*/ 92573 w 164592"/>
                <a:gd name="csY60" fmla="*/ 46656 h 236479"/>
                <a:gd name="csX61" fmla="*/ 90414 w 164592"/>
                <a:gd name="csY61" fmla="*/ 21675 h 236479"/>
                <a:gd name="csX62" fmla="*/ 94415 w 164592"/>
                <a:gd name="csY62" fmla="*/ 8378 h 236479"/>
                <a:gd name="csX63" fmla="*/ 87176 w 164592"/>
                <a:gd name="csY63" fmla="*/ 4809 h 236479"/>
                <a:gd name="csX64" fmla="*/ 76571 w 164592"/>
                <a:gd name="csY64" fmla="*/ 13458 h 236479"/>
                <a:gd name="csX65" fmla="*/ 31677 w 164592"/>
                <a:gd name="csY65" fmla="*/ 3616 h 236479"/>
                <a:gd name="csX66" fmla="*/ 31677 w 164592"/>
                <a:gd name="csY66" fmla="*/ 4593 h 236479"/>
                <a:gd name="csX67" fmla="*/ 23231 w 164592"/>
                <a:gd name="csY67" fmla="*/ 43951 h 236479"/>
                <a:gd name="csX68" fmla="*/ 26342 w 164592"/>
                <a:gd name="csY68" fmla="*/ 50872 h 236479"/>
                <a:gd name="csX69" fmla="*/ 24501 w 164592"/>
                <a:gd name="csY69" fmla="*/ 66773 h 236479"/>
                <a:gd name="csX70" fmla="*/ 21453 w 164592"/>
                <a:gd name="csY70" fmla="*/ 75205 h 236479"/>
                <a:gd name="csX71" fmla="*/ 21453 w 164592"/>
                <a:gd name="csY71" fmla="*/ 99424 h 236479"/>
                <a:gd name="csX72" fmla="*/ 13896 w 164592"/>
                <a:gd name="csY72" fmla="*/ 100078 h 236479"/>
                <a:gd name="csX73" fmla="*/ 3927 w 164592"/>
                <a:gd name="csY73" fmla="*/ 87639 h 236479"/>
                <a:gd name="csX74" fmla="*/ 3927 w 164592"/>
                <a:gd name="csY74" fmla="*/ 87962 h 236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164592" h="236479">
                  <a:moveTo>
                    <a:pt x="3927" y="87962"/>
                  </a:moveTo>
                  <a:lnTo>
                    <a:pt x="3165" y="88286"/>
                  </a:lnTo>
                  <a:cubicBezTo>
                    <a:pt x="1451" y="89048"/>
                    <a:pt x="53" y="91099"/>
                    <a:pt x="53" y="92941"/>
                  </a:cubicBezTo>
                  <a:cubicBezTo>
                    <a:pt x="53" y="98345"/>
                    <a:pt x="-518" y="102669"/>
                    <a:pt x="2086" y="106022"/>
                  </a:cubicBezTo>
                  <a:cubicBezTo>
                    <a:pt x="2657" y="106777"/>
                    <a:pt x="5388" y="109267"/>
                    <a:pt x="5895" y="113591"/>
                  </a:cubicBezTo>
                  <a:lnTo>
                    <a:pt x="10467" y="146141"/>
                  </a:lnTo>
                  <a:cubicBezTo>
                    <a:pt x="11103" y="151120"/>
                    <a:pt x="16944" y="147875"/>
                    <a:pt x="18659" y="152631"/>
                  </a:cubicBezTo>
                  <a:cubicBezTo>
                    <a:pt x="20374" y="155984"/>
                    <a:pt x="20501" y="162689"/>
                    <a:pt x="25580" y="162905"/>
                  </a:cubicBezTo>
                  <a:cubicBezTo>
                    <a:pt x="25580" y="162905"/>
                    <a:pt x="29899" y="163013"/>
                    <a:pt x="29899" y="162905"/>
                  </a:cubicBezTo>
                  <a:cubicBezTo>
                    <a:pt x="29899" y="162797"/>
                    <a:pt x="29708" y="152847"/>
                    <a:pt x="29708" y="152847"/>
                  </a:cubicBezTo>
                  <a:cubicBezTo>
                    <a:pt x="29708" y="151012"/>
                    <a:pt x="30978" y="150142"/>
                    <a:pt x="32756" y="151012"/>
                  </a:cubicBezTo>
                  <a:cubicBezTo>
                    <a:pt x="38471" y="154580"/>
                    <a:pt x="45519" y="155552"/>
                    <a:pt x="45519" y="160848"/>
                  </a:cubicBezTo>
                  <a:cubicBezTo>
                    <a:pt x="45265" y="161495"/>
                    <a:pt x="45392" y="164308"/>
                    <a:pt x="42726" y="166150"/>
                  </a:cubicBezTo>
                  <a:cubicBezTo>
                    <a:pt x="38153" y="169827"/>
                    <a:pt x="31423" y="171662"/>
                    <a:pt x="31867" y="176964"/>
                  </a:cubicBezTo>
                  <a:cubicBezTo>
                    <a:pt x="32756" y="181181"/>
                    <a:pt x="31677" y="191347"/>
                    <a:pt x="35423" y="187448"/>
                  </a:cubicBezTo>
                  <a:lnTo>
                    <a:pt x="43106" y="179663"/>
                  </a:lnTo>
                  <a:cubicBezTo>
                    <a:pt x="46281" y="176532"/>
                    <a:pt x="49965" y="179339"/>
                    <a:pt x="47805" y="183124"/>
                  </a:cubicBezTo>
                  <a:cubicBezTo>
                    <a:pt x="46726" y="186045"/>
                    <a:pt x="41202" y="191455"/>
                    <a:pt x="45710" y="193722"/>
                  </a:cubicBezTo>
                  <a:lnTo>
                    <a:pt x="49838" y="195671"/>
                  </a:lnTo>
                  <a:cubicBezTo>
                    <a:pt x="53711" y="197506"/>
                    <a:pt x="59236" y="195779"/>
                    <a:pt x="58728" y="195887"/>
                  </a:cubicBezTo>
                  <a:cubicBezTo>
                    <a:pt x="65078" y="194478"/>
                    <a:pt x="61077" y="186368"/>
                    <a:pt x="67490" y="184857"/>
                  </a:cubicBezTo>
                  <a:cubicBezTo>
                    <a:pt x="68379" y="184857"/>
                    <a:pt x="73015" y="182692"/>
                    <a:pt x="76444" y="185505"/>
                  </a:cubicBezTo>
                  <a:cubicBezTo>
                    <a:pt x="99304" y="203241"/>
                    <a:pt x="101273" y="203672"/>
                    <a:pt x="101590" y="208105"/>
                  </a:cubicBezTo>
                  <a:lnTo>
                    <a:pt x="101590" y="209514"/>
                  </a:lnTo>
                  <a:cubicBezTo>
                    <a:pt x="101780" y="211349"/>
                    <a:pt x="103431" y="212861"/>
                    <a:pt x="105273" y="212861"/>
                  </a:cubicBezTo>
                  <a:lnTo>
                    <a:pt x="106226" y="212861"/>
                  </a:lnTo>
                  <a:cubicBezTo>
                    <a:pt x="108067" y="212861"/>
                    <a:pt x="109591" y="211349"/>
                    <a:pt x="109464" y="209514"/>
                  </a:cubicBezTo>
                  <a:cubicBezTo>
                    <a:pt x="109401" y="208105"/>
                    <a:pt x="110036" y="203348"/>
                    <a:pt x="107559" y="199456"/>
                  </a:cubicBezTo>
                  <a:lnTo>
                    <a:pt x="102987" y="192534"/>
                  </a:lnTo>
                  <a:cubicBezTo>
                    <a:pt x="100511" y="188750"/>
                    <a:pt x="102352" y="183339"/>
                    <a:pt x="105717" y="186261"/>
                  </a:cubicBezTo>
                  <a:cubicBezTo>
                    <a:pt x="131371" y="208105"/>
                    <a:pt x="132959" y="208212"/>
                    <a:pt x="132451" y="212753"/>
                  </a:cubicBezTo>
                  <a:lnTo>
                    <a:pt x="132451" y="213515"/>
                  </a:lnTo>
                  <a:cubicBezTo>
                    <a:pt x="132070" y="215350"/>
                    <a:pt x="133213" y="217515"/>
                    <a:pt x="134801" y="218487"/>
                  </a:cubicBezTo>
                  <a:cubicBezTo>
                    <a:pt x="144008" y="223567"/>
                    <a:pt x="146739" y="225840"/>
                    <a:pt x="150294" y="223999"/>
                  </a:cubicBezTo>
                  <a:cubicBezTo>
                    <a:pt x="153978" y="222055"/>
                    <a:pt x="157978" y="223243"/>
                    <a:pt x="155692" y="227136"/>
                  </a:cubicBezTo>
                  <a:lnTo>
                    <a:pt x="154803" y="228761"/>
                  </a:lnTo>
                  <a:cubicBezTo>
                    <a:pt x="153978" y="230380"/>
                    <a:pt x="154486" y="232438"/>
                    <a:pt x="156010" y="233409"/>
                  </a:cubicBezTo>
                  <a:cubicBezTo>
                    <a:pt x="157533" y="234057"/>
                    <a:pt x="163185" y="239251"/>
                    <a:pt x="163566" y="234489"/>
                  </a:cubicBezTo>
                  <a:lnTo>
                    <a:pt x="164582" y="219350"/>
                  </a:lnTo>
                  <a:cubicBezTo>
                    <a:pt x="165027" y="212213"/>
                    <a:pt x="151565" y="220976"/>
                    <a:pt x="150421" y="214702"/>
                  </a:cubicBezTo>
                  <a:cubicBezTo>
                    <a:pt x="150040" y="213076"/>
                    <a:pt x="151374" y="211673"/>
                    <a:pt x="153215" y="211349"/>
                  </a:cubicBezTo>
                  <a:cubicBezTo>
                    <a:pt x="155248" y="210810"/>
                    <a:pt x="164455" y="210486"/>
                    <a:pt x="159946" y="208428"/>
                  </a:cubicBezTo>
                  <a:lnTo>
                    <a:pt x="144770" y="201615"/>
                  </a:lnTo>
                  <a:cubicBezTo>
                    <a:pt x="140769" y="199780"/>
                    <a:pt x="141976" y="194916"/>
                    <a:pt x="146167" y="193614"/>
                  </a:cubicBezTo>
                  <a:cubicBezTo>
                    <a:pt x="149215" y="192318"/>
                    <a:pt x="158423" y="191131"/>
                    <a:pt x="153851" y="188858"/>
                  </a:cubicBezTo>
                  <a:cubicBezTo>
                    <a:pt x="144326" y="183994"/>
                    <a:pt x="130038" y="174691"/>
                    <a:pt x="131371" y="183124"/>
                  </a:cubicBezTo>
                  <a:cubicBezTo>
                    <a:pt x="131371" y="185397"/>
                    <a:pt x="134356" y="192318"/>
                    <a:pt x="129530" y="191671"/>
                  </a:cubicBezTo>
                  <a:cubicBezTo>
                    <a:pt x="128641" y="191347"/>
                    <a:pt x="122926" y="191994"/>
                    <a:pt x="122926" y="187448"/>
                  </a:cubicBezTo>
                  <a:cubicBezTo>
                    <a:pt x="122672" y="185937"/>
                    <a:pt x="123878" y="181288"/>
                    <a:pt x="120386" y="178260"/>
                  </a:cubicBezTo>
                  <a:cubicBezTo>
                    <a:pt x="111750" y="170583"/>
                    <a:pt x="109908" y="167877"/>
                    <a:pt x="106035" y="169503"/>
                  </a:cubicBezTo>
                  <a:cubicBezTo>
                    <a:pt x="100193" y="172741"/>
                    <a:pt x="92827" y="173396"/>
                    <a:pt x="92700" y="178583"/>
                  </a:cubicBezTo>
                  <a:cubicBezTo>
                    <a:pt x="92510" y="179339"/>
                    <a:pt x="93589" y="185613"/>
                    <a:pt x="89589" y="183448"/>
                  </a:cubicBezTo>
                  <a:cubicBezTo>
                    <a:pt x="78857" y="177720"/>
                    <a:pt x="75301" y="176418"/>
                    <a:pt x="73777" y="172310"/>
                  </a:cubicBezTo>
                  <a:lnTo>
                    <a:pt x="69523" y="160416"/>
                  </a:lnTo>
                  <a:cubicBezTo>
                    <a:pt x="67808" y="155660"/>
                    <a:pt x="73015" y="154466"/>
                    <a:pt x="70412" y="150142"/>
                  </a:cubicBezTo>
                  <a:cubicBezTo>
                    <a:pt x="60315" y="133060"/>
                    <a:pt x="58474" y="131650"/>
                    <a:pt x="60696" y="127866"/>
                  </a:cubicBezTo>
                  <a:cubicBezTo>
                    <a:pt x="67046" y="116836"/>
                    <a:pt x="69459" y="114353"/>
                    <a:pt x="67617" y="110454"/>
                  </a:cubicBezTo>
                  <a:cubicBezTo>
                    <a:pt x="67490" y="109915"/>
                    <a:pt x="63998" y="105374"/>
                    <a:pt x="68126" y="103755"/>
                  </a:cubicBezTo>
                  <a:cubicBezTo>
                    <a:pt x="85207" y="97157"/>
                    <a:pt x="88382" y="96725"/>
                    <a:pt x="89969" y="92617"/>
                  </a:cubicBezTo>
                  <a:cubicBezTo>
                    <a:pt x="102669" y="58765"/>
                    <a:pt x="104257" y="57686"/>
                    <a:pt x="100511" y="55088"/>
                  </a:cubicBezTo>
                  <a:cubicBezTo>
                    <a:pt x="98542" y="53361"/>
                    <a:pt x="93462" y="51520"/>
                    <a:pt x="92573" y="46656"/>
                  </a:cubicBezTo>
                  <a:cubicBezTo>
                    <a:pt x="89144" y="26977"/>
                    <a:pt x="88382" y="25244"/>
                    <a:pt x="90414" y="21675"/>
                  </a:cubicBezTo>
                  <a:cubicBezTo>
                    <a:pt x="92382" y="17135"/>
                    <a:pt x="97780" y="12379"/>
                    <a:pt x="94415" y="8378"/>
                  </a:cubicBezTo>
                  <a:cubicBezTo>
                    <a:pt x="93144" y="7400"/>
                    <a:pt x="89969" y="917"/>
                    <a:pt x="87176" y="4809"/>
                  </a:cubicBezTo>
                  <a:cubicBezTo>
                    <a:pt x="83619" y="8594"/>
                    <a:pt x="81206" y="15947"/>
                    <a:pt x="76571" y="13458"/>
                  </a:cubicBezTo>
                  <a:cubicBezTo>
                    <a:pt x="39678" y="-5789"/>
                    <a:pt x="55933" y="263"/>
                    <a:pt x="31677" y="3616"/>
                  </a:cubicBezTo>
                  <a:lnTo>
                    <a:pt x="31677" y="4593"/>
                  </a:lnTo>
                  <a:cubicBezTo>
                    <a:pt x="24056" y="34654"/>
                    <a:pt x="19230" y="39410"/>
                    <a:pt x="23231" y="43951"/>
                  </a:cubicBezTo>
                  <a:cubicBezTo>
                    <a:pt x="23549" y="44605"/>
                    <a:pt x="26342" y="46764"/>
                    <a:pt x="26342" y="50872"/>
                  </a:cubicBezTo>
                  <a:cubicBezTo>
                    <a:pt x="26342" y="57902"/>
                    <a:pt x="26978" y="62982"/>
                    <a:pt x="24501" y="66773"/>
                  </a:cubicBezTo>
                  <a:cubicBezTo>
                    <a:pt x="24183" y="67528"/>
                    <a:pt x="20945" y="70773"/>
                    <a:pt x="21453" y="75205"/>
                  </a:cubicBezTo>
                  <a:cubicBezTo>
                    <a:pt x="23866" y="94236"/>
                    <a:pt x="25263" y="97157"/>
                    <a:pt x="21453" y="99424"/>
                  </a:cubicBezTo>
                  <a:cubicBezTo>
                    <a:pt x="20374" y="99754"/>
                    <a:pt x="15992" y="104187"/>
                    <a:pt x="13896" y="100078"/>
                  </a:cubicBezTo>
                  <a:cubicBezTo>
                    <a:pt x="10023" y="93912"/>
                    <a:pt x="8943" y="85480"/>
                    <a:pt x="3927" y="87639"/>
                  </a:cubicBezTo>
                  <a:lnTo>
                    <a:pt x="3927" y="87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6456D42F-2DC7-162D-0A6F-AF2BC9D44EDA}"/>
                </a:ext>
              </a:extLst>
            </p:cNvPr>
            <p:cNvSpPr/>
            <p:nvPr/>
          </p:nvSpPr>
          <p:spPr>
            <a:xfrm>
              <a:off x="10132075" y="3976482"/>
              <a:ext cx="8721" cy="7347"/>
            </a:xfrm>
            <a:custGeom>
              <a:avLst/>
              <a:gdLst>
                <a:gd name="csX0" fmla="*/ 5255 w 8721"/>
                <a:gd name="csY0" fmla="*/ 7031 h 7347"/>
                <a:gd name="csX1" fmla="*/ 8684 w 8721"/>
                <a:gd name="csY1" fmla="*/ 5628 h 7347"/>
                <a:gd name="csX2" fmla="*/ 3096 w 8721"/>
                <a:gd name="csY2" fmla="*/ 326 h 7347"/>
                <a:gd name="csX3" fmla="*/ 3096 w 8721"/>
                <a:gd name="csY3" fmla="*/ 6060 h 7347"/>
                <a:gd name="csX4" fmla="*/ 5318 w 8721"/>
                <a:gd name="csY4" fmla="*/ 7031 h 7347"/>
                <a:gd name="csX5" fmla="*/ 5255 w 8721"/>
                <a:gd name="csY5" fmla="*/ 7031 h 7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21" h="7347">
                  <a:moveTo>
                    <a:pt x="5255" y="7031"/>
                  </a:moveTo>
                  <a:cubicBezTo>
                    <a:pt x="6969" y="7787"/>
                    <a:pt x="8493" y="7139"/>
                    <a:pt x="8684" y="5628"/>
                  </a:cubicBezTo>
                  <a:cubicBezTo>
                    <a:pt x="9256" y="1951"/>
                    <a:pt x="3096" y="326"/>
                    <a:pt x="3096" y="326"/>
                  </a:cubicBezTo>
                  <a:cubicBezTo>
                    <a:pt x="-1032" y="-1402"/>
                    <a:pt x="-1032" y="4218"/>
                    <a:pt x="3096" y="6060"/>
                  </a:cubicBezTo>
                  <a:lnTo>
                    <a:pt x="5318" y="7031"/>
                  </a:lnTo>
                  <a:lnTo>
                    <a:pt x="5255" y="7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EF6AA11A-B67D-967E-80B6-597424480DB1}"/>
                </a:ext>
              </a:extLst>
            </p:cNvPr>
            <p:cNvSpPr/>
            <p:nvPr/>
          </p:nvSpPr>
          <p:spPr>
            <a:xfrm>
              <a:off x="10198513" y="3991401"/>
              <a:ext cx="9495" cy="10027"/>
            </a:xfrm>
            <a:custGeom>
              <a:avLst/>
              <a:gdLst>
                <a:gd name="csX0" fmla="*/ 7842 w 9495"/>
                <a:gd name="csY0" fmla="*/ 2386 h 10027"/>
                <a:gd name="csX1" fmla="*/ 158 w 9495"/>
                <a:gd name="csY1" fmla="*/ 1954 h 10027"/>
                <a:gd name="csX2" fmla="*/ 1809 w 9495"/>
                <a:gd name="csY2" fmla="*/ 7358 h 10027"/>
                <a:gd name="csX3" fmla="*/ 8159 w 9495"/>
                <a:gd name="csY3" fmla="*/ 8552 h 10027"/>
                <a:gd name="csX4" fmla="*/ 9048 w 9495"/>
                <a:gd name="csY4" fmla="*/ 6926 h 10027"/>
                <a:gd name="csX5" fmla="*/ 7778 w 9495"/>
                <a:gd name="csY5" fmla="*/ 2386 h 10027"/>
                <a:gd name="csX6" fmla="*/ 7842 w 9495"/>
                <a:gd name="csY6" fmla="*/ 2386 h 10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495" h="10027">
                  <a:moveTo>
                    <a:pt x="7842" y="2386"/>
                  </a:moveTo>
                  <a:cubicBezTo>
                    <a:pt x="6571" y="1954"/>
                    <a:pt x="1555" y="-2478"/>
                    <a:pt x="158" y="1954"/>
                  </a:cubicBezTo>
                  <a:cubicBezTo>
                    <a:pt x="-350" y="3681"/>
                    <a:pt x="412" y="6171"/>
                    <a:pt x="1809" y="7358"/>
                  </a:cubicBezTo>
                  <a:cubicBezTo>
                    <a:pt x="2444" y="7682"/>
                    <a:pt x="5936" y="12337"/>
                    <a:pt x="8159" y="8552"/>
                  </a:cubicBezTo>
                  <a:lnTo>
                    <a:pt x="9048" y="6926"/>
                  </a:lnTo>
                  <a:cubicBezTo>
                    <a:pt x="10001" y="5415"/>
                    <a:pt x="9366" y="3358"/>
                    <a:pt x="7778" y="2386"/>
                  </a:cubicBezTo>
                  <a:lnTo>
                    <a:pt x="7842" y="2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A6B9BACE-D9BB-B0CC-82BD-93A56C0F273D}"/>
                </a:ext>
              </a:extLst>
            </p:cNvPr>
            <p:cNvSpPr/>
            <p:nvPr/>
          </p:nvSpPr>
          <p:spPr>
            <a:xfrm>
              <a:off x="10142016" y="3991390"/>
              <a:ext cx="44726" cy="48644"/>
            </a:xfrm>
            <a:custGeom>
              <a:avLst/>
              <a:gdLst>
                <a:gd name="csX0" fmla="*/ 43002 w 44726"/>
                <a:gd name="csY0" fmla="*/ 12240 h 48644"/>
                <a:gd name="csX1" fmla="*/ 28651 w 44726"/>
                <a:gd name="csY1" fmla="*/ 3370 h 48644"/>
                <a:gd name="csX2" fmla="*/ 21793 w 44726"/>
                <a:gd name="csY2" fmla="*/ 1966 h 48644"/>
                <a:gd name="csX3" fmla="*/ 15316 w 44726"/>
                <a:gd name="csY3" fmla="*/ 17 h 48644"/>
                <a:gd name="csX4" fmla="*/ 76 w 44726"/>
                <a:gd name="csY4" fmla="*/ 3046 h 48644"/>
                <a:gd name="csX5" fmla="*/ 7950 w 44726"/>
                <a:gd name="csY5" fmla="*/ 8240 h 48644"/>
                <a:gd name="csX6" fmla="*/ 12077 w 44726"/>
                <a:gd name="csY6" fmla="*/ 12780 h 48644"/>
                <a:gd name="csX7" fmla="*/ 15316 w 44726"/>
                <a:gd name="csY7" fmla="*/ 22616 h 48644"/>
                <a:gd name="csX8" fmla="*/ 20078 w 44726"/>
                <a:gd name="csY8" fmla="*/ 29538 h 48644"/>
                <a:gd name="csX9" fmla="*/ 23000 w 44726"/>
                <a:gd name="csY9" fmla="*/ 35272 h 48644"/>
                <a:gd name="csX10" fmla="*/ 26873 w 44726"/>
                <a:gd name="csY10" fmla="*/ 45330 h 48644"/>
                <a:gd name="csX11" fmla="*/ 32842 w 44726"/>
                <a:gd name="csY11" fmla="*/ 46734 h 48644"/>
                <a:gd name="csX12" fmla="*/ 44209 w 44726"/>
                <a:gd name="csY12" fmla="*/ 31271 h 48644"/>
                <a:gd name="csX13" fmla="*/ 43002 w 44726"/>
                <a:gd name="csY13" fmla="*/ 23378 h 48644"/>
                <a:gd name="csX14" fmla="*/ 43002 w 44726"/>
                <a:gd name="csY14" fmla="*/ 12240 h 48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4726" h="48644">
                  <a:moveTo>
                    <a:pt x="43002" y="12240"/>
                  </a:moveTo>
                  <a:cubicBezTo>
                    <a:pt x="37097" y="7262"/>
                    <a:pt x="33287" y="2830"/>
                    <a:pt x="28651" y="3370"/>
                  </a:cubicBezTo>
                  <a:cubicBezTo>
                    <a:pt x="28079" y="3370"/>
                    <a:pt x="24841" y="4125"/>
                    <a:pt x="21793" y="1966"/>
                  </a:cubicBezTo>
                  <a:cubicBezTo>
                    <a:pt x="21285" y="1750"/>
                    <a:pt x="18809" y="-199"/>
                    <a:pt x="15316" y="17"/>
                  </a:cubicBezTo>
                  <a:cubicBezTo>
                    <a:pt x="15316" y="17"/>
                    <a:pt x="-1258" y="17"/>
                    <a:pt x="76" y="3046"/>
                  </a:cubicBezTo>
                  <a:cubicBezTo>
                    <a:pt x="1473" y="5967"/>
                    <a:pt x="8585" y="8456"/>
                    <a:pt x="7950" y="8240"/>
                  </a:cubicBezTo>
                  <a:cubicBezTo>
                    <a:pt x="9664" y="8996"/>
                    <a:pt x="11506" y="11047"/>
                    <a:pt x="12077" y="12780"/>
                  </a:cubicBezTo>
                  <a:lnTo>
                    <a:pt x="15316" y="22616"/>
                  </a:lnTo>
                  <a:cubicBezTo>
                    <a:pt x="16650" y="26407"/>
                    <a:pt x="20650" y="30084"/>
                    <a:pt x="20078" y="29538"/>
                  </a:cubicBezTo>
                  <a:cubicBezTo>
                    <a:pt x="22491" y="31811"/>
                    <a:pt x="23253" y="35812"/>
                    <a:pt x="23000" y="35272"/>
                  </a:cubicBezTo>
                  <a:cubicBezTo>
                    <a:pt x="23889" y="40244"/>
                    <a:pt x="28714" y="41222"/>
                    <a:pt x="26873" y="45330"/>
                  </a:cubicBezTo>
                  <a:cubicBezTo>
                    <a:pt x="25159" y="49115"/>
                    <a:pt x="29730" y="49762"/>
                    <a:pt x="32842" y="46734"/>
                  </a:cubicBezTo>
                  <a:cubicBezTo>
                    <a:pt x="42685" y="37107"/>
                    <a:pt x="45860" y="35272"/>
                    <a:pt x="44209" y="31271"/>
                  </a:cubicBezTo>
                  <a:cubicBezTo>
                    <a:pt x="44018" y="30732"/>
                    <a:pt x="41923" y="27379"/>
                    <a:pt x="43002" y="23378"/>
                  </a:cubicBezTo>
                  <a:cubicBezTo>
                    <a:pt x="43383" y="20673"/>
                    <a:pt x="46685" y="15485"/>
                    <a:pt x="43002" y="122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CA9FD233-3334-E282-A2A9-55151CD48ABE}"/>
                </a:ext>
              </a:extLst>
            </p:cNvPr>
            <p:cNvSpPr/>
            <p:nvPr/>
          </p:nvSpPr>
          <p:spPr>
            <a:xfrm>
              <a:off x="10239184" y="4005949"/>
              <a:ext cx="11684" cy="10873"/>
            </a:xfrm>
            <a:custGeom>
              <a:avLst/>
              <a:gdLst>
                <a:gd name="csX0" fmla="*/ 9081 w 11684"/>
                <a:gd name="csY0" fmla="*/ 5466 h 10873"/>
                <a:gd name="csX1" fmla="*/ 0 w 11684"/>
                <a:gd name="csY1" fmla="*/ 1897 h 10873"/>
                <a:gd name="csX2" fmla="*/ 2922 w 11684"/>
                <a:gd name="csY2" fmla="*/ 6977 h 10873"/>
                <a:gd name="csX3" fmla="*/ 11685 w 11684"/>
                <a:gd name="csY3" fmla="*/ 9790 h 10873"/>
                <a:gd name="csX4" fmla="*/ 8954 w 11684"/>
                <a:gd name="csY4" fmla="*/ 5574 h 10873"/>
                <a:gd name="csX5" fmla="*/ 9081 w 11684"/>
                <a:gd name="csY5" fmla="*/ 5466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684" h="10873">
                  <a:moveTo>
                    <a:pt x="9081" y="5466"/>
                  </a:moveTo>
                  <a:cubicBezTo>
                    <a:pt x="6033" y="3624"/>
                    <a:pt x="0" y="-3297"/>
                    <a:pt x="0" y="1897"/>
                  </a:cubicBezTo>
                  <a:cubicBezTo>
                    <a:pt x="0" y="3840"/>
                    <a:pt x="1270" y="6113"/>
                    <a:pt x="2922" y="6977"/>
                  </a:cubicBezTo>
                  <a:cubicBezTo>
                    <a:pt x="5271" y="8063"/>
                    <a:pt x="11685" y="13035"/>
                    <a:pt x="11685" y="9790"/>
                  </a:cubicBezTo>
                  <a:cubicBezTo>
                    <a:pt x="11685" y="8603"/>
                    <a:pt x="10478" y="6653"/>
                    <a:pt x="8954" y="5574"/>
                  </a:cubicBezTo>
                  <a:lnTo>
                    <a:pt x="9081" y="54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952AA573-D7D4-FDED-2A29-B7C0D69CDE1D}"/>
                </a:ext>
              </a:extLst>
            </p:cNvPr>
            <p:cNvSpPr/>
            <p:nvPr/>
          </p:nvSpPr>
          <p:spPr>
            <a:xfrm>
              <a:off x="10263927" y="4020460"/>
              <a:ext cx="7880" cy="11514"/>
            </a:xfrm>
            <a:custGeom>
              <a:avLst/>
              <a:gdLst>
                <a:gd name="csX0" fmla="*/ 7706 w 7880"/>
                <a:gd name="csY0" fmla="*/ 9554 h 11514"/>
                <a:gd name="csX1" fmla="*/ 6182 w 7880"/>
                <a:gd name="csY1" fmla="*/ 4360 h 11514"/>
                <a:gd name="csX2" fmla="*/ 2054 w 7880"/>
                <a:gd name="csY2" fmla="*/ 144 h 11514"/>
                <a:gd name="csX3" fmla="*/ 1864 w 7880"/>
                <a:gd name="csY3" fmla="*/ 6741 h 11514"/>
                <a:gd name="csX4" fmla="*/ 7706 w 7880"/>
                <a:gd name="csY4" fmla="*/ 9446 h 11514"/>
                <a:gd name="csX5" fmla="*/ 7706 w 7880"/>
                <a:gd name="csY5" fmla="*/ 9554 h 11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0" h="11514">
                  <a:moveTo>
                    <a:pt x="7706" y="9554"/>
                  </a:moveTo>
                  <a:lnTo>
                    <a:pt x="6182" y="4360"/>
                  </a:lnTo>
                  <a:cubicBezTo>
                    <a:pt x="5674" y="2633"/>
                    <a:pt x="3832" y="683"/>
                    <a:pt x="2054" y="144"/>
                  </a:cubicBezTo>
                  <a:cubicBezTo>
                    <a:pt x="-2454" y="-1152"/>
                    <a:pt x="1864" y="6741"/>
                    <a:pt x="1864" y="6741"/>
                  </a:cubicBezTo>
                  <a:cubicBezTo>
                    <a:pt x="3515" y="10958"/>
                    <a:pt x="8913" y="13555"/>
                    <a:pt x="7706" y="9446"/>
                  </a:cubicBezTo>
                  <a:lnTo>
                    <a:pt x="7706" y="9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F639685-5F14-98F8-0FC1-44A14A1DB8B4}"/>
                </a:ext>
              </a:extLst>
            </p:cNvPr>
            <p:cNvSpPr/>
            <p:nvPr/>
          </p:nvSpPr>
          <p:spPr>
            <a:xfrm>
              <a:off x="10246331" y="4029921"/>
              <a:ext cx="34490" cy="27026"/>
            </a:xfrm>
            <a:custGeom>
              <a:avLst/>
              <a:gdLst>
                <a:gd name="csX0" fmla="*/ 4600 w 34490"/>
                <a:gd name="csY0" fmla="*/ 7123 h 27026"/>
                <a:gd name="csX1" fmla="*/ 599 w 34490"/>
                <a:gd name="csY1" fmla="*/ 16312 h 27026"/>
                <a:gd name="csX2" fmla="*/ 6378 w 34490"/>
                <a:gd name="csY2" fmla="*/ 18477 h 27026"/>
                <a:gd name="csX3" fmla="*/ 9617 w 34490"/>
                <a:gd name="csY3" fmla="*/ 13397 h 27026"/>
                <a:gd name="csX4" fmla="*/ 22253 w 34490"/>
                <a:gd name="csY4" fmla="*/ 19233 h 27026"/>
                <a:gd name="csX5" fmla="*/ 32540 w 34490"/>
                <a:gd name="csY5" fmla="*/ 26586 h 27026"/>
                <a:gd name="csX6" fmla="*/ 30635 w 34490"/>
                <a:gd name="csY6" fmla="*/ 13721 h 27026"/>
                <a:gd name="csX7" fmla="*/ 7775 w 34490"/>
                <a:gd name="csY7" fmla="*/ 310 h 27026"/>
                <a:gd name="csX8" fmla="*/ 4727 w 34490"/>
                <a:gd name="csY8" fmla="*/ 7123 h 27026"/>
                <a:gd name="csX9" fmla="*/ 4600 w 34490"/>
                <a:gd name="csY9" fmla="*/ 7123 h 27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490" h="27026">
                  <a:moveTo>
                    <a:pt x="4600" y="7123"/>
                  </a:moveTo>
                  <a:cubicBezTo>
                    <a:pt x="4600" y="11663"/>
                    <a:pt x="1298" y="15232"/>
                    <a:pt x="599" y="16312"/>
                  </a:cubicBezTo>
                  <a:cubicBezTo>
                    <a:pt x="-1877" y="19988"/>
                    <a:pt x="3965" y="22261"/>
                    <a:pt x="6378" y="18477"/>
                  </a:cubicBezTo>
                  <a:lnTo>
                    <a:pt x="9617" y="13397"/>
                  </a:lnTo>
                  <a:cubicBezTo>
                    <a:pt x="14062" y="6152"/>
                    <a:pt x="18507" y="14153"/>
                    <a:pt x="22253" y="19233"/>
                  </a:cubicBezTo>
                  <a:cubicBezTo>
                    <a:pt x="24857" y="22585"/>
                    <a:pt x="28667" y="24319"/>
                    <a:pt x="32540" y="26586"/>
                  </a:cubicBezTo>
                  <a:cubicBezTo>
                    <a:pt x="36541" y="28751"/>
                    <a:pt x="33620" y="22693"/>
                    <a:pt x="30635" y="13721"/>
                  </a:cubicBezTo>
                  <a:cubicBezTo>
                    <a:pt x="29174" y="9498"/>
                    <a:pt x="26381" y="9066"/>
                    <a:pt x="7775" y="310"/>
                  </a:cubicBezTo>
                  <a:cubicBezTo>
                    <a:pt x="3457" y="-1748"/>
                    <a:pt x="4727" y="7123"/>
                    <a:pt x="4727" y="7123"/>
                  </a:cubicBezTo>
                  <a:lnTo>
                    <a:pt x="4600" y="7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E5E715F7-41FD-90ED-5607-1A6A8C3B9C85}"/>
                </a:ext>
              </a:extLst>
            </p:cNvPr>
            <p:cNvSpPr/>
            <p:nvPr/>
          </p:nvSpPr>
          <p:spPr>
            <a:xfrm>
              <a:off x="10202427" y="4022522"/>
              <a:ext cx="7219" cy="19101"/>
            </a:xfrm>
            <a:custGeom>
              <a:avLst/>
              <a:gdLst>
                <a:gd name="csX0" fmla="*/ 3419 w 7219"/>
                <a:gd name="csY0" fmla="*/ 571 h 19101"/>
                <a:gd name="csX1" fmla="*/ 181 w 7219"/>
                <a:gd name="csY1" fmla="*/ 9759 h 19101"/>
                <a:gd name="csX2" fmla="*/ 2530 w 7219"/>
                <a:gd name="csY2" fmla="*/ 17875 h 19101"/>
                <a:gd name="csX3" fmla="*/ 7167 w 7219"/>
                <a:gd name="csY3" fmla="*/ 2514 h 19101"/>
                <a:gd name="csX4" fmla="*/ 4499 w 7219"/>
                <a:gd name="csY4" fmla="*/ 139 h 19101"/>
                <a:gd name="csX5" fmla="*/ 3292 w 7219"/>
                <a:gd name="csY5" fmla="*/ 463 h 19101"/>
                <a:gd name="csX6" fmla="*/ 3419 w 7219"/>
                <a:gd name="csY6" fmla="*/ 571 h 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219" h="19101">
                  <a:moveTo>
                    <a:pt x="3419" y="571"/>
                  </a:moveTo>
                  <a:cubicBezTo>
                    <a:pt x="-1152" y="1867"/>
                    <a:pt x="181" y="9759"/>
                    <a:pt x="181" y="9759"/>
                  </a:cubicBezTo>
                  <a:cubicBezTo>
                    <a:pt x="181" y="14090"/>
                    <a:pt x="2213" y="17113"/>
                    <a:pt x="2530" y="17875"/>
                  </a:cubicBezTo>
                  <a:cubicBezTo>
                    <a:pt x="4563" y="22091"/>
                    <a:pt x="5007" y="15062"/>
                    <a:pt x="7167" y="2514"/>
                  </a:cubicBezTo>
                  <a:cubicBezTo>
                    <a:pt x="7484" y="679"/>
                    <a:pt x="6341" y="-400"/>
                    <a:pt x="4499" y="139"/>
                  </a:cubicBezTo>
                  <a:lnTo>
                    <a:pt x="3292" y="463"/>
                  </a:lnTo>
                  <a:lnTo>
                    <a:pt x="3419" y="5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6CE011AF-E7DF-6365-14AD-BF6F081ADE89}"/>
                </a:ext>
              </a:extLst>
            </p:cNvPr>
            <p:cNvSpPr/>
            <p:nvPr/>
          </p:nvSpPr>
          <p:spPr>
            <a:xfrm>
              <a:off x="10220810" y="4027849"/>
              <a:ext cx="10217" cy="9161"/>
            </a:xfrm>
            <a:custGeom>
              <a:avLst/>
              <a:gdLst>
                <a:gd name="csX0" fmla="*/ 7960 w 10217"/>
                <a:gd name="csY0" fmla="*/ 8217 h 9161"/>
                <a:gd name="csX1" fmla="*/ 9801 w 10217"/>
                <a:gd name="csY1" fmla="*/ 2381 h 9161"/>
                <a:gd name="csX2" fmla="*/ 1927 w 10217"/>
                <a:gd name="csY2" fmla="*/ 0 h 9161"/>
                <a:gd name="csX3" fmla="*/ 3833 w 10217"/>
                <a:gd name="csY3" fmla="*/ 7893 h 9161"/>
                <a:gd name="csX4" fmla="*/ 7960 w 10217"/>
                <a:gd name="csY4" fmla="*/ 8217 h 9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217" h="9161">
                  <a:moveTo>
                    <a:pt x="7960" y="8217"/>
                  </a:moveTo>
                  <a:cubicBezTo>
                    <a:pt x="7643" y="8763"/>
                    <a:pt x="11452" y="5086"/>
                    <a:pt x="9801" y="2381"/>
                  </a:cubicBezTo>
                  <a:cubicBezTo>
                    <a:pt x="7833" y="-756"/>
                    <a:pt x="3007" y="216"/>
                    <a:pt x="1927" y="0"/>
                  </a:cubicBezTo>
                  <a:cubicBezTo>
                    <a:pt x="-2962" y="0"/>
                    <a:pt x="2880" y="5842"/>
                    <a:pt x="3833" y="7893"/>
                  </a:cubicBezTo>
                  <a:cubicBezTo>
                    <a:pt x="4912" y="9411"/>
                    <a:pt x="6753" y="9627"/>
                    <a:pt x="7960" y="82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4652C2F3-7DFE-C405-E5F7-0A38DD803EE0}"/>
                </a:ext>
              </a:extLst>
            </p:cNvPr>
            <p:cNvSpPr/>
            <p:nvPr/>
          </p:nvSpPr>
          <p:spPr>
            <a:xfrm>
              <a:off x="10255483" y="4076452"/>
              <a:ext cx="25494" cy="63666"/>
            </a:xfrm>
            <a:custGeom>
              <a:avLst/>
              <a:gdLst>
                <a:gd name="csX0" fmla="*/ 25484 w 25494"/>
                <a:gd name="csY0" fmla="*/ 1467 h 63666"/>
                <a:gd name="csX1" fmla="*/ 19388 w 25494"/>
                <a:gd name="csY1" fmla="*/ 13684 h 63666"/>
                <a:gd name="csX2" fmla="*/ 2941 w 25494"/>
                <a:gd name="csY2" fmla="*/ 42666 h 63666"/>
                <a:gd name="csX3" fmla="*/ 21 w 25494"/>
                <a:gd name="csY3" fmla="*/ 62128 h 63666"/>
                <a:gd name="csX4" fmla="*/ 8593 w 25494"/>
                <a:gd name="csY4" fmla="*/ 51537 h 63666"/>
                <a:gd name="csX5" fmla="*/ 10308 w 25494"/>
                <a:gd name="csY5" fmla="*/ 45587 h 63666"/>
                <a:gd name="csX6" fmla="*/ 21674 w 25494"/>
                <a:gd name="csY6" fmla="*/ 31528 h 63666"/>
                <a:gd name="csX7" fmla="*/ 25357 w 25494"/>
                <a:gd name="csY7" fmla="*/ 1467 h 63666"/>
                <a:gd name="csX8" fmla="*/ 25484 w 25494"/>
                <a:gd name="csY8" fmla="*/ 1467 h 63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494" h="63666">
                  <a:moveTo>
                    <a:pt x="25484" y="1467"/>
                  </a:moveTo>
                  <a:cubicBezTo>
                    <a:pt x="25674" y="-3181"/>
                    <a:pt x="23325" y="3848"/>
                    <a:pt x="19388" y="13684"/>
                  </a:cubicBezTo>
                  <a:cubicBezTo>
                    <a:pt x="17420" y="18555"/>
                    <a:pt x="15641" y="21037"/>
                    <a:pt x="2941" y="42666"/>
                  </a:cubicBezTo>
                  <a:cubicBezTo>
                    <a:pt x="592" y="46882"/>
                    <a:pt x="656" y="52832"/>
                    <a:pt x="21" y="62128"/>
                  </a:cubicBezTo>
                  <a:cubicBezTo>
                    <a:pt x="-297" y="66783"/>
                    <a:pt x="3069" y="60185"/>
                    <a:pt x="8593" y="51537"/>
                  </a:cubicBezTo>
                  <a:cubicBezTo>
                    <a:pt x="9546" y="49911"/>
                    <a:pt x="10308" y="47314"/>
                    <a:pt x="10308" y="45587"/>
                  </a:cubicBezTo>
                  <a:cubicBezTo>
                    <a:pt x="10308" y="41370"/>
                    <a:pt x="14181" y="38665"/>
                    <a:pt x="21674" y="31528"/>
                  </a:cubicBezTo>
                  <a:cubicBezTo>
                    <a:pt x="24912" y="28391"/>
                    <a:pt x="24150" y="25908"/>
                    <a:pt x="25357" y="1467"/>
                  </a:cubicBezTo>
                  <a:lnTo>
                    <a:pt x="25484" y="14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184754E-025C-8117-0DF3-632063FC7611}"/>
                </a:ext>
              </a:extLst>
            </p:cNvPr>
            <p:cNvSpPr/>
            <p:nvPr/>
          </p:nvSpPr>
          <p:spPr>
            <a:xfrm>
              <a:off x="10272498" y="4114316"/>
              <a:ext cx="27853" cy="22193"/>
            </a:xfrm>
            <a:custGeom>
              <a:avLst/>
              <a:gdLst>
                <a:gd name="csX0" fmla="*/ 5104 w 27853"/>
                <a:gd name="csY0" fmla="*/ 22105 h 22193"/>
                <a:gd name="csX1" fmla="*/ 21550 w 27853"/>
                <a:gd name="csY1" fmla="*/ 19292 h 22193"/>
                <a:gd name="csX2" fmla="*/ 27837 w 27853"/>
                <a:gd name="csY2" fmla="*/ 13126 h 22193"/>
                <a:gd name="csX3" fmla="*/ 24345 w 27853"/>
                <a:gd name="csY3" fmla="*/ 4153 h 22193"/>
                <a:gd name="csX4" fmla="*/ 12153 w 27853"/>
                <a:gd name="csY4" fmla="*/ 1556 h 22193"/>
                <a:gd name="csX5" fmla="*/ 5739 w 27853"/>
                <a:gd name="csY5" fmla="*/ 10211 h 22193"/>
                <a:gd name="csX6" fmla="*/ 214 w 27853"/>
                <a:gd name="csY6" fmla="*/ 17133 h 22193"/>
                <a:gd name="csX7" fmla="*/ 5231 w 27853"/>
                <a:gd name="csY7" fmla="*/ 22105 h 22193"/>
                <a:gd name="csX8" fmla="*/ 5104 w 27853"/>
                <a:gd name="csY8" fmla="*/ 22105 h 2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853" h="22193">
                  <a:moveTo>
                    <a:pt x="5104" y="22105"/>
                  </a:moveTo>
                  <a:cubicBezTo>
                    <a:pt x="16026" y="22105"/>
                    <a:pt x="19709" y="22969"/>
                    <a:pt x="21550" y="19292"/>
                  </a:cubicBezTo>
                  <a:cubicBezTo>
                    <a:pt x="23836" y="14967"/>
                    <a:pt x="28155" y="17996"/>
                    <a:pt x="27837" y="13126"/>
                  </a:cubicBezTo>
                  <a:cubicBezTo>
                    <a:pt x="27520" y="11615"/>
                    <a:pt x="28345" y="6319"/>
                    <a:pt x="24345" y="4153"/>
                  </a:cubicBezTo>
                  <a:cubicBezTo>
                    <a:pt x="24345" y="4153"/>
                    <a:pt x="14502" y="-3092"/>
                    <a:pt x="12153" y="1556"/>
                  </a:cubicBezTo>
                  <a:cubicBezTo>
                    <a:pt x="11136" y="3182"/>
                    <a:pt x="9739" y="7830"/>
                    <a:pt x="5739" y="10211"/>
                  </a:cubicBezTo>
                  <a:cubicBezTo>
                    <a:pt x="4659" y="11075"/>
                    <a:pt x="-1182" y="12802"/>
                    <a:pt x="214" y="17133"/>
                  </a:cubicBezTo>
                  <a:cubicBezTo>
                    <a:pt x="532" y="17672"/>
                    <a:pt x="849" y="22105"/>
                    <a:pt x="5231" y="22105"/>
                  </a:cubicBezTo>
                  <a:lnTo>
                    <a:pt x="5104" y="221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E03193B6-3D2D-E53E-7FCD-CE79B1F5F2DA}"/>
                </a:ext>
              </a:extLst>
            </p:cNvPr>
            <p:cNvSpPr/>
            <p:nvPr/>
          </p:nvSpPr>
          <p:spPr>
            <a:xfrm>
              <a:off x="10260436" y="4147919"/>
              <a:ext cx="9916" cy="8079"/>
            </a:xfrm>
            <a:custGeom>
              <a:avLst/>
              <a:gdLst>
                <a:gd name="csX0" fmla="*/ 9165 w 9916"/>
                <a:gd name="csY0" fmla="*/ 2022 h 8079"/>
                <a:gd name="csX1" fmla="*/ 2244 w 9916"/>
                <a:gd name="csY1" fmla="*/ 1152 h 8079"/>
                <a:gd name="csX2" fmla="*/ 148 w 9916"/>
                <a:gd name="csY2" fmla="*/ 5476 h 8079"/>
                <a:gd name="csX3" fmla="*/ 148 w 9916"/>
                <a:gd name="csY3" fmla="*/ 5806 h 8079"/>
                <a:gd name="csX4" fmla="*/ 7832 w 9916"/>
                <a:gd name="csY4" fmla="*/ 6994 h 8079"/>
                <a:gd name="csX5" fmla="*/ 9546 w 9916"/>
                <a:gd name="csY5" fmla="*/ 2993 h 8079"/>
                <a:gd name="csX6" fmla="*/ 9038 w 9916"/>
                <a:gd name="csY6" fmla="*/ 2022 h 8079"/>
                <a:gd name="csX7" fmla="*/ 9165 w 9916"/>
                <a:gd name="csY7" fmla="*/ 2022 h 8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16" h="8079">
                  <a:moveTo>
                    <a:pt x="9165" y="2022"/>
                  </a:moveTo>
                  <a:cubicBezTo>
                    <a:pt x="7196" y="-1877"/>
                    <a:pt x="2751" y="1044"/>
                    <a:pt x="2244" y="1152"/>
                  </a:cubicBezTo>
                  <a:cubicBezTo>
                    <a:pt x="466" y="1800"/>
                    <a:pt x="-360" y="3749"/>
                    <a:pt x="148" y="5476"/>
                  </a:cubicBezTo>
                  <a:lnTo>
                    <a:pt x="148" y="5806"/>
                  </a:lnTo>
                  <a:cubicBezTo>
                    <a:pt x="1862" y="10023"/>
                    <a:pt x="6879" y="7102"/>
                    <a:pt x="7832" y="6994"/>
                  </a:cubicBezTo>
                  <a:cubicBezTo>
                    <a:pt x="9673" y="6454"/>
                    <a:pt x="10435" y="4613"/>
                    <a:pt x="9546" y="2993"/>
                  </a:cubicBezTo>
                  <a:lnTo>
                    <a:pt x="9038" y="2022"/>
                  </a:lnTo>
                  <a:lnTo>
                    <a:pt x="9165" y="2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1932CF5B-7CD9-D707-5E0A-CAF1B9DA2B39}"/>
                </a:ext>
              </a:extLst>
            </p:cNvPr>
            <p:cNvSpPr/>
            <p:nvPr/>
          </p:nvSpPr>
          <p:spPr>
            <a:xfrm>
              <a:off x="10200095" y="4051136"/>
              <a:ext cx="48258" cy="55815"/>
            </a:xfrm>
            <a:custGeom>
              <a:avLst/>
              <a:gdLst>
                <a:gd name="csX0" fmla="*/ 862 w 48258"/>
                <a:gd name="csY0" fmla="*/ 55116 h 55815"/>
                <a:gd name="csX1" fmla="*/ 8228 w 48258"/>
                <a:gd name="csY1" fmla="*/ 49274 h 55815"/>
                <a:gd name="csX2" fmla="*/ 28675 w 48258"/>
                <a:gd name="csY2" fmla="*/ 39108 h 55815"/>
                <a:gd name="csX3" fmla="*/ 28992 w 48258"/>
                <a:gd name="csY3" fmla="*/ 38460 h 55815"/>
                <a:gd name="csX4" fmla="*/ 40485 w 48258"/>
                <a:gd name="csY4" fmla="*/ 29596 h 55815"/>
                <a:gd name="csX5" fmla="*/ 47852 w 48258"/>
                <a:gd name="csY5" fmla="*/ 16940 h 55815"/>
                <a:gd name="csX6" fmla="*/ 47598 w 48258"/>
                <a:gd name="csY6" fmla="*/ 12508 h 55815"/>
                <a:gd name="csX7" fmla="*/ 40613 w 48258"/>
                <a:gd name="csY7" fmla="*/ 14235 h 55815"/>
                <a:gd name="csX8" fmla="*/ 35406 w 48258"/>
                <a:gd name="csY8" fmla="*/ 13479 h 55815"/>
                <a:gd name="csX9" fmla="*/ 34390 w 48258"/>
                <a:gd name="csY9" fmla="*/ 12400 h 55815"/>
                <a:gd name="csX10" fmla="*/ 28167 w 48258"/>
                <a:gd name="csY10" fmla="*/ 13587 h 55815"/>
                <a:gd name="csX11" fmla="*/ 21309 w 48258"/>
                <a:gd name="csY11" fmla="*/ 9695 h 55815"/>
                <a:gd name="csX12" fmla="*/ 4354 w 48258"/>
                <a:gd name="csY12" fmla="*/ 291 h 55815"/>
                <a:gd name="csX13" fmla="*/ 417 w 48258"/>
                <a:gd name="csY13" fmla="*/ 2126 h 55815"/>
                <a:gd name="csX14" fmla="*/ 100 w 48258"/>
                <a:gd name="csY14" fmla="*/ 3643 h 55815"/>
                <a:gd name="csX15" fmla="*/ 2576 w 48258"/>
                <a:gd name="csY15" fmla="*/ 7320 h 55815"/>
                <a:gd name="csX16" fmla="*/ 3973 w 48258"/>
                <a:gd name="csY16" fmla="*/ 7536 h 55815"/>
                <a:gd name="csX17" fmla="*/ 7275 w 48258"/>
                <a:gd name="csY17" fmla="*/ 11321 h 55815"/>
                <a:gd name="csX18" fmla="*/ 6577 w 48258"/>
                <a:gd name="csY18" fmla="*/ 32187 h 55815"/>
                <a:gd name="csX19" fmla="*/ 989 w 48258"/>
                <a:gd name="csY19" fmla="*/ 55116 h 55815"/>
                <a:gd name="csX20" fmla="*/ 862 w 48258"/>
                <a:gd name="csY20" fmla="*/ 55116 h 5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48258" h="55815">
                  <a:moveTo>
                    <a:pt x="862" y="55116"/>
                  </a:moveTo>
                  <a:cubicBezTo>
                    <a:pt x="3211" y="58031"/>
                    <a:pt x="6513" y="51008"/>
                    <a:pt x="8228" y="49274"/>
                  </a:cubicBezTo>
                  <a:cubicBezTo>
                    <a:pt x="12863" y="42893"/>
                    <a:pt x="25436" y="45814"/>
                    <a:pt x="28675" y="39108"/>
                  </a:cubicBezTo>
                  <a:lnTo>
                    <a:pt x="28992" y="38460"/>
                  </a:lnTo>
                  <a:cubicBezTo>
                    <a:pt x="30960" y="34460"/>
                    <a:pt x="35088" y="32733"/>
                    <a:pt x="40485" y="29596"/>
                  </a:cubicBezTo>
                  <a:cubicBezTo>
                    <a:pt x="43851" y="27538"/>
                    <a:pt x="44486" y="25157"/>
                    <a:pt x="47852" y="16940"/>
                  </a:cubicBezTo>
                  <a:cubicBezTo>
                    <a:pt x="48487" y="15213"/>
                    <a:pt x="48360" y="13263"/>
                    <a:pt x="47598" y="12508"/>
                  </a:cubicBezTo>
                  <a:cubicBezTo>
                    <a:pt x="45693" y="10781"/>
                    <a:pt x="41248" y="13911"/>
                    <a:pt x="40613" y="14235"/>
                  </a:cubicBezTo>
                  <a:cubicBezTo>
                    <a:pt x="38962" y="15105"/>
                    <a:pt x="36549" y="14781"/>
                    <a:pt x="35406" y="13479"/>
                  </a:cubicBezTo>
                  <a:lnTo>
                    <a:pt x="34390" y="12400"/>
                  </a:lnTo>
                  <a:cubicBezTo>
                    <a:pt x="31405" y="9263"/>
                    <a:pt x="28802" y="13263"/>
                    <a:pt x="28167" y="13587"/>
                  </a:cubicBezTo>
                  <a:cubicBezTo>
                    <a:pt x="24801" y="16724"/>
                    <a:pt x="22261" y="10673"/>
                    <a:pt x="21309" y="9695"/>
                  </a:cubicBezTo>
                  <a:cubicBezTo>
                    <a:pt x="18642" y="5802"/>
                    <a:pt x="12736" y="3967"/>
                    <a:pt x="4354" y="291"/>
                  </a:cubicBezTo>
                  <a:cubicBezTo>
                    <a:pt x="2576" y="-465"/>
                    <a:pt x="862" y="291"/>
                    <a:pt x="417" y="2126"/>
                  </a:cubicBezTo>
                  <a:lnTo>
                    <a:pt x="100" y="3643"/>
                  </a:lnTo>
                  <a:cubicBezTo>
                    <a:pt x="-345" y="5370"/>
                    <a:pt x="735" y="7104"/>
                    <a:pt x="2576" y="7320"/>
                  </a:cubicBezTo>
                  <a:lnTo>
                    <a:pt x="3973" y="7536"/>
                  </a:lnTo>
                  <a:cubicBezTo>
                    <a:pt x="5815" y="7752"/>
                    <a:pt x="7339" y="9479"/>
                    <a:pt x="7275" y="11321"/>
                  </a:cubicBezTo>
                  <a:lnTo>
                    <a:pt x="6577" y="32187"/>
                  </a:lnTo>
                  <a:cubicBezTo>
                    <a:pt x="6260" y="41165"/>
                    <a:pt x="-2377" y="51116"/>
                    <a:pt x="989" y="55116"/>
                  </a:cubicBezTo>
                  <a:lnTo>
                    <a:pt x="862" y="55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522E0F8F-36FE-F7E5-D40C-D0A324634BED}"/>
                </a:ext>
              </a:extLst>
            </p:cNvPr>
            <p:cNvSpPr/>
            <p:nvPr/>
          </p:nvSpPr>
          <p:spPr>
            <a:xfrm>
              <a:off x="10221764" y="4098370"/>
              <a:ext cx="7402" cy="10101"/>
            </a:xfrm>
            <a:custGeom>
              <a:avLst/>
              <a:gdLst>
                <a:gd name="csX0" fmla="*/ 5037 w 7402"/>
                <a:gd name="csY0" fmla="*/ 91 h 10101"/>
                <a:gd name="csX1" fmla="*/ 84 w 7402"/>
                <a:gd name="csY1" fmla="*/ 8854 h 10101"/>
                <a:gd name="csX2" fmla="*/ 7323 w 7402"/>
                <a:gd name="csY2" fmla="*/ 3012 h 10101"/>
                <a:gd name="csX3" fmla="*/ 5037 w 7402"/>
                <a:gd name="csY3" fmla="*/ 91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02" h="10101">
                  <a:moveTo>
                    <a:pt x="5037" y="91"/>
                  </a:moveTo>
                  <a:cubicBezTo>
                    <a:pt x="1926" y="1069"/>
                    <a:pt x="-487" y="5609"/>
                    <a:pt x="84" y="8854"/>
                  </a:cubicBezTo>
                  <a:cubicBezTo>
                    <a:pt x="592" y="12423"/>
                    <a:pt x="7323" y="7666"/>
                    <a:pt x="7323" y="3012"/>
                  </a:cubicBezTo>
                  <a:cubicBezTo>
                    <a:pt x="7577" y="3552"/>
                    <a:pt x="7323" y="-665"/>
                    <a:pt x="5037" y="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A3BAD859-35A2-4661-5AE3-B368F72AAC67}"/>
                </a:ext>
              </a:extLst>
            </p:cNvPr>
            <p:cNvSpPr/>
            <p:nvPr/>
          </p:nvSpPr>
          <p:spPr>
            <a:xfrm>
              <a:off x="10219588" y="4086192"/>
              <a:ext cx="41332" cy="70139"/>
            </a:xfrm>
            <a:custGeom>
              <a:avLst/>
              <a:gdLst>
                <a:gd name="csX0" fmla="*/ 36043 w 41332"/>
                <a:gd name="csY0" fmla="*/ 17356 h 70139"/>
                <a:gd name="csX1" fmla="*/ 36487 w 41332"/>
                <a:gd name="csY1" fmla="*/ 17139 h 70139"/>
                <a:gd name="csX2" fmla="*/ 41250 w 41332"/>
                <a:gd name="csY2" fmla="*/ 5354 h 70139"/>
                <a:gd name="csX3" fmla="*/ 32043 w 41332"/>
                <a:gd name="csY3" fmla="*/ 160 h 70139"/>
                <a:gd name="csX4" fmla="*/ 21629 w 41332"/>
                <a:gd name="csY4" fmla="*/ 6649 h 70139"/>
                <a:gd name="csX5" fmla="*/ 21629 w 41332"/>
                <a:gd name="csY5" fmla="*/ 8269 h 70139"/>
                <a:gd name="csX6" fmla="*/ 19152 w 41332"/>
                <a:gd name="csY6" fmla="*/ 13895 h 70139"/>
                <a:gd name="csX7" fmla="*/ 16421 w 41332"/>
                <a:gd name="csY7" fmla="*/ 19845 h 70139"/>
                <a:gd name="csX8" fmla="*/ 17183 w 41332"/>
                <a:gd name="csY8" fmla="*/ 29141 h 70139"/>
                <a:gd name="csX9" fmla="*/ 15024 w 41332"/>
                <a:gd name="csY9" fmla="*/ 34437 h 70139"/>
                <a:gd name="csX10" fmla="*/ 610 w 41332"/>
                <a:gd name="csY10" fmla="*/ 40171 h 70139"/>
                <a:gd name="csX11" fmla="*/ 419 w 41332"/>
                <a:gd name="csY11" fmla="*/ 40819 h 70139"/>
                <a:gd name="csX12" fmla="*/ 7468 w 41332"/>
                <a:gd name="csY12" fmla="*/ 55094 h 70139"/>
                <a:gd name="csX13" fmla="*/ 17501 w 41332"/>
                <a:gd name="csY13" fmla="*/ 62231 h 70139"/>
                <a:gd name="csX14" fmla="*/ 17755 w 41332"/>
                <a:gd name="csY14" fmla="*/ 63203 h 70139"/>
                <a:gd name="csX15" fmla="*/ 22708 w 41332"/>
                <a:gd name="csY15" fmla="*/ 69476 h 70139"/>
                <a:gd name="csX16" fmla="*/ 31725 w 41332"/>
                <a:gd name="csY16" fmla="*/ 63311 h 70139"/>
                <a:gd name="csX17" fmla="*/ 27470 w 41332"/>
                <a:gd name="csY17" fmla="*/ 51957 h 70139"/>
                <a:gd name="csX18" fmla="*/ 31407 w 41332"/>
                <a:gd name="csY18" fmla="*/ 30767 h 70139"/>
                <a:gd name="csX19" fmla="*/ 36043 w 41332"/>
                <a:gd name="csY19" fmla="*/ 17356 h 70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1332" h="70139">
                  <a:moveTo>
                    <a:pt x="36043" y="17356"/>
                  </a:moveTo>
                  <a:lnTo>
                    <a:pt x="36487" y="17139"/>
                  </a:lnTo>
                  <a:cubicBezTo>
                    <a:pt x="40806" y="14542"/>
                    <a:pt x="40170" y="8809"/>
                    <a:pt x="41250" y="5354"/>
                  </a:cubicBezTo>
                  <a:cubicBezTo>
                    <a:pt x="42202" y="376"/>
                    <a:pt x="34646" y="1023"/>
                    <a:pt x="32043" y="160"/>
                  </a:cubicBezTo>
                  <a:cubicBezTo>
                    <a:pt x="27724" y="-704"/>
                    <a:pt x="21629" y="2001"/>
                    <a:pt x="21629" y="6649"/>
                  </a:cubicBezTo>
                  <a:lnTo>
                    <a:pt x="21629" y="8269"/>
                  </a:lnTo>
                  <a:cubicBezTo>
                    <a:pt x="21629" y="10110"/>
                    <a:pt x="20549" y="12599"/>
                    <a:pt x="19152" y="13895"/>
                  </a:cubicBezTo>
                  <a:cubicBezTo>
                    <a:pt x="19596" y="13355"/>
                    <a:pt x="16104" y="16384"/>
                    <a:pt x="16421" y="19845"/>
                  </a:cubicBezTo>
                  <a:lnTo>
                    <a:pt x="17183" y="29141"/>
                  </a:lnTo>
                  <a:cubicBezTo>
                    <a:pt x="17310" y="30983"/>
                    <a:pt x="16358" y="33357"/>
                    <a:pt x="15024" y="34437"/>
                  </a:cubicBezTo>
                  <a:cubicBezTo>
                    <a:pt x="9818" y="38768"/>
                    <a:pt x="2832" y="34437"/>
                    <a:pt x="610" y="40171"/>
                  </a:cubicBezTo>
                  <a:lnTo>
                    <a:pt x="419" y="40819"/>
                  </a:lnTo>
                  <a:cubicBezTo>
                    <a:pt x="-978" y="44603"/>
                    <a:pt x="1055" y="46445"/>
                    <a:pt x="7468" y="55094"/>
                  </a:cubicBezTo>
                  <a:cubicBezTo>
                    <a:pt x="10897" y="59742"/>
                    <a:pt x="16675" y="56935"/>
                    <a:pt x="17501" y="62231"/>
                  </a:cubicBezTo>
                  <a:lnTo>
                    <a:pt x="17755" y="63203"/>
                  </a:lnTo>
                  <a:cubicBezTo>
                    <a:pt x="18390" y="67425"/>
                    <a:pt x="22073" y="68829"/>
                    <a:pt x="22708" y="69476"/>
                  </a:cubicBezTo>
                  <a:cubicBezTo>
                    <a:pt x="26962" y="72290"/>
                    <a:pt x="29566" y="65368"/>
                    <a:pt x="31725" y="63311"/>
                  </a:cubicBezTo>
                  <a:cubicBezTo>
                    <a:pt x="34836" y="59310"/>
                    <a:pt x="29185" y="55094"/>
                    <a:pt x="27470" y="51957"/>
                  </a:cubicBezTo>
                  <a:cubicBezTo>
                    <a:pt x="23280" y="46121"/>
                    <a:pt x="28042" y="37142"/>
                    <a:pt x="31407" y="30767"/>
                  </a:cubicBezTo>
                  <a:cubicBezTo>
                    <a:pt x="34392" y="24817"/>
                    <a:pt x="31407" y="20169"/>
                    <a:pt x="36043" y="17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EB611A5-D0F9-817E-DC70-A1E81668224A}"/>
                </a:ext>
              </a:extLst>
            </p:cNvPr>
            <p:cNvSpPr/>
            <p:nvPr/>
          </p:nvSpPr>
          <p:spPr>
            <a:xfrm>
              <a:off x="10126723" y="4035079"/>
              <a:ext cx="16092" cy="11585"/>
            </a:xfrm>
            <a:custGeom>
              <a:avLst/>
              <a:gdLst>
                <a:gd name="csX0" fmla="*/ 12957 w 16092"/>
                <a:gd name="csY0" fmla="*/ 4016 h 11585"/>
                <a:gd name="csX1" fmla="*/ 66 w 16092"/>
                <a:gd name="csY1" fmla="*/ 1425 h 11585"/>
                <a:gd name="csX2" fmla="*/ 6353 w 16092"/>
                <a:gd name="csY2" fmla="*/ 11585 h 11585"/>
                <a:gd name="csX3" fmla="*/ 12766 w 16092"/>
                <a:gd name="csY3" fmla="*/ 11585 h 11585"/>
                <a:gd name="csX4" fmla="*/ 13083 w 16092"/>
                <a:gd name="csY4" fmla="*/ 4016 h 11585"/>
                <a:gd name="csX5" fmla="*/ 12957 w 16092"/>
                <a:gd name="csY5" fmla="*/ 4016 h 11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092" h="11585">
                  <a:moveTo>
                    <a:pt x="12957" y="4016"/>
                  </a:moveTo>
                  <a:cubicBezTo>
                    <a:pt x="12957" y="4016"/>
                    <a:pt x="-1077" y="-2906"/>
                    <a:pt x="66" y="1425"/>
                  </a:cubicBezTo>
                  <a:cubicBezTo>
                    <a:pt x="1527" y="4664"/>
                    <a:pt x="1145" y="11585"/>
                    <a:pt x="6353" y="11585"/>
                  </a:cubicBezTo>
                  <a:lnTo>
                    <a:pt x="12766" y="11585"/>
                  </a:lnTo>
                  <a:cubicBezTo>
                    <a:pt x="17211" y="11585"/>
                    <a:pt x="17084" y="5750"/>
                    <a:pt x="13083" y="4016"/>
                  </a:cubicBezTo>
                  <a:lnTo>
                    <a:pt x="12957" y="4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8070C796-E134-128C-0672-7B23D067FDF7}"/>
                </a:ext>
              </a:extLst>
            </p:cNvPr>
            <p:cNvSpPr/>
            <p:nvPr/>
          </p:nvSpPr>
          <p:spPr>
            <a:xfrm>
              <a:off x="10122993" y="4049934"/>
              <a:ext cx="10129" cy="10439"/>
            </a:xfrm>
            <a:custGeom>
              <a:avLst/>
              <a:gdLst>
                <a:gd name="csX0" fmla="*/ 9575 w 10129"/>
                <a:gd name="csY0" fmla="*/ 6033 h 10439"/>
                <a:gd name="csX1" fmla="*/ 3161 w 10129"/>
                <a:gd name="csY1" fmla="*/ 298 h 10439"/>
                <a:gd name="csX2" fmla="*/ 1954 w 10129"/>
                <a:gd name="csY2" fmla="*/ 6896 h 10439"/>
                <a:gd name="csX3" fmla="*/ 3732 w 10129"/>
                <a:gd name="csY3" fmla="*/ 9277 h 10439"/>
                <a:gd name="csX4" fmla="*/ 9575 w 10129"/>
                <a:gd name="csY4" fmla="*/ 6141 h 10439"/>
                <a:gd name="csX5" fmla="*/ 9575 w 10129"/>
                <a:gd name="csY5" fmla="*/ 6033 h 1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9" h="10439">
                  <a:moveTo>
                    <a:pt x="9575" y="6033"/>
                  </a:moveTo>
                  <a:cubicBezTo>
                    <a:pt x="12178" y="2032"/>
                    <a:pt x="4875" y="1277"/>
                    <a:pt x="3161" y="298"/>
                  </a:cubicBezTo>
                  <a:cubicBezTo>
                    <a:pt x="-1030" y="-1213"/>
                    <a:pt x="-650" y="3328"/>
                    <a:pt x="1954" y="6896"/>
                  </a:cubicBezTo>
                  <a:lnTo>
                    <a:pt x="3732" y="9277"/>
                  </a:lnTo>
                  <a:cubicBezTo>
                    <a:pt x="6400" y="12954"/>
                    <a:pt x="8813" y="6788"/>
                    <a:pt x="9575" y="6141"/>
                  </a:cubicBezTo>
                  <a:lnTo>
                    <a:pt x="9575" y="60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D04C63A7-9EC0-475E-9108-F8F2828ED701}"/>
                </a:ext>
              </a:extLst>
            </p:cNvPr>
            <p:cNvSpPr/>
            <p:nvPr/>
          </p:nvSpPr>
          <p:spPr>
            <a:xfrm>
              <a:off x="10118287" y="4065223"/>
              <a:ext cx="6626" cy="6538"/>
            </a:xfrm>
            <a:custGeom>
              <a:avLst/>
              <a:gdLst>
                <a:gd name="csX0" fmla="*/ 56 w 6626"/>
                <a:gd name="csY0" fmla="*/ 4695 h 6538"/>
                <a:gd name="csX1" fmla="*/ 4438 w 6626"/>
                <a:gd name="csY1" fmla="*/ 6314 h 6538"/>
                <a:gd name="csX2" fmla="*/ 6344 w 6626"/>
                <a:gd name="csY2" fmla="*/ 2530 h 6538"/>
                <a:gd name="csX3" fmla="*/ 6026 w 6626"/>
                <a:gd name="csY3" fmla="*/ 1774 h 6538"/>
                <a:gd name="csX4" fmla="*/ 56 w 6626"/>
                <a:gd name="csY4" fmla="*/ 4587 h 6538"/>
                <a:gd name="csX5" fmla="*/ 56 w 6626"/>
                <a:gd name="csY5" fmla="*/ 4695 h 6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626" h="6538">
                  <a:moveTo>
                    <a:pt x="56" y="4695"/>
                  </a:moveTo>
                  <a:cubicBezTo>
                    <a:pt x="629" y="7286"/>
                    <a:pt x="5073" y="6422"/>
                    <a:pt x="4438" y="6314"/>
                  </a:cubicBezTo>
                  <a:cubicBezTo>
                    <a:pt x="6280" y="5990"/>
                    <a:pt x="7106" y="4257"/>
                    <a:pt x="6344" y="2530"/>
                  </a:cubicBezTo>
                  <a:lnTo>
                    <a:pt x="6026" y="1774"/>
                  </a:lnTo>
                  <a:cubicBezTo>
                    <a:pt x="4311" y="-2226"/>
                    <a:pt x="-578" y="1342"/>
                    <a:pt x="56" y="4587"/>
                  </a:cubicBezTo>
                  <a:lnTo>
                    <a:pt x="56" y="46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9DCFBF5-3115-F490-915D-956D45BA1DF9}"/>
                </a:ext>
              </a:extLst>
            </p:cNvPr>
            <p:cNvSpPr/>
            <p:nvPr/>
          </p:nvSpPr>
          <p:spPr>
            <a:xfrm>
              <a:off x="10024847" y="4072558"/>
              <a:ext cx="90821" cy="109044"/>
            </a:xfrm>
            <a:custGeom>
              <a:avLst/>
              <a:gdLst>
                <a:gd name="csX0" fmla="*/ 21551 w 90821"/>
                <a:gd name="csY0" fmla="*/ 78462 h 109044"/>
                <a:gd name="csX1" fmla="*/ 3898 w 90821"/>
                <a:gd name="csY1" fmla="*/ 97170 h 109044"/>
                <a:gd name="csX2" fmla="*/ 88 w 90821"/>
                <a:gd name="csY2" fmla="*/ 107012 h 109044"/>
                <a:gd name="csX3" fmla="*/ 8470 w 90821"/>
                <a:gd name="csY3" fmla="*/ 105818 h 109044"/>
                <a:gd name="csX4" fmla="*/ 28346 w 90821"/>
                <a:gd name="csY4" fmla="*/ 90788 h 109044"/>
                <a:gd name="csX5" fmla="*/ 32600 w 90821"/>
                <a:gd name="csY5" fmla="*/ 84190 h 109044"/>
                <a:gd name="csX6" fmla="*/ 40030 w 90821"/>
                <a:gd name="csY6" fmla="*/ 80297 h 109044"/>
                <a:gd name="csX7" fmla="*/ 55016 w 90821"/>
                <a:gd name="csY7" fmla="*/ 66461 h 109044"/>
                <a:gd name="csX8" fmla="*/ 58445 w 90821"/>
                <a:gd name="csY8" fmla="*/ 56186 h 109044"/>
                <a:gd name="csX9" fmla="*/ 75209 w 90821"/>
                <a:gd name="csY9" fmla="*/ 44509 h 109044"/>
                <a:gd name="csX10" fmla="*/ 79209 w 90821"/>
                <a:gd name="csY10" fmla="*/ 37371 h 109044"/>
                <a:gd name="csX11" fmla="*/ 88861 w 90821"/>
                <a:gd name="csY11" fmla="*/ 32393 h 109044"/>
                <a:gd name="csX12" fmla="*/ 87464 w 90821"/>
                <a:gd name="csY12" fmla="*/ 15744 h 109044"/>
                <a:gd name="csX13" fmla="*/ 87972 w 90821"/>
                <a:gd name="csY13" fmla="*/ 6549 h 109044"/>
                <a:gd name="csX14" fmla="*/ 85622 w 90821"/>
                <a:gd name="csY14" fmla="*/ 1037 h 109044"/>
                <a:gd name="csX15" fmla="*/ 85178 w 90821"/>
                <a:gd name="csY15" fmla="*/ 713 h 109044"/>
                <a:gd name="csX16" fmla="*/ 81432 w 90821"/>
                <a:gd name="csY16" fmla="*/ 4821 h 109044"/>
                <a:gd name="csX17" fmla="*/ 78828 w 90821"/>
                <a:gd name="csY17" fmla="*/ 10873 h 109044"/>
                <a:gd name="csX18" fmla="*/ 77368 w 90821"/>
                <a:gd name="csY18" fmla="*/ 16931 h 109044"/>
                <a:gd name="csX19" fmla="*/ 79019 w 90821"/>
                <a:gd name="csY19" fmla="*/ 24716 h 109044"/>
                <a:gd name="csX20" fmla="*/ 76415 w 90821"/>
                <a:gd name="csY20" fmla="*/ 28932 h 109044"/>
                <a:gd name="csX21" fmla="*/ 67461 w 90821"/>
                <a:gd name="csY21" fmla="*/ 33371 h 109044"/>
                <a:gd name="csX22" fmla="*/ 33362 w 90821"/>
                <a:gd name="csY22" fmla="*/ 72728 h 109044"/>
                <a:gd name="csX23" fmla="*/ 27837 w 90821"/>
                <a:gd name="csY23" fmla="*/ 75541 h 109044"/>
                <a:gd name="csX24" fmla="*/ 21678 w 90821"/>
                <a:gd name="csY24" fmla="*/ 78354 h 109044"/>
                <a:gd name="csX25" fmla="*/ 21551 w 90821"/>
                <a:gd name="csY25" fmla="*/ 78462 h 109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0821" h="109044">
                  <a:moveTo>
                    <a:pt x="21551" y="78462"/>
                  </a:moveTo>
                  <a:lnTo>
                    <a:pt x="3898" y="97170"/>
                  </a:lnTo>
                  <a:cubicBezTo>
                    <a:pt x="659" y="100522"/>
                    <a:pt x="533" y="105602"/>
                    <a:pt x="88" y="107012"/>
                  </a:cubicBezTo>
                  <a:cubicBezTo>
                    <a:pt x="-865" y="111876"/>
                    <a:pt x="6184" y="106580"/>
                    <a:pt x="8470" y="105818"/>
                  </a:cubicBezTo>
                  <a:cubicBezTo>
                    <a:pt x="12788" y="103659"/>
                    <a:pt x="16598" y="100198"/>
                    <a:pt x="28346" y="90788"/>
                  </a:cubicBezTo>
                  <a:cubicBezTo>
                    <a:pt x="31521" y="88191"/>
                    <a:pt x="32283" y="84844"/>
                    <a:pt x="32600" y="84190"/>
                  </a:cubicBezTo>
                  <a:cubicBezTo>
                    <a:pt x="34124" y="80081"/>
                    <a:pt x="39268" y="80621"/>
                    <a:pt x="40030" y="80297"/>
                  </a:cubicBezTo>
                  <a:cubicBezTo>
                    <a:pt x="44411" y="79758"/>
                    <a:pt x="46125" y="76837"/>
                    <a:pt x="55016" y="66461"/>
                  </a:cubicBezTo>
                  <a:cubicBezTo>
                    <a:pt x="57683" y="63324"/>
                    <a:pt x="57936" y="59539"/>
                    <a:pt x="58445" y="56186"/>
                  </a:cubicBezTo>
                  <a:cubicBezTo>
                    <a:pt x="59778" y="48725"/>
                    <a:pt x="73811" y="51862"/>
                    <a:pt x="75209" y="44509"/>
                  </a:cubicBezTo>
                  <a:cubicBezTo>
                    <a:pt x="75018" y="45049"/>
                    <a:pt x="75526" y="39315"/>
                    <a:pt x="79209" y="37371"/>
                  </a:cubicBezTo>
                  <a:lnTo>
                    <a:pt x="88861" y="32393"/>
                  </a:lnTo>
                  <a:cubicBezTo>
                    <a:pt x="94195" y="29580"/>
                    <a:pt x="86893" y="23852"/>
                    <a:pt x="87464" y="15744"/>
                  </a:cubicBezTo>
                  <a:lnTo>
                    <a:pt x="87972" y="6549"/>
                  </a:lnTo>
                  <a:cubicBezTo>
                    <a:pt x="87972" y="4714"/>
                    <a:pt x="87020" y="2224"/>
                    <a:pt x="85622" y="1037"/>
                  </a:cubicBezTo>
                  <a:lnTo>
                    <a:pt x="85178" y="713"/>
                  </a:lnTo>
                  <a:cubicBezTo>
                    <a:pt x="81812" y="-2100"/>
                    <a:pt x="81749" y="4281"/>
                    <a:pt x="81432" y="4821"/>
                  </a:cubicBezTo>
                  <a:cubicBezTo>
                    <a:pt x="81050" y="6656"/>
                    <a:pt x="79908" y="9362"/>
                    <a:pt x="78828" y="10873"/>
                  </a:cubicBezTo>
                  <a:cubicBezTo>
                    <a:pt x="79019" y="10333"/>
                    <a:pt x="76733" y="13686"/>
                    <a:pt x="77368" y="16931"/>
                  </a:cubicBezTo>
                  <a:lnTo>
                    <a:pt x="79019" y="24716"/>
                  </a:lnTo>
                  <a:cubicBezTo>
                    <a:pt x="79463" y="26558"/>
                    <a:pt x="78257" y="28392"/>
                    <a:pt x="76415" y="28932"/>
                  </a:cubicBezTo>
                  <a:cubicBezTo>
                    <a:pt x="77050" y="28716"/>
                    <a:pt x="70383" y="29910"/>
                    <a:pt x="67461" y="33371"/>
                  </a:cubicBezTo>
                  <a:lnTo>
                    <a:pt x="33362" y="72728"/>
                  </a:lnTo>
                  <a:cubicBezTo>
                    <a:pt x="32029" y="74138"/>
                    <a:pt x="29552" y="75433"/>
                    <a:pt x="27837" y="75541"/>
                  </a:cubicBezTo>
                  <a:cubicBezTo>
                    <a:pt x="28346" y="75326"/>
                    <a:pt x="24028" y="75865"/>
                    <a:pt x="21678" y="78354"/>
                  </a:cubicBezTo>
                  <a:lnTo>
                    <a:pt x="21551" y="78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8A207EA9-4B4E-32D1-DB78-49EBD9EA350A}"/>
                </a:ext>
              </a:extLst>
            </p:cNvPr>
            <p:cNvSpPr/>
            <p:nvPr/>
          </p:nvSpPr>
          <p:spPr>
            <a:xfrm>
              <a:off x="10122355" y="4097946"/>
              <a:ext cx="7767" cy="6598"/>
            </a:xfrm>
            <a:custGeom>
              <a:avLst/>
              <a:gdLst>
                <a:gd name="csX0" fmla="*/ 1132 w 7767"/>
                <a:gd name="csY0" fmla="*/ 5709 h 6598"/>
                <a:gd name="csX1" fmla="*/ 6720 w 7767"/>
                <a:gd name="csY1" fmla="*/ 5385 h 6598"/>
                <a:gd name="csX2" fmla="*/ 6720 w 7767"/>
                <a:gd name="csY2" fmla="*/ 1169 h 6598"/>
                <a:gd name="csX3" fmla="*/ 6276 w 7767"/>
                <a:gd name="csY3" fmla="*/ 845 h 6598"/>
                <a:gd name="csX4" fmla="*/ 1005 w 7767"/>
                <a:gd name="csY4" fmla="*/ 1169 h 6598"/>
                <a:gd name="csX5" fmla="*/ 1132 w 7767"/>
                <a:gd name="csY5" fmla="*/ 5709 h 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67" h="6598">
                  <a:moveTo>
                    <a:pt x="1132" y="5709"/>
                  </a:moveTo>
                  <a:cubicBezTo>
                    <a:pt x="3799" y="7976"/>
                    <a:pt x="7291" y="5169"/>
                    <a:pt x="6720" y="5385"/>
                  </a:cubicBezTo>
                  <a:cubicBezTo>
                    <a:pt x="8117" y="4191"/>
                    <a:pt x="8117" y="2356"/>
                    <a:pt x="6720" y="1169"/>
                  </a:cubicBezTo>
                  <a:lnTo>
                    <a:pt x="6276" y="845"/>
                  </a:lnTo>
                  <a:cubicBezTo>
                    <a:pt x="3608" y="-1320"/>
                    <a:pt x="370" y="1385"/>
                    <a:pt x="1005" y="1169"/>
                  </a:cubicBezTo>
                  <a:cubicBezTo>
                    <a:pt x="-1472" y="3436"/>
                    <a:pt x="1450" y="6249"/>
                    <a:pt x="1132" y="5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19D1D859-4FD6-6A53-536D-29BC260DF421}"/>
                </a:ext>
              </a:extLst>
            </p:cNvPr>
            <p:cNvSpPr/>
            <p:nvPr/>
          </p:nvSpPr>
          <p:spPr>
            <a:xfrm>
              <a:off x="10013865" y="4191548"/>
              <a:ext cx="7067" cy="11962"/>
            </a:xfrm>
            <a:custGeom>
              <a:avLst/>
              <a:gdLst>
                <a:gd name="csX0" fmla="*/ 6689 w 7067"/>
                <a:gd name="csY0" fmla="*/ 5967 h 11962"/>
                <a:gd name="csX1" fmla="*/ 2116 w 7067"/>
                <a:gd name="csY1" fmla="*/ 1103 h 11962"/>
                <a:gd name="csX2" fmla="*/ 847 w 7067"/>
                <a:gd name="csY2" fmla="*/ 8672 h 11962"/>
                <a:gd name="csX3" fmla="*/ 2116 w 7067"/>
                <a:gd name="csY3" fmla="*/ 10514 h 11962"/>
                <a:gd name="csX4" fmla="*/ 6752 w 7067"/>
                <a:gd name="csY4" fmla="*/ 6075 h 11962"/>
                <a:gd name="csX5" fmla="*/ 6689 w 7067"/>
                <a:gd name="csY5" fmla="*/ 5967 h 1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67" h="11962">
                  <a:moveTo>
                    <a:pt x="6689" y="5967"/>
                  </a:moveTo>
                  <a:cubicBezTo>
                    <a:pt x="5990" y="4780"/>
                    <a:pt x="4593" y="-2790"/>
                    <a:pt x="2116" y="1103"/>
                  </a:cubicBezTo>
                  <a:cubicBezTo>
                    <a:pt x="1926" y="1643"/>
                    <a:pt x="-1566" y="5104"/>
                    <a:pt x="847" y="8672"/>
                  </a:cubicBezTo>
                  <a:lnTo>
                    <a:pt x="2116" y="10514"/>
                  </a:lnTo>
                  <a:cubicBezTo>
                    <a:pt x="4593" y="14190"/>
                    <a:pt x="8149" y="10190"/>
                    <a:pt x="6752" y="6075"/>
                  </a:cubicBezTo>
                  <a:lnTo>
                    <a:pt x="6689" y="5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35D54CAB-7D7F-438B-3D29-3CECB5C88B51}"/>
                </a:ext>
              </a:extLst>
            </p:cNvPr>
            <p:cNvSpPr/>
            <p:nvPr/>
          </p:nvSpPr>
          <p:spPr>
            <a:xfrm>
              <a:off x="10162521" y="4265932"/>
              <a:ext cx="21627" cy="9188"/>
            </a:xfrm>
            <a:custGeom>
              <a:avLst/>
              <a:gdLst>
                <a:gd name="csX0" fmla="*/ 19703 w 21627"/>
                <a:gd name="csY0" fmla="*/ 6742 h 9188"/>
                <a:gd name="csX1" fmla="*/ 19513 w 21627"/>
                <a:gd name="csY1" fmla="*/ 900 h 9188"/>
                <a:gd name="csX2" fmla="*/ 8972 w 21627"/>
                <a:gd name="csY2" fmla="*/ 468 h 9188"/>
                <a:gd name="csX3" fmla="*/ 8464 w 21627"/>
                <a:gd name="csY3" fmla="*/ 252 h 9188"/>
                <a:gd name="csX4" fmla="*/ 3384 w 21627"/>
                <a:gd name="csY4" fmla="*/ 1662 h 9188"/>
                <a:gd name="csX5" fmla="*/ 1859 w 21627"/>
                <a:gd name="csY5" fmla="*/ 8691 h 9188"/>
                <a:gd name="csX6" fmla="*/ 9226 w 21627"/>
                <a:gd name="csY6" fmla="*/ 8583 h 9188"/>
                <a:gd name="csX7" fmla="*/ 19830 w 21627"/>
                <a:gd name="csY7" fmla="*/ 6633 h 9188"/>
                <a:gd name="csX8" fmla="*/ 19703 w 21627"/>
                <a:gd name="csY8" fmla="*/ 6742 h 9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627" h="9188">
                  <a:moveTo>
                    <a:pt x="19703" y="6742"/>
                  </a:moveTo>
                  <a:cubicBezTo>
                    <a:pt x="19958" y="5878"/>
                    <a:pt x="24022" y="360"/>
                    <a:pt x="19513" y="900"/>
                  </a:cubicBezTo>
                  <a:cubicBezTo>
                    <a:pt x="16338" y="1230"/>
                    <a:pt x="12655" y="2093"/>
                    <a:pt x="8972" y="468"/>
                  </a:cubicBezTo>
                  <a:lnTo>
                    <a:pt x="8464" y="252"/>
                  </a:lnTo>
                  <a:cubicBezTo>
                    <a:pt x="6749" y="-396"/>
                    <a:pt x="4463" y="252"/>
                    <a:pt x="3384" y="1662"/>
                  </a:cubicBezTo>
                  <a:cubicBezTo>
                    <a:pt x="2622" y="3065"/>
                    <a:pt x="-2776" y="7713"/>
                    <a:pt x="1859" y="8691"/>
                  </a:cubicBezTo>
                  <a:cubicBezTo>
                    <a:pt x="2495" y="8691"/>
                    <a:pt x="5860" y="9879"/>
                    <a:pt x="9226" y="8583"/>
                  </a:cubicBezTo>
                  <a:cubicBezTo>
                    <a:pt x="13544" y="6850"/>
                    <a:pt x="17672" y="10958"/>
                    <a:pt x="19830" y="6633"/>
                  </a:cubicBezTo>
                  <a:lnTo>
                    <a:pt x="19703" y="67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66ECB20A-7AF9-4365-EA16-5B46CF7C2730}"/>
                </a:ext>
              </a:extLst>
            </p:cNvPr>
            <p:cNvSpPr/>
            <p:nvPr/>
          </p:nvSpPr>
          <p:spPr>
            <a:xfrm>
              <a:off x="10121034" y="4294871"/>
              <a:ext cx="20673" cy="10496"/>
            </a:xfrm>
            <a:custGeom>
              <a:avLst/>
              <a:gdLst>
                <a:gd name="csX0" fmla="*/ 1437 w 20673"/>
                <a:gd name="csY0" fmla="*/ 9381 h 10496"/>
                <a:gd name="csX1" fmla="*/ 3406 w 20673"/>
                <a:gd name="csY1" fmla="*/ 10029 h 10496"/>
                <a:gd name="csX2" fmla="*/ 18583 w 20673"/>
                <a:gd name="csY2" fmla="*/ 7756 h 10496"/>
                <a:gd name="csX3" fmla="*/ 19535 w 20673"/>
                <a:gd name="csY3" fmla="*/ 1920 h 10496"/>
                <a:gd name="csX4" fmla="*/ 15090 w 20673"/>
                <a:gd name="csY4" fmla="*/ 294 h 10496"/>
                <a:gd name="csX5" fmla="*/ 1247 w 20673"/>
                <a:gd name="csY5" fmla="*/ 6784 h 10496"/>
                <a:gd name="csX6" fmla="*/ 1374 w 20673"/>
                <a:gd name="csY6" fmla="*/ 9273 h 10496"/>
                <a:gd name="csX7" fmla="*/ 1437 w 20673"/>
                <a:gd name="csY7" fmla="*/ 9381 h 1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673" h="10496">
                  <a:moveTo>
                    <a:pt x="1437" y="9381"/>
                  </a:moveTo>
                  <a:lnTo>
                    <a:pt x="3406" y="10029"/>
                  </a:lnTo>
                  <a:cubicBezTo>
                    <a:pt x="7597" y="11432"/>
                    <a:pt x="12740" y="9381"/>
                    <a:pt x="18583" y="7756"/>
                  </a:cubicBezTo>
                  <a:cubicBezTo>
                    <a:pt x="22647" y="6568"/>
                    <a:pt x="19535" y="2568"/>
                    <a:pt x="19535" y="1920"/>
                  </a:cubicBezTo>
                  <a:cubicBezTo>
                    <a:pt x="18773" y="294"/>
                    <a:pt x="16741" y="-461"/>
                    <a:pt x="15090" y="294"/>
                  </a:cubicBezTo>
                  <a:lnTo>
                    <a:pt x="1247" y="6784"/>
                  </a:lnTo>
                  <a:cubicBezTo>
                    <a:pt x="-467" y="7540"/>
                    <a:pt x="-404" y="8727"/>
                    <a:pt x="1374" y="9273"/>
                  </a:cubicBezTo>
                  <a:lnTo>
                    <a:pt x="1437" y="9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43EF6926-E237-F551-CF6E-42207578816C}"/>
                </a:ext>
              </a:extLst>
            </p:cNvPr>
            <p:cNvSpPr/>
            <p:nvPr/>
          </p:nvSpPr>
          <p:spPr>
            <a:xfrm>
              <a:off x="10158507" y="4283449"/>
              <a:ext cx="8699" cy="7032"/>
            </a:xfrm>
            <a:custGeom>
              <a:avLst/>
              <a:gdLst>
                <a:gd name="csX0" fmla="*/ 2382 w 8699"/>
                <a:gd name="csY0" fmla="*/ 1010 h 7032"/>
                <a:gd name="csX1" fmla="*/ 1111 w 8699"/>
                <a:gd name="csY1" fmla="*/ 1981 h 7032"/>
                <a:gd name="csX2" fmla="*/ 6509 w 8699"/>
                <a:gd name="csY2" fmla="*/ 5880 h 7032"/>
                <a:gd name="csX3" fmla="*/ 7716 w 8699"/>
                <a:gd name="csY3" fmla="*/ 4687 h 7032"/>
                <a:gd name="csX4" fmla="*/ 2382 w 8699"/>
                <a:gd name="csY4" fmla="*/ 1010 h 7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99" h="7032">
                  <a:moveTo>
                    <a:pt x="2382" y="1010"/>
                  </a:moveTo>
                  <a:lnTo>
                    <a:pt x="1111" y="1981"/>
                  </a:lnTo>
                  <a:cubicBezTo>
                    <a:pt x="-2444" y="4795"/>
                    <a:pt x="3398" y="9119"/>
                    <a:pt x="6509" y="5880"/>
                  </a:cubicBezTo>
                  <a:lnTo>
                    <a:pt x="7716" y="4687"/>
                  </a:lnTo>
                  <a:cubicBezTo>
                    <a:pt x="10827" y="1549"/>
                    <a:pt x="5874" y="-1695"/>
                    <a:pt x="2382" y="10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0D38428-E6A1-FF8E-F346-E807F0560E87}"/>
                </a:ext>
              </a:extLst>
            </p:cNvPr>
            <p:cNvSpPr/>
            <p:nvPr/>
          </p:nvSpPr>
          <p:spPr>
            <a:xfrm>
              <a:off x="10147688" y="4256229"/>
              <a:ext cx="7031" cy="7591"/>
            </a:xfrm>
            <a:custGeom>
              <a:avLst/>
              <a:gdLst>
                <a:gd name="csX0" fmla="*/ 2089 w 7031"/>
                <a:gd name="csY0" fmla="*/ 767 h 7591"/>
                <a:gd name="csX1" fmla="*/ 1517 w 7031"/>
                <a:gd name="csY1" fmla="*/ 1306 h 7591"/>
                <a:gd name="csX2" fmla="*/ 4375 w 7031"/>
                <a:gd name="csY2" fmla="*/ 6926 h 7591"/>
                <a:gd name="csX3" fmla="*/ 5454 w 7031"/>
                <a:gd name="csY3" fmla="*/ 6171 h 7591"/>
                <a:gd name="csX4" fmla="*/ 6533 w 7031"/>
                <a:gd name="csY4" fmla="*/ 1522 h 7591"/>
                <a:gd name="csX5" fmla="*/ 6533 w 7031"/>
                <a:gd name="csY5" fmla="*/ 1306 h 7591"/>
                <a:gd name="csX6" fmla="*/ 2216 w 7031"/>
                <a:gd name="csY6" fmla="*/ 767 h 7591"/>
                <a:gd name="csX7" fmla="*/ 2089 w 7031"/>
                <a:gd name="csY7" fmla="*/ 767 h 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031" h="7591">
                  <a:moveTo>
                    <a:pt x="2089" y="767"/>
                  </a:moveTo>
                  <a:lnTo>
                    <a:pt x="1517" y="1306"/>
                  </a:lnTo>
                  <a:cubicBezTo>
                    <a:pt x="-1721" y="4335"/>
                    <a:pt x="692" y="9415"/>
                    <a:pt x="4375" y="6926"/>
                  </a:cubicBezTo>
                  <a:lnTo>
                    <a:pt x="5454" y="6171"/>
                  </a:lnTo>
                  <a:cubicBezTo>
                    <a:pt x="7042" y="5091"/>
                    <a:pt x="7486" y="3033"/>
                    <a:pt x="6533" y="1522"/>
                  </a:cubicBezTo>
                  <a:lnTo>
                    <a:pt x="6533" y="1306"/>
                  </a:lnTo>
                  <a:cubicBezTo>
                    <a:pt x="5454" y="-211"/>
                    <a:pt x="3485" y="-427"/>
                    <a:pt x="2216" y="767"/>
                  </a:cubicBezTo>
                  <a:lnTo>
                    <a:pt x="2089" y="7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A2B4A859-BDB5-A6EB-060C-5D508CE90E05}"/>
                </a:ext>
              </a:extLst>
            </p:cNvPr>
            <p:cNvSpPr/>
            <p:nvPr/>
          </p:nvSpPr>
          <p:spPr>
            <a:xfrm>
              <a:off x="6940804" y="3241039"/>
              <a:ext cx="29082" cy="50285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  <a:gd name="csX4" fmla="*/ 29083 w 29082"/>
                <a:gd name="csY4" fmla="*/ 8871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  <a:lnTo>
                    <a:pt x="29083" y="8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A5EFCF13-CA5C-4468-BB2B-0CD24D5DE85A}"/>
                </a:ext>
              </a:extLst>
            </p:cNvPr>
            <p:cNvSpPr/>
            <p:nvPr/>
          </p:nvSpPr>
          <p:spPr>
            <a:xfrm>
              <a:off x="7914131" y="3056235"/>
              <a:ext cx="641413" cy="535318"/>
            </a:xfrm>
            <a:custGeom>
              <a:avLst/>
              <a:gdLst>
                <a:gd name="csX0" fmla="*/ 290005 w 641413"/>
                <a:gd name="csY0" fmla="*/ 512572 h 535318"/>
                <a:gd name="csX1" fmla="*/ 344298 w 641413"/>
                <a:gd name="csY1" fmla="*/ 520573 h 535318"/>
                <a:gd name="csX2" fmla="*/ 362268 w 641413"/>
                <a:gd name="csY2" fmla="*/ 511492 h 535318"/>
                <a:gd name="csX3" fmla="*/ 367919 w 641413"/>
                <a:gd name="csY3" fmla="*/ 520573 h 535318"/>
                <a:gd name="csX4" fmla="*/ 384937 w 641413"/>
                <a:gd name="csY4" fmla="*/ 513652 h 535318"/>
                <a:gd name="csX5" fmla="*/ 367919 w 641413"/>
                <a:gd name="csY5" fmla="*/ 459365 h 535318"/>
                <a:gd name="csX6" fmla="*/ 355283 w 641413"/>
                <a:gd name="csY6" fmla="*/ 461747 h 535318"/>
                <a:gd name="csX7" fmla="*/ 345060 w 641413"/>
                <a:gd name="csY7" fmla="*/ 449637 h 535318"/>
                <a:gd name="csX8" fmla="*/ 349060 w 641413"/>
                <a:gd name="csY8" fmla="*/ 426060 h 535318"/>
                <a:gd name="csX9" fmla="*/ 335090 w 641413"/>
                <a:gd name="csY9" fmla="*/ 426060 h 535318"/>
                <a:gd name="csX10" fmla="*/ 320802 w 641413"/>
                <a:gd name="csY10" fmla="*/ 413519 h 535318"/>
                <a:gd name="csX11" fmla="*/ 360998 w 641413"/>
                <a:gd name="csY11" fmla="*/ 365830 h 535318"/>
                <a:gd name="csX12" fmla="*/ 373126 w 641413"/>
                <a:gd name="csY12" fmla="*/ 381724 h 535318"/>
                <a:gd name="csX13" fmla="*/ 413259 w 641413"/>
                <a:gd name="csY13" fmla="*/ 369398 h 535318"/>
                <a:gd name="csX14" fmla="*/ 429261 w 641413"/>
                <a:gd name="csY14" fmla="*/ 339661 h 535318"/>
                <a:gd name="csX15" fmla="*/ 452438 w 641413"/>
                <a:gd name="csY15" fmla="*/ 327222 h 535318"/>
                <a:gd name="csX16" fmla="*/ 471361 w 641413"/>
                <a:gd name="csY16" fmla="*/ 289916 h 535318"/>
                <a:gd name="csX17" fmla="*/ 494792 w 641413"/>
                <a:gd name="csY17" fmla="*/ 281807 h 535318"/>
                <a:gd name="csX18" fmla="*/ 490855 w 641413"/>
                <a:gd name="csY18" fmla="*/ 269043 h 535318"/>
                <a:gd name="csX19" fmla="*/ 517272 w 641413"/>
                <a:gd name="csY19" fmla="*/ 244062 h 535318"/>
                <a:gd name="csX20" fmla="*/ 512382 w 641413"/>
                <a:gd name="csY20" fmla="*/ 213138 h 535318"/>
                <a:gd name="csX21" fmla="*/ 542925 w 641413"/>
                <a:gd name="csY21" fmla="*/ 197352 h 535318"/>
                <a:gd name="csX22" fmla="*/ 539814 w 641413"/>
                <a:gd name="csY22" fmla="*/ 184480 h 535318"/>
                <a:gd name="csX23" fmla="*/ 494094 w 641413"/>
                <a:gd name="csY23" fmla="*/ 159176 h 535318"/>
                <a:gd name="csX24" fmla="*/ 502349 w 641413"/>
                <a:gd name="csY24" fmla="*/ 123819 h 535318"/>
                <a:gd name="csX25" fmla="*/ 486855 w 641413"/>
                <a:gd name="csY25" fmla="*/ 103054 h 535318"/>
                <a:gd name="csX26" fmla="*/ 504825 w 641413"/>
                <a:gd name="csY26" fmla="*/ 90729 h 535318"/>
                <a:gd name="csX27" fmla="*/ 558165 w 641413"/>
                <a:gd name="csY27" fmla="*/ 106191 h 535318"/>
                <a:gd name="csX28" fmla="*/ 599758 w 641413"/>
                <a:gd name="csY28" fmla="*/ 96025 h 535318"/>
                <a:gd name="csX29" fmla="*/ 605790 w 641413"/>
                <a:gd name="csY29" fmla="*/ 77426 h 535318"/>
                <a:gd name="csX30" fmla="*/ 641414 w 641413"/>
                <a:gd name="csY30" fmla="*/ 59366 h 535318"/>
                <a:gd name="csX31" fmla="*/ 567182 w 641413"/>
                <a:gd name="csY31" fmla="*/ 42932 h 535318"/>
                <a:gd name="csX32" fmla="*/ 563373 w 641413"/>
                <a:gd name="csY32" fmla="*/ 17304 h 535318"/>
                <a:gd name="csX33" fmla="*/ 546736 w 641413"/>
                <a:gd name="csY33" fmla="*/ 11786 h 535318"/>
                <a:gd name="csX34" fmla="*/ 543052 w 641413"/>
                <a:gd name="csY34" fmla="*/ 3245 h 535318"/>
                <a:gd name="csX35" fmla="*/ 513842 w 641413"/>
                <a:gd name="csY35" fmla="*/ 0 h 535318"/>
                <a:gd name="csX36" fmla="*/ 436309 w 641413"/>
                <a:gd name="csY36" fmla="*/ 8433 h 535318"/>
                <a:gd name="csX37" fmla="*/ 387287 w 641413"/>
                <a:gd name="csY37" fmla="*/ 40875 h 535318"/>
                <a:gd name="csX38" fmla="*/ 397447 w 641413"/>
                <a:gd name="csY38" fmla="*/ 48768 h 535318"/>
                <a:gd name="csX39" fmla="*/ 402654 w 641413"/>
                <a:gd name="csY39" fmla="*/ 76022 h 535318"/>
                <a:gd name="csX40" fmla="*/ 379603 w 641413"/>
                <a:gd name="csY40" fmla="*/ 99701 h 535318"/>
                <a:gd name="csX41" fmla="*/ 383731 w 641413"/>
                <a:gd name="csY41" fmla="*/ 113005 h 535318"/>
                <a:gd name="csX42" fmla="*/ 378079 w 641413"/>
                <a:gd name="csY42" fmla="*/ 126194 h 535318"/>
                <a:gd name="csX43" fmla="*/ 338773 w 641413"/>
                <a:gd name="csY43" fmla="*/ 120358 h 535318"/>
                <a:gd name="csX44" fmla="*/ 340297 w 641413"/>
                <a:gd name="csY44" fmla="*/ 131604 h 535318"/>
                <a:gd name="csX45" fmla="*/ 353823 w 641413"/>
                <a:gd name="csY45" fmla="*/ 149987 h 535318"/>
                <a:gd name="csX46" fmla="*/ 346266 w 641413"/>
                <a:gd name="csY46" fmla="*/ 161341 h 535318"/>
                <a:gd name="csX47" fmla="*/ 326010 w 641413"/>
                <a:gd name="csY47" fmla="*/ 161341 h 535318"/>
                <a:gd name="csX48" fmla="*/ 313119 w 641413"/>
                <a:gd name="csY48" fmla="*/ 188589 h 535318"/>
                <a:gd name="csX49" fmla="*/ 318453 w 641413"/>
                <a:gd name="csY49" fmla="*/ 210865 h 535318"/>
                <a:gd name="csX50" fmla="*/ 302451 w 641413"/>
                <a:gd name="csY50" fmla="*/ 220815 h 535318"/>
                <a:gd name="csX51" fmla="*/ 287592 w 641413"/>
                <a:gd name="csY51" fmla="*/ 210865 h 535318"/>
                <a:gd name="csX52" fmla="*/ 253174 w 641413"/>
                <a:gd name="csY52" fmla="*/ 221139 h 535318"/>
                <a:gd name="csX53" fmla="*/ 253174 w 641413"/>
                <a:gd name="csY53" fmla="*/ 235738 h 535318"/>
                <a:gd name="csX54" fmla="*/ 213106 w 641413"/>
                <a:gd name="csY54" fmla="*/ 241040 h 535318"/>
                <a:gd name="csX55" fmla="*/ 200914 w 641413"/>
                <a:gd name="csY55" fmla="*/ 294348 h 535318"/>
                <a:gd name="csX56" fmla="*/ 63437 w 641413"/>
                <a:gd name="csY56" fmla="*/ 316516 h 535318"/>
                <a:gd name="csX57" fmla="*/ 0 w 641413"/>
                <a:gd name="csY57" fmla="*/ 293484 h 535318"/>
                <a:gd name="csX58" fmla="*/ 34735 w 641413"/>
                <a:gd name="csY58" fmla="*/ 343878 h 535318"/>
                <a:gd name="csX59" fmla="*/ 69406 w 641413"/>
                <a:gd name="csY59" fmla="*/ 357937 h 535318"/>
                <a:gd name="csX60" fmla="*/ 70930 w 641413"/>
                <a:gd name="csY60" fmla="*/ 397294 h 535318"/>
                <a:gd name="csX61" fmla="*/ 90805 w 641413"/>
                <a:gd name="csY61" fmla="*/ 402705 h 535318"/>
                <a:gd name="csX62" fmla="*/ 86297 w 641413"/>
                <a:gd name="csY62" fmla="*/ 425304 h 535318"/>
                <a:gd name="csX63" fmla="*/ 56071 w 641413"/>
                <a:gd name="csY63" fmla="*/ 425304 h 535318"/>
                <a:gd name="csX64" fmla="*/ 34735 w 641413"/>
                <a:gd name="csY64" fmla="*/ 443147 h 535318"/>
                <a:gd name="csX65" fmla="*/ 28829 w 641413"/>
                <a:gd name="csY65" fmla="*/ 472561 h 535318"/>
                <a:gd name="csX66" fmla="*/ 31306 w 641413"/>
                <a:gd name="csY66" fmla="*/ 473101 h 535318"/>
                <a:gd name="csX67" fmla="*/ 34544 w 641413"/>
                <a:gd name="csY67" fmla="*/ 477749 h 535318"/>
                <a:gd name="csX68" fmla="*/ 60389 w 641413"/>
                <a:gd name="csY68" fmla="*/ 471373 h 535318"/>
                <a:gd name="csX69" fmla="*/ 100712 w 641413"/>
                <a:gd name="csY69" fmla="*/ 470287 h 535318"/>
                <a:gd name="csX70" fmla="*/ 107062 w 641413"/>
                <a:gd name="csY70" fmla="*/ 465963 h 535318"/>
                <a:gd name="csX71" fmla="*/ 118237 w 641413"/>
                <a:gd name="csY71" fmla="*/ 464560 h 535318"/>
                <a:gd name="csX72" fmla="*/ 125032 w 641413"/>
                <a:gd name="csY72" fmla="*/ 462287 h 535318"/>
                <a:gd name="csX73" fmla="*/ 125476 w 641413"/>
                <a:gd name="csY73" fmla="*/ 466071 h 535318"/>
                <a:gd name="csX74" fmla="*/ 139447 w 641413"/>
                <a:gd name="csY74" fmla="*/ 472561 h 535318"/>
                <a:gd name="csX75" fmla="*/ 147955 w 641413"/>
                <a:gd name="csY75" fmla="*/ 468344 h 535318"/>
                <a:gd name="csX76" fmla="*/ 204026 w 641413"/>
                <a:gd name="csY76" fmla="*/ 461531 h 535318"/>
                <a:gd name="csX77" fmla="*/ 211646 w 641413"/>
                <a:gd name="csY77" fmla="*/ 459150 h 535318"/>
                <a:gd name="csX78" fmla="*/ 220917 w 641413"/>
                <a:gd name="csY78" fmla="*/ 475698 h 535318"/>
                <a:gd name="csX79" fmla="*/ 222759 w 641413"/>
                <a:gd name="csY79" fmla="*/ 487699 h 535318"/>
                <a:gd name="csX80" fmla="*/ 238125 w 641413"/>
                <a:gd name="csY80" fmla="*/ 494189 h 535318"/>
                <a:gd name="csX81" fmla="*/ 249048 w 641413"/>
                <a:gd name="csY81" fmla="*/ 516572 h 535318"/>
                <a:gd name="csX82" fmla="*/ 255461 w 641413"/>
                <a:gd name="csY82" fmla="*/ 517652 h 535318"/>
                <a:gd name="csX83" fmla="*/ 252857 w 641413"/>
                <a:gd name="csY83" fmla="*/ 524789 h 535318"/>
                <a:gd name="csX84" fmla="*/ 261620 w 641413"/>
                <a:gd name="csY84" fmla="*/ 525653 h 535318"/>
                <a:gd name="csX85" fmla="*/ 267145 w 641413"/>
                <a:gd name="csY85" fmla="*/ 522954 h 535318"/>
                <a:gd name="csX86" fmla="*/ 270066 w 641413"/>
                <a:gd name="csY86" fmla="*/ 532143 h 535318"/>
                <a:gd name="csX87" fmla="*/ 282067 w 641413"/>
                <a:gd name="csY87" fmla="*/ 533768 h 535318"/>
                <a:gd name="csX88" fmla="*/ 288925 w 641413"/>
                <a:gd name="csY88" fmla="*/ 529222 h 535318"/>
                <a:gd name="csX89" fmla="*/ 289561 w 641413"/>
                <a:gd name="csY89" fmla="*/ 529222 h 535318"/>
                <a:gd name="csX90" fmla="*/ 289561 w 641413"/>
                <a:gd name="csY90" fmla="*/ 512788 h 535318"/>
                <a:gd name="csX91" fmla="*/ 290005 w 641413"/>
                <a:gd name="csY91" fmla="*/ 512572 h 535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641413" h="535318">
                  <a:moveTo>
                    <a:pt x="290005" y="512572"/>
                  </a:moveTo>
                  <a:lnTo>
                    <a:pt x="344298" y="520573"/>
                  </a:lnTo>
                  <a:lnTo>
                    <a:pt x="362268" y="511492"/>
                  </a:lnTo>
                  <a:lnTo>
                    <a:pt x="367919" y="520573"/>
                  </a:lnTo>
                  <a:lnTo>
                    <a:pt x="384937" y="513652"/>
                  </a:lnTo>
                  <a:lnTo>
                    <a:pt x="367919" y="459365"/>
                  </a:lnTo>
                  <a:lnTo>
                    <a:pt x="355283" y="461747"/>
                  </a:lnTo>
                  <a:lnTo>
                    <a:pt x="345060" y="449637"/>
                  </a:lnTo>
                  <a:lnTo>
                    <a:pt x="349060" y="426060"/>
                  </a:lnTo>
                  <a:lnTo>
                    <a:pt x="335090" y="426060"/>
                  </a:lnTo>
                  <a:lnTo>
                    <a:pt x="320802" y="413519"/>
                  </a:lnTo>
                  <a:lnTo>
                    <a:pt x="360998" y="365830"/>
                  </a:lnTo>
                  <a:lnTo>
                    <a:pt x="373126" y="381724"/>
                  </a:lnTo>
                  <a:lnTo>
                    <a:pt x="413259" y="369398"/>
                  </a:lnTo>
                  <a:lnTo>
                    <a:pt x="429261" y="339661"/>
                  </a:lnTo>
                  <a:lnTo>
                    <a:pt x="452438" y="327222"/>
                  </a:lnTo>
                  <a:lnTo>
                    <a:pt x="471361" y="289916"/>
                  </a:lnTo>
                  <a:lnTo>
                    <a:pt x="494792" y="281807"/>
                  </a:lnTo>
                  <a:lnTo>
                    <a:pt x="490855" y="269043"/>
                  </a:lnTo>
                  <a:lnTo>
                    <a:pt x="517272" y="244062"/>
                  </a:lnTo>
                  <a:lnTo>
                    <a:pt x="512382" y="213138"/>
                  </a:lnTo>
                  <a:lnTo>
                    <a:pt x="542925" y="197352"/>
                  </a:lnTo>
                  <a:lnTo>
                    <a:pt x="539814" y="184480"/>
                  </a:lnTo>
                  <a:lnTo>
                    <a:pt x="494094" y="159176"/>
                  </a:lnTo>
                  <a:lnTo>
                    <a:pt x="502349" y="123819"/>
                  </a:lnTo>
                  <a:lnTo>
                    <a:pt x="486855" y="103054"/>
                  </a:lnTo>
                  <a:lnTo>
                    <a:pt x="504825" y="90729"/>
                  </a:lnTo>
                  <a:lnTo>
                    <a:pt x="558165" y="106191"/>
                  </a:lnTo>
                  <a:lnTo>
                    <a:pt x="599758" y="96025"/>
                  </a:lnTo>
                  <a:lnTo>
                    <a:pt x="605790" y="77426"/>
                  </a:lnTo>
                  <a:lnTo>
                    <a:pt x="641414" y="59366"/>
                  </a:lnTo>
                  <a:lnTo>
                    <a:pt x="567182" y="42932"/>
                  </a:lnTo>
                  <a:lnTo>
                    <a:pt x="563373" y="17304"/>
                  </a:lnTo>
                  <a:lnTo>
                    <a:pt x="546736" y="11786"/>
                  </a:lnTo>
                  <a:lnTo>
                    <a:pt x="543052" y="3245"/>
                  </a:lnTo>
                  <a:lnTo>
                    <a:pt x="513842" y="0"/>
                  </a:lnTo>
                  <a:lnTo>
                    <a:pt x="436309" y="8433"/>
                  </a:lnTo>
                  <a:lnTo>
                    <a:pt x="387287" y="40875"/>
                  </a:lnTo>
                  <a:lnTo>
                    <a:pt x="397447" y="48768"/>
                  </a:lnTo>
                  <a:lnTo>
                    <a:pt x="402654" y="76022"/>
                  </a:lnTo>
                  <a:lnTo>
                    <a:pt x="379603" y="99701"/>
                  </a:lnTo>
                  <a:lnTo>
                    <a:pt x="383731" y="113005"/>
                  </a:lnTo>
                  <a:lnTo>
                    <a:pt x="378079" y="126194"/>
                  </a:lnTo>
                  <a:lnTo>
                    <a:pt x="338773" y="120358"/>
                  </a:lnTo>
                  <a:lnTo>
                    <a:pt x="340297" y="131604"/>
                  </a:lnTo>
                  <a:lnTo>
                    <a:pt x="353823" y="149987"/>
                  </a:lnTo>
                  <a:lnTo>
                    <a:pt x="346266" y="161341"/>
                  </a:lnTo>
                  <a:lnTo>
                    <a:pt x="326010" y="161341"/>
                  </a:lnTo>
                  <a:lnTo>
                    <a:pt x="313119" y="188589"/>
                  </a:lnTo>
                  <a:lnTo>
                    <a:pt x="318453" y="210865"/>
                  </a:lnTo>
                  <a:lnTo>
                    <a:pt x="302451" y="220815"/>
                  </a:lnTo>
                  <a:lnTo>
                    <a:pt x="287592" y="210865"/>
                  </a:lnTo>
                  <a:lnTo>
                    <a:pt x="253174" y="221139"/>
                  </a:lnTo>
                  <a:lnTo>
                    <a:pt x="253174" y="235738"/>
                  </a:lnTo>
                  <a:lnTo>
                    <a:pt x="213106" y="241040"/>
                  </a:lnTo>
                  <a:lnTo>
                    <a:pt x="200914" y="294348"/>
                  </a:lnTo>
                  <a:lnTo>
                    <a:pt x="63437" y="316516"/>
                  </a:lnTo>
                  <a:lnTo>
                    <a:pt x="0" y="293484"/>
                  </a:lnTo>
                  <a:lnTo>
                    <a:pt x="34735" y="343878"/>
                  </a:lnTo>
                  <a:lnTo>
                    <a:pt x="69406" y="357937"/>
                  </a:lnTo>
                  <a:lnTo>
                    <a:pt x="70930" y="397294"/>
                  </a:lnTo>
                  <a:lnTo>
                    <a:pt x="90805" y="402705"/>
                  </a:lnTo>
                  <a:lnTo>
                    <a:pt x="86297" y="425304"/>
                  </a:lnTo>
                  <a:lnTo>
                    <a:pt x="56071" y="425304"/>
                  </a:lnTo>
                  <a:lnTo>
                    <a:pt x="34735" y="443147"/>
                  </a:lnTo>
                  <a:lnTo>
                    <a:pt x="28829" y="472561"/>
                  </a:lnTo>
                  <a:cubicBezTo>
                    <a:pt x="30417" y="472561"/>
                    <a:pt x="31624" y="473208"/>
                    <a:pt x="31306" y="473101"/>
                  </a:cubicBezTo>
                  <a:cubicBezTo>
                    <a:pt x="34544" y="474180"/>
                    <a:pt x="34735" y="478288"/>
                    <a:pt x="34544" y="477749"/>
                  </a:cubicBezTo>
                  <a:cubicBezTo>
                    <a:pt x="34672" y="485210"/>
                    <a:pt x="50547" y="470935"/>
                    <a:pt x="60389" y="471373"/>
                  </a:cubicBezTo>
                  <a:cubicBezTo>
                    <a:pt x="97346" y="472992"/>
                    <a:pt x="98172" y="474072"/>
                    <a:pt x="100712" y="470287"/>
                  </a:cubicBezTo>
                  <a:cubicBezTo>
                    <a:pt x="101347" y="469748"/>
                    <a:pt x="102870" y="465531"/>
                    <a:pt x="107062" y="465963"/>
                  </a:cubicBezTo>
                  <a:cubicBezTo>
                    <a:pt x="110872" y="465963"/>
                    <a:pt x="118237" y="468560"/>
                    <a:pt x="118237" y="464560"/>
                  </a:cubicBezTo>
                  <a:cubicBezTo>
                    <a:pt x="118237" y="460991"/>
                    <a:pt x="125667" y="462178"/>
                    <a:pt x="125032" y="462287"/>
                  </a:cubicBezTo>
                  <a:cubicBezTo>
                    <a:pt x="129032" y="462502"/>
                    <a:pt x="125223" y="466719"/>
                    <a:pt x="125476" y="466071"/>
                  </a:cubicBezTo>
                  <a:cubicBezTo>
                    <a:pt x="121984" y="470395"/>
                    <a:pt x="132271" y="470179"/>
                    <a:pt x="139447" y="472561"/>
                  </a:cubicBezTo>
                  <a:cubicBezTo>
                    <a:pt x="144209" y="473748"/>
                    <a:pt x="142875" y="468668"/>
                    <a:pt x="147955" y="468344"/>
                  </a:cubicBezTo>
                  <a:cubicBezTo>
                    <a:pt x="216789" y="463366"/>
                    <a:pt x="206439" y="465207"/>
                    <a:pt x="204026" y="461531"/>
                  </a:cubicBezTo>
                  <a:cubicBezTo>
                    <a:pt x="200025" y="458825"/>
                    <a:pt x="208915" y="455473"/>
                    <a:pt x="211646" y="459150"/>
                  </a:cubicBezTo>
                  <a:cubicBezTo>
                    <a:pt x="218631" y="468776"/>
                    <a:pt x="221362" y="471373"/>
                    <a:pt x="220917" y="475698"/>
                  </a:cubicBezTo>
                  <a:cubicBezTo>
                    <a:pt x="220917" y="479698"/>
                    <a:pt x="217805" y="486512"/>
                    <a:pt x="222759" y="487699"/>
                  </a:cubicBezTo>
                  <a:cubicBezTo>
                    <a:pt x="233363" y="490188"/>
                    <a:pt x="236728" y="490296"/>
                    <a:pt x="238125" y="494189"/>
                  </a:cubicBezTo>
                  <a:cubicBezTo>
                    <a:pt x="244729" y="514083"/>
                    <a:pt x="244602" y="517220"/>
                    <a:pt x="249048" y="516572"/>
                  </a:cubicBezTo>
                  <a:cubicBezTo>
                    <a:pt x="250699" y="516572"/>
                    <a:pt x="258890" y="514191"/>
                    <a:pt x="255461" y="517652"/>
                  </a:cubicBezTo>
                  <a:cubicBezTo>
                    <a:pt x="254699" y="518846"/>
                    <a:pt x="248666" y="522631"/>
                    <a:pt x="252857" y="524789"/>
                  </a:cubicBezTo>
                  <a:cubicBezTo>
                    <a:pt x="254127" y="525113"/>
                    <a:pt x="258509" y="529006"/>
                    <a:pt x="261620" y="525653"/>
                  </a:cubicBezTo>
                  <a:cubicBezTo>
                    <a:pt x="262699" y="524789"/>
                    <a:pt x="267272" y="518192"/>
                    <a:pt x="267145" y="522954"/>
                  </a:cubicBezTo>
                  <a:cubicBezTo>
                    <a:pt x="267336" y="524573"/>
                    <a:pt x="265748" y="530308"/>
                    <a:pt x="270066" y="532143"/>
                  </a:cubicBezTo>
                  <a:cubicBezTo>
                    <a:pt x="273622" y="533114"/>
                    <a:pt x="278956" y="537661"/>
                    <a:pt x="282067" y="533768"/>
                  </a:cubicBezTo>
                  <a:cubicBezTo>
                    <a:pt x="282639" y="533222"/>
                    <a:pt x="284544" y="529437"/>
                    <a:pt x="288925" y="529222"/>
                  </a:cubicBezTo>
                  <a:lnTo>
                    <a:pt x="289561" y="529222"/>
                  </a:lnTo>
                  <a:lnTo>
                    <a:pt x="289561" y="512788"/>
                  </a:lnTo>
                  <a:lnTo>
                    <a:pt x="290005" y="512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AD212DA7-AB16-5769-5453-513A7E74E4F9}"/>
                </a:ext>
              </a:extLst>
            </p:cNvPr>
            <p:cNvSpPr/>
            <p:nvPr/>
          </p:nvSpPr>
          <p:spPr>
            <a:xfrm>
              <a:off x="7731252" y="3485381"/>
              <a:ext cx="20308" cy="39522"/>
            </a:xfrm>
            <a:custGeom>
              <a:avLst/>
              <a:gdLst>
                <a:gd name="csX0" fmla="*/ 15049 w 20308"/>
                <a:gd name="csY0" fmla="*/ 21031 h 39522"/>
                <a:gd name="csX1" fmla="*/ 18605 w 20308"/>
                <a:gd name="csY1" fmla="*/ 2540 h 39522"/>
                <a:gd name="csX2" fmla="*/ 11684 w 20308"/>
                <a:gd name="csY2" fmla="*/ 1568 h 39522"/>
                <a:gd name="csX3" fmla="*/ 0 w 20308"/>
                <a:gd name="csY3" fmla="*/ 20923 h 39522"/>
                <a:gd name="csX4" fmla="*/ 15367 w 20308"/>
                <a:gd name="csY4" fmla="*/ 39522 h 39522"/>
                <a:gd name="csX5" fmla="*/ 15113 w 20308"/>
                <a:gd name="csY5" fmla="*/ 21139 h 39522"/>
                <a:gd name="csX6" fmla="*/ 15049 w 20308"/>
                <a:gd name="csY6" fmla="*/ 21031 h 39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308" h="39522">
                  <a:moveTo>
                    <a:pt x="15049" y="21031"/>
                  </a:moveTo>
                  <a:cubicBezTo>
                    <a:pt x="20003" y="7728"/>
                    <a:pt x="22034" y="5029"/>
                    <a:pt x="18605" y="2540"/>
                  </a:cubicBezTo>
                  <a:cubicBezTo>
                    <a:pt x="17843" y="2216"/>
                    <a:pt x="13970" y="-2324"/>
                    <a:pt x="11684" y="1568"/>
                  </a:cubicBezTo>
                  <a:cubicBezTo>
                    <a:pt x="5080" y="12706"/>
                    <a:pt x="2477" y="17678"/>
                    <a:pt x="0" y="20923"/>
                  </a:cubicBezTo>
                  <a:lnTo>
                    <a:pt x="15367" y="39522"/>
                  </a:lnTo>
                  <a:cubicBezTo>
                    <a:pt x="13970" y="26219"/>
                    <a:pt x="13970" y="24276"/>
                    <a:pt x="15113" y="21139"/>
                  </a:cubicBezTo>
                  <a:lnTo>
                    <a:pt x="15049" y="21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6E6C47F-04C4-4AC7-2F1B-9BB36FE7435D}"/>
                </a:ext>
              </a:extLst>
            </p:cNvPr>
            <p:cNvSpPr/>
            <p:nvPr/>
          </p:nvSpPr>
          <p:spPr>
            <a:xfrm>
              <a:off x="7831319" y="3707742"/>
              <a:ext cx="12521" cy="22343"/>
            </a:xfrm>
            <a:custGeom>
              <a:avLst/>
              <a:gdLst>
                <a:gd name="csX0" fmla="*/ 9471 w 12521"/>
                <a:gd name="csY0" fmla="*/ 994 h 22343"/>
                <a:gd name="csX1" fmla="*/ 9 w 12521"/>
                <a:gd name="csY1" fmla="*/ 15593 h 22343"/>
                <a:gd name="csX2" fmla="*/ 2930 w 12521"/>
                <a:gd name="csY2" fmla="*/ 21435 h 22343"/>
                <a:gd name="csX3" fmla="*/ 4899 w 12521"/>
                <a:gd name="csY3" fmla="*/ 19270 h 22343"/>
                <a:gd name="csX4" fmla="*/ 10232 w 12521"/>
                <a:gd name="csY4" fmla="*/ 9973 h 22343"/>
                <a:gd name="csX5" fmla="*/ 10423 w 12521"/>
                <a:gd name="csY5" fmla="*/ 9973 h 22343"/>
                <a:gd name="csX6" fmla="*/ 9471 w 12521"/>
                <a:gd name="csY6" fmla="*/ 994 h 2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21" h="22343">
                  <a:moveTo>
                    <a:pt x="9471" y="994"/>
                  </a:moveTo>
                  <a:cubicBezTo>
                    <a:pt x="7819" y="4024"/>
                    <a:pt x="-309" y="10405"/>
                    <a:pt x="9" y="15593"/>
                  </a:cubicBezTo>
                  <a:cubicBezTo>
                    <a:pt x="326" y="17003"/>
                    <a:pt x="-309" y="25004"/>
                    <a:pt x="2930" y="21435"/>
                  </a:cubicBezTo>
                  <a:lnTo>
                    <a:pt x="4899" y="19270"/>
                  </a:lnTo>
                  <a:cubicBezTo>
                    <a:pt x="8137" y="15593"/>
                    <a:pt x="6105" y="12564"/>
                    <a:pt x="10232" y="9973"/>
                  </a:cubicBezTo>
                  <a:lnTo>
                    <a:pt x="10423" y="9973"/>
                  </a:lnTo>
                  <a:cubicBezTo>
                    <a:pt x="14550" y="7160"/>
                    <a:pt x="11693" y="-3222"/>
                    <a:pt x="9471" y="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74A430BD-1081-93DF-6192-DF01CDDD2F04}"/>
                </a:ext>
              </a:extLst>
            </p:cNvPr>
            <p:cNvSpPr/>
            <p:nvPr/>
          </p:nvSpPr>
          <p:spPr>
            <a:xfrm>
              <a:off x="7575931" y="3547179"/>
              <a:ext cx="299910" cy="320306"/>
            </a:xfrm>
            <a:custGeom>
              <a:avLst/>
              <a:gdLst>
                <a:gd name="csX0" fmla="*/ 78549 w 299910"/>
                <a:gd name="csY0" fmla="*/ 309708 h 320306"/>
                <a:gd name="csX1" fmla="*/ 89090 w 299910"/>
                <a:gd name="csY1" fmla="*/ 304514 h 320306"/>
                <a:gd name="csX2" fmla="*/ 109283 w 299910"/>
                <a:gd name="csY2" fmla="*/ 305378 h 320306"/>
                <a:gd name="csX3" fmla="*/ 125349 w 299910"/>
                <a:gd name="csY3" fmla="*/ 300729 h 320306"/>
                <a:gd name="csX4" fmla="*/ 129984 w 299910"/>
                <a:gd name="csY4" fmla="*/ 293160 h 320306"/>
                <a:gd name="csX5" fmla="*/ 129095 w 299910"/>
                <a:gd name="csY5" fmla="*/ 288080 h 320306"/>
                <a:gd name="csX6" fmla="*/ 128460 w 299910"/>
                <a:gd name="csY6" fmla="*/ 283102 h 320306"/>
                <a:gd name="csX7" fmla="*/ 139953 w 299910"/>
                <a:gd name="csY7" fmla="*/ 270777 h 320306"/>
                <a:gd name="csX8" fmla="*/ 165925 w 299910"/>
                <a:gd name="csY8" fmla="*/ 268395 h 320306"/>
                <a:gd name="csX9" fmla="*/ 176720 w 299910"/>
                <a:gd name="csY9" fmla="*/ 259639 h 320306"/>
                <a:gd name="csX10" fmla="*/ 180721 w 299910"/>
                <a:gd name="csY10" fmla="*/ 244932 h 320306"/>
                <a:gd name="csX11" fmla="*/ 187261 w 299910"/>
                <a:gd name="csY11" fmla="*/ 236499 h 320306"/>
                <a:gd name="csX12" fmla="*/ 221742 w 299910"/>
                <a:gd name="csY12" fmla="*/ 228276 h 320306"/>
                <a:gd name="csX13" fmla="*/ 224599 w 299910"/>
                <a:gd name="csY13" fmla="*/ 224384 h 320306"/>
                <a:gd name="csX14" fmla="*/ 221742 w 299910"/>
                <a:gd name="csY14" fmla="*/ 194862 h 320306"/>
                <a:gd name="csX15" fmla="*/ 224980 w 299910"/>
                <a:gd name="csY15" fmla="*/ 187941 h 320306"/>
                <a:gd name="csX16" fmla="*/ 226504 w 299910"/>
                <a:gd name="csY16" fmla="*/ 180156 h 320306"/>
                <a:gd name="csX17" fmla="*/ 230949 w 299910"/>
                <a:gd name="csY17" fmla="*/ 173780 h 320306"/>
                <a:gd name="csX18" fmla="*/ 234950 w 299910"/>
                <a:gd name="csY18" fmla="*/ 166751 h 320306"/>
                <a:gd name="csX19" fmla="*/ 240347 w 299910"/>
                <a:gd name="csY19" fmla="*/ 162420 h 320306"/>
                <a:gd name="csX20" fmla="*/ 243839 w 299910"/>
                <a:gd name="csY20" fmla="*/ 172695 h 320306"/>
                <a:gd name="csX21" fmla="*/ 246951 w 299910"/>
                <a:gd name="csY21" fmla="*/ 172695 h 320306"/>
                <a:gd name="csX22" fmla="*/ 265239 w 299910"/>
                <a:gd name="csY22" fmla="*/ 145015 h 320306"/>
                <a:gd name="csX23" fmla="*/ 283019 w 299910"/>
                <a:gd name="csY23" fmla="*/ 128143 h 320306"/>
                <a:gd name="csX24" fmla="*/ 299910 w 299910"/>
                <a:gd name="csY24" fmla="*/ 96348 h 320306"/>
                <a:gd name="csX25" fmla="*/ 296545 w 299910"/>
                <a:gd name="csY25" fmla="*/ 87268 h 320306"/>
                <a:gd name="csX26" fmla="*/ 285496 w 299910"/>
                <a:gd name="csY26" fmla="*/ 83052 h 320306"/>
                <a:gd name="csX27" fmla="*/ 241808 w 299910"/>
                <a:gd name="csY27" fmla="*/ 44336 h 320306"/>
                <a:gd name="csX28" fmla="*/ 199326 w 299910"/>
                <a:gd name="csY28" fmla="*/ 30931 h 320306"/>
                <a:gd name="csX29" fmla="*/ 173038 w 299910"/>
                <a:gd name="csY29" fmla="*/ 0 h 320306"/>
                <a:gd name="csX30" fmla="*/ 148462 w 299910"/>
                <a:gd name="csY30" fmla="*/ 1625 h 320306"/>
                <a:gd name="csX31" fmla="*/ 148082 w 299910"/>
                <a:gd name="csY31" fmla="*/ 19463 h 320306"/>
                <a:gd name="csX32" fmla="*/ 157670 w 299910"/>
                <a:gd name="csY32" fmla="*/ 20548 h 320306"/>
                <a:gd name="csX33" fmla="*/ 159956 w 299910"/>
                <a:gd name="csY33" fmla="*/ 38932 h 320306"/>
                <a:gd name="csX34" fmla="*/ 139700 w 299910"/>
                <a:gd name="csY34" fmla="*/ 42824 h 320306"/>
                <a:gd name="csX35" fmla="*/ 125222 w 299910"/>
                <a:gd name="csY35" fmla="*/ 88455 h 320306"/>
                <a:gd name="csX36" fmla="*/ 143065 w 299910"/>
                <a:gd name="csY36" fmla="*/ 116033 h 320306"/>
                <a:gd name="csX37" fmla="*/ 118046 w 299910"/>
                <a:gd name="csY37" fmla="*/ 193135 h 320306"/>
                <a:gd name="csX38" fmla="*/ 0 w 299910"/>
                <a:gd name="csY38" fmla="*/ 233470 h 320306"/>
                <a:gd name="csX39" fmla="*/ 45783 w 299910"/>
                <a:gd name="csY39" fmla="*/ 320306 h 320306"/>
                <a:gd name="csX40" fmla="*/ 70993 w 299910"/>
                <a:gd name="csY40" fmla="*/ 311543 h 320306"/>
                <a:gd name="csX41" fmla="*/ 78803 w 299910"/>
                <a:gd name="csY41" fmla="*/ 309708 h 320306"/>
                <a:gd name="csX42" fmla="*/ 78549 w 299910"/>
                <a:gd name="csY42" fmla="*/ 309708 h 320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99910" h="320306">
                  <a:moveTo>
                    <a:pt x="78549" y="309708"/>
                  </a:moveTo>
                  <a:cubicBezTo>
                    <a:pt x="83565" y="309925"/>
                    <a:pt x="83947" y="304730"/>
                    <a:pt x="89090" y="304514"/>
                  </a:cubicBezTo>
                  <a:cubicBezTo>
                    <a:pt x="103568" y="303759"/>
                    <a:pt x="106616" y="303111"/>
                    <a:pt x="109283" y="305378"/>
                  </a:cubicBezTo>
                  <a:cubicBezTo>
                    <a:pt x="112522" y="308299"/>
                    <a:pt x="123062" y="304406"/>
                    <a:pt x="125349" y="300729"/>
                  </a:cubicBezTo>
                  <a:lnTo>
                    <a:pt x="129984" y="293160"/>
                  </a:lnTo>
                  <a:cubicBezTo>
                    <a:pt x="131699" y="290347"/>
                    <a:pt x="128777" y="287432"/>
                    <a:pt x="129095" y="288080"/>
                  </a:cubicBezTo>
                  <a:cubicBezTo>
                    <a:pt x="127698" y="286886"/>
                    <a:pt x="127381" y="284619"/>
                    <a:pt x="128460" y="283102"/>
                  </a:cubicBezTo>
                  <a:cubicBezTo>
                    <a:pt x="133223" y="276180"/>
                    <a:pt x="135382" y="271208"/>
                    <a:pt x="139953" y="270777"/>
                  </a:cubicBezTo>
                  <a:lnTo>
                    <a:pt x="165925" y="268395"/>
                  </a:lnTo>
                  <a:cubicBezTo>
                    <a:pt x="171196" y="267856"/>
                    <a:pt x="177292" y="258991"/>
                    <a:pt x="176720" y="259639"/>
                  </a:cubicBezTo>
                  <a:cubicBezTo>
                    <a:pt x="180212" y="255746"/>
                    <a:pt x="180721" y="244392"/>
                    <a:pt x="180721" y="244932"/>
                  </a:cubicBezTo>
                  <a:cubicBezTo>
                    <a:pt x="181419" y="240284"/>
                    <a:pt x="187769" y="235845"/>
                    <a:pt x="187261" y="236499"/>
                  </a:cubicBezTo>
                  <a:cubicBezTo>
                    <a:pt x="191579" y="232714"/>
                    <a:pt x="222440" y="228168"/>
                    <a:pt x="221742" y="228276"/>
                  </a:cubicBezTo>
                  <a:cubicBezTo>
                    <a:pt x="223583" y="227952"/>
                    <a:pt x="224789" y="226117"/>
                    <a:pt x="224599" y="224384"/>
                  </a:cubicBezTo>
                  <a:cubicBezTo>
                    <a:pt x="220980" y="202755"/>
                    <a:pt x="219710" y="198971"/>
                    <a:pt x="221742" y="194862"/>
                  </a:cubicBezTo>
                  <a:lnTo>
                    <a:pt x="224980" y="187941"/>
                  </a:lnTo>
                  <a:cubicBezTo>
                    <a:pt x="226758" y="184480"/>
                    <a:pt x="226504" y="179616"/>
                    <a:pt x="226504" y="180156"/>
                  </a:cubicBezTo>
                  <a:cubicBezTo>
                    <a:pt x="226504" y="176155"/>
                    <a:pt x="231521" y="173234"/>
                    <a:pt x="230949" y="173780"/>
                  </a:cubicBezTo>
                  <a:cubicBezTo>
                    <a:pt x="234314" y="171507"/>
                    <a:pt x="235203" y="166205"/>
                    <a:pt x="234950" y="166751"/>
                  </a:cubicBezTo>
                  <a:cubicBezTo>
                    <a:pt x="235965" y="162966"/>
                    <a:pt x="241046" y="162204"/>
                    <a:pt x="240347" y="162420"/>
                  </a:cubicBezTo>
                  <a:cubicBezTo>
                    <a:pt x="247078" y="161017"/>
                    <a:pt x="237045" y="172910"/>
                    <a:pt x="243839" y="172695"/>
                  </a:cubicBezTo>
                  <a:lnTo>
                    <a:pt x="246951" y="172695"/>
                  </a:lnTo>
                  <a:cubicBezTo>
                    <a:pt x="254635" y="172479"/>
                    <a:pt x="257238" y="152044"/>
                    <a:pt x="265239" y="145015"/>
                  </a:cubicBezTo>
                  <a:cubicBezTo>
                    <a:pt x="278447" y="133553"/>
                    <a:pt x="280733" y="131928"/>
                    <a:pt x="283019" y="128143"/>
                  </a:cubicBezTo>
                  <a:cubicBezTo>
                    <a:pt x="298513" y="101974"/>
                    <a:pt x="299910" y="100895"/>
                    <a:pt x="299910" y="96348"/>
                  </a:cubicBezTo>
                  <a:cubicBezTo>
                    <a:pt x="299465" y="94189"/>
                    <a:pt x="301307" y="88131"/>
                    <a:pt x="296545" y="87268"/>
                  </a:cubicBezTo>
                  <a:cubicBezTo>
                    <a:pt x="293814" y="86512"/>
                    <a:pt x="288544" y="86836"/>
                    <a:pt x="285496" y="83052"/>
                  </a:cubicBezTo>
                  <a:cubicBezTo>
                    <a:pt x="237998" y="21952"/>
                    <a:pt x="262889" y="52775"/>
                    <a:pt x="241808" y="44336"/>
                  </a:cubicBezTo>
                  <a:cubicBezTo>
                    <a:pt x="224789" y="37522"/>
                    <a:pt x="204025" y="36442"/>
                    <a:pt x="199326" y="30931"/>
                  </a:cubicBezTo>
                  <a:cubicBezTo>
                    <a:pt x="179133" y="6598"/>
                    <a:pt x="174371" y="3353"/>
                    <a:pt x="173038" y="0"/>
                  </a:cubicBezTo>
                  <a:lnTo>
                    <a:pt x="148462" y="1625"/>
                  </a:lnTo>
                  <a:lnTo>
                    <a:pt x="148082" y="19463"/>
                  </a:lnTo>
                  <a:lnTo>
                    <a:pt x="157670" y="20548"/>
                  </a:lnTo>
                  <a:lnTo>
                    <a:pt x="159956" y="38932"/>
                  </a:lnTo>
                  <a:lnTo>
                    <a:pt x="139700" y="42824"/>
                  </a:lnTo>
                  <a:lnTo>
                    <a:pt x="125222" y="88455"/>
                  </a:lnTo>
                  <a:lnTo>
                    <a:pt x="143065" y="116033"/>
                  </a:lnTo>
                  <a:lnTo>
                    <a:pt x="118046" y="193135"/>
                  </a:lnTo>
                  <a:lnTo>
                    <a:pt x="0" y="233470"/>
                  </a:lnTo>
                  <a:lnTo>
                    <a:pt x="45783" y="320306"/>
                  </a:lnTo>
                  <a:cubicBezTo>
                    <a:pt x="68072" y="313925"/>
                    <a:pt x="68516" y="313817"/>
                    <a:pt x="70993" y="311543"/>
                  </a:cubicBezTo>
                  <a:cubicBezTo>
                    <a:pt x="73723" y="308946"/>
                    <a:pt x="79311" y="309600"/>
                    <a:pt x="78803" y="309708"/>
                  </a:cubicBezTo>
                  <a:lnTo>
                    <a:pt x="78549" y="3097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CDD46C39-5A2B-FC0A-057C-D2C6D784865A}"/>
                </a:ext>
              </a:extLst>
            </p:cNvPr>
            <p:cNvSpPr/>
            <p:nvPr/>
          </p:nvSpPr>
          <p:spPr>
            <a:xfrm>
              <a:off x="10283761" y="2778969"/>
              <a:ext cx="247650" cy="242124"/>
            </a:xfrm>
            <a:custGeom>
              <a:avLst/>
              <a:gdLst>
                <a:gd name="csX0" fmla="*/ 205295 w 247650"/>
                <a:gd name="csY0" fmla="*/ 0 h 242124"/>
                <a:gd name="csX1" fmla="*/ 199136 w 247650"/>
                <a:gd name="csY1" fmla="*/ 35903 h 242124"/>
                <a:gd name="csX2" fmla="*/ 183769 w 247650"/>
                <a:gd name="csY2" fmla="*/ 35903 h 242124"/>
                <a:gd name="csX3" fmla="*/ 175641 w 247650"/>
                <a:gd name="csY3" fmla="*/ 53638 h 242124"/>
                <a:gd name="csX4" fmla="*/ 142113 w 247650"/>
                <a:gd name="csY4" fmla="*/ 55798 h 242124"/>
                <a:gd name="csX5" fmla="*/ 149987 w 247650"/>
                <a:gd name="csY5" fmla="*/ 80886 h 242124"/>
                <a:gd name="csX6" fmla="*/ 119824 w 247650"/>
                <a:gd name="csY6" fmla="*/ 79375 h 242124"/>
                <a:gd name="csX7" fmla="*/ 108141 w 247650"/>
                <a:gd name="csY7" fmla="*/ 63481 h 242124"/>
                <a:gd name="csX8" fmla="*/ 91059 w 247650"/>
                <a:gd name="csY8" fmla="*/ 70072 h 242124"/>
                <a:gd name="csX9" fmla="*/ 81852 w 247650"/>
                <a:gd name="csY9" fmla="*/ 95485 h 242124"/>
                <a:gd name="csX10" fmla="*/ 0 w 247650"/>
                <a:gd name="csY10" fmla="*/ 148368 h 242124"/>
                <a:gd name="csX11" fmla="*/ 9843 w 247650"/>
                <a:gd name="csY11" fmla="*/ 148584 h 242124"/>
                <a:gd name="csX12" fmla="*/ 19368 w 247650"/>
                <a:gd name="csY12" fmla="*/ 158204 h 242124"/>
                <a:gd name="csX13" fmla="*/ 29146 w 247650"/>
                <a:gd name="csY13" fmla="*/ 154311 h 242124"/>
                <a:gd name="csX14" fmla="*/ 47498 w 247650"/>
                <a:gd name="csY14" fmla="*/ 164370 h 242124"/>
                <a:gd name="csX15" fmla="*/ 48895 w 247650"/>
                <a:gd name="csY15" fmla="*/ 169018 h 242124"/>
                <a:gd name="csX16" fmla="*/ 40069 w 247650"/>
                <a:gd name="csY16" fmla="*/ 187077 h 242124"/>
                <a:gd name="csX17" fmla="*/ 42672 w 247650"/>
                <a:gd name="csY17" fmla="*/ 196164 h 242124"/>
                <a:gd name="csX18" fmla="*/ 25019 w 247650"/>
                <a:gd name="csY18" fmla="*/ 220275 h 242124"/>
                <a:gd name="csX19" fmla="*/ 37211 w 247650"/>
                <a:gd name="csY19" fmla="*/ 223520 h 242124"/>
                <a:gd name="csX20" fmla="*/ 35370 w 247650"/>
                <a:gd name="csY20" fmla="*/ 230010 h 242124"/>
                <a:gd name="csX21" fmla="*/ 45339 w 247650"/>
                <a:gd name="csY21" fmla="*/ 236500 h 242124"/>
                <a:gd name="csX22" fmla="*/ 40704 w 247650"/>
                <a:gd name="csY22" fmla="*/ 242119 h 242124"/>
                <a:gd name="csX23" fmla="*/ 54229 w 247650"/>
                <a:gd name="csY23" fmla="*/ 238551 h 242124"/>
                <a:gd name="csX24" fmla="*/ 56832 w 247650"/>
                <a:gd name="csY24" fmla="*/ 230442 h 242124"/>
                <a:gd name="csX25" fmla="*/ 56388 w 247650"/>
                <a:gd name="csY25" fmla="*/ 229470 h 242124"/>
                <a:gd name="csX26" fmla="*/ 65024 w 247650"/>
                <a:gd name="csY26" fmla="*/ 228930 h 242124"/>
                <a:gd name="csX27" fmla="*/ 73152 w 247650"/>
                <a:gd name="csY27" fmla="*/ 235744 h 242124"/>
                <a:gd name="csX28" fmla="*/ 77597 w 247650"/>
                <a:gd name="csY28" fmla="*/ 238119 h 242124"/>
                <a:gd name="csX29" fmla="*/ 98044 w 247650"/>
                <a:gd name="csY29" fmla="*/ 238119 h 242124"/>
                <a:gd name="csX30" fmla="*/ 112268 w 247650"/>
                <a:gd name="csY30" fmla="*/ 217792 h 242124"/>
                <a:gd name="csX31" fmla="*/ 155321 w 247650"/>
                <a:gd name="csY31" fmla="*/ 216491 h 242124"/>
                <a:gd name="csX32" fmla="*/ 160845 w 247650"/>
                <a:gd name="csY32" fmla="*/ 203841 h 242124"/>
                <a:gd name="csX33" fmla="*/ 155893 w 247650"/>
                <a:gd name="csY33" fmla="*/ 197352 h 242124"/>
                <a:gd name="csX34" fmla="*/ 131508 w 247650"/>
                <a:gd name="csY34" fmla="*/ 180702 h 242124"/>
                <a:gd name="csX35" fmla="*/ 120459 w 247650"/>
                <a:gd name="csY35" fmla="*/ 174536 h 242124"/>
                <a:gd name="csX36" fmla="*/ 120269 w 247650"/>
                <a:gd name="csY36" fmla="*/ 173673 h 242124"/>
                <a:gd name="csX37" fmla="*/ 126936 w 247650"/>
                <a:gd name="csY37" fmla="*/ 162643 h 242124"/>
                <a:gd name="csX38" fmla="*/ 130873 w 247650"/>
                <a:gd name="csY38" fmla="*/ 148044 h 242124"/>
                <a:gd name="csX39" fmla="*/ 168084 w 247650"/>
                <a:gd name="csY39" fmla="*/ 130524 h 242124"/>
                <a:gd name="csX40" fmla="*/ 186817 w 247650"/>
                <a:gd name="csY40" fmla="*/ 117329 h 242124"/>
                <a:gd name="csX41" fmla="*/ 193231 w 247650"/>
                <a:gd name="csY41" fmla="*/ 110084 h 242124"/>
                <a:gd name="csX42" fmla="*/ 210185 w 247650"/>
                <a:gd name="csY42" fmla="*/ 99270 h 242124"/>
                <a:gd name="csX43" fmla="*/ 209106 w 247650"/>
                <a:gd name="csY43" fmla="*/ 79591 h 242124"/>
                <a:gd name="csX44" fmla="*/ 208026 w 247650"/>
                <a:gd name="csY44" fmla="*/ 71698 h 242124"/>
                <a:gd name="csX45" fmla="*/ 238570 w 247650"/>
                <a:gd name="csY45" fmla="*/ 41091 h 242124"/>
                <a:gd name="csX46" fmla="*/ 247650 w 247650"/>
                <a:gd name="csY46" fmla="*/ 38284 h 242124"/>
                <a:gd name="csX47" fmla="*/ 227838 w 247650"/>
                <a:gd name="csY47" fmla="*/ 15354 h 242124"/>
                <a:gd name="csX48" fmla="*/ 227838 w 247650"/>
                <a:gd name="csY48" fmla="*/ 3245 h 242124"/>
                <a:gd name="csX49" fmla="*/ 205549 w 247650"/>
                <a:gd name="csY49" fmla="*/ 0 h 242124"/>
                <a:gd name="csX50" fmla="*/ 205295 w 247650"/>
                <a:gd name="csY50" fmla="*/ 0 h 24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47650" h="242124">
                  <a:moveTo>
                    <a:pt x="205295" y="0"/>
                  </a:moveTo>
                  <a:lnTo>
                    <a:pt x="199136" y="35903"/>
                  </a:lnTo>
                  <a:lnTo>
                    <a:pt x="183769" y="35903"/>
                  </a:lnTo>
                  <a:lnTo>
                    <a:pt x="175641" y="53638"/>
                  </a:lnTo>
                  <a:lnTo>
                    <a:pt x="142113" y="55798"/>
                  </a:lnTo>
                  <a:lnTo>
                    <a:pt x="149987" y="80886"/>
                  </a:lnTo>
                  <a:lnTo>
                    <a:pt x="119824" y="79375"/>
                  </a:lnTo>
                  <a:lnTo>
                    <a:pt x="108141" y="63481"/>
                  </a:lnTo>
                  <a:lnTo>
                    <a:pt x="91059" y="70072"/>
                  </a:lnTo>
                  <a:lnTo>
                    <a:pt x="81852" y="95485"/>
                  </a:lnTo>
                  <a:lnTo>
                    <a:pt x="0" y="148368"/>
                  </a:lnTo>
                  <a:cubicBezTo>
                    <a:pt x="2794" y="148368"/>
                    <a:pt x="6032" y="148584"/>
                    <a:pt x="9843" y="148584"/>
                  </a:cubicBezTo>
                  <a:cubicBezTo>
                    <a:pt x="14922" y="148800"/>
                    <a:pt x="16701" y="154851"/>
                    <a:pt x="19368" y="158204"/>
                  </a:cubicBezTo>
                  <a:cubicBezTo>
                    <a:pt x="22860" y="163506"/>
                    <a:pt x="23495" y="151175"/>
                    <a:pt x="29146" y="154311"/>
                  </a:cubicBezTo>
                  <a:lnTo>
                    <a:pt x="47498" y="164370"/>
                  </a:lnTo>
                  <a:cubicBezTo>
                    <a:pt x="49149" y="165233"/>
                    <a:pt x="49784" y="167291"/>
                    <a:pt x="48895" y="169018"/>
                  </a:cubicBezTo>
                  <a:lnTo>
                    <a:pt x="40069" y="187077"/>
                  </a:lnTo>
                  <a:cubicBezTo>
                    <a:pt x="37973" y="191186"/>
                    <a:pt x="42101" y="194863"/>
                    <a:pt x="42672" y="196164"/>
                  </a:cubicBezTo>
                  <a:cubicBezTo>
                    <a:pt x="45910" y="201028"/>
                    <a:pt x="38291" y="204165"/>
                    <a:pt x="25019" y="220275"/>
                  </a:cubicBezTo>
                  <a:cubicBezTo>
                    <a:pt x="21336" y="224276"/>
                    <a:pt x="31686" y="222764"/>
                    <a:pt x="37211" y="223520"/>
                  </a:cubicBezTo>
                  <a:cubicBezTo>
                    <a:pt x="41973" y="223844"/>
                    <a:pt x="36068" y="228714"/>
                    <a:pt x="35370" y="230010"/>
                  </a:cubicBezTo>
                  <a:cubicBezTo>
                    <a:pt x="30734" y="235521"/>
                    <a:pt x="50229" y="231197"/>
                    <a:pt x="45339" y="236500"/>
                  </a:cubicBezTo>
                  <a:cubicBezTo>
                    <a:pt x="45339" y="236500"/>
                    <a:pt x="39942" y="242335"/>
                    <a:pt x="40704" y="242119"/>
                  </a:cubicBezTo>
                  <a:cubicBezTo>
                    <a:pt x="44132" y="240932"/>
                    <a:pt x="50736" y="242767"/>
                    <a:pt x="54229" y="238551"/>
                  </a:cubicBezTo>
                  <a:cubicBezTo>
                    <a:pt x="54673" y="237795"/>
                    <a:pt x="58674" y="234442"/>
                    <a:pt x="56832" y="230442"/>
                  </a:cubicBezTo>
                  <a:lnTo>
                    <a:pt x="56388" y="229470"/>
                  </a:lnTo>
                  <a:cubicBezTo>
                    <a:pt x="54420" y="225361"/>
                    <a:pt x="61913" y="225578"/>
                    <a:pt x="65024" y="228930"/>
                  </a:cubicBezTo>
                  <a:cubicBezTo>
                    <a:pt x="65913" y="229794"/>
                    <a:pt x="69152" y="233794"/>
                    <a:pt x="73152" y="235744"/>
                  </a:cubicBezTo>
                  <a:cubicBezTo>
                    <a:pt x="74803" y="236607"/>
                    <a:pt x="76200" y="237471"/>
                    <a:pt x="77597" y="238119"/>
                  </a:cubicBezTo>
                  <a:lnTo>
                    <a:pt x="98044" y="238119"/>
                  </a:lnTo>
                  <a:lnTo>
                    <a:pt x="112268" y="217792"/>
                  </a:lnTo>
                  <a:lnTo>
                    <a:pt x="155321" y="216491"/>
                  </a:lnTo>
                  <a:lnTo>
                    <a:pt x="160845" y="203841"/>
                  </a:lnTo>
                  <a:cubicBezTo>
                    <a:pt x="159131" y="200596"/>
                    <a:pt x="157924" y="198863"/>
                    <a:pt x="155893" y="197352"/>
                  </a:cubicBezTo>
                  <a:cubicBezTo>
                    <a:pt x="142431" y="187725"/>
                    <a:pt x="137033" y="182321"/>
                    <a:pt x="131508" y="180702"/>
                  </a:cubicBezTo>
                  <a:cubicBezTo>
                    <a:pt x="128016" y="179184"/>
                    <a:pt x="121857" y="179400"/>
                    <a:pt x="120459" y="174536"/>
                  </a:cubicBezTo>
                  <a:lnTo>
                    <a:pt x="120269" y="173673"/>
                  </a:lnTo>
                  <a:cubicBezTo>
                    <a:pt x="118618" y="167830"/>
                    <a:pt x="126619" y="169126"/>
                    <a:pt x="126936" y="162643"/>
                  </a:cubicBezTo>
                  <a:cubicBezTo>
                    <a:pt x="127953" y="156801"/>
                    <a:pt x="125984" y="149987"/>
                    <a:pt x="130873" y="148044"/>
                  </a:cubicBezTo>
                  <a:cubicBezTo>
                    <a:pt x="161354" y="135065"/>
                    <a:pt x="170370" y="134956"/>
                    <a:pt x="168084" y="130524"/>
                  </a:cubicBezTo>
                  <a:cubicBezTo>
                    <a:pt x="165291" y="125114"/>
                    <a:pt x="182817" y="124466"/>
                    <a:pt x="186817" y="117329"/>
                  </a:cubicBezTo>
                  <a:cubicBezTo>
                    <a:pt x="187452" y="116357"/>
                    <a:pt x="189103" y="111817"/>
                    <a:pt x="193231" y="110084"/>
                  </a:cubicBezTo>
                  <a:cubicBezTo>
                    <a:pt x="202502" y="105112"/>
                    <a:pt x="209995" y="104788"/>
                    <a:pt x="210185" y="99270"/>
                  </a:cubicBezTo>
                  <a:cubicBezTo>
                    <a:pt x="210185" y="89865"/>
                    <a:pt x="212027" y="84239"/>
                    <a:pt x="209106" y="79591"/>
                  </a:cubicBezTo>
                  <a:cubicBezTo>
                    <a:pt x="208915" y="78943"/>
                    <a:pt x="205105" y="75051"/>
                    <a:pt x="208026" y="71698"/>
                  </a:cubicBezTo>
                  <a:cubicBezTo>
                    <a:pt x="231204" y="47041"/>
                    <a:pt x="232473" y="41091"/>
                    <a:pt x="238570" y="41091"/>
                  </a:cubicBezTo>
                  <a:cubicBezTo>
                    <a:pt x="239840" y="40875"/>
                    <a:pt x="245173" y="42177"/>
                    <a:pt x="247650" y="38284"/>
                  </a:cubicBezTo>
                  <a:lnTo>
                    <a:pt x="227838" y="15354"/>
                  </a:lnTo>
                  <a:lnTo>
                    <a:pt x="227838" y="3245"/>
                  </a:lnTo>
                  <a:lnTo>
                    <a:pt x="205549" y="0"/>
                  </a:lnTo>
                  <a:lnTo>
                    <a:pt x="20529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69DD197A-9CC5-4DDE-E6A7-6494EF652881}"/>
                </a:ext>
              </a:extLst>
            </p:cNvPr>
            <p:cNvSpPr/>
            <p:nvPr/>
          </p:nvSpPr>
          <p:spPr>
            <a:xfrm>
              <a:off x="8632317" y="3327552"/>
              <a:ext cx="298195" cy="163067"/>
            </a:xfrm>
            <a:custGeom>
              <a:avLst/>
              <a:gdLst>
                <a:gd name="csX0" fmla="*/ 0 w 298195"/>
                <a:gd name="csY0" fmla="*/ 64884 h 163067"/>
                <a:gd name="csX1" fmla="*/ 120205 w 298195"/>
                <a:gd name="csY1" fmla="*/ 123495 h 163067"/>
                <a:gd name="csX2" fmla="*/ 148907 w 298195"/>
                <a:gd name="csY2" fmla="*/ 114840 h 163067"/>
                <a:gd name="csX3" fmla="*/ 173799 w 298195"/>
                <a:gd name="csY3" fmla="*/ 123495 h 163067"/>
                <a:gd name="csX4" fmla="*/ 172593 w 298195"/>
                <a:gd name="csY4" fmla="*/ 136576 h 163067"/>
                <a:gd name="csX5" fmla="*/ 195135 w 298195"/>
                <a:gd name="csY5" fmla="*/ 150311 h 163067"/>
                <a:gd name="csX6" fmla="*/ 211899 w 298195"/>
                <a:gd name="csY6" fmla="*/ 141878 h 163067"/>
                <a:gd name="csX7" fmla="*/ 220027 w 298195"/>
                <a:gd name="csY7" fmla="*/ 153880 h 163067"/>
                <a:gd name="csX8" fmla="*/ 249682 w 298195"/>
                <a:gd name="csY8" fmla="*/ 160909 h 163067"/>
                <a:gd name="csX9" fmla="*/ 263207 w 298195"/>
                <a:gd name="csY9" fmla="*/ 152038 h 163067"/>
                <a:gd name="csX10" fmla="*/ 270701 w 298195"/>
                <a:gd name="csY10" fmla="*/ 162420 h 163067"/>
                <a:gd name="csX11" fmla="*/ 291973 w 298195"/>
                <a:gd name="csY11" fmla="*/ 163068 h 163067"/>
                <a:gd name="csX12" fmla="*/ 298196 w 298195"/>
                <a:gd name="csY12" fmla="*/ 142958 h 163067"/>
                <a:gd name="csX13" fmla="*/ 297752 w 298195"/>
                <a:gd name="csY13" fmla="*/ 100457 h 163067"/>
                <a:gd name="csX14" fmla="*/ 282828 w 298195"/>
                <a:gd name="csY14" fmla="*/ 105112 h 163067"/>
                <a:gd name="csX15" fmla="*/ 246888 w 298195"/>
                <a:gd name="csY15" fmla="*/ 91701 h 163067"/>
                <a:gd name="csX16" fmla="*/ 241426 w 298195"/>
                <a:gd name="csY16" fmla="*/ 100781 h 163067"/>
                <a:gd name="csX17" fmla="*/ 222948 w 298195"/>
                <a:gd name="csY17" fmla="*/ 102298 h 163067"/>
                <a:gd name="csX18" fmla="*/ 213233 w 298195"/>
                <a:gd name="csY18" fmla="*/ 86728 h 163067"/>
                <a:gd name="csX19" fmla="*/ 192722 w 298195"/>
                <a:gd name="csY19" fmla="*/ 85319 h 163067"/>
                <a:gd name="csX20" fmla="*/ 194945 w 298195"/>
                <a:gd name="csY20" fmla="*/ 73965 h 163067"/>
                <a:gd name="csX21" fmla="*/ 184658 w 298195"/>
                <a:gd name="csY21" fmla="*/ 66288 h 163067"/>
                <a:gd name="csX22" fmla="*/ 173291 w 298195"/>
                <a:gd name="csY22" fmla="*/ 71476 h 163067"/>
                <a:gd name="csX23" fmla="*/ 157924 w 298195"/>
                <a:gd name="csY23" fmla="*/ 61208 h 163067"/>
                <a:gd name="csX24" fmla="*/ 155194 w 298195"/>
                <a:gd name="csY24" fmla="*/ 49200 h 163067"/>
                <a:gd name="csX25" fmla="*/ 147320 w 298195"/>
                <a:gd name="csY25" fmla="*/ 45631 h 163067"/>
                <a:gd name="csX26" fmla="*/ 135191 w 298195"/>
                <a:gd name="csY26" fmla="*/ 50933 h 163067"/>
                <a:gd name="csX27" fmla="*/ 117601 w 298195"/>
                <a:gd name="csY27" fmla="*/ 32550 h 163067"/>
                <a:gd name="csX28" fmla="*/ 81280 w 298195"/>
                <a:gd name="csY28" fmla="*/ 14059 h 163067"/>
                <a:gd name="csX29" fmla="*/ 75946 w 298195"/>
                <a:gd name="csY29" fmla="*/ 2921 h 163067"/>
                <a:gd name="csX30" fmla="*/ 52070 w 298195"/>
                <a:gd name="csY30" fmla="*/ 0 h 163067"/>
                <a:gd name="csX31" fmla="*/ 45339 w 298195"/>
                <a:gd name="csY31" fmla="*/ 15246 h 163067"/>
                <a:gd name="csX32" fmla="*/ 33782 w 298195"/>
                <a:gd name="csY32" fmla="*/ 7245 h 163067"/>
                <a:gd name="csX33" fmla="*/ 10287 w 298195"/>
                <a:gd name="csY33" fmla="*/ 26600 h 163067"/>
                <a:gd name="csX34" fmla="*/ 0 w 298195"/>
                <a:gd name="csY34" fmla="*/ 64884 h 16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8195" h="163067">
                  <a:moveTo>
                    <a:pt x="0" y="64884"/>
                  </a:moveTo>
                  <a:lnTo>
                    <a:pt x="120205" y="123495"/>
                  </a:lnTo>
                  <a:lnTo>
                    <a:pt x="148907" y="114840"/>
                  </a:lnTo>
                  <a:lnTo>
                    <a:pt x="173799" y="123495"/>
                  </a:lnTo>
                  <a:lnTo>
                    <a:pt x="172593" y="136576"/>
                  </a:lnTo>
                  <a:lnTo>
                    <a:pt x="195135" y="150311"/>
                  </a:lnTo>
                  <a:lnTo>
                    <a:pt x="211899" y="141878"/>
                  </a:lnTo>
                  <a:lnTo>
                    <a:pt x="220027" y="153880"/>
                  </a:lnTo>
                  <a:lnTo>
                    <a:pt x="249682" y="160909"/>
                  </a:lnTo>
                  <a:lnTo>
                    <a:pt x="263207" y="152038"/>
                  </a:lnTo>
                  <a:lnTo>
                    <a:pt x="270701" y="162420"/>
                  </a:lnTo>
                  <a:lnTo>
                    <a:pt x="291973" y="163068"/>
                  </a:lnTo>
                  <a:lnTo>
                    <a:pt x="298196" y="142958"/>
                  </a:lnTo>
                  <a:lnTo>
                    <a:pt x="297752" y="100457"/>
                  </a:lnTo>
                  <a:lnTo>
                    <a:pt x="282828" y="105112"/>
                  </a:lnTo>
                  <a:lnTo>
                    <a:pt x="246888" y="91701"/>
                  </a:lnTo>
                  <a:lnTo>
                    <a:pt x="241426" y="100781"/>
                  </a:lnTo>
                  <a:lnTo>
                    <a:pt x="222948" y="102298"/>
                  </a:lnTo>
                  <a:lnTo>
                    <a:pt x="213233" y="86728"/>
                  </a:lnTo>
                  <a:lnTo>
                    <a:pt x="192722" y="85319"/>
                  </a:lnTo>
                  <a:lnTo>
                    <a:pt x="194945" y="73965"/>
                  </a:lnTo>
                  <a:lnTo>
                    <a:pt x="184658" y="66288"/>
                  </a:lnTo>
                  <a:lnTo>
                    <a:pt x="173291" y="71476"/>
                  </a:lnTo>
                  <a:lnTo>
                    <a:pt x="157924" y="61208"/>
                  </a:lnTo>
                  <a:lnTo>
                    <a:pt x="155194" y="49200"/>
                  </a:lnTo>
                  <a:lnTo>
                    <a:pt x="147320" y="45631"/>
                  </a:lnTo>
                  <a:lnTo>
                    <a:pt x="135191" y="50933"/>
                  </a:lnTo>
                  <a:lnTo>
                    <a:pt x="117601" y="32550"/>
                  </a:lnTo>
                  <a:lnTo>
                    <a:pt x="81280" y="14059"/>
                  </a:lnTo>
                  <a:lnTo>
                    <a:pt x="75946" y="2921"/>
                  </a:lnTo>
                  <a:lnTo>
                    <a:pt x="52070" y="0"/>
                  </a:lnTo>
                  <a:lnTo>
                    <a:pt x="45339" y="15246"/>
                  </a:lnTo>
                  <a:lnTo>
                    <a:pt x="33782" y="7245"/>
                  </a:lnTo>
                  <a:lnTo>
                    <a:pt x="10287" y="26600"/>
                  </a:lnTo>
                  <a:lnTo>
                    <a:pt x="0" y="64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8A54D863-FAF1-3610-5A73-786217D28A7D}"/>
                </a:ext>
              </a:extLst>
            </p:cNvPr>
            <p:cNvSpPr/>
            <p:nvPr/>
          </p:nvSpPr>
          <p:spPr>
            <a:xfrm>
              <a:off x="9136490" y="3781036"/>
              <a:ext cx="9414" cy="9881"/>
            </a:xfrm>
            <a:custGeom>
              <a:avLst/>
              <a:gdLst>
                <a:gd name="csX0" fmla="*/ 7318 w 9414"/>
                <a:gd name="csY0" fmla="*/ 9882 h 9881"/>
                <a:gd name="csX1" fmla="*/ 9033 w 9414"/>
                <a:gd name="csY1" fmla="*/ 3399 h 9881"/>
                <a:gd name="csX2" fmla="*/ 2048 w 9414"/>
                <a:gd name="csY2" fmla="*/ 46 h 9881"/>
                <a:gd name="csX3" fmla="*/ 3001 w 9414"/>
                <a:gd name="csY3" fmla="*/ 7075 h 9881"/>
                <a:gd name="csX4" fmla="*/ 7318 w 9414"/>
                <a:gd name="csY4" fmla="*/ 9882 h 9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14" h="9881">
                  <a:moveTo>
                    <a:pt x="7318" y="9882"/>
                  </a:moveTo>
                  <a:cubicBezTo>
                    <a:pt x="10684" y="9882"/>
                    <a:pt x="8970" y="4046"/>
                    <a:pt x="9033" y="3399"/>
                  </a:cubicBezTo>
                  <a:cubicBezTo>
                    <a:pt x="8525" y="-1148"/>
                    <a:pt x="3001" y="262"/>
                    <a:pt x="2048" y="46"/>
                  </a:cubicBezTo>
                  <a:cubicBezTo>
                    <a:pt x="-2841" y="46"/>
                    <a:pt x="2492" y="5774"/>
                    <a:pt x="3001" y="7075"/>
                  </a:cubicBezTo>
                  <a:cubicBezTo>
                    <a:pt x="3953" y="8587"/>
                    <a:pt x="5922" y="9882"/>
                    <a:pt x="7318" y="98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378DDDFC-93FB-0CEF-9C3F-CE121597D745}"/>
                </a:ext>
              </a:extLst>
            </p:cNvPr>
            <p:cNvSpPr/>
            <p:nvPr/>
          </p:nvSpPr>
          <p:spPr>
            <a:xfrm>
              <a:off x="9314079" y="4056075"/>
              <a:ext cx="6075" cy="8984"/>
            </a:xfrm>
            <a:custGeom>
              <a:avLst/>
              <a:gdLst>
                <a:gd name="csX0" fmla="*/ 2387 w 6075"/>
                <a:gd name="csY0" fmla="*/ 0 h 8984"/>
                <a:gd name="csX1" fmla="*/ 863 w 6075"/>
                <a:gd name="csY1" fmla="*/ 5836 h 8984"/>
                <a:gd name="csX2" fmla="*/ 6070 w 6075"/>
                <a:gd name="csY2" fmla="*/ 5728 h 8984"/>
                <a:gd name="csX3" fmla="*/ 6070 w 6075"/>
                <a:gd name="csY3" fmla="*/ 3353 h 8984"/>
                <a:gd name="csX4" fmla="*/ 2514 w 6075"/>
                <a:gd name="csY4" fmla="*/ 0 h 8984"/>
                <a:gd name="csX5" fmla="*/ 2387 w 6075"/>
                <a:gd name="csY5" fmla="*/ 0 h 8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75" h="8984">
                  <a:moveTo>
                    <a:pt x="2387" y="0"/>
                  </a:moveTo>
                  <a:cubicBezTo>
                    <a:pt x="-1868" y="0"/>
                    <a:pt x="863" y="5836"/>
                    <a:pt x="863" y="5836"/>
                  </a:cubicBezTo>
                  <a:cubicBezTo>
                    <a:pt x="2133" y="10052"/>
                    <a:pt x="6260" y="10052"/>
                    <a:pt x="6070" y="5728"/>
                  </a:cubicBezTo>
                  <a:lnTo>
                    <a:pt x="6070" y="3353"/>
                  </a:lnTo>
                  <a:cubicBezTo>
                    <a:pt x="5752" y="1511"/>
                    <a:pt x="4228" y="0"/>
                    <a:pt x="2514" y="0"/>
                  </a:cubicBezTo>
                  <a:lnTo>
                    <a:pt x="238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E80DAD59-EE18-F7DC-0BFE-B195FADBE114}"/>
                </a:ext>
              </a:extLst>
            </p:cNvPr>
            <p:cNvSpPr/>
            <p:nvPr/>
          </p:nvSpPr>
          <p:spPr>
            <a:xfrm>
              <a:off x="9310425" y="4019572"/>
              <a:ext cx="9494" cy="14043"/>
            </a:xfrm>
            <a:custGeom>
              <a:avLst/>
              <a:gdLst>
                <a:gd name="csX0" fmla="*/ 4834 w 9494"/>
                <a:gd name="csY0" fmla="*/ 13681 h 14043"/>
                <a:gd name="csX1" fmla="*/ 8962 w 9494"/>
                <a:gd name="csY1" fmla="*/ 7953 h 14043"/>
                <a:gd name="csX2" fmla="*/ 1786 w 9494"/>
                <a:gd name="csY2" fmla="*/ 168 h 14043"/>
                <a:gd name="csX3" fmla="*/ 72 w 9494"/>
                <a:gd name="csY3" fmla="*/ 4384 h 14043"/>
                <a:gd name="csX4" fmla="*/ 4834 w 9494"/>
                <a:gd name="csY4" fmla="*/ 13681 h 14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94" h="14043">
                  <a:moveTo>
                    <a:pt x="4834" y="13681"/>
                  </a:moveTo>
                  <a:cubicBezTo>
                    <a:pt x="5469" y="13141"/>
                    <a:pt x="11248" y="11846"/>
                    <a:pt x="8962" y="7953"/>
                  </a:cubicBezTo>
                  <a:cubicBezTo>
                    <a:pt x="7247" y="5464"/>
                    <a:pt x="5152" y="-1134"/>
                    <a:pt x="1786" y="168"/>
                  </a:cubicBezTo>
                  <a:cubicBezTo>
                    <a:pt x="517" y="708"/>
                    <a:pt x="-245" y="2543"/>
                    <a:pt x="72" y="4384"/>
                  </a:cubicBezTo>
                  <a:cubicBezTo>
                    <a:pt x="1024" y="7737"/>
                    <a:pt x="262" y="15846"/>
                    <a:pt x="4834" y="136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E178B939-3039-ABE9-12C1-DCC12DDBD216}"/>
                </a:ext>
              </a:extLst>
            </p:cNvPr>
            <p:cNvSpPr/>
            <p:nvPr/>
          </p:nvSpPr>
          <p:spPr>
            <a:xfrm>
              <a:off x="9298254" y="4033043"/>
              <a:ext cx="7763" cy="8864"/>
            </a:xfrm>
            <a:custGeom>
              <a:avLst/>
              <a:gdLst>
                <a:gd name="csX0" fmla="*/ 114 w 7763"/>
                <a:gd name="csY0" fmla="*/ 5512 h 8864"/>
                <a:gd name="csX1" fmla="*/ 3479 w 7763"/>
                <a:gd name="csY1" fmla="*/ 8865 h 8864"/>
                <a:gd name="csX2" fmla="*/ 4877 w 7763"/>
                <a:gd name="csY2" fmla="*/ 8865 h 8864"/>
                <a:gd name="csX3" fmla="*/ 7480 w 7763"/>
                <a:gd name="csY3" fmla="*/ 3346 h 8864"/>
                <a:gd name="csX4" fmla="*/ 3607 w 7763"/>
                <a:gd name="csY4" fmla="*/ 0 h 8864"/>
                <a:gd name="csX5" fmla="*/ 3352 w 7763"/>
                <a:gd name="csY5" fmla="*/ 0 h 8864"/>
                <a:gd name="csX6" fmla="*/ 51 w 7763"/>
                <a:gd name="csY6" fmla="*/ 5512 h 8864"/>
                <a:gd name="csX7" fmla="*/ 114 w 7763"/>
                <a:gd name="csY7" fmla="*/ 5512 h 8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63" h="8864">
                  <a:moveTo>
                    <a:pt x="114" y="5512"/>
                  </a:moveTo>
                  <a:cubicBezTo>
                    <a:pt x="114" y="7353"/>
                    <a:pt x="1638" y="8865"/>
                    <a:pt x="3479" y="8865"/>
                  </a:cubicBezTo>
                  <a:lnTo>
                    <a:pt x="4877" y="8865"/>
                  </a:lnTo>
                  <a:cubicBezTo>
                    <a:pt x="9195" y="8865"/>
                    <a:pt x="7353" y="3892"/>
                    <a:pt x="7480" y="3346"/>
                  </a:cubicBezTo>
                  <a:cubicBezTo>
                    <a:pt x="7289" y="1511"/>
                    <a:pt x="5512" y="0"/>
                    <a:pt x="3607" y="0"/>
                  </a:cubicBezTo>
                  <a:lnTo>
                    <a:pt x="3352" y="0"/>
                  </a:lnTo>
                  <a:cubicBezTo>
                    <a:pt x="-838" y="0"/>
                    <a:pt x="114" y="4972"/>
                    <a:pt x="51" y="5512"/>
                  </a:cubicBezTo>
                  <a:lnTo>
                    <a:pt x="114" y="5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01820FB-F022-F827-6810-B393FB4455A0}"/>
                </a:ext>
              </a:extLst>
            </p:cNvPr>
            <p:cNvSpPr/>
            <p:nvPr/>
          </p:nvSpPr>
          <p:spPr>
            <a:xfrm>
              <a:off x="9308708" y="4116094"/>
              <a:ext cx="6685" cy="11380"/>
            </a:xfrm>
            <a:custGeom>
              <a:avLst/>
              <a:gdLst>
                <a:gd name="csX0" fmla="*/ 201 w 6685"/>
                <a:gd name="csY0" fmla="*/ 10161 h 11380"/>
                <a:gd name="csX1" fmla="*/ 5662 w 6685"/>
                <a:gd name="csY1" fmla="*/ 7024 h 11380"/>
                <a:gd name="csX2" fmla="*/ 6107 w 6685"/>
                <a:gd name="csY2" fmla="*/ 1513 h 11380"/>
                <a:gd name="csX3" fmla="*/ 6107 w 6685"/>
                <a:gd name="csY3" fmla="*/ 1297 h 11380"/>
                <a:gd name="csX4" fmla="*/ 900 w 6685"/>
                <a:gd name="csY4" fmla="*/ 4535 h 11380"/>
                <a:gd name="csX5" fmla="*/ 201 w 6685"/>
                <a:gd name="csY5" fmla="*/ 10269 h 11380"/>
                <a:gd name="csX6" fmla="*/ 201 w 6685"/>
                <a:gd name="csY6" fmla="*/ 10161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5" h="11380">
                  <a:moveTo>
                    <a:pt x="201" y="10161"/>
                  </a:moveTo>
                  <a:cubicBezTo>
                    <a:pt x="1344" y="13946"/>
                    <a:pt x="4964" y="7780"/>
                    <a:pt x="5662" y="7024"/>
                  </a:cubicBezTo>
                  <a:cubicBezTo>
                    <a:pt x="6869" y="5621"/>
                    <a:pt x="6996" y="3024"/>
                    <a:pt x="6107" y="1513"/>
                  </a:cubicBezTo>
                  <a:lnTo>
                    <a:pt x="6107" y="1297"/>
                  </a:lnTo>
                  <a:cubicBezTo>
                    <a:pt x="3885" y="-2710"/>
                    <a:pt x="1598" y="3779"/>
                    <a:pt x="900" y="4535"/>
                  </a:cubicBezTo>
                  <a:cubicBezTo>
                    <a:pt x="74" y="6161"/>
                    <a:pt x="-243" y="8758"/>
                    <a:pt x="201" y="10269"/>
                  </a:cubicBezTo>
                  <a:lnTo>
                    <a:pt x="201" y="10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4E2CEA48-C13A-A829-9C62-07C20D32A8D6}"/>
                </a:ext>
              </a:extLst>
            </p:cNvPr>
            <p:cNvSpPr/>
            <p:nvPr/>
          </p:nvSpPr>
          <p:spPr>
            <a:xfrm>
              <a:off x="9085135" y="3394487"/>
              <a:ext cx="333375" cy="728954"/>
            </a:xfrm>
            <a:custGeom>
              <a:avLst/>
              <a:gdLst>
                <a:gd name="csX0" fmla="*/ 250889 w 333375"/>
                <a:gd name="csY0" fmla="*/ 703326 h 728954"/>
                <a:gd name="csX1" fmla="*/ 279146 w 333375"/>
                <a:gd name="csY1" fmla="*/ 653040 h 728954"/>
                <a:gd name="csX2" fmla="*/ 271907 w 333375"/>
                <a:gd name="csY2" fmla="*/ 627850 h 728954"/>
                <a:gd name="csX3" fmla="*/ 261430 w 333375"/>
                <a:gd name="csY3" fmla="*/ 617684 h 728954"/>
                <a:gd name="csX4" fmla="*/ 260096 w 333375"/>
                <a:gd name="csY4" fmla="*/ 578860 h 728954"/>
                <a:gd name="csX5" fmla="*/ 238760 w 333375"/>
                <a:gd name="csY5" fmla="*/ 559721 h 728954"/>
                <a:gd name="csX6" fmla="*/ 227774 w 333375"/>
                <a:gd name="csY6" fmla="*/ 530199 h 728954"/>
                <a:gd name="csX7" fmla="*/ 242380 w 333375"/>
                <a:gd name="csY7" fmla="*/ 523062 h 728954"/>
                <a:gd name="csX8" fmla="*/ 243649 w 333375"/>
                <a:gd name="csY8" fmla="*/ 500139 h 728954"/>
                <a:gd name="csX9" fmla="*/ 254191 w 333375"/>
                <a:gd name="csY9" fmla="*/ 497325 h 728954"/>
                <a:gd name="csX10" fmla="*/ 255270 w 333375"/>
                <a:gd name="csY10" fmla="*/ 475481 h 728954"/>
                <a:gd name="csX11" fmla="*/ 242697 w 333375"/>
                <a:gd name="csY11" fmla="*/ 477863 h 728954"/>
                <a:gd name="csX12" fmla="*/ 237617 w 333375"/>
                <a:gd name="csY12" fmla="*/ 460991 h 728954"/>
                <a:gd name="csX13" fmla="*/ 197359 w 333375"/>
                <a:gd name="csY13" fmla="*/ 405194 h 728954"/>
                <a:gd name="csX14" fmla="*/ 214249 w 333375"/>
                <a:gd name="csY14" fmla="*/ 397624 h 728954"/>
                <a:gd name="csX15" fmla="*/ 218884 w 333375"/>
                <a:gd name="csY15" fmla="*/ 356965 h 728954"/>
                <a:gd name="csX16" fmla="*/ 259271 w 333375"/>
                <a:gd name="csY16" fmla="*/ 354368 h 728954"/>
                <a:gd name="csX17" fmla="*/ 264223 w 333375"/>
                <a:gd name="csY17" fmla="*/ 338690 h 728954"/>
                <a:gd name="csX18" fmla="*/ 298514 w 333375"/>
                <a:gd name="csY18" fmla="*/ 332416 h 728954"/>
                <a:gd name="csX19" fmla="*/ 333375 w 333375"/>
                <a:gd name="csY19" fmla="*/ 290456 h 728954"/>
                <a:gd name="csX20" fmla="*/ 327216 w 333375"/>
                <a:gd name="csY20" fmla="*/ 272618 h 728954"/>
                <a:gd name="csX21" fmla="*/ 302895 w 333375"/>
                <a:gd name="csY21" fmla="*/ 280403 h 728954"/>
                <a:gd name="csX22" fmla="*/ 293433 w 333375"/>
                <a:gd name="csY22" fmla="*/ 263315 h 728954"/>
                <a:gd name="csX23" fmla="*/ 266192 w 333375"/>
                <a:gd name="csY23" fmla="*/ 260610 h 728954"/>
                <a:gd name="csX24" fmla="*/ 268097 w 333375"/>
                <a:gd name="csY24" fmla="*/ 241364 h 728954"/>
                <a:gd name="csX25" fmla="*/ 278511 w 333375"/>
                <a:gd name="csY25" fmla="*/ 238766 h 728954"/>
                <a:gd name="csX26" fmla="*/ 275590 w 333375"/>
                <a:gd name="csY26" fmla="*/ 219196 h 728954"/>
                <a:gd name="csX27" fmla="*/ 255778 w 333375"/>
                <a:gd name="csY27" fmla="*/ 219196 h 728954"/>
                <a:gd name="csX28" fmla="*/ 246253 w 333375"/>
                <a:gd name="csY28" fmla="*/ 195402 h 728954"/>
                <a:gd name="csX29" fmla="*/ 255778 w 333375"/>
                <a:gd name="csY29" fmla="*/ 180702 h 728954"/>
                <a:gd name="csX30" fmla="*/ 225996 w 333375"/>
                <a:gd name="csY30" fmla="*/ 180702 h 728954"/>
                <a:gd name="csX31" fmla="*/ 204153 w 333375"/>
                <a:gd name="csY31" fmla="*/ 193135 h 728954"/>
                <a:gd name="csX32" fmla="*/ 203391 w 333375"/>
                <a:gd name="csY32" fmla="*/ 162642 h 728954"/>
                <a:gd name="csX33" fmla="*/ 211836 w 333375"/>
                <a:gd name="csY33" fmla="*/ 156153 h 728954"/>
                <a:gd name="csX34" fmla="*/ 215519 w 333375"/>
                <a:gd name="csY34" fmla="*/ 140475 h 728954"/>
                <a:gd name="csX35" fmla="*/ 245808 w 333375"/>
                <a:gd name="csY35" fmla="*/ 114300 h 728954"/>
                <a:gd name="csX36" fmla="*/ 251206 w 333375"/>
                <a:gd name="csY36" fmla="*/ 46177 h 728954"/>
                <a:gd name="csX37" fmla="*/ 237363 w 333375"/>
                <a:gd name="csY37" fmla="*/ 48444 h 728954"/>
                <a:gd name="csX38" fmla="*/ 231521 w 333375"/>
                <a:gd name="csY38" fmla="*/ 17519 h 728954"/>
                <a:gd name="csX39" fmla="*/ 203391 w 333375"/>
                <a:gd name="csY39" fmla="*/ 0 h 728954"/>
                <a:gd name="csX40" fmla="*/ 195199 w 333375"/>
                <a:gd name="csY40" fmla="*/ 24333 h 728954"/>
                <a:gd name="csX41" fmla="*/ 201422 w 333375"/>
                <a:gd name="csY41" fmla="*/ 34176 h 728954"/>
                <a:gd name="csX42" fmla="*/ 179133 w 333375"/>
                <a:gd name="csY42" fmla="*/ 45638 h 728954"/>
                <a:gd name="csX43" fmla="*/ 190309 w 333375"/>
                <a:gd name="csY43" fmla="*/ 64992 h 728954"/>
                <a:gd name="csX44" fmla="*/ 172847 w 333375"/>
                <a:gd name="csY44" fmla="*/ 67913 h 728954"/>
                <a:gd name="csX45" fmla="*/ 160210 w 333375"/>
                <a:gd name="csY45" fmla="*/ 60344 h 728954"/>
                <a:gd name="csX46" fmla="*/ 130239 w 333375"/>
                <a:gd name="csY46" fmla="*/ 79807 h 728954"/>
                <a:gd name="csX47" fmla="*/ 111634 w 333375"/>
                <a:gd name="csY47" fmla="*/ 84779 h 728954"/>
                <a:gd name="csX48" fmla="*/ 112395 w 333375"/>
                <a:gd name="csY48" fmla="*/ 110515 h 728954"/>
                <a:gd name="csX49" fmla="*/ 89409 w 333375"/>
                <a:gd name="csY49" fmla="*/ 137878 h 728954"/>
                <a:gd name="csX50" fmla="*/ 97409 w 333375"/>
                <a:gd name="csY50" fmla="*/ 148692 h 728954"/>
                <a:gd name="csX51" fmla="*/ 75692 w 333375"/>
                <a:gd name="csY51" fmla="*/ 194431 h 728954"/>
                <a:gd name="csX52" fmla="*/ 45783 w 333375"/>
                <a:gd name="csY52" fmla="*/ 183940 h 728954"/>
                <a:gd name="csX53" fmla="*/ 42228 w 333375"/>
                <a:gd name="csY53" fmla="*/ 192272 h 728954"/>
                <a:gd name="csX54" fmla="*/ 47943 w 333375"/>
                <a:gd name="csY54" fmla="*/ 225470 h 728954"/>
                <a:gd name="csX55" fmla="*/ 37338 w 333375"/>
                <a:gd name="csY55" fmla="*/ 229686 h 728954"/>
                <a:gd name="csX56" fmla="*/ 42863 w 333375"/>
                <a:gd name="csY56" fmla="*/ 256826 h 728954"/>
                <a:gd name="csX57" fmla="*/ 33338 w 333375"/>
                <a:gd name="csY57" fmla="*/ 267316 h 728954"/>
                <a:gd name="csX58" fmla="*/ 17208 w 333375"/>
                <a:gd name="csY58" fmla="*/ 263855 h 728954"/>
                <a:gd name="csX59" fmla="*/ 23622 w 333375"/>
                <a:gd name="csY59" fmla="*/ 297923 h 728954"/>
                <a:gd name="csX60" fmla="*/ 7493 w 333375"/>
                <a:gd name="csY60" fmla="*/ 289484 h 728954"/>
                <a:gd name="csX61" fmla="*/ 0 w 333375"/>
                <a:gd name="csY61" fmla="*/ 301161 h 728954"/>
                <a:gd name="csX62" fmla="*/ 7303 w 333375"/>
                <a:gd name="csY62" fmla="*/ 312629 h 728954"/>
                <a:gd name="csX63" fmla="*/ 33338 w 333375"/>
                <a:gd name="csY63" fmla="*/ 346151 h 728954"/>
                <a:gd name="csX64" fmla="*/ 39307 w 333375"/>
                <a:gd name="csY64" fmla="*/ 346367 h 728954"/>
                <a:gd name="csX65" fmla="*/ 40069 w 333375"/>
                <a:gd name="csY65" fmla="*/ 338582 h 728954"/>
                <a:gd name="csX66" fmla="*/ 47434 w 333375"/>
                <a:gd name="csY66" fmla="*/ 342798 h 728954"/>
                <a:gd name="csX67" fmla="*/ 51943 w 333375"/>
                <a:gd name="csY67" fmla="*/ 351447 h 728954"/>
                <a:gd name="csX68" fmla="*/ 62992 w 333375"/>
                <a:gd name="csY68" fmla="*/ 358153 h 728954"/>
                <a:gd name="csX69" fmla="*/ 56388 w 333375"/>
                <a:gd name="csY69" fmla="*/ 360750 h 728954"/>
                <a:gd name="csX70" fmla="*/ 53784 w 333375"/>
                <a:gd name="csY70" fmla="*/ 363887 h 728954"/>
                <a:gd name="csX71" fmla="*/ 51880 w 333375"/>
                <a:gd name="csY71" fmla="*/ 364103 h 728954"/>
                <a:gd name="csX72" fmla="*/ 63564 w 333375"/>
                <a:gd name="csY72" fmla="*/ 384753 h 728954"/>
                <a:gd name="csX73" fmla="*/ 65913 w 333375"/>
                <a:gd name="csY73" fmla="*/ 377723 h 728954"/>
                <a:gd name="csX74" fmla="*/ 71692 w 333375"/>
                <a:gd name="csY74" fmla="*/ 375996 h 728954"/>
                <a:gd name="csX75" fmla="*/ 73279 w 333375"/>
                <a:gd name="csY75" fmla="*/ 390379 h 728954"/>
                <a:gd name="csX76" fmla="*/ 87376 w 333375"/>
                <a:gd name="csY76" fmla="*/ 418929 h 728954"/>
                <a:gd name="csX77" fmla="*/ 90932 w 333375"/>
                <a:gd name="csY77" fmla="*/ 436010 h 728954"/>
                <a:gd name="csX78" fmla="*/ 77216 w 333375"/>
                <a:gd name="csY78" fmla="*/ 492461 h 728954"/>
                <a:gd name="csX79" fmla="*/ 82931 w 333375"/>
                <a:gd name="csY79" fmla="*/ 496894 h 728954"/>
                <a:gd name="csX80" fmla="*/ 90805 w 333375"/>
                <a:gd name="csY80" fmla="*/ 489217 h 728954"/>
                <a:gd name="csX81" fmla="*/ 88329 w 333375"/>
                <a:gd name="csY81" fmla="*/ 498405 h 728954"/>
                <a:gd name="csX82" fmla="*/ 101791 w 333375"/>
                <a:gd name="csY82" fmla="*/ 506514 h 728954"/>
                <a:gd name="csX83" fmla="*/ 106934 w 333375"/>
                <a:gd name="csY83" fmla="*/ 497973 h 728954"/>
                <a:gd name="csX84" fmla="*/ 112776 w 333375"/>
                <a:gd name="csY84" fmla="*/ 495592 h 728954"/>
                <a:gd name="csX85" fmla="*/ 115507 w 333375"/>
                <a:gd name="csY85" fmla="*/ 509867 h 728954"/>
                <a:gd name="csX86" fmla="*/ 127509 w 333375"/>
                <a:gd name="csY86" fmla="*/ 507168 h 728954"/>
                <a:gd name="csX87" fmla="*/ 141288 w 333375"/>
                <a:gd name="csY87" fmla="*/ 489864 h 728954"/>
                <a:gd name="csX88" fmla="*/ 153607 w 333375"/>
                <a:gd name="csY88" fmla="*/ 479158 h 728954"/>
                <a:gd name="csX89" fmla="*/ 151956 w 333375"/>
                <a:gd name="csY89" fmla="*/ 468344 h 728954"/>
                <a:gd name="csX90" fmla="*/ 156845 w 333375"/>
                <a:gd name="csY90" fmla="*/ 472345 h 728954"/>
                <a:gd name="csX91" fmla="*/ 163767 w 333375"/>
                <a:gd name="csY91" fmla="*/ 478295 h 728954"/>
                <a:gd name="csX92" fmla="*/ 172847 w 333375"/>
                <a:gd name="csY92" fmla="*/ 466833 h 728954"/>
                <a:gd name="csX93" fmla="*/ 175387 w 333375"/>
                <a:gd name="csY93" fmla="*/ 448234 h 728954"/>
                <a:gd name="csX94" fmla="*/ 179070 w 333375"/>
                <a:gd name="csY94" fmla="*/ 446069 h 728954"/>
                <a:gd name="csX95" fmla="*/ 179388 w 333375"/>
                <a:gd name="csY95" fmla="*/ 446069 h 728954"/>
                <a:gd name="csX96" fmla="*/ 197548 w 333375"/>
                <a:gd name="csY96" fmla="*/ 484346 h 728954"/>
                <a:gd name="csX97" fmla="*/ 201867 w 333375"/>
                <a:gd name="csY97" fmla="*/ 486620 h 728954"/>
                <a:gd name="csX98" fmla="*/ 203645 w 333375"/>
                <a:gd name="csY98" fmla="*/ 494189 h 728954"/>
                <a:gd name="csX99" fmla="*/ 207073 w 333375"/>
                <a:gd name="csY99" fmla="*/ 503491 h 728954"/>
                <a:gd name="csX100" fmla="*/ 211709 w 333375"/>
                <a:gd name="csY100" fmla="*/ 544259 h 728954"/>
                <a:gd name="csX101" fmla="*/ 219646 w 333375"/>
                <a:gd name="csY101" fmla="*/ 567290 h 728954"/>
                <a:gd name="csX102" fmla="*/ 224092 w 333375"/>
                <a:gd name="csY102" fmla="*/ 588810 h 728954"/>
                <a:gd name="csX103" fmla="*/ 225361 w 333375"/>
                <a:gd name="csY103" fmla="*/ 586968 h 728954"/>
                <a:gd name="csX104" fmla="*/ 228918 w 333375"/>
                <a:gd name="csY104" fmla="*/ 587184 h 728954"/>
                <a:gd name="csX105" fmla="*/ 238125 w 333375"/>
                <a:gd name="csY105" fmla="*/ 604704 h 728954"/>
                <a:gd name="csX106" fmla="*/ 239776 w 333375"/>
                <a:gd name="csY106" fmla="*/ 625901 h 728954"/>
                <a:gd name="csX107" fmla="*/ 241935 w 333375"/>
                <a:gd name="csY107" fmla="*/ 636822 h 728954"/>
                <a:gd name="csX108" fmla="*/ 237681 w 333375"/>
                <a:gd name="csY108" fmla="*/ 645471 h 728954"/>
                <a:gd name="csX109" fmla="*/ 242126 w 333375"/>
                <a:gd name="csY109" fmla="*/ 650558 h 728954"/>
                <a:gd name="csX110" fmla="*/ 236855 w 333375"/>
                <a:gd name="csY110" fmla="*/ 652393 h 728954"/>
                <a:gd name="csX111" fmla="*/ 237299 w 333375"/>
                <a:gd name="csY111" fmla="*/ 659098 h 728954"/>
                <a:gd name="csX112" fmla="*/ 241809 w 333375"/>
                <a:gd name="csY112" fmla="*/ 660286 h 728954"/>
                <a:gd name="csX113" fmla="*/ 242697 w 333375"/>
                <a:gd name="csY113" fmla="*/ 659746 h 728954"/>
                <a:gd name="csX114" fmla="*/ 247777 w 333375"/>
                <a:gd name="csY114" fmla="*/ 666236 h 728954"/>
                <a:gd name="csX115" fmla="*/ 239649 w 333375"/>
                <a:gd name="csY115" fmla="*/ 694246 h 728954"/>
                <a:gd name="csX116" fmla="*/ 233997 w 333375"/>
                <a:gd name="csY116" fmla="*/ 704405 h 728954"/>
                <a:gd name="csX117" fmla="*/ 239205 w 333375"/>
                <a:gd name="csY117" fmla="*/ 728955 h 728954"/>
                <a:gd name="csX118" fmla="*/ 250381 w 333375"/>
                <a:gd name="csY118" fmla="*/ 718248 h 728954"/>
                <a:gd name="csX119" fmla="*/ 250381 w 333375"/>
                <a:gd name="csY119" fmla="*/ 702678 h 728954"/>
                <a:gd name="csX120" fmla="*/ 250889 w 333375"/>
                <a:gd name="csY120" fmla="*/ 703326 h 728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333375" h="728954">
                  <a:moveTo>
                    <a:pt x="250889" y="703326"/>
                  </a:moveTo>
                  <a:lnTo>
                    <a:pt x="279146" y="653040"/>
                  </a:lnTo>
                  <a:lnTo>
                    <a:pt x="271907" y="627850"/>
                  </a:lnTo>
                  <a:lnTo>
                    <a:pt x="261430" y="617684"/>
                  </a:lnTo>
                  <a:lnTo>
                    <a:pt x="260096" y="578860"/>
                  </a:lnTo>
                  <a:lnTo>
                    <a:pt x="238760" y="559721"/>
                  </a:lnTo>
                  <a:lnTo>
                    <a:pt x="227774" y="530199"/>
                  </a:lnTo>
                  <a:lnTo>
                    <a:pt x="242380" y="523062"/>
                  </a:lnTo>
                  <a:lnTo>
                    <a:pt x="243649" y="500139"/>
                  </a:lnTo>
                  <a:lnTo>
                    <a:pt x="254191" y="497325"/>
                  </a:lnTo>
                  <a:lnTo>
                    <a:pt x="255270" y="475481"/>
                  </a:lnTo>
                  <a:lnTo>
                    <a:pt x="242697" y="477863"/>
                  </a:lnTo>
                  <a:lnTo>
                    <a:pt x="237617" y="460991"/>
                  </a:lnTo>
                  <a:lnTo>
                    <a:pt x="197359" y="405194"/>
                  </a:lnTo>
                  <a:lnTo>
                    <a:pt x="214249" y="397624"/>
                  </a:lnTo>
                  <a:lnTo>
                    <a:pt x="218884" y="356965"/>
                  </a:lnTo>
                  <a:lnTo>
                    <a:pt x="259271" y="354368"/>
                  </a:lnTo>
                  <a:lnTo>
                    <a:pt x="264223" y="338690"/>
                  </a:lnTo>
                  <a:lnTo>
                    <a:pt x="298514" y="332416"/>
                  </a:lnTo>
                  <a:lnTo>
                    <a:pt x="333375" y="290456"/>
                  </a:lnTo>
                  <a:lnTo>
                    <a:pt x="327216" y="272618"/>
                  </a:lnTo>
                  <a:lnTo>
                    <a:pt x="302895" y="280403"/>
                  </a:lnTo>
                  <a:lnTo>
                    <a:pt x="293433" y="263315"/>
                  </a:lnTo>
                  <a:lnTo>
                    <a:pt x="266192" y="260610"/>
                  </a:lnTo>
                  <a:lnTo>
                    <a:pt x="268097" y="241364"/>
                  </a:lnTo>
                  <a:lnTo>
                    <a:pt x="278511" y="238766"/>
                  </a:lnTo>
                  <a:lnTo>
                    <a:pt x="275590" y="219196"/>
                  </a:lnTo>
                  <a:lnTo>
                    <a:pt x="255778" y="219196"/>
                  </a:lnTo>
                  <a:lnTo>
                    <a:pt x="246253" y="195402"/>
                  </a:lnTo>
                  <a:lnTo>
                    <a:pt x="255778" y="180702"/>
                  </a:lnTo>
                  <a:lnTo>
                    <a:pt x="225996" y="180702"/>
                  </a:lnTo>
                  <a:lnTo>
                    <a:pt x="204153" y="193135"/>
                  </a:lnTo>
                  <a:lnTo>
                    <a:pt x="203391" y="162642"/>
                  </a:lnTo>
                  <a:lnTo>
                    <a:pt x="211836" y="156153"/>
                  </a:lnTo>
                  <a:lnTo>
                    <a:pt x="215519" y="140475"/>
                  </a:lnTo>
                  <a:lnTo>
                    <a:pt x="245808" y="114300"/>
                  </a:lnTo>
                  <a:lnTo>
                    <a:pt x="251206" y="46177"/>
                  </a:lnTo>
                  <a:lnTo>
                    <a:pt x="237363" y="48444"/>
                  </a:lnTo>
                  <a:lnTo>
                    <a:pt x="231521" y="17519"/>
                  </a:lnTo>
                  <a:lnTo>
                    <a:pt x="203391" y="0"/>
                  </a:lnTo>
                  <a:lnTo>
                    <a:pt x="195199" y="24333"/>
                  </a:lnTo>
                  <a:lnTo>
                    <a:pt x="201422" y="34176"/>
                  </a:lnTo>
                  <a:lnTo>
                    <a:pt x="179133" y="45638"/>
                  </a:lnTo>
                  <a:lnTo>
                    <a:pt x="190309" y="64992"/>
                  </a:lnTo>
                  <a:lnTo>
                    <a:pt x="172847" y="67913"/>
                  </a:lnTo>
                  <a:lnTo>
                    <a:pt x="160210" y="60344"/>
                  </a:lnTo>
                  <a:lnTo>
                    <a:pt x="130239" y="79807"/>
                  </a:lnTo>
                  <a:lnTo>
                    <a:pt x="111634" y="84779"/>
                  </a:lnTo>
                  <a:lnTo>
                    <a:pt x="112395" y="110515"/>
                  </a:lnTo>
                  <a:lnTo>
                    <a:pt x="89409" y="137878"/>
                  </a:lnTo>
                  <a:lnTo>
                    <a:pt x="97409" y="148692"/>
                  </a:lnTo>
                  <a:lnTo>
                    <a:pt x="75692" y="194431"/>
                  </a:lnTo>
                  <a:lnTo>
                    <a:pt x="45783" y="183940"/>
                  </a:lnTo>
                  <a:lnTo>
                    <a:pt x="42228" y="192272"/>
                  </a:lnTo>
                  <a:lnTo>
                    <a:pt x="47943" y="225470"/>
                  </a:lnTo>
                  <a:lnTo>
                    <a:pt x="37338" y="229686"/>
                  </a:lnTo>
                  <a:lnTo>
                    <a:pt x="42863" y="256826"/>
                  </a:lnTo>
                  <a:lnTo>
                    <a:pt x="33338" y="267316"/>
                  </a:lnTo>
                  <a:lnTo>
                    <a:pt x="17208" y="263855"/>
                  </a:lnTo>
                  <a:lnTo>
                    <a:pt x="23622" y="297923"/>
                  </a:lnTo>
                  <a:lnTo>
                    <a:pt x="7493" y="289484"/>
                  </a:lnTo>
                  <a:lnTo>
                    <a:pt x="0" y="301161"/>
                  </a:lnTo>
                  <a:cubicBezTo>
                    <a:pt x="4699" y="311436"/>
                    <a:pt x="6414" y="316084"/>
                    <a:pt x="7303" y="312629"/>
                  </a:cubicBezTo>
                  <a:cubicBezTo>
                    <a:pt x="8255" y="308299"/>
                    <a:pt x="9652" y="312953"/>
                    <a:pt x="33338" y="346151"/>
                  </a:cubicBezTo>
                  <a:cubicBezTo>
                    <a:pt x="35941" y="349720"/>
                    <a:pt x="40640" y="350691"/>
                    <a:pt x="39307" y="346367"/>
                  </a:cubicBezTo>
                  <a:cubicBezTo>
                    <a:pt x="39116" y="344634"/>
                    <a:pt x="35179" y="337928"/>
                    <a:pt x="40069" y="338582"/>
                  </a:cubicBezTo>
                  <a:cubicBezTo>
                    <a:pt x="41021" y="338906"/>
                    <a:pt x="46546" y="338366"/>
                    <a:pt x="47434" y="342798"/>
                  </a:cubicBezTo>
                  <a:cubicBezTo>
                    <a:pt x="47943" y="344202"/>
                    <a:pt x="47434" y="349828"/>
                    <a:pt x="51943" y="351447"/>
                  </a:cubicBezTo>
                  <a:cubicBezTo>
                    <a:pt x="55435" y="353073"/>
                    <a:pt x="61595" y="353397"/>
                    <a:pt x="62992" y="358153"/>
                  </a:cubicBezTo>
                  <a:cubicBezTo>
                    <a:pt x="64643" y="363995"/>
                    <a:pt x="55118" y="355340"/>
                    <a:pt x="56388" y="360750"/>
                  </a:cubicBezTo>
                  <a:cubicBezTo>
                    <a:pt x="56833" y="362369"/>
                    <a:pt x="55626" y="363779"/>
                    <a:pt x="53784" y="363887"/>
                  </a:cubicBezTo>
                  <a:lnTo>
                    <a:pt x="51880" y="364103"/>
                  </a:lnTo>
                  <a:cubicBezTo>
                    <a:pt x="46038" y="364534"/>
                    <a:pt x="54546" y="371240"/>
                    <a:pt x="63564" y="384753"/>
                  </a:cubicBezTo>
                  <a:cubicBezTo>
                    <a:pt x="66358" y="388645"/>
                    <a:pt x="65596" y="380105"/>
                    <a:pt x="65913" y="377723"/>
                  </a:cubicBezTo>
                  <a:cubicBezTo>
                    <a:pt x="66167" y="373291"/>
                    <a:pt x="71692" y="371672"/>
                    <a:pt x="71692" y="375996"/>
                  </a:cubicBezTo>
                  <a:cubicBezTo>
                    <a:pt x="71882" y="380536"/>
                    <a:pt x="70930" y="385832"/>
                    <a:pt x="73279" y="390379"/>
                  </a:cubicBezTo>
                  <a:cubicBezTo>
                    <a:pt x="82741" y="408654"/>
                    <a:pt x="86170" y="413086"/>
                    <a:pt x="87376" y="418929"/>
                  </a:cubicBezTo>
                  <a:lnTo>
                    <a:pt x="90932" y="436010"/>
                  </a:lnTo>
                  <a:cubicBezTo>
                    <a:pt x="92266" y="442068"/>
                    <a:pt x="89409" y="445313"/>
                    <a:pt x="77216" y="492461"/>
                  </a:cubicBezTo>
                  <a:cubicBezTo>
                    <a:pt x="76009" y="496678"/>
                    <a:pt x="80455" y="500462"/>
                    <a:pt x="82931" y="496894"/>
                  </a:cubicBezTo>
                  <a:cubicBezTo>
                    <a:pt x="84455" y="495160"/>
                    <a:pt x="86741" y="490080"/>
                    <a:pt x="90805" y="489217"/>
                  </a:cubicBezTo>
                  <a:cubicBezTo>
                    <a:pt x="95186" y="488353"/>
                    <a:pt x="89535" y="495484"/>
                    <a:pt x="88329" y="498405"/>
                  </a:cubicBezTo>
                  <a:cubicBezTo>
                    <a:pt x="85852" y="503168"/>
                    <a:pt x="94742" y="503275"/>
                    <a:pt x="101791" y="506514"/>
                  </a:cubicBezTo>
                  <a:cubicBezTo>
                    <a:pt x="106426" y="508140"/>
                    <a:pt x="105855" y="500678"/>
                    <a:pt x="106934" y="497973"/>
                  </a:cubicBezTo>
                  <a:cubicBezTo>
                    <a:pt x="107823" y="493649"/>
                    <a:pt x="113030" y="491160"/>
                    <a:pt x="112776" y="495592"/>
                  </a:cubicBezTo>
                  <a:cubicBezTo>
                    <a:pt x="113157" y="501974"/>
                    <a:pt x="110109" y="509867"/>
                    <a:pt x="115507" y="509867"/>
                  </a:cubicBezTo>
                  <a:cubicBezTo>
                    <a:pt x="118872" y="509543"/>
                    <a:pt x="124714" y="511277"/>
                    <a:pt x="127509" y="507168"/>
                  </a:cubicBezTo>
                  <a:cubicBezTo>
                    <a:pt x="134366" y="497973"/>
                    <a:pt x="136398" y="492677"/>
                    <a:pt x="141288" y="489864"/>
                  </a:cubicBezTo>
                  <a:cubicBezTo>
                    <a:pt x="147638" y="485432"/>
                    <a:pt x="155639" y="484131"/>
                    <a:pt x="153607" y="479158"/>
                  </a:cubicBezTo>
                  <a:cubicBezTo>
                    <a:pt x="152400" y="475266"/>
                    <a:pt x="146876" y="466725"/>
                    <a:pt x="151956" y="468344"/>
                  </a:cubicBezTo>
                  <a:cubicBezTo>
                    <a:pt x="152971" y="468992"/>
                    <a:pt x="155321" y="469532"/>
                    <a:pt x="156845" y="472345"/>
                  </a:cubicBezTo>
                  <a:cubicBezTo>
                    <a:pt x="158369" y="474294"/>
                    <a:pt x="160210" y="481755"/>
                    <a:pt x="163767" y="478295"/>
                  </a:cubicBezTo>
                  <a:cubicBezTo>
                    <a:pt x="167005" y="474726"/>
                    <a:pt x="172085" y="471913"/>
                    <a:pt x="172847" y="466833"/>
                  </a:cubicBezTo>
                  <a:lnTo>
                    <a:pt x="175387" y="448234"/>
                  </a:lnTo>
                  <a:cubicBezTo>
                    <a:pt x="175705" y="446392"/>
                    <a:pt x="177292" y="445421"/>
                    <a:pt x="179070" y="446069"/>
                  </a:cubicBezTo>
                  <a:lnTo>
                    <a:pt x="179388" y="446069"/>
                  </a:lnTo>
                  <a:cubicBezTo>
                    <a:pt x="185103" y="448234"/>
                    <a:pt x="184341" y="454393"/>
                    <a:pt x="197548" y="484346"/>
                  </a:cubicBezTo>
                  <a:cubicBezTo>
                    <a:pt x="198183" y="486080"/>
                    <a:pt x="200279" y="487051"/>
                    <a:pt x="201867" y="486620"/>
                  </a:cubicBezTo>
                  <a:cubicBezTo>
                    <a:pt x="206439" y="485324"/>
                    <a:pt x="203645" y="492354"/>
                    <a:pt x="203645" y="494189"/>
                  </a:cubicBezTo>
                  <a:cubicBezTo>
                    <a:pt x="202883" y="498837"/>
                    <a:pt x="206184" y="501758"/>
                    <a:pt x="207073" y="503491"/>
                  </a:cubicBezTo>
                  <a:cubicBezTo>
                    <a:pt x="210312" y="508464"/>
                    <a:pt x="208915" y="513220"/>
                    <a:pt x="211709" y="544259"/>
                  </a:cubicBezTo>
                  <a:cubicBezTo>
                    <a:pt x="212154" y="549878"/>
                    <a:pt x="214947" y="554425"/>
                    <a:pt x="219646" y="567290"/>
                  </a:cubicBezTo>
                  <a:cubicBezTo>
                    <a:pt x="222885" y="575507"/>
                    <a:pt x="219964" y="594430"/>
                    <a:pt x="224092" y="588810"/>
                  </a:cubicBezTo>
                  <a:lnTo>
                    <a:pt x="225361" y="586968"/>
                  </a:lnTo>
                  <a:cubicBezTo>
                    <a:pt x="226441" y="585457"/>
                    <a:pt x="228092" y="585565"/>
                    <a:pt x="228918" y="587184"/>
                  </a:cubicBezTo>
                  <a:lnTo>
                    <a:pt x="238125" y="604704"/>
                  </a:lnTo>
                  <a:cubicBezTo>
                    <a:pt x="240602" y="609467"/>
                    <a:pt x="237490" y="614655"/>
                    <a:pt x="239776" y="625901"/>
                  </a:cubicBezTo>
                  <a:cubicBezTo>
                    <a:pt x="240602" y="631095"/>
                    <a:pt x="245173" y="633685"/>
                    <a:pt x="241935" y="636822"/>
                  </a:cubicBezTo>
                  <a:cubicBezTo>
                    <a:pt x="240284" y="638988"/>
                    <a:pt x="233617" y="642664"/>
                    <a:pt x="237681" y="645471"/>
                  </a:cubicBezTo>
                  <a:cubicBezTo>
                    <a:pt x="238379" y="646017"/>
                    <a:pt x="242443" y="648176"/>
                    <a:pt x="242126" y="650558"/>
                  </a:cubicBezTo>
                  <a:cubicBezTo>
                    <a:pt x="241809" y="652825"/>
                    <a:pt x="237490" y="652285"/>
                    <a:pt x="236855" y="652393"/>
                  </a:cubicBezTo>
                  <a:cubicBezTo>
                    <a:pt x="232156" y="652393"/>
                    <a:pt x="236855" y="657911"/>
                    <a:pt x="237299" y="659098"/>
                  </a:cubicBezTo>
                  <a:cubicBezTo>
                    <a:pt x="238125" y="660724"/>
                    <a:pt x="240221" y="661264"/>
                    <a:pt x="241809" y="660286"/>
                  </a:cubicBezTo>
                  <a:lnTo>
                    <a:pt x="242697" y="659746"/>
                  </a:lnTo>
                  <a:cubicBezTo>
                    <a:pt x="246444" y="657479"/>
                    <a:pt x="248730" y="662019"/>
                    <a:pt x="247777" y="666236"/>
                  </a:cubicBezTo>
                  <a:cubicBezTo>
                    <a:pt x="243015" y="684403"/>
                    <a:pt x="243459" y="689921"/>
                    <a:pt x="239649" y="694246"/>
                  </a:cubicBezTo>
                  <a:cubicBezTo>
                    <a:pt x="238125" y="696513"/>
                    <a:pt x="233617" y="699541"/>
                    <a:pt x="233997" y="704405"/>
                  </a:cubicBezTo>
                  <a:cubicBezTo>
                    <a:pt x="234759" y="717709"/>
                    <a:pt x="239205" y="724307"/>
                    <a:pt x="239205" y="728955"/>
                  </a:cubicBezTo>
                  <a:lnTo>
                    <a:pt x="250381" y="718248"/>
                  </a:lnTo>
                  <a:lnTo>
                    <a:pt x="250381" y="702678"/>
                  </a:lnTo>
                  <a:lnTo>
                    <a:pt x="250889" y="703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A2939677-264E-E9D4-EA7D-DD04B9DFF65A}"/>
                </a:ext>
              </a:extLst>
            </p:cNvPr>
            <p:cNvSpPr/>
            <p:nvPr/>
          </p:nvSpPr>
          <p:spPr>
            <a:xfrm>
              <a:off x="8923337" y="2330094"/>
              <a:ext cx="1203706" cy="522516"/>
            </a:xfrm>
            <a:custGeom>
              <a:avLst/>
              <a:gdLst>
                <a:gd name="csX0" fmla="*/ 11557 w 1203706"/>
                <a:gd name="csY0" fmla="*/ 182423 h 522516"/>
                <a:gd name="csX1" fmla="*/ 8763 w 1203706"/>
                <a:gd name="csY1" fmla="*/ 191941 h 522516"/>
                <a:gd name="csX2" fmla="*/ 26988 w 1203706"/>
                <a:gd name="csY2" fmla="*/ 200266 h 522516"/>
                <a:gd name="csX3" fmla="*/ 28702 w 1203706"/>
                <a:gd name="csY3" fmla="*/ 212058 h 522516"/>
                <a:gd name="csX4" fmla="*/ 47498 w 1203706"/>
                <a:gd name="csY4" fmla="*/ 221031 h 522516"/>
                <a:gd name="csX5" fmla="*/ 66484 w 1203706"/>
                <a:gd name="csY5" fmla="*/ 219189 h 522516"/>
                <a:gd name="csX6" fmla="*/ 93281 w 1203706"/>
                <a:gd name="csY6" fmla="*/ 234658 h 522516"/>
                <a:gd name="csX7" fmla="*/ 104902 w 1203706"/>
                <a:gd name="csY7" fmla="*/ 267748 h 522516"/>
                <a:gd name="csX8" fmla="*/ 119697 w 1203706"/>
                <a:gd name="csY8" fmla="*/ 276504 h 522516"/>
                <a:gd name="csX9" fmla="*/ 120269 w 1203706"/>
                <a:gd name="csY9" fmla="*/ 322790 h 522516"/>
                <a:gd name="csX10" fmla="*/ 105219 w 1203706"/>
                <a:gd name="csY10" fmla="*/ 339871 h 522516"/>
                <a:gd name="csX11" fmla="*/ 117094 w 1203706"/>
                <a:gd name="csY11" fmla="*/ 361607 h 522516"/>
                <a:gd name="csX12" fmla="*/ 212344 w 1203706"/>
                <a:gd name="csY12" fmla="*/ 370154 h 522516"/>
                <a:gd name="csX13" fmla="*/ 283146 w 1203706"/>
                <a:gd name="csY13" fmla="*/ 401295 h 522516"/>
                <a:gd name="csX14" fmla="*/ 324294 w 1203706"/>
                <a:gd name="csY14" fmla="*/ 473964 h 522516"/>
                <a:gd name="csX15" fmla="*/ 509460 w 1203706"/>
                <a:gd name="csY15" fmla="*/ 473964 h 522516"/>
                <a:gd name="csX16" fmla="*/ 594741 w 1203706"/>
                <a:gd name="csY16" fmla="*/ 511918 h 522516"/>
                <a:gd name="csX17" fmla="*/ 625094 w 1203706"/>
                <a:gd name="csY17" fmla="*/ 508133 h 522516"/>
                <a:gd name="csX18" fmla="*/ 645223 w 1203706"/>
                <a:gd name="csY18" fmla="*/ 522516 h 522516"/>
                <a:gd name="csX19" fmla="*/ 737298 w 1203706"/>
                <a:gd name="csY19" fmla="*/ 484238 h 522516"/>
                <a:gd name="csX20" fmla="*/ 827659 w 1203706"/>
                <a:gd name="csY20" fmla="*/ 479374 h 522516"/>
                <a:gd name="csX21" fmla="*/ 905510 w 1203706"/>
                <a:gd name="csY21" fmla="*/ 424002 h 522516"/>
                <a:gd name="csX22" fmla="*/ 884936 w 1203706"/>
                <a:gd name="csY22" fmla="*/ 396107 h 522516"/>
                <a:gd name="csX23" fmla="*/ 908304 w 1203706"/>
                <a:gd name="csY23" fmla="*/ 363988 h 522516"/>
                <a:gd name="csX24" fmla="*/ 967931 w 1203706"/>
                <a:gd name="csY24" fmla="*/ 380206 h 522516"/>
                <a:gd name="csX25" fmla="*/ 1002919 w 1203706"/>
                <a:gd name="csY25" fmla="*/ 349714 h 522516"/>
                <a:gd name="csX26" fmla="*/ 1036892 w 1203706"/>
                <a:gd name="csY26" fmla="*/ 349714 h 522516"/>
                <a:gd name="csX27" fmla="*/ 1066229 w 1203706"/>
                <a:gd name="csY27" fmla="*/ 332302 h 522516"/>
                <a:gd name="csX28" fmla="*/ 1073785 w 1203706"/>
                <a:gd name="csY28" fmla="*/ 306889 h 522516"/>
                <a:gd name="csX29" fmla="*/ 1108456 w 1203706"/>
                <a:gd name="csY29" fmla="*/ 306889 h 522516"/>
                <a:gd name="csX30" fmla="*/ 1119950 w 1203706"/>
                <a:gd name="csY30" fmla="*/ 287426 h 522516"/>
                <a:gd name="csX31" fmla="*/ 1203706 w 1203706"/>
                <a:gd name="csY31" fmla="*/ 293376 h 522516"/>
                <a:gd name="csX32" fmla="*/ 1203706 w 1203706"/>
                <a:gd name="csY32" fmla="*/ 272072 h 522516"/>
                <a:gd name="csX33" fmla="*/ 1152589 w 1203706"/>
                <a:gd name="csY33" fmla="*/ 221139 h 522516"/>
                <a:gd name="csX34" fmla="*/ 1125030 w 1203706"/>
                <a:gd name="csY34" fmla="*/ 217678 h 522516"/>
                <a:gd name="csX35" fmla="*/ 1108456 w 1203706"/>
                <a:gd name="csY35" fmla="*/ 236601 h 522516"/>
                <a:gd name="csX36" fmla="*/ 1079754 w 1203706"/>
                <a:gd name="csY36" fmla="*/ 224168 h 522516"/>
                <a:gd name="csX37" fmla="*/ 1059434 w 1203706"/>
                <a:gd name="csY37" fmla="*/ 240386 h 522516"/>
                <a:gd name="csX38" fmla="*/ 1036130 w 1203706"/>
                <a:gd name="csY38" fmla="*/ 216059 h 522516"/>
                <a:gd name="csX39" fmla="*/ 1082675 w 1203706"/>
                <a:gd name="csY39" fmla="*/ 121545 h 522516"/>
                <a:gd name="csX40" fmla="*/ 1060387 w 1203706"/>
                <a:gd name="csY40" fmla="*/ 111271 h 522516"/>
                <a:gd name="csX41" fmla="*/ 1042543 w 1203706"/>
                <a:gd name="csY41" fmla="*/ 121545 h 522516"/>
                <a:gd name="csX42" fmla="*/ 1002347 w 1203706"/>
                <a:gd name="csY42" fmla="*/ 99377 h 522516"/>
                <a:gd name="csX43" fmla="*/ 956818 w 1203706"/>
                <a:gd name="csY43" fmla="*/ 119380 h 522516"/>
                <a:gd name="csX44" fmla="*/ 945452 w 1203706"/>
                <a:gd name="csY44" fmla="*/ 141008 h 522516"/>
                <a:gd name="csX45" fmla="*/ 919163 w 1203706"/>
                <a:gd name="csY45" fmla="*/ 139389 h 522516"/>
                <a:gd name="csX46" fmla="*/ 861251 w 1203706"/>
                <a:gd name="csY46" fmla="*/ 163500 h 522516"/>
                <a:gd name="csX47" fmla="*/ 819150 w 1203706"/>
                <a:gd name="csY47" fmla="*/ 148253 h 522516"/>
                <a:gd name="csX48" fmla="*/ 770636 w 1203706"/>
                <a:gd name="csY48" fmla="*/ 145332 h 522516"/>
                <a:gd name="csX49" fmla="*/ 755714 w 1203706"/>
                <a:gd name="csY49" fmla="*/ 117977 h 522516"/>
                <a:gd name="csX50" fmla="*/ 724853 w 1203706"/>
                <a:gd name="csY50" fmla="*/ 112674 h 522516"/>
                <a:gd name="csX51" fmla="*/ 710819 w 1203706"/>
                <a:gd name="csY51" fmla="*/ 96349 h 522516"/>
                <a:gd name="csX52" fmla="*/ 654050 w 1203706"/>
                <a:gd name="csY52" fmla="*/ 91046 h 522516"/>
                <a:gd name="csX53" fmla="*/ 612267 w 1203706"/>
                <a:gd name="csY53" fmla="*/ 107810 h 522516"/>
                <a:gd name="csX54" fmla="*/ 548450 w 1203706"/>
                <a:gd name="csY54" fmla="*/ 91485 h 522516"/>
                <a:gd name="csX55" fmla="*/ 536956 w 1203706"/>
                <a:gd name="csY55" fmla="*/ 40119 h 522516"/>
                <a:gd name="csX56" fmla="*/ 414655 w 1203706"/>
                <a:gd name="csY56" fmla="*/ 0 h 522516"/>
                <a:gd name="csX57" fmla="*/ 408686 w 1203706"/>
                <a:gd name="csY57" fmla="*/ 18707 h 522516"/>
                <a:gd name="csX58" fmla="*/ 390843 w 1203706"/>
                <a:gd name="csY58" fmla="*/ 25197 h 522516"/>
                <a:gd name="csX59" fmla="*/ 376365 w 1203706"/>
                <a:gd name="csY59" fmla="*/ 58395 h 522516"/>
                <a:gd name="csX60" fmla="*/ 383731 w 1203706"/>
                <a:gd name="csY60" fmla="*/ 82182 h 522516"/>
                <a:gd name="csX61" fmla="*/ 394081 w 1203706"/>
                <a:gd name="csY61" fmla="*/ 88887 h 522516"/>
                <a:gd name="csX62" fmla="*/ 388112 w 1203706"/>
                <a:gd name="csY62" fmla="*/ 115811 h 522516"/>
                <a:gd name="csX63" fmla="*/ 370713 w 1203706"/>
                <a:gd name="csY63" fmla="*/ 115811 h 522516"/>
                <a:gd name="csX64" fmla="*/ 358839 w 1203706"/>
                <a:gd name="csY64" fmla="*/ 131820 h 522516"/>
                <a:gd name="csX65" fmla="*/ 340169 w 1203706"/>
                <a:gd name="csY65" fmla="*/ 121329 h 522516"/>
                <a:gd name="csX66" fmla="*/ 256413 w 1203706"/>
                <a:gd name="csY66" fmla="*/ 114300 h 522516"/>
                <a:gd name="csX67" fmla="*/ 245491 w 1203706"/>
                <a:gd name="csY67" fmla="*/ 103810 h 522516"/>
                <a:gd name="csX68" fmla="*/ 243015 w 1203706"/>
                <a:gd name="csY68" fmla="*/ 85211 h 522516"/>
                <a:gd name="csX69" fmla="*/ 199707 w 1203706"/>
                <a:gd name="csY69" fmla="*/ 82290 h 522516"/>
                <a:gd name="csX70" fmla="*/ 191071 w 1203706"/>
                <a:gd name="csY70" fmla="*/ 69748 h 522516"/>
                <a:gd name="csX71" fmla="*/ 180086 w 1203706"/>
                <a:gd name="csY71" fmla="*/ 75152 h 522516"/>
                <a:gd name="csX72" fmla="*/ 169101 w 1203706"/>
                <a:gd name="csY72" fmla="*/ 68878 h 522516"/>
                <a:gd name="csX73" fmla="*/ 66802 w 1203706"/>
                <a:gd name="csY73" fmla="*/ 118408 h 522516"/>
                <a:gd name="csX74" fmla="*/ 68834 w 1203706"/>
                <a:gd name="csY74" fmla="*/ 130518 h 522516"/>
                <a:gd name="csX75" fmla="*/ 47117 w 1203706"/>
                <a:gd name="csY75" fmla="*/ 144037 h 522516"/>
                <a:gd name="csX76" fmla="*/ 13653 w 1203706"/>
                <a:gd name="csY76" fmla="*/ 143605 h 522516"/>
                <a:gd name="csX77" fmla="*/ 16256 w 1203706"/>
                <a:gd name="csY77" fmla="*/ 157124 h 522516"/>
                <a:gd name="csX78" fmla="*/ 1842 w 1203706"/>
                <a:gd name="csY78" fmla="*/ 160039 h 522516"/>
                <a:gd name="csX79" fmla="*/ 0 w 1203706"/>
                <a:gd name="csY79" fmla="*/ 177235 h 522516"/>
                <a:gd name="csX80" fmla="*/ 11176 w 1203706"/>
                <a:gd name="csY80" fmla="*/ 182639 h 522516"/>
                <a:gd name="csX81" fmla="*/ 11557 w 1203706"/>
                <a:gd name="csY81" fmla="*/ 182423 h 52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203706" h="522516">
                  <a:moveTo>
                    <a:pt x="11557" y="182423"/>
                  </a:moveTo>
                  <a:lnTo>
                    <a:pt x="8763" y="191941"/>
                  </a:lnTo>
                  <a:lnTo>
                    <a:pt x="26988" y="200266"/>
                  </a:lnTo>
                  <a:lnTo>
                    <a:pt x="28702" y="212058"/>
                  </a:lnTo>
                  <a:lnTo>
                    <a:pt x="47498" y="221031"/>
                  </a:lnTo>
                  <a:lnTo>
                    <a:pt x="66484" y="219189"/>
                  </a:lnTo>
                  <a:lnTo>
                    <a:pt x="93281" y="234658"/>
                  </a:lnTo>
                  <a:lnTo>
                    <a:pt x="104902" y="267748"/>
                  </a:lnTo>
                  <a:lnTo>
                    <a:pt x="119697" y="276504"/>
                  </a:lnTo>
                  <a:lnTo>
                    <a:pt x="120269" y="322790"/>
                  </a:lnTo>
                  <a:lnTo>
                    <a:pt x="105219" y="339871"/>
                  </a:lnTo>
                  <a:lnTo>
                    <a:pt x="117094" y="361607"/>
                  </a:lnTo>
                  <a:lnTo>
                    <a:pt x="212344" y="370154"/>
                  </a:lnTo>
                  <a:lnTo>
                    <a:pt x="283146" y="401295"/>
                  </a:lnTo>
                  <a:lnTo>
                    <a:pt x="324294" y="473964"/>
                  </a:lnTo>
                  <a:lnTo>
                    <a:pt x="509460" y="473964"/>
                  </a:lnTo>
                  <a:lnTo>
                    <a:pt x="594741" y="511918"/>
                  </a:lnTo>
                  <a:lnTo>
                    <a:pt x="625094" y="508133"/>
                  </a:lnTo>
                  <a:lnTo>
                    <a:pt x="645223" y="522516"/>
                  </a:lnTo>
                  <a:lnTo>
                    <a:pt x="737298" y="484238"/>
                  </a:lnTo>
                  <a:lnTo>
                    <a:pt x="827659" y="479374"/>
                  </a:lnTo>
                  <a:lnTo>
                    <a:pt x="905510" y="424002"/>
                  </a:lnTo>
                  <a:lnTo>
                    <a:pt x="884936" y="396107"/>
                  </a:lnTo>
                  <a:lnTo>
                    <a:pt x="908304" y="363988"/>
                  </a:lnTo>
                  <a:lnTo>
                    <a:pt x="967931" y="380206"/>
                  </a:lnTo>
                  <a:lnTo>
                    <a:pt x="1002919" y="349714"/>
                  </a:lnTo>
                  <a:lnTo>
                    <a:pt x="1036892" y="349714"/>
                  </a:lnTo>
                  <a:lnTo>
                    <a:pt x="1066229" y="332302"/>
                  </a:lnTo>
                  <a:lnTo>
                    <a:pt x="1073785" y="306889"/>
                  </a:lnTo>
                  <a:lnTo>
                    <a:pt x="1108456" y="306889"/>
                  </a:lnTo>
                  <a:lnTo>
                    <a:pt x="1119950" y="287426"/>
                  </a:lnTo>
                  <a:lnTo>
                    <a:pt x="1203706" y="293376"/>
                  </a:lnTo>
                  <a:lnTo>
                    <a:pt x="1203706" y="272072"/>
                  </a:lnTo>
                  <a:lnTo>
                    <a:pt x="1152589" y="221139"/>
                  </a:lnTo>
                  <a:lnTo>
                    <a:pt x="1125030" y="217678"/>
                  </a:lnTo>
                  <a:lnTo>
                    <a:pt x="1108456" y="236601"/>
                  </a:lnTo>
                  <a:lnTo>
                    <a:pt x="1079754" y="224168"/>
                  </a:lnTo>
                  <a:lnTo>
                    <a:pt x="1059434" y="240386"/>
                  </a:lnTo>
                  <a:lnTo>
                    <a:pt x="1036130" y="216059"/>
                  </a:lnTo>
                  <a:lnTo>
                    <a:pt x="1082675" y="121545"/>
                  </a:lnTo>
                  <a:lnTo>
                    <a:pt x="1060387" y="111271"/>
                  </a:lnTo>
                  <a:lnTo>
                    <a:pt x="1042543" y="121545"/>
                  </a:lnTo>
                  <a:lnTo>
                    <a:pt x="1002347" y="99377"/>
                  </a:lnTo>
                  <a:lnTo>
                    <a:pt x="956818" y="119380"/>
                  </a:lnTo>
                  <a:lnTo>
                    <a:pt x="945452" y="141008"/>
                  </a:lnTo>
                  <a:lnTo>
                    <a:pt x="919163" y="139389"/>
                  </a:lnTo>
                  <a:lnTo>
                    <a:pt x="861251" y="163500"/>
                  </a:lnTo>
                  <a:lnTo>
                    <a:pt x="819150" y="148253"/>
                  </a:lnTo>
                  <a:lnTo>
                    <a:pt x="770636" y="145332"/>
                  </a:lnTo>
                  <a:lnTo>
                    <a:pt x="755714" y="117977"/>
                  </a:lnTo>
                  <a:lnTo>
                    <a:pt x="724853" y="112674"/>
                  </a:lnTo>
                  <a:lnTo>
                    <a:pt x="710819" y="96349"/>
                  </a:lnTo>
                  <a:lnTo>
                    <a:pt x="654050" y="91046"/>
                  </a:lnTo>
                  <a:lnTo>
                    <a:pt x="612267" y="107810"/>
                  </a:lnTo>
                  <a:lnTo>
                    <a:pt x="548450" y="91485"/>
                  </a:lnTo>
                  <a:lnTo>
                    <a:pt x="536956" y="40119"/>
                  </a:lnTo>
                  <a:lnTo>
                    <a:pt x="414655" y="0"/>
                  </a:lnTo>
                  <a:lnTo>
                    <a:pt x="408686" y="18707"/>
                  </a:lnTo>
                  <a:lnTo>
                    <a:pt x="390843" y="25197"/>
                  </a:lnTo>
                  <a:lnTo>
                    <a:pt x="376365" y="58395"/>
                  </a:lnTo>
                  <a:lnTo>
                    <a:pt x="383731" y="82182"/>
                  </a:lnTo>
                  <a:lnTo>
                    <a:pt x="394081" y="88887"/>
                  </a:lnTo>
                  <a:lnTo>
                    <a:pt x="388112" y="115811"/>
                  </a:lnTo>
                  <a:lnTo>
                    <a:pt x="370713" y="115811"/>
                  </a:lnTo>
                  <a:lnTo>
                    <a:pt x="358839" y="131820"/>
                  </a:lnTo>
                  <a:lnTo>
                    <a:pt x="340169" y="121329"/>
                  </a:lnTo>
                  <a:lnTo>
                    <a:pt x="256413" y="114300"/>
                  </a:lnTo>
                  <a:lnTo>
                    <a:pt x="245491" y="103810"/>
                  </a:lnTo>
                  <a:lnTo>
                    <a:pt x="243015" y="85211"/>
                  </a:lnTo>
                  <a:lnTo>
                    <a:pt x="199707" y="82290"/>
                  </a:lnTo>
                  <a:lnTo>
                    <a:pt x="191071" y="69748"/>
                  </a:lnTo>
                  <a:lnTo>
                    <a:pt x="180086" y="75152"/>
                  </a:lnTo>
                  <a:lnTo>
                    <a:pt x="169101" y="68878"/>
                  </a:lnTo>
                  <a:lnTo>
                    <a:pt x="66802" y="118408"/>
                  </a:lnTo>
                  <a:lnTo>
                    <a:pt x="68834" y="130518"/>
                  </a:lnTo>
                  <a:lnTo>
                    <a:pt x="47117" y="144037"/>
                  </a:lnTo>
                  <a:lnTo>
                    <a:pt x="13653" y="143605"/>
                  </a:lnTo>
                  <a:lnTo>
                    <a:pt x="16256" y="157124"/>
                  </a:lnTo>
                  <a:lnTo>
                    <a:pt x="1842" y="160039"/>
                  </a:lnTo>
                  <a:lnTo>
                    <a:pt x="0" y="177235"/>
                  </a:lnTo>
                  <a:lnTo>
                    <a:pt x="11176" y="182639"/>
                  </a:lnTo>
                  <a:lnTo>
                    <a:pt x="11557" y="182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5E49F53D-F6E2-25AD-19FC-5C1BAA9E29B8}"/>
                </a:ext>
              </a:extLst>
            </p:cNvPr>
            <p:cNvSpPr/>
            <p:nvPr/>
          </p:nvSpPr>
          <p:spPr>
            <a:xfrm>
              <a:off x="8367158" y="4244881"/>
              <a:ext cx="6312" cy="8728"/>
            </a:xfrm>
            <a:custGeom>
              <a:avLst/>
              <a:gdLst>
                <a:gd name="csX0" fmla="*/ 300 w 6312"/>
                <a:gd name="csY0" fmla="*/ 3567 h 8728"/>
                <a:gd name="csX1" fmla="*/ 300 w 6312"/>
                <a:gd name="csY1" fmla="*/ 3999 h 8728"/>
                <a:gd name="csX2" fmla="*/ 5507 w 6312"/>
                <a:gd name="csY2" fmla="*/ 6057 h 8728"/>
                <a:gd name="csX3" fmla="*/ 6142 w 6312"/>
                <a:gd name="csY3" fmla="*/ 3567 h 8728"/>
                <a:gd name="csX4" fmla="*/ 427 w 6312"/>
                <a:gd name="csY4" fmla="*/ 3567 h 8728"/>
                <a:gd name="csX5" fmla="*/ 300 w 6312"/>
                <a:gd name="csY5" fmla="*/ 3567 h 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312" h="8728">
                  <a:moveTo>
                    <a:pt x="300" y="3567"/>
                  </a:moveTo>
                  <a:lnTo>
                    <a:pt x="300" y="3999"/>
                  </a:lnTo>
                  <a:cubicBezTo>
                    <a:pt x="-1351" y="8654"/>
                    <a:pt x="4300" y="10813"/>
                    <a:pt x="5507" y="6057"/>
                  </a:cubicBezTo>
                  <a:lnTo>
                    <a:pt x="6142" y="3567"/>
                  </a:lnTo>
                  <a:cubicBezTo>
                    <a:pt x="7348" y="-1189"/>
                    <a:pt x="1824" y="-1189"/>
                    <a:pt x="427" y="3567"/>
                  </a:cubicBezTo>
                  <a:lnTo>
                    <a:pt x="300" y="3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EE33350F-754C-BFB6-EE6E-624CEB3C2BC5}"/>
                </a:ext>
              </a:extLst>
            </p:cNvPr>
            <p:cNvSpPr/>
            <p:nvPr/>
          </p:nvSpPr>
          <p:spPr>
            <a:xfrm>
              <a:off x="8378825" y="4278109"/>
              <a:ext cx="6350" cy="5609"/>
            </a:xfrm>
            <a:custGeom>
              <a:avLst/>
              <a:gdLst>
                <a:gd name="csX0" fmla="*/ 6350 w 6350"/>
                <a:gd name="csY0" fmla="*/ 2241 h 5609"/>
                <a:gd name="csX1" fmla="*/ 0 w 6350"/>
                <a:gd name="csY1" fmla="*/ 2889 h 5609"/>
                <a:gd name="csX2" fmla="*/ 6350 w 6350"/>
                <a:gd name="csY2" fmla="*/ 2241 h 5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50" h="5609">
                  <a:moveTo>
                    <a:pt x="6350" y="2241"/>
                  </a:moveTo>
                  <a:cubicBezTo>
                    <a:pt x="6350" y="-2407"/>
                    <a:pt x="0" y="1378"/>
                    <a:pt x="0" y="2889"/>
                  </a:cubicBezTo>
                  <a:cubicBezTo>
                    <a:pt x="0" y="6566"/>
                    <a:pt x="6350" y="6673"/>
                    <a:pt x="6350" y="2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2FC5C6AE-0DC8-938C-5AAF-FBA493D38969}"/>
                </a:ext>
              </a:extLst>
            </p:cNvPr>
            <p:cNvSpPr/>
            <p:nvPr/>
          </p:nvSpPr>
          <p:spPr>
            <a:xfrm>
              <a:off x="8371585" y="4497710"/>
              <a:ext cx="6222" cy="5635"/>
            </a:xfrm>
            <a:custGeom>
              <a:avLst/>
              <a:gdLst>
                <a:gd name="csX0" fmla="*/ 6223 w 6222"/>
                <a:gd name="csY0" fmla="*/ 2268 h 5635"/>
                <a:gd name="csX1" fmla="*/ 0 w 6222"/>
                <a:gd name="csY1" fmla="*/ 2915 h 5635"/>
                <a:gd name="csX2" fmla="*/ 6223 w 6222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2" h="5635">
                  <a:moveTo>
                    <a:pt x="6223" y="2268"/>
                  </a:moveTo>
                  <a:cubicBezTo>
                    <a:pt x="6223" y="-2380"/>
                    <a:pt x="0" y="1296"/>
                    <a:pt x="0" y="2915"/>
                  </a:cubicBezTo>
                  <a:cubicBezTo>
                    <a:pt x="0" y="6592"/>
                    <a:pt x="6223" y="6700"/>
                    <a:pt x="6223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B7C7BE0-7731-3FFE-96A5-573CAEDDA8D9}"/>
                </a:ext>
              </a:extLst>
            </p:cNvPr>
            <p:cNvSpPr/>
            <p:nvPr/>
          </p:nvSpPr>
          <p:spPr>
            <a:xfrm>
              <a:off x="8355330" y="4361705"/>
              <a:ext cx="6286" cy="5700"/>
            </a:xfrm>
            <a:custGeom>
              <a:avLst/>
              <a:gdLst>
                <a:gd name="csX0" fmla="*/ 6286 w 6286"/>
                <a:gd name="csY0" fmla="*/ 2236 h 5700"/>
                <a:gd name="csX1" fmla="*/ 0 w 6286"/>
                <a:gd name="csY1" fmla="*/ 2992 h 5700"/>
                <a:gd name="csX2" fmla="*/ 6286 w 6286"/>
                <a:gd name="csY2" fmla="*/ 2236 h 5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86" h="5700">
                  <a:moveTo>
                    <a:pt x="6286" y="2236"/>
                  </a:moveTo>
                  <a:cubicBezTo>
                    <a:pt x="6286" y="-2412"/>
                    <a:pt x="0" y="1373"/>
                    <a:pt x="0" y="2992"/>
                  </a:cubicBezTo>
                  <a:cubicBezTo>
                    <a:pt x="0" y="6668"/>
                    <a:pt x="6286" y="6777"/>
                    <a:pt x="6286" y="22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13CE1045-2D06-0F53-0254-BDDB6E2B1F04}"/>
                </a:ext>
              </a:extLst>
            </p:cNvPr>
            <p:cNvSpPr/>
            <p:nvPr/>
          </p:nvSpPr>
          <p:spPr>
            <a:xfrm>
              <a:off x="8364219" y="4357997"/>
              <a:ext cx="6223" cy="5635"/>
            </a:xfrm>
            <a:custGeom>
              <a:avLst/>
              <a:gdLst>
                <a:gd name="csX0" fmla="*/ 6224 w 6223"/>
                <a:gd name="csY0" fmla="*/ 2268 h 5635"/>
                <a:gd name="csX1" fmla="*/ 0 w 6223"/>
                <a:gd name="csY1" fmla="*/ 2915 h 5635"/>
                <a:gd name="csX2" fmla="*/ 6224 w 6223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3" h="5635">
                  <a:moveTo>
                    <a:pt x="6224" y="2268"/>
                  </a:moveTo>
                  <a:cubicBezTo>
                    <a:pt x="6224" y="-2380"/>
                    <a:pt x="0" y="1296"/>
                    <a:pt x="0" y="2915"/>
                  </a:cubicBezTo>
                  <a:cubicBezTo>
                    <a:pt x="0" y="6592"/>
                    <a:pt x="6224" y="6700"/>
                    <a:pt x="622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2C38C992-3856-81CE-F680-8D1BE1FBED4A}"/>
                </a:ext>
              </a:extLst>
            </p:cNvPr>
            <p:cNvSpPr/>
            <p:nvPr/>
          </p:nvSpPr>
          <p:spPr>
            <a:xfrm>
              <a:off x="8390783" y="4288987"/>
              <a:ext cx="6011" cy="5433"/>
            </a:xfrm>
            <a:custGeom>
              <a:avLst/>
              <a:gdLst>
                <a:gd name="csX0" fmla="*/ 43 w 6011"/>
                <a:gd name="csY0" fmla="*/ 2501 h 5433"/>
                <a:gd name="csX1" fmla="*/ 6012 w 6011"/>
                <a:gd name="csY1" fmla="*/ 2177 h 5433"/>
                <a:gd name="csX2" fmla="*/ 43 w 6011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5433">
                  <a:moveTo>
                    <a:pt x="43" y="2501"/>
                  </a:moveTo>
                  <a:cubicBezTo>
                    <a:pt x="-592" y="6825"/>
                    <a:pt x="6012" y="6070"/>
                    <a:pt x="6012" y="2177"/>
                  </a:cubicBezTo>
                  <a:cubicBezTo>
                    <a:pt x="6012" y="552"/>
                    <a:pt x="805" y="-1931"/>
                    <a:pt x="43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6731F4B6-C03E-77E3-E9D8-2F828E2909CE}"/>
                </a:ext>
              </a:extLst>
            </p:cNvPr>
            <p:cNvSpPr/>
            <p:nvPr/>
          </p:nvSpPr>
          <p:spPr>
            <a:xfrm>
              <a:off x="8386338" y="4462331"/>
              <a:ext cx="6012" cy="5431"/>
            </a:xfrm>
            <a:custGeom>
              <a:avLst/>
              <a:gdLst>
                <a:gd name="csX0" fmla="*/ 43 w 6012"/>
                <a:gd name="csY0" fmla="*/ 2499 h 5431"/>
                <a:gd name="csX1" fmla="*/ 6012 w 6012"/>
                <a:gd name="csY1" fmla="*/ 2175 h 5431"/>
                <a:gd name="csX2" fmla="*/ 43 w 6012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2" h="5431">
                  <a:moveTo>
                    <a:pt x="43" y="2499"/>
                  </a:moveTo>
                  <a:cubicBezTo>
                    <a:pt x="-592" y="6824"/>
                    <a:pt x="6012" y="6068"/>
                    <a:pt x="6012" y="2175"/>
                  </a:cubicBezTo>
                  <a:cubicBezTo>
                    <a:pt x="6012" y="556"/>
                    <a:pt x="806" y="-1933"/>
                    <a:pt x="43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F90DF31E-B444-E50E-2DB2-91E36D9BCD52}"/>
                </a:ext>
              </a:extLst>
            </p:cNvPr>
            <p:cNvSpPr/>
            <p:nvPr/>
          </p:nvSpPr>
          <p:spPr>
            <a:xfrm>
              <a:off x="8388370" y="4398593"/>
              <a:ext cx="6011" cy="4978"/>
            </a:xfrm>
            <a:custGeom>
              <a:avLst/>
              <a:gdLst>
                <a:gd name="csX0" fmla="*/ 43 w 6011"/>
                <a:gd name="csY0" fmla="*/ 2331 h 4978"/>
                <a:gd name="csX1" fmla="*/ 6012 w 6011"/>
                <a:gd name="csY1" fmla="*/ 2007 h 4978"/>
                <a:gd name="csX2" fmla="*/ 43 w 6011"/>
                <a:gd name="csY2" fmla="*/ 2331 h 4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4978">
                  <a:moveTo>
                    <a:pt x="43" y="2331"/>
                  </a:moveTo>
                  <a:cubicBezTo>
                    <a:pt x="-592" y="6223"/>
                    <a:pt x="6012" y="5576"/>
                    <a:pt x="6012" y="2007"/>
                  </a:cubicBezTo>
                  <a:cubicBezTo>
                    <a:pt x="6012" y="489"/>
                    <a:pt x="805" y="-1778"/>
                    <a:pt x="43" y="2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48ADD8F-D008-86AB-AA13-E43C2DF6D18C}"/>
                </a:ext>
              </a:extLst>
            </p:cNvPr>
            <p:cNvSpPr/>
            <p:nvPr/>
          </p:nvSpPr>
          <p:spPr>
            <a:xfrm>
              <a:off x="8378455" y="4410319"/>
              <a:ext cx="5957" cy="5431"/>
            </a:xfrm>
            <a:custGeom>
              <a:avLst/>
              <a:gdLst>
                <a:gd name="csX0" fmla="*/ 52 w 5957"/>
                <a:gd name="csY0" fmla="*/ 2499 h 5431"/>
                <a:gd name="csX1" fmla="*/ 5958 w 5957"/>
                <a:gd name="csY1" fmla="*/ 2175 h 5431"/>
                <a:gd name="csX2" fmla="*/ 52 w 5957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57" h="5431">
                  <a:moveTo>
                    <a:pt x="52" y="2499"/>
                  </a:moveTo>
                  <a:cubicBezTo>
                    <a:pt x="-647" y="6823"/>
                    <a:pt x="5958" y="6068"/>
                    <a:pt x="5958" y="2175"/>
                  </a:cubicBezTo>
                  <a:cubicBezTo>
                    <a:pt x="5958" y="556"/>
                    <a:pt x="814" y="-1933"/>
                    <a:pt x="52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93F6F0F9-40D2-08E5-BCDE-5624300969E6}"/>
                </a:ext>
              </a:extLst>
            </p:cNvPr>
            <p:cNvSpPr/>
            <p:nvPr/>
          </p:nvSpPr>
          <p:spPr>
            <a:xfrm>
              <a:off x="8363138" y="4309937"/>
              <a:ext cx="6726" cy="4427"/>
            </a:xfrm>
            <a:custGeom>
              <a:avLst/>
              <a:gdLst>
                <a:gd name="csX0" fmla="*/ 2 w 6726"/>
                <a:gd name="csY0" fmla="*/ 2207 h 4427"/>
                <a:gd name="csX1" fmla="*/ 6606 w 6726"/>
                <a:gd name="csY1" fmla="*/ 1776 h 4427"/>
                <a:gd name="csX2" fmla="*/ 2 w 6726"/>
                <a:gd name="csY2" fmla="*/ 2207 h 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26" h="4427">
                  <a:moveTo>
                    <a:pt x="2" y="2207"/>
                  </a:moveTo>
                  <a:cubicBezTo>
                    <a:pt x="383" y="5236"/>
                    <a:pt x="7749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01CCF04D-EA4C-2867-727E-2803D0D0D265}"/>
                </a:ext>
              </a:extLst>
            </p:cNvPr>
            <p:cNvSpPr/>
            <p:nvPr/>
          </p:nvSpPr>
          <p:spPr>
            <a:xfrm>
              <a:off x="8379649" y="4389262"/>
              <a:ext cx="6738" cy="4094"/>
            </a:xfrm>
            <a:custGeom>
              <a:avLst/>
              <a:gdLst>
                <a:gd name="csX0" fmla="*/ 1 w 6738"/>
                <a:gd name="csY0" fmla="*/ 2036 h 4094"/>
                <a:gd name="csX1" fmla="*/ 6605 w 6738"/>
                <a:gd name="csY1" fmla="*/ 1603 h 4094"/>
                <a:gd name="csX2" fmla="*/ 1 w 6738"/>
                <a:gd name="csY2" fmla="*/ 2036 h 4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8" h="4094">
                  <a:moveTo>
                    <a:pt x="1" y="2036"/>
                  </a:moveTo>
                  <a:cubicBezTo>
                    <a:pt x="445" y="4849"/>
                    <a:pt x="7811" y="4849"/>
                    <a:pt x="6605" y="1603"/>
                  </a:cubicBezTo>
                  <a:cubicBezTo>
                    <a:pt x="5461" y="-1641"/>
                    <a:pt x="-63" y="848"/>
                    <a:pt x="1" y="20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261D88FD-F7A2-0A23-514B-2617DA890CE8}"/>
                </a:ext>
              </a:extLst>
            </p:cNvPr>
            <p:cNvSpPr/>
            <p:nvPr/>
          </p:nvSpPr>
          <p:spPr>
            <a:xfrm>
              <a:off x="8371774" y="4467386"/>
              <a:ext cx="6739" cy="4425"/>
            </a:xfrm>
            <a:custGeom>
              <a:avLst/>
              <a:gdLst>
                <a:gd name="csX0" fmla="*/ 2 w 6739"/>
                <a:gd name="csY0" fmla="*/ 2207 h 4425"/>
                <a:gd name="csX1" fmla="*/ 6606 w 6739"/>
                <a:gd name="csY1" fmla="*/ 1776 h 4425"/>
                <a:gd name="csX2" fmla="*/ 2 w 6739"/>
                <a:gd name="csY2" fmla="*/ 2207 h 4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9" h="4425">
                  <a:moveTo>
                    <a:pt x="2" y="2207"/>
                  </a:moveTo>
                  <a:cubicBezTo>
                    <a:pt x="446" y="5230"/>
                    <a:pt x="7813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34A199AD-60C0-1BEE-8952-B766A62EA1F6}"/>
                </a:ext>
              </a:extLst>
            </p:cNvPr>
            <p:cNvSpPr/>
            <p:nvPr/>
          </p:nvSpPr>
          <p:spPr>
            <a:xfrm>
              <a:off x="8383142" y="4307075"/>
              <a:ext cx="5084" cy="6255"/>
            </a:xfrm>
            <a:custGeom>
              <a:avLst/>
              <a:gdLst>
                <a:gd name="csX0" fmla="*/ 635 w 5084"/>
                <a:gd name="csY0" fmla="*/ 307 h 6255"/>
                <a:gd name="csX1" fmla="*/ 4001 w 5084"/>
                <a:gd name="csY1" fmla="*/ 5717 h 6255"/>
                <a:gd name="csX2" fmla="*/ 635 w 5084"/>
                <a:gd name="csY2" fmla="*/ 307 h 6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4" h="6255">
                  <a:moveTo>
                    <a:pt x="635" y="307"/>
                  </a:moveTo>
                  <a:cubicBezTo>
                    <a:pt x="-1079" y="1932"/>
                    <a:pt x="889" y="8092"/>
                    <a:pt x="4001" y="5717"/>
                  </a:cubicBezTo>
                  <a:cubicBezTo>
                    <a:pt x="7239" y="3228"/>
                    <a:pt x="2350" y="-1204"/>
                    <a:pt x="635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2DE698AA-A9A5-BC92-CF08-B9161D2CD956}"/>
                </a:ext>
              </a:extLst>
            </p:cNvPr>
            <p:cNvSpPr/>
            <p:nvPr/>
          </p:nvSpPr>
          <p:spPr>
            <a:xfrm>
              <a:off x="8386816" y="4407321"/>
              <a:ext cx="5093" cy="6260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65075B42-6811-A92D-58AA-F4B566BD5010}"/>
                </a:ext>
              </a:extLst>
            </p:cNvPr>
            <p:cNvSpPr/>
            <p:nvPr/>
          </p:nvSpPr>
          <p:spPr>
            <a:xfrm>
              <a:off x="8368628" y="4382023"/>
              <a:ext cx="5068" cy="6078"/>
            </a:xfrm>
            <a:custGeom>
              <a:avLst/>
              <a:gdLst>
                <a:gd name="csX0" fmla="*/ 672 w 5068"/>
                <a:gd name="csY0" fmla="*/ 5706 h 6078"/>
                <a:gd name="csX1" fmla="*/ 4037 w 5068"/>
                <a:gd name="csY1" fmla="*/ 518 h 6078"/>
                <a:gd name="csX2" fmla="*/ 672 w 5068"/>
                <a:gd name="csY2" fmla="*/ 5706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68" h="6078">
                  <a:moveTo>
                    <a:pt x="672" y="5706"/>
                  </a:moveTo>
                  <a:cubicBezTo>
                    <a:pt x="-1106" y="7440"/>
                    <a:pt x="862" y="2678"/>
                    <a:pt x="4037" y="518"/>
                  </a:cubicBezTo>
                  <a:cubicBezTo>
                    <a:pt x="7149" y="-1755"/>
                    <a:pt x="2386" y="4087"/>
                    <a:pt x="672" y="5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45941A9B-CBFB-A95E-31E0-DFED866435BB}"/>
                </a:ext>
              </a:extLst>
            </p:cNvPr>
            <p:cNvSpPr/>
            <p:nvPr/>
          </p:nvSpPr>
          <p:spPr>
            <a:xfrm>
              <a:off x="8380656" y="4447116"/>
              <a:ext cx="5041" cy="6259"/>
            </a:xfrm>
            <a:custGeom>
              <a:avLst/>
              <a:gdLst>
                <a:gd name="csX0" fmla="*/ 645 w 5041"/>
                <a:gd name="csY0" fmla="*/ 309 h 6259"/>
                <a:gd name="csX1" fmla="*/ 4010 w 5041"/>
                <a:gd name="csY1" fmla="*/ 5712 h 6259"/>
                <a:gd name="csX2" fmla="*/ 645 w 5041"/>
                <a:gd name="csY2" fmla="*/ 309 h 6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41" h="6259">
                  <a:moveTo>
                    <a:pt x="645" y="309"/>
                  </a:moveTo>
                  <a:cubicBezTo>
                    <a:pt x="-1070" y="2036"/>
                    <a:pt x="835" y="8094"/>
                    <a:pt x="4010" y="5712"/>
                  </a:cubicBezTo>
                  <a:cubicBezTo>
                    <a:pt x="7122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FBECD524-06EA-78E1-0F91-BB01D56846CA}"/>
                </a:ext>
              </a:extLst>
            </p:cNvPr>
            <p:cNvSpPr/>
            <p:nvPr/>
          </p:nvSpPr>
          <p:spPr>
            <a:xfrm>
              <a:off x="8382053" y="4484530"/>
              <a:ext cx="5093" cy="6260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2DA11C06-6FCD-3918-9825-AD71D189394E}"/>
                </a:ext>
              </a:extLst>
            </p:cNvPr>
            <p:cNvSpPr/>
            <p:nvPr/>
          </p:nvSpPr>
          <p:spPr>
            <a:xfrm>
              <a:off x="10020074" y="4216934"/>
              <a:ext cx="8131" cy="10551"/>
            </a:xfrm>
            <a:custGeom>
              <a:avLst/>
              <a:gdLst>
                <a:gd name="csX0" fmla="*/ 162 w 8131"/>
                <a:gd name="csY0" fmla="*/ 8375 h 10551"/>
                <a:gd name="csX1" fmla="*/ 3147 w 8131"/>
                <a:gd name="csY1" fmla="*/ 10216 h 10551"/>
                <a:gd name="csX2" fmla="*/ 4988 w 8131"/>
                <a:gd name="csY2" fmla="*/ 9238 h 10551"/>
                <a:gd name="csX3" fmla="*/ 4798 w 8131"/>
                <a:gd name="csY3" fmla="*/ 158 h 10551"/>
                <a:gd name="csX4" fmla="*/ 3274 w 8131"/>
                <a:gd name="csY4" fmla="*/ 590 h 10551"/>
                <a:gd name="csX5" fmla="*/ 35 w 8131"/>
                <a:gd name="csY5" fmla="*/ 8267 h 10551"/>
                <a:gd name="csX6" fmla="*/ 162 w 8131"/>
                <a:gd name="csY6" fmla="*/ 8375 h 10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31" h="10551">
                  <a:moveTo>
                    <a:pt x="162" y="8375"/>
                  </a:moveTo>
                  <a:cubicBezTo>
                    <a:pt x="162" y="10210"/>
                    <a:pt x="1559" y="11080"/>
                    <a:pt x="3147" y="10216"/>
                  </a:cubicBezTo>
                  <a:lnTo>
                    <a:pt x="4988" y="9238"/>
                  </a:lnTo>
                  <a:cubicBezTo>
                    <a:pt x="9116" y="7187"/>
                    <a:pt x="9307" y="-1252"/>
                    <a:pt x="4798" y="158"/>
                  </a:cubicBezTo>
                  <a:lnTo>
                    <a:pt x="3274" y="590"/>
                  </a:lnTo>
                  <a:cubicBezTo>
                    <a:pt x="-1044" y="1885"/>
                    <a:pt x="226" y="7295"/>
                    <a:pt x="35" y="8267"/>
                  </a:cubicBezTo>
                  <a:lnTo>
                    <a:pt x="162" y="8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2B51BA7F-98B3-8EC2-4B14-D23E5345AD21}"/>
                </a:ext>
              </a:extLst>
            </p:cNvPr>
            <p:cNvSpPr/>
            <p:nvPr/>
          </p:nvSpPr>
          <p:spPr>
            <a:xfrm>
              <a:off x="9736073" y="4233546"/>
              <a:ext cx="365475" cy="214850"/>
            </a:xfrm>
            <a:custGeom>
              <a:avLst/>
              <a:gdLst>
                <a:gd name="csX0" fmla="*/ 31941 w 365475"/>
                <a:gd name="csY0" fmla="*/ 214851 h 214850"/>
                <a:gd name="csX1" fmla="*/ 61785 w 365475"/>
                <a:gd name="csY1" fmla="*/ 203821 h 214850"/>
                <a:gd name="csX2" fmla="*/ 95885 w 365475"/>
                <a:gd name="csY2" fmla="*/ 206418 h 214850"/>
                <a:gd name="csX3" fmla="*/ 104331 w 365475"/>
                <a:gd name="csY3" fmla="*/ 189438 h 214850"/>
                <a:gd name="csX4" fmla="*/ 131318 w 365475"/>
                <a:gd name="csY4" fmla="*/ 185761 h 214850"/>
                <a:gd name="csX5" fmla="*/ 155639 w 365475"/>
                <a:gd name="csY5" fmla="*/ 199281 h 214850"/>
                <a:gd name="csX6" fmla="*/ 166497 w 365475"/>
                <a:gd name="csY6" fmla="*/ 189654 h 214850"/>
                <a:gd name="csX7" fmla="*/ 192977 w 365475"/>
                <a:gd name="csY7" fmla="*/ 190949 h 214850"/>
                <a:gd name="csX8" fmla="*/ 198438 w 365475"/>
                <a:gd name="csY8" fmla="*/ 165759 h 214850"/>
                <a:gd name="csX9" fmla="*/ 216408 w 365475"/>
                <a:gd name="csY9" fmla="*/ 158406 h 214850"/>
                <a:gd name="csX10" fmla="*/ 210503 w 365475"/>
                <a:gd name="csY10" fmla="*/ 152671 h 214850"/>
                <a:gd name="csX11" fmla="*/ 214313 w 365475"/>
                <a:gd name="csY11" fmla="*/ 146722 h 214850"/>
                <a:gd name="csX12" fmla="*/ 226568 w 365475"/>
                <a:gd name="csY12" fmla="*/ 144239 h 214850"/>
                <a:gd name="csX13" fmla="*/ 229235 w 365475"/>
                <a:gd name="csY13" fmla="*/ 115473 h 214850"/>
                <a:gd name="csX14" fmla="*/ 240284 w 365475"/>
                <a:gd name="csY14" fmla="*/ 101090 h 214850"/>
                <a:gd name="csX15" fmla="*/ 286830 w 365475"/>
                <a:gd name="csY15" fmla="*/ 99249 h 214850"/>
                <a:gd name="csX16" fmla="*/ 300292 w 365475"/>
                <a:gd name="csY16" fmla="*/ 109199 h 214850"/>
                <a:gd name="csX17" fmla="*/ 312039 w 365475"/>
                <a:gd name="csY17" fmla="*/ 108336 h 214850"/>
                <a:gd name="csX18" fmla="*/ 304038 w 365475"/>
                <a:gd name="csY18" fmla="*/ 96442 h 214850"/>
                <a:gd name="csX19" fmla="*/ 323342 w 365475"/>
                <a:gd name="csY19" fmla="*/ 100766 h 214850"/>
                <a:gd name="csX20" fmla="*/ 341185 w 365475"/>
                <a:gd name="csY20" fmla="*/ 91572 h 214850"/>
                <a:gd name="csX21" fmla="*/ 326327 w 365475"/>
                <a:gd name="csY21" fmla="*/ 81412 h 214850"/>
                <a:gd name="csX22" fmla="*/ 326136 w 365475"/>
                <a:gd name="csY22" fmla="*/ 77297 h 214850"/>
                <a:gd name="csX23" fmla="*/ 334708 w 365475"/>
                <a:gd name="csY23" fmla="*/ 73728 h 214850"/>
                <a:gd name="csX24" fmla="*/ 346075 w 365475"/>
                <a:gd name="csY24" fmla="*/ 75354 h 214850"/>
                <a:gd name="csX25" fmla="*/ 365443 w 365475"/>
                <a:gd name="csY25" fmla="*/ 64432 h 214850"/>
                <a:gd name="csX26" fmla="*/ 362077 w 365475"/>
                <a:gd name="csY26" fmla="*/ 58482 h 214850"/>
                <a:gd name="csX27" fmla="*/ 350710 w 365475"/>
                <a:gd name="csY27" fmla="*/ 56755 h 214850"/>
                <a:gd name="csX28" fmla="*/ 330454 w 365475"/>
                <a:gd name="csY28" fmla="*/ 44423 h 214850"/>
                <a:gd name="csX29" fmla="*/ 326327 w 365475"/>
                <a:gd name="csY29" fmla="*/ 45725 h 214850"/>
                <a:gd name="csX30" fmla="*/ 321818 w 365475"/>
                <a:gd name="csY30" fmla="*/ 48538 h 214850"/>
                <a:gd name="csX31" fmla="*/ 316802 w 365475"/>
                <a:gd name="csY31" fmla="*/ 45401 h 214850"/>
                <a:gd name="csX32" fmla="*/ 319722 w 365475"/>
                <a:gd name="csY32" fmla="*/ 37616 h 214850"/>
                <a:gd name="csX33" fmla="*/ 306642 w 365475"/>
                <a:gd name="csY33" fmla="*/ 37724 h 214850"/>
                <a:gd name="csX34" fmla="*/ 305118 w 365475"/>
                <a:gd name="csY34" fmla="*/ 29824 h 214850"/>
                <a:gd name="csX35" fmla="*/ 305689 w 365475"/>
                <a:gd name="csY35" fmla="*/ 29501 h 214850"/>
                <a:gd name="csX36" fmla="*/ 306197 w 365475"/>
                <a:gd name="csY36" fmla="*/ 18255 h 214850"/>
                <a:gd name="csX37" fmla="*/ 294767 w 365475"/>
                <a:gd name="csY37" fmla="*/ 11556 h 214850"/>
                <a:gd name="csX38" fmla="*/ 294005 w 365475"/>
                <a:gd name="csY38" fmla="*/ 11879 h 214850"/>
                <a:gd name="csX39" fmla="*/ 286830 w 365475"/>
                <a:gd name="csY39" fmla="*/ 1497 h 214850"/>
                <a:gd name="csX40" fmla="*/ 282702 w 365475"/>
                <a:gd name="csY40" fmla="*/ 4526 h 214850"/>
                <a:gd name="csX41" fmla="*/ 279908 w 365475"/>
                <a:gd name="csY41" fmla="*/ 12635 h 214850"/>
                <a:gd name="csX42" fmla="*/ 274257 w 365475"/>
                <a:gd name="csY42" fmla="*/ 15772 h 214850"/>
                <a:gd name="csX43" fmla="*/ 271717 w 365475"/>
                <a:gd name="csY43" fmla="*/ 12527 h 214850"/>
                <a:gd name="csX44" fmla="*/ 273114 w 365475"/>
                <a:gd name="csY44" fmla="*/ 6253 h 214850"/>
                <a:gd name="csX45" fmla="*/ 270573 w 365475"/>
                <a:gd name="csY45" fmla="*/ 633 h 214850"/>
                <a:gd name="csX46" fmla="*/ 256857 w 365475"/>
                <a:gd name="csY46" fmla="*/ 23881 h 214850"/>
                <a:gd name="csX47" fmla="*/ 247777 w 365475"/>
                <a:gd name="csY47" fmla="*/ 33609 h 214850"/>
                <a:gd name="csX48" fmla="*/ 234696 w 365475"/>
                <a:gd name="csY48" fmla="*/ 52862 h 214850"/>
                <a:gd name="csX49" fmla="*/ 224282 w 365475"/>
                <a:gd name="csY49" fmla="*/ 55345 h 214850"/>
                <a:gd name="csX50" fmla="*/ 222568 w 365475"/>
                <a:gd name="csY50" fmla="*/ 63352 h 214850"/>
                <a:gd name="csX51" fmla="*/ 226314 w 365475"/>
                <a:gd name="csY51" fmla="*/ 71677 h 214850"/>
                <a:gd name="csX52" fmla="*/ 219710 w 365475"/>
                <a:gd name="csY52" fmla="*/ 77735 h 214850"/>
                <a:gd name="csX53" fmla="*/ 217678 w 365475"/>
                <a:gd name="csY53" fmla="*/ 95356 h 214850"/>
                <a:gd name="csX54" fmla="*/ 202311 w 365475"/>
                <a:gd name="csY54" fmla="*/ 96982 h 214850"/>
                <a:gd name="csX55" fmla="*/ 186309 w 365475"/>
                <a:gd name="csY55" fmla="*/ 117308 h 214850"/>
                <a:gd name="csX56" fmla="*/ 172339 w 365475"/>
                <a:gd name="csY56" fmla="*/ 91896 h 214850"/>
                <a:gd name="csX57" fmla="*/ 166180 w 365475"/>
                <a:gd name="csY57" fmla="*/ 95572 h 214850"/>
                <a:gd name="csX58" fmla="*/ 129477 w 365475"/>
                <a:gd name="csY58" fmla="*/ 143807 h 214850"/>
                <a:gd name="csX59" fmla="*/ 67564 w 365475"/>
                <a:gd name="csY59" fmla="*/ 159377 h 214850"/>
                <a:gd name="csX60" fmla="*/ 56324 w 365475"/>
                <a:gd name="csY60" fmla="*/ 183380 h 214850"/>
                <a:gd name="csX61" fmla="*/ 52197 w 365475"/>
                <a:gd name="csY61" fmla="*/ 185761 h 214850"/>
                <a:gd name="csX62" fmla="*/ 37656 w 365475"/>
                <a:gd name="csY62" fmla="*/ 182085 h 214850"/>
                <a:gd name="csX63" fmla="*/ 16891 w 365475"/>
                <a:gd name="csY63" fmla="*/ 181221 h 214850"/>
                <a:gd name="csX64" fmla="*/ 11494 w 365475"/>
                <a:gd name="csY64" fmla="*/ 178624 h 214850"/>
                <a:gd name="csX65" fmla="*/ 5652 w 365475"/>
                <a:gd name="csY65" fmla="*/ 171163 h 214850"/>
                <a:gd name="csX66" fmla="*/ 0 w 365475"/>
                <a:gd name="csY66" fmla="*/ 168998 h 214850"/>
                <a:gd name="csX67" fmla="*/ 0 w 365475"/>
                <a:gd name="csY67" fmla="*/ 185114 h 214850"/>
                <a:gd name="csX68" fmla="*/ 32131 w 365475"/>
                <a:gd name="csY68" fmla="*/ 214743 h 214850"/>
                <a:gd name="csX69" fmla="*/ 31941 w 365475"/>
                <a:gd name="csY69" fmla="*/ 214851 h 21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365475" h="214850">
                  <a:moveTo>
                    <a:pt x="31941" y="214851"/>
                  </a:moveTo>
                  <a:lnTo>
                    <a:pt x="61785" y="203821"/>
                  </a:lnTo>
                  <a:lnTo>
                    <a:pt x="95885" y="206418"/>
                  </a:lnTo>
                  <a:lnTo>
                    <a:pt x="104331" y="189438"/>
                  </a:lnTo>
                  <a:lnTo>
                    <a:pt x="131318" y="185761"/>
                  </a:lnTo>
                  <a:lnTo>
                    <a:pt x="155639" y="199281"/>
                  </a:lnTo>
                  <a:lnTo>
                    <a:pt x="166497" y="189654"/>
                  </a:lnTo>
                  <a:lnTo>
                    <a:pt x="192977" y="190949"/>
                  </a:lnTo>
                  <a:lnTo>
                    <a:pt x="198438" y="165759"/>
                  </a:lnTo>
                  <a:lnTo>
                    <a:pt x="216408" y="158406"/>
                  </a:lnTo>
                  <a:lnTo>
                    <a:pt x="210503" y="152671"/>
                  </a:lnTo>
                  <a:lnTo>
                    <a:pt x="214313" y="146722"/>
                  </a:lnTo>
                  <a:lnTo>
                    <a:pt x="226568" y="144239"/>
                  </a:lnTo>
                  <a:lnTo>
                    <a:pt x="229235" y="115473"/>
                  </a:lnTo>
                  <a:lnTo>
                    <a:pt x="240284" y="101090"/>
                  </a:lnTo>
                  <a:lnTo>
                    <a:pt x="286830" y="99249"/>
                  </a:lnTo>
                  <a:lnTo>
                    <a:pt x="300292" y="109199"/>
                  </a:lnTo>
                  <a:cubicBezTo>
                    <a:pt x="300672" y="108336"/>
                    <a:pt x="307721" y="111041"/>
                    <a:pt x="312039" y="108336"/>
                  </a:cubicBezTo>
                  <a:cubicBezTo>
                    <a:pt x="318008" y="104659"/>
                    <a:pt x="298006" y="100227"/>
                    <a:pt x="304038" y="96442"/>
                  </a:cubicBezTo>
                  <a:cubicBezTo>
                    <a:pt x="310007" y="92658"/>
                    <a:pt x="316167" y="103256"/>
                    <a:pt x="323342" y="100766"/>
                  </a:cubicBezTo>
                  <a:cubicBezTo>
                    <a:pt x="339789" y="94925"/>
                    <a:pt x="344869" y="94169"/>
                    <a:pt x="341185" y="91572"/>
                  </a:cubicBezTo>
                  <a:lnTo>
                    <a:pt x="326327" y="81412"/>
                  </a:lnTo>
                  <a:cubicBezTo>
                    <a:pt x="324803" y="80326"/>
                    <a:pt x="324739" y="78491"/>
                    <a:pt x="326136" y="77297"/>
                  </a:cubicBezTo>
                  <a:cubicBezTo>
                    <a:pt x="327216" y="76649"/>
                    <a:pt x="330327" y="72217"/>
                    <a:pt x="334708" y="73728"/>
                  </a:cubicBezTo>
                  <a:cubicBezTo>
                    <a:pt x="337058" y="74274"/>
                    <a:pt x="341503" y="77081"/>
                    <a:pt x="346075" y="75354"/>
                  </a:cubicBezTo>
                  <a:cubicBezTo>
                    <a:pt x="362077" y="68972"/>
                    <a:pt x="365443" y="68756"/>
                    <a:pt x="365443" y="64432"/>
                  </a:cubicBezTo>
                  <a:cubicBezTo>
                    <a:pt x="365316" y="63892"/>
                    <a:pt x="366395" y="58482"/>
                    <a:pt x="362077" y="58482"/>
                  </a:cubicBezTo>
                  <a:cubicBezTo>
                    <a:pt x="357949" y="58482"/>
                    <a:pt x="354140" y="58806"/>
                    <a:pt x="350710" y="56755"/>
                  </a:cubicBezTo>
                  <a:lnTo>
                    <a:pt x="330454" y="44423"/>
                  </a:lnTo>
                  <a:cubicBezTo>
                    <a:pt x="328803" y="43452"/>
                    <a:pt x="327025" y="44099"/>
                    <a:pt x="326327" y="45725"/>
                  </a:cubicBezTo>
                  <a:cubicBezTo>
                    <a:pt x="325692" y="47452"/>
                    <a:pt x="323659" y="48646"/>
                    <a:pt x="321818" y="48538"/>
                  </a:cubicBezTo>
                  <a:cubicBezTo>
                    <a:pt x="320802" y="48322"/>
                    <a:pt x="313563" y="48754"/>
                    <a:pt x="316802" y="45401"/>
                  </a:cubicBezTo>
                  <a:cubicBezTo>
                    <a:pt x="317373" y="44531"/>
                    <a:pt x="322008" y="41508"/>
                    <a:pt x="319722" y="37616"/>
                  </a:cubicBezTo>
                  <a:cubicBezTo>
                    <a:pt x="316294" y="31666"/>
                    <a:pt x="310642" y="43235"/>
                    <a:pt x="306642" y="37724"/>
                  </a:cubicBezTo>
                  <a:cubicBezTo>
                    <a:pt x="306133" y="36422"/>
                    <a:pt x="300927" y="31990"/>
                    <a:pt x="305118" y="29824"/>
                  </a:cubicBezTo>
                  <a:lnTo>
                    <a:pt x="305689" y="29501"/>
                  </a:lnTo>
                  <a:cubicBezTo>
                    <a:pt x="309563" y="27450"/>
                    <a:pt x="309435" y="21391"/>
                    <a:pt x="306197" y="18255"/>
                  </a:cubicBezTo>
                  <a:cubicBezTo>
                    <a:pt x="302641" y="15556"/>
                    <a:pt x="299403" y="9174"/>
                    <a:pt x="294767" y="11556"/>
                  </a:cubicBezTo>
                  <a:lnTo>
                    <a:pt x="294005" y="11879"/>
                  </a:lnTo>
                  <a:cubicBezTo>
                    <a:pt x="287782" y="15010"/>
                    <a:pt x="293116" y="1713"/>
                    <a:pt x="286830" y="1497"/>
                  </a:cubicBezTo>
                  <a:cubicBezTo>
                    <a:pt x="285242" y="1497"/>
                    <a:pt x="283401" y="2793"/>
                    <a:pt x="282702" y="4526"/>
                  </a:cubicBezTo>
                  <a:lnTo>
                    <a:pt x="279908" y="12635"/>
                  </a:lnTo>
                  <a:cubicBezTo>
                    <a:pt x="278702" y="16204"/>
                    <a:pt x="273748" y="15988"/>
                    <a:pt x="274257" y="15772"/>
                  </a:cubicBezTo>
                  <a:cubicBezTo>
                    <a:pt x="272415" y="15772"/>
                    <a:pt x="271272" y="14254"/>
                    <a:pt x="271717" y="12527"/>
                  </a:cubicBezTo>
                  <a:lnTo>
                    <a:pt x="273114" y="6253"/>
                  </a:lnTo>
                  <a:cubicBezTo>
                    <a:pt x="273939" y="2793"/>
                    <a:pt x="270193" y="-20"/>
                    <a:pt x="270573" y="633"/>
                  </a:cubicBezTo>
                  <a:cubicBezTo>
                    <a:pt x="264541" y="-3913"/>
                    <a:pt x="264223" y="17283"/>
                    <a:pt x="256857" y="23881"/>
                  </a:cubicBezTo>
                  <a:cubicBezTo>
                    <a:pt x="253174" y="27126"/>
                    <a:pt x="249619" y="29717"/>
                    <a:pt x="247777" y="33609"/>
                  </a:cubicBezTo>
                  <a:cubicBezTo>
                    <a:pt x="239776" y="49617"/>
                    <a:pt x="239078" y="52970"/>
                    <a:pt x="234696" y="52862"/>
                  </a:cubicBezTo>
                  <a:cubicBezTo>
                    <a:pt x="232601" y="53078"/>
                    <a:pt x="227076" y="51452"/>
                    <a:pt x="224282" y="55345"/>
                  </a:cubicBezTo>
                  <a:cubicBezTo>
                    <a:pt x="223838" y="56323"/>
                    <a:pt x="219329" y="60215"/>
                    <a:pt x="222568" y="63352"/>
                  </a:cubicBezTo>
                  <a:cubicBezTo>
                    <a:pt x="223710" y="64972"/>
                    <a:pt x="229553" y="68001"/>
                    <a:pt x="226314" y="71677"/>
                  </a:cubicBezTo>
                  <a:cubicBezTo>
                    <a:pt x="224599" y="73081"/>
                    <a:pt x="222758" y="77081"/>
                    <a:pt x="219710" y="77735"/>
                  </a:cubicBezTo>
                  <a:lnTo>
                    <a:pt x="217678" y="95356"/>
                  </a:lnTo>
                  <a:lnTo>
                    <a:pt x="202311" y="96982"/>
                  </a:lnTo>
                  <a:lnTo>
                    <a:pt x="186309" y="117308"/>
                  </a:lnTo>
                  <a:lnTo>
                    <a:pt x="172339" y="91896"/>
                  </a:lnTo>
                  <a:cubicBezTo>
                    <a:pt x="169101" y="92766"/>
                    <a:pt x="167577" y="93629"/>
                    <a:pt x="166180" y="95572"/>
                  </a:cubicBezTo>
                  <a:cubicBezTo>
                    <a:pt x="131064" y="145210"/>
                    <a:pt x="134239" y="142829"/>
                    <a:pt x="129477" y="143807"/>
                  </a:cubicBezTo>
                  <a:cubicBezTo>
                    <a:pt x="69596" y="155808"/>
                    <a:pt x="68834" y="154945"/>
                    <a:pt x="67564" y="159377"/>
                  </a:cubicBezTo>
                  <a:lnTo>
                    <a:pt x="56324" y="183380"/>
                  </a:lnTo>
                  <a:cubicBezTo>
                    <a:pt x="55880" y="185114"/>
                    <a:pt x="53911" y="186193"/>
                    <a:pt x="52197" y="185761"/>
                  </a:cubicBezTo>
                  <a:lnTo>
                    <a:pt x="37656" y="182085"/>
                  </a:lnTo>
                  <a:cubicBezTo>
                    <a:pt x="32576" y="180789"/>
                    <a:pt x="16383" y="181221"/>
                    <a:pt x="16891" y="181221"/>
                  </a:cubicBezTo>
                  <a:cubicBezTo>
                    <a:pt x="15049" y="181221"/>
                    <a:pt x="12573" y="180027"/>
                    <a:pt x="11494" y="178624"/>
                  </a:cubicBezTo>
                  <a:lnTo>
                    <a:pt x="5652" y="171163"/>
                  </a:lnTo>
                  <a:cubicBezTo>
                    <a:pt x="4128" y="169220"/>
                    <a:pt x="1651" y="168998"/>
                    <a:pt x="0" y="168998"/>
                  </a:cubicBezTo>
                  <a:lnTo>
                    <a:pt x="0" y="185114"/>
                  </a:lnTo>
                  <a:lnTo>
                    <a:pt x="32131" y="214743"/>
                  </a:lnTo>
                  <a:lnTo>
                    <a:pt x="31941" y="214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61D71A10-A3CF-3608-1C5E-2325B627A4F0}"/>
                </a:ext>
              </a:extLst>
            </p:cNvPr>
            <p:cNvSpPr/>
            <p:nvPr/>
          </p:nvSpPr>
          <p:spPr>
            <a:xfrm>
              <a:off x="9533445" y="4383728"/>
              <a:ext cx="6174" cy="8769"/>
            </a:xfrm>
            <a:custGeom>
              <a:avLst/>
              <a:gdLst>
                <a:gd name="csX0" fmla="*/ 6097 w 6174"/>
                <a:gd name="csY0" fmla="*/ 6058 h 8769"/>
                <a:gd name="csX1" fmla="*/ 2858 w 6174"/>
                <a:gd name="csY1" fmla="*/ 2057 h 8769"/>
                <a:gd name="csX2" fmla="*/ 0 w 6174"/>
                <a:gd name="csY2" fmla="*/ 8541 h 8769"/>
                <a:gd name="csX3" fmla="*/ 3175 w 6174"/>
                <a:gd name="csY3" fmla="*/ 0 h 8769"/>
                <a:gd name="csX4" fmla="*/ 6097 w 6174"/>
                <a:gd name="csY4" fmla="*/ 6166 h 8769"/>
                <a:gd name="csX5" fmla="*/ 6097 w 6174"/>
                <a:gd name="csY5" fmla="*/ 6058 h 8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174" h="8769">
                  <a:moveTo>
                    <a:pt x="6097" y="6058"/>
                  </a:moveTo>
                  <a:cubicBezTo>
                    <a:pt x="6414" y="6598"/>
                    <a:pt x="5842" y="2057"/>
                    <a:pt x="2858" y="2057"/>
                  </a:cubicBezTo>
                  <a:cubicBezTo>
                    <a:pt x="-952" y="2057"/>
                    <a:pt x="254" y="7569"/>
                    <a:pt x="0" y="8541"/>
                  </a:cubicBezTo>
                  <a:cubicBezTo>
                    <a:pt x="0" y="10382"/>
                    <a:pt x="1461" y="540"/>
                    <a:pt x="3175" y="0"/>
                  </a:cubicBezTo>
                  <a:cubicBezTo>
                    <a:pt x="2604" y="432"/>
                    <a:pt x="6541" y="9518"/>
                    <a:pt x="6097" y="6166"/>
                  </a:cubicBezTo>
                  <a:lnTo>
                    <a:pt x="6097" y="6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8591F205-9812-0998-5E3B-BB51D59642D1}"/>
                </a:ext>
              </a:extLst>
            </p:cNvPr>
            <p:cNvSpPr/>
            <p:nvPr/>
          </p:nvSpPr>
          <p:spPr>
            <a:xfrm>
              <a:off x="9383648" y="4247260"/>
              <a:ext cx="156096" cy="181044"/>
            </a:xfrm>
            <a:custGeom>
              <a:avLst/>
              <a:gdLst>
                <a:gd name="csX0" fmla="*/ 64516 w 156096"/>
                <a:gd name="csY0" fmla="*/ 34386 h 181044"/>
                <a:gd name="csX1" fmla="*/ 52832 w 156096"/>
                <a:gd name="csY1" fmla="*/ 26600 h 181044"/>
                <a:gd name="csX2" fmla="*/ 41720 w 156096"/>
                <a:gd name="csY2" fmla="*/ 37630 h 181044"/>
                <a:gd name="csX3" fmla="*/ 27622 w 156096"/>
                <a:gd name="csY3" fmla="*/ 29197 h 181044"/>
                <a:gd name="csX4" fmla="*/ 32512 w 156096"/>
                <a:gd name="csY4" fmla="*/ 12865 h 181044"/>
                <a:gd name="csX5" fmla="*/ 9970 w 156096"/>
                <a:gd name="csY5" fmla="*/ 0 h 181044"/>
                <a:gd name="csX6" fmla="*/ 0 w 156096"/>
                <a:gd name="csY6" fmla="*/ 11138 h 181044"/>
                <a:gd name="csX7" fmla="*/ 9207 w 156096"/>
                <a:gd name="csY7" fmla="*/ 27356 h 181044"/>
                <a:gd name="csX8" fmla="*/ 13462 w 156096"/>
                <a:gd name="csY8" fmla="*/ 61424 h 181044"/>
                <a:gd name="csX9" fmla="*/ 19050 w 156096"/>
                <a:gd name="csY9" fmla="*/ 72670 h 181044"/>
                <a:gd name="csX10" fmla="*/ 19368 w 156096"/>
                <a:gd name="csY10" fmla="*/ 90621 h 181044"/>
                <a:gd name="csX11" fmla="*/ 24384 w 156096"/>
                <a:gd name="csY11" fmla="*/ 97428 h 181044"/>
                <a:gd name="csX12" fmla="*/ 23051 w 156096"/>
                <a:gd name="csY12" fmla="*/ 97974 h 181044"/>
                <a:gd name="csX13" fmla="*/ 22416 w 156096"/>
                <a:gd name="csY13" fmla="*/ 101651 h 181044"/>
                <a:gd name="csX14" fmla="*/ 45593 w 156096"/>
                <a:gd name="csY14" fmla="*/ 126517 h 181044"/>
                <a:gd name="csX15" fmla="*/ 44259 w 156096"/>
                <a:gd name="csY15" fmla="*/ 132252 h 181044"/>
                <a:gd name="csX16" fmla="*/ 44958 w 156096"/>
                <a:gd name="csY16" fmla="*/ 140792 h 181044"/>
                <a:gd name="csX17" fmla="*/ 123063 w 156096"/>
                <a:gd name="csY17" fmla="*/ 175292 h 181044"/>
                <a:gd name="csX18" fmla="*/ 128588 w 156096"/>
                <a:gd name="csY18" fmla="*/ 181020 h 181044"/>
                <a:gd name="csX19" fmla="*/ 153797 w 156096"/>
                <a:gd name="csY19" fmla="*/ 178429 h 181044"/>
                <a:gd name="csX20" fmla="*/ 155893 w 156096"/>
                <a:gd name="csY20" fmla="*/ 174968 h 181044"/>
                <a:gd name="csX21" fmla="*/ 135445 w 156096"/>
                <a:gd name="csY21" fmla="*/ 136900 h 181044"/>
                <a:gd name="csX22" fmla="*/ 124714 w 156096"/>
                <a:gd name="csY22" fmla="*/ 137547 h 181044"/>
                <a:gd name="csX23" fmla="*/ 123507 w 156096"/>
                <a:gd name="csY23" fmla="*/ 113112 h 181044"/>
                <a:gd name="csX24" fmla="*/ 121158 w 156096"/>
                <a:gd name="csY24" fmla="*/ 102622 h 181044"/>
                <a:gd name="csX25" fmla="*/ 123190 w 156096"/>
                <a:gd name="csY25" fmla="*/ 68993 h 181044"/>
                <a:gd name="csX26" fmla="*/ 107506 w 156096"/>
                <a:gd name="csY26" fmla="*/ 41091 h 181044"/>
                <a:gd name="csX27" fmla="*/ 89091 w 156096"/>
                <a:gd name="csY27" fmla="*/ 27248 h 181044"/>
                <a:gd name="csX28" fmla="*/ 80010 w 156096"/>
                <a:gd name="csY28" fmla="*/ 15139 h 181044"/>
                <a:gd name="csX29" fmla="*/ 75247 w 156096"/>
                <a:gd name="csY29" fmla="*/ 12757 h 181044"/>
                <a:gd name="csX30" fmla="*/ 64389 w 156096"/>
                <a:gd name="csY30" fmla="*/ 34493 h 181044"/>
                <a:gd name="csX31" fmla="*/ 64516 w 156096"/>
                <a:gd name="csY31" fmla="*/ 34386 h 181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56096" h="181044">
                  <a:moveTo>
                    <a:pt x="64516" y="34386"/>
                  </a:moveTo>
                  <a:lnTo>
                    <a:pt x="52832" y="26600"/>
                  </a:lnTo>
                  <a:lnTo>
                    <a:pt x="41720" y="37630"/>
                  </a:lnTo>
                  <a:lnTo>
                    <a:pt x="27622" y="29197"/>
                  </a:lnTo>
                  <a:lnTo>
                    <a:pt x="32512" y="12865"/>
                  </a:lnTo>
                  <a:lnTo>
                    <a:pt x="9970" y="0"/>
                  </a:lnTo>
                  <a:lnTo>
                    <a:pt x="0" y="11138"/>
                  </a:lnTo>
                  <a:cubicBezTo>
                    <a:pt x="6731" y="20542"/>
                    <a:pt x="8890" y="23356"/>
                    <a:pt x="9207" y="27356"/>
                  </a:cubicBezTo>
                  <a:cubicBezTo>
                    <a:pt x="11494" y="51581"/>
                    <a:pt x="9779" y="56769"/>
                    <a:pt x="13462" y="61424"/>
                  </a:cubicBezTo>
                  <a:cubicBezTo>
                    <a:pt x="15304" y="64338"/>
                    <a:pt x="19812" y="67799"/>
                    <a:pt x="19050" y="72670"/>
                  </a:cubicBezTo>
                  <a:cubicBezTo>
                    <a:pt x="18542" y="80887"/>
                    <a:pt x="14732" y="87592"/>
                    <a:pt x="19368" y="90621"/>
                  </a:cubicBezTo>
                  <a:cubicBezTo>
                    <a:pt x="21209" y="92240"/>
                    <a:pt x="28893" y="95485"/>
                    <a:pt x="24384" y="97428"/>
                  </a:cubicBezTo>
                  <a:lnTo>
                    <a:pt x="23051" y="97974"/>
                  </a:lnTo>
                  <a:cubicBezTo>
                    <a:pt x="21463" y="98730"/>
                    <a:pt x="21145" y="100349"/>
                    <a:pt x="22416" y="101651"/>
                  </a:cubicBezTo>
                  <a:cubicBezTo>
                    <a:pt x="38989" y="118301"/>
                    <a:pt x="44514" y="120682"/>
                    <a:pt x="45593" y="126517"/>
                  </a:cubicBezTo>
                  <a:cubicBezTo>
                    <a:pt x="45593" y="127064"/>
                    <a:pt x="47117" y="131388"/>
                    <a:pt x="44259" y="132252"/>
                  </a:cubicBezTo>
                  <a:cubicBezTo>
                    <a:pt x="41339" y="133223"/>
                    <a:pt x="41148" y="138418"/>
                    <a:pt x="44958" y="140792"/>
                  </a:cubicBezTo>
                  <a:cubicBezTo>
                    <a:pt x="117666" y="186430"/>
                    <a:pt x="120904" y="169234"/>
                    <a:pt x="123063" y="175292"/>
                  </a:cubicBezTo>
                  <a:cubicBezTo>
                    <a:pt x="123634" y="176047"/>
                    <a:pt x="124143" y="181451"/>
                    <a:pt x="128588" y="181020"/>
                  </a:cubicBezTo>
                  <a:lnTo>
                    <a:pt x="153797" y="178429"/>
                  </a:lnTo>
                  <a:cubicBezTo>
                    <a:pt x="155639" y="178213"/>
                    <a:pt x="156528" y="176695"/>
                    <a:pt x="155893" y="174968"/>
                  </a:cubicBezTo>
                  <a:cubicBezTo>
                    <a:pt x="140271" y="140037"/>
                    <a:pt x="140589" y="139821"/>
                    <a:pt x="135445" y="136900"/>
                  </a:cubicBezTo>
                  <a:cubicBezTo>
                    <a:pt x="131318" y="134087"/>
                    <a:pt x="124714" y="142850"/>
                    <a:pt x="124714" y="137547"/>
                  </a:cubicBezTo>
                  <a:cubicBezTo>
                    <a:pt x="124396" y="124142"/>
                    <a:pt x="125603" y="118409"/>
                    <a:pt x="123507" y="113112"/>
                  </a:cubicBezTo>
                  <a:cubicBezTo>
                    <a:pt x="122999" y="111379"/>
                    <a:pt x="120586" y="107163"/>
                    <a:pt x="121158" y="102622"/>
                  </a:cubicBezTo>
                  <a:cubicBezTo>
                    <a:pt x="123190" y="79375"/>
                    <a:pt x="125794" y="74289"/>
                    <a:pt x="123190" y="68993"/>
                  </a:cubicBezTo>
                  <a:cubicBezTo>
                    <a:pt x="113220" y="50070"/>
                    <a:pt x="112395" y="44228"/>
                    <a:pt x="107506" y="41091"/>
                  </a:cubicBezTo>
                  <a:cubicBezTo>
                    <a:pt x="97092" y="33846"/>
                    <a:pt x="91884" y="32119"/>
                    <a:pt x="89091" y="27248"/>
                  </a:cubicBezTo>
                  <a:cubicBezTo>
                    <a:pt x="86423" y="23032"/>
                    <a:pt x="84772" y="17412"/>
                    <a:pt x="80010" y="15139"/>
                  </a:cubicBezTo>
                  <a:cubicBezTo>
                    <a:pt x="78295" y="14167"/>
                    <a:pt x="76645" y="13411"/>
                    <a:pt x="75247" y="12757"/>
                  </a:cubicBezTo>
                  <a:lnTo>
                    <a:pt x="64389" y="34493"/>
                  </a:lnTo>
                  <a:lnTo>
                    <a:pt x="64516" y="34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31AFD3F2-C6D8-2A70-036A-DA19A6EB627E}"/>
                </a:ext>
              </a:extLst>
            </p:cNvPr>
            <p:cNvSpPr/>
            <p:nvPr/>
          </p:nvSpPr>
          <p:spPr>
            <a:xfrm>
              <a:off x="6947789" y="3152800"/>
              <a:ext cx="55879" cy="64236"/>
            </a:xfrm>
            <a:custGeom>
              <a:avLst/>
              <a:gdLst>
                <a:gd name="csX0" fmla="*/ 30988 w 55879"/>
                <a:gd name="csY0" fmla="*/ 40881 h 64236"/>
                <a:gd name="csX1" fmla="*/ 55880 w 55879"/>
                <a:gd name="csY1" fmla="*/ 18383 h 64236"/>
                <a:gd name="csX2" fmla="*/ 52642 w 55879"/>
                <a:gd name="csY2" fmla="*/ 0 h 64236"/>
                <a:gd name="csX3" fmla="*/ 34099 w 55879"/>
                <a:gd name="csY3" fmla="*/ 0 h 64236"/>
                <a:gd name="csX4" fmla="*/ 32703 w 55879"/>
                <a:gd name="csY4" fmla="*/ 2165 h 64236"/>
                <a:gd name="csX5" fmla="*/ 21018 w 55879"/>
                <a:gd name="csY5" fmla="*/ 14275 h 64236"/>
                <a:gd name="csX6" fmla="*/ 0 w 55879"/>
                <a:gd name="csY6" fmla="*/ 64237 h 64236"/>
                <a:gd name="csX7" fmla="*/ 24574 w 55879"/>
                <a:gd name="csY7" fmla="*/ 59157 h 64236"/>
                <a:gd name="csX8" fmla="*/ 30988 w 55879"/>
                <a:gd name="csY8" fmla="*/ 40773 h 64236"/>
                <a:gd name="csX9" fmla="*/ 30988 w 55879"/>
                <a:gd name="csY9" fmla="*/ 40881 h 64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5879" h="64236">
                  <a:moveTo>
                    <a:pt x="30988" y="40881"/>
                  </a:moveTo>
                  <a:lnTo>
                    <a:pt x="55880" y="18383"/>
                  </a:lnTo>
                  <a:lnTo>
                    <a:pt x="52642" y="0"/>
                  </a:lnTo>
                  <a:lnTo>
                    <a:pt x="34099" y="0"/>
                  </a:lnTo>
                  <a:cubicBezTo>
                    <a:pt x="33909" y="762"/>
                    <a:pt x="33592" y="1518"/>
                    <a:pt x="32703" y="2165"/>
                  </a:cubicBezTo>
                  <a:cubicBezTo>
                    <a:pt x="26988" y="7245"/>
                    <a:pt x="22860" y="10166"/>
                    <a:pt x="21018" y="14275"/>
                  </a:cubicBezTo>
                  <a:cubicBezTo>
                    <a:pt x="11938" y="35363"/>
                    <a:pt x="5143" y="51581"/>
                    <a:pt x="0" y="64237"/>
                  </a:cubicBezTo>
                  <a:lnTo>
                    <a:pt x="24574" y="59157"/>
                  </a:lnTo>
                  <a:lnTo>
                    <a:pt x="30988" y="40773"/>
                  </a:lnTo>
                  <a:lnTo>
                    <a:pt x="30988" y="40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6684E32E-921A-1E6F-2BD8-A295CC3A3C17}"/>
                </a:ext>
              </a:extLst>
            </p:cNvPr>
            <p:cNvSpPr/>
            <p:nvPr/>
          </p:nvSpPr>
          <p:spPr>
            <a:xfrm>
              <a:off x="9383903" y="3647744"/>
              <a:ext cx="283590" cy="328955"/>
            </a:xfrm>
            <a:custGeom>
              <a:avLst/>
              <a:gdLst>
                <a:gd name="csX0" fmla="*/ 212027 w 283590"/>
                <a:gd name="csY0" fmla="*/ 321278 h 328955"/>
                <a:gd name="csX1" fmla="*/ 220790 w 283590"/>
                <a:gd name="csY1" fmla="*/ 328956 h 328955"/>
                <a:gd name="csX2" fmla="*/ 233363 w 283590"/>
                <a:gd name="csY2" fmla="*/ 319551 h 328955"/>
                <a:gd name="csX3" fmla="*/ 231077 w 283590"/>
                <a:gd name="csY3" fmla="*/ 305816 h 328955"/>
                <a:gd name="csX4" fmla="*/ 244602 w 283590"/>
                <a:gd name="csY4" fmla="*/ 299218 h 328955"/>
                <a:gd name="csX5" fmla="*/ 255841 w 283590"/>
                <a:gd name="csY5" fmla="*/ 309061 h 328955"/>
                <a:gd name="csX6" fmla="*/ 277051 w 283590"/>
                <a:gd name="csY6" fmla="*/ 297815 h 328955"/>
                <a:gd name="csX7" fmla="*/ 283590 w 283590"/>
                <a:gd name="csY7" fmla="*/ 272942 h 328955"/>
                <a:gd name="csX8" fmla="*/ 264604 w 283590"/>
                <a:gd name="csY8" fmla="*/ 253155 h 328955"/>
                <a:gd name="csX9" fmla="*/ 269811 w 283590"/>
                <a:gd name="csY9" fmla="*/ 241687 h 328955"/>
                <a:gd name="csX10" fmla="*/ 245046 w 283590"/>
                <a:gd name="csY10" fmla="*/ 227851 h 328955"/>
                <a:gd name="csX11" fmla="*/ 241046 w 283590"/>
                <a:gd name="csY11" fmla="*/ 209576 h 328955"/>
                <a:gd name="csX12" fmla="*/ 207581 w 283590"/>
                <a:gd name="csY12" fmla="*/ 176378 h 328955"/>
                <a:gd name="csX13" fmla="*/ 189738 w 283590"/>
                <a:gd name="csY13" fmla="*/ 144367 h 328955"/>
                <a:gd name="csX14" fmla="*/ 141859 w 283590"/>
                <a:gd name="csY14" fmla="*/ 120250 h 328955"/>
                <a:gd name="csX15" fmla="*/ 147638 w 283590"/>
                <a:gd name="csY15" fmla="*/ 104680 h 328955"/>
                <a:gd name="csX16" fmla="*/ 169037 w 283590"/>
                <a:gd name="csY16" fmla="*/ 107493 h 328955"/>
                <a:gd name="csX17" fmla="*/ 181483 w 283590"/>
                <a:gd name="csY17" fmla="*/ 87160 h 328955"/>
                <a:gd name="csX18" fmla="*/ 162306 w 283590"/>
                <a:gd name="csY18" fmla="*/ 74079 h 328955"/>
                <a:gd name="csX19" fmla="*/ 168528 w 283590"/>
                <a:gd name="csY19" fmla="*/ 64560 h 328955"/>
                <a:gd name="csX20" fmla="*/ 147701 w 283590"/>
                <a:gd name="csY20" fmla="*/ 54610 h 328955"/>
                <a:gd name="csX21" fmla="*/ 134620 w 283590"/>
                <a:gd name="csY21" fmla="*/ 67266 h 328955"/>
                <a:gd name="csX22" fmla="*/ 105918 w 283590"/>
                <a:gd name="csY22" fmla="*/ 48990 h 328955"/>
                <a:gd name="csX23" fmla="*/ 113411 w 283590"/>
                <a:gd name="csY23" fmla="*/ 36881 h 328955"/>
                <a:gd name="csX24" fmla="*/ 108331 w 283590"/>
                <a:gd name="csY24" fmla="*/ 20981 h 328955"/>
                <a:gd name="csX25" fmla="*/ 95885 w 283590"/>
                <a:gd name="csY25" fmla="*/ 25089 h 328955"/>
                <a:gd name="csX26" fmla="*/ 76264 w 283590"/>
                <a:gd name="csY26" fmla="*/ 0 h 328955"/>
                <a:gd name="csX27" fmla="*/ 55372 w 283590"/>
                <a:gd name="csY27" fmla="*/ 7029 h 328955"/>
                <a:gd name="csX28" fmla="*/ 63182 w 283590"/>
                <a:gd name="csY28" fmla="*/ 41961 h 328955"/>
                <a:gd name="csX29" fmla="*/ 40132 w 283590"/>
                <a:gd name="csY29" fmla="*/ 52559 h 328955"/>
                <a:gd name="csX30" fmla="*/ 34861 w 283590"/>
                <a:gd name="csY30" fmla="*/ 37312 h 328955"/>
                <a:gd name="csX31" fmla="*/ 0 w 283590"/>
                <a:gd name="csY31" fmla="*/ 79267 h 328955"/>
                <a:gd name="csX32" fmla="*/ 18415 w 283590"/>
                <a:gd name="csY32" fmla="*/ 87052 h 328955"/>
                <a:gd name="csX33" fmla="*/ 9271 w 283590"/>
                <a:gd name="csY33" fmla="*/ 110090 h 328955"/>
                <a:gd name="csX34" fmla="*/ 35623 w 283590"/>
                <a:gd name="csY34" fmla="*/ 108248 h 328955"/>
                <a:gd name="csX35" fmla="*/ 37973 w 283590"/>
                <a:gd name="csY35" fmla="*/ 134093 h 328955"/>
                <a:gd name="csX36" fmla="*/ 27559 w 283590"/>
                <a:gd name="csY36" fmla="*/ 151612 h 328955"/>
                <a:gd name="csX37" fmla="*/ 33401 w 283590"/>
                <a:gd name="csY37" fmla="*/ 164693 h 328955"/>
                <a:gd name="csX38" fmla="*/ 24130 w 283590"/>
                <a:gd name="csY38" fmla="*/ 186214 h 328955"/>
                <a:gd name="csX39" fmla="*/ 44577 w 283590"/>
                <a:gd name="csY39" fmla="*/ 188811 h 328955"/>
                <a:gd name="csX40" fmla="*/ 74676 w 283590"/>
                <a:gd name="csY40" fmla="*/ 161995 h 328955"/>
                <a:gd name="csX41" fmla="*/ 94932 w 283590"/>
                <a:gd name="csY41" fmla="*/ 177025 h 328955"/>
                <a:gd name="csX42" fmla="*/ 111061 w 283590"/>
                <a:gd name="csY42" fmla="*/ 169456 h 328955"/>
                <a:gd name="csX43" fmla="*/ 119253 w 283590"/>
                <a:gd name="csY43" fmla="*/ 154210 h 328955"/>
                <a:gd name="csX44" fmla="*/ 144716 w 283590"/>
                <a:gd name="csY44" fmla="*/ 157125 h 328955"/>
                <a:gd name="csX45" fmla="*/ 175514 w 283590"/>
                <a:gd name="csY45" fmla="*/ 191840 h 328955"/>
                <a:gd name="csX46" fmla="*/ 174561 w 283590"/>
                <a:gd name="csY46" fmla="*/ 224822 h 328955"/>
                <a:gd name="csX47" fmla="*/ 207010 w 283590"/>
                <a:gd name="csY47" fmla="*/ 257912 h 328955"/>
                <a:gd name="csX48" fmla="*/ 204533 w 283590"/>
                <a:gd name="csY48" fmla="*/ 299218 h 328955"/>
                <a:gd name="csX49" fmla="*/ 190564 w 283590"/>
                <a:gd name="csY49" fmla="*/ 310140 h 328955"/>
                <a:gd name="csX50" fmla="*/ 199771 w 283590"/>
                <a:gd name="csY50" fmla="*/ 322580 h 328955"/>
                <a:gd name="csX51" fmla="*/ 212027 w 283590"/>
                <a:gd name="csY51" fmla="*/ 321278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83590" h="328955">
                  <a:moveTo>
                    <a:pt x="212027" y="321278"/>
                  </a:moveTo>
                  <a:lnTo>
                    <a:pt x="220790" y="328956"/>
                  </a:lnTo>
                  <a:lnTo>
                    <a:pt x="233363" y="319551"/>
                  </a:lnTo>
                  <a:lnTo>
                    <a:pt x="231077" y="305816"/>
                  </a:lnTo>
                  <a:lnTo>
                    <a:pt x="244602" y="299218"/>
                  </a:lnTo>
                  <a:lnTo>
                    <a:pt x="255841" y="309061"/>
                  </a:lnTo>
                  <a:lnTo>
                    <a:pt x="277051" y="297815"/>
                  </a:lnTo>
                  <a:lnTo>
                    <a:pt x="283590" y="272942"/>
                  </a:lnTo>
                  <a:lnTo>
                    <a:pt x="264604" y="253155"/>
                  </a:lnTo>
                  <a:lnTo>
                    <a:pt x="269811" y="241687"/>
                  </a:lnTo>
                  <a:lnTo>
                    <a:pt x="245046" y="227851"/>
                  </a:lnTo>
                  <a:lnTo>
                    <a:pt x="241046" y="209576"/>
                  </a:lnTo>
                  <a:lnTo>
                    <a:pt x="207581" y="176378"/>
                  </a:lnTo>
                  <a:lnTo>
                    <a:pt x="189738" y="144367"/>
                  </a:lnTo>
                  <a:lnTo>
                    <a:pt x="141859" y="120250"/>
                  </a:lnTo>
                  <a:lnTo>
                    <a:pt x="147638" y="104680"/>
                  </a:lnTo>
                  <a:lnTo>
                    <a:pt x="169037" y="107493"/>
                  </a:lnTo>
                  <a:lnTo>
                    <a:pt x="181483" y="87160"/>
                  </a:lnTo>
                  <a:lnTo>
                    <a:pt x="162306" y="74079"/>
                  </a:lnTo>
                  <a:lnTo>
                    <a:pt x="168528" y="64560"/>
                  </a:lnTo>
                  <a:lnTo>
                    <a:pt x="147701" y="54610"/>
                  </a:lnTo>
                  <a:lnTo>
                    <a:pt x="134620" y="67266"/>
                  </a:lnTo>
                  <a:lnTo>
                    <a:pt x="105918" y="48990"/>
                  </a:lnTo>
                  <a:lnTo>
                    <a:pt x="113411" y="36881"/>
                  </a:lnTo>
                  <a:lnTo>
                    <a:pt x="108331" y="20981"/>
                  </a:lnTo>
                  <a:lnTo>
                    <a:pt x="95885" y="25089"/>
                  </a:lnTo>
                  <a:lnTo>
                    <a:pt x="76264" y="0"/>
                  </a:lnTo>
                  <a:lnTo>
                    <a:pt x="55372" y="7029"/>
                  </a:lnTo>
                  <a:lnTo>
                    <a:pt x="63182" y="41961"/>
                  </a:lnTo>
                  <a:lnTo>
                    <a:pt x="40132" y="52559"/>
                  </a:lnTo>
                  <a:lnTo>
                    <a:pt x="34861" y="37312"/>
                  </a:lnTo>
                  <a:lnTo>
                    <a:pt x="0" y="79267"/>
                  </a:lnTo>
                  <a:lnTo>
                    <a:pt x="18415" y="87052"/>
                  </a:lnTo>
                  <a:lnTo>
                    <a:pt x="9271" y="110090"/>
                  </a:lnTo>
                  <a:lnTo>
                    <a:pt x="35623" y="108248"/>
                  </a:lnTo>
                  <a:lnTo>
                    <a:pt x="37973" y="134093"/>
                  </a:lnTo>
                  <a:lnTo>
                    <a:pt x="27559" y="151612"/>
                  </a:lnTo>
                  <a:lnTo>
                    <a:pt x="33401" y="164693"/>
                  </a:lnTo>
                  <a:lnTo>
                    <a:pt x="24130" y="186214"/>
                  </a:lnTo>
                  <a:lnTo>
                    <a:pt x="44577" y="188811"/>
                  </a:lnTo>
                  <a:lnTo>
                    <a:pt x="74676" y="161995"/>
                  </a:lnTo>
                  <a:lnTo>
                    <a:pt x="94932" y="177025"/>
                  </a:lnTo>
                  <a:lnTo>
                    <a:pt x="111061" y="169456"/>
                  </a:lnTo>
                  <a:lnTo>
                    <a:pt x="119253" y="154210"/>
                  </a:lnTo>
                  <a:lnTo>
                    <a:pt x="144716" y="157125"/>
                  </a:lnTo>
                  <a:lnTo>
                    <a:pt x="175514" y="191840"/>
                  </a:lnTo>
                  <a:lnTo>
                    <a:pt x="174561" y="224822"/>
                  </a:lnTo>
                  <a:lnTo>
                    <a:pt x="207010" y="257912"/>
                  </a:lnTo>
                  <a:lnTo>
                    <a:pt x="204533" y="299218"/>
                  </a:lnTo>
                  <a:lnTo>
                    <a:pt x="190564" y="310140"/>
                  </a:lnTo>
                  <a:lnTo>
                    <a:pt x="199771" y="322580"/>
                  </a:lnTo>
                  <a:lnTo>
                    <a:pt x="212027" y="3212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1AE90A20-372F-5AF9-1C6B-62084C31B908}"/>
                </a:ext>
              </a:extLst>
            </p:cNvPr>
            <p:cNvSpPr/>
            <p:nvPr/>
          </p:nvSpPr>
          <p:spPr>
            <a:xfrm>
              <a:off x="8235950" y="2777890"/>
              <a:ext cx="404876" cy="182537"/>
            </a:xfrm>
            <a:custGeom>
              <a:avLst/>
              <a:gdLst>
                <a:gd name="csX0" fmla="*/ 374777 w 404876"/>
                <a:gd name="csY0" fmla="*/ 37306 h 182537"/>
                <a:gd name="csX1" fmla="*/ 363855 w 404876"/>
                <a:gd name="csY1" fmla="*/ 28658 h 182537"/>
                <a:gd name="csX2" fmla="*/ 365379 w 404876"/>
                <a:gd name="csY2" fmla="*/ 20656 h 182537"/>
                <a:gd name="csX3" fmla="*/ 297307 w 404876"/>
                <a:gd name="csY3" fmla="*/ 15786 h 182537"/>
                <a:gd name="csX4" fmla="*/ 284099 w 404876"/>
                <a:gd name="csY4" fmla="*/ 10490 h 182537"/>
                <a:gd name="csX5" fmla="*/ 239268 w 404876"/>
                <a:gd name="csY5" fmla="*/ 12865 h 182537"/>
                <a:gd name="csX6" fmla="*/ 232601 w 404876"/>
                <a:gd name="csY6" fmla="*/ 20656 h 182537"/>
                <a:gd name="csX7" fmla="*/ 213995 w 404876"/>
                <a:gd name="csY7" fmla="*/ 20656 h 182537"/>
                <a:gd name="csX8" fmla="*/ 179642 w 404876"/>
                <a:gd name="csY8" fmla="*/ 0 h 182537"/>
                <a:gd name="csX9" fmla="*/ 155956 w 404876"/>
                <a:gd name="csY9" fmla="*/ 6706 h 182537"/>
                <a:gd name="csX10" fmla="*/ 148907 w 404876"/>
                <a:gd name="csY10" fmla="*/ 27248 h 182537"/>
                <a:gd name="csX11" fmla="*/ 155956 w 404876"/>
                <a:gd name="csY11" fmla="*/ 36227 h 182537"/>
                <a:gd name="csX12" fmla="*/ 149352 w 404876"/>
                <a:gd name="csY12" fmla="*/ 41199 h 182537"/>
                <a:gd name="csX13" fmla="*/ 94806 w 404876"/>
                <a:gd name="csY13" fmla="*/ 19031 h 182537"/>
                <a:gd name="csX14" fmla="*/ 67628 w 404876"/>
                <a:gd name="csY14" fmla="*/ 19031 h 182537"/>
                <a:gd name="csX15" fmla="*/ 58865 w 404876"/>
                <a:gd name="csY15" fmla="*/ 37954 h 182537"/>
                <a:gd name="csX16" fmla="*/ 68707 w 404876"/>
                <a:gd name="csY16" fmla="*/ 51689 h 182537"/>
                <a:gd name="csX17" fmla="*/ 36005 w 404876"/>
                <a:gd name="csY17" fmla="*/ 75368 h 182537"/>
                <a:gd name="csX18" fmla="*/ 49340 w 404876"/>
                <a:gd name="csY18" fmla="*/ 79591 h 182537"/>
                <a:gd name="csX19" fmla="*/ 72644 w 404876"/>
                <a:gd name="csY19" fmla="*/ 95053 h 182537"/>
                <a:gd name="csX20" fmla="*/ 81915 w 404876"/>
                <a:gd name="csY20" fmla="*/ 75260 h 182537"/>
                <a:gd name="csX21" fmla="*/ 97727 w 404876"/>
                <a:gd name="csY21" fmla="*/ 80778 h 182537"/>
                <a:gd name="csX22" fmla="*/ 98933 w 404876"/>
                <a:gd name="csY22" fmla="*/ 92348 h 182537"/>
                <a:gd name="csX23" fmla="*/ 140906 w 404876"/>
                <a:gd name="csY23" fmla="*/ 104788 h 182537"/>
                <a:gd name="csX24" fmla="*/ 125349 w 404876"/>
                <a:gd name="csY24" fmla="*/ 118948 h 182537"/>
                <a:gd name="csX25" fmla="*/ 110172 w 404876"/>
                <a:gd name="csY25" fmla="*/ 117545 h 182537"/>
                <a:gd name="csX26" fmla="*/ 96012 w 404876"/>
                <a:gd name="csY26" fmla="*/ 132143 h 182537"/>
                <a:gd name="csX27" fmla="*/ 67628 w 404876"/>
                <a:gd name="csY27" fmla="*/ 129870 h 182537"/>
                <a:gd name="csX28" fmla="*/ 51054 w 404876"/>
                <a:gd name="csY28" fmla="*/ 135064 h 182537"/>
                <a:gd name="csX29" fmla="*/ 45021 w 404876"/>
                <a:gd name="csY29" fmla="*/ 152476 h 182537"/>
                <a:gd name="csX30" fmla="*/ 20574 w 404876"/>
                <a:gd name="csY30" fmla="*/ 147714 h 182537"/>
                <a:gd name="csX31" fmla="*/ 2921 w 404876"/>
                <a:gd name="csY31" fmla="*/ 157556 h 182537"/>
                <a:gd name="csX32" fmla="*/ 0 w 404876"/>
                <a:gd name="csY32" fmla="*/ 174314 h 182537"/>
                <a:gd name="csX33" fmla="*/ 43624 w 404876"/>
                <a:gd name="csY33" fmla="*/ 173126 h 182537"/>
                <a:gd name="csX34" fmla="*/ 53911 w 404876"/>
                <a:gd name="csY34" fmla="*/ 181559 h 182537"/>
                <a:gd name="csX35" fmla="*/ 80391 w 404876"/>
                <a:gd name="csY35" fmla="*/ 165665 h 182537"/>
                <a:gd name="csX36" fmla="*/ 88646 w 404876"/>
                <a:gd name="csY36" fmla="*/ 177451 h 182537"/>
                <a:gd name="csX37" fmla="*/ 106934 w 404876"/>
                <a:gd name="csY37" fmla="*/ 182537 h 182537"/>
                <a:gd name="csX38" fmla="*/ 119253 w 404876"/>
                <a:gd name="csY38" fmla="*/ 175832 h 182537"/>
                <a:gd name="csX39" fmla="*/ 157480 w 404876"/>
                <a:gd name="csY39" fmla="*/ 170097 h 182537"/>
                <a:gd name="csX40" fmla="*/ 167957 w 404876"/>
                <a:gd name="csY40" fmla="*/ 165017 h 182537"/>
                <a:gd name="csX41" fmla="*/ 164084 w 404876"/>
                <a:gd name="csY41" fmla="*/ 153771 h 182537"/>
                <a:gd name="csX42" fmla="*/ 169037 w 404876"/>
                <a:gd name="csY42" fmla="*/ 145447 h 182537"/>
                <a:gd name="csX43" fmla="*/ 231077 w 404876"/>
                <a:gd name="csY43" fmla="*/ 120358 h 182537"/>
                <a:gd name="csX44" fmla="*/ 237807 w 404876"/>
                <a:gd name="csY44" fmla="*/ 135496 h 182537"/>
                <a:gd name="csX45" fmla="*/ 261239 w 404876"/>
                <a:gd name="csY45" fmla="*/ 127603 h 182537"/>
                <a:gd name="csX46" fmla="*/ 273939 w 404876"/>
                <a:gd name="csY46" fmla="*/ 104026 h 182537"/>
                <a:gd name="csX47" fmla="*/ 328485 w 404876"/>
                <a:gd name="csY47" fmla="*/ 99270 h 182537"/>
                <a:gd name="csX48" fmla="*/ 404876 w 404876"/>
                <a:gd name="csY48" fmla="*/ 52337 h 182537"/>
                <a:gd name="csX49" fmla="*/ 392049 w 404876"/>
                <a:gd name="csY49" fmla="*/ 37306 h 182537"/>
                <a:gd name="csX50" fmla="*/ 374777 w 404876"/>
                <a:gd name="csY50" fmla="*/ 37306 h 182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404876" h="182537">
                  <a:moveTo>
                    <a:pt x="374777" y="37306"/>
                  </a:moveTo>
                  <a:lnTo>
                    <a:pt x="363855" y="28658"/>
                  </a:lnTo>
                  <a:lnTo>
                    <a:pt x="365379" y="20656"/>
                  </a:lnTo>
                  <a:lnTo>
                    <a:pt x="297307" y="15786"/>
                  </a:lnTo>
                  <a:lnTo>
                    <a:pt x="284099" y="10490"/>
                  </a:lnTo>
                  <a:lnTo>
                    <a:pt x="239268" y="12865"/>
                  </a:lnTo>
                  <a:lnTo>
                    <a:pt x="232601" y="20656"/>
                  </a:lnTo>
                  <a:lnTo>
                    <a:pt x="213995" y="20656"/>
                  </a:lnTo>
                  <a:lnTo>
                    <a:pt x="179642" y="0"/>
                  </a:lnTo>
                  <a:lnTo>
                    <a:pt x="155956" y="6706"/>
                  </a:lnTo>
                  <a:lnTo>
                    <a:pt x="148907" y="27248"/>
                  </a:lnTo>
                  <a:lnTo>
                    <a:pt x="155956" y="36227"/>
                  </a:lnTo>
                  <a:lnTo>
                    <a:pt x="149352" y="41199"/>
                  </a:lnTo>
                  <a:lnTo>
                    <a:pt x="94806" y="19031"/>
                  </a:lnTo>
                  <a:lnTo>
                    <a:pt x="67628" y="19031"/>
                  </a:lnTo>
                  <a:lnTo>
                    <a:pt x="58865" y="37954"/>
                  </a:lnTo>
                  <a:lnTo>
                    <a:pt x="68707" y="51689"/>
                  </a:lnTo>
                  <a:lnTo>
                    <a:pt x="36005" y="75368"/>
                  </a:lnTo>
                  <a:lnTo>
                    <a:pt x="49340" y="79591"/>
                  </a:lnTo>
                  <a:lnTo>
                    <a:pt x="72644" y="95053"/>
                  </a:lnTo>
                  <a:lnTo>
                    <a:pt x="81915" y="75260"/>
                  </a:lnTo>
                  <a:lnTo>
                    <a:pt x="97727" y="80778"/>
                  </a:lnTo>
                  <a:lnTo>
                    <a:pt x="98933" y="92348"/>
                  </a:lnTo>
                  <a:lnTo>
                    <a:pt x="140906" y="104788"/>
                  </a:lnTo>
                  <a:lnTo>
                    <a:pt x="125349" y="118948"/>
                  </a:lnTo>
                  <a:lnTo>
                    <a:pt x="110172" y="117545"/>
                  </a:lnTo>
                  <a:lnTo>
                    <a:pt x="96012" y="132143"/>
                  </a:lnTo>
                  <a:lnTo>
                    <a:pt x="67628" y="129870"/>
                  </a:lnTo>
                  <a:lnTo>
                    <a:pt x="51054" y="135064"/>
                  </a:lnTo>
                  <a:lnTo>
                    <a:pt x="45021" y="152476"/>
                  </a:lnTo>
                  <a:lnTo>
                    <a:pt x="20574" y="147714"/>
                  </a:lnTo>
                  <a:lnTo>
                    <a:pt x="2921" y="157556"/>
                  </a:lnTo>
                  <a:lnTo>
                    <a:pt x="0" y="174314"/>
                  </a:lnTo>
                  <a:lnTo>
                    <a:pt x="43624" y="173126"/>
                  </a:lnTo>
                  <a:lnTo>
                    <a:pt x="53911" y="181559"/>
                  </a:lnTo>
                  <a:lnTo>
                    <a:pt x="80391" y="165665"/>
                  </a:lnTo>
                  <a:lnTo>
                    <a:pt x="88646" y="177451"/>
                  </a:lnTo>
                  <a:lnTo>
                    <a:pt x="106934" y="182537"/>
                  </a:lnTo>
                  <a:lnTo>
                    <a:pt x="119253" y="175832"/>
                  </a:lnTo>
                  <a:lnTo>
                    <a:pt x="157480" y="170097"/>
                  </a:lnTo>
                  <a:lnTo>
                    <a:pt x="167957" y="165017"/>
                  </a:lnTo>
                  <a:lnTo>
                    <a:pt x="164084" y="153771"/>
                  </a:lnTo>
                  <a:lnTo>
                    <a:pt x="169037" y="145447"/>
                  </a:lnTo>
                  <a:lnTo>
                    <a:pt x="231077" y="120358"/>
                  </a:lnTo>
                  <a:lnTo>
                    <a:pt x="237807" y="135496"/>
                  </a:lnTo>
                  <a:lnTo>
                    <a:pt x="261239" y="127603"/>
                  </a:lnTo>
                  <a:lnTo>
                    <a:pt x="273939" y="104026"/>
                  </a:lnTo>
                  <a:lnTo>
                    <a:pt x="328485" y="99270"/>
                  </a:lnTo>
                  <a:lnTo>
                    <a:pt x="404876" y="52337"/>
                  </a:lnTo>
                  <a:lnTo>
                    <a:pt x="392049" y="37306"/>
                  </a:lnTo>
                  <a:lnTo>
                    <a:pt x="374777" y="37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BCAECEF6-07E5-9A20-C580-348A82E706F0}"/>
                </a:ext>
              </a:extLst>
            </p:cNvPr>
            <p:cNvSpPr/>
            <p:nvPr/>
          </p:nvSpPr>
          <p:spPr>
            <a:xfrm>
              <a:off x="7529136" y="2694397"/>
              <a:ext cx="7051" cy="9574"/>
            </a:xfrm>
            <a:custGeom>
              <a:avLst/>
              <a:gdLst>
                <a:gd name="csX0" fmla="*/ 6408 w 7051"/>
                <a:gd name="csY0" fmla="*/ 7902 h 9574"/>
                <a:gd name="csX1" fmla="*/ 4122 w 7051"/>
                <a:gd name="csY1" fmla="*/ 9 h 9574"/>
                <a:gd name="csX2" fmla="*/ 567 w 7051"/>
                <a:gd name="csY2" fmla="*/ 3146 h 9574"/>
                <a:gd name="csX3" fmla="*/ 6408 w 7051"/>
                <a:gd name="csY3" fmla="*/ 8010 h 9574"/>
                <a:gd name="csX4" fmla="*/ 6408 w 7051"/>
                <a:gd name="csY4" fmla="*/ 7902 h 9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1" h="9574">
                  <a:moveTo>
                    <a:pt x="6408" y="7902"/>
                  </a:moveTo>
                  <a:cubicBezTo>
                    <a:pt x="6408" y="7902"/>
                    <a:pt x="8885" y="-314"/>
                    <a:pt x="4122" y="9"/>
                  </a:cubicBezTo>
                  <a:cubicBezTo>
                    <a:pt x="3615" y="225"/>
                    <a:pt x="-1719" y="-423"/>
                    <a:pt x="567" y="3146"/>
                  </a:cubicBezTo>
                  <a:cubicBezTo>
                    <a:pt x="2091" y="4988"/>
                    <a:pt x="5773" y="12881"/>
                    <a:pt x="6408" y="8010"/>
                  </a:cubicBezTo>
                  <a:lnTo>
                    <a:pt x="6408" y="79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33F2B504-B6BA-2882-ECC0-A581976A4002}"/>
                </a:ext>
              </a:extLst>
            </p:cNvPr>
            <p:cNvSpPr/>
            <p:nvPr/>
          </p:nvSpPr>
          <p:spPr>
            <a:xfrm>
              <a:off x="7513850" y="2687378"/>
              <a:ext cx="7749" cy="12601"/>
            </a:xfrm>
            <a:custGeom>
              <a:avLst/>
              <a:gdLst>
                <a:gd name="csX0" fmla="*/ 4804 w 7749"/>
                <a:gd name="csY0" fmla="*/ 11893 h 12601"/>
                <a:gd name="csX1" fmla="*/ 7725 w 7749"/>
                <a:gd name="csY1" fmla="*/ 5841 h 12601"/>
                <a:gd name="csX2" fmla="*/ 4042 w 7749"/>
                <a:gd name="csY2" fmla="*/ 323 h 12601"/>
                <a:gd name="csX3" fmla="*/ 168 w 7749"/>
                <a:gd name="csY3" fmla="*/ 5841 h 12601"/>
                <a:gd name="csX4" fmla="*/ 4804 w 7749"/>
                <a:gd name="csY4" fmla="*/ 11893 h 12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49" h="12601">
                  <a:moveTo>
                    <a:pt x="4804" y="11893"/>
                  </a:moveTo>
                  <a:cubicBezTo>
                    <a:pt x="5248" y="11353"/>
                    <a:pt x="8042" y="9626"/>
                    <a:pt x="7725" y="5841"/>
                  </a:cubicBezTo>
                  <a:cubicBezTo>
                    <a:pt x="7725" y="5841"/>
                    <a:pt x="8169" y="-1620"/>
                    <a:pt x="4042" y="323"/>
                  </a:cubicBezTo>
                  <a:cubicBezTo>
                    <a:pt x="3533" y="863"/>
                    <a:pt x="-911" y="1733"/>
                    <a:pt x="168" y="5841"/>
                  </a:cubicBezTo>
                  <a:cubicBezTo>
                    <a:pt x="803" y="7352"/>
                    <a:pt x="1120" y="14921"/>
                    <a:pt x="4804" y="118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07A4A98-E2D8-2B81-F81F-16B2935765A9}"/>
                </a:ext>
              </a:extLst>
            </p:cNvPr>
            <p:cNvSpPr/>
            <p:nvPr/>
          </p:nvSpPr>
          <p:spPr>
            <a:xfrm>
              <a:off x="7497880" y="2636036"/>
              <a:ext cx="7438" cy="7273"/>
            </a:xfrm>
            <a:custGeom>
              <a:avLst/>
              <a:gdLst>
                <a:gd name="csX0" fmla="*/ 3883 w 7438"/>
                <a:gd name="csY0" fmla="*/ 7221 h 7273"/>
                <a:gd name="csX1" fmla="*/ 7439 w 7438"/>
                <a:gd name="csY1" fmla="*/ 4515 h 7273"/>
                <a:gd name="csX2" fmla="*/ 4454 w 7438"/>
                <a:gd name="csY2" fmla="*/ 407 h 7273"/>
                <a:gd name="csX3" fmla="*/ 3439 w 7438"/>
                <a:gd name="csY3" fmla="*/ 83 h 7273"/>
                <a:gd name="csX4" fmla="*/ 10 w 7438"/>
                <a:gd name="csY4" fmla="*/ 2896 h 7273"/>
                <a:gd name="csX5" fmla="*/ 10 w 7438"/>
                <a:gd name="csY5" fmla="*/ 3220 h 7273"/>
                <a:gd name="csX6" fmla="*/ 4010 w 7438"/>
                <a:gd name="csY6" fmla="*/ 7113 h 7273"/>
                <a:gd name="csX7" fmla="*/ 3883 w 7438"/>
                <a:gd name="csY7" fmla="*/ 7221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38" h="7273">
                  <a:moveTo>
                    <a:pt x="3883" y="7221"/>
                  </a:moveTo>
                  <a:cubicBezTo>
                    <a:pt x="5725" y="7545"/>
                    <a:pt x="7249" y="6357"/>
                    <a:pt x="7439" y="4515"/>
                  </a:cubicBezTo>
                  <a:cubicBezTo>
                    <a:pt x="7249" y="3868"/>
                    <a:pt x="7439" y="1163"/>
                    <a:pt x="4454" y="407"/>
                  </a:cubicBezTo>
                  <a:lnTo>
                    <a:pt x="3439" y="83"/>
                  </a:lnTo>
                  <a:cubicBezTo>
                    <a:pt x="1724" y="-349"/>
                    <a:pt x="73" y="947"/>
                    <a:pt x="10" y="2896"/>
                  </a:cubicBezTo>
                  <a:lnTo>
                    <a:pt x="10" y="3220"/>
                  </a:lnTo>
                  <a:cubicBezTo>
                    <a:pt x="-245" y="7329"/>
                    <a:pt x="4645" y="7437"/>
                    <a:pt x="4010" y="7113"/>
                  </a:cubicBezTo>
                  <a:lnTo>
                    <a:pt x="3883" y="72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C495DAAB-9243-2C8C-A5E5-44C55F02CD75}"/>
                </a:ext>
              </a:extLst>
            </p:cNvPr>
            <p:cNvSpPr/>
            <p:nvPr/>
          </p:nvSpPr>
          <p:spPr>
            <a:xfrm>
              <a:off x="7376414" y="2145068"/>
              <a:ext cx="1531683" cy="746474"/>
            </a:xfrm>
            <a:custGeom>
              <a:avLst/>
              <a:gdLst>
                <a:gd name="csX0" fmla="*/ 483806 w 1531683"/>
                <a:gd name="csY0" fmla="*/ 546849 h 746474"/>
                <a:gd name="csX1" fmla="*/ 486219 w 1531683"/>
                <a:gd name="csY1" fmla="*/ 542417 h 746474"/>
                <a:gd name="csX2" fmla="*/ 487172 w 1531683"/>
                <a:gd name="csY2" fmla="*/ 536150 h 746474"/>
                <a:gd name="csX3" fmla="*/ 484568 w 1531683"/>
                <a:gd name="csY3" fmla="*/ 520357 h 746474"/>
                <a:gd name="csX4" fmla="*/ 487172 w 1531683"/>
                <a:gd name="csY4" fmla="*/ 515817 h 746474"/>
                <a:gd name="csX5" fmla="*/ 489776 w 1531683"/>
                <a:gd name="csY5" fmla="*/ 514845 h 746474"/>
                <a:gd name="csX6" fmla="*/ 493776 w 1531683"/>
                <a:gd name="csY6" fmla="*/ 510413 h 746474"/>
                <a:gd name="csX7" fmla="*/ 495554 w 1531683"/>
                <a:gd name="csY7" fmla="*/ 504139 h 746474"/>
                <a:gd name="csX8" fmla="*/ 499745 w 1531683"/>
                <a:gd name="csY8" fmla="*/ 500894 h 746474"/>
                <a:gd name="csX9" fmla="*/ 526161 w 1531683"/>
                <a:gd name="csY9" fmla="*/ 500894 h 746474"/>
                <a:gd name="csX10" fmla="*/ 527114 w 1531683"/>
                <a:gd name="csY10" fmla="*/ 503276 h 746474"/>
                <a:gd name="csX11" fmla="*/ 518795 w 1531683"/>
                <a:gd name="csY11" fmla="*/ 511600 h 746474"/>
                <a:gd name="csX12" fmla="*/ 513080 w 1531683"/>
                <a:gd name="csY12" fmla="*/ 514414 h 746474"/>
                <a:gd name="csX13" fmla="*/ 502856 w 1531683"/>
                <a:gd name="csY13" fmla="*/ 515601 h 746474"/>
                <a:gd name="csX14" fmla="*/ 498856 w 1531683"/>
                <a:gd name="csY14" fmla="*/ 519278 h 746474"/>
                <a:gd name="csX15" fmla="*/ 498856 w 1531683"/>
                <a:gd name="csY15" fmla="*/ 519817 h 746474"/>
                <a:gd name="csX16" fmla="*/ 501459 w 1531683"/>
                <a:gd name="csY16" fmla="*/ 523062 h 746474"/>
                <a:gd name="csX17" fmla="*/ 514032 w 1531683"/>
                <a:gd name="csY17" fmla="*/ 523062 h 746474"/>
                <a:gd name="csX18" fmla="*/ 518160 w 1531683"/>
                <a:gd name="csY18" fmla="*/ 526307 h 746474"/>
                <a:gd name="csX19" fmla="*/ 520002 w 1531683"/>
                <a:gd name="csY19" fmla="*/ 533768 h 746474"/>
                <a:gd name="csX20" fmla="*/ 519430 w 1531683"/>
                <a:gd name="csY20" fmla="*/ 540042 h 746474"/>
                <a:gd name="csX21" fmla="*/ 518985 w 1531683"/>
                <a:gd name="csY21" fmla="*/ 541122 h 746474"/>
                <a:gd name="csX22" fmla="*/ 518985 w 1531683"/>
                <a:gd name="csY22" fmla="*/ 547180 h 746474"/>
                <a:gd name="csX23" fmla="*/ 526161 w 1531683"/>
                <a:gd name="csY23" fmla="*/ 562534 h 746474"/>
                <a:gd name="csX24" fmla="*/ 525590 w 1531683"/>
                <a:gd name="csY24" fmla="*/ 568261 h 746474"/>
                <a:gd name="csX25" fmla="*/ 524129 w 1531683"/>
                <a:gd name="csY25" fmla="*/ 570319 h 746474"/>
                <a:gd name="csX26" fmla="*/ 543814 w 1531683"/>
                <a:gd name="csY26" fmla="*/ 581781 h 746474"/>
                <a:gd name="csX27" fmla="*/ 580834 w 1531683"/>
                <a:gd name="csY27" fmla="*/ 623303 h 746474"/>
                <a:gd name="csX28" fmla="*/ 623253 w 1531683"/>
                <a:gd name="csY28" fmla="*/ 616058 h 746474"/>
                <a:gd name="csX29" fmla="*/ 671640 w 1531683"/>
                <a:gd name="csY29" fmla="*/ 620274 h 746474"/>
                <a:gd name="csX30" fmla="*/ 689801 w 1531683"/>
                <a:gd name="csY30" fmla="*/ 611194 h 746474"/>
                <a:gd name="csX31" fmla="*/ 721423 w 1531683"/>
                <a:gd name="csY31" fmla="*/ 648392 h 746474"/>
                <a:gd name="csX32" fmla="*/ 733616 w 1531683"/>
                <a:gd name="csY32" fmla="*/ 645363 h 746474"/>
                <a:gd name="csX33" fmla="*/ 730314 w 1531683"/>
                <a:gd name="csY33" fmla="*/ 689483 h 746474"/>
                <a:gd name="csX34" fmla="*/ 749046 w 1531683"/>
                <a:gd name="csY34" fmla="*/ 689699 h 746474"/>
                <a:gd name="csX35" fmla="*/ 756730 w 1531683"/>
                <a:gd name="csY35" fmla="*/ 726465 h 746474"/>
                <a:gd name="csX36" fmla="*/ 795528 w 1531683"/>
                <a:gd name="csY36" fmla="*/ 715982 h 746474"/>
                <a:gd name="csX37" fmla="*/ 805497 w 1531683"/>
                <a:gd name="csY37" fmla="*/ 723227 h 746474"/>
                <a:gd name="csX38" fmla="*/ 802259 w 1531683"/>
                <a:gd name="csY38" fmla="*/ 735660 h 746474"/>
                <a:gd name="csX39" fmla="*/ 822261 w 1531683"/>
                <a:gd name="csY39" fmla="*/ 746474 h 746474"/>
                <a:gd name="csX40" fmla="*/ 827405 w 1531683"/>
                <a:gd name="csY40" fmla="*/ 731660 h 746474"/>
                <a:gd name="csX41" fmla="*/ 843534 w 1531683"/>
                <a:gd name="csY41" fmla="*/ 719658 h 746474"/>
                <a:gd name="csX42" fmla="*/ 844042 w 1531683"/>
                <a:gd name="csY42" fmla="*/ 710463 h 746474"/>
                <a:gd name="csX43" fmla="*/ 894080 w 1531683"/>
                <a:gd name="csY43" fmla="*/ 676078 h 746474"/>
                <a:gd name="csX44" fmla="*/ 918528 w 1531683"/>
                <a:gd name="csY44" fmla="*/ 670992 h 746474"/>
                <a:gd name="csX45" fmla="*/ 927291 w 1531683"/>
                <a:gd name="csY45" fmla="*/ 652177 h 746474"/>
                <a:gd name="csX46" fmla="*/ 954468 w 1531683"/>
                <a:gd name="csY46" fmla="*/ 652177 h 746474"/>
                <a:gd name="csX47" fmla="*/ 1009015 w 1531683"/>
                <a:gd name="csY47" fmla="*/ 674237 h 746474"/>
                <a:gd name="csX48" fmla="*/ 1015619 w 1531683"/>
                <a:gd name="csY48" fmla="*/ 669265 h 746474"/>
                <a:gd name="csX49" fmla="*/ 1008570 w 1531683"/>
                <a:gd name="csY49" fmla="*/ 660286 h 746474"/>
                <a:gd name="csX50" fmla="*/ 1015619 w 1531683"/>
                <a:gd name="csY50" fmla="*/ 639744 h 746474"/>
                <a:gd name="csX51" fmla="*/ 1039305 w 1531683"/>
                <a:gd name="csY51" fmla="*/ 633038 h 746474"/>
                <a:gd name="csX52" fmla="*/ 1073594 w 1531683"/>
                <a:gd name="csY52" fmla="*/ 653694 h 746474"/>
                <a:gd name="csX53" fmla="*/ 1092200 w 1531683"/>
                <a:gd name="csY53" fmla="*/ 653694 h 746474"/>
                <a:gd name="csX54" fmla="*/ 1098931 w 1531683"/>
                <a:gd name="csY54" fmla="*/ 646017 h 746474"/>
                <a:gd name="csX55" fmla="*/ 1143762 w 1531683"/>
                <a:gd name="csY55" fmla="*/ 643636 h 746474"/>
                <a:gd name="csX56" fmla="*/ 1156970 w 1531683"/>
                <a:gd name="csY56" fmla="*/ 648932 h 746474"/>
                <a:gd name="csX57" fmla="*/ 1225042 w 1531683"/>
                <a:gd name="csY57" fmla="*/ 653802 h 746474"/>
                <a:gd name="csX58" fmla="*/ 1223518 w 1531683"/>
                <a:gd name="csY58" fmla="*/ 661803 h 746474"/>
                <a:gd name="csX59" fmla="*/ 1234440 w 1531683"/>
                <a:gd name="csY59" fmla="*/ 670452 h 746474"/>
                <a:gd name="csX60" fmla="*/ 1251648 w 1531683"/>
                <a:gd name="csY60" fmla="*/ 670452 h 746474"/>
                <a:gd name="csX61" fmla="*/ 1264539 w 1531683"/>
                <a:gd name="csY61" fmla="*/ 685375 h 746474"/>
                <a:gd name="csX62" fmla="*/ 1265301 w 1531683"/>
                <a:gd name="csY62" fmla="*/ 652825 h 746474"/>
                <a:gd name="csX63" fmla="*/ 1284668 w 1531683"/>
                <a:gd name="csY63" fmla="*/ 636067 h 746474"/>
                <a:gd name="csX64" fmla="*/ 1271016 w 1531683"/>
                <a:gd name="csY64" fmla="*/ 568154 h 746474"/>
                <a:gd name="csX65" fmla="*/ 1249045 w 1531683"/>
                <a:gd name="csY65" fmla="*/ 566318 h 746474"/>
                <a:gd name="csX66" fmla="*/ 1253045 w 1531683"/>
                <a:gd name="csY66" fmla="*/ 552152 h 746474"/>
                <a:gd name="csX67" fmla="*/ 1312608 w 1531683"/>
                <a:gd name="csY67" fmla="*/ 540582 h 746474"/>
                <a:gd name="csX68" fmla="*/ 1350391 w 1531683"/>
                <a:gd name="csY68" fmla="*/ 548043 h 746474"/>
                <a:gd name="csX69" fmla="*/ 1356551 w 1531683"/>
                <a:gd name="csY69" fmla="*/ 531279 h 746474"/>
                <a:gd name="csX70" fmla="*/ 1342136 w 1531683"/>
                <a:gd name="csY70" fmla="*/ 524358 h 746474"/>
                <a:gd name="csX71" fmla="*/ 1369187 w 1531683"/>
                <a:gd name="csY71" fmla="*/ 446932 h 746474"/>
                <a:gd name="csX72" fmla="*/ 1434782 w 1531683"/>
                <a:gd name="csY72" fmla="*/ 466179 h 746474"/>
                <a:gd name="csX73" fmla="*/ 1468120 w 1531683"/>
                <a:gd name="csY73" fmla="*/ 446608 h 746474"/>
                <a:gd name="csX74" fmla="*/ 1460119 w 1531683"/>
                <a:gd name="csY74" fmla="*/ 405841 h 746474"/>
                <a:gd name="csX75" fmla="*/ 1471041 w 1531683"/>
                <a:gd name="csY75" fmla="*/ 382918 h 746474"/>
                <a:gd name="csX76" fmla="*/ 1489266 w 1531683"/>
                <a:gd name="csY76" fmla="*/ 382918 h 746474"/>
                <a:gd name="csX77" fmla="*/ 1508316 w 1531683"/>
                <a:gd name="csY77" fmla="*/ 369507 h 746474"/>
                <a:gd name="csX78" fmla="*/ 1507109 w 1531683"/>
                <a:gd name="csY78" fmla="*/ 354044 h 746474"/>
                <a:gd name="csX79" fmla="*/ 1531683 w 1531683"/>
                <a:gd name="csY79" fmla="*/ 348526 h 746474"/>
                <a:gd name="csX80" fmla="*/ 1506474 w 1531683"/>
                <a:gd name="csY80" fmla="*/ 325603 h 746474"/>
                <a:gd name="csX81" fmla="*/ 1514539 w 1531683"/>
                <a:gd name="csY81" fmla="*/ 313925 h 746474"/>
                <a:gd name="csX82" fmla="*/ 1496505 w 1531683"/>
                <a:gd name="csY82" fmla="*/ 304730 h 746474"/>
                <a:gd name="csX83" fmla="*/ 1479423 w 1531683"/>
                <a:gd name="csY83" fmla="*/ 322034 h 746474"/>
                <a:gd name="csX84" fmla="*/ 1451356 w 1531683"/>
                <a:gd name="csY84" fmla="*/ 322358 h 746474"/>
                <a:gd name="csX85" fmla="*/ 1441514 w 1531683"/>
                <a:gd name="csY85" fmla="*/ 295110 h 746474"/>
                <a:gd name="csX86" fmla="*/ 1414907 w 1531683"/>
                <a:gd name="csY86" fmla="*/ 287649 h 746474"/>
                <a:gd name="csX87" fmla="*/ 1410335 w 1531683"/>
                <a:gd name="csY87" fmla="*/ 263639 h 746474"/>
                <a:gd name="csX88" fmla="*/ 1375029 w 1531683"/>
                <a:gd name="csY88" fmla="*/ 245040 h 746474"/>
                <a:gd name="csX89" fmla="*/ 1354900 w 1531683"/>
                <a:gd name="csY89" fmla="*/ 261150 h 746474"/>
                <a:gd name="csX90" fmla="*/ 1311719 w 1531683"/>
                <a:gd name="csY90" fmla="*/ 263639 h 746474"/>
                <a:gd name="csX91" fmla="*/ 1311719 w 1531683"/>
                <a:gd name="csY91" fmla="*/ 250774 h 746474"/>
                <a:gd name="csX92" fmla="*/ 1297368 w 1531683"/>
                <a:gd name="csY92" fmla="*/ 247098 h 746474"/>
                <a:gd name="csX93" fmla="*/ 1298829 w 1531683"/>
                <a:gd name="csY93" fmla="*/ 236283 h 746474"/>
                <a:gd name="csX94" fmla="*/ 1266952 w 1531683"/>
                <a:gd name="csY94" fmla="*/ 229686 h 746474"/>
                <a:gd name="csX95" fmla="*/ 1266952 w 1531683"/>
                <a:gd name="csY95" fmla="*/ 250336 h 746474"/>
                <a:gd name="csX96" fmla="*/ 1240282 w 1531683"/>
                <a:gd name="csY96" fmla="*/ 260718 h 746474"/>
                <a:gd name="csX97" fmla="*/ 1211643 w 1531683"/>
                <a:gd name="csY97" fmla="*/ 175832 h 746474"/>
                <a:gd name="csX98" fmla="*/ 1176782 w 1531683"/>
                <a:gd name="csY98" fmla="*/ 122523 h 746474"/>
                <a:gd name="csX99" fmla="*/ 1123188 w 1531683"/>
                <a:gd name="csY99" fmla="*/ 81534 h 746474"/>
                <a:gd name="csX100" fmla="*/ 1137348 w 1531683"/>
                <a:gd name="csY100" fmla="*/ 71482 h 746474"/>
                <a:gd name="csX101" fmla="*/ 1134110 w 1531683"/>
                <a:gd name="csY101" fmla="*/ 36227 h 746474"/>
                <a:gd name="csX102" fmla="*/ 1015809 w 1531683"/>
                <a:gd name="csY102" fmla="*/ 112465 h 746474"/>
                <a:gd name="csX103" fmla="*/ 994283 w 1531683"/>
                <a:gd name="csY103" fmla="*/ 106839 h 746474"/>
                <a:gd name="csX104" fmla="*/ 1019937 w 1531683"/>
                <a:gd name="csY104" fmla="*/ 72777 h 746474"/>
                <a:gd name="csX105" fmla="*/ 923607 w 1531683"/>
                <a:gd name="csY105" fmla="*/ 71914 h 746474"/>
                <a:gd name="csX106" fmla="*/ 912431 w 1531683"/>
                <a:gd name="csY106" fmla="*/ 8655 h 746474"/>
                <a:gd name="csX107" fmla="*/ 836676 w 1531683"/>
                <a:gd name="csY107" fmla="*/ 0 h 746474"/>
                <a:gd name="csX108" fmla="*/ 812102 w 1531683"/>
                <a:gd name="csY108" fmla="*/ 27362 h 746474"/>
                <a:gd name="csX109" fmla="*/ 612966 w 1531683"/>
                <a:gd name="csY109" fmla="*/ 66504 h 746474"/>
                <a:gd name="csX110" fmla="*/ 551688 w 1531683"/>
                <a:gd name="csY110" fmla="*/ 66504 h 746474"/>
                <a:gd name="csX111" fmla="*/ 551243 w 1531683"/>
                <a:gd name="csY111" fmla="*/ 101327 h 746474"/>
                <a:gd name="csX112" fmla="*/ 585470 w 1531683"/>
                <a:gd name="csY112" fmla="*/ 112681 h 746474"/>
                <a:gd name="csX113" fmla="*/ 585470 w 1531683"/>
                <a:gd name="csY113" fmla="*/ 145663 h 746474"/>
                <a:gd name="csX114" fmla="*/ 553530 w 1531683"/>
                <a:gd name="csY114" fmla="*/ 136792 h 746474"/>
                <a:gd name="csX115" fmla="*/ 536448 w 1531683"/>
                <a:gd name="csY115" fmla="*/ 153016 h 746474"/>
                <a:gd name="csX116" fmla="*/ 543878 w 1531683"/>
                <a:gd name="csY116" fmla="*/ 178105 h 746474"/>
                <a:gd name="csX117" fmla="*/ 518985 w 1531683"/>
                <a:gd name="csY117" fmla="*/ 201136 h 746474"/>
                <a:gd name="csX118" fmla="*/ 567500 w 1531683"/>
                <a:gd name="csY118" fmla="*/ 229146 h 746474"/>
                <a:gd name="csX119" fmla="*/ 556578 w 1531683"/>
                <a:gd name="csY119" fmla="*/ 258343 h 746474"/>
                <a:gd name="csX120" fmla="*/ 486537 w 1531683"/>
                <a:gd name="csY120" fmla="*/ 270561 h 746474"/>
                <a:gd name="csX121" fmla="*/ 447484 w 1531683"/>
                <a:gd name="csY121" fmla="*/ 240932 h 746474"/>
                <a:gd name="csX122" fmla="*/ 373634 w 1531683"/>
                <a:gd name="csY122" fmla="*/ 243313 h 746474"/>
                <a:gd name="csX123" fmla="*/ 346456 w 1531683"/>
                <a:gd name="csY123" fmla="*/ 270561 h 746474"/>
                <a:gd name="csX124" fmla="*/ 311721 w 1531683"/>
                <a:gd name="csY124" fmla="*/ 250450 h 746474"/>
                <a:gd name="csX125" fmla="*/ 306324 w 1531683"/>
                <a:gd name="csY125" fmla="*/ 272942 h 746474"/>
                <a:gd name="csX126" fmla="*/ 281622 w 1531683"/>
                <a:gd name="csY126" fmla="*/ 264179 h 746474"/>
                <a:gd name="csX127" fmla="*/ 280543 w 1531683"/>
                <a:gd name="csY127" fmla="*/ 241687 h 746474"/>
                <a:gd name="csX128" fmla="*/ 221679 w 1531683"/>
                <a:gd name="csY128" fmla="*/ 206547 h 746474"/>
                <a:gd name="csX129" fmla="*/ 161925 w 1531683"/>
                <a:gd name="csY129" fmla="*/ 207734 h 746474"/>
                <a:gd name="csX130" fmla="*/ 83820 w 1531683"/>
                <a:gd name="csY130" fmla="*/ 268180 h 746474"/>
                <a:gd name="csX131" fmla="*/ 88138 w 1531683"/>
                <a:gd name="csY131" fmla="*/ 300190 h 746474"/>
                <a:gd name="csX132" fmla="*/ 68517 w 1531683"/>
                <a:gd name="csY132" fmla="*/ 310896 h 746474"/>
                <a:gd name="csX133" fmla="*/ 40259 w 1531683"/>
                <a:gd name="csY133" fmla="*/ 275317 h 746474"/>
                <a:gd name="csX134" fmla="*/ 10985 w 1531683"/>
                <a:gd name="csY134" fmla="*/ 319113 h 746474"/>
                <a:gd name="csX135" fmla="*/ 18542 w 1531683"/>
                <a:gd name="csY135" fmla="*/ 346367 h 746474"/>
                <a:gd name="csX136" fmla="*/ 0 w 1531683"/>
                <a:gd name="csY136" fmla="*/ 379565 h 746474"/>
                <a:gd name="csX137" fmla="*/ 29337 w 1531683"/>
                <a:gd name="csY137" fmla="*/ 416331 h 746474"/>
                <a:gd name="csX138" fmla="*/ 57594 w 1531683"/>
                <a:gd name="csY138" fmla="*/ 416331 h 746474"/>
                <a:gd name="csX139" fmla="*/ 90805 w 1531683"/>
                <a:gd name="csY139" fmla="*/ 461639 h 746474"/>
                <a:gd name="csX140" fmla="*/ 72961 w 1531683"/>
                <a:gd name="csY140" fmla="*/ 474618 h 746474"/>
                <a:gd name="csX141" fmla="*/ 93853 w 1531683"/>
                <a:gd name="csY141" fmla="*/ 497002 h 746474"/>
                <a:gd name="csX142" fmla="*/ 100711 w 1531683"/>
                <a:gd name="csY142" fmla="*/ 497326 h 746474"/>
                <a:gd name="csX143" fmla="*/ 102108 w 1531683"/>
                <a:gd name="csY143" fmla="*/ 494944 h 746474"/>
                <a:gd name="csX144" fmla="*/ 104140 w 1531683"/>
                <a:gd name="csY144" fmla="*/ 484130 h 746474"/>
                <a:gd name="csX145" fmla="*/ 116142 w 1531683"/>
                <a:gd name="csY145" fmla="*/ 489433 h 746474"/>
                <a:gd name="csX146" fmla="*/ 122110 w 1531683"/>
                <a:gd name="csY146" fmla="*/ 486727 h 746474"/>
                <a:gd name="csX147" fmla="*/ 127191 w 1531683"/>
                <a:gd name="csY147" fmla="*/ 479482 h 746474"/>
                <a:gd name="csX148" fmla="*/ 135636 w 1531683"/>
                <a:gd name="csY148" fmla="*/ 474294 h 746474"/>
                <a:gd name="csX149" fmla="*/ 149606 w 1531683"/>
                <a:gd name="csY149" fmla="*/ 465099 h 746474"/>
                <a:gd name="csX150" fmla="*/ 149796 w 1531683"/>
                <a:gd name="csY150" fmla="*/ 465315 h 746474"/>
                <a:gd name="csX151" fmla="*/ 166815 w 1531683"/>
                <a:gd name="csY151" fmla="*/ 456667 h 746474"/>
                <a:gd name="csX152" fmla="*/ 181991 w 1531683"/>
                <a:gd name="csY152" fmla="*/ 455587 h 746474"/>
                <a:gd name="csX153" fmla="*/ 197421 w 1531683"/>
                <a:gd name="csY153" fmla="*/ 463048 h 746474"/>
                <a:gd name="csX154" fmla="*/ 201105 w 1531683"/>
                <a:gd name="csY154" fmla="*/ 462070 h 746474"/>
                <a:gd name="csX155" fmla="*/ 215074 w 1531683"/>
                <a:gd name="csY155" fmla="*/ 467373 h 746474"/>
                <a:gd name="csX156" fmla="*/ 224282 w 1531683"/>
                <a:gd name="csY156" fmla="*/ 461963 h 746474"/>
                <a:gd name="csX157" fmla="*/ 232283 w 1531683"/>
                <a:gd name="csY157" fmla="*/ 464020 h 746474"/>
                <a:gd name="csX158" fmla="*/ 237490 w 1531683"/>
                <a:gd name="csY158" fmla="*/ 468992 h 746474"/>
                <a:gd name="csX159" fmla="*/ 243205 w 1531683"/>
                <a:gd name="csY159" fmla="*/ 469856 h 746474"/>
                <a:gd name="csX160" fmla="*/ 244284 w 1531683"/>
                <a:gd name="csY160" fmla="*/ 487051 h 746474"/>
                <a:gd name="csX161" fmla="*/ 237299 w 1531683"/>
                <a:gd name="csY161" fmla="*/ 499491 h 746474"/>
                <a:gd name="csX162" fmla="*/ 240602 w 1531683"/>
                <a:gd name="csY162" fmla="*/ 505758 h 746474"/>
                <a:gd name="csX163" fmla="*/ 237934 w 1531683"/>
                <a:gd name="csY163" fmla="*/ 519494 h 746474"/>
                <a:gd name="csX164" fmla="*/ 239776 w 1531683"/>
                <a:gd name="csY164" fmla="*/ 525551 h 746474"/>
                <a:gd name="csX165" fmla="*/ 235204 w 1531683"/>
                <a:gd name="csY165" fmla="*/ 528904 h 746474"/>
                <a:gd name="csX166" fmla="*/ 228536 w 1531683"/>
                <a:gd name="csY166" fmla="*/ 528682 h 746474"/>
                <a:gd name="csX167" fmla="*/ 224092 w 1531683"/>
                <a:gd name="csY167" fmla="*/ 530955 h 746474"/>
                <a:gd name="csX168" fmla="*/ 212280 w 1531683"/>
                <a:gd name="csY168" fmla="*/ 530955 h 746474"/>
                <a:gd name="csX169" fmla="*/ 202629 w 1531683"/>
                <a:gd name="csY169" fmla="*/ 532581 h 746474"/>
                <a:gd name="csX170" fmla="*/ 194818 w 1531683"/>
                <a:gd name="csY170" fmla="*/ 532143 h 746474"/>
                <a:gd name="csX171" fmla="*/ 187833 w 1531683"/>
                <a:gd name="csY171" fmla="*/ 534092 h 746474"/>
                <a:gd name="csX172" fmla="*/ 178181 w 1531683"/>
                <a:gd name="csY172" fmla="*/ 544906 h 746474"/>
                <a:gd name="csX173" fmla="*/ 169926 w 1531683"/>
                <a:gd name="csY173" fmla="*/ 550640 h 746474"/>
                <a:gd name="csX174" fmla="*/ 165164 w 1531683"/>
                <a:gd name="csY174" fmla="*/ 555612 h 746474"/>
                <a:gd name="csX175" fmla="*/ 167259 w 1531683"/>
                <a:gd name="csY175" fmla="*/ 559505 h 746474"/>
                <a:gd name="csX176" fmla="*/ 173101 w 1531683"/>
                <a:gd name="csY176" fmla="*/ 560800 h 746474"/>
                <a:gd name="csX177" fmla="*/ 186436 w 1531683"/>
                <a:gd name="csY177" fmla="*/ 567830 h 746474"/>
                <a:gd name="csX178" fmla="*/ 184594 w 1531683"/>
                <a:gd name="csY178" fmla="*/ 574211 h 746474"/>
                <a:gd name="csX179" fmla="*/ 161163 w 1531683"/>
                <a:gd name="csY179" fmla="*/ 567722 h 746474"/>
                <a:gd name="csX180" fmla="*/ 141795 w 1531683"/>
                <a:gd name="csY180" fmla="*/ 570427 h 746474"/>
                <a:gd name="csX181" fmla="*/ 148527 w 1531683"/>
                <a:gd name="csY181" fmla="*/ 582644 h 746474"/>
                <a:gd name="csX182" fmla="*/ 159766 w 1531683"/>
                <a:gd name="csY182" fmla="*/ 585241 h 746474"/>
                <a:gd name="csX183" fmla="*/ 163893 w 1531683"/>
                <a:gd name="csY183" fmla="*/ 592055 h 746474"/>
                <a:gd name="csX184" fmla="*/ 167704 w 1531683"/>
                <a:gd name="csY184" fmla="*/ 597999 h 746474"/>
                <a:gd name="csX185" fmla="*/ 171005 w 1531683"/>
                <a:gd name="csY185" fmla="*/ 604596 h 746474"/>
                <a:gd name="csX186" fmla="*/ 181673 w 1531683"/>
                <a:gd name="csY186" fmla="*/ 624281 h 746474"/>
                <a:gd name="csX187" fmla="*/ 183388 w 1531683"/>
                <a:gd name="csY187" fmla="*/ 634873 h 746474"/>
                <a:gd name="csX188" fmla="*/ 195517 w 1531683"/>
                <a:gd name="csY188" fmla="*/ 636822 h 746474"/>
                <a:gd name="csX189" fmla="*/ 206121 w 1531683"/>
                <a:gd name="csY189" fmla="*/ 649364 h 746474"/>
                <a:gd name="csX190" fmla="*/ 211328 w 1531683"/>
                <a:gd name="csY190" fmla="*/ 648500 h 746474"/>
                <a:gd name="csX191" fmla="*/ 220726 w 1531683"/>
                <a:gd name="csY191" fmla="*/ 651097 h 746474"/>
                <a:gd name="csX192" fmla="*/ 232092 w 1531683"/>
                <a:gd name="csY192" fmla="*/ 652825 h 746474"/>
                <a:gd name="csX193" fmla="*/ 232601 w 1531683"/>
                <a:gd name="csY193" fmla="*/ 653479 h 746474"/>
                <a:gd name="csX194" fmla="*/ 224599 w 1531683"/>
                <a:gd name="csY194" fmla="*/ 684187 h 746474"/>
                <a:gd name="csX195" fmla="*/ 224917 w 1531683"/>
                <a:gd name="csY195" fmla="*/ 686892 h 746474"/>
                <a:gd name="csX196" fmla="*/ 224917 w 1531683"/>
                <a:gd name="csY196" fmla="*/ 689813 h 746474"/>
                <a:gd name="csX197" fmla="*/ 253809 w 1531683"/>
                <a:gd name="csY197" fmla="*/ 666667 h 746474"/>
                <a:gd name="csX198" fmla="*/ 290640 w 1531683"/>
                <a:gd name="csY198" fmla="*/ 666667 h 746474"/>
                <a:gd name="csX199" fmla="*/ 320611 w 1531683"/>
                <a:gd name="csY199" fmla="*/ 695649 h 746474"/>
                <a:gd name="csX200" fmla="*/ 332930 w 1531683"/>
                <a:gd name="csY200" fmla="*/ 725170 h 746474"/>
                <a:gd name="csX201" fmla="*/ 355473 w 1531683"/>
                <a:gd name="csY201" fmla="*/ 724306 h 746474"/>
                <a:gd name="csX202" fmla="*/ 355473 w 1531683"/>
                <a:gd name="csY202" fmla="*/ 554203 h 746474"/>
                <a:gd name="csX203" fmla="*/ 451231 w 1531683"/>
                <a:gd name="csY203" fmla="*/ 528466 h 746474"/>
                <a:gd name="csX204" fmla="*/ 483933 w 1531683"/>
                <a:gd name="csY204" fmla="*/ 547395 h 746474"/>
                <a:gd name="csX205" fmla="*/ 483806 w 1531683"/>
                <a:gd name="csY205" fmla="*/ 546849 h 74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</a:cxnLst>
              <a:rect l="l" t="t" r="r" b="b"/>
              <a:pathLst>
                <a:path w="1531683" h="746474">
                  <a:moveTo>
                    <a:pt x="483806" y="546849"/>
                  </a:moveTo>
                  <a:lnTo>
                    <a:pt x="486219" y="542417"/>
                  </a:lnTo>
                  <a:cubicBezTo>
                    <a:pt x="487108" y="540798"/>
                    <a:pt x="487490" y="537985"/>
                    <a:pt x="487172" y="536150"/>
                  </a:cubicBezTo>
                  <a:lnTo>
                    <a:pt x="484568" y="520357"/>
                  </a:lnTo>
                  <a:cubicBezTo>
                    <a:pt x="484251" y="518522"/>
                    <a:pt x="485457" y="516465"/>
                    <a:pt x="487172" y="515817"/>
                  </a:cubicBezTo>
                  <a:lnTo>
                    <a:pt x="489776" y="514845"/>
                  </a:lnTo>
                  <a:cubicBezTo>
                    <a:pt x="491554" y="514198"/>
                    <a:pt x="493331" y="512140"/>
                    <a:pt x="493776" y="510413"/>
                  </a:cubicBezTo>
                  <a:lnTo>
                    <a:pt x="495554" y="504139"/>
                  </a:lnTo>
                  <a:cubicBezTo>
                    <a:pt x="495935" y="502298"/>
                    <a:pt x="497904" y="500894"/>
                    <a:pt x="499745" y="500894"/>
                  </a:cubicBezTo>
                  <a:lnTo>
                    <a:pt x="526161" y="500894"/>
                  </a:lnTo>
                  <a:cubicBezTo>
                    <a:pt x="528003" y="500894"/>
                    <a:pt x="528447" y="501974"/>
                    <a:pt x="527114" y="503276"/>
                  </a:cubicBezTo>
                  <a:lnTo>
                    <a:pt x="518795" y="511600"/>
                  </a:lnTo>
                  <a:cubicBezTo>
                    <a:pt x="517525" y="512896"/>
                    <a:pt x="514921" y="514198"/>
                    <a:pt x="513080" y="514414"/>
                  </a:cubicBezTo>
                  <a:lnTo>
                    <a:pt x="502856" y="515601"/>
                  </a:lnTo>
                  <a:cubicBezTo>
                    <a:pt x="501015" y="515817"/>
                    <a:pt x="499237" y="517436"/>
                    <a:pt x="498856" y="519278"/>
                  </a:cubicBezTo>
                  <a:lnTo>
                    <a:pt x="498856" y="519817"/>
                  </a:lnTo>
                  <a:cubicBezTo>
                    <a:pt x="498475" y="521659"/>
                    <a:pt x="499618" y="523062"/>
                    <a:pt x="501459" y="523062"/>
                  </a:cubicBezTo>
                  <a:lnTo>
                    <a:pt x="514032" y="523062"/>
                  </a:lnTo>
                  <a:cubicBezTo>
                    <a:pt x="515874" y="523062"/>
                    <a:pt x="517716" y="524573"/>
                    <a:pt x="518160" y="526307"/>
                  </a:cubicBezTo>
                  <a:lnTo>
                    <a:pt x="520002" y="533768"/>
                  </a:lnTo>
                  <a:cubicBezTo>
                    <a:pt x="520446" y="535604"/>
                    <a:pt x="520192" y="538417"/>
                    <a:pt x="519430" y="540042"/>
                  </a:cubicBezTo>
                  <a:lnTo>
                    <a:pt x="518985" y="541122"/>
                  </a:lnTo>
                  <a:cubicBezTo>
                    <a:pt x="518287" y="542741"/>
                    <a:pt x="518287" y="545554"/>
                    <a:pt x="518985" y="547180"/>
                  </a:cubicBezTo>
                  <a:lnTo>
                    <a:pt x="526161" y="562534"/>
                  </a:lnTo>
                  <a:cubicBezTo>
                    <a:pt x="526923" y="564153"/>
                    <a:pt x="526669" y="566750"/>
                    <a:pt x="525590" y="568261"/>
                  </a:cubicBezTo>
                  <a:lnTo>
                    <a:pt x="524129" y="570319"/>
                  </a:lnTo>
                  <a:lnTo>
                    <a:pt x="543814" y="581781"/>
                  </a:lnTo>
                  <a:lnTo>
                    <a:pt x="580834" y="623303"/>
                  </a:lnTo>
                  <a:lnTo>
                    <a:pt x="623253" y="616058"/>
                  </a:lnTo>
                  <a:lnTo>
                    <a:pt x="671640" y="620274"/>
                  </a:lnTo>
                  <a:lnTo>
                    <a:pt x="689801" y="611194"/>
                  </a:lnTo>
                  <a:lnTo>
                    <a:pt x="721423" y="648392"/>
                  </a:lnTo>
                  <a:lnTo>
                    <a:pt x="733616" y="645363"/>
                  </a:lnTo>
                  <a:lnTo>
                    <a:pt x="730314" y="689483"/>
                  </a:lnTo>
                  <a:lnTo>
                    <a:pt x="749046" y="689699"/>
                  </a:lnTo>
                  <a:lnTo>
                    <a:pt x="756730" y="726465"/>
                  </a:lnTo>
                  <a:lnTo>
                    <a:pt x="795528" y="715982"/>
                  </a:lnTo>
                  <a:lnTo>
                    <a:pt x="805497" y="723227"/>
                  </a:lnTo>
                  <a:lnTo>
                    <a:pt x="802259" y="735660"/>
                  </a:lnTo>
                  <a:lnTo>
                    <a:pt x="822261" y="746474"/>
                  </a:lnTo>
                  <a:lnTo>
                    <a:pt x="827405" y="731660"/>
                  </a:lnTo>
                  <a:lnTo>
                    <a:pt x="843534" y="719658"/>
                  </a:lnTo>
                  <a:lnTo>
                    <a:pt x="844042" y="710463"/>
                  </a:lnTo>
                  <a:lnTo>
                    <a:pt x="894080" y="676078"/>
                  </a:lnTo>
                  <a:lnTo>
                    <a:pt x="918528" y="670992"/>
                  </a:lnTo>
                  <a:lnTo>
                    <a:pt x="927291" y="652177"/>
                  </a:lnTo>
                  <a:lnTo>
                    <a:pt x="954468" y="652177"/>
                  </a:lnTo>
                  <a:lnTo>
                    <a:pt x="1009015" y="674237"/>
                  </a:lnTo>
                  <a:lnTo>
                    <a:pt x="1015619" y="669265"/>
                  </a:lnTo>
                  <a:lnTo>
                    <a:pt x="1008570" y="660286"/>
                  </a:lnTo>
                  <a:lnTo>
                    <a:pt x="1015619" y="639744"/>
                  </a:lnTo>
                  <a:lnTo>
                    <a:pt x="1039305" y="633038"/>
                  </a:lnTo>
                  <a:lnTo>
                    <a:pt x="1073594" y="653694"/>
                  </a:lnTo>
                  <a:lnTo>
                    <a:pt x="1092200" y="653694"/>
                  </a:lnTo>
                  <a:lnTo>
                    <a:pt x="1098931" y="646017"/>
                  </a:lnTo>
                  <a:lnTo>
                    <a:pt x="1143762" y="643636"/>
                  </a:lnTo>
                  <a:lnTo>
                    <a:pt x="1156970" y="648932"/>
                  </a:lnTo>
                  <a:lnTo>
                    <a:pt x="1225042" y="653802"/>
                  </a:lnTo>
                  <a:lnTo>
                    <a:pt x="1223518" y="661803"/>
                  </a:lnTo>
                  <a:lnTo>
                    <a:pt x="1234440" y="670452"/>
                  </a:lnTo>
                  <a:lnTo>
                    <a:pt x="1251648" y="670452"/>
                  </a:lnTo>
                  <a:lnTo>
                    <a:pt x="1264539" y="685375"/>
                  </a:lnTo>
                  <a:lnTo>
                    <a:pt x="1265301" y="652825"/>
                  </a:lnTo>
                  <a:lnTo>
                    <a:pt x="1284668" y="636067"/>
                  </a:lnTo>
                  <a:lnTo>
                    <a:pt x="1271016" y="568154"/>
                  </a:lnTo>
                  <a:lnTo>
                    <a:pt x="1249045" y="566318"/>
                  </a:lnTo>
                  <a:lnTo>
                    <a:pt x="1253045" y="552152"/>
                  </a:lnTo>
                  <a:lnTo>
                    <a:pt x="1312608" y="540582"/>
                  </a:lnTo>
                  <a:lnTo>
                    <a:pt x="1350391" y="548043"/>
                  </a:lnTo>
                  <a:lnTo>
                    <a:pt x="1356551" y="531279"/>
                  </a:lnTo>
                  <a:lnTo>
                    <a:pt x="1342136" y="524358"/>
                  </a:lnTo>
                  <a:lnTo>
                    <a:pt x="1369187" y="446932"/>
                  </a:lnTo>
                  <a:lnTo>
                    <a:pt x="1434782" y="466179"/>
                  </a:lnTo>
                  <a:lnTo>
                    <a:pt x="1468120" y="446608"/>
                  </a:lnTo>
                  <a:lnTo>
                    <a:pt x="1460119" y="405841"/>
                  </a:lnTo>
                  <a:lnTo>
                    <a:pt x="1471041" y="382918"/>
                  </a:lnTo>
                  <a:lnTo>
                    <a:pt x="1489266" y="382918"/>
                  </a:lnTo>
                  <a:lnTo>
                    <a:pt x="1508316" y="369507"/>
                  </a:lnTo>
                  <a:lnTo>
                    <a:pt x="1507109" y="354044"/>
                  </a:lnTo>
                  <a:lnTo>
                    <a:pt x="1531683" y="348526"/>
                  </a:lnTo>
                  <a:lnTo>
                    <a:pt x="1506474" y="325603"/>
                  </a:lnTo>
                  <a:lnTo>
                    <a:pt x="1514539" y="313925"/>
                  </a:lnTo>
                  <a:lnTo>
                    <a:pt x="1496505" y="304730"/>
                  </a:lnTo>
                  <a:lnTo>
                    <a:pt x="1479423" y="322034"/>
                  </a:lnTo>
                  <a:lnTo>
                    <a:pt x="1451356" y="322358"/>
                  </a:lnTo>
                  <a:lnTo>
                    <a:pt x="1441514" y="295110"/>
                  </a:lnTo>
                  <a:lnTo>
                    <a:pt x="1414907" y="287649"/>
                  </a:lnTo>
                  <a:lnTo>
                    <a:pt x="1410335" y="263639"/>
                  </a:lnTo>
                  <a:lnTo>
                    <a:pt x="1375029" y="245040"/>
                  </a:lnTo>
                  <a:lnTo>
                    <a:pt x="1354900" y="261150"/>
                  </a:lnTo>
                  <a:lnTo>
                    <a:pt x="1311719" y="263639"/>
                  </a:lnTo>
                  <a:lnTo>
                    <a:pt x="1311719" y="250774"/>
                  </a:lnTo>
                  <a:lnTo>
                    <a:pt x="1297368" y="247098"/>
                  </a:lnTo>
                  <a:lnTo>
                    <a:pt x="1298829" y="236283"/>
                  </a:lnTo>
                  <a:lnTo>
                    <a:pt x="1266952" y="229686"/>
                  </a:lnTo>
                  <a:lnTo>
                    <a:pt x="1266952" y="250336"/>
                  </a:lnTo>
                  <a:lnTo>
                    <a:pt x="1240282" y="260718"/>
                  </a:lnTo>
                  <a:lnTo>
                    <a:pt x="1211643" y="175832"/>
                  </a:lnTo>
                  <a:lnTo>
                    <a:pt x="1176782" y="122523"/>
                  </a:lnTo>
                  <a:lnTo>
                    <a:pt x="1123188" y="81534"/>
                  </a:lnTo>
                  <a:lnTo>
                    <a:pt x="1137348" y="71482"/>
                  </a:lnTo>
                  <a:lnTo>
                    <a:pt x="1134110" y="36227"/>
                  </a:lnTo>
                  <a:lnTo>
                    <a:pt x="1015809" y="112465"/>
                  </a:lnTo>
                  <a:lnTo>
                    <a:pt x="994283" y="106839"/>
                  </a:lnTo>
                  <a:lnTo>
                    <a:pt x="1019937" y="72777"/>
                  </a:lnTo>
                  <a:lnTo>
                    <a:pt x="923607" y="71914"/>
                  </a:lnTo>
                  <a:lnTo>
                    <a:pt x="912431" y="8655"/>
                  </a:lnTo>
                  <a:lnTo>
                    <a:pt x="836676" y="0"/>
                  </a:lnTo>
                  <a:lnTo>
                    <a:pt x="812102" y="27362"/>
                  </a:lnTo>
                  <a:lnTo>
                    <a:pt x="612966" y="66504"/>
                  </a:lnTo>
                  <a:lnTo>
                    <a:pt x="551688" y="66504"/>
                  </a:lnTo>
                  <a:lnTo>
                    <a:pt x="551243" y="101327"/>
                  </a:lnTo>
                  <a:lnTo>
                    <a:pt x="585470" y="112681"/>
                  </a:lnTo>
                  <a:lnTo>
                    <a:pt x="585470" y="145663"/>
                  </a:lnTo>
                  <a:lnTo>
                    <a:pt x="553530" y="136792"/>
                  </a:lnTo>
                  <a:lnTo>
                    <a:pt x="536448" y="153016"/>
                  </a:lnTo>
                  <a:lnTo>
                    <a:pt x="543878" y="178105"/>
                  </a:lnTo>
                  <a:lnTo>
                    <a:pt x="518985" y="201136"/>
                  </a:lnTo>
                  <a:lnTo>
                    <a:pt x="567500" y="229146"/>
                  </a:lnTo>
                  <a:lnTo>
                    <a:pt x="556578" y="258343"/>
                  </a:lnTo>
                  <a:lnTo>
                    <a:pt x="486537" y="270561"/>
                  </a:lnTo>
                  <a:lnTo>
                    <a:pt x="447484" y="240932"/>
                  </a:lnTo>
                  <a:lnTo>
                    <a:pt x="373634" y="243313"/>
                  </a:lnTo>
                  <a:lnTo>
                    <a:pt x="346456" y="270561"/>
                  </a:lnTo>
                  <a:lnTo>
                    <a:pt x="311721" y="250450"/>
                  </a:lnTo>
                  <a:lnTo>
                    <a:pt x="306324" y="272942"/>
                  </a:lnTo>
                  <a:lnTo>
                    <a:pt x="281622" y="264179"/>
                  </a:lnTo>
                  <a:lnTo>
                    <a:pt x="280543" y="241687"/>
                  </a:lnTo>
                  <a:lnTo>
                    <a:pt x="221679" y="206547"/>
                  </a:lnTo>
                  <a:lnTo>
                    <a:pt x="161925" y="207734"/>
                  </a:lnTo>
                  <a:lnTo>
                    <a:pt x="83820" y="268180"/>
                  </a:lnTo>
                  <a:lnTo>
                    <a:pt x="88138" y="300190"/>
                  </a:lnTo>
                  <a:lnTo>
                    <a:pt x="68517" y="310896"/>
                  </a:lnTo>
                  <a:lnTo>
                    <a:pt x="40259" y="275317"/>
                  </a:lnTo>
                  <a:lnTo>
                    <a:pt x="10985" y="319113"/>
                  </a:lnTo>
                  <a:lnTo>
                    <a:pt x="18542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594" y="416331"/>
                  </a:lnTo>
                  <a:lnTo>
                    <a:pt x="90805" y="461639"/>
                  </a:lnTo>
                  <a:lnTo>
                    <a:pt x="72961" y="474618"/>
                  </a:lnTo>
                  <a:lnTo>
                    <a:pt x="93853" y="497002"/>
                  </a:lnTo>
                  <a:cubicBezTo>
                    <a:pt x="96647" y="496786"/>
                    <a:pt x="98616" y="500894"/>
                    <a:pt x="100711" y="497326"/>
                  </a:cubicBezTo>
                  <a:lnTo>
                    <a:pt x="102108" y="494944"/>
                  </a:lnTo>
                  <a:cubicBezTo>
                    <a:pt x="104457" y="490728"/>
                    <a:pt x="101029" y="486727"/>
                    <a:pt x="104140" y="484130"/>
                  </a:cubicBezTo>
                  <a:cubicBezTo>
                    <a:pt x="108458" y="480454"/>
                    <a:pt x="110109" y="492138"/>
                    <a:pt x="116142" y="489433"/>
                  </a:cubicBezTo>
                  <a:lnTo>
                    <a:pt x="122110" y="486727"/>
                  </a:lnTo>
                  <a:cubicBezTo>
                    <a:pt x="125984" y="485000"/>
                    <a:pt x="127635" y="478835"/>
                    <a:pt x="127191" y="479482"/>
                  </a:cubicBezTo>
                  <a:cubicBezTo>
                    <a:pt x="128842" y="474510"/>
                    <a:pt x="131953" y="478079"/>
                    <a:pt x="135636" y="474294"/>
                  </a:cubicBezTo>
                  <a:cubicBezTo>
                    <a:pt x="145034" y="464560"/>
                    <a:pt x="146685" y="462178"/>
                    <a:pt x="149606" y="465099"/>
                  </a:cubicBezTo>
                  <a:lnTo>
                    <a:pt x="149796" y="465315"/>
                  </a:lnTo>
                  <a:cubicBezTo>
                    <a:pt x="154686" y="470078"/>
                    <a:pt x="158496" y="458610"/>
                    <a:pt x="166815" y="456667"/>
                  </a:cubicBezTo>
                  <a:cubicBezTo>
                    <a:pt x="173927" y="454933"/>
                    <a:pt x="178181" y="453098"/>
                    <a:pt x="181991" y="455587"/>
                  </a:cubicBezTo>
                  <a:cubicBezTo>
                    <a:pt x="193421" y="463048"/>
                    <a:pt x="196786" y="465963"/>
                    <a:pt x="197421" y="463048"/>
                  </a:cubicBezTo>
                  <a:cubicBezTo>
                    <a:pt x="197676" y="461855"/>
                    <a:pt x="199263" y="461315"/>
                    <a:pt x="201105" y="462070"/>
                  </a:cubicBezTo>
                  <a:lnTo>
                    <a:pt x="215074" y="467373"/>
                  </a:lnTo>
                  <a:cubicBezTo>
                    <a:pt x="219646" y="469100"/>
                    <a:pt x="219392" y="462940"/>
                    <a:pt x="224282" y="461963"/>
                  </a:cubicBezTo>
                  <a:cubicBezTo>
                    <a:pt x="225361" y="461963"/>
                    <a:pt x="230759" y="459372"/>
                    <a:pt x="232283" y="464020"/>
                  </a:cubicBezTo>
                  <a:cubicBezTo>
                    <a:pt x="232728" y="464776"/>
                    <a:pt x="233617" y="471265"/>
                    <a:pt x="237490" y="468992"/>
                  </a:cubicBezTo>
                  <a:cubicBezTo>
                    <a:pt x="238061" y="468884"/>
                    <a:pt x="241491" y="465855"/>
                    <a:pt x="243205" y="469856"/>
                  </a:cubicBezTo>
                  <a:cubicBezTo>
                    <a:pt x="245364" y="474618"/>
                    <a:pt x="247904" y="483375"/>
                    <a:pt x="244284" y="487051"/>
                  </a:cubicBezTo>
                  <a:cubicBezTo>
                    <a:pt x="240982" y="490512"/>
                    <a:pt x="236982" y="500031"/>
                    <a:pt x="237299" y="499491"/>
                  </a:cubicBezTo>
                  <a:cubicBezTo>
                    <a:pt x="235014" y="504139"/>
                    <a:pt x="242570" y="501002"/>
                    <a:pt x="240602" y="505758"/>
                  </a:cubicBezTo>
                  <a:cubicBezTo>
                    <a:pt x="239205" y="510191"/>
                    <a:pt x="234886" y="515169"/>
                    <a:pt x="237934" y="519494"/>
                  </a:cubicBezTo>
                  <a:cubicBezTo>
                    <a:pt x="238125" y="520033"/>
                    <a:pt x="240602" y="522846"/>
                    <a:pt x="239776" y="525551"/>
                  </a:cubicBezTo>
                  <a:cubicBezTo>
                    <a:pt x="238569" y="529012"/>
                    <a:pt x="239141" y="530631"/>
                    <a:pt x="235204" y="528904"/>
                  </a:cubicBezTo>
                  <a:cubicBezTo>
                    <a:pt x="234696" y="528796"/>
                    <a:pt x="229997" y="525551"/>
                    <a:pt x="228536" y="528682"/>
                  </a:cubicBezTo>
                  <a:cubicBezTo>
                    <a:pt x="227838" y="529984"/>
                    <a:pt x="225933" y="531063"/>
                    <a:pt x="224092" y="530955"/>
                  </a:cubicBezTo>
                  <a:lnTo>
                    <a:pt x="212280" y="530955"/>
                  </a:lnTo>
                  <a:cubicBezTo>
                    <a:pt x="207201" y="530739"/>
                    <a:pt x="207073" y="534524"/>
                    <a:pt x="202629" y="532581"/>
                  </a:cubicBezTo>
                  <a:cubicBezTo>
                    <a:pt x="201803" y="532365"/>
                    <a:pt x="197231" y="529120"/>
                    <a:pt x="194818" y="532143"/>
                  </a:cubicBezTo>
                  <a:cubicBezTo>
                    <a:pt x="192659" y="534848"/>
                    <a:pt x="187134" y="534200"/>
                    <a:pt x="187833" y="534092"/>
                  </a:cubicBezTo>
                  <a:cubicBezTo>
                    <a:pt x="179895" y="533660"/>
                    <a:pt x="177864" y="546202"/>
                    <a:pt x="178181" y="544906"/>
                  </a:cubicBezTo>
                  <a:cubicBezTo>
                    <a:pt x="177736" y="549662"/>
                    <a:pt x="169291" y="550856"/>
                    <a:pt x="169926" y="550640"/>
                  </a:cubicBezTo>
                  <a:cubicBezTo>
                    <a:pt x="166370" y="551720"/>
                    <a:pt x="164846" y="556152"/>
                    <a:pt x="165164" y="555612"/>
                  </a:cubicBezTo>
                  <a:cubicBezTo>
                    <a:pt x="164529" y="557339"/>
                    <a:pt x="165544" y="559073"/>
                    <a:pt x="167259" y="559505"/>
                  </a:cubicBezTo>
                  <a:lnTo>
                    <a:pt x="173101" y="560800"/>
                  </a:lnTo>
                  <a:cubicBezTo>
                    <a:pt x="178181" y="561886"/>
                    <a:pt x="187071" y="568261"/>
                    <a:pt x="186436" y="567830"/>
                  </a:cubicBezTo>
                  <a:cubicBezTo>
                    <a:pt x="190182" y="570211"/>
                    <a:pt x="188785" y="575615"/>
                    <a:pt x="184594" y="574211"/>
                  </a:cubicBezTo>
                  <a:cubicBezTo>
                    <a:pt x="168466" y="569132"/>
                    <a:pt x="165608" y="567830"/>
                    <a:pt x="161163" y="567722"/>
                  </a:cubicBezTo>
                  <a:cubicBezTo>
                    <a:pt x="145923" y="567290"/>
                    <a:pt x="142684" y="566210"/>
                    <a:pt x="141795" y="570427"/>
                  </a:cubicBezTo>
                  <a:cubicBezTo>
                    <a:pt x="141732" y="571938"/>
                    <a:pt x="137478" y="580054"/>
                    <a:pt x="148527" y="582644"/>
                  </a:cubicBezTo>
                  <a:lnTo>
                    <a:pt x="159766" y="585241"/>
                  </a:lnTo>
                  <a:cubicBezTo>
                    <a:pt x="164020" y="586213"/>
                    <a:pt x="164084" y="592595"/>
                    <a:pt x="163893" y="592055"/>
                  </a:cubicBezTo>
                  <a:cubicBezTo>
                    <a:pt x="164338" y="595624"/>
                    <a:pt x="168084" y="598545"/>
                    <a:pt x="167704" y="597999"/>
                  </a:cubicBezTo>
                  <a:cubicBezTo>
                    <a:pt x="170624" y="600380"/>
                    <a:pt x="171259" y="605244"/>
                    <a:pt x="171005" y="604596"/>
                  </a:cubicBezTo>
                  <a:cubicBezTo>
                    <a:pt x="172212" y="612381"/>
                    <a:pt x="182753" y="617360"/>
                    <a:pt x="181673" y="624281"/>
                  </a:cubicBezTo>
                  <a:cubicBezTo>
                    <a:pt x="181673" y="627958"/>
                    <a:pt x="178181" y="635419"/>
                    <a:pt x="183388" y="634873"/>
                  </a:cubicBezTo>
                  <a:cubicBezTo>
                    <a:pt x="187071" y="634987"/>
                    <a:pt x="192977" y="632498"/>
                    <a:pt x="195517" y="636822"/>
                  </a:cubicBezTo>
                  <a:cubicBezTo>
                    <a:pt x="199390" y="642557"/>
                    <a:pt x="200723" y="650234"/>
                    <a:pt x="206121" y="649364"/>
                  </a:cubicBezTo>
                  <a:lnTo>
                    <a:pt x="211328" y="648500"/>
                  </a:lnTo>
                  <a:cubicBezTo>
                    <a:pt x="216408" y="647636"/>
                    <a:pt x="215519" y="651529"/>
                    <a:pt x="220726" y="651097"/>
                  </a:cubicBezTo>
                  <a:cubicBezTo>
                    <a:pt x="223520" y="651097"/>
                    <a:pt x="229044" y="648932"/>
                    <a:pt x="232092" y="652825"/>
                  </a:cubicBezTo>
                  <a:lnTo>
                    <a:pt x="232601" y="653479"/>
                  </a:lnTo>
                  <a:cubicBezTo>
                    <a:pt x="237172" y="659206"/>
                    <a:pt x="223647" y="674884"/>
                    <a:pt x="224599" y="684187"/>
                  </a:cubicBezTo>
                  <a:lnTo>
                    <a:pt x="224917" y="686892"/>
                  </a:lnTo>
                  <a:cubicBezTo>
                    <a:pt x="224917" y="687864"/>
                    <a:pt x="224917" y="688835"/>
                    <a:pt x="224917" y="689813"/>
                  </a:cubicBezTo>
                  <a:lnTo>
                    <a:pt x="253809" y="666667"/>
                  </a:lnTo>
                  <a:lnTo>
                    <a:pt x="290640" y="666667"/>
                  </a:lnTo>
                  <a:lnTo>
                    <a:pt x="320611" y="695649"/>
                  </a:lnTo>
                  <a:lnTo>
                    <a:pt x="332930" y="725170"/>
                  </a:lnTo>
                  <a:lnTo>
                    <a:pt x="355473" y="724306"/>
                  </a:lnTo>
                  <a:lnTo>
                    <a:pt x="355473" y="554203"/>
                  </a:lnTo>
                  <a:lnTo>
                    <a:pt x="451231" y="528466"/>
                  </a:lnTo>
                  <a:lnTo>
                    <a:pt x="483933" y="547395"/>
                  </a:lnTo>
                  <a:lnTo>
                    <a:pt x="483806" y="546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A3AEE554-8FCE-40F0-BB19-4133FA31CBD5}"/>
                </a:ext>
              </a:extLst>
            </p:cNvPr>
            <p:cNvSpPr/>
            <p:nvPr/>
          </p:nvSpPr>
          <p:spPr>
            <a:xfrm>
              <a:off x="6942518" y="3207734"/>
              <a:ext cx="165289" cy="169672"/>
            </a:xfrm>
            <a:custGeom>
              <a:avLst/>
              <a:gdLst>
                <a:gd name="csX0" fmla="*/ 165290 w 165289"/>
                <a:gd name="csY0" fmla="*/ 31794 h 169672"/>
                <a:gd name="csX1" fmla="*/ 154241 w 165289"/>
                <a:gd name="csY1" fmla="*/ 31039 h 169672"/>
                <a:gd name="csX2" fmla="*/ 145478 w 165289"/>
                <a:gd name="csY2" fmla="*/ 0 h 169672"/>
                <a:gd name="csX3" fmla="*/ 71310 w 165289"/>
                <a:gd name="csY3" fmla="*/ 41313 h 169672"/>
                <a:gd name="csX4" fmla="*/ 57023 w 165289"/>
                <a:gd name="csY4" fmla="*/ 39040 h 169672"/>
                <a:gd name="csX5" fmla="*/ 42418 w 165289"/>
                <a:gd name="csY5" fmla="*/ 23901 h 169672"/>
                <a:gd name="csX6" fmla="*/ 28448 w 165289"/>
                <a:gd name="csY6" fmla="*/ 27146 h 169672"/>
                <a:gd name="csX7" fmla="*/ 25019 w 165289"/>
                <a:gd name="csY7" fmla="*/ 79915 h 169672"/>
                <a:gd name="csX8" fmla="*/ 1968 w 165289"/>
                <a:gd name="csY8" fmla="*/ 150095 h 169672"/>
                <a:gd name="csX9" fmla="*/ 2159 w 165289"/>
                <a:gd name="csY9" fmla="*/ 151397 h 169672"/>
                <a:gd name="csX10" fmla="*/ 0 w 165289"/>
                <a:gd name="csY10" fmla="*/ 166103 h 169672"/>
                <a:gd name="csX11" fmla="*/ 44069 w 165289"/>
                <a:gd name="csY11" fmla="*/ 169672 h 169672"/>
                <a:gd name="csX12" fmla="*/ 64833 w 165289"/>
                <a:gd name="csY12" fmla="*/ 142958 h 169672"/>
                <a:gd name="csX13" fmla="*/ 95694 w 165289"/>
                <a:gd name="csY13" fmla="*/ 137230 h 169672"/>
                <a:gd name="csX14" fmla="*/ 114300 w 165289"/>
                <a:gd name="csY14" fmla="*/ 116681 h 169672"/>
                <a:gd name="csX15" fmla="*/ 83312 w 165289"/>
                <a:gd name="csY15" fmla="*/ 79267 h 169672"/>
                <a:gd name="csX16" fmla="*/ 162051 w 165289"/>
                <a:gd name="csY16" fmla="*/ 50394 h 169672"/>
                <a:gd name="csX17" fmla="*/ 162877 w 165289"/>
                <a:gd name="csY17" fmla="*/ 50610 h 169672"/>
                <a:gd name="csX18" fmla="*/ 162877 w 165289"/>
                <a:gd name="csY18" fmla="*/ 50394 h 169672"/>
                <a:gd name="csX19" fmla="*/ 165290 w 165289"/>
                <a:gd name="csY19" fmla="*/ 31902 h 169672"/>
                <a:gd name="csX20" fmla="*/ 165290 w 165289"/>
                <a:gd name="csY20" fmla="*/ 31794 h 169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5289" h="169672">
                  <a:moveTo>
                    <a:pt x="165290" y="31794"/>
                  </a:moveTo>
                  <a:lnTo>
                    <a:pt x="154241" y="31039"/>
                  </a:lnTo>
                  <a:lnTo>
                    <a:pt x="145478" y="0"/>
                  </a:lnTo>
                  <a:lnTo>
                    <a:pt x="71310" y="41313"/>
                  </a:lnTo>
                  <a:lnTo>
                    <a:pt x="57023" y="39040"/>
                  </a:lnTo>
                  <a:lnTo>
                    <a:pt x="42418" y="23901"/>
                  </a:lnTo>
                  <a:lnTo>
                    <a:pt x="28448" y="27146"/>
                  </a:lnTo>
                  <a:lnTo>
                    <a:pt x="25019" y="79915"/>
                  </a:lnTo>
                  <a:lnTo>
                    <a:pt x="1968" y="150095"/>
                  </a:lnTo>
                  <a:cubicBezTo>
                    <a:pt x="1968" y="150095"/>
                    <a:pt x="2349" y="150635"/>
                    <a:pt x="2159" y="151397"/>
                  </a:cubicBezTo>
                  <a:cubicBezTo>
                    <a:pt x="1397" y="155721"/>
                    <a:pt x="508" y="162750"/>
                    <a:pt x="0" y="166103"/>
                  </a:cubicBezTo>
                  <a:lnTo>
                    <a:pt x="44069" y="169672"/>
                  </a:lnTo>
                  <a:lnTo>
                    <a:pt x="64833" y="142958"/>
                  </a:lnTo>
                  <a:lnTo>
                    <a:pt x="95694" y="137230"/>
                  </a:lnTo>
                  <a:lnTo>
                    <a:pt x="114300" y="116681"/>
                  </a:lnTo>
                  <a:lnTo>
                    <a:pt x="83312" y="79267"/>
                  </a:lnTo>
                  <a:lnTo>
                    <a:pt x="162051" y="50394"/>
                  </a:lnTo>
                  <a:lnTo>
                    <a:pt x="162877" y="50610"/>
                  </a:lnTo>
                  <a:lnTo>
                    <a:pt x="162877" y="50394"/>
                  </a:lnTo>
                  <a:lnTo>
                    <a:pt x="165290" y="31902"/>
                  </a:lnTo>
                  <a:lnTo>
                    <a:pt x="165290" y="317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379E161-6A76-7329-EBFD-E053686E398D}"/>
                </a:ext>
              </a:extLst>
            </p:cNvPr>
            <p:cNvSpPr/>
            <p:nvPr/>
          </p:nvSpPr>
          <p:spPr>
            <a:xfrm>
              <a:off x="10872029" y="2674486"/>
              <a:ext cx="224646" cy="183595"/>
            </a:xfrm>
            <a:custGeom>
              <a:avLst/>
              <a:gdLst>
                <a:gd name="csX0" fmla="*/ 24571 w 224646"/>
                <a:gd name="csY0" fmla="*/ 116269 h 183595"/>
                <a:gd name="csX1" fmla="*/ 5394 w 224646"/>
                <a:gd name="csY1" fmla="*/ 128061 h 183595"/>
                <a:gd name="csX2" fmla="*/ 123 w 224646"/>
                <a:gd name="csY2" fmla="*/ 143199 h 183595"/>
                <a:gd name="csX3" fmla="*/ 10918 w 224646"/>
                <a:gd name="csY3" fmla="*/ 158554 h 183595"/>
                <a:gd name="csX4" fmla="*/ 9394 w 224646"/>
                <a:gd name="csY4" fmla="*/ 181909 h 183595"/>
                <a:gd name="csX5" fmla="*/ 12633 w 224646"/>
                <a:gd name="csY5" fmla="*/ 183211 h 183595"/>
                <a:gd name="csX6" fmla="*/ 27809 w 224646"/>
                <a:gd name="csY6" fmla="*/ 170447 h 183595"/>
                <a:gd name="csX7" fmla="*/ 48891 w 224646"/>
                <a:gd name="csY7" fmla="*/ 169692 h 183595"/>
                <a:gd name="csX8" fmla="*/ 48256 w 224646"/>
                <a:gd name="csY8" fmla="*/ 164173 h 183595"/>
                <a:gd name="csX9" fmla="*/ 31492 w 224646"/>
                <a:gd name="csY9" fmla="*/ 153474 h 183595"/>
                <a:gd name="csX10" fmla="*/ 20634 w 224646"/>
                <a:gd name="csY10" fmla="*/ 149683 h 183595"/>
                <a:gd name="csX11" fmla="*/ 23047 w 224646"/>
                <a:gd name="csY11" fmla="*/ 135414 h 183595"/>
                <a:gd name="csX12" fmla="*/ 31239 w 224646"/>
                <a:gd name="csY12" fmla="*/ 132601 h 183595"/>
                <a:gd name="csX13" fmla="*/ 47367 w 224646"/>
                <a:gd name="csY13" fmla="*/ 142984 h 183595"/>
                <a:gd name="csX14" fmla="*/ 67877 w 224646"/>
                <a:gd name="csY14" fmla="*/ 130652 h 183595"/>
                <a:gd name="csX15" fmla="*/ 125789 w 224646"/>
                <a:gd name="csY15" fmla="*/ 158878 h 183595"/>
                <a:gd name="csX16" fmla="*/ 131949 w 224646"/>
                <a:gd name="csY16" fmla="*/ 144171 h 183595"/>
                <a:gd name="csX17" fmla="*/ 163191 w 224646"/>
                <a:gd name="csY17" fmla="*/ 114110 h 183595"/>
                <a:gd name="csX18" fmla="*/ 179320 w 224646"/>
                <a:gd name="csY18" fmla="*/ 116707 h 183595"/>
                <a:gd name="csX19" fmla="*/ 192084 w 224646"/>
                <a:gd name="csY19" fmla="*/ 110865 h 183595"/>
                <a:gd name="csX20" fmla="*/ 200529 w 224646"/>
                <a:gd name="csY20" fmla="*/ 111189 h 183595"/>
                <a:gd name="csX21" fmla="*/ 223390 w 224646"/>
                <a:gd name="csY21" fmla="*/ 99296 h 183595"/>
                <a:gd name="csX22" fmla="*/ 217102 w 224646"/>
                <a:gd name="csY22" fmla="*/ 95511 h 183595"/>
                <a:gd name="csX23" fmla="*/ 209864 w 224646"/>
                <a:gd name="csY23" fmla="*/ 97022 h 183595"/>
                <a:gd name="csX24" fmla="*/ 205292 w 224646"/>
                <a:gd name="csY24" fmla="*/ 94641 h 183595"/>
                <a:gd name="csX25" fmla="*/ 198814 w 224646"/>
                <a:gd name="csY25" fmla="*/ 78207 h 183595"/>
                <a:gd name="csX26" fmla="*/ 206626 w 224646"/>
                <a:gd name="csY26" fmla="*/ 60040 h 183595"/>
                <a:gd name="csX27" fmla="*/ 203387 w 224646"/>
                <a:gd name="csY27" fmla="*/ 53118 h 183595"/>
                <a:gd name="csX28" fmla="*/ 188338 w 224646"/>
                <a:gd name="csY28" fmla="*/ 68796 h 183595"/>
                <a:gd name="csX29" fmla="*/ 172526 w 224646"/>
                <a:gd name="csY29" fmla="*/ 70206 h 183595"/>
                <a:gd name="csX30" fmla="*/ 168398 w 224646"/>
                <a:gd name="csY30" fmla="*/ 66637 h 183595"/>
                <a:gd name="csX31" fmla="*/ 164398 w 224646"/>
                <a:gd name="csY31" fmla="*/ 60795 h 183595"/>
                <a:gd name="csX32" fmla="*/ 157286 w 224646"/>
                <a:gd name="csY32" fmla="*/ 60580 h 183595"/>
                <a:gd name="csX33" fmla="*/ 154746 w 224646"/>
                <a:gd name="csY33" fmla="*/ 62097 h 183595"/>
                <a:gd name="csX34" fmla="*/ 119884 w 224646"/>
                <a:gd name="csY34" fmla="*/ 43060 h 183595"/>
                <a:gd name="csX35" fmla="*/ 80197 w 224646"/>
                <a:gd name="csY35" fmla="*/ 1105 h 183595"/>
                <a:gd name="csX36" fmla="*/ 68259 w 224646"/>
                <a:gd name="csY36" fmla="*/ 8243 h 183595"/>
                <a:gd name="csX37" fmla="*/ 73783 w 224646"/>
                <a:gd name="csY37" fmla="*/ 34735 h 183595"/>
                <a:gd name="csX38" fmla="*/ 70101 w 224646"/>
                <a:gd name="csY38" fmla="*/ 49334 h 183595"/>
                <a:gd name="csX39" fmla="*/ 69592 w 224646"/>
                <a:gd name="csY39" fmla="*/ 66530 h 183595"/>
                <a:gd name="csX40" fmla="*/ 57337 w 224646"/>
                <a:gd name="csY40" fmla="*/ 82531 h 183595"/>
                <a:gd name="csX41" fmla="*/ 59750 w 224646"/>
                <a:gd name="csY41" fmla="*/ 97238 h 183595"/>
                <a:gd name="csX42" fmla="*/ 52828 w 224646"/>
                <a:gd name="csY42" fmla="*/ 105563 h 183595"/>
                <a:gd name="csX43" fmla="*/ 28571 w 224646"/>
                <a:gd name="csY43" fmla="*/ 98102 h 183595"/>
                <a:gd name="csX44" fmla="*/ 23047 w 224646"/>
                <a:gd name="csY44" fmla="*/ 99080 h 183595"/>
                <a:gd name="csX45" fmla="*/ 21967 w 224646"/>
                <a:gd name="csY45" fmla="*/ 100051 h 183595"/>
                <a:gd name="csX46" fmla="*/ 24317 w 224646"/>
                <a:gd name="csY46" fmla="*/ 116053 h 183595"/>
                <a:gd name="csX47" fmla="*/ 24571 w 224646"/>
                <a:gd name="csY47" fmla="*/ 116269 h 1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24646" h="183595">
                  <a:moveTo>
                    <a:pt x="24571" y="116269"/>
                  </a:moveTo>
                  <a:lnTo>
                    <a:pt x="5394" y="128061"/>
                  </a:lnTo>
                  <a:cubicBezTo>
                    <a:pt x="1520" y="130436"/>
                    <a:pt x="1393" y="136170"/>
                    <a:pt x="123" y="143199"/>
                  </a:cubicBezTo>
                  <a:cubicBezTo>
                    <a:pt x="-639" y="147416"/>
                    <a:pt x="2028" y="149143"/>
                    <a:pt x="10918" y="158554"/>
                  </a:cubicBezTo>
                  <a:cubicBezTo>
                    <a:pt x="16443" y="164396"/>
                    <a:pt x="2155" y="178880"/>
                    <a:pt x="9394" y="181909"/>
                  </a:cubicBezTo>
                  <a:lnTo>
                    <a:pt x="12633" y="183211"/>
                  </a:lnTo>
                  <a:cubicBezTo>
                    <a:pt x="16633" y="184830"/>
                    <a:pt x="18284" y="181477"/>
                    <a:pt x="27809" y="170447"/>
                  </a:cubicBezTo>
                  <a:cubicBezTo>
                    <a:pt x="32763" y="164504"/>
                    <a:pt x="45018" y="176289"/>
                    <a:pt x="48891" y="169692"/>
                  </a:cubicBezTo>
                  <a:cubicBezTo>
                    <a:pt x="48827" y="170231"/>
                    <a:pt x="51304" y="166339"/>
                    <a:pt x="48256" y="164173"/>
                  </a:cubicBezTo>
                  <a:cubicBezTo>
                    <a:pt x="48891" y="164612"/>
                    <a:pt x="36445" y="155201"/>
                    <a:pt x="31492" y="153474"/>
                  </a:cubicBezTo>
                  <a:lnTo>
                    <a:pt x="20634" y="149683"/>
                  </a:lnTo>
                  <a:cubicBezTo>
                    <a:pt x="15553" y="147956"/>
                    <a:pt x="21205" y="141466"/>
                    <a:pt x="23047" y="135414"/>
                  </a:cubicBezTo>
                  <a:cubicBezTo>
                    <a:pt x="24889" y="131191"/>
                    <a:pt x="30095" y="132817"/>
                    <a:pt x="31239" y="132601"/>
                  </a:cubicBezTo>
                  <a:cubicBezTo>
                    <a:pt x="38858" y="132925"/>
                    <a:pt x="41652" y="146444"/>
                    <a:pt x="47367" y="142984"/>
                  </a:cubicBezTo>
                  <a:lnTo>
                    <a:pt x="67877" y="130652"/>
                  </a:lnTo>
                  <a:cubicBezTo>
                    <a:pt x="71878" y="128169"/>
                    <a:pt x="71752" y="129464"/>
                    <a:pt x="125789" y="158878"/>
                  </a:cubicBezTo>
                  <a:cubicBezTo>
                    <a:pt x="130615" y="161583"/>
                    <a:pt x="129790" y="151740"/>
                    <a:pt x="131949" y="144171"/>
                  </a:cubicBezTo>
                  <a:cubicBezTo>
                    <a:pt x="132775" y="139739"/>
                    <a:pt x="133473" y="140170"/>
                    <a:pt x="163191" y="114110"/>
                  </a:cubicBezTo>
                  <a:cubicBezTo>
                    <a:pt x="167192" y="110649"/>
                    <a:pt x="173034" y="115082"/>
                    <a:pt x="179320" y="116707"/>
                  </a:cubicBezTo>
                  <a:cubicBezTo>
                    <a:pt x="185861" y="118974"/>
                    <a:pt x="185734" y="108592"/>
                    <a:pt x="192084" y="110865"/>
                  </a:cubicBezTo>
                  <a:cubicBezTo>
                    <a:pt x="191576" y="110757"/>
                    <a:pt x="196783" y="113139"/>
                    <a:pt x="200529" y="111189"/>
                  </a:cubicBezTo>
                  <a:lnTo>
                    <a:pt x="223390" y="99296"/>
                  </a:lnTo>
                  <a:cubicBezTo>
                    <a:pt x="227199" y="97346"/>
                    <a:pt x="221548" y="94533"/>
                    <a:pt x="217102" y="95511"/>
                  </a:cubicBezTo>
                  <a:lnTo>
                    <a:pt x="209864" y="97022"/>
                  </a:lnTo>
                  <a:cubicBezTo>
                    <a:pt x="208149" y="97454"/>
                    <a:pt x="206053" y="96374"/>
                    <a:pt x="205292" y="94641"/>
                  </a:cubicBezTo>
                  <a:lnTo>
                    <a:pt x="198814" y="78207"/>
                  </a:lnTo>
                  <a:cubicBezTo>
                    <a:pt x="197164" y="74315"/>
                    <a:pt x="199386" y="72041"/>
                    <a:pt x="206626" y="60040"/>
                  </a:cubicBezTo>
                  <a:cubicBezTo>
                    <a:pt x="208911" y="56255"/>
                    <a:pt x="206626" y="49981"/>
                    <a:pt x="203387" y="53118"/>
                  </a:cubicBezTo>
                  <a:lnTo>
                    <a:pt x="188338" y="68796"/>
                  </a:lnTo>
                  <a:cubicBezTo>
                    <a:pt x="184654" y="72581"/>
                    <a:pt x="178558" y="70206"/>
                    <a:pt x="172526" y="70206"/>
                  </a:cubicBezTo>
                  <a:cubicBezTo>
                    <a:pt x="170684" y="70098"/>
                    <a:pt x="168843" y="68473"/>
                    <a:pt x="168398" y="66637"/>
                  </a:cubicBezTo>
                  <a:cubicBezTo>
                    <a:pt x="168715" y="67177"/>
                    <a:pt x="167890" y="62421"/>
                    <a:pt x="164398" y="60795"/>
                  </a:cubicBezTo>
                  <a:cubicBezTo>
                    <a:pt x="165033" y="60903"/>
                    <a:pt x="160588" y="58528"/>
                    <a:pt x="157286" y="60580"/>
                  </a:cubicBezTo>
                  <a:lnTo>
                    <a:pt x="154746" y="62097"/>
                  </a:lnTo>
                  <a:cubicBezTo>
                    <a:pt x="150872" y="64472"/>
                    <a:pt x="150110" y="62745"/>
                    <a:pt x="119884" y="43060"/>
                  </a:cubicBezTo>
                  <a:cubicBezTo>
                    <a:pt x="115884" y="40469"/>
                    <a:pt x="114740" y="38735"/>
                    <a:pt x="80197" y="1105"/>
                  </a:cubicBezTo>
                  <a:cubicBezTo>
                    <a:pt x="76640" y="-2787"/>
                    <a:pt x="72831" y="4566"/>
                    <a:pt x="68259" y="8243"/>
                  </a:cubicBezTo>
                  <a:cubicBezTo>
                    <a:pt x="65020" y="11380"/>
                    <a:pt x="66989" y="13971"/>
                    <a:pt x="73783" y="34735"/>
                  </a:cubicBezTo>
                  <a:cubicBezTo>
                    <a:pt x="75117" y="38843"/>
                    <a:pt x="72958" y="42412"/>
                    <a:pt x="70101" y="49334"/>
                  </a:cubicBezTo>
                  <a:cubicBezTo>
                    <a:pt x="68386" y="53550"/>
                    <a:pt x="69148" y="58205"/>
                    <a:pt x="69592" y="66530"/>
                  </a:cubicBezTo>
                  <a:cubicBezTo>
                    <a:pt x="69910" y="74099"/>
                    <a:pt x="56194" y="75286"/>
                    <a:pt x="57337" y="82531"/>
                  </a:cubicBezTo>
                  <a:lnTo>
                    <a:pt x="59750" y="97238"/>
                  </a:lnTo>
                  <a:cubicBezTo>
                    <a:pt x="60512" y="102001"/>
                    <a:pt x="54670" y="103836"/>
                    <a:pt x="52828" y="105563"/>
                  </a:cubicBezTo>
                  <a:cubicBezTo>
                    <a:pt x="49145" y="107944"/>
                    <a:pt x="47050" y="106109"/>
                    <a:pt x="28571" y="98102"/>
                  </a:cubicBezTo>
                  <a:cubicBezTo>
                    <a:pt x="26857" y="97346"/>
                    <a:pt x="24317" y="97778"/>
                    <a:pt x="23047" y="99080"/>
                  </a:cubicBezTo>
                  <a:lnTo>
                    <a:pt x="21967" y="100051"/>
                  </a:lnTo>
                  <a:cubicBezTo>
                    <a:pt x="16570" y="105023"/>
                    <a:pt x="30603" y="112161"/>
                    <a:pt x="24317" y="116053"/>
                  </a:cubicBezTo>
                  <a:lnTo>
                    <a:pt x="24571" y="116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CBD42553-8FE2-04C7-2D7D-266C7C81F918}"/>
                </a:ext>
              </a:extLst>
            </p:cNvPr>
            <p:cNvSpPr/>
            <p:nvPr/>
          </p:nvSpPr>
          <p:spPr>
            <a:xfrm>
              <a:off x="10921160" y="2683820"/>
              <a:ext cx="9195" cy="9292"/>
            </a:xfrm>
            <a:custGeom>
              <a:avLst/>
              <a:gdLst>
                <a:gd name="csX0" fmla="*/ 2172 w 9195"/>
                <a:gd name="csY0" fmla="*/ 8643 h 9292"/>
                <a:gd name="csX1" fmla="*/ 7253 w 9195"/>
                <a:gd name="csY1" fmla="*/ 8097 h 9292"/>
                <a:gd name="csX2" fmla="*/ 8205 w 9195"/>
                <a:gd name="csY2" fmla="*/ 7017 h 9292"/>
                <a:gd name="csX3" fmla="*/ 8459 w 9195"/>
                <a:gd name="csY3" fmla="*/ 1937 h 9292"/>
                <a:gd name="csX4" fmla="*/ 7887 w 9195"/>
                <a:gd name="csY4" fmla="*/ 1175 h 9292"/>
                <a:gd name="csX5" fmla="*/ 839 w 9195"/>
                <a:gd name="csY5" fmla="*/ 3773 h 9292"/>
                <a:gd name="csX6" fmla="*/ 1283 w 9195"/>
                <a:gd name="csY6" fmla="*/ 8097 h 9292"/>
                <a:gd name="csX7" fmla="*/ 2045 w 9195"/>
                <a:gd name="csY7" fmla="*/ 8643 h 9292"/>
                <a:gd name="csX8" fmla="*/ 2172 w 9195"/>
                <a:gd name="csY8" fmla="*/ 8643 h 9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195" h="9292">
                  <a:moveTo>
                    <a:pt x="2172" y="8643"/>
                  </a:moveTo>
                  <a:cubicBezTo>
                    <a:pt x="3696" y="9722"/>
                    <a:pt x="6046" y="9399"/>
                    <a:pt x="7253" y="8097"/>
                  </a:cubicBezTo>
                  <a:lnTo>
                    <a:pt x="8205" y="7017"/>
                  </a:lnTo>
                  <a:cubicBezTo>
                    <a:pt x="9411" y="5722"/>
                    <a:pt x="9538" y="3341"/>
                    <a:pt x="8459" y="1937"/>
                  </a:cubicBezTo>
                  <a:lnTo>
                    <a:pt x="7887" y="1175"/>
                  </a:lnTo>
                  <a:cubicBezTo>
                    <a:pt x="5094" y="-2387"/>
                    <a:pt x="1601" y="3233"/>
                    <a:pt x="839" y="3773"/>
                  </a:cubicBezTo>
                  <a:cubicBezTo>
                    <a:pt x="-431" y="5182"/>
                    <a:pt x="-241" y="7017"/>
                    <a:pt x="1283" y="8097"/>
                  </a:cubicBezTo>
                  <a:lnTo>
                    <a:pt x="2045" y="8643"/>
                  </a:lnTo>
                  <a:lnTo>
                    <a:pt x="2172" y="86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600FC7F-3CC0-7063-B8DF-1D9B16E209AB}"/>
                </a:ext>
              </a:extLst>
            </p:cNvPr>
            <p:cNvSpPr/>
            <p:nvPr/>
          </p:nvSpPr>
          <p:spPr>
            <a:xfrm>
              <a:off x="10856307" y="2823391"/>
              <a:ext cx="7900" cy="9534"/>
            </a:xfrm>
            <a:custGeom>
              <a:avLst/>
              <a:gdLst>
                <a:gd name="csX0" fmla="*/ 2511 w 7900"/>
                <a:gd name="csY0" fmla="*/ 9325 h 9534"/>
                <a:gd name="csX1" fmla="*/ 7717 w 7900"/>
                <a:gd name="csY1" fmla="*/ 3699 h 9534"/>
                <a:gd name="csX2" fmla="*/ 5431 w 7900"/>
                <a:gd name="csY2" fmla="*/ 238 h 9534"/>
                <a:gd name="csX3" fmla="*/ 3590 w 7900"/>
                <a:gd name="csY3" fmla="*/ 22 h 9534"/>
                <a:gd name="csX4" fmla="*/ 34 w 7900"/>
                <a:gd name="csY4" fmla="*/ 3051 h 9534"/>
                <a:gd name="csX5" fmla="*/ 34 w 7900"/>
                <a:gd name="csY5" fmla="*/ 4892 h 9534"/>
                <a:gd name="csX6" fmla="*/ 2511 w 7900"/>
                <a:gd name="csY6" fmla="*/ 9325 h 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900" h="9534">
                  <a:moveTo>
                    <a:pt x="2511" y="9325"/>
                  </a:moveTo>
                  <a:cubicBezTo>
                    <a:pt x="6320" y="10728"/>
                    <a:pt x="7146" y="4676"/>
                    <a:pt x="7717" y="3699"/>
                  </a:cubicBezTo>
                  <a:cubicBezTo>
                    <a:pt x="8352" y="1971"/>
                    <a:pt x="7273" y="346"/>
                    <a:pt x="5431" y="238"/>
                  </a:cubicBezTo>
                  <a:lnTo>
                    <a:pt x="3590" y="22"/>
                  </a:lnTo>
                  <a:cubicBezTo>
                    <a:pt x="1749" y="-194"/>
                    <a:pt x="224" y="1216"/>
                    <a:pt x="34" y="3051"/>
                  </a:cubicBezTo>
                  <a:lnTo>
                    <a:pt x="34" y="4892"/>
                  </a:lnTo>
                  <a:cubicBezTo>
                    <a:pt x="-220" y="6727"/>
                    <a:pt x="987" y="8677"/>
                    <a:pt x="2511" y="9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0F12D210-FCDA-8764-4E5C-344DCF57DCAB}"/>
                </a:ext>
              </a:extLst>
            </p:cNvPr>
            <p:cNvSpPr/>
            <p:nvPr/>
          </p:nvSpPr>
          <p:spPr>
            <a:xfrm>
              <a:off x="10538685" y="2855528"/>
              <a:ext cx="416306" cy="340905"/>
            </a:xfrm>
            <a:custGeom>
              <a:avLst/>
              <a:gdLst>
                <a:gd name="csX0" fmla="*/ 40224 w 416306"/>
                <a:gd name="csY0" fmla="*/ 287760 h 340905"/>
                <a:gd name="csX1" fmla="*/ 28667 w 416306"/>
                <a:gd name="csY1" fmla="*/ 291328 h 340905"/>
                <a:gd name="csX2" fmla="*/ 16284 w 416306"/>
                <a:gd name="csY2" fmla="*/ 301164 h 340905"/>
                <a:gd name="csX3" fmla="*/ 3458 w 416306"/>
                <a:gd name="csY3" fmla="*/ 302898 h 340905"/>
                <a:gd name="csX4" fmla="*/ 92 w 416306"/>
                <a:gd name="csY4" fmla="*/ 317065 h 340905"/>
                <a:gd name="csX5" fmla="*/ 3458 w 416306"/>
                <a:gd name="csY5" fmla="*/ 320087 h 340905"/>
                <a:gd name="csX6" fmla="*/ 26889 w 416306"/>
                <a:gd name="csY6" fmla="*/ 317820 h 340905"/>
                <a:gd name="csX7" fmla="*/ 43907 w 416306"/>
                <a:gd name="csY7" fmla="*/ 322900 h 340905"/>
                <a:gd name="csX8" fmla="*/ 45875 w 416306"/>
                <a:gd name="csY8" fmla="*/ 321497 h 340905"/>
                <a:gd name="csX9" fmla="*/ 49749 w 416306"/>
                <a:gd name="csY9" fmla="*/ 308086 h 340905"/>
                <a:gd name="csX10" fmla="*/ 56671 w 416306"/>
                <a:gd name="csY10" fmla="*/ 303762 h 340905"/>
                <a:gd name="csX11" fmla="*/ 59846 w 416306"/>
                <a:gd name="csY11" fmla="*/ 306575 h 340905"/>
                <a:gd name="csX12" fmla="*/ 59846 w 416306"/>
                <a:gd name="csY12" fmla="*/ 308302 h 340905"/>
                <a:gd name="csX13" fmla="*/ 62766 w 416306"/>
                <a:gd name="csY13" fmla="*/ 310683 h 340905"/>
                <a:gd name="csX14" fmla="*/ 102898 w 416306"/>
                <a:gd name="csY14" fmla="*/ 299329 h 340905"/>
                <a:gd name="csX15" fmla="*/ 108868 w 416306"/>
                <a:gd name="csY15" fmla="*/ 299329 h 340905"/>
                <a:gd name="csX16" fmla="*/ 127156 w 416306"/>
                <a:gd name="csY16" fmla="*/ 289487 h 340905"/>
                <a:gd name="csX17" fmla="*/ 139919 w 416306"/>
                <a:gd name="csY17" fmla="*/ 287220 h 340905"/>
                <a:gd name="csX18" fmla="*/ 153762 w 416306"/>
                <a:gd name="csY18" fmla="*/ 292840 h 340905"/>
                <a:gd name="csX19" fmla="*/ 161890 w 416306"/>
                <a:gd name="csY19" fmla="*/ 290566 h 340905"/>
                <a:gd name="csX20" fmla="*/ 168938 w 416306"/>
                <a:gd name="csY20" fmla="*/ 292300 h 340905"/>
                <a:gd name="csX21" fmla="*/ 160493 w 416306"/>
                <a:gd name="csY21" fmla="*/ 305381 h 340905"/>
                <a:gd name="csX22" fmla="*/ 157635 w 416306"/>
                <a:gd name="csY22" fmla="*/ 320087 h 340905"/>
                <a:gd name="csX23" fmla="*/ 165445 w 416306"/>
                <a:gd name="csY23" fmla="*/ 328958 h 340905"/>
                <a:gd name="csX24" fmla="*/ 169129 w 416306"/>
                <a:gd name="csY24" fmla="*/ 334686 h 340905"/>
                <a:gd name="csX25" fmla="*/ 180813 w 416306"/>
                <a:gd name="csY25" fmla="*/ 340744 h 340905"/>
                <a:gd name="csX26" fmla="*/ 190592 w 416306"/>
                <a:gd name="csY26" fmla="*/ 327333 h 340905"/>
                <a:gd name="csX27" fmla="*/ 197958 w 416306"/>
                <a:gd name="csY27" fmla="*/ 320525 h 340905"/>
                <a:gd name="csX28" fmla="*/ 198275 w 416306"/>
                <a:gd name="csY28" fmla="*/ 317281 h 340905"/>
                <a:gd name="csX29" fmla="*/ 198593 w 416306"/>
                <a:gd name="csY29" fmla="*/ 314252 h 340905"/>
                <a:gd name="csX30" fmla="*/ 211230 w 416306"/>
                <a:gd name="csY30" fmla="*/ 307762 h 340905"/>
                <a:gd name="csX31" fmla="*/ 218913 w 416306"/>
                <a:gd name="csY31" fmla="*/ 308410 h 340905"/>
                <a:gd name="csX32" fmla="*/ 223485 w 416306"/>
                <a:gd name="csY32" fmla="*/ 303546 h 340905"/>
                <a:gd name="csX33" fmla="*/ 211991 w 416306"/>
                <a:gd name="csY33" fmla="*/ 294681 h 340905"/>
                <a:gd name="csX34" fmla="*/ 213706 w 416306"/>
                <a:gd name="csY34" fmla="*/ 280190 h 340905"/>
                <a:gd name="csX35" fmla="*/ 219802 w 416306"/>
                <a:gd name="csY35" fmla="*/ 276184 h 340905"/>
                <a:gd name="csX36" fmla="*/ 223675 w 416306"/>
                <a:gd name="csY36" fmla="*/ 285486 h 340905"/>
                <a:gd name="csX37" fmla="*/ 238408 w 416306"/>
                <a:gd name="csY37" fmla="*/ 284623 h 340905"/>
                <a:gd name="csX38" fmla="*/ 236757 w 416306"/>
                <a:gd name="csY38" fmla="*/ 289595 h 340905"/>
                <a:gd name="csX39" fmla="*/ 232438 w 416306"/>
                <a:gd name="csY39" fmla="*/ 291544 h 340905"/>
                <a:gd name="csX40" fmla="*/ 230724 w 416306"/>
                <a:gd name="csY40" fmla="*/ 295113 h 340905"/>
                <a:gd name="csX41" fmla="*/ 243741 w 416306"/>
                <a:gd name="csY41" fmla="*/ 292624 h 340905"/>
                <a:gd name="csX42" fmla="*/ 249774 w 416306"/>
                <a:gd name="csY42" fmla="*/ 288299 h 340905"/>
                <a:gd name="csX43" fmla="*/ 253774 w 416306"/>
                <a:gd name="csY43" fmla="*/ 288623 h 340905"/>
                <a:gd name="csX44" fmla="*/ 268824 w 416306"/>
                <a:gd name="csY44" fmla="*/ 293163 h 340905"/>
                <a:gd name="csX45" fmla="*/ 286223 w 416306"/>
                <a:gd name="csY45" fmla="*/ 273161 h 340905"/>
                <a:gd name="csX46" fmla="*/ 297082 w 416306"/>
                <a:gd name="csY46" fmla="*/ 274780 h 340905"/>
                <a:gd name="csX47" fmla="*/ 297526 w 416306"/>
                <a:gd name="csY47" fmla="*/ 277701 h 340905"/>
                <a:gd name="csX48" fmla="*/ 298288 w 416306"/>
                <a:gd name="csY48" fmla="*/ 292084 h 340905"/>
                <a:gd name="csX49" fmla="*/ 305400 w 416306"/>
                <a:gd name="csY49" fmla="*/ 283867 h 340905"/>
                <a:gd name="csX50" fmla="*/ 307876 w 416306"/>
                <a:gd name="csY50" fmla="*/ 271427 h 340905"/>
                <a:gd name="csX51" fmla="*/ 317845 w 416306"/>
                <a:gd name="csY51" fmla="*/ 264722 h 340905"/>
                <a:gd name="csX52" fmla="*/ 323180 w 416306"/>
                <a:gd name="csY52" fmla="*/ 269052 h 340905"/>
                <a:gd name="csX53" fmla="*/ 326736 w 416306"/>
                <a:gd name="csY53" fmla="*/ 269808 h 340905"/>
                <a:gd name="csX54" fmla="*/ 327181 w 416306"/>
                <a:gd name="csY54" fmla="*/ 269376 h 340905"/>
                <a:gd name="csX55" fmla="*/ 327943 w 416306"/>
                <a:gd name="csY55" fmla="*/ 261369 h 340905"/>
                <a:gd name="csX56" fmla="*/ 335944 w 416306"/>
                <a:gd name="csY56" fmla="*/ 251101 h 340905"/>
                <a:gd name="csX57" fmla="*/ 343500 w 416306"/>
                <a:gd name="csY57" fmla="*/ 253368 h 340905"/>
                <a:gd name="csX58" fmla="*/ 337975 w 416306"/>
                <a:gd name="csY58" fmla="*/ 263211 h 340905"/>
                <a:gd name="csX59" fmla="*/ 335182 w 416306"/>
                <a:gd name="csY59" fmla="*/ 279536 h 340905"/>
                <a:gd name="csX60" fmla="*/ 341341 w 416306"/>
                <a:gd name="csY60" fmla="*/ 276730 h 340905"/>
                <a:gd name="csX61" fmla="*/ 353025 w 416306"/>
                <a:gd name="csY61" fmla="*/ 271859 h 340905"/>
                <a:gd name="csX62" fmla="*/ 355501 w 416306"/>
                <a:gd name="csY62" fmla="*/ 262131 h 340905"/>
                <a:gd name="csX63" fmla="*/ 360391 w 416306"/>
                <a:gd name="csY63" fmla="*/ 253152 h 340905"/>
                <a:gd name="csX64" fmla="*/ 369789 w 416306"/>
                <a:gd name="csY64" fmla="*/ 249151 h 340905"/>
                <a:gd name="csX65" fmla="*/ 371440 w 416306"/>
                <a:gd name="csY65" fmla="*/ 245475 h 340905"/>
                <a:gd name="csX66" fmla="*/ 363185 w 416306"/>
                <a:gd name="csY66" fmla="*/ 230660 h 340905"/>
                <a:gd name="csX67" fmla="*/ 368519 w 416306"/>
                <a:gd name="csY67" fmla="*/ 203304 h 340905"/>
                <a:gd name="csX68" fmla="*/ 374361 w 416306"/>
                <a:gd name="csY68" fmla="*/ 197355 h 340905"/>
                <a:gd name="csX69" fmla="*/ 379250 w 416306"/>
                <a:gd name="csY69" fmla="*/ 168049 h 340905"/>
                <a:gd name="csX70" fmla="*/ 375440 w 416306"/>
                <a:gd name="csY70" fmla="*/ 149882 h 340905"/>
                <a:gd name="csX71" fmla="*/ 384965 w 416306"/>
                <a:gd name="csY71" fmla="*/ 135175 h 340905"/>
                <a:gd name="csX72" fmla="*/ 396649 w 416306"/>
                <a:gd name="csY72" fmla="*/ 138636 h 340905"/>
                <a:gd name="csX73" fmla="*/ 397602 w 416306"/>
                <a:gd name="csY73" fmla="*/ 121656 h 340905"/>
                <a:gd name="csX74" fmla="*/ 410429 w 416306"/>
                <a:gd name="csY74" fmla="*/ 103165 h 340905"/>
                <a:gd name="csX75" fmla="*/ 412144 w 416306"/>
                <a:gd name="csY75" fmla="*/ 96244 h 340905"/>
                <a:gd name="csX76" fmla="*/ 416270 w 416306"/>
                <a:gd name="csY76" fmla="*/ 85214 h 340905"/>
                <a:gd name="csX77" fmla="*/ 414747 w 416306"/>
                <a:gd name="csY77" fmla="*/ 72025 h 340905"/>
                <a:gd name="csX78" fmla="*/ 410048 w 416306"/>
                <a:gd name="csY78" fmla="*/ 65859 h 340905"/>
                <a:gd name="csX79" fmla="*/ 408207 w 416306"/>
                <a:gd name="csY79" fmla="*/ 58074 h 340905"/>
                <a:gd name="csX80" fmla="*/ 395697 w 416306"/>
                <a:gd name="csY80" fmla="*/ 39367 h 340905"/>
                <a:gd name="csX81" fmla="*/ 393538 w 416306"/>
                <a:gd name="csY81" fmla="*/ 10169 h 340905"/>
                <a:gd name="csX82" fmla="*/ 378234 w 416306"/>
                <a:gd name="csY82" fmla="*/ 327 h 340905"/>
                <a:gd name="csX83" fmla="*/ 371313 w 416306"/>
                <a:gd name="csY83" fmla="*/ 10601 h 340905"/>
                <a:gd name="csX84" fmla="*/ 382807 w 416306"/>
                <a:gd name="csY84" fmla="*/ 12982 h 340905"/>
                <a:gd name="csX85" fmla="*/ 385410 w 416306"/>
                <a:gd name="csY85" fmla="*/ 22710 h 340905"/>
                <a:gd name="csX86" fmla="*/ 378552 w 416306"/>
                <a:gd name="csY86" fmla="*/ 24660 h 340905"/>
                <a:gd name="csX87" fmla="*/ 370360 w 416306"/>
                <a:gd name="csY87" fmla="*/ 28229 h 340905"/>
                <a:gd name="csX88" fmla="*/ 363439 w 416306"/>
                <a:gd name="csY88" fmla="*/ 16875 h 340905"/>
                <a:gd name="csX89" fmla="*/ 356390 w 416306"/>
                <a:gd name="csY89" fmla="*/ 14062 h 340905"/>
                <a:gd name="csX90" fmla="*/ 348707 w 416306"/>
                <a:gd name="csY90" fmla="*/ 31150 h 340905"/>
                <a:gd name="csX91" fmla="*/ 341468 w 416306"/>
                <a:gd name="csY91" fmla="*/ 32661 h 340905"/>
                <a:gd name="csX92" fmla="*/ 338737 w 416306"/>
                <a:gd name="csY92" fmla="*/ 36662 h 340905"/>
                <a:gd name="csX93" fmla="*/ 341532 w 416306"/>
                <a:gd name="csY93" fmla="*/ 51692 h 340905"/>
                <a:gd name="csX94" fmla="*/ 331308 w 416306"/>
                <a:gd name="csY94" fmla="*/ 69967 h 340905"/>
                <a:gd name="csX95" fmla="*/ 343373 w 416306"/>
                <a:gd name="csY95" fmla="*/ 72564 h 340905"/>
                <a:gd name="csX96" fmla="*/ 344389 w 416306"/>
                <a:gd name="csY96" fmla="*/ 87487 h 340905"/>
                <a:gd name="csX97" fmla="*/ 334737 w 416306"/>
                <a:gd name="csY97" fmla="*/ 113547 h 340905"/>
                <a:gd name="csX98" fmla="*/ 324768 w 416306"/>
                <a:gd name="csY98" fmla="*/ 124685 h 340905"/>
                <a:gd name="csX99" fmla="*/ 317845 w 416306"/>
                <a:gd name="csY99" fmla="*/ 145881 h 340905"/>
                <a:gd name="csX100" fmla="*/ 297399 w 416306"/>
                <a:gd name="csY100" fmla="*/ 161452 h 340905"/>
                <a:gd name="csX101" fmla="*/ 284064 w 416306"/>
                <a:gd name="csY101" fmla="*/ 180914 h 340905"/>
                <a:gd name="csX102" fmla="*/ 248885 w 416306"/>
                <a:gd name="csY102" fmla="*/ 195843 h 340905"/>
                <a:gd name="csX103" fmla="*/ 243932 w 416306"/>
                <a:gd name="csY103" fmla="*/ 203089 h 340905"/>
                <a:gd name="csX104" fmla="*/ 233010 w 416306"/>
                <a:gd name="csY104" fmla="*/ 205571 h 340905"/>
                <a:gd name="csX105" fmla="*/ 229645 w 416306"/>
                <a:gd name="csY105" fmla="*/ 189030 h 340905"/>
                <a:gd name="csX106" fmla="*/ 234597 w 416306"/>
                <a:gd name="csY106" fmla="*/ 183296 h 340905"/>
                <a:gd name="csX107" fmla="*/ 240058 w 416306"/>
                <a:gd name="csY107" fmla="*/ 174647 h 340905"/>
                <a:gd name="csX108" fmla="*/ 237963 w 416306"/>
                <a:gd name="csY108" fmla="*/ 172697 h 340905"/>
                <a:gd name="csX109" fmla="*/ 220564 w 416306"/>
                <a:gd name="csY109" fmla="*/ 179187 h 340905"/>
                <a:gd name="csX110" fmla="*/ 218278 w 416306"/>
                <a:gd name="csY110" fmla="*/ 201571 h 340905"/>
                <a:gd name="csX111" fmla="*/ 192941 w 416306"/>
                <a:gd name="csY111" fmla="*/ 233365 h 340905"/>
                <a:gd name="csX112" fmla="*/ 193703 w 416306"/>
                <a:gd name="csY112" fmla="*/ 246446 h 340905"/>
                <a:gd name="csX113" fmla="*/ 178209 w 416306"/>
                <a:gd name="csY113" fmla="*/ 259318 h 340905"/>
                <a:gd name="csX114" fmla="*/ 162652 w 416306"/>
                <a:gd name="csY114" fmla="*/ 256289 h 340905"/>
                <a:gd name="csX115" fmla="*/ 162081 w 416306"/>
                <a:gd name="csY115" fmla="*/ 252936 h 340905"/>
                <a:gd name="csX116" fmla="*/ 162843 w 416306"/>
                <a:gd name="csY116" fmla="*/ 252289 h 340905"/>
                <a:gd name="csX117" fmla="*/ 162843 w 416306"/>
                <a:gd name="csY117" fmla="*/ 247856 h 340905"/>
                <a:gd name="csX118" fmla="*/ 162398 w 416306"/>
                <a:gd name="csY118" fmla="*/ 247424 h 340905"/>
                <a:gd name="csX119" fmla="*/ 152047 w 416306"/>
                <a:gd name="csY119" fmla="*/ 250447 h 340905"/>
                <a:gd name="csX120" fmla="*/ 83086 w 416306"/>
                <a:gd name="csY120" fmla="*/ 262131 h 340905"/>
                <a:gd name="csX121" fmla="*/ 85817 w 416306"/>
                <a:gd name="csY121" fmla="*/ 258670 h 340905"/>
                <a:gd name="csX122" fmla="*/ 85817 w 416306"/>
                <a:gd name="csY122" fmla="*/ 254124 h 340905"/>
                <a:gd name="csX123" fmla="*/ 70640 w 416306"/>
                <a:gd name="csY123" fmla="*/ 257584 h 340905"/>
                <a:gd name="csX124" fmla="*/ 66640 w 416306"/>
                <a:gd name="csY124" fmla="*/ 261585 h 340905"/>
                <a:gd name="csX125" fmla="*/ 63274 w 416306"/>
                <a:gd name="csY125" fmla="*/ 268290 h 340905"/>
                <a:gd name="csX126" fmla="*/ 40669 w 416306"/>
                <a:gd name="csY126" fmla="*/ 287544 h 340905"/>
                <a:gd name="csX127" fmla="*/ 40224 w 416306"/>
                <a:gd name="csY127" fmla="*/ 287760 h 340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416306" h="340905">
                  <a:moveTo>
                    <a:pt x="40224" y="287760"/>
                  </a:moveTo>
                  <a:cubicBezTo>
                    <a:pt x="36985" y="290458"/>
                    <a:pt x="32985" y="290674"/>
                    <a:pt x="28667" y="291328"/>
                  </a:cubicBezTo>
                  <a:cubicBezTo>
                    <a:pt x="24412" y="291976"/>
                    <a:pt x="22508" y="294789"/>
                    <a:pt x="16284" y="301164"/>
                  </a:cubicBezTo>
                  <a:cubicBezTo>
                    <a:pt x="12728" y="304841"/>
                    <a:pt x="7204" y="302790"/>
                    <a:pt x="3458" y="302898"/>
                  </a:cubicBezTo>
                  <a:cubicBezTo>
                    <a:pt x="-1877" y="302574"/>
                    <a:pt x="727" y="310683"/>
                    <a:pt x="92" y="317065"/>
                  </a:cubicBezTo>
                  <a:cubicBezTo>
                    <a:pt x="92" y="318900"/>
                    <a:pt x="1616" y="320195"/>
                    <a:pt x="3458" y="320087"/>
                  </a:cubicBezTo>
                  <a:lnTo>
                    <a:pt x="26889" y="317820"/>
                  </a:lnTo>
                  <a:cubicBezTo>
                    <a:pt x="34572" y="317065"/>
                    <a:pt x="38383" y="326901"/>
                    <a:pt x="43907" y="322900"/>
                  </a:cubicBezTo>
                  <a:lnTo>
                    <a:pt x="45875" y="321497"/>
                  </a:lnTo>
                  <a:cubicBezTo>
                    <a:pt x="50066" y="318360"/>
                    <a:pt x="48860" y="312410"/>
                    <a:pt x="49749" y="308086"/>
                  </a:cubicBezTo>
                  <a:cubicBezTo>
                    <a:pt x="50194" y="303546"/>
                    <a:pt x="55718" y="304193"/>
                    <a:pt x="56671" y="303762"/>
                  </a:cubicBezTo>
                  <a:cubicBezTo>
                    <a:pt x="58512" y="303438"/>
                    <a:pt x="59909" y="304733"/>
                    <a:pt x="59846" y="306575"/>
                  </a:cubicBezTo>
                  <a:lnTo>
                    <a:pt x="59846" y="308302"/>
                  </a:lnTo>
                  <a:cubicBezTo>
                    <a:pt x="59591" y="310143"/>
                    <a:pt x="60988" y="311223"/>
                    <a:pt x="62766" y="310683"/>
                  </a:cubicBezTo>
                  <a:lnTo>
                    <a:pt x="102898" y="299329"/>
                  </a:lnTo>
                  <a:cubicBezTo>
                    <a:pt x="104740" y="298790"/>
                    <a:pt x="107344" y="298790"/>
                    <a:pt x="108868" y="299329"/>
                  </a:cubicBezTo>
                  <a:cubicBezTo>
                    <a:pt x="112296" y="300517"/>
                    <a:pt x="114392" y="298358"/>
                    <a:pt x="127156" y="289487"/>
                  </a:cubicBezTo>
                  <a:cubicBezTo>
                    <a:pt x="130711" y="286997"/>
                    <a:pt x="135157" y="287328"/>
                    <a:pt x="139919" y="287220"/>
                  </a:cubicBezTo>
                  <a:cubicBezTo>
                    <a:pt x="144491" y="286997"/>
                    <a:pt x="148047" y="289703"/>
                    <a:pt x="153762" y="292840"/>
                  </a:cubicBezTo>
                  <a:cubicBezTo>
                    <a:pt x="157699" y="295005"/>
                    <a:pt x="161255" y="290896"/>
                    <a:pt x="161890" y="290566"/>
                  </a:cubicBezTo>
                  <a:cubicBezTo>
                    <a:pt x="165383" y="287975"/>
                    <a:pt x="168367" y="291976"/>
                    <a:pt x="168938" y="292300"/>
                  </a:cubicBezTo>
                  <a:cubicBezTo>
                    <a:pt x="173066" y="295760"/>
                    <a:pt x="165128" y="299761"/>
                    <a:pt x="160493" y="305381"/>
                  </a:cubicBezTo>
                  <a:cubicBezTo>
                    <a:pt x="157318" y="308518"/>
                    <a:pt x="158016" y="312956"/>
                    <a:pt x="157635" y="320087"/>
                  </a:cubicBezTo>
                  <a:cubicBezTo>
                    <a:pt x="157445" y="325066"/>
                    <a:pt x="165445" y="328958"/>
                    <a:pt x="165445" y="328958"/>
                  </a:cubicBezTo>
                  <a:cubicBezTo>
                    <a:pt x="168367" y="331009"/>
                    <a:pt x="168938" y="334146"/>
                    <a:pt x="169129" y="334686"/>
                  </a:cubicBezTo>
                  <a:cubicBezTo>
                    <a:pt x="170462" y="339664"/>
                    <a:pt x="177130" y="339341"/>
                    <a:pt x="180813" y="340744"/>
                  </a:cubicBezTo>
                  <a:cubicBezTo>
                    <a:pt x="186020" y="342147"/>
                    <a:pt x="186655" y="334146"/>
                    <a:pt x="190592" y="327333"/>
                  </a:cubicBezTo>
                  <a:cubicBezTo>
                    <a:pt x="192433" y="323224"/>
                    <a:pt x="196942" y="321389"/>
                    <a:pt x="197958" y="320525"/>
                  </a:cubicBezTo>
                  <a:cubicBezTo>
                    <a:pt x="199546" y="319548"/>
                    <a:pt x="199546" y="318036"/>
                    <a:pt x="198275" y="317281"/>
                  </a:cubicBezTo>
                  <a:cubicBezTo>
                    <a:pt x="196878" y="316411"/>
                    <a:pt x="196942" y="315115"/>
                    <a:pt x="198593" y="314252"/>
                  </a:cubicBezTo>
                  <a:lnTo>
                    <a:pt x="211230" y="307762"/>
                  </a:lnTo>
                  <a:cubicBezTo>
                    <a:pt x="215039" y="305819"/>
                    <a:pt x="218405" y="308302"/>
                    <a:pt x="218913" y="308410"/>
                  </a:cubicBezTo>
                  <a:cubicBezTo>
                    <a:pt x="222913" y="310359"/>
                    <a:pt x="223168" y="304193"/>
                    <a:pt x="223485" y="303546"/>
                  </a:cubicBezTo>
                  <a:cubicBezTo>
                    <a:pt x="224691" y="298358"/>
                    <a:pt x="217071" y="297704"/>
                    <a:pt x="211991" y="294681"/>
                  </a:cubicBezTo>
                  <a:cubicBezTo>
                    <a:pt x="207102" y="292408"/>
                    <a:pt x="212246" y="286134"/>
                    <a:pt x="213706" y="280190"/>
                  </a:cubicBezTo>
                  <a:cubicBezTo>
                    <a:pt x="215166" y="276292"/>
                    <a:pt x="219167" y="276406"/>
                    <a:pt x="219802" y="276184"/>
                  </a:cubicBezTo>
                  <a:cubicBezTo>
                    <a:pt x="224755" y="275320"/>
                    <a:pt x="223040" y="282673"/>
                    <a:pt x="223675" y="285486"/>
                  </a:cubicBezTo>
                  <a:cubicBezTo>
                    <a:pt x="224120" y="292947"/>
                    <a:pt x="235804" y="277809"/>
                    <a:pt x="238408" y="284623"/>
                  </a:cubicBezTo>
                  <a:cubicBezTo>
                    <a:pt x="238408" y="284083"/>
                    <a:pt x="239932" y="288083"/>
                    <a:pt x="236757" y="289595"/>
                  </a:cubicBezTo>
                  <a:lnTo>
                    <a:pt x="232438" y="291544"/>
                  </a:lnTo>
                  <a:cubicBezTo>
                    <a:pt x="230724" y="292300"/>
                    <a:pt x="229962" y="293919"/>
                    <a:pt x="230724" y="295113"/>
                  </a:cubicBezTo>
                  <a:cubicBezTo>
                    <a:pt x="232756" y="298574"/>
                    <a:pt x="239043" y="294027"/>
                    <a:pt x="243741" y="292624"/>
                  </a:cubicBezTo>
                  <a:cubicBezTo>
                    <a:pt x="247297" y="291220"/>
                    <a:pt x="249266" y="288839"/>
                    <a:pt x="249774" y="288299"/>
                  </a:cubicBezTo>
                  <a:cubicBezTo>
                    <a:pt x="251044" y="286997"/>
                    <a:pt x="252822" y="287106"/>
                    <a:pt x="253774" y="288623"/>
                  </a:cubicBezTo>
                  <a:cubicBezTo>
                    <a:pt x="255807" y="292084"/>
                    <a:pt x="259108" y="291868"/>
                    <a:pt x="268824" y="293163"/>
                  </a:cubicBezTo>
                  <a:cubicBezTo>
                    <a:pt x="273142" y="293703"/>
                    <a:pt x="273777" y="291220"/>
                    <a:pt x="286223" y="273161"/>
                  </a:cubicBezTo>
                  <a:cubicBezTo>
                    <a:pt x="289081" y="269052"/>
                    <a:pt x="294160" y="273916"/>
                    <a:pt x="297082" y="274780"/>
                  </a:cubicBezTo>
                  <a:cubicBezTo>
                    <a:pt x="298669" y="275644"/>
                    <a:pt x="298923" y="276946"/>
                    <a:pt x="297526" y="277701"/>
                  </a:cubicBezTo>
                  <a:cubicBezTo>
                    <a:pt x="292319" y="280730"/>
                    <a:pt x="293398" y="297704"/>
                    <a:pt x="298288" y="292084"/>
                  </a:cubicBezTo>
                  <a:lnTo>
                    <a:pt x="305400" y="283867"/>
                  </a:lnTo>
                  <a:cubicBezTo>
                    <a:pt x="308003" y="280838"/>
                    <a:pt x="307686" y="277377"/>
                    <a:pt x="307876" y="271427"/>
                  </a:cubicBezTo>
                  <a:cubicBezTo>
                    <a:pt x="308003" y="266455"/>
                    <a:pt x="314608" y="266347"/>
                    <a:pt x="317845" y="264722"/>
                  </a:cubicBezTo>
                  <a:cubicBezTo>
                    <a:pt x="321973" y="263318"/>
                    <a:pt x="322735" y="268398"/>
                    <a:pt x="323180" y="269052"/>
                  </a:cubicBezTo>
                  <a:cubicBezTo>
                    <a:pt x="323815" y="270780"/>
                    <a:pt x="325402" y="271103"/>
                    <a:pt x="326736" y="269808"/>
                  </a:cubicBezTo>
                  <a:lnTo>
                    <a:pt x="327181" y="269376"/>
                  </a:lnTo>
                  <a:cubicBezTo>
                    <a:pt x="330165" y="266347"/>
                    <a:pt x="327943" y="262023"/>
                    <a:pt x="327943" y="261369"/>
                  </a:cubicBezTo>
                  <a:cubicBezTo>
                    <a:pt x="326546" y="256397"/>
                    <a:pt x="333022" y="254016"/>
                    <a:pt x="335944" y="251101"/>
                  </a:cubicBezTo>
                  <a:cubicBezTo>
                    <a:pt x="339372" y="248288"/>
                    <a:pt x="342674" y="252936"/>
                    <a:pt x="343500" y="253368"/>
                  </a:cubicBezTo>
                  <a:cubicBezTo>
                    <a:pt x="347310" y="256721"/>
                    <a:pt x="340261" y="260397"/>
                    <a:pt x="337975" y="263211"/>
                  </a:cubicBezTo>
                  <a:cubicBezTo>
                    <a:pt x="335055" y="266024"/>
                    <a:pt x="335499" y="268722"/>
                    <a:pt x="335182" y="279536"/>
                  </a:cubicBezTo>
                  <a:cubicBezTo>
                    <a:pt x="335182" y="284407"/>
                    <a:pt x="339944" y="277809"/>
                    <a:pt x="341341" y="276730"/>
                  </a:cubicBezTo>
                  <a:cubicBezTo>
                    <a:pt x="344389" y="273701"/>
                    <a:pt x="348707" y="273053"/>
                    <a:pt x="353025" y="271859"/>
                  </a:cubicBezTo>
                  <a:cubicBezTo>
                    <a:pt x="357787" y="270672"/>
                    <a:pt x="355311" y="264398"/>
                    <a:pt x="355501" y="262131"/>
                  </a:cubicBezTo>
                  <a:cubicBezTo>
                    <a:pt x="355121" y="257476"/>
                    <a:pt x="359438" y="254562"/>
                    <a:pt x="360391" y="253152"/>
                  </a:cubicBezTo>
                  <a:cubicBezTo>
                    <a:pt x="363502" y="249799"/>
                    <a:pt x="368519" y="249583"/>
                    <a:pt x="369789" y="249151"/>
                  </a:cubicBezTo>
                  <a:cubicBezTo>
                    <a:pt x="371631" y="248720"/>
                    <a:pt x="372393" y="247100"/>
                    <a:pt x="371440" y="245475"/>
                  </a:cubicBezTo>
                  <a:lnTo>
                    <a:pt x="363185" y="230660"/>
                  </a:lnTo>
                  <a:cubicBezTo>
                    <a:pt x="361026" y="226768"/>
                    <a:pt x="362423" y="224710"/>
                    <a:pt x="368519" y="203304"/>
                  </a:cubicBezTo>
                  <a:cubicBezTo>
                    <a:pt x="369598" y="199190"/>
                    <a:pt x="373472" y="198002"/>
                    <a:pt x="374361" y="197355"/>
                  </a:cubicBezTo>
                  <a:cubicBezTo>
                    <a:pt x="377917" y="195297"/>
                    <a:pt x="377472" y="194110"/>
                    <a:pt x="379250" y="168049"/>
                  </a:cubicBezTo>
                  <a:cubicBezTo>
                    <a:pt x="379568" y="163293"/>
                    <a:pt x="377472" y="157559"/>
                    <a:pt x="375440" y="149882"/>
                  </a:cubicBezTo>
                  <a:cubicBezTo>
                    <a:pt x="374361" y="145774"/>
                    <a:pt x="377155" y="143824"/>
                    <a:pt x="384965" y="135175"/>
                  </a:cubicBezTo>
                  <a:cubicBezTo>
                    <a:pt x="388458" y="131283"/>
                    <a:pt x="393094" y="137010"/>
                    <a:pt x="396649" y="138636"/>
                  </a:cubicBezTo>
                  <a:cubicBezTo>
                    <a:pt x="400459" y="141017"/>
                    <a:pt x="399062" y="136147"/>
                    <a:pt x="397602" y="121656"/>
                  </a:cubicBezTo>
                  <a:cubicBezTo>
                    <a:pt x="397220" y="117440"/>
                    <a:pt x="399253" y="116144"/>
                    <a:pt x="410429" y="103165"/>
                  </a:cubicBezTo>
                  <a:cubicBezTo>
                    <a:pt x="412969" y="100136"/>
                    <a:pt x="412144" y="96790"/>
                    <a:pt x="412144" y="96244"/>
                  </a:cubicBezTo>
                  <a:cubicBezTo>
                    <a:pt x="411699" y="91056"/>
                    <a:pt x="416779" y="90300"/>
                    <a:pt x="416270" y="85214"/>
                  </a:cubicBezTo>
                  <a:lnTo>
                    <a:pt x="414747" y="72025"/>
                  </a:lnTo>
                  <a:cubicBezTo>
                    <a:pt x="414302" y="67808"/>
                    <a:pt x="410746" y="66399"/>
                    <a:pt x="410048" y="65859"/>
                  </a:cubicBezTo>
                  <a:cubicBezTo>
                    <a:pt x="406365" y="63370"/>
                    <a:pt x="408207" y="58937"/>
                    <a:pt x="408207" y="58074"/>
                  </a:cubicBezTo>
                  <a:cubicBezTo>
                    <a:pt x="408905" y="53749"/>
                    <a:pt x="406619" y="52232"/>
                    <a:pt x="395697" y="39367"/>
                  </a:cubicBezTo>
                  <a:cubicBezTo>
                    <a:pt x="392776" y="35906"/>
                    <a:pt x="393538" y="33525"/>
                    <a:pt x="393538" y="10169"/>
                  </a:cubicBezTo>
                  <a:cubicBezTo>
                    <a:pt x="393538" y="5953"/>
                    <a:pt x="390363" y="5521"/>
                    <a:pt x="378234" y="327"/>
                  </a:cubicBezTo>
                  <a:cubicBezTo>
                    <a:pt x="373472" y="-1724"/>
                    <a:pt x="373282" y="6385"/>
                    <a:pt x="371313" y="10601"/>
                  </a:cubicBezTo>
                  <a:cubicBezTo>
                    <a:pt x="369598" y="15681"/>
                    <a:pt x="378234" y="12766"/>
                    <a:pt x="382807" y="12982"/>
                  </a:cubicBezTo>
                  <a:cubicBezTo>
                    <a:pt x="387759" y="12659"/>
                    <a:pt x="385156" y="19790"/>
                    <a:pt x="385410" y="22710"/>
                  </a:cubicBezTo>
                  <a:cubicBezTo>
                    <a:pt x="385093" y="27143"/>
                    <a:pt x="379314" y="24660"/>
                    <a:pt x="378552" y="24660"/>
                  </a:cubicBezTo>
                  <a:cubicBezTo>
                    <a:pt x="374171" y="23796"/>
                    <a:pt x="371122" y="27797"/>
                    <a:pt x="370360" y="28229"/>
                  </a:cubicBezTo>
                  <a:cubicBezTo>
                    <a:pt x="366360" y="31689"/>
                    <a:pt x="365788" y="22387"/>
                    <a:pt x="363439" y="16875"/>
                  </a:cubicBezTo>
                  <a:cubicBezTo>
                    <a:pt x="362106" y="12766"/>
                    <a:pt x="356898" y="14062"/>
                    <a:pt x="356390" y="14062"/>
                  </a:cubicBezTo>
                  <a:cubicBezTo>
                    <a:pt x="348897" y="14494"/>
                    <a:pt x="356200" y="29524"/>
                    <a:pt x="348707" y="31150"/>
                  </a:cubicBezTo>
                  <a:lnTo>
                    <a:pt x="341468" y="32661"/>
                  </a:lnTo>
                  <a:cubicBezTo>
                    <a:pt x="339626" y="33093"/>
                    <a:pt x="338420" y="34826"/>
                    <a:pt x="338737" y="36662"/>
                  </a:cubicBezTo>
                  <a:lnTo>
                    <a:pt x="341532" y="51692"/>
                  </a:lnTo>
                  <a:cubicBezTo>
                    <a:pt x="342865" y="59045"/>
                    <a:pt x="330101" y="62614"/>
                    <a:pt x="331308" y="69967"/>
                  </a:cubicBezTo>
                  <a:cubicBezTo>
                    <a:pt x="332260" y="76565"/>
                    <a:pt x="342865" y="65751"/>
                    <a:pt x="343373" y="72564"/>
                  </a:cubicBezTo>
                  <a:lnTo>
                    <a:pt x="344389" y="87487"/>
                  </a:lnTo>
                  <a:cubicBezTo>
                    <a:pt x="344707" y="92243"/>
                    <a:pt x="342294" y="96244"/>
                    <a:pt x="334737" y="113547"/>
                  </a:cubicBezTo>
                  <a:cubicBezTo>
                    <a:pt x="333022" y="117656"/>
                    <a:pt x="329466" y="120253"/>
                    <a:pt x="324768" y="124685"/>
                  </a:cubicBezTo>
                  <a:cubicBezTo>
                    <a:pt x="321211" y="127930"/>
                    <a:pt x="320767" y="133334"/>
                    <a:pt x="317845" y="145881"/>
                  </a:cubicBezTo>
                  <a:cubicBezTo>
                    <a:pt x="316322" y="152371"/>
                    <a:pt x="301717" y="155070"/>
                    <a:pt x="297399" y="161452"/>
                  </a:cubicBezTo>
                  <a:lnTo>
                    <a:pt x="284064" y="180914"/>
                  </a:lnTo>
                  <a:cubicBezTo>
                    <a:pt x="281460" y="184591"/>
                    <a:pt x="280381" y="184375"/>
                    <a:pt x="248885" y="195843"/>
                  </a:cubicBezTo>
                  <a:cubicBezTo>
                    <a:pt x="244694" y="197355"/>
                    <a:pt x="244376" y="202327"/>
                    <a:pt x="243932" y="203089"/>
                  </a:cubicBezTo>
                  <a:cubicBezTo>
                    <a:pt x="242535" y="207845"/>
                    <a:pt x="236248" y="205356"/>
                    <a:pt x="233010" y="205571"/>
                  </a:cubicBezTo>
                  <a:cubicBezTo>
                    <a:pt x="227485" y="205140"/>
                    <a:pt x="230407" y="196923"/>
                    <a:pt x="229645" y="189030"/>
                  </a:cubicBezTo>
                  <a:cubicBezTo>
                    <a:pt x="229645" y="184705"/>
                    <a:pt x="233962" y="183727"/>
                    <a:pt x="234597" y="183296"/>
                  </a:cubicBezTo>
                  <a:cubicBezTo>
                    <a:pt x="238725" y="181245"/>
                    <a:pt x="239360" y="175942"/>
                    <a:pt x="240058" y="174647"/>
                  </a:cubicBezTo>
                  <a:cubicBezTo>
                    <a:pt x="240566" y="172914"/>
                    <a:pt x="239741" y="172050"/>
                    <a:pt x="237963" y="172697"/>
                  </a:cubicBezTo>
                  <a:lnTo>
                    <a:pt x="220564" y="179187"/>
                  </a:lnTo>
                  <a:cubicBezTo>
                    <a:pt x="216245" y="180806"/>
                    <a:pt x="217643" y="184375"/>
                    <a:pt x="218278" y="201571"/>
                  </a:cubicBezTo>
                  <a:cubicBezTo>
                    <a:pt x="218469" y="206003"/>
                    <a:pt x="217389" y="206003"/>
                    <a:pt x="192941" y="233365"/>
                  </a:cubicBezTo>
                  <a:cubicBezTo>
                    <a:pt x="189576" y="237150"/>
                    <a:pt x="193069" y="242554"/>
                    <a:pt x="193703" y="246446"/>
                  </a:cubicBezTo>
                  <a:cubicBezTo>
                    <a:pt x="194910" y="250669"/>
                    <a:pt x="191354" y="251641"/>
                    <a:pt x="178209" y="259318"/>
                  </a:cubicBezTo>
                  <a:cubicBezTo>
                    <a:pt x="174526" y="261477"/>
                    <a:pt x="171859" y="259750"/>
                    <a:pt x="162652" y="256289"/>
                  </a:cubicBezTo>
                  <a:cubicBezTo>
                    <a:pt x="160937" y="255641"/>
                    <a:pt x="160683" y="254124"/>
                    <a:pt x="162081" y="252936"/>
                  </a:cubicBezTo>
                  <a:lnTo>
                    <a:pt x="162843" y="252289"/>
                  </a:lnTo>
                  <a:cubicBezTo>
                    <a:pt x="164239" y="251101"/>
                    <a:pt x="164366" y="249151"/>
                    <a:pt x="162843" y="247856"/>
                  </a:cubicBezTo>
                  <a:lnTo>
                    <a:pt x="162398" y="247424"/>
                  </a:lnTo>
                  <a:cubicBezTo>
                    <a:pt x="158778" y="244072"/>
                    <a:pt x="154714" y="249151"/>
                    <a:pt x="152047" y="250447"/>
                  </a:cubicBezTo>
                  <a:cubicBezTo>
                    <a:pt x="148491" y="252828"/>
                    <a:pt x="150206" y="252289"/>
                    <a:pt x="83086" y="262131"/>
                  </a:cubicBezTo>
                  <a:cubicBezTo>
                    <a:pt x="78578" y="262779"/>
                    <a:pt x="85119" y="259210"/>
                    <a:pt x="85817" y="258670"/>
                  </a:cubicBezTo>
                  <a:cubicBezTo>
                    <a:pt x="89500" y="256289"/>
                    <a:pt x="90135" y="253152"/>
                    <a:pt x="85817" y="254124"/>
                  </a:cubicBezTo>
                  <a:lnTo>
                    <a:pt x="70640" y="257584"/>
                  </a:lnTo>
                  <a:cubicBezTo>
                    <a:pt x="68799" y="258022"/>
                    <a:pt x="67084" y="259858"/>
                    <a:pt x="66640" y="261585"/>
                  </a:cubicBezTo>
                  <a:cubicBezTo>
                    <a:pt x="66831" y="260937"/>
                    <a:pt x="66069" y="265916"/>
                    <a:pt x="63274" y="268290"/>
                  </a:cubicBezTo>
                  <a:lnTo>
                    <a:pt x="40669" y="287544"/>
                  </a:lnTo>
                  <a:lnTo>
                    <a:pt x="40224" y="2877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4F18F3A6-1224-9255-1945-2AA394A40B27}"/>
                </a:ext>
              </a:extLst>
            </p:cNvPr>
            <p:cNvSpPr/>
            <p:nvPr/>
          </p:nvSpPr>
          <p:spPr>
            <a:xfrm>
              <a:off x="10593229" y="3161187"/>
              <a:ext cx="85185" cy="63179"/>
            </a:xfrm>
            <a:custGeom>
              <a:avLst/>
              <a:gdLst>
                <a:gd name="csX0" fmla="*/ 83978 w 85185"/>
                <a:gd name="csY0" fmla="*/ 11838 h 63179"/>
                <a:gd name="csX1" fmla="*/ 61118 w 85185"/>
                <a:gd name="csY1" fmla="*/ 376 h 63179"/>
                <a:gd name="csX2" fmla="*/ 50958 w 85185"/>
                <a:gd name="csY2" fmla="*/ 4592 h 63179"/>
                <a:gd name="csX3" fmla="*/ 46387 w 85185"/>
                <a:gd name="csY3" fmla="*/ 11838 h 63179"/>
                <a:gd name="csX4" fmla="*/ 31019 w 85185"/>
                <a:gd name="csY4" fmla="*/ 17350 h 63179"/>
                <a:gd name="csX5" fmla="*/ 24225 w 85185"/>
                <a:gd name="csY5" fmla="*/ 13241 h 63179"/>
                <a:gd name="csX6" fmla="*/ 17494 w 85185"/>
                <a:gd name="csY6" fmla="*/ 12162 h 63179"/>
                <a:gd name="csX7" fmla="*/ 11207 w 85185"/>
                <a:gd name="csY7" fmla="*/ 24271 h 63179"/>
                <a:gd name="csX8" fmla="*/ 3016 w 85185"/>
                <a:gd name="csY8" fmla="*/ 30545 h 63179"/>
                <a:gd name="csX9" fmla="*/ 3333 w 85185"/>
                <a:gd name="csY9" fmla="*/ 43302 h 63179"/>
                <a:gd name="csX10" fmla="*/ 3905 w 85185"/>
                <a:gd name="csY10" fmla="*/ 43518 h 63179"/>
                <a:gd name="csX11" fmla="*/ 8540 w 85185"/>
                <a:gd name="csY11" fmla="*/ 55742 h 63179"/>
                <a:gd name="csX12" fmla="*/ 9747 w 85185"/>
                <a:gd name="csY12" fmla="*/ 56173 h 63179"/>
                <a:gd name="csX13" fmla="*/ 12096 w 85185"/>
                <a:gd name="csY13" fmla="*/ 60390 h 63179"/>
                <a:gd name="csX14" fmla="*/ 18383 w 85185"/>
                <a:gd name="csY14" fmla="*/ 62987 h 63179"/>
                <a:gd name="csX15" fmla="*/ 31274 w 85185"/>
                <a:gd name="csY15" fmla="*/ 43194 h 63179"/>
                <a:gd name="csX16" fmla="*/ 47085 w 85185"/>
                <a:gd name="csY16" fmla="*/ 32488 h 63179"/>
                <a:gd name="csX17" fmla="*/ 64802 w 85185"/>
                <a:gd name="csY17" fmla="*/ 42978 h 63179"/>
                <a:gd name="csX18" fmla="*/ 70453 w 85185"/>
                <a:gd name="csY18" fmla="*/ 34545 h 63179"/>
                <a:gd name="csX19" fmla="*/ 83090 w 85185"/>
                <a:gd name="csY19" fmla="*/ 23191 h 63179"/>
                <a:gd name="csX20" fmla="*/ 83978 w 85185"/>
                <a:gd name="csY20" fmla="*/ 11730 h 63179"/>
                <a:gd name="csX21" fmla="*/ 83978 w 85185"/>
                <a:gd name="csY21" fmla="*/ 11838 h 63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5185" h="63179">
                  <a:moveTo>
                    <a:pt x="83978" y="11838"/>
                  </a:moveTo>
                  <a:cubicBezTo>
                    <a:pt x="83090" y="7513"/>
                    <a:pt x="79978" y="7405"/>
                    <a:pt x="61118" y="376"/>
                  </a:cubicBezTo>
                  <a:cubicBezTo>
                    <a:pt x="56610" y="-1358"/>
                    <a:pt x="53117" y="3399"/>
                    <a:pt x="50958" y="4592"/>
                  </a:cubicBezTo>
                  <a:cubicBezTo>
                    <a:pt x="47593" y="7190"/>
                    <a:pt x="46831" y="10974"/>
                    <a:pt x="46387" y="11838"/>
                  </a:cubicBezTo>
                  <a:cubicBezTo>
                    <a:pt x="44545" y="16810"/>
                    <a:pt x="37242" y="15730"/>
                    <a:pt x="31019" y="17350"/>
                  </a:cubicBezTo>
                  <a:cubicBezTo>
                    <a:pt x="26828" y="18004"/>
                    <a:pt x="24860" y="13781"/>
                    <a:pt x="24225" y="13241"/>
                  </a:cubicBezTo>
                  <a:cubicBezTo>
                    <a:pt x="21749" y="9888"/>
                    <a:pt x="18065" y="12162"/>
                    <a:pt x="17494" y="12162"/>
                  </a:cubicBezTo>
                  <a:cubicBezTo>
                    <a:pt x="12541" y="13889"/>
                    <a:pt x="12858" y="20163"/>
                    <a:pt x="11207" y="24271"/>
                  </a:cubicBezTo>
                  <a:cubicBezTo>
                    <a:pt x="9938" y="28919"/>
                    <a:pt x="4857" y="29465"/>
                    <a:pt x="3016" y="30545"/>
                  </a:cubicBezTo>
                  <a:cubicBezTo>
                    <a:pt x="-1302" y="32380"/>
                    <a:pt x="-794" y="41035"/>
                    <a:pt x="3333" y="43302"/>
                  </a:cubicBezTo>
                  <a:lnTo>
                    <a:pt x="3905" y="43518"/>
                  </a:lnTo>
                  <a:cubicBezTo>
                    <a:pt x="9493" y="46547"/>
                    <a:pt x="2571" y="53360"/>
                    <a:pt x="8540" y="55742"/>
                  </a:cubicBezTo>
                  <a:lnTo>
                    <a:pt x="9747" y="56173"/>
                  </a:lnTo>
                  <a:cubicBezTo>
                    <a:pt x="11462" y="56821"/>
                    <a:pt x="12541" y="58771"/>
                    <a:pt x="12096" y="60390"/>
                  </a:cubicBezTo>
                  <a:cubicBezTo>
                    <a:pt x="11144" y="64390"/>
                    <a:pt x="17430" y="62879"/>
                    <a:pt x="18383" y="62987"/>
                  </a:cubicBezTo>
                  <a:cubicBezTo>
                    <a:pt x="22701" y="62771"/>
                    <a:pt x="23145" y="60066"/>
                    <a:pt x="31274" y="43194"/>
                  </a:cubicBezTo>
                  <a:cubicBezTo>
                    <a:pt x="33178" y="39086"/>
                    <a:pt x="37941" y="37358"/>
                    <a:pt x="47085" y="32488"/>
                  </a:cubicBezTo>
                  <a:cubicBezTo>
                    <a:pt x="50831" y="30437"/>
                    <a:pt x="52927" y="33250"/>
                    <a:pt x="64802" y="42978"/>
                  </a:cubicBezTo>
                  <a:cubicBezTo>
                    <a:pt x="68739" y="46223"/>
                    <a:pt x="69056" y="37682"/>
                    <a:pt x="70453" y="34545"/>
                  </a:cubicBezTo>
                  <a:cubicBezTo>
                    <a:pt x="71532" y="30545"/>
                    <a:pt x="74580" y="29142"/>
                    <a:pt x="83090" y="23191"/>
                  </a:cubicBezTo>
                  <a:cubicBezTo>
                    <a:pt x="87090" y="20378"/>
                    <a:pt x="84169" y="14975"/>
                    <a:pt x="83978" y="11730"/>
                  </a:cubicBezTo>
                  <a:lnTo>
                    <a:pt x="83978" y="118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3BB22AD7-913E-75F3-C3AA-D3FBEBF35CFB}"/>
                </a:ext>
              </a:extLst>
            </p:cNvPr>
            <p:cNvSpPr/>
            <p:nvPr/>
          </p:nvSpPr>
          <p:spPr>
            <a:xfrm>
              <a:off x="10678995" y="3153189"/>
              <a:ext cx="11139" cy="12788"/>
            </a:xfrm>
            <a:custGeom>
              <a:avLst/>
              <a:gdLst>
                <a:gd name="csX0" fmla="*/ 7737 w 11139"/>
                <a:gd name="csY0" fmla="*/ 12375 h 12788"/>
                <a:gd name="csX1" fmla="*/ 10848 w 11139"/>
                <a:gd name="csY1" fmla="*/ 3936 h 12788"/>
                <a:gd name="csX2" fmla="*/ 6086 w 11139"/>
                <a:gd name="csY2" fmla="*/ 1021 h 12788"/>
                <a:gd name="csX3" fmla="*/ 1134 w 11139"/>
                <a:gd name="csY3" fmla="*/ 10209 h 12788"/>
                <a:gd name="csX4" fmla="*/ 7737 w 11139"/>
                <a:gd name="csY4" fmla="*/ 12267 h 12788"/>
                <a:gd name="csX5" fmla="*/ 7737 w 11139"/>
                <a:gd name="csY5" fmla="*/ 12375 h 12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9" h="12788">
                  <a:moveTo>
                    <a:pt x="7737" y="12375"/>
                  </a:moveTo>
                  <a:cubicBezTo>
                    <a:pt x="11484" y="10317"/>
                    <a:pt x="7801" y="7828"/>
                    <a:pt x="10848" y="3936"/>
                  </a:cubicBezTo>
                  <a:cubicBezTo>
                    <a:pt x="12055" y="2532"/>
                    <a:pt x="9325" y="-2008"/>
                    <a:pt x="6086" y="1021"/>
                  </a:cubicBezTo>
                  <a:cubicBezTo>
                    <a:pt x="4181" y="3504"/>
                    <a:pt x="-2676" y="6856"/>
                    <a:pt x="1134" y="10209"/>
                  </a:cubicBezTo>
                  <a:cubicBezTo>
                    <a:pt x="1641" y="10533"/>
                    <a:pt x="4372" y="14102"/>
                    <a:pt x="7737" y="12267"/>
                  </a:cubicBezTo>
                  <a:lnTo>
                    <a:pt x="7737" y="12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62F7BF4-BE53-003E-2F50-43868B85714E}"/>
                </a:ext>
              </a:extLst>
            </p:cNvPr>
            <p:cNvSpPr/>
            <p:nvPr/>
          </p:nvSpPr>
          <p:spPr>
            <a:xfrm>
              <a:off x="10624109" y="3078280"/>
              <a:ext cx="8678" cy="8642"/>
            </a:xfrm>
            <a:custGeom>
              <a:avLst/>
              <a:gdLst>
                <a:gd name="csX0" fmla="*/ 7314 w 8678"/>
                <a:gd name="csY0" fmla="*/ 7152 h 8642"/>
                <a:gd name="csX1" fmla="*/ 8140 w 8678"/>
                <a:gd name="csY1" fmla="*/ 5851 h 8642"/>
                <a:gd name="csX2" fmla="*/ 6997 w 8678"/>
                <a:gd name="csY2" fmla="*/ 1419 h 8642"/>
                <a:gd name="csX3" fmla="*/ 457 w 8678"/>
                <a:gd name="csY3" fmla="*/ 1419 h 8642"/>
                <a:gd name="csX4" fmla="*/ 1219 w 8678"/>
                <a:gd name="csY4" fmla="*/ 6073 h 8642"/>
                <a:gd name="csX5" fmla="*/ 7314 w 8678"/>
                <a:gd name="csY5" fmla="*/ 7260 h 8642"/>
                <a:gd name="csX6" fmla="*/ 7314 w 8678"/>
                <a:gd name="csY6" fmla="*/ 7152 h 8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78" h="8642">
                  <a:moveTo>
                    <a:pt x="7314" y="7152"/>
                  </a:moveTo>
                  <a:lnTo>
                    <a:pt x="8140" y="5851"/>
                  </a:lnTo>
                  <a:cubicBezTo>
                    <a:pt x="9156" y="4339"/>
                    <a:pt x="8711" y="2396"/>
                    <a:pt x="6997" y="1419"/>
                  </a:cubicBezTo>
                  <a:cubicBezTo>
                    <a:pt x="6298" y="1311"/>
                    <a:pt x="2615" y="-1718"/>
                    <a:pt x="457" y="1419"/>
                  </a:cubicBezTo>
                  <a:cubicBezTo>
                    <a:pt x="-369" y="2720"/>
                    <a:pt x="-52" y="4879"/>
                    <a:pt x="1219" y="6073"/>
                  </a:cubicBezTo>
                  <a:cubicBezTo>
                    <a:pt x="1917" y="6397"/>
                    <a:pt x="4901" y="10829"/>
                    <a:pt x="7314" y="7260"/>
                  </a:cubicBezTo>
                  <a:lnTo>
                    <a:pt x="7314" y="7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8E19A55-2A93-B3B8-DDED-1A61E902A1CA}"/>
                </a:ext>
              </a:extLst>
            </p:cNvPr>
            <p:cNvSpPr/>
            <p:nvPr/>
          </p:nvSpPr>
          <p:spPr>
            <a:xfrm>
              <a:off x="10614752" y="3087801"/>
              <a:ext cx="7189" cy="7437"/>
            </a:xfrm>
            <a:custGeom>
              <a:avLst/>
              <a:gdLst>
                <a:gd name="csX0" fmla="*/ 5051 w 7189"/>
                <a:gd name="csY0" fmla="*/ 6820 h 7437"/>
                <a:gd name="csX1" fmla="*/ 5940 w 7189"/>
                <a:gd name="csY1" fmla="*/ 6064 h 7437"/>
                <a:gd name="csX2" fmla="*/ 1749 w 7189"/>
                <a:gd name="csY2" fmla="*/ 768 h 7437"/>
                <a:gd name="csX3" fmla="*/ 1368 w 7189"/>
                <a:gd name="csY3" fmla="*/ 984 h 7437"/>
                <a:gd name="csX4" fmla="*/ 542 w 7189"/>
                <a:gd name="csY4" fmla="*/ 5848 h 7437"/>
                <a:gd name="csX5" fmla="*/ 733 w 7189"/>
                <a:gd name="csY5" fmla="*/ 6064 h 7437"/>
                <a:gd name="csX6" fmla="*/ 5051 w 7189"/>
                <a:gd name="csY6" fmla="*/ 6712 h 7437"/>
                <a:gd name="csX7" fmla="*/ 5051 w 7189"/>
                <a:gd name="csY7" fmla="*/ 6820 h 7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89" h="7437">
                  <a:moveTo>
                    <a:pt x="5051" y="6820"/>
                  </a:moveTo>
                  <a:lnTo>
                    <a:pt x="5940" y="6064"/>
                  </a:lnTo>
                  <a:cubicBezTo>
                    <a:pt x="9305" y="3143"/>
                    <a:pt x="5179" y="-1937"/>
                    <a:pt x="1749" y="768"/>
                  </a:cubicBezTo>
                  <a:lnTo>
                    <a:pt x="1368" y="984"/>
                  </a:lnTo>
                  <a:cubicBezTo>
                    <a:pt x="-92" y="2172"/>
                    <a:pt x="-410" y="4337"/>
                    <a:pt x="542" y="5848"/>
                  </a:cubicBezTo>
                  <a:lnTo>
                    <a:pt x="733" y="6064"/>
                  </a:lnTo>
                  <a:cubicBezTo>
                    <a:pt x="1749" y="7582"/>
                    <a:pt x="3654" y="7906"/>
                    <a:pt x="5051" y="6712"/>
                  </a:cubicBezTo>
                  <a:lnTo>
                    <a:pt x="5051" y="68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2D9AB5DA-1226-0C6B-B7B9-9942D103AD71}"/>
                </a:ext>
              </a:extLst>
            </p:cNvPr>
            <p:cNvSpPr/>
            <p:nvPr/>
          </p:nvSpPr>
          <p:spPr>
            <a:xfrm>
              <a:off x="10813191" y="2993805"/>
              <a:ext cx="12441" cy="21880"/>
            </a:xfrm>
            <a:custGeom>
              <a:avLst/>
              <a:gdLst>
                <a:gd name="csX0" fmla="*/ 7970 w 12441"/>
                <a:gd name="csY0" fmla="*/ 1115 h 21880"/>
                <a:gd name="csX1" fmla="*/ 795 w 12441"/>
                <a:gd name="csY1" fmla="*/ 10094 h 21880"/>
                <a:gd name="csX2" fmla="*/ 922 w 12441"/>
                <a:gd name="csY2" fmla="*/ 13663 h 21880"/>
                <a:gd name="csX3" fmla="*/ 2128 w 12441"/>
                <a:gd name="csY3" fmla="*/ 17771 h 21880"/>
                <a:gd name="csX4" fmla="*/ 3081 w 12441"/>
                <a:gd name="csY4" fmla="*/ 21232 h 21880"/>
                <a:gd name="csX5" fmla="*/ 8796 w 12441"/>
                <a:gd name="csY5" fmla="*/ 17015 h 21880"/>
                <a:gd name="csX6" fmla="*/ 10256 w 12441"/>
                <a:gd name="csY6" fmla="*/ 9554 h 21880"/>
                <a:gd name="csX7" fmla="*/ 8097 w 12441"/>
                <a:gd name="csY7" fmla="*/ 6633 h 21880"/>
                <a:gd name="csX8" fmla="*/ 7843 w 12441"/>
                <a:gd name="csY8" fmla="*/ 1007 h 21880"/>
                <a:gd name="csX9" fmla="*/ 7970 w 12441"/>
                <a:gd name="csY9" fmla="*/ 1115 h 21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41" h="21880">
                  <a:moveTo>
                    <a:pt x="7970" y="1115"/>
                  </a:moveTo>
                  <a:lnTo>
                    <a:pt x="795" y="10094"/>
                  </a:lnTo>
                  <a:cubicBezTo>
                    <a:pt x="-285" y="11497"/>
                    <a:pt x="-285" y="13116"/>
                    <a:pt x="922" y="13663"/>
                  </a:cubicBezTo>
                  <a:cubicBezTo>
                    <a:pt x="2191" y="14202"/>
                    <a:pt x="2763" y="16037"/>
                    <a:pt x="2128" y="17771"/>
                  </a:cubicBezTo>
                  <a:cubicBezTo>
                    <a:pt x="2128" y="18311"/>
                    <a:pt x="-348" y="23715"/>
                    <a:pt x="3081" y="21232"/>
                  </a:cubicBezTo>
                  <a:lnTo>
                    <a:pt x="8796" y="17015"/>
                  </a:lnTo>
                  <a:cubicBezTo>
                    <a:pt x="12161" y="14634"/>
                    <a:pt x="14257" y="9008"/>
                    <a:pt x="10256" y="9554"/>
                  </a:cubicBezTo>
                  <a:cubicBezTo>
                    <a:pt x="8732" y="9770"/>
                    <a:pt x="7716" y="8468"/>
                    <a:pt x="8097" y="6633"/>
                  </a:cubicBezTo>
                  <a:cubicBezTo>
                    <a:pt x="8288" y="5223"/>
                    <a:pt x="10765" y="-2778"/>
                    <a:pt x="7843" y="1007"/>
                  </a:cubicBezTo>
                  <a:lnTo>
                    <a:pt x="7970" y="1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76B976A5-6F37-C3A1-A11B-AFE18CC34139}"/>
                </a:ext>
              </a:extLst>
            </p:cNvPr>
            <p:cNvSpPr/>
            <p:nvPr/>
          </p:nvSpPr>
          <p:spPr>
            <a:xfrm>
              <a:off x="10853610" y="3141890"/>
              <a:ext cx="7140" cy="6267"/>
            </a:xfrm>
            <a:custGeom>
              <a:avLst/>
              <a:gdLst>
                <a:gd name="csX0" fmla="*/ 7048 w 7140"/>
                <a:gd name="csY0" fmla="*/ 3125 h 6267"/>
                <a:gd name="csX1" fmla="*/ 0 w 7140"/>
                <a:gd name="csY1" fmla="*/ 3125 h 6267"/>
                <a:gd name="csX2" fmla="*/ 3366 w 7140"/>
                <a:gd name="csY2" fmla="*/ 6262 h 6267"/>
                <a:gd name="csX3" fmla="*/ 4445 w 7140"/>
                <a:gd name="csY3" fmla="*/ 6262 h 6267"/>
                <a:gd name="csX4" fmla="*/ 7048 w 7140"/>
                <a:gd name="csY4" fmla="*/ 3125 h 6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0" h="6267">
                  <a:moveTo>
                    <a:pt x="7048" y="3125"/>
                  </a:moveTo>
                  <a:cubicBezTo>
                    <a:pt x="6096" y="-767"/>
                    <a:pt x="0" y="-1307"/>
                    <a:pt x="0" y="3125"/>
                  </a:cubicBezTo>
                  <a:cubicBezTo>
                    <a:pt x="0" y="4967"/>
                    <a:pt x="1524" y="6370"/>
                    <a:pt x="3366" y="6262"/>
                  </a:cubicBezTo>
                  <a:lnTo>
                    <a:pt x="4445" y="6262"/>
                  </a:lnTo>
                  <a:cubicBezTo>
                    <a:pt x="6286" y="6154"/>
                    <a:pt x="7493" y="4751"/>
                    <a:pt x="7048" y="31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0E28CE55-E943-7877-FE04-838FC380E8DC}"/>
                </a:ext>
              </a:extLst>
            </p:cNvPr>
            <p:cNvSpPr/>
            <p:nvPr/>
          </p:nvSpPr>
          <p:spPr>
            <a:xfrm>
              <a:off x="10857816" y="3167716"/>
              <a:ext cx="7323" cy="5910"/>
            </a:xfrm>
            <a:custGeom>
              <a:avLst/>
              <a:gdLst>
                <a:gd name="csX0" fmla="*/ 2842 w 7323"/>
                <a:gd name="csY0" fmla="*/ 5848 h 5910"/>
                <a:gd name="csX1" fmla="*/ 3604 w 7323"/>
                <a:gd name="csY1" fmla="*/ 5848 h 5910"/>
                <a:gd name="csX2" fmla="*/ 4240 w 7323"/>
                <a:gd name="csY2" fmla="*/ 6 h 5910"/>
                <a:gd name="csX3" fmla="*/ 3922 w 7323"/>
                <a:gd name="csY3" fmla="*/ 6 h 5910"/>
                <a:gd name="csX4" fmla="*/ 2842 w 7323"/>
                <a:gd name="csY4" fmla="*/ 5848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23" h="5910">
                  <a:moveTo>
                    <a:pt x="2842" y="5848"/>
                  </a:moveTo>
                  <a:lnTo>
                    <a:pt x="3604" y="5848"/>
                  </a:lnTo>
                  <a:cubicBezTo>
                    <a:pt x="8050" y="6604"/>
                    <a:pt x="8812" y="222"/>
                    <a:pt x="4240" y="6"/>
                  </a:cubicBezTo>
                  <a:lnTo>
                    <a:pt x="3922" y="6"/>
                  </a:lnTo>
                  <a:cubicBezTo>
                    <a:pt x="-523" y="-210"/>
                    <a:pt x="-1602" y="5201"/>
                    <a:pt x="2842" y="58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97A6A5A2-DF93-32E3-948E-A1E5FCAF382E}"/>
                </a:ext>
              </a:extLst>
            </p:cNvPr>
            <p:cNvSpPr/>
            <p:nvPr/>
          </p:nvSpPr>
          <p:spPr>
            <a:xfrm>
              <a:off x="10482822" y="3178923"/>
              <a:ext cx="97323" cy="117877"/>
            </a:xfrm>
            <a:custGeom>
              <a:avLst/>
              <a:gdLst>
                <a:gd name="csX0" fmla="*/ 710 w 97323"/>
                <a:gd name="csY0" fmla="*/ 23407 h 117877"/>
                <a:gd name="csX1" fmla="*/ 329 w 97323"/>
                <a:gd name="csY1" fmla="*/ 24378 h 117877"/>
                <a:gd name="csX2" fmla="*/ 19125 w 97323"/>
                <a:gd name="csY2" fmla="*/ 37243 h 117877"/>
                <a:gd name="csX3" fmla="*/ 18490 w 97323"/>
                <a:gd name="csY3" fmla="*/ 43193 h 117877"/>
                <a:gd name="csX4" fmla="*/ 14490 w 97323"/>
                <a:gd name="csY4" fmla="*/ 40920 h 117877"/>
                <a:gd name="csX5" fmla="*/ 13855 w 97323"/>
                <a:gd name="csY5" fmla="*/ 39517 h 117877"/>
                <a:gd name="csX6" fmla="*/ 8647 w 97323"/>
                <a:gd name="csY6" fmla="*/ 37466 h 117877"/>
                <a:gd name="csX7" fmla="*/ 7314 w 97323"/>
                <a:gd name="csY7" fmla="*/ 40920 h 117877"/>
                <a:gd name="csX8" fmla="*/ 18681 w 97323"/>
                <a:gd name="csY8" fmla="*/ 50763 h 117877"/>
                <a:gd name="csX9" fmla="*/ 27253 w 97323"/>
                <a:gd name="csY9" fmla="*/ 49467 h 117877"/>
                <a:gd name="csX10" fmla="*/ 31571 w 97323"/>
                <a:gd name="csY10" fmla="*/ 51410 h 117877"/>
                <a:gd name="csX11" fmla="*/ 32587 w 97323"/>
                <a:gd name="csY11" fmla="*/ 51086 h 117877"/>
                <a:gd name="csX12" fmla="*/ 30174 w 97323"/>
                <a:gd name="csY12" fmla="*/ 31192 h 117877"/>
                <a:gd name="csX13" fmla="*/ 34492 w 97323"/>
                <a:gd name="csY13" fmla="*/ 31947 h 117877"/>
                <a:gd name="csX14" fmla="*/ 44334 w 97323"/>
                <a:gd name="csY14" fmla="*/ 48712 h 117877"/>
                <a:gd name="csX15" fmla="*/ 43509 w 97323"/>
                <a:gd name="csY15" fmla="*/ 57360 h 117877"/>
                <a:gd name="csX16" fmla="*/ 31571 w 97323"/>
                <a:gd name="csY16" fmla="*/ 74448 h 117877"/>
                <a:gd name="csX17" fmla="*/ 28523 w 97323"/>
                <a:gd name="csY17" fmla="*/ 77579 h 117877"/>
                <a:gd name="csX18" fmla="*/ 28333 w 97323"/>
                <a:gd name="csY18" fmla="*/ 83421 h 117877"/>
                <a:gd name="csX19" fmla="*/ 31254 w 97323"/>
                <a:gd name="csY19" fmla="*/ 98775 h 117877"/>
                <a:gd name="csX20" fmla="*/ 30047 w 97323"/>
                <a:gd name="csY20" fmla="*/ 99645 h 117877"/>
                <a:gd name="csX21" fmla="*/ 28650 w 97323"/>
                <a:gd name="csY21" fmla="*/ 105588 h 117877"/>
                <a:gd name="csX22" fmla="*/ 32968 w 97323"/>
                <a:gd name="csY22" fmla="*/ 109049 h 117877"/>
                <a:gd name="csX23" fmla="*/ 42430 w 97323"/>
                <a:gd name="csY23" fmla="*/ 107322 h 117877"/>
                <a:gd name="csX24" fmla="*/ 39699 w 97323"/>
                <a:gd name="csY24" fmla="*/ 97804 h 117877"/>
                <a:gd name="csX25" fmla="*/ 46494 w 97323"/>
                <a:gd name="csY25" fmla="*/ 88831 h 117877"/>
                <a:gd name="csX26" fmla="*/ 51256 w 97323"/>
                <a:gd name="csY26" fmla="*/ 94127 h 117877"/>
                <a:gd name="csX27" fmla="*/ 50431 w 97323"/>
                <a:gd name="csY27" fmla="*/ 95422 h 117877"/>
                <a:gd name="csX28" fmla="*/ 49796 w 97323"/>
                <a:gd name="csY28" fmla="*/ 106776 h 117877"/>
                <a:gd name="csX29" fmla="*/ 51193 w 97323"/>
                <a:gd name="csY29" fmla="*/ 117158 h 117877"/>
                <a:gd name="csX30" fmla="*/ 60781 w 97323"/>
                <a:gd name="csY30" fmla="*/ 105049 h 117877"/>
                <a:gd name="csX31" fmla="*/ 60273 w 97323"/>
                <a:gd name="csY31" fmla="*/ 104401 h 117877"/>
                <a:gd name="csX32" fmla="*/ 60718 w 97323"/>
                <a:gd name="csY32" fmla="*/ 100077 h 117877"/>
                <a:gd name="csX33" fmla="*/ 61035 w 97323"/>
                <a:gd name="csY33" fmla="*/ 99861 h 117877"/>
                <a:gd name="csX34" fmla="*/ 66750 w 97323"/>
                <a:gd name="csY34" fmla="*/ 99531 h 117877"/>
                <a:gd name="csX35" fmla="*/ 72846 w 97323"/>
                <a:gd name="csY35" fmla="*/ 99099 h 117877"/>
                <a:gd name="csX36" fmla="*/ 75513 w 97323"/>
                <a:gd name="csY36" fmla="*/ 83205 h 117877"/>
                <a:gd name="csX37" fmla="*/ 87007 w 97323"/>
                <a:gd name="csY37" fmla="*/ 51842 h 117877"/>
                <a:gd name="csX38" fmla="*/ 96722 w 97323"/>
                <a:gd name="csY38" fmla="*/ 39085 h 117877"/>
                <a:gd name="csX39" fmla="*/ 95643 w 97323"/>
                <a:gd name="csY39" fmla="*/ 35300 h 117877"/>
                <a:gd name="csX40" fmla="*/ 92404 w 97323"/>
                <a:gd name="csY40" fmla="*/ 34221 h 117877"/>
                <a:gd name="csX41" fmla="*/ 90880 w 97323"/>
                <a:gd name="csY41" fmla="*/ 30112 h 117877"/>
                <a:gd name="csX42" fmla="*/ 89166 w 97323"/>
                <a:gd name="csY42" fmla="*/ 27299 h 117877"/>
                <a:gd name="csX43" fmla="*/ 81799 w 97323"/>
                <a:gd name="csY43" fmla="*/ 27731 h 117877"/>
                <a:gd name="csX44" fmla="*/ 78371 w 97323"/>
                <a:gd name="csY44" fmla="*/ 21025 h 117877"/>
                <a:gd name="csX45" fmla="*/ 84974 w 97323"/>
                <a:gd name="csY45" fmla="*/ 13133 h 117877"/>
                <a:gd name="csX46" fmla="*/ 76910 w 97323"/>
                <a:gd name="csY46" fmla="*/ 10104 h 117877"/>
                <a:gd name="csX47" fmla="*/ 70306 w 97323"/>
                <a:gd name="csY47" fmla="*/ 13133 h 117877"/>
                <a:gd name="csX48" fmla="*/ 60400 w 97323"/>
                <a:gd name="csY48" fmla="*/ 8700 h 117877"/>
                <a:gd name="csX49" fmla="*/ 52907 w 97323"/>
                <a:gd name="csY49" fmla="*/ 45 h 117877"/>
                <a:gd name="csX50" fmla="*/ 39826 w 97323"/>
                <a:gd name="csY50" fmla="*/ 5024 h 117877"/>
                <a:gd name="csX51" fmla="*/ 35508 w 97323"/>
                <a:gd name="csY51" fmla="*/ 11945 h 117877"/>
                <a:gd name="csX52" fmla="*/ 27824 w 97323"/>
                <a:gd name="csY52" fmla="*/ 9024 h 117877"/>
                <a:gd name="csX53" fmla="*/ 24142 w 97323"/>
                <a:gd name="csY53" fmla="*/ 17349 h 117877"/>
                <a:gd name="csX54" fmla="*/ 20141 w 97323"/>
                <a:gd name="csY54" fmla="*/ 16161 h 117877"/>
                <a:gd name="csX55" fmla="*/ 20141 w 97323"/>
                <a:gd name="csY55" fmla="*/ 15946 h 117877"/>
                <a:gd name="csX56" fmla="*/ 13918 w 97323"/>
                <a:gd name="csY56" fmla="*/ 19946 h 117877"/>
                <a:gd name="csX57" fmla="*/ 13918 w 97323"/>
                <a:gd name="csY57" fmla="*/ 20486 h 117877"/>
                <a:gd name="csX58" fmla="*/ 11569 w 97323"/>
                <a:gd name="csY58" fmla="*/ 22759 h 117877"/>
                <a:gd name="csX59" fmla="*/ 964 w 97323"/>
                <a:gd name="csY59" fmla="*/ 22867 h 117877"/>
                <a:gd name="csX60" fmla="*/ 710 w 97323"/>
                <a:gd name="csY60" fmla="*/ 23407 h 11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97323" h="117877">
                  <a:moveTo>
                    <a:pt x="710" y="23407"/>
                  </a:moveTo>
                  <a:lnTo>
                    <a:pt x="329" y="24378"/>
                  </a:lnTo>
                  <a:cubicBezTo>
                    <a:pt x="-2719" y="31192"/>
                    <a:pt x="16331" y="29566"/>
                    <a:pt x="19125" y="37243"/>
                  </a:cubicBezTo>
                  <a:cubicBezTo>
                    <a:pt x="19125" y="37790"/>
                    <a:pt x="21601" y="42222"/>
                    <a:pt x="18490" y="43193"/>
                  </a:cubicBezTo>
                  <a:cubicBezTo>
                    <a:pt x="17220" y="43625"/>
                    <a:pt x="15379" y="42546"/>
                    <a:pt x="14490" y="40920"/>
                  </a:cubicBezTo>
                  <a:lnTo>
                    <a:pt x="13855" y="39517"/>
                  </a:lnTo>
                  <a:cubicBezTo>
                    <a:pt x="12204" y="36380"/>
                    <a:pt x="8012" y="37358"/>
                    <a:pt x="8647" y="37466"/>
                  </a:cubicBezTo>
                  <a:cubicBezTo>
                    <a:pt x="6806" y="37897"/>
                    <a:pt x="6234" y="39517"/>
                    <a:pt x="7314" y="40920"/>
                  </a:cubicBezTo>
                  <a:cubicBezTo>
                    <a:pt x="11696" y="45791"/>
                    <a:pt x="14045" y="53468"/>
                    <a:pt x="18681" y="50763"/>
                  </a:cubicBezTo>
                  <a:cubicBezTo>
                    <a:pt x="20522" y="50115"/>
                    <a:pt x="25729" y="45251"/>
                    <a:pt x="27253" y="49467"/>
                  </a:cubicBezTo>
                  <a:cubicBezTo>
                    <a:pt x="27888" y="51086"/>
                    <a:pt x="29857" y="51950"/>
                    <a:pt x="31571" y="51410"/>
                  </a:cubicBezTo>
                  <a:lnTo>
                    <a:pt x="32587" y="51086"/>
                  </a:lnTo>
                  <a:cubicBezTo>
                    <a:pt x="39890" y="48927"/>
                    <a:pt x="24522" y="35840"/>
                    <a:pt x="30174" y="31192"/>
                  </a:cubicBezTo>
                  <a:cubicBezTo>
                    <a:pt x="31508" y="30112"/>
                    <a:pt x="33285" y="30436"/>
                    <a:pt x="34492" y="31947"/>
                  </a:cubicBezTo>
                  <a:cubicBezTo>
                    <a:pt x="39826" y="39625"/>
                    <a:pt x="43826" y="44057"/>
                    <a:pt x="44334" y="48712"/>
                  </a:cubicBezTo>
                  <a:cubicBezTo>
                    <a:pt x="44334" y="49359"/>
                    <a:pt x="45414" y="53468"/>
                    <a:pt x="43509" y="57360"/>
                  </a:cubicBezTo>
                  <a:cubicBezTo>
                    <a:pt x="36334" y="71203"/>
                    <a:pt x="35571" y="74664"/>
                    <a:pt x="31571" y="74448"/>
                  </a:cubicBezTo>
                  <a:cubicBezTo>
                    <a:pt x="29984" y="74340"/>
                    <a:pt x="28523" y="75744"/>
                    <a:pt x="28523" y="77579"/>
                  </a:cubicBezTo>
                  <a:lnTo>
                    <a:pt x="28333" y="83421"/>
                  </a:lnTo>
                  <a:cubicBezTo>
                    <a:pt x="28142" y="90990"/>
                    <a:pt x="35889" y="94991"/>
                    <a:pt x="31254" y="98775"/>
                  </a:cubicBezTo>
                  <a:lnTo>
                    <a:pt x="30047" y="99645"/>
                  </a:lnTo>
                  <a:cubicBezTo>
                    <a:pt x="27253" y="101912"/>
                    <a:pt x="28650" y="106128"/>
                    <a:pt x="28650" y="105588"/>
                  </a:cubicBezTo>
                  <a:cubicBezTo>
                    <a:pt x="29221" y="107322"/>
                    <a:pt x="31126" y="108941"/>
                    <a:pt x="32968" y="109049"/>
                  </a:cubicBezTo>
                  <a:cubicBezTo>
                    <a:pt x="36334" y="109049"/>
                    <a:pt x="45096" y="111754"/>
                    <a:pt x="42430" y="107322"/>
                  </a:cubicBezTo>
                  <a:cubicBezTo>
                    <a:pt x="41731" y="105912"/>
                    <a:pt x="38048" y="102128"/>
                    <a:pt x="39699" y="97804"/>
                  </a:cubicBezTo>
                  <a:cubicBezTo>
                    <a:pt x="41350" y="94667"/>
                    <a:pt x="41731" y="87097"/>
                    <a:pt x="46494" y="88831"/>
                  </a:cubicBezTo>
                  <a:cubicBezTo>
                    <a:pt x="47509" y="89478"/>
                    <a:pt x="53669" y="90234"/>
                    <a:pt x="51256" y="94127"/>
                  </a:cubicBezTo>
                  <a:lnTo>
                    <a:pt x="50431" y="95422"/>
                  </a:lnTo>
                  <a:cubicBezTo>
                    <a:pt x="47954" y="99423"/>
                    <a:pt x="50304" y="101372"/>
                    <a:pt x="49796" y="106776"/>
                  </a:cubicBezTo>
                  <a:cubicBezTo>
                    <a:pt x="49796" y="110675"/>
                    <a:pt x="47065" y="120619"/>
                    <a:pt x="51193" y="117158"/>
                  </a:cubicBezTo>
                  <a:cubicBezTo>
                    <a:pt x="56272" y="112078"/>
                    <a:pt x="64464" y="108941"/>
                    <a:pt x="60781" y="105049"/>
                  </a:cubicBezTo>
                  <a:lnTo>
                    <a:pt x="60273" y="104401"/>
                  </a:lnTo>
                  <a:cubicBezTo>
                    <a:pt x="58940" y="103099"/>
                    <a:pt x="59194" y="101048"/>
                    <a:pt x="60718" y="100077"/>
                  </a:cubicBezTo>
                  <a:lnTo>
                    <a:pt x="61035" y="99861"/>
                  </a:lnTo>
                  <a:cubicBezTo>
                    <a:pt x="62559" y="98775"/>
                    <a:pt x="65162" y="98667"/>
                    <a:pt x="66750" y="99531"/>
                  </a:cubicBezTo>
                  <a:cubicBezTo>
                    <a:pt x="67385" y="99753"/>
                    <a:pt x="72147" y="103430"/>
                    <a:pt x="72846" y="99099"/>
                  </a:cubicBezTo>
                  <a:lnTo>
                    <a:pt x="75513" y="83205"/>
                  </a:lnTo>
                  <a:cubicBezTo>
                    <a:pt x="76084" y="79852"/>
                    <a:pt x="83133" y="56928"/>
                    <a:pt x="87007" y="51842"/>
                  </a:cubicBezTo>
                  <a:lnTo>
                    <a:pt x="96722" y="39085"/>
                  </a:lnTo>
                  <a:cubicBezTo>
                    <a:pt x="97802" y="37574"/>
                    <a:pt x="97421" y="35948"/>
                    <a:pt x="95643" y="35300"/>
                  </a:cubicBezTo>
                  <a:lnTo>
                    <a:pt x="92404" y="34221"/>
                  </a:lnTo>
                  <a:cubicBezTo>
                    <a:pt x="89293" y="33135"/>
                    <a:pt x="91007" y="29566"/>
                    <a:pt x="90880" y="30112"/>
                  </a:cubicBezTo>
                  <a:cubicBezTo>
                    <a:pt x="91769" y="28487"/>
                    <a:pt x="90880" y="27299"/>
                    <a:pt x="89166" y="27299"/>
                  </a:cubicBezTo>
                  <a:lnTo>
                    <a:pt x="81799" y="27731"/>
                  </a:lnTo>
                  <a:cubicBezTo>
                    <a:pt x="77355" y="27947"/>
                    <a:pt x="74560" y="23299"/>
                    <a:pt x="78371" y="21025"/>
                  </a:cubicBezTo>
                  <a:cubicBezTo>
                    <a:pt x="80720" y="18968"/>
                    <a:pt x="88594" y="16593"/>
                    <a:pt x="84974" y="13133"/>
                  </a:cubicBezTo>
                  <a:cubicBezTo>
                    <a:pt x="83514" y="12269"/>
                    <a:pt x="80212" y="6751"/>
                    <a:pt x="76910" y="10104"/>
                  </a:cubicBezTo>
                  <a:cubicBezTo>
                    <a:pt x="76402" y="10535"/>
                    <a:pt x="74307" y="13672"/>
                    <a:pt x="70306" y="13133"/>
                  </a:cubicBezTo>
                  <a:cubicBezTo>
                    <a:pt x="68147" y="12485"/>
                    <a:pt x="62432" y="13133"/>
                    <a:pt x="60400" y="8700"/>
                  </a:cubicBezTo>
                  <a:cubicBezTo>
                    <a:pt x="58559" y="5887"/>
                    <a:pt x="57860" y="-602"/>
                    <a:pt x="52907" y="45"/>
                  </a:cubicBezTo>
                  <a:cubicBezTo>
                    <a:pt x="48145" y="1239"/>
                    <a:pt x="41096" y="45"/>
                    <a:pt x="39826" y="5024"/>
                  </a:cubicBezTo>
                  <a:cubicBezTo>
                    <a:pt x="39572" y="5671"/>
                    <a:pt x="39064" y="10643"/>
                    <a:pt x="35508" y="11945"/>
                  </a:cubicBezTo>
                  <a:cubicBezTo>
                    <a:pt x="31381" y="13456"/>
                    <a:pt x="32016" y="7830"/>
                    <a:pt x="27824" y="9024"/>
                  </a:cubicBezTo>
                  <a:cubicBezTo>
                    <a:pt x="23887" y="10104"/>
                    <a:pt x="27571" y="14860"/>
                    <a:pt x="24142" y="17349"/>
                  </a:cubicBezTo>
                  <a:cubicBezTo>
                    <a:pt x="22808" y="18320"/>
                    <a:pt x="20967" y="17781"/>
                    <a:pt x="20141" y="16161"/>
                  </a:cubicBezTo>
                  <a:lnTo>
                    <a:pt x="20141" y="15946"/>
                  </a:lnTo>
                  <a:cubicBezTo>
                    <a:pt x="17919" y="12053"/>
                    <a:pt x="13093" y="15730"/>
                    <a:pt x="13918" y="19946"/>
                  </a:cubicBezTo>
                  <a:lnTo>
                    <a:pt x="13918" y="20486"/>
                  </a:lnTo>
                  <a:cubicBezTo>
                    <a:pt x="14490" y="22213"/>
                    <a:pt x="13283" y="23299"/>
                    <a:pt x="11569" y="22759"/>
                  </a:cubicBezTo>
                  <a:cubicBezTo>
                    <a:pt x="8774" y="22321"/>
                    <a:pt x="2996" y="18428"/>
                    <a:pt x="964" y="22867"/>
                  </a:cubicBezTo>
                  <a:lnTo>
                    <a:pt x="710" y="23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BD48D2E2-7537-9D0D-E60E-F744B0510691}"/>
                </a:ext>
              </a:extLst>
            </p:cNvPr>
            <p:cNvSpPr/>
            <p:nvPr/>
          </p:nvSpPr>
          <p:spPr>
            <a:xfrm>
              <a:off x="10490428" y="3181090"/>
              <a:ext cx="6739" cy="6543"/>
            </a:xfrm>
            <a:custGeom>
              <a:avLst/>
              <a:gdLst>
                <a:gd name="csX0" fmla="*/ 6121 w 6739"/>
                <a:gd name="csY0" fmla="*/ 1124 h 6543"/>
                <a:gd name="csX1" fmla="*/ 1994 w 6739"/>
                <a:gd name="csY1" fmla="*/ 908 h 6543"/>
                <a:gd name="csX2" fmla="*/ 1041 w 6739"/>
                <a:gd name="csY2" fmla="*/ 1771 h 6543"/>
                <a:gd name="csX3" fmla="*/ 915 w 6739"/>
                <a:gd name="csY3" fmla="*/ 5886 h 6543"/>
                <a:gd name="csX4" fmla="*/ 6121 w 6739"/>
                <a:gd name="csY4" fmla="*/ 1124 h 6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39" h="6543">
                  <a:moveTo>
                    <a:pt x="6121" y="1124"/>
                  </a:moveTo>
                  <a:cubicBezTo>
                    <a:pt x="5169" y="-280"/>
                    <a:pt x="3328" y="-388"/>
                    <a:pt x="1994" y="908"/>
                  </a:cubicBezTo>
                  <a:lnTo>
                    <a:pt x="1041" y="1771"/>
                  </a:lnTo>
                  <a:cubicBezTo>
                    <a:pt x="-292" y="3073"/>
                    <a:pt x="-356" y="4908"/>
                    <a:pt x="915" y="5886"/>
                  </a:cubicBezTo>
                  <a:cubicBezTo>
                    <a:pt x="3835" y="8045"/>
                    <a:pt x="8407" y="4476"/>
                    <a:pt x="6121" y="11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7E2CAAB-21F2-6CB2-F643-E43B8C672292}"/>
                </a:ext>
              </a:extLst>
            </p:cNvPr>
            <p:cNvSpPr/>
            <p:nvPr/>
          </p:nvSpPr>
          <p:spPr>
            <a:xfrm>
              <a:off x="10515215" y="3234703"/>
              <a:ext cx="4347" cy="6535"/>
            </a:xfrm>
            <a:custGeom>
              <a:avLst/>
              <a:gdLst>
                <a:gd name="csX0" fmla="*/ 2861 w 4347"/>
                <a:gd name="csY0" fmla="*/ 285 h 6535"/>
                <a:gd name="csX1" fmla="*/ 702 w 4347"/>
                <a:gd name="csY1" fmla="*/ 6121 h 6535"/>
                <a:gd name="csX2" fmla="*/ 2861 w 4347"/>
                <a:gd name="csY2" fmla="*/ 285 h 6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47" h="6535">
                  <a:moveTo>
                    <a:pt x="2861" y="285"/>
                  </a:moveTo>
                  <a:cubicBezTo>
                    <a:pt x="-378" y="-1448"/>
                    <a:pt x="-505" y="5257"/>
                    <a:pt x="702" y="6121"/>
                  </a:cubicBezTo>
                  <a:cubicBezTo>
                    <a:pt x="3432" y="8178"/>
                    <a:pt x="6099" y="2012"/>
                    <a:pt x="2861" y="2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C6BF821-7EC0-6207-407E-818C065FFCAD}"/>
                </a:ext>
              </a:extLst>
            </p:cNvPr>
            <p:cNvSpPr/>
            <p:nvPr/>
          </p:nvSpPr>
          <p:spPr>
            <a:xfrm>
              <a:off x="10504016" y="3238760"/>
              <a:ext cx="5781" cy="13303"/>
            </a:xfrm>
            <a:custGeom>
              <a:avLst/>
              <a:gdLst>
                <a:gd name="csX0" fmla="*/ 3138 w 5781"/>
                <a:gd name="csY0" fmla="*/ 660 h 13303"/>
                <a:gd name="csX1" fmla="*/ 2376 w 5781"/>
                <a:gd name="csY1" fmla="*/ 1200 h 13303"/>
                <a:gd name="csX2" fmla="*/ 344 w 5781"/>
                <a:gd name="csY2" fmla="*/ 11582 h 13303"/>
                <a:gd name="csX3" fmla="*/ 2948 w 5781"/>
                <a:gd name="csY3" fmla="*/ 12554 h 13303"/>
                <a:gd name="csX4" fmla="*/ 3328 w 5781"/>
                <a:gd name="csY4" fmla="*/ 12122 h 13303"/>
                <a:gd name="csX5" fmla="*/ 5741 w 5781"/>
                <a:gd name="csY5" fmla="*/ 1848 h 13303"/>
                <a:gd name="csX6" fmla="*/ 3138 w 5781"/>
                <a:gd name="csY6" fmla="*/ 552 h 13303"/>
                <a:gd name="csX7" fmla="*/ 3138 w 5781"/>
                <a:gd name="csY7" fmla="*/ 660 h 13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81" h="13303">
                  <a:moveTo>
                    <a:pt x="3138" y="660"/>
                  </a:moveTo>
                  <a:lnTo>
                    <a:pt x="2376" y="1200"/>
                  </a:lnTo>
                  <a:cubicBezTo>
                    <a:pt x="-1307" y="4229"/>
                    <a:pt x="408" y="9525"/>
                    <a:pt x="344" y="11582"/>
                  </a:cubicBezTo>
                  <a:cubicBezTo>
                    <a:pt x="408" y="13417"/>
                    <a:pt x="1614" y="13856"/>
                    <a:pt x="2948" y="12554"/>
                  </a:cubicBezTo>
                  <a:lnTo>
                    <a:pt x="3328" y="12122"/>
                  </a:lnTo>
                  <a:cubicBezTo>
                    <a:pt x="6694" y="8769"/>
                    <a:pt x="5551" y="3581"/>
                    <a:pt x="5741" y="1848"/>
                  </a:cubicBezTo>
                  <a:cubicBezTo>
                    <a:pt x="5741" y="13"/>
                    <a:pt x="4535" y="-527"/>
                    <a:pt x="3138" y="552"/>
                  </a:cubicBezTo>
                  <a:lnTo>
                    <a:pt x="3138" y="6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AECA16D-F315-DF71-9E44-D4F3C073D213}"/>
                </a:ext>
              </a:extLst>
            </p:cNvPr>
            <p:cNvSpPr/>
            <p:nvPr/>
          </p:nvSpPr>
          <p:spPr>
            <a:xfrm>
              <a:off x="10662208" y="3151900"/>
              <a:ext cx="7857" cy="5778"/>
            </a:xfrm>
            <a:custGeom>
              <a:avLst/>
              <a:gdLst>
                <a:gd name="csX0" fmla="*/ 4076 w 7857"/>
                <a:gd name="csY0" fmla="*/ 5663 h 5778"/>
                <a:gd name="csX1" fmla="*/ 5156 w 7857"/>
                <a:gd name="csY1" fmla="*/ 36 h 5778"/>
                <a:gd name="csX2" fmla="*/ 139 w 7857"/>
                <a:gd name="csY2" fmla="*/ 3389 h 5778"/>
                <a:gd name="csX3" fmla="*/ 3949 w 7857"/>
                <a:gd name="csY3" fmla="*/ 5770 h 5778"/>
                <a:gd name="csX4" fmla="*/ 4076 w 7857"/>
                <a:gd name="csY4" fmla="*/ 5663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7" h="5778">
                  <a:moveTo>
                    <a:pt x="4076" y="5663"/>
                  </a:moveTo>
                  <a:cubicBezTo>
                    <a:pt x="8077" y="5116"/>
                    <a:pt x="9601" y="-503"/>
                    <a:pt x="5156" y="36"/>
                  </a:cubicBezTo>
                  <a:cubicBezTo>
                    <a:pt x="4585" y="252"/>
                    <a:pt x="-940" y="-71"/>
                    <a:pt x="139" y="3389"/>
                  </a:cubicBezTo>
                  <a:cubicBezTo>
                    <a:pt x="584" y="4901"/>
                    <a:pt x="2298" y="5878"/>
                    <a:pt x="3949" y="5770"/>
                  </a:cubicBezTo>
                  <a:lnTo>
                    <a:pt x="4076" y="56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0AC7326-57AC-AAFF-2FBA-60BC78A946D2}"/>
                </a:ext>
              </a:extLst>
            </p:cNvPr>
            <p:cNvSpPr/>
            <p:nvPr/>
          </p:nvSpPr>
          <p:spPr>
            <a:xfrm>
              <a:off x="10620448" y="3164972"/>
              <a:ext cx="7431" cy="6036"/>
            </a:xfrm>
            <a:custGeom>
              <a:avLst/>
              <a:gdLst>
                <a:gd name="csX0" fmla="*/ 6721 w 7431"/>
                <a:gd name="csY0" fmla="*/ 2642 h 6036"/>
                <a:gd name="csX1" fmla="*/ 2085 w 7431"/>
                <a:gd name="csY1" fmla="*/ 45 h 6036"/>
                <a:gd name="csX2" fmla="*/ 371 w 7431"/>
                <a:gd name="csY2" fmla="*/ 2966 h 6036"/>
                <a:gd name="csX3" fmla="*/ 1196 w 7431"/>
                <a:gd name="csY3" fmla="*/ 4592 h 6036"/>
                <a:gd name="csX4" fmla="*/ 6848 w 7431"/>
                <a:gd name="csY4" fmla="*/ 2534 h 6036"/>
                <a:gd name="csX5" fmla="*/ 6721 w 7431"/>
                <a:gd name="csY5" fmla="*/ 2642 h 6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1" h="6036">
                  <a:moveTo>
                    <a:pt x="6721" y="2642"/>
                  </a:moveTo>
                  <a:cubicBezTo>
                    <a:pt x="9642" y="-819"/>
                    <a:pt x="2657" y="159"/>
                    <a:pt x="2085" y="45"/>
                  </a:cubicBezTo>
                  <a:cubicBezTo>
                    <a:pt x="244" y="45"/>
                    <a:pt x="-518" y="1347"/>
                    <a:pt x="371" y="2966"/>
                  </a:cubicBezTo>
                  <a:lnTo>
                    <a:pt x="1196" y="4592"/>
                  </a:lnTo>
                  <a:cubicBezTo>
                    <a:pt x="3292" y="8592"/>
                    <a:pt x="6213" y="3074"/>
                    <a:pt x="6848" y="2534"/>
                  </a:cubicBezTo>
                  <a:lnTo>
                    <a:pt x="6721" y="26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CF42B4A5-2979-773A-D7FC-9826B1BEE30C}"/>
                </a:ext>
              </a:extLst>
            </p:cNvPr>
            <p:cNvSpPr/>
            <p:nvPr/>
          </p:nvSpPr>
          <p:spPr>
            <a:xfrm>
              <a:off x="10536708" y="3304794"/>
              <a:ext cx="9568" cy="18896"/>
            </a:xfrm>
            <a:custGeom>
              <a:avLst/>
              <a:gdLst>
                <a:gd name="csX0" fmla="*/ 2513 w 9568"/>
                <a:gd name="csY0" fmla="*/ 18541 h 18896"/>
                <a:gd name="csX1" fmla="*/ 3466 w 9568"/>
                <a:gd name="csY1" fmla="*/ 18757 h 18896"/>
                <a:gd name="csX2" fmla="*/ 7275 w 9568"/>
                <a:gd name="csY2" fmla="*/ 16376 h 18896"/>
                <a:gd name="csX3" fmla="*/ 9498 w 9568"/>
                <a:gd name="csY3" fmla="*/ 2755 h 18896"/>
                <a:gd name="csX4" fmla="*/ 6958 w 9568"/>
                <a:gd name="csY4" fmla="*/ 50 h 18896"/>
                <a:gd name="csX5" fmla="*/ 100 w 9568"/>
                <a:gd name="csY5" fmla="*/ 14325 h 18896"/>
                <a:gd name="csX6" fmla="*/ 2513 w 9568"/>
                <a:gd name="csY6" fmla="*/ 18541 h 18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68" h="18896">
                  <a:moveTo>
                    <a:pt x="2513" y="18541"/>
                  </a:moveTo>
                  <a:lnTo>
                    <a:pt x="3466" y="18757"/>
                  </a:lnTo>
                  <a:cubicBezTo>
                    <a:pt x="5180" y="19297"/>
                    <a:pt x="6958" y="18217"/>
                    <a:pt x="7275" y="16376"/>
                  </a:cubicBezTo>
                  <a:lnTo>
                    <a:pt x="9498" y="2755"/>
                  </a:lnTo>
                  <a:cubicBezTo>
                    <a:pt x="9879" y="1022"/>
                    <a:pt x="8672" y="-274"/>
                    <a:pt x="6958" y="50"/>
                  </a:cubicBezTo>
                  <a:cubicBezTo>
                    <a:pt x="1942" y="913"/>
                    <a:pt x="2386" y="8159"/>
                    <a:pt x="100" y="14325"/>
                  </a:cubicBezTo>
                  <a:cubicBezTo>
                    <a:pt x="-344" y="16160"/>
                    <a:pt x="735" y="18001"/>
                    <a:pt x="2513" y="185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B2003A6-5A1F-68C6-D2BD-FCBB9D131448}"/>
                </a:ext>
              </a:extLst>
            </p:cNvPr>
            <p:cNvSpPr/>
            <p:nvPr/>
          </p:nvSpPr>
          <p:spPr>
            <a:xfrm>
              <a:off x="10517340" y="3320272"/>
              <a:ext cx="12713" cy="12840"/>
            </a:xfrm>
            <a:custGeom>
              <a:avLst/>
              <a:gdLst>
                <a:gd name="csX0" fmla="*/ 3975 w 12713"/>
                <a:gd name="csY0" fmla="*/ 11821 h 12840"/>
                <a:gd name="csX1" fmla="*/ 11976 w 12713"/>
                <a:gd name="csY1" fmla="*/ 6957 h 12840"/>
                <a:gd name="csX2" fmla="*/ 7023 w 12713"/>
                <a:gd name="csY2" fmla="*/ 467 h 12840"/>
                <a:gd name="csX3" fmla="*/ 736 w 12713"/>
                <a:gd name="csY3" fmla="*/ 3820 h 12840"/>
                <a:gd name="csX4" fmla="*/ 3975 w 12713"/>
                <a:gd name="csY4" fmla="*/ 11928 h 12840"/>
                <a:gd name="csX5" fmla="*/ 3975 w 12713"/>
                <a:gd name="csY5" fmla="*/ 11821 h 12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713" h="12840">
                  <a:moveTo>
                    <a:pt x="3975" y="11821"/>
                  </a:moveTo>
                  <a:cubicBezTo>
                    <a:pt x="7340" y="15389"/>
                    <a:pt x="10134" y="8576"/>
                    <a:pt x="11976" y="6957"/>
                  </a:cubicBezTo>
                  <a:cubicBezTo>
                    <a:pt x="14897" y="3280"/>
                    <a:pt x="8292" y="1438"/>
                    <a:pt x="7023" y="467"/>
                  </a:cubicBezTo>
                  <a:cubicBezTo>
                    <a:pt x="3213" y="-1591"/>
                    <a:pt x="736" y="3820"/>
                    <a:pt x="736" y="3820"/>
                  </a:cubicBezTo>
                  <a:cubicBezTo>
                    <a:pt x="-1868" y="7712"/>
                    <a:pt x="3213" y="10849"/>
                    <a:pt x="3975" y="11928"/>
                  </a:cubicBezTo>
                  <a:lnTo>
                    <a:pt x="3975" y="1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F7E409BF-1419-D475-BA19-19F6CD307B1C}"/>
                </a:ext>
              </a:extLst>
            </p:cNvPr>
            <p:cNvSpPr/>
            <p:nvPr/>
          </p:nvSpPr>
          <p:spPr>
            <a:xfrm>
              <a:off x="10473505" y="3147689"/>
              <a:ext cx="11286" cy="22813"/>
            </a:xfrm>
            <a:custGeom>
              <a:avLst/>
              <a:gdLst>
                <a:gd name="csX0" fmla="*/ 6026 w 11286"/>
                <a:gd name="csY0" fmla="*/ 18414 h 22813"/>
                <a:gd name="csX1" fmla="*/ 11234 w 11286"/>
                <a:gd name="csY1" fmla="*/ 2520 h 22813"/>
                <a:gd name="csX2" fmla="*/ 8630 w 11286"/>
                <a:gd name="csY2" fmla="*/ 139 h 22813"/>
                <a:gd name="csX3" fmla="*/ 7042 w 11286"/>
                <a:gd name="csY3" fmla="*/ 571 h 22813"/>
                <a:gd name="csX4" fmla="*/ 3042 w 11286"/>
                <a:gd name="csY4" fmla="*/ 8788 h 22813"/>
                <a:gd name="csX5" fmla="*/ 185 w 11286"/>
                <a:gd name="csY5" fmla="*/ 21120 h 22813"/>
                <a:gd name="csX6" fmla="*/ 6026 w 11286"/>
                <a:gd name="csY6" fmla="*/ 18414 h 22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86" h="22813">
                  <a:moveTo>
                    <a:pt x="6026" y="18414"/>
                  </a:moveTo>
                  <a:cubicBezTo>
                    <a:pt x="9328" y="15601"/>
                    <a:pt x="9328" y="12681"/>
                    <a:pt x="11234" y="2520"/>
                  </a:cubicBezTo>
                  <a:cubicBezTo>
                    <a:pt x="11551" y="679"/>
                    <a:pt x="10408" y="-401"/>
                    <a:pt x="8630" y="139"/>
                  </a:cubicBezTo>
                  <a:lnTo>
                    <a:pt x="7042" y="571"/>
                  </a:lnTo>
                  <a:cubicBezTo>
                    <a:pt x="2470" y="1759"/>
                    <a:pt x="3042" y="8788"/>
                    <a:pt x="3042" y="8788"/>
                  </a:cubicBezTo>
                  <a:cubicBezTo>
                    <a:pt x="2598" y="12896"/>
                    <a:pt x="1391" y="16681"/>
                    <a:pt x="185" y="21120"/>
                  </a:cubicBezTo>
                  <a:cubicBezTo>
                    <a:pt x="-1086" y="25768"/>
                    <a:pt x="4566" y="19494"/>
                    <a:pt x="6026" y="1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B590A906-6000-395F-AE39-9C68587855AD}"/>
                </a:ext>
              </a:extLst>
            </p:cNvPr>
            <p:cNvSpPr/>
            <p:nvPr/>
          </p:nvSpPr>
          <p:spPr>
            <a:xfrm>
              <a:off x="10452595" y="3225469"/>
              <a:ext cx="9542" cy="8347"/>
            </a:xfrm>
            <a:custGeom>
              <a:avLst/>
              <a:gdLst>
                <a:gd name="csX0" fmla="*/ 3442 w 9542"/>
                <a:gd name="csY0" fmla="*/ 0 h 8347"/>
                <a:gd name="csX1" fmla="*/ 13 w 9542"/>
                <a:gd name="csY1" fmla="*/ 3245 h 8347"/>
                <a:gd name="csX2" fmla="*/ 13 w 9542"/>
                <a:gd name="csY2" fmla="*/ 5080 h 8347"/>
                <a:gd name="csX3" fmla="*/ 6046 w 9542"/>
                <a:gd name="csY3" fmla="*/ 8217 h 8347"/>
                <a:gd name="csX4" fmla="*/ 9538 w 9542"/>
                <a:gd name="csY4" fmla="*/ 4756 h 8347"/>
                <a:gd name="csX5" fmla="*/ 9538 w 9542"/>
                <a:gd name="csY5" fmla="*/ 3677 h 8347"/>
                <a:gd name="csX6" fmla="*/ 3442 w 9542"/>
                <a:gd name="csY6" fmla="*/ 108 h 8347"/>
                <a:gd name="csX7" fmla="*/ 3442 w 9542"/>
                <a:gd name="csY7" fmla="*/ 0 h 8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42" h="8347">
                  <a:moveTo>
                    <a:pt x="3442" y="0"/>
                  </a:moveTo>
                  <a:cubicBezTo>
                    <a:pt x="1664" y="0"/>
                    <a:pt x="13" y="1403"/>
                    <a:pt x="13" y="3245"/>
                  </a:cubicBezTo>
                  <a:lnTo>
                    <a:pt x="13" y="5080"/>
                  </a:lnTo>
                  <a:cubicBezTo>
                    <a:pt x="-304" y="9519"/>
                    <a:pt x="5411" y="8109"/>
                    <a:pt x="6046" y="8217"/>
                  </a:cubicBezTo>
                  <a:cubicBezTo>
                    <a:pt x="7887" y="8217"/>
                    <a:pt x="9538" y="6598"/>
                    <a:pt x="9538" y="4756"/>
                  </a:cubicBezTo>
                  <a:lnTo>
                    <a:pt x="9538" y="3677"/>
                  </a:lnTo>
                  <a:cubicBezTo>
                    <a:pt x="9728" y="-864"/>
                    <a:pt x="4331" y="324"/>
                    <a:pt x="3442" y="108"/>
                  </a:cubicBezTo>
                  <a:lnTo>
                    <a:pt x="344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0AC20F2D-AF43-360B-A775-DAC6F716AA50}"/>
                </a:ext>
              </a:extLst>
            </p:cNvPr>
            <p:cNvSpPr/>
            <p:nvPr/>
          </p:nvSpPr>
          <p:spPr>
            <a:xfrm>
              <a:off x="10466966" y="3212002"/>
              <a:ext cx="8380" cy="10741"/>
            </a:xfrm>
            <a:custGeom>
              <a:avLst/>
              <a:gdLst>
                <a:gd name="csX0" fmla="*/ 565 w 8380"/>
                <a:gd name="csY0" fmla="*/ 4171 h 10741"/>
                <a:gd name="csX1" fmla="*/ 2533 w 8380"/>
                <a:gd name="csY1" fmla="*/ 10330 h 10741"/>
                <a:gd name="csX2" fmla="*/ 8375 w 8380"/>
                <a:gd name="csY2" fmla="*/ 3847 h 10741"/>
                <a:gd name="csX3" fmla="*/ 8375 w 8380"/>
                <a:gd name="csY3" fmla="*/ 2761 h 10741"/>
                <a:gd name="csX4" fmla="*/ 4374 w 8380"/>
                <a:gd name="csY4" fmla="*/ 170 h 10741"/>
                <a:gd name="csX5" fmla="*/ 691 w 8380"/>
                <a:gd name="csY5" fmla="*/ 4171 h 10741"/>
                <a:gd name="csX6" fmla="*/ 565 w 8380"/>
                <a:gd name="csY6" fmla="*/ 4171 h 10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80" h="10741">
                  <a:moveTo>
                    <a:pt x="565" y="4171"/>
                  </a:moveTo>
                  <a:cubicBezTo>
                    <a:pt x="565" y="5466"/>
                    <a:pt x="-1595" y="12496"/>
                    <a:pt x="2533" y="10330"/>
                  </a:cubicBezTo>
                  <a:cubicBezTo>
                    <a:pt x="3613" y="9467"/>
                    <a:pt x="8565" y="8279"/>
                    <a:pt x="8375" y="3847"/>
                  </a:cubicBezTo>
                  <a:lnTo>
                    <a:pt x="8375" y="2761"/>
                  </a:lnTo>
                  <a:cubicBezTo>
                    <a:pt x="8121" y="-807"/>
                    <a:pt x="3802" y="62"/>
                    <a:pt x="4374" y="170"/>
                  </a:cubicBezTo>
                  <a:cubicBezTo>
                    <a:pt x="2660" y="494"/>
                    <a:pt x="882" y="2329"/>
                    <a:pt x="691" y="4171"/>
                  </a:cubicBezTo>
                  <a:lnTo>
                    <a:pt x="565" y="4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01640E1A-0CF3-D58D-7FD8-8B98C7C57280}"/>
                </a:ext>
              </a:extLst>
            </p:cNvPr>
            <p:cNvSpPr/>
            <p:nvPr/>
          </p:nvSpPr>
          <p:spPr>
            <a:xfrm>
              <a:off x="10475520" y="3401171"/>
              <a:ext cx="14258" cy="15948"/>
            </a:xfrm>
            <a:custGeom>
              <a:avLst/>
              <a:gdLst>
                <a:gd name="csX0" fmla="*/ 11187 w 14258"/>
                <a:gd name="csY0" fmla="*/ 8454 h 15948"/>
                <a:gd name="csX1" fmla="*/ 14236 w 14258"/>
                <a:gd name="csY1" fmla="*/ 1647 h 15948"/>
                <a:gd name="csX2" fmla="*/ 2170 w 14258"/>
                <a:gd name="csY2" fmla="*/ 5540 h 15948"/>
                <a:gd name="csX3" fmla="*/ 1027 w 14258"/>
                <a:gd name="csY3" fmla="*/ 14296 h 15948"/>
                <a:gd name="csX4" fmla="*/ 11314 w 14258"/>
                <a:gd name="csY4" fmla="*/ 8569 h 15948"/>
                <a:gd name="csX5" fmla="*/ 11187 w 14258"/>
                <a:gd name="csY5" fmla="*/ 8454 h 15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258" h="15948">
                  <a:moveTo>
                    <a:pt x="11187" y="8454"/>
                  </a:moveTo>
                  <a:cubicBezTo>
                    <a:pt x="14108" y="5756"/>
                    <a:pt x="13981" y="2187"/>
                    <a:pt x="14236" y="1647"/>
                  </a:cubicBezTo>
                  <a:cubicBezTo>
                    <a:pt x="14870" y="-3655"/>
                    <a:pt x="2170" y="5540"/>
                    <a:pt x="2170" y="5540"/>
                  </a:cubicBezTo>
                  <a:cubicBezTo>
                    <a:pt x="-1830" y="7807"/>
                    <a:pt x="900" y="12893"/>
                    <a:pt x="1027" y="14296"/>
                  </a:cubicBezTo>
                  <a:cubicBezTo>
                    <a:pt x="2297" y="19376"/>
                    <a:pt x="7504" y="11375"/>
                    <a:pt x="11314" y="8569"/>
                  </a:cubicBezTo>
                  <a:lnTo>
                    <a:pt x="11187" y="84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606E3CEC-E1F5-56E1-6F4E-B211434718FE}"/>
                </a:ext>
              </a:extLst>
            </p:cNvPr>
            <p:cNvSpPr/>
            <p:nvPr/>
          </p:nvSpPr>
          <p:spPr>
            <a:xfrm>
              <a:off x="10461688" y="3424115"/>
              <a:ext cx="6996" cy="10692"/>
            </a:xfrm>
            <a:custGeom>
              <a:avLst/>
              <a:gdLst>
                <a:gd name="csX0" fmla="*/ 0 w 6996"/>
                <a:gd name="csY0" fmla="*/ 4333 h 10692"/>
                <a:gd name="csX1" fmla="*/ 0 w 6996"/>
                <a:gd name="csY1" fmla="*/ 8333 h 10692"/>
                <a:gd name="csX2" fmla="*/ 3175 w 6996"/>
                <a:gd name="csY2" fmla="*/ 10492 h 10692"/>
                <a:gd name="csX3" fmla="*/ 4635 w 6996"/>
                <a:gd name="csY3" fmla="*/ 9952 h 10692"/>
                <a:gd name="csX4" fmla="*/ 6096 w 6996"/>
                <a:gd name="csY4" fmla="*/ 2383 h 10692"/>
                <a:gd name="csX5" fmla="*/ 0 w 6996"/>
                <a:gd name="csY5" fmla="*/ 4333 h 1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96" h="10692">
                  <a:moveTo>
                    <a:pt x="0" y="4333"/>
                  </a:moveTo>
                  <a:lnTo>
                    <a:pt x="0" y="8333"/>
                  </a:lnTo>
                  <a:cubicBezTo>
                    <a:pt x="0" y="10168"/>
                    <a:pt x="1397" y="11139"/>
                    <a:pt x="3175" y="10492"/>
                  </a:cubicBezTo>
                  <a:lnTo>
                    <a:pt x="4635" y="9952"/>
                  </a:lnTo>
                  <a:cubicBezTo>
                    <a:pt x="8890" y="8333"/>
                    <a:pt x="6096" y="3354"/>
                    <a:pt x="6096" y="2383"/>
                  </a:cubicBezTo>
                  <a:cubicBezTo>
                    <a:pt x="4890" y="-1833"/>
                    <a:pt x="0" y="2"/>
                    <a:pt x="0" y="43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0FE38B6-55F3-C7A2-0033-E034EC90404F}"/>
                </a:ext>
              </a:extLst>
            </p:cNvPr>
            <p:cNvSpPr/>
            <p:nvPr/>
          </p:nvSpPr>
          <p:spPr>
            <a:xfrm>
              <a:off x="10447047" y="3440146"/>
              <a:ext cx="8791" cy="8466"/>
            </a:xfrm>
            <a:custGeom>
              <a:avLst/>
              <a:gdLst>
                <a:gd name="csX0" fmla="*/ 36 w 8791"/>
                <a:gd name="csY0" fmla="*/ 3008 h 8466"/>
                <a:gd name="csX1" fmla="*/ 3147 w 8791"/>
                <a:gd name="csY1" fmla="*/ 7656 h 8466"/>
                <a:gd name="csX2" fmla="*/ 7084 w 8791"/>
                <a:gd name="csY2" fmla="*/ 411 h 8466"/>
                <a:gd name="csX3" fmla="*/ 36 w 8791"/>
                <a:gd name="csY3" fmla="*/ 3008 h 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91" h="8466">
                  <a:moveTo>
                    <a:pt x="36" y="3008"/>
                  </a:moveTo>
                  <a:cubicBezTo>
                    <a:pt x="227" y="3871"/>
                    <a:pt x="36" y="10793"/>
                    <a:pt x="3147" y="7656"/>
                  </a:cubicBezTo>
                  <a:cubicBezTo>
                    <a:pt x="4798" y="5706"/>
                    <a:pt x="12038" y="950"/>
                    <a:pt x="7084" y="411"/>
                  </a:cubicBezTo>
                  <a:cubicBezTo>
                    <a:pt x="5878" y="518"/>
                    <a:pt x="-535" y="-1647"/>
                    <a:pt x="36" y="30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EA0DC8B5-1A20-AEF3-5B38-8FF6131FE4A8}"/>
                </a:ext>
              </a:extLst>
            </p:cNvPr>
            <p:cNvSpPr/>
            <p:nvPr/>
          </p:nvSpPr>
          <p:spPr>
            <a:xfrm>
              <a:off x="10416257" y="3466308"/>
              <a:ext cx="25333" cy="29402"/>
            </a:xfrm>
            <a:custGeom>
              <a:avLst/>
              <a:gdLst>
                <a:gd name="csX0" fmla="*/ 5807 w 25333"/>
                <a:gd name="csY0" fmla="*/ 10799 h 29402"/>
                <a:gd name="csX1" fmla="*/ 92 w 25333"/>
                <a:gd name="csY1" fmla="*/ 25937 h 29402"/>
                <a:gd name="csX2" fmla="*/ 2696 w 25333"/>
                <a:gd name="csY2" fmla="*/ 29398 h 29402"/>
                <a:gd name="csX3" fmla="*/ 3013 w 25333"/>
                <a:gd name="csY3" fmla="*/ 29398 h 29402"/>
                <a:gd name="csX4" fmla="*/ 8284 w 25333"/>
                <a:gd name="csY4" fmla="*/ 20311 h 29402"/>
                <a:gd name="csX5" fmla="*/ 20984 w 25333"/>
                <a:gd name="csY5" fmla="*/ 9611 h 29402"/>
                <a:gd name="csX6" fmla="*/ 25302 w 25333"/>
                <a:gd name="csY6" fmla="*/ 848 h 29402"/>
                <a:gd name="csX7" fmla="*/ 5807 w 25333"/>
                <a:gd name="csY7" fmla="*/ 10799 h 29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333" h="29402">
                  <a:moveTo>
                    <a:pt x="5807" y="10799"/>
                  </a:moveTo>
                  <a:cubicBezTo>
                    <a:pt x="2378" y="13066"/>
                    <a:pt x="2251" y="15987"/>
                    <a:pt x="92" y="25937"/>
                  </a:cubicBezTo>
                  <a:cubicBezTo>
                    <a:pt x="-352" y="27772"/>
                    <a:pt x="854" y="29290"/>
                    <a:pt x="2696" y="29398"/>
                  </a:cubicBezTo>
                  <a:lnTo>
                    <a:pt x="3013" y="29398"/>
                  </a:lnTo>
                  <a:cubicBezTo>
                    <a:pt x="7966" y="29614"/>
                    <a:pt x="7459" y="22692"/>
                    <a:pt x="8284" y="20311"/>
                  </a:cubicBezTo>
                  <a:cubicBezTo>
                    <a:pt x="9173" y="15771"/>
                    <a:pt x="14507" y="13612"/>
                    <a:pt x="20984" y="9611"/>
                  </a:cubicBezTo>
                  <a:cubicBezTo>
                    <a:pt x="24985" y="7122"/>
                    <a:pt x="24857" y="2144"/>
                    <a:pt x="25302" y="848"/>
                  </a:cubicBezTo>
                  <a:cubicBezTo>
                    <a:pt x="26254" y="-3584"/>
                    <a:pt x="5807" y="10799"/>
                    <a:pt x="5807" y="107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7283B85-82B5-60F0-5854-F370BAC64930}"/>
                </a:ext>
              </a:extLst>
            </p:cNvPr>
            <p:cNvSpPr/>
            <p:nvPr/>
          </p:nvSpPr>
          <p:spPr>
            <a:xfrm>
              <a:off x="10326732" y="3542348"/>
              <a:ext cx="11109" cy="8588"/>
            </a:xfrm>
            <a:custGeom>
              <a:avLst/>
              <a:gdLst>
                <a:gd name="csX0" fmla="*/ 9417 w 11109"/>
                <a:gd name="csY0" fmla="*/ 8184 h 8588"/>
                <a:gd name="csX1" fmla="*/ 4019 w 11109"/>
                <a:gd name="csY1" fmla="*/ 723 h 8588"/>
                <a:gd name="csX2" fmla="*/ 82 w 11109"/>
                <a:gd name="csY2" fmla="*/ 5587 h 8588"/>
                <a:gd name="csX3" fmla="*/ 9417 w 11109"/>
                <a:gd name="csY3" fmla="*/ 8184 h 8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09" h="8588">
                  <a:moveTo>
                    <a:pt x="9417" y="8184"/>
                  </a:moveTo>
                  <a:cubicBezTo>
                    <a:pt x="14624" y="7860"/>
                    <a:pt x="6369" y="3098"/>
                    <a:pt x="4019" y="723"/>
                  </a:cubicBezTo>
                  <a:cubicBezTo>
                    <a:pt x="527" y="-2198"/>
                    <a:pt x="527" y="4615"/>
                    <a:pt x="82" y="5587"/>
                  </a:cubicBezTo>
                  <a:cubicBezTo>
                    <a:pt x="-870" y="10343"/>
                    <a:pt x="6687" y="7968"/>
                    <a:pt x="9417" y="8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C4024D70-2A20-7AB9-7C30-60AFE2A4220E}"/>
                </a:ext>
              </a:extLst>
            </p:cNvPr>
            <p:cNvSpPr/>
            <p:nvPr/>
          </p:nvSpPr>
          <p:spPr>
            <a:xfrm>
              <a:off x="10264984" y="3559212"/>
              <a:ext cx="13016" cy="11365"/>
            </a:xfrm>
            <a:custGeom>
              <a:avLst/>
              <a:gdLst>
                <a:gd name="csX0" fmla="*/ 12618 w 13016"/>
                <a:gd name="csY0" fmla="*/ 4401 h 11365"/>
                <a:gd name="csX1" fmla="*/ 7538 w 13016"/>
                <a:gd name="csY1" fmla="*/ 77 h 11365"/>
                <a:gd name="csX2" fmla="*/ 489 w 13016"/>
                <a:gd name="csY2" fmla="*/ 5919 h 11365"/>
                <a:gd name="csX3" fmla="*/ 5570 w 13016"/>
                <a:gd name="csY3" fmla="*/ 11107 h 11365"/>
                <a:gd name="csX4" fmla="*/ 12682 w 13016"/>
                <a:gd name="csY4" fmla="*/ 4401 h 11365"/>
                <a:gd name="csX5" fmla="*/ 12618 w 13016"/>
                <a:gd name="csY5" fmla="*/ 4401 h 11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016" h="11365">
                  <a:moveTo>
                    <a:pt x="12618" y="4401"/>
                  </a:moveTo>
                  <a:cubicBezTo>
                    <a:pt x="14650" y="400"/>
                    <a:pt x="8300" y="400"/>
                    <a:pt x="7538" y="77"/>
                  </a:cubicBezTo>
                  <a:cubicBezTo>
                    <a:pt x="2839" y="-787"/>
                    <a:pt x="489" y="5919"/>
                    <a:pt x="489" y="5919"/>
                  </a:cubicBezTo>
                  <a:cubicBezTo>
                    <a:pt x="-1797" y="9919"/>
                    <a:pt x="4617" y="10567"/>
                    <a:pt x="5570" y="11107"/>
                  </a:cubicBezTo>
                  <a:cubicBezTo>
                    <a:pt x="10141" y="12732"/>
                    <a:pt x="11285" y="6243"/>
                    <a:pt x="12682" y="4401"/>
                  </a:cubicBezTo>
                  <a:lnTo>
                    <a:pt x="12618" y="44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AA3083AA-E60E-7634-FEEE-5892D0B263AB}"/>
                </a:ext>
              </a:extLst>
            </p:cNvPr>
            <p:cNvSpPr/>
            <p:nvPr/>
          </p:nvSpPr>
          <p:spPr>
            <a:xfrm>
              <a:off x="10285498" y="3553530"/>
              <a:ext cx="9018" cy="11017"/>
            </a:xfrm>
            <a:custGeom>
              <a:avLst/>
              <a:gdLst>
                <a:gd name="csX0" fmla="*/ 2454 w 9018"/>
                <a:gd name="csY0" fmla="*/ 10515 h 11017"/>
                <a:gd name="csX1" fmla="*/ 8740 w 9018"/>
                <a:gd name="csY1" fmla="*/ 3599 h 11017"/>
                <a:gd name="csX2" fmla="*/ 8105 w 9018"/>
                <a:gd name="csY2" fmla="*/ 1974 h 11017"/>
                <a:gd name="csX3" fmla="*/ 548 w 9018"/>
                <a:gd name="csY3" fmla="*/ 5111 h 11017"/>
                <a:gd name="csX4" fmla="*/ 2454 w 9018"/>
                <a:gd name="csY4" fmla="*/ 10623 h 11017"/>
                <a:gd name="csX5" fmla="*/ 2454 w 9018"/>
                <a:gd name="csY5" fmla="*/ 10515 h 11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18" h="11017">
                  <a:moveTo>
                    <a:pt x="2454" y="10515"/>
                  </a:moveTo>
                  <a:cubicBezTo>
                    <a:pt x="4232" y="9219"/>
                    <a:pt x="10391" y="8032"/>
                    <a:pt x="8740" y="3599"/>
                  </a:cubicBezTo>
                  <a:lnTo>
                    <a:pt x="8105" y="1974"/>
                  </a:lnTo>
                  <a:cubicBezTo>
                    <a:pt x="6581" y="-2134"/>
                    <a:pt x="1057" y="786"/>
                    <a:pt x="548" y="5111"/>
                  </a:cubicBezTo>
                  <a:cubicBezTo>
                    <a:pt x="548" y="6082"/>
                    <a:pt x="-1547" y="12680"/>
                    <a:pt x="2454" y="10623"/>
                  </a:cubicBezTo>
                  <a:lnTo>
                    <a:pt x="2454" y="105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9EB42605-C63E-C56D-2AFE-015754CCD374}"/>
                </a:ext>
              </a:extLst>
            </p:cNvPr>
            <p:cNvSpPr/>
            <p:nvPr/>
          </p:nvSpPr>
          <p:spPr>
            <a:xfrm>
              <a:off x="10533793" y="3026096"/>
              <a:ext cx="6677" cy="6614"/>
            </a:xfrm>
            <a:custGeom>
              <a:avLst/>
              <a:gdLst>
                <a:gd name="csX0" fmla="*/ 412 w 6677"/>
                <a:gd name="csY0" fmla="*/ 1590 h 6614"/>
                <a:gd name="csX1" fmla="*/ 6571 w 6677"/>
                <a:gd name="csY1" fmla="*/ 4511 h 6614"/>
                <a:gd name="csX2" fmla="*/ 412 w 6677"/>
                <a:gd name="csY2" fmla="*/ 1590 h 6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77" h="6614">
                  <a:moveTo>
                    <a:pt x="412" y="1590"/>
                  </a:moveTo>
                  <a:cubicBezTo>
                    <a:pt x="-1620" y="5807"/>
                    <a:pt x="4413" y="8836"/>
                    <a:pt x="6571" y="4511"/>
                  </a:cubicBezTo>
                  <a:cubicBezTo>
                    <a:pt x="7461" y="2670"/>
                    <a:pt x="2507" y="-2626"/>
                    <a:pt x="412" y="15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8AAF2B32-2CF4-B8F7-0527-E88260AEC068}"/>
                </a:ext>
              </a:extLst>
            </p:cNvPr>
            <p:cNvSpPr/>
            <p:nvPr/>
          </p:nvSpPr>
          <p:spPr>
            <a:xfrm>
              <a:off x="10953921" y="3437263"/>
              <a:ext cx="10156" cy="11012"/>
            </a:xfrm>
            <a:custGeom>
              <a:avLst/>
              <a:gdLst>
                <a:gd name="csX0" fmla="*/ 3575 w 10156"/>
                <a:gd name="csY0" fmla="*/ 588 h 11012"/>
                <a:gd name="csX1" fmla="*/ 7830 w 10156"/>
                <a:gd name="csY1" fmla="*/ 1668 h 11012"/>
                <a:gd name="csX2" fmla="*/ 9861 w 10156"/>
                <a:gd name="csY2" fmla="*/ 5891 h 11012"/>
                <a:gd name="csX3" fmla="*/ 8147 w 10156"/>
                <a:gd name="csY3" fmla="*/ 9891 h 11012"/>
                <a:gd name="csX4" fmla="*/ 5226 w 10156"/>
                <a:gd name="csY4" fmla="*/ 10863 h 11012"/>
                <a:gd name="csX5" fmla="*/ 781 w 10156"/>
                <a:gd name="csY5" fmla="*/ 8698 h 11012"/>
                <a:gd name="csX6" fmla="*/ 273 w 10156"/>
                <a:gd name="csY6" fmla="*/ 7078 h 11012"/>
                <a:gd name="csX7" fmla="*/ 1734 w 10156"/>
                <a:gd name="csY7" fmla="*/ 1998 h 11012"/>
                <a:gd name="csX8" fmla="*/ 3829 w 10156"/>
                <a:gd name="csY8" fmla="*/ 588 h 11012"/>
                <a:gd name="csX9" fmla="*/ 3575 w 10156"/>
                <a:gd name="csY9" fmla="*/ 588 h 1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56" h="11012">
                  <a:moveTo>
                    <a:pt x="3575" y="588"/>
                  </a:moveTo>
                  <a:cubicBezTo>
                    <a:pt x="5099" y="-491"/>
                    <a:pt x="6941" y="-59"/>
                    <a:pt x="7830" y="1668"/>
                  </a:cubicBezTo>
                  <a:lnTo>
                    <a:pt x="9861" y="5891"/>
                  </a:lnTo>
                  <a:cubicBezTo>
                    <a:pt x="10623" y="7510"/>
                    <a:pt x="9861" y="9351"/>
                    <a:pt x="8147" y="9891"/>
                  </a:cubicBezTo>
                  <a:lnTo>
                    <a:pt x="5226" y="10863"/>
                  </a:lnTo>
                  <a:cubicBezTo>
                    <a:pt x="3511" y="11403"/>
                    <a:pt x="1416" y="10431"/>
                    <a:pt x="781" y="8698"/>
                  </a:cubicBezTo>
                  <a:lnTo>
                    <a:pt x="273" y="7078"/>
                  </a:lnTo>
                  <a:cubicBezTo>
                    <a:pt x="-426" y="5345"/>
                    <a:pt x="273" y="3078"/>
                    <a:pt x="1734" y="1998"/>
                  </a:cubicBezTo>
                  <a:lnTo>
                    <a:pt x="3829" y="588"/>
                  </a:lnTo>
                  <a:lnTo>
                    <a:pt x="3575" y="5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AE62C247-75E9-58B3-05E1-5896CBFC197F}"/>
                </a:ext>
              </a:extLst>
            </p:cNvPr>
            <p:cNvSpPr/>
            <p:nvPr/>
          </p:nvSpPr>
          <p:spPr>
            <a:xfrm>
              <a:off x="10955488" y="3460830"/>
              <a:ext cx="9479" cy="9793"/>
            </a:xfrm>
            <a:custGeom>
              <a:avLst/>
              <a:gdLst>
                <a:gd name="csX0" fmla="*/ 8231 w 9479"/>
                <a:gd name="csY0" fmla="*/ 1570 h 9793"/>
                <a:gd name="csX1" fmla="*/ 3849 w 9479"/>
                <a:gd name="csY1" fmla="*/ 598 h 9793"/>
                <a:gd name="csX2" fmla="*/ 1500 w 9479"/>
                <a:gd name="csY2" fmla="*/ 2218 h 9793"/>
                <a:gd name="csX3" fmla="*/ 547 w 9479"/>
                <a:gd name="csY3" fmla="*/ 6974 h 9793"/>
                <a:gd name="csX4" fmla="*/ 1373 w 9479"/>
                <a:gd name="csY4" fmla="*/ 8275 h 9793"/>
                <a:gd name="csX5" fmla="*/ 5945 w 9479"/>
                <a:gd name="csY5" fmla="*/ 9247 h 9793"/>
                <a:gd name="csX6" fmla="*/ 7914 w 9479"/>
                <a:gd name="csY6" fmla="*/ 7952 h 9793"/>
                <a:gd name="csX7" fmla="*/ 9056 w 9479"/>
                <a:gd name="csY7" fmla="*/ 3081 h 9793"/>
                <a:gd name="csX8" fmla="*/ 8231 w 9479"/>
                <a:gd name="csY8" fmla="*/ 1570 h 9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479" h="9793">
                  <a:moveTo>
                    <a:pt x="8231" y="1570"/>
                  </a:moveTo>
                  <a:cubicBezTo>
                    <a:pt x="7342" y="-55"/>
                    <a:pt x="5373" y="-488"/>
                    <a:pt x="3849" y="598"/>
                  </a:cubicBezTo>
                  <a:lnTo>
                    <a:pt x="1500" y="2218"/>
                  </a:lnTo>
                  <a:cubicBezTo>
                    <a:pt x="-24" y="3297"/>
                    <a:pt x="-469" y="5462"/>
                    <a:pt x="547" y="6974"/>
                  </a:cubicBezTo>
                  <a:lnTo>
                    <a:pt x="1373" y="8275"/>
                  </a:lnTo>
                  <a:cubicBezTo>
                    <a:pt x="2389" y="9895"/>
                    <a:pt x="4421" y="10219"/>
                    <a:pt x="5945" y="9247"/>
                  </a:cubicBezTo>
                  <a:lnTo>
                    <a:pt x="7914" y="7952"/>
                  </a:lnTo>
                  <a:cubicBezTo>
                    <a:pt x="9374" y="6866"/>
                    <a:pt x="9945" y="4707"/>
                    <a:pt x="9056" y="3081"/>
                  </a:cubicBezTo>
                  <a:lnTo>
                    <a:pt x="8231" y="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C952F70C-DC11-6DC3-3F9E-2FDBF07DC7E7}"/>
                </a:ext>
              </a:extLst>
            </p:cNvPr>
            <p:cNvSpPr/>
            <p:nvPr/>
          </p:nvSpPr>
          <p:spPr>
            <a:xfrm>
              <a:off x="10953449" y="3480670"/>
              <a:ext cx="10681" cy="9327"/>
            </a:xfrm>
            <a:custGeom>
              <a:avLst/>
              <a:gdLst>
                <a:gd name="csX0" fmla="*/ 6778 w 10681"/>
                <a:gd name="csY0" fmla="*/ 6 h 9327"/>
                <a:gd name="csX1" fmla="*/ 10461 w 10681"/>
                <a:gd name="csY1" fmla="*/ 3466 h 9327"/>
                <a:gd name="csX2" fmla="*/ 10652 w 10681"/>
                <a:gd name="csY2" fmla="*/ 4870 h 9327"/>
                <a:gd name="csX3" fmla="*/ 7667 w 10681"/>
                <a:gd name="csY3" fmla="*/ 8763 h 9327"/>
                <a:gd name="csX4" fmla="*/ 4302 w 10681"/>
                <a:gd name="csY4" fmla="*/ 9302 h 9327"/>
                <a:gd name="csX5" fmla="*/ 492 w 10681"/>
                <a:gd name="csY5" fmla="*/ 6495 h 9327"/>
                <a:gd name="csX6" fmla="*/ 47 w 10681"/>
                <a:gd name="csY6" fmla="*/ 3143 h 9327"/>
                <a:gd name="csX7" fmla="*/ 2905 w 10681"/>
                <a:gd name="csY7" fmla="*/ 6 h 9327"/>
                <a:gd name="csX8" fmla="*/ 6905 w 10681"/>
                <a:gd name="csY8" fmla="*/ 222 h 9327"/>
                <a:gd name="csX9" fmla="*/ 6778 w 10681"/>
                <a:gd name="csY9" fmla="*/ 6 h 9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681" h="9327">
                  <a:moveTo>
                    <a:pt x="6778" y="6"/>
                  </a:moveTo>
                  <a:cubicBezTo>
                    <a:pt x="8620" y="6"/>
                    <a:pt x="10270" y="1625"/>
                    <a:pt x="10461" y="3466"/>
                  </a:cubicBezTo>
                  <a:lnTo>
                    <a:pt x="10652" y="4870"/>
                  </a:lnTo>
                  <a:cubicBezTo>
                    <a:pt x="10906" y="6711"/>
                    <a:pt x="9508" y="8439"/>
                    <a:pt x="7667" y="8763"/>
                  </a:cubicBezTo>
                  <a:lnTo>
                    <a:pt x="4302" y="9302"/>
                  </a:lnTo>
                  <a:cubicBezTo>
                    <a:pt x="2460" y="9518"/>
                    <a:pt x="745" y="8331"/>
                    <a:pt x="492" y="6495"/>
                  </a:cubicBezTo>
                  <a:lnTo>
                    <a:pt x="47" y="3143"/>
                  </a:lnTo>
                  <a:cubicBezTo>
                    <a:pt x="-270" y="1301"/>
                    <a:pt x="1063" y="-102"/>
                    <a:pt x="2905" y="6"/>
                  </a:cubicBezTo>
                  <a:lnTo>
                    <a:pt x="6905" y="222"/>
                  </a:lnTo>
                  <a:lnTo>
                    <a:pt x="6778" y="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EA5F3B45-35AF-3BC9-0580-4209BA8D96FA}"/>
                </a:ext>
              </a:extLst>
            </p:cNvPr>
            <p:cNvSpPr/>
            <p:nvPr/>
          </p:nvSpPr>
          <p:spPr>
            <a:xfrm>
              <a:off x="10922027" y="3524160"/>
              <a:ext cx="9380" cy="10396"/>
            </a:xfrm>
            <a:custGeom>
              <a:avLst/>
              <a:gdLst>
                <a:gd name="csX0" fmla="*/ 5497 w 9380"/>
                <a:gd name="csY0" fmla="*/ 96 h 10396"/>
                <a:gd name="csX1" fmla="*/ 862 w 9380"/>
                <a:gd name="csY1" fmla="*/ 2362 h 10396"/>
                <a:gd name="csX2" fmla="*/ 354 w 9380"/>
                <a:gd name="csY2" fmla="*/ 3341 h 10396"/>
                <a:gd name="csX3" fmla="*/ 1497 w 9380"/>
                <a:gd name="csY3" fmla="*/ 8421 h 10396"/>
                <a:gd name="csX4" fmla="*/ 3021 w 9380"/>
                <a:gd name="csY4" fmla="*/ 9716 h 10396"/>
                <a:gd name="csX5" fmla="*/ 7021 w 9380"/>
                <a:gd name="csY5" fmla="*/ 8852 h 10396"/>
                <a:gd name="csX6" fmla="*/ 9117 w 9380"/>
                <a:gd name="csY6" fmla="*/ 4312 h 10396"/>
                <a:gd name="csX7" fmla="*/ 7149 w 9380"/>
                <a:gd name="csY7" fmla="*/ 527 h 10396"/>
                <a:gd name="csX8" fmla="*/ 5497 w 9380"/>
                <a:gd name="csY8" fmla="*/ 204 h 10396"/>
                <a:gd name="csX9" fmla="*/ 5497 w 9380"/>
                <a:gd name="csY9" fmla="*/ 96 h 10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380" h="10396">
                  <a:moveTo>
                    <a:pt x="5497" y="96"/>
                  </a:moveTo>
                  <a:cubicBezTo>
                    <a:pt x="3783" y="-336"/>
                    <a:pt x="1624" y="744"/>
                    <a:pt x="862" y="2362"/>
                  </a:cubicBezTo>
                  <a:lnTo>
                    <a:pt x="354" y="3341"/>
                  </a:lnTo>
                  <a:cubicBezTo>
                    <a:pt x="-408" y="4960"/>
                    <a:pt x="100" y="7341"/>
                    <a:pt x="1497" y="8421"/>
                  </a:cubicBezTo>
                  <a:lnTo>
                    <a:pt x="3021" y="9716"/>
                  </a:lnTo>
                  <a:cubicBezTo>
                    <a:pt x="4418" y="10910"/>
                    <a:pt x="6259" y="10478"/>
                    <a:pt x="7021" y="8852"/>
                  </a:cubicBezTo>
                  <a:lnTo>
                    <a:pt x="9117" y="4312"/>
                  </a:lnTo>
                  <a:cubicBezTo>
                    <a:pt x="9816" y="2579"/>
                    <a:pt x="9117" y="959"/>
                    <a:pt x="7149" y="527"/>
                  </a:cubicBezTo>
                  <a:lnTo>
                    <a:pt x="5497" y="204"/>
                  </a:lnTo>
                  <a:lnTo>
                    <a:pt x="5497" y="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4CD94864-4675-ABB1-6716-395A25174120}"/>
                </a:ext>
              </a:extLst>
            </p:cNvPr>
            <p:cNvSpPr/>
            <p:nvPr/>
          </p:nvSpPr>
          <p:spPr>
            <a:xfrm>
              <a:off x="10923521" y="3548016"/>
              <a:ext cx="12782" cy="11368"/>
            </a:xfrm>
            <a:custGeom>
              <a:avLst/>
              <a:gdLst>
                <a:gd name="csX0" fmla="*/ 10289 w 12782"/>
                <a:gd name="csY0" fmla="*/ 891 h 11368"/>
                <a:gd name="csX1" fmla="*/ 5083 w 12782"/>
                <a:gd name="csY1" fmla="*/ 891 h 11368"/>
                <a:gd name="csX2" fmla="*/ 1336 w 12782"/>
                <a:gd name="csY2" fmla="*/ 4028 h 11368"/>
                <a:gd name="csX3" fmla="*/ 574 w 12782"/>
                <a:gd name="csY3" fmla="*/ 8898 h 11368"/>
                <a:gd name="csX4" fmla="*/ 1336 w 12782"/>
                <a:gd name="csY4" fmla="*/ 9978 h 11368"/>
                <a:gd name="csX5" fmla="*/ 5845 w 12782"/>
                <a:gd name="csY5" fmla="*/ 10733 h 11368"/>
                <a:gd name="csX6" fmla="*/ 11686 w 12782"/>
                <a:gd name="csY6" fmla="*/ 6301 h 11368"/>
                <a:gd name="csX7" fmla="*/ 11686 w 12782"/>
                <a:gd name="csY7" fmla="*/ 2084 h 11368"/>
                <a:gd name="csX8" fmla="*/ 10162 w 12782"/>
                <a:gd name="csY8" fmla="*/ 783 h 11368"/>
                <a:gd name="csX9" fmla="*/ 10289 w 12782"/>
                <a:gd name="csY9" fmla="*/ 891 h 113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782" h="11368">
                  <a:moveTo>
                    <a:pt x="10289" y="891"/>
                  </a:moveTo>
                  <a:cubicBezTo>
                    <a:pt x="8893" y="-297"/>
                    <a:pt x="6480" y="-297"/>
                    <a:pt x="5083" y="891"/>
                  </a:cubicBezTo>
                  <a:lnTo>
                    <a:pt x="1336" y="4028"/>
                  </a:lnTo>
                  <a:cubicBezTo>
                    <a:pt x="-61" y="5221"/>
                    <a:pt x="-442" y="7381"/>
                    <a:pt x="574" y="8898"/>
                  </a:cubicBezTo>
                  <a:lnTo>
                    <a:pt x="1336" y="9978"/>
                  </a:lnTo>
                  <a:cubicBezTo>
                    <a:pt x="2415" y="11489"/>
                    <a:pt x="4447" y="11813"/>
                    <a:pt x="5845" y="10733"/>
                  </a:cubicBezTo>
                  <a:lnTo>
                    <a:pt x="11686" y="6301"/>
                  </a:lnTo>
                  <a:cubicBezTo>
                    <a:pt x="13084" y="5221"/>
                    <a:pt x="13210" y="3272"/>
                    <a:pt x="11686" y="2084"/>
                  </a:cubicBezTo>
                  <a:lnTo>
                    <a:pt x="10162" y="783"/>
                  </a:lnTo>
                  <a:lnTo>
                    <a:pt x="10289" y="8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E8FB72A4-D568-219F-4396-00904ACAEE3C}"/>
                </a:ext>
              </a:extLst>
            </p:cNvPr>
            <p:cNvSpPr/>
            <p:nvPr/>
          </p:nvSpPr>
          <p:spPr>
            <a:xfrm>
              <a:off x="6912292" y="3212280"/>
              <a:ext cx="60070" cy="157880"/>
            </a:xfrm>
            <a:custGeom>
              <a:avLst/>
              <a:gdLst>
                <a:gd name="csX0" fmla="*/ 35496 w 60070"/>
                <a:gd name="csY0" fmla="*/ 4864 h 157880"/>
                <a:gd name="csX1" fmla="*/ 16573 w 60070"/>
                <a:gd name="csY1" fmla="*/ 56121 h 157880"/>
                <a:gd name="csX2" fmla="*/ 0 w 60070"/>
                <a:gd name="csY2" fmla="*/ 73641 h 157880"/>
                <a:gd name="csX3" fmla="*/ 21463 w 60070"/>
                <a:gd name="csY3" fmla="*/ 157880 h 157880"/>
                <a:gd name="csX4" fmla="*/ 32067 w 60070"/>
                <a:gd name="csY4" fmla="*/ 145656 h 157880"/>
                <a:gd name="csX5" fmla="*/ 55118 w 60070"/>
                <a:gd name="csY5" fmla="*/ 75476 h 157880"/>
                <a:gd name="csX6" fmla="*/ 28511 w 60070"/>
                <a:gd name="csY6" fmla="*/ 79153 h 157880"/>
                <a:gd name="csX7" fmla="*/ 41021 w 60070"/>
                <a:gd name="csY7" fmla="*/ 28867 h 157880"/>
                <a:gd name="csX8" fmla="*/ 57594 w 60070"/>
                <a:gd name="csY8" fmla="*/ 37738 h 157880"/>
                <a:gd name="csX9" fmla="*/ 60071 w 60070"/>
                <a:gd name="csY9" fmla="*/ 0 h 157880"/>
                <a:gd name="csX10" fmla="*/ 35496 w 60070"/>
                <a:gd name="csY10" fmla="*/ 5080 h 157880"/>
                <a:gd name="csX11" fmla="*/ 35496 w 60070"/>
                <a:gd name="csY11" fmla="*/ 4864 h 15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070" h="157880">
                  <a:moveTo>
                    <a:pt x="35496" y="4864"/>
                  </a:moveTo>
                  <a:cubicBezTo>
                    <a:pt x="16701" y="51365"/>
                    <a:pt x="20827" y="49200"/>
                    <a:pt x="16573" y="56121"/>
                  </a:cubicBezTo>
                  <a:cubicBezTo>
                    <a:pt x="12064" y="63582"/>
                    <a:pt x="4763" y="70504"/>
                    <a:pt x="0" y="73641"/>
                  </a:cubicBezTo>
                  <a:lnTo>
                    <a:pt x="21463" y="157880"/>
                  </a:lnTo>
                  <a:cubicBezTo>
                    <a:pt x="23495" y="156146"/>
                    <a:pt x="30670" y="145008"/>
                    <a:pt x="32067" y="145656"/>
                  </a:cubicBezTo>
                  <a:lnTo>
                    <a:pt x="55118" y="75476"/>
                  </a:lnTo>
                  <a:lnTo>
                    <a:pt x="28511" y="79153"/>
                  </a:lnTo>
                  <a:lnTo>
                    <a:pt x="41021" y="28867"/>
                  </a:lnTo>
                  <a:lnTo>
                    <a:pt x="57594" y="37738"/>
                  </a:lnTo>
                  <a:lnTo>
                    <a:pt x="60071" y="0"/>
                  </a:lnTo>
                  <a:lnTo>
                    <a:pt x="35496" y="5080"/>
                  </a:lnTo>
                  <a:lnTo>
                    <a:pt x="35496" y="48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59A3F5B-4F21-A241-7A63-3FE6C25EBE23}"/>
                </a:ext>
              </a:extLst>
            </p:cNvPr>
            <p:cNvSpPr/>
            <p:nvPr/>
          </p:nvSpPr>
          <p:spPr>
            <a:xfrm>
              <a:off x="7088314" y="3037096"/>
              <a:ext cx="361695" cy="345820"/>
            </a:xfrm>
            <a:custGeom>
              <a:avLst/>
              <a:gdLst>
                <a:gd name="csX0" fmla="*/ 355473 w 361695"/>
                <a:gd name="csY0" fmla="*/ 301809 h 345820"/>
                <a:gd name="csX1" fmla="*/ 361696 w 361695"/>
                <a:gd name="csY1" fmla="*/ 303219 h 345820"/>
                <a:gd name="csX2" fmla="*/ 344424 w 361695"/>
                <a:gd name="csY2" fmla="*/ 266776 h 345820"/>
                <a:gd name="csX3" fmla="*/ 328803 w 361695"/>
                <a:gd name="csY3" fmla="*/ 264287 h 345820"/>
                <a:gd name="csX4" fmla="*/ 337376 w 361695"/>
                <a:gd name="csY4" fmla="*/ 232817 h 345820"/>
                <a:gd name="csX5" fmla="*/ 319913 w 361695"/>
                <a:gd name="csY5" fmla="*/ 205569 h 345820"/>
                <a:gd name="csX6" fmla="*/ 309435 w 361695"/>
                <a:gd name="csY6" fmla="*/ 205569 h 345820"/>
                <a:gd name="csX7" fmla="*/ 284797 w 361695"/>
                <a:gd name="csY7" fmla="*/ 186969 h 345820"/>
                <a:gd name="csX8" fmla="*/ 273177 w 361695"/>
                <a:gd name="csY8" fmla="*/ 188697 h 345820"/>
                <a:gd name="csX9" fmla="*/ 264604 w 361695"/>
                <a:gd name="csY9" fmla="*/ 178422 h 345820"/>
                <a:gd name="csX10" fmla="*/ 272732 w 361695"/>
                <a:gd name="csY10" fmla="*/ 170853 h 345820"/>
                <a:gd name="csX11" fmla="*/ 247396 w 361695"/>
                <a:gd name="csY11" fmla="*/ 145225 h 345820"/>
                <a:gd name="csX12" fmla="*/ 248920 w 361695"/>
                <a:gd name="csY12" fmla="*/ 120142 h 345820"/>
                <a:gd name="csX13" fmla="*/ 259461 w 361695"/>
                <a:gd name="csY13" fmla="*/ 115703 h 345820"/>
                <a:gd name="csX14" fmla="*/ 274701 w 361695"/>
                <a:gd name="csY14" fmla="*/ 93212 h 345820"/>
                <a:gd name="csX15" fmla="*/ 267208 w 361695"/>
                <a:gd name="csY15" fmla="*/ 79153 h 345820"/>
                <a:gd name="csX16" fmla="*/ 278702 w 361695"/>
                <a:gd name="csY16" fmla="*/ 74613 h 345820"/>
                <a:gd name="csX17" fmla="*/ 280733 w 361695"/>
                <a:gd name="csY17" fmla="*/ 60662 h 345820"/>
                <a:gd name="csX18" fmla="*/ 244094 w 361695"/>
                <a:gd name="csY18" fmla="*/ 56445 h 345820"/>
                <a:gd name="csX19" fmla="*/ 224727 w 361695"/>
                <a:gd name="csY19" fmla="*/ 6814 h 345820"/>
                <a:gd name="csX20" fmla="*/ 203454 w 361695"/>
                <a:gd name="csY20" fmla="*/ 16974 h 345820"/>
                <a:gd name="csX21" fmla="*/ 201104 w 361695"/>
                <a:gd name="csY21" fmla="*/ 4001 h 345820"/>
                <a:gd name="csX22" fmla="*/ 153353 w 361695"/>
                <a:gd name="csY22" fmla="*/ 0 h 345820"/>
                <a:gd name="csX23" fmla="*/ 150241 w 361695"/>
                <a:gd name="csY23" fmla="*/ 9944 h 345820"/>
                <a:gd name="csX24" fmla="*/ 132779 w 361695"/>
                <a:gd name="csY24" fmla="*/ 14815 h 345820"/>
                <a:gd name="csX25" fmla="*/ 118110 w 361695"/>
                <a:gd name="csY25" fmla="*/ 32334 h 345820"/>
                <a:gd name="csX26" fmla="*/ 93853 w 361695"/>
                <a:gd name="csY26" fmla="*/ 39465 h 345820"/>
                <a:gd name="csX27" fmla="*/ 95694 w 361695"/>
                <a:gd name="csY27" fmla="*/ 72993 h 345820"/>
                <a:gd name="csX28" fmla="*/ 90615 w 361695"/>
                <a:gd name="csY28" fmla="*/ 87052 h 345820"/>
                <a:gd name="csX29" fmla="*/ 90615 w 361695"/>
                <a:gd name="csY29" fmla="*/ 107486 h 345820"/>
                <a:gd name="csX30" fmla="*/ 79629 w 361695"/>
                <a:gd name="csY30" fmla="*/ 126410 h 345820"/>
                <a:gd name="csX31" fmla="*/ 0 w 361695"/>
                <a:gd name="csY31" fmla="*/ 170853 h 345820"/>
                <a:gd name="csX32" fmla="*/ 8763 w 361695"/>
                <a:gd name="csY32" fmla="*/ 201892 h 345820"/>
                <a:gd name="csX33" fmla="*/ 19812 w 361695"/>
                <a:gd name="csY33" fmla="*/ 202648 h 345820"/>
                <a:gd name="csX34" fmla="*/ 17335 w 361695"/>
                <a:gd name="csY34" fmla="*/ 221139 h 345820"/>
                <a:gd name="csX35" fmla="*/ 17335 w 361695"/>
                <a:gd name="csY35" fmla="*/ 221355 h 345820"/>
                <a:gd name="csX36" fmla="*/ 64262 w 361695"/>
                <a:gd name="csY36" fmla="*/ 232817 h 345820"/>
                <a:gd name="csX37" fmla="*/ 121412 w 361695"/>
                <a:gd name="csY37" fmla="*/ 262769 h 345820"/>
                <a:gd name="csX38" fmla="*/ 222885 w 361695"/>
                <a:gd name="csY38" fmla="*/ 342576 h 345820"/>
                <a:gd name="csX39" fmla="*/ 286067 w 361695"/>
                <a:gd name="csY39" fmla="*/ 345821 h 345820"/>
                <a:gd name="csX40" fmla="*/ 308356 w 361695"/>
                <a:gd name="csY40" fmla="*/ 306781 h 345820"/>
                <a:gd name="csX41" fmla="*/ 340741 w 361695"/>
                <a:gd name="csY41" fmla="*/ 307867 h 345820"/>
                <a:gd name="csX42" fmla="*/ 349186 w 361695"/>
                <a:gd name="csY42" fmla="*/ 319545 h 345820"/>
                <a:gd name="csX43" fmla="*/ 353187 w 361695"/>
                <a:gd name="csY43" fmla="*/ 317595 h 345820"/>
                <a:gd name="csX44" fmla="*/ 356933 w 361695"/>
                <a:gd name="csY44" fmla="*/ 310134 h 345820"/>
                <a:gd name="csX45" fmla="*/ 355791 w 361695"/>
                <a:gd name="csY45" fmla="*/ 302025 h 345820"/>
                <a:gd name="csX46" fmla="*/ 355473 w 361695"/>
                <a:gd name="csY46" fmla="*/ 301809 h 345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361695" h="345820">
                  <a:moveTo>
                    <a:pt x="355473" y="301809"/>
                  </a:moveTo>
                  <a:cubicBezTo>
                    <a:pt x="357822" y="302349"/>
                    <a:pt x="359791" y="302781"/>
                    <a:pt x="361696" y="303219"/>
                  </a:cubicBezTo>
                  <a:lnTo>
                    <a:pt x="344424" y="266776"/>
                  </a:lnTo>
                  <a:lnTo>
                    <a:pt x="328803" y="264287"/>
                  </a:lnTo>
                  <a:lnTo>
                    <a:pt x="337376" y="232817"/>
                  </a:lnTo>
                  <a:lnTo>
                    <a:pt x="319913" y="205569"/>
                  </a:lnTo>
                  <a:lnTo>
                    <a:pt x="309435" y="205569"/>
                  </a:lnTo>
                  <a:lnTo>
                    <a:pt x="284797" y="186969"/>
                  </a:lnTo>
                  <a:lnTo>
                    <a:pt x="273177" y="188697"/>
                  </a:lnTo>
                  <a:lnTo>
                    <a:pt x="264604" y="178422"/>
                  </a:lnTo>
                  <a:lnTo>
                    <a:pt x="272732" y="170853"/>
                  </a:lnTo>
                  <a:lnTo>
                    <a:pt x="247396" y="145225"/>
                  </a:lnTo>
                  <a:lnTo>
                    <a:pt x="248920" y="120142"/>
                  </a:lnTo>
                  <a:lnTo>
                    <a:pt x="259461" y="115703"/>
                  </a:lnTo>
                  <a:lnTo>
                    <a:pt x="274701" y="93212"/>
                  </a:lnTo>
                  <a:lnTo>
                    <a:pt x="267208" y="79153"/>
                  </a:lnTo>
                  <a:lnTo>
                    <a:pt x="278702" y="74613"/>
                  </a:lnTo>
                  <a:lnTo>
                    <a:pt x="280733" y="60662"/>
                  </a:lnTo>
                  <a:lnTo>
                    <a:pt x="244094" y="56445"/>
                  </a:lnTo>
                  <a:lnTo>
                    <a:pt x="224727" y="6814"/>
                  </a:lnTo>
                  <a:lnTo>
                    <a:pt x="203454" y="16974"/>
                  </a:lnTo>
                  <a:lnTo>
                    <a:pt x="201104" y="4001"/>
                  </a:lnTo>
                  <a:lnTo>
                    <a:pt x="153353" y="0"/>
                  </a:lnTo>
                  <a:lnTo>
                    <a:pt x="150241" y="9944"/>
                  </a:lnTo>
                  <a:lnTo>
                    <a:pt x="132779" y="14815"/>
                  </a:lnTo>
                  <a:lnTo>
                    <a:pt x="118110" y="32334"/>
                  </a:lnTo>
                  <a:lnTo>
                    <a:pt x="93853" y="39465"/>
                  </a:lnTo>
                  <a:lnTo>
                    <a:pt x="95694" y="72993"/>
                  </a:lnTo>
                  <a:lnTo>
                    <a:pt x="90615" y="87052"/>
                  </a:lnTo>
                  <a:lnTo>
                    <a:pt x="90615" y="107486"/>
                  </a:lnTo>
                  <a:lnTo>
                    <a:pt x="79629" y="126410"/>
                  </a:lnTo>
                  <a:lnTo>
                    <a:pt x="0" y="170853"/>
                  </a:lnTo>
                  <a:lnTo>
                    <a:pt x="8763" y="201892"/>
                  </a:lnTo>
                  <a:lnTo>
                    <a:pt x="19812" y="202648"/>
                  </a:lnTo>
                  <a:lnTo>
                    <a:pt x="17335" y="221139"/>
                  </a:lnTo>
                  <a:lnTo>
                    <a:pt x="17335" y="221355"/>
                  </a:lnTo>
                  <a:lnTo>
                    <a:pt x="64262" y="232817"/>
                  </a:lnTo>
                  <a:lnTo>
                    <a:pt x="121412" y="262769"/>
                  </a:lnTo>
                  <a:lnTo>
                    <a:pt x="222885" y="342576"/>
                  </a:lnTo>
                  <a:lnTo>
                    <a:pt x="286067" y="345821"/>
                  </a:lnTo>
                  <a:lnTo>
                    <a:pt x="308356" y="306781"/>
                  </a:lnTo>
                  <a:lnTo>
                    <a:pt x="340741" y="307867"/>
                  </a:lnTo>
                  <a:lnTo>
                    <a:pt x="349186" y="319545"/>
                  </a:lnTo>
                  <a:cubicBezTo>
                    <a:pt x="350583" y="319221"/>
                    <a:pt x="351980" y="318681"/>
                    <a:pt x="353187" y="317595"/>
                  </a:cubicBezTo>
                  <a:cubicBezTo>
                    <a:pt x="353822" y="316840"/>
                    <a:pt x="359029" y="314141"/>
                    <a:pt x="356933" y="310134"/>
                  </a:cubicBezTo>
                  <a:cubicBezTo>
                    <a:pt x="356108" y="307759"/>
                    <a:pt x="350901" y="300946"/>
                    <a:pt x="355791" y="302025"/>
                  </a:cubicBezTo>
                  <a:lnTo>
                    <a:pt x="355473" y="301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03DAE73-AE83-5B87-EB1E-070E4978E20A}"/>
                </a:ext>
              </a:extLst>
            </p:cNvPr>
            <p:cNvSpPr/>
            <p:nvPr/>
          </p:nvSpPr>
          <p:spPr>
            <a:xfrm>
              <a:off x="7707784" y="3458940"/>
              <a:ext cx="36305" cy="20893"/>
            </a:xfrm>
            <a:custGeom>
              <a:avLst/>
              <a:gdLst>
                <a:gd name="csX0" fmla="*/ 34581 w 36305"/>
                <a:gd name="csY0" fmla="*/ 0 h 20893"/>
                <a:gd name="csX1" fmla="*/ 18007 w 36305"/>
                <a:gd name="csY1" fmla="*/ 4108 h 20893"/>
                <a:gd name="csX2" fmla="*/ 17055 w 36305"/>
                <a:gd name="csY2" fmla="*/ 4108 h 20893"/>
                <a:gd name="csX3" fmla="*/ 9625 w 36305"/>
                <a:gd name="csY3" fmla="*/ 11138 h 20893"/>
                <a:gd name="csX4" fmla="*/ 1941 w 36305"/>
                <a:gd name="csY4" fmla="*/ 14275 h 20893"/>
                <a:gd name="csX5" fmla="*/ 608 w 36305"/>
                <a:gd name="csY5" fmla="*/ 19139 h 20893"/>
                <a:gd name="csX6" fmla="*/ 4926 w 36305"/>
                <a:gd name="csY6" fmla="*/ 20434 h 20893"/>
                <a:gd name="csX7" fmla="*/ 16927 w 36305"/>
                <a:gd name="csY7" fmla="*/ 13519 h 20893"/>
                <a:gd name="csX8" fmla="*/ 24992 w 36305"/>
                <a:gd name="csY8" fmla="*/ 12973 h 20893"/>
                <a:gd name="csX9" fmla="*/ 34517 w 36305"/>
                <a:gd name="csY9" fmla="*/ 108 h 20893"/>
                <a:gd name="csX10" fmla="*/ 34581 w 36305"/>
                <a:gd name="csY10" fmla="*/ 0 h 2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305" h="20893">
                  <a:moveTo>
                    <a:pt x="34581" y="0"/>
                  </a:moveTo>
                  <a:cubicBezTo>
                    <a:pt x="24294" y="755"/>
                    <a:pt x="24103" y="4216"/>
                    <a:pt x="18007" y="4108"/>
                  </a:cubicBezTo>
                  <a:lnTo>
                    <a:pt x="17055" y="4108"/>
                  </a:lnTo>
                  <a:cubicBezTo>
                    <a:pt x="12165" y="3892"/>
                    <a:pt x="14134" y="9296"/>
                    <a:pt x="9625" y="11138"/>
                  </a:cubicBezTo>
                  <a:lnTo>
                    <a:pt x="1941" y="14275"/>
                  </a:lnTo>
                  <a:cubicBezTo>
                    <a:pt x="-1424" y="15678"/>
                    <a:pt x="608" y="19786"/>
                    <a:pt x="608" y="19139"/>
                  </a:cubicBezTo>
                  <a:cubicBezTo>
                    <a:pt x="1370" y="20758"/>
                    <a:pt x="3402" y="21412"/>
                    <a:pt x="4926" y="20434"/>
                  </a:cubicBezTo>
                  <a:lnTo>
                    <a:pt x="16927" y="13519"/>
                  </a:lnTo>
                  <a:cubicBezTo>
                    <a:pt x="21372" y="11030"/>
                    <a:pt x="21372" y="16433"/>
                    <a:pt x="24992" y="12973"/>
                  </a:cubicBezTo>
                  <a:cubicBezTo>
                    <a:pt x="34708" y="3461"/>
                    <a:pt x="39025" y="432"/>
                    <a:pt x="34517" y="108"/>
                  </a:cubicBezTo>
                  <a:lnTo>
                    <a:pt x="3458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F0EABDC5-592F-52A4-1667-156C3AE8D9B3}"/>
                </a:ext>
              </a:extLst>
            </p:cNvPr>
            <p:cNvSpPr/>
            <p:nvPr/>
          </p:nvSpPr>
          <p:spPr>
            <a:xfrm>
              <a:off x="7653871" y="3474839"/>
              <a:ext cx="10157" cy="8512"/>
            </a:xfrm>
            <a:custGeom>
              <a:avLst/>
              <a:gdLst>
                <a:gd name="csX0" fmla="*/ 4927 w 10157"/>
                <a:gd name="csY0" fmla="*/ 103 h 8512"/>
                <a:gd name="csX1" fmla="*/ 4292 w 10157"/>
                <a:gd name="csY1" fmla="*/ 103 h 8512"/>
                <a:gd name="csX2" fmla="*/ 101 w 10157"/>
                <a:gd name="csY2" fmla="*/ 3564 h 8512"/>
                <a:gd name="csX3" fmla="*/ 2578 w 10157"/>
                <a:gd name="csY3" fmla="*/ 7456 h 8512"/>
                <a:gd name="csX4" fmla="*/ 9944 w 10157"/>
                <a:gd name="csY4" fmla="*/ 6053 h 8512"/>
                <a:gd name="csX5" fmla="*/ 4927 w 10157"/>
                <a:gd name="csY5" fmla="*/ 103 h 8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57" h="8512">
                  <a:moveTo>
                    <a:pt x="4927" y="103"/>
                  </a:moveTo>
                  <a:lnTo>
                    <a:pt x="4292" y="103"/>
                  </a:lnTo>
                  <a:cubicBezTo>
                    <a:pt x="610" y="-760"/>
                    <a:pt x="-343" y="4104"/>
                    <a:pt x="101" y="3564"/>
                  </a:cubicBezTo>
                  <a:cubicBezTo>
                    <a:pt x="-343" y="5405"/>
                    <a:pt x="863" y="7132"/>
                    <a:pt x="2578" y="7456"/>
                  </a:cubicBezTo>
                  <a:cubicBezTo>
                    <a:pt x="4419" y="7456"/>
                    <a:pt x="11468" y="10593"/>
                    <a:pt x="9944" y="6053"/>
                  </a:cubicBezTo>
                  <a:cubicBezTo>
                    <a:pt x="9944" y="6053"/>
                    <a:pt x="9055" y="973"/>
                    <a:pt x="4927" y="1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E874CB78-169D-47D4-1B08-61E5BE21D8FF}"/>
                </a:ext>
              </a:extLst>
            </p:cNvPr>
            <p:cNvSpPr/>
            <p:nvPr/>
          </p:nvSpPr>
          <p:spPr>
            <a:xfrm>
              <a:off x="7625549" y="3464572"/>
              <a:ext cx="9754" cy="6661"/>
            </a:xfrm>
            <a:custGeom>
              <a:avLst/>
              <a:gdLst>
                <a:gd name="csX0" fmla="*/ 9246 w 9754"/>
                <a:gd name="csY0" fmla="*/ 2908 h 6661"/>
                <a:gd name="csX1" fmla="*/ 2325 w 9754"/>
                <a:gd name="csY1" fmla="*/ 95 h 6661"/>
                <a:gd name="csX2" fmla="*/ 229 w 9754"/>
                <a:gd name="csY2" fmla="*/ 3232 h 6661"/>
                <a:gd name="csX3" fmla="*/ 483 w 9754"/>
                <a:gd name="csY3" fmla="*/ 3880 h 6661"/>
                <a:gd name="csX4" fmla="*/ 7722 w 9754"/>
                <a:gd name="csY4" fmla="*/ 6369 h 6661"/>
                <a:gd name="csX5" fmla="*/ 9246 w 9754"/>
                <a:gd name="csY5" fmla="*/ 2800 h 6661"/>
                <a:gd name="csX6" fmla="*/ 9246 w 9754"/>
                <a:gd name="csY6" fmla="*/ 2908 h 6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54" h="6661">
                  <a:moveTo>
                    <a:pt x="9246" y="2908"/>
                  </a:moveTo>
                  <a:cubicBezTo>
                    <a:pt x="7278" y="-553"/>
                    <a:pt x="1690" y="-13"/>
                    <a:pt x="2325" y="95"/>
                  </a:cubicBezTo>
                  <a:cubicBezTo>
                    <a:pt x="483" y="95"/>
                    <a:pt x="-469" y="1613"/>
                    <a:pt x="229" y="3232"/>
                  </a:cubicBezTo>
                  <a:lnTo>
                    <a:pt x="483" y="3880"/>
                  </a:lnTo>
                  <a:cubicBezTo>
                    <a:pt x="2070" y="7772"/>
                    <a:pt x="8294" y="6477"/>
                    <a:pt x="7722" y="6369"/>
                  </a:cubicBezTo>
                  <a:cubicBezTo>
                    <a:pt x="11215" y="6045"/>
                    <a:pt x="9120" y="2260"/>
                    <a:pt x="9246" y="2800"/>
                  </a:cubicBezTo>
                  <a:lnTo>
                    <a:pt x="9246" y="29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9481FD4-F92D-E400-5D99-1A49D7D73AB1}"/>
                </a:ext>
              </a:extLst>
            </p:cNvPr>
            <p:cNvSpPr/>
            <p:nvPr/>
          </p:nvSpPr>
          <p:spPr>
            <a:xfrm>
              <a:off x="7283005" y="2937173"/>
              <a:ext cx="721613" cy="596683"/>
            </a:xfrm>
            <a:custGeom>
              <a:avLst/>
              <a:gdLst>
                <a:gd name="csX0" fmla="*/ 702373 w 721613"/>
                <a:gd name="csY0" fmla="*/ 516356 h 596683"/>
                <a:gd name="csX1" fmla="*/ 700850 w 721613"/>
                <a:gd name="csY1" fmla="*/ 476999 h 596683"/>
                <a:gd name="csX2" fmla="*/ 666242 w 721613"/>
                <a:gd name="csY2" fmla="*/ 462940 h 596683"/>
                <a:gd name="csX3" fmla="*/ 631444 w 721613"/>
                <a:gd name="csY3" fmla="*/ 412547 h 596683"/>
                <a:gd name="csX4" fmla="*/ 666242 w 721613"/>
                <a:gd name="csY4" fmla="*/ 370808 h 596683"/>
                <a:gd name="csX5" fmla="*/ 662750 w 721613"/>
                <a:gd name="csY5" fmla="*/ 351123 h 596683"/>
                <a:gd name="csX6" fmla="*/ 628523 w 721613"/>
                <a:gd name="csY6" fmla="*/ 343230 h 596683"/>
                <a:gd name="csX7" fmla="*/ 621601 w 721613"/>
                <a:gd name="csY7" fmla="*/ 277374 h 596683"/>
                <a:gd name="csX8" fmla="*/ 632015 w 721613"/>
                <a:gd name="csY8" fmla="*/ 261696 h 596683"/>
                <a:gd name="csX9" fmla="*/ 616331 w 721613"/>
                <a:gd name="csY9" fmla="*/ 251638 h 596683"/>
                <a:gd name="csX10" fmla="*/ 644651 w 721613"/>
                <a:gd name="csY10" fmla="*/ 181566 h 596683"/>
                <a:gd name="csX11" fmla="*/ 640969 w 721613"/>
                <a:gd name="csY11" fmla="*/ 130740 h 596683"/>
                <a:gd name="csX12" fmla="*/ 612394 w 721613"/>
                <a:gd name="csY12" fmla="*/ 129553 h 596683"/>
                <a:gd name="csX13" fmla="*/ 602170 w 721613"/>
                <a:gd name="csY13" fmla="*/ 113329 h 596683"/>
                <a:gd name="csX14" fmla="*/ 582993 w 721613"/>
                <a:gd name="csY14" fmla="*/ 107817 h 596683"/>
                <a:gd name="csX15" fmla="*/ 573468 w 721613"/>
                <a:gd name="csY15" fmla="*/ 90081 h 596683"/>
                <a:gd name="csX16" fmla="*/ 502793 w 721613"/>
                <a:gd name="csY16" fmla="*/ 74835 h 596683"/>
                <a:gd name="csX17" fmla="*/ 498348 w 721613"/>
                <a:gd name="csY17" fmla="*/ 61855 h 596683"/>
                <a:gd name="csX18" fmla="*/ 465899 w 721613"/>
                <a:gd name="csY18" fmla="*/ 61855 h 596683"/>
                <a:gd name="csX19" fmla="*/ 458215 w 721613"/>
                <a:gd name="csY19" fmla="*/ 70510 h 596683"/>
                <a:gd name="csX20" fmla="*/ 420941 w 721613"/>
                <a:gd name="csY20" fmla="*/ 73101 h 596683"/>
                <a:gd name="csX21" fmla="*/ 404304 w 721613"/>
                <a:gd name="csY21" fmla="*/ 94621 h 596683"/>
                <a:gd name="csX22" fmla="*/ 373189 w 721613"/>
                <a:gd name="csY22" fmla="*/ 102730 h 596683"/>
                <a:gd name="csX23" fmla="*/ 375158 w 721613"/>
                <a:gd name="csY23" fmla="*/ 109220 h 596683"/>
                <a:gd name="csX24" fmla="*/ 376809 w 721613"/>
                <a:gd name="csY24" fmla="*/ 119170 h 596683"/>
                <a:gd name="csX25" fmla="*/ 376238 w 721613"/>
                <a:gd name="csY25" fmla="*/ 120142 h 596683"/>
                <a:gd name="csX26" fmla="*/ 363283 w 721613"/>
                <a:gd name="csY26" fmla="*/ 118307 h 596683"/>
                <a:gd name="csX27" fmla="*/ 360425 w 721613"/>
                <a:gd name="csY27" fmla="*/ 113868 h 596683"/>
                <a:gd name="csX28" fmla="*/ 276987 w 721613"/>
                <a:gd name="csY28" fmla="*/ 125876 h 596683"/>
                <a:gd name="csX29" fmla="*/ 261620 w 721613"/>
                <a:gd name="csY29" fmla="*/ 122199 h 596683"/>
                <a:gd name="csX30" fmla="*/ 236538 w 721613"/>
                <a:gd name="csY30" fmla="*/ 104356 h 596683"/>
                <a:gd name="csX31" fmla="*/ 228726 w 721613"/>
                <a:gd name="csY31" fmla="*/ 94945 h 596683"/>
                <a:gd name="csX32" fmla="*/ 195263 w 721613"/>
                <a:gd name="csY32" fmla="*/ 87376 h 596683"/>
                <a:gd name="csX33" fmla="*/ 186055 w 721613"/>
                <a:gd name="csY33" fmla="*/ 74619 h 596683"/>
                <a:gd name="csX34" fmla="*/ 183578 w 721613"/>
                <a:gd name="csY34" fmla="*/ 55366 h 596683"/>
                <a:gd name="csX35" fmla="*/ 171767 w 721613"/>
                <a:gd name="csY35" fmla="*/ 55366 h 596683"/>
                <a:gd name="csX36" fmla="*/ 149288 w 721613"/>
                <a:gd name="csY36" fmla="*/ 35903 h 596683"/>
                <a:gd name="csX37" fmla="*/ 153606 w 721613"/>
                <a:gd name="csY37" fmla="*/ 20009 h 596683"/>
                <a:gd name="csX38" fmla="*/ 162051 w 721613"/>
                <a:gd name="csY38" fmla="*/ 12979 h 596683"/>
                <a:gd name="csX39" fmla="*/ 146240 w 721613"/>
                <a:gd name="csY39" fmla="*/ 0 h 596683"/>
                <a:gd name="csX40" fmla="*/ 97091 w 721613"/>
                <a:gd name="csY40" fmla="*/ 37205 h 596683"/>
                <a:gd name="csX41" fmla="*/ 50990 w 721613"/>
                <a:gd name="csY41" fmla="*/ 34823 h 596683"/>
                <a:gd name="csX42" fmla="*/ 29273 w 721613"/>
                <a:gd name="csY42" fmla="*/ 12116 h 596683"/>
                <a:gd name="csX43" fmla="*/ 0 w 721613"/>
                <a:gd name="csY43" fmla="*/ 12656 h 596683"/>
                <a:gd name="csX44" fmla="*/ 14414 w 721613"/>
                <a:gd name="csY44" fmla="*/ 56344 h 596683"/>
                <a:gd name="csX45" fmla="*/ 7493 w 721613"/>
                <a:gd name="csY45" fmla="*/ 76346 h 596683"/>
                <a:gd name="csX46" fmla="*/ 20891 w 721613"/>
                <a:gd name="csY46" fmla="*/ 83483 h 596683"/>
                <a:gd name="csX47" fmla="*/ 49275 w 721613"/>
                <a:gd name="csY47" fmla="*/ 156369 h 596683"/>
                <a:gd name="csX48" fmla="*/ 85978 w 721613"/>
                <a:gd name="csY48" fmla="*/ 160585 h 596683"/>
                <a:gd name="csX49" fmla="*/ 83883 w 721613"/>
                <a:gd name="csY49" fmla="*/ 174536 h 596683"/>
                <a:gd name="csX50" fmla="*/ 72453 w 721613"/>
                <a:gd name="csY50" fmla="*/ 179076 h 596683"/>
                <a:gd name="csX51" fmla="*/ 79883 w 721613"/>
                <a:gd name="csY51" fmla="*/ 193135 h 596683"/>
                <a:gd name="csX52" fmla="*/ 64643 w 721613"/>
                <a:gd name="csY52" fmla="*/ 215627 h 596683"/>
                <a:gd name="csX53" fmla="*/ 54165 w 721613"/>
                <a:gd name="csY53" fmla="*/ 220059 h 596683"/>
                <a:gd name="csX54" fmla="*/ 52641 w 721613"/>
                <a:gd name="csY54" fmla="*/ 245148 h 596683"/>
                <a:gd name="csX55" fmla="*/ 77977 w 721613"/>
                <a:gd name="csY55" fmla="*/ 270777 h 596683"/>
                <a:gd name="csX56" fmla="*/ 69850 w 721613"/>
                <a:gd name="csY56" fmla="*/ 278346 h 596683"/>
                <a:gd name="csX57" fmla="*/ 78359 w 721613"/>
                <a:gd name="csY57" fmla="*/ 288620 h 596683"/>
                <a:gd name="csX58" fmla="*/ 89979 w 721613"/>
                <a:gd name="csY58" fmla="*/ 286893 h 596683"/>
                <a:gd name="csX59" fmla="*/ 114617 w 721613"/>
                <a:gd name="csY59" fmla="*/ 305492 h 596683"/>
                <a:gd name="csX60" fmla="*/ 125158 w 721613"/>
                <a:gd name="csY60" fmla="*/ 305492 h 596683"/>
                <a:gd name="csX61" fmla="*/ 142557 w 721613"/>
                <a:gd name="csY61" fmla="*/ 332740 h 596683"/>
                <a:gd name="csX62" fmla="*/ 134048 w 721613"/>
                <a:gd name="csY62" fmla="*/ 364211 h 596683"/>
                <a:gd name="csX63" fmla="*/ 149606 w 721613"/>
                <a:gd name="csY63" fmla="*/ 366694 h 596683"/>
                <a:gd name="csX64" fmla="*/ 166941 w 721613"/>
                <a:gd name="csY64" fmla="*/ 403136 h 596683"/>
                <a:gd name="csX65" fmla="*/ 175704 w 721613"/>
                <a:gd name="csY65" fmla="*/ 403136 h 596683"/>
                <a:gd name="csX66" fmla="*/ 182372 w 721613"/>
                <a:gd name="csY66" fmla="*/ 396761 h 596683"/>
                <a:gd name="csX67" fmla="*/ 183451 w 721613"/>
                <a:gd name="csY67" fmla="*/ 385515 h 596683"/>
                <a:gd name="csX68" fmla="*/ 195072 w 721613"/>
                <a:gd name="csY68" fmla="*/ 383673 h 596683"/>
                <a:gd name="csX69" fmla="*/ 193230 w 721613"/>
                <a:gd name="csY69" fmla="*/ 388322 h 596683"/>
                <a:gd name="csX70" fmla="*/ 193675 w 721613"/>
                <a:gd name="csY70" fmla="*/ 391135 h 596683"/>
                <a:gd name="csX71" fmla="*/ 202438 w 721613"/>
                <a:gd name="csY71" fmla="*/ 393948 h 596683"/>
                <a:gd name="csX72" fmla="*/ 206946 w 721613"/>
                <a:gd name="csY72" fmla="*/ 399790 h 596683"/>
                <a:gd name="csX73" fmla="*/ 210629 w 721613"/>
                <a:gd name="csY73" fmla="*/ 401085 h 596683"/>
                <a:gd name="csX74" fmla="*/ 232854 w 721613"/>
                <a:gd name="csY74" fmla="*/ 406597 h 596683"/>
                <a:gd name="csX75" fmla="*/ 247967 w 721613"/>
                <a:gd name="csY75" fmla="*/ 423037 h 596683"/>
                <a:gd name="csX76" fmla="*/ 250253 w 721613"/>
                <a:gd name="csY76" fmla="*/ 433635 h 596683"/>
                <a:gd name="csX77" fmla="*/ 255777 w 721613"/>
                <a:gd name="csY77" fmla="*/ 437636 h 596683"/>
                <a:gd name="csX78" fmla="*/ 258825 w 721613"/>
                <a:gd name="csY78" fmla="*/ 445421 h 596683"/>
                <a:gd name="csX79" fmla="*/ 264540 w 721613"/>
                <a:gd name="csY79" fmla="*/ 455047 h 596683"/>
                <a:gd name="csX80" fmla="*/ 266826 w 721613"/>
                <a:gd name="csY80" fmla="*/ 464668 h 596683"/>
                <a:gd name="csX81" fmla="*/ 271272 w 721613"/>
                <a:gd name="csY81" fmla="*/ 470402 h 596683"/>
                <a:gd name="csX82" fmla="*/ 274383 w 721613"/>
                <a:gd name="csY82" fmla="*/ 478295 h 596683"/>
                <a:gd name="csX83" fmla="*/ 290766 w 721613"/>
                <a:gd name="csY83" fmla="*/ 489109 h 596683"/>
                <a:gd name="csX84" fmla="*/ 305435 w 721613"/>
                <a:gd name="csY84" fmla="*/ 490296 h 596683"/>
                <a:gd name="csX85" fmla="*/ 323088 w 721613"/>
                <a:gd name="csY85" fmla="*/ 501110 h 596683"/>
                <a:gd name="csX86" fmla="*/ 322770 w 721613"/>
                <a:gd name="csY86" fmla="*/ 505003 h 596683"/>
                <a:gd name="csX87" fmla="*/ 322897 w 721613"/>
                <a:gd name="csY87" fmla="*/ 508572 h 596683"/>
                <a:gd name="csX88" fmla="*/ 334454 w 721613"/>
                <a:gd name="csY88" fmla="*/ 515169 h 596683"/>
                <a:gd name="csX89" fmla="*/ 355790 w 721613"/>
                <a:gd name="csY89" fmla="*/ 524796 h 596683"/>
                <a:gd name="csX90" fmla="*/ 369315 w 721613"/>
                <a:gd name="csY90" fmla="*/ 532473 h 596683"/>
                <a:gd name="csX91" fmla="*/ 387603 w 721613"/>
                <a:gd name="csY91" fmla="*/ 533013 h 596683"/>
                <a:gd name="csX92" fmla="*/ 407415 w 721613"/>
                <a:gd name="csY92" fmla="*/ 539395 h 596683"/>
                <a:gd name="csX93" fmla="*/ 418909 w 721613"/>
                <a:gd name="csY93" fmla="*/ 531933 h 596683"/>
                <a:gd name="csX94" fmla="*/ 427672 w 721613"/>
                <a:gd name="csY94" fmla="*/ 530092 h 596683"/>
                <a:gd name="csX95" fmla="*/ 433641 w 721613"/>
                <a:gd name="csY95" fmla="*/ 525012 h 596683"/>
                <a:gd name="csX96" fmla="*/ 481901 w 721613"/>
                <a:gd name="csY96" fmla="*/ 518198 h 596683"/>
                <a:gd name="csX97" fmla="*/ 489458 w 721613"/>
                <a:gd name="csY97" fmla="*/ 530200 h 596683"/>
                <a:gd name="csX98" fmla="*/ 491553 w 721613"/>
                <a:gd name="csY98" fmla="*/ 549015 h 596683"/>
                <a:gd name="csX99" fmla="*/ 503872 w 721613"/>
                <a:gd name="csY99" fmla="*/ 569995 h 596683"/>
                <a:gd name="csX100" fmla="*/ 518985 w 721613"/>
                <a:gd name="csY100" fmla="*/ 572052 h 596683"/>
                <a:gd name="csX101" fmla="*/ 526669 w 721613"/>
                <a:gd name="csY101" fmla="*/ 576809 h 596683"/>
                <a:gd name="csX102" fmla="*/ 555942 w 721613"/>
                <a:gd name="csY102" fmla="*/ 578860 h 596683"/>
                <a:gd name="csX103" fmla="*/ 568833 w 721613"/>
                <a:gd name="csY103" fmla="*/ 584378 h 596683"/>
                <a:gd name="csX104" fmla="*/ 576834 w 721613"/>
                <a:gd name="csY104" fmla="*/ 581457 h 596683"/>
                <a:gd name="csX105" fmla="*/ 584517 w 721613"/>
                <a:gd name="csY105" fmla="*/ 583838 h 596683"/>
                <a:gd name="csX106" fmla="*/ 590550 w 721613"/>
                <a:gd name="csY106" fmla="*/ 585997 h 596683"/>
                <a:gd name="csX107" fmla="*/ 610171 w 721613"/>
                <a:gd name="csY107" fmla="*/ 586867 h 596683"/>
                <a:gd name="csX108" fmla="*/ 618680 w 721613"/>
                <a:gd name="csY108" fmla="*/ 581997 h 596683"/>
                <a:gd name="csX109" fmla="*/ 624205 w 721613"/>
                <a:gd name="csY109" fmla="*/ 585781 h 596683"/>
                <a:gd name="csX110" fmla="*/ 627570 w 721613"/>
                <a:gd name="csY110" fmla="*/ 589566 h 596683"/>
                <a:gd name="csX111" fmla="*/ 649732 w 721613"/>
                <a:gd name="csY111" fmla="*/ 596487 h 596683"/>
                <a:gd name="csX112" fmla="*/ 655638 w 721613"/>
                <a:gd name="csY112" fmla="*/ 593566 h 596683"/>
                <a:gd name="csX113" fmla="*/ 659638 w 721613"/>
                <a:gd name="csY113" fmla="*/ 591731 h 596683"/>
                <a:gd name="csX114" fmla="*/ 665543 w 721613"/>
                <a:gd name="csY114" fmla="*/ 562318 h 596683"/>
                <a:gd name="csX115" fmla="*/ 686879 w 721613"/>
                <a:gd name="csY115" fmla="*/ 544475 h 596683"/>
                <a:gd name="csX116" fmla="*/ 717105 w 721613"/>
                <a:gd name="csY116" fmla="*/ 544475 h 596683"/>
                <a:gd name="csX117" fmla="*/ 721613 w 721613"/>
                <a:gd name="csY117" fmla="*/ 521875 h 596683"/>
                <a:gd name="csX118" fmla="*/ 701738 w 721613"/>
                <a:gd name="csY118" fmla="*/ 516465 h 596683"/>
                <a:gd name="csX119" fmla="*/ 702373 w 721613"/>
                <a:gd name="csY119" fmla="*/ 516356 h 596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721613" h="596683">
                  <a:moveTo>
                    <a:pt x="702373" y="516356"/>
                  </a:moveTo>
                  <a:lnTo>
                    <a:pt x="700850" y="476999"/>
                  </a:lnTo>
                  <a:lnTo>
                    <a:pt x="666242" y="462940"/>
                  </a:lnTo>
                  <a:lnTo>
                    <a:pt x="631444" y="412547"/>
                  </a:lnTo>
                  <a:lnTo>
                    <a:pt x="666242" y="370808"/>
                  </a:lnTo>
                  <a:lnTo>
                    <a:pt x="662750" y="351123"/>
                  </a:lnTo>
                  <a:lnTo>
                    <a:pt x="628523" y="343230"/>
                  </a:lnTo>
                  <a:lnTo>
                    <a:pt x="621601" y="277374"/>
                  </a:lnTo>
                  <a:lnTo>
                    <a:pt x="632015" y="261696"/>
                  </a:lnTo>
                  <a:lnTo>
                    <a:pt x="616331" y="251638"/>
                  </a:lnTo>
                  <a:lnTo>
                    <a:pt x="644651" y="181566"/>
                  </a:lnTo>
                  <a:lnTo>
                    <a:pt x="640969" y="130740"/>
                  </a:lnTo>
                  <a:lnTo>
                    <a:pt x="612394" y="129553"/>
                  </a:lnTo>
                  <a:lnTo>
                    <a:pt x="602170" y="113329"/>
                  </a:lnTo>
                  <a:lnTo>
                    <a:pt x="582993" y="107817"/>
                  </a:lnTo>
                  <a:lnTo>
                    <a:pt x="573468" y="90081"/>
                  </a:lnTo>
                  <a:lnTo>
                    <a:pt x="502793" y="74835"/>
                  </a:lnTo>
                  <a:lnTo>
                    <a:pt x="498348" y="61855"/>
                  </a:lnTo>
                  <a:lnTo>
                    <a:pt x="465899" y="61855"/>
                  </a:lnTo>
                  <a:lnTo>
                    <a:pt x="458215" y="70510"/>
                  </a:lnTo>
                  <a:lnTo>
                    <a:pt x="420941" y="73101"/>
                  </a:lnTo>
                  <a:lnTo>
                    <a:pt x="404304" y="94621"/>
                  </a:lnTo>
                  <a:lnTo>
                    <a:pt x="373189" y="102730"/>
                  </a:lnTo>
                  <a:cubicBezTo>
                    <a:pt x="373761" y="105759"/>
                    <a:pt x="374332" y="107601"/>
                    <a:pt x="375158" y="109220"/>
                  </a:cubicBezTo>
                  <a:cubicBezTo>
                    <a:pt x="375602" y="110738"/>
                    <a:pt x="379095" y="115062"/>
                    <a:pt x="376809" y="119170"/>
                  </a:cubicBezTo>
                  <a:lnTo>
                    <a:pt x="376238" y="120142"/>
                  </a:lnTo>
                  <a:cubicBezTo>
                    <a:pt x="373888" y="124358"/>
                    <a:pt x="362965" y="123063"/>
                    <a:pt x="363283" y="118307"/>
                  </a:cubicBezTo>
                  <a:cubicBezTo>
                    <a:pt x="363156" y="117767"/>
                    <a:pt x="364553" y="112681"/>
                    <a:pt x="360425" y="113868"/>
                  </a:cubicBezTo>
                  <a:cubicBezTo>
                    <a:pt x="267462" y="139935"/>
                    <a:pt x="308801" y="130632"/>
                    <a:pt x="276987" y="125876"/>
                  </a:cubicBezTo>
                  <a:cubicBezTo>
                    <a:pt x="270637" y="124898"/>
                    <a:pt x="265430" y="124574"/>
                    <a:pt x="261620" y="122199"/>
                  </a:cubicBezTo>
                  <a:cubicBezTo>
                    <a:pt x="242570" y="110192"/>
                    <a:pt x="238696" y="108464"/>
                    <a:pt x="236538" y="104356"/>
                  </a:cubicBezTo>
                  <a:cubicBezTo>
                    <a:pt x="234759" y="101759"/>
                    <a:pt x="233680" y="95701"/>
                    <a:pt x="228726" y="94945"/>
                  </a:cubicBezTo>
                  <a:cubicBezTo>
                    <a:pt x="199834" y="90189"/>
                    <a:pt x="198310" y="90621"/>
                    <a:pt x="195263" y="87376"/>
                  </a:cubicBezTo>
                  <a:cubicBezTo>
                    <a:pt x="188785" y="80455"/>
                    <a:pt x="186499" y="78619"/>
                    <a:pt x="186055" y="74619"/>
                  </a:cubicBezTo>
                  <a:cubicBezTo>
                    <a:pt x="185420" y="69533"/>
                    <a:pt x="184467" y="62611"/>
                    <a:pt x="183578" y="55366"/>
                  </a:cubicBezTo>
                  <a:lnTo>
                    <a:pt x="171767" y="55366"/>
                  </a:lnTo>
                  <a:lnTo>
                    <a:pt x="149288" y="35903"/>
                  </a:lnTo>
                  <a:lnTo>
                    <a:pt x="153606" y="20009"/>
                  </a:lnTo>
                  <a:lnTo>
                    <a:pt x="162051" y="12979"/>
                  </a:lnTo>
                  <a:lnTo>
                    <a:pt x="146240" y="0"/>
                  </a:lnTo>
                  <a:lnTo>
                    <a:pt x="97091" y="37205"/>
                  </a:lnTo>
                  <a:lnTo>
                    <a:pt x="50990" y="34823"/>
                  </a:lnTo>
                  <a:lnTo>
                    <a:pt x="29273" y="12116"/>
                  </a:lnTo>
                  <a:lnTo>
                    <a:pt x="0" y="12656"/>
                  </a:lnTo>
                  <a:lnTo>
                    <a:pt x="14414" y="56344"/>
                  </a:lnTo>
                  <a:lnTo>
                    <a:pt x="7493" y="76346"/>
                  </a:lnTo>
                  <a:lnTo>
                    <a:pt x="20891" y="83483"/>
                  </a:lnTo>
                  <a:lnTo>
                    <a:pt x="49275" y="156369"/>
                  </a:lnTo>
                  <a:lnTo>
                    <a:pt x="85978" y="160585"/>
                  </a:lnTo>
                  <a:lnTo>
                    <a:pt x="83883" y="174536"/>
                  </a:lnTo>
                  <a:lnTo>
                    <a:pt x="72453" y="179076"/>
                  </a:lnTo>
                  <a:lnTo>
                    <a:pt x="79883" y="193135"/>
                  </a:lnTo>
                  <a:lnTo>
                    <a:pt x="64643" y="215627"/>
                  </a:lnTo>
                  <a:lnTo>
                    <a:pt x="54165" y="220059"/>
                  </a:lnTo>
                  <a:lnTo>
                    <a:pt x="52641" y="245148"/>
                  </a:lnTo>
                  <a:lnTo>
                    <a:pt x="77977" y="270777"/>
                  </a:lnTo>
                  <a:lnTo>
                    <a:pt x="69850" y="278346"/>
                  </a:lnTo>
                  <a:lnTo>
                    <a:pt x="78359" y="288620"/>
                  </a:lnTo>
                  <a:lnTo>
                    <a:pt x="89979" y="286893"/>
                  </a:lnTo>
                  <a:lnTo>
                    <a:pt x="114617" y="305492"/>
                  </a:lnTo>
                  <a:lnTo>
                    <a:pt x="125158" y="305492"/>
                  </a:lnTo>
                  <a:lnTo>
                    <a:pt x="142557" y="332740"/>
                  </a:lnTo>
                  <a:lnTo>
                    <a:pt x="134048" y="364211"/>
                  </a:lnTo>
                  <a:lnTo>
                    <a:pt x="149606" y="366694"/>
                  </a:lnTo>
                  <a:lnTo>
                    <a:pt x="166941" y="403136"/>
                  </a:lnTo>
                  <a:cubicBezTo>
                    <a:pt x="170307" y="403790"/>
                    <a:pt x="173100" y="404114"/>
                    <a:pt x="175704" y="403136"/>
                  </a:cubicBezTo>
                  <a:cubicBezTo>
                    <a:pt x="176974" y="402272"/>
                    <a:pt x="183261" y="401409"/>
                    <a:pt x="182372" y="396761"/>
                  </a:cubicBezTo>
                  <a:cubicBezTo>
                    <a:pt x="182181" y="393624"/>
                    <a:pt x="178943" y="387458"/>
                    <a:pt x="183451" y="385515"/>
                  </a:cubicBezTo>
                  <a:cubicBezTo>
                    <a:pt x="186944" y="384537"/>
                    <a:pt x="192595" y="380105"/>
                    <a:pt x="195072" y="383673"/>
                  </a:cubicBezTo>
                  <a:cubicBezTo>
                    <a:pt x="196913" y="386378"/>
                    <a:pt x="192786" y="388868"/>
                    <a:pt x="193230" y="388322"/>
                  </a:cubicBezTo>
                  <a:cubicBezTo>
                    <a:pt x="191706" y="389300"/>
                    <a:pt x="191833" y="390595"/>
                    <a:pt x="193675" y="391135"/>
                  </a:cubicBezTo>
                  <a:lnTo>
                    <a:pt x="202438" y="393948"/>
                  </a:lnTo>
                  <a:cubicBezTo>
                    <a:pt x="206184" y="395135"/>
                    <a:pt x="207263" y="400437"/>
                    <a:pt x="206946" y="399790"/>
                  </a:cubicBezTo>
                  <a:cubicBezTo>
                    <a:pt x="207518" y="401517"/>
                    <a:pt x="209042" y="402165"/>
                    <a:pt x="210629" y="401085"/>
                  </a:cubicBezTo>
                  <a:cubicBezTo>
                    <a:pt x="235838" y="383781"/>
                    <a:pt x="221170" y="393948"/>
                    <a:pt x="232854" y="406597"/>
                  </a:cubicBezTo>
                  <a:lnTo>
                    <a:pt x="247967" y="423037"/>
                  </a:lnTo>
                  <a:cubicBezTo>
                    <a:pt x="251142" y="426498"/>
                    <a:pt x="250380" y="434175"/>
                    <a:pt x="250253" y="433635"/>
                  </a:cubicBezTo>
                  <a:cubicBezTo>
                    <a:pt x="250253" y="437743"/>
                    <a:pt x="256413" y="437852"/>
                    <a:pt x="255777" y="437636"/>
                  </a:cubicBezTo>
                  <a:cubicBezTo>
                    <a:pt x="260096" y="438176"/>
                    <a:pt x="261302" y="442392"/>
                    <a:pt x="258825" y="445421"/>
                  </a:cubicBezTo>
                  <a:cubicBezTo>
                    <a:pt x="255650" y="449206"/>
                    <a:pt x="264351" y="449097"/>
                    <a:pt x="264540" y="455047"/>
                  </a:cubicBezTo>
                  <a:cubicBezTo>
                    <a:pt x="264795" y="456343"/>
                    <a:pt x="264096" y="461099"/>
                    <a:pt x="266826" y="464668"/>
                  </a:cubicBezTo>
                  <a:lnTo>
                    <a:pt x="271272" y="470402"/>
                  </a:lnTo>
                  <a:cubicBezTo>
                    <a:pt x="273748" y="473647"/>
                    <a:pt x="274638" y="478834"/>
                    <a:pt x="274383" y="478295"/>
                  </a:cubicBezTo>
                  <a:cubicBezTo>
                    <a:pt x="275589" y="483591"/>
                    <a:pt x="286194" y="489325"/>
                    <a:pt x="290766" y="489109"/>
                  </a:cubicBezTo>
                  <a:cubicBezTo>
                    <a:pt x="295592" y="489109"/>
                    <a:pt x="301117" y="487591"/>
                    <a:pt x="305435" y="490296"/>
                  </a:cubicBezTo>
                  <a:lnTo>
                    <a:pt x="323088" y="501110"/>
                  </a:lnTo>
                  <a:cubicBezTo>
                    <a:pt x="326136" y="502952"/>
                    <a:pt x="322452" y="505651"/>
                    <a:pt x="322770" y="505003"/>
                  </a:cubicBezTo>
                  <a:cubicBezTo>
                    <a:pt x="321246" y="505981"/>
                    <a:pt x="321373" y="507600"/>
                    <a:pt x="322897" y="508572"/>
                  </a:cubicBezTo>
                  <a:lnTo>
                    <a:pt x="334454" y="515169"/>
                  </a:lnTo>
                  <a:cubicBezTo>
                    <a:pt x="342455" y="519709"/>
                    <a:pt x="359156" y="521443"/>
                    <a:pt x="355790" y="524796"/>
                  </a:cubicBezTo>
                  <a:cubicBezTo>
                    <a:pt x="352996" y="527602"/>
                    <a:pt x="365442" y="532797"/>
                    <a:pt x="369315" y="532473"/>
                  </a:cubicBezTo>
                  <a:cubicBezTo>
                    <a:pt x="377126" y="532041"/>
                    <a:pt x="383286" y="530955"/>
                    <a:pt x="387603" y="533013"/>
                  </a:cubicBezTo>
                  <a:cubicBezTo>
                    <a:pt x="401700" y="539718"/>
                    <a:pt x="403860" y="541662"/>
                    <a:pt x="407415" y="539395"/>
                  </a:cubicBezTo>
                  <a:lnTo>
                    <a:pt x="418909" y="531933"/>
                  </a:lnTo>
                  <a:cubicBezTo>
                    <a:pt x="422465" y="529660"/>
                    <a:pt x="428180" y="529984"/>
                    <a:pt x="427672" y="530092"/>
                  </a:cubicBezTo>
                  <a:cubicBezTo>
                    <a:pt x="431863" y="530092"/>
                    <a:pt x="434022" y="524364"/>
                    <a:pt x="433641" y="525012"/>
                  </a:cubicBezTo>
                  <a:cubicBezTo>
                    <a:pt x="438023" y="516141"/>
                    <a:pt x="476376" y="509550"/>
                    <a:pt x="481901" y="518198"/>
                  </a:cubicBezTo>
                  <a:lnTo>
                    <a:pt x="489458" y="530200"/>
                  </a:lnTo>
                  <a:cubicBezTo>
                    <a:pt x="492951" y="535718"/>
                    <a:pt x="488696" y="542639"/>
                    <a:pt x="491553" y="549015"/>
                  </a:cubicBezTo>
                  <a:cubicBezTo>
                    <a:pt x="499427" y="566858"/>
                    <a:pt x="499554" y="569347"/>
                    <a:pt x="503872" y="569995"/>
                  </a:cubicBezTo>
                  <a:lnTo>
                    <a:pt x="518985" y="572052"/>
                  </a:lnTo>
                  <a:cubicBezTo>
                    <a:pt x="523367" y="572592"/>
                    <a:pt x="527367" y="577349"/>
                    <a:pt x="526669" y="576809"/>
                  </a:cubicBezTo>
                  <a:cubicBezTo>
                    <a:pt x="532575" y="582536"/>
                    <a:pt x="548894" y="573996"/>
                    <a:pt x="555942" y="578860"/>
                  </a:cubicBezTo>
                  <a:cubicBezTo>
                    <a:pt x="560006" y="581133"/>
                    <a:pt x="563816" y="586213"/>
                    <a:pt x="568833" y="584378"/>
                  </a:cubicBezTo>
                  <a:lnTo>
                    <a:pt x="576834" y="581457"/>
                  </a:lnTo>
                  <a:cubicBezTo>
                    <a:pt x="580834" y="580053"/>
                    <a:pt x="585026" y="584162"/>
                    <a:pt x="584517" y="583838"/>
                  </a:cubicBezTo>
                  <a:cubicBezTo>
                    <a:pt x="585914" y="584917"/>
                    <a:pt x="588581" y="585997"/>
                    <a:pt x="590550" y="585997"/>
                  </a:cubicBezTo>
                  <a:lnTo>
                    <a:pt x="610171" y="586867"/>
                  </a:lnTo>
                  <a:cubicBezTo>
                    <a:pt x="615314" y="587083"/>
                    <a:pt x="613601" y="581133"/>
                    <a:pt x="618680" y="581997"/>
                  </a:cubicBezTo>
                  <a:cubicBezTo>
                    <a:pt x="619379" y="582213"/>
                    <a:pt x="624014" y="581997"/>
                    <a:pt x="624205" y="585781"/>
                  </a:cubicBezTo>
                  <a:cubicBezTo>
                    <a:pt x="624205" y="587299"/>
                    <a:pt x="625856" y="589026"/>
                    <a:pt x="627570" y="589566"/>
                  </a:cubicBezTo>
                  <a:lnTo>
                    <a:pt x="649732" y="596487"/>
                  </a:lnTo>
                  <a:cubicBezTo>
                    <a:pt x="653414" y="597681"/>
                    <a:pt x="656272" y="593027"/>
                    <a:pt x="655638" y="593566"/>
                  </a:cubicBezTo>
                  <a:cubicBezTo>
                    <a:pt x="656589" y="591947"/>
                    <a:pt x="658304" y="591623"/>
                    <a:pt x="659638" y="591731"/>
                  </a:cubicBezTo>
                  <a:lnTo>
                    <a:pt x="665543" y="562318"/>
                  </a:lnTo>
                  <a:lnTo>
                    <a:pt x="686879" y="544475"/>
                  </a:lnTo>
                  <a:lnTo>
                    <a:pt x="717105" y="544475"/>
                  </a:lnTo>
                  <a:lnTo>
                    <a:pt x="721613" y="521875"/>
                  </a:lnTo>
                  <a:lnTo>
                    <a:pt x="701738" y="516465"/>
                  </a:lnTo>
                  <a:lnTo>
                    <a:pt x="702373" y="516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89FD155-5A76-26A6-EBCF-B089D401EC6C}"/>
                </a:ext>
              </a:extLst>
            </p:cNvPr>
            <p:cNvSpPr/>
            <p:nvPr/>
          </p:nvSpPr>
          <p:spPr>
            <a:xfrm>
              <a:off x="9201468" y="4285265"/>
              <a:ext cx="404112" cy="414925"/>
            </a:xfrm>
            <a:custGeom>
              <a:avLst/>
              <a:gdLst>
                <a:gd name="csX0" fmla="*/ 390905 w 404112"/>
                <a:gd name="csY0" fmla="*/ 407092 h 414925"/>
                <a:gd name="csX1" fmla="*/ 400113 w 404112"/>
                <a:gd name="csY1" fmla="*/ 338855 h 414925"/>
                <a:gd name="csX2" fmla="*/ 395985 w 404112"/>
                <a:gd name="csY2" fmla="*/ 331394 h 414925"/>
                <a:gd name="csX3" fmla="*/ 396429 w 404112"/>
                <a:gd name="csY3" fmla="*/ 320040 h 414925"/>
                <a:gd name="csX4" fmla="*/ 401382 w 404112"/>
                <a:gd name="csY4" fmla="*/ 313982 h 414925"/>
                <a:gd name="csX5" fmla="*/ 404112 w 404112"/>
                <a:gd name="csY5" fmla="*/ 307276 h 414925"/>
                <a:gd name="csX6" fmla="*/ 398462 w 404112"/>
                <a:gd name="csY6" fmla="*/ 302952 h 414925"/>
                <a:gd name="csX7" fmla="*/ 390461 w 404112"/>
                <a:gd name="csY7" fmla="*/ 292570 h 414925"/>
                <a:gd name="csX8" fmla="*/ 390206 w 404112"/>
                <a:gd name="csY8" fmla="*/ 292570 h 414925"/>
                <a:gd name="csX9" fmla="*/ 386142 w 404112"/>
                <a:gd name="csY9" fmla="*/ 284785 h 414925"/>
                <a:gd name="csX10" fmla="*/ 375093 w 404112"/>
                <a:gd name="csY10" fmla="*/ 279273 h 414925"/>
                <a:gd name="csX11" fmla="*/ 367092 w 404112"/>
                <a:gd name="csY11" fmla="*/ 281972 h 414925"/>
                <a:gd name="csX12" fmla="*/ 357250 w 404112"/>
                <a:gd name="csY12" fmla="*/ 281972 h 414925"/>
                <a:gd name="csX13" fmla="*/ 358202 w 404112"/>
                <a:gd name="csY13" fmla="*/ 276676 h 414925"/>
                <a:gd name="csX14" fmla="*/ 359790 w 404112"/>
                <a:gd name="csY14" fmla="*/ 270942 h 414925"/>
                <a:gd name="csX15" fmla="*/ 359790 w 404112"/>
                <a:gd name="csY15" fmla="*/ 270618 h 414925"/>
                <a:gd name="csX16" fmla="*/ 349884 w 404112"/>
                <a:gd name="csY16" fmla="*/ 263918 h 414925"/>
                <a:gd name="csX17" fmla="*/ 342074 w 404112"/>
                <a:gd name="csY17" fmla="*/ 234391 h 414925"/>
                <a:gd name="csX18" fmla="*/ 325309 w 404112"/>
                <a:gd name="csY18" fmla="*/ 230391 h 414925"/>
                <a:gd name="csX19" fmla="*/ 308862 w 404112"/>
                <a:gd name="csY19" fmla="*/ 224015 h 414925"/>
                <a:gd name="csX20" fmla="*/ 305180 w 404112"/>
                <a:gd name="csY20" fmla="*/ 215252 h 414925"/>
                <a:gd name="csX21" fmla="*/ 308291 w 404112"/>
                <a:gd name="csY21" fmla="*/ 211684 h 414925"/>
                <a:gd name="csX22" fmla="*/ 315784 w 404112"/>
                <a:gd name="csY22" fmla="*/ 208547 h 414925"/>
                <a:gd name="csX23" fmla="*/ 317308 w 404112"/>
                <a:gd name="csY23" fmla="*/ 206603 h 414925"/>
                <a:gd name="csX24" fmla="*/ 308736 w 404112"/>
                <a:gd name="csY24" fmla="*/ 197409 h 414925"/>
                <a:gd name="csX25" fmla="*/ 316419 w 404112"/>
                <a:gd name="csY25" fmla="*/ 192437 h 414925"/>
                <a:gd name="csX26" fmla="*/ 319150 w 404112"/>
                <a:gd name="csY26" fmla="*/ 186379 h 414925"/>
                <a:gd name="csX27" fmla="*/ 297560 w 404112"/>
                <a:gd name="csY27" fmla="*/ 170700 h 414925"/>
                <a:gd name="csX28" fmla="*/ 295400 w 404112"/>
                <a:gd name="csY28" fmla="*/ 160966 h 414925"/>
                <a:gd name="csX29" fmla="*/ 284796 w 404112"/>
                <a:gd name="csY29" fmla="*/ 150590 h 414925"/>
                <a:gd name="csX30" fmla="*/ 279970 w 404112"/>
                <a:gd name="csY30" fmla="*/ 151454 h 414925"/>
                <a:gd name="csX31" fmla="*/ 278827 w 404112"/>
                <a:gd name="csY31" fmla="*/ 152857 h 414925"/>
                <a:gd name="csX32" fmla="*/ 271588 w 404112"/>
                <a:gd name="csY32" fmla="*/ 151346 h 414925"/>
                <a:gd name="csX33" fmla="*/ 268667 w 404112"/>
                <a:gd name="csY33" fmla="*/ 140424 h 414925"/>
                <a:gd name="csX34" fmla="*/ 231012 w 404112"/>
                <a:gd name="csY34" fmla="*/ 130689 h 414925"/>
                <a:gd name="csX35" fmla="*/ 226694 w 404112"/>
                <a:gd name="csY35" fmla="*/ 121285 h 414925"/>
                <a:gd name="csX36" fmla="*/ 217487 w 404112"/>
                <a:gd name="csY36" fmla="*/ 112522 h 414925"/>
                <a:gd name="csX37" fmla="*/ 211835 w 404112"/>
                <a:gd name="csY37" fmla="*/ 111118 h 414925"/>
                <a:gd name="csX38" fmla="*/ 211644 w 404112"/>
                <a:gd name="csY38" fmla="*/ 111118 h 414925"/>
                <a:gd name="csX39" fmla="*/ 210120 w 404112"/>
                <a:gd name="csY39" fmla="*/ 115119 h 414925"/>
                <a:gd name="csX40" fmla="*/ 199516 w 404112"/>
                <a:gd name="csY40" fmla="*/ 116306 h 414925"/>
                <a:gd name="csX41" fmla="*/ 187705 w 404112"/>
                <a:gd name="csY41" fmla="*/ 100844 h 414925"/>
                <a:gd name="csX42" fmla="*/ 180910 w 404112"/>
                <a:gd name="csY42" fmla="*/ 100520 h 414925"/>
                <a:gd name="csX43" fmla="*/ 176021 w 404112"/>
                <a:gd name="csY43" fmla="*/ 99765 h 414925"/>
                <a:gd name="csX44" fmla="*/ 114425 w 404112"/>
                <a:gd name="csY44" fmla="*/ 56077 h 414925"/>
                <a:gd name="csX45" fmla="*/ 112712 w 404112"/>
                <a:gd name="csY45" fmla="*/ 45695 h 414925"/>
                <a:gd name="csX46" fmla="*/ 89089 w 404112"/>
                <a:gd name="csY46" fmla="*/ 16389 h 414925"/>
                <a:gd name="csX47" fmla="*/ 75183 w 404112"/>
                <a:gd name="csY47" fmla="*/ 17361 h 414925"/>
                <a:gd name="csX48" fmla="*/ 66166 w 404112"/>
                <a:gd name="csY48" fmla="*/ 13900 h 414925"/>
                <a:gd name="csX49" fmla="*/ 41083 w 404112"/>
                <a:gd name="csY49" fmla="*/ 15741 h 414925"/>
                <a:gd name="csX50" fmla="*/ 20509 w 404112"/>
                <a:gd name="csY50" fmla="*/ 2222 h 414925"/>
                <a:gd name="csX51" fmla="*/ 2538 w 404112"/>
                <a:gd name="csY51" fmla="*/ 57 h 414925"/>
                <a:gd name="csX52" fmla="*/ 125 w 404112"/>
                <a:gd name="csY52" fmla="*/ 3194 h 414925"/>
                <a:gd name="csX53" fmla="*/ 7619 w 404112"/>
                <a:gd name="csY53" fmla="*/ 26771 h 414925"/>
                <a:gd name="csX54" fmla="*/ 43433 w 404112"/>
                <a:gd name="csY54" fmla="*/ 65805 h 414925"/>
                <a:gd name="csX55" fmla="*/ 55244 w 404112"/>
                <a:gd name="csY55" fmla="*/ 68186 h 414925"/>
                <a:gd name="csX56" fmla="*/ 85660 w 404112"/>
                <a:gd name="csY56" fmla="*/ 99549 h 414925"/>
                <a:gd name="csX57" fmla="*/ 92074 w 404112"/>
                <a:gd name="csY57" fmla="*/ 110032 h 414925"/>
                <a:gd name="csX58" fmla="*/ 102742 w 404112"/>
                <a:gd name="csY58" fmla="*/ 113062 h 414925"/>
                <a:gd name="csX59" fmla="*/ 130682 w 404112"/>
                <a:gd name="csY59" fmla="*/ 126473 h 414925"/>
                <a:gd name="csX60" fmla="*/ 145541 w 404112"/>
                <a:gd name="csY60" fmla="*/ 178702 h 414925"/>
                <a:gd name="csX61" fmla="*/ 164781 w 404112"/>
                <a:gd name="csY61" fmla="*/ 190817 h 414925"/>
                <a:gd name="csX62" fmla="*/ 187959 w 404112"/>
                <a:gd name="csY62" fmla="*/ 220015 h 414925"/>
                <a:gd name="csX63" fmla="*/ 193038 w 404112"/>
                <a:gd name="csY63" fmla="*/ 238176 h 414925"/>
                <a:gd name="csX64" fmla="*/ 196722 w 404112"/>
                <a:gd name="csY64" fmla="*/ 239585 h 414925"/>
                <a:gd name="csX65" fmla="*/ 209358 w 404112"/>
                <a:gd name="csY65" fmla="*/ 261861 h 414925"/>
                <a:gd name="csX66" fmla="*/ 210755 w 404112"/>
                <a:gd name="csY66" fmla="*/ 273863 h 414925"/>
                <a:gd name="csX67" fmla="*/ 225297 w 404112"/>
                <a:gd name="csY67" fmla="*/ 292030 h 414925"/>
                <a:gd name="csX68" fmla="*/ 234187 w 404112"/>
                <a:gd name="csY68" fmla="*/ 309118 h 414925"/>
                <a:gd name="csX69" fmla="*/ 259460 w 404112"/>
                <a:gd name="csY69" fmla="*/ 327501 h 414925"/>
                <a:gd name="csX70" fmla="*/ 267905 w 404112"/>
                <a:gd name="csY70" fmla="*/ 344043 h 414925"/>
                <a:gd name="csX71" fmla="*/ 324992 w 404112"/>
                <a:gd name="csY71" fmla="*/ 386759 h 414925"/>
                <a:gd name="csX72" fmla="*/ 349186 w 404112"/>
                <a:gd name="csY72" fmla="*/ 413683 h 414925"/>
                <a:gd name="csX73" fmla="*/ 354646 w 404112"/>
                <a:gd name="csY73" fmla="*/ 409143 h 414925"/>
                <a:gd name="csX74" fmla="*/ 350265 w 404112"/>
                <a:gd name="csY74" fmla="*/ 398653 h 414925"/>
                <a:gd name="csX75" fmla="*/ 368680 w 404112"/>
                <a:gd name="csY75" fmla="*/ 404495 h 414925"/>
                <a:gd name="csX76" fmla="*/ 377761 w 404112"/>
                <a:gd name="csY76" fmla="*/ 396710 h 414925"/>
                <a:gd name="csX77" fmla="*/ 390905 w 404112"/>
                <a:gd name="csY77" fmla="*/ 407200 h 414925"/>
                <a:gd name="csX78" fmla="*/ 390905 w 404112"/>
                <a:gd name="csY78" fmla="*/ 407092 h 41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</a:cxnLst>
              <a:rect l="l" t="t" r="r" b="b"/>
              <a:pathLst>
                <a:path w="404112" h="414925">
                  <a:moveTo>
                    <a:pt x="390905" y="407092"/>
                  </a:moveTo>
                  <a:cubicBezTo>
                    <a:pt x="394651" y="410115"/>
                    <a:pt x="393508" y="408495"/>
                    <a:pt x="400113" y="338855"/>
                  </a:cubicBezTo>
                  <a:cubicBezTo>
                    <a:pt x="400493" y="334530"/>
                    <a:pt x="395985" y="331394"/>
                    <a:pt x="395985" y="331394"/>
                  </a:cubicBezTo>
                  <a:cubicBezTo>
                    <a:pt x="392365" y="328041"/>
                    <a:pt x="395985" y="322961"/>
                    <a:pt x="396429" y="320040"/>
                  </a:cubicBezTo>
                  <a:cubicBezTo>
                    <a:pt x="397700" y="316147"/>
                    <a:pt x="400811" y="314522"/>
                    <a:pt x="401382" y="313982"/>
                  </a:cubicBezTo>
                  <a:cubicBezTo>
                    <a:pt x="404748" y="311499"/>
                    <a:pt x="403986" y="307816"/>
                    <a:pt x="404112" y="307276"/>
                  </a:cubicBezTo>
                  <a:cubicBezTo>
                    <a:pt x="404112" y="302952"/>
                    <a:pt x="399096" y="303276"/>
                    <a:pt x="398462" y="302952"/>
                  </a:cubicBezTo>
                  <a:cubicBezTo>
                    <a:pt x="392492" y="301980"/>
                    <a:pt x="396302" y="294735"/>
                    <a:pt x="390461" y="292570"/>
                  </a:cubicBezTo>
                  <a:lnTo>
                    <a:pt x="390206" y="292570"/>
                  </a:lnTo>
                  <a:cubicBezTo>
                    <a:pt x="386015" y="290951"/>
                    <a:pt x="386460" y="285648"/>
                    <a:pt x="386142" y="284785"/>
                  </a:cubicBezTo>
                  <a:cubicBezTo>
                    <a:pt x="385380" y="279812"/>
                    <a:pt x="378776" y="280460"/>
                    <a:pt x="375093" y="279273"/>
                  </a:cubicBezTo>
                  <a:cubicBezTo>
                    <a:pt x="370838" y="278403"/>
                    <a:pt x="367727" y="281648"/>
                    <a:pt x="367092" y="281972"/>
                  </a:cubicBezTo>
                  <a:cubicBezTo>
                    <a:pt x="363409" y="284677"/>
                    <a:pt x="358647" y="282080"/>
                    <a:pt x="357250" y="281972"/>
                  </a:cubicBezTo>
                  <a:cubicBezTo>
                    <a:pt x="352995" y="280784"/>
                    <a:pt x="357758" y="277215"/>
                    <a:pt x="358202" y="276676"/>
                  </a:cubicBezTo>
                  <a:cubicBezTo>
                    <a:pt x="359472" y="275380"/>
                    <a:pt x="360171" y="272783"/>
                    <a:pt x="359790" y="270942"/>
                  </a:cubicBezTo>
                  <a:lnTo>
                    <a:pt x="359790" y="270618"/>
                  </a:lnTo>
                  <a:cubicBezTo>
                    <a:pt x="358711" y="265862"/>
                    <a:pt x="352805" y="265430"/>
                    <a:pt x="349884" y="263918"/>
                  </a:cubicBezTo>
                  <a:cubicBezTo>
                    <a:pt x="345629" y="262293"/>
                    <a:pt x="346200" y="259804"/>
                    <a:pt x="342074" y="234391"/>
                  </a:cubicBezTo>
                  <a:cubicBezTo>
                    <a:pt x="341121" y="228555"/>
                    <a:pt x="333056" y="233420"/>
                    <a:pt x="325309" y="230391"/>
                  </a:cubicBezTo>
                  <a:lnTo>
                    <a:pt x="308862" y="224015"/>
                  </a:lnTo>
                  <a:cubicBezTo>
                    <a:pt x="304418" y="222281"/>
                    <a:pt x="305561" y="216878"/>
                    <a:pt x="305180" y="215252"/>
                  </a:cubicBezTo>
                  <a:cubicBezTo>
                    <a:pt x="305053" y="213417"/>
                    <a:pt x="306450" y="211791"/>
                    <a:pt x="308291" y="211684"/>
                  </a:cubicBezTo>
                  <a:cubicBezTo>
                    <a:pt x="307656" y="211900"/>
                    <a:pt x="313371" y="211900"/>
                    <a:pt x="315784" y="208547"/>
                  </a:cubicBezTo>
                  <a:lnTo>
                    <a:pt x="317308" y="206603"/>
                  </a:lnTo>
                  <a:cubicBezTo>
                    <a:pt x="320991" y="201733"/>
                    <a:pt x="310006" y="203251"/>
                    <a:pt x="308736" y="197409"/>
                  </a:cubicBezTo>
                  <a:cubicBezTo>
                    <a:pt x="307847" y="193300"/>
                    <a:pt x="314578" y="193192"/>
                    <a:pt x="316419" y="192437"/>
                  </a:cubicBezTo>
                  <a:cubicBezTo>
                    <a:pt x="320547" y="191465"/>
                    <a:pt x="319023" y="186918"/>
                    <a:pt x="319150" y="186379"/>
                  </a:cubicBezTo>
                  <a:cubicBezTo>
                    <a:pt x="318578" y="182270"/>
                    <a:pt x="316610" y="181730"/>
                    <a:pt x="297560" y="170700"/>
                  </a:cubicBezTo>
                  <a:cubicBezTo>
                    <a:pt x="293496" y="168319"/>
                    <a:pt x="295528" y="162915"/>
                    <a:pt x="295400" y="160966"/>
                  </a:cubicBezTo>
                  <a:cubicBezTo>
                    <a:pt x="295845" y="155778"/>
                    <a:pt x="289050" y="154045"/>
                    <a:pt x="284796" y="150590"/>
                  </a:cubicBezTo>
                  <a:cubicBezTo>
                    <a:pt x="283272" y="149612"/>
                    <a:pt x="281113" y="149936"/>
                    <a:pt x="279970" y="151454"/>
                  </a:cubicBezTo>
                  <a:lnTo>
                    <a:pt x="278827" y="152857"/>
                  </a:lnTo>
                  <a:cubicBezTo>
                    <a:pt x="276161" y="156318"/>
                    <a:pt x="272350" y="151669"/>
                    <a:pt x="271588" y="151346"/>
                  </a:cubicBezTo>
                  <a:cubicBezTo>
                    <a:pt x="267842" y="148317"/>
                    <a:pt x="269112" y="142799"/>
                    <a:pt x="268667" y="140424"/>
                  </a:cubicBezTo>
                  <a:cubicBezTo>
                    <a:pt x="268604" y="135884"/>
                    <a:pt x="266636" y="136747"/>
                    <a:pt x="231012" y="130689"/>
                  </a:cubicBezTo>
                  <a:cubicBezTo>
                    <a:pt x="226376" y="129825"/>
                    <a:pt x="227201" y="123444"/>
                    <a:pt x="226694" y="121285"/>
                  </a:cubicBezTo>
                  <a:cubicBezTo>
                    <a:pt x="226250" y="117170"/>
                    <a:pt x="223900" y="118688"/>
                    <a:pt x="217487" y="112522"/>
                  </a:cubicBezTo>
                  <a:cubicBezTo>
                    <a:pt x="216216" y="111334"/>
                    <a:pt x="213676" y="110687"/>
                    <a:pt x="211835" y="111118"/>
                  </a:cubicBezTo>
                  <a:lnTo>
                    <a:pt x="211644" y="111118"/>
                  </a:lnTo>
                  <a:cubicBezTo>
                    <a:pt x="207200" y="112306"/>
                    <a:pt x="210120" y="113709"/>
                    <a:pt x="210120" y="115119"/>
                  </a:cubicBezTo>
                  <a:cubicBezTo>
                    <a:pt x="211454" y="120307"/>
                    <a:pt x="203325" y="117608"/>
                    <a:pt x="199516" y="116306"/>
                  </a:cubicBezTo>
                  <a:cubicBezTo>
                    <a:pt x="195198" y="114363"/>
                    <a:pt x="193038" y="109385"/>
                    <a:pt x="187705" y="100844"/>
                  </a:cubicBezTo>
                  <a:cubicBezTo>
                    <a:pt x="185546" y="97384"/>
                    <a:pt x="181545" y="100413"/>
                    <a:pt x="180910" y="100520"/>
                  </a:cubicBezTo>
                  <a:cubicBezTo>
                    <a:pt x="176275" y="102679"/>
                    <a:pt x="177354" y="104737"/>
                    <a:pt x="176021" y="99765"/>
                  </a:cubicBezTo>
                  <a:cubicBezTo>
                    <a:pt x="175386" y="95110"/>
                    <a:pt x="175703" y="96412"/>
                    <a:pt x="114425" y="56077"/>
                  </a:cubicBezTo>
                  <a:cubicBezTo>
                    <a:pt x="110425" y="53372"/>
                    <a:pt x="112712" y="47968"/>
                    <a:pt x="112712" y="45695"/>
                  </a:cubicBezTo>
                  <a:cubicBezTo>
                    <a:pt x="113283" y="41370"/>
                    <a:pt x="111822" y="40938"/>
                    <a:pt x="89089" y="16389"/>
                  </a:cubicBezTo>
                  <a:cubicBezTo>
                    <a:pt x="85533" y="12605"/>
                    <a:pt x="79945" y="16497"/>
                    <a:pt x="75183" y="17361"/>
                  </a:cubicBezTo>
                  <a:cubicBezTo>
                    <a:pt x="70801" y="18662"/>
                    <a:pt x="67372" y="14548"/>
                    <a:pt x="66166" y="13900"/>
                  </a:cubicBezTo>
                  <a:cubicBezTo>
                    <a:pt x="62610" y="11201"/>
                    <a:pt x="60197" y="12389"/>
                    <a:pt x="41083" y="15741"/>
                  </a:cubicBezTo>
                  <a:cubicBezTo>
                    <a:pt x="36829" y="16497"/>
                    <a:pt x="35750" y="14656"/>
                    <a:pt x="20509" y="2222"/>
                  </a:cubicBezTo>
                  <a:cubicBezTo>
                    <a:pt x="16255" y="-1238"/>
                    <a:pt x="10350" y="495"/>
                    <a:pt x="2538" y="57"/>
                  </a:cubicBezTo>
                  <a:cubicBezTo>
                    <a:pt x="697" y="57"/>
                    <a:pt x="-382" y="1467"/>
                    <a:pt x="125" y="3194"/>
                  </a:cubicBezTo>
                  <a:lnTo>
                    <a:pt x="7619" y="26771"/>
                  </a:lnTo>
                  <a:cubicBezTo>
                    <a:pt x="9016" y="31204"/>
                    <a:pt x="8888" y="30232"/>
                    <a:pt x="43433" y="65805"/>
                  </a:cubicBezTo>
                  <a:cubicBezTo>
                    <a:pt x="46925" y="69374"/>
                    <a:pt x="52323" y="67970"/>
                    <a:pt x="55244" y="68186"/>
                  </a:cubicBezTo>
                  <a:cubicBezTo>
                    <a:pt x="59688" y="68186"/>
                    <a:pt x="59435" y="69050"/>
                    <a:pt x="85660" y="99549"/>
                  </a:cubicBezTo>
                  <a:cubicBezTo>
                    <a:pt x="88772" y="103226"/>
                    <a:pt x="89089" y="97707"/>
                    <a:pt x="92074" y="110032"/>
                  </a:cubicBezTo>
                  <a:cubicBezTo>
                    <a:pt x="93153" y="114471"/>
                    <a:pt x="99503" y="112630"/>
                    <a:pt x="102742" y="113062"/>
                  </a:cubicBezTo>
                  <a:cubicBezTo>
                    <a:pt x="107504" y="113062"/>
                    <a:pt x="109917" y="111874"/>
                    <a:pt x="130682" y="126473"/>
                  </a:cubicBezTo>
                  <a:cubicBezTo>
                    <a:pt x="134364" y="129070"/>
                    <a:pt x="133413" y="128092"/>
                    <a:pt x="145541" y="178702"/>
                  </a:cubicBezTo>
                  <a:cubicBezTo>
                    <a:pt x="146493" y="182810"/>
                    <a:pt x="149097" y="183350"/>
                    <a:pt x="164781" y="190817"/>
                  </a:cubicBezTo>
                  <a:cubicBezTo>
                    <a:pt x="168782" y="192760"/>
                    <a:pt x="168909" y="193732"/>
                    <a:pt x="187959" y="220015"/>
                  </a:cubicBezTo>
                  <a:cubicBezTo>
                    <a:pt x="192594" y="226390"/>
                    <a:pt x="186879" y="235801"/>
                    <a:pt x="193038" y="238176"/>
                  </a:cubicBezTo>
                  <a:lnTo>
                    <a:pt x="196722" y="239585"/>
                  </a:lnTo>
                  <a:cubicBezTo>
                    <a:pt x="200912" y="241312"/>
                    <a:pt x="201357" y="244125"/>
                    <a:pt x="209358" y="261861"/>
                  </a:cubicBezTo>
                  <a:cubicBezTo>
                    <a:pt x="211073" y="265754"/>
                    <a:pt x="210755" y="269646"/>
                    <a:pt x="210755" y="273863"/>
                  </a:cubicBezTo>
                  <a:cubicBezTo>
                    <a:pt x="210755" y="278079"/>
                    <a:pt x="212533" y="278949"/>
                    <a:pt x="225297" y="292030"/>
                  </a:cubicBezTo>
                  <a:cubicBezTo>
                    <a:pt x="228663" y="295491"/>
                    <a:pt x="230504" y="300685"/>
                    <a:pt x="234187" y="309118"/>
                  </a:cubicBezTo>
                  <a:cubicBezTo>
                    <a:pt x="235964" y="313334"/>
                    <a:pt x="238188" y="313874"/>
                    <a:pt x="259460" y="327501"/>
                  </a:cubicBezTo>
                  <a:cubicBezTo>
                    <a:pt x="265429" y="331394"/>
                    <a:pt x="262190" y="339827"/>
                    <a:pt x="267905" y="344043"/>
                  </a:cubicBezTo>
                  <a:cubicBezTo>
                    <a:pt x="267270" y="343611"/>
                    <a:pt x="321055" y="382543"/>
                    <a:pt x="324992" y="386759"/>
                  </a:cubicBezTo>
                  <a:lnTo>
                    <a:pt x="349186" y="413683"/>
                  </a:lnTo>
                  <a:cubicBezTo>
                    <a:pt x="352106" y="416928"/>
                    <a:pt x="356361" y="413252"/>
                    <a:pt x="354646" y="409143"/>
                  </a:cubicBezTo>
                  <a:lnTo>
                    <a:pt x="350265" y="398653"/>
                  </a:lnTo>
                  <a:cubicBezTo>
                    <a:pt x="348550" y="394436"/>
                    <a:pt x="354075" y="397789"/>
                    <a:pt x="368680" y="404495"/>
                  </a:cubicBezTo>
                  <a:cubicBezTo>
                    <a:pt x="374966" y="407308"/>
                    <a:pt x="372362" y="392277"/>
                    <a:pt x="377761" y="396710"/>
                  </a:cubicBezTo>
                  <a:lnTo>
                    <a:pt x="390905" y="407200"/>
                  </a:lnTo>
                  <a:lnTo>
                    <a:pt x="390905" y="4070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DC16092-752D-343C-18F9-D90E646563DE}"/>
                </a:ext>
              </a:extLst>
            </p:cNvPr>
            <p:cNvSpPr/>
            <p:nvPr/>
          </p:nvSpPr>
          <p:spPr>
            <a:xfrm>
              <a:off x="9219666" y="4384529"/>
              <a:ext cx="28307" cy="11287"/>
            </a:xfrm>
            <a:custGeom>
              <a:avLst/>
              <a:gdLst>
                <a:gd name="csX0" fmla="*/ 7392 w 28307"/>
                <a:gd name="csY0" fmla="*/ 717 h 11287"/>
                <a:gd name="csX1" fmla="*/ 915 w 28307"/>
                <a:gd name="csY1" fmla="*/ 3415 h 11287"/>
                <a:gd name="csX2" fmla="*/ 5424 w 28307"/>
                <a:gd name="csY2" fmla="*/ 2336 h 11287"/>
                <a:gd name="csX3" fmla="*/ 23394 w 28307"/>
                <a:gd name="csY3" fmla="*/ 10991 h 11287"/>
                <a:gd name="csX4" fmla="*/ 27712 w 28307"/>
                <a:gd name="csY4" fmla="*/ 9473 h 11287"/>
                <a:gd name="csX5" fmla="*/ 26759 w 28307"/>
                <a:gd name="csY5" fmla="*/ 4177 h 11287"/>
                <a:gd name="csX6" fmla="*/ 7392 w 28307"/>
                <a:gd name="csY6" fmla="*/ 717 h 1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307" h="11287">
                  <a:moveTo>
                    <a:pt x="7392" y="717"/>
                  </a:moveTo>
                  <a:cubicBezTo>
                    <a:pt x="3900" y="-1880"/>
                    <a:pt x="915" y="3415"/>
                    <a:pt x="915" y="3415"/>
                  </a:cubicBezTo>
                  <a:cubicBezTo>
                    <a:pt x="-2260" y="7314"/>
                    <a:pt x="3709" y="-39"/>
                    <a:pt x="5424" y="2336"/>
                  </a:cubicBezTo>
                  <a:cubicBezTo>
                    <a:pt x="8662" y="5581"/>
                    <a:pt x="14314" y="7314"/>
                    <a:pt x="23394" y="10991"/>
                  </a:cubicBezTo>
                  <a:cubicBezTo>
                    <a:pt x="25108" y="11747"/>
                    <a:pt x="27077" y="10991"/>
                    <a:pt x="27712" y="9473"/>
                  </a:cubicBezTo>
                  <a:cubicBezTo>
                    <a:pt x="27712" y="10013"/>
                    <a:pt x="29553" y="6228"/>
                    <a:pt x="26759" y="4177"/>
                  </a:cubicBezTo>
                  <a:lnTo>
                    <a:pt x="7392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2ABBF3AF-7ABE-0D09-3810-23B6BCA2464E}"/>
                </a:ext>
              </a:extLst>
            </p:cNvPr>
            <p:cNvSpPr/>
            <p:nvPr/>
          </p:nvSpPr>
          <p:spPr>
            <a:xfrm>
              <a:off x="9435191" y="4400269"/>
              <a:ext cx="11986" cy="9959"/>
            </a:xfrm>
            <a:custGeom>
              <a:avLst/>
              <a:gdLst>
                <a:gd name="csX0" fmla="*/ 3322 w 11986"/>
                <a:gd name="csY0" fmla="*/ 9958 h 9959"/>
                <a:gd name="csX1" fmla="*/ 10688 w 11986"/>
                <a:gd name="csY1" fmla="*/ 6821 h 9959"/>
                <a:gd name="csX2" fmla="*/ 10688 w 11986"/>
                <a:gd name="csY2" fmla="*/ 1842 h 9959"/>
                <a:gd name="csX3" fmla="*/ 19 w 11986"/>
                <a:gd name="csY3" fmla="*/ 4224 h 9959"/>
                <a:gd name="csX4" fmla="*/ 3322 w 11986"/>
                <a:gd name="csY4" fmla="*/ 9958 h 9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6" h="9959">
                  <a:moveTo>
                    <a:pt x="3322" y="9958"/>
                  </a:moveTo>
                  <a:cubicBezTo>
                    <a:pt x="4084" y="9736"/>
                    <a:pt x="9290" y="10930"/>
                    <a:pt x="10688" y="6821"/>
                  </a:cubicBezTo>
                  <a:cubicBezTo>
                    <a:pt x="10815" y="5951"/>
                    <a:pt x="13545" y="4764"/>
                    <a:pt x="10688" y="1842"/>
                  </a:cubicBezTo>
                  <a:cubicBezTo>
                    <a:pt x="7449" y="-1402"/>
                    <a:pt x="19" y="-209"/>
                    <a:pt x="19" y="4224"/>
                  </a:cubicBezTo>
                  <a:cubicBezTo>
                    <a:pt x="210" y="4764"/>
                    <a:pt x="-997" y="9958"/>
                    <a:pt x="3322" y="995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06CBFBEF-0581-72B9-1A90-7DB19C0E7F75}"/>
                </a:ext>
              </a:extLst>
            </p:cNvPr>
            <p:cNvSpPr/>
            <p:nvPr/>
          </p:nvSpPr>
          <p:spPr>
            <a:xfrm>
              <a:off x="9680725" y="4338218"/>
              <a:ext cx="13330" cy="20395"/>
            </a:xfrm>
            <a:custGeom>
              <a:avLst/>
              <a:gdLst>
                <a:gd name="csX0" fmla="*/ 8740 w 13330"/>
                <a:gd name="csY0" fmla="*/ 1282 h 20395"/>
                <a:gd name="csX1" fmla="*/ 1246 w 13330"/>
                <a:gd name="csY1" fmla="*/ 3880 h 20395"/>
                <a:gd name="csX2" fmla="*/ 484 w 13330"/>
                <a:gd name="csY2" fmla="*/ 8959 h 20395"/>
                <a:gd name="csX3" fmla="*/ 2326 w 13330"/>
                <a:gd name="csY3" fmla="*/ 19558 h 20395"/>
                <a:gd name="csX4" fmla="*/ 12423 w 13330"/>
                <a:gd name="csY4" fmla="*/ 11989 h 20395"/>
                <a:gd name="csX5" fmla="*/ 8740 w 13330"/>
                <a:gd name="csY5" fmla="*/ 1175 h 20395"/>
                <a:gd name="csX6" fmla="*/ 8740 w 13330"/>
                <a:gd name="csY6" fmla="*/ 1282 h 20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30" h="20395">
                  <a:moveTo>
                    <a:pt x="8740" y="1282"/>
                  </a:moveTo>
                  <a:cubicBezTo>
                    <a:pt x="6009" y="-2502"/>
                    <a:pt x="2326" y="3232"/>
                    <a:pt x="1246" y="3880"/>
                  </a:cubicBezTo>
                  <a:cubicBezTo>
                    <a:pt x="-23" y="5175"/>
                    <a:pt x="-405" y="7448"/>
                    <a:pt x="484" y="8959"/>
                  </a:cubicBezTo>
                  <a:cubicBezTo>
                    <a:pt x="3088" y="13290"/>
                    <a:pt x="-1547" y="16421"/>
                    <a:pt x="2326" y="19558"/>
                  </a:cubicBezTo>
                  <a:cubicBezTo>
                    <a:pt x="6454" y="22911"/>
                    <a:pt x="9120" y="15341"/>
                    <a:pt x="12423" y="11989"/>
                  </a:cubicBezTo>
                  <a:cubicBezTo>
                    <a:pt x="15407" y="7988"/>
                    <a:pt x="10200" y="4095"/>
                    <a:pt x="8740" y="1175"/>
                  </a:cubicBezTo>
                  <a:lnTo>
                    <a:pt x="8740" y="1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EB0E68D5-E194-4657-79E1-516FF28F98FA}"/>
                </a:ext>
              </a:extLst>
            </p:cNvPr>
            <p:cNvSpPr/>
            <p:nvPr/>
          </p:nvSpPr>
          <p:spPr>
            <a:xfrm>
              <a:off x="9610913" y="4366616"/>
              <a:ext cx="8066" cy="11758"/>
            </a:xfrm>
            <a:custGeom>
              <a:avLst/>
              <a:gdLst>
                <a:gd name="csX0" fmla="*/ 4828 w 8066"/>
                <a:gd name="csY0" fmla="*/ 139 h 11758"/>
                <a:gd name="csX1" fmla="*/ 3304 w 8066"/>
                <a:gd name="csY1" fmla="*/ 679 h 11758"/>
                <a:gd name="csX2" fmla="*/ 65 w 8066"/>
                <a:gd name="csY2" fmla="*/ 8896 h 11758"/>
                <a:gd name="csX3" fmla="*/ 3430 w 8066"/>
                <a:gd name="csY3" fmla="*/ 11709 h 11758"/>
                <a:gd name="csX4" fmla="*/ 4701 w 8066"/>
                <a:gd name="csY4" fmla="*/ 11493 h 11758"/>
                <a:gd name="csX5" fmla="*/ 8066 w 8066"/>
                <a:gd name="csY5" fmla="*/ 2514 h 11758"/>
                <a:gd name="csX6" fmla="*/ 4828 w 8066"/>
                <a:gd name="csY6" fmla="*/ 139 h 11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066" h="11758">
                  <a:moveTo>
                    <a:pt x="4828" y="139"/>
                  </a:moveTo>
                  <a:lnTo>
                    <a:pt x="3304" y="679"/>
                  </a:lnTo>
                  <a:cubicBezTo>
                    <a:pt x="-1142" y="1974"/>
                    <a:pt x="255" y="7708"/>
                    <a:pt x="65" y="8896"/>
                  </a:cubicBezTo>
                  <a:cubicBezTo>
                    <a:pt x="65" y="10737"/>
                    <a:pt x="1589" y="12033"/>
                    <a:pt x="3430" y="11709"/>
                  </a:cubicBezTo>
                  <a:lnTo>
                    <a:pt x="4701" y="11493"/>
                  </a:lnTo>
                  <a:cubicBezTo>
                    <a:pt x="9463" y="10737"/>
                    <a:pt x="7621" y="4680"/>
                    <a:pt x="8066" y="2514"/>
                  </a:cubicBezTo>
                  <a:cubicBezTo>
                    <a:pt x="8066" y="679"/>
                    <a:pt x="6669" y="-400"/>
                    <a:pt x="4828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92AF251-020B-3C31-7E55-8C6F5860D404}"/>
                </a:ext>
              </a:extLst>
            </p:cNvPr>
            <p:cNvSpPr/>
            <p:nvPr/>
          </p:nvSpPr>
          <p:spPr>
            <a:xfrm>
              <a:off x="9590580" y="4377795"/>
              <a:ext cx="8659" cy="10691"/>
            </a:xfrm>
            <a:custGeom>
              <a:avLst/>
              <a:gdLst>
                <a:gd name="csX0" fmla="*/ 7826 w 8659"/>
                <a:gd name="csY0" fmla="*/ 7128 h 10691"/>
                <a:gd name="csX1" fmla="*/ 4587 w 8659"/>
                <a:gd name="csY1" fmla="*/ 638 h 10691"/>
                <a:gd name="csX2" fmla="*/ 142 w 8659"/>
                <a:gd name="csY2" fmla="*/ 5718 h 10691"/>
                <a:gd name="csX3" fmla="*/ 1539 w 8659"/>
                <a:gd name="csY3" fmla="*/ 10265 h 10691"/>
                <a:gd name="csX4" fmla="*/ 7699 w 8659"/>
                <a:gd name="csY4" fmla="*/ 7019 h 10691"/>
                <a:gd name="csX5" fmla="*/ 7826 w 8659"/>
                <a:gd name="csY5" fmla="*/ 7128 h 1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59" h="10691">
                  <a:moveTo>
                    <a:pt x="7826" y="7128"/>
                  </a:moveTo>
                  <a:cubicBezTo>
                    <a:pt x="10747" y="3775"/>
                    <a:pt x="5095" y="1286"/>
                    <a:pt x="4587" y="638"/>
                  </a:cubicBezTo>
                  <a:cubicBezTo>
                    <a:pt x="904" y="-2067"/>
                    <a:pt x="713" y="4638"/>
                    <a:pt x="142" y="5718"/>
                  </a:cubicBezTo>
                  <a:cubicBezTo>
                    <a:pt x="-302" y="7559"/>
                    <a:pt x="333" y="9610"/>
                    <a:pt x="1539" y="10265"/>
                  </a:cubicBezTo>
                  <a:cubicBezTo>
                    <a:pt x="4460" y="12100"/>
                    <a:pt x="7190" y="7452"/>
                    <a:pt x="7699" y="7019"/>
                  </a:cubicBezTo>
                  <a:lnTo>
                    <a:pt x="7826" y="7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78A0FF7D-63C4-C49B-2095-F71FBF25758C}"/>
                </a:ext>
              </a:extLst>
            </p:cNvPr>
            <p:cNvSpPr/>
            <p:nvPr/>
          </p:nvSpPr>
          <p:spPr>
            <a:xfrm>
              <a:off x="9271657" y="4421645"/>
              <a:ext cx="28708" cy="35724"/>
            </a:xfrm>
            <a:custGeom>
              <a:avLst/>
              <a:gdLst>
                <a:gd name="csX0" fmla="*/ 8105 w 28708"/>
                <a:gd name="csY0" fmla="*/ 691 h 35724"/>
                <a:gd name="csX1" fmla="*/ 1819 w 28708"/>
                <a:gd name="csY1" fmla="*/ 2742 h 35724"/>
                <a:gd name="csX2" fmla="*/ 17123 w 28708"/>
                <a:gd name="csY2" fmla="*/ 24154 h 35724"/>
                <a:gd name="csX3" fmla="*/ 20043 w 28708"/>
                <a:gd name="csY3" fmla="*/ 32371 h 35724"/>
                <a:gd name="csX4" fmla="*/ 23790 w 28708"/>
                <a:gd name="csY4" fmla="*/ 35724 h 35724"/>
                <a:gd name="csX5" fmla="*/ 24361 w 28708"/>
                <a:gd name="csY5" fmla="*/ 35724 h 35724"/>
                <a:gd name="csX6" fmla="*/ 28679 w 28708"/>
                <a:gd name="csY6" fmla="*/ 22859 h 35724"/>
                <a:gd name="csX7" fmla="*/ 11598 w 28708"/>
                <a:gd name="csY7" fmla="*/ 1123 h 35724"/>
                <a:gd name="csX8" fmla="*/ 8105 w 28708"/>
                <a:gd name="csY8" fmla="*/ 691 h 35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708" h="35724">
                  <a:moveTo>
                    <a:pt x="8105" y="691"/>
                  </a:moveTo>
                  <a:cubicBezTo>
                    <a:pt x="6581" y="3174"/>
                    <a:pt x="2454" y="2634"/>
                    <a:pt x="1819" y="2742"/>
                  </a:cubicBezTo>
                  <a:cubicBezTo>
                    <a:pt x="-2689" y="2742"/>
                    <a:pt x="739" y="5340"/>
                    <a:pt x="17123" y="24154"/>
                  </a:cubicBezTo>
                  <a:cubicBezTo>
                    <a:pt x="19916" y="27507"/>
                    <a:pt x="19789" y="31724"/>
                    <a:pt x="20043" y="32371"/>
                  </a:cubicBezTo>
                  <a:cubicBezTo>
                    <a:pt x="20234" y="34213"/>
                    <a:pt x="21949" y="35724"/>
                    <a:pt x="23790" y="35724"/>
                  </a:cubicBezTo>
                  <a:lnTo>
                    <a:pt x="24361" y="35724"/>
                  </a:lnTo>
                  <a:cubicBezTo>
                    <a:pt x="29632" y="35724"/>
                    <a:pt x="27727" y="28047"/>
                    <a:pt x="28679" y="22859"/>
                  </a:cubicBezTo>
                  <a:cubicBezTo>
                    <a:pt x="28997" y="18427"/>
                    <a:pt x="26965" y="17341"/>
                    <a:pt x="11598" y="1123"/>
                  </a:cubicBezTo>
                  <a:cubicBezTo>
                    <a:pt x="10264" y="-173"/>
                    <a:pt x="8740" y="-388"/>
                    <a:pt x="8105" y="6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E5E97728-DED3-CDE9-A351-6EA3C8F9E107}"/>
                </a:ext>
              </a:extLst>
            </p:cNvPr>
            <p:cNvSpPr/>
            <p:nvPr/>
          </p:nvSpPr>
          <p:spPr>
            <a:xfrm>
              <a:off x="9270307" y="4396816"/>
              <a:ext cx="10148" cy="5868"/>
            </a:xfrm>
            <a:custGeom>
              <a:avLst/>
              <a:gdLst>
                <a:gd name="csX0" fmla="*/ 2852 w 10148"/>
                <a:gd name="csY0" fmla="*/ 4972 h 5868"/>
                <a:gd name="csX1" fmla="*/ 10027 w 10148"/>
                <a:gd name="csY1" fmla="*/ 2705 h 5868"/>
                <a:gd name="csX2" fmla="*/ 5138 w 10148"/>
                <a:gd name="csY2" fmla="*/ 0 h 5868"/>
                <a:gd name="csX3" fmla="*/ 3297 w 10148"/>
                <a:gd name="csY3" fmla="*/ 0 h 5868"/>
                <a:gd name="csX4" fmla="*/ 2852 w 10148"/>
                <a:gd name="csY4" fmla="*/ 5080 h 5868"/>
                <a:gd name="csX5" fmla="*/ 2852 w 10148"/>
                <a:gd name="csY5" fmla="*/ 4972 h 5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8" h="5868">
                  <a:moveTo>
                    <a:pt x="2852" y="4972"/>
                  </a:moveTo>
                  <a:cubicBezTo>
                    <a:pt x="4693" y="5620"/>
                    <a:pt x="11107" y="7461"/>
                    <a:pt x="10027" y="2705"/>
                  </a:cubicBezTo>
                  <a:cubicBezTo>
                    <a:pt x="9583" y="1727"/>
                    <a:pt x="9647" y="0"/>
                    <a:pt x="5138" y="0"/>
                  </a:cubicBezTo>
                  <a:lnTo>
                    <a:pt x="3297" y="0"/>
                  </a:lnTo>
                  <a:cubicBezTo>
                    <a:pt x="-1022" y="0"/>
                    <a:pt x="-1022" y="3029"/>
                    <a:pt x="2852" y="5080"/>
                  </a:cubicBezTo>
                  <a:lnTo>
                    <a:pt x="2852" y="49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0E4C1D-6577-CD17-D223-B63A6536FA60}"/>
                </a:ext>
              </a:extLst>
            </p:cNvPr>
            <p:cNvSpPr/>
            <p:nvPr/>
          </p:nvSpPr>
          <p:spPr>
            <a:xfrm>
              <a:off x="9315566" y="4476560"/>
              <a:ext cx="11560" cy="23165"/>
            </a:xfrm>
            <a:custGeom>
              <a:avLst/>
              <a:gdLst>
                <a:gd name="csX0" fmla="*/ 1789 w 11560"/>
                <a:gd name="csY0" fmla="*/ 387 h 23165"/>
                <a:gd name="csX1" fmla="*/ 2487 w 11560"/>
                <a:gd name="csY1" fmla="*/ 8388 h 23165"/>
                <a:gd name="csX2" fmla="*/ 455 w 11560"/>
                <a:gd name="csY2" fmla="*/ 18338 h 23165"/>
                <a:gd name="csX3" fmla="*/ 4455 w 11560"/>
                <a:gd name="csY3" fmla="*/ 22987 h 23165"/>
                <a:gd name="csX4" fmla="*/ 11187 w 11560"/>
                <a:gd name="csY4" fmla="*/ 14554 h 23165"/>
                <a:gd name="csX5" fmla="*/ 6424 w 11560"/>
                <a:gd name="csY5" fmla="*/ 1682 h 23165"/>
                <a:gd name="csX6" fmla="*/ 1789 w 11560"/>
                <a:gd name="csY6" fmla="*/ 387 h 23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0" h="23165">
                  <a:moveTo>
                    <a:pt x="1789" y="387"/>
                  </a:moveTo>
                  <a:cubicBezTo>
                    <a:pt x="-2275" y="2546"/>
                    <a:pt x="2106" y="7308"/>
                    <a:pt x="2487" y="8388"/>
                  </a:cubicBezTo>
                  <a:cubicBezTo>
                    <a:pt x="4773" y="12496"/>
                    <a:pt x="1027" y="16713"/>
                    <a:pt x="455" y="18338"/>
                  </a:cubicBezTo>
                  <a:cubicBezTo>
                    <a:pt x="-1577" y="22123"/>
                    <a:pt x="3820" y="22554"/>
                    <a:pt x="4455" y="22987"/>
                  </a:cubicBezTo>
                  <a:cubicBezTo>
                    <a:pt x="9472" y="24390"/>
                    <a:pt x="9790" y="17144"/>
                    <a:pt x="11187" y="14554"/>
                  </a:cubicBezTo>
                  <a:cubicBezTo>
                    <a:pt x="12901" y="9683"/>
                    <a:pt x="8265" y="5683"/>
                    <a:pt x="6424" y="1682"/>
                  </a:cubicBezTo>
                  <a:cubicBezTo>
                    <a:pt x="5408" y="171"/>
                    <a:pt x="3376" y="-477"/>
                    <a:pt x="1789" y="3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2D6159E2-2667-1652-4B64-A4928ECD47EE}"/>
                </a:ext>
              </a:extLst>
            </p:cNvPr>
            <p:cNvSpPr/>
            <p:nvPr/>
          </p:nvSpPr>
          <p:spPr>
            <a:xfrm>
              <a:off x="9328463" y="4512060"/>
              <a:ext cx="23920" cy="31328"/>
            </a:xfrm>
            <a:custGeom>
              <a:avLst/>
              <a:gdLst>
                <a:gd name="csX0" fmla="*/ 11688 w 23920"/>
                <a:gd name="csY0" fmla="*/ 3596 h 31328"/>
                <a:gd name="csX1" fmla="*/ 5338 w 23920"/>
                <a:gd name="csY1" fmla="*/ 27 h 31328"/>
                <a:gd name="csX2" fmla="*/ 258 w 23920"/>
                <a:gd name="csY2" fmla="*/ 7165 h 31328"/>
                <a:gd name="csX3" fmla="*/ 6926 w 23920"/>
                <a:gd name="csY3" fmla="*/ 25332 h 31328"/>
                <a:gd name="csX4" fmla="*/ 21340 w 23920"/>
                <a:gd name="csY4" fmla="*/ 30418 h 31328"/>
                <a:gd name="csX5" fmla="*/ 22293 w 23920"/>
                <a:gd name="csY5" fmla="*/ 29764 h 31328"/>
                <a:gd name="csX6" fmla="*/ 23499 w 23920"/>
                <a:gd name="csY6" fmla="*/ 24900 h 31328"/>
                <a:gd name="csX7" fmla="*/ 11815 w 23920"/>
                <a:gd name="csY7" fmla="*/ 3488 h 31328"/>
                <a:gd name="csX8" fmla="*/ 11688 w 23920"/>
                <a:gd name="csY8" fmla="*/ 3596 h 31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920" h="31328">
                  <a:moveTo>
                    <a:pt x="11688" y="3596"/>
                  </a:moveTo>
                  <a:cubicBezTo>
                    <a:pt x="9783" y="27"/>
                    <a:pt x="5846" y="243"/>
                    <a:pt x="5338" y="27"/>
                  </a:cubicBezTo>
                  <a:cubicBezTo>
                    <a:pt x="639" y="-513"/>
                    <a:pt x="258" y="7165"/>
                    <a:pt x="258" y="7165"/>
                  </a:cubicBezTo>
                  <a:cubicBezTo>
                    <a:pt x="-885" y="11597"/>
                    <a:pt x="1845" y="15058"/>
                    <a:pt x="6926" y="25332"/>
                  </a:cubicBezTo>
                  <a:cubicBezTo>
                    <a:pt x="9021" y="29332"/>
                    <a:pt x="17213" y="33117"/>
                    <a:pt x="21340" y="30418"/>
                  </a:cubicBezTo>
                  <a:lnTo>
                    <a:pt x="22293" y="29764"/>
                  </a:lnTo>
                  <a:cubicBezTo>
                    <a:pt x="23817" y="28685"/>
                    <a:pt x="24388" y="26526"/>
                    <a:pt x="23499" y="24900"/>
                  </a:cubicBezTo>
                  <a:lnTo>
                    <a:pt x="11815" y="3488"/>
                  </a:lnTo>
                  <a:lnTo>
                    <a:pt x="11688" y="35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752218B8-2612-CBA1-4A96-0E195CC8ECC8}"/>
                </a:ext>
              </a:extLst>
            </p:cNvPr>
            <p:cNvSpPr/>
            <p:nvPr/>
          </p:nvSpPr>
          <p:spPr>
            <a:xfrm>
              <a:off x="9362502" y="4551190"/>
              <a:ext cx="11234" cy="13979"/>
            </a:xfrm>
            <a:custGeom>
              <a:avLst/>
              <a:gdLst>
                <a:gd name="csX0" fmla="*/ 255 w 11234"/>
                <a:gd name="csY0" fmla="*/ 4909 h 13979"/>
                <a:gd name="csX1" fmla="*/ 9399 w 11234"/>
                <a:gd name="csY1" fmla="*/ 13887 h 13979"/>
                <a:gd name="csX2" fmla="*/ 4510 w 11234"/>
                <a:gd name="csY2" fmla="*/ 1124 h 13979"/>
                <a:gd name="csX3" fmla="*/ 192 w 11234"/>
                <a:gd name="csY3" fmla="*/ 5017 h 13979"/>
                <a:gd name="csX4" fmla="*/ 255 w 11234"/>
                <a:gd name="csY4" fmla="*/ 4909 h 13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34" h="13979">
                  <a:moveTo>
                    <a:pt x="255" y="4909"/>
                  </a:moveTo>
                  <a:cubicBezTo>
                    <a:pt x="-1332" y="9341"/>
                    <a:pt x="4828" y="14751"/>
                    <a:pt x="9399" y="13887"/>
                  </a:cubicBezTo>
                  <a:cubicBezTo>
                    <a:pt x="14543" y="12802"/>
                    <a:pt x="7558" y="6858"/>
                    <a:pt x="4510" y="1124"/>
                  </a:cubicBezTo>
                  <a:cubicBezTo>
                    <a:pt x="1906" y="-2660"/>
                    <a:pt x="636" y="4261"/>
                    <a:pt x="192" y="5017"/>
                  </a:cubicBezTo>
                  <a:lnTo>
                    <a:pt x="255" y="49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969427-01AA-145C-AAC4-F5A3C31647CF}"/>
                </a:ext>
              </a:extLst>
            </p:cNvPr>
            <p:cNvSpPr/>
            <p:nvPr/>
          </p:nvSpPr>
          <p:spPr>
            <a:xfrm>
              <a:off x="9378568" y="4570698"/>
              <a:ext cx="18083" cy="30018"/>
            </a:xfrm>
            <a:custGeom>
              <a:avLst/>
              <a:gdLst>
                <a:gd name="csX0" fmla="*/ 127 w 18083"/>
                <a:gd name="csY0" fmla="*/ 216 h 30018"/>
                <a:gd name="csX1" fmla="*/ 127 w 18083"/>
                <a:gd name="csY1" fmla="*/ 978 h 30018"/>
                <a:gd name="csX2" fmla="*/ 3493 w 18083"/>
                <a:gd name="csY2" fmla="*/ 12979 h 30018"/>
                <a:gd name="csX3" fmla="*/ 3811 w 18083"/>
                <a:gd name="csY3" fmla="*/ 12979 h 30018"/>
                <a:gd name="csX4" fmla="*/ 7620 w 18083"/>
                <a:gd name="csY4" fmla="*/ 16764 h 30018"/>
                <a:gd name="csX5" fmla="*/ 10732 w 18083"/>
                <a:gd name="csY5" fmla="*/ 24009 h 30018"/>
                <a:gd name="csX6" fmla="*/ 17971 w 18083"/>
                <a:gd name="csY6" fmla="*/ 29959 h 30018"/>
                <a:gd name="csX7" fmla="*/ 17971 w 18083"/>
                <a:gd name="csY7" fmla="*/ 21089 h 30018"/>
                <a:gd name="csX8" fmla="*/ 0 w 18083"/>
                <a:gd name="csY8" fmla="*/ 0 h 30018"/>
                <a:gd name="csX9" fmla="*/ 127 w 18083"/>
                <a:gd name="csY9" fmla="*/ 216 h 30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3" h="30018">
                  <a:moveTo>
                    <a:pt x="127" y="216"/>
                  </a:moveTo>
                  <a:lnTo>
                    <a:pt x="127" y="978"/>
                  </a:lnTo>
                  <a:cubicBezTo>
                    <a:pt x="636" y="5194"/>
                    <a:pt x="-1588" y="12332"/>
                    <a:pt x="3493" y="12979"/>
                  </a:cubicBezTo>
                  <a:lnTo>
                    <a:pt x="3811" y="12979"/>
                  </a:lnTo>
                  <a:cubicBezTo>
                    <a:pt x="5652" y="13303"/>
                    <a:pt x="7366" y="14923"/>
                    <a:pt x="7620" y="16764"/>
                  </a:cubicBezTo>
                  <a:cubicBezTo>
                    <a:pt x="7811" y="17304"/>
                    <a:pt x="7620" y="21196"/>
                    <a:pt x="10732" y="24009"/>
                  </a:cubicBezTo>
                  <a:cubicBezTo>
                    <a:pt x="10732" y="24009"/>
                    <a:pt x="17780" y="30715"/>
                    <a:pt x="17971" y="29959"/>
                  </a:cubicBezTo>
                  <a:cubicBezTo>
                    <a:pt x="18225" y="29197"/>
                    <a:pt x="17971" y="21089"/>
                    <a:pt x="17971" y="21089"/>
                  </a:cubicBezTo>
                  <a:cubicBezTo>
                    <a:pt x="17971" y="15253"/>
                    <a:pt x="12002" y="12872"/>
                    <a:pt x="0" y="0"/>
                  </a:cubicBezTo>
                  <a:lnTo>
                    <a:pt x="127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79A68CAC-121E-26CF-EB92-008CBCC59D48}"/>
                </a:ext>
              </a:extLst>
            </p:cNvPr>
            <p:cNvSpPr/>
            <p:nvPr/>
          </p:nvSpPr>
          <p:spPr>
            <a:xfrm>
              <a:off x="9458090" y="4673093"/>
              <a:ext cx="11468" cy="10200"/>
            </a:xfrm>
            <a:custGeom>
              <a:avLst/>
              <a:gdLst>
                <a:gd name="csX0" fmla="*/ 9442 w 11468"/>
                <a:gd name="csY0" fmla="*/ 2177 h 10200"/>
                <a:gd name="csX1" fmla="*/ 933 w 11468"/>
                <a:gd name="csY1" fmla="*/ 1529 h 10200"/>
                <a:gd name="csX2" fmla="*/ 616 w 11468"/>
                <a:gd name="csY2" fmla="*/ 1961 h 10200"/>
                <a:gd name="csX3" fmla="*/ 1441 w 11468"/>
                <a:gd name="csY3" fmla="*/ 6501 h 10200"/>
                <a:gd name="csX4" fmla="*/ 10521 w 11468"/>
                <a:gd name="csY4" fmla="*/ 8450 h 10200"/>
                <a:gd name="csX5" fmla="*/ 9442 w 11468"/>
                <a:gd name="csY5" fmla="*/ 2177 h 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68" h="10200">
                  <a:moveTo>
                    <a:pt x="9442" y="2177"/>
                  </a:moveTo>
                  <a:cubicBezTo>
                    <a:pt x="9442" y="2177"/>
                    <a:pt x="3537" y="-2256"/>
                    <a:pt x="933" y="1529"/>
                  </a:cubicBezTo>
                  <a:lnTo>
                    <a:pt x="616" y="1961"/>
                  </a:lnTo>
                  <a:cubicBezTo>
                    <a:pt x="-464" y="3472"/>
                    <a:pt x="-83" y="5530"/>
                    <a:pt x="1441" y="6501"/>
                  </a:cubicBezTo>
                  <a:cubicBezTo>
                    <a:pt x="3409" y="7365"/>
                    <a:pt x="8680" y="12991"/>
                    <a:pt x="10521" y="8450"/>
                  </a:cubicBezTo>
                  <a:cubicBezTo>
                    <a:pt x="10521" y="7904"/>
                    <a:pt x="13252" y="4120"/>
                    <a:pt x="9442" y="2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E4DC8E14-A2B4-7B49-265B-F6F68BC29EC6}"/>
                </a:ext>
              </a:extLst>
            </p:cNvPr>
            <p:cNvSpPr/>
            <p:nvPr/>
          </p:nvSpPr>
          <p:spPr>
            <a:xfrm>
              <a:off x="9325941" y="4468976"/>
              <a:ext cx="10313" cy="7535"/>
            </a:xfrm>
            <a:custGeom>
              <a:avLst/>
              <a:gdLst>
                <a:gd name="csX0" fmla="*/ 8241 w 10313"/>
                <a:gd name="csY0" fmla="*/ 6776 h 7535"/>
                <a:gd name="csX1" fmla="*/ 6018 w 10313"/>
                <a:gd name="csY1" fmla="*/ 77 h 7535"/>
                <a:gd name="csX2" fmla="*/ 812 w 10313"/>
                <a:gd name="csY2" fmla="*/ 3754 h 7535"/>
                <a:gd name="csX3" fmla="*/ 8241 w 10313"/>
                <a:gd name="csY3" fmla="*/ 6884 h 7535"/>
                <a:gd name="csX4" fmla="*/ 8241 w 10313"/>
                <a:gd name="csY4" fmla="*/ 6776 h 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313" h="7535">
                  <a:moveTo>
                    <a:pt x="8241" y="6776"/>
                  </a:moveTo>
                  <a:cubicBezTo>
                    <a:pt x="11924" y="4401"/>
                    <a:pt x="10400" y="-685"/>
                    <a:pt x="6018" y="77"/>
                  </a:cubicBezTo>
                  <a:cubicBezTo>
                    <a:pt x="5002" y="401"/>
                    <a:pt x="-2427" y="293"/>
                    <a:pt x="812" y="3754"/>
                  </a:cubicBezTo>
                  <a:cubicBezTo>
                    <a:pt x="1637" y="4401"/>
                    <a:pt x="4495" y="9265"/>
                    <a:pt x="8241" y="6884"/>
                  </a:cubicBezTo>
                  <a:lnTo>
                    <a:pt x="8241" y="677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30D8A59C-13CB-13DD-B774-FD428FDB5EC1}"/>
                </a:ext>
              </a:extLst>
            </p:cNvPr>
            <p:cNvSpPr/>
            <p:nvPr/>
          </p:nvSpPr>
          <p:spPr>
            <a:xfrm>
              <a:off x="9981905" y="4601516"/>
              <a:ext cx="14424" cy="25114"/>
            </a:xfrm>
            <a:custGeom>
              <a:avLst/>
              <a:gdLst>
                <a:gd name="csX0" fmla="*/ 9946 w 14424"/>
                <a:gd name="csY0" fmla="*/ 12006 h 25114"/>
                <a:gd name="csX1" fmla="*/ 14264 w 14424"/>
                <a:gd name="csY1" fmla="*/ 5084 h 25114"/>
                <a:gd name="csX2" fmla="*/ 12232 w 14424"/>
                <a:gd name="csY2" fmla="*/ 2925 h 25114"/>
                <a:gd name="csX3" fmla="*/ 8232 w 14424"/>
                <a:gd name="csY3" fmla="*/ 1192 h 25114"/>
                <a:gd name="csX4" fmla="*/ 1627 w 14424"/>
                <a:gd name="csY4" fmla="*/ 6710 h 25114"/>
                <a:gd name="csX5" fmla="*/ 548 w 14424"/>
                <a:gd name="csY5" fmla="*/ 23144 h 25114"/>
                <a:gd name="csX6" fmla="*/ 6073 w 14424"/>
                <a:gd name="csY6" fmla="*/ 23144 h 25114"/>
                <a:gd name="csX7" fmla="*/ 8295 w 14424"/>
                <a:gd name="csY7" fmla="*/ 18063 h 25114"/>
                <a:gd name="csX8" fmla="*/ 7977 w 14424"/>
                <a:gd name="csY8" fmla="*/ 16006 h 25114"/>
                <a:gd name="csX9" fmla="*/ 10073 w 14424"/>
                <a:gd name="csY9" fmla="*/ 12114 h 25114"/>
                <a:gd name="csX10" fmla="*/ 9946 w 14424"/>
                <a:gd name="csY10" fmla="*/ 12006 h 25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424" h="25114">
                  <a:moveTo>
                    <a:pt x="9946" y="12006"/>
                  </a:moveTo>
                  <a:cubicBezTo>
                    <a:pt x="13376" y="11250"/>
                    <a:pt x="13820" y="5948"/>
                    <a:pt x="14264" y="5084"/>
                  </a:cubicBezTo>
                  <a:cubicBezTo>
                    <a:pt x="14836" y="3357"/>
                    <a:pt x="13820" y="2271"/>
                    <a:pt x="12232" y="2925"/>
                  </a:cubicBezTo>
                  <a:cubicBezTo>
                    <a:pt x="10581" y="3465"/>
                    <a:pt x="8739" y="2709"/>
                    <a:pt x="8232" y="1192"/>
                  </a:cubicBezTo>
                  <a:cubicBezTo>
                    <a:pt x="6708" y="-2917"/>
                    <a:pt x="3342" y="4760"/>
                    <a:pt x="1627" y="6710"/>
                  </a:cubicBezTo>
                  <a:cubicBezTo>
                    <a:pt x="-531" y="9955"/>
                    <a:pt x="-150" y="12114"/>
                    <a:pt x="548" y="23144"/>
                  </a:cubicBezTo>
                  <a:cubicBezTo>
                    <a:pt x="738" y="27468"/>
                    <a:pt x="5375" y="23360"/>
                    <a:pt x="6073" y="23144"/>
                  </a:cubicBezTo>
                  <a:cubicBezTo>
                    <a:pt x="7533" y="22172"/>
                    <a:pt x="8613" y="19899"/>
                    <a:pt x="8295" y="18063"/>
                  </a:cubicBezTo>
                  <a:lnTo>
                    <a:pt x="7977" y="16006"/>
                  </a:lnTo>
                  <a:cubicBezTo>
                    <a:pt x="7660" y="14171"/>
                    <a:pt x="8613" y="12437"/>
                    <a:pt x="10073" y="12114"/>
                  </a:cubicBezTo>
                  <a:lnTo>
                    <a:pt x="9946" y="12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954548A0-D3DE-DC15-F40A-6F3AA223A132}"/>
                </a:ext>
              </a:extLst>
            </p:cNvPr>
            <p:cNvSpPr/>
            <p:nvPr/>
          </p:nvSpPr>
          <p:spPr>
            <a:xfrm>
              <a:off x="9707661" y="4379919"/>
              <a:ext cx="6842" cy="7967"/>
            </a:xfrm>
            <a:custGeom>
              <a:avLst/>
              <a:gdLst>
                <a:gd name="csX0" fmla="*/ 6695 w 6842"/>
                <a:gd name="csY0" fmla="*/ 5219 h 7967"/>
                <a:gd name="csX1" fmla="*/ 6695 w 6842"/>
                <a:gd name="csY1" fmla="*/ 5003 h 7967"/>
                <a:gd name="csX2" fmla="*/ 727 w 6842"/>
                <a:gd name="csY2" fmla="*/ 2082 h 7967"/>
                <a:gd name="csX3" fmla="*/ 2441 w 6842"/>
                <a:gd name="csY3" fmla="*/ 7918 h 7967"/>
                <a:gd name="csX4" fmla="*/ 6695 w 6842"/>
                <a:gd name="csY4" fmla="*/ 5219 h 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7967">
                  <a:moveTo>
                    <a:pt x="6695" y="5219"/>
                  </a:moveTo>
                  <a:lnTo>
                    <a:pt x="6695" y="5003"/>
                  </a:lnTo>
                  <a:cubicBezTo>
                    <a:pt x="7839" y="672"/>
                    <a:pt x="1996" y="-2134"/>
                    <a:pt x="727" y="2082"/>
                  </a:cubicBezTo>
                  <a:cubicBezTo>
                    <a:pt x="727" y="2622"/>
                    <a:pt x="-1750" y="7378"/>
                    <a:pt x="2441" y="7918"/>
                  </a:cubicBezTo>
                  <a:cubicBezTo>
                    <a:pt x="4282" y="8242"/>
                    <a:pt x="6124" y="6946"/>
                    <a:pt x="6695" y="5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CD340132-23B7-CE80-82C6-0B602DE707F8}"/>
                </a:ext>
              </a:extLst>
            </p:cNvPr>
            <p:cNvSpPr/>
            <p:nvPr/>
          </p:nvSpPr>
          <p:spPr>
            <a:xfrm>
              <a:off x="9715895" y="4385462"/>
              <a:ext cx="7118" cy="6919"/>
            </a:xfrm>
            <a:custGeom>
              <a:avLst/>
              <a:gdLst>
                <a:gd name="csX0" fmla="*/ 6907 w 7118"/>
                <a:gd name="csY0" fmla="*/ 4001 h 6919"/>
                <a:gd name="csX1" fmla="*/ 7098 w 7118"/>
                <a:gd name="csY1" fmla="*/ 3029 h 6919"/>
                <a:gd name="csX2" fmla="*/ 4303 w 7118"/>
                <a:gd name="csY2" fmla="*/ 0 h 6919"/>
                <a:gd name="csX3" fmla="*/ 2843 w 7118"/>
                <a:gd name="csY3" fmla="*/ 0 h 6919"/>
                <a:gd name="csX4" fmla="*/ 49 w 7118"/>
                <a:gd name="csY4" fmla="*/ 3029 h 6919"/>
                <a:gd name="csX5" fmla="*/ 303 w 7118"/>
                <a:gd name="csY5" fmla="*/ 4001 h 6919"/>
                <a:gd name="csX6" fmla="*/ 6907 w 7118"/>
                <a:gd name="csY6" fmla="*/ 4001 h 6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18" h="6919">
                  <a:moveTo>
                    <a:pt x="6907" y="4001"/>
                  </a:moveTo>
                  <a:lnTo>
                    <a:pt x="7098" y="3029"/>
                  </a:lnTo>
                  <a:cubicBezTo>
                    <a:pt x="7288" y="1403"/>
                    <a:pt x="6145" y="0"/>
                    <a:pt x="4303" y="0"/>
                  </a:cubicBezTo>
                  <a:lnTo>
                    <a:pt x="2843" y="0"/>
                  </a:lnTo>
                  <a:cubicBezTo>
                    <a:pt x="1001" y="0"/>
                    <a:pt x="-268" y="1295"/>
                    <a:pt x="49" y="3029"/>
                  </a:cubicBezTo>
                  <a:lnTo>
                    <a:pt x="303" y="4001"/>
                  </a:lnTo>
                  <a:cubicBezTo>
                    <a:pt x="1128" y="7893"/>
                    <a:pt x="6209" y="7893"/>
                    <a:pt x="6907" y="4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C89A3227-BA3B-9B27-96BA-C6F919619569}"/>
                </a:ext>
              </a:extLst>
            </p:cNvPr>
            <p:cNvSpPr/>
            <p:nvPr/>
          </p:nvSpPr>
          <p:spPr>
            <a:xfrm>
              <a:off x="9505201" y="4442826"/>
              <a:ext cx="7082" cy="10385"/>
            </a:xfrm>
            <a:custGeom>
              <a:avLst/>
              <a:gdLst>
                <a:gd name="csX0" fmla="*/ 1828 w 7082"/>
                <a:gd name="csY0" fmla="*/ 1030 h 10385"/>
                <a:gd name="csX1" fmla="*/ 241 w 7082"/>
                <a:gd name="csY1" fmla="*/ 7412 h 10385"/>
                <a:gd name="csX2" fmla="*/ 6844 w 7082"/>
                <a:gd name="csY2" fmla="*/ 7190 h 10385"/>
                <a:gd name="csX3" fmla="*/ 5892 w 7082"/>
                <a:gd name="csY3" fmla="*/ 1138 h 10385"/>
                <a:gd name="csX4" fmla="*/ 1828 w 7082"/>
                <a:gd name="csY4" fmla="*/ 1138 h 10385"/>
                <a:gd name="csX5" fmla="*/ 1828 w 7082"/>
                <a:gd name="csY5" fmla="*/ 1030 h 10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82" h="10385">
                  <a:moveTo>
                    <a:pt x="1828" y="1030"/>
                  </a:moveTo>
                  <a:cubicBezTo>
                    <a:pt x="2081" y="383"/>
                    <a:pt x="-839" y="4059"/>
                    <a:pt x="241" y="7412"/>
                  </a:cubicBezTo>
                  <a:cubicBezTo>
                    <a:pt x="1447" y="11413"/>
                    <a:pt x="5638" y="11413"/>
                    <a:pt x="6844" y="7190"/>
                  </a:cubicBezTo>
                  <a:cubicBezTo>
                    <a:pt x="6844" y="7844"/>
                    <a:pt x="7797" y="3843"/>
                    <a:pt x="5892" y="1138"/>
                  </a:cubicBezTo>
                  <a:cubicBezTo>
                    <a:pt x="4749" y="-379"/>
                    <a:pt x="3034" y="-379"/>
                    <a:pt x="1828" y="1138"/>
                  </a:cubicBezTo>
                  <a:lnTo>
                    <a:pt x="1828" y="1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1EC44CC0-62F6-2DDC-D3B4-21F8E423AD84}"/>
                </a:ext>
              </a:extLst>
            </p:cNvPr>
            <p:cNvSpPr/>
            <p:nvPr/>
          </p:nvSpPr>
          <p:spPr>
            <a:xfrm>
              <a:off x="9539964" y="4492039"/>
              <a:ext cx="10446" cy="9877"/>
            </a:xfrm>
            <a:custGeom>
              <a:avLst/>
              <a:gdLst>
                <a:gd name="csX0" fmla="*/ 213 w 10446"/>
                <a:gd name="csY0" fmla="*/ 5126 h 9877"/>
                <a:gd name="csX1" fmla="*/ 4975 w 10446"/>
                <a:gd name="csY1" fmla="*/ 9234 h 9877"/>
                <a:gd name="csX2" fmla="*/ 9293 w 10446"/>
                <a:gd name="csY2" fmla="*/ 2097 h 9877"/>
                <a:gd name="csX3" fmla="*/ 8023 w 10446"/>
                <a:gd name="csY3" fmla="*/ 1125 h 9877"/>
                <a:gd name="csX4" fmla="*/ 2181 w 10446"/>
                <a:gd name="csY4" fmla="*/ 586 h 9877"/>
                <a:gd name="csX5" fmla="*/ 213 w 10446"/>
                <a:gd name="csY5" fmla="*/ 5126 h 9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46" h="9877">
                  <a:moveTo>
                    <a:pt x="213" y="5126"/>
                  </a:moveTo>
                  <a:cubicBezTo>
                    <a:pt x="657" y="5774"/>
                    <a:pt x="1419" y="11831"/>
                    <a:pt x="4975" y="9234"/>
                  </a:cubicBezTo>
                  <a:cubicBezTo>
                    <a:pt x="6372" y="7831"/>
                    <a:pt x="13103" y="5126"/>
                    <a:pt x="9293" y="2097"/>
                  </a:cubicBezTo>
                  <a:lnTo>
                    <a:pt x="8023" y="1125"/>
                  </a:lnTo>
                  <a:cubicBezTo>
                    <a:pt x="5419" y="-1040"/>
                    <a:pt x="1482" y="586"/>
                    <a:pt x="2181" y="586"/>
                  </a:cubicBezTo>
                  <a:cubicBezTo>
                    <a:pt x="403" y="1341"/>
                    <a:pt x="-422" y="3399"/>
                    <a:pt x="213" y="51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E8A791B-8A9C-8397-83C2-E2D6BB84B27C}"/>
                </a:ext>
              </a:extLst>
            </p:cNvPr>
            <p:cNvSpPr/>
            <p:nvPr/>
          </p:nvSpPr>
          <p:spPr>
            <a:xfrm>
              <a:off x="9547134" y="4475597"/>
              <a:ext cx="17983" cy="14119"/>
            </a:xfrm>
            <a:custGeom>
              <a:avLst/>
              <a:gdLst>
                <a:gd name="csX0" fmla="*/ 10695 w 17983"/>
                <a:gd name="csY0" fmla="*/ 12703 h 14119"/>
                <a:gd name="csX1" fmla="*/ 11965 w 17983"/>
                <a:gd name="csY1" fmla="*/ 13567 h 14119"/>
                <a:gd name="csX2" fmla="*/ 16855 w 17983"/>
                <a:gd name="csY2" fmla="*/ 12703 h 14119"/>
                <a:gd name="csX3" fmla="*/ 17299 w 17983"/>
                <a:gd name="csY3" fmla="*/ 12164 h 14119"/>
                <a:gd name="csX4" fmla="*/ 16410 w 17983"/>
                <a:gd name="csY4" fmla="*/ 7839 h 14119"/>
                <a:gd name="csX5" fmla="*/ 3011 w 17983"/>
                <a:gd name="csY5" fmla="*/ 378 h 14119"/>
                <a:gd name="csX6" fmla="*/ 91 w 17983"/>
                <a:gd name="csY6" fmla="*/ 2105 h 14119"/>
                <a:gd name="csX7" fmla="*/ 3456 w 17983"/>
                <a:gd name="csY7" fmla="*/ 9998 h 14119"/>
                <a:gd name="csX8" fmla="*/ 10885 w 17983"/>
                <a:gd name="csY8" fmla="*/ 12595 h 14119"/>
                <a:gd name="csX9" fmla="*/ 10695 w 17983"/>
                <a:gd name="csY9" fmla="*/ 12703 h 14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983" h="14119">
                  <a:moveTo>
                    <a:pt x="10695" y="12703"/>
                  </a:moveTo>
                  <a:lnTo>
                    <a:pt x="11965" y="13567"/>
                  </a:lnTo>
                  <a:cubicBezTo>
                    <a:pt x="13489" y="14538"/>
                    <a:pt x="15648" y="14215"/>
                    <a:pt x="16855" y="12703"/>
                  </a:cubicBezTo>
                  <a:lnTo>
                    <a:pt x="17299" y="12164"/>
                  </a:lnTo>
                  <a:cubicBezTo>
                    <a:pt x="18506" y="10754"/>
                    <a:pt x="18061" y="8811"/>
                    <a:pt x="16410" y="7839"/>
                  </a:cubicBezTo>
                  <a:lnTo>
                    <a:pt x="3011" y="378"/>
                  </a:lnTo>
                  <a:cubicBezTo>
                    <a:pt x="1360" y="-492"/>
                    <a:pt x="91" y="162"/>
                    <a:pt x="91" y="2105"/>
                  </a:cubicBezTo>
                  <a:cubicBezTo>
                    <a:pt x="281" y="3401"/>
                    <a:pt x="-1243" y="9351"/>
                    <a:pt x="3456" y="9998"/>
                  </a:cubicBezTo>
                  <a:cubicBezTo>
                    <a:pt x="3964" y="10214"/>
                    <a:pt x="7520" y="10322"/>
                    <a:pt x="10885" y="12595"/>
                  </a:cubicBezTo>
                  <a:lnTo>
                    <a:pt x="10695" y="12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14B85F5D-F3E6-DA90-A2EE-52ECAF55E33A}"/>
                </a:ext>
              </a:extLst>
            </p:cNvPr>
            <p:cNvSpPr/>
            <p:nvPr/>
          </p:nvSpPr>
          <p:spPr>
            <a:xfrm>
              <a:off x="9523208" y="4434427"/>
              <a:ext cx="15168" cy="15809"/>
            </a:xfrm>
            <a:custGeom>
              <a:avLst/>
              <a:gdLst>
                <a:gd name="csX0" fmla="*/ 4014 w 15168"/>
                <a:gd name="csY0" fmla="*/ 774 h 15809"/>
                <a:gd name="csX1" fmla="*/ 712 w 15168"/>
                <a:gd name="csY1" fmla="*/ 7156 h 15809"/>
                <a:gd name="csX2" fmla="*/ 8649 w 15168"/>
                <a:gd name="csY2" fmla="*/ 10401 h 15809"/>
                <a:gd name="csX3" fmla="*/ 14999 w 15168"/>
                <a:gd name="csY3" fmla="*/ 14509 h 15809"/>
                <a:gd name="csX4" fmla="*/ 13856 w 15168"/>
                <a:gd name="csY4" fmla="*/ 8883 h 15809"/>
                <a:gd name="csX5" fmla="*/ 3887 w 15168"/>
                <a:gd name="csY5" fmla="*/ 774 h 15809"/>
                <a:gd name="csX6" fmla="*/ 4014 w 15168"/>
                <a:gd name="csY6" fmla="*/ 774 h 1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168" h="15809">
                  <a:moveTo>
                    <a:pt x="4014" y="774"/>
                  </a:moveTo>
                  <a:cubicBezTo>
                    <a:pt x="3442" y="1314"/>
                    <a:pt x="-1891" y="4019"/>
                    <a:pt x="712" y="7156"/>
                  </a:cubicBezTo>
                  <a:cubicBezTo>
                    <a:pt x="3569" y="10401"/>
                    <a:pt x="5728" y="6724"/>
                    <a:pt x="8649" y="10401"/>
                  </a:cubicBezTo>
                  <a:cubicBezTo>
                    <a:pt x="10173" y="11804"/>
                    <a:pt x="13856" y="18618"/>
                    <a:pt x="14999" y="14509"/>
                  </a:cubicBezTo>
                  <a:cubicBezTo>
                    <a:pt x="15444" y="12890"/>
                    <a:pt x="14999" y="10401"/>
                    <a:pt x="13856" y="8883"/>
                  </a:cubicBezTo>
                  <a:cubicBezTo>
                    <a:pt x="10491" y="5314"/>
                    <a:pt x="8014" y="-2471"/>
                    <a:pt x="3887" y="774"/>
                  </a:cubicBezTo>
                  <a:lnTo>
                    <a:pt x="4014" y="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430BE3CA-0F36-569C-FAAD-614010AFF314}"/>
                </a:ext>
              </a:extLst>
            </p:cNvPr>
            <p:cNvSpPr/>
            <p:nvPr/>
          </p:nvSpPr>
          <p:spPr>
            <a:xfrm>
              <a:off x="9540931" y="4432882"/>
              <a:ext cx="14072" cy="13830"/>
            </a:xfrm>
            <a:custGeom>
              <a:avLst/>
              <a:gdLst>
                <a:gd name="csX0" fmla="*/ 6039 w 14072"/>
                <a:gd name="csY0" fmla="*/ 10974 h 13830"/>
                <a:gd name="csX1" fmla="*/ 9405 w 14072"/>
                <a:gd name="csY1" fmla="*/ 13781 h 13830"/>
                <a:gd name="csX2" fmla="*/ 10612 w 14072"/>
                <a:gd name="csY2" fmla="*/ 13565 h 13830"/>
                <a:gd name="csX3" fmla="*/ 11056 w 14072"/>
                <a:gd name="csY3" fmla="*/ 1780 h 13830"/>
                <a:gd name="csX4" fmla="*/ 3373 w 14072"/>
                <a:gd name="csY4" fmla="*/ 808 h 13830"/>
                <a:gd name="csX5" fmla="*/ 1087 w 14072"/>
                <a:gd name="csY5" fmla="*/ 2103 h 13830"/>
                <a:gd name="csX6" fmla="*/ 1404 w 14072"/>
                <a:gd name="csY6" fmla="*/ 4917 h 13830"/>
                <a:gd name="csX7" fmla="*/ 2928 w 14072"/>
                <a:gd name="csY7" fmla="*/ 5456 h 13830"/>
                <a:gd name="csX8" fmla="*/ 6167 w 14072"/>
                <a:gd name="csY8" fmla="*/ 10974 h 13830"/>
                <a:gd name="csX9" fmla="*/ 6039 w 14072"/>
                <a:gd name="csY9" fmla="*/ 10974 h 13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072" h="13830">
                  <a:moveTo>
                    <a:pt x="6039" y="10974"/>
                  </a:moveTo>
                  <a:cubicBezTo>
                    <a:pt x="6039" y="12810"/>
                    <a:pt x="7563" y="14105"/>
                    <a:pt x="9405" y="13781"/>
                  </a:cubicBezTo>
                  <a:lnTo>
                    <a:pt x="10612" y="13565"/>
                  </a:lnTo>
                  <a:cubicBezTo>
                    <a:pt x="15375" y="12810"/>
                    <a:pt x="14930" y="4053"/>
                    <a:pt x="11056" y="1780"/>
                  </a:cubicBezTo>
                  <a:cubicBezTo>
                    <a:pt x="11056" y="1780"/>
                    <a:pt x="7056" y="-1465"/>
                    <a:pt x="3373" y="808"/>
                  </a:cubicBezTo>
                  <a:lnTo>
                    <a:pt x="1087" y="2103"/>
                  </a:lnTo>
                  <a:cubicBezTo>
                    <a:pt x="-500" y="3082"/>
                    <a:pt x="-311" y="4269"/>
                    <a:pt x="1404" y="4917"/>
                  </a:cubicBezTo>
                  <a:lnTo>
                    <a:pt x="2928" y="5456"/>
                  </a:lnTo>
                  <a:cubicBezTo>
                    <a:pt x="6612" y="6644"/>
                    <a:pt x="6294" y="11622"/>
                    <a:pt x="6167" y="10974"/>
                  </a:cubicBezTo>
                  <a:lnTo>
                    <a:pt x="6039" y="10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68273F38-8BD8-BD31-25D2-743F1D3EEAFE}"/>
                </a:ext>
              </a:extLst>
            </p:cNvPr>
            <p:cNvSpPr/>
            <p:nvPr/>
          </p:nvSpPr>
          <p:spPr>
            <a:xfrm>
              <a:off x="9573570" y="4533779"/>
              <a:ext cx="63689" cy="58366"/>
            </a:xfrm>
            <a:custGeom>
              <a:avLst/>
              <a:gdLst>
                <a:gd name="csX0" fmla="*/ 62173 w 63689"/>
                <a:gd name="csY0" fmla="*/ 52711 h 58366"/>
                <a:gd name="csX1" fmla="*/ 54807 w 63689"/>
                <a:gd name="csY1" fmla="*/ 48165 h 58366"/>
                <a:gd name="csX2" fmla="*/ 56204 w 63689"/>
                <a:gd name="csY2" fmla="*/ 38221 h 58366"/>
                <a:gd name="csX3" fmla="*/ 45219 w 63689"/>
                <a:gd name="csY3" fmla="*/ 35300 h 58366"/>
                <a:gd name="csX4" fmla="*/ 34233 w 63689"/>
                <a:gd name="csY4" fmla="*/ 10751 h 58366"/>
                <a:gd name="csX5" fmla="*/ 23883 w 63689"/>
                <a:gd name="csY5" fmla="*/ 153 h 58366"/>
                <a:gd name="csX6" fmla="*/ 10103 w 63689"/>
                <a:gd name="csY6" fmla="*/ 3721 h 58366"/>
                <a:gd name="csX7" fmla="*/ 5785 w 63689"/>
                <a:gd name="csY7" fmla="*/ 12484 h 58366"/>
                <a:gd name="csX8" fmla="*/ 1213 w 63689"/>
                <a:gd name="csY8" fmla="*/ 19075 h 58366"/>
                <a:gd name="csX9" fmla="*/ 10421 w 63689"/>
                <a:gd name="csY9" fmla="*/ 22644 h 58366"/>
                <a:gd name="csX10" fmla="*/ 22994 w 63689"/>
                <a:gd name="csY10" fmla="*/ 24701 h 58366"/>
                <a:gd name="csX11" fmla="*/ 26994 w 63689"/>
                <a:gd name="csY11" fmla="*/ 32271 h 58366"/>
                <a:gd name="csX12" fmla="*/ 31439 w 63689"/>
                <a:gd name="csY12" fmla="*/ 47517 h 58366"/>
                <a:gd name="csX13" fmla="*/ 46933 w 63689"/>
                <a:gd name="csY13" fmla="*/ 56604 h 58366"/>
                <a:gd name="csX14" fmla="*/ 55823 w 63689"/>
                <a:gd name="csY14" fmla="*/ 58331 h 58366"/>
                <a:gd name="csX15" fmla="*/ 62745 w 63689"/>
                <a:gd name="csY15" fmla="*/ 55518 h 58366"/>
                <a:gd name="csX16" fmla="*/ 62046 w 63689"/>
                <a:gd name="csY16" fmla="*/ 52820 h 58366"/>
                <a:gd name="csX17" fmla="*/ 62173 w 63689"/>
                <a:gd name="csY17" fmla="*/ 52711 h 5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3689" h="58366">
                  <a:moveTo>
                    <a:pt x="62173" y="52711"/>
                  </a:moveTo>
                  <a:cubicBezTo>
                    <a:pt x="60141" y="51949"/>
                    <a:pt x="52648" y="52496"/>
                    <a:pt x="54807" y="48165"/>
                  </a:cubicBezTo>
                  <a:cubicBezTo>
                    <a:pt x="55823" y="45142"/>
                    <a:pt x="61094" y="39516"/>
                    <a:pt x="56204" y="38221"/>
                  </a:cubicBezTo>
                  <a:lnTo>
                    <a:pt x="45219" y="35300"/>
                  </a:lnTo>
                  <a:cubicBezTo>
                    <a:pt x="38614" y="33566"/>
                    <a:pt x="40011" y="19946"/>
                    <a:pt x="34233" y="10751"/>
                  </a:cubicBezTo>
                  <a:cubicBezTo>
                    <a:pt x="30677" y="6103"/>
                    <a:pt x="29089" y="-1143"/>
                    <a:pt x="23883" y="153"/>
                  </a:cubicBezTo>
                  <a:lnTo>
                    <a:pt x="10103" y="3721"/>
                  </a:lnTo>
                  <a:cubicBezTo>
                    <a:pt x="5277" y="4915"/>
                    <a:pt x="10039" y="9779"/>
                    <a:pt x="5785" y="12484"/>
                  </a:cubicBezTo>
                  <a:cubicBezTo>
                    <a:pt x="4261" y="13888"/>
                    <a:pt x="-2788" y="16485"/>
                    <a:pt x="1213" y="19075"/>
                  </a:cubicBezTo>
                  <a:cubicBezTo>
                    <a:pt x="2356" y="19622"/>
                    <a:pt x="5912" y="22974"/>
                    <a:pt x="10421" y="22644"/>
                  </a:cubicBezTo>
                  <a:cubicBezTo>
                    <a:pt x="14421" y="22752"/>
                    <a:pt x="20644" y="20161"/>
                    <a:pt x="22994" y="24701"/>
                  </a:cubicBezTo>
                  <a:lnTo>
                    <a:pt x="26994" y="32271"/>
                  </a:lnTo>
                  <a:cubicBezTo>
                    <a:pt x="30360" y="38545"/>
                    <a:pt x="26359" y="44488"/>
                    <a:pt x="31439" y="47517"/>
                  </a:cubicBezTo>
                  <a:lnTo>
                    <a:pt x="46933" y="56604"/>
                  </a:lnTo>
                  <a:cubicBezTo>
                    <a:pt x="50616" y="58763"/>
                    <a:pt x="56458" y="58331"/>
                    <a:pt x="55823" y="58331"/>
                  </a:cubicBezTo>
                  <a:cubicBezTo>
                    <a:pt x="59697" y="58331"/>
                    <a:pt x="63380" y="55194"/>
                    <a:pt x="62745" y="55518"/>
                  </a:cubicBezTo>
                  <a:cubicBezTo>
                    <a:pt x="64269" y="54331"/>
                    <a:pt x="63887" y="53143"/>
                    <a:pt x="62046" y="52820"/>
                  </a:cubicBezTo>
                  <a:lnTo>
                    <a:pt x="62173" y="52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56C70C37-D4C7-3258-144B-40262A76AAD5}"/>
                </a:ext>
              </a:extLst>
            </p:cNvPr>
            <p:cNvSpPr/>
            <p:nvPr/>
          </p:nvSpPr>
          <p:spPr>
            <a:xfrm>
              <a:off x="9662697" y="4573943"/>
              <a:ext cx="26292" cy="22607"/>
            </a:xfrm>
            <a:custGeom>
              <a:avLst/>
              <a:gdLst>
                <a:gd name="csX0" fmla="*/ 13115 w 26292"/>
                <a:gd name="csY0" fmla="*/ 108 h 22607"/>
                <a:gd name="csX1" fmla="*/ 1621 w 26292"/>
                <a:gd name="csY1" fmla="*/ 3461 h 22607"/>
                <a:gd name="csX2" fmla="*/ 34 w 26292"/>
                <a:gd name="csY2" fmla="*/ 20441 h 22607"/>
                <a:gd name="csX3" fmla="*/ 2574 w 26292"/>
                <a:gd name="csY3" fmla="*/ 22060 h 22607"/>
                <a:gd name="csX4" fmla="*/ 12480 w 26292"/>
                <a:gd name="csY4" fmla="*/ 20008 h 22607"/>
                <a:gd name="csX5" fmla="*/ 20227 w 26292"/>
                <a:gd name="csY5" fmla="*/ 21736 h 22607"/>
                <a:gd name="csX6" fmla="*/ 24355 w 26292"/>
                <a:gd name="csY6" fmla="*/ 16440 h 22607"/>
                <a:gd name="csX7" fmla="*/ 24355 w 26292"/>
                <a:gd name="csY7" fmla="*/ 5518 h 22607"/>
                <a:gd name="csX8" fmla="*/ 12988 w 26292"/>
                <a:gd name="csY8" fmla="*/ 0 h 22607"/>
                <a:gd name="csX9" fmla="*/ 13115 w 26292"/>
                <a:gd name="csY9" fmla="*/ 108 h 2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6292" h="22607">
                  <a:moveTo>
                    <a:pt x="13115" y="108"/>
                  </a:moveTo>
                  <a:cubicBezTo>
                    <a:pt x="9178" y="648"/>
                    <a:pt x="2193" y="-1619"/>
                    <a:pt x="1621" y="3461"/>
                  </a:cubicBezTo>
                  <a:lnTo>
                    <a:pt x="34" y="20441"/>
                  </a:lnTo>
                  <a:cubicBezTo>
                    <a:pt x="-220" y="22276"/>
                    <a:pt x="986" y="23031"/>
                    <a:pt x="2574" y="22060"/>
                  </a:cubicBezTo>
                  <a:cubicBezTo>
                    <a:pt x="4543" y="21304"/>
                    <a:pt x="8543" y="17304"/>
                    <a:pt x="12480" y="20008"/>
                  </a:cubicBezTo>
                  <a:cubicBezTo>
                    <a:pt x="13115" y="20332"/>
                    <a:pt x="16544" y="24333"/>
                    <a:pt x="20227" y="21736"/>
                  </a:cubicBezTo>
                  <a:cubicBezTo>
                    <a:pt x="20798" y="21196"/>
                    <a:pt x="23402" y="19685"/>
                    <a:pt x="24355" y="16440"/>
                  </a:cubicBezTo>
                  <a:cubicBezTo>
                    <a:pt x="24799" y="13627"/>
                    <a:pt x="28482" y="8432"/>
                    <a:pt x="24355" y="5518"/>
                  </a:cubicBezTo>
                  <a:cubicBezTo>
                    <a:pt x="20545" y="2921"/>
                    <a:pt x="17243" y="0"/>
                    <a:pt x="12988" y="0"/>
                  </a:cubicBezTo>
                  <a:lnTo>
                    <a:pt x="1311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95344136-CCA0-1E04-516D-9CF7010E00E1}"/>
                </a:ext>
              </a:extLst>
            </p:cNvPr>
            <p:cNvSpPr/>
            <p:nvPr/>
          </p:nvSpPr>
          <p:spPr>
            <a:xfrm>
              <a:off x="9709626" y="4534147"/>
              <a:ext cx="7987" cy="7273"/>
            </a:xfrm>
            <a:custGeom>
              <a:avLst/>
              <a:gdLst>
                <a:gd name="csX0" fmla="*/ 3270 w 7987"/>
                <a:gd name="csY0" fmla="*/ 7138 h 7273"/>
                <a:gd name="csX1" fmla="*/ 7969 w 7987"/>
                <a:gd name="csY1" fmla="*/ 2921 h 7273"/>
                <a:gd name="csX2" fmla="*/ 5048 w 7987"/>
                <a:gd name="csY2" fmla="*/ 0 h 7273"/>
                <a:gd name="csX3" fmla="*/ 3397 w 7987"/>
                <a:gd name="csY3" fmla="*/ 0 h 7273"/>
                <a:gd name="csX4" fmla="*/ 3270 w 7987"/>
                <a:gd name="csY4" fmla="*/ 7138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87" h="7273">
                  <a:moveTo>
                    <a:pt x="3270" y="7138"/>
                  </a:moveTo>
                  <a:cubicBezTo>
                    <a:pt x="2635" y="7461"/>
                    <a:pt x="7525" y="6274"/>
                    <a:pt x="7969" y="2921"/>
                  </a:cubicBezTo>
                  <a:cubicBezTo>
                    <a:pt x="8160" y="1302"/>
                    <a:pt x="6890" y="0"/>
                    <a:pt x="5048" y="0"/>
                  </a:cubicBezTo>
                  <a:lnTo>
                    <a:pt x="3397" y="0"/>
                  </a:lnTo>
                  <a:cubicBezTo>
                    <a:pt x="-1111" y="0"/>
                    <a:pt x="-1111" y="8439"/>
                    <a:pt x="3270" y="71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E9105733-B62A-D567-28A1-9794417722B2}"/>
                </a:ext>
              </a:extLst>
            </p:cNvPr>
            <p:cNvSpPr/>
            <p:nvPr/>
          </p:nvSpPr>
          <p:spPr>
            <a:xfrm>
              <a:off x="10377041" y="4324298"/>
              <a:ext cx="11773" cy="30745"/>
            </a:xfrm>
            <a:custGeom>
              <a:avLst/>
              <a:gdLst>
                <a:gd name="csX0" fmla="*/ 11051 w 11773"/>
                <a:gd name="csY0" fmla="*/ 8605 h 30745"/>
                <a:gd name="csX1" fmla="*/ 10098 w 11773"/>
                <a:gd name="csY1" fmla="*/ 3741 h 30745"/>
                <a:gd name="csX2" fmla="*/ 4447 w 11773"/>
                <a:gd name="csY2" fmla="*/ 172 h 30745"/>
                <a:gd name="csX3" fmla="*/ 4003 w 11773"/>
                <a:gd name="csY3" fmla="*/ 9037 h 30745"/>
                <a:gd name="csX4" fmla="*/ 891 w 11773"/>
                <a:gd name="csY4" fmla="*/ 17908 h 30745"/>
                <a:gd name="csX5" fmla="*/ 4447 w 11773"/>
                <a:gd name="csY5" fmla="*/ 28938 h 30745"/>
                <a:gd name="csX6" fmla="*/ 8892 w 11773"/>
                <a:gd name="csY6" fmla="*/ 26448 h 30745"/>
                <a:gd name="csX7" fmla="*/ 7495 w 11773"/>
                <a:gd name="csY7" fmla="*/ 24397 h 30745"/>
                <a:gd name="csX8" fmla="*/ 11051 w 11773"/>
                <a:gd name="csY8" fmla="*/ 8713 h 30745"/>
                <a:gd name="csX9" fmla="*/ 11051 w 11773"/>
                <a:gd name="csY9" fmla="*/ 8605 h 30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73" h="30745">
                  <a:moveTo>
                    <a:pt x="11051" y="8605"/>
                  </a:moveTo>
                  <a:cubicBezTo>
                    <a:pt x="11305" y="9259"/>
                    <a:pt x="9019" y="5360"/>
                    <a:pt x="10098" y="3741"/>
                  </a:cubicBezTo>
                  <a:cubicBezTo>
                    <a:pt x="11368" y="1575"/>
                    <a:pt x="5082" y="496"/>
                    <a:pt x="4447" y="172"/>
                  </a:cubicBezTo>
                  <a:cubicBezTo>
                    <a:pt x="-443" y="-1231"/>
                    <a:pt x="3621" y="6338"/>
                    <a:pt x="4003" y="9037"/>
                  </a:cubicBezTo>
                  <a:cubicBezTo>
                    <a:pt x="5209" y="13367"/>
                    <a:pt x="1399" y="16936"/>
                    <a:pt x="891" y="17908"/>
                  </a:cubicBezTo>
                  <a:cubicBezTo>
                    <a:pt x="-2030" y="21908"/>
                    <a:pt x="3050" y="26016"/>
                    <a:pt x="4447" y="28938"/>
                  </a:cubicBezTo>
                  <a:cubicBezTo>
                    <a:pt x="6923" y="32614"/>
                    <a:pt x="11368" y="30125"/>
                    <a:pt x="8892" y="26448"/>
                  </a:cubicBezTo>
                  <a:lnTo>
                    <a:pt x="7495" y="24397"/>
                  </a:lnTo>
                  <a:cubicBezTo>
                    <a:pt x="3685" y="18771"/>
                    <a:pt x="14607" y="14663"/>
                    <a:pt x="11051" y="8713"/>
                  </a:cubicBezTo>
                  <a:lnTo>
                    <a:pt x="11051" y="86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64F2AE5D-EE1B-D6B1-5D02-0D8725F93A2E}"/>
                </a:ext>
              </a:extLst>
            </p:cNvPr>
            <p:cNvSpPr/>
            <p:nvPr/>
          </p:nvSpPr>
          <p:spPr>
            <a:xfrm>
              <a:off x="10331308" y="4353399"/>
              <a:ext cx="11581" cy="15314"/>
            </a:xfrm>
            <a:custGeom>
              <a:avLst/>
              <a:gdLst>
                <a:gd name="csX0" fmla="*/ 9412 w 11581"/>
                <a:gd name="csY0" fmla="*/ 14759 h 15314"/>
                <a:gd name="csX1" fmla="*/ 8523 w 11581"/>
                <a:gd name="csY1" fmla="*/ 3838 h 15314"/>
                <a:gd name="csX2" fmla="*/ 1919 w 11581"/>
                <a:gd name="csY2" fmla="*/ 53 h 15314"/>
                <a:gd name="csX3" fmla="*/ 1919 w 11581"/>
                <a:gd name="csY3" fmla="*/ 4917 h 15314"/>
                <a:gd name="csX4" fmla="*/ 3760 w 11581"/>
                <a:gd name="csY4" fmla="*/ 12702 h 15314"/>
                <a:gd name="csX5" fmla="*/ 9475 w 11581"/>
                <a:gd name="csY5" fmla="*/ 14759 h 15314"/>
                <a:gd name="csX6" fmla="*/ 9412 w 11581"/>
                <a:gd name="csY6" fmla="*/ 14759 h 1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1" h="15314">
                  <a:moveTo>
                    <a:pt x="9412" y="14759"/>
                  </a:moveTo>
                  <a:cubicBezTo>
                    <a:pt x="14365" y="13680"/>
                    <a:pt x="9412" y="7190"/>
                    <a:pt x="8523" y="3838"/>
                  </a:cubicBezTo>
                  <a:cubicBezTo>
                    <a:pt x="6872" y="-55"/>
                    <a:pt x="2427" y="269"/>
                    <a:pt x="1919" y="53"/>
                  </a:cubicBezTo>
                  <a:cubicBezTo>
                    <a:pt x="-2399" y="-595"/>
                    <a:pt x="1919" y="4917"/>
                    <a:pt x="1919" y="4917"/>
                  </a:cubicBezTo>
                  <a:cubicBezTo>
                    <a:pt x="4078" y="8486"/>
                    <a:pt x="3634" y="12055"/>
                    <a:pt x="3760" y="12702"/>
                  </a:cubicBezTo>
                  <a:cubicBezTo>
                    <a:pt x="3887" y="16925"/>
                    <a:pt x="8968" y="14759"/>
                    <a:pt x="9475" y="14759"/>
                  </a:cubicBezTo>
                  <a:lnTo>
                    <a:pt x="9412" y="14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CA694C39-BC7F-CC6B-1739-8E0B45920D1D}"/>
                </a:ext>
              </a:extLst>
            </p:cNvPr>
            <p:cNvSpPr/>
            <p:nvPr/>
          </p:nvSpPr>
          <p:spPr>
            <a:xfrm>
              <a:off x="10330776" y="4383836"/>
              <a:ext cx="6134" cy="8047"/>
            </a:xfrm>
            <a:custGeom>
              <a:avLst/>
              <a:gdLst>
                <a:gd name="csX0" fmla="*/ 2451 w 6134"/>
                <a:gd name="csY0" fmla="*/ 0 h 8047"/>
                <a:gd name="csX1" fmla="*/ 6134 w 6134"/>
                <a:gd name="csY1" fmla="*/ 7353 h 8047"/>
                <a:gd name="csX2" fmla="*/ 2768 w 6134"/>
                <a:gd name="csY2" fmla="*/ 4001 h 8047"/>
                <a:gd name="csX3" fmla="*/ 2451 w 6134"/>
                <a:gd name="csY3" fmla="*/ 4001 h 8047"/>
                <a:gd name="csX4" fmla="*/ 2451 w 6134"/>
                <a:gd name="csY4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34" h="8047">
                  <a:moveTo>
                    <a:pt x="2451" y="0"/>
                  </a:moveTo>
                  <a:cubicBezTo>
                    <a:pt x="1879" y="216"/>
                    <a:pt x="6134" y="10814"/>
                    <a:pt x="6134" y="7353"/>
                  </a:cubicBezTo>
                  <a:cubicBezTo>
                    <a:pt x="6134" y="5518"/>
                    <a:pt x="4610" y="4001"/>
                    <a:pt x="2768" y="4001"/>
                  </a:cubicBezTo>
                  <a:lnTo>
                    <a:pt x="2451" y="4001"/>
                  </a:lnTo>
                  <a:cubicBezTo>
                    <a:pt x="-1994" y="4001"/>
                    <a:pt x="610" y="0"/>
                    <a:pt x="24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7E34FB45-6F36-8459-9C70-99C90EFB6181}"/>
                </a:ext>
              </a:extLst>
            </p:cNvPr>
            <p:cNvSpPr/>
            <p:nvPr/>
          </p:nvSpPr>
          <p:spPr>
            <a:xfrm>
              <a:off x="10083876" y="4414507"/>
              <a:ext cx="240215" cy="275812"/>
            </a:xfrm>
            <a:custGeom>
              <a:avLst/>
              <a:gdLst>
                <a:gd name="csX0" fmla="*/ 239382 w 240215"/>
                <a:gd name="csY0" fmla="*/ 10858 h 275812"/>
                <a:gd name="csX1" fmla="*/ 235381 w 240215"/>
                <a:gd name="csY1" fmla="*/ 1124 h 275812"/>
                <a:gd name="csX2" fmla="*/ 230810 w 240215"/>
                <a:gd name="csY2" fmla="*/ 908 h 275812"/>
                <a:gd name="csX3" fmla="*/ 201727 w 240215"/>
                <a:gd name="csY3" fmla="*/ 28594 h 275812"/>
                <a:gd name="csX4" fmla="*/ 162420 w 240215"/>
                <a:gd name="csY4" fmla="*/ 28263 h 275812"/>
                <a:gd name="csX5" fmla="*/ 154864 w 240215"/>
                <a:gd name="csY5" fmla="*/ 31185 h 275812"/>
                <a:gd name="csX6" fmla="*/ 144386 w 240215"/>
                <a:gd name="csY6" fmla="*/ 28156 h 275812"/>
                <a:gd name="csX7" fmla="*/ 108001 w 240215"/>
                <a:gd name="csY7" fmla="*/ 23615 h 275812"/>
                <a:gd name="csX8" fmla="*/ 87744 w 240215"/>
                <a:gd name="csY8" fmla="*/ 13995 h 275812"/>
                <a:gd name="csX9" fmla="*/ 78981 w 240215"/>
                <a:gd name="csY9" fmla="*/ 13557 h 275812"/>
                <a:gd name="csX10" fmla="*/ 75616 w 240215"/>
                <a:gd name="csY10" fmla="*/ 23507 h 275812"/>
                <a:gd name="csX11" fmla="*/ 69012 w 240215"/>
                <a:gd name="csY11" fmla="*/ 31292 h 275812"/>
                <a:gd name="csX12" fmla="*/ 54216 w 240215"/>
                <a:gd name="csY12" fmla="*/ 29349 h 275812"/>
                <a:gd name="csX13" fmla="*/ 47676 w 240215"/>
                <a:gd name="csY13" fmla="*/ 35617 h 275812"/>
                <a:gd name="csX14" fmla="*/ 47167 w 240215"/>
                <a:gd name="csY14" fmla="*/ 43732 h 275812"/>
                <a:gd name="csX15" fmla="*/ 43167 w 240215"/>
                <a:gd name="csY15" fmla="*/ 44812 h 275812"/>
                <a:gd name="csX16" fmla="*/ 36436 w 240215"/>
                <a:gd name="csY16" fmla="*/ 65468 h 275812"/>
                <a:gd name="csX17" fmla="*/ 34150 w 240215"/>
                <a:gd name="csY17" fmla="*/ 67843 h 275812"/>
                <a:gd name="csX18" fmla="*/ 40246 w 240215"/>
                <a:gd name="csY18" fmla="*/ 91313 h 275812"/>
                <a:gd name="csX19" fmla="*/ 38405 w 240215"/>
                <a:gd name="csY19" fmla="*/ 92500 h 275812"/>
                <a:gd name="csX20" fmla="*/ 36563 w 240215"/>
                <a:gd name="csY20" fmla="*/ 91097 h 275812"/>
                <a:gd name="csX21" fmla="*/ 31928 w 240215"/>
                <a:gd name="csY21" fmla="*/ 91744 h 275812"/>
                <a:gd name="csX22" fmla="*/ 20307 w 240215"/>
                <a:gd name="csY22" fmla="*/ 108286 h 275812"/>
                <a:gd name="csX23" fmla="*/ 21387 w 240215"/>
                <a:gd name="csY23" fmla="*/ 128079 h 275812"/>
                <a:gd name="csX24" fmla="*/ 17957 w 240215"/>
                <a:gd name="csY24" fmla="*/ 135432 h 275812"/>
                <a:gd name="csX25" fmla="*/ 14465 w 240215"/>
                <a:gd name="csY25" fmla="*/ 151974 h 275812"/>
                <a:gd name="csX26" fmla="*/ 9067 w 240215"/>
                <a:gd name="csY26" fmla="*/ 160953 h 275812"/>
                <a:gd name="csX27" fmla="*/ 3543 w 240215"/>
                <a:gd name="csY27" fmla="*/ 162356 h 275812"/>
                <a:gd name="csX28" fmla="*/ 2781 w 240215"/>
                <a:gd name="csY28" fmla="*/ 162141 h 275812"/>
                <a:gd name="csX29" fmla="*/ 51 w 240215"/>
                <a:gd name="csY29" fmla="*/ 164414 h 275812"/>
                <a:gd name="csX30" fmla="*/ 4495 w 240215"/>
                <a:gd name="csY30" fmla="*/ 191986 h 275812"/>
                <a:gd name="csX31" fmla="*/ 18910 w 240215"/>
                <a:gd name="csY31" fmla="*/ 190042 h 275812"/>
                <a:gd name="csX32" fmla="*/ 27355 w 240215"/>
                <a:gd name="csY32" fmla="*/ 197288 h 275812"/>
                <a:gd name="csX33" fmla="*/ 26911 w 240215"/>
                <a:gd name="csY33" fmla="*/ 198367 h 275812"/>
                <a:gd name="csX34" fmla="*/ 30467 w 240215"/>
                <a:gd name="csY34" fmla="*/ 223672 h 275812"/>
                <a:gd name="csX35" fmla="*/ 21514 w 240215"/>
                <a:gd name="csY35" fmla="*/ 261302 h 275812"/>
                <a:gd name="csX36" fmla="*/ 33642 w 240215"/>
                <a:gd name="csY36" fmla="*/ 274929 h 275812"/>
                <a:gd name="csX37" fmla="*/ 39992 w 240215"/>
                <a:gd name="csY37" fmla="*/ 272872 h 275812"/>
                <a:gd name="csX38" fmla="*/ 50533 w 240215"/>
                <a:gd name="csY38" fmla="*/ 269519 h 275812"/>
                <a:gd name="csX39" fmla="*/ 56883 w 240215"/>
                <a:gd name="csY39" fmla="*/ 254812 h 275812"/>
                <a:gd name="csX40" fmla="*/ 60566 w 240215"/>
                <a:gd name="csY40" fmla="*/ 240106 h 275812"/>
                <a:gd name="csX41" fmla="*/ 60121 w 240215"/>
                <a:gd name="csY41" fmla="*/ 188741 h 275812"/>
                <a:gd name="csX42" fmla="*/ 52438 w 240215"/>
                <a:gd name="csY42" fmla="*/ 172955 h 275812"/>
                <a:gd name="csX43" fmla="*/ 71298 w 240215"/>
                <a:gd name="csY43" fmla="*/ 161061 h 275812"/>
                <a:gd name="csX44" fmla="*/ 83236 w 240215"/>
                <a:gd name="csY44" fmla="*/ 162249 h 275812"/>
                <a:gd name="csX45" fmla="*/ 86474 w 240215"/>
                <a:gd name="csY45" fmla="*/ 179120 h 275812"/>
                <a:gd name="csX46" fmla="*/ 81457 w 240215"/>
                <a:gd name="csY46" fmla="*/ 195446 h 275812"/>
                <a:gd name="csX47" fmla="*/ 95681 w 240215"/>
                <a:gd name="csY47" fmla="*/ 209181 h 275812"/>
                <a:gd name="csX48" fmla="*/ 102603 w 240215"/>
                <a:gd name="csY48" fmla="*/ 212642 h 275812"/>
                <a:gd name="csX49" fmla="*/ 105206 w 240215"/>
                <a:gd name="csY49" fmla="*/ 216643 h 275812"/>
                <a:gd name="csX50" fmla="*/ 101587 w 240215"/>
                <a:gd name="csY50" fmla="*/ 235134 h 275812"/>
                <a:gd name="csX51" fmla="*/ 104191 w 240215"/>
                <a:gd name="csY51" fmla="*/ 239242 h 275812"/>
                <a:gd name="csX52" fmla="*/ 120002 w 240215"/>
                <a:gd name="csY52" fmla="*/ 243135 h 275812"/>
                <a:gd name="csX53" fmla="*/ 125082 w 240215"/>
                <a:gd name="csY53" fmla="*/ 230486 h 275812"/>
                <a:gd name="csX54" fmla="*/ 148894 w 240215"/>
                <a:gd name="csY54" fmla="*/ 226485 h 275812"/>
                <a:gd name="csX55" fmla="*/ 150736 w 240215"/>
                <a:gd name="csY55" fmla="*/ 219240 h 275812"/>
                <a:gd name="csX56" fmla="*/ 130416 w 240215"/>
                <a:gd name="csY56" fmla="*/ 201396 h 275812"/>
                <a:gd name="csX57" fmla="*/ 128003 w 240215"/>
                <a:gd name="csY57" fmla="*/ 191662 h 275812"/>
                <a:gd name="csX58" fmla="*/ 134480 w 240215"/>
                <a:gd name="csY58" fmla="*/ 182473 h 275812"/>
                <a:gd name="csX59" fmla="*/ 112763 w 240215"/>
                <a:gd name="csY59" fmla="*/ 150355 h 275812"/>
                <a:gd name="csX60" fmla="*/ 96380 w 240215"/>
                <a:gd name="csY60" fmla="*/ 139217 h 275812"/>
                <a:gd name="csX61" fmla="*/ 94983 w 240215"/>
                <a:gd name="csY61" fmla="*/ 131540 h 275812"/>
                <a:gd name="csX62" fmla="*/ 111874 w 240215"/>
                <a:gd name="csY62" fmla="*/ 130346 h 275812"/>
                <a:gd name="csX63" fmla="*/ 112445 w 240215"/>
                <a:gd name="csY63" fmla="*/ 128835 h 275812"/>
                <a:gd name="csX64" fmla="*/ 130099 w 240215"/>
                <a:gd name="csY64" fmla="*/ 122021 h 275812"/>
                <a:gd name="csX65" fmla="*/ 148069 w 240215"/>
                <a:gd name="csY65" fmla="*/ 102234 h 275812"/>
                <a:gd name="csX66" fmla="*/ 157975 w 240215"/>
                <a:gd name="csY66" fmla="*/ 97256 h 275812"/>
                <a:gd name="csX67" fmla="*/ 170548 w 240215"/>
                <a:gd name="csY67" fmla="*/ 101911 h 275812"/>
                <a:gd name="csX68" fmla="*/ 175882 w 240215"/>
                <a:gd name="csY68" fmla="*/ 95421 h 275812"/>
                <a:gd name="csX69" fmla="*/ 166420 w 240215"/>
                <a:gd name="csY69" fmla="*/ 83959 h 275812"/>
                <a:gd name="csX70" fmla="*/ 153657 w 240215"/>
                <a:gd name="csY70" fmla="*/ 88500 h 275812"/>
                <a:gd name="csX71" fmla="*/ 133401 w 240215"/>
                <a:gd name="csY71" fmla="*/ 90989 h 275812"/>
                <a:gd name="csX72" fmla="*/ 125082 w 240215"/>
                <a:gd name="csY72" fmla="*/ 97364 h 275812"/>
                <a:gd name="csX73" fmla="*/ 108445 w 240215"/>
                <a:gd name="csY73" fmla="*/ 95745 h 275812"/>
                <a:gd name="csX74" fmla="*/ 89141 w 240215"/>
                <a:gd name="csY74" fmla="*/ 112941 h 275812"/>
                <a:gd name="csX75" fmla="*/ 75425 w 240215"/>
                <a:gd name="csY75" fmla="*/ 115424 h 275812"/>
                <a:gd name="csX76" fmla="*/ 67297 w 240215"/>
                <a:gd name="csY76" fmla="*/ 102667 h 275812"/>
                <a:gd name="csX77" fmla="*/ 52692 w 240215"/>
                <a:gd name="csY77" fmla="*/ 93688 h 275812"/>
                <a:gd name="csX78" fmla="*/ 48374 w 240215"/>
                <a:gd name="csY78" fmla="*/ 75520 h 275812"/>
                <a:gd name="csX79" fmla="*/ 55042 w 240215"/>
                <a:gd name="csY79" fmla="*/ 50762 h 275812"/>
                <a:gd name="csX80" fmla="*/ 66980 w 240215"/>
                <a:gd name="csY80" fmla="*/ 44812 h 275812"/>
                <a:gd name="csX81" fmla="*/ 85458 w 240215"/>
                <a:gd name="csY81" fmla="*/ 47949 h 275812"/>
                <a:gd name="csX82" fmla="*/ 158674 w 240215"/>
                <a:gd name="csY82" fmla="*/ 46539 h 275812"/>
                <a:gd name="csX83" fmla="*/ 167310 w 240215"/>
                <a:gd name="csY83" fmla="*/ 51193 h 275812"/>
                <a:gd name="csX84" fmla="*/ 210680 w 240215"/>
                <a:gd name="csY84" fmla="*/ 46647 h 275812"/>
                <a:gd name="csX85" fmla="*/ 239954 w 240215"/>
                <a:gd name="csY85" fmla="*/ 10858 h 275812"/>
                <a:gd name="csX86" fmla="*/ 239382 w 240215"/>
                <a:gd name="csY86" fmla="*/ 10858 h 275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215" h="275812">
                  <a:moveTo>
                    <a:pt x="239382" y="10858"/>
                  </a:moveTo>
                  <a:cubicBezTo>
                    <a:pt x="242303" y="6965"/>
                    <a:pt x="236715" y="3289"/>
                    <a:pt x="235381" y="1124"/>
                  </a:cubicBezTo>
                  <a:cubicBezTo>
                    <a:pt x="234175" y="-280"/>
                    <a:pt x="232143" y="-388"/>
                    <a:pt x="230810" y="908"/>
                  </a:cubicBezTo>
                  <a:lnTo>
                    <a:pt x="201727" y="28594"/>
                  </a:lnTo>
                  <a:cubicBezTo>
                    <a:pt x="198488" y="31616"/>
                    <a:pt x="197726" y="30753"/>
                    <a:pt x="162420" y="28263"/>
                  </a:cubicBezTo>
                  <a:cubicBezTo>
                    <a:pt x="158102" y="27940"/>
                    <a:pt x="155372" y="30861"/>
                    <a:pt x="154864" y="31185"/>
                  </a:cubicBezTo>
                  <a:cubicBezTo>
                    <a:pt x="150736" y="34213"/>
                    <a:pt x="146545" y="29133"/>
                    <a:pt x="144386" y="28156"/>
                  </a:cubicBezTo>
                  <a:cubicBezTo>
                    <a:pt x="140703" y="25781"/>
                    <a:pt x="140131" y="26212"/>
                    <a:pt x="108001" y="23615"/>
                  </a:cubicBezTo>
                  <a:cubicBezTo>
                    <a:pt x="103555" y="23292"/>
                    <a:pt x="101079" y="21456"/>
                    <a:pt x="87744" y="13995"/>
                  </a:cubicBezTo>
                  <a:cubicBezTo>
                    <a:pt x="83934" y="11938"/>
                    <a:pt x="79553" y="13449"/>
                    <a:pt x="78981" y="13557"/>
                  </a:cubicBezTo>
                  <a:cubicBezTo>
                    <a:pt x="74092" y="14535"/>
                    <a:pt x="76060" y="20802"/>
                    <a:pt x="75616" y="23507"/>
                  </a:cubicBezTo>
                  <a:cubicBezTo>
                    <a:pt x="75616" y="28156"/>
                    <a:pt x="70345" y="30213"/>
                    <a:pt x="69012" y="31292"/>
                  </a:cubicBezTo>
                  <a:cubicBezTo>
                    <a:pt x="63296" y="35293"/>
                    <a:pt x="58661" y="24155"/>
                    <a:pt x="54216" y="29349"/>
                  </a:cubicBezTo>
                  <a:cubicBezTo>
                    <a:pt x="54216" y="29349"/>
                    <a:pt x="48692" y="35617"/>
                    <a:pt x="47676" y="35617"/>
                  </a:cubicBezTo>
                  <a:cubicBezTo>
                    <a:pt x="46723" y="35617"/>
                    <a:pt x="47167" y="42970"/>
                    <a:pt x="47167" y="43732"/>
                  </a:cubicBezTo>
                  <a:cubicBezTo>
                    <a:pt x="47167" y="44488"/>
                    <a:pt x="43167" y="44812"/>
                    <a:pt x="43167" y="44812"/>
                  </a:cubicBezTo>
                  <a:cubicBezTo>
                    <a:pt x="35230" y="45567"/>
                    <a:pt x="43929" y="67519"/>
                    <a:pt x="36436" y="65468"/>
                  </a:cubicBezTo>
                  <a:cubicBezTo>
                    <a:pt x="34849" y="65030"/>
                    <a:pt x="33769" y="66116"/>
                    <a:pt x="34150" y="67843"/>
                  </a:cubicBezTo>
                  <a:lnTo>
                    <a:pt x="40246" y="91313"/>
                  </a:lnTo>
                  <a:cubicBezTo>
                    <a:pt x="40691" y="93040"/>
                    <a:pt x="39929" y="93580"/>
                    <a:pt x="38405" y="92500"/>
                  </a:cubicBezTo>
                  <a:lnTo>
                    <a:pt x="36563" y="91097"/>
                  </a:lnTo>
                  <a:cubicBezTo>
                    <a:pt x="35039" y="90011"/>
                    <a:pt x="33007" y="90227"/>
                    <a:pt x="31928" y="91744"/>
                  </a:cubicBezTo>
                  <a:cubicBezTo>
                    <a:pt x="31928" y="91744"/>
                    <a:pt x="20307" y="107207"/>
                    <a:pt x="20307" y="108286"/>
                  </a:cubicBezTo>
                  <a:cubicBezTo>
                    <a:pt x="20307" y="109372"/>
                    <a:pt x="21387" y="128079"/>
                    <a:pt x="21387" y="128079"/>
                  </a:cubicBezTo>
                  <a:cubicBezTo>
                    <a:pt x="21641" y="132404"/>
                    <a:pt x="18402" y="134670"/>
                    <a:pt x="17957" y="135432"/>
                  </a:cubicBezTo>
                  <a:cubicBezTo>
                    <a:pt x="15037" y="138563"/>
                    <a:pt x="15354" y="142024"/>
                    <a:pt x="14465" y="151974"/>
                  </a:cubicBezTo>
                  <a:cubicBezTo>
                    <a:pt x="14020" y="156622"/>
                    <a:pt x="10020" y="159543"/>
                    <a:pt x="9067" y="160953"/>
                  </a:cubicBezTo>
                  <a:cubicBezTo>
                    <a:pt x="7798" y="162249"/>
                    <a:pt x="5385" y="163004"/>
                    <a:pt x="3543" y="162356"/>
                  </a:cubicBezTo>
                  <a:lnTo>
                    <a:pt x="2781" y="162141"/>
                  </a:lnTo>
                  <a:cubicBezTo>
                    <a:pt x="940" y="161601"/>
                    <a:pt x="-267" y="162680"/>
                    <a:pt x="51" y="164414"/>
                  </a:cubicBezTo>
                  <a:lnTo>
                    <a:pt x="4495" y="191986"/>
                  </a:lnTo>
                  <a:cubicBezTo>
                    <a:pt x="5385" y="197288"/>
                    <a:pt x="12433" y="191770"/>
                    <a:pt x="18910" y="190042"/>
                  </a:cubicBezTo>
                  <a:cubicBezTo>
                    <a:pt x="23355" y="188417"/>
                    <a:pt x="29197" y="193281"/>
                    <a:pt x="27355" y="197288"/>
                  </a:cubicBezTo>
                  <a:lnTo>
                    <a:pt x="26911" y="198367"/>
                  </a:lnTo>
                  <a:cubicBezTo>
                    <a:pt x="25006" y="202476"/>
                    <a:pt x="26403" y="204749"/>
                    <a:pt x="30467" y="223672"/>
                  </a:cubicBezTo>
                  <a:cubicBezTo>
                    <a:pt x="31483" y="228320"/>
                    <a:pt x="30277" y="230162"/>
                    <a:pt x="21514" y="261302"/>
                  </a:cubicBezTo>
                  <a:cubicBezTo>
                    <a:pt x="20307" y="265411"/>
                    <a:pt x="23355" y="266712"/>
                    <a:pt x="33642" y="274929"/>
                  </a:cubicBezTo>
                  <a:cubicBezTo>
                    <a:pt x="37007" y="277634"/>
                    <a:pt x="39357" y="273303"/>
                    <a:pt x="39992" y="272872"/>
                  </a:cubicBezTo>
                  <a:cubicBezTo>
                    <a:pt x="43167" y="269303"/>
                    <a:pt x="48120" y="269951"/>
                    <a:pt x="50533" y="269519"/>
                  </a:cubicBezTo>
                  <a:cubicBezTo>
                    <a:pt x="62979" y="268224"/>
                    <a:pt x="68504" y="281959"/>
                    <a:pt x="56883" y="254812"/>
                  </a:cubicBezTo>
                  <a:cubicBezTo>
                    <a:pt x="55295" y="251136"/>
                    <a:pt x="56883" y="248545"/>
                    <a:pt x="60566" y="240106"/>
                  </a:cubicBezTo>
                  <a:cubicBezTo>
                    <a:pt x="62344" y="235997"/>
                    <a:pt x="61900" y="235134"/>
                    <a:pt x="60121" y="188741"/>
                  </a:cubicBezTo>
                  <a:cubicBezTo>
                    <a:pt x="59804" y="180740"/>
                    <a:pt x="46596" y="176631"/>
                    <a:pt x="52438" y="172955"/>
                  </a:cubicBezTo>
                  <a:lnTo>
                    <a:pt x="71298" y="161061"/>
                  </a:lnTo>
                  <a:cubicBezTo>
                    <a:pt x="75425" y="158356"/>
                    <a:pt x="80505" y="161709"/>
                    <a:pt x="83236" y="162249"/>
                  </a:cubicBezTo>
                  <a:cubicBezTo>
                    <a:pt x="88379" y="163976"/>
                    <a:pt x="85712" y="171113"/>
                    <a:pt x="86474" y="179120"/>
                  </a:cubicBezTo>
                  <a:cubicBezTo>
                    <a:pt x="86474" y="186798"/>
                    <a:pt x="76949" y="191122"/>
                    <a:pt x="81457" y="195446"/>
                  </a:cubicBezTo>
                  <a:lnTo>
                    <a:pt x="95681" y="209181"/>
                  </a:lnTo>
                  <a:cubicBezTo>
                    <a:pt x="98476" y="211994"/>
                    <a:pt x="101905" y="212426"/>
                    <a:pt x="102603" y="212642"/>
                  </a:cubicBezTo>
                  <a:cubicBezTo>
                    <a:pt x="104444" y="213074"/>
                    <a:pt x="105524" y="214909"/>
                    <a:pt x="105206" y="216643"/>
                  </a:cubicBezTo>
                  <a:lnTo>
                    <a:pt x="101587" y="235134"/>
                  </a:lnTo>
                  <a:cubicBezTo>
                    <a:pt x="101269" y="236969"/>
                    <a:pt x="102476" y="238811"/>
                    <a:pt x="104191" y="239242"/>
                  </a:cubicBezTo>
                  <a:lnTo>
                    <a:pt x="120002" y="243135"/>
                  </a:lnTo>
                  <a:cubicBezTo>
                    <a:pt x="126796" y="244868"/>
                    <a:pt x="118161" y="231673"/>
                    <a:pt x="125082" y="230486"/>
                  </a:cubicBezTo>
                  <a:lnTo>
                    <a:pt x="148894" y="226485"/>
                  </a:lnTo>
                  <a:cubicBezTo>
                    <a:pt x="153340" y="225723"/>
                    <a:pt x="150736" y="220211"/>
                    <a:pt x="150736" y="219240"/>
                  </a:cubicBezTo>
                  <a:cubicBezTo>
                    <a:pt x="149783" y="215125"/>
                    <a:pt x="148387" y="214801"/>
                    <a:pt x="130416" y="201396"/>
                  </a:cubicBezTo>
                  <a:cubicBezTo>
                    <a:pt x="126606" y="198583"/>
                    <a:pt x="128130" y="193281"/>
                    <a:pt x="128003" y="191662"/>
                  </a:cubicBezTo>
                  <a:cubicBezTo>
                    <a:pt x="128130" y="186798"/>
                    <a:pt x="132766" y="184416"/>
                    <a:pt x="134480" y="182473"/>
                  </a:cubicBezTo>
                  <a:cubicBezTo>
                    <a:pt x="137973" y="179336"/>
                    <a:pt x="135814" y="178905"/>
                    <a:pt x="112763" y="150355"/>
                  </a:cubicBezTo>
                  <a:cubicBezTo>
                    <a:pt x="109842" y="146678"/>
                    <a:pt x="104444" y="143973"/>
                    <a:pt x="96380" y="139217"/>
                  </a:cubicBezTo>
                  <a:cubicBezTo>
                    <a:pt x="92633" y="136944"/>
                    <a:pt x="94983" y="132188"/>
                    <a:pt x="94983" y="131540"/>
                  </a:cubicBezTo>
                  <a:cubicBezTo>
                    <a:pt x="96761" y="124294"/>
                    <a:pt x="109207" y="137268"/>
                    <a:pt x="111874" y="130346"/>
                  </a:cubicBezTo>
                  <a:lnTo>
                    <a:pt x="112445" y="128835"/>
                  </a:lnTo>
                  <a:cubicBezTo>
                    <a:pt x="113842" y="125050"/>
                    <a:pt x="116319" y="125050"/>
                    <a:pt x="130099" y="122021"/>
                  </a:cubicBezTo>
                  <a:cubicBezTo>
                    <a:pt x="134417" y="121050"/>
                    <a:pt x="135369" y="118561"/>
                    <a:pt x="148069" y="102234"/>
                  </a:cubicBezTo>
                  <a:cubicBezTo>
                    <a:pt x="150990" y="98450"/>
                    <a:pt x="156133" y="97904"/>
                    <a:pt x="157975" y="97256"/>
                  </a:cubicBezTo>
                  <a:cubicBezTo>
                    <a:pt x="162865" y="95745"/>
                    <a:pt x="166865" y="100177"/>
                    <a:pt x="170548" y="101911"/>
                  </a:cubicBezTo>
                  <a:cubicBezTo>
                    <a:pt x="174676" y="104394"/>
                    <a:pt x="174993" y="97040"/>
                    <a:pt x="175882" y="95421"/>
                  </a:cubicBezTo>
                  <a:cubicBezTo>
                    <a:pt x="177279" y="90335"/>
                    <a:pt x="170421" y="87960"/>
                    <a:pt x="166420" y="83959"/>
                  </a:cubicBezTo>
                  <a:cubicBezTo>
                    <a:pt x="162356" y="80714"/>
                    <a:pt x="157785" y="86442"/>
                    <a:pt x="153657" y="88500"/>
                  </a:cubicBezTo>
                  <a:cubicBezTo>
                    <a:pt x="149911" y="90989"/>
                    <a:pt x="146545" y="90443"/>
                    <a:pt x="133401" y="90989"/>
                  </a:cubicBezTo>
                  <a:cubicBezTo>
                    <a:pt x="128638" y="91205"/>
                    <a:pt x="126416" y="96069"/>
                    <a:pt x="125082" y="97364"/>
                  </a:cubicBezTo>
                  <a:cubicBezTo>
                    <a:pt x="121717" y="101581"/>
                    <a:pt x="115557" y="97148"/>
                    <a:pt x="108445" y="95745"/>
                  </a:cubicBezTo>
                  <a:cubicBezTo>
                    <a:pt x="104191" y="94557"/>
                    <a:pt x="103238" y="97040"/>
                    <a:pt x="89141" y="112941"/>
                  </a:cubicBezTo>
                  <a:cubicBezTo>
                    <a:pt x="85712" y="116833"/>
                    <a:pt x="79870" y="114992"/>
                    <a:pt x="75425" y="115424"/>
                  </a:cubicBezTo>
                  <a:cubicBezTo>
                    <a:pt x="70091" y="115424"/>
                    <a:pt x="70028" y="108178"/>
                    <a:pt x="67297" y="102667"/>
                  </a:cubicBezTo>
                  <a:cubicBezTo>
                    <a:pt x="64820" y="95961"/>
                    <a:pt x="54280" y="100501"/>
                    <a:pt x="52692" y="93688"/>
                  </a:cubicBezTo>
                  <a:lnTo>
                    <a:pt x="48374" y="75520"/>
                  </a:lnTo>
                  <a:cubicBezTo>
                    <a:pt x="47294" y="70980"/>
                    <a:pt x="49327" y="67303"/>
                    <a:pt x="55042" y="50762"/>
                  </a:cubicBezTo>
                  <a:cubicBezTo>
                    <a:pt x="56692" y="45891"/>
                    <a:pt x="63424" y="46107"/>
                    <a:pt x="66980" y="44812"/>
                  </a:cubicBezTo>
                  <a:cubicBezTo>
                    <a:pt x="72949" y="43186"/>
                    <a:pt x="78346" y="48056"/>
                    <a:pt x="85458" y="47949"/>
                  </a:cubicBezTo>
                  <a:lnTo>
                    <a:pt x="158674" y="46539"/>
                  </a:lnTo>
                  <a:cubicBezTo>
                    <a:pt x="163182" y="46539"/>
                    <a:pt x="166230" y="50546"/>
                    <a:pt x="167310" y="51193"/>
                  </a:cubicBezTo>
                  <a:cubicBezTo>
                    <a:pt x="170675" y="54330"/>
                    <a:pt x="171183" y="53136"/>
                    <a:pt x="210680" y="46647"/>
                  </a:cubicBezTo>
                  <a:cubicBezTo>
                    <a:pt x="215125" y="45891"/>
                    <a:pt x="214617" y="45351"/>
                    <a:pt x="239954" y="10858"/>
                  </a:cubicBezTo>
                  <a:lnTo>
                    <a:pt x="239382" y="10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F858C01B-4983-CF55-55DB-B7FDB2F90469}"/>
                </a:ext>
              </a:extLst>
            </p:cNvPr>
            <p:cNvSpPr/>
            <p:nvPr/>
          </p:nvSpPr>
          <p:spPr>
            <a:xfrm>
              <a:off x="10191138" y="4487667"/>
              <a:ext cx="17922" cy="10165"/>
            </a:xfrm>
            <a:custGeom>
              <a:avLst/>
              <a:gdLst>
                <a:gd name="csX0" fmla="*/ 8740 w 17922"/>
                <a:gd name="csY0" fmla="*/ 1281 h 10165"/>
                <a:gd name="csX1" fmla="*/ 1628 w 17922"/>
                <a:gd name="csY1" fmla="*/ 9714 h 10165"/>
                <a:gd name="csX2" fmla="*/ 11217 w 17922"/>
                <a:gd name="csY2" fmla="*/ 8418 h 10165"/>
                <a:gd name="csX3" fmla="*/ 16296 w 17922"/>
                <a:gd name="csY3" fmla="*/ 633 h 10165"/>
                <a:gd name="csX4" fmla="*/ 8740 w 17922"/>
                <a:gd name="csY4" fmla="*/ 1389 h 10165"/>
                <a:gd name="csX5" fmla="*/ 8740 w 17922"/>
                <a:gd name="csY5" fmla="*/ 1281 h 10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22" h="10165">
                  <a:moveTo>
                    <a:pt x="8740" y="1281"/>
                  </a:moveTo>
                  <a:cubicBezTo>
                    <a:pt x="5501" y="4310"/>
                    <a:pt x="-3707" y="9066"/>
                    <a:pt x="1628" y="9714"/>
                  </a:cubicBezTo>
                  <a:cubicBezTo>
                    <a:pt x="2898" y="9714"/>
                    <a:pt x="7787" y="11340"/>
                    <a:pt x="11217" y="8418"/>
                  </a:cubicBezTo>
                  <a:cubicBezTo>
                    <a:pt x="13312" y="6253"/>
                    <a:pt x="21313" y="1929"/>
                    <a:pt x="16296" y="633"/>
                  </a:cubicBezTo>
                  <a:cubicBezTo>
                    <a:pt x="16296" y="633"/>
                    <a:pt x="11979" y="-1208"/>
                    <a:pt x="8740" y="1389"/>
                  </a:cubicBezTo>
                  <a:lnTo>
                    <a:pt x="8740" y="12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2ECCD892-692B-53AC-DF7B-ABF935367F7B}"/>
                </a:ext>
              </a:extLst>
            </p:cNvPr>
            <p:cNvSpPr/>
            <p:nvPr/>
          </p:nvSpPr>
          <p:spPr>
            <a:xfrm>
              <a:off x="10235080" y="4523414"/>
              <a:ext cx="12010" cy="11169"/>
            </a:xfrm>
            <a:custGeom>
              <a:avLst/>
              <a:gdLst>
                <a:gd name="csX0" fmla="*/ 11216 w 12010"/>
                <a:gd name="csY0" fmla="*/ 3488 h 11169"/>
                <a:gd name="csX1" fmla="*/ 6136 w 12010"/>
                <a:gd name="csY1" fmla="*/ 27 h 11169"/>
                <a:gd name="csX2" fmla="*/ 1247 w 12010"/>
                <a:gd name="csY2" fmla="*/ 2516 h 11169"/>
                <a:gd name="csX3" fmla="*/ 738 w 12010"/>
                <a:gd name="csY3" fmla="*/ 9762 h 11169"/>
                <a:gd name="csX4" fmla="*/ 11026 w 12010"/>
                <a:gd name="csY4" fmla="*/ 3380 h 11169"/>
                <a:gd name="csX5" fmla="*/ 11216 w 12010"/>
                <a:gd name="csY5" fmla="*/ 3488 h 1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10" h="11169">
                  <a:moveTo>
                    <a:pt x="11216" y="3488"/>
                  </a:moveTo>
                  <a:cubicBezTo>
                    <a:pt x="14391" y="135"/>
                    <a:pt x="7088" y="358"/>
                    <a:pt x="6136" y="27"/>
                  </a:cubicBezTo>
                  <a:cubicBezTo>
                    <a:pt x="4295" y="-189"/>
                    <a:pt x="2136" y="897"/>
                    <a:pt x="1247" y="2516"/>
                  </a:cubicBezTo>
                  <a:cubicBezTo>
                    <a:pt x="1374" y="1869"/>
                    <a:pt x="-1230" y="6409"/>
                    <a:pt x="738" y="9762"/>
                  </a:cubicBezTo>
                  <a:cubicBezTo>
                    <a:pt x="3406" y="14410"/>
                    <a:pt x="7660" y="6301"/>
                    <a:pt x="11026" y="3380"/>
                  </a:cubicBezTo>
                  <a:lnTo>
                    <a:pt x="11216" y="3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295AC7F4-533A-540B-F560-6E26DBA457FE}"/>
                </a:ext>
              </a:extLst>
            </p:cNvPr>
            <p:cNvSpPr/>
            <p:nvPr/>
          </p:nvSpPr>
          <p:spPr>
            <a:xfrm>
              <a:off x="10250330" y="4524447"/>
              <a:ext cx="14555" cy="12453"/>
            </a:xfrm>
            <a:custGeom>
              <a:avLst/>
              <a:gdLst>
                <a:gd name="csX0" fmla="*/ 9619 w 14555"/>
                <a:gd name="csY0" fmla="*/ 7001 h 12453"/>
                <a:gd name="csX1" fmla="*/ 11270 w 14555"/>
                <a:gd name="csY1" fmla="*/ 7001 h 12453"/>
                <a:gd name="csX2" fmla="*/ 11270 w 14555"/>
                <a:gd name="csY2" fmla="*/ 188 h 12453"/>
                <a:gd name="csX3" fmla="*/ 3903 w 14555"/>
                <a:gd name="csY3" fmla="*/ 2130 h 12453"/>
                <a:gd name="csX4" fmla="*/ 94 w 14555"/>
                <a:gd name="csY4" fmla="*/ 10138 h 12453"/>
                <a:gd name="csX5" fmla="*/ 94 w 14555"/>
                <a:gd name="csY5" fmla="*/ 10893 h 12453"/>
                <a:gd name="csX6" fmla="*/ 2824 w 14555"/>
                <a:gd name="csY6" fmla="*/ 11541 h 12453"/>
                <a:gd name="csX7" fmla="*/ 9619 w 14555"/>
                <a:gd name="csY7" fmla="*/ 7001 h 1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555" h="12453">
                  <a:moveTo>
                    <a:pt x="9619" y="7001"/>
                  </a:moveTo>
                  <a:lnTo>
                    <a:pt x="11270" y="7001"/>
                  </a:lnTo>
                  <a:cubicBezTo>
                    <a:pt x="15651" y="7001"/>
                    <a:pt x="15651" y="619"/>
                    <a:pt x="11270" y="188"/>
                  </a:cubicBezTo>
                  <a:cubicBezTo>
                    <a:pt x="10571" y="188"/>
                    <a:pt x="6825" y="-892"/>
                    <a:pt x="3903" y="2130"/>
                  </a:cubicBezTo>
                  <a:cubicBezTo>
                    <a:pt x="3459" y="2785"/>
                    <a:pt x="-668" y="5699"/>
                    <a:pt x="94" y="10138"/>
                  </a:cubicBezTo>
                  <a:lnTo>
                    <a:pt x="94" y="10893"/>
                  </a:lnTo>
                  <a:cubicBezTo>
                    <a:pt x="539" y="12729"/>
                    <a:pt x="1745" y="12944"/>
                    <a:pt x="2824" y="11541"/>
                  </a:cubicBezTo>
                  <a:cubicBezTo>
                    <a:pt x="3332" y="11002"/>
                    <a:pt x="5301" y="7001"/>
                    <a:pt x="9619" y="7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C9E1A4BD-579F-2355-BB28-0B911966B327}"/>
                </a:ext>
              </a:extLst>
            </p:cNvPr>
            <p:cNvSpPr/>
            <p:nvPr/>
          </p:nvSpPr>
          <p:spPr>
            <a:xfrm>
              <a:off x="10259868" y="4536757"/>
              <a:ext cx="6747" cy="6367"/>
            </a:xfrm>
            <a:custGeom>
              <a:avLst/>
              <a:gdLst>
                <a:gd name="csX0" fmla="*/ 81 w 6747"/>
                <a:gd name="csY0" fmla="*/ 2800 h 6367"/>
                <a:gd name="csX1" fmla="*/ 81 w 6747"/>
                <a:gd name="csY1" fmla="*/ 3124 h 6367"/>
                <a:gd name="csX2" fmla="*/ 6685 w 6747"/>
                <a:gd name="csY2" fmla="*/ 3448 h 6367"/>
                <a:gd name="csX3" fmla="*/ 81 w 6747"/>
                <a:gd name="csY3" fmla="*/ 2800 h 6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47" h="6367">
                  <a:moveTo>
                    <a:pt x="81" y="2800"/>
                  </a:moveTo>
                  <a:lnTo>
                    <a:pt x="81" y="3124"/>
                  </a:lnTo>
                  <a:cubicBezTo>
                    <a:pt x="-808" y="7448"/>
                    <a:pt x="5923" y="7340"/>
                    <a:pt x="6685" y="3448"/>
                  </a:cubicBezTo>
                  <a:cubicBezTo>
                    <a:pt x="7447" y="-337"/>
                    <a:pt x="970" y="-1632"/>
                    <a:pt x="81" y="28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D4241A88-1558-E0F6-48D6-E42A8B2B3E46}"/>
                </a:ext>
              </a:extLst>
            </p:cNvPr>
            <p:cNvSpPr/>
            <p:nvPr/>
          </p:nvSpPr>
          <p:spPr>
            <a:xfrm>
              <a:off x="10266704" y="4547771"/>
              <a:ext cx="10063" cy="6917"/>
            </a:xfrm>
            <a:custGeom>
              <a:avLst/>
              <a:gdLst>
                <a:gd name="csX0" fmla="*/ 1372 w 10063"/>
                <a:gd name="csY0" fmla="*/ 4004 h 6917"/>
                <a:gd name="csX1" fmla="*/ 9690 w 10063"/>
                <a:gd name="csY1" fmla="*/ 4975 h 6917"/>
                <a:gd name="csX2" fmla="*/ 3849 w 10063"/>
                <a:gd name="csY2" fmla="*/ 327 h 6917"/>
                <a:gd name="csX3" fmla="*/ 1372 w 10063"/>
                <a:gd name="csY3" fmla="*/ 4004 h 6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3" h="6917">
                  <a:moveTo>
                    <a:pt x="1372" y="4004"/>
                  </a:moveTo>
                  <a:cubicBezTo>
                    <a:pt x="4039" y="4759"/>
                    <a:pt x="11850" y="9522"/>
                    <a:pt x="9690" y="4975"/>
                  </a:cubicBezTo>
                  <a:cubicBezTo>
                    <a:pt x="9690" y="4975"/>
                    <a:pt x="7977" y="-1508"/>
                    <a:pt x="3849" y="327"/>
                  </a:cubicBezTo>
                  <a:cubicBezTo>
                    <a:pt x="3340" y="759"/>
                    <a:pt x="-2628" y="2384"/>
                    <a:pt x="1372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DF06374-E5CD-96FE-A0FA-80295BBD5B3E}"/>
                </a:ext>
              </a:extLst>
            </p:cNvPr>
            <p:cNvSpPr/>
            <p:nvPr/>
          </p:nvSpPr>
          <p:spPr>
            <a:xfrm>
              <a:off x="9579159" y="4698526"/>
              <a:ext cx="346622" cy="107063"/>
            </a:xfrm>
            <a:custGeom>
              <a:avLst/>
              <a:gdLst>
                <a:gd name="csX0" fmla="*/ 338208 w 346622"/>
                <a:gd name="csY0" fmla="*/ 88446 h 107063"/>
                <a:gd name="csX1" fmla="*/ 340810 w 346622"/>
                <a:gd name="csY1" fmla="*/ 69524 h 107063"/>
                <a:gd name="csX2" fmla="*/ 337890 w 346622"/>
                <a:gd name="csY2" fmla="*/ 65955 h 107063"/>
                <a:gd name="csX3" fmla="*/ 307283 w 346622"/>
                <a:gd name="csY3" fmla="*/ 64767 h 107063"/>
                <a:gd name="csX4" fmla="*/ 297948 w 346622"/>
                <a:gd name="csY4" fmla="*/ 67688 h 107063"/>
                <a:gd name="csX5" fmla="*/ 291789 w 346622"/>
                <a:gd name="csY5" fmla="*/ 67149 h 107063"/>
                <a:gd name="csX6" fmla="*/ 280422 w 346622"/>
                <a:gd name="csY6" fmla="*/ 58709 h 107063"/>
                <a:gd name="csX7" fmla="*/ 267023 w 346622"/>
                <a:gd name="csY7" fmla="*/ 34922 h 107063"/>
                <a:gd name="csX8" fmla="*/ 241560 w 346622"/>
                <a:gd name="csY8" fmla="*/ 30598 h 107063"/>
                <a:gd name="csX9" fmla="*/ 233369 w 346622"/>
                <a:gd name="csY9" fmla="*/ 26807 h 107063"/>
                <a:gd name="csX10" fmla="*/ 217430 w 346622"/>
                <a:gd name="csY10" fmla="*/ 25404 h 107063"/>
                <a:gd name="csX11" fmla="*/ 210509 w 346622"/>
                <a:gd name="csY11" fmla="*/ 17942 h 107063"/>
                <a:gd name="csX12" fmla="*/ 200348 w 346622"/>
                <a:gd name="csY12" fmla="*/ 21619 h 107063"/>
                <a:gd name="csX13" fmla="*/ 187648 w 346622"/>
                <a:gd name="csY13" fmla="*/ 38059 h 107063"/>
                <a:gd name="csX14" fmla="*/ 120784 w 346622"/>
                <a:gd name="csY14" fmla="*/ 28972 h 107063"/>
                <a:gd name="csX15" fmla="*/ 109417 w 346622"/>
                <a:gd name="csY15" fmla="*/ 11345 h 107063"/>
                <a:gd name="csX16" fmla="*/ 83446 w 346622"/>
                <a:gd name="csY16" fmla="*/ 8316 h 107063"/>
                <a:gd name="csX17" fmla="*/ 73285 w 346622"/>
                <a:gd name="csY17" fmla="*/ 99 h 107063"/>
                <a:gd name="csX18" fmla="*/ 63316 w 346622"/>
                <a:gd name="csY18" fmla="*/ 3452 h 107063"/>
                <a:gd name="csX19" fmla="*/ 63316 w 346622"/>
                <a:gd name="csY19" fmla="*/ 3667 h 107063"/>
                <a:gd name="csX20" fmla="*/ 60459 w 346622"/>
                <a:gd name="csY20" fmla="*/ 6373 h 107063"/>
                <a:gd name="csX21" fmla="*/ 29724 w 346622"/>
                <a:gd name="csY21" fmla="*/ 747 h 107063"/>
                <a:gd name="csX22" fmla="*/ 25343 w 346622"/>
                <a:gd name="csY22" fmla="*/ 3236 h 107063"/>
                <a:gd name="csX23" fmla="*/ 15373 w 346622"/>
                <a:gd name="csY23" fmla="*/ 21187 h 107063"/>
                <a:gd name="csX24" fmla="*/ 6484 w 346622"/>
                <a:gd name="csY24" fmla="*/ 23676 h 107063"/>
                <a:gd name="csX25" fmla="*/ 1847 w 346622"/>
                <a:gd name="csY25" fmla="*/ 32541 h 107063"/>
                <a:gd name="csX26" fmla="*/ 41662 w 346622"/>
                <a:gd name="csY26" fmla="*/ 35138 h 107063"/>
                <a:gd name="csX27" fmla="*/ 44773 w 346622"/>
                <a:gd name="csY27" fmla="*/ 44327 h 107063"/>
                <a:gd name="csX28" fmla="*/ 40709 w 346622"/>
                <a:gd name="csY28" fmla="*/ 54169 h 107063"/>
                <a:gd name="csX29" fmla="*/ 47822 w 346622"/>
                <a:gd name="csY29" fmla="*/ 58601 h 107063"/>
                <a:gd name="csX30" fmla="*/ 77159 w 346622"/>
                <a:gd name="csY30" fmla="*/ 57198 h 107063"/>
                <a:gd name="csX31" fmla="*/ 100336 w 346622"/>
                <a:gd name="csY31" fmla="*/ 68444 h 107063"/>
                <a:gd name="csX32" fmla="*/ 116338 w 346622"/>
                <a:gd name="csY32" fmla="*/ 68444 h 107063"/>
                <a:gd name="csX33" fmla="*/ 127578 w 346622"/>
                <a:gd name="csY33" fmla="*/ 61522 h 107063"/>
                <a:gd name="csX34" fmla="*/ 180600 w 346622"/>
                <a:gd name="csY34" fmla="*/ 72552 h 107063"/>
                <a:gd name="csX35" fmla="*/ 207397 w 346622"/>
                <a:gd name="csY35" fmla="*/ 87475 h 107063"/>
                <a:gd name="csX36" fmla="*/ 245434 w 346622"/>
                <a:gd name="csY36" fmla="*/ 88231 h 107063"/>
                <a:gd name="csX37" fmla="*/ 279914 w 346622"/>
                <a:gd name="csY37" fmla="*/ 93317 h 107063"/>
                <a:gd name="csX38" fmla="*/ 297948 w 346622"/>
                <a:gd name="csY38" fmla="*/ 86935 h 107063"/>
                <a:gd name="csX39" fmla="*/ 340303 w 346622"/>
                <a:gd name="csY39" fmla="*/ 106722 h 107063"/>
                <a:gd name="csX40" fmla="*/ 345256 w 346622"/>
                <a:gd name="csY40" fmla="*/ 105426 h 107063"/>
                <a:gd name="csX41" fmla="*/ 345827 w 346622"/>
                <a:gd name="csY41" fmla="*/ 104563 h 107063"/>
                <a:gd name="csX42" fmla="*/ 338335 w 346622"/>
                <a:gd name="csY42" fmla="*/ 88662 h 107063"/>
                <a:gd name="csX43" fmla="*/ 338208 w 346622"/>
                <a:gd name="csY43" fmla="*/ 88446 h 107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2" h="107063">
                  <a:moveTo>
                    <a:pt x="338208" y="88446"/>
                  </a:moveTo>
                  <a:lnTo>
                    <a:pt x="340810" y="69524"/>
                  </a:lnTo>
                  <a:cubicBezTo>
                    <a:pt x="341065" y="67688"/>
                    <a:pt x="339731" y="66063"/>
                    <a:pt x="337890" y="65955"/>
                  </a:cubicBezTo>
                  <a:cubicBezTo>
                    <a:pt x="315728" y="64120"/>
                    <a:pt x="311791" y="63358"/>
                    <a:pt x="307283" y="64767"/>
                  </a:cubicBezTo>
                  <a:lnTo>
                    <a:pt x="297948" y="67688"/>
                  </a:lnTo>
                  <a:cubicBezTo>
                    <a:pt x="296234" y="68228"/>
                    <a:pt x="293440" y="68012"/>
                    <a:pt x="291789" y="67149"/>
                  </a:cubicBezTo>
                  <a:cubicBezTo>
                    <a:pt x="285058" y="63580"/>
                    <a:pt x="282073" y="62494"/>
                    <a:pt x="280422" y="58709"/>
                  </a:cubicBezTo>
                  <a:cubicBezTo>
                    <a:pt x="271786" y="38491"/>
                    <a:pt x="271533" y="35354"/>
                    <a:pt x="267023" y="34922"/>
                  </a:cubicBezTo>
                  <a:cubicBezTo>
                    <a:pt x="250450" y="33404"/>
                    <a:pt x="245243" y="33728"/>
                    <a:pt x="241560" y="30598"/>
                  </a:cubicBezTo>
                  <a:cubicBezTo>
                    <a:pt x="240798" y="30052"/>
                    <a:pt x="237877" y="26267"/>
                    <a:pt x="233369" y="26807"/>
                  </a:cubicBezTo>
                  <a:cubicBezTo>
                    <a:pt x="226510" y="26921"/>
                    <a:pt x="219716" y="30268"/>
                    <a:pt x="217430" y="25404"/>
                  </a:cubicBezTo>
                  <a:cubicBezTo>
                    <a:pt x="216351" y="23676"/>
                    <a:pt x="215272" y="17510"/>
                    <a:pt x="210509" y="17942"/>
                  </a:cubicBezTo>
                  <a:cubicBezTo>
                    <a:pt x="208350" y="18374"/>
                    <a:pt x="202572" y="17403"/>
                    <a:pt x="200348" y="21619"/>
                  </a:cubicBezTo>
                  <a:cubicBezTo>
                    <a:pt x="192856" y="35138"/>
                    <a:pt x="191967" y="38383"/>
                    <a:pt x="187648" y="38059"/>
                  </a:cubicBezTo>
                  <a:cubicBezTo>
                    <a:pt x="123259" y="32001"/>
                    <a:pt x="122752" y="33297"/>
                    <a:pt x="120784" y="28972"/>
                  </a:cubicBezTo>
                  <a:cubicBezTo>
                    <a:pt x="114306" y="14697"/>
                    <a:pt x="113734" y="11453"/>
                    <a:pt x="109417" y="11345"/>
                  </a:cubicBezTo>
                  <a:cubicBezTo>
                    <a:pt x="88652" y="11021"/>
                    <a:pt x="86239" y="11777"/>
                    <a:pt x="83446" y="8316"/>
                  </a:cubicBezTo>
                  <a:cubicBezTo>
                    <a:pt x="80715" y="5617"/>
                    <a:pt x="78365" y="99"/>
                    <a:pt x="73285" y="99"/>
                  </a:cubicBezTo>
                  <a:cubicBezTo>
                    <a:pt x="70110" y="530"/>
                    <a:pt x="62554" y="-1628"/>
                    <a:pt x="63316" y="3452"/>
                  </a:cubicBezTo>
                  <a:lnTo>
                    <a:pt x="63316" y="3667"/>
                  </a:lnTo>
                  <a:cubicBezTo>
                    <a:pt x="63506" y="5509"/>
                    <a:pt x="62300" y="6696"/>
                    <a:pt x="60459" y="6373"/>
                  </a:cubicBezTo>
                  <a:lnTo>
                    <a:pt x="29724" y="747"/>
                  </a:lnTo>
                  <a:cubicBezTo>
                    <a:pt x="27883" y="423"/>
                    <a:pt x="25851" y="1509"/>
                    <a:pt x="25343" y="3236"/>
                  </a:cubicBezTo>
                  <a:cubicBezTo>
                    <a:pt x="20135" y="17619"/>
                    <a:pt x="19818" y="21187"/>
                    <a:pt x="15373" y="21187"/>
                  </a:cubicBezTo>
                  <a:cubicBezTo>
                    <a:pt x="14357" y="21295"/>
                    <a:pt x="9531" y="20323"/>
                    <a:pt x="6484" y="23676"/>
                  </a:cubicBezTo>
                  <a:cubicBezTo>
                    <a:pt x="4197" y="26813"/>
                    <a:pt x="-3486" y="32541"/>
                    <a:pt x="1847" y="32541"/>
                  </a:cubicBezTo>
                  <a:cubicBezTo>
                    <a:pt x="32137" y="33513"/>
                    <a:pt x="37852" y="30490"/>
                    <a:pt x="41662" y="35138"/>
                  </a:cubicBezTo>
                  <a:cubicBezTo>
                    <a:pt x="42742" y="36973"/>
                    <a:pt x="47948" y="40758"/>
                    <a:pt x="44773" y="44327"/>
                  </a:cubicBezTo>
                  <a:cubicBezTo>
                    <a:pt x="43186" y="46816"/>
                    <a:pt x="37534" y="50384"/>
                    <a:pt x="40709" y="54169"/>
                  </a:cubicBezTo>
                  <a:cubicBezTo>
                    <a:pt x="41345" y="54709"/>
                    <a:pt x="43504" y="59033"/>
                    <a:pt x="47822" y="58601"/>
                  </a:cubicBezTo>
                  <a:cubicBezTo>
                    <a:pt x="70872" y="55896"/>
                    <a:pt x="73285" y="55033"/>
                    <a:pt x="77159" y="57198"/>
                  </a:cubicBezTo>
                  <a:cubicBezTo>
                    <a:pt x="91319" y="64767"/>
                    <a:pt x="95573" y="67580"/>
                    <a:pt x="100336" y="68444"/>
                  </a:cubicBezTo>
                  <a:cubicBezTo>
                    <a:pt x="110179" y="70171"/>
                    <a:pt x="113227" y="71365"/>
                    <a:pt x="116338" y="68444"/>
                  </a:cubicBezTo>
                  <a:cubicBezTo>
                    <a:pt x="119450" y="66063"/>
                    <a:pt x="122497" y="60551"/>
                    <a:pt x="127578" y="61522"/>
                  </a:cubicBezTo>
                  <a:cubicBezTo>
                    <a:pt x="176410" y="70495"/>
                    <a:pt x="176727" y="70063"/>
                    <a:pt x="180600" y="72552"/>
                  </a:cubicBezTo>
                  <a:cubicBezTo>
                    <a:pt x="200222" y="84986"/>
                    <a:pt x="202698" y="87475"/>
                    <a:pt x="207397" y="87475"/>
                  </a:cubicBezTo>
                  <a:cubicBezTo>
                    <a:pt x="235210" y="87691"/>
                    <a:pt x="239528" y="86935"/>
                    <a:pt x="245434" y="88231"/>
                  </a:cubicBezTo>
                  <a:cubicBezTo>
                    <a:pt x="274009" y="94288"/>
                    <a:pt x="275787" y="95476"/>
                    <a:pt x="279914" y="93317"/>
                  </a:cubicBezTo>
                  <a:cubicBezTo>
                    <a:pt x="291979" y="87043"/>
                    <a:pt x="294075" y="85202"/>
                    <a:pt x="297948" y="86935"/>
                  </a:cubicBezTo>
                  <a:lnTo>
                    <a:pt x="340303" y="106722"/>
                  </a:lnTo>
                  <a:cubicBezTo>
                    <a:pt x="342017" y="107484"/>
                    <a:pt x="344176" y="106938"/>
                    <a:pt x="345256" y="105426"/>
                  </a:cubicBezTo>
                  <a:lnTo>
                    <a:pt x="345827" y="104563"/>
                  </a:lnTo>
                  <a:cubicBezTo>
                    <a:pt x="349828" y="98829"/>
                    <a:pt x="337382" y="96123"/>
                    <a:pt x="338335" y="88662"/>
                  </a:cubicBezTo>
                  <a:lnTo>
                    <a:pt x="338208" y="884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D6BDB280-2C68-C3D5-F023-726216964A53}"/>
                </a:ext>
              </a:extLst>
            </p:cNvPr>
            <p:cNvSpPr/>
            <p:nvPr/>
          </p:nvSpPr>
          <p:spPr>
            <a:xfrm>
              <a:off x="9850501" y="4688027"/>
              <a:ext cx="8509" cy="7791"/>
            </a:xfrm>
            <a:custGeom>
              <a:avLst/>
              <a:gdLst>
                <a:gd name="csX0" fmla="*/ 3366 w 8509"/>
                <a:gd name="csY0" fmla="*/ 0 h 7791"/>
                <a:gd name="csX1" fmla="*/ 0 w 8509"/>
                <a:gd name="csY1" fmla="*/ 3353 h 7791"/>
                <a:gd name="csX2" fmla="*/ 0 w 8509"/>
                <a:gd name="csY2" fmla="*/ 4439 h 7791"/>
                <a:gd name="csX3" fmla="*/ 3366 w 8509"/>
                <a:gd name="csY3" fmla="*/ 7792 h 7791"/>
                <a:gd name="csX4" fmla="*/ 5080 w 8509"/>
                <a:gd name="csY4" fmla="*/ 7792 h 7791"/>
                <a:gd name="csX5" fmla="*/ 5080 w 8509"/>
                <a:gd name="csY5" fmla="*/ 0 h 7791"/>
                <a:gd name="csX6" fmla="*/ 3366 w 8509"/>
                <a:gd name="csY6" fmla="*/ 0 h 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09" h="7791">
                  <a:moveTo>
                    <a:pt x="3366" y="0"/>
                  </a:moveTo>
                  <a:cubicBezTo>
                    <a:pt x="1524" y="0"/>
                    <a:pt x="0" y="1518"/>
                    <a:pt x="0" y="3353"/>
                  </a:cubicBezTo>
                  <a:lnTo>
                    <a:pt x="0" y="4439"/>
                  </a:lnTo>
                  <a:cubicBezTo>
                    <a:pt x="0" y="6274"/>
                    <a:pt x="1524" y="7792"/>
                    <a:pt x="3366" y="7792"/>
                  </a:cubicBezTo>
                  <a:lnTo>
                    <a:pt x="5080" y="7792"/>
                  </a:lnTo>
                  <a:cubicBezTo>
                    <a:pt x="9652" y="7792"/>
                    <a:pt x="9652" y="0"/>
                    <a:pt x="5080" y="0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62F6F3A-AA3A-1EE6-0F70-ECBA77E8BFA5}"/>
                </a:ext>
              </a:extLst>
            </p:cNvPr>
            <p:cNvSpPr/>
            <p:nvPr/>
          </p:nvSpPr>
          <p:spPr>
            <a:xfrm>
              <a:off x="9859181" y="4731707"/>
              <a:ext cx="51477" cy="14202"/>
            </a:xfrm>
            <a:custGeom>
              <a:avLst/>
              <a:gdLst>
                <a:gd name="csX0" fmla="*/ 43262 w 51477"/>
                <a:gd name="csY0" fmla="*/ 116 h 14202"/>
                <a:gd name="csX1" fmla="*/ 2812 w 51477"/>
                <a:gd name="csY1" fmla="*/ 2821 h 14202"/>
                <a:gd name="csX2" fmla="*/ 527 w 51477"/>
                <a:gd name="csY2" fmla="*/ 6066 h 14202"/>
                <a:gd name="csX3" fmla="*/ 1924 w 51477"/>
                <a:gd name="csY3" fmla="*/ 9527 h 14202"/>
                <a:gd name="csX4" fmla="*/ 28974 w 51477"/>
                <a:gd name="csY4" fmla="*/ 12556 h 14202"/>
                <a:gd name="csX5" fmla="*/ 29927 w 51477"/>
                <a:gd name="csY5" fmla="*/ 11470 h 14202"/>
                <a:gd name="csX6" fmla="*/ 44469 w 51477"/>
                <a:gd name="csY6" fmla="*/ 9851 h 14202"/>
                <a:gd name="csX7" fmla="*/ 50184 w 51477"/>
                <a:gd name="csY7" fmla="*/ 2173 h 14202"/>
                <a:gd name="csX8" fmla="*/ 43262 w 51477"/>
                <a:gd name="csY8" fmla="*/ 116 h 1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1477" h="14202">
                  <a:moveTo>
                    <a:pt x="43262" y="116"/>
                  </a:moveTo>
                  <a:cubicBezTo>
                    <a:pt x="43262" y="116"/>
                    <a:pt x="5480" y="-855"/>
                    <a:pt x="2812" y="2821"/>
                  </a:cubicBezTo>
                  <a:lnTo>
                    <a:pt x="527" y="6066"/>
                  </a:lnTo>
                  <a:cubicBezTo>
                    <a:pt x="-552" y="7577"/>
                    <a:pt x="82" y="9095"/>
                    <a:pt x="1924" y="9527"/>
                  </a:cubicBezTo>
                  <a:cubicBezTo>
                    <a:pt x="23324" y="14175"/>
                    <a:pt x="25863" y="15686"/>
                    <a:pt x="28974" y="12556"/>
                  </a:cubicBezTo>
                  <a:lnTo>
                    <a:pt x="29927" y="11470"/>
                  </a:lnTo>
                  <a:cubicBezTo>
                    <a:pt x="34373" y="6930"/>
                    <a:pt x="39071" y="13635"/>
                    <a:pt x="44469" y="9851"/>
                  </a:cubicBezTo>
                  <a:cubicBezTo>
                    <a:pt x="46818" y="7685"/>
                    <a:pt x="54502" y="4771"/>
                    <a:pt x="50184" y="2173"/>
                  </a:cubicBezTo>
                  <a:cubicBezTo>
                    <a:pt x="49549" y="1958"/>
                    <a:pt x="46945" y="116"/>
                    <a:pt x="43262" y="1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A6CADD3-7970-3160-969F-953580A2B1D8}"/>
                </a:ext>
              </a:extLst>
            </p:cNvPr>
            <p:cNvSpPr/>
            <p:nvPr/>
          </p:nvSpPr>
          <p:spPr>
            <a:xfrm>
              <a:off x="9913990" y="4740072"/>
              <a:ext cx="11149" cy="5517"/>
            </a:xfrm>
            <a:custGeom>
              <a:avLst/>
              <a:gdLst>
                <a:gd name="csX0" fmla="*/ 1534 w 11149"/>
                <a:gd name="csY0" fmla="*/ 837 h 5517"/>
                <a:gd name="csX1" fmla="*/ 1090 w 11149"/>
                <a:gd name="csY1" fmla="*/ 1053 h 5517"/>
                <a:gd name="csX2" fmla="*/ 9345 w 11149"/>
                <a:gd name="csY2" fmla="*/ 4838 h 5517"/>
                <a:gd name="csX3" fmla="*/ 9980 w 11149"/>
                <a:gd name="csY3" fmla="*/ 4514 h 5517"/>
                <a:gd name="csX4" fmla="*/ 9790 w 11149"/>
                <a:gd name="csY4" fmla="*/ 1485 h 5517"/>
                <a:gd name="csX5" fmla="*/ 1534 w 11149"/>
                <a:gd name="csY5" fmla="*/ 837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49" h="5517">
                  <a:moveTo>
                    <a:pt x="1534" y="837"/>
                  </a:moveTo>
                  <a:lnTo>
                    <a:pt x="1090" y="1053"/>
                  </a:lnTo>
                  <a:cubicBezTo>
                    <a:pt x="-2974" y="3536"/>
                    <a:pt x="5344" y="6997"/>
                    <a:pt x="9345" y="4838"/>
                  </a:cubicBezTo>
                  <a:lnTo>
                    <a:pt x="9980" y="4514"/>
                  </a:lnTo>
                  <a:cubicBezTo>
                    <a:pt x="11631" y="3644"/>
                    <a:pt x="11504" y="2241"/>
                    <a:pt x="9790" y="1485"/>
                  </a:cubicBezTo>
                  <a:cubicBezTo>
                    <a:pt x="9218" y="1377"/>
                    <a:pt x="5217" y="-1328"/>
                    <a:pt x="1534" y="8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5EA6EA0F-3172-44AE-1949-D466FD8EB97B}"/>
                </a:ext>
              </a:extLst>
            </p:cNvPr>
            <p:cNvSpPr/>
            <p:nvPr/>
          </p:nvSpPr>
          <p:spPr>
            <a:xfrm>
              <a:off x="9949621" y="4730798"/>
              <a:ext cx="24242" cy="14501"/>
            </a:xfrm>
            <a:custGeom>
              <a:avLst/>
              <a:gdLst>
                <a:gd name="csX0" fmla="*/ 21973 w 24242"/>
                <a:gd name="csY0" fmla="*/ 7946 h 14501"/>
                <a:gd name="csX1" fmla="*/ 8448 w 24242"/>
                <a:gd name="csY1" fmla="*/ 485 h 14501"/>
                <a:gd name="csX2" fmla="*/ 5845 w 24242"/>
                <a:gd name="csY2" fmla="*/ 53 h 14501"/>
                <a:gd name="csX3" fmla="*/ 1019 w 24242"/>
                <a:gd name="csY3" fmla="*/ 2543 h 14501"/>
                <a:gd name="csX4" fmla="*/ 320 w 24242"/>
                <a:gd name="csY4" fmla="*/ 3946 h 14501"/>
                <a:gd name="csX5" fmla="*/ 2161 w 24242"/>
                <a:gd name="csY5" fmla="*/ 6975 h 14501"/>
                <a:gd name="csX6" fmla="*/ 13020 w 24242"/>
                <a:gd name="csY6" fmla="*/ 8810 h 14501"/>
                <a:gd name="csX7" fmla="*/ 24133 w 24242"/>
                <a:gd name="csY7" fmla="*/ 12925 h 14501"/>
                <a:gd name="csX8" fmla="*/ 22100 w 24242"/>
                <a:gd name="csY8" fmla="*/ 8054 h 14501"/>
                <a:gd name="csX9" fmla="*/ 21973 w 24242"/>
                <a:gd name="csY9" fmla="*/ 7946 h 14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4242" h="14501">
                  <a:moveTo>
                    <a:pt x="21973" y="7946"/>
                  </a:moveTo>
                  <a:cubicBezTo>
                    <a:pt x="16385" y="4162"/>
                    <a:pt x="12893" y="1133"/>
                    <a:pt x="8448" y="485"/>
                  </a:cubicBezTo>
                  <a:lnTo>
                    <a:pt x="5845" y="53"/>
                  </a:lnTo>
                  <a:cubicBezTo>
                    <a:pt x="4003" y="-270"/>
                    <a:pt x="1844" y="917"/>
                    <a:pt x="1019" y="2543"/>
                  </a:cubicBezTo>
                  <a:lnTo>
                    <a:pt x="320" y="3946"/>
                  </a:lnTo>
                  <a:cubicBezTo>
                    <a:pt x="-505" y="5572"/>
                    <a:pt x="320" y="6975"/>
                    <a:pt x="2161" y="6975"/>
                  </a:cubicBezTo>
                  <a:cubicBezTo>
                    <a:pt x="4130" y="7083"/>
                    <a:pt x="9083" y="6219"/>
                    <a:pt x="13020" y="8810"/>
                  </a:cubicBezTo>
                  <a:cubicBezTo>
                    <a:pt x="17147" y="10976"/>
                    <a:pt x="22989" y="17465"/>
                    <a:pt x="24133" y="12925"/>
                  </a:cubicBezTo>
                  <a:cubicBezTo>
                    <a:pt x="24577" y="11299"/>
                    <a:pt x="23624" y="9134"/>
                    <a:pt x="22100" y="8054"/>
                  </a:cubicBezTo>
                  <a:lnTo>
                    <a:pt x="21973" y="7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888364AF-A267-688E-FE9E-6BB997257E4E}"/>
                </a:ext>
              </a:extLst>
            </p:cNvPr>
            <p:cNvSpPr/>
            <p:nvPr/>
          </p:nvSpPr>
          <p:spPr>
            <a:xfrm>
              <a:off x="9924588" y="4778673"/>
              <a:ext cx="41560" cy="24847"/>
            </a:xfrm>
            <a:custGeom>
              <a:avLst/>
              <a:gdLst>
                <a:gd name="csX0" fmla="*/ 40340 w 41560"/>
                <a:gd name="csY0" fmla="*/ 8414 h 24847"/>
                <a:gd name="csX1" fmla="*/ 23068 w 41560"/>
                <a:gd name="csY1" fmla="*/ 730 h 24847"/>
                <a:gd name="csX2" fmla="*/ 14749 w 41560"/>
                <a:gd name="csY2" fmla="*/ 3004 h 24847"/>
                <a:gd name="csX3" fmla="*/ 144 w 41560"/>
                <a:gd name="csY3" fmla="*/ 4953 h 24847"/>
                <a:gd name="csX4" fmla="*/ 5542 w 41560"/>
                <a:gd name="csY4" fmla="*/ 11113 h 24847"/>
                <a:gd name="csX5" fmla="*/ 15511 w 41560"/>
                <a:gd name="csY5" fmla="*/ 15113 h 24847"/>
                <a:gd name="csX6" fmla="*/ 25671 w 41560"/>
                <a:gd name="csY6" fmla="*/ 24092 h 24847"/>
                <a:gd name="csX7" fmla="*/ 40530 w 41560"/>
                <a:gd name="csY7" fmla="*/ 12306 h 24847"/>
                <a:gd name="csX8" fmla="*/ 40340 w 41560"/>
                <a:gd name="csY8" fmla="*/ 8414 h 24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560" h="24847">
                  <a:moveTo>
                    <a:pt x="40340" y="8414"/>
                  </a:moveTo>
                  <a:cubicBezTo>
                    <a:pt x="28211" y="514"/>
                    <a:pt x="26560" y="-1213"/>
                    <a:pt x="23068" y="730"/>
                  </a:cubicBezTo>
                  <a:cubicBezTo>
                    <a:pt x="22115" y="1054"/>
                    <a:pt x="19004" y="3436"/>
                    <a:pt x="14749" y="3004"/>
                  </a:cubicBezTo>
                  <a:cubicBezTo>
                    <a:pt x="14749" y="3004"/>
                    <a:pt x="-1697" y="-241"/>
                    <a:pt x="144" y="4953"/>
                  </a:cubicBezTo>
                  <a:cubicBezTo>
                    <a:pt x="589" y="5601"/>
                    <a:pt x="1224" y="10465"/>
                    <a:pt x="5542" y="11113"/>
                  </a:cubicBezTo>
                  <a:cubicBezTo>
                    <a:pt x="7319" y="11653"/>
                    <a:pt x="12844" y="11113"/>
                    <a:pt x="15511" y="15113"/>
                  </a:cubicBezTo>
                  <a:cubicBezTo>
                    <a:pt x="19067" y="19330"/>
                    <a:pt x="21607" y="27337"/>
                    <a:pt x="25671" y="24092"/>
                  </a:cubicBezTo>
                  <a:lnTo>
                    <a:pt x="40530" y="12306"/>
                  </a:lnTo>
                  <a:cubicBezTo>
                    <a:pt x="42054" y="11113"/>
                    <a:pt x="41800" y="9386"/>
                    <a:pt x="40340" y="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4B96DDC1-E35D-48A3-BB54-99FAC335D48E}"/>
                </a:ext>
              </a:extLst>
            </p:cNvPr>
            <p:cNvSpPr/>
            <p:nvPr/>
          </p:nvSpPr>
          <p:spPr>
            <a:xfrm>
              <a:off x="9975997" y="4783865"/>
              <a:ext cx="28147" cy="25377"/>
            </a:xfrm>
            <a:custGeom>
              <a:avLst/>
              <a:gdLst>
                <a:gd name="csX0" fmla="*/ 20426 w 28147"/>
                <a:gd name="csY0" fmla="*/ 732 h 25377"/>
                <a:gd name="csX1" fmla="*/ 8298 w 28147"/>
                <a:gd name="csY1" fmla="*/ 4193 h 25377"/>
                <a:gd name="csX2" fmla="*/ 6329 w 28147"/>
                <a:gd name="csY2" fmla="*/ 12626 h 25377"/>
                <a:gd name="csX3" fmla="*/ 1122 w 28147"/>
                <a:gd name="csY3" fmla="*/ 19871 h 25377"/>
                <a:gd name="csX4" fmla="*/ 14140 w 28147"/>
                <a:gd name="csY4" fmla="*/ 25275 h 25377"/>
                <a:gd name="csX5" fmla="*/ 19093 w 28147"/>
                <a:gd name="csY5" fmla="*/ 23116 h 25377"/>
                <a:gd name="csX6" fmla="*/ 27729 w 28147"/>
                <a:gd name="csY6" fmla="*/ 8626 h 25377"/>
                <a:gd name="csX7" fmla="*/ 20426 w 28147"/>
                <a:gd name="csY7" fmla="*/ 624 h 25377"/>
                <a:gd name="csX8" fmla="*/ 20426 w 28147"/>
                <a:gd name="csY8" fmla="*/ 732 h 25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147" h="25377">
                  <a:moveTo>
                    <a:pt x="20426" y="732"/>
                  </a:moveTo>
                  <a:cubicBezTo>
                    <a:pt x="15982" y="-1757"/>
                    <a:pt x="11727" y="2783"/>
                    <a:pt x="8298" y="4193"/>
                  </a:cubicBezTo>
                  <a:cubicBezTo>
                    <a:pt x="4361" y="6352"/>
                    <a:pt x="6457" y="11439"/>
                    <a:pt x="6329" y="12626"/>
                  </a:cubicBezTo>
                  <a:cubicBezTo>
                    <a:pt x="6964" y="17166"/>
                    <a:pt x="2011" y="19007"/>
                    <a:pt x="1122" y="19871"/>
                  </a:cubicBezTo>
                  <a:cubicBezTo>
                    <a:pt x="-2561" y="22469"/>
                    <a:pt x="3091" y="22792"/>
                    <a:pt x="14140" y="25275"/>
                  </a:cubicBezTo>
                  <a:cubicBezTo>
                    <a:pt x="15854" y="25707"/>
                    <a:pt x="18140" y="24735"/>
                    <a:pt x="19093" y="23116"/>
                  </a:cubicBezTo>
                  <a:lnTo>
                    <a:pt x="27729" y="8626"/>
                  </a:lnTo>
                  <a:cubicBezTo>
                    <a:pt x="30269" y="4409"/>
                    <a:pt x="20426" y="624"/>
                    <a:pt x="20426" y="624"/>
                  </a:cubicBezTo>
                  <a:lnTo>
                    <a:pt x="20426" y="7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3CE5BE6A-CAE2-32D8-BF1E-120FC08225A6}"/>
                </a:ext>
              </a:extLst>
            </p:cNvPr>
            <p:cNvSpPr/>
            <p:nvPr/>
          </p:nvSpPr>
          <p:spPr>
            <a:xfrm>
              <a:off x="9958019" y="4803197"/>
              <a:ext cx="7194" cy="6813"/>
            </a:xfrm>
            <a:custGeom>
              <a:avLst/>
              <a:gdLst>
                <a:gd name="csX0" fmla="*/ 4051 w 7194"/>
                <a:gd name="csY0" fmla="*/ 0 h 6813"/>
                <a:gd name="csX1" fmla="*/ 3416 w 7194"/>
                <a:gd name="csY1" fmla="*/ 0 h 6813"/>
                <a:gd name="csX2" fmla="*/ 51 w 7194"/>
                <a:gd name="csY2" fmla="*/ 3353 h 6813"/>
                <a:gd name="csX3" fmla="*/ 3416 w 7194"/>
                <a:gd name="csY3" fmla="*/ 6814 h 6813"/>
                <a:gd name="csX4" fmla="*/ 7100 w 7194"/>
                <a:gd name="csY4" fmla="*/ 3461 h 6813"/>
                <a:gd name="csX5" fmla="*/ 4051 w 7194"/>
                <a:gd name="csY5" fmla="*/ 0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94" h="6813">
                  <a:moveTo>
                    <a:pt x="4051" y="0"/>
                  </a:moveTo>
                  <a:lnTo>
                    <a:pt x="3416" y="0"/>
                  </a:lnTo>
                  <a:cubicBezTo>
                    <a:pt x="1574" y="0"/>
                    <a:pt x="51" y="1511"/>
                    <a:pt x="51" y="3353"/>
                  </a:cubicBezTo>
                  <a:cubicBezTo>
                    <a:pt x="-139" y="2705"/>
                    <a:pt x="51" y="6814"/>
                    <a:pt x="3416" y="6814"/>
                  </a:cubicBezTo>
                  <a:cubicBezTo>
                    <a:pt x="5258" y="6814"/>
                    <a:pt x="6973" y="5296"/>
                    <a:pt x="7100" y="3461"/>
                  </a:cubicBezTo>
                  <a:cubicBezTo>
                    <a:pt x="7290" y="4001"/>
                    <a:pt x="7544" y="0"/>
                    <a:pt x="40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72FF3D98-C58A-2B39-EDD7-D4024F4057A5}"/>
                </a:ext>
              </a:extLst>
            </p:cNvPr>
            <p:cNvSpPr/>
            <p:nvPr/>
          </p:nvSpPr>
          <p:spPr>
            <a:xfrm>
              <a:off x="10006987" y="4779396"/>
              <a:ext cx="91704" cy="36409"/>
            </a:xfrm>
            <a:custGeom>
              <a:avLst/>
              <a:gdLst>
                <a:gd name="csX0" fmla="*/ 78781 w 91704"/>
                <a:gd name="csY0" fmla="*/ 22175 h 36409"/>
                <a:gd name="csX1" fmla="*/ 91481 w 91704"/>
                <a:gd name="csY1" fmla="*/ 20555 h 36409"/>
                <a:gd name="csX2" fmla="*/ 91671 w 91704"/>
                <a:gd name="csY2" fmla="*/ 18930 h 36409"/>
                <a:gd name="csX3" fmla="*/ 89004 w 91704"/>
                <a:gd name="csY3" fmla="*/ 16339 h 36409"/>
                <a:gd name="csX4" fmla="*/ 85194 w 91704"/>
                <a:gd name="csY4" fmla="*/ 13742 h 36409"/>
                <a:gd name="csX5" fmla="*/ 83226 w 91704"/>
                <a:gd name="csY5" fmla="*/ 6389 h 36409"/>
                <a:gd name="csX6" fmla="*/ 68431 w 91704"/>
                <a:gd name="csY6" fmla="*/ 5525 h 36409"/>
                <a:gd name="csX7" fmla="*/ 58144 w 91704"/>
                <a:gd name="csY7" fmla="*/ 8446 h 36409"/>
                <a:gd name="csX8" fmla="*/ 53190 w 91704"/>
                <a:gd name="csY8" fmla="*/ 2820 h 36409"/>
                <a:gd name="csX9" fmla="*/ 48428 w 91704"/>
                <a:gd name="csY9" fmla="*/ 7 h 36409"/>
                <a:gd name="csX10" fmla="*/ 40045 w 91704"/>
                <a:gd name="csY10" fmla="*/ 3467 h 36409"/>
                <a:gd name="csX11" fmla="*/ 44046 w 91704"/>
                <a:gd name="csY11" fmla="*/ 9202 h 36409"/>
                <a:gd name="csX12" fmla="*/ 52174 w 91704"/>
                <a:gd name="csY12" fmla="*/ 14821 h 36409"/>
                <a:gd name="csX13" fmla="*/ 52492 w 91704"/>
                <a:gd name="csY13" fmla="*/ 18174 h 36409"/>
                <a:gd name="csX14" fmla="*/ 41887 w 91704"/>
                <a:gd name="csY14" fmla="*/ 21527 h 36409"/>
                <a:gd name="csX15" fmla="*/ 34204 w 91704"/>
                <a:gd name="csY15" fmla="*/ 14281 h 36409"/>
                <a:gd name="csX16" fmla="*/ 27536 w 91704"/>
                <a:gd name="csY16" fmla="*/ 13310 h 36409"/>
                <a:gd name="csX17" fmla="*/ 21123 w 91704"/>
                <a:gd name="csY17" fmla="*/ 13094 h 36409"/>
                <a:gd name="csX18" fmla="*/ 12550 w 91704"/>
                <a:gd name="csY18" fmla="*/ 12770 h 36409"/>
                <a:gd name="csX19" fmla="*/ 3152 w 91704"/>
                <a:gd name="csY19" fmla="*/ 22498 h 36409"/>
                <a:gd name="csX20" fmla="*/ 549 w 91704"/>
                <a:gd name="csY20" fmla="*/ 30068 h 36409"/>
                <a:gd name="csX21" fmla="*/ 1756 w 91704"/>
                <a:gd name="csY21" fmla="*/ 33744 h 36409"/>
                <a:gd name="csX22" fmla="*/ 8868 w 91704"/>
                <a:gd name="csY22" fmla="*/ 36125 h 36409"/>
                <a:gd name="csX23" fmla="*/ 20234 w 91704"/>
                <a:gd name="csY23" fmla="*/ 33097 h 36409"/>
                <a:gd name="csX24" fmla="*/ 29695 w 91704"/>
                <a:gd name="csY24" fmla="*/ 32341 h 36409"/>
                <a:gd name="csX25" fmla="*/ 54269 w 91704"/>
                <a:gd name="csY25" fmla="*/ 27261 h 36409"/>
                <a:gd name="csX26" fmla="*/ 57826 w 91704"/>
                <a:gd name="csY26" fmla="*/ 23800 h 36409"/>
                <a:gd name="csX27" fmla="*/ 64176 w 91704"/>
                <a:gd name="csY27" fmla="*/ 24664 h 36409"/>
                <a:gd name="csX28" fmla="*/ 63794 w 91704"/>
                <a:gd name="csY28" fmla="*/ 26067 h 36409"/>
                <a:gd name="csX29" fmla="*/ 66018 w 91704"/>
                <a:gd name="csY29" fmla="*/ 28772 h 36409"/>
                <a:gd name="csX30" fmla="*/ 76749 w 91704"/>
                <a:gd name="csY30" fmla="*/ 24556 h 36409"/>
                <a:gd name="csX31" fmla="*/ 78907 w 91704"/>
                <a:gd name="csY31" fmla="*/ 22283 h 36409"/>
                <a:gd name="csX32" fmla="*/ 78781 w 91704"/>
                <a:gd name="csY32" fmla="*/ 22175 h 36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91704" h="36409">
                  <a:moveTo>
                    <a:pt x="78781" y="22175"/>
                  </a:moveTo>
                  <a:cubicBezTo>
                    <a:pt x="83480" y="22175"/>
                    <a:pt x="90845" y="25744"/>
                    <a:pt x="91481" y="20555"/>
                  </a:cubicBezTo>
                  <a:lnTo>
                    <a:pt x="91671" y="18930"/>
                  </a:lnTo>
                  <a:cubicBezTo>
                    <a:pt x="91925" y="17095"/>
                    <a:pt x="90718" y="15907"/>
                    <a:pt x="89004" y="16339"/>
                  </a:cubicBezTo>
                  <a:cubicBezTo>
                    <a:pt x="87226" y="16663"/>
                    <a:pt x="85512" y="15577"/>
                    <a:pt x="85194" y="13742"/>
                  </a:cubicBezTo>
                  <a:cubicBezTo>
                    <a:pt x="85194" y="13742"/>
                    <a:pt x="83797" y="6389"/>
                    <a:pt x="83226" y="6389"/>
                  </a:cubicBezTo>
                  <a:cubicBezTo>
                    <a:pt x="82718" y="6389"/>
                    <a:pt x="68431" y="5525"/>
                    <a:pt x="68431" y="5525"/>
                  </a:cubicBezTo>
                  <a:cubicBezTo>
                    <a:pt x="63985" y="5201"/>
                    <a:pt x="62017" y="9417"/>
                    <a:pt x="58144" y="8446"/>
                  </a:cubicBezTo>
                  <a:cubicBezTo>
                    <a:pt x="54778" y="7576"/>
                    <a:pt x="52809" y="2280"/>
                    <a:pt x="53190" y="2820"/>
                  </a:cubicBezTo>
                  <a:cubicBezTo>
                    <a:pt x="52428" y="1093"/>
                    <a:pt x="50332" y="-101"/>
                    <a:pt x="48428" y="7"/>
                  </a:cubicBezTo>
                  <a:cubicBezTo>
                    <a:pt x="45697" y="547"/>
                    <a:pt x="37252" y="-641"/>
                    <a:pt x="40045" y="3467"/>
                  </a:cubicBezTo>
                  <a:lnTo>
                    <a:pt x="44046" y="9202"/>
                  </a:lnTo>
                  <a:cubicBezTo>
                    <a:pt x="46586" y="12878"/>
                    <a:pt x="52809" y="15145"/>
                    <a:pt x="52174" y="14821"/>
                  </a:cubicBezTo>
                  <a:cubicBezTo>
                    <a:pt x="53889" y="15583"/>
                    <a:pt x="54016" y="17095"/>
                    <a:pt x="52492" y="18174"/>
                  </a:cubicBezTo>
                  <a:cubicBezTo>
                    <a:pt x="49698" y="19584"/>
                    <a:pt x="45444" y="24988"/>
                    <a:pt x="41887" y="21527"/>
                  </a:cubicBezTo>
                  <a:lnTo>
                    <a:pt x="34204" y="14281"/>
                  </a:lnTo>
                  <a:cubicBezTo>
                    <a:pt x="31410" y="11792"/>
                    <a:pt x="26965" y="13310"/>
                    <a:pt x="27536" y="13310"/>
                  </a:cubicBezTo>
                  <a:cubicBezTo>
                    <a:pt x="25758" y="13850"/>
                    <a:pt x="22837" y="13742"/>
                    <a:pt x="21123" y="13094"/>
                  </a:cubicBezTo>
                  <a:cubicBezTo>
                    <a:pt x="20361" y="12878"/>
                    <a:pt x="16233" y="10389"/>
                    <a:pt x="12550" y="12770"/>
                  </a:cubicBezTo>
                  <a:cubicBezTo>
                    <a:pt x="8804" y="15799"/>
                    <a:pt x="1945" y="17742"/>
                    <a:pt x="3152" y="22498"/>
                  </a:cubicBezTo>
                  <a:cubicBezTo>
                    <a:pt x="4105" y="26283"/>
                    <a:pt x="231" y="30614"/>
                    <a:pt x="549" y="30068"/>
                  </a:cubicBezTo>
                  <a:cubicBezTo>
                    <a:pt x="-531" y="31477"/>
                    <a:pt x="41" y="33205"/>
                    <a:pt x="1756" y="33744"/>
                  </a:cubicBezTo>
                  <a:lnTo>
                    <a:pt x="8868" y="36125"/>
                  </a:lnTo>
                  <a:cubicBezTo>
                    <a:pt x="13630" y="37643"/>
                    <a:pt x="15154" y="32557"/>
                    <a:pt x="20234" y="33097"/>
                  </a:cubicBezTo>
                  <a:cubicBezTo>
                    <a:pt x="21631" y="33097"/>
                    <a:pt x="27156" y="34614"/>
                    <a:pt x="29695" y="32341"/>
                  </a:cubicBezTo>
                  <a:cubicBezTo>
                    <a:pt x="34140" y="28233"/>
                    <a:pt x="48936" y="32341"/>
                    <a:pt x="54269" y="27261"/>
                  </a:cubicBezTo>
                  <a:lnTo>
                    <a:pt x="57826" y="23800"/>
                  </a:lnTo>
                  <a:cubicBezTo>
                    <a:pt x="60937" y="20771"/>
                    <a:pt x="65636" y="20340"/>
                    <a:pt x="64176" y="24664"/>
                  </a:cubicBezTo>
                  <a:lnTo>
                    <a:pt x="63794" y="26067"/>
                  </a:lnTo>
                  <a:cubicBezTo>
                    <a:pt x="63096" y="27801"/>
                    <a:pt x="64176" y="29096"/>
                    <a:pt x="66018" y="28772"/>
                  </a:cubicBezTo>
                  <a:cubicBezTo>
                    <a:pt x="70144" y="27801"/>
                    <a:pt x="78590" y="28772"/>
                    <a:pt x="76749" y="24556"/>
                  </a:cubicBezTo>
                  <a:cubicBezTo>
                    <a:pt x="76114" y="23044"/>
                    <a:pt x="77066" y="22067"/>
                    <a:pt x="78907" y="22283"/>
                  </a:cubicBezTo>
                  <a:lnTo>
                    <a:pt x="78781" y="22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29B5090E-780D-45A1-DD30-D1A8DAFE628A}"/>
                </a:ext>
              </a:extLst>
            </p:cNvPr>
            <p:cNvSpPr/>
            <p:nvPr/>
          </p:nvSpPr>
          <p:spPr>
            <a:xfrm>
              <a:off x="10031348" y="4777312"/>
              <a:ext cx="8165" cy="7558"/>
            </a:xfrm>
            <a:custGeom>
              <a:avLst/>
              <a:gdLst>
                <a:gd name="csX0" fmla="*/ 3239 w 8165"/>
                <a:gd name="csY0" fmla="*/ 149 h 7558"/>
                <a:gd name="csX1" fmla="*/ 0 w 8165"/>
                <a:gd name="csY1" fmla="*/ 2415 h 7558"/>
                <a:gd name="csX2" fmla="*/ 0 w 8165"/>
                <a:gd name="csY2" fmla="*/ 3285 h 7558"/>
                <a:gd name="csX3" fmla="*/ 3366 w 8165"/>
                <a:gd name="csY3" fmla="*/ 7286 h 7558"/>
                <a:gd name="csX4" fmla="*/ 4318 w 8165"/>
                <a:gd name="csY4" fmla="*/ 7502 h 7558"/>
                <a:gd name="csX5" fmla="*/ 8128 w 8165"/>
                <a:gd name="csY5" fmla="*/ 5013 h 7558"/>
                <a:gd name="csX6" fmla="*/ 3239 w 8165"/>
                <a:gd name="csY6" fmla="*/ 149 h 7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65" h="7558">
                  <a:moveTo>
                    <a:pt x="3239" y="149"/>
                  </a:moveTo>
                  <a:cubicBezTo>
                    <a:pt x="1524" y="-391"/>
                    <a:pt x="0" y="580"/>
                    <a:pt x="0" y="2415"/>
                  </a:cubicBezTo>
                  <a:lnTo>
                    <a:pt x="0" y="3285"/>
                  </a:lnTo>
                  <a:cubicBezTo>
                    <a:pt x="0" y="5120"/>
                    <a:pt x="1524" y="6962"/>
                    <a:pt x="3366" y="7286"/>
                  </a:cubicBezTo>
                  <a:lnTo>
                    <a:pt x="4318" y="7502"/>
                  </a:lnTo>
                  <a:cubicBezTo>
                    <a:pt x="6096" y="7826"/>
                    <a:pt x="7810" y="6746"/>
                    <a:pt x="8128" y="5013"/>
                  </a:cubicBezTo>
                  <a:cubicBezTo>
                    <a:pt x="8636" y="1012"/>
                    <a:pt x="3810" y="472"/>
                    <a:pt x="3239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9B541CCE-3438-BADB-0BDB-21A93CA83BA2}"/>
                </a:ext>
              </a:extLst>
            </p:cNvPr>
            <p:cNvSpPr/>
            <p:nvPr/>
          </p:nvSpPr>
          <p:spPr>
            <a:xfrm>
              <a:off x="10107004" y="4792246"/>
              <a:ext cx="7855" cy="11058"/>
            </a:xfrm>
            <a:custGeom>
              <a:avLst/>
              <a:gdLst>
                <a:gd name="csX0" fmla="*/ 5307 w 7855"/>
                <a:gd name="csY0" fmla="*/ 136 h 11058"/>
                <a:gd name="csX1" fmla="*/ 101 w 7855"/>
                <a:gd name="csY1" fmla="*/ 7813 h 11058"/>
                <a:gd name="csX2" fmla="*/ 2386 w 7855"/>
                <a:gd name="csY2" fmla="*/ 11058 h 11058"/>
                <a:gd name="csX3" fmla="*/ 7720 w 7855"/>
                <a:gd name="csY3" fmla="*/ 4137 h 11058"/>
                <a:gd name="csX4" fmla="*/ 5434 w 7855"/>
                <a:gd name="csY4" fmla="*/ 136 h 11058"/>
                <a:gd name="csX5" fmla="*/ 5307 w 7855"/>
                <a:gd name="csY5" fmla="*/ 136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55" h="11058">
                  <a:moveTo>
                    <a:pt x="5307" y="136"/>
                  </a:moveTo>
                  <a:cubicBezTo>
                    <a:pt x="418" y="-1051"/>
                    <a:pt x="990" y="5864"/>
                    <a:pt x="101" y="7813"/>
                  </a:cubicBezTo>
                  <a:cubicBezTo>
                    <a:pt x="-344" y="9648"/>
                    <a:pt x="735" y="11058"/>
                    <a:pt x="2386" y="11058"/>
                  </a:cubicBezTo>
                  <a:cubicBezTo>
                    <a:pt x="6514" y="11058"/>
                    <a:pt x="7022" y="5216"/>
                    <a:pt x="7720" y="4137"/>
                  </a:cubicBezTo>
                  <a:cubicBezTo>
                    <a:pt x="8228" y="2403"/>
                    <a:pt x="7276" y="568"/>
                    <a:pt x="5434" y="136"/>
                  </a:cubicBezTo>
                  <a:lnTo>
                    <a:pt x="5307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D65D40B3-7849-9154-D46F-7A1BAF785556}"/>
                </a:ext>
              </a:extLst>
            </p:cNvPr>
            <p:cNvSpPr/>
            <p:nvPr/>
          </p:nvSpPr>
          <p:spPr>
            <a:xfrm>
              <a:off x="10090768" y="4825138"/>
              <a:ext cx="67899" cy="33532"/>
            </a:xfrm>
            <a:custGeom>
              <a:avLst/>
              <a:gdLst>
                <a:gd name="csX0" fmla="*/ 52913 w 67899"/>
                <a:gd name="csY0" fmla="*/ 12012 h 33532"/>
                <a:gd name="csX1" fmla="*/ 33227 w 67899"/>
                <a:gd name="csY1" fmla="*/ 442 h 33532"/>
                <a:gd name="csX2" fmla="*/ 32783 w 67899"/>
                <a:gd name="csY2" fmla="*/ 658 h 33532"/>
                <a:gd name="csX3" fmla="*/ 11700 w 67899"/>
                <a:gd name="csY3" fmla="*/ 1306 h 33532"/>
                <a:gd name="csX4" fmla="*/ 1604 w 67899"/>
                <a:gd name="csY4" fmla="*/ 4875 h 33532"/>
                <a:gd name="csX5" fmla="*/ 2366 w 67899"/>
                <a:gd name="csY5" fmla="*/ 11796 h 33532"/>
                <a:gd name="csX6" fmla="*/ 19892 w 67899"/>
                <a:gd name="csY6" fmla="*/ 15149 h 33532"/>
                <a:gd name="csX7" fmla="*/ 48150 w 67899"/>
                <a:gd name="csY7" fmla="*/ 33532 h 33532"/>
                <a:gd name="csX8" fmla="*/ 59643 w 67899"/>
                <a:gd name="csY8" fmla="*/ 33532 h 33532"/>
                <a:gd name="csX9" fmla="*/ 67009 w 67899"/>
                <a:gd name="csY9" fmla="*/ 28338 h 33532"/>
                <a:gd name="csX10" fmla="*/ 58246 w 67899"/>
                <a:gd name="csY10" fmla="*/ 13523 h 33532"/>
                <a:gd name="csX11" fmla="*/ 52849 w 67899"/>
                <a:gd name="csY11" fmla="*/ 11796 h 33532"/>
                <a:gd name="csX12" fmla="*/ 52913 w 67899"/>
                <a:gd name="csY12" fmla="*/ 12012 h 33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7899" h="33532">
                  <a:moveTo>
                    <a:pt x="52913" y="12012"/>
                  </a:moveTo>
                  <a:cubicBezTo>
                    <a:pt x="45228" y="13961"/>
                    <a:pt x="40275" y="-2911"/>
                    <a:pt x="33227" y="442"/>
                  </a:cubicBezTo>
                  <a:lnTo>
                    <a:pt x="32783" y="658"/>
                  </a:lnTo>
                  <a:cubicBezTo>
                    <a:pt x="28464" y="2709"/>
                    <a:pt x="22496" y="1846"/>
                    <a:pt x="11700" y="1306"/>
                  </a:cubicBezTo>
                  <a:cubicBezTo>
                    <a:pt x="7065" y="1090"/>
                    <a:pt x="3255" y="4119"/>
                    <a:pt x="1604" y="4875"/>
                  </a:cubicBezTo>
                  <a:cubicBezTo>
                    <a:pt x="-2269" y="7040"/>
                    <a:pt x="2049" y="11148"/>
                    <a:pt x="2366" y="11796"/>
                  </a:cubicBezTo>
                  <a:cubicBezTo>
                    <a:pt x="4779" y="15365"/>
                    <a:pt x="8208" y="14717"/>
                    <a:pt x="19892" y="15149"/>
                  </a:cubicBezTo>
                  <a:cubicBezTo>
                    <a:pt x="28592" y="15473"/>
                    <a:pt x="39387" y="33532"/>
                    <a:pt x="48150" y="33532"/>
                  </a:cubicBezTo>
                  <a:lnTo>
                    <a:pt x="59643" y="33532"/>
                  </a:lnTo>
                  <a:cubicBezTo>
                    <a:pt x="64088" y="33532"/>
                    <a:pt x="66374" y="28992"/>
                    <a:pt x="67009" y="28338"/>
                  </a:cubicBezTo>
                  <a:cubicBezTo>
                    <a:pt x="70438" y="24121"/>
                    <a:pt x="63199" y="20121"/>
                    <a:pt x="58246" y="13523"/>
                  </a:cubicBezTo>
                  <a:cubicBezTo>
                    <a:pt x="57039" y="12120"/>
                    <a:pt x="54563" y="11364"/>
                    <a:pt x="52849" y="11796"/>
                  </a:cubicBezTo>
                  <a:lnTo>
                    <a:pt x="52913" y="12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4C85136-67D9-2721-1312-3159FA285060}"/>
                </a:ext>
              </a:extLst>
            </p:cNvPr>
            <p:cNvSpPr/>
            <p:nvPr/>
          </p:nvSpPr>
          <p:spPr>
            <a:xfrm>
              <a:off x="10120756" y="4777796"/>
              <a:ext cx="130841" cy="32872"/>
            </a:xfrm>
            <a:custGeom>
              <a:avLst/>
              <a:gdLst>
                <a:gd name="csX0" fmla="*/ 125540 w 130841"/>
                <a:gd name="csY0" fmla="*/ 14155 h 32872"/>
                <a:gd name="csX1" fmla="*/ 129985 w 130841"/>
                <a:gd name="csY1" fmla="*/ 10586 h 32872"/>
                <a:gd name="csX2" fmla="*/ 130620 w 130841"/>
                <a:gd name="csY2" fmla="*/ 8852 h 32872"/>
                <a:gd name="csX3" fmla="*/ 128461 w 130841"/>
                <a:gd name="csY3" fmla="*/ 5716 h 32872"/>
                <a:gd name="csX4" fmla="*/ 119952 w 130841"/>
                <a:gd name="csY4" fmla="*/ 2909 h 32872"/>
                <a:gd name="csX5" fmla="*/ 118936 w 130841"/>
                <a:gd name="csY5" fmla="*/ 1391 h 32872"/>
                <a:gd name="csX6" fmla="*/ 114427 w 130841"/>
                <a:gd name="csY6" fmla="*/ 636 h 32872"/>
                <a:gd name="csX7" fmla="*/ 113983 w 130841"/>
                <a:gd name="csY7" fmla="*/ 1068 h 32872"/>
                <a:gd name="csX8" fmla="*/ 109982 w 130841"/>
                <a:gd name="csY8" fmla="*/ 9500 h 32872"/>
                <a:gd name="csX9" fmla="*/ 92456 w 130841"/>
                <a:gd name="csY9" fmla="*/ 17400 h 32872"/>
                <a:gd name="csX10" fmla="*/ 80201 w 130841"/>
                <a:gd name="csY10" fmla="*/ 13723 h 32872"/>
                <a:gd name="csX11" fmla="*/ 67945 w 130841"/>
                <a:gd name="csY11" fmla="*/ 16098 h 32872"/>
                <a:gd name="csX12" fmla="*/ 66866 w 130841"/>
                <a:gd name="csY12" fmla="*/ 17178 h 32872"/>
                <a:gd name="csX13" fmla="*/ 61341 w 130841"/>
                <a:gd name="csY13" fmla="*/ 18371 h 32872"/>
                <a:gd name="csX14" fmla="*/ 0 w 130841"/>
                <a:gd name="csY14" fmla="*/ 19991 h 32872"/>
                <a:gd name="csX15" fmla="*/ 0 w 130841"/>
                <a:gd name="csY15" fmla="*/ 21292 h 32872"/>
                <a:gd name="csX16" fmla="*/ 7493 w 130841"/>
                <a:gd name="csY16" fmla="*/ 28969 h 32872"/>
                <a:gd name="csX17" fmla="*/ 39498 w 130841"/>
                <a:gd name="csY17" fmla="*/ 29401 h 32872"/>
                <a:gd name="csX18" fmla="*/ 47308 w 130841"/>
                <a:gd name="csY18" fmla="*/ 32862 h 32872"/>
                <a:gd name="csX19" fmla="*/ 58865 w 130841"/>
                <a:gd name="csY19" fmla="*/ 29725 h 32872"/>
                <a:gd name="csX20" fmla="*/ 79566 w 130841"/>
                <a:gd name="csY20" fmla="*/ 29941 h 32872"/>
                <a:gd name="csX21" fmla="*/ 91123 w 130841"/>
                <a:gd name="csY21" fmla="*/ 25832 h 32872"/>
                <a:gd name="csX22" fmla="*/ 103505 w 130841"/>
                <a:gd name="csY22" fmla="*/ 25293 h 32872"/>
                <a:gd name="csX23" fmla="*/ 117412 w 130841"/>
                <a:gd name="csY23" fmla="*/ 16422 h 32872"/>
                <a:gd name="csX24" fmla="*/ 125476 w 130841"/>
                <a:gd name="csY24" fmla="*/ 14047 h 32872"/>
                <a:gd name="csX25" fmla="*/ 125540 w 130841"/>
                <a:gd name="csY25" fmla="*/ 14155 h 3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0841" h="32872">
                  <a:moveTo>
                    <a:pt x="125540" y="14155"/>
                  </a:moveTo>
                  <a:cubicBezTo>
                    <a:pt x="127381" y="13939"/>
                    <a:pt x="129477" y="12313"/>
                    <a:pt x="129985" y="10586"/>
                  </a:cubicBezTo>
                  <a:lnTo>
                    <a:pt x="130620" y="8852"/>
                  </a:lnTo>
                  <a:cubicBezTo>
                    <a:pt x="131318" y="7125"/>
                    <a:pt x="130302" y="5716"/>
                    <a:pt x="128461" y="5716"/>
                  </a:cubicBezTo>
                  <a:cubicBezTo>
                    <a:pt x="127509" y="5500"/>
                    <a:pt x="122555" y="6586"/>
                    <a:pt x="119952" y="2909"/>
                  </a:cubicBezTo>
                  <a:lnTo>
                    <a:pt x="118936" y="1391"/>
                  </a:lnTo>
                  <a:cubicBezTo>
                    <a:pt x="117856" y="-120"/>
                    <a:pt x="115951" y="-444"/>
                    <a:pt x="114427" y="636"/>
                  </a:cubicBezTo>
                  <a:lnTo>
                    <a:pt x="113983" y="1068"/>
                  </a:lnTo>
                  <a:cubicBezTo>
                    <a:pt x="109855" y="4204"/>
                    <a:pt x="114174" y="6694"/>
                    <a:pt x="109982" y="9500"/>
                  </a:cubicBezTo>
                  <a:cubicBezTo>
                    <a:pt x="98489" y="16746"/>
                    <a:pt x="96520" y="19019"/>
                    <a:pt x="92456" y="17400"/>
                  </a:cubicBezTo>
                  <a:cubicBezTo>
                    <a:pt x="88202" y="15666"/>
                    <a:pt x="84455" y="13723"/>
                    <a:pt x="80201" y="13723"/>
                  </a:cubicBezTo>
                  <a:cubicBezTo>
                    <a:pt x="76962" y="14047"/>
                    <a:pt x="71438" y="12529"/>
                    <a:pt x="67945" y="16098"/>
                  </a:cubicBezTo>
                  <a:lnTo>
                    <a:pt x="66866" y="17178"/>
                  </a:lnTo>
                  <a:cubicBezTo>
                    <a:pt x="65596" y="18479"/>
                    <a:pt x="63119" y="19019"/>
                    <a:pt x="61341" y="18371"/>
                  </a:cubicBezTo>
                  <a:cubicBezTo>
                    <a:pt x="16574" y="1391"/>
                    <a:pt x="35751" y="3773"/>
                    <a:pt x="0" y="19991"/>
                  </a:cubicBezTo>
                  <a:lnTo>
                    <a:pt x="0" y="21292"/>
                  </a:lnTo>
                  <a:cubicBezTo>
                    <a:pt x="1398" y="23235"/>
                    <a:pt x="2604" y="29185"/>
                    <a:pt x="7493" y="28969"/>
                  </a:cubicBezTo>
                  <a:cubicBezTo>
                    <a:pt x="34735" y="27452"/>
                    <a:pt x="36132" y="26696"/>
                    <a:pt x="39498" y="29401"/>
                  </a:cubicBezTo>
                  <a:cubicBezTo>
                    <a:pt x="40132" y="29833"/>
                    <a:pt x="42990" y="33078"/>
                    <a:pt x="47308" y="32862"/>
                  </a:cubicBezTo>
                  <a:cubicBezTo>
                    <a:pt x="50674" y="32322"/>
                    <a:pt x="56960" y="33509"/>
                    <a:pt x="58865" y="29725"/>
                  </a:cubicBezTo>
                  <a:cubicBezTo>
                    <a:pt x="61786" y="24207"/>
                    <a:pt x="72644" y="33833"/>
                    <a:pt x="79566" y="29941"/>
                  </a:cubicBezTo>
                  <a:cubicBezTo>
                    <a:pt x="84963" y="27020"/>
                    <a:pt x="87376" y="25401"/>
                    <a:pt x="91123" y="25832"/>
                  </a:cubicBezTo>
                  <a:cubicBezTo>
                    <a:pt x="94298" y="25941"/>
                    <a:pt x="99378" y="27883"/>
                    <a:pt x="103505" y="25293"/>
                  </a:cubicBezTo>
                  <a:lnTo>
                    <a:pt x="117412" y="16422"/>
                  </a:lnTo>
                  <a:cubicBezTo>
                    <a:pt x="120777" y="14263"/>
                    <a:pt x="125985" y="13831"/>
                    <a:pt x="125476" y="14047"/>
                  </a:cubicBezTo>
                  <a:lnTo>
                    <a:pt x="125540" y="141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7A2AB3C-B218-659D-0650-E9136940B839}"/>
                </a:ext>
              </a:extLst>
            </p:cNvPr>
            <p:cNvSpPr/>
            <p:nvPr/>
          </p:nvSpPr>
          <p:spPr>
            <a:xfrm>
              <a:off x="10254863" y="4782424"/>
              <a:ext cx="19578" cy="13377"/>
            </a:xfrm>
            <a:custGeom>
              <a:avLst/>
              <a:gdLst>
                <a:gd name="csX0" fmla="*/ 4514 w 19578"/>
                <a:gd name="csY0" fmla="*/ 13203 h 13377"/>
                <a:gd name="csX1" fmla="*/ 18738 w 19578"/>
                <a:gd name="csY1" fmla="*/ 3037 h 13377"/>
                <a:gd name="csX2" fmla="*/ 12197 w 19578"/>
                <a:gd name="csY2" fmla="*/ 1741 h 13377"/>
                <a:gd name="csX3" fmla="*/ 5720 w 19578"/>
                <a:gd name="csY3" fmla="*/ 5958 h 13377"/>
                <a:gd name="csX4" fmla="*/ 513 w 19578"/>
                <a:gd name="csY4" fmla="*/ 10498 h 13377"/>
                <a:gd name="csX5" fmla="*/ 4641 w 19578"/>
                <a:gd name="csY5" fmla="*/ 13311 h 13377"/>
                <a:gd name="csX6" fmla="*/ 4514 w 19578"/>
                <a:gd name="csY6" fmla="*/ 13203 h 13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578" h="13377">
                  <a:moveTo>
                    <a:pt x="4514" y="13203"/>
                  </a:moveTo>
                  <a:cubicBezTo>
                    <a:pt x="9213" y="13203"/>
                    <a:pt x="12451" y="8879"/>
                    <a:pt x="18738" y="3037"/>
                  </a:cubicBezTo>
                  <a:cubicBezTo>
                    <a:pt x="21849" y="116"/>
                    <a:pt x="15563" y="-1395"/>
                    <a:pt x="12197" y="1741"/>
                  </a:cubicBezTo>
                  <a:cubicBezTo>
                    <a:pt x="12896" y="1309"/>
                    <a:pt x="8895" y="5418"/>
                    <a:pt x="5720" y="5958"/>
                  </a:cubicBezTo>
                  <a:cubicBezTo>
                    <a:pt x="2609" y="6497"/>
                    <a:pt x="1085" y="9850"/>
                    <a:pt x="513" y="10498"/>
                  </a:cubicBezTo>
                  <a:cubicBezTo>
                    <a:pt x="-1836" y="14067"/>
                    <a:pt x="4641" y="13311"/>
                    <a:pt x="4641" y="13311"/>
                  </a:cubicBezTo>
                  <a:lnTo>
                    <a:pt x="4514" y="13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CD4FFD1C-F675-8E10-1848-FD107D5557EF}"/>
                </a:ext>
              </a:extLst>
            </p:cNvPr>
            <p:cNvSpPr/>
            <p:nvPr/>
          </p:nvSpPr>
          <p:spPr>
            <a:xfrm>
              <a:off x="10277561" y="4784701"/>
              <a:ext cx="11525" cy="9547"/>
            </a:xfrm>
            <a:custGeom>
              <a:avLst/>
              <a:gdLst>
                <a:gd name="csX0" fmla="*/ 8232 w 11525"/>
                <a:gd name="csY0" fmla="*/ 8222 h 9547"/>
                <a:gd name="csX1" fmla="*/ 10645 w 11525"/>
                <a:gd name="csY1" fmla="*/ 4977 h 9547"/>
                <a:gd name="csX2" fmla="*/ 5629 w 11525"/>
                <a:gd name="csY2" fmla="*/ 653 h 9547"/>
                <a:gd name="csX3" fmla="*/ 993 w 11525"/>
                <a:gd name="csY3" fmla="*/ 6272 h 9547"/>
                <a:gd name="csX4" fmla="*/ 8232 w 11525"/>
                <a:gd name="csY4" fmla="*/ 8222 h 9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5" h="9547">
                  <a:moveTo>
                    <a:pt x="8232" y="8222"/>
                  </a:moveTo>
                  <a:lnTo>
                    <a:pt x="10645" y="4977"/>
                  </a:lnTo>
                  <a:cubicBezTo>
                    <a:pt x="13248" y="1408"/>
                    <a:pt x="9629" y="-1297"/>
                    <a:pt x="5629" y="653"/>
                  </a:cubicBezTo>
                  <a:cubicBezTo>
                    <a:pt x="4485" y="1516"/>
                    <a:pt x="-2563" y="3142"/>
                    <a:pt x="993" y="6272"/>
                  </a:cubicBezTo>
                  <a:cubicBezTo>
                    <a:pt x="1882" y="6818"/>
                    <a:pt x="5565" y="11898"/>
                    <a:pt x="8232" y="82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7F943513-D642-6C35-9EA5-841D90B664FD}"/>
                </a:ext>
              </a:extLst>
            </p:cNvPr>
            <p:cNvSpPr/>
            <p:nvPr/>
          </p:nvSpPr>
          <p:spPr>
            <a:xfrm>
              <a:off x="10294041" y="4781718"/>
              <a:ext cx="27388" cy="9512"/>
            </a:xfrm>
            <a:custGeom>
              <a:avLst/>
              <a:gdLst>
                <a:gd name="csX0" fmla="*/ 23057 w 27388"/>
                <a:gd name="csY0" fmla="*/ 67 h 9512"/>
                <a:gd name="csX1" fmla="*/ 3055 w 27388"/>
                <a:gd name="csY1" fmla="*/ 2880 h 9512"/>
                <a:gd name="csX2" fmla="*/ 1976 w 27388"/>
                <a:gd name="csY2" fmla="*/ 9477 h 9512"/>
                <a:gd name="csX3" fmla="*/ 24772 w 27388"/>
                <a:gd name="csY3" fmla="*/ 7312 h 9512"/>
                <a:gd name="csX4" fmla="*/ 27312 w 27388"/>
                <a:gd name="csY4" fmla="*/ 3744 h 9512"/>
                <a:gd name="csX5" fmla="*/ 27312 w 27388"/>
                <a:gd name="csY5" fmla="*/ 3312 h 9512"/>
                <a:gd name="csX6" fmla="*/ 23057 w 27388"/>
                <a:gd name="csY6" fmla="*/ 67 h 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8" h="9512">
                  <a:moveTo>
                    <a:pt x="23057" y="67"/>
                  </a:moveTo>
                  <a:cubicBezTo>
                    <a:pt x="8326" y="67"/>
                    <a:pt x="5277" y="-689"/>
                    <a:pt x="3055" y="2880"/>
                  </a:cubicBezTo>
                  <a:cubicBezTo>
                    <a:pt x="2484" y="4175"/>
                    <a:pt x="-2787" y="10017"/>
                    <a:pt x="1976" y="9477"/>
                  </a:cubicBezTo>
                  <a:lnTo>
                    <a:pt x="24772" y="7312"/>
                  </a:lnTo>
                  <a:cubicBezTo>
                    <a:pt x="26614" y="7096"/>
                    <a:pt x="27693" y="5579"/>
                    <a:pt x="27312" y="3744"/>
                  </a:cubicBezTo>
                  <a:lnTo>
                    <a:pt x="27312" y="3312"/>
                  </a:lnTo>
                  <a:cubicBezTo>
                    <a:pt x="26740" y="1470"/>
                    <a:pt x="24899" y="67"/>
                    <a:pt x="23057" y="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F56FC7C1-2A8E-22B0-B5CC-C799E4E437E8}"/>
                </a:ext>
              </a:extLst>
            </p:cNvPr>
            <p:cNvSpPr/>
            <p:nvPr/>
          </p:nvSpPr>
          <p:spPr>
            <a:xfrm>
              <a:off x="10193696" y="4866563"/>
              <a:ext cx="11195" cy="8825"/>
            </a:xfrm>
            <a:custGeom>
              <a:avLst/>
              <a:gdLst>
                <a:gd name="csX0" fmla="*/ 8785 w 11195"/>
                <a:gd name="csY0" fmla="*/ 0 h 8825"/>
                <a:gd name="csX1" fmla="*/ 7452 w 11195"/>
                <a:gd name="csY1" fmla="*/ 0 h 8825"/>
                <a:gd name="csX2" fmla="*/ 467 w 11195"/>
                <a:gd name="csY2" fmla="*/ 7893 h 8825"/>
                <a:gd name="csX3" fmla="*/ 11072 w 11195"/>
                <a:gd name="csY3" fmla="*/ 3245 h 8825"/>
                <a:gd name="csX4" fmla="*/ 8658 w 11195"/>
                <a:gd name="csY4" fmla="*/ 0 h 8825"/>
                <a:gd name="csX5" fmla="*/ 8785 w 11195"/>
                <a:gd name="csY5" fmla="*/ 0 h 8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95" h="8825">
                  <a:moveTo>
                    <a:pt x="8785" y="0"/>
                  </a:moveTo>
                  <a:lnTo>
                    <a:pt x="7452" y="0"/>
                  </a:lnTo>
                  <a:cubicBezTo>
                    <a:pt x="2498" y="0"/>
                    <a:pt x="-1375" y="5734"/>
                    <a:pt x="467" y="7893"/>
                  </a:cubicBezTo>
                  <a:cubicBezTo>
                    <a:pt x="2626" y="10382"/>
                    <a:pt x="9674" y="7569"/>
                    <a:pt x="11072" y="3245"/>
                  </a:cubicBezTo>
                  <a:cubicBezTo>
                    <a:pt x="11072" y="3785"/>
                    <a:pt x="12023" y="0"/>
                    <a:pt x="8658" y="0"/>
                  </a:cubicBezTo>
                  <a:lnTo>
                    <a:pt x="878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B29C0E48-6007-18C1-1E97-66B8794EFC13}"/>
                </a:ext>
              </a:extLst>
            </p:cNvPr>
            <p:cNvSpPr/>
            <p:nvPr/>
          </p:nvSpPr>
          <p:spPr>
            <a:xfrm>
              <a:off x="10234705" y="4869943"/>
              <a:ext cx="21813" cy="17525"/>
            </a:xfrm>
            <a:custGeom>
              <a:avLst/>
              <a:gdLst>
                <a:gd name="csX0" fmla="*/ 20290 w 21813"/>
                <a:gd name="csY0" fmla="*/ 405 h 17525"/>
                <a:gd name="csX1" fmla="*/ 19401 w 21813"/>
                <a:gd name="csY1" fmla="*/ 190 h 17525"/>
                <a:gd name="csX2" fmla="*/ 14003 w 21813"/>
                <a:gd name="csY2" fmla="*/ 1701 h 17525"/>
                <a:gd name="csX3" fmla="*/ 12162 w 21813"/>
                <a:gd name="csY3" fmla="*/ 3758 h 17525"/>
                <a:gd name="csX4" fmla="*/ 2827 w 21813"/>
                <a:gd name="csY4" fmla="*/ 8514 h 17525"/>
                <a:gd name="csX5" fmla="*/ 34 w 21813"/>
                <a:gd name="csY5" fmla="*/ 12845 h 17525"/>
                <a:gd name="csX6" fmla="*/ 351 w 21813"/>
                <a:gd name="csY6" fmla="*/ 15436 h 17525"/>
                <a:gd name="csX7" fmla="*/ 3844 w 21813"/>
                <a:gd name="csY7" fmla="*/ 17169 h 17525"/>
                <a:gd name="csX8" fmla="*/ 15274 w 21813"/>
                <a:gd name="csY8" fmla="*/ 10032 h 17525"/>
                <a:gd name="csX9" fmla="*/ 20163 w 21813"/>
                <a:gd name="csY9" fmla="*/ 513 h 17525"/>
                <a:gd name="csX10" fmla="*/ 20290 w 21813"/>
                <a:gd name="csY10" fmla="*/ 405 h 17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13" h="17525">
                  <a:moveTo>
                    <a:pt x="20290" y="405"/>
                  </a:moveTo>
                  <a:lnTo>
                    <a:pt x="19401" y="190"/>
                  </a:lnTo>
                  <a:cubicBezTo>
                    <a:pt x="17687" y="-350"/>
                    <a:pt x="15210" y="297"/>
                    <a:pt x="14003" y="1701"/>
                  </a:cubicBezTo>
                  <a:lnTo>
                    <a:pt x="12162" y="3758"/>
                  </a:lnTo>
                  <a:cubicBezTo>
                    <a:pt x="9114" y="7219"/>
                    <a:pt x="2193" y="8730"/>
                    <a:pt x="2827" y="8514"/>
                  </a:cubicBezTo>
                  <a:cubicBezTo>
                    <a:pt x="986" y="9054"/>
                    <a:pt x="-221" y="11004"/>
                    <a:pt x="34" y="12845"/>
                  </a:cubicBezTo>
                  <a:lnTo>
                    <a:pt x="351" y="15436"/>
                  </a:lnTo>
                  <a:cubicBezTo>
                    <a:pt x="541" y="17277"/>
                    <a:pt x="2193" y="18033"/>
                    <a:pt x="3844" y="17169"/>
                  </a:cubicBezTo>
                  <a:cubicBezTo>
                    <a:pt x="8162" y="14896"/>
                    <a:pt x="12225" y="13169"/>
                    <a:pt x="15274" y="10032"/>
                  </a:cubicBezTo>
                  <a:cubicBezTo>
                    <a:pt x="17560" y="7003"/>
                    <a:pt x="25116" y="2031"/>
                    <a:pt x="20163" y="513"/>
                  </a:cubicBezTo>
                  <a:lnTo>
                    <a:pt x="20290" y="4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E1FBB9D-3452-17D2-D6FC-11CAA0A19336}"/>
                </a:ext>
              </a:extLst>
            </p:cNvPr>
            <p:cNvSpPr/>
            <p:nvPr/>
          </p:nvSpPr>
          <p:spPr>
            <a:xfrm>
              <a:off x="10341947" y="4759034"/>
              <a:ext cx="45061" cy="19128"/>
            </a:xfrm>
            <a:custGeom>
              <a:avLst/>
              <a:gdLst>
                <a:gd name="csX0" fmla="*/ 7410 w 45061"/>
                <a:gd name="csY0" fmla="*/ 5878 h 19128"/>
                <a:gd name="csX1" fmla="*/ 1695 w 45061"/>
                <a:gd name="csY1" fmla="*/ 18750 h 19128"/>
                <a:gd name="csX2" fmla="*/ 19856 w 45061"/>
                <a:gd name="csY2" fmla="*/ 12692 h 19128"/>
                <a:gd name="csX3" fmla="*/ 31858 w 45061"/>
                <a:gd name="csY3" fmla="*/ 13340 h 19128"/>
                <a:gd name="csX4" fmla="*/ 39033 w 45061"/>
                <a:gd name="csY4" fmla="*/ 8152 h 19128"/>
                <a:gd name="csX5" fmla="*/ 43986 w 45061"/>
                <a:gd name="csY5" fmla="*/ 5339 h 19128"/>
                <a:gd name="csX6" fmla="*/ 31858 w 45061"/>
                <a:gd name="csY6" fmla="*/ 474 h 19128"/>
                <a:gd name="csX7" fmla="*/ 19284 w 45061"/>
                <a:gd name="csY7" fmla="*/ 4259 h 19128"/>
                <a:gd name="csX8" fmla="*/ 7410 w 45061"/>
                <a:gd name="csY8" fmla="*/ 5878 h 19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5061" h="19128">
                  <a:moveTo>
                    <a:pt x="7410" y="5878"/>
                  </a:moveTo>
                  <a:cubicBezTo>
                    <a:pt x="1885" y="14965"/>
                    <a:pt x="-2560" y="20693"/>
                    <a:pt x="1695" y="18750"/>
                  </a:cubicBezTo>
                  <a:cubicBezTo>
                    <a:pt x="11855" y="13886"/>
                    <a:pt x="15538" y="11289"/>
                    <a:pt x="19856" y="12692"/>
                  </a:cubicBezTo>
                  <a:cubicBezTo>
                    <a:pt x="23348" y="13340"/>
                    <a:pt x="28746" y="17346"/>
                    <a:pt x="31858" y="13340"/>
                  </a:cubicBezTo>
                  <a:cubicBezTo>
                    <a:pt x="32493" y="12800"/>
                    <a:pt x="34651" y="8584"/>
                    <a:pt x="39033" y="8152"/>
                  </a:cubicBezTo>
                  <a:cubicBezTo>
                    <a:pt x="40112" y="7828"/>
                    <a:pt x="47859" y="7936"/>
                    <a:pt x="43986" y="5339"/>
                  </a:cubicBezTo>
                  <a:cubicBezTo>
                    <a:pt x="40747" y="3611"/>
                    <a:pt x="36620" y="-1583"/>
                    <a:pt x="31858" y="474"/>
                  </a:cubicBezTo>
                  <a:cubicBezTo>
                    <a:pt x="27095" y="2640"/>
                    <a:pt x="23539" y="4691"/>
                    <a:pt x="19284" y="4259"/>
                  </a:cubicBezTo>
                  <a:cubicBezTo>
                    <a:pt x="19284" y="4259"/>
                    <a:pt x="9886" y="1662"/>
                    <a:pt x="7410" y="58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8BB67692-475D-0B82-A208-4E1E34B4E67F}"/>
                </a:ext>
              </a:extLst>
            </p:cNvPr>
            <p:cNvSpPr/>
            <p:nvPr/>
          </p:nvSpPr>
          <p:spPr>
            <a:xfrm>
              <a:off x="10145132" y="4693029"/>
              <a:ext cx="7476" cy="24879"/>
            </a:xfrm>
            <a:custGeom>
              <a:avLst/>
              <a:gdLst>
                <a:gd name="csX0" fmla="*/ 3882 w 7476"/>
                <a:gd name="csY0" fmla="*/ 1056 h 24879"/>
                <a:gd name="csX1" fmla="*/ 9 w 7476"/>
                <a:gd name="csY1" fmla="*/ 22360 h 24879"/>
                <a:gd name="csX2" fmla="*/ 2930 w 7476"/>
                <a:gd name="csY2" fmla="*/ 24741 h 24879"/>
                <a:gd name="csX3" fmla="*/ 7438 w 7476"/>
                <a:gd name="csY3" fmla="*/ 8949 h 24879"/>
                <a:gd name="csX4" fmla="*/ 4009 w 7476"/>
                <a:gd name="csY4" fmla="*/ 1056 h 24879"/>
                <a:gd name="csX5" fmla="*/ 3882 w 7476"/>
                <a:gd name="csY5" fmla="*/ 1056 h 2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76" h="24879">
                  <a:moveTo>
                    <a:pt x="3882" y="1056"/>
                  </a:moveTo>
                  <a:cubicBezTo>
                    <a:pt x="961" y="-2513"/>
                    <a:pt x="1406" y="2573"/>
                    <a:pt x="9" y="22360"/>
                  </a:cubicBezTo>
                  <a:cubicBezTo>
                    <a:pt x="-118" y="24195"/>
                    <a:pt x="1151" y="25281"/>
                    <a:pt x="2930" y="24741"/>
                  </a:cubicBezTo>
                  <a:cubicBezTo>
                    <a:pt x="6803" y="23547"/>
                    <a:pt x="6359" y="19871"/>
                    <a:pt x="7438" y="8949"/>
                  </a:cubicBezTo>
                  <a:cubicBezTo>
                    <a:pt x="7883" y="4624"/>
                    <a:pt x="4326" y="1703"/>
                    <a:pt x="4009" y="1056"/>
                  </a:cubicBezTo>
                  <a:lnTo>
                    <a:pt x="3882" y="1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9A98B997-5A8B-A735-79B7-AFA4F7B73FC7}"/>
                </a:ext>
              </a:extLst>
            </p:cNvPr>
            <p:cNvSpPr/>
            <p:nvPr/>
          </p:nvSpPr>
          <p:spPr>
            <a:xfrm>
              <a:off x="10150298" y="4736910"/>
              <a:ext cx="8198" cy="6959"/>
            </a:xfrm>
            <a:custGeom>
              <a:avLst/>
              <a:gdLst>
                <a:gd name="csX0" fmla="*/ 1955 w 8198"/>
                <a:gd name="csY0" fmla="*/ 863 h 6959"/>
                <a:gd name="csX1" fmla="*/ 1002 w 8198"/>
                <a:gd name="csY1" fmla="*/ 1726 h 6959"/>
                <a:gd name="csX2" fmla="*/ 1193 w 8198"/>
                <a:gd name="csY2" fmla="*/ 5943 h 6959"/>
                <a:gd name="csX3" fmla="*/ 1637 w 8198"/>
                <a:gd name="csY3" fmla="*/ 6266 h 6959"/>
                <a:gd name="csX4" fmla="*/ 7161 w 8198"/>
                <a:gd name="csY4" fmla="*/ 5727 h 6959"/>
                <a:gd name="csX5" fmla="*/ 1955 w 8198"/>
                <a:gd name="csY5" fmla="*/ 970 h 6959"/>
                <a:gd name="csX6" fmla="*/ 1955 w 8198"/>
                <a:gd name="csY6" fmla="*/ 863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98" h="6959">
                  <a:moveTo>
                    <a:pt x="1955" y="863"/>
                  </a:moveTo>
                  <a:lnTo>
                    <a:pt x="1002" y="1726"/>
                  </a:lnTo>
                  <a:cubicBezTo>
                    <a:pt x="-395" y="3022"/>
                    <a:pt x="-331" y="4863"/>
                    <a:pt x="1193" y="5943"/>
                  </a:cubicBezTo>
                  <a:lnTo>
                    <a:pt x="1637" y="6266"/>
                  </a:lnTo>
                  <a:cubicBezTo>
                    <a:pt x="4431" y="8216"/>
                    <a:pt x="7670" y="5403"/>
                    <a:pt x="7161" y="5727"/>
                  </a:cubicBezTo>
                  <a:cubicBezTo>
                    <a:pt x="10400" y="2698"/>
                    <a:pt x="5320" y="-2058"/>
                    <a:pt x="1955" y="970"/>
                  </a:cubicBezTo>
                  <a:lnTo>
                    <a:pt x="1955" y="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355E7842-14FE-3F33-4211-C09A5FC601C0}"/>
                </a:ext>
              </a:extLst>
            </p:cNvPr>
            <p:cNvSpPr/>
            <p:nvPr/>
          </p:nvSpPr>
          <p:spPr>
            <a:xfrm>
              <a:off x="10193131" y="4746318"/>
              <a:ext cx="7476" cy="9611"/>
            </a:xfrm>
            <a:custGeom>
              <a:avLst/>
              <a:gdLst>
                <a:gd name="csX0" fmla="*/ 5794 w 7476"/>
                <a:gd name="csY0" fmla="*/ 974 h 9611"/>
                <a:gd name="csX1" fmla="*/ 587 w 7476"/>
                <a:gd name="csY1" fmla="*/ 6162 h 9611"/>
                <a:gd name="csX2" fmla="*/ 1666 w 7476"/>
                <a:gd name="csY2" fmla="*/ 8327 h 9611"/>
                <a:gd name="csX3" fmla="*/ 5095 w 7476"/>
                <a:gd name="csY3" fmla="*/ 8543 h 9611"/>
                <a:gd name="csX4" fmla="*/ 6111 w 7476"/>
                <a:gd name="csY4" fmla="*/ 1189 h 9611"/>
                <a:gd name="csX5" fmla="*/ 5794 w 7476"/>
                <a:gd name="csY5" fmla="*/ 866 h 9611"/>
                <a:gd name="csX6" fmla="*/ 5794 w 7476"/>
                <a:gd name="csY6" fmla="*/ 974 h 9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476" h="9611">
                  <a:moveTo>
                    <a:pt x="5794" y="974"/>
                  </a:moveTo>
                  <a:cubicBezTo>
                    <a:pt x="2428" y="-1947"/>
                    <a:pt x="-1509" y="2269"/>
                    <a:pt x="587" y="6162"/>
                  </a:cubicBezTo>
                  <a:lnTo>
                    <a:pt x="1666" y="8327"/>
                  </a:lnTo>
                  <a:cubicBezTo>
                    <a:pt x="2555" y="9946"/>
                    <a:pt x="4015" y="10054"/>
                    <a:pt x="5095" y="8543"/>
                  </a:cubicBezTo>
                  <a:cubicBezTo>
                    <a:pt x="5476" y="7673"/>
                    <a:pt x="9540" y="4219"/>
                    <a:pt x="6111" y="1189"/>
                  </a:cubicBezTo>
                  <a:lnTo>
                    <a:pt x="5794" y="866"/>
                  </a:lnTo>
                  <a:lnTo>
                    <a:pt x="5794" y="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C3B459EC-7ED3-2004-7086-C4602DE304EC}"/>
                </a:ext>
              </a:extLst>
            </p:cNvPr>
            <p:cNvSpPr/>
            <p:nvPr/>
          </p:nvSpPr>
          <p:spPr>
            <a:xfrm>
              <a:off x="10161524" y="4747497"/>
              <a:ext cx="12800" cy="7306"/>
            </a:xfrm>
            <a:custGeom>
              <a:avLst/>
              <a:gdLst>
                <a:gd name="csX0" fmla="*/ 889 w 12800"/>
                <a:gd name="csY0" fmla="*/ 1414 h 7306"/>
                <a:gd name="csX1" fmla="*/ 825 w 12800"/>
                <a:gd name="csY1" fmla="*/ 1414 h 7306"/>
                <a:gd name="csX2" fmla="*/ 1524 w 12800"/>
                <a:gd name="csY2" fmla="*/ 4875 h 7306"/>
                <a:gd name="csX3" fmla="*/ 12700 w 12800"/>
                <a:gd name="csY3" fmla="*/ 5846 h 7306"/>
                <a:gd name="csX4" fmla="*/ 10350 w 12800"/>
                <a:gd name="csY4" fmla="*/ 2170 h 7306"/>
                <a:gd name="csX5" fmla="*/ 825 w 12800"/>
                <a:gd name="csY5" fmla="*/ 1306 h 7306"/>
                <a:gd name="csX6" fmla="*/ 889 w 12800"/>
                <a:gd name="csY6" fmla="*/ 1414 h 7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800" h="7306">
                  <a:moveTo>
                    <a:pt x="889" y="1414"/>
                  </a:moveTo>
                  <a:lnTo>
                    <a:pt x="825" y="1414"/>
                  </a:lnTo>
                  <a:cubicBezTo>
                    <a:pt x="-508" y="2817"/>
                    <a:pt x="-191" y="4335"/>
                    <a:pt x="1524" y="4875"/>
                  </a:cubicBezTo>
                  <a:cubicBezTo>
                    <a:pt x="4889" y="5630"/>
                    <a:pt x="11620" y="9307"/>
                    <a:pt x="12700" y="5846"/>
                  </a:cubicBezTo>
                  <a:cubicBezTo>
                    <a:pt x="13145" y="4551"/>
                    <a:pt x="12065" y="2925"/>
                    <a:pt x="10350" y="2170"/>
                  </a:cubicBezTo>
                  <a:cubicBezTo>
                    <a:pt x="8890" y="1845"/>
                    <a:pt x="4255" y="-1939"/>
                    <a:pt x="825" y="1306"/>
                  </a:cubicBezTo>
                  <a:lnTo>
                    <a:pt x="889" y="1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F476CDA7-1D23-6F9E-2475-5834C1DD5DB3}"/>
                </a:ext>
              </a:extLst>
            </p:cNvPr>
            <p:cNvSpPr/>
            <p:nvPr/>
          </p:nvSpPr>
          <p:spPr>
            <a:xfrm>
              <a:off x="10292315" y="4537662"/>
              <a:ext cx="75491" cy="15855"/>
            </a:xfrm>
            <a:custGeom>
              <a:avLst/>
              <a:gdLst>
                <a:gd name="csX0" fmla="*/ 74377 w 75491"/>
                <a:gd name="csY0" fmla="*/ 7299 h 15855"/>
                <a:gd name="csX1" fmla="*/ 67836 w 75491"/>
                <a:gd name="csY1" fmla="*/ 5464 h 15855"/>
                <a:gd name="csX2" fmla="*/ 36277 w 75491"/>
                <a:gd name="csY2" fmla="*/ 4708 h 15855"/>
                <a:gd name="csX3" fmla="*/ 12654 w 75491"/>
                <a:gd name="csY3" fmla="*/ 54 h 15855"/>
                <a:gd name="csX4" fmla="*/ 18 w 75491"/>
                <a:gd name="csY4" fmla="*/ 4378 h 15855"/>
                <a:gd name="csX5" fmla="*/ 4463 w 75491"/>
                <a:gd name="csY5" fmla="*/ 15738 h 15855"/>
                <a:gd name="csX6" fmla="*/ 26307 w 75491"/>
                <a:gd name="csY6" fmla="*/ 11846 h 15855"/>
                <a:gd name="csX7" fmla="*/ 48405 w 75491"/>
                <a:gd name="csY7" fmla="*/ 13033 h 15855"/>
                <a:gd name="csX8" fmla="*/ 74377 w 75491"/>
                <a:gd name="csY8" fmla="*/ 7299 h 15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491" h="15855">
                  <a:moveTo>
                    <a:pt x="74377" y="7299"/>
                  </a:moveTo>
                  <a:cubicBezTo>
                    <a:pt x="72916" y="6759"/>
                    <a:pt x="71202" y="5464"/>
                    <a:pt x="67836" y="5464"/>
                  </a:cubicBezTo>
                  <a:cubicBezTo>
                    <a:pt x="42753" y="5464"/>
                    <a:pt x="40467" y="5680"/>
                    <a:pt x="36277" y="4708"/>
                  </a:cubicBezTo>
                  <a:cubicBezTo>
                    <a:pt x="23069" y="1463"/>
                    <a:pt x="17417" y="-270"/>
                    <a:pt x="12654" y="54"/>
                  </a:cubicBezTo>
                  <a:cubicBezTo>
                    <a:pt x="12654" y="54"/>
                    <a:pt x="-553" y="-810"/>
                    <a:pt x="18" y="4378"/>
                  </a:cubicBezTo>
                  <a:cubicBezTo>
                    <a:pt x="971" y="8817"/>
                    <a:pt x="-680" y="16926"/>
                    <a:pt x="4463" y="15738"/>
                  </a:cubicBezTo>
                  <a:cubicBezTo>
                    <a:pt x="16020" y="13141"/>
                    <a:pt x="21545" y="11407"/>
                    <a:pt x="26307" y="11846"/>
                  </a:cubicBezTo>
                  <a:cubicBezTo>
                    <a:pt x="38118" y="12925"/>
                    <a:pt x="43515" y="13681"/>
                    <a:pt x="48405" y="13033"/>
                  </a:cubicBezTo>
                  <a:cubicBezTo>
                    <a:pt x="72599" y="9680"/>
                    <a:pt x="78250" y="9680"/>
                    <a:pt x="74377" y="7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6A3C5744-6977-8BB6-0BD0-98CD0FF716C3}"/>
                </a:ext>
              </a:extLst>
            </p:cNvPr>
            <p:cNvSpPr/>
            <p:nvPr/>
          </p:nvSpPr>
          <p:spPr>
            <a:xfrm>
              <a:off x="10349045" y="4555864"/>
              <a:ext cx="9971" cy="14642"/>
            </a:xfrm>
            <a:custGeom>
              <a:avLst/>
              <a:gdLst>
                <a:gd name="csX0" fmla="*/ 9836 w 9971"/>
                <a:gd name="csY0" fmla="*/ 12891 h 14642"/>
                <a:gd name="csX1" fmla="*/ 8439 w 9971"/>
                <a:gd name="csY1" fmla="*/ 7049 h 14642"/>
                <a:gd name="csX2" fmla="*/ 629 w 9971"/>
                <a:gd name="csY2" fmla="*/ 1645 h 14642"/>
                <a:gd name="csX3" fmla="*/ 2153 w 9971"/>
                <a:gd name="csY3" fmla="*/ 10941 h 14642"/>
                <a:gd name="csX4" fmla="*/ 9836 w 9971"/>
                <a:gd name="csY4" fmla="*/ 12891 h 14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71" h="14642">
                  <a:moveTo>
                    <a:pt x="9836" y="12891"/>
                  </a:moveTo>
                  <a:cubicBezTo>
                    <a:pt x="10281" y="11157"/>
                    <a:pt x="9582" y="8566"/>
                    <a:pt x="8439" y="7049"/>
                  </a:cubicBezTo>
                  <a:cubicBezTo>
                    <a:pt x="5963" y="4674"/>
                    <a:pt x="1518" y="-3441"/>
                    <a:pt x="629" y="1645"/>
                  </a:cubicBezTo>
                  <a:cubicBezTo>
                    <a:pt x="629" y="3156"/>
                    <a:pt x="-1530" y="8135"/>
                    <a:pt x="2153" y="10941"/>
                  </a:cubicBezTo>
                  <a:cubicBezTo>
                    <a:pt x="3740" y="11811"/>
                    <a:pt x="8757" y="17431"/>
                    <a:pt x="9836" y="128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4B6380B2-3C15-7E5F-36BD-63F720CFAB8B}"/>
                </a:ext>
              </a:extLst>
            </p:cNvPr>
            <p:cNvSpPr/>
            <p:nvPr/>
          </p:nvSpPr>
          <p:spPr>
            <a:xfrm>
              <a:off x="10356619" y="4592154"/>
              <a:ext cx="44680" cy="27177"/>
            </a:xfrm>
            <a:custGeom>
              <a:avLst/>
              <a:gdLst>
                <a:gd name="csX0" fmla="*/ 38711 w 44680"/>
                <a:gd name="csY0" fmla="*/ 10662 h 27177"/>
                <a:gd name="csX1" fmla="*/ 37124 w 44680"/>
                <a:gd name="csY1" fmla="*/ 7633 h 27177"/>
                <a:gd name="csX2" fmla="*/ 32361 w 44680"/>
                <a:gd name="csY2" fmla="*/ 1365 h 27177"/>
                <a:gd name="csX3" fmla="*/ 5056 w 44680"/>
                <a:gd name="csY3" fmla="*/ 1257 h 27177"/>
                <a:gd name="csX4" fmla="*/ 103 w 44680"/>
                <a:gd name="csY4" fmla="*/ 10554 h 27177"/>
                <a:gd name="csX5" fmla="*/ 21629 w 44680"/>
                <a:gd name="csY5" fmla="*/ 26346 h 27177"/>
                <a:gd name="csX6" fmla="*/ 41569 w 44680"/>
                <a:gd name="csY6" fmla="*/ 21152 h 27177"/>
                <a:gd name="csX7" fmla="*/ 44680 w 44680"/>
                <a:gd name="csY7" fmla="*/ 16504 h 27177"/>
                <a:gd name="csX8" fmla="*/ 44680 w 44680"/>
                <a:gd name="csY8" fmla="*/ 14878 h 27177"/>
                <a:gd name="csX9" fmla="*/ 38838 w 44680"/>
                <a:gd name="csY9" fmla="*/ 10770 h 27177"/>
                <a:gd name="csX10" fmla="*/ 38711 w 44680"/>
                <a:gd name="csY10" fmla="*/ 10662 h 2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680" h="27177">
                  <a:moveTo>
                    <a:pt x="38711" y="10662"/>
                  </a:moveTo>
                  <a:cubicBezTo>
                    <a:pt x="36870" y="10446"/>
                    <a:pt x="36235" y="9043"/>
                    <a:pt x="37124" y="7633"/>
                  </a:cubicBezTo>
                  <a:cubicBezTo>
                    <a:pt x="39473" y="4064"/>
                    <a:pt x="33186" y="2121"/>
                    <a:pt x="32361" y="1365"/>
                  </a:cubicBezTo>
                  <a:cubicBezTo>
                    <a:pt x="28424" y="-800"/>
                    <a:pt x="25948" y="-44"/>
                    <a:pt x="5056" y="1257"/>
                  </a:cubicBezTo>
                  <a:cubicBezTo>
                    <a:pt x="103" y="1581"/>
                    <a:pt x="928" y="8064"/>
                    <a:pt x="103" y="10554"/>
                  </a:cubicBezTo>
                  <a:cubicBezTo>
                    <a:pt x="-659" y="14986"/>
                    <a:pt x="2452" y="15532"/>
                    <a:pt x="21629" y="26346"/>
                  </a:cubicBezTo>
                  <a:cubicBezTo>
                    <a:pt x="25503" y="28505"/>
                    <a:pt x="28551" y="26346"/>
                    <a:pt x="41569" y="21152"/>
                  </a:cubicBezTo>
                  <a:cubicBezTo>
                    <a:pt x="43283" y="20504"/>
                    <a:pt x="44680" y="18447"/>
                    <a:pt x="44680" y="16504"/>
                  </a:cubicBezTo>
                  <a:lnTo>
                    <a:pt x="44680" y="14878"/>
                  </a:lnTo>
                  <a:cubicBezTo>
                    <a:pt x="44680" y="10554"/>
                    <a:pt x="39473" y="10986"/>
                    <a:pt x="38838" y="10770"/>
                  </a:cubicBezTo>
                  <a:lnTo>
                    <a:pt x="38711" y="10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3D606A10-0DFA-80D9-7D4C-FE8999A9DB2C}"/>
                </a:ext>
              </a:extLst>
            </p:cNvPr>
            <p:cNvSpPr/>
            <p:nvPr/>
          </p:nvSpPr>
          <p:spPr>
            <a:xfrm>
              <a:off x="10240473" y="4626818"/>
              <a:ext cx="11983" cy="8211"/>
            </a:xfrm>
            <a:custGeom>
              <a:avLst/>
              <a:gdLst>
                <a:gd name="csX0" fmla="*/ 8681 w 11983"/>
                <a:gd name="csY0" fmla="*/ 7 h 8211"/>
                <a:gd name="csX1" fmla="*/ 553 w 11983"/>
                <a:gd name="csY1" fmla="*/ 3360 h 8211"/>
                <a:gd name="csX2" fmla="*/ 7347 w 11983"/>
                <a:gd name="csY2" fmla="*/ 7685 h 8211"/>
                <a:gd name="csX3" fmla="*/ 11983 w 11983"/>
                <a:gd name="csY3" fmla="*/ 2382 h 8211"/>
                <a:gd name="csX4" fmla="*/ 8681 w 11983"/>
                <a:gd name="csY4" fmla="*/ 7 h 8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3" h="8211">
                  <a:moveTo>
                    <a:pt x="8681" y="7"/>
                  </a:moveTo>
                  <a:cubicBezTo>
                    <a:pt x="5950" y="547"/>
                    <a:pt x="-2178" y="-856"/>
                    <a:pt x="553" y="3360"/>
                  </a:cubicBezTo>
                  <a:cubicBezTo>
                    <a:pt x="1315" y="4224"/>
                    <a:pt x="3347" y="9952"/>
                    <a:pt x="7347" y="7685"/>
                  </a:cubicBezTo>
                  <a:cubicBezTo>
                    <a:pt x="7919" y="7145"/>
                    <a:pt x="11983" y="5627"/>
                    <a:pt x="11983" y="2382"/>
                  </a:cubicBezTo>
                  <a:cubicBezTo>
                    <a:pt x="11983" y="979"/>
                    <a:pt x="10459" y="-100"/>
                    <a:pt x="8681" y="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09678244-35E4-891C-0868-1F58B338A50B}"/>
                </a:ext>
              </a:extLst>
            </p:cNvPr>
            <p:cNvSpPr/>
            <p:nvPr/>
          </p:nvSpPr>
          <p:spPr>
            <a:xfrm>
              <a:off x="10215181" y="4642771"/>
              <a:ext cx="36115" cy="46462"/>
            </a:xfrm>
            <a:custGeom>
              <a:avLst/>
              <a:gdLst>
                <a:gd name="csX0" fmla="*/ 34289 w 36115"/>
                <a:gd name="csY0" fmla="*/ 12058 h 46462"/>
                <a:gd name="csX1" fmla="*/ 32321 w 36115"/>
                <a:gd name="csY1" fmla="*/ 1460 h 46462"/>
                <a:gd name="csX2" fmla="*/ 25273 w 36115"/>
                <a:gd name="csY2" fmla="*/ 3625 h 46462"/>
                <a:gd name="csX3" fmla="*/ 19431 w 36115"/>
                <a:gd name="csY3" fmla="*/ 26441 h 46462"/>
                <a:gd name="csX4" fmla="*/ 13715 w 36115"/>
                <a:gd name="csY4" fmla="*/ 27310 h 46462"/>
                <a:gd name="csX5" fmla="*/ 12636 w 36115"/>
                <a:gd name="csY5" fmla="*/ 20821 h 46462"/>
                <a:gd name="csX6" fmla="*/ 13843 w 36115"/>
                <a:gd name="csY6" fmla="*/ 12166 h 46462"/>
                <a:gd name="csX7" fmla="*/ 5143 w 36115"/>
                <a:gd name="csY7" fmla="*/ 13144 h 46462"/>
                <a:gd name="csX8" fmla="*/ 2476 w 36115"/>
                <a:gd name="csY8" fmla="*/ 21144 h 46462"/>
                <a:gd name="csX9" fmla="*/ 253 w 36115"/>
                <a:gd name="csY9" fmla="*/ 30441 h 46462"/>
                <a:gd name="csX10" fmla="*/ 6032 w 36115"/>
                <a:gd name="csY10" fmla="*/ 35959 h 46462"/>
                <a:gd name="csX11" fmla="*/ 10540 w 36115"/>
                <a:gd name="csY11" fmla="*/ 43528 h 46462"/>
                <a:gd name="csX12" fmla="*/ 20510 w 36115"/>
                <a:gd name="csY12" fmla="*/ 45910 h 46462"/>
                <a:gd name="csX13" fmla="*/ 23875 w 36115"/>
                <a:gd name="csY13" fmla="*/ 42233 h 46462"/>
                <a:gd name="csX14" fmla="*/ 23875 w 36115"/>
                <a:gd name="csY14" fmla="*/ 41255 h 46462"/>
                <a:gd name="csX15" fmla="*/ 32638 w 36115"/>
                <a:gd name="csY15" fmla="*/ 32714 h 46462"/>
                <a:gd name="csX16" fmla="*/ 30607 w 36115"/>
                <a:gd name="csY16" fmla="*/ 26764 h 46462"/>
                <a:gd name="csX17" fmla="*/ 28828 w 36115"/>
                <a:gd name="csY17" fmla="*/ 17252 h 46462"/>
                <a:gd name="csX18" fmla="*/ 34036 w 36115"/>
                <a:gd name="csY18" fmla="*/ 11950 h 46462"/>
                <a:gd name="csX19" fmla="*/ 34289 w 36115"/>
                <a:gd name="csY19" fmla="*/ 12058 h 464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15" h="46462">
                  <a:moveTo>
                    <a:pt x="34289" y="12058"/>
                  </a:moveTo>
                  <a:cubicBezTo>
                    <a:pt x="38925" y="10114"/>
                    <a:pt x="33400" y="4597"/>
                    <a:pt x="32321" y="1460"/>
                  </a:cubicBezTo>
                  <a:cubicBezTo>
                    <a:pt x="30162" y="-2541"/>
                    <a:pt x="26352" y="2869"/>
                    <a:pt x="25273" y="3625"/>
                  </a:cubicBezTo>
                  <a:cubicBezTo>
                    <a:pt x="22034" y="6546"/>
                    <a:pt x="22351" y="8927"/>
                    <a:pt x="19431" y="26441"/>
                  </a:cubicBezTo>
                  <a:cubicBezTo>
                    <a:pt x="18669" y="30663"/>
                    <a:pt x="14350" y="27418"/>
                    <a:pt x="13715" y="27310"/>
                  </a:cubicBezTo>
                  <a:cubicBezTo>
                    <a:pt x="9906" y="25469"/>
                    <a:pt x="12509" y="21360"/>
                    <a:pt x="12636" y="20821"/>
                  </a:cubicBezTo>
                  <a:cubicBezTo>
                    <a:pt x="13906" y="17468"/>
                    <a:pt x="13843" y="14439"/>
                    <a:pt x="13843" y="12166"/>
                  </a:cubicBezTo>
                  <a:cubicBezTo>
                    <a:pt x="13843" y="7194"/>
                    <a:pt x="7556" y="12388"/>
                    <a:pt x="5143" y="13144"/>
                  </a:cubicBezTo>
                  <a:cubicBezTo>
                    <a:pt x="1143" y="15195"/>
                    <a:pt x="2476" y="21144"/>
                    <a:pt x="2476" y="21144"/>
                  </a:cubicBezTo>
                  <a:cubicBezTo>
                    <a:pt x="2666" y="24821"/>
                    <a:pt x="1397" y="27742"/>
                    <a:pt x="253" y="30441"/>
                  </a:cubicBezTo>
                  <a:cubicBezTo>
                    <a:pt x="-1334" y="34771"/>
                    <a:pt x="5016" y="35311"/>
                    <a:pt x="6032" y="35959"/>
                  </a:cubicBezTo>
                  <a:cubicBezTo>
                    <a:pt x="10350" y="37362"/>
                    <a:pt x="10160" y="42665"/>
                    <a:pt x="10540" y="43528"/>
                  </a:cubicBezTo>
                  <a:cubicBezTo>
                    <a:pt x="11557" y="48285"/>
                    <a:pt x="17907" y="45801"/>
                    <a:pt x="20510" y="45910"/>
                  </a:cubicBezTo>
                  <a:cubicBezTo>
                    <a:pt x="22351" y="45694"/>
                    <a:pt x="23875" y="44068"/>
                    <a:pt x="23875" y="42233"/>
                  </a:cubicBezTo>
                  <a:lnTo>
                    <a:pt x="23875" y="41255"/>
                  </a:lnTo>
                  <a:cubicBezTo>
                    <a:pt x="23875" y="36283"/>
                    <a:pt x="29845" y="34880"/>
                    <a:pt x="32638" y="32714"/>
                  </a:cubicBezTo>
                  <a:cubicBezTo>
                    <a:pt x="36449" y="30441"/>
                    <a:pt x="31114" y="27418"/>
                    <a:pt x="30607" y="26764"/>
                  </a:cubicBezTo>
                  <a:cubicBezTo>
                    <a:pt x="26987" y="23742"/>
                    <a:pt x="28956" y="18655"/>
                    <a:pt x="28828" y="17252"/>
                  </a:cubicBezTo>
                  <a:cubicBezTo>
                    <a:pt x="29273" y="13036"/>
                    <a:pt x="33400" y="12381"/>
                    <a:pt x="34036" y="11950"/>
                  </a:cubicBezTo>
                  <a:lnTo>
                    <a:pt x="34289" y="12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83AFBAD-797A-54C1-ABBA-771C6AB2A5CA}"/>
                </a:ext>
              </a:extLst>
            </p:cNvPr>
            <p:cNvSpPr/>
            <p:nvPr/>
          </p:nvSpPr>
          <p:spPr>
            <a:xfrm>
              <a:off x="10198173" y="4666786"/>
              <a:ext cx="9749" cy="14808"/>
            </a:xfrm>
            <a:custGeom>
              <a:avLst/>
              <a:gdLst>
                <a:gd name="csX0" fmla="*/ 9578 w 9749"/>
                <a:gd name="csY0" fmla="*/ 6750 h 14808"/>
                <a:gd name="csX1" fmla="*/ 7038 w 9749"/>
                <a:gd name="csY1" fmla="*/ 1238 h 14808"/>
                <a:gd name="csX2" fmla="*/ 6340 w 9749"/>
                <a:gd name="csY2" fmla="*/ 698 h 14808"/>
                <a:gd name="csX3" fmla="*/ 498 w 9749"/>
                <a:gd name="csY3" fmla="*/ 4483 h 14808"/>
                <a:gd name="csX4" fmla="*/ 7102 w 9749"/>
                <a:gd name="csY4" fmla="*/ 14103 h 14808"/>
                <a:gd name="csX5" fmla="*/ 9706 w 9749"/>
                <a:gd name="csY5" fmla="*/ 6858 h 14808"/>
                <a:gd name="csX6" fmla="*/ 9578 w 9749"/>
                <a:gd name="csY6" fmla="*/ 6750 h 14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49" h="14808">
                  <a:moveTo>
                    <a:pt x="9578" y="6750"/>
                  </a:moveTo>
                  <a:cubicBezTo>
                    <a:pt x="9578" y="4914"/>
                    <a:pt x="8435" y="2425"/>
                    <a:pt x="7038" y="1238"/>
                  </a:cubicBezTo>
                  <a:lnTo>
                    <a:pt x="6340" y="698"/>
                  </a:lnTo>
                  <a:cubicBezTo>
                    <a:pt x="2911" y="-2115"/>
                    <a:pt x="498" y="4483"/>
                    <a:pt x="498" y="4483"/>
                  </a:cubicBezTo>
                  <a:cubicBezTo>
                    <a:pt x="-1852" y="8915"/>
                    <a:pt x="4752" y="11512"/>
                    <a:pt x="7102" y="14103"/>
                  </a:cubicBezTo>
                  <a:cubicBezTo>
                    <a:pt x="10912" y="17240"/>
                    <a:pt x="9388" y="9023"/>
                    <a:pt x="9706" y="6858"/>
                  </a:cubicBezTo>
                  <a:lnTo>
                    <a:pt x="9578" y="67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E10C04E1-C6EB-269E-71C2-F590BA6B2DE7}"/>
                </a:ext>
              </a:extLst>
            </p:cNvPr>
            <p:cNvSpPr/>
            <p:nvPr/>
          </p:nvSpPr>
          <p:spPr>
            <a:xfrm>
              <a:off x="10261120" y="4671701"/>
              <a:ext cx="6512" cy="7029"/>
            </a:xfrm>
            <a:custGeom>
              <a:avLst/>
              <a:gdLst>
                <a:gd name="csX0" fmla="*/ 36 w 6512"/>
                <a:gd name="csY0" fmla="*/ 0 h 7029"/>
                <a:gd name="csX1" fmla="*/ 36 w 6512"/>
                <a:gd name="csY1" fmla="*/ 648 h 7029"/>
                <a:gd name="csX2" fmla="*/ 3273 w 6512"/>
                <a:gd name="csY2" fmla="*/ 7029 h 7029"/>
                <a:gd name="csX3" fmla="*/ 3273 w 6512"/>
                <a:gd name="csY3" fmla="*/ 324 h 7029"/>
                <a:gd name="csX4" fmla="*/ 36 w 6512"/>
                <a:gd name="csY4" fmla="*/ 0 h 7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512" h="7029">
                  <a:moveTo>
                    <a:pt x="36" y="0"/>
                  </a:moveTo>
                  <a:lnTo>
                    <a:pt x="36" y="648"/>
                  </a:lnTo>
                  <a:cubicBezTo>
                    <a:pt x="226" y="1619"/>
                    <a:pt x="-1044" y="7029"/>
                    <a:pt x="3273" y="7029"/>
                  </a:cubicBezTo>
                  <a:cubicBezTo>
                    <a:pt x="7592" y="7029"/>
                    <a:pt x="7592" y="756"/>
                    <a:pt x="3273" y="324"/>
                  </a:cubicBezTo>
                  <a:cubicBezTo>
                    <a:pt x="1432" y="21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C1333055-34F6-D33D-436F-B6C482846BA2}"/>
                </a:ext>
              </a:extLst>
            </p:cNvPr>
            <p:cNvSpPr/>
            <p:nvPr/>
          </p:nvSpPr>
          <p:spPr>
            <a:xfrm>
              <a:off x="10269687" y="4681786"/>
              <a:ext cx="7699" cy="6515"/>
            </a:xfrm>
            <a:custGeom>
              <a:avLst/>
              <a:gdLst>
                <a:gd name="csX0" fmla="*/ 5946 w 7699"/>
                <a:gd name="csY0" fmla="*/ 6241 h 6515"/>
                <a:gd name="csX1" fmla="*/ 7026 w 7699"/>
                <a:gd name="csY1" fmla="*/ 3218 h 6515"/>
                <a:gd name="csX2" fmla="*/ 5629 w 7699"/>
                <a:gd name="csY2" fmla="*/ 1701 h 6515"/>
                <a:gd name="csX3" fmla="*/ 421 w 7699"/>
                <a:gd name="csY3" fmla="*/ 4082 h 6515"/>
                <a:gd name="csX4" fmla="*/ 5120 w 7699"/>
                <a:gd name="csY4" fmla="*/ 6457 h 6515"/>
                <a:gd name="csX5" fmla="*/ 5819 w 7699"/>
                <a:gd name="csY5" fmla="*/ 6457 h 6515"/>
                <a:gd name="csX6" fmla="*/ 5946 w 7699"/>
                <a:gd name="csY6" fmla="*/ 6241 h 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9" h="6515">
                  <a:moveTo>
                    <a:pt x="5946" y="6241"/>
                  </a:moveTo>
                  <a:cubicBezTo>
                    <a:pt x="7788" y="5917"/>
                    <a:pt x="8232" y="4514"/>
                    <a:pt x="7026" y="3218"/>
                  </a:cubicBezTo>
                  <a:lnTo>
                    <a:pt x="5629" y="1701"/>
                  </a:lnTo>
                  <a:cubicBezTo>
                    <a:pt x="2581" y="-1544"/>
                    <a:pt x="-1293" y="189"/>
                    <a:pt x="421" y="4082"/>
                  </a:cubicBezTo>
                  <a:cubicBezTo>
                    <a:pt x="1183" y="5701"/>
                    <a:pt x="3343" y="6787"/>
                    <a:pt x="5120" y="6457"/>
                  </a:cubicBezTo>
                  <a:lnTo>
                    <a:pt x="5819" y="6457"/>
                  </a:lnTo>
                  <a:lnTo>
                    <a:pt x="5946" y="6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AFBAD2DE-09EF-2DC2-D2F0-BE106B0ECB9F}"/>
                </a:ext>
              </a:extLst>
            </p:cNvPr>
            <p:cNvSpPr/>
            <p:nvPr/>
          </p:nvSpPr>
          <p:spPr>
            <a:xfrm>
              <a:off x="10277435" y="4696047"/>
              <a:ext cx="6508" cy="6512"/>
            </a:xfrm>
            <a:custGeom>
              <a:avLst/>
              <a:gdLst>
                <a:gd name="csX0" fmla="*/ 1881 w 6508"/>
                <a:gd name="csY0" fmla="*/ 5175 h 6512"/>
                <a:gd name="csX1" fmla="*/ 2833 w 6508"/>
                <a:gd name="csY1" fmla="*/ 5823 h 6512"/>
                <a:gd name="csX2" fmla="*/ 4484 w 6508"/>
                <a:gd name="csY2" fmla="*/ 1067 h 6512"/>
                <a:gd name="csX3" fmla="*/ 4167 w 6508"/>
                <a:gd name="csY3" fmla="*/ 851 h 6512"/>
                <a:gd name="csX4" fmla="*/ 1881 w 6508"/>
                <a:gd name="csY4" fmla="*/ 5283 h 6512"/>
                <a:gd name="csX5" fmla="*/ 1881 w 6508"/>
                <a:gd name="csY5" fmla="*/ 5175 h 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508" h="6512">
                  <a:moveTo>
                    <a:pt x="1881" y="5175"/>
                  </a:moveTo>
                  <a:lnTo>
                    <a:pt x="2833" y="5823"/>
                  </a:lnTo>
                  <a:cubicBezTo>
                    <a:pt x="6643" y="8204"/>
                    <a:pt x="7977" y="3880"/>
                    <a:pt x="4484" y="1067"/>
                  </a:cubicBezTo>
                  <a:lnTo>
                    <a:pt x="4167" y="851"/>
                  </a:lnTo>
                  <a:cubicBezTo>
                    <a:pt x="674" y="-1962"/>
                    <a:pt x="-1930" y="2902"/>
                    <a:pt x="1881" y="5283"/>
                  </a:cubicBezTo>
                  <a:lnTo>
                    <a:pt x="1881" y="5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384CCC15-D66C-9B54-2340-847414B0E4D9}"/>
                </a:ext>
              </a:extLst>
            </p:cNvPr>
            <p:cNvSpPr/>
            <p:nvPr/>
          </p:nvSpPr>
          <p:spPr>
            <a:xfrm>
              <a:off x="10439624" y="4385138"/>
              <a:ext cx="13746" cy="16253"/>
            </a:xfrm>
            <a:custGeom>
              <a:avLst/>
              <a:gdLst>
                <a:gd name="csX0" fmla="*/ 4538 w 13746"/>
                <a:gd name="csY0" fmla="*/ 15246 h 16253"/>
                <a:gd name="csX1" fmla="*/ 5491 w 13746"/>
                <a:gd name="csY1" fmla="*/ 15246 h 16253"/>
                <a:gd name="csX2" fmla="*/ 10063 w 13746"/>
                <a:gd name="csY2" fmla="*/ 15678 h 16253"/>
                <a:gd name="csX3" fmla="*/ 12476 w 13746"/>
                <a:gd name="csY3" fmla="*/ 2375 h 16253"/>
                <a:gd name="csX4" fmla="*/ 11143 w 13746"/>
                <a:gd name="csY4" fmla="*/ 972 h 16253"/>
                <a:gd name="csX5" fmla="*/ 6824 w 13746"/>
                <a:gd name="csY5" fmla="*/ 972 h 16253"/>
                <a:gd name="csX6" fmla="*/ 94 w 13746"/>
                <a:gd name="csY6" fmla="*/ 12325 h 16253"/>
                <a:gd name="csX7" fmla="*/ 4666 w 13746"/>
                <a:gd name="csY7" fmla="*/ 15246 h 16253"/>
                <a:gd name="csX8" fmla="*/ 4538 w 13746"/>
                <a:gd name="csY8" fmla="*/ 15246 h 1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746" h="16253">
                  <a:moveTo>
                    <a:pt x="4538" y="15246"/>
                  </a:moveTo>
                  <a:lnTo>
                    <a:pt x="5491" y="15246"/>
                  </a:lnTo>
                  <a:cubicBezTo>
                    <a:pt x="7332" y="15246"/>
                    <a:pt x="9428" y="17190"/>
                    <a:pt x="10063" y="15678"/>
                  </a:cubicBezTo>
                  <a:cubicBezTo>
                    <a:pt x="11460" y="10922"/>
                    <a:pt x="15905" y="5944"/>
                    <a:pt x="12476" y="2375"/>
                  </a:cubicBezTo>
                  <a:lnTo>
                    <a:pt x="11143" y="972"/>
                  </a:lnTo>
                  <a:cubicBezTo>
                    <a:pt x="9936" y="-324"/>
                    <a:pt x="8031" y="-324"/>
                    <a:pt x="6824" y="972"/>
                  </a:cubicBezTo>
                  <a:cubicBezTo>
                    <a:pt x="4094" y="4648"/>
                    <a:pt x="-732" y="7677"/>
                    <a:pt x="94" y="12325"/>
                  </a:cubicBezTo>
                  <a:cubicBezTo>
                    <a:pt x="538" y="13189"/>
                    <a:pt x="94" y="15246"/>
                    <a:pt x="4666" y="15246"/>
                  </a:cubicBezTo>
                  <a:lnTo>
                    <a:pt x="4538" y="15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D8FC29A1-2A72-C718-0C35-03A05780C4F4}"/>
                </a:ext>
              </a:extLst>
            </p:cNvPr>
            <p:cNvSpPr/>
            <p:nvPr/>
          </p:nvSpPr>
          <p:spPr>
            <a:xfrm>
              <a:off x="10406848" y="4396544"/>
              <a:ext cx="50246" cy="113653"/>
            </a:xfrm>
            <a:custGeom>
              <a:avLst/>
              <a:gdLst>
                <a:gd name="csX0" fmla="*/ 25440 w 50246"/>
                <a:gd name="csY0" fmla="*/ 63962 h 113653"/>
                <a:gd name="csX1" fmla="*/ 47728 w 50246"/>
                <a:gd name="csY1" fmla="*/ 70236 h 113653"/>
                <a:gd name="csX2" fmla="*/ 49316 w 50246"/>
                <a:gd name="csY2" fmla="*/ 63099 h 113653"/>
                <a:gd name="csX3" fmla="*/ 32361 w 50246"/>
                <a:gd name="csY3" fmla="*/ 50665 h 113653"/>
                <a:gd name="csX4" fmla="*/ 44681 w 50246"/>
                <a:gd name="csY4" fmla="*/ 41794 h 113653"/>
                <a:gd name="csX5" fmla="*/ 47411 w 50246"/>
                <a:gd name="csY5" fmla="*/ 25253 h 113653"/>
                <a:gd name="csX6" fmla="*/ 44490 w 50246"/>
                <a:gd name="csY6" fmla="*/ 23627 h 113653"/>
                <a:gd name="csX7" fmla="*/ 32552 w 50246"/>
                <a:gd name="csY7" fmla="*/ 30225 h 113653"/>
                <a:gd name="csX8" fmla="*/ 30393 w 50246"/>
                <a:gd name="csY8" fmla="*/ 35089 h 113653"/>
                <a:gd name="csX9" fmla="*/ 28107 w 50246"/>
                <a:gd name="csY9" fmla="*/ 39959 h 113653"/>
                <a:gd name="csX10" fmla="*/ 25058 w 50246"/>
                <a:gd name="csY10" fmla="*/ 41363 h 113653"/>
                <a:gd name="csX11" fmla="*/ 20360 w 50246"/>
                <a:gd name="csY11" fmla="*/ 49364 h 113653"/>
                <a:gd name="csX12" fmla="*/ 10073 w 50246"/>
                <a:gd name="csY12" fmla="*/ 45363 h 113653"/>
                <a:gd name="csX13" fmla="*/ 19344 w 50246"/>
                <a:gd name="csY13" fmla="*/ 34009 h 113653"/>
                <a:gd name="csX14" fmla="*/ 22074 w 50246"/>
                <a:gd name="csY14" fmla="*/ 19843 h 113653"/>
                <a:gd name="csX15" fmla="*/ 19344 w 50246"/>
                <a:gd name="csY15" fmla="*/ 14762 h 113653"/>
                <a:gd name="csX16" fmla="*/ 23345 w 50246"/>
                <a:gd name="csY16" fmla="*/ 2761 h 113653"/>
                <a:gd name="csX17" fmla="*/ 16423 w 50246"/>
                <a:gd name="csY17" fmla="*/ 2431 h 113653"/>
                <a:gd name="csX18" fmla="*/ 8739 w 50246"/>
                <a:gd name="csY18" fmla="*/ 11194 h 113653"/>
                <a:gd name="csX19" fmla="*/ 6581 w 50246"/>
                <a:gd name="csY19" fmla="*/ 17030 h 113653"/>
                <a:gd name="csX20" fmla="*/ 5374 w 50246"/>
                <a:gd name="csY20" fmla="*/ 25360 h 113653"/>
                <a:gd name="csX21" fmla="*/ 611 w 50246"/>
                <a:gd name="csY21" fmla="*/ 35959 h 113653"/>
                <a:gd name="csX22" fmla="*/ 4421 w 50246"/>
                <a:gd name="csY22" fmla="*/ 50665 h 113653"/>
                <a:gd name="csX23" fmla="*/ 8739 w 50246"/>
                <a:gd name="csY23" fmla="*/ 66667 h 113653"/>
                <a:gd name="csX24" fmla="*/ 13820 w 50246"/>
                <a:gd name="csY24" fmla="*/ 92080 h 113653"/>
                <a:gd name="csX25" fmla="*/ 19344 w 50246"/>
                <a:gd name="csY25" fmla="*/ 97484 h 113653"/>
                <a:gd name="csX26" fmla="*/ 22138 w 50246"/>
                <a:gd name="csY26" fmla="*/ 103434 h 113653"/>
                <a:gd name="csX27" fmla="*/ 29885 w 50246"/>
                <a:gd name="csY27" fmla="*/ 111543 h 113653"/>
                <a:gd name="csX28" fmla="*/ 37758 w 50246"/>
                <a:gd name="csY28" fmla="*/ 111219 h 113653"/>
                <a:gd name="csX29" fmla="*/ 31028 w 50246"/>
                <a:gd name="csY29" fmla="*/ 102786 h 113653"/>
                <a:gd name="csX30" fmla="*/ 20106 w 50246"/>
                <a:gd name="csY30" fmla="*/ 81914 h 113653"/>
                <a:gd name="csX31" fmla="*/ 21821 w 50246"/>
                <a:gd name="csY31" fmla="*/ 66344 h 113653"/>
                <a:gd name="csX32" fmla="*/ 25631 w 50246"/>
                <a:gd name="csY32" fmla="*/ 63962 h 113653"/>
                <a:gd name="csX33" fmla="*/ 25440 w 50246"/>
                <a:gd name="csY33" fmla="*/ 63962 h 113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0246" h="113653">
                  <a:moveTo>
                    <a:pt x="25440" y="63962"/>
                  </a:moveTo>
                  <a:lnTo>
                    <a:pt x="47728" y="70236"/>
                  </a:lnTo>
                  <a:cubicBezTo>
                    <a:pt x="52237" y="71531"/>
                    <a:pt x="49316" y="64718"/>
                    <a:pt x="49316" y="63099"/>
                  </a:cubicBezTo>
                  <a:cubicBezTo>
                    <a:pt x="47792" y="55529"/>
                    <a:pt x="26202" y="55205"/>
                    <a:pt x="32361" y="50665"/>
                  </a:cubicBezTo>
                  <a:lnTo>
                    <a:pt x="44681" y="41794"/>
                  </a:lnTo>
                  <a:cubicBezTo>
                    <a:pt x="48173" y="39311"/>
                    <a:pt x="47411" y="36067"/>
                    <a:pt x="47411" y="25253"/>
                  </a:cubicBezTo>
                  <a:cubicBezTo>
                    <a:pt x="47411" y="23411"/>
                    <a:pt x="46077" y="22656"/>
                    <a:pt x="44490" y="23627"/>
                  </a:cubicBezTo>
                  <a:lnTo>
                    <a:pt x="32552" y="30225"/>
                  </a:lnTo>
                  <a:cubicBezTo>
                    <a:pt x="30964" y="31088"/>
                    <a:pt x="29948" y="33361"/>
                    <a:pt x="30393" y="35089"/>
                  </a:cubicBezTo>
                  <a:cubicBezTo>
                    <a:pt x="30393" y="34549"/>
                    <a:pt x="31155" y="38550"/>
                    <a:pt x="28107" y="39959"/>
                  </a:cubicBezTo>
                  <a:lnTo>
                    <a:pt x="25058" y="41363"/>
                  </a:lnTo>
                  <a:cubicBezTo>
                    <a:pt x="20995" y="43204"/>
                    <a:pt x="20741" y="48284"/>
                    <a:pt x="20360" y="49364"/>
                  </a:cubicBezTo>
                  <a:cubicBezTo>
                    <a:pt x="19026" y="54342"/>
                    <a:pt x="13502" y="47420"/>
                    <a:pt x="10073" y="45363"/>
                  </a:cubicBezTo>
                  <a:cubicBezTo>
                    <a:pt x="5691" y="42118"/>
                    <a:pt x="14137" y="38981"/>
                    <a:pt x="19344" y="34009"/>
                  </a:cubicBezTo>
                  <a:cubicBezTo>
                    <a:pt x="23471" y="30764"/>
                    <a:pt x="21503" y="24713"/>
                    <a:pt x="22074" y="19843"/>
                  </a:cubicBezTo>
                  <a:cubicBezTo>
                    <a:pt x="22074" y="18007"/>
                    <a:pt x="20868" y="15626"/>
                    <a:pt x="19344" y="14762"/>
                  </a:cubicBezTo>
                  <a:cubicBezTo>
                    <a:pt x="15153" y="11949"/>
                    <a:pt x="21312" y="6977"/>
                    <a:pt x="23345" y="2761"/>
                  </a:cubicBezTo>
                  <a:cubicBezTo>
                    <a:pt x="25758" y="-808"/>
                    <a:pt x="19470" y="-916"/>
                    <a:pt x="16423" y="2431"/>
                  </a:cubicBezTo>
                  <a:lnTo>
                    <a:pt x="8739" y="11194"/>
                  </a:lnTo>
                  <a:cubicBezTo>
                    <a:pt x="7533" y="12597"/>
                    <a:pt x="6581" y="15194"/>
                    <a:pt x="6581" y="17030"/>
                  </a:cubicBezTo>
                  <a:cubicBezTo>
                    <a:pt x="6581" y="16490"/>
                    <a:pt x="7025" y="21684"/>
                    <a:pt x="5374" y="25360"/>
                  </a:cubicBezTo>
                  <a:lnTo>
                    <a:pt x="611" y="35959"/>
                  </a:lnTo>
                  <a:cubicBezTo>
                    <a:pt x="-976" y="39636"/>
                    <a:pt x="611" y="42226"/>
                    <a:pt x="4421" y="50665"/>
                  </a:cubicBezTo>
                  <a:cubicBezTo>
                    <a:pt x="7533" y="57911"/>
                    <a:pt x="3469" y="65156"/>
                    <a:pt x="8739" y="66667"/>
                  </a:cubicBezTo>
                  <a:cubicBezTo>
                    <a:pt x="15978" y="68725"/>
                    <a:pt x="6708" y="87864"/>
                    <a:pt x="13820" y="92080"/>
                  </a:cubicBezTo>
                  <a:cubicBezTo>
                    <a:pt x="13184" y="91540"/>
                    <a:pt x="17757" y="94137"/>
                    <a:pt x="19344" y="97484"/>
                  </a:cubicBezTo>
                  <a:lnTo>
                    <a:pt x="22138" y="103434"/>
                  </a:lnTo>
                  <a:cubicBezTo>
                    <a:pt x="23916" y="107002"/>
                    <a:pt x="26900" y="109060"/>
                    <a:pt x="29885" y="111543"/>
                  </a:cubicBezTo>
                  <a:cubicBezTo>
                    <a:pt x="33441" y="114356"/>
                    <a:pt x="40871" y="114464"/>
                    <a:pt x="37758" y="111219"/>
                  </a:cubicBezTo>
                  <a:cubicBezTo>
                    <a:pt x="38267" y="111759"/>
                    <a:pt x="33123" y="107110"/>
                    <a:pt x="31028" y="102786"/>
                  </a:cubicBezTo>
                  <a:cubicBezTo>
                    <a:pt x="31028" y="102786"/>
                    <a:pt x="20868" y="81482"/>
                    <a:pt x="20106" y="81914"/>
                  </a:cubicBezTo>
                  <a:cubicBezTo>
                    <a:pt x="19344" y="82453"/>
                    <a:pt x="21821" y="66344"/>
                    <a:pt x="21821" y="66344"/>
                  </a:cubicBezTo>
                  <a:cubicBezTo>
                    <a:pt x="22138" y="64502"/>
                    <a:pt x="23916" y="63422"/>
                    <a:pt x="25631" y="63962"/>
                  </a:cubicBezTo>
                  <a:lnTo>
                    <a:pt x="25440" y="63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5882B304-1FB5-9152-4BCF-7BC8FC5C4DCC}"/>
                </a:ext>
              </a:extLst>
            </p:cNvPr>
            <p:cNvSpPr/>
            <p:nvPr/>
          </p:nvSpPr>
          <p:spPr>
            <a:xfrm>
              <a:off x="10400044" y="4445206"/>
              <a:ext cx="7026" cy="9738"/>
            </a:xfrm>
            <a:custGeom>
              <a:avLst/>
              <a:gdLst>
                <a:gd name="csX0" fmla="*/ 6336 w 7026"/>
                <a:gd name="csY0" fmla="*/ 3623 h 9738"/>
                <a:gd name="csX1" fmla="*/ 5256 w 7026"/>
                <a:gd name="csY1" fmla="*/ 1566 h 9738"/>
                <a:gd name="csX2" fmla="*/ 1128 w 7026"/>
                <a:gd name="csY2" fmla="*/ 594 h 9738"/>
                <a:gd name="csX3" fmla="*/ 2652 w 7026"/>
                <a:gd name="csY3" fmla="*/ 8379 h 9738"/>
                <a:gd name="csX4" fmla="*/ 6336 w 7026"/>
                <a:gd name="csY4" fmla="*/ 3731 h 9738"/>
                <a:gd name="csX5" fmla="*/ 6336 w 7026"/>
                <a:gd name="csY5" fmla="*/ 3623 h 9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26" h="9738">
                  <a:moveTo>
                    <a:pt x="6336" y="3623"/>
                  </a:moveTo>
                  <a:lnTo>
                    <a:pt x="5256" y="1566"/>
                  </a:lnTo>
                  <a:cubicBezTo>
                    <a:pt x="4303" y="-54"/>
                    <a:pt x="2462" y="-485"/>
                    <a:pt x="1128" y="594"/>
                  </a:cubicBezTo>
                  <a:cubicBezTo>
                    <a:pt x="-2110" y="3191"/>
                    <a:pt x="2652" y="8379"/>
                    <a:pt x="2652" y="8379"/>
                  </a:cubicBezTo>
                  <a:cubicBezTo>
                    <a:pt x="5129" y="12056"/>
                    <a:pt x="8495" y="7516"/>
                    <a:pt x="6336" y="3731"/>
                  </a:cubicBezTo>
                  <a:lnTo>
                    <a:pt x="6336" y="36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6E739A0A-FF40-E337-62C4-C9DEAB871C0C}"/>
                </a:ext>
              </a:extLst>
            </p:cNvPr>
            <p:cNvSpPr/>
            <p:nvPr/>
          </p:nvSpPr>
          <p:spPr>
            <a:xfrm>
              <a:off x="10408638" y="4528227"/>
              <a:ext cx="25627" cy="13279"/>
            </a:xfrm>
            <a:custGeom>
              <a:avLst/>
              <a:gdLst>
                <a:gd name="csX0" fmla="*/ 4600 w 25627"/>
                <a:gd name="csY0" fmla="*/ 13279 h 13279"/>
                <a:gd name="csX1" fmla="*/ 21364 w 25627"/>
                <a:gd name="csY1" fmla="*/ 13279 h 13279"/>
                <a:gd name="csX2" fmla="*/ 25492 w 25627"/>
                <a:gd name="csY2" fmla="*/ 10682 h 13279"/>
                <a:gd name="csX3" fmla="*/ 11903 w 25627"/>
                <a:gd name="csY3" fmla="*/ 624 h 13279"/>
                <a:gd name="csX4" fmla="*/ 2187 w 25627"/>
                <a:gd name="csY4" fmla="*/ 3221 h 13279"/>
                <a:gd name="csX5" fmla="*/ 4473 w 25627"/>
                <a:gd name="csY5" fmla="*/ 13279 h 13279"/>
                <a:gd name="csX6" fmla="*/ 4600 w 25627"/>
                <a:gd name="csY6" fmla="*/ 13279 h 1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627" h="13279">
                  <a:moveTo>
                    <a:pt x="4600" y="13279"/>
                  </a:moveTo>
                  <a:lnTo>
                    <a:pt x="21364" y="13279"/>
                  </a:lnTo>
                  <a:cubicBezTo>
                    <a:pt x="23206" y="13279"/>
                    <a:pt x="25047" y="12086"/>
                    <a:pt x="25492" y="10682"/>
                  </a:cubicBezTo>
                  <a:cubicBezTo>
                    <a:pt x="26444" y="7329"/>
                    <a:pt x="22443" y="6142"/>
                    <a:pt x="11903" y="624"/>
                  </a:cubicBezTo>
                  <a:cubicBezTo>
                    <a:pt x="7711" y="-1541"/>
                    <a:pt x="3711" y="2573"/>
                    <a:pt x="2187" y="3221"/>
                  </a:cubicBezTo>
                  <a:cubicBezTo>
                    <a:pt x="-1686" y="5704"/>
                    <a:pt x="-99" y="13279"/>
                    <a:pt x="4473" y="13279"/>
                  </a:cubicBezTo>
                  <a:lnTo>
                    <a:pt x="4600" y="132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C3E0D1F8-748A-5E88-CF21-74756C635B8F}"/>
                </a:ext>
              </a:extLst>
            </p:cNvPr>
            <p:cNvSpPr/>
            <p:nvPr/>
          </p:nvSpPr>
          <p:spPr>
            <a:xfrm>
              <a:off x="10404906" y="4490704"/>
              <a:ext cx="18515" cy="19778"/>
            </a:xfrm>
            <a:custGeom>
              <a:avLst/>
              <a:gdLst>
                <a:gd name="csX0" fmla="*/ 9792 w 18515"/>
                <a:gd name="csY0" fmla="*/ 2244 h 19778"/>
                <a:gd name="csX1" fmla="*/ 8967 w 18515"/>
                <a:gd name="csY1" fmla="*/ 1272 h 19778"/>
                <a:gd name="csX2" fmla="*/ 1284 w 18515"/>
                <a:gd name="csY2" fmla="*/ 2892 h 19778"/>
                <a:gd name="csX3" fmla="*/ 839 w 18515"/>
                <a:gd name="csY3" fmla="*/ 7216 h 19778"/>
                <a:gd name="csX4" fmla="*/ 2236 w 18515"/>
                <a:gd name="csY4" fmla="*/ 8626 h 19778"/>
                <a:gd name="csX5" fmla="*/ 7634 w 18515"/>
                <a:gd name="csY5" fmla="*/ 17382 h 19778"/>
                <a:gd name="csX6" fmla="*/ 12333 w 18515"/>
                <a:gd name="csY6" fmla="*/ 19439 h 19778"/>
                <a:gd name="csX7" fmla="*/ 17413 w 18515"/>
                <a:gd name="csY7" fmla="*/ 18138 h 19778"/>
                <a:gd name="csX8" fmla="*/ 17857 w 18515"/>
                <a:gd name="csY8" fmla="*/ 17598 h 19778"/>
                <a:gd name="csX9" fmla="*/ 12523 w 18515"/>
                <a:gd name="csY9" fmla="*/ 11655 h 19778"/>
                <a:gd name="csX10" fmla="*/ 9792 w 18515"/>
                <a:gd name="csY10" fmla="*/ 2244 h 1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515" h="19778">
                  <a:moveTo>
                    <a:pt x="9792" y="2244"/>
                  </a:moveTo>
                  <a:lnTo>
                    <a:pt x="8967" y="1272"/>
                  </a:lnTo>
                  <a:cubicBezTo>
                    <a:pt x="6046" y="-2188"/>
                    <a:pt x="2109" y="2460"/>
                    <a:pt x="1284" y="2892"/>
                  </a:cubicBezTo>
                  <a:cubicBezTo>
                    <a:pt x="-240" y="3977"/>
                    <a:pt x="-431" y="5921"/>
                    <a:pt x="839" y="7216"/>
                  </a:cubicBezTo>
                  <a:lnTo>
                    <a:pt x="2236" y="8626"/>
                  </a:lnTo>
                  <a:cubicBezTo>
                    <a:pt x="5728" y="12194"/>
                    <a:pt x="3188" y="15439"/>
                    <a:pt x="7634" y="17382"/>
                  </a:cubicBezTo>
                  <a:lnTo>
                    <a:pt x="12333" y="19439"/>
                  </a:lnTo>
                  <a:cubicBezTo>
                    <a:pt x="14047" y="20195"/>
                    <a:pt x="16333" y="19656"/>
                    <a:pt x="17413" y="18138"/>
                  </a:cubicBezTo>
                  <a:lnTo>
                    <a:pt x="17857" y="17598"/>
                  </a:lnTo>
                  <a:cubicBezTo>
                    <a:pt x="20651" y="13813"/>
                    <a:pt x="13729" y="12518"/>
                    <a:pt x="12523" y="11655"/>
                  </a:cubicBezTo>
                  <a:cubicBezTo>
                    <a:pt x="7951" y="9597"/>
                    <a:pt x="13158" y="6028"/>
                    <a:pt x="9792" y="22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110839E2-C997-2075-A790-4907948B681F}"/>
                </a:ext>
              </a:extLst>
            </p:cNvPr>
            <p:cNvSpPr/>
            <p:nvPr/>
          </p:nvSpPr>
          <p:spPr>
            <a:xfrm>
              <a:off x="10392358" y="4483490"/>
              <a:ext cx="7274" cy="10644"/>
            </a:xfrm>
            <a:custGeom>
              <a:avLst/>
              <a:gdLst>
                <a:gd name="csX0" fmla="*/ 52 w 7274"/>
                <a:gd name="csY0" fmla="*/ 7731 h 10644"/>
                <a:gd name="csX1" fmla="*/ 7227 w 7274"/>
                <a:gd name="csY1" fmla="*/ 6753 h 10644"/>
                <a:gd name="csX2" fmla="*/ 4497 w 7274"/>
                <a:gd name="csY2" fmla="*/ 486 h 10644"/>
                <a:gd name="csX3" fmla="*/ 52 w 7274"/>
                <a:gd name="csY3" fmla="*/ 7839 h 10644"/>
                <a:gd name="csX4" fmla="*/ 52 w 7274"/>
                <a:gd name="csY4" fmla="*/ 7731 h 10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4" h="10644">
                  <a:moveTo>
                    <a:pt x="52" y="7731"/>
                  </a:moveTo>
                  <a:cubicBezTo>
                    <a:pt x="-710" y="12163"/>
                    <a:pt x="7227" y="11300"/>
                    <a:pt x="7227" y="6753"/>
                  </a:cubicBezTo>
                  <a:cubicBezTo>
                    <a:pt x="7291" y="7293"/>
                    <a:pt x="7672" y="2429"/>
                    <a:pt x="4497" y="486"/>
                  </a:cubicBezTo>
                  <a:cubicBezTo>
                    <a:pt x="496" y="-2004"/>
                    <a:pt x="814" y="5782"/>
                    <a:pt x="52" y="7839"/>
                  </a:cubicBezTo>
                  <a:lnTo>
                    <a:pt x="52" y="77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E8424D47-46A4-9D0D-EC9E-465C341EB073}"/>
                </a:ext>
              </a:extLst>
            </p:cNvPr>
            <p:cNvSpPr/>
            <p:nvPr/>
          </p:nvSpPr>
          <p:spPr>
            <a:xfrm>
              <a:off x="10394981" y="4502892"/>
              <a:ext cx="7101" cy="6544"/>
            </a:xfrm>
            <a:custGeom>
              <a:avLst/>
              <a:gdLst>
                <a:gd name="csX0" fmla="*/ 5684 w 7101"/>
                <a:gd name="csY0" fmla="*/ 1302 h 6544"/>
                <a:gd name="csX1" fmla="*/ 1239 w 7101"/>
                <a:gd name="csY1" fmla="*/ 762 h 6544"/>
                <a:gd name="csX2" fmla="*/ 1049 w 7101"/>
                <a:gd name="csY2" fmla="*/ 978 h 6544"/>
                <a:gd name="csX3" fmla="*/ 1049 w 7101"/>
                <a:gd name="csY3" fmla="*/ 5302 h 6544"/>
                <a:gd name="csX4" fmla="*/ 6319 w 7101"/>
                <a:gd name="csY4" fmla="*/ 2387 h 6544"/>
                <a:gd name="csX5" fmla="*/ 5557 w 7101"/>
                <a:gd name="csY5" fmla="*/ 1410 h 6544"/>
                <a:gd name="csX6" fmla="*/ 5684 w 7101"/>
                <a:gd name="csY6" fmla="*/ 1302 h 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01" h="6544">
                  <a:moveTo>
                    <a:pt x="5684" y="1302"/>
                  </a:moveTo>
                  <a:cubicBezTo>
                    <a:pt x="4604" y="-210"/>
                    <a:pt x="2509" y="-426"/>
                    <a:pt x="1239" y="762"/>
                  </a:cubicBezTo>
                  <a:lnTo>
                    <a:pt x="1049" y="978"/>
                  </a:lnTo>
                  <a:cubicBezTo>
                    <a:pt x="-412" y="2172"/>
                    <a:pt x="-285" y="4115"/>
                    <a:pt x="1049" y="5302"/>
                  </a:cubicBezTo>
                  <a:cubicBezTo>
                    <a:pt x="4477" y="8007"/>
                    <a:pt x="8923" y="5956"/>
                    <a:pt x="6319" y="2387"/>
                  </a:cubicBezTo>
                  <a:lnTo>
                    <a:pt x="5557" y="1410"/>
                  </a:lnTo>
                  <a:lnTo>
                    <a:pt x="5684" y="13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8C16B76-BE25-C44C-452F-E0E24C54DD00}"/>
                </a:ext>
              </a:extLst>
            </p:cNvPr>
            <p:cNvSpPr/>
            <p:nvPr/>
          </p:nvSpPr>
          <p:spPr>
            <a:xfrm>
              <a:off x="10424337" y="4580947"/>
              <a:ext cx="111743" cy="39122"/>
            </a:xfrm>
            <a:custGeom>
              <a:avLst/>
              <a:gdLst>
                <a:gd name="csX0" fmla="*/ 111710 w 111743"/>
                <a:gd name="csY0" fmla="*/ 37008 h 39122"/>
                <a:gd name="csX1" fmla="*/ 110631 w 111743"/>
                <a:gd name="csY1" fmla="*/ 28251 h 39122"/>
                <a:gd name="csX2" fmla="*/ 103264 w 111743"/>
                <a:gd name="csY2" fmla="*/ 20034 h 39122"/>
                <a:gd name="csX3" fmla="*/ 99073 w 111743"/>
                <a:gd name="csY3" fmla="*/ 11055 h 39122"/>
                <a:gd name="csX4" fmla="*/ 89231 w 111743"/>
                <a:gd name="csY4" fmla="*/ 7163 h 39122"/>
                <a:gd name="csX5" fmla="*/ 76785 w 111743"/>
                <a:gd name="csY5" fmla="*/ 7163 h 39122"/>
                <a:gd name="csX6" fmla="*/ 56083 w 111743"/>
                <a:gd name="csY6" fmla="*/ 1543 h 39122"/>
                <a:gd name="csX7" fmla="*/ 46876 w 111743"/>
                <a:gd name="csY7" fmla="*/ 4026 h 39122"/>
                <a:gd name="csX8" fmla="*/ 45924 w 111743"/>
                <a:gd name="csY8" fmla="*/ 2514 h 39122"/>
                <a:gd name="csX9" fmla="*/ 40844 w 111743"/>
                <a:gd name="csY9" fmla="*/ 25 h 39122"/>
                <a:gd name="csX10" fmla="*/ 7951 w 111743"/>
                <a:gd name="csY10" fmla="*/ 5327 h 39122"/>
                <a:gd name="csX11" fmla="*/ 268 w 111743"/>
                <a:gd name="csY11" fmla="*/ 16573 h 39122"/>
                <a:gd name="csX12" fmla="*/ 4585 w 111743"/>
                <a:gd name="csY12" fmla="*/ 21006 h 39122"/>
                <a:gd name="csX13" fmla="*/ 13666 w 111743"/>
                <a:gd name="csY13" fmla="*/ 14624 h 39122"/>
                <a:gd name="csX14" fmla="*/ 23635 w 111743"/>
                <a:gd name="csY14" fmla="*/ 22409 h 39122"/>
                <a:gd name="csX15" fmla="*/ 30874 w 111743"/>
                <a:gd name="csY15" fmla="*/ 20250 h 39122"/>
                <a:gd name="csX16" fmla="*/ 40399 w 111743"/>
                <a:gd name="csY16" fmla="*/ 14408 h 39122"/>
                <a:gd name="csX17" fmla="*/ 40844 w 111743"/>
                <a:gd name="csY17" fmla="*/ 14624 h 39122"/>
                <a:gd name="csX18" fmla="*/ 42432 w 111743"/>
                <a:gd name="csY18" fmla="*/ 18193 h 39122"/>
                <a:gd name="csX19" fmla="*/ 44209 w 111743"/>
                <a:gd name="csY19" fmla="*/ 21545 h 39122"/>
                <a:gd name="csX20" fmla="*/ 59322 w 111743"/>
                <a:gd name="csY20" fmla="*/ 25114 h 39122"/>
                <a:gd name="csX21" fmla="*/ 61926 w 111743"/>
                <a:gd name="csY21" fmla="*/ 22625 h 39122"/>
                <a:gd name="csX22" fmla="*/ 61926 w 111743"/>
                <a:gd name="csY22" fmla="*/ 22193 h 39122"/>
                <a:gd name="csX23" fmla="*/ 64657 w 111743"/>
                <a:gd name="csY23" fmla="*/ 19164 h 39122"/>
                <a:gd name="csX24" fmla="*/ 74182 w 111743"/>
                <a:gd name="csY24" fmla="*/ 20034 h 39122"/>
                <a:gd name="csX25" fmla="*/ 79261 w 111743"/>
                <a:gd name="csY25" fmla="*/ 23927 h 39122"/>
                <a:gd name="csX26" fmla="*/ 83769 w 111743"/>
                <a:gd name="csY26" fmla="*/ 28251 h 39122"/>
                <a:gd name="csX27" fmla="*/ 109043 w 111743"/>
                <a:gd name="csY27" fmla="*/ 38849 h 39122"/>
                <a:gd name="csX28" fmla="*/ 111710 w 111743"/>
                <a:gd name="csY28" fmla="*/ 36900 h 39122"/>
                <a:gd name="csX29" fmla="*/ 111710 w 111743"/>
                <a:gd name="csY29" fmla="*/ 37008 h 39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11743" h="39122">
                  <a:moveTo>
                    <a:pt x="111710" y="37008"/>
                  </a:moveTo>
                  <a:lnTo>
                    <a:pt x="110631" y="28251"/>
                  </a:lnTo>
                  <a:cubicBezTo>
                    <a:pt x="110122" y="23279"/>
                    <a:pt x="104281" y="25006"/>
                    <a:pt x="103264" y="20034"/>
                  </a:cubicBezTo>
                  <a:cubicBezTo>
                    <a:pt x="102819" y="18732"/>
                    <a:pt x="102947" y="13652"/>
                    <a:pt x="99073" y="11055"/>
                  </a:cubicBezTo>
                  <a:cubicBezTo>
                    <a:pt x="97676" y="10300"/>
                    <a:pt x="93994" y="6515"/>
                    <a:pt x="89231" y="7163"/>
                  </a:cubicBezTo>
                  <a:cubicBezTo>
                    <a:pt x="84531" y="7810"/>
                    <a:pt x="80785" y="8896"/>
                    <a:pt x="76785" y="7163"/>
                  </a:cubicBezTo>
                  <a:cubicBezTo>
                    <a:pt x="62688" y="1219"/>
                    <a:pt x="59767" y="-1054"/>
                    <a:pt x="56083" y="1543"/>
                  </a:cubicBezTo>
                  <a:cubicBezTo>
                    <a:pt x="53925" y="2623"/>
                    <a:pt x="49353" y="8134"/>
                    <a:pt x="46876" y="4026"/>
                  </a:cubicBezTo>
                  <a:lnTo>
                    <a:pt x="45924" y="2514"/>
                  </a:lnTo>
                  <a:cubicBezTo>
                    <a:pt x="44971" y="997"/>
                    <a:pt x="42685" y="-190"/>
                    <a:pt x="40844" y="25"/>
                  </a:cubicBezTo>
                  <a:cubicBezTo>
                    <a:pt x="12904" y="2730"/>
                    <a:pt x="11189" y="2299"/>
                    <a:pt x="7951" y="5327"/>
                  </a:cubicBezTo>
                  <a:cubicBezTo>
                    <a:pt x="5030" y="8680"/>
                    <a:pt x="-1384" y="11595"/>
                    <a:pt x="268" y="16573"/>
                  </a:cubicBezTo>
                  <a:cubicBezTo>
                    <a:pt x="648" y="17437"/>
                    <a:pt x="1728" y="24682"/>
                    <a:pt x="4585" y="21006"/>
                  </a:cubicBezTo>
                  <a:cubicBezTo>
                    <a:pt x="7189" y="18517"/>
                    <a:pt x="10173" y="10623"/>
                    <a:pt x="13666" y="14624"/>
                  </a:cubicBezTo>
                  <a:cubicBezTo>
                    <a:pt x="16143" y="17005"/>
                    <a:pt x="18556" y="22085"/>
                    <a:pt x="23635" y="22409"/>
                  </a:cubicBezTo>
                  <a:cubicBezTo>
                    <a:pt x="24144" y="22409"/>
                    <a:pt x="28081" y="23279"/>
                    <a:pt x="30874" y="20250"/>
                  </a:cubicBezTo>
                  <a:cubicBezTo>
                    <a:pt x="32907" y="18517"/>
                    <a:pt x="35637" y="12897"/>
                    <a:pt x="40399" y="14408"/>
                  </a:cubicBezTo>
                  <a:lnTo>
                    <a:pt x="40844" y="14624"/>
                  </a:lnTo>
                  <a:cubicBezTo>
                    <a:pt x="42558" y="15164"/>
                    <a:pt x="43320" y="16789"/>
                    <a:pt x="42432" y="18193"/>
                  </a:cubicBezTo>
                  <a:cubicBezTo>
                    <a:pt x="41606" y="19602"/>
                    <a:pt x="42432" y="21114"/>
                    <a:pt x="44209" y="21545"/>
                  </a:cubicBezTo>
                  <a:lnTo>
                    <a:pt x="59322" y="25114"/>
                  </a:lnTo>
                  <a:cubicBezTo>
                    <a:pt x="61164" y="25546"/>
                    <a:pt x="62370" y="24467"/>
                    <a:pt x="61926" y="22625"/>
                  </a:cubicBezTo>
                  <a:lnTo>
                    <a:pt x="61926" y="22193"/>
                  </a:lnTo>
                  <a:cubicBezTo>
                    <a:pt x="61608" y="20358"/>
                    <a:pt x="62815" y="19056"/>
                    <a:pt x="64657" y="19164"/>
                  </a:cubicBezTo>
                  <a:lnTo>
                    <a:pt x="74182" y="20034"/>
                  </a:lnTo>
                  <a:cubicBezTo>
                    <a:pt x="77737" y="20358"/>
                    <a:pt x="79706" y="24574"/>
                    <a:pt x="79261" y="23927"/>
                  </a:cubicBezTo>
                  <a:cubicBezTo>
                    <a:pt x="80023" y="25546"/>
                    <a:pt x="82056" y="27495"/>
                    <a:pt x="83769" y="28251"/>
                  </a:cubicBezTo>
                  <a:lnTo>
                    <a:pt x="109043" y="38849"/>
                  </a:lnTo>
                  <a:cubicBezTo>
                    <a:pt x="110757" y="39605"/>
                    <a:pt x="111964" y="38741"/>
                    <a:pt x="111710" y="36900"/>
                  </a:cubicBezTo>
                  <a:lnTo>
                    <a:pt x="111710" y="370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6EBCDE49-9D94-1FD2-81F4-88104D652EBB}"/>
                </a:ext>
              </a:extLst>
            </p:cNvPr>
            <p:cNvSpPr/>
            <p:nvPr/>
          </p:nvSpPr>
          <p:spPr>
            <a:xfrm>
              <a:off x="10426763" y="4610249"/>
              <a:ext cx="13398" cy="10066"/>
            </a:xfrm>
            <a:custGeom>
              <a:avLst/>
              <a:gdLst>
                <a:gd name="csX0" fmla="*/ 2984 w 13398"/>
                <a:gd name="csY0" fmla="*/ 3489 h 10066"/>
                <a:gd name="csX1" fmla="*/ 0 w 13398"/>
                <a:gd name="csY1" fmla="*/ 8029 h 10066"/>
                <a:gd name="csX2" fmla="*/ 10287 w 13398"/>
                <a:gd name="csY2" fmla="*/ 7058 h 10066"/>
                <a:gd name="csX3" fmla="*/ 13398 w 13398"/>
                <a:gd name="csY3" fmla="*/ 2517 h 10066"/>
                <a:gd name="csX4" fmla="*/ 13398 w 13398"/>
                <a:gd name="csY4" fmla="*/ 2194 h 10066"/>
                <a:gd name="csX5" fmla="*/ 3111 w 13398"/>
                <a:gd name="csY5" fmla="*/ 3597 h 10066"/>
                <a:gd name="csX6" fmla="*/ 2984 w 13398"/>
                <a:gd name="csY6" fmla="*/ 3489 h 10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98" h="10066">
                  <a:moveTo>
                    <a:pt x="2984" y="3489"/>
                  </a:moveTo>
                  <a:cubicBezTo>
                    <a:pt x="1270" y="4245"/>
                    <a:pt x="0" y="6302"/>
                    <a:pt x="0" y="8029"/>
                  </a:cubicBezTo>
                  <a:cubicBezTo>
                    <a:pt x="0" y="12792"/>
                    <a:pt x="6985" y="7814"/>
                    <a:pt x="10287" y="7058"/>
                  </a:cubicBezTo>
                  <a:cubicBezTo>
                    <a:pt x="12002" y="6410"/>
                    <a:pt x="13398" y="4352"/>
                    <a:pt x="13398" y="2517"/>
                  </a:cubicBezTo>
                  <a:lnTo>
                    <a:pt x="13398" y="2194"/>
                  </a:lnTo>
                  <a:cubicBezTo>
                    <a:pt x="13398" y="-3001"/>
                    <a:pt x="6668" y="2517"/>
                    <a:pt x="3111" y="3597"/>
                  </a:cubicBezTo>
                  <a:lnTo>
                    <a:pt x="2984" y="34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A179A5E4-29D2-EA86-9260-1D1C7BEB1557}"/>
                </a:ext>
              </a:extLst>
            </p:cNvPr>
            <p:cNvSpPr/>
            <p:nvPr/>
          </p:nvSpPr>
          <p:spPr>
            <a:xfrm>
              <a:off x="10446893" y="4608852"/>
              <a:ext cx="11250" cy="6581"/>
            </a:xfrm>
            <a:custGeom>
              <a:avLst/>
              <a:gdLst>
                <a:gd name="csX0" fmla="*/ 11113 w 11250"/>
                <a:gd name="csY0" fmla="*/ 3807 h 6581"/>
                <a:gd name="csX1" fmla="*/ 11113 w 11250"/>
                <a:gd name="csY1" fmla="*/ 3267 h 6581"/>
                <a:gd name="csX2" fmla="*/ 6794 w 11250"/>
                <a:gd name="csY2" fmla="*/ 22 h 6581"/>
                <a:gd name="csX3" fmla="*/ 0 w 11250"/>
                <a:gd name="csY3" fmla="*/ 2721 h 6581"/>
                <a:gd name="csX4" fmla="*/ 3238 w 11250"/>
                <a:gd name="csY4" fmla="*/ 5858 h 6581"/>
                <a:gd name="csX5" fmla="*/ 11113 w 11250"/>
                <a:gd name="csY5" fmla="*/ 3807 h 6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50" h="6581">
                  <a:moveTo>
                    <a:pt x="11113" y="3807"/>
                  </a:moveTo>
                  <a:lnTo>
                    <a:pt x="11113" y="3267"/>
                  </a:lnTo>
                  <a:cubicBezTo>
                    <a:pt x="10477" y="1533"/>
                    <a:pt x="8636" y="22"/>
                    <a:pt x="6794" y="22"/>
                  </a:cubicBezTo>
                  <a:cubicBezTo>
                    <a:pt x="5842" y="238"/>
                    <a:pt x="0" y="-956"/>
                    <a:pt x="0" y="2721"/>
                  </a:cubicBezTo>
                  <a:cubicBezTo>
                    <a:pt x="0" y="4239"/>
                    <a:pt x="1524" y="5534"/>
                    <a:pt x="3238" y="5858"/>
                  </a:cubicBezTo>
                  <a:cubicBezTo>
                    <a:pt x="5270" y="5858"/>
                    <a:pt x="12319" y="8455"/>
                    <a:pt x="11113" y="3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25102148-0ED0-539F-4281-67407C7E9E18}"/>
                </a:ext>
              </a:extLst>
            </p:cNvPr>
            <p:cNvSpPr/>
            <p:nvPr/>
          </p:nvSpPr>
          <p:spPr>
            <a:xfrm>
              <a:off x="10412267" y="4596845"/>
              <a:ext cx="6284" cy="6601"/>
            </a:xfrm>
            <a:custGeom>
              <a:avLst/>
              <a:gdLst>
                <a:gd name="csX0" fmla="*/ 5797 w 6284"/>
                <a:gd name="csY0" fmla="*/ 1323 h 6601"/>
                <a:gd name="csX1" fmla="*/ 1923 w 6284"/>
                <a:gd name="csY1" fmla="*/ 891 h 6601"/>
                <a:gd name="csX2" fmla="*/ 1161 w 6284"/>
                <a:gd name="csY2" fmla="*/ 1755 h 6601"/>
                <a:gd name="csX3" fmla="*/ 527 w 6284"/>
                <a:gd name="csY3" fmla="*/ 5863 h 6601"/>
                <a:gd name="csX4" fmla="*/ 5797 w 6284"/>
                <a:gd name="csY4" fmla="*/ 1323 h 6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84" h="6601">
                  <a:moveTo>
                    <a:pt x="5797" y="1323"/>
                  </a:moveTo>
                  <a:cubicBezTo>
                    <a:pt x="4971" y="-303"/>
                    <a:pt x="3193" y="-410"/>
                    <a:pt x="1923" y="891"/>
                  </a:cubicBezTo>
                  <a:lnTo>
                    <a:pt x="1161" y="1755"/>
                  </a:lnTo>
                  <a:cubicBezTo>
                    <a:pt x="-109" y="3050"/>
                    <a:pt x="-363" y="4892"/>
                    <a:pt x="527" y="5863"/>
                  </a:cubicBezTo>
                  <a:cubicBezTo>
                    <a:pt x="2685" y="8029"/>
                    <a:pt x="7892" y="5107"/>
                    <a:pt x="5797" y="13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8DDA68A5-817B-A907-0221-AF692EA3A832}"/>
                </a:ext>
              </a:extLst>
            </p:cNvPr>
            <p:cNvSpPr/>
            <p:nvPr/>
          </p:nvSpPr>
          <p:spPr>
            <a:xfrm>
              <a:off x="10602544" y="4683971"/>
              <a:ext cx="6367" cy="15685"/>
            </a:xfrm>
            <a:custGeom>
              <a:avLst/>
              <a:gdLst>
                <a:gd name="csX0" fmla="*/ 50 w 6367"/>
                <a:gd name="csY0" fmla="*/ 6221 h 15685"/>
                <a:gd name="csX1" fmla="*/ 3416 w 6367"/>
                <a:gd name="csY1" fmla="*/ 15631 h 15685"/>
                <a:gd name="csX2" fmla="*/ 6336 w 6367"/>
                <a:gd name="csY2" fmla="*/ 11847 h 15685"/>
                <a:gd name="csX3" fmla="*/ 5194 w 6367"/>
                <a:gd name="csY3" fmla="*/ 1788 h 15685"/>
                <a:gd name="csX4" fmla="*/ 50 w 6367"/>
                <a:gd name="csY4" fmla="*/ 6221 h 15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7" h="15685">
                  <a:moveTo>
                    <a:pt x="50" y="6221"/>
                  </a:moveTo>
                  <a:cubicBezTo>
                    <a:pt x="495" y="9034"/>
                    <a:pt x="-1538" y="16387"/>
                    <a:pt x="3416" y="15631"/>
                  </a:cubicBezTo>
                  <a:cubicBezTo>
                    <a:pt x="5257" y="15302"/>
                    <a:pt x="6591" y="13682"/>
                    <a:pt x="6336" y="11847"/>
                  </a:cubicBezTo>
                  <a:lnTo>
                    <a:pt x="5194" y="1788"/>
                  </a:lnTo>
                  <a:cubicBezTo>
                    <a:pt x="4622" y="-2536"/>
                    <a:pt x="50" y="1788"/>
                    <a:pt x="50" y="62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79DF63D9-EEFE-4DBC-862A-1BDB94EE5AAE}"/>
                </a:ext>
              </a:extLst>
            </p:cNvPr>
            <p:cNvSpPr/>
            <p:nvPr/>
          </p:nvSpPr>
          <p:spPr>
            <a:xfrm>
              <a:off x="10614613" y="4671377"/>
              <a:ext cx="13283" cy="24763"/>
            </a:xfrm>
            <a:custGeom>
              <a:avLst/>
              <a:gdLst>
                <a:gd name="csX0" fmla="*/ 11096 w 13283"/>
                <a:gd name="csY0" fmla="*/ 0 h 24763"/>
                <a:gd name="csX1" fmla="*/ 10397 w 13283"/>
                <a:gd name="csY1" fmla="*/ 0 h 24763"/>
                <a:gd name="csX2" fmla="*/ 5762 w 13283"/>
                <a:gd name="csY2" fmla="*/ 3137 h 24763"/>
                <a:gd name="csX3" fmla="*/ 555 w 13283"/>
                <a:gd name="csY3" fmla="*/ 22060 h 24763"/>
                <a:gd name="csX4" fmla="*/ 1127 w 13283"/>
                <a:gd name="csY4" fmla="*/ 23463 h 24763"/>
                <a:gd name="csX5" fmla="*/ 3730 w 13283"/>
                <a:gd name="csY5" fmla="*/ 23463 h 24763"/>
                <a:gd name="csX6" fmla="*/ 13001 w 13283"/>
                <a:gd name="csY6" fmla="*/ 3029 h 24763"/>
                <a:gd name="csX7" fmla="*/ 11096 w 13283"/>
                <a:gd name="csY7" fmla="*/ 0 h 24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83" h="24763">
                  <a:moveTo>
                    <a:pt x="11096" y="0"/>
                  </a:moveTo>
                  <a:lnTo>
                    <a:pt x="10397" y="0"/>
                  </a:lnTo>
                  <a:cubicBezTo>
                    <a:pt x="8556" y="0"/>
                    <a:pt x="6397" y="1403"/>
                    <a:pt x="5762" y="3137"/>
                  </a:cubicBezTo>
                  <a:cubicBezTo>
                    <a:pt x="809" y="15246"/>
                    <a:pt x="-1032" y="17951"/>
                    <a:pt x="555" y="22060"/>
                  </a:cubicBezTo>
                  <a:lnTo>
                    <a:pt x="1127" y="23463"/>
                  </a:lnTo>
                  <a:cubicBezTo>
                    <a:pt x="1761" y="25197"/>
                    <a:pt x="2968" y="25197"/>
                    <a:pt x="3730" y="23463"/>
                  </a:cubicBezTo>
                  <a:lnTo>
                    <a:pt x="13001" y="3029"/>
                  </a:lnTo>
                  <a:cubicBezTo>
                    <a:pt x="13763" y="1295"/>
                    <a:pt x="12937" y="0"/>
                    <a:pt x="1109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39B72CF9-709C-11FC-2ED7-6D00CD25E87D}"/>
                </a:ext>
              </a:extLst>
            </p:cNvPr>
            <p:cNvSpPr/>
            <p:nvPr/>
          </p:nvSpPr>
          <p:spPr>
            <a:xfrm>
              <a:off x="10448186" y="4739360"/>
              <a:ext cx="7644" cy="8349"/>
            </a:xfrm>
            <a:custGeom>
              <a:avLst/>
              <a:gdLst>
                <a:gd name="csX0" fmla="*/ 6707 w 7644"/>
                <a:gd name="csY0" fmla="*/ 1225 h 8349"/>
                <a:gd name="csX1" fmla="*/ 2135 w 7644"/>
                <a:gd name="csY1" fmla="*/ 901 h 8349"/>
                <a:gd name="csX2" fmla="*/ 993 w 7644"/>
                <a:gd name="csY2" fmla="*/ 2089 h 8349"/>
                <a:gd name="csX3" fmla="*/ 1056 w 7644"/>
                <a:gd name="csY3" fmla="*/ 6629 h 8349"/>
                <a:gd name="csX4" fmla="*/ 2072 w 7644"/>
                <a:gd name="csY4" fmla="*/ 7499 h 8349"/>
                <a:gd name="csX5" fmla="*/ 6581 w 7644"/>
                <a:gd name="csY5" fmla="*/ 7061 h 8349"/>
                <a:gd name="csX6" fmla="*/ 6834 w 7644"/>
                <a:gd name="csY6" fmla="*/ 6737 h 8349"/>
                <a:gd name="csX7" fmla="*/ 6834 w 7644"/>
                <a:gd name="csY7" fmla="*/ 1441 h 8349"/>
                <a:gd name="csX8" fmla="*/ 6581 w 7644"/>
                <a:gd name="csY8" fmla="*/ 1117 h 8349"/>
                <a:gd name="csX9" fmla="*/ 6707 w 7644"/>
                <a:gd name="csY9" fmla="*/ 1225 h 8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4" h="8349">
                  <a:moveTo>
                    <a:pt x="6707" y="1225"/>
                  </a:moveTo>
                  <a:cubicBezTo>
                    <a:pt x="5501" y="-292"/>
                    <a:pt x="3532" y="-400"/>
                    <a:pt x="2135" y="901"/>
                  </a:cubicBezTo>
                  <a:lnTo>
                    <a:pt x="993" y="2089"/>
                  </a:lnTo>
                  <a:cubicBezTo>
                    <a:pt x="-341" y="3384"/>
                    <a:pt x="-341" y="5442"/>
                    <a:pt x="1056" y="6629"/>
                  </a:cubicBezTo>
                  <a:lnTo>
                    <a:pt x="2072" y="7499"/>
                  </a:lnTo>
                  <a:cubicBezTo>
                    <a:pt x="3469" y="8795"/>
                    <a:pt x="5501" y="8578"/>
                    <a:pt x="6581" y="7061"/>
                  </a:cubicBezTo>
                  <a:lnTo>
                    <a:pt x="6834" y="6737"/>
                  </a:lnTo>
                  <a:cubicBezTo>
                    <a:pt x="7914" y="5334"/>
                    <a:pt x="7914" y="2952"/>
                    <a:pt x="6834" y="1441"/>
                  </a:cubicBezTo>
                  <a:lnTo>
                    <a:pt x="6581" y="1117"/>
                  </a:lnTo>
                  <a:lnTo>
                    <a:pt x="6707" y="12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437D526D-DD2C-9CC2-DCB7-1F2ADD7357FF}"/>
                </a:ext>
              </a:extLst>
            </p:cNvPr>
            <p:cNvSpPr/>
            <p:nvPr/>
          </p:nvSpPr>
          <p:spPr>
            <a:xfrm>
              <a:off x="10487132" y="4767107"/>
              <a:ext cx="11592" cy="10758"/>
            </a:xfrm>
            <a:custGeom>
              <a:avLst/>
              <a:gdLst>
                <a:gd name="csX0" fmla="*/ 9608 w 11592"/>
                <a:gd name="csY0" fmla="*/ 1807 h 10758"/>
                <a:gd name="csX1" fmla="*/ 1607 w 11592"/>
                <a:gd name="csY1" fmla="*/ 1267 h 10758"/>
                <a:gd name="csX2" fmla="*/ 845 w 11592"/>
                <a:gd name="csY2" fmla="*/ 2137 h 10758"/>
                <a:gd name="csX3" fmla="*/ 1226 w 11592"/>
                <a:gd name="csY3" fmla="*/ 6569 h 10758"/>
                <a:gd name="csX4" fmla="*/ 10179 w 11592"/>
                <a:gd name="csY4" fmla="*/ 9052 h 10758"/>
                <a:gd name="csX5" fmla="*/ 9544 w 11592"/>
                <a:gd name="csY5" fmla="*/ 1807 h 10758"/>
                <a:gd name="csX6" fmla="*/ 9608 w 11592"/>
                <a:gd name="csY6" fmla="*/ 1807 h 10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92" h="10758">
                  <a:moveTo>
                    <a:pt x="9608" y="1807"/>
                  </a:moveTo>
                  <a:cubicBezTo>
                    <a:pt x="9608" y="1807"/>
                    <a:pt x="4782" y="-1870"/>
                    <a:pt x="1607" y="1267"/>
                  </a:cubicBezTo>
                  <a:lnTo>
                    <a:pt x="845" y="2137"/>
                  </a:lnTo>
                  <a:cubicBezTo>
                    <a:pt x="-426" y="3432"/>
                    <a:pt x="-235" y="5483"/>
                    <a:pt x="1226" y="6569"/>
                  </a:cubicBezTo>
                  <a:cubicBezTo>
                    <a:pt x="3575" y="7757"/>
                    <a:pt x="8338" y="13598"/>
                    <a:pt x="10179" y="9052"/>
                  </a:cubicBezTo>
                  <a:cubicBezTo>
                    <a:pt x="10306" y="8080"/>
                    <a:pt x="13672" y="3864"/>
                    <a:pt x="9544" y="1807"/>
                  </a:cubicBezTo>
                  <a:lnTo>
                    <a:pt x="9608" y="18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0FACEE64-67E8-E1CE-ECF9-0C76BB67C04E}"/>
                </a:ext>
              </a:extLst>
            </p:cNvPr>
            <p:cNvSpPr/>
            <p:nvPr/>
          </p:nvSpPr>
          <p:spPr>
            <a:xfrm>
              <a:off x="10416811" y="4779677"/>
              <a:ext cx="21064" cy="8069"/>
            </a:xfrm>
            <a:custGeom>
              <a:avLst/>
              <a:gdLst>
                <a:gd name="csX0" fmla="*/ 17699 w 21064"/>
                <a:gd name="csY0" fmla="*/ 1567 h 8069"/>
                <a:gd name="csX1" fmla="*/ 1062 w 21064"/>
                <a:gd name="csY1" fmla="*/ 2107 h 8069"/>
                <a:gd name="csX2" fmla="*/ 618 w 21064"/>
                <a:gd name="csY2" fmla="*/ 2647 h 8069"/>
                <a:gd name="csX3" fmla="*/ 1887 w 21064"/>
                <a:gd name="csY3" fmla="*/ 5244 h 8069"/>
                <a:gd name="csX4" fmla="*/ 11984 w 21064"/>
                <a:gd name="csY4" fmla="*/ 6216 h 8069"/>
                <a:gd name="csX5" fmla="*/ 21064 w 21064"/>
                <a:gd name="csY5" fmla="*/ 5676 h 8069"/>
                <a:gd name="csX6" fmla="*/ 21064 w 21064"/>
                <a:gd name="csY6" fmla="*/ 5460 h 8069"/>
                <a:gd name="csX7" fmla="*/ 17699 w 21064"/>
                <a:gd name="csY7" fmla="*/ 1675 h 8069"/>
                <a:gd name="csX8" fmla="*/ 17699 w 21064"/>
                <a:gd name="csY8" fmla="*/ 1567 h 8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064" h="8069">
                  <a:moveTo>
                    <a:pt x="17699" y="1567"/>
                  </a:moveTo>
                  <a:cubicBezTo>
                    <a:pt x="7031" y="50"/>
                    <a:pt x="3729" y="-1246"/>
                    <a:pt x="1062" y="2107"/>
                  </a:cubicBezTo>
                  <a:lnTo>
                    <a:pt x="618" y="2647"/>
                  </a:lnTo>
                  <a:cubicBezTo>
                    <a:pt x="-589" y="4056"/>
                    <a:pt x="46" y="5244"/>
                    <a:pt x="1887" y="5244"/>
                  </a:cubicBezTo>
                  <a:cubicBezTo>
                    <a:pt x="3031" y="5244"/>
                    <a:pt x="7666" y="4920"/>
                    <a:pt x="11984" y="6216"/>
                  </a:cubicBezTo>
                  <a:cubicBezTo>
                    <a:pt x="14460" y="6539"/>
                    <a:pt x="21064" y="10540"/>
                    <a:pt x="21064" y="5676"/>
                  </a:cubicBezTo>
                  <a:lnTo>
                    <a:pt x="21064" y="5460"/>
                  </a:lnTo>
                  <a:cubicBezTo>
                    <a:pt x="21064" y="3619"/>
                    <a:pt x="19541" y="1891"/>
                    <a:pt x="17699" y="1675"/>
                  </a:cubicBezTo>
                  <a:lnTo>
                    <a:pt x="17699" y="1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5CB9CF9-06D1-43FD-6FA5-A677434237E6}"/>
                </a:ext>
              </a:extLst>
            </p:cNvPr>
            <p:cNvSpPr/>
            <p:nvPr/>
          </p:nvSpPr>
          <p:spPr>
            <a:xfrm>
              <a:off x="10403578" y="4755457"/>
              <a:ext cx="8245" cy="8458"/>
            </a:xfrm>
            <a:custGeom>
              <a:avLst/>
              <a:gdLst>
                <a:gd name="csX0" fmla="*/ 6612 w 8245"/>
                <a:gd name="csY0" fmla="*/ 807 h 8458"/>
                <a:gd name="csX1" fmla="*/ 4643 w 8245"/>
                <a:gd name="csY1" fmla="*/ 159 h 8458"/>
                <a:gd name="csX2" fmla="*/ 515 w 8245"/>
                <a:gd name="csY2" fmla="*/ 2324 h 8458"/>
                <a:gd name="csX3" fmla="*/ 198 w 8245"/>
                <a:gd name="csY3" fmla="*/ 3511 h 8458"/>
                <a:gd name="csX4" fmla="*/ 1278 w 8245"/>
                <a:gd name="csY4" fmla="*/ 8052 h 8458"/>
                <a:gd name="csX5" fmla="*/ 7564 w 8245"/>
                <a:gd name="csY5" fmla="*/ 4375 h 8458"/>
                <a:gd name="csX6" fmla="*/ 6612 w 8245"/>
                <a:gd name="csY6" fmla="*/ 807 h 8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45" h="8458">
                  <a:moveTo>
                    <a:pt x="6612" y="807"/>
                  </a:moveTo>
                  <a:lnTo>
                    <a:pt x="4643" y="159"/>
                  </a:lnTo>
                  <a:cubicBezTo>
                    <a:pt x="2928" y="-381"/>
                    <a:pt x="1087" y="483"/>
                    <a:pt x="515" y="2324"/>
                  </a:cubicBezTo>
                  <a:lnTo>
                    <a:pt x="198" y="3511"/>
                  </a:lnTo>
                  <a:cubicBezTo>
                    <a:pt x="-310" y="5239"/>
                    <a:pt x="198" y="7296"/>
                    <a:pt x="1278" y="8052"/>
                  </a:cubicBezTo>
                  <a:cubicBezTo>
                    <a:pt x="4008" y="9893"/>
                    <a:pt x="7056" y="4915"/>
                    <a:pt x="7564" y="4375"/>
                  </a:cubicBezTo>
                  <a:cubicBezTo>
                    <a:pt x="8770" y="2972"/>
                    <a:pt x="8326" y="1346"/>
                    <a:pt x="6612" y="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28DB1C-8E13-8218-FCCE-833F0926F322}"/>
                </a:ext>
              </a:extLst>
            </p:cNvPr>
            <p:cNvSpPr/>
            <p:nvPr/>
          </p:nvSpPr>
          <p:spPr>
            <a:xfrm>
              <a:off x="10497021" y="4541540"/>
              <a:ext cx="22790" cy="11468"/>
            </a:xfrm>
            <a:custGeom>
              <a:avLst/>
              <a:gdLst>
                <a:gd name="csX0" fmla="*/ 12420 w 22790"/>
                <a:gd name="csY0" fmla="*/ 11099 h 11468"/>
                <a:gd name="csX1" fmla="*/ 21627 w 22790"/>
                <a:gd name="csY1" fmla="*/ 6882 h 11468"/>
                <a:gd name="csX2" fmla="*/ 22072 w 22790"/>
                <a:gd name="csY2" fmla="*/ 2018 h 11468"/>
                <a:gd name="csX3" fmla="*/ 21055 w 22790"/>
                <a:gd name="csY3" fmla="*/ 939 h 11468"/>
                <a:gd name="csX4" fmla="*/ 1371 w 22790"/>
                <a:gd name="csY4" fmla="*/ 4292 h 11468"/>
                <a:gd name="csX5" fmla="*/ 12547 w 22790"/>
                <a:gd name="csY5" fmla="*/ 11099 h 11468"/>
                <a:gd name="csX6" fmla="*/ 12420 w 22790"/>
                <a:gd name="csY6" fmla="*/ 11099 h 1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0" h="11468">
                  <a:moveTo>
                    <a:pt x="12420" y="11099"/>
                  </a:moveTo>
                  <a:cubicBezTo>
                    <a:pt x="16864" y="12832"/>
                    <a:pt x="19912" y="7968"/>
                    <a:pt x="21627" y="6882"/>
                  </a:cubicBezTo>
                  <a:cubicBezTo>
                    <a:pt x="23024" y="5587"/>
                    <a:pt x="23151" y="3422"/>
                    <a:pt x="22072" y="2018"/>
                  </a:cubicBezTo>
                  <a:lnTo>
                    <a:pt x="21055" y="939"/>
                  </a:lnTo>
                  <a:cubicBezTo>
                    <a:pt x="18388" y="-2414"/>
                    <a:pt x="1371" y="4292"/>
                    <a:pt x="1371" y="4292"/>
                  </a:cubicBezTo>
                  <a:cubicBezTo>
                    <a:pt x="-2948" y="5695"/>
                    <a:pt x="3529" y="7422"/>
                    <a:pt x="12547" y="11099"/>
                  </a:cubicBezTo>
                  <a:lnTo>
                    <a:pt x="12420" y="110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F9902409-23CE-0D49-A4AF-C0CD27174F5E}"/>
                </a:ext>
              </a:extLst>
            </p:cNvPr>
            <p:cNvSpPr/>
            <p:nvPr/>
          </p:nvSpPr>
          <p:spPr>
            <a:xfrm>
              <a:off x="10682776" y="4512068"/>
              <a:ext cx="8820" cy="9541"/>
            </a:xfrm>
            <a:custGeom>
              <a:avLst/>
              <a:gdLst>
                <a:gd name="csX0" fmla="*/ 591 w 8820"/>
                <a:gd name="csY0" fmla="*/ 1753 h 9541"/>
                <a:gd name="csX1" fmla="*/ 1226 w 8820"/>
                <a:gd name="csY1" fmla="*/ 6833 h 9541"/>
                <a:gd name="csX2" fmla="*/ 7830 w 8820"/>
                <a:gd name="csY2" fmla="*/ 8135 h 9541"/>
                <a:gd name="csX3" fmla="*/ 8274 w 8820"/>
                <a:gd name="csY3" fmla="*/ 7481 h 9541"/>
                <a:gd name="csX4" fmla="*/ 7512 w 8820"/>
                <a:gd name="csY4" fmla="*/ 2617 h 9541"/>
                <a:gd name="csX5" fmla="*/ 781 w 8820"/>
                <a:gd name="csY5" fmla="*/ 1429 h 9541"/>
                <a:gd name="csX6" fmla="*/ 591 w 8820"/>
                <a:gd name="csY6" fmla="*/ 1861 h 9541"/>
                <a:gd name="csX7" fmla="*/ 591 w 8820"/>
                <a:gd name="csY7" fmla="*/ 1753 h 9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20" h="9541">
                  <a:moveTo>
                    <a:pt x="591" y="1753"/>
                  </a:moveTo>
                  <a:cubicBezTo>
                    <a:pt x="-362" y="3264"/>
                    <a:pt x="-171" y="5538"/>
                    <a:pt x="1226" y="6833"/>
                  </a:cubicBezTo>
                  <a:cubicBezTo>
                    <a:pt x="1861" y="7157"/>
                    <a:pt x="5353" y="11811"/>
                    <a:pt x="7830" y="8135"/>
                  </a:cubicBezTo>
                  <a:lnTo>
                    <a:pt x="8274" y="7481"/>
                  </a:lnTo>
                  <a:cubicBezTo>
                    <a:pt x="9227" y="5969"/>
                    <a:pt x="8909" y="3696"/>
                    <a:pt x="7512" y="2617"/>
                  </a:cubicBezTo>
                  <a:cubicBezTo>
                    <a:pt x="7004" y="2293"/>
                    <a:pt x="3194" y="-2247"/>
                    <a:pt x="781" y="1429"/>
                  </a:cubicBezTo>
                  <a:lnTo>
                    <a:pt x="591" y="1861"/>
                  </a:lnTo>
                  <a:lnTo>
                    <a:pt x="591" y="1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CBFF240E-10E1-05C7-970B-1C1F4F3B94EA}"/>
                </a:ext>
              </a:extLst>
            </p:cNvPr>
            <p:cNvSpPr/>
            <p:nvPr/>
          </p:nvSpPr>
          <p:spPr>
            <a:xfrm>
              <a:off x="10706007" y="4501776"/>
              <a:ext cx="36362" cy="19049"/>
            </a:xfrm>
            <a:custGeom>
              <a:avLst/>
              <a:gdLst>
                <a:gd name="csX0" fmla="*/ 8220 w 36362"/>
                <a:gd name="csY0" fmla="*/ 8800 h 19049"/>
                <a:gd name="csX1" fmla="*/ 15904 w 36362"/>
                <a:gd name="csY1" fmla="*/ 12045 h 19049"/>
                <a:gd name="csX2" fmla="*/ 20348 w 36362"/>
                <a:gd name="csY2" fmla="*/ 18966 h 19049"/>
                <a:gd name="csX3" fmla="*/ 35461 w 36362"/>
                <a:gd name="csY3" fmla="*/ 16693 h 19049"/>
                <a:gd name="csX4" fmla="*/ 16094 w 36362"/>
                <a:gd name="csY4" fmla="*/ 1446 h 19049"/>
                <a:gd name="csX5" fmla="*/ 219 w 36362"/>
                <a:gd name="csY5" fmla="*/ 1770 h 19049"/>
                <a:gd name="csX6" fmla="*/ 8093 w 36362"/>
                <a:gd name="csY6" fmla="*/ 8800 h 19049"/>
                <a:gd name="csX7" fmla="*/ 8220 w 36362"/>
                <a:gd name="csY7" fmla="*/ 880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362" h="19049">
                  <a:moveTo>
                    <a:pt x="8220" y="8800"/>
                  </a:moveTo>
                  <a:cubicBezTo>
                    <a:pt x="9427" y="9016"/>
                    <a:pt x="15142" y="7612"/>
                    <a:pt x="15904" y="12045"/>
                  </a:cubicBezTo>
                  <a:cubicBezTo>
                    <a:pt x="16222" y="13124"/>
                    <a:pt x="15904" y="18966"/>
                    <a:pt x="20348" y="18966"/>
                  </a:cubicBezTo>
                  <a:cubicBezTo>
                    <a:pt x="32541" y="18966"/>
                    <a:pt x="38827" y="19722"/>
                    <a:pt x="35461" y="16693"/>
                  </a:cubicBezTo>
                  <a:cubicBezTo>
                    <a:pt x="24095" y="6203"/>
                    <a:pt x="20857" y="2202"/>
                    <a:pt x="16094" y="1446"/>
                  </a:cubicBezTo>
                  <a:cubicBezTo>
                    <a:pt x="16094" y="1446"/>
                    <a:pt x="-2194" y="-2014"/>
                    <a:pt x="219" y="1770"/>
                  </a:cubicBezTo>
                  <a:cubicBezTo>
                    <a:pt x="1616" y="3389"/>
                    <a:pt x="3331" y="8800"/>
                    <a:pt x="8093" y="8800"/>
                  </a:cubicBezTo>
                  <a:lnTo>
                    <a:pt x="8220" y="88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42904F90-7166-147F-F12E-65256C9A1D90}"/>
                </a:ext>
              </a:extLst>
            </p:cNvPr>
            <p:cNvSpPr/>
            <p:nvPr/>
          </p:nvSpPr>
          <p:spPr>
            <a:xfrm>
              <a:off x="10709112" y="4535975"/>
              <a:ext cx="51091" cy="12861"/>
            </a:xfrm>
            <a:custGeom>
              <a:avLst/>
              <a:gdLst>
                <a:gd name="csX0" fmla="*/ 5306 w 51091"/>
                <a:gd name="csY0" fmla="*/ 6504 h 12861"/>
                <a:gd name="csX1" fmla="*/ 34135 w 51091"/>
                <a:gd name="csY1" fmla="*/ 12555 h 12861"/>
                <a:gd name="csX2" fmla="*/ 49057 w 51091"/>
                <a:gd name="csY2" fmla="*/ 9094 h 12861"/>
                <a:gd name="csX3" fmla="*/ 45692 w 51091"/>
                <a:gd name="csY3" fmla="*/ 3582 h 12861"/>
                <a:gd name="csX4" fmla="*/ 2068 w 51091"/>
                <a:gd name="csY4" fmla="*/ 14 h 12861"/>
                <a:gd name="csX5" fmla="*/ 5306 w 51091"/>
                <a:gd name="csY5" fmla="*/ 6395 h 12861"/>
                <a:gd name="csX6" fmla="*/ 5306 w 51091"/>
                <a:gd name="csY6" fmla="*/ 6504 h 1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1091" h="12861">
                  <a:moveTo>
                    <a:pt x="5306" y="6504"/>
                  </a:moveTo>
                  <a:cubicBezTo>
                    <a:pt x="27150" y="12339"/>
                    <a:pt x="29690" y="13533"/>
                    <a:pt x="34135" y="12555"/>
                  </a:cubicBezTo>
                  <a:lnTo>
                    <a:pt x="49057" y="9094"/>
                  </a:lnTo>
                  <a:cubicBezTo>
                    <a:pt x="53375" y="8123"/>
                    <a:pt x="50137" y="4014"/>
                    <a:pt x="45692" y="3582"/>
                  </a:cubicBezTo>
                  <a:lnTo>
                    <a:pt x="2068" y="14"/>
                  </a:lnTo>
                  <a:cubicBezTo>
                    <a:pt x="-2251" y="-310"/>
                    <a:pt x="861" y="5202"/>
                    <a:pt x="5306" y="6395"/>
                  </a:cubicBezTo>
                  <a:lnTo>
                    <a:pt x="5306" y="65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9C549ADD-7F12-0CBC-5FE8-B92B3087073B}"/>
                </a:ext>
              </a:extLst>
            </p:cNvPr>
            <p:cNvSpPr/>
            <p:nvPr/>
          </p:nvSpPr>
          <p:spPr>
            <a:xfrm>
              <a:off x="10490822" y="4519418"/>
              <a:ext cx="11426" cy="5778"/>
            </a:xfrm>
            <a:custGeom>
              <a:avLst/>
              <a:gdLst>
                <a:gd name="csX0" fmla="*/ 8141 w 11426"/>
                <a:gd name="csY0" fmla="*/ 131 h 5778"/>
                <a:gd name="csX1" fmla="*/ 76 w 11426"/>
                <a:gd name="csY1" fmla="*/ 2512 h 5778"/>
                <a:gd name="csX2" fmla="*/ 2616 w 11426"/>
                <a:gd name="csY2" fmla="*/ 5217 h 5778"/>
                <a:gd name="csX3" fmla="*/ 8141 w 11426"/>
                <a:gd name="csY3" fmla="*/ 5757 h 5778"/>
                <a:gd name="csX4" fmla="*/ 8141 w 11426"/>
                <a:gd name="csY4" fmla="*/ 131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26" h="5778">
                  <a:moveTo>
                    <a:pt x="8141" y="131"/>
                  </a:moveTo>
                  <a:cubicBezTo>
                    <a:pt x="8141" y="131"/>
                    <a:pt x="1219" y="-841"/>
                    <a:pt x="76" y="2512"/>
                  </a:cubicBezTo>
                  <a:cubicBezTo>
                    <a:pt x="-305" y="3807"/>
                    <a:pt x="774" y="5001"/>
                    <a:pt x="2616" y="5217"/>
                  </a:cubicBezTo>
                  <a:lnTo>
                    <a:pt x="8141" y="5757"/>
                  </a:lnTo>
                  <a:cubicBezTo>
                    <a:pt x="12522" y="6189"/>
                    <a:pt x="12522" y="131"/>
                    <a:pt x="8141" y="1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CC36A9F5-0282-3A06-EBF8-7638ABCE1799}"/>
                </a:ext>
              </a:extLst>
            </p:cNvPr>
            <p:cNvSpPr/>
            <p:nvPr/>
          </p:nvSpPr>
          <p:spPr>
            <a:xfrm>
              <a:off x="10516074" y="4479048"/>
              <a:ext cx="36356" cy="17057"/>
            </a:xfrm>
            <a:custGeom>
              <a:avLst/>
              <a:gdLst>
                <a:gd name="csX0" fmla="*/ 32990 w 36356"/>
                <a:gd name="csY0" fmla="*/ 11957 h 17057"/>
                <a:gd name="csX1" fmla="*/ 36356 w 36356"/>
                <a:gd name="csY1" fmla="*/ 6547 h 17057"/>
                <a:gd name="csX2" fmla="*/ 21624 w 36356"/>
                <a:gd name="csY2" fmla="*/ 57 h 17057"/>
                <a:gd name="csX3" fmla="*/ 17370 w 36356"/>
                <a:gd name="csY3" fmla="*/ 2546 h 17057"/>
                <a:gd name="csX4" fmla="*/ 17052 w 36356"/>
                <a:gd name="csY4" fmla="*/ 3734 h 17057"/>
                <a:gd name="csX5" fmla="*/ 9813 w 36356"/>
                <a:gd name="csY5" fmla="*/ 2438 h 17057"/>
                <a:gd name="csX6" fmla="*/ 1367 w 36356"/>
                <a:gd name="csY6" fmla="*/ 2115 h 17057"/>
                <a:gd name="csX7" fmla="*/ 5368 w 36356"/>
                <a:gd name="csY7" fmla="*/ 8280 h 17057"/>
                <a:gd name="csX8" fmla="*/ 10130 w 36356"/>
                <a:gd name="csY8" fmla="*/ 15310 h 17057"/>
                <a:gd name="csX9" fmla="*/ 21307 w 36356"/>
                <a:gd name="csY9" fmla="*/ 12065 h 17057"/>
                <a:gd name="csX10" fmla="*/ 33054 w 36356"/>
                <a:gd name="csY10" fmla="*/ 12065 h 17057"/>
                <a:gd name="csX11" fmla="*/ 32990 w 36356"/>
                <a:gd name="csY11" fmla="*/ 11957 h 17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356" h="17057">
                  <a:moveTo>
                    <a:pt x="32990" y="11957"/>
                  </a:moveTo>
                  <a:cubicBezTo>
                    <a:pt x="37308" y="12821"/>
                    <a:pt x="36102" y="7087"/>
                    <a:pt x="36356" y="6547"/>
                  </a:cubicBezTo>
                  <a:cubicBezTo>
                    <a:pt x="36356" y="1143"/>
                    <a:pt x="28291" y="2222"/>
                    <a:pt x="21624" y="57"/>
                  </a:cubicBezTo>
                  <a:cubicBezTo>
                    <a:pt x="19782" y="-267"/>
                    <a:pt x="17941" y="819"/>
                    <a:pt x="17370" y="2546"/>
                  </a:cubicBezTo>
                  <a:lnTo>
                    <a:pt x="17052" y="3734"/>
                  </a:lnTo>
                  <a:cubicBezTo>
                    <a:pt x="15782" y="8172"/>
                    <a:pt x="11082" y="2978"/>
                    <a:pt x="9813" y="2438"/>
                  </a:cubicBezTo>
                  <a:cubicBezTo>
                    <a:pt x="6320" y="-51"/>
                    <a:pt x="2129" y="2006"/>
                    <a:pt x="1367" y="2115"/>
                  </a:cubicBezTo>
                  <a:cubicBezTo>
                    <a:pt x="-3268" y="3518"/>
                    <a:pt x="5368" y="8280"/>
                    <a:pt x="5368" y="8280"/>
                  </a:cubicBezTo>
                  <a:cubicBezTo>
                    <a:pt x="8924" y="10763"/>
                    <a:pt x="9686" y="14548"/>
                    <a:pt x="10130" y="15310"/>
                  </a:cubicBezTo>
                  <a:cubicBezTo>
                    <a:pt x="11971" y="20066"/>
                    <a:pt x="17496" y="13792"/>
                    <a:pt x="21307" y="12065"/>
                  </a:cubicBezTo>
                  <a:cubicBezTo>
                    <a:pt x="25370" y="9468"/>
                    <a:pt x="30259" y="11741"/>
                    <a:pt x="33054" y="12065"/>
                  </a:cubicBezTo>
                  <a:lnTo>
                    <a:pt x="32990" y="11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27D92B47-FEFB-D74A-85B5-53338DB6AA87}"/>
                </a:ext>
              </a:extLst>
            </p:cNvPr>
            <p:cNvSpPr/>
            <p:nvPr/>
          </p:nvSpPr>
          <p:spPr>
            <a:xfrm>
              <a:off x="10517550" y="4504987"/>
              <a:ext cx="14880" cy="5739"/>
            </a:xfrm>
            <a:custGeom>
              <a:avLst/>
              <a:gdLst>
                <a:gd name="csX0" fmla="*/ 6050 w 14880"/>
                <a:gd name="csY0" fmla="*/ 5697 h 5739"/>
                <a:gd name="csX1" fmla="*/ 14750 w 14880"/>
                <a:gd name="csY1" fmla="*/ 1696 h 5739"/>
                <a:gd name="csX2" fmla="*/ 10368 w 14880"/>
                <a:gd name="csY2" fmla="*/ 71 h 5739"/>
                <a:gd name="csX3" fmla="*/ 526 w 14880"/>
                <a:gd name="csY3" fmla="*/ 2884 h 5739"/>
                <a:gd name="csX4" fmla="*/ 970 w 14880"/>
                <a:gd name="csY4" fmla="*/ 3640 h 5739"/>
                <a:gd name="csX5" fmla="*/ 6050 w 14880"/>
                <a:gd name="csY5" fmla="*/ 5589 h 5739"/>
                <a:gd name="csX6" fmla="*/ 6050 w 14880"/>
                <a:gd name="csY6" fmla="*/ 5697 h 5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880" h="5739">
                  <a:moveTo>
                    <a:pt x="6050" y="5697"/>
                  </a:moveTo>
                  <a:cubicBezTo>
                    <a:pt x="9225" y="4941"/>
                    <a:pt x="15893" y="3855"/>
                    <a:pt x="14750" y="1696"/>
                  </a:cubicBezTo>
                  <a:cubicBezTo>
                    <a:pt x="14179" y="833"/>
                    <a:pt x="12210" y="71"/>
                    <a:pt x="10368" y="71"/>
                  </a:cubicBezTo>
                  <a:cubicBezTo>
                    <a:pt x="6812" y="509"/>
                    <a:pt x="-2268" y="-1441"/>
                    <a:pt x="526" y="2884"/>
                  </a:cubicBezTo>
                  <a:lnTo>
                    <a:pt x="970" y="3640"/>
                  </a:lnTo>
                  <a:cubicBezTo>
                    <a:pt x="1923" y="5157"/>
                    <a:pt x="4336" y="6129"/>
                    <a:pt x="6050" y="5589"/>
                  </a:cubicBezTo>
                  <a:lnTo>
                    <a:pt x="6050" y="5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E2F9C31-6F83-0A17-E004-D3C14D7C5CEA}"/>
                </a:ext>
              </a:extLst>
            </p:cNvPr>
            <p:cNvSpPr/>
            <p:nvPr/>
          </p:nvSpPr>
          <p:spPr>
            <a:xfrm>
              <a:off x="10552408" y="4626230"/>
              <a:ext cx="5412" cy="6833"/>
            </a:xfrm>
            <a:custGeom>
              <a:avLst/>
              <a:gdLst>
                <a:gd name="csX0" fmla="*/ 4403 w 5412"/>
                <a:gd name="csY0" fmla="*/ 5783 h 6833"/>
                <a:gd name="csX1" fmla="*/ 1482 w 5412"/>
                <a:gd name="csY1" fmla="*/ 1135 h 6833"/>
                <a:gd name="csX2" fmla="*/ 973 w 5412"/>
                <a:gd name="csY2" fmla="*/ 1783 h 6833"/>
                <a:gd name="csX3" fmla="*/ 4403 w 5412"/>
                <a:gd name="csY3" fmla="*/ 5783 h 6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412" h="6833">
                  <a:moveTo>
                    <a:pt x="4403" y="5783"/>
                  </a:moveTo>
                  <a:cubicBezTo>
                    <a:pt x="6943" y="2970"/>
                    <a:pt x="4212" y="-2326"/>
                    <a:pt x="1482" y="1135"/>
                  </a:cubicBezTo>
                  <a:lnTo>
                    <a:pt x="973" y="1783"/>
                  </a:lnTo>
                  <a:cubicBezTo>
                    <a:pt x="-1820" y="5244"/>
                    <a:pt x="2053" y="8596"/>
                    <a:pt x="4403" y="57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2804E873-095B-7A19-7420-8192A6AF2E5D}"/>
                </a:ext>
              </a:extLst>
            </p:cNvPr>
            <p:cNvSpPr/>
            <p:nvPr/>
          </p:nvSpPr>
          <p:spPr>
            <a:xfrm>
              <a:off x="10483348" y="4479125"/>
              <a:ext cx="6424" cy="7236"/>
            </a:xfrm>
            <a:custGeom>
              <a:avLst/>
              <a:gdLst>
                <a:gd name="csX0" fmla="*/ 1645 w 6424"/>
                <a:gd name="csY0" fmla="*/ 305 h 7236"/>
                <a:gd name="csX1" fmla="*/ 3486 w 6424"/>
                <a:gd name="csY1" fmla="*/ 6362 h 7236"/>
                <a:gd name="csX2" fmla="*/ 6407 w 6424"/>
                <a:gd name="csY2" fmla="*/ 2686 h 7236"/>
                <a:gd name="csX3" fmla="*/ 3358 w 6424"/>
                <a:gd name="csY3" fmla="*/ 89 h 7236"/>
                <a:gd name="csX4" fmla="*/ 1645 w 6424"/>
                <a:gd name="csY4" fmla="*/ 413 h 7236"/>
                <a:gd name="csX5" fmla="*/ 1645 w 6424"/>
                <a:gd name="csY5" fmla="*/ 305 h 7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424" h="7236">
                  <a:moveTo>
                    <a:pt x="1645" y="305"/>
                  </a:moveTo>
                  <a:cubicBezTo>
                    <a:pt x="-2928" y="1175"/>
                    <a:pt x="3486" y="6362"/>
                    <a:pt x="3486" y="6362"/>
                  </a:cubicBezTo>
                  <a:cubicBezTo>
                    <a:pt x="6470" y="9499"/>
                    <a:pt x="6153" y="3226"/>
                    <a:pt x="6407" y="2686"/>
                  </a:cubicBezTo>
                  <a:cubicBezTo>
                    <a:pt x="6597" y="845"/>
                    <a:pt x="5200" y="-343"/>
                    <a:pt x="3358" y="89"/>
                  </a:cubicBezTo>
                  <a:lnTo>
                    <a:pt x="1645" y="413"/>
                  </a:lnTo>
                  <a:lnTo>
                    <a:pt x="1645" y="3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1E83ACB1-2E46-88B0-DD61-9B302B8FCE1A}"/>
                </a:ext>
              </a:extLst>
            </p:cNvPr>
            <p:cNvSpPr/>
            <p:nvPr/>
          </p:nvSpPr>
          <p:spPr>
            <a:xfrm>
              <a:off x="10657197" y="4677436"/>
              <a:ext cx="24384" cy="55511"/>
            </a:xfrm>
            <a:custGeom>
              <a:avLst/>
              <a:gdLst>
                <a:gd name="csX0" fmla="*/ 22614 w 24384"/>
                <a:gd name="csY0" fmla="*/ 24758 h 55511"/>
                <a:gd name="csX1" fmla="*/ 23821 w 24384"/>
                <a:gd name="csY1" fmla="*/ 14484 h 55511"/>
                <a:gd name="csX2" fmla="*/ 20455 w 24384"/>
                <a:gd name="csY2" fmla="*/ 1403 h 55511"/>
                <a:gd name="csX3" fmla="*/ 14296 w 24384"/>
                <a:gd name="csY3" fmla="*/ 5835 h 55511"/>
                <a:gd name="csX4" fmla="*/ 9406 w 24384"/>
                <a:gd name="csY4" fmla="*/ 8324 h 55511"/>
                <a:gd name="csX5" fmla="*/ 7120 w 24384"/>
                <a:gd name="csY5" fmla="*/ 14700 h 55511"/>
                <a:gd name="csX6" fmla="*/ 8199 w 24384"/>
                <a:gd name="csY6" fmla="*/ 15030 h 55511"/>
                <a:gd name="csX7" fmla="*/ 9279 w 24384"/>
                <a:gd name="csY7" fmla="*/ 24110 h 55511"/>
                <a:gd name="csX8" fmla="*/ 4960 w 24384"/>
                <a:gd name="csY8" fmla="*/ 27355 h 55511"/>
                <a:gd name="csX9" fmla="*/ 1087 w 24384"/>
                <a:gd name="csY9" fmla="*/ 30708 h 55511"/>
                <a:gd name="csX10" fmla="*/ 8 w 24384"/>
                <a:gd name="csY10" fmla="*/ 50711 h 55511"/>
                <a:gd name="csX11" fmla="*/ 2992 w 24384"/>
                <a:gd name="csY11" fmla="*/ 54927 h 55511"/>
                <a:gd name="csX12" fmla="*/ 4771 w 24384"/>
                <a:gd name="csY12" fmla="*/ 55359 h 55511"/>
                <a:gd name="csX13" fmla="*/ 9597 w 24384"/>
                <a:gd name="csY13" fmla="*/ 53308 h 55511"/>
                <a:gd name="csX14" fmla="*/ 23376 w 24384"/>
                <a:gd name="csY14" fmla="*/ 29622 h 55511"/>
                <a:gd name="csX15" fmla="*/ 22487 w 24384"/>
                <a:gd name="csY15" fmla="*/ 24758 h 55511"/>
                <a:gd name="csX16" fmla="*/ 22614 w 24384"/>
                <a:gd name="csY16" fmla="*/ 24758 h 55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4384" h="55511">
                  <a:moveTo>
                    <a:pt x="22614" y="24758"/>
                  </a:moveTo>
                  <a:cubicBezTo>
                    <a:pt x="18931" y="21837"/>
                    <a:pt x="23121" y="16757"/>
                    <a:pt x="23821" y="14484"/>
                  </a:cubicBezTo>
                  <a:cubicBezTo>
                    <a:pt x="25852" y="9836"/>
                    <a:pt x="21852" y="5295"/>
                    <a:pt x="20455" y="1403"/>
                  </a:cubicBezTo>
                  <a:cubicBezTo>
                    <a:pt x="18359" y="-3030"/>
                    <a:pt x="15565" y="4323"/>
                    <a:pt x="14296" y="5835"/>
                  </a:cubicBezTo>
                  <a:cubicBezTo>
                    <a:pt x="13279" y="7346"/>
                    <a:pt x="11121" y="8540"/>
                    <a:pt x="9406" y="8324"/>
                  </a:cubicBezTo>
                  <a:cubicBezTo>
                    <a:pt x="5278" y="7892"/>
                    <a:pt x="2929" y="13620"/>
                    <a:pt x="7120" y="14700"/>
                  </a:cubicBezTo>
                  <a:lnTo>
                    <a:pt x="8199" y="15030"/>
                  </a:lnTo>
                  <a:cubicBezTo>
                    <a:pt x="12834" y="16217"/>
                    <a:pt x="9406" y="22053"/>
                    <a:pt x="9279" y="24110"/>
                  </a:cubicBezTo>
                  <a:cubicBezTo>
                    <a:pt x="8771" y="25837"/>
                    <a:pt x="6802" y="27355"/>
                    <a:pt x="4960" y="27355"/>
                  </a:cubicBezTo>
                  <a:cubicBezTo>
                    <a:pt x="5596" y="27139"/>
                    <a:pt x="1278" y="27355"/>
                    <a:pt x="1087" y="30708"/>
                  </a:cubicBezTo>
                  <a:lnTo>
                    <a:pt x="8" y="50711"/>
                  </a:lnTo>
                  <a:cubicBezTo>
                    <a:pt x="-119" y="52552"/>
                    <a:pt x="1278" y="54495"/>
                    <a:pt x="2992" y="54927"/>
                  </a:cubicBezTo>
                  <a:lnTo>
                    <a:pt x="4771" y="55359"/>
                  </a:lnTo>
                  <a:cubicBezTo>
                    <a:pt x="6484" y="55905"/>
                    <a:pt x="8771" y="54927"/>
                    <a:pt x="9597" y="53308"/>
                  </a:cubicBezTo>
                  <a:lnTo>
                    <a:pt x="23376" y="29622"/>
                  </a:lnTo>
                  <a:cubicBezTo>
                    <a:pt x="24201" y="28003"/>
                    <a:pt x="23884" y="25837"/>
                    <a:pt x="22487" y="24758"/>
                  </a:cubicBezTo>
                  <a:lnTo>
                    <a:pt x="22614" y="247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69EAC67D-3CA0-63B1-694D-1A989EF44043}"/>
                </a:ext>
              </a:extLst>
            </p:cNvPr>
            <p:cNvSpPr/>
            <p:nvPr/>
          </p:nvSpPr>
          <p:spPr>
            <a:xfrm>
              <a:off x="10676396" y="4712442"/>
              <a:ext cx="11156" cy="17425"/>
            </a:xfrm>
            <a:custGeom>
              <a:avLst/>
              <a:gdLst>
                <a:gd name="csX0" fmla="*/ 5763 w 11156"/>
                <a:gd name="csY0" fmla="*/ 2946 h 17425"/>
                <a:gd name="csX1" fmla="*/ 493 w 11156"/>
                <a:gd name="csY1" fmla="*/ 12573 h 17425"/>
                <a:gd name="csX2" fmla="*/ 5573 w 11156"/>
                <a:gd name="csY2" fmla="*/ 15488 h 17425"/>
                <a:gd name="csX3" fmla="*/ 10780 w 11156"/>
                <a:gd name="csY3" fmla="*/ 3054 h 17425"/>
                <a:gd name="csX4" fmla="*/ 5763 w 11156"/>
                <a:gd name="csY4" fmla="*/ 2946 h 17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156" h="17425">
                  <a:moveTo>
                    <a:pt x="5763" y="2946"/>
                  </a:moveTo>
                  <a:lnTo>
                    <a:pt x="493" y="12573"/>
                  </a:lnTo>
                  <a:cubicBezTo>
                    <a:pt x="-1666" y="16466"/>
                    <a:pt x="3859" y="19602"/>
                    <a:pt x="5573" y="15488"/>
                  </a:cubicBezTo>
                  <a:lnTo>
                    <a:pt x="10780" y="3054"/>
                  </a:lnTo>
                  <a:cubicBezTo>
                    <a:pt x="12495" y="-1054"/>
                    <a:pt x="7922" y="-946"/>
                    <a:pt x="5763" y="29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FCF06AB0-3A7C-E04E-5A15-F0027F69FBD6}"/>
                </a:ext>
              </a:extLst>
            </p:cNvPr>
            <p:cNvSpPr/>
            <p:nvPr/>
          </p:nvSpPr>
          <p:spPr>
            <a:xfrm>
              <a:off x="10533914" y="4778265"/>
              <a:ext cx="13322" cy="9580"/>
            </a:xfrm>
            <a:custGeom>
              <a:avLst/>
              <a:gdLst>
                <a:gd name="csX0" fmla="*/ 11911 w 13322"/>
                <a:gd name="csY0" fmla="*/ 706 h 9580"/>
                <a:gd name="csX1" fmla="*/ 11022 w 13322"/>
                <a:gd name="csY1" fmla="*/ 382 h 9580"/>
                <a:gd name="csX2" fmla="*/ 1497 w 13322"/>
                <a:gd name="csY2" fmla="*/ 5138 h 9580"/>
                <a:gd name="csX3" fmla="*/ 4545 w 13322"/>
                <a:gd name="csY3" fmla="*/ 8707 h 9580"/>
                <a:gd name="csX4" fmla="*/ 12229 w 13322"/>
                <a:gd name="csY4" fmla="*/ 3951 h 9580"/>
                <a:gd name="csX5" fmla="*/ 11975 w 13322"/>
                <a:gd name="csY5" fmla="*/ 922 h 9580"/>
                <a:gd name="csX6" fmla="*/ 11911 w 13322"/>
                <a:gd name="csY6" fmla="*/ 706 h 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22" h="9580">
                  <a:moveTo>
                    <a:pt x="11911" y="706"/>
                  </a:moveTo>
                  <a:lnTo>
                    <a:pt x="11022" y="382"/>
                  </a:lnTo>
                  <a:cubicBezTo>
                    <a:pt x="6577" y="-1453"/>
                    <a:pt x="3339" y="3843"/>
                    <a:pt x="1497" y="5138"/>
                  </a:cubicBezTo>
                  <a:cubicBezTo>
                    <a:pt x="-1741" y="8167"/>
                    <a:pt x="735" y="11088"/>
                    <a:pt x="4545" y="8707"/>
                  </a:cubicBezTo>
                  <a:lnTo>
                    <a:pt x="12229" y="3951"/>
                  </a:lnTo>
                  <a:cubicBezTo>
                    <a:pt x="13816" y="2980"/>
                    <a:pt x="13626" y="1570"/>
                    <a:pt x="11975" y="922"/>
                  </a:cubicBezTo>
                  <a:lnTo>
                    <a:pt x="11911" y="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C304DF91-26C5-FDEA-6746-DC4BE0AC6D71}"/>
                </a:ext>
              </a:extLst>
            </p:cNvPr>
            <p:cNvSpPr/>
            <p:nvPr/>
          </p:nvSpPr>
          <p:spPr>
            <a:xfrm>
              <a:off x="10544506" y="4741553"/>
              <a:ext cx="31350" cy="32257"/>
            </a:xfrm>
            <a:custGeom>
              <a:avLst/>
              <a:gdLst>
                <a:gd name="csX0" fmla="*/ 26974 w 31350"/>
                <a:gd name="csY0" fmla="*/ 4 h 32257"/>
                <a:gd name="csX1" fmla="*/ 16877 w 31350"/>
                <a:gd name="csY1" fmla="*/ 2493 h 32257"/>
                <a:gd name="csX2" fmla="*/ 1511 w 31350"/>
                <a:gd name="csY2" fmla="*/ 22603 h 32257"/>
                <a:gd name="csX3" fmla="*/ 3797 w 31350"/>
                <a:gd name="csY3" fmla="*/ 26712 h 32257"/>
                <a:gd name="csX4" fmla="*/ 3225 w 31350"/>
                <a:gd name="csY4" fmla="*/ 28985 h 32257"/>
                <a:gd name="csX5" fmla="*/ 11163 w 31350"/>
                <a:gd name="csY5" fmla="*/ 29849 h 32257"/>
                <a:gd name="csX6" fmla="*/ 22085 w 31350"/>
                <a:gd name="csY6" fmla="*/ 15142 h 32257"/>
                <a:gd name="csX7" fmla="*/ 22529 w 31350"/>
                <a:gd name="csY7" fmla="*/ 9091 h 32257"/>
                <a:gd name="csX8" fmla="*/ 31165 w 31350"/>
                <a:gd name="csY8" fmla="*/ 2925 h 32257"/>
                <a:gd name="csX9" fmla="*/ 26974 w 31350"/>
                <a:gd name="csY9" fmla="*/ 4 h 32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350" h="32257">
                  <a:moveTo>
                    <a:pt x="26974" y="4"/>
                  </a:moveTo>
                  <a:cubicBezTo>
                    <a:pt x="25196" y="220"/>
                    <a:pt x="19989" y="-860"/>
                    <a:pt x="16877" y="2493"/>
                  </a:cubicBezTo>
                  <a:cubicBezTo>
                    <a:pt x="1066" y="19143"/>
                    <a:pt x="-2490" y="21524"/>
                    <a:pt x="1511" y="22603"/>
                  </a:cubicBezTo>
                  <a:cubicBezTo>
                    <a:pt x="3162" y="23035"/>
                    <a:pt x="4114" y="24877"/>
                    <a:pt x="3797" y="26712"/>
                  </a:cubicBezTo>
                  <a:lnTo>
                    <a:pt x="3225" y="28985"/>
                  </a:lnTo>
                  <a:cubicBezTo>
                    <a:pt x="2145" y="33417"/>
                    <a:pt x="8114" y="32986"/>
                    <a:pt x="11163" y="29849"/>
                  </a:cubicBezTo>
                  <a:cubicBezTo>
                    <a:pt x="18719" y="21848"/>
                    <a:pt x="21767" y="19467"/>
                    <a:pt x="22085" y="15142"/>
                  </a:cubicBezTo>
                  <a:lnTo>
                    <a:pt x="22529" y="9091"/>
                  </a:lnTo>
                  <a:cubicBezTo>
                    <a:pt x="22910" y="3033"/>
                    <a:pt x="32816" y="8113"/>
                    <a:pt x="31165" y="2925"/>
                  </a:cubicBezTo>
                  <a:cubicBezTo>
                    <a:pt x="30720" y="1299"/>
                    <a:pt x="28752" y="4"/>
                    <a:pt x="26974" y="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41E528DD-537F-0E05-6CE5-028481CB5D16}"/>
                </a:ext>
              </a:extLst>
            </p:cNvPr>
            <p:cNvSpPr/>
            <p:nvPr/>
          </p:nvSpPr>
          <p:spPr>
            <a:xfrm>
              <a:off x="10532993" y="4751701"/>
              <a:ext cx="11157" cy="5599"/>
            </a:xfrm>
            <a:custGeom>
              <a:avLst/>
              <a:gdLst>
                <a:gd name="csX0" fmla="*/ 10738 w 11157"/>
                <a:gd name="csY0" fmla="*/ 3051 h 5599"/>
                <a:gd name="csX1" fmla="*/ 1466 w 11157"/>
                <a:gd name="csY1" fmla="*/ 4886 h 5599"/>
                <a:gd name="csX2" fmla="*/ 10610 w 11157"/>
                <a:gd name="csY2" fmla="*/ 3051 h 5599"/>
                <a:gd name="csX3" fmla="*/ 10738 w 11157"/>
                <a:gd name="csY3" fmla="*/ 3051 h 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57" h="5599">
                  <a:moveTo>
                    <a:pt x="10738" y="3051"/>
                  </a:moveTo>
                  <a:cubicBezTo>
                    <a:pt x="14230" y="-4302"/>
                    <a:pt x="-5392" y="3807"/>
                    <a:pt x="1466" y="4886"/>
                  </a:cubicBezTo>
                  <a:cubicBezTo>
                    <a:pt x="3054" y="4886"/>
                    <a:pt x="8705" y="7376"/>
                    <a:pt x="10610" y="3051"/>
                  </a:cubicBezTo>
                  <a:lnTo>
                    <a:pt x="10738" y="3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036010BE-16FC-269A-CD58-D427FEEBF770}"/>
                </a:ext>
              </a:extLst>
            </p:cNvPr>
            <p:cNvSpPr/>
            <p:nvPr/>
          </p:nvSpPr>
          <p:spPr>
            <a:xfrm>
              <a:off x="10629712" y="4631989"/>
              <a:ext cx="9160" cy="6724"/>
            </a:xfrm>
            <a:custGeom>
              <a:avLst/>
              <a:gdLst>
                <a:gd name="csX0" fmla="*/ 6601 w 9160"/>
                <a:gd name="csY0" fmla="*/ 1103 h 6724"/>
                <a:gd name="csX1" fmla="*/ 61 w 9160"/>
                <a:gd name="csY1" fmla="*/ 1103 h 6724"/>
                <a:gd name="csX2" fmla="*/ 2346 w 9160"/>
                <a:gd name="csY2" fmla="*/ 4672 h 6724"/>
                <a:gd name="csX3" fmla="*/ 5394 w 9160"/>
                <a:gd name="csY3" fmla="*/ 6298 h 6724"/>
                <a:gd name="csX4" fmla="*/ 6601 w 9160"/>
                <a:gd name="csY4" fmla="*/ 996 h 6724"/>
                <a:gd name="csX5" fmla="*/ 6601 w 9160"/>
                <a:gd name="csY5" fmla="*/ 1103 h 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60" h="6724">
                  <a:moveTo>
                    <a:pt x="6601" y="1103"/>
                  </a:moveTo>
                  <a:cubicBezTo>
                    <a:pt x="6601" y="1103"/>
                    <a:pt x="1077" y="-1379"/>
                    <a:pt x="61" y="1103"/>
                  </a:cubicBezTo>
                  <a:cubicBezTo>
                    <a:pt x="-256" y="2189"/>
                    <a:pt x="695" y="3809"/>
                    <a:pt x="2346" y="4672"/>
                  </a:cubicBezTo>
                  <a:lnTo>
                    <a:pt x="5394" y="6298"/>
                  </a:lnTo>
                  <a:cubicBezTo>
                    <a:pt x="9269" y="8349"/>
                    <a:pt x="10919" y="2405"/>
                    <a:pt x="6601" y="996"/>
                  </a:cubicBezTo>
                  <a:lnTo>
                    <a:pt x="6601" y="1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DA04EF1-2AC8-16DB-DFCD-17C4F650B1B4}"/>
                </a:ext>
              </a:extLst>
            </p:cNvPr>
            <p:cNvSpPr/>
            <p:nvPr/>
          </p:nvSpPr>
          <p:spPr>
            <a:xfrm>
              <a:off x="10456038" y="4780175"/>
              <a:ext cx="10825" cy="6170"/>
            </a:xfrm>
            <a:custGeom>
              <a:avLst/>
              <a:gdLst>
                <a:gd name="csX0" fmla="*/ 7365 w 10825"/>
                <a:gd name="csY0" fmla="*/ 92 h 6170"/>
                <a:gd name="csX1" fmla="*/ 125 w 10825"/>
                <a:gd name="csY1" fmla="*/ 2797 h 6170"/>
                <a:gd name="csX2" fmla="*/ 2538 w 10825"/>
                <a:gd name="csY2" fmla="*/ 5718 h 6170"/>
                <a:gd name="csX3" fmla="*/ 7492 w 10825"/>
                <a:gd name="csY3" fmla="*/ 6150 h 6170"/>
                <a:gd name="csX4" fmla="*/ 7492 w 10825"/>
                <a:gd name="csY4" fmla="*/ 92 h 6170"/>
                <a:gd name="csX5" fmla="*/ 7365 w 10825"/>
                <a:gd name="csY5" fmla="*/ 92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6170">
                  <a:moveTo>
                    <a:pt x="7365" y="92"/>
                  </a:moveTo>
                  <a:cubicBezTo>
                    <a:pt x="7365" y="92"/>
                    <a:pt x="1459" y="-772"/>
                    <a:pt x="125" y="2797"/>
                  </a:cubicBezTo>
                  <a:cubicBezTo>
                    <a:pt x="-382" y="4315"/>
                    <a:pt x="697" y="5610"/>
                    <a:pt x="2538" y="5718"/>
                  </a:cubicBezTo>
                  <a:lnTo>
                    <a:pt x="7492" y="6150"/>
                  </a:lnTo>
                  <a:cubicBezTo>
                    <a:pt x="11936" y="6582"/>
                    <a:pt x="11936" y="92"/>
                    <a:pt x="7492" y="92"/>
                  </a:cubicBezTo>
                  <a:lnTo>
                    <a:pt x="7365" y="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CD1FA7B1-5A2D-081B-41C7-B552A31F49E5}"/>
                </a:ext>
              </a:extLst>
            </p:cNvPr>
            <p:cNvSpPr/>
            <p:nvPr/>
          </p:nvSpPr>
          <p:spPr>
            <a:xfrm>
              <a:off x="10527199" y="4491696"/>
              <a:ext cx="389656" cy="325883"/>
            </a:xfrm>
            <a:custGeom>
              <a:avLst/>
              <a:gdLst>
                <a:gd name="csX0" fmla="*/ 381719 w 389656"/>
                <a:gd name="csY0" fmla="*/ 235478 h 325883"/>
                <a:gd name="csX1" fmla="*/ 389657 w 389656"/>
                <a:gd name="csY1" fmla="*/ 221959 h 325883"/>
                <a:gd name="csX2" fmla="*/ 389657 w 389656"/>
                <a:gd name="csY2" fmla="*/ 83218 h 325883"/>
                <a:gd name="csX3" fmla="*/ 379116 w 389656"/>
                <a:gd name="csY3" fmla="*/ 80411 h 325883"/>
                <a:gd name="csX4" fmla="*/ 372639 w 389656"/>
                <a:gd name="csY4" fmla="*/ 74785 h 325883"/>
                <a:gd name="csX5" fmla="*/ 338857 w 389656"/>
                <a:gd name="csY5" fmla="*/ 72296 h 325883"/>
                <a:gd name="csX6" fmla="*/ 267546 w 389656"/>
                <a:gd name="csY6" fmla="*/ 42019 h 325883"/>
                <a:gd name="csX7" fmla="*/ 246528 w 389656"/>
                <a:gd name="csY7" fmla="*/ 52077 h 325883"/>
                <a:gd name="csX8" fmla="*/ 244623 w 389656"/>
                <a:gd name="csY8" fmla="*/ 63971 h 325883"/>
                <a:gd name="csX9" fmla="*/ 230082 w 389656"/>
                <a:gd name="csY9" fmla="*/ 69921 h 325883"/>
                <a:gd name="csX10" fmla="*/ 213191 w 389656"/>
                <a:gd name="csY10" fmla="*/ 74137 h 325883"/>
                <a:gd name="csX11" fmla="*/ 208682 w 389656"/>
                <a:gd name="csY11" fmla="*/ 85275 h 325883"/>
                <a:gd name="csX12" fmla="*/ 200109 w 389656"/>
                <a:gd name="csY12" fmla="*/ 91873 h 325883"/>
                <a:gd name="csX13" fmla="*/ 179662 w 389656"/>
                <a:gd name="csY13" fmla="*/ 111552 h 325883"/>
                <a:gd name="csX14" fmla="*/ 159088 w 389656"/>
                <a:gd name="csY14" fmla="*/ 104414 h 325883"/>
                <a:gd name="csX15" fmla="*/ 154961 w 389656"/>
                <a:gd name="csY15" fmla="*/ 95981 h 325883"/>
                <a:gd name="csX16" fmla="*/ 149373 w 389656"/>
                <a:gd name="csY16" fmla="*/ 79001 h 325883"/>
                <a:gd name="csX17" fmla="*/ 144674 w 389656"/>
                <a:gd name="csY17" fmla="*/ 78785 h 325883"/>
                <a:gd name="csX18" fmla="*/ 143721 w 389656"/>
                <a:gd name="csY18" fmla="*/ 91117 h 325883"/>
                <a:gd name="csX19" fmla="*/ 131466 w 389656"/>
                <a:gd name="csY19" fmla="*/ 63863 h 325883"/>
                <a:gd name="csX20" fmla="*/ 131910 w 389656"/>
                <a:gd name="csY20" fmla="*/ 51754 h 325883"/>
                <a:gd name="csX21" fmla="*/ 134069 w 389656"/>
                <a:gd name="csY21" fmla="*/ 32939 h 325883"/>
                <a:gd name="csX22" fmla="*/ 128545 w 389656"/>
                <a:gd name="csY22" fmla="*/ 21585 h 325883"/>
                <a:gd name="csX23" fmla="*/ 129244 w 389656"/>
                <a:gd name="csY23" fmla="*/ 20823 h 325883"/>
                <a:gd name="csX24" fmla="*/ 122195 w 389656"/>
                <a:gd name="csY24" fmla="*/ 13037 h 325883"/>
                <a:gd name="csX25" fmla="*/ 102129 w 389656"/>
                <a:gd name="csY25" fmla="*/ 12282 h 325883"/>
                <a:gd name="csX26" fmla="*/ 77173 w 389656"/>
                <a:gd name="csY26" fmla="*/ 65 h 325883"/>
                <a:gd name="csX27" fmla="*/ 58758 w 389656"/>
                <a:gd name="csY27" fmla="*/ 2223 h 325883"/>
                <a:gd name="csX28" fmla="*/ 43265 w 389656"/>
                <a:gd name="csY28" fmla="*/ 13253 h 325883"/>
                <a:gd name="csX29" fmla="*/ 26691 w 389656"/>
                <a:gd name="csY29" fmla="*/ 18987 h 325883"/>
                <a:gd name="csX30" fmla="*/ 20849 w 389656"/>
                <a:gd name="csY30" fmla="*/ 31313 h 325883"/>
                <a:gd name="csX31" fmla="*/ 20214 w 389656"/>
                <a:gd name="csY31" fmla="*/ 31313 h 325883"/>
                <a:gd name="csX32" fmla="*/ 11260 w 389656"/>
                <a:gd name="csY32" fmla="*/ 20715 h 325883"/>
                <a:gd name="csX33" fmla="*/ 719 w 389656"/>
                <a:gd name="csY33" fmla="*/ 25369 h 325883"/>
                <a:gd name="csX34" fmla="*/ 17547 w 389656"/>
                <a:gd name="csY34" fmla="*/ 41695 h 325883"/>
                <a:gd name="csX35" fmla="*/ 48154 w 389656"/>
                <a:gd name="csY35" fmla="*/ 48185 h 325883"/>
                <a:gd name="csX36" fmla="*/ 63966 w 389656"/>
                <a:gd name="csY36" fmla="*/ 69597 h 325883"/>
                <a:gd name="csX37" fmla="*/ 115908 w 389656"/>
                <a:gd name="csY37" fmla="*/ 69597 h 325883"/>
                <a:gd name="csX38" fmla="*/ 118639 w 389656"/>
                <a:gd name="csY38" fmla="*/ 72842 h 325883"/>
                <a:gd name="csX39" fmla="*/ 113115 w 389656"/>
                <a:gd name="csY39" fmla="*/ 82462 h 325883"/>
                <a:gd name="csX40" fmla="*/ 95461 w 389656"/>
                <a:gd name="csY40" fmla="*/ 78138 h 325883"/>
                <a:gd name="csX41" fmla="*/ 75522 w 389656"/>
                <a:gd name="csY41" fmla="*/ 89060 h 325883"/>
                <a:gd name="csX42" fmla="*/ 61553 w 389656"/>
                <a:gd name="csY42" fmla="*/ 84844 h 325883"/>
                <a:gd name="csX43" fmla="*/ 52155 w 389656"/>
                <a:gd name="csY43" fmla="*/ 93492 h 325883"/>
                <a:gd name="csX44" fmla="*/ 52472 w 389656"/>
                <a:gd name="csY44" fmla="*/ 94032 h 325883"/>
                <a:gd name="csX45" fmla="*/ 68410 w 389656"/>
                <a:gd name="csY45" fmla="*/ 99334 h 325883"/>
                <a:gd name="csX46" fmla="*/ 84095 w 389656"/>
                <a:gd name="csY46" fmla="*/ 115012 h 325883"/>
                <a:gd name="csX47" fmla="*/ 83523 w 389656"/>
                <a:gd name="csY47" fmla="*/ 118905 h 325883"/>
                <a:gd name="csX48" fmla="*/ 82761 w 389656"/>
                <a:gd name="csY48" fmla="*/ 119229 h 325883"/>
                <a:gd name="csX49" fmla="*/ 80920 w 389656"/>
                <a:gd name="csY49" fmla="*/ 123991 h 325883"/>
                <a:gd name="csX50" fmla="*/ 89683 w 389656"/>
                <a:gd name="csY50" fmla="*/ 137936 h 325883"/>
                <a:gd name="csX51" fmla="*/ 104415 w 389656"/>
                <a:gd name="csY51" fmla="*/ 129719 h 325883"/>
                <a:gd name="csX52" fmla="*/ 106066 w 389656"/>
                <a:gd name="csY52" fmla="*/ 121826 h 325883"/>
                <a:gd name="csX53" fmla="*/ 115273 w 389656"/>
                <a:gd name="csY53" fmla="*/ 115768 h 325883"/>
                <a:gd name="csX54" fmla="*/ 138387 w 389656"/>
                <a:gd name="csY54" fmla="*/ 133396 h 325883"/>
                <a:gd name="csX55" fmla="*/ 150643 w 389656"/>
                <a:gd name="csY55" fmla="*/ 135345 h 325883"/>
                <a:gd name="csX56" fmla="*/ 153564 w 389656"/>
                <a:gd name="csY56" fmla="*/ 142482 h 325883"/>
                <a:gd name="csX57" fmla="*/ 173694 w 389656"/>
                <a:gd name="csY57" fmla="*/ 151779 h 325883"/>
                <a:gd name="csX58" fmla="*/ 204237 w 389656"/>
                <a:gd name="csY58" fmla="*/ 155024 h 325883"/>
                <a:gd name="csX59" fmla="*/ 272309 w 389656"/>
                <a:gd name="csY59" fmla="*/ 186170 h 325883"/>
                <a:gd name="csX60" fmla="*/ 291169 w 389656"/>
                <a:gd name="csY60" fmla="*/ 213094 h 325883"/>
                <a:gd name="csX61" fmla="*/ 294280 w 389656"/>
                <a:gd name="csY61" fmla="*/ 223908 h 325883"/>
                <a:gd name="csX62" fmla="*/ 304249 w 389656"/>
                <a:gd name="csY62" fmla="*/ 237421 h 325883"/>
                <a:gd name="csX63" fmla="*/ 299932 w 389656"/>
                <a:gd name="csY63" fmla="*/ 245536 h 325883"/>
                <a:gd name="csX64" fmla="*/ 312378 w 389656"/>
                <a:gd name="csY64" fmla="*/ 256675 h 325883"/>
                <a:gd name="csX65" fmla="*/ 285961 w 389656"/>
                <a:gd name="csY65" fmla="*/ 264675 h 325883"/>
                <a:gd name="csX66" fmla="*/ 265578 w 389656"/>
                <a:gd name="csY66" fmla="*/ 297549 h 325883"/>
                <a:gd name="csX67" fmla="*/ 305964 w 389656"/>
                <a:gd name="csY67" fmla="*/ 298629 h 325883"/>
                <a:gd name="csX68" fmla="*/ 309647 w 389656"/>
                <a:gd name="csY68" fmla="*/ 295384 h 325883"/>
                <a:gd name="csX69" fmla="*/ 309647 w 389656"/>
                <a:gd name="csY69" fmla="*/ 294520 h 325883"/>
                <a:gd name="csX70" fmla="*/ 313012 w 389656"/>
                <a:gd name="csY70" fmla="*/ 289656 h 325883"/>
                <a:gd name="csX71" fmla="*/ 325205 w 389656"/>
                <a:gd name="csY71" fmla="*/ 286951 h 325883"/>
                <a:gd name="csX72" fmla="*/ 331808 w 389656"/>
                <a:gd name="csY72" fmla="*/ 289440 h 325883"/>
                <a:gd name="csX73" fmla="*/ 347620 w 389656"/>
                <a:gd name="csY73" fmla="*/ 287059 h 325883"/>
                <a:gd name="csX74" fmla="*/ 389403 w 389656"/>
                <a:gd name="csY74" fmla="*/ 325883 h 325883"/>
                <a:gd name="csX75" fmla="*/ 389403 w 389656"/>
                <a:gd name="csY75" fmla="*/ 245645 h 325883"/>
                <a:gd name="csX76" fmla="*/ 381529 w 389656"/>
                <a:gd name="csY76" fmla="*/ 235694 h 325883"/>
                <a:gd name="csX77" fmla="*/ 381719 w 389656"/>
                <a:gd name="csY77" fmla="*/ 235478 h 325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389656" h="325883">
                  <a:moveTo>
                    <a:pt x="381719" y="235478"/>
                  </a:moveTo>
                  <a:lnTo>
                    <a:pt x="389657" y="221959"/>
                  </a:lnTo>
                  <a:lnTo>
                    <a:pt x="389657" y="83218"/>
                  </a:lnTo>
                  <a:cubicBezTo>
                    <a:pt x="386292" y="83218"/>
                    <a:pt x="381275" y="84304"/>
                    <a:pt x="379116" y="80411"/>
                  </a:cubicBezTo>
                  <a:cubicBezTo>
                    <a:pt x="378608" y="79757"/>
                    <a:pt x="377084" y="74893"/>
                    <a:pt x="372639" y="74785"/>
                  </a:cubicBezTo>
                  <a:cubicBezTo>
                    <a:pt x="343937" y="73814"/>
                    <a:pt x="342857" y="74029"/>
                    <a:pt x="338857" y="72296"/>
                  </a:cubicBezTo>
                  <a:cubicBezTo>
                    <a:pt x="270341" y="40724"/>
                    <a:pt x="272119" y="39860"/>
                    <a:pt x="267546" y="42019"/>
                  </a:cubicBezTo>
                  <a:lnTo>
                    <a:pt x="246528" y="52077"/>
                  </a:lnTo>
                  <a:cubicBezTo>
                    <a:pt x="240622" y="54890"/>
                    <a:pt x="250465" y="60942"/>
                    <a:pt x="244623" y="63971"/>
                  </a:cubicBezTo>
                  <a:cubicBezTo>
                    <a:pt x="238781" y="67000"/>
                    <a:pt x="234654" y="69705"/>
                    <a:pt x="230082" y="69921"/>
                  </a:cubicBezTo>
                  <a:cubicBezTo>
                    <a:pt x="221572" y="71108"/>
                    <a:pt x="214207" y="68835"/>
                    <a:pt x="213191" y="74137"/>
                  </a:cubicBezTo>
                  <a:cubicBezTo>
                    <a:pt x="212365" y="77166"/>
                    <a:pt x="212873" y="82570"/>
                    <a:pt x="208682" y="85275"/>
                  </a:cubicBezTo>
                  <a:cubicBezTo>
                    <a:pt x="205951" y="87002"/>
                    <a:pt x="202586" y="88844"/>
                    <a:pt x="200109" y="91873"/>
                  </a:cubicBezTo>
                  <a:cubicBezTo>
                    <a:pt x="184933" y="109824"/>
                    <a:pt x="183981" y="112307"/>
                    <a:pt x="179662" y="111552"/>
                  </a:cubicBezTo>
                  <a:cubicBezTo>
                    <a:pt x="163407" y="108415"/>
                    <a:pt x="159723" y="108846"/>
                    <a:pt x="159088" y="104414"/>
                  </a:cubicBezTo>
                  <a:cubicBezTo>
                    <a:pt x="158326" y="101931"/>
                    <a:pt x="158961" y="94794"/>
                    <a:pt x="154961" y="95981"/>
                  </a:cubicBezTo>
                  <a:cubicBezTo>
                    <a:pt x="149373" y="97709"/>
                    <a:pt x="154961" y="83218"/>
                    <a:pt x="149373" y="79001"/>
                  </a:cubicBezTo>
                  <a:cubicBezTo>
                    <a:pt x="148674" y="78785"/>
                    <a:pt x="144483" y="74461"/>
                    <a:pt x="144674" y="78785"/>
                  </a:cubicBezTo>
                  <a:cubicBezTo>
                    <a:pt x="144992" y="87764"/>
                    <a:pt x="146007" y="95225"/>
                    <a:pt x="143721" y="91117"/>
                  </a:cubicBezTo>
                  <a:cubicBezTo>
                    <a:pt x="131910" y="69597"/>
                    <a:pt x="130323" y="67971"/>
                    <a:pt x="131466" y="63863"/>
                  </a:cubicBezTo>
                  <a:cubicBezTo>
                    <a:pt x="132037" y="60402"/>
                    <a:pt x="135911" y="54459"/>
                    <a:pt x="131910" y="51754"/>
                  </a:cubicBezTo>
                  <a:cubicBezTo>
                    <a:pt x="125878" y="47753"/>
                    <a:pt x="139149" y="38666"/>
                    <a:pt x="134069" y="32939"/>
                  </a:cubicBezTo>
                  <a:cubicBezTo>
                    <a:pt x="131720" y="29370"/>
                    <a:pt x="125116" y="25369"/>
                    <a:pt x="128545" y="21585"/>
                  </a:cubicBezTo>
                  <a:lnTo>
                    <a:pt x="129244" y="20823"/>
                  </a:lnTo>
                  <a:cubicBezTo>
                    <a:pt x="132228" y="17470"/>
                    <a:pt x="126704" y="12822"/>
                    <a:pt x="122195" y="13037"/>
                  </a:cubicBezTo>
                  <a:cubicBezTo>
                    <a:pt x="112225" y="13577"/>
                    <a:pt x="106257" y="14663"/>
                    <a:pt x="102129" y="12282"/>
                  </a:cubicBezTo>
                  <a:cubicBezTo>
                    <a:pt x="83523" y="1684"/>
                    <a:pt x="81619" y="65"/>
                    <a:pt x="77173" y="65"/>
                  </a:cubicBezTo>
                  <a:cubicBezTo>
                    <a:pt x="66569" y="65"/>
                    <a:pt x="62124" y="-583"/>
                    <a:pt x="58758" y="2223"/>
                  </a:cubicBezTo>
                  <a:cubicBezTo>
                    <a:pt x="51583" y="8389"/>
                    <a:pt x="47900" y="12606"/>
                    <a:pt x="43265" y="13253"/>
                  </a:cubicBezTo>
                  <a:cubicBezTo>
                    <a:pt x="30819" y="15311"/>
                    <a:pt x="27580" y="14879"/>
                    <a:pt x="26691" y="18987"/>
                  </a:cubicBezTo>
                  <a:cubicBezTo>
                    <a:pt x="25231" y="23420"/>
                    <a:pt x="26056" y="30449"/>
                    <a:pt x="20849" y="31313"/>
                  </a:cubicBezTo>
                  <a:lnTo>
                    <a:pt x="20214" y="31313"/>
                  </a:lnTo>
                  <a:cubicBezTo>
                    <a:pt x="13293" y="32507"/>
                    <a:pt x="18182" y="19527"/>
                    <a:pt x="11260" y="20715"/>
                  </a:cubicBezTo>
                  <a:cubicBezTo>
                    <a:pt x="7006" y="21909"/>
                    <a:pt x="-2709" y="21254"/>
                    <a:pt x="719" y="25369"/>
                  </a:cubicBezTo>
                  <a:cubicBezTo>
                    <a:pt x="12657" y="39314"/>
                    <a:pt x="13293" y="41155"/>
                    <a:pt x="17547" y="41695"/>
                  </a:cubicBezTo>
                  <a:cubicBezTo>
                    <a:pt x="43709" y="44940"/>
                    <a:pt x="45868" y="44400"/>
                    <a:pt x="48154" y="48185"/>
                  </a:cubicBezTo>
                  <a:cubicBezTo>
                    <a:pt x="57869" y="65051"/>
                    <a:pt x="59203" y="69597"/>
                    <a:pt x="63966" y="69597"/>
                  </a:cubicBezTo>
                  <a:lnTo>
                    <a:pt x="115908" y="69597"/>
                  </a:lnTo>
                  <a:cubicBezTo>
                    <a:pt x="117750" y="69597"/>
                    <a:pt x="118957" y="71000"/>
                    <a:pt x="118639" y="72842"/>
                  </a:cubicBezTo>
                  <a:cubicBezTo>
                    <a:pt x="117306" y="76188"/>
                    <a:pt x="117941" y="83764"/>
                    <a:pt x="113115" y="82462"/>
                  </a:cubicBezTo>
                  <a:lnTo>
                    <a:pt x="95461" y="78138"/>
                  </a:lnTo>
                  <a:cubicBezTo>
                    <a:pt x="87524" y="76195"/>
                    <a:pt x="82381" y="92628"/>
                    <a:pt x="75522" y="89060"/>
                  </a:cubicBezTo>
                  <a:cubicBezTo>
                    <a:pt x="70887" y="87110"/>
                    <a:pt x="66251" y="82462"/>
                    <a:pt x="61553" y="84844"/>
                  </a:cubicBezTo>
                  <a:cubicBezTo>
                    <a:pt x="57679" y="87548"/>
                    <a:pt x="49551" y="88952"/>
                    <a:pt x="52155" y="93492"/>
                  </a:cubicBezTo>
                  <a:lnTo>
                    <a:pt x="52472" y="94032"/>
                  </a:lnTo>
                  <a:cubicBezTo>
                    <a:pt x="55965" y="99874"/>
                    <a:pt x="63331" y="94140"/>
                    <a:pt x="68410" y="99334"/>
                  </a:cubicBezTo>
                  <a:lnTo>
                    <a:pt x="84095" y="115012"/>
                  </a:lnTo>
                  <a:cubicBezTo>
                    <a:pt x="85365" y="116307"/>
                    <a:pt x="85047" y="118041"/>
                    <a:pt x="83523" y="118905"/>
                  </a:cubicBezTo>
                  <a:lnTo>
                    <a:pt x="82761" y="119229"/>
                  </a:lnTo>
                  <a:cubicBezTo>
                    <a:pt x="81174" y="120092"/>
                    <a:pt x="80285" y="122258"/>
                    <a:pt x="80920" y="123991"/>
                  </a:cubicBezTo>
                  <a:cubicBezTo>
                    <a:pt x="84285" y="131014"/>
                    <a:pt x="84412" y="139561"/>
                    <a:pt x="89683" y="137936"/>
                  </a:cubicBezTo>
                  <a:cubicBezTo>
                    <a:pt x="97049" y="134805"/>
                    <a:pt x="104859" y="135129"/>
                    <a:pt x="104415" y="129719"/>
                  </a:cubicBezTo>
                  <a:cubicBezTo>
                    <a:pt x="104415" y="128963"/>
                    <a:pt x="103335" y="125179"/>
                    <a:pt x="106066" y="121826"/>
                  </a:cubicBezTo>
                  <a:cubicBezTo>
                    <a:pt x="108669" y="119445"/>
                    <a:pt x="111591" y="112415"/>
                    <a:pt x="115273" y="115768"/>
                  </a:cubicBezTo>
                  <a:cubicBezTo>
                    <a:pt x="132482" y="131452"/>
                    <a:pt x="133879" y="133935"/>
                    <a:pt x="138387" y="133396"/>
                  </a:cubicBezTo>
                  <a:cubicBezTo>
                    <a:pt x="142959" y="133396"/>
                    <a:pt x="150643" y="130043"/>
                    <a:pt x="150643" y="135345"/>
                  </a:cubicBezTo>
                  <a:cubicBezTo>
                    <a:pt x="150770" y="135993"/>
                    <a:pt x="149881" y="140425"/>
                    <a:pt x="153564" y="142482"/>
                  </a:cubicBezTo>
                  <a:cubicBezTo>
                    <a:pt x="164042" y="148210"/>
                    <a:pt x="168931" y="151455"/>
                    <a:pt x="173694" y="151779"/>
                  </a:cubicBezTo>
                  <a:cubicBezTo>
                    <a:pt x="196236" y="153404"/>
                    <a:pt x="199982" y="153182"/>
                    <a:pt x="204237" y="155024"/>
                  </a:cubicBezTo>
                  <a:cubicBezTo>
                    <a:pt x="265832" y="181840"/>
                    <a:pt x="268944" y="181840"/>
                    <a:pt x="272309" y="186170"/>
                  </a:cubicBezTo>
                  <a:cubicBezTo>
                    <a:pt x="287994" y="206065"/>
                    <a:pt x="290724" y="208446"/>
                    <a:pt x="291169" y="213094"/>
                  </a:cubicBezTo>
                  <a:cubicBezTo>
                    <a:pt x="291549" y="215469"/>
                    <a:pt x="290724" y="220555"/>
                    <a:pt x="294280" y="223908"/>
                  </a:cubicBezTo>
                  <a:cubicBezTo>
                    <a:pt x="303360" y="232233"/>
                    <a:pt x="307615" y="234506"/>
                    <a:pt x="304249" y="237421"/>
                  </a:cubicBezTo>
                  <a:cubicBezTo>
                    <a:pt x="302598" y="239371"/>
                    <a:pt x="295550" y="242939"/>
                    <a:pt x="299932" y="245536"/>
                  </a:cubicBezTo>
                  <a:cubicBezTo>
                    <a:pt x="306599" y="250400"/>
                    <a:pt x="315298" y="252458"/>
                    <a:pt x="312378" y="256675"/>
                  </a:cubicBezTo>
                  <a:cubicBezTo>
                    <a:pt x="307806" y="262942"/>
                    <a:pt x="290470" y="258294"/>
                    <a:pt x="285961" y="264675"/>
                  </a:cubicBezTo>
                  <a:cubicBezTo>
                    <a:pt x="264625" y="294197"/>
                    <a:pt x="260625" y="297441"/>
                    <a:pt x="265578" y="297549"/>
                  </a:cubicBezTo>
                  <a:lnTo>
                    <a:pt x="305964" y="298629"/>
                  </a:lnTo>
                  <a:cubicBezTo>
                    <a:pt x="307806" y="298629"/>
                    <a:pt x="309457" y="297226"/>
                    <a:pt x="309647" y="295384"/>
                  </a:cubicBezTo>
                  <a:lnTo>
                    <a:pt x="309647" y="294520"/>
                  </a:lnTo>
                  <a:cubicBezTo>
                    <a:pt x="309837" y="292685"/>
                    <a:pt x="311361" y="290520"/>
                    <a:pt x="313012" y="289656"/>
                  </a:cubicBezTo>
                  <a:cubicBezTo>
                    <a:pt x="316695" y="288247"/>
                    <a:pt x="321648" y="283274"/>
                    <a:pt x="325205" y="286951"/>
                  </a:cubicBezTo>
                  <a:cubicBezTo>
                    <a:pt x="325776" y="287275"/>
                    <a:pt x="327935" y="290844"/>
                    <a:pt x="331808" y="289440"/>
                  </a:cubicBezTo>
                  <a:cubicBezTo>
                    <a:pt x="338222" y="287815"/>
                    <a:pt x="343746" y="283490"/>
                    <a:pt x="347620" y="287059"/>
                  </a:cubicBezTo>
                  <a:cubicBezTo>
                    <a:pt x="374354" y="311932"/>
                    <a:pt x="384450" y="321883"/>
                    <a:pt x="389403" y="325883"/>
                  </a:cubicBezTo>
                  <a:lnTo>
                    <a:pt x="389403" y="245645"/>
                  </a:lnTo>
                  <a:lnTo>
                    <a:pt x="381529" y="235694"/>
                  </a:lnTo>
                  <a:lnTo>
                    <a:pt x="381719" y="235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E88E6056-993E-D2D3-110D-940AAB89F753}"/>
                </a:ext>
              </a:extLst>
            </p:cNvPr>
            <p:cNvSpPr/>
            <p:nvPr/>
          </p:nvSpPr>
          <p:spPr>
            <a:xfrm>
              <a:off x="9713510" y="4332471"/>
              <a:ext cx="378438" cy="298784"/>
            </a:xfrm>
            <a:custGeom>
              <a:avLst/>
              <a:gdLst>
                <a:gd name="csX0" fmla="*/ 20976 w 378438"/>
                <a:gd name="csY0" fmla="*/ 70180 h 298784"/>
                <a:gd name="csX1" fmla="*/ 16213 w 378438"/>
                <a:gd name="csY1" fmla="*/ 73749 h 298784"/>
                <a:gd name="csX2" fmla="*/ 84 w 378438"/>
                <a:gd name="csY2" fmla="*/ 111385 h 298784"/>
                <a:gd name="csX3" fmla="*/ 3195 w 378438"/>
                <a:gd name="csY3" fmla="*/ 132690 h 298784"/>
                <a:gd name="csX4" fmla="*/ 10752 w 378438"/>
                <a:gd name="csY4" fmla="*/ 138741 h 298784"/>
                <a:gd name="csX5" fmla="*/ 10054 w 378438"/>
                <a:gd name="csY5" fmla="*/ 152800 h 298784"/>
                <a:gd name="csX6" fmla="*/ 7450 w 378438"/>
                <a:gd name="csY6" fmla="*/ 160801 h 298784"/>
                <a:gd name="csX7" fmla="*/ 15769 w 378438"/>
                <a:gd name="csY7" fmla="*/ 175076 h 298784"/>
                <a:gd name="csX8" fmla="*/ 17801 w 378438"/>
                <a:gd name="csY8" fmla="*/ 175076 h 298784"/>
                <a:gd name="csX9" fmla="*/ 23135 w 378438"/>
                <a:gd name="csY9" fmla="*/ 181458 h 298784"/>
                <a:gd name="csX10" fmla="*/ 19134 w 378438"/>
                <a:gd name="csY10" fmla="*/ 187623 h 298784"/>
                <a:gd name="csX11" fmla="*/ 22119 w 378438"/>
                <a:gd name="csY11" fmla="*/ 192919 h 298784"/>
                <a:gd name="csX12" fmla="*/ 37169 w 378438"/>
                <a:gd name="csY12" fmla="*/ 187623 h 298784"/>
                <a:gd name="csX13" fmla="*/ 43137 w 378438"/>
                <a:gd name="csY13" fmla="*/ 198653 h 298784"/>
                <a:gd name="csX14" fmla="*/ 39772 w 378438"/>
                <a:gd name="csY14" fmla="*/ 208921 h 298784"/>
                <a:gd name="csX15" fmla="*/ 38820 w 378438"/>
                <a:gd name="csY15" fmla="*/ 209791 h 298784"/>
                <a:gd name="csX16" fmla="*/ 36978 w 378438"/>
                <a:gd name="csY16" fmla="*/ 214331 h 298784"/>
                <a:gd name="csX17" fmla="*/ 41740 w 378438"/>
                <a:gd name="csY17" fmla="*/ 217469 h 298784"/>
                <a:gd name="csX18" fmla="*/ 45614 w 378438"/>
                <a:gd name="csY18" fmla="*/ 221469 h 298784"/>
                <a:gd name="csX19" fmla="*/ 50948 w 378438"/>
                <a:gd name="csY19" fmla="*/ 251746 h 298784"/>
                <a:gd name="csX20" fmla="*/ 54504 w 378438"/>
                <a:gd name="csY20" fmla="*/ 253587 h 298784"/>
                <a:gd name="csX21" fmla="*/ 63902 w 378438"/>
                <a:gd name="csY21" fmla="*/ 249688 h 298784"/>
                <a:gd name="csX22" fmla="*/ 65426 w 378438"/>
                <a:gd name="csY22" fmla="*/ 253149 h 298784"/>
                <a:gd name="csX23" fmla="*/ 70443 w 378438"/>
                <a:gd name="csY23" fmla="*/ 256286 h 298784"/>
                <a:gd name="csX24" fmla="*/ 78888 w 378438"/>
                <a:gd name="csY24" fmla="*/ 256934 h 298784"/>
                <a:gd name="csX25" fmla="*/ 88032 w 378438"/>
                <a:gd name="csY25" fmla="*/ 253587 h 298784"/>
                <a:gd name="csX26" fmla="*/ 93810 w 378438"/>
                <a:gd name="csY26" fmla="*/ 253587 h 298784"/>
                <a:gd name="csX27" fmla="*/ 96477 w 378438"/>
                <a:gd name="csY27" fmla="*/ 255207 h 298784"/>
                <a:gd name="csX28" fmla="*/ 102129 w 378438"/>
                <a:gd name="csY28" fmla="*/ 254343 h 298784"/>
                <a:gd name="csX29" fmla="*/ 107781 w 378438"/>
                <a:gd name="csY29" fmla="*/ 254343 h 298784"/>
                <a:gd name="csX30" fmla="*/ 110130 w 378438"/>
                <a:gd name="csY30" fmla="*/ 259639 h 298784"/>
                <a:gd name="csX31" fmla="*/ 108606 w 378438"/>
                <a:gd name="csY31" fmla="*/ 274129 h 298784"/>
                <a:gd name="csX32" fmla="*/ 116544 w 378438"/>
                <a:gd name="csY32" fmla="*/ 275209 h 298784"/>
                <a:gd name="csX33" fmla="*/ 128227 w 378438"/>
                <a:gd name="csY33" fmla="*/ 269049 h 298784"/>
                <a:gd name="csX34" fmla="*/ 140420 w 378438"/>
                <a:gd name="csY34" fmla="*/ 271316 h 298784"/>
                <a:gd name="csX35" fmla="*/ 150707 w 378438"/>
                <a:gd name="csY35" fmla="*/ 261264 h 298784"/>
                <a:gd name="csX36" fmla="*/ 160232 w 378438"/>
                <a:gd name="csY36" fmla="*/ 259531 h 298784"/>
                <a:gd name="csX37" fmla="*/ 170455 w 378438"/>
                <a:gd name="csY37" fmla="*/ 264401 h 298784"/>
                <a:gd name="csX38" fmla="*/ 171090 w 378438"/>
                <a:gd name="csY38" fmla="*/ 263639 h 298784"/>
                <a:gd name="csX39" fmla="*/ 177440 w 378438"/>
                <a:gd name="csY39" fmla="*/ 267856 h 298784"/>
                <a:gd name="csX40" fmla="*/ 178900 w 378438"/>
                <a:gd name="csY40" fmla="*/ 273914 h 298784"/>
                <a:gd name="csX41" fmla="*/ 187283 w 378438"/>
                <a:gd name="csY41" fmla="*/ 272078 h 298784"/>
                <a:gd name="csX42" fmla="*/ 195220 w 378438"/>
                <a:gd name="csY42" fmla="*/ 269589 h 298784"/>
                <a:gd name="csX43" fmla="*/ 213825 w 378438"/>
                <a:gd name="csY43" fmla="*/ 280727 h 298784"/>
                <a:gd name="csX44" fmla="*/ 214905 w 378438"/>
                <a:gd name="csY44" fmla="*/ 296513 h 298784"/>
                <a:gd name="csX45" fmla="*/ 218271 w 378438"/>
                <a:gd name="csY45" fmla="*/ 298571 h 298784"/>
                <a:gd name="csX46" fmla="*/ 268689 w 378438"/>
                <a:gd name="csY46" fmla="*/ 267316 h 298784"/>
                <a:gd name="csX47" fmla="*/ 280056 w 378438"/>
                <a:gd name="csY47" fmla="*/ 248285 h 298784"/>
                <a:gd name="csX48" fmla="*/ 281897 w 378438"/>
                <a:gd name="csY48" fmla="*/ 238119 h 298784"/>
                <a:gd name="csX49" fmla="*/ 287105 w 378438"/>
                <a:gd name="csY49" fmla="*/ 226657 h 298784"/>
                <a:gd name="csX50" fmla="*/ 279611 w 378438"/>
                <a:gd name="csY50" fmla="*/ 212382 h 298784"/>
                <a:gd name="csX51" fmla="*/ 277770 w 378438"/>
                <a:gd name="csY51" fmla="*/ 211303 h 298784"/>
                <a:gd name="csX52" fmla="*/ 277897 w 378438"/>
                <a:gd name="csY52" fmla="*/ 208166 h 298784"/>
                <a:gd name="csX53" fmla="*/ 286596 w 378438"/>
                <a:gd name="csY53" fmla="*/ 200597 h 298784"/>
                <a:gd name="csX54" fmla="*/ 286596 w 378438"/>
                <a:gd name="csY54" fmla="*/ 200381 h 298784"/>
                <a:gd name="csX55" fmla="*/ 302598 w 378438"/>
                <a:gd name="csY55" fmla="*/ 189998 h 298784"/>
                <a:gd name="csX56" fmla="*/ 317076 w 378438"/>
                <a:gd name="csY56" fmla="*/ 175508 h 298784"/>
                <a:gd name="csX57" fmla="*/ 325839 w 378438"/>
                <a:gd name="csY57" fmla="*/ 170212 h 298784"/>
                <a:gd name="csX58" fmla="*/ 324125 w 378438"/>
                <a:gd name="csY58" fmla="*/ 158750 h 298784"/>
                <a:gd name="csX59" fmla="*/ 319553 w 378438"/>
                <a:gd name="csY59" fmla="*/ 151289 h 298784"/>
                <a:gd name="csX60" fmla="*/ 321204 w 378438"/>
                <a:gd name="csY60" fmla="*/ 147066 h 298784"/>
                <a:gd name="csX61" fmla="*/ 324570 w 378438"/>
                <a:gd name="csY61" fmla="*/ 128905 h 298784"/>
                <a:gd name="csX62" fmla="*/ 342731 w 378438"/>
                <a:gd name="csY62" fmla="*/ 111493 h 298784"/>
                <a:gd name="csX63" fmla="*/ 375560 w 378438"/>
                <a:gd name="csY63" fmla="*/ 112033 h 298784"/>
                <a:gd name="csX64" fmla="*/ 376639 w 378438"/>
                <a:gd name="csY64" fmla="*/ 105975 h 298784"/>
                <a:gd name="csX65" fmla="*/ 369337 w 378438"/>
                <a:gd name="csY65" fmla="*/ 101867 h 298784"/>
                <a:gd name="csX66" fmla="*/ 364511 w 378438"/>
                <a:gd name="csY66" fmla="*/ 95053 h 298784"/>
                <a:gd name="csX67" fmla="*/ 336761 w 378438"/>
                <a:gd name="csY67" fmla="*/ 75374 h 298784"/>
                <a:gd name="csX68" fmla="*/ 342286 w 378438"/>
                <a:gd name="csY68" fmla="*/ 60452 h 298784"/>
                <a:gd name="csX69" fmla="*/ 331618 w 378438"/>
                <a:gd name="csY69" fmla="*/ 57315 h 298784"/>
                <a:gd name="csX70" fmla="*/ 323934 w 378438"/>
                <a:gd name="csY70" fmla="*/ 45962 h 298784"/>
                <a:gd name="csX71" fmla="*/ 316886 w 378438"/>
                <a:gd name="csY71" fmla="*/ 43472 h 298784"/>
                <a:gd name="csX72" fmla="*/ 316632 w 378438"/>
                <a:gd name="csY72" fmla="*/ 43256 h 298784"/>
                <a:gd name="csX73" fmla="*/ 327808 w 378438"/>
                <a:gd name="csY73" fmla="*/ 34499 h 298784"/>
                <a:gd name="csX74" fmla="*/ 328887 w 378438"/>
                <a:gd name="csY74" fmla="*/ 27146 h 298784"/>
                <a:gd name="csX75" fmla="*/ 331364 w 378438"/>
                <a:gd name="csY75" fmla="*/ 17088 h 298784"/>
                <a:gd name="csX76" fmla="*/ 323172 w 378438"/>
                <a:gd name="csY76" fmla="*/ 9951 h 298784"/>
                <a:gd name="csX77" fmla="*/ 309710 w 378438"/>
                <a:gd name="csY77" fmla="*/ 0 h 298784"/>
                <a:gd name="csX78" fmla="*/ 263165 w 378438"/>
                <a:gd name="csY78" fmla="*/ 1841 h 298784"/>
                <a:gd name="csX79" fmla="*/ 252116 w 378438"/>
                <a:gd name="csY79" fmla="*/ 16224 h 298784"/>
                <a:gd name="csX80" fmla="*/ 249449 w 378438"/>
                <a:gd name="csY80" fmla="*/ 44990 h 298784"/>
                <a:gd name="csX81" fmla="*/ 237194 w 378438"/>
                <a:gd name="csY81" fmla="*/ 47473 h 298784"/>
                <a:gd name="csX82" fmla="*/ 233447 w 378438"/>
                <a:gd name="csY82" fmla="*/ 53423 h 298784"/>
                <a:gd name="csX83" fmla="*/ 239289 w 378438"/>
                <a:gd name="csY83" fmla="*/ 59150 h 298784"/>
                <a:gd name="csX84" fmla="*/ 221319 w 378438"/>
                <a:gd name="csY84" fmla="*/ 66504 h 298784"/>
                <a:gd name="csX85" fmla="*/ 215858 w 378438"/>
                <a:gd name="csY85" fmla="*/ 91700 h 298784"/>
                <a:gd name="csX86" fmla="*/ 189378 w 378438"/>
                <a:gd name="csY86" fmla="*/ 90405 h 298784"/>
                <a:gd name="csX87" fmla="*/ 178520 w 378438"/>
                <a:gd name="csY87" fmla="*/ 100031 h 298784"/>
                <a:gd name="csX88" fmla="*/ 154199 w 378438"/>
                <a:gd name="csY88" fmla="*/ 86513 h 298784"/>
                <a:gd name="csX89" fmla="*/ 127211 w 378438"/>
                <a:gd name="csY89" fmla="*/ 90189 h 298784"/>
                <a:gd name="csX90" fmla="*/ 118830 w 378438"/>
                <a:gd name="csY90" fmla="*/ 107169 h 298784"/>
                <a:gd name="csX91" fmla="*/ 84730 w 378438"/>
                <a:gd name="csY91" fmla="*/ 104572 h 298784"/>
                <a:gd name="csX92" fmla="*/ 54821 w 378438"/>
                <a:gd name="csY92" fmla="*/ 115602 h 298784"/>
                <a:gd name="csX93" fmla="*/ 22690 w 378438"/>
                <a:gd name="csY93" fmla="*/ 85973 h 298784"/>
                <a:gd name="csX94" fmla="*/ 22690 w 378438"/>
                <a:gd name="csY94" fmla="*/ 69857 h 298784"/>
                <a:gd name="csX95" fmla="*/ 21294 w 378438"/>
                <a:gd name="csY95" fmla="*/ 69964 h 298784"/>
                <a:gd name="csX96" fmla="*/ 20976 w 378438"/>
                <a:gd name="csY96" fmla="*/ 70180 h 298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378438" h="298784">
                  <a:moveTo>
                    <a:pt x="20976" y="70180"/>
                  </a:moveTo>
                  <a:cubicBezTo>
                    <a:pt x="19134" y="70510"/>
                    <a:pt x="16975" y="72130"/>
                    <a:pt x="16213" y="73749"/>
                  </a:cubicBezTo>
                  <a:cubicBezTo>
                    <a:pt x="1037" y="106083"/>
                    <a:pt x="84" y="106731"/>
                    <a:pt x="84" y="111385"/>
                  </a:cubicBezTo>
                  <a:cubicBezTo>
                    <a:pt x="84" y="128683"/>
                    <a:pt x="-804" y="131172"/>
                    <a:pt x="3195" y="132690"/>
                  </a:cubicBezTo>
                  <a:cubicBezTo>
                    <a:pt x="4529" y="133445"/>
                    <a:pt x="10371" y="134093"/>
                    <a:pt x="10752" y="138741"/>
                  </a:cubicBezTo>
                  <a:cubicBezTo>
                    <a:pt x="11451" y="144691"/>
                    <a:pt x="12594" y="149232"/>
                    <a:pt x="10054" y="152800"/>
                  </a:cubicBezTo>
                  <a:cubicBezTo>
                    <a:pt x="9673" y="153556"/>
                    <a:pt x="5990" y="156693"/>
                    <a:pt x="7450" y="160801"/>
                  </a:cubicBezTo>
                  <a:cubicBezTo>
                    <a:pt x="10435" y="167507"/>
                    <a:pt x="10245" y="175184"/>
                    <a:pt x="15769" y="175076"/>
                  </a:cubicBezTo>
                  <a:lnTo>
                    <a:pt x="17801" y="175076"/>
                  </a:lnTo>
                  <a:cubicBezTo>
                    <a:pt x="22245" y="174968"/>
                    <a:pt x="26818" y="178969"/>
                    <a:pt x="23135" y="181458"/>
                  </a:cubicBezTo>
                  <a:cubicBezTo>
                    <a:pt x="22563" y="181997"/>
                    <a:pt x="18881" y="183401"/>
                    <a:pt x="19134" y="187623"/>
                  </a:cubicBezTo>
                  <a:cubicBezTo>
                    <a:pt x="19325" y="188487"/>
                    <a:pt x="18246" y="195193"/>
                    <a:pt x="22119" y="192919"/>
                  </a:cubicBezTo>
                  <a:cubicBezTo>
                    <a:pt x="28659" y="189783"/>
                    <a:pt x="33866" y="183509"/>
                    <a:pt x="37169" y="187623"/>
                  </a:cubicBezTo>
                  <a:cubicBezTo>
                    <a:pt x="39010" y="190430"/>
                    <a:pt x="43709" y="193675"/>
                    <a:pt x="43137" y="198653"/>
                  </a:cubicBezTo>
                  <a:cubicBezTo>
                    <a:pt x="42693" y="200597"/>
                    <a:pt x="43264" y="205677"/>
                    <a:pt x="39772" y="208921"/>
                  </a:cubicBezTo>
                  <a:lnTo>
                    <a:pt x="38820" y="209791"/>
                  </a:lnTo>
                  <a:cubicBezTo>
                    <a:pt x="37486" y="210979"/>
                    <a:pt x="36660" y="213144"/>
                    <a:pt x="36978" y="214331"/>
                  </a:cubicBezTo>
                  <a:cubicBezTo>
                    <a:pt x="37613" y="216929"/>
                    <a:pt x="42248" y="217793"/>
                    <a:pt x="41740" y="217469"/>
                  </a:cubicBezTo>
                  <a:cubicBezTo>
                    <a:pt x="43582" y="217793"/>
                    <a:pt x="45296" y="219628"/>
                    <a:pt x="45614" y="221469"/>
                  </a:cubicBezTo>
                  <a:lnTo>
                    <a:pt x="50948" y="251746"/>
                  </a:lnTo>
                  <a:cubicBezTo>
                    <a:pt x="51265" y="253587"/>
                    <a:pt x="52853" y="254343"/>
                    <a:pt x="54504" y="253587"/>
                  </a:cubicBezTo>
                  <a:cubicBezTo>
                    <a:pt x="54504" y="253587"/>
                    <a:pt x="63902" y="248933"/>
                    <a:pt x="63902" y="249688"/>
                  </a:cubicBezTo>
                  <a:cubicBezTo>
                    <a:pt x="63902" y="250450"/>
                    <a:pt x="65426" y="253149"/>
                    <a:pt x="65426" y="253149"/>
                  </a:cubicBezTo>
                  <a:cubicBezTo>
                    <a:pt x="66315" y="254775"/>
                    <a:pt x="68601" y="256178"/>
                    <a:pt x="70443" y="256286"/>
                  </a:cubicBezTo>
                  <a:lnTo>
                    <a:pt x="78888" y="256934"/>
                  </a:lnTo>
                  <a:cubicBezTo>
                    <a:pt x="83396" y="257264"/>
                    <a:pt x="88603" y="253257"/>
                    <a:pt x="88032" y="253587"/>
                  </a:cubicBezTo>
                  <a:cubicBezTo>
                    <a:pt x="89683" y="252609"/>
                    <a:pt x="92159" y="252609"/>
                    <a:pt x="93810" y="253587"/>
                  </a:cubicBezTo>
                  <a:lnTo>
                    <a:pt x="96477" y="255207"/>
                  </a:lnTo>
                  <a:cubicBezTo>
                    <a:pt x="99525" y="257042"/>
                    <a:pt x="102764" y="254019"/>
                    <a:pt x="102129" y="254343"/>
                  </a:cubicBezTo>
                  <a:cubicBezTo>
                    <a:pt x="104733" y="251854"/>
                    <a:pt x="108288" y="254451"/>
                    <a:pt x="107781" y="254343"/>
                  </a:cubicBezTo>
                  <a:cubicBezTo>
                    <a:pt x="109305" y="255422"/>
                    <a:pt x="110384" y="257804"/>
                    <a:pt x="110130" y="259639"/>
                  </a:cubicBezTo>
                  <a:lnTo>
                    <a:pt x="108606" y="274129"/>
                  </a:lnTo>
                  <a:cubicBezTo>
                    <a:pt x="108161" y="278562"/>
                    <a:pt x="113305" y="278130"/>
                    <a:pt x="116544" y="275209"/>
                  </a:cubicBezTo>
                  <a:cubicBezTo>
                    <a:pt x="119972" y="272834"/>
                    <a:pt x="123592" y="266992"/>
                    <a:pt x="128227" y="269049"/>
                  </a:cubicBezTo>
                  <a:cubicBezTo>
                    <a:pt x="131783" y="270129"/>
                    <a:pt x="136228" y="274129"/>
                    <a:pt x="140420" y="271316"/>
                  </a:cubicBezTo>
                  <a:cubicBezTo>
                    <a:pt x="146515" y="267208"/>
                    <a:pt x="151596" y="264833"/>
                    <a:pt x="150707" y="261264"/>
                  </a:cubicBezTo>
                  <a:cubicBezTo>
                    <a:pt x="149754" y="257696"/>
                    <a:pt x="156930" y="256394"/>
                    <a:pt x="160232" y="259531"/>
                  </a:cubicBezTo>
                  <a:cubicBezTo>
                    <a:pt x="163152" y="261588"/>
                    <a:pt x="166962" y="268186"/>
                    <a:pt x="170455" y="264401"/>
                  </a:cubicBezTo>
                  <a:lnTo>
                    <a:pt x="171090" y="263639"/>
                  </a:lnTo>
                  <a:cubicBezTo>
                    <a:pt x="174011" y="260395"/>
                    <a:pt x="178773" y="263639"/>
                    <a:pt x="177440" y="267856"/>
                  </a:cubicBezTo>
                  <a:cubicBezTo>
                    <a:pt x="177440" y="268402"/>
                    <a:pt x="174456" y="273698"/>
                    <a:pt x="178900" y="273914"/>
                  </a:cubicBezTo>
                  <a:cubicBezTo>
                    <a:pt x="179599" y="273914"/>
                    <a:pt x="183853" y="274777"/>
                    <a:pt x="187283" y="272078"/>
                  </a:cubicBezTo>
                  <a:cubicBezTo>
                    <a:pt x="188045" y="271640"/>
                    <a:pt x="191093" y="267856"/>
                    <a:pt x="195220" y="269589"/>
                  </a:cubicBezTo>
                  <a:cubicBezTo>
                    <a:pt x="210587" y="276079"/>
                    <a:pt x="213508" y="276511"/>
                    <a:pt x="213825" y="280727"/>
                  </a:cubicBezTo>
                  <a:lnTo>
                    <a:pt x="214905" y="296513"/>
                  </a:lnTo>
                  <a:cubicBezTo>
                    <a:pt x="215032" y="298355"/>
                    <a:pt x="216556" y="299219"/>
                    <a:pt x="218271" y="298571"/>
                  </a:cubicBezTo>
                  <a:cubicBezTo>
                    <a:pt x="282151" y="271101"/>
                    <a:pt x="257259" y="283108"/>
                    <a:pt x="268689" y="267316"/>
                  </a:cubicBezTo>
                  <a:cubicBezTo>
                    <a:pt x="278151" y="254343"/>
                    <a:pt x="280183" y="252718"/>
                    <a:pt x="280056" y="248285"/>
                  </a:cubicBezTo>
                  <a:cubicBezTo>
                    <a:pt x="280183" y="246882"/>
                    <a:pt x="279103" y="241795"/>
                    <a:pt x="281897" y="238119"/>
                  </a:cubicBezTo>
                  <a:cubicBezTo>
                    <a:pt x="283866" y="234874"/>
                    <a:pt x="288819" y="231305"/>
                    <a:pt x="287105" y="226657"/>
                  </a:cubicBezTo>
                  <a:cubicBezTo>
                    <a:pt x="284310" y="218872"/>
                    <a:pt x="283548" y="214656"/>
                    <a:pt x="279611" y="212382"/>
                  </a:cubicBezTo>
                  <a:lnTo>
                    <a:pt x="277770" y="211303"/>
                  </a:lnTo>
                  <a:cubicBezTo>
                    <a:pt x="276183" y="210331"/>
                    <a:pt x="276309" y="208921"/>
                    <a:pt x="277897" y="208166"/>
                  </a:cubicBezTo>
                  <a:cubicBezTo>
                    <a:pt x="280500" y="206439"/>
                    <a:pt x="286596" y="205568"/>
                    <a:pt x="286596" y="200597"/>
                  </a:cubicBezTo>
                  <a:lnTo>
                    <a:pt x="286596" y="200381"/>
                  </a:lnTo>
                  <a:cubicBezTo>
                    <a:pt x="286596" y="193999"/>
                    <a:pt x="297519" y="196164"/>
                    <a:pt x="302598" y="189998"/>
                  </a:cubicBezTo>
                  <a:cubicBezTo>
                    <a:pt x="311044" y="179724"/>
                    <a:pt x="312632" y="176486"/>
                    <a:pt x="317076" y="175508"/>
                  </a:cubicBezTo>
                  <a:cubicBezTo>
                    <a:pt x="319045" y="174752"/>
                    <a:pt x="325395" y="174860"/>
                    <a:pt x="325839" y="170212"/>
                  </a:cubicBezTo>
                  <a:cubicBezTo>
                    <a:pt x="325839" y="167183"/>
                    <a:pt x="327998" y="161773"/>
                    <a:pt x="324125" y="158750"/>
                  </a:cubicBezTo>
                  <a:cubicBezTo>
                    <a:pt x="323363" y="157880"/>
                    <a:pt x="317965" y="155505"/>
                    <a:pt x="319553" y="151289"/>
                  </a:cubicBezTo>
                  <a:lnTo>
                    <a:pt x="321204" y="147066"/>
                  </a:lnTo>
                  <a:cubicBezTo>
                    <a:pt x="323934" y="139935"/>
                    <a:pt x="320569" y="133661"/>
                    <a:pt x="324570" y="128905"/>
                  </a:cubicBezTo>
                  <a:cubicBezTo>
                    <a:pt x="337015" y="113976"/>
                    <a:pt x="338285" y="110954"/>
                    <a:pt x="342731" y="111493"/>
                  </a:cubicBezTo>
                  <a:cubicBezTo>
                    <a:pt x="370544" y="114414"/>
                    <a:pt x="372702" y="115602"/>
                    <a:pt x="375560" y="112033"/>
                  </a:cubicBezTo>
                  <a:cubicBezTo>
                    <a:pt x="375941" y="111170"/>
                    <a:pt x="381084" y="106731"/>
                    <a:pt x="376639" y="105975"/>
                  </a:cubicBezTo>
                  <a:cubicBezTo>
                    <a:pt x="375877" y="105651"/>
                    <a:pt x="371115" y="105759"/>
                    <a:pt x="369337" y="101867"/>
                  </a:cubicBezTo>
                  <a:cubicBezTo>
                    <a:pt x="368956" y="101219"/>
                    <a:pt x="367940" y="97542"/>
                    <a:pt x="364511" y="95053"/>
                  </a:cubicBezTo>
                  <a:lnTo>
                    <a:pt x="336761" y="75374"/>
                  </a:lnTo>
                  <a:cubicBezTo>
                    <a:pt x="330538" y="70942"/>
                    <a:pt x="347302" y="65856"/>
                    <a:pt x="342286" y="60452"/>
                  </a:cubicBezTo>
                  <a:cubicBezTo>
                    <a:pt x="337460" y="55042"/>
                    <a:pt x="333333" y="61747"/>
                    <a:pt x="331618" y="57315"/>
                  </a:cubicBezTo>
                  <a:cubicBezTo>
                    <a:pt x="329396" y="53099"/>
                    <a:pt x="329205" y="45962"/>
                    <a:pt x="323934" y="45962"/>
                  </a:cubicBezTo>
                  <a:cubicBezTo>
                    <a:pt x="323236" y="45853"/>
                    <a:pt x="319553" y="46501"/>
                    <a:pt x="316886" y="43472"/>
                  </a:cubicBezTo>
                  <a:lnTo>
                    <a:pt x="316632" y="43256"/>
                  </a:lnTo>
                  <a:cubicBezTo>
                    <a:pt x="311679" y="37745"/>
                    <a:pt x="328887" y="41529"/>
                    <a:pt x="327808" y="34499"/>
                  </a:cubicBezTo>
                  <a:cubicBezTo>
                    <a:pt x="327808" y="33960"/>
                    <a:pt x="326728" y="30499"/>
                    <a:pt x="328887" y="27146"/>
                  </a:cubicBezTo>
                  <a:cubicBezTo>
                    <a:pt x="329840" y="24765"/>
                    <a:pt x="335301" y="20117"/>
                    <a:pt x="331364" y="17088"/>
                  </a:cubicBezTo>
                  <a:cubicBezTo>
                    <a:pt x="325014" y="12224"/>
                    <a:pt x="322855" y="10490"/>
                    <a:pt x="323172" y="9951"/>
                  </a:cubicBezTo>
                  <a:lnTo>
                    <a:pt x="309710" y="0"/>
                  </a:lnTo>
                  <a:lnTo>
                    <a:pt x="263165" y="1841"/>
                  </a:lnTo>
                  <a:lnTo>
                    <a:pt x="252116" y="16224"/>
                  </a:lnTo>
                  <a:lnTo>
                    <a:pt x="249449" y="44990"/>
                  </a:lnTo>
                  <a:lnTo>
                    <a:pt x="237194" y="47473"/>
                  </a:lnTo>
                  <a:lnTo>
                    <a:pt x="233447" y="53423"/>
                  </a:lnTo>
                  <a:lnTo>
                    <a:pt x="239289" y="59150"/>
                  </a:lnTo>
                  <a:lnTo>
                    <a:pt x="221319" y="66504"/>
                  </a:lnTo>
                  <a:lnTo>
                    <a:pt x="215858" y="91700"/>
                  </a:lnTo>
                  <a:lnTo>
                    <a:pt x="189378" y="90405"/>
                  </a:lnTo>
                  <a:lnTo>
                    <a:pt x="178520" y="100031"/>
                  </a:lnTo>
                  <a:lnTo>
                    <a:pt x="154199" y="86513"/>
                  </a:lnTo>
                  <a:lnTo>
                    <a:pt x="127211" y="90189"/>
                  </a:lnTo>
                  <a:lnTo>
                    <a:pt x="118830" y="107169"/>
                  </a:lnTo>
                  <a:lnTo>
                    <a:pt x="84730" y="104572"/>
                  </a:lnTo>
                  <a:lnTo>
                    <a:pt x="54821" y="115602"/>
                  </a:lnTo>
                  <a:lnTo>
                    <a:pt x="22690" y="85973"/>
                  </a:lnTo>
                  <a:lnTo>
                    <a:pt x="22690" y="69857"/>
                  </a:lnTo>
                  <a:cubicBezTo>
                    <a:pt x="22056" y="69857"/>
                    <a:pt x="21357" y="69964"/>
                    <a:pt x="21294" y="69964"/>
                  </a:cubicBezTo>
                  <a:lnTo>
                    <a:pt x="20976" y="70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0D007280-3052-716A-0C45-FABF20FF6CCD}"/>
                </a:ext>
              </a:extLst>
            </p:cNvPr>
            <p:cNvSpPr/>
            <p:nvPr/>
          </p:nvSpPr>
          <p:spPr>
            <a:xfrm>
              <a:off x="10254937" y="4811414"/>
              <a:ext cx="65654" cy="52463"/>
            </a:xfrm>
            <a:custGeom>
              <a:avLst/>
              <a:gdLst>
                <a:gd name="csX0" fmla="*/ 58161 w 65654"/>
                <a:gd name="csY0" fmla="*/ 0 h 52463"/>
                <a:gd name="csX1" fmla="*/ 49081 w 65654"/>
                <a:gd name="csY1" fmla="*/ 6166 h 52463"/>
                <a:gd name="csX2" fmla="*/ 40000 w 65654"/>
                <a:gd name="csY2" fmla="*/ 5842 h 52463"/>
                <a:gd name="csX3" fmla="*/ 17267 w 65654"/>
                <a:gd name="csY3" fmla="*/ 19901 h 52463"/>
                <a:gd name="csX4" fmla="*/ 10981 w 65654"/>
                <a:gd name="csY4" fmla="*/ 32550 h 52463"/>
                <a:gd name="csX5" fmla="*/ 13267 w 65654"/>
                <a:gd name="csY5" fmla="*/ 36550 h 52463"/>
                <a:gd name="csX6" fmla="*/ 14092 w 65654"/>
                <a:gd name="csY6" fmla="*/ 36766 h 52463"/>
                <a:gd name="csX7" fmla="*/ 16886 w 65654"/>
                <a:gd name="csY7" fmla="*/ 40983 h 52463"/>
                <a:gd name="csX8" fmla="*/ 16886 w 65654"/>
                <a:gd name="csY8" fmla="*/ 41853 h 52463"/>
                <a:gd name="csX9" fmla="*/ 13013 w 65654"/>
                <a:gd name="csY9" fmla="*/ 44983 h 52463"/>
                <a:gd name="csX10" fmla="*/ 6663 w 65654"/>
                <a:gd name="csY10" fmla="*/ 44444 h 52463"/>
                <a:gd name="csX11" fmla="*/ 440 w 65654"/>
                <a:gd name="csY11" fmla="*/ 48552 h 52463"/>
                <a:gd name="csX12" fmla="*/ 1964 w 65654"/>
                <a:gd name="csY12" fmla="*/ 51581 h 52463"/>
                <a:gd name="csX13" fmla="*/ 16251 w 65654"/>
                <a:gd name="csY13" fmla="*/ 52444 h 52463"/>
                <a:gd name="csX14" fmla="*/ 25585 w 65654"/>
                <a:gd name="csY14" fmla="*/ 47904 h 52463"/>
                <a:gd name="csX15" fmla="*/ 40191 w 65654"/>
                <a:gd name="csY15" fmla="*/ 43472 h 52463"/>
                <a:gd name="csX16" fmla="*/ 63368 w 65654"/>
                <a:gd name="csY16" fmla="*/ 18491 h 52463"/>
                <a:gd name="csX17" fmla="*/ 65654 w 65654"/>
                <a:gd name="csY17" fmla="*/ 16764 h 52463"/>
                <a:gd name="csX18" fmla="*/ 58161 w 65654"/>
                <a:gd name="csY18" fmla="*/ 0 h 52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5654" h="52463">
                  <a:moveTo>
                    <a:pt x="58161" y="0"/>
                  </a:moveTo>
                  <a:cubicBezTo>
                    <a:pt x="55240" y="3461"/>
                    <a:pt x="52192" y="6166"/>
                    <a:pt x="49081" y="6166"/>
                  </a:cubicBezTo>
                  <a:cubicBezTo>
                    <a:pt x="49081" y="6166"/>
                    <a:pt x="41143" y="6166"/>
                    <a:pt x="40000" y="5842"/>
                  </a:cubicBezTo>
                  <a:cubicBezTo>
                    <a:pt x="38667" y="5518"/>
                    <a:pt x="17267" y="19901"/>
                    <a:pt x="17267" y="19901"/>
                  </a:cubicBezTo>
                  <a:cubicBezTo>
                    <a:pt x="13902" y="22168"/>
                    <a:pt x="13330" y="25197"/>
                    <a:pt x="10981" y="32550"/>
                  </a:cubicBezTo>
                  <a:cubicBezTo>
                    <a:pt x="10409" y="34277"/>
                    <a:pt x="11425" y="36119"/>
                    <a:pt x="13267" y="36550"/>
                  </a:cubicBezTo>
                  <a:lnTo>
                    <a:pt x="14092" y="36766"/>
                  </a:lnTo>
                  <a:cubicBezTo>
                    <a:pt x="15933" y="37306"/>
                    <a:pt x="17140" y="39148"/>
                    <a:pt x="16886" y="40983"/>
                  </a:cubicBezTo>
                  <a:lnTo>
                    <a:pt x="16886" y="41853"/>
                  </a:lnTo>
                  <a:cubicBezTo>
                    <a:pt x="16569" y="43688"/>
                    <a:pt x="14854" y="45091"/>
                    <a:pt x="13013" y="44983"/>
                  </a:cubicBezTo>
                  <a:lnTo>
                    <a:pt x="6663" y="44444"/>
                  </a:lnTo>
                  <a:cubicBezTo>
                    <a:pt x="2408" y="44120"/>
                    <a:pt x="1138" y="47904"/>
                    <a:pt x="440" y="48552"/>
                  </a:cubicBezTo>
                  <a:cubicBezTo>
                    <a:pt x="-513" y="50070"/>
                    <a:pt x="122" y="51473"/>
                    <a:pt x="1964" y="51581"/>
                  </a:cubicBezTo>
                  <a:lnTo>
                    <a:pt x="16251" y="52444"/>
                  </a:lnTo>
                  <a:cubicBezTo>
                    <a:pt x="20950" y="52775"/>
                    <a:pt x="24189" y="48768"/>
                    <a:pt x="25585" y="47904"/>
                  </a:cubicBezTo>
                  <a:cubicBezTo>
                    <a:pt x="29142" y="45091"/>
                    <a:pt x="33777" y="44767"/>
                    <a:pt x="40191" y="43472"/>
                  </a:cubicBezTo>
                  <a:cubicBezTo>
                    <a:pt x="44635" y="42609"/>
                    <a:pt x="44826" y="41199"/>
                    <a:pt x="63368" y="18491"/>
                  </a:cubicBezTo>
                  <a:cubicBezTo>
                    <a:pt x="63813" y="17952"/>
                    <a:pt x="64638" y="17412"/>
                    <a:pt x="65654" y="16764"/>
                  </a:cubicBezTo>
                  <a:lnTo>
                    <a:pt x="5816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50C0F7EB-6530-D5AE-10B7-8CF364214F22}"/>
                </a:ext>
              </a:extLst>
            </p:cNvPr>
            <p:cNvSpPr/>
            <p:nvPr/>
          </p:nvSpPr>
          <p:spPr>
            <a:xfrm>
              <a:off x="9098831" y="3986529"/>
              <a:ext cx="21857" cy="87310"/>
            </a:xfrm>
            <a:custGeom>
              <a:avLst/>
              <a:gdLst>
                <a:gd name="csX0" fmla="*/ 14117 w 21857"/>
                <a:gd name="csY0" fmla="*/ 2718 h 87310"/>
                <a:gd name="csX1" fmla="*/ 5925 w 21857"/>
                <a:gd name="csY1" fmla="*/ 42730 h 87310"/>
                <a:gd name="csX2" fmla="*/ 1353 w 21857"/>
                <a:gd name="csY2" fmla="*/ 55811 h 87310"/>
                <a:gd name="csX3" fmla="*/ 84 w 21857"/>
                <a:gd name="csY3" fmla="*/ 75603 h 87310"/>
                <a:gd name="csX4" fmla="*/ 8402 w 21857"/>
                <a:gd name="csY4" fmla="*/ 86526 h 87310"/>
                <a:gd name="csX5" fmla="*/ 9164 w 21857"/>
                <a:gd name="csY5" fmla="*/ 65113 h 87310"/>
                <a:gd name="csX6" fmla="*/ 16721 w 21857"/>
                <a:gd name="csY6" fmla="*/ 51918 h 87310"/>
                <a:gd name="csX7" fmla="*/ 17610 w 21857"/>
                <a:gd name="csY7" fmla="*/ 32779 h 87310"/>
                <a:gd name="csX8" fmla="*/ 19896 w 21857"/>
                <a:gd name="csY8" fmla="*/ 25534 h 87310"/>
                <a:gd name="csX9" fmla="*/ 21737 w 21857"/>
                <a:gd name="csY9" fmla="*/ 2070 h 87310"/>
                <a:gd name="csX10" fmla="*/ 14117 w 21857"/>
                <a:gd name="csY10" fmla="*/ 2718 h 87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57" h="87310">
                  <a:moveTo>
                    <a:pt x="14117" y="2718"/>
                  </a:moveTo>
                  <a:cubicBezTo>
                    <a:pt x="10117" y="4877"/>
                    <a:pt x="5925" y="42730"/>
                    <a:pt x="5925" y="42730"/>
                  </a:cubicBezTo>
                  <a:cubicBezTo>
                    <a:pt x="5354" y="47162"/>
                    <a:pt x="3322" y="51162"/>
                    <a:pt x="1353" y="55811"/>
                  </a:cubicBezTo>
                  <a:cubicBezTo>
                    <a:pt x="-488" y="60135"/>
                    <a:pt x="84" y="66193"/>
                    <a:pt x="84" y="75603"/>
                  </a:cubicBezTo>
                  <a:cubicBezTo>
                    <a:pt x="84" y="80792"/>
                    <a:pt x="5354" y="83281"/>
                    <a:pt x="8402" y="86526"/>
                  </a:cubicBezTo>
                  <a:cubicBezTo>
                    <a:pt x="11895" y="89656"/>
                    <a:pt x="10561" y="83605"/>
                    <a:pt x="9164" y="65113"/>
                  </a:cubicBezTo>
                  <a:cubicBezTo>
                    <a:pt x="8847" y="60681"/>
                    <a:pt x="12212" y="57652"/>
                    <a:pt x="16721" y="51918"/>
                  </a:cubicBezTo>
                  <a:cubicBezTo>
                    <a:pt x="19451" y="48457"/>
                    <a:pt x="18499" y="44349"/>
                    <a:pt x="17610" y="32779"/>
                  </a:cubicBezTo>
                  <a:cubicBezTo>
                    <a:pt x="17292" y="28778"/>
                    <a:pt x="19642" y="26181"/>
                    <a:pt x="19896" y="25534"/>
                  </a:cubicBezTo>
                  <a:cubicBezTo>
                    <a:pt x="22562" y="21533"/>
                    <a:pt x="21737" y="15907"/>
                    <a:pt x="21737" y="2070"/>
                  </a:cubicBezTo>
                  <a:cubicBezTo>
                    <a:pt x="21737" y="-2692"/>
                    <a:pt x="15768" y="2179"/>
                    <a:pt x="14117" y="2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7392FBB9-1EA2-B6A8-27BB-A0C6E84F6ABF}"/>
                </a:ext>
              </a:extLst>
            </p:cNvPr>
            <p:cNvSpPr/>
            <p:nvPr/>
          </p:nvSpPr>
          <p:spPr>
            <a:xfrm>
              <a:off x="9093040" y="4088275"/>
              <a:ext cx="9354" cy="14531"/>
            </a:xfrm>
            <a:custGeom>
              <a:avLst/>
              <a:gdLst>
                <a:gd name="csX0" fmla="*/ 3462 w 9354"/>
                <a:gd name="csY0" fmla="*/ 781 h 14531"/>
                <a:gd name="csX1" fmla="*/ 2382 w 9354"/>
                <a:gd name="csY1" fmla="*/ 1861 h 14531"/>
                <a:gd name="csX2" fmla="*/ 2953 w 9354"/>
                <a:gd name="csY2" fmla="*/ 14192 h 14531"/>
                <a:gd name="csX3" fmla="*/ 8668 w 9354"/>
                <a:gd name="csY3" fmla="*/ 9970 h 14531"/>
                <a:gd name="csX4" fmla="*/ 7399 w 9354"/>
                <a:gd name="csY4" fmla="*/ 1429 h 14531"/>
                <a:gd name="csX5" fmla="*/ 3462 w 9354"/>
                <a:gd name="csY5" fmla="*/ 889 h 14531"/>
                <a:gd name="csX6" fmla="*/ 3462 w 9354"/>
                <a:gd name="csY6" fmla="*/ 781 h 14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54" h="14531">
                  <a:moveTo>
                    <a:pt x="3462" y="781"/>
                  </a:moveTo>
                  <a:lnTo>
                    <a:pt x="2382" y="1861"/>
                  </a:lnTo>
                  <a:cubicBezTo>
                    <a:pt x="-730" y="5106"/>
                    <a:pt x="-1047" y="12351"/>
                    <a:pt x="2953" y="14192"/>
                  </a:cubicBezTo>
                  <a:cubicBezTo>
                    <a:pt x="6700" y="15920"/>
                    <a:pt x="8224" y="10510"/>
                    <a:pt x="8668" y="9970"/>
                  </a:cubicBezTo>
                  <a:cubicBezTo>
                    <a:pt x="10701" y="5969"/>
                    <a:pt x="7589" y="2077"/>
                    <a:pt x="7399" y="1429"/>
                  </a:cubicBezTo>
                  <a:cubicBezTo>
                    <a:pt x="6510" y="-190"/>
                    <a:pt x="4795" y="-520"/>
                    <a:pt x="3462" y="889"/>
                  </a:cubicBezTo>
                  <a:lnTo>
                    <a:pt x="3462" y="7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A4132FF-991D-FADD-6B1C-71B7C1BDB83A}"/>
                </a:ext>
              </a:extLst>
            </p:cNvPr>
            <p:cNvSpPr/>
            <p:nvPr/>
          </p:nvSpPr>
          <p:spPr>
            <a:xfrm>
              <a:off x="9141769" y="4224620"/>
              <a:ext cx="9723" cy="15848"/>
            </a:xfrm>
            <a:custGeom>
              <a:avLst/>
              <a:gdLst>
                <a:gd name="csX0" fmla="*/ 6612 w 9723"/>
                <a:gd name="csY0" fmla="*/ 257 h 15848"/>
                <a:gd name="csX1" fmla="*/ 452 w 9723"/>
                <a:gd name="csY1" fmla="*/ 5984 h 15848"/>
                <a:gd name="csX2" fmla="*/ 7882 w 9723"/>
                <a:gd name="csY2" fmla="*/ 15503 h 15848"/>
                <a:gd name="csX3" fmla="*/ 9724 w 9723"/>
                <a:gd name="csY3" fmla="*/ 10963 h 15848"/>
                <a:gd name="csX4" fmla="*/ 9724 w 9723"/>
                <a:gd name="csY4" fmla="*/ 2415 h 15848"/>
                <a:gd name="csX5" fmla="*/ 6612 w 9723"/>
                <a:gd name="csY5" fmla="*/ 149 h 15848"/>
                <a:gd name="csX6" fmla="*/ 6612 w 9723"/>
                <a:gd name="csY6" fmla="*/ 257 h 1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23" h="15848">
                  <a:moveTo>
                    <a:pt x="6612" y="257"/>
                  </a:moveTo>
                  <a:cubicBezTo>
                    <a:pt x="5215" y="1120"/>
                    <a:pt x="-1833" y="1768"/>
                    <a:pt x="452" y="5984"/>
                  </a:cubicBezTo>
                  <a:cubicBezTo>
                    <a:pt x="4009" y="12906"/>
                    <a:pt x="5533" y="17122"/>
                    <a:pt x="7882" y="15503"/>
                  </a:cubicBezTo>
                  <a:cubicBezTo>
                    <a:pt x="8962" y="14855"/>
                    <a:pt x="9724" y="12798"/>
                    <a:pt x="9724" y="10963"/>
                  </a:cubicBezTo>
                  <a:lnTo>
                    <a:pt x="9724" y="2415"/>
                  </a:lnTo>
                  <a:cubicBezTo>
                    <a:pt x="9724" y="580"/>
                    <a:pt x="8326" y="-391"/>
                    <a:pt x="6612" y="149"/>
                  </a:cubicBezTo>
                  <a:lnTo>
                    <a:pt x="6612" y="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7F32E640-D356-0D44-4ECE-F6702D6E9D6C}"/>
                </a:ext>
              </a:extLst>
            </p:cNvPr>
            <p:cNvSpPr/>
            <p:nvPr/>
          </p:nvSpPr>
          <p:spPr>
            <a:xfrm>
              <a:off x="9126994" y="4192627"/>
              <a:ext cx="9517" cy="8875"/>
            </a:xfrm>
            <a:custGeom>
              <a:avLst/>
              <a:gdLst>
                <a:gd name="csX0" fmla="*/ 7099 w 9517"/>
                <a:gd name="csY0" fmla="*/ 1649 h 8875"/>
                <a:gd name="csX1" fmla="*/ 51 w 9517"/>
                <a:gd name="csY1" fmla="*/ 5218 h 8875"/>
                <a:gd name="csX2" fmla="*/ 51 w 9517"/>
                <a:gd name="csY2" fmla="*/ 6189 h 8875"/>
                <a:gd name="csX3" fmla="*/ 2718 w 9517"/>
                <a:gd name="csY3" fmla="*/ 8787 h 8875"/>
                <a:gd name="csX4" fmla="*/ 8941 w 9517"/>
                <a:gd name="csY4" fmla="*/ 4240 h 8875"/>
                <a:gd name="csX5" fmla="*/ 7099 w 9517"/>
                <a:gd name="csY5" fmla="*/ 1649 h 8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17" h="8875">
                  <a:moveTo>
                    <a:pt x="7099" y="1649"/>
                  </a:moveTo>
                  <a:cubicBezTo>
                    <a:pt x="4560" y="-1920"/>
                    <a:pt x="559" y="779"/>
                    <a:pt x="51" y="5218"/>
                  </a:cubicBezTo>
                  <a:lnTo>
                    <a:pt x="51" y="6189"/>
                  </a:lnTo>
                  <a:cubicBezTo>
                    <a:pt x="-266" y="8025"/>
                    <a:pt x="940" y="9218"/>
                    <a:pt x="2718" y="8787"/>
                  </a:cubicBezTo>
                  <a:cubicBezTo>
                    <a:pt x="4242" y="8132"/>
                    <a:pt x="11608" y="8132"/>
                    <a:pt x="8941" y="4240"/>
                  </a:cubicBezTo>
                  <a:lnTo>
                    <a:pt x="7099" y="1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20CB3C61-1D7F-29CB-6B9C-F033D73BABC4}"/>
                </a:ext>
              </a:extLst>
            </p:cNvPr>
            <p:cNvSpPr/>
            <p:nvPr/>
          </p:nvSpPr>
          <p:spPr>
            <a:xfrm>
              <a:off x="9137006" y="4174456"/>
              <a:ext cx="6326" cy="6963"/>
            </a:xfrm>
            <a:custGeom>
              <a:avLst/>
              <a:gdLst>
                <a:gd name="csX0" fmla="*/ 6295 w 6326"/>
                <a:gd name="csY0" fmla="*/ 4028 h 6963"/>
                <a:gd name="csX1" fmla="*/ 6295 w 6326"/>
                <a:gd name="csY1" fmla="*/ 3596 h 6963"/>
                <a:gd name="csX2" fmla="*/ 73 w 6326"/>
                <a:gd name="csY2" fmla="*/ 3056 h 6963"/>
                <a:gd name="csX3" fmla="*/ 6295 w 6326"/>
                <a:gd name="csY3" fmla="*/ 3920 h 6963"/>
                <a:gd name="csX4" fmla="*/ 6295 w 6326"/>
                <a:gd name="csY4" fmla="*/ 4028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26" h="6963">
                  <a:moveTo>
                    <a:pt x="6295" y="4028"/>
                  </a:moveTo>
                  <a:lnTo>
                    <a:pt x="6295" y="3596"/>
                  </a:lnTo>
                  <a:cubicBezTo>
                    <a:pt x="6803" y="-1160"/>
                    <a:pt x="962" y="-1052"/>
                    <a:pt x="73" y="3056"/>
                  </a:cubicBezTo>
                  <a:cubicBezTo>
                    <a:pt x="-753" y="7165"/>
                    <a:pt x="5724" y="8899"/>
                    <a:pt x="6295" y="3920"/>
                  </a:cubicBezTo>
                  <a:lnTo>
                    <a:pt x="6295" y="40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AA43AC3-CB09-DA1A-8450-CAB12B0715F0}"/>
                </a:ext>
              </a:extLst>
            </p:cNvPr>
            <p:cNvSpPr/>
            <p:nvPr/>
          </p:nvSpPr>
          <p:spPr>
            <a:xfrm>
              <a:off x="9104820" y="4147775"/>
              <a:ext cx="7366" cy="7353"/>
            </a:xfrm>
            <a:custGeom>
              <a:avLst/>
              <a:gdLst>
                <a:gd name="csX0" fmla="*/ 3302 w 7366"/>
                <a:gd name="csY0" fmla="*/ 0 h 7353"/>
                <a:gd name="csX1" fmla="*/ 4064 w 7366"/>
                <a:gd name="csY1" fmla="*/ 0 h 7353"/>
                <a:gd name="csX2" fmla="*/ 7366 w 7366"/>
                <a:gd name="csY2" fmla="*/ 3353 h 7353"/>
                <a:gd name="csX3" fmla="*/ 7366 w 7366"/>
                <a:gd name="csY3" fmla="*/ 4001 h 7353"/>
                <a:gd name="csX4" fmla="*/ 4064 w 7366"/>
                <a:gd name="csY4" fmla="*/ 7353 h 7353"/>
                <a:gd name="csX5" fmla="*/ 3366 w 7366"/>
                <a:gd name="csY5" fmla="*/ 7353 h 7353"/>
                <a:gd name="csX6" fmla="*/ 0 w 7366"/>
                <a:gd name="csY6" fmla="*/ 4001 h 7353"/>
                <a:gd name="csX7" fmla="*/ 0 w 7366"/>
                <a:gd name="csY7" fmla="*/ 3353 h 7353"/>
                <a:gd name="csX8" fmla="*/ 3366 w 7366"/>
                <a:gd name="csY8" fmla="*/ 0 h 7353"/>
                <a:gd name="csX9" fmla="*/ 3302 w 7366"/>
                <a:gd name="csY9" fmla="*/ 0 h 7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366" h="7353">
                  <a:moveTo>
                    <a:pt x="3302" y="0"/>
                  </a:moveTo>
                  <a:lnTo>
                    <a:pt x="4064" y="0"/>
                  </a:lnTo>
                  <a:cubicBezTo>
                    <a:pt x="5906" y="0"/>
                    <a:pt x="7366" y="1512"/>
                    <a:pt x="7366" y="3353"/>
                  </a:cubicBezTo>
                  <a:lnTo>
                    <a:pt x="7366" y="4001"/>
                  </a:lnTo>
                  <a:cubicBezTo>
                    <a:pt x="7366" y="5836"/>
                    <a:pt x="5906" y="7353"/>
                    <a:pt x="4064" y="7353"/>
                  </a:cubicBezTo>
                  <a:lnTo>
                    <a:pt x="3366" y="7353"/>
                  </a:lnTo>
                  <a:cubicBezTo>
                    <a:pt x="1524" y="7353"/>
                    <a:pt x="0" y="5836"/>
                    <a:pt x="0" y="4001"/>
                  </a:cubicBezTo>
                  <a:lnTo>
                    <a:pt x="0" y="3353"/>
                  </a:lnTo>
                  <a:cubicBezTo>
                    <a:pt x="0" y="1512"/>
                    <a:pt x="1524" y="0"/>
                    <a:pt x="3366" y="0"/>
                  </a:cubicBezTo>
                  <a:lnTo>
                    <a:pt x="330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14A941D6-DA82-D671-1AC9-62CD7ADDABC0}"/>
                </a:ext>
              </a:extLst>
            </p:cNvPr>
            <p:cNvSpPr/>
            <p:nvPr/>
          </p:nvSpPr>
          <p:spPr>
            <a:xfrm>
              <a:off x="8336832" y="4057340"/>
              <a:ext cx="5867" cy="6338"/>
            </a:xfrm>
            <a:custGeom>
              <a:avLst/>
              <a:gdLst>
                <a:gd name="csX0" fmla="*/ 2115 w 5867"/>
                <a:gd name="csY0" fmla="*/ 354 h 6338"/>
                <a:gd name="csX1" fmla="*/ 3449 w 5867"/>
                <a:gd name="csY1" fmla="*/ 5764 h 6338"/>
                <a:gd name="csX2" fmla="*/ 3766 w 5867"/>
                <a:gd name="csY2" fmla="*/ 5548 h 6338"/>
                <a:gd name="csX3" fmla="*/ 2115 w 5867"/>
                <a:gd name="csY3" fmla="*/ 354 h 6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867" h="6338">
                  <a:moveTo>
                    <a:pt x="2115" y="354"/>
                  </a:moveTo>
                  <a:cubicBezTo>
                    <a:pt x="-1314" y="1979"/>
                    <a:pt x="-362" y="8247"/>
                    <a:pt x="3449" y="5764"/>
                  </a:cubicBezTo>
                  <a:lnTo>
                    <a:pt x="3766" y="5548"/>
                  </a:lnTo>
                  <a:cubicBezTo>
                    <a:pt x="7639" y="3059"/>
                    <a:pt x="5607" y="-1266"/>
                    <a:pt x="2115" y="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6802ED28-4661-7605-DE33-86937F9A2009}"/>
                </a:ext>
              </a:extLst>
            </p:cNvPr>
            <p:cNvSpPr/>
            <p:nvPr/>
          </p:nvSpPr>
          <p:spPr>
            <a:xfrm>
              <a:off x="8337378" y="4085613"/>
              <a:ext cx="4909" cy="6334"/>
            </a:xfrm>
            <a:custGeom>
              <a:avLst/>
              <a:gdLst>
                <a:gd name="csX0" fmla="*/ 1568 w 4909"/>
                <a:gd name="csY0" fmla="*/ 307 h 6334"/>
                <a:gd name="csX1" fmla="*/ 2648 w 4909"/>
                <a:gd name="csY1" fmla="*/ 6257 h 6334"/>
                <a:gd name="csX2" fmla="*/ 1568 w 4909"/>
                <a:gd name="csY2" fmla="*/ 307 h 6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09" h="6334">
                  <a:moveTo>
                    <a:pt x="1568" y="307"/>
                  </a:moveTo>
                  <a:cubicBezTo>
                    <a:pt x="-1860" y="2040"/>
                    <a:pt x="1188" y="7012"/>
                    <a:pt x="2648" y="6257"/>
                  </a:cubicBezTo>
                  <a:cubicBezTo>
                    <a:pt x="6331" y="4631"/>
                    <a:pt x="5188" y="-1420"/>
                    <a:pt x="1568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BD2F0BE8-A6D4-6043-D28E-357F3BF05791}"/>
                </a:ext>
              </a:extLst>
            </p:cNvPr>
            <p:cNvSpPr/>
            <p:nvPr/>
          </p:nvSpPr>
          <p:spPr>
            <a:xfrm>
              <a:off x="8390937" y="4117421"/>
              <a:ext cx="5473" cy="5183"/>
            </a:xfrm>
            <a:custGeom>
              <a:avLst/>
              <a:gdLst>
                <a:gd name="csX0" fmla="*/ 206 w 5473"/>
                <a:gd name="csY0" fmla="*/ 1265 h 5183"/>
                <a:gd name="csX1" fmla="*/ 5413 w 5473"/>
                <a:gd name="csY1" fmla="*/ 3538 h 5183"/>
                <a:gd name="csX2" fmla="*/ 206 w 5473"/>
                <a:gd name="csY2" fmla="*/ 1265 h 5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73" h="5183">
                  <a:moveTo>
                    <a:pt x="206" y="1265"/>
                  </a:moveTo>
                  <a:cubicBezTo>
                    <a:pt x="-1064" y="4618"/>
                    <a:pt x="3889" y="6885"/>
                    <a:pt x="5413" y="3538"/>
                  </a:cubicBezTo>
                  <a:cubicBezTo>
                    <a:pt x="6048" y="2128"/>
                    <a:pt x="1476" y="-2088"/>
                    <a:pt x="206" y="12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6A5D3433-6115-C423-51B9-B12FA136F7FC}"/>
                </a:ext>
              </a:extLst>
            </p:cNvPr>
            <p:cNvSpPr/>
            <p:nvPr/>
          </p:nvSpPr>
          <p:spPr>
            <a:xfrm>
              <a:off x="8351869" y="4098461"/>
              <a:ext cx="6572" cy="5705"/>
            </a:xfrm>
            <a:custGeom>
              <a:avLst/>
              <a:gdLst>
                <a:gd name="csX0" fmla="*/ 3334 w 6572"/>
                <a:gd name="csY0" fmla="*/ 0 h 5705"/>
                <a:gd name="csX1" fmla="*/ 3334 w 6572"/>
                <a:gd name="csY1" fmla="*/ 5626 h 5705"/>
                <a:gd name="csX2" fmla="*/ 3334 w 6572"/>
                <a:gd name="csY2" fmla="*/ 0 h 5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72" h="5705">
                  <a:moveTo>
                    <a:pt x="3334" y="0"/>
                  </a:moveTo>
                  <a:cubicBezTo>
                    <a:pt x="-1111" y="0"/>
                    <a:pt x="-1111" y="6490"/>
                    <a:pt x="3334" y="5626"/>
                  </a:cubicBezTo>
                  <a:cubicBezTo>
                    <a:pt x="7652" y="4870"/>
                    <a:pt x="7652" y="0"/>
                    <a:pt x="3334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6EDCBA10-2459-9909-6FAC-BAAB19AF64EA}"/>
                </a:ext>
              </a:extLst>
            </p:cNvPr>
            <p:cNvSpPr/>
            <p:nvPr/>
          </p:nvSpPr>
          <p:spPr>
            <a:xfrm>
              <a:off x="8389531" y="4088989"/>
              <a:ext cx="5965" cy="5787"/>
            </a:xfrm>
            <a:custGeom>
              <a:avLst/>
              <a:gdLst>
                <a:gd name="csX0" fmla="*/ 5804 w 5965"/>
                <a:gd name="csY0" fmla="*/ 4824 h 5787"/>
                <a:gd name="csX1" fmla="*/ 850 w 5965"/>
                <a:gd name="csY1" fmla="*/ 607 h 5787"/>
                <a:gd name="csX2" fmla="*/ 5804 w 5965"/>
                <a:gd name="csY2" fmla="*/ 4824 h 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5" h="5787">
                  <a:moveTo>
                    <a:pt x="5804" y="4824"/>
                  </a:moveTo>
                  <a:cubicBezTo>
                    <a:pt x="6693" y="3528"/>
                    <a:pt x="3772" y="-1774"/>
                    <a:pt x="850" y="607"/>
                  </a:cubicBezTo>
                  <a:cubicBezTo>
                    <a:pt x="-2197" y="2988"/>
                    <a:pt x="3772" y="7853"/>
                    <a:pt x="5804" y="48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970BC490-68EC-7CD7-A3BE-769DC9E16802}"/>
                </a:ext>
              </a:extLst>
            </p:cNvPr>
            <p:cNvSpPr/>
            <p:nvPr/>
          </p:nvSpPr>
          <p:spPr>
            <a:xfrm>
              <a:off x="8357361" y="4072308"/>
              <a:ext cx="5837" cy="7548"/>
            </a:xfrm>
            <a:custGeom>
              <a:avLst/>
              <a:gdLst>
                <a:gd name="csX0" fmla="*/ 3175 w 5837"/>
                <a:gd name="csY0" fmla="*/ 639 h 7548"/>
                <a:gd name="csX1" fmla="*/ 2731 w 5837"/>
                <a:gd name="csY1" fmla="*/ 963 h 7548"/>
                <a:gd name="csX2" fmla="*/ 0 w 5837"/>
                <a:gd name="csY2" fmla="*/ 5287 h 7548"/>
                <a:gd name="csX3" fmla="*/ 5779 w 5837"/>
                <a:gd name="csY3" fmla="*/ 4201 h 7548"/>
                <a:gd name="csX4" fmla="*/ 3048 w 5837"/>
                <a:gd name="csY4" fmla="*/ 639 h 7548"/>
                <a:gd name="csX5" fmla="*/ 3175 w 5837"/>
                <a:gd name="csY5" fmla="*/ 639 h 7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837" h="7548">
                  <a:moveTo>
                    <a:pt x="3175" y="639"/>
                  </a:moveTo>
                  <a:lnTo>
                    <a:pt x="2731" y="963"/>
                  </a:lnTo>
                  <a:cubicBezTo>
                    <a:pt x="1333" y="2042"/>
                    <a:pt x="0" y="3985"/>
                    <a:pt x="0" y="5287"/>
                  </a:cubicBezTo>
                  <a:cubicBezTo>
                    <a:pt x="0" y="8208"/>
                    <a:pt x="5779" y="8748"/>
                    <a:pt x="5779" y="4201"/>
                  </a:cubicBezTo>
                  <a:cubicBezTo>
                    <a:pt x="5779" y="4201"/>
                    <a:pt x="6477" y="-1958"/>
                    <a:pt x="3048" y="639"/>
                  </a:cubicBezTo>
                  <a:lnTo>
                    <a:pt x="3175" y="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86777F79-B358-6FD1-D458-9046AD13113B}"/>
                </a:ext>
              </a:extLst>
            </p:cNvPr>
            <p:cNvSpPr/>
            <p:nvPr/>
          </p:nvSpPr>
          <p:spPr>
            <a:xfrm>
              <a:off x="8200950" y="3115386"/>
              <a:ext cx="1086051" cy="1077188"/>
            </a:xfrm>
            <a:custGeom>
              <a:avLst/>
              <a:gdLst>
                <a:gd name="csX0" fmla="*/ 917967 w 1086051"/>
                <a:gd name="csY0" fmla="*/ 546741 h 1077188"/>
                <a:gd name="csX1" fmla="*/ 927492 w 1086051"/>
                <a:gd name="csY1" fmla="*/ 536251 h 1077188"/>
                <a:gd name="csX2" fmla="*/ 921968 w 1086051"/>
                <a:gd name="csY2" fmla="*/ 509111 h 1077188"/>
                <a:gd name="csX3" fmla="*/ 932572 w 1086051"/>
                <a:gd name="csY3" fmla="*/ 504895 h 1077188"/>
                <a:gd name="csX4" fmla="*/ 926857 w 1086051"/>
                <a:gd name="csY4" fmla="*/ 471697 h 1077188"/>
                <a:gd name="csX5" fmla="*/ 930413 w 1086051"/>
                <a:gd name="csY5" fmla="*/ 463372 h 1077188"/>
                <a:gd name="csX6" fmla="*/ 960321 w 1086051"/>
                <a:gd name="csY6" fmla="*/ 473856 h 1077188"/>
                <a:gd name="csX7" fmla="*/ 982039 w 1086051"/>
                <a:gd name="csY7" fmla="*/ 428117 h 1077188"/>
                <a:gd name="csX8" fmla="*/ 974038 w 1086051"/>
                <a:gd name="csY8" fmla="*/ 417303 h 1077188"/>
                <a:gd name="csX9" fmla="*/ 996961 w 1086051"/>
                <a:gd name="csY9" fmla="*/ 389947 h 1077188"/>
                <a:gd name="csX10" fmla="*/ 996199 w 1086051"/>
                <a:gd name="csY10" fmla="*/ 364204 h 1077188"/>
                <a:gd name="csX11" fmla="*/ 1014868 w 1086051"/>
                <a:gd name="csY11" fmla="*/ 359232 h 1077188"/>
                <a:gd name="csX12" fmla="*/ 1044840 w 1086051"/>
                <a:gd name="csY12" fmla="*/ 339770 h 1077188"/>
                <a:gd name="csX13" fmla="*/ 1057477 w 1086051"/>
                <a:gd name="csY13" fmla="*/ 347339 h 1077188"/>
                <a:gd name="csX14" fmla="*/ 1074939 w 1086051"/>
                <a:gd name="csY14" fmla="*/ 344418 h 1077188"/>
                <a:gd name="csX15" fmla="*/ 1063763 w 1086051"/>
                <a:gd name="csY15" fmla="*/ 325063 h 1077188"/>
                <a:gd name="csX16" fmla="*/ 1086052 w 1086051"/>
                <a:gd name="csY16" fmla="*/ 313601 h 1077188"/>
                <a:gd name="csX17" fmla="*/ 1079765 w 1086051"/>
                <a:gd name="csY17" fmla="*/ 303759 h 1077188"/>
                <a:gd name="csX18" fmla="*/ 1071256 w 1086051"/>
                <a:gd name="csY18" fmla="*/ 292081 h 1077188"/>
                <a:gd name="csX19" fmla="*/ 1047126 w 1086051"/>
                <a:gd name="csY19" fmla="*/ 294456 h 1077188"/>
                <a:gd name="csX20" fmla="*/ 1052524 w 1086051"/>
                <a:gd name="csY20" fmla="*/ 278778 h 1077188"/>
                <a:gd name="csX21" fmla="*/ 1036141 w 1086051"/>
                <a:gd name="csY21" fmla="*/ 272180 h 1077188"/>
                <a:gd name="csX22" fmla="*/ 1030743 w 1086051"/>
                <a:gd name="csY22" fmla="*/ 261150 h 1077188"/>
                <a:gd name="csX23" fmla="*/ 1042427 w 1086051"/>
                <a:gd name="csY23" fmla="*/ 254121 h 1077188"/>
                <a:gd name="csX24" fmla="*/ 1027060 w 1086051"/>
                <a:gd name="csY24" fmla="*/ 236176 h 1077188"/>
                <a:gd name="csX25" fmla="*/ 1007566 w 1086051"/>
                <a:gd name="csY25" fmla="*/ 242875 h 1077188"/>
                <a:gd name="csX26" fmla="*/ 1002740 w 1086051"/>
                <a:gd name="csY26" fmla="*/ 258013 h 1077188"/>
                <a:gd name="csX27" fmla="*/ 973276 w 1086051"/>
                <a:gd name="csY27" fmla="*/ 253797 h 1077188"/>
                <a:gd name="csX28" fmla="*/ 945653 w 1086051"/>
                <a:gd name="csY28" fmla="*/ 278346 h 1077188"/>
                <a:gd name="csX29" fmla="*/ 928826 w 1086051"/>
                <a:gd name="csY29" fmla="*/ 280511 h 1077188"/>
                <a:gd name="csX30" fmla="*/ 905521 w 1086051"/>
                <a:gd name="csY30" fmla="*/ 298024 h 1077188"/>
                <a:gd name="csX31" fmla="*/ 905521 w 1086051"/>
                <a:gd name="csY31" fmla="*/ 309816 h 1077188"/>
                <a:gd name="csX32" fmla="*/ 866468 w 1086051"/>
                <a:gd name="csY32" fmla="*/ 316516 h 1077188"/>
                <a:gd name="csX33" fmla="*/ 867104 w 1086051"/>
                <a:gd name="csY33" fmla="*/ 336633 h 1077188"/>
                <a:gd name="csX34" fmla="*/ 882470 w 1086051"/>
                <a:gd name="csY34" fmla="*/ 336957 h 1077188"/>
                <a:gd name="csX35" fmla="*/ 888884 w 1086051"/>
                <a:gd name="csY35" fmla="*/ 360528 h 1077188"/>
                <a:gd name="csX36" fmla="*/ 833893 w 1086051"/>
                <a:gd name="csY36" fmla="*/ 362477 h 1077188"/>
                <a:gd name="csX37" fmla="*/ 817510 w 1086051"/>
                <a:gd name="csY37" fmla="*/ 352527 h 1077188"/>
                <a:gd name="csX38" fmla="*/ 794904 w 1086051"/>
                <a:gd name="csY38" fmla="*/ 361721 h 1077188"/>
                <a:gd name="csX39" fmla="*/ 783538 w 1086051"/>
                <a:gd name="csY39" fmla="*/ 353613 h 1077188"/>
                <a:gd name="csX40" fmla="*/ 769377 w 1086051"/>
                <a:gd name="csY40" fmla="*/ 356203 h 1077188"/>
                <a:gd name="csX41" fmla="*/ 757693 w 1086051"/>
                <a:gd name="csY41" fmla="*/ 343770 h 1077188"/>
                <a:gd name="csX42" fmla="*/ 764043 w 1086051"/>
                <a:gd name="csY42" fmla="*/ 334467 h 1077188"/>
                <a:gd name="csX43" fmla="*/ 762138 w 1086051"/>
                <a:gd name="csY43" fmla="*/ 314789 h 1077188"/>
                <a:gd name="csX44" fmla="*/ 753248 w 1086051"/>
                <a:gd name="csY44" fmla="*/ 305270 h 1077188"/>
                <a:gd name="csX45" fmla="*/ 728991 w 1086051"/>
                <a:gd name="csY45" fmla="*/ 312623 h 1077188"/>
                <a:gd name="csX46" fmla="*/ 729435 w 1086051"/>
                <a:gd name="csY46" fmla="*/ 355016 h 1077188"/>
                <a:gd name="csX47" fmla="*/ 723276 w 1086051"/>
                <a:gd name="csY47" fmla="*/ 375234 h 1077188"/>
                <a:gd name="csX48" fmla="*/ 701940 w 1086051"/>
                <a:gd name="csY48" fmla="*/ 374479 h 1077188"/>
                <a:gd name="csX49" fmla="*/ 694447 w 1086051"/>
                <a:gd name="csY49" fmla="*/ 364096 h 1077188"/>
                <a:gd name="csX50" fmla="*/ 680921 w 1086051"/>
                <a:gd name="csY50" fmla="*/ 372967 h 1077188"/>
                <a:gd name="csX51" fmla="*/ 651394 w 1086051"/>
                <a:gd name="csY51" fmla="*/ 366046 h 1077188"/>
                <a:gd name="csX52" fmla="*/ 643266 w 1086051"/>
                <a:gd name="csY52" fmla="*/ 353936 h 1077188"/>
                <a:gd name="csX53" fmla="*/ 626375 w 1086051"/>
                <a:gd name="csY53" fmla="*/ 362477 h 1077188"/>
                <a:gd name="csX54" fmla="*/ 603959 w 1086051"/>
                <a:gd name="csY54" fmla="*/ 348742 h 1077188"/>
                <a:gd name="csX55" fmla="*/ 605166 w 1086051"/>
                <a:gd name="csY55" fmla="*/ 335661 h 1077188"/>
                <a:gd name="csX56" fmla="*/ 580401 w 1086051"/>
                <a:gd name="csY56" fmla="*/ 327006 h 1077188"/>
                <a:gd name="csX57" fmla="*/ 551699 w 1086051"/>
                <a:gd name="csY57" fmla="*/ 335661 h 1077188"/>
                <a:gd name="csX58" fmla="*/ 431430 w 1086051"/>
                <a:gd name="csY58" fmla="*/ 276942 h 1077188"/>
                <a:gd name="csX59" fmla="*/ 441717 w 1086051"/>
                <a:gd name="csY59" fmla="*/ 238658 h 1077188"/>
                <a:gd name="csX60" fmla="*/ 465212 w 1086051"/>
                <a:gd name="csY60" fmla="*/ 219304 h 1077188"/>
                <a:gd name="csX61" fmla="*/ 399743 w 1086051"/>
                <a:gd name="csY61" fmla="*/ 174212 h 1077188"/>
                <a:gd name="csX62" fmla="*/ 384122 w 1086051"/>
                <a:gd name="csY62" fmla="*/ 175184 h 1077188"/>
                <a:gd name="csX63" fmla="*/ 369771 w 1086051"/>
                <a:gd name="csY63" fmla="*/ 125330 h 1077188"/>
                <a:gd name="csX64" fmla="*/ 383805 w 1086051"/>
                <a:gd name="csY64" fmla="*/ 121437 h 1077188"/>
                <a:gd name="csX65" fmla="*/ 392251 w 1086051"/>
                <a:gd name="csY65" fmla="*/ 132036 h 1077188"/>
                <a:gd name="csX66" fmla="*/ 415618 w 1086051"/>
                <a:gd name="csY66" fmla="*/ 119818 h 1077188"/>
                <a:gd name="csX67" fmla="*/ 406093 w 1086051"/>
                <a:gd name="csY67" fmla="*/ 97758 h 1077188"/>
                <a:gd name="csX68" fmla="*/ 389774 w 1086051"/>
                <a:gd name="csY68" fmla="*/ 89211 h 1077188"/>
                <a:gd name="csX69" fmla="*/ 383297 w 1086051"/>
                <a:gd name="csY69" fmla="*/ 60884 h 1077188"/>
                <a:gd name="csX70" fmla="*/ 392949 w 1086051"/>
                <a:gd name="csY70" fmla="*/ 57855 h 1077188"/>
                <a:gd name="csX71" fmla="*/ 392949 w 1086051"/>
                <a:gd name="csY71" fmla="*/ 45523 h 1077188"/>
                <a:gd name="csX72" fmla="*/ 365834 w 1086051"/>
                <a:gd name="csY72" fmla="*/ 34931 h 1077188"/>
                <a:gd name="csX73" fmla="*/ 354849 w 1086051"/>
                <a:gd name="csY73" fmla="*/ 0 h 1077188"/>
                <a:gd name="csX74" fmla="*/ 319226 w 1086051"/>
                <a:gd name="csY74" fmla="*/ 18059 h 1077188"/>
                <a:gd name="csX75" fmla="*/ 313130 w 1086051"/>
                <a:gd name="csY75" fmla="*/ 36659 h 1077188"/>
                <a:gd name="csX76" fmla="*/ 271601 w 1086051"/>
                <a:gd name="csY76" fmla="*/ 46825 h 1077188"/>
                <a:gd name="csX77" fmla="*/ 218197 w 1086051"/>
                <a:gd name="csY77" fmla="*/ 31363 h 1077188"/>
                <a:gd name="csX78" fmla="*/ 200290 w 1086051"/>
                <a:gd name="csY78" fmla="*/ 43688 h 1077188"/>
                <a:gd name="csX79" fmla="*/ 215720 w 1086051"/>
                <a:gd name="csY79" fmla="*/ 64452 h 1077188"/>
                <a:gd name="csX80" fmla="*/ 207529 w 1086051"/>
                <a:gd name="csY80" fmla="*/ 99809 h 1077188"/>
                <a:gd name="csX81" fmla="*/ 253185 w 1086051"/>
                <a:gd name="csY81" fmla="*/ 125114 h 1077188"/>
                <a:gd name="csX82" fmla="*/ 256297 w 1086051"/>
                <a:gd name="csY82" fmla="*/ 137985 h 1077188"/>
                <a:gd name="csX83" fmla="*/ 225817 w 1086051"/>
                <a:gd name="csY83" fmla="*/ 153772 h 1077188"/>
                <a:gd name="csX84" fmla="*/ 230643 w 1086051"/>
                <a:gd name="csY84" fmla="*/ 184696 h 1077188"/>
                <a:gd name="csX85" fmla="*/ 204291 w 1086051"/>
                <a:gd name="csY85" fmla="*/ 209677 h 1077188"/>
                <a:gd name="csX86" fmla="*/ 208164 w 1086051"/>
                <a:gd name="csY86" fmla="*/ 222441 h 1077188"/>
                <a:gd name="csX87" fmla="*/ 184796 w 1086051"/>
                <a:gd name="csY87" fmla="*/ 230550 h 1077188"/>
                <a:gd name="csX88" fmla="*/ 165809 w 1086051"/>
                <a:gd name="csY88" fmla="*/ 267856 h 1077188"/>
                <a:gd name="csX89" fmla="*/ 142695 w 1086051"/>
                <a:gd name="csY89" fmla="*/ 280295 h 1077188"/>
                <a:gd name="csX90" fmla="*/ 126630 w 1086051"/>
                <a:gd name="csY90" fmla="*/ 310032 h 1077188"/>
                <a:gd name="csX91" fmla="*/ 86498 w 1086051"/>
                <a:gd name="csY91" fmla="*/ 322358 h 1077188"/>
                <a:gd name="csX92" fmla="*/ 74369 w 1086051"/>
                <a:gd name="csY92" fmla="*/ 306464 h 1077188"/>
                <a:gd name="csX93" fmla="*/ 34238 w 1086051"/>
                <a:gd name="csY93" fmla="*/ 354152 h 1077188"/>
                <a:gd name="csX94" fmla="*/ 48525 w 1086051"/>
                <a:gd name="csY94" fmla="*/ 366694 h 1077188"/>
                <a:gd name="csX95" fmla="*/ 62495 w 1086051"/>
                <a:gd name="csY95" fmla="*/ 366694 h 1077188"/>
                <a:gd name="csX96" fmla="*/ 58494 w 1086051"/>
                <a:gd name="csY96" fmla="*/ 390271 h 1077188"/>
                <a:gd name="csX97" fmla="*/ 68655 w 1086051"/>
                <a:gd name="csY97" fmla="*/ 402380 h 1077188"/>
                <a:gd name="csX98" fmla="*/ 81291 w 1086051"/>
                <a:gd name="csY98" fmla="*/ 399999 h 1077188"/>
                <a:gd name="csX99" fmla="*/ 98309 w 1086051"/>
                <a:gd name="csY99" fmla="*/ 454285 h 1077188"/>
                <a:gd name="csX100" fmla="*/ 81291 w 1086051"/>
                <a:gd name="csY100" fmla="*/ 461207 h 1077188"/>
                <a:gd name="csX101" fmla="*/ 75703 w 1086051"/>
                <a:gd name="csY101" fmla="*/ 452126 h 1077188"/>
                <a:gd name="csX102" fmla="*/ 57732 w 1086051"/>
                <a:gd name="csY102" fmla="*/ 461207 h 1077188"/>
                <a:gd name="csX103" fmla="*/ 3377 w 1086051"/>
                <a:gd name="csY103" fmla="*/ 453206 h 1077188"/>
                <a:gd name="csX104" fmla="*/ 3377 w 1086051"/>
                <a:gd name="csY104" fmla="*/ 469640 h 1077188"/>
                <a:gd name="csX105" fmla="*/ 646 w 1086051"/>
                <a:gd name="csY105" fmla="*/ 484131 h 1077188"/>
                <a:gd name="csX106" fmla="*/ 10616 w 1086051"/>
                <a:gd name="csY106" fmla="*/ 497002 h 1077188"/>
                <a:gd name="csX107" fmla="*/ 32586 w 1086051"/>
                <a:gd name="csY107" fmla="*/ 508248 h 1077188"/>
                <a:gd name="csX108" fmla="*/ 50049 w 1086051"/>
                <a:gd name="csY108" fmla="*/ 508464 h 1077188"/>
                <a:gd name="csX109" fmla="*/ 66940 w 1086051"/>
                <a:gd name="csY109" fmla="*/ 502298 h 1077188"/>
                <a:gd name="csX110" fmla="*/ 71258 w 1086051"/>
                <a:gd name="csY110" fmla="*/ 508032 h 1077188"/>
                <a:gd name="csX111" fmla="*/ 62685 w 1086051"/>
                <a:gd name="csY111" fmla="*/ 518954 h 1077188"/>
                <a:gd name="csX112" fmla="*/ 28268 w 1086051"/>
                <a:gd name="csY112" fmla="*/ 528466 h 1077188"/>
                <a:gd name="csX113" fmla="*/ 22617 w 1086051"/>
                <a:gd name="csY113" fmla="*/ 523818 h 1077188"/>
                <a:gd name="csX114" fmla="*/ 21156 w 1086051"/>
                <a:gd name="csY114" fmla="*/ 524034 h 1077188"/>
                <a:gd name="csX115" fmla="*/ 21982 w 1086051"/>
                <a:gd name="csY115" fmla="*/ 534632 h 1077188"/>
                <a:gd name="csX116" fmla="*/ 71004 w 1086051"/>
                <a:gd name="csY116" fmla="*/ 582213 h 1077188"/>
                <a:gd name="csX117" fmla="*/ 95134 w 1086051"/>
                <a:gd name="csY117" fmla="*/ 589890 h 1077188"/>
                <a:gd name="csX118" fmla="*/ 132917 w 1086051"/>
                <a:gd name="csY118" fmla="*/ 569779 h 1077188"/>
                <a:gd name="csX119" fmla="*/ 139076 w 1086051"/>
                <a:gd name="csY119" fmla="*/ 552259 h 1077188"/>
                <a:gd name="csX120" fmla="*/ 138695 w 1086051"/>
                <a:gd name="csY120" fmla="*/ 539496 h 1077188"/>
                <a:gd name="csX121" fmla="*/ 146696 w 1086051"/>
                <a:gd name="csY121" fmla="*/ 528034 h 1077188"/>
                <a:gd name="csX122" fmla="*/ 156411 w 1086051"/>
                <a:gd name="csY122" fmla="*/ 530847 h 1077188"/>
                <a:gd name="csX123" fmla="*/ 155459 w 1086051"/>
                <a:gd name="csY123" fmla="*/ 533876 h 1077188"/>
                <a:gd name="csX124" fmla="*/ 149934 w 1086051"/>
                <a:gd name="csY124" fmla="*/ 538201 h 1077188"/>
                <a:gd name="csX125" fmla="*/ 152411 w 1086051"/>
                <a:gd name="csY125" fmla="*/ 565233 h 1077188"/>
                <a:gd name="csX126" fmla="*/ 163143 w 1086051"/>
                <a:gd name="csY126" fmla="*/ 597567 h 1077188"/>
                <a:gd name="csX127" fmla="*/ 155142 w 1086051"/>
                <a:gd name="csY127" fmla="*/ 627520 h 1077188"/>
                <a:gd name="csX128" fmla="*/ 162190 w 1086051"/>
                <a:gd name="csY128" fmla="*/ 657911 h 1077188"/>
                <a:gd name="csX129" fmla="*/ 166508 w 1086051"/>
                <a:gd name="csY129" fmla="*/ 656501 h 1077188"/>
                <a:gd name="csX130" fmla="*/ 166064 w 1086051"/>
                <a:gd name="csY130" fmla="*/ 663315 h 1077188"/>
                <a:gd name="csX131" fmla="*/ 163269 w 1086051"/>
                <a:gd name="csY131" fmla="*/ 673157 h 1077188"/>
                <a:gd name="csX132" fmla="*/ 187272 w 1086051"/>
                <a:gd name="csY132" fmla="*/ 780428 h 1077188"/>
                <a:gd name="csX133" fmla="*/ 202640 w 1086051"/>
                <a:gd name="csY133" fmla="*/ 810381 h 1077188"/>
                <a:gd name="csX134" fmla="*/ 220419 w 1086051"/>
                <a:gd name="csY134" fmla="*/ 841204 h 1077188"/>
                <a:gd name="csX135" fmla="*/ 237628 w 1086051"/>
                <a:gd name="csY135" fmla="*/ 904355 h 1077188"/>
                <a:gd name="csX136" fmla="*/ 249947 w 1086051"/>
                <a:gd name="csY136" fmla="*/ 928796 h 1077188"/>
                <a:gd name="csX137" fmla="*/ 265822 w 1086051"/>
                <a:gd name="csY137" fmla="*/ 950208 h 1077188"/>
                <a:gd name="csX138" fmla="*/ 289254 w 1086051"/>
                <a:gd name="csY138" fmla="*/ 1004811 h 1077188"/>
                <a:gd name="csX139" fmla="*/ 290841 w 1086051"/>
                <a:gd name="csY139" fmla="*/ 1009790 h 1077188"/>
                <a:gd name="csX140" fmla="*/ 288174 w 1086051"/>
                <a:gd name="csY140" fmla="*/ 1012819 h 1077188"/>
                <a:gd name="csX141" fmla="*/ 291920 w 1086051"/>
                <a:gd name="csY141" fmla="*/ 1029900 h 1077188"/>
                <a:gd name="csX142" fmla="*/ 305002 w 1086051"/>
                <a:gd name="csY142" fmla="*/ 1052938 h 1077188"/>
                <a:gd name="csX143" fmla="*/ 327734 w 1086051"/>
                <a:gd name="csY143" fmla="*/ 1074998 h 1077188"/>
                <a:gd name="csX144" fmla="*/ 339038 w 1086051"/>
                <a:gd name="csY144" fmla="*/ 1076077 h 1077188"/>
                <a:gd name="csX145" fmla="*/ 358088 w 1086051"/>
                <a:gd name="csY145" fmla="*/ 1060399 h 1077188"/>
                <a:gd name="csX146" fmla="*/ 363803 w 1086051"/>
                <a:gd name="csY146" fmla="*/ 1043312 h 1077188"/>
                <a:gd name="csX147" fmla="*/ 384504 w 1086051"/>
                <a:gd name="csY147" fmla="*/ 1034771 h 1077188"/>
                <a:gd name="csX148" fmla="*/ 403427 w 1086051"/>
                <a:gd name="csY148" fmla="*/ 1036930 h 1077188"/>
                <a:gd name="csX149" fmla="*/ 406475 w 1086051"/>
                <a:gd name="csY149" fmla="*/ 1038009 h 1077188"/>
                <a:gd name="csX150" fmla="*/ 404696 w 1086051"/>
                <a:gd name="csY150" fmla="*/ 1033253 h 1077188"/>
                <a:gd name="csX151" fmla="*/ 388377 w 1086051"/>
                <a:gd name="csY151" fmla="*/ 1025792 h 1077188"/>
                <a:gd name="csX152" fmla="*/ 388377 w 1086051"/>
                <a:gd name="csY152" fmla="*/ 1024928 h 1077188"/>
                <a:gd name="csX153" fmla="*/ 398029 w 1086051"/>
                <a:gd name="csY153" fmla="*/ 1008596 h 1077188"/>
                <a:gd name="csX154" fmla="*/ 399743 w 1086051"/>
                <a:gd name="csY154" fmla="*/ 1001459 h 1077188"/>
                <a:gd name="csX155" fmla="*/ 406856 w 1086051"/>
                <a:gd name="csY155" fmla="*/ 993673 h 1077188"/>
                <a:gd name="csX156" fmla="*/ 423111 w 1086051"/>
                <a:gd name="csY156" fmla="*/ 992054 h 1077188"/>
                <a:gd name="csX157" fmla="*/ 422159 w 1086051"/>
                <a:gd name="csY157" fmla="*/ 955827 h 1077188"/>
                <a:gd name="csX158" fmla="*/ 419556 w 1086051"/>
                <a:gd name="csY158" fmla="*/ 941553 h 1077188"/>
                <a:gd name="csX159" fmla="*/ 426668 w 1086051"/>
                <a:gd name="csY159" fmla="*/ 923601 h 1077188"/>
                <a:gd name="csX160" fmla="*/ 435240 w 1086051"/>
                <a:gd name="csY160" fmla="*/ 909981 h 1077188"/>
                <a:gd name="csX161" fmla="*/ 438288 w 1086051"/>
                <a:gd name="csY161" fmla="*/ 878402 h 1077188"/>
                <a:gd name="csX162" fmla="*/ 431430 w 1086051"/>
                <a:gd name="csY162" fmla="*/ 871804 h 1077188"/>
                <a:gd name="csX163" fmla="*/ 434478 w 1086051"/>
                <a:gd name="csY163" fmla="*/ 870509 h 1077188"/>
                <a:gd name="csX164" fmla="*/ 435113 w 1086051"/>
                <a:gd name="csY164" fmla="*/ 870941 h 1077188"/>
                <a:gd name="csX165" fmla="*/ 438161 w 1086051"/>
                <a:gd name="csY165" fmla="*/ 869639 h 1077188"/>
                <a:gd name="csX166" fmla="*/ 438352 w 1086051"/>
                <a:gd name="csY166" fmla="*/ 867588 h 1077188"/>
                <a:gd name="csX167" fmla="*/ 434795 w 1086051"/>
                <a:gd name="csY167" fmla="*/ 857314 h 1077188"/>
                <a:gd name="csX168" fmla="*/ 434605 w 1086051"/>
                <a:gd name="csY168" fmla="*/ 830390 h 1077188"/>
                <a:gd name="csX169" fmla="*/ 431240 w 1086051"/>
                <a:gd name="csY169" fmla="*/ 812006 h 1077188"/>
                <a:gd name="csX170" fmla="*/ 442034 w 1086051"/>
                <a:gd name="csY170" fmla="*/ 786918 h 1077188"/>
                <a:gd name="csX171" fmla="*/ 456258 w 1086051"/>
                <a:gd name="csY171" fmla="*/ 783565 h 1077188"/>
                <a:gd name="csX172" fmla="*/ 462926 w 1086051"/>
                <a:gd name="csY172" fmla="*/ 788645 h 1077188"/>
                <a:gd name="csX173" fmla="*/ 476896 w 1086051"/>
                <a:gd name="csY173" fmla="*/ 766369 h 1077188"/>
                <a:gd name="csX174" fmla="*/ 489977 w 1086051"/>
                <a:gd name="csY174" fmla="*/ 765721 h 1077188"/>
                <a:gd name="csX175" fmla="*/ 514488 w 1086051"/>
                <a:gd name="csY175" fmla="*/ 754475 h 1077188"/>
                <a:gd name="csX176" fmla="*/ 517409 w 1086051"/>
                <a:gd name="csY176" fmla="*/ 749503 h 1077188"/>
                <a:gd name="csX177" fmla="*/ 517409 w 1086051"/>
                <a:gd name="csY177" fmla="*/ 749071 h 1077188"/>
                <a:gd name="csX178" fmla="*/ 514488 w 1086051"/>
                <a:gd name="csY178" fmla="*/ 744201 h 1077188"/>
                <a:gd name="csX179" fmla="*/ 513408 w 1086051"/>
                <a:gd name="csY179" fmla="*/ 739877 h 1077188"/>
                <a:gd name="csX180" fmla="*/ 522489 w 1086051"/>
                <a:gd name="csY180" fmla="*/ 728631 h 1077188"/>
                <a:gd name="csX181" fmla="*/ 553541 w 1086051"/>
                <a:gd name="csY181" fmla="*/ 710140 h 1077188"/>
                <a:gd name="csX182" fmla="*/ 569479 w 1086051"/>
                <a:gd name="csY182" fmla="*/ 692296 h 1077188"/>
                <a:gd name="csX183" fmla="*/ 579830 w 1086051"/>
                <a:gd name="csY183" fmla="*/ 687756 h 1077188"/>
                <a:gd name="csX184" fmla="*/ 622247 w 1086051"/>
                <a:gd name="csY184" fmla="*/ 641255 h 1077188"/>
                <a:gd name="csX185" fmla="*/ 637868 w 1086051"/>
                <a:gd name="csY185" fmla="*/ 631958 h 1077188"/>
                <a:gd name="csX186" fmla="*/ 663268 w 1086051"/>
                <a:gd name="csY186" fmla="*/ 623627 h 1077188"/>
                <a:gd name="csX187" fmla="*/ 670317 w 1086051"/>
                <a:gd name="csY187" fmla="*/ 616814 h 1077188"/>
                <a:gd name="csX188" fmla="*/ 682318 w 1086051"/>
                <a:gd name="csY188" fmla="*/ 603517 h 1077188"/>
                <a:gd name="csX189" fmla="*/ 682318 w 1086051"/>
                <a:gd name="csY189" fmla="*/ 600164 h 1077188"/>
                <a:gd name="csX190" fmla="*/ 689050 w 1086051"/>
                <a:gd name="csY190" fmla="*/ 594646 h 1077188"/>
                <a:gd name="csX191" fmla="*/ 686129 w 1086051"/>
                <a:gd name="csY191" fmla="*/ 572046 h 1077188"/>
                <a:gd name="csX192" fmla="*/ 699019 w 1086051"/>
                <a:gd name="csY192" fmla="*/ 558095 h 1077188"/>
                <a:gd name="csX193" fmla="*/ 716101 w 1086051"/>
                <a:gd name="csY193" fmla="*/ 554749 h 1077188"/>
                <a:gd name="csX194" fmla="*/ 728356 w 1086051"/>
                <a:gd name="csY194" fmla="*/ 542093 h 1077188"/>
                <a:gd name="csX195" fmla="*/ 735913 w 1086051"/>
                <a:gd name="csY195" fmla="*/ 541769 h 1077188"/>
                <a:gd name="csX196" fmla="*/ 734706 w 1086051"/>
                <a:gd name="csY196" fmla="*/ 558533 h 1077188"/>
                <a:gd name="csX197" fmla="*/ 742643 w 1086051"/>
                <a:gd name="csY197" fmla="*/ 557771 h 1077188"/>
                <a:gd name="csX198" fmla="*/ 752994 w 1086051"/>
                <a:gd name="csY198" fmla="*/ 541553 h 1077188"/>
                <a:gd name="csX199" fmla="*/ 753883 w 1086051"/>
                <a:gd name="csY199" fmla="*/ 541014 h 1077188"/>
                <a:gd name="csX200" fmla="*/ 756296 w 1086051"/>
                <a:gd name="csY200" fmla="*/ 542525 h 1077188"/>
                <a:gd name="csX201" fmla="*/ 757693 w 1086051"/>
                <a:gd name="csY201" fmla="*/ 558857 h 1077188"/>
                <a:gd name="csX202" fmla="*/ 770774 w 1086051"/>
                <a:gd name="csY202" fmla="*/ 556476 h 1077188"/>
                <a:gd name="csX203" fmla="*/ 773568 w 1086051"/>
                <a:gd name="csY203" fmla="*/ 542201 h 1077188"/>
                <a:gd name="csX204" fmla="*/ 756804 w 1086051"/>
                <a:gd name="csY204" fmla="*/ 490188 h 1077188"/>
                <a:gd name="csX205" fmla="*/ 764805 w 1086051"/>
                <a:gd name="csY205" fmla="*/ 479698 h 1077188"/>
                <a:gd name="csX206" fmla="*/ 762964 w 1086051"/>
                <a:gd name="csY206" fmla="*/ 464991 h 1077188"/>
                <a:gd name="csX207" fmla="*/ 735023 w 1086051"/>
                <a:gd name="csY207" fmla="*/ 448773 h 1077188"/>
                <a:gd name="csX208" fmla="*/ 747723 w 1086051"/>
                <a:gd name="csY208" fmla="*/ 431470 h 1077188"/>
                <a:gd name="csX209" fmla="*/ 768297 w 1086051"/>
                <a:gd name="csY209" fmla="*/ 428657 h 1077188"/>
                <a:gd name="csX210" fmla="*/ 743596 w 1086051"/>
                <a:gd name="csY210" fmla="*/ 406813 h 1077188"/>
                <a:gd name="csX211" fmla="*/ 755597 w 1086051"/>
                <a:gd name="csY211" fmla="*/ 380860 h 1077188"/>
                <a:gd name="csX212" fmla="*/ 784427 w 1086051"/>
                <a:gd name="csY212" fmla="*/ 397408 h 1077188"/>
                <a:gd name="csX213" fmla="*/ 790142 w 1086051"/>
                <a:gd name="csY213" fmla="*/ 387782 h 1077188"/>
                <a:gd name="csX214" fmla="*/ 805508 w 1086051"/>
                <a:gd name="csY214" fmla="*/ 395999 h 1077188"/>
                <a:gd name="csX215" fmla="*/ 804556 w 1086051"/>
                <a:gd name="csY215" fmla="*/ 422929 h 1077188"/>
                <a:gd name="csX216" fmla="*/ 823162 w 1086051"/>
                <a:gd name="csY216" fmla="*/ 428981 h 1077188"/>
                <a:gd name="csX217" fmla="*/ 884439 w 1086051"/>
                <a:gd name="csY217" fmla="*/ 414706 h 1077188"/>
                <a:gd name="csX218" fmla="*/ 897393 w 1086051"/>
                <a:gd name="csY218" fmla="*/ 426167 h 1077188"/>
                <a:gd name="csX219" fmla="*/ 878788 w 1086051"/>
                <a:gd name="csY219" fmla="*/ 450609 h 1077188"/>
                <a:gd name="csX220" fmla="*/ 846021 w 1086051"/>
                <a:gd name="csY220" fmla="*/ 461423 h 1077188"/>
                <a:gd name="csX221" fmla="*/ 848244 w 1086051"/>
                <a:gd name="csY221" fmla="*/ 488131 h 1077188"/>
                <a:gd name="csX222" fmla="*/ 866468 w 1086051"/>
                <a:gd name="csY222" fmla="*/ 499161 h 1077188"/>
                <a:gd name="csX223" fmla="*/ 869580 w 1086051"/>
                <a:gd name="csY223" fmla="*/ 476237 h 1077188"/>
                <a:gd name="csX224" fmla="*/ 890789 w 1086051"/>
                <a:gd name="csY224" fmla="*/ 480994 h 1077188"/>
                <a:gd name="csX225" fmla="*/ 902282 w 1086051"/>
                <a:gd name="csY225" fmla="*/ 542849 h 1077188"/>
                <a:gd name="csX226" fmla="*/ 918412 w 1086051"/>
                <a:gd name="csY226" fmla="*/ 546310 h 1077188"/>
                <a:gd name="csX227" fmla="*/ 917967 w 1086051"/>
                <a:gd name="csY227" fmla="*/ 546741 h 1077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</a:cxnLst>
              <a:rect l="l" t="t" r="r" b="b"/>
              <a:pathLst>
                <a:path w="1086051" h="1077188">
                  <a:moveTo>
                    <a:pt x="917967" y="546741"/>
                  </a:moveTo>
                  <a:lnTo>
                    <a:pt x="927492" y="536251"/>
                  </a:lnTo>
                  <a:lnTo>
                    <a:pt x="921968" y="509111"/>
                  </a:lnTo>
                  <a:lnTo>
                    <a:pt x="932572" y="504895"/>
                  </a:lnTo>
                  <a:lnTo>
                    <a:pt x="926857" y="471697"/>
                  </a:lnTo>
                  <a:lnTo>
                    <a:pt x="930413" y="463372"/>
                  </a:lnTo>
                  <a:lnTo>
                    <a:pt x="960321" y="473856"/>
                  </a:lnTo>
                  <a:lnTo>
                    <a:pt x="982039" y="428117"/>
                  </a:lnTo>
                  <a:lnTo>
                    <a:pt x="974038" y="417303"/>
                  </a:lnTo>
                  <a:lnTo>
                    <a:pt x="996961" y="389947"/>
                  </a:lnTo>
                  <a:lnTo>
                    <a:pt x="996199" y="364204"/>
                  </a:lnTo>
                  <a:lnTo>
                    <a:pt x="1014868" y="359232"/>
                  </a:lnTo>
                  <a:lnTo>
                    <a:pt x="1044840" y="339770"/>
                  </a:lnTo>
                  <a:lnTo>
                    <a:pt x="1057477" y="347339"/>
                  </a:lnTo>
                  <a:lnTo>
                    <a:pt x="1074939" y="344418"/>
                  </a:lnTo>
                  <a:lnTo>
                    <a:pt x="1063763" y="325063"/>
                  </a:lnTo>
                  <a:lnTo>
                    <a:pt x="1086052" y="313601"/>
                  </a:lnTo>
                  <a:lnTo>
                    <a:pt x="1079765" y="303759"/>
                  </a:lnTo>
                  <a:lnTo>
                    <a:pt x="1071256" y="292081"/>
                  </a:lnTo>
                  <a:lnTo>
                    <a:pt x="1047126" y="294456"/>
                  </a:lnTo>
                  <a:lnTo>
                    <a:pt x="1052524" y="278778"/>
                  </a:lnTo>
                  <a:lnTo>
                    <a:pt x="1036141" y="272180"/>
                  </a:lnTo>
                  <a:lnTo>
                    <a:pt x="1030743" y="261150"/>
                  </a:lnTo>
                  <a:lnTo>
                    <a:pt x="1042427" y="254121"/>
                  </a:lnTo>
                  <a:lnTo>
                    <a:pt x="1027060" y="236176"/>
                  </a:lnTo>
                  <a:lnTo>
                    <a:pt x="1007566" y="242875"/>
                  </a:lnTo>
                  <a:lnTo>
                    <a:pt x="1002740" y="258013"/>
                  </a:lnTo>
                  <a:lnTo>
                    <a:pt x="973276" y="253797"/>
                  </a:lnTo>
                  <a:lnTo>
                    <a:pt x="945653" y="278346"/>
                  </a:lnTo>
                  <a:lnTo>
                    <a:pt x="928826" y="280511"/>
                  </a:lnTo>
                  <a:lnTo>
                    <a:pt x="905521" y="298024"/>
                  </a:lnTo>
                  <a:lnTo>
                    <a:pt x="905521" y="309816"/>
                  </a:lnTo>
                  <a:lnTo>
                    <a:pt x="866468" y="316516"/>
                  </a:lnTo>
                  <a:lnTo>
                    <a:pt x="867104" y="336633"/>
                  </a:lnTo>
                  <a:lnTo>
                    <a:pt x="882470" y="336957"/>
                  </a:lnTo>
                  <a:lnTo>
                    <a:pt x="888884" y="360528"/>
                  </a:lnTo>
                  <a:lnTo>
                    <a:pt x="833893" y="362477"/>
                  </a:lnTo>
                  <a:lnTo>
                    <a:pt x="817510" y="352527"/>
                  </a:lnTo>
                  <a:lnTo>
                    <a:pt x="794904" y="361721"/>
                  </a:lnTo>
                  <a:lnTo>
                    <a:pt x="783538" y="353613"/>
                  </a:lnTo>
                  <a:lnTo>
                    <a:pt x="769377" y="356203"/>
                  </a:lnTo>
                  <a:lnTo>
                    <a:pt x="757693" y="343770"/>
                  </a:lnTo>
                  <a:lnTo>
                    <a:pt x="764043" y="334467"/>
                  </a:lnTo>
                  <a:lnTo>
                    <a:pt x="762138" y="314789"/>
                  </a:lnTo>
                  <a:lnTo>
                    <a:pt x="753248" y="305270"/>
                  </a:lnTo>
                  <a:lnTo>
                    <a:pt x="728991" y="312623"/>
                  </a:lnTo>
                  <a:lnTo>
                    <a:pt x="729435" y="355016"/>
                  </a:lnTo>
                  <a:lnTo>
                    <a:pt x="723276" y="375234"/>
                  </a:lnTo>
                  <a:lnTo>
                    <a:pt x="701940" y="374479"/>
                  </a:lnTo>
                  <a:lnTo>
                    <a:pt x="694447" y="364096"/>
                  </a:lnTo>
                  <a:lnTo>
                    <a:pt x="680921" y="372967"/>
                  </a:lnTo>
                  <a:lnTo>
                    <a:pt x="651394" y="366046"/>
                  </a:lnTo>
                  <a:lnTo>
                    <a:pt x="643266" y="353936"/>
                  </a:lnTo>
                  <a:lnTo>
                    <a:pt x="626375" y="362477"/>
                  </a:lnTo>
                  <a:lnTo>
                    <a:pt x="603959" y="348742"/>
                  </a:lnTo>
                  <a:lnTo>
                    <a:pt x="605166" y="335661"/>
                  </a:lnTo>
                  <a:lnTo>
                    <a:pt x="580401" y="327006"/>
                  </a:lnTo>
                  <a:lnTo>
                    <a:pt x="551699" y="335661"/>
                  </a:lnTo>
                  <a:lnTo>
                    <a:pt x="431430" y="276942"/>
                  </a:lnTo>
                  <a:lnTo>
                    <a:pt x="441717" y="238658"/>
                  </a:lnTo>
                  <a:lnTo>
                    <a:pt x="465212" y="219304"/>
                  </a:lnTo>
                  <a:lnTo>
                    <a:pt x="399743" y="174212"/>
                  </a:lnTo>
                  <a:lnTo>
                    <a:pt x="384122" y="175184"/>
                  </a:lnTo>
                  <a:lnTo>
                    <a:pt x="369771" y="125330"/>
                  </a:lnTo>
                  <a:lnTo>
                    <a:pt x="383805" y="121437"/>
                  </a:lnTo>
                  <a:lnTo>
                    <a:pt x="392251" y="132036"/>
                  </a:lnTo>
                  <a:lnTo>
                    <a:pt x="415618" y="119818"/>
                  </a:lnTo>
                  <a:lnTo>
                    <a:pt x="406093" y="97758"/>
                  </a:lnTo>
                  <a:lnTo>
                    <a:pt x="389774" y="89211"/>
                  </a:lnTo>
                  <a:lnTo>
                    <a:pt x="383297" y="60884"/>
                  </a:lnTo>
                  <a:lnTo>
                    <a:pt x="392949" y="57855"/>
                  </a:lnTo>
                  <a:lnTo>
                    <a:pt x="392949" y="45523"/>
                  </a:lnTo>
                  <a:lnTo>
                    <a:pt x="365834" y="34931"/>
                  </a:lnTo>
                  <a:lnTo>
                    <a:pt x="354849" y="0"/>
                  </a:lnTo>
                  <a:lnTo>
                    <a:pt x="319226" y="18059"/>
                  </a:lnTo>
                  <a:lnTo>
                    <a:pt x="313130" y="36659"/>
                  </a:lnTo>
                  <a:lnTo>
                    <a:pt x="271601" y="46825"/>
                  </a:lnTo>
                  <a:lnTo>
                    <a:pt x="218197" y="31363"/>
                  </a:lnTo>
                  <a:lnTo>
                    <a:pt x="200290" y="43688"/>
                  </a:lnTo>
                  <a:lnTo>
                    <a:pt x="215720" y="64452"/>
                  </a:lnTo>
                  <a:lnTo>
                    <a:pt x="207529" y="99809"/>
                  </a:lnTo>
                  <a:lnTo>
                    <a:pt x="253185" y="125114"/>
                  </a:lnTo>
                  <a:lnTo>
                    <a:pt x="256297" y="137985"/>
                  </a:lnTo>
                  <a:lnTo>
                    <a:pt x="225817" y="153772"/>
                  </a:lnTo>
                  <a:lnTo>
                    <a:pt x="230643" y="184696"/>
                  </a:lnTo>
                  <a:lnTo>
                    <a:pt x="204291" y="209677"/>
                  </a:lnTo>
                  <a:lnTo>
                    <a:pt x="208164" y="222441"/>
                  </a:lnTo>
                  <a:lnTo>
                    <a:pt x="184796" y="230550"/>
                  </a:lnTo>
                  <a:lnTo>
                    <a:pt x="165809" y="267856"/>
                  </a:lnTo>
                  <a:lnTo>
                    <a:pt x="142695" y="280295"/>
                  </a:lnTo>
                  <a:lnTo>
                    <a:pt x="126630" y="310032"/>
                  </a:lnTo>
                  <a:lnTo>
                    <a:pt x="86498" y="322358"/>
                  </a:lnTo>
                  <a:lnTo>
                    <a:pt x="74369" y="306464"/>
                  </a:lnTo>
                  <a:lnTo>
                    <a:pt x="34238" y="354152"/>
                  </a:lnTo>
                  <a:lnTo>
                    <a:pt x="48525" y="366694"/>
                  </a:lnTo>
                  <a:lnTo>
                    <a:pt x="62495" y="366694"/>
                  </a:lnTo>
                  <a:lnTo>
                    <a:pt x="58494" y="390271"/>
                  </a:lnTo>
                  <a:lnTo>
                    <a:pt x="68655" y="402380"/>
                  </a:lnTo>
                  <a:lnTo>
                    <a:pt x="81291" y="399999"/>
                  </a:lnTo>
                  <a:lnTo>
                    <a:pt x="98309" y="454285"/>
                  </a:lnTo>
                  <a:lnTo>
                    <a:pt x="81291" y="461207"/>
                  </a:lnTo>
                  <a:lnTo>
                    <a:pt x="75703" y="452126"/>
                  </a:lnTo>
                  <a:lnTo>
                    <a:pt x="57732" y="461207"/>
                  </a:lnTo>
                  <a:lnTo>
                    <a:pt x="3377" y="453206"/>
                  </a:lnTo>
                  <a:lnTo>
                    <a:pt x="3377" y="469640"/>
                  </a:lnTo>
                  <a:cubicBezTo>
                    <a:pt x="10552" y="469316"/>
                    <a:pt x="-3037" y="478187"/>
                    <a:pt x="646" y="484131"/>
                  </a:cubicBezTo>
                  <a:cubicBezTo>
                    <a:pt x="4456" y="490080"/>
                    <a:pt x="6869" y="494728"/>
                    <a:pt x="10616" y="497002"/>
                  </a:cubicBezTo>
                  <a:cubicBezTo>
                    <a:pt x="26109" y="505975"/>
                    <a:pt x="28142" y="507708"/>
                    <a:pt x="32586" y="508248"/>
                  </a:cubicBezTo>
                  <a:cubicBezTo>
                    <a:pt x="43763" y="509651"/>
                    <a:pt x="46366" y="510515"/>
                    <a:pt x="50049" y="508464"/>
                  </a:cubicBezTo>
                  <a:cubicBezTo>
                    <a:pt x="60400" y="502729"/>
                    <a:pt x="63003" y="500462"/>
                    <a:pt x="66940" y="502298"/>
                  </a:cubicBezTo>
                  <a:cubicBezTo>
                    <a:pt x="67639" y="502838"/>
                    <a:pt x="73290" y="503923"/>
                    <a:pt x="71258" y="508032"/>
                  </a:cubicBezTo>
                  <a:cubicBezTo>
                    <a:pt x="68781" y="512140"/>
                    <a:pt x="67893" y="518954"/>
                    <a:pt x="62685" y="518954"/>
                  </a:cubicBezTo>
                  <a:cubicBezTo>
                    <a:pt x="45350" y="518954"/>
                    <a:pt x="31634" y="535712"/>
                    <a:pt x="28268" y="528466"/>
                  </a:cubicBezTo>
                  <a:cubicBezTo>
                    <a:pt x="27824" y="527818"/>
                    <a:pt x="26871" y="523278"/>
                    <a:pt x="22617" y="523818"/>
                  </a:cubicBezTo>
                  <a:lnTo>
                    <a:pt x="21156" y="524034"/>
                  </a:lnTo>
                  <a:cubicBezTo>
                    <a:pt x="16457" y="524682"/>
                    <a:pt x="19061" y="531603"/>
                    <a:pt x="21982" y="534632"/>
                  </a:cubicBezTo>
                  <a:cubicBezTo>
                    <a:pt x="67004" y="580047"/>
                    <a:pt x="66559" y="580377"/>
                    <a:pt x="71004" y="582213"/>
                  </a:cubicBezTo>
                  <a:cubicBezTo>
                    <a:pt x="89546" y="590105"/>
                    <a:pt x="91260" y="591623"/>
                    <a:pt x="95134" y="589890"/>
                  </a:cubicBezTo>
                  <a:cubicBezTo>
                    <a:pt x="133932" y="573024"/>
                    <a:pt x="130884" y="573887"/>
                    <a:pt x="132917" y="569779"/>
                  </a:cubicBezTo>
                  <a:cubicBezTo>
                    <a:pt x="137616" y="559829"/>
                    <a:pt x="139838" y="556584"/>
                    <a:pt x="139076" y="552259"/>
                  </a:cubicBezTo>
                  <a:cubicBezTo>
                    <a:pt x="138251" y="547719"/>
                    <a:pt x="137044" y="543389"/>
                    <a:pt x="138695" y="539496"/>
                  </a:cubicBezTo>
                  <a:cubicBezTo>
                    <a:pt x="141044" y="534956"/>
                    <a:pt x="141362" y="527602"/>
                    <a:pt x="146696" y="528034"/>
                  </a:cubicBezTo>
                  <a:cubicBezTo>
                    <a:pt x="147966" y="528250"/>
                    <a:pt x="153173" y="527495"/>
                    <a:pt x="156411" y="530847"/>
                  </a:cubicBezTo>
                  <a:cubicBezTo>
                    <a:pt x="156666" y="531495"/>
                    <a:pt x="158507" y="533336"/>
                    <a:pt x="155459" y="533876"/>
                  </a:cubicBezTo>
                  <a:cubicBezTo>
                    <a:pt x="154888" y="534092"/>
                    <a:pt x="149490" y="533876"/>
                    <a:pt x="149934" y="538201"/>
                  </a:cubicBezTo>
                  <a:lnTo>
                    <a:pt x="152411" y="565233"/>
                  </a:lnTo>
                  <a:cubicBezTo>
                    <a:pt x="153300" y="574103"/>
                    <a:pt x="165175" y="591077"/>
                    <a:pt x="163143" y="597567"/>
                  </a:cubicBezTo>
                  <a:cubicBezTo>
                    <a:pt x="156094" y="619519"/>
                    <a:pt x="154380" y="622872"/>
                    <a:pt x="155142" y="627520"/>
                  </a:cubicBezTo>
                  <a:cubicBezTo>
                    <a:pt x="159269" y="654126"/>
                    <a:pt x="159269" y="662127"/>
                    <a:pt x="162190" y="657911"/>
                  </a:cubicBezTo>
                  <a:cubicBezTo>
                    <a:pt x="162698" y="657479"/>
                    <a:pt x="165175" y="652393"/>
                    <a:pt x="166508" y="656501"/>
                  </a:cubicBezTo>
                  <a:cubicBezTo>
                    <a:pt x="166508" y="657041"/>
                    <a:pt x="167778" y="660070"/>
                    <a:pt x="166064" y="663315"/>
                  </a:cubicBezTo>
                  <a:cubicBezTo>
                    <a:pt x="165492" y="664725"/>
                    <a:pt x="162190" y="668725"/>
                    <a:pt x="163269" y="673157"/>
                  </a:cubicBezTo>
                  <a:cubicBezTo>
                    <a:pt x="183018" y="751015"/>
                    <a:pt x="179589" y="766909"/>
                    <a:pt x="187272" y="780428"/>
                  </a:cubicBezTo>
                  <a:cubicBezTo>
                    <a:pt x="199083" y="801084"/>
                    <a:pt x="202322" y="805409"/>
                    <a:pt x="202640" y="810381"/>
                  </a:cubicBezTo>
                  <a:cubicBezTo>
                    <a:pt x="205053" y="822389"/>
                    <a:pt x="217371" y="831901"/>
                    <a:pt x="220419" y="841204"/>
                  </a:cubicBezTo>
                  <a:cubicBezTo>
                    <a:pt x="237056" y="892892"/>
                    <a:pt x="233056" y="895382"/>
                    <a:pt x="237628" y="904355"/>
                  </a:cubicBezTo>
                  <a:cubicBezTo>
                    <a:pt x="245311" y="919925"/>
                    <a:pt x="248614" y="927602"/>
                    <a:pt x="249947" y="928796"/>
                  </a:cubicBezTo>
                  <a:cubicBezTo>
                    <a:pt x="259218" y="940797"/>
                    <a:pt x="263345" y="943934"/>
                    <a:pt x="265822" y="950208"/>
                  </a:cubicBezTo>
                  <a:cubicBezTo>
                    <a:pt x="284999" y="996378"/>
                    <a:pt x="284999" y="1000271"/>
                    <a:pt x="289254" y="1004811"/>
                  </a:cubicBezTo>
                  <a:cubicBezTo>
                    <a:pt x="289634" y="1005465"/>
                    <a:pt x="295159" y="1010114"/>
                    <a:pt x="290841" y="1009790"/>
                  </a:cubicBezTo>
                  <a:cubicBezTo>
                    <a:pt x="289000" y="1009682"/>
                    <a:pt x="287793" y="1010977"/>
                    <a:pt x="288174" y="1012819"/>
                  </a:cubicBezTo>
                  <a:cubicBezTo>
                    <a:pt x="289444" y="1019734"/>
                    <a:pt x="289444" y="1025144"/>
                    <a:pt x="291920" y="1029900"/>
                  </a:cubicBezTo>
                  <a:cubicBezTo>
                    <a:pt x="299541" y="1043743"/>
                    <a:pt x="301128" y="1048823"/>
                    <a:pt x="305002" y="1052938"/>
                  </a:cubicBezTo>
                  <a:cubicBezTo>
                    <a:pt x="319733" y="1067969"/>
                    <a:pt x="322146" y="1072940"/>
                    <a:pt x="327734" y="1074998"/>
                  </a:cubicBezTo>
                  <a:cubicBezTo>
                    <a:pt x="330147" y="1075538"/>
                    <a:pt x="334910" y="1078890"/>
                    <a:pt x="339038" y="1076077"/>
                  </a:cubicBezTo>
                  <a:cubicBezTo>
                    <a:pt x="350404" y="1067645"/>
                    <a:pt x="357008" y="1066019"/>
                    <a:pt x="358088" y="1060399"/>
                  </a:cubicBezTo>
                  <a:cubicBezTo>
                    <a:pt x="359993" y="1052608"/>
                    <a:pt x="358850" y="1045693"/>
                    <a:pt x="363803" y="1043312"/>
                  </a:cubicBezTo>
                  <a:cubicBezTo>
                    <a:pt x="374534" y="1038447"/>
                    <a:pt x="378852" y="1034663"/>
                    <a:pt x="384504" y="1034771"/>
                  </a:cubicBezTo>
                  <a:cubicBezTo>
                    <a:pt x="393140" y="1035418"/>
                    <a:pt x="398791" y="1034117"/>
                    <a:pt x="403427" y="1036930"/>
                  </a:cubicBezTo>
                  <a:cubicBezTo>
                    <a:pt x="403427" y="1036930"/>
                    <a:pt x="406475" y="1038663"/>
                    <a:pt x="406475" y="1038009"/>
                  </a:cubicBezTo>
                  <a:cubicBezTo>
                    <a:pt x="406475" y="1037362"/>
                    <a:pt x="404696" y="1033253"/>
                    <a:pt x="404696" y="1033253"/>
                  </a:cubicBezTo>
                  <a:cubicBezTo>
                    <a:pt x="401776" y="1026332"/>
                    <a:pt x="389266" y="1032929"/>
                    <a:pt x="388377" y="1025792"/>
                  </a:cubicBezTo>
                  <a:lnTo>
                    <a:pt x="388377" y="1024928"/>
                  </a:lnTo>
                  <a:cubicBezTo>
                    <a:pt x="387742" y="1019518"/>
                    <a:pt x="393140" y="1015841"/>
                    <a:pt x="398029" y="1008596"/>
                  </a:cubicBezTo>
                  <a:cubicBezTo>
                    <a:pt x="400506" y="1005465"/>
                    <a:pt x="399743" y="1002005"/>
                    <a:pt x="399743" y="1001459"/>
                  </a:cubicBezTo>
                  <a:cubicBezTo>
                    <a:pt x="399553" y="996702"/>
                    <a:pt x="405268" y="995083"/>
                    <a:pt x="406856" y="993673"/>
                  </a:cubicBezTo>
                  <a:cubicBezTo>
                    <a:pt x="413142" y="989781"/>
                    <a:pt x="423111" y="998652"/>
                    <a:pt x="423111" y="992054"/>
                  </a:cubicBezTo>
                  <a:cubicBezTo>
                    <a:pt x="422794" y="965994"/>
                    <a:pt x="424001" y="961453"/>
                    <a:pt x="422159" y="955827"/>
                  </a:cubicBezTo>
                  <a:cubicBezTo>
                    <a:pt x="420953" y="951287"/>
                    <a:pt x="417905" y="946525"/>
                    <a:pt x="419556" y="941553"/>
                  </a:cubicBezTo>
                  <a:cubicBezTo>
                    <a:pt x="422604" y="933336"/>
                    <a:pt x="423429" y="927926"/>
                    <a:pt x="426668" y="923601"/>
                  </a:cubicBezTo>
                  <a:cubicBezTo>
                    <a:pt x="430033" y="918845"/>
                    <a:pt x="434288" y="915168"/>
                    <a:pt x="435240" y="909981"/>
                  </a:cubicBezTo>
                  <a:cubicBezTo>
                    <a:pt x="438732" y="887375"/>
                    <a:pt x="443558" y="880891"/>
                    <a:pt x="438288" y="878402"/>
                  </a:cubicBezTo>
                  <a:cubicBezTo>
                    <a:pt x="437081" y="877538"/>
                    <a:pt x="431049" y="876236"/>
                    <a:pt x="431430" y="871804"/>
                  </a:cubicBezTo>
                  <a:cubicBezTo>
                    <a:pt x="431684" y="869969"/>
                    <a:pt x="432954" y="869423"/>
                    <a:pt x="434478" y="870509"/>
                  </a:cubicBezTo>
                  <a:lnTo>
                    <a:pt x="435113" y="870941"/>
                  </a:lnTo>
                  <a:cubicBezTo>
                    <a:pt x="436637" y="872020"/>
                    <a:pt x="437970" y="871372"/>
                    <a:pt x="438161" y="869639"/>
                  </a:cubicBezTo>
                  <a:lnTo>
                    <a:pt x="438352" y="867588"/>
                  </a:lnTo>
                  <a:cubicBezTo>
                    <a:pt x="438796" y="862832"/>
                    <a:pt x="435557" y="858939"/>
                    <a:pt x="434795" y="857314"/>
                  </a:cubicBezTo>
                  <a:cubicBezTo>
                    <a:pt x="431430" y="851256"/>
                    <a:pt x="436891" y="838174"/>
                    <a:pt x="434605" y="830390"/>
                  </a:cubicBezTo>
                  <a:cubicBezTo>
                    <a:pt x="432764" y="822280"/>
                    <a:pt x="429525" y="817194"/>
                    <a:pt x="431240" y="812006"/>
                  </a:cubicBezTo>
                  <a:cubicBezTo>
                    <a:pt x="437272" y="795890"/>
                    <a:pt x="436891" y="789515"/>
                    <a:pt x="442034" y="786918"/>
                  </a:cubicBezTo>
                  <a:cubicBezTo>
                    <a:pt x="447686" y="784860"/>
                    <a:pt x="453338" y="779240"/>
                    <a:pt x="456258" y="783565"/>
                  </a:cubicBezTo>
                  <a:cubicBezTo>
                    <a:pt x="456767" y="784104"/>
                    <a:pt x="458862" y="788969"/>
                    <a:pt x="462926" y="788645"/>
                  </a:cubicBezTo>
                  <a:cubicBezTo>
                    <a:pt x="468260" y="788213"/>
                    <a:pt x="468895" y="780859"/>
                    <a:pt x="476896" y="766369"/>
                  </a:cubicBezTo>
                  <a:cubicBezTo>
                    <a:pt x="479309" y="761721"/>
                    <a:pt x="485595" y="765289"/>
                    <a:pt x="489977" y="765721"/>
                  </a:cubicBezTo>
                  <a:cubicBezTo>
                    <a:pt x="495756" y="766909"/>
                    <a:pt x="499629" y="762152"/>
                    <a:pt x="514488" y="754475"/>
                  </a:cubicBezTo>
                  <a:cubicBezTo>
                    <a:pt x="516076" y="753612"/>
                    <a:pt x="517409" y="751338"/>
                    <a:pt x="517409" y="749503"/>
                  </a:cubicBezTo>
                  <a:lnTo>
                    <a:pt x="517409" y="749071"/>
                  </a:lnTo>
                  <a:cubicBezTo>
                    <a:pt x="517409" y="747230"/>
                    <a:pt x="516076" y="745065"/>
                    <a:pt x="514488" y="744201"/>
                  </a:cubicBezTo>
                  <a:cubicBezTo>
                    <a:pt x="512837" y="743337"/>
                    <a:pt x="512393" y="741388"/>
                    <a:pt x="513408" y="739877"/>
                  </a:cubicBezTo>
                  <a:cubicBezTo>
                    <a:pt x="516076" y="736200"/>
                    <a:pt x="517917" y="731012"/>
                    <a:pt x="522489" y="728631"/>
                  </a:cubicBezTo>
                  <a:cubicBezTo>
                    <a:pt x="545095" y="715759"/>
                    <a:pt x="549984" y="714788"/>
                    <a:pt x="553541" y="710140"/>
                  </a:cubicBezTo>
                  <a:cubicBezTo>
                    <a:pt x="561795" y="700189"/>
                    <a:pt x="564145" y="694569"/>
                    <a:pt x="569479" y="692296"/>
                  </a:cubicBezTo>
                  <a:lnTo>
                    <a:pt x="579830" y="687756"/>
                  </a:lnTo>
                  <a:cubicBezTo>
                    <a:pt x="588529" y="684079"/>
                    <a:pt x="613612" y="646449"/>
                    <a:pt x="622247" y="641255"/>
                  </a:cubicBezTo>
                  <a:lnTo>
                    <a:pt x="637868" y="631958"/>
                  </a:lnTo>
                  <a:cubicBezTo>
                    <a:pt x="642821" y="629037"/>
                    <a:pt x="648029" y="628390"/>
                    <a:pt x="663268" y="623627"/>
                  </a:cubicBezTo>
                  <a:cubicBezTo>
                    <a:pt x="667714" y="622332"/>
                    <a:pt x="669492" y="617900"/>
                    <a:pt x="670317" y="616814"/>
                  </a:cubicBezTo>
                  <a:cubicBezTo>
                    <a:pt x="674571" y="610222"/>
                    <a:pt x="682445" y="609568"/>
                    <a:pt x="682318" y="603517"/>
                  </a:cubicBezTo>
                  <a:cubicBezTo>
                    <a:pt x="682318" y="603517"/>
                    <a:pt x="682255" y="600488"/>
                    <a:pt x="682318" y="600164"/>
                  </a:cubicBezTo>
                  <a:cubicBezTo>
                    <a:pt x="682445" y="599840"/>
                    <a:pt x="689050" y="594646"/>
                    <a:pt x="689050" y="594646"/>
                  </a:cubicBezTo>
                  <a:cubicBezTo>
                    <a:pt x="695145" y="589890"/>
                    <a:pt x="681366" y="578644"/>
                    <a:pt x="686129" y="572046"/>
                  </a:cubicBezTo>
                  <a:cubicBezTo>
                    <a:pt x="691653" y="565233"/>
                    <a:pt x="693621" y="559181"/>
                    <a:pt x="699019" y="558095"/>
                  </a:cubicBezTo>
                  <a:lnTo>
                    <a:pt x="716101" y="554749"/>
                  </a:lnTo>
                  <a:cubicBezTo>
                    <a:pt x="721434" y="553663"/>
                    <a:pt x="723467" y="547827"/>
                    <a:pt x="728356" y="542093"/>
                  </a:cubicBezTo>
                  <a:cubicBezTo>
                    <a:pt x="730959" y="538632"/>
                    <a:pt x="737246" y="537337"/>
                    <a:pt x="735913" y="541769"/>
                  </a:cubicBezTo>
                  <a:cubicBezTo>
                    <a:pt x="734516" y="549554"/>
                    <a:pt x="729563" y="556800"/>
                    <a:pt x="734706" y="558533"/>
                  </a:cubicBezTo>
                  <a:cubicBezTo>
                    <a:pt x="735785" y="558641"/>
                    <a:pt x="740548" y="561772"/>
                    <a:pt x="742643" y="557771"/>
                  </a:cubicBezTo>
                  <a:cubicBezTo>
                    <a:pt x="747089" y="550202"/>
                    <a:pt x="748485" y="544582"/>
                    <a:pt x="752994" y="541553"/>
                  </a:cubicBezTo>
                  <a:lnTo>
                    <a:pt x="753883" y="541014"/>
                  </a:lnTo>
                  <a:cubicBezTo>
                    <a:pt x="755407" y="540042"/>
                    <a:pt x="756487" y="540690"/>
                    <a:pt x="756296" y="542525"/>
                  </a:cubicBezTo>
                  <a:cubicBezTo>
                    <a:pt x="756042" y="550418"/>
                    <a:pt x="752168" y="558425"/>
                    <a:pt x="757693" y="558857"/>
                  </a:cubicBezTo>
                  <a:cubicBezTo>
                    <a:pt x="762456" y="558641"/>
                    <a:pt x="769821" y="561664"/>
                    <a:pt x="770774" y="556476"/>
                  </a:cubicBezTo>
                  <a:cubicBezTo>
                    <a:pt x="772171" y="550526"/>
                    <a:pt x="772171" y="545446"/>
                    <a:pt x="773568" y="542201"/>
                  </a:cubicBezTo>
                  <a:lnTo>
                    <a:pt x="756804" y="490188"/>
                  </a:lnTo>
                  <a:lnTo>
                    <a:pt x="764805" y="479698"/>
                  </a:lnTo>
                  <a:lnTo>
                    <a:pt x="762964" y="464991"/>
                  </a:lnTo>
                  <a:lnTo>
                    <a:pt x="735023" y="448773"/>
                  </a:lnTo>
                  <a:lnTo>
                    <a:pt x="747723" y="431470"/>
                  </a:lnTo>
                  <a:lnTo>
                    <a:pt x="768297" y="428657"/>
                  </a:lnTo>
                  <a:lnTo>
                    <a:pt x="743596" y="406813"/>
                  </a:lnTo>
                  <a:lnTo>
                    <a:pt x="755597" y="380860"/>
                  </a:lnTo>
                  <a:lnTo>
                    <a:pt x="784427" y="397408"/>
                  </a:lnTo>
                  <a:lnTo>
                    <a:pt x="790142" y="387782"/>
                  </a:lnTo>
                  <a:lnTo>
                    <a:pt x="805508" y="395999"/>
                  </a:lnTo>
                  <a:lnTo>
                    <a:pt x="804556" y="422929"/>
                  </a:lnTo>
                  <a:lnTo>
                    <a:pt x="823162" y="428981"/>
                  </a:lnTo>
                  <a:lnTo>
                    <a:pt x="884439" y="414706"/>
                  </a:lnTo>
                  <a:lnTo>
                    <a:pt x="897393" y="426167"/>
                  </a:lnTo>
                  <a:lnTo>
                    <a:pt x="878788" y="450609"/>
                  </a:lnTo>
                  <a:lnTo>
                    <a:pt x="846021" y="461423"/>
                  </a:lnTo>
                  <a:lnTo>
                    <a:pt x="848244" y="488131"/>
                  </a:lnTo>
                  <a:lnTo>
                    <a:pt x="866468" y="499161"/>
                  </a:lnTo>
                  <a:lnTo>
                    <a:pt x="869580" y="476237"/>
                  </a:lnTo>
                  <a:lnTo>
                    <a:pt x="890789" y="480994"/>
                  </a:lnTo>
                  <a:lnTo>
                    <a:pt x="902282" y="542849"/>
                  </a:lnTo>
                  <a:lnTo>
                    <a:pt x="918412" y="546310"/>
                  </a:lnTo>
                  <a:lnTo>
                    <a:pt x="917967" y="5467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419AEE29-7563-4FDA-259B-F3977992DCBB}"/>
                </a:ext>
              </a:extLst>
            </p:cNvPr>
            <p:cNvSpPr/>
            <p:nvPr/>
          </p:nvSpPr>
          <p:spPr>
            <a:xfrm>
              <a:off x="7374191" y="3343770"/>
              <a:ext cx="77977" cy="59912"/>
            </a:xfrm>
            <a:custGeom>
              <a:avLst/>
              <a:gdLst>
                <a:gd name="csX0" fmla="*/ 43688 w 77977"/>
                <a:gd name="csY0" fmla="*/ 59912 h 59912"/>
                <a:gd name="csX1" fmla="*/ 77977 w 77977"/>
                <a:gd name="csY1" fmla="*/ 59912 h 59912"/>
                <a:gd name="csX2" fmla="*/ 57848 w 77977"/>
                <a:gd name="csY2" fmla="*/ 23578 h 59912"/>
                <a:gd name="csX3" fmla="*/ 49340 w 77977"/>
                <a:gd name="csY3" fmla="*/ 21736 h 59912"/>
                <a:gd name="csX4" fmla="*/ 56769 w 77977"/>
                <a:gd name="csY4" fmla="*/ 13195 h 59912"/>
                <a:gd name="csX5" fmla="*/ 63055 w 77977"/>
                <a:gd name="csY5" fmla="*/ 12764 h 59912"/>
                <a:gd name="csX6" fmla="*/ 54610 w 77977"/>
                <a:gd name="csY6" fmla="*/ 1086 h 59912"/>
                <a:gd name="csX7" fmla="*/ 22289 w 77977"/>
                <a:gd name="csY7" fmla="*/ 0 h 59912"/>
                <a:gd name="csX8" fmla="*/ 0 w 77977"/>
                <a:gd name="csY8" fmla="*/ 39040 h 59912"/>
                <a:gd name="csX9" fmla="*/ 35369 w 77977"/>
                <a:gd name="csY9" fmla="*/ 40881 h 59912"/>
                <a:gd name="csX10" fmla="*/ 43814 w 77977"/>
                <a:gd name="csY10" fmla="*/ 59912 h 59912"/>
                <a:gd name="csX11" fmla="*/ 43688 w 77977"/>
                <a:gd name="csY11" fmla="*/ 59912 h 59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7977" h="59912">
                  <a:moveTo>
                    <a:pt x="43688" y="59912"/>
                  </a:moveTo>
                  <a:lnTo>
                    <a:pt x="77977" y="59912"/>
                  </a:lnTo>
                  <a:cubicBezTo>
                    <a:pt x="60706" y="21412"/>
                    <a:pt x="61658" y="23146"/>
                    <a:pt x="57848" y="23578"/>
                  </a:cubicBezTo>
                  <a:cubicBezTo>
                    <a:pt x="55054" y="23578"/>
                    <a:pt x="47180" y="26168"/>
                    <a:pt x="49340" y="21736"/>
                  </a:cubicBezTo>
                  <a:cubicBezTo>
                    <a:pt x="50864" y="19469"/>
                    <a:pt x="51815" y="13411"/>
                    <a:pt x="56769" y="13195"/>
                  </a:cubicBezTo>
                  <a:cubicBezTo>
                    <a:pt x="57976" y="12979"/>
                    <a:pt x="60452" y="13303"/>
                    <a:pt x="63055" y="12764"/>
                  </a:cubicBezTo>
                  <a:lnTo>
                    <a:pt x="54610" y="1086"/>
                  </a:lnTo>
                  <a:lnTo>
                    <a:pt x="22289" y="0"/>
                  </a:lnTo>
                  <a:lnTo>
                    <a:pt x="0" y="39040"/>
                  </a:lnTo>
                  <a:lnTo>
                    <a:pt x="35369" y="40881"/>
                  </a:lnTo>
                  <a:lnTo>
                    <a:pt x="43814" y="59912"/>
                  </a:lnTo>
                  <a:lnTo>
                    <a:pt x="43688" y="599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C42221AA-AE2B-176A-D62D-C2DEE38033F6}"/>
                </a:ext>
              </a:extLst>
            </p:cNvPr>
            <p:cNvSpPr/>
            <p:nvPr/>
          </p:nvSpPr>
          <p:spPr>
            <a:xfrm>
              <a:off x="7134288" y="2759290"/>
              <a:ext cx="249428" cy="121545"/>
            </a:xfrm>
            <a:custGeom>
              <a:avLst/>
              <a:gdLst>
                <a:gd name="csX0" fmla="*/ 194310 w 249428"/>
                <a:gd name="csY0" fmla="*/ 98298 h 121545"/>
                <a:gd name="csX1" fmla="*/ 240602 w 249428"/>
                <a:gd name="csY1" fmla="*/ 121545 h 121545"/>
                <a:gd name="csX2" fmla="*/ 249428 w 249428"/>
                <a:gd name="csY2" fmla="*/ 108350 h 121545"/>
                <a:gd name="csX3" fmla="*/ 227647 w 249428"/>
                <a:gd name="csY3" fmla="*/ 91161 h 121545"/>
                <a:gd name="csX4" fmla="*/ 242697 w 249428"/>
                <a:gd name="csY4" fmla="*/ 78505 h 121545"/>
                <a:gd name="csX5" fmla="*/ 211518 w 249428"/>
                <a:gd name="csY5" fmla="*/ 65532 h 121545"/>
                <a:gd name="csX6" fmla="*/ 213043 w 249428"/>
                <a:gd name="csY6" fmla="*/ 51581 h 121545"/>
                <a:gd name="csX7" fmla="*/ 178054 w 249428"/>
                <a:gd name="csY7" fmla="*/ 39795 h 121545"/>
                <a:gd name="csX8" fmla="*/ 145415 w 249428"/>
                <a:gd name="csY8" fmla="*/ 47904 h 121545"/>
                <a:gd name="csX9" fmla="*/ 103822 w 249428"/>
                <a:gd name="csY9" fmla="*/ 18383 h 121545"/>
                <a:gd name="csX10" fmla="*/ 68834 w 249428"/>
                <a:gd name="csY10" fmla="*/ 19895 h 121545"/>
                <a:gd name="csX11" fmla="*/ 8699 w 249428"/>
                <a:gd name="csY11" fmla="*/ 0 h 121545"/>
                <a:gd name="csX12" fmla="*/ 0 w 249428"/>
                <a:gd name="csY12" fmla="*/ 9512 h 121545"/>
                <a:gd name="csX13" fmla="*/ 9017 w 249428"/>
                <a:gd name="csY13" fmla="*/ 15786 h 121545"/>
                <a:gd name="csX14" fmla="*/ 13906 w 249428"/>
                <a:gd name="csY14" fmla="*/ 21196 h 121545"/>
                <a:gd name="csX15" fmla="*/ 31623 w 249428"/>
                <a:gd name="csY15" fmla="*/ 26168 h 121545"/>
                <a:gd name="csX16" fmla="*/ 40704 w 249428"/>
                <a:gd name="csY16" fmla="*/ 32766 h 121545"/>
                <a:gd name="csX17" fmla="*/ 45910 w 249428"/>
                <a:gd name="csY17" fmla="*/ 38818 h 121545"/>
                <a:gd name="csX18" fmla="*/ 53848 w 249428"/>
                <a:gd name="csY18" fmla="*/ 43364 h 121545"/>
                <a:gd name="csX19" fmla="*/ 64833 w 249428"/>
                <a:gd name="csY19" fmla="*/ 76346 h 121545"/>
                <a:gd name="csX20" fmla="*/ 62929 w 249428"/>
                <a:gd name="csY20" fmla="*/ 86944 h 121545"/>
                <a:gd name="csX21" fmla="*/ 55753 w 249428"/>
                <a:gd name="csY21" fmla="*/ 93859 h 121545"/>
                <a:gd name="csX22" fmla="*/ 53721 w 249428"/>
                <a:gd name="csY22" fmla="*/ 96349 h 121545"/>
                <a:gd name="csX23" fmla="*/ 89980 w 249428"/>
                <a:gd name="csY23" fmla="*/ 100673 h 121545"/>
                <a:gd name="csX24" fmla="*/ 95504 w 249428"/>
                <a:gd name="csY24" fmla="*/ 92240 h 121545"/>
                <a:gd name="csX25" fmla="*/ 105855 w 249428"/>
                <a:gd name="csY25" fmla="*/ 92240 h 121545"/>
                <a:gd name="csX26" fmla="*/ 128905 w 249428"/>
                <a:gd name="csY26" fmla="*/ 114840 h 121545"/>
                <a:gd name="csX27" fmla="*/ 184214 w 249428"/>
                <a:gd name="csY27" fmla="*/ 110839 h 121545"/>
                <a:gd name="csX28" fmla="*/ 194183 w 249428"/>
                <a:gd name="csY28" fmla="*/ 98514 h 121545"/>
                <a:gd name="csX29" fmla="*/ 194310 w 249428"/>
                <a:gd name="csY29" fmla="*/ 98298 h 121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9428" h="121545">
                  <a:moveTo>
                    <a:pt x="194310" y="98298"/>
                  </a:moveTo>
                  <a:lnTo>
                    <a:pt x="240602" y="121545"/>
                  </a:lnTo>
                  <a:lnTo>
                    <a:pt x="249428" y="108350"/>
                  </a:lnTo>
                  <a:lnTo>
                    <a:pt x="227647" y="91161"/>
                  </a:lnTo>
                  <a:lnTo>
                    <a:pt x="242697" y="78505"/>
                  </a:lnTo>
                  <a:lnTo>
                    <a:pt x="211518" y="65532"/>
                  </a:lnTo>
                  <a:lnTo>
                    <a:pt x="213043" y="51581"/>
                  </a:lnTo>
                  <a:lnTo>
                    <a:pt x="178054" y="39795"/>
                  </a:lnTo>
                  <a:lnTo>
                    <a:pt x="145415" y="47904"/>
                  </a:lnTo>
                  <a:lnTo>
                    <a:pt x="103822" y="18383"/>
                  </a:lnTo>
                  <a:lnTo>
                    <a:pt x="68834" y="19895"/>
                  </a:lnTo>
                  <a:lnTo>
                    <a:pt x="8699" y="0"/>
                  </a:lnTo>
                  <a:lnTo>
                    <a:pt x="0" y="9512"/>
                  </a:lnTo>
                  <a:cubicBezTo>
                    <a:pt x="4001" y="11138"/>
                    <a:pt x="7683" y="11894"/>
                    <a:pt x="9017" y="15786"/>
                  </a:cubicBezTo>
                  <a:cubicBezTo>
                    <a:pt x="9334" y="16434"/>
                    <a:pt x="9652" y="20542"/>
                    <a:pt x="13906" y="21196"/>
                  </a:cubicBezTo>
                  <a:cubicBezTo>
                    <a:pt x="26988" y="23032"/>
                    <a:pt x="29591" y="22708"/>
                    <a:pt x="31623" y="26168"/>
                  </a:cubicBezTo>
                  <a:cubicBezTo>
                    <a:pt x="34099" y="30385"/>
                    <a:pt x="39116" y="28004"/>
                    <a:pt x="40704" y="32766"/>
                  </a:cubicBezTo>
                  <a:cubicBezTo>
                    <a:pt x="41021" y="33306"/>
                    <a:pt x="41719" y="38062"/>
                    <a:pt x="45910" y="38818"/>
                  </a:cubicBezTo>
                  <a:cubicBezTo>
                    <a:pt x="47117" y="39256"/>
                    <a:pt x="52388" y="38926"/>
                    <a:pt x="53848" y="43364"/>
                  </a:cubicBezTo>
                  <a:lnTo>
                    <a:pt x="64833" y="76346"/>
                  </a:lnTo>
                  <a:cubicBezTo>
                    <a:pt x="66357" y="80778"/>
                    <a:pt x="62802" y="87592"/>
                    <a:pt x="62929" y="86944"/>
                  </a:cubicBezTo>
                  <a:cubicBezTo>
                    <a:pt x="61151" y="91269"/>
                    <a:pt x="59118" y="89859"/>
                    <a:pt x="55753" y="93859"/>
                  </a:cubicBezTo>
                  <a:cubicBezTo>
                    <a:pt x="54991" y="94729"/>
                    <a:pt x="54356" y="95593"/>
                    <a:pt x="53721" y="96349"/>
                  </a:cubicBezTo>
                  <a:lnTo>
                    <a:pt x="89980" y="100673"/>
                  </a:lnTo>
                  <a:lnTo>
                    <a:pt x="95504" y="92240"/>
                  </a:lnTo>
                  <a:lnTo>
                    <a:pt x="105855" y="92240"/>
                  </a:lnTo>
                  <a:lnTo>
                    <a:pt x="128905" y="114840"/>
                  </a:lnTo>
                  <a:lnTo>
                    <a:pt x="184214" y="110839"/>
                  </a:lnTo>
                  <a:lnTo>
                    <a:pt x="194183" y="98514"/>
                  </a:lnTo>
                  <a:lnTo>
                    <a:pt x="194310" y="98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B33ED4D5-DEF6-1D64-DDDB-91B0ACBAE296}"/>
                </a:ext>
              </a:extLst>
            </p:cNvPr>
            <p:cNvSpPr/>
            <p:nvPr/>
          </p:nvSpPr>
          <p:spPr>
            <a:xfrm>
              <a:off x="8344951" y="4746047"/>
              <a:ext cx="6064" cy="8489"/>
            </a:xfrm>
            <a:custGeom>
              <a:avLst/>
              <a:gdLst>
                <a:gd name="csX0" fmla="*/ 5045 w 6064"/>
                <a:gd name="csY0" fmla="*/ 2216 h 8489"/>
                <a:gd name="csX1" fmla="*/ 282 w 6064"/>
                <a:gd name="csY1" fmla="*/ 6108 h 8489"/>
                <a:gd name="csX2" fmla="*/ 5045 w 6064"/>
                <a:gd name="csY2" fmla="*/ 2216 h 8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64" h="8489">
                  <a:moveTo>
                    <a:pt x="5045" y="2216"/>
                  </a:moveTo>
                  <a:cubicBezTo>
                    <a:pt x="1616" y="-3734"/>
                    <a:pt x="-861" y="3943"/>
                    <a:pt x="282" y="6108"/>
                  </a:cubicBezTo>
                  <a:cubicBezTo>
                    <a:pt x="3013" y="10865"/>
                    <a:pt x="8283" y="7943"/>
                    <a:pt x="5045" y="2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2C11712C-F1BD-5D18-5289-948FB1194EE1}"/>
                </a:ext>
              </a:extLst>
            </p:cNvPr>
            <p:cNvSpPr/>
            <p:nvPr/>
          </p:nvSpPr>
          <p:spPr>
            <a:xfrm>
              <a:off x="10204175" y="3332439"/>
              <a:ext cx="11958" cy="8971"/>
            </a:xfrm>
            <a:custGeom>
              <a:avLst/>
              <a:gdLst>
                <a:gd name="csX0" fmla="*/ 21 w 11958"/>
                <a:gd name="csY0" fmla="*/ 1818 h 8971"/>
                <a:gd name="csX1" fmla="*/ 2751 w 11958"/>
                <a:gd name="csY1" fmla="*/ 6142 h 8971"/>
                <a:gd name="csX2" fmla="*/ 11959 w 11958"/>
                <a:gd name="csY2" fmla="*/ 7222 h 8971"/>
                <a:gd name="csX3" fmla="*/ 9038 w 11958"/>
                <a:gd name="csY3" fmla="*/ 2898 h 8971"/>
                <a:gd name="csX4" fmla="*/ 21 w 11958"/>
                <a:gd name="csY4" fmla="*/ 1818 h 8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58" h="8971">
                  <a:moveTo>
                    <a:pt x="21" y="1818"/>
                  </a:moveTo>
                  <a:cubicBezTo>
                    <a:pt x="-169" y="3438"/>
                    <a:pt x="973" y="5387"/>
                    <a:pt x="2751" y="6142"/>
                  </a:cubicBezTo>
                  <a:cubicBezTo>
                    <a:pt x="5228" y="6790"/>
                    <a:pt x="11831" y="11438"/>
                    <a:pt x="11959" y="7222"/>
                  </a:cubicBezTo>
                  <a:cubicBezTo>
                    <a:pt x="11959" y="5711"/>
                    <a:pt x="10625" y="3761"/>
                    <a:pt x="9038" y="2898"/>
                  </a:cubicBezTo>
                  <a:cubicBezTo>
                    <a:pt x="6625" y="2142"/>
                    <a:pt x="465" y="-2506"/>
                    <a:pt x="21" y="18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FF151CF8-283B-C4A0-9D47-E1CDFE8F5A2E}"/>
                </a:ext>
              </a:extLst>
            </p:cNvPr>
            <p:cNvSpPr/>
            <p:nvPr/>
          </p:nvSpPr>
          <p:spPr>
            <a:xfrm>
              <a:off x="10210371" y="3324081"/>
              <a:ext cx="9331" cy="5360"/>
            </a:xfrm>
            <a:custGeom>
              <a:avLst/>
              <a:gdLst>
                <a:gd name="csX0" fmla="*/ 238 w 9331"/>
                <a:gd name="csY0" fmla="*/ 2715 h 5360"/>
                <a:gd name="csX1" fmla="*/ 4747 w 9331"/>
                <a:gd name="csY1" fmla="*/ 5306 h 5360"/>
                <a:gd name="csX2" fmla="*/ 6715 w 9331"/>
                <a:gd name="csY2" fmla="*/ 4982 h 5360"/>
                <a:gd name="csX3" fmla="*/ 5001 w 9331"/>
                <a:gd name="csY3" fmla="*/ 334 h 5360"/>
                <a:gd name="csX4" fmla="*/ 238 w 9331"/>
                <a:gd name="csY4" fmla="*/ 2607 h 5360"/>
                <a:gd name="csX5" fmla="*/ 238 w 9331"/>
                <a:gd name="csY5" fmla="*/ 2715 h 5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31" h="5360">
                  <a:moveTo>
                    <a:pt x="238" y="2715"/>
                  </a:moveTo>
                  <a:cubicBezTo>
                    <a:pt x="873" y="4442"/>
                    <a:pt x="2905" y="5636"/>
                    <a:pt x="4747" y="5306"/>
                  </a:cubicBezTo>
                  <a:lnTo>
                    <a:pt x="6715" y="4982"/>
                  </a:lnTo>
                  <a:cubicBezTo>
                    <a:pt x="11160" y="4442"/>
                    <a:pt x="9510" y="873"/>
                    <a:pt x="5001" y="334"/>
                  </a:cubicBezTo>
                  <a:cubicBezTo>
                    <a:pt x="5001" y="334"/>
                    <a:pt x="-1286" y="-1285"/>
                    <a:pt x="238" y="2607"/>
                  </a:cubicBezTo>
                  <a:lnTo>
                    <a:pt x="238" y="2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CF88390E-7031-F61D-B9C9-CB9E39F9BF54}"/>
                </a:ext>
              </a:extLst>
            </p:cNvPr>
            <p:cNvSpPr/>
            <p:nvPr/>
          </p:nvSpPr>
          <p:spPr>
            <a:xfrm>
              <a:off x="10217229" y="3315871"/>
              <a:ext cx="5434" cy="4638"/>
            </a:xfrm>
            <a:custGeom>
              <a:avLst/>
              <a:gdLst>
                <a:gd name="csX0" fmla="*/ 5064 w 5434"/>
                <a:gd name="csY0" fmla="*/ 4004 h 4638"/>
                <a:gd name="csX1" fmla="*/ 1063 w 5434"/>
                <a:gd name="csY1" fmla="*/ 435 h 4638"/>
                <a:gd name="csX2" fmla="*/ 5064 w 5434"/>
                <a:gd name="csY2" fmla="*/ 4004 h 4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4" h="4638">
                  <a:moveTo>
                    <a:pt x="5064" y="4004"/>
                  </a:moveTo>
                  <a:cubicBezTo>
                    <a:pt x="6334" y="3140"/>
                    <a:pt x="4175" y="-1406"/>
                    <a:pt x="1063" y="435"/>
                  </a:cubicBezTo>
                  <a:cubicBezTo>
                    <a:pt x="-1858" y="2270"/>
                    <a:pt x="1825" y="6163"/>
                    <a:pt x="5064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0C8DABB8-5143-B6CC-EA4C-E4CD77173D1E}"/>
                </a:ext>
              </a:extLst>
            </p:cNvPr>
            <p:cNvSpPr/>
            <p:nvPr/>
          </p:nvSpPr>
          <p:spPr>
            <a:xfrm>
              <a:off x="9704455" y="3731680"/>
              <a:ext cx="86017" cy="74923"/>
            </a:xfrm>
            <a:custGeom>
              <a:avLst/>
              <a:gdLst>
                <a:gd name="csX0" fmla="*/ 69527 w 86017"/>
                <a:gd name="csY0" fmla="*/ 88 h 74923"/>
                <a:gd name="csX1" fmla="*/ 34539 w 86017"/>
                <a:gd name="csY1" fmla="*/ 7010 h 74923"/>
                <a:gd name="csX2" fmla="*/ 21268 w 86017"/>
                <a:gd name="csY2" fmla="*/ 10362 h 74923"/>
                <a:gd name="csX3" fmla="*/ 15616 w 86017"/>
                <a:gd name="csY3" fmla="*/ 18363 h 74923"/>
                <a:gd name="csX4" fmla="*/ 122 w 86017"/>
                <a:gd name="csY4" fmla="*/ 34048 h 74923"/>
                <a:gd name="csX5" fmla="*/ 3297 w 86017"/>
                <a:gd name="csY5" fmla="*/ 62813 h 74923"/>
                <a:gd name="csX6" fmla="*/ 34539 w 86017"/>
                <a:gd name="csY6" fmla="*/ 74707 h 74923"/>
                <a:gd name="csX7" fmla="*/ 39111 w 86017"/>
                <a:gd name="csY7" fmla="*/ 72865 h 74923"/>
                <a:gd name="csX8" fmla="*/ 40952 w 86017"/>
                <a:gd name="csY8" fmla="*/ 67785 h 74923"/>
                <a:gd name="csX9" fmla="*/ 61908 w 86017"/>
                <a:gd name="csY9" fmla="*/ 56540 h 74923"/>
                <a:gd name="csX10" fmla="*/ 65908 w 86017"/>
                <a:gd name="csY10" fmla="*/ 51891 h 74923"/>
                <a:gd name="csX11" fmla="*/ 76767 w 86017"/>
                <a:gd name="csY11" fmla="*/ 24961 h 74923"/>
                <a:gd name="csX12" fmla="*/ 85975 w 86017"/>
                <a:gd name="csY12" fmla="*/ 14903 h 74923"/>
                <a:gd name="csX13" fmla="*/ 81529 w 86017"/>
                <a:gd name="csY13" fmla="*/ 3225 h 74923"/>
                <a:gd name="csX14" fmla="*/ 69210 w 86017"/>
                <a:gd name="csY14" fmla="*/ 88 h 74923"/>
                <a:gd name="csX15" fmla="*/ 69527 w 86017"/>
                <a:gd name="csY15" fmla="*/ 88 h 7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6017" h="74923">
                  <a:moveTo>
                    <a:pt x="69527" y="88"/>
                  </a:moveTo>
                  <a:cubicBezTo>
                    <a:pt x="38095" y="4088"/>
                    <a:pt x="35746" y="3441"/>
                    <a:pt x="34539" y="7010"/>
                  </a:cubicBezTo>
                  <a:cubicBezTo>
                    <a:pt x="32825" y="12204"/>
                    <a:pt x="24188" y="4635"/>
                    <a:pt x="21268" y="10362"/>
                  </a:cubicBezTo>
                  <a:cubicBezTo>
                    <a:pt x="20061" y="12743"/>
                    <a:pt x="18727" y="15880"/>
                    <a:pt x="15616" y="18363"/>
                  </a:cubicBezTo>
                  <a:cubicBezTo>
                    <a:pt x="2535" y="28854"/>
                    <a:pt x="122" y="29939"/>
                    <a:pt x="122" y="34048"/>
                  </a:cubicBezTo>
                  <a:cubicBezTo>
                    <a:pt x="122" y="58482"/>
                    <a:pt x="-957" y="61295"/>
                    <a:pt x="3297" y="62813"/>
                  </a:cubicBezTo>
                  <a:lnTo>
                    <a:pt x="34539" y="74707"/>
                  </a:lnTo>
                  <a:cubicBezTo>
                    <a:pt x="36254" y="75355"/>
                    <a:pt x="38350" y="74491"/>
                    <a:pt x="39111" y="72865"/>
                  </a:cubicBezTo>
                  <a:cubicBezTo>
                    <a:pt x="39111" y="72865"/>
                    <a:pt x="40952" y="68541"/>
                    <a:pt x="40952" y="67785"/>
                  </a:cubicBezTo>
                  <a:cubicBezTo>
                    <a:pt x="40952" y="67030"/>
                    <a:pt x="61908" y="56540"/>
                    <a:pt x="61908" y="56540"/>
                  </a:cubicBezTo>
                  <a:cubicBezTo>
                    <a:pt x="63686" y="55784"/>
                    <a:pt x="65401" y="53618"/>
                    <a:pt x="65908" y="51891"/>
                  </a:cubicBezTo>
                  <a:cubicBezTo>
                    <a:pt x="73275" y="29069"/>
                    <a:pt x="73275" y="27450"/>
                    <a:pt x="76767" y="24961"/>
                  </a:cubicBezTo>
                  <a:cubicBezTo>
                    <a:pt x="80132" y="22040"/>
                    <a:pt x="86609" y="19989"/>
                    <a:pt x="85975" y="14903"/>
                  </a:cubicBezTo>
                  <a:cubicBezTo>
                    <a:pt x="85085" y="11226"/>
                    <a:pt x="86164" y="5066"/>
                    <a:pt x="81529" y="3225"/>
                  </a:cubicBezTo>
                  <a:cubicBezTo>
                    <a:pt x="77275" y="1606"/>
                    <a:pt x="73528" y="-452"/>
                    <a:pt x="69210" y="88"/>
                  </a:cubicBezTo>
                  <a:lnTo>
                    <a:pt x="69527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841AC086-F249-E5BF-B893-DFCA677B3C5D}"/>
                </a:ext>
              </a:extLst>
            </p:cNvPr>
            <p:cNvSpPr/>
            <p:nvPr/>
          </p:nvSpPr>
          <p:spPr>
            <a:xfrm>
              <a:off x="10062137" y="3558118"/>
              <a:ext cx="9197" cy="8028"/>
            </a:xfrm>
            <a:custGeom>
              <a:avLst/>
              <a:gdLst>
                <a:gd name="csX0" fmla="*/ 5470 w 9197"/>
                <a:gd name="csY0" fmla="*/ 7229 h 8028"/>
                <a:gd name="csX1" fmla="*/ 8074 w 9197"/>
                <a:gd name="csY1" fmla="*/ 4956 h 8028"/>
                <a:gd name="csX2" fmla="*/ 2549 w 9197"/>
                <a:gd name="csY2" fmla="*/ 524 h 8028"/>
                <a:gd name="csX3" fmla="*/ 1787 w 9197"/>
                <a:gd name="csY3" fmla="*/ 847 h 8028"/>
                <a:gd name="csX4" fmla="*/ 390 w 9197"/>
                <a:gd name="csY4" fmla="*/ 5172 h 8028"/>
                <a:gd name="csX5" fmla="*/ 1152 w 9197"/>
                <a:gd name="csY5" fmla="*/ 6581 h 8028"/>
                <a:gd name="csX6" fmla="*/ 5344 w 9197"/>
                <a:gd name="csY6" fmla="*/ 7229 h 8028"/>
                <a:gd name="csX7" fmla="*/ 5470 w 9197"/>
                <a:gd name="csY7" fmla="*/ 7229 h 8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197" h="8028">
                  <a:moveTo>
                    <a:pt x="5470" y="7229"/>
                  </a:moveTo>
                  <a:lnTo>
                    <a:pt x="8074" y="4956"/>
                  </a:lnTo>
                  <a:cubicBezTo>
                    <a:pt x="11439" y="2041"/>
                    <a:pt x="6550" y="-1312"/>
                    <a:pt x="2549" y="524"/>
                  </a:cubicBezTo>
                  <a:lnTo>
                    <a:pt x="1787" y="847"/>
                  </a:lnTo>
                  <a:cubicBezTo>
                    <a:pt x="200" y="1603"/>
                    <a:pt x="-499" y="3552"/>
                    <a:pt x="390" y="5172"/>
                  </a:cubicBezTo>
                  <a:lnTo>
                    <a:pt x="1152" y="6581"/>
                  </a:lnTo>
                  <a:cubicBezTo>
                    <a:pt x="2105" y="8201"/>
                    <a:pt x="3946" y="8525"/>
                    <a:pt x="5344" y="7229"/>
                  </a:cubicBezTo>
                  <a:lnTo>
                    <a:pt x="5470" y="7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DA2A433F-4142-46C0-1370-F76D5AEE945D}"/>
                </a:ext>
              </a:extLst>
            </p:cNvPr>
            <p:cNvSpPr/>
            <p:nvPr/>
          </p:nvSpPr>
          <p:spPr>
            <a:xfrm>
              <a:off x="10118468" y="3509408"/>
              <a:ext cx="7911" cy="9435"/>
            </a:xfrm>
            <a:custGeom>
              <a:avLst/>
              <a:gdLst>
                <a:gd name="csX0" fmla="*/ 4448 w 7911"/>
                <a:gd name="csY0" fmla="*/ 897 h 9435"/>
                <a:gd name="csX1" fmla="*/ 575 w 7911"/>
                <a:gd name="csY1" fmla="*/ 6193 h 9435"/>
                <a:gd name="csX2" fmla="*/ 1210 w 7911"/>
                <a:gd name="csY2" fmla="*/ 7818 h 9435"/>
                <a:gd name="csX3" fmla="*/ 4892 w 7911"/>
                <a:gd name="csY3" fmla="*/ 8682 h 9435"/>
                <a:gd name="csX4" fmla="*/ 6734 w 7911"/>
                <a:gd name="csY4" fmla="*/ 2624 h 9435"/>
                <a:gd name="csX5" fmla="*/ 4448 w 7911"/>
                <a:gd name="csY5" fmla="*/ 897 h 9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11" h="9435">
                  <a:moveTo>
                    <a:pt x="4448" y="897"/>
                  </a:moveTo>
                  <a:cubicBezTo>
                    <a:pt x="1019" y="-1808"/>
                    <a:pt x="-1076" y="2085"/>
                    <a:pt x="575" y="6193"/>
                  </a:cubicBezTo>
                  <a:lnTo>
                    <a:pt x="1210" y="7818"/>
                  </a:lnTo>
                  <a:cubicBezTo>
                    <a:pt x="1844" y="9546"/>
                    <a:pt x="3559" y="9978"/>
                    <a:pt x="4892" y="8682"/>
                  </a:cubicBezTo>
                  <a:cubicBezTo>
                    <a:pt x="5210" y="8142"/>
                    <a:pt x="10100" y="5329"/>
                    <a:pt x="6734" y="2624"/>
                  </a:cubicBezTo>
                  <a:lnTo>
                    <a:pt x="4448" y="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8D899DC0-09BA-589B-18B4-6E3CFF2A9A87}"/>
                </a:ext>
              </a:extLst>
            </p:cNvPr>
            <p:cNvSpPr/>
            <p:nvPr/>
          </p:nvSpPr>
          <p:spPr>
            <a:xfrm>
              <a:off x="8393430" y="2240984"/>
              <a:ext cx="2290126" cy="1483112"/>
            </a:xfrm>
            <a:custGeom>
              <a:avLst/>
              <a:gdLst>
                <a:gd name="csX0" fmla="*/ 34544 w 2290126"/>
                <a:gd name="csY0" fmla="*/ 815359 h 1483112"/>
                <a:gd name="csX1" fmla="*/ 63753 w 2290126"/>
                <a:gd name="csY1" fmla="*/ 818604 h 1483112"/>
                <a:gd name="csX2" fmla="*/ 67437 w 2290126"/>
                <a:gd name="csY2" fmla="*/ 827145 h 1483112"/>
                <a:gd name="csX3" fmla="*/ 84074 w 2290126"/>
                <a:gd name="csY3" fmla="*/ 832663 h 1483112"/>
                <a:gd name="csX4" fmla="*/ 87884 w 2290126"/>
                <a:gd name="csY4" fmla="*/ 858291 h 1483112"/>
                <a:gd name="csX5" fmla="*/ 162115 w 2290126"/>
                <a:gd name="csY5" fmla="*/ 874725 h 1483112"/>
                <a:gd name="csX6" fmla="*/ 173164 w 2290126"/>
                <a:gd name="csY6" fmla="*/ 909657 h 1483112"/>
                <a:gd name="csX7" fmla="*/ 200215 w 2290126"/>
                <a:gd name="csY7" fmla="*/ 920255 h 1483112"/>
                <a:gd name="csX8" fmla="*/ 200215 w 2290126"/>
                <a:gd name="csY8" fmla="*/ 932580 h 1483112"/>
                <a:gd name="csX9" fmla="*/ 190564 w 2290126"/>
                <a:gd name="csY9" fmla="*/ 935609 h 1483112"/>
                <a:gd name="csX10" fmla="*/ 197103 w 2290126"/>
                <a:gd name="csY10" fmla="*/ 963936 h 1483112"/>
                <a:gd name="csX11" fmla="*/ 213423 w 2290126"/>
                <a:gd name="csY11" fmla="*/ 972484 h 1483112"/>
                <a:gd name="csX12" fmla="*/ 222948 w 2290126"/>
                <a:gd name="csY12" fmla="*/ 994543 h 1483112"/>
                <a:gd name="csX13" fmla="*/ 199580 w 2290126"/>
                <a:gd name="csY13" fmla="*/ 1006761 h 1483112"/>
                <a:gd name="csX14" fmla="*/ 191135 w 2290126"/>
                <a:gd name="csY14" fmla="*/ 996162 h 1483112"/>
                <a:gd name="csX15" fmla="*/ 177038 w 2290126"/>
                <a:gd name="csY15" fmla="*/ 1000055 h 1483112"/>
                <a:gd name="csX16" fmla="*/ 191452 w 2290126"/>
                <a:gd name="csY16" fmla="*/ 1049909 h 1483112"/>
                <a:gd name="csX17" fmla="*/ 207073 w 2290126"/>
                <a:gd name="csY17" fmla="*/ 1048938 h 1483112"/>
                <a:gd name="csX18" fmla="*/ 284099 w 2290126"/>
                <a:gd name="csY18" fmla="*/ 1102030 h 1483112"/>
                <a:gd name="csX19" fmla="*/ 290830 w 2290126"/>
                <a:gd name="csY19" fmla="*/ 1086783 h 1483112"/>
                <a:gd name="csX20" fmla="*/ 314706 w 2290126"/>
                <a:gd name="csY20" fmla="*/ 1089704 h 1483112"/>
                <a:gd name="csX21" fmla="*/ 320039 w 2290126"/>
                <a:gd name="csY21" fmla="*/ 1100842 h 1483112"/>
                <a:gd name="csX22" fmla="*/ 356426 w 2290126"/>
                <a:gd name="csY22" fmla="*/ 1119441 h 1483112"/>
                <a:gd name="csX23" fmla="*/ 373951 w 2290126"/>
                <a:gd name="csY23" fmla="*/ 1137825 h 1483112"/>
                <a:gd name="csX24" fmla="*/ 386080 w 2290126"/>
                <a:gd name="csY24" fmla="*/ 1132529 h 1483112"/>
                <a:gd name="csX25" fmla="*/ 393953 w 2290126"/>
                <a:gd name="csY25" fmla="*/ 1136091 h 1483112"/>
                <a:gd name="csX26" fmla="*/ 396748 w 2290126"/>
                <a:gd name="csY26" fmla="*/ 1148099 h 1483112"/>
                <a:gd name="csX27" fmla="*/ 412178 w 2290126"/>
                <a:gd name="csY27" fmla="*/ 1158373 h 1483112"/>
                <a:gd name="csX28" fmla="*/ 423418 w 2290126"/>
                <a:gd name="csY28" fmla="*/ 1153287 h 1483112"/>
                <a:gd name="csX29" fmla="*/ 433705 w 2290126"/>
                <a:gd name="csY29" fmla="*/ 1160964 h 1483112"/>
                <a:gd name="csX30" fmla="*/ 431546 w 2290126"/>
                <a:gd name="csY30" fmla="*/ 1172318 h 1483112"/>
                <a:gd name="csX31" fmla="*/ 452056 w 2290126"/>
                <a:gd name="csY31" fmla="*/ 1173728 h 1483112"/>
                <a:gd name="csX32" fmla="*/ 461835 w 2290126"/>
                <a:gd name="csY32" fmla="*/ 1189298 h 1483112"/>
                <a:gd name="csX33" fmla="*/ 480313 w 2290126"/>
                <a:gd name="csY33" fmla="*/ 1187895 h 1483112"/>
                <a:gd name="csX34" fmla="*/ 485775 w 2290126"/>
                <a:gd name="csY34" fmla="*/ 1178808 h 1483112"/>
                <a:gd name="csX35" fmla="*/ 521652 w 2290126"/>
                <a:gd name="csY35" fmla="*/ 1192219 h 1483112"/>
                <a:gd name="csX36" fmla="*/ 560959 w 2290126"/>
                <a:gd name="csY36" fmla="*/ 1180217 h 1483112"/>
                <a:gd name="csX37" fmla="*/ 569849 w 2290126"/>
                <a:gd name="csY37" fmla="*/ 1189730 h 1483112"/>
                <a:gd name="csX38" fmla="*/ 571817 w 2290126"/>
                <a:gd name="csY38" fmla="*/ 1209408 h 1483112"/>
                <a:gd name="csX39" fmla="*/ 597662 w 2290126"/>
                <a:gd name="csY39" fmla="*/ 1179347 h 1483112"/>
                <a:gd name="csX40" fmla="*/ 627189 w 2290126"/>
                <a:gd name="csY40" fmla="*/ 1172426 h 1483112"/>
                <a:gd name="csX41" fmla="*/ 626427 w 2290126"/>
                <a:gd name="csY41" fmla="*/ 1181729 h 1483112"/>
                <a:gd name="csX42" fmla="*/ 673417 w 2290126"/>
                <a:gd name="csY42" fmla="*/ 1180757 h 1483112"/>
                <a:gd name="csX43" fmla="*/ 674179 w 2290126"/>
                <a:gd name="csY43" fmla="*/ 1191463 h 1483112"/>
                <a:gd name="csX44" fmla="*/ 713232 w 2290126"/>
                <a:gd name="csY44" fmla="*/ 1184758 h 1483112"/>
                <a:gd name="csX45" fmla="*/ 713232 w 2290126"/>
                <a:gd name="csY45" fmla="*/ 1172972 h 1483112"/>
                <a:gd name="csX46" fmla="*/ 736536 w 2290126"/>
                <a:gd name="csY46" fmla="*/ 1155452 h 1483112"/>
                <a:gd name="csX47" fmla="*/ 753427 w 2290126"/>
                <a:gd name="csY47" fmla="*/ 1153287 h 1483112"/>
                <a:gd name="csX48" fmla="*/ 780986 w 2290126"/>
                <a:gd name="csY48" fmla="*/ 1128738 h 1483112"/>
                <a:gd name="csX49" fmla="*/ 810451 w 2290126"/>
                <a:gd name="csY49" fmla="*/ 1132961 h 1483112"/>
                <a:gd name="csX50" fmla="*/ 815339 w 2290126"/>
                <a:gd name="csY50" fmla="*/ 1117816 h 1483112"/>
                <a:gd name="csX51" fmla="*/ 834834 w 2290126"/>
                <a:gd name="csY51" fmla="*/ 1111117 h 1483112"/>
                <a:gd name="csX52" fmla="*/ 850201 w 2290126"/>
                <a:gd name="csY52" fmla="*/ 1129068 h 1483112"/>
                <a:gd name="csX53" fmla="*/ 838517 w 2290126"/>
                <a:gd name="csY53" fmla="*/ 1136091 h 1483112"/>
                <a:gd name="csX54" fmla="*/ 843914 w 2290126"/>
                <a:gd name="csY54" fmla="*/ 1147127 h 1483112"/>
                <a:gd name="csX55" fmla="*/ 860234 w 2290126"/>
                <a:gd name="csY55" fmla="*/ 1153719 h 1483112"/>
                <a:gd name="csX56" fmla="*/ 854837 w 2290126"/>
                <a:gd name="csY56" fmla="*/ 1169403 h 1483112"/>
                <a:gd name="csX57" fmla="*/ 878967 w 2290126"/>
                <a:gd name="csY57" fmla="*/ 1167022 h 1483112"/>
                <a:gd name="csX58" fmla="*/ 887539 w 2290126"/>
                <a:gd name="csY58" fmla="*/ 1178700 h 1483112"/>
                <a:gd name="csX59" fmla="*/ 895731 w 2290126"/>
                <a:gd name="csY59" fmla="*/ 1154366 h 1483112"/>
                <a:gd name="csX60" fmla="*/ 923861 w 2290126"/>
                <a:gd name="csY60" fmla="*/ 1171886 h 1483112"/>
                <a:gd name="csX61" fmla="*/ 929703 w 2290126"/>
                <a:gd name="csY61" fmla="*/ 1202817 h 1483112"/>
                <a:gd name="csX62" fmla="*/ 943610 w 2290126"/>
                <a:gd name="csY62" fmla="*/ 1200544 h 1483112"/>
                <a:gd name="csX63" fmla="*/ 938149 w 2290126"/>
                <a:gd name="csY63" fmla="*/ 1268673 h 1483112"/>
                <a:gd name="csX64" fmla="*/ 907859 w 2290126"/>
                <a:gd name="csY64" fmla="*/ 1294841 h 1483112"/>
                <a:gd name="csX65" fmla="*/ 904176 w 2290126"/>
                <a:gd name="csY65" fmla="*/ 1310519 h 1483112"/>
                <a:gd name="csX66" fmla="*/ 895731 w 2290126"/>
                <a:gd name="csY66" fmla="*/ 1317009 h 1483112"/>
                <a:gd name="csX67" fmla="*/ 896493 w 2290126"/>
                <a:gd name="csY67" fmla="*/ 1347502 h 1483112"/>
                <a:gd name="csX68" fmla="*/ 918337 w 2290126"/>
                <a:gd name="csY68" fmla="*/ 1335069 h 1483112"/>
                <a:gd name="csX69" fmla="*/ 948118 w 2290126"/>
                <a:gd name="csY69" fmla="*/ 1335069 h 1483112"/>
                <a:gd name="csX70" fmla="*/ 938593 w 2290126"/>
                <a:gd name="csY70" fmla="*/ 1349775 h 1483112"/>
                <a:gd name="csX71" fmla="*/ 948118 w 2290126"/>
                <a:gd name="csY71" fmla="*/ 1373562 h 1483112"/>
                <a:gd name="csX72" fmla="*/ 967930 w 2290126"/>
                <a:gd name="csY72" fmla="*/ 1373562 h 1483112"/>
                <a:gd name="csX73" fmla="*/ 970851 w 2290126"/>
                <a:gd name="csY73" fmla="*/ 1393139 h 1483112"/>
                <a:gd name="csX74" fmla="*/ 960501 w 2290126"/>
                <a:gd name="csY74" fmla="*/ 1395730 h 1483112"/>
                <a:gd name="csX75" fmla="*/ 958532 w 2290126"/>
                <a:gd name="csY75" fmla="*/ 1414983 h 1483112"/>
                <a:gd name="csX76" fmla="*/ 985774 w 2290126"/>
                <a:gd name="csY76" fmla="*/ 1417682 h 1483112"/>
                <a:gd name="csX77" fmla="*/ 995235 w 2290126"/>
                <a:gd name="csY77" fmla="*/ 1434770 h 1483112"/>
                <a:gd name="csX78" fmla="*/ 1019556 w 2290126"/>
                <a:gd name="csY78" fmla="*/ 1426985 h 1483112"/>
                <a:gd name="csX79" fmla="*/ 1031050 w 2290126"/>
                <a:gd name="csY79" fmla="*/ 1460183 h 1483112"/>
                <a:gd name="csX80" fmla="*/ 1054100 w 2290126"/>
                <a:gd name="csY80" fmla="*/ 1449476 h 1483112"/>
                <a:gd name="csX81" fmla="*/ 1046289 w 2290126"/>
                <a:gd name="csY81" fmla="*/ 1414659 h 1483112"/>
                <a:gd name="csX82" fmla="*/ 1067181 w 2290126"/>
                <a:gd name="csY82" fmla="*/ 1407522 h 1483112"/>
                <a:gd name="csX83" fmla="*/ 1079437 w 2290126"/>
                <a:gd name="csY83" fmla="*/ 1393463 h 1483112"/>
                <a:gd name="csX84" fmla="*/ 1102360 w 2290126"/>
                <a:gd name="csY84" fmla="*/ 1404169 h 1483112"/>
                <a:gd name="csX85" fmla="*/ 1115060 w 2290126"/>
                <a:gd name="csY85" fmla="*/ 1392707 h 1483112"/>
                <a:gd name="csX86" fmla="*/ 1135697 w 2290126"/>
                <a:gd name="csY86" fmla="*/ 1403299 h 1483112"/>
                <a:gd name="csX87" fmla="*/ 1142746 w 2290126"/>
                <a:gd name="csY87" fmla="*/ 1390218 h 1483112"/>
                <a:gd name="csX88" fmla="*/ 1151509 w 2290126"/>
                <a:gd name="csY88" fmla="*/ 1396276 h 1483112"/>
                <a:gd name="csX89" fmla="*/ 1171829 w 2290126"/>
                <a:gd name="csY89" fmla="*/ 1380268 h 1483112"/>
                <a:gd name="csX90" fmla="*/ 1174687 w 2290126"/>
                <a:gd name="csY90" fmla="*/ 1369994 h 1483112"/>
                <a:gd name="csX91" fmla="*/ 1190879 w 2290126"/>
                <a:gd name="csY91" fmla="*/ 1363510 h 1483112"/>
                <a:gd name="csX92" fmla="*/ 1201864 w 2290126"/>
                <a:gd name="csY92" fmla="*/ 1375404 h 1483112"/>
                <a:gd name="csX93" fmla="*/ 1247076 w 2290126"/>
                <a:gd name="csY93" fmla="*/ 1381893 h 1483112"/>
                <a:gd name="csX94" fmla="*/ 1242123 w 2290126"/>
                <a:gd name="csY94" fmla="*/ 1400924 h 1483112"/>
                <a:gd name="csX95" fmla="*/ 1233995 w 2290126"/>
                <a:gd name="csY95" fmla="*/ 1401248 h 1483112"/>
                <a:gd name="csX96" fmla="*/ 1238440 w 2290126"/>
                <a:gd name="csY96" fmla="*/ 1419523 h 1483112"/>
                <a:gd name="csX97" fmla="*/ 1251394 w 2290126"/>
                <a:gd name="csY97" fmla="*/ 1421251 h 1483112"/>
                <a:gd name="csX98" fmla="*/ 1260601 w 2290126"/>
                <a:gd name="csY98" fmla="*/ 1431525 h 1483112"/>
                <a:gd name="csX99" fmla="*/ 1279017 w 2290126"/>
                <a:gd name="csY99" fmla="*/ 1429690 h 1483112"/>
                <a:gd name="csX100" fmla="*/ 1284414 w 2290126"/>
                <a:gd name="csY100" fmla="*/ 1440720 h 1483112"/>
                <a:gd name="csX101" fmla="*/ 1319085 w 2290126"/>
                <a:gd name="csY101" fmla="*/ 1431741 h 1483112"/>
                <a:gd name="csX102" fmla="*/ 1333119 w 2290126"/>
                <a:gd name="csY102" fmla="*/ 1439742 h 1483112"/>
                <a:gd name="csX103" fmla="*/ 1342200 w 2290126"/>
                <a:gd name="csY103" fmla="*/ 1434554 h 1483112"/>
                <a:gd name="csX104" fmla="*/ 1345057 w 2290126"/>
                <a:gd name="csY104" fmla="*/ 1427848 h 1483112"/>
                <a:gd name="csX105" fmla="*/ 1356296 w 2290126"/>
                <a:gd name="csY105" fmla="*/ 1438555 h 1483112"/>
                <a:gd name="csX106" fmla="*/ 1350454 w 2290126"/>
                <a:gd name="csY106" fmla="*/ 1460075 h 1483112"/>
                <a:gd name="csX107" fmla="*/ 1363345 w 2290126"/>
                <a:gd name="csY107" fmla="*/ 1481595 h 1483112"/>
                <a:gd name="csX108" fmla="*/ 1379347 w 2290126"/>
                <a:gd name="csY108" fmla="*/ 1480623 h 1483112"/>
                <a:gd name="csX109" fmla="*/ 1379791 w 2290126"/>
                <a:gd name="csY109" fmla="*/ 1473048 h 1483112"/>
                <a:gd name="csX110" fmla="*/ 1373060 w 2290126"/>
                <a:gd name="csY110" fmla="*/ 1458341 h 1483112"/>
                <a:gd name="csX111" fmla="*/ 1381062 w 2290126"/>
                <a:gd name="csY111" fmla="*/ 1453153 h 1483112"/>
                <a:gd name="csX112" fmla="*/ 1391031 w 2290126"/>
                <a:gd name="csY112" fmla="*/ 1440936 h 1483112"/>
                <a:gd name="csX113" fmla="*/ 1463357 w 2290126"/>
                <a:gd name="csY113" fmla="*/ 1422337 h 1483112"/>
                <a:gd name="csX114" fmla="*/ 1472755 w 2290126"/>
                <a:gd name="csY114" fmla="*/ 1411738 h 1483112"/>
                <a:gd name="csX115" fmla="*/ 1487932 w 2290126"/>
                <a:gd name="csY115" fmla="*/ 1415523 h 1483112"/>
                <a:gd name="csX116" fmla="*/ 1490852 w 2290126"/>
                <a:gd name="csY116" fmla="*/ 1411522 h 1483112"/>
                <a:gd name="csX117" fmla="*/ 1496251 w 2290126"/>
                <a:gd name="csY117" fmla="*/ 1386757 h 1483112"/>
                <a:gd name="csX118" fmla="*/ 1503807 w 2290126"/>
                <a:gd name="csY118" fmla="*/ 1389787 h 1483112"/>
                <a:gd name="csX119" fmla="*/ 1514983 w 2290126"/>
                <a:gd name="csY119" fmla="*/ 1404277 h 1483112"/>
                <a:gd name="csX120" fmla="*/ 1529461 w 2290126"/>
                <a:gd name="csY120" fmla="*/ 1397895 h 1483112"/>
                <a:gd name="csX121" fmla="*/ 1533462 w 2290126"/>
                <a:gd name="csY121" fmla="*/ 1389894 h 1483112"/>
                <a:gd name="csX122" fmla="*/ 1540319 w 2290126"/>
                <a:gd name="csY122" fmla="*/ 1388701 h 1483112"/>
                <a:gd name="csX123" fmla="*/ 1544066 w 2290126"/>
                <a:gd name="csY123" fmla="*/ 1394758 h 1483112"/>
                <a:gd name="csX124" fmla="*/ 1602867 w 2290126"/>
                <a:gd name="csY124" fmla="*/ 1377239 h 1483112"/>
                <a:gd name="csX125" fmla="*/ 1618234 w 2290126"/>
                <a:gd name="csY125" fmla="*/ 1364266 h 1483112"/>
                <a:gd name="csX126" fmla="*/ 1620583 w 2290126"/>
                <a:gd name="csY126" fmla="*/ 1353128 h 1483112"/>
                <a:gd name="csX127" fmla="*/ 1638998 w 2290126"/>
                <a:gd name="csY127" fmla="*/ 1352150 h 1483112"/>
                <a:gd name="csX128" fmla="*/ 1662049 w 2290126"/>
                <a:gd name="csY128" fmla="*/ 1329334 h 1483112"/>
                <a:gd name="csX129" fmla="*/ 1662302 w 2290126"/>
                <a:gd name="csY129" fmla="*/ 1324470 h 1483112"/>
                <a:gd name="csX130" fmla="*/ 1661096 w 2290126"/>
                <a:gd name="csY130" fmla="*/ 1317980 h 1483112"/>
                <a:gd name="csX131" fmla="*/ 1671129 w 2290126"/>
                <a:gd name="csY131" fmla="*/ 1312253 h 1483112"/>
                <a:gd name="csX132" fmla="*/ 1686496 w 2290126"/>
                <a:gd name="csY132" fmla="*/ 1313440 h 1483112"/>
                <a:gd name="csX133" fmla="*/ 1695958 w 2290126"/>
                <a:gd name="csY133" fmla="*/ 1297654 h 1483112"/>
                <a:gd name="csX134" fmla="*/ 1698180 w 2290126"/>
                <a:gd name="csY134" fmla="*/ 1290625 h 1483112"/>
                <a:gd name="csX135" fmla="*/ 1707642 w 2290126"/>
                <a:gd name="csY135" fmla="*/ 1290625 h 1483112"/>
                <a:gd name="csX136" fmla="*/ 1705483 w 2290126"/>
                <a:gd name="csY136" fmla="*/ 1280242 h 1483112"/>
                <a:gd name="csX137" fmla="*/ 1717230 w 2290126"/>
                <a:gd name="csY137" fmla="*/ 1283487 h 1483112"/>
                <a:gd name="csX138" fmla="*/ 1722438 w 2290126"/>
                <a:gd name="csY138" fmla="*/ 1279703 h 1483112"/>
                <a:gd name="csX139" fmla="*/ 1719834 w 2290126"/>
                <a:gd name="csY139" fmla="*/ 1269105 h 1483112"/>
                <a:gd name="csX140" fmla="*/ 1723326 w 2290126"/>
                <a:gd name="csY140" fmla="*/ 1257427 h 1483112"/>
                <a:gd name="csX141" fmla="*/ 1721612 w 2290126"/>
                <a:gd name="csY141" fmla="*/ 1256665 h 1483112"/>
                <a:gd name="csX142" fmla="*/ 1729486 w 2290126"/>
                <a:gd name="csY142" fmla="*/ 1241203 h 1483112"/>
                <a:gd name="csX143" fmla="*/ 1727137 w 2290126"/>
                <a:gd name="csY143" fmla="*/ 1232338 h 1483112"/>
                <a:gd name="csX144" fmla="*/ 1728088 w 2290126"/>
                <a:gd name="csY144" fmla="*/ 1230713 h 1483112"/>
                <a:gd name="csX145" fmla="*/ 1732407 w 2290126"/>
                <a:gd name="csY145" fmla="*/ 1229957 h 1483112"/>
                <a:gd name="csX146" fmla="*/ 1733740 w 2290126"/>
                <a:gd name="csY146" fmla="*/ 1231037 h 1483112"/>
                <a:gd name="csX147" fmla="*/ 1738122 w 2290126"/>
                <a:gd name="csY147" fmla="*/ 1230389 h 1483112"/>
                <a:gd name="csX148" fmla="*/ 1745932 w 2290126"/>
                <a:gd name="csY148" fmla="*/ 1214603 h 1483112"/>
                <a:gd name="csX149" fmla="*/ 1747901 w 2290126"/>
                <a:gd name="csY149" fmla="*/ 1209408 h 1483112"/>
                <a:gd name="csX150" fmla="*/ 1750251 w 2290126"/>
                <a:gd name="csY150" fmla="*/ 1210062 h 1483112"/>
                <a:gd name="csX151" fmla="*/ 1759776 w 2290126"/>
                <a:gd name="csY151" fmla="*/ 1199356 h 1483112"/>
                <a:gd name="csX152" fmla="*/ 1760855 w 2290126"/>
                <a:gd name="csY152" fmla="*/ 1193190 h 1483112"/>
                <a:gd name="csX153" fmla="*/ 1780350 w 2290126"/>
                <a:gd name="csY153" fmla="*/ 1165835 h 1483112"/>
                <a:gd name="csX154" fmla="*/ 1782445 w 2290126"/>
                <a:gd name="csY154" fmla="*/ 1172750 h 1483112"/>
                <a:gd name="csX155" fmla="*/ 1788922 w 2290126"/>
                <a:gd name="csY155" fmla="*/ 1173944 h 1483112"/>
                <a:gd name="csX156" fmla="*/ 1795081 w 2290126"/>
                <a:gd name="csY156" fmla="*/ 1168533 h 1483112"/>
                <a:gd name="csX157" fmla="*/ 1796732 w 2290126"/>
                <a:gd name="csY157" fmla="*/ 1168857 h 1483112"/>
                <a:gd name="csX158" fmla="*/ 1796034 w 2290126"/>
                <a:gd name="csY158" fmla="*/ 1149718 h 1483112"/>
                <a:gd name="csX159" fmla="*/ 1798764 w 2290126"/>
                <a:gd name="csY159" fmla="*/ 1139552 h 1483112"/>
                <a:gd name="csX160" fmla="*/ 1792477 w 2290126"/>
                <a:gd name="csY160" fmla="*/ 1131443 h 1483112"/>
                <a:gd name="csX161" fmla="*/ 1806321 w 2290126"/>
                <a:gd name="csY161" fmla="*/ 1134256 h 1483112"/>
                <a:gd name="csX162" fmla="*/ 1809242 w 2290126"/>
                <a:gd name="csY162" fmla="*/ 1121277 h 1483112"/>
                <a:gd name="csX163" fmla="*/ 1805876 w 2290126"/>
                <a:gd name="csY163" fmla="*/ 1117492 h 1483112"/>
                <a:gd name="csX164" fmla="*/ 1803526 w 2290126"/>
                <a:gd name="csY164" fmla="*/ 1117168 h 1483112"/>
                <a:gd name="csX165" fmla="*/ 1813496 w 2290126"/>
                <a:gd name="csY165" fmla="*/ 1105167 h 1483112"/>
                <a:gd name="csX166" fmla="*/ 1801495 w 2290126"/>
                <a:gd name="csY166" fmla="*/ 1100950 h 1483112"/>
                <a:gd name="csX167" fmla="*/ 1790192 w 2290126"/>
                <a:gd name="csY167" fmla="*/ 1089489 h 1483112"/>
                <a:gd name="csX168" fmla="*/ 1781683 w 2290126"/>
                <a:gd name="csY168" fmla="*/ 1085812 h 1483112"/>
                <a:gd name="csX169" fmla="*/ 1773110 w 2290126"/>
                <a:gd name="csY169" fmla="*/ 1091108 h 1483112"/>
                <a:gd name="csX170" fmla="*/ 1763902 w 2290126"/>
                <a:gd name="csY170" fmla="*/ 1093921 h 1483112"/>
                <a:gd name="csX171" fmla="*/ 1762189 w 2290126"/>
                <a:gd name="csY171" fmla="*/ 1086999 h 1483112"/>
                <a:gd name="csX172" fmla="*/ 1770697 w 2290126"/>
                <a:gd name="csY172" fmla="*/ 1081157 h 1483112"/>
                <a:gd name="csX173" fmla="*/ 1775142 w 2290126"/>
                <a:gd name="csY173" fmla="*/ 1074890 h 1483112"/>
                <a:gd name="csX174" fmla="*/ 1791588 w 2290126"/>
                <a:gd name="csY174" fmla="*/ 1064723 h 1483112"/>
                <a:gd name="csX175" fmla="*/ 1807083 w 2290126"/>
                <a:gd name="csY175" fmla="*/ 1059859 h 1483112"/>
                <a:gd name="csX176" fmla="*/ 1799717 w 2290126"/>
                <a:gd name="csY176" fmla="*/ 1045908 h 1483112"/>
                <a:gd name="csX177" fmla="*/ 1787080 w 2290126"/>
                <a:gd name="csY177" fmla="*/ 1036390 h 1483112"/>
                <a:gd name="csX178" fmla="*/ 1786445 w 2290126"/>
                <a:gd name="csY178" fmla="*/ 1034555 h 1483112"/>
                <a:gd name="csX179" fmla="*/ 1802892 w 2290126"/>
                <a:gd name="csY179" fmla="*/ 1041038 h 1483112"/>
                <a:gd name="csX180" fmla="*/ 1806448 w 2290126"/>
                <a:gd name="csY180" fmla="*/ 1039419 h 1483112"/>
                <a:gd name="csX181" fmla="*/ 1794763 w 2290126"/>
                <a:gd name="csY181" fmla="*/ 1030230 h 1483112"/>
                <a:gd name="csX182" fmla="*/ 1794319 w 2290126"/>
                <a:gd name="csY182" fmla="*/ 1025252 h 1483112"/>
                <a:gd name="csX183" fmla="*/ 1805813 w 2290126"/>
                <a:gd name="csY183" fmla="*/ 1025792 h 1483112"/>
                <a:gd name="csX184" fmla="*/ 1797240 w 2290126"/>
                <a:gd name="csY184" fmla="*/ 1014762 h 1483112"/>
                <a:gd name="csX185" fmla="*/ 1788033 w 2290126"/>
                <a:gd name="csY185" fmla="*/ 1008710 h 1483112"/>
                <a:gd name="csX186" fmla="*/ 1784287 w 2290126"/>
                <a:gd name="csY186" fmla="*/ 999300 h 1483112"/>
                <a:gd name="csX187" fmla="*/ 1769618 w 2290126"/>
                <a:gd name="csY187" fmla="*/ 990111 h 1483112"/>
                <a:gd name="csX188" fmla="*/ 1767268 w 2290126"/>
                <a:gd name="csY188" fmla="*/ 974427 h 1483112"/>
                <a:gd name="csX189" fmla="*/ 1756854 w 2290126"/>
                <a:gd name="csY189" fmla="*/ 956691 h 1483112"/>
                <a:gd name="csX190" fmla="*/ 1746250 w 2290126"/>
                <a:gd name="csY190" fmla="*/ 923601 h 1483112"/>
                <a:gd name="csX191" fmla="*/ 1708594 w 2290126"/>
                <a:gd name="csY191" fmla="*/ 906520 h 1483112"/>
                <a:gd name="csX192" fmla="*/ 1704594 w 2290126"/>
                <a:gd name="csY192" fmla="*/ 895382 h 1483112"/>
                <a:gd name="csX193" fmla="*/ 1709674 w 2290126"/>
                <a:gd name="csY193" fmla="*/ 890187 h 1483112"/>
                <a:gd name="csX194" fmla="*/ 1727009 w 2290126"/>
                <a:gd name="csY194" fmla="*/ 867696 h 1483112"/>
                <a:gd name="csX195" fmla="*/ 1734566 w 2290126"/>
                <a:gd name="csY195" fmla="*/ 864343 h 1483112"/>
                <a:gd name="csX196" fmla="*/ 1741614 w 2290126"/>
                <a:gd name="csY196" fmla="*/ 849313 h 1483112"/>
                <a:gd name="csX197" fmla="*/ 1741297 w 2290126"/>
                <a:gd name="csY197" fmla="*/ 843801 h 1483112"/>
                <a:gd name="csX198" fmla="*/ 1748980 w 2290126"/>
                <a:gd name="csY198" fmla="*/ 844556 h 1483112"/>
                <a:gd name="csX199" fmla="*/ 1752537 w 2290126"/>
                <a:gd name="csY199" fmla="*/ 849313 h 1483112"/>
                <a:gd name="csX200" fmla="*/ 1760982 w 2290126"/>
                <a:gd name="csY200" fmla="*/ 844232 h 1483112"/>
                <a:gd name="csX201" fmla="*/ 1761426 w 2290126"/>
                <a:gd name="csY201" fmla="*/ 836232 h 1483112"/>
                <a:gd name="csX202" fmla="*/ 1766633 w 2290126"/>
                <a:gd name="csY202" fmla="*/ 834498 h 1483112"/>
                <a:gd name="csX203" fmla="*/ 1767776 w 2290126"/>
                <a:gd name="csY203" fmla="*/ 834714 h 1483112"/>
                <a:gd name="csX204" fmla="*/ 1771396 w 2290126"/>
                <a:gd name="csY204" fmla="*/ 825633 h 1483112"/>
                <a:gd name="csX205" fmla="*/ 1812862 w 2290126"/>
                <a:gd name="csY205" fmla="*/ 810387 h 1483112"/>
                <a:gd name="csX206" fmla="*/ 1822005 w 2290126"/>
                <a:gd name="csY206" fmla="*/ 818064 h 1483112"/>
                <a:gd name="csX207" fmla="*/ 1828101 w 2290126"/>
                <a:gd name="csY207" fmla="*/ 812762 h 1483112"/>
                <a:gd name="csX208" fmla="*/ 1834134 w 2290126"/>
                <a:gd name="csY208" fmla="*/ 796004 h 1483112"/>
                <a:gd name="csX209" fmla="*/ 1815973 w 2290126"/>
                <a:gd name="csY209" fmla="*/ 788867 h 1483112"/>
                <a:gd name="csX210" fmla="*/ 1794510 w 2290126"/>
                <a:gd name="csY210" fmla="*/ 790594 h 1483112"/>
                <a:gd name="csX211" fmla="*/ 1767077 w 2290126"/>
                <a:gd name="csY211" fmla="*/ 775671 h 1483112"/>
                <a:gd name="csX212" fmla="*/ 1750504 w 2290126"/>
                <a:gd name="csY212" fmla="*/ 780752 h 1483112"/>
                <a:gd name="csX213" fmla="*/ 1740535 w 2290126"/>
                <a:gd name="csY213" fmla="*/ 790702 h 1483112"/>
                <a:gd name="csX214" fmla="*/ 1731899 w 2290126"/>
                <a:gd name="csY214" fmla="*/ 797623 h 1483112"/>
                <a:gd name="csX215" fmla="*/ 1727835 w 2290126"/>
                <a:gd name="csY215" fmla="*/ 803466 h 1483112"/>
                <a:gd name="csX216" fmla="*/ 1701355 w 2290126"/>
                <a:gd name="csY216" fmla="*/ 799681 h 1483112"/>
                <a:gd name="csX217" fmla="*/ 1696148 w 2290126"/>
                <a:gd name="csY217" fmla="*/ 785406 h 1483112"/>
                <a:gd name="csX218" fmla="*/ 1699069 w 2290126"/>
                <a:gd name="csY218" fmla="*/ 774052 h 1483112"/>
                <a:gd name="csX219" fmla="*/ 1691703 w 2290126"/>
                <a:gd name="csY219" fmla="*/ 757828 h 1483112"/>
                <a:gd name="csX220" fmla="*/ 1683702 w 2290126"/>
                <a:gd name="csY220" fmla="*/ 761397 h 1483112"/>
                <a:gd name="csX221" fmla="*/ 1661413 w 2290126"/>
                <a:gd name="csY221" fmla="*/ 759454 h 1483112"/>
                <a:gd name="csX222" fmla="*/ 1644205 w 2290126"/>
                <a:gd name="csY222" fmla="*/ 738905 h 1483112"/>
                <a:gd name="csX223" fmla="*/ 1658176 w 2290126"/>
                <a:gd name="csY223" fmla="*/ 713384 h 1483112"/>
                <a:gd name="csX224" fmla="*/ 1668652 w 2290126"/>
                <a:gd name="csY224" fmla="*/ 719982 h 1483112"/>
                <a:gd name="csX225" fmla="*/ 1679892 w 2290126"/>
                <a:gd name="csY225" fmla="*/ 717601 h 1483112"/>
                <a:gd name="csX226" fmla="*/ 1693863 w 2290126"/>
                <a:gd name="csY226" fmla="*/ 716737 h 1483112"/>
                <a:gd name="csX227" fmla="*/ 1705546 w 2290126"/>
                <a:gd name="csY227" fmla="*/ 707218 h 1483112"/>
                <a:gd name="csX228" fmla="*/ 1714754 w 2290126"/>
                <a:gd name="csY228" fmla="*/ 688080 h 1483112"/>
                <a:gd name="csX229" fmla="*/ 1754695 w 2290126"/>
                <a:gd name="csY229" fmla="*/ 668617 h 1483112"/>
                <a:gd name="csX230" fmla="*/ 1780794 w 2290126"/>
                <a:gd name="csY230" fmla="*/ 639204 h 1483112"/>
                <a:gd name="csX231" fmla="*/ 1808797 w 2290126"/>
                <a:gd name="csY231" fmla="*/ 644823 h 1483112"/>
                <a:gd name="csX232" fmla="*/ 1819529 w 2290126"/>
                <a:gd name="csY232" fmla="*/ 662235 h 1483112"/>
                <a:gd name="csX233" fmla="*/ 1802575 w 2290126"/>
                <a:gd name="csY233" fmla="*/ 683000 h 1483112"/>
                <a:gd name="csX234" fmla="*/ 1792795 w 2290126"/>
                <a:gd name="csY234" fmla="*/ 690353 h 1483112"/>
                <a:gd name="csX235" fmla="*/ 1792605 w 2290126"/>
                <a:gd name="csY235" fmla="*/ 692080 h 1483112"/>
                <a:gd name="csX236" fmla="*/ 1789049 w 2290126"/>
                <a:gd name="csY236" fmla="*/ 696620 h 1483112"/>
                <a:gd name="csX237" fmla="*/ 1784476 w 2290126"/>
                <a:gd name="csY237" fmla="*/ 701491 h 1483112"/>
                <a:gd name="csX238" fmla="*/ 1794510 w 2290126"/>
                <a:gd name="csY238" fmla="*/ 706679 h 1483112"/>
                <a:gd name="csX239" fmla="*/ 1801876 w 2290126"/>
                <a:gd name="csY239" fmla="*/ 709168 h 1483112"/>
                <a:gd name="csX240" fmla="*/ 1793050 w 2290126"/>
                <a:gd name="csY240" fmla="*/ 720090 h 1483112"/>
                <a:gd name="csX241" fmla="*/ 1778000 w 2290126"/>
                <a:gd name="csY241" fmla="*/ 728631 h 1483112"/>
                <a:gd name="csX242" fmla="*/ 1782445 w 2290126"/>
                <a:gd name="csY242" fmla="*/ 734797 h 1483112"/>
                <a:gd name="csX243" fmla="*/ 1810638 w 2290126"/>
                <a:gd name="csY243" fmla="*/ 720414 h 1483112"/>
                <a:gd name="csX244" fmla="*/ 1825498 w 2290126"/>
                <a:gd name="csY244" fmla="*/ 705383 h 1483112"/>
                <a:gd name="csX245" fmla="*/ 1868360 w 2290126"/>
                <a:gd name="csY245" fmla="*/ 687432 h 1483112"/>
                <a:gd name="csX246" fmla="*/ 1890458 w 2290126"/>
                <a:gd name="csY246" fmla="*/ 686784 h 1483112"/>
                <a:gd name="csX247" fmla="*/ 1972246 w 2290126"/>
                <a:gd name="csY247" fmla="*/ 633901 h 1483112"/>
                <a:gd name="csX248" fmla="*/ 1981454 w 2290126"/>
                <a:gd name="csY248" fmla="*/ 608489 h 1483112"/>
                <a:gd name="csX249" fmla="*/ 1998535 w 2290126"/>
                <a:gd name="csY249" fmla="*/ 601897 h 1483112"/>
                <a:gd name="csX250" fmla="*/ 2010283 w 2290126"/>
                <a:gd name="csY250" fmla="*/ 617791 h 1483112"/>
                <a:gd name="csX251" fmla="*/ 2040445 w 2290126"/>
                <a:gd name="csY251" fmla="*/ 619303 h 1483112"/>
                <a:gd name="csX252" fmla="*/ 2032571 w 2290126"/>
                <a:gd name="csY252" fmla="*/ 594220 h 1483112"/>
                <a:gd name="csX253" fmla="*/ 2066100 w 2290126"/>
                <a:gd name="csY253" fmla="*/ 592055 h 1483112"/>
                <a:gd name="csX254" fmla="*/ 2074227 w 2290126"/>
                <a:gd name="csY254" fmla="*/ 574319 h 1483112"/>
                <a:gd name="csX255" fmla="*/ 2089594 w 2290126"/>
                <a:gd name="csY255" fmla="*/ 574319 h 1483112"/>
                <a:gd name="csX256" fmla="*/ 2095754 w 2290126"/>
                <a:gd name="csY256" fmla="*/ 538416 h 1483112"/>
                <a:gd name="csX257" fmla="*/ 2118042 w 2290126"/>
                <a:gd name="csY257" fmla="*/ 541661 h 1483112"/>
                <a:gd name="csX258" fmla="*/ 2118042 w 2290126"/>
                <a:gd name="csY258" fmla="*/ 553771 h 1483112"/>
                <a:gd name="csX259" fmla="*/ 2151507 w 2290126"/>
                <a:gd name="csY259" fmla="*/ 540798 h 1483112"/>
                <a:gd name="csX260" fmla="*/ 2159190 w 2290126"/>
                <a:gd name="csY260" fmla="*/ 499383 h 1483112"/>
                <a:gd name="csX261" fmla="*/ 2148776 w 2290126"/>
                <a:gd name="csY261" fmla="*/ 464668 h 1483112"/>
                <a:gd name="csX262" fmla="*/ 2172271 w 2290126"/>
                <a:gd name="csY262" fmla="*/ 456235 h 1483112"/>
                <a:gd name="csX263" fmla="*/ 2174430 w 2290126"/>
                <a:gd name="csY263" fmla="*/ 448234 h 1483112"/>
                <a:gd name="csX264" fmla="*/ 2187639 w 2290126"/>
                <a:gd name="csY264" fmla="*/ 446716 h 1483112"/>
                <a:gd name="csX265" fmla="*/ 2187194 w 2290126"/>
                <a:gd name="csY265" fmla="*/ 445421 h 1483112"/>
                <a:gd name="csX266" fmla="*/ 2189353 w 2290126"/>
                <a:gd name="csY266" fmla="*/ 441312 h 1483112"/>
                <a:gd name="csX267" fmla="*/ 2197735 w 2290126"/>
                <a:gd name="csY267" fmla="*/ 438823 h 1483112"/>
                <a:gd name="csX268" fmla="*/ 2203767 w 2290126"/>
                <a:gd name="csY268" fmla="*/ 439795 h 1483112"/>
                <a:gd name="csX269" fmla="*/ 2216785 w 2290126"/>
                <a:gd name="csY269" fmla="*/ 448774 h 1483112"/>
                <a:gd name="csX270" fmla="*/ 2217864 w 2290126"/>
                <a:gd name="csY270" fmla="*/ 453530 h 1483112"/>
                <a:gd name="csX271" fmla="*/ 2216340 w 2290126"/>
                <a:gd name="csY271" fmla="*/ 456127 h 1483112"/>
                <a:gd name="csX272" fmla="*/ 2228025 w 2290126"/>
                <a:gd name="csY272" fmla="*/ 456127 h 1483112"/>
                <a:gd name="csX273" fmla="*/ 2230945 w 2290126"/>
                <a:gd name="csY273" fmla="*/ 434391 h 1483112"/>
                <a:gd name="csX274" fmla="*/ 2241359 w 2290126"/>
                <a:gd name="csY274" fmla="*/ 430282 h 1483112"/>
                <a:gd name="csX275" fmla="*/ 2267331 w 2290126"/>
                <a:gd name="csY275" fmla="*/ 344633 h 1483112"/>
                <a:gd name="csX276" fmla="*/ 2282126 w 2290126"/>
                <a:gd name="csY276" fmla="*/ 340201 h 1483112"/>
                <a:gd name="csX277" fmla="*/ 2290127 w 2290126"/>
                <a:gd name="csY277" fmla="*/ 326034 h 1483112"/>
                <a:gd name="csX278" fmla="*/ 2281809 w 2290126"/>
                <a:gd name="csY278" fmla="*/ 311004 h 1483112"/>
                <a:gd name="csX279" fmla="*/ 2288095 w 2290126"/>
                <a:gd name="csY279" fmla="*/ 292729 h 1483112"/>
                <a:gd name="csX280" fmla="*/ 2260600 w 2290126"/>
                <a:gd name="csY280" fmla="*/ 292297 h 1483112"/>
                <a:gd name="csX281" fmla="*/ 2243201 w 2290126"/>
                <a:gd name="csY281" fmla="*/ 305708 h 1483112"/>
                <a:gd name="csX282" fmla="*/ 2212340 w 2290126"/>
                <a:gd name="csY282" fmla="*/ 312191 h 1483112"/>
                <a:gd name="csX283" fmla="*/ 2206371 w 2290126"/>
                <a:gd name="csY283" fmla="*/ 325603 h 1483112"/>
                <a:gd name="csX284" fmla="*/ 2148776 w 2290126"/>
                <a:gd name="csY284" fmla="*/ 327660 h 1483112"/>
                <a:gd name="csX285" fmla="*/ 2136140 w 2290126"/>
                <a:gd name="csY285" fmla="*/ 308191 h 1483112"/>
                <a:gd name="csX286" fmla="*/ 2142109 w 2290126"/>
                <a:gd name="csY286" fmla="*/ 293592 h 1483112"/>
                <a:gd name="csX287" fmla="*/ 2131695 w 2290126"/>
                <a:gd name="csY287" fmla="*/ 280187 h 1483112"/>
                <a:gd name="csX288" fmla="*/ 2136457 w 2290126"/>
                <a:gd name="csY288" fmla="*/ 263963 h 1483112"/>
                <a:gd name="csX289" fmla="*/ 2117851 w 2290126"/>
                <a:gd name="csY289" fmla="*/ 262776 h 1483112"/>
                <a:gd name="csX290" fmla="*/ 2096706 w 2290126"/>
                <a:gd name="csY290" fmla="*/ 240500 h 1483112"/>
                <a:gd name="csX291" fmla="*/ 2078545 w 2290126"/>
                <a:gd name="csY291" fmla="*/ 240068 h 1483112"/>
                <a:gd name="csX292" fmla="*/ 2062543 w 2290126"/>
                <a:gd name="csY292" fmla="*/ 225469 h 1483112"/>
                <a:gd name="csX293" fmla="*/ 2037651 w 2290126"/>
                <a:gd name="csY293" fmla="*/ 230225 h 1483112"/>
                <a:gd name="csX294" fmla="*/ 2015363 w 2290126"/>
                <a:gd name="csY294" fmla="*/ 216167 h 1483112"/>
                <a:gd name="csX295" fmla="*/ 2018157 w 2290126"/>
                <a:gd name="csY295" fmla="*/ 188595 h 1483112"/>
                <a:gd name="csX296" fmla="*/ 1963801 w 2290126"/>
                <a:gd name="csY296" fmla="*/ 44012 h 1483112"/>
                <a:gd name="csX297" fmla="*/ 1929638 w 2290126"/>
                <a:gd name="csY297" fmla="*/ 19139 h 1483112"/>
                <a:gd name="csX298" fmla="*/ 1911350 w 2290126"/>
                <a:gd name="csY298" fmla="*/ 22384 h 1483112"/>
                <a:gd name="csX299" fmla="*/ 1876489 w 2290126"/>
                <a:gd name="csY299" fmla="*/ 0 h 1483112"/>
                <a:gd name="csX300" fmla="*/ 1765237 w 2290126"/>
                <a:gd name="csY300" fmla="*/ 13195 h 1483112"/>
                <a:gd name="csX301" fmla="*/ 1735963 w 2290126"/>
                <a:gd name="csY301" fmla="*/ 41853 h 1483112"/>
                <a:gd name="csX302" fmla="*/ 1736534 w 2290126"/>
                <a:gd name="csY302" fmla="*/ 69101 h 1483112"/>
                <a:gd name="csX303" fmla="*/ 1753870 w 2290126"/>
                <a:gd name="csY303" fmla="*/ 62071 h 1483112"/>
                <a:gd name="csX304" fmla="*/ 1763268 w 2290126"/>
                <a:gd name="csY304" fmla="*/ 65316 h 1483112"/>
                <a:gd name="csX305" fmla="*/ 1765237 w 2290126"/>
                <a:gd name="csY305" fmla="*/ 97758 h 1483112"/>
                <a:gd name="csX306" fmla="*/ 1742503 w 2290126"/>
                <a:gd name="csY306" fmla="*/ 110731 h 1483112"/>
                <a:gd name="csX307" fmla="*/ 1704784 w 2290126"/>
                <a:gd name="csY307" fmla="*/ 173241 h 1483112"/>
                <a:gd name="csX308" fmla="*/ 1718246 w 2290126"/>
                <a:gd name="csY308" fmla="*/ 178105 h 1483112"/>
                <a:gd name="csX309" fmla="*/ 1714754 w 2290126"/>
                <a:gd name="csY309" fmla="*/ 198869 h 1483112"/>
                <a:gd name="csX310" fmla="*/ 1684591 w 2290126"/>
                <a:gd name="csY310" fmla="*/ 205892 h 1483112"/>
                <a:gd name="csX311" fmla="*/ 1656842 w 2290126"/>
                <a:gd name="csY311" fmla="*/ 231305 h 1483112"/>
                <a:gd name="csX312" fmla="*/ 1612709 w 2290126"/>
                <a:gd name="csY312" fmla="*/ 210871 h 1483112"/>
                <a:gd name="csX313" fmla="*/ 1566163 w 2290126"/>
                <a:gd name="csY313" fmla="*/ 305384 h 1483112"/>
                <a:gd name="csX314" fmla="*/ 1589405 w 2290126"/>
                <a:gd name="csY314" fmla="*/ 329711 h 1483112"/>
                <a:gd name="csX315" fmla="*/ 1609789 w 2290126"/>
                <a:gd name="csY315" fmla="*/ 313493 h 1483112"/>
                <a:gd name="csX316" fmla="*/ 1638490 w 2290126"/>
                <a:gd name="csY316" fmla="*/ 325926 h 1483112"/>
                <a:gd name="csX317" fmla="*/ 1655001 w 2290126"/>
                <a:gd name="csY317" fmla="*/ 307003 h 1483112"/>
                <a:gd name="csX318" fmla="*/ 1682623 w 2290126"/>
                <a:gd name="csY318" fmla="*/ 310464 h 1483112"/>
                <a:gd name="csX319" fmla="*/ 1733740 w 2290126"/>
                <a:gd name="csY319" fmla="*/ 361398 h 1483112"/>
                <a:gd name="csX320" fmla="*/ 1733740 w 2290126"/>
                <a:gd name="csY320" fmla="*/ 382702 h 1483112"/>
                <a:gd name="csX321" fmla="*/ 1649920 w 2290126"/>
                <a:gd name="csY321" fmla="*/ 376752 h 1483112"/>
                <a:gd name="csX322" fmla="*/ 1638490 w 2290126"/>
                <a:gd name="csY322" fmla="*/ 396215 h 1483112"/>
                <a:gd name="csX323" fmla="*/ 1603819 w 2290126"/>
                <a:gd name="csY323" fmla="*/ 396215 h 1483112"/>
                <a:gd name="csX324" fmla="*/ 1596263 w 2290126"/>
                <a:gd name="csY324" fmla="*/ 421627 h 1483112"/>
                <a:gd name="csX325" fmla="*/ 1566926 w 2290126"/>
                <a:gd name="csY325" fmla="*/ 439039 h 1483112"/>
                <a:gd name="csX326" fmla="*/ 1532953 w 2290126"/>
                <a:gd name="csY326" fmla="*/ 439039 h 1483112"/>
                <a:gd name="csX327" fmla="*/ 1497964 w 2290126"/>
                <a:gd name="csY327" fmla="*/ 469532 h 1483112"/>
                <a:gd name="csX328" fmla="*/ 1438339 w 2290126"/>
                <a:gd name="csY328" fmla="*/ 453314 h 1483112"/>
                <a:gd name="csX329" fmla="*/ 1414970 w 2290126"/>
                <a:gd name="csY329" fmla="*/ 485432 h 1483112"/>
                <a:gd name="csX330" fmla="*/ 1435544 w 2290126"/>
                <a:gd name="csY330" fmla="*/ 513328 h 1483112"/>
                <a:gd name="csX331" fmla="*/ 1357693 w 2290126"/>
                <a:gd name="csY331" fmla="*/ 568700 h 1483112"/>
                <a:gd name="csX332" fmla="*/ 1267333 w 2290126"/>
                <a:gd name="csY332" fmla="*/ 573564 h 1483112"/>
                <a:gd name="csX333" fmla="*/ 1175194 w 2290126"/>
                <a:gd name="csY333" fmla="*/ 611842 h 1483112"/>
                <a:gd name="csX334" fmla="*/ 1155064 w 2290126"/>
                <a:gd name="csY334" fmla="*/ 597459 h 1483112"/>
                <a:gd name="csX335" fmla="*/ 1124776 w 2290126"/>
                <a:gd name="csY335" fmla="*/ 601243 h 1483112"/>
                <a:gd name="csX336" fmla="*/ 1039495 w 2290126"/>
                <a:gd name="csY336" fmla="*/ 563289 h 1483112"/>
                <a:gd name="csX337" fmla="*/ 854265 w 2290126"/>
                <a:gd name="csY337" fmla="*/ 563289 h 1483112"/>
                <a:gd name="csX338" fmla="*/ 813181 w 2290126"/>
                <a:gd name="csY338" fmla="*/ 490620 h 1483112"/>
                <a:gd name="csX339" fmla="*/ 742378 w 2290126"/>
                <a:gd name="csY339" fmla="*/ 459480 h 1483112"/>
                <a:gd name="csX340" fmla="*/ 647128 w 2290126"/>
                <a:gd name="csY340" fmla="*/ 450933 h 1483112"/>
                <a:gd name="csX341" fmla="*/ 635254 w 2290126"/>
                <a:gd name="csY341" fmla="*/ 429196 h 1483112"/>
                <a:gd name="csX342" fmla="*/ 650239 w 2290126"/>
                <a:gd name="csY342" fmla="*/ 412115 h 1483112"/>
                <a:gd name="csX343" fmla="*/ 649732 w 2290126"/>
                <a:gd name="csY343" fmla="*/ 365830 h 1483112"/>
                <a:gd name="csX344" fmla="*/ 634873 w 2290126"/>
                <a:gd name="csY344" fmla="*/ 357073 h 1483112"/>
                <a:gd name="csX345" fmla="*/ 623315 w 2290126"/>
                <a:gd name="csY345" fmla="*/ 323983 h 1483112"/>
                <a:gd name="csX346" fmla="*/ 596455 w 2290126"/>
                <a:gd name="csY346" fmla="*/ 308515 h 1483112"/>
                <a:gd name="csX347" fmla="*/ 577532 w 2290126"/>
                <a:gd name="csY347" fmla="*/ 310356 h 1483112"/>
                <a:gd name="csX348" fmla="*/ 558673 w 2290126"/>
                <a:gd name="csY348" fmla="*/ 301384 h 1483112"/>
                <a:gd name="csX349" fmla="*/ 556958 w 2290126"/>
                <a:gd name="csY349" fmla="*/ 289592 h 1483112"/>
                <a:gd name="csX350" fmla="*/ 538797 w 2290126"/>
                <a:gd name="csY350" fmla="*/ 281267 h 1483112"/>
                <a:gd name="csX351" fmla="*/ 541591 w 2290126"/>
                <a:gd name="csY351" fmla="*/ 271748 h 1483112"/>
                <a:gd name="csX352" fmla="*/ 530479 w 2290126"/>
                <a:gd name="csY352" fmla="*/ 266344 h 1483112"/>
                <a:gd name="csX353" fmla="*/ 532320 w 2290126"/>
                <a:gd name="csY353" fmla="*/ 249149 h 1483112"/>
                <a:gd name="csX354" fmla="*/ 514540 w 2290126"/>
                <a:gd name="csY354" fmla="*/ 252717 h 1483112"/>
                <a:gd name="csX355" fmla="*/ 489965 w 2290126"/>
                <a:gd name="csY355" fmla="*/ 258235 h 1483112"/>
                <a:gd name="csX356" fmla="*/ 491172 w 2290126"/>
                <a:gd name="csY356" fmla="*/ 273698 h 1483112"/>
                <a:gd name="csX357" fmla="*/ 472122 w 2290126"/>
                <a:gd name="csY357" fmla="*/ 287109 h 1483112"/>
                <a:gd name="csX358" fmla="*/ 453898 w 2290126"/>
                <a:gd name="csY358" fmla="*/ 287109 h 1483112"/>
                <a:gd name="csX359" fmla="*/ 442976 w 2290126"/>
                <a:gd name="csY359" fmla="*/ 310032 h 1483112"/>
                <a:gd name="csX360" fmla="*/ 450976 w 2290126"/>
                <a:gd name="csY360" fmla="*/ 350799 h 1483112"/>
                <a:gd name="csX361" fmla="*/ 417639 w 2290126"/>
                <a:gd name="csY361" fmla="*/ 370370 h 1483112"/>
                <a:gd name="csX362" fmla="*/ 352107 w 2290126"/>
                <a:gd name="csY362" fmla="*/ 351123 h 1483112"/>
                <a:gd name="csX363" fmla="*/ 324993 w 2290126"/>
                <a:gd name="csY363" fmla="*/ 428549 h 1483112"/>
                <a:gd name="csX364" fmla="*/ 339407 w 2290126"/>
                <a:gd name="csY364" fmla="*/ 435470 h 1483112"/>
                <a:gd name="csX365" fmla="*/ 333248 w 2290126"/>
                <a:gd name="csY365" fmla="*/ 452234 h 1483112"/>
                <a:gd name="csX366" fmla="*/ 295465 w 2290126"/>
                <a:gd name="csY366" fmla="*/ 444773 h 1483112"/>
                <a:gd name="csX367" fmla="*/ 235965 w 2290126"/>
                <a:gd name="csY367" fmla="*/ 456343 h 1483112"/>
                <a:gd name="csX368" fmla="*/ 231965 w 2290126"/>
                <a:gd name="csY368" fmla="*/ 470509 h 1483112"/>
                <a:gd name="csX369" fmla="*/ 253936 w 2290126"/>
                <a:gd name="csY369" fmla="*/ 472345 h 1483112"/>
                <a:gd name="csX370" fmla="*/ 267526 w 2290126"/>
                <a:gd name="csY370" fmla="*/ 540258 h 1483112"/>
                <a:gd name="csX371" fmla="*/ 248158 w 2290126"/>
                <a:gd name="csY371" fmla="*/ 557016 h 1483112"/>
                <a:gd name="csX372" fmla="*/ 247396 w 2290126"/>
                <a:gd name="csY372" fmla="*/ 589566 h 1483112"/>
                <a:gd name="csX373" fmla="*/ 171005 w 2290126"/>
                <a:gd name="csY373" fmla="*/ 636499 h 1483112"/>
                <a:gd name="csX374" fmla="*/ 116459 w 2290126"/>
                <a:gd name="csY374" fmla="*/ 641255 h 1483112"/>
                <a:gd name="csX375" fmla="*/ 103759 w 2290126"/>
                <a:gd name="csY375" fmla="*/ 664832 h 1483112"/>
                <a:gd name="csX376" fmla="*/ 80327 w 2290126"/>
                <a:gd name="csY376" fmla="*/ 672725 h 1483112"/>
                <a:gd name="csX377" fmla="*/ 73596 w 2290126"/>
                <a:gd name="csY377" fmla="*/ 657587 h 1483112"/>
                <a:gd name="csX378" fmla="*/ 11557 w 2290126"/>
                <a:gd name="csY378" fmla="*/ 682676 h 1483112"/>
                <a:gd name="csX379" fmla="*/ 6603 w 2290126"/>
                <a:gd name="csY379" fmla="*/ 691001 h 1483112"/>
                <a:gd name="csX380" fmla="*/ 10477 w 2290126"/>
                <a:gd name="csY380" fmla="*/ 702247 h 1483112"/>
                <a:gd name="csX381" fmla="*/ 0 w 2290126"/>
                <a:gd name="csY381" fmla="*/ 707326 h 1483112"/>
                <a:gd name="csX382" fmla="*/ 3365 w 2290126"/>
                <a:gd name="csY382" fmla="*/ 742690 h 1483112"/>
                <a:gd name="csX383" fmla="*/ 14732 w 2290126"/>
                <a:gd name="csY383" fmla="*/ 747992 h 1483112"/>
                <a:gd name="csX384" fmla="*/ 19050 w 2290126"/>
                <a:gd name="csY384" fmla="*/ 739553 h 1483112"/>
                <a:gd name="csX385" fmla="*/ 49022 w 2290126"/>
                <a:gd name="csY385" fmla="*/ 746150 h 1483112"/>
                <a:gd name="csX386" fmla="*/ 65341 w 2290126"/>
                <a:gd name="csY386" fmla="*/ 789731 h 1483112"/>
                <a:gd name="csX387" fmla="*/ 43688 w 2290126"/>
                <a:gd name="csY387" fmla="*/ 795680 h 1483112"/>
                <a:gd name="csX388" fmla="*/ 28448 w 2290126"/>
                <a:gd name="csY388" fmla="*/ 798055 h 1483112"/>
                <a:gd name="csX389" fmla="*/ 34417 w 2290126"/>
                <a:gd name="csY389" fmla="*/ 815683 h 1483112"/>
                <a:gd name="csX390" fmla="*/ 34544 w 2290126"/>
                <a:gd name="csY390" fmla="*/ 815359 h 1483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</a:cxnLst>
              <a:rect l="l" t="t" r="r" b="b"/>
              <a:pathLst>
                <a:path w="2290126" h="1483112">
                  <a:moveTo>
                    <a:pt x="34544" y="815359"/>
                  </a:moveTo>
                  <a:lnTo>
                    <a:pt x="63753" y="818604"/>
                  </a:lnTo>
                  <a:lnTo>
                    <a:pt x="67437" y="827145"/>
                  </a:lnTo>
                  <a:lnTo>
                    <a:pt x="84074" y="832663"/>
                  </a:lnTo>
                  <a:lnTo>
                    <a:pt x="87884" y="858291"/>
                  </a:lnTo>
                  <a:lnTo>
                    <a:pt x="162115" y="874725"/>
                  </a:lnTo>
                  <a:lnTo>
                    <a:pt x="173164" y="909657"/>
                  </a:lnTo>
                  <a:lnTo>
                    <a:pt x="200215" y="920255"/>
                  </a:lnTo>
                  <a:lnTo>
                    <a:pt x="200215" y="932580"/>
                  </a:lnTo>
                  <a:lnTo>
                    <a:pt x="190564" y="935609"/>
                  </a:lnTo>
                  <a:lnTo>
                    <a:pt x="197103" y="963936"/>
                  </a:lnTo>
                  <a:lnTo>
                    <a:pt x="213423" y="972484"/>
                  </a:lnTo>
                  <a:lnTo>
                    <a:pt x="222948" y="994543"/>
                  </a:lnTo>
                  <a:lnTo>
                    <a:pt x="199580" y="1006761"/>
                  </a:lnTo>
                  <a:lnTo>
                    <a:pt x="191135" y="996162"/>
                  </a:lnTo>
                  <a:lnTo>
                    <a:pt x="177038" y="1000055"/>
                  </a:lnTo>
                  <a:lnTo>
                    <a:pt x="191452" y="1049909"/>
                  </a:lnTo>
                  <a:lnTo>
                    <a:pt x="207073" y="1048938"/>
                  </a:lnTo>
                  <a:lnTo>
                    <a:pt x="284099" y="1102030"/>
                  </a:lnTo>
                  <a:lnTo>
                    <a:pt x="290830" y="1086783"/>
                  </a:lnTo>
                  <a:lnTo>
                    <a:pt x="314706" y="1089704"/>
                  </a:lnTo>
                  <a:lnTo>
                    <a:pt x="320039" y="1100842"/>
                  </a:lnTo>
                  <a:lnTo>
                    <a:pt x="356426" y="1119441"/>
                  </a:lnTo>
                  <a:lnTo>
                    <a:pt x="373951" y="1137825"/>
                  </a:lnTo>
                  <a:lnTo>
                    <a:pt x="386080" y="1132529"/>
                  </a:lnTo>
                  <a:lnTo>
                    <a:pt x="393953" y="1136091"/>
                  </a:lnTo>
                  <a:lnTo>
                    <a:pt x="396748" y="1148099"/>
                  </a:lnTo>
                  <a:lnTo>
                    <a:pt x="412178" y="1158373"/>
                  </a:lnTo>
                  <a:lnTo>
                    <a:pt x="423418" y="1153287"/>
                  </a:lnTo>
                  <a:lnTo>
                    <a:pt x="433705" y="1160964"/>
                  </a:lnTo>
                  <a:lnTo>
                    <a:pt x="431546" y="1172318"/>
                  </a:lnTo>
                  <a:lnTo>
                    <a:pt x="452056" y="1173728"/>
                  </a:lnTo>
                  <a:lnTo>
                    <a:pt x="461835" y="1189298"/>
                  </a:lnTo>
                  <a:lnTo>
                    <a:pt x="480313" y="1187895"/>
                  </a:lnTo>
                  <a:lnTo>
                    <a:pt x="485775" y="1178808"/>
                  </a:lnTo>
                  <a:lnTo>
                    <a:pt x="521652" y="1192219"/>
                  </a:lnTo>
                  <a:lnTo>
                    <a:pt x="560959" y="1180217"/>
                  </a:lnTo>
                  <a:lnTo>
                    <a:pt x="569849" y="1189730"/>
                  </a:lnTo>
                  <a:lnTo>
                    <a:pt x="571817" y="1209408"/>
                  </a:lnTo>
                  <a:lnTo>
                    <a:pt x="597662" y="1179347"/>
                  </a:lnTo>
                  <a:lnTo>
                    <a:pt x="627189" y="1172426"/>
                  </a:lnTo>
                  <a:lnTo>
                    <a:pt x="626427" y="1181729"/>
                  </a:lnTo>
                  <a:lnTo>
                    <a:pt x="673417" y="1180757"/>
                  </a:lnTo>
                  <a:lnTo>
                    <a:pt x="674179" y="1191463"/>
                  </a:lnTo>
                  <a:lnTo>
                    <a:pt x="713232" y="1184758"/>
                  </a:lnTo>
                  <a:lnTo>
                    <a:pt x="713232" y="1172972"/>
                  </a:lnTo>
                  <a:lnTo>
                    <a:pt x="736536" y="1155452"/>
                  </a:lnTo>
                  <a:lnTo>
                    <a:pt x="753427" y="1153287"/>
                  </a:lnTo>
                  <a:lnTo>
                    <a:pt x="780986" y="1128738"/>
                  </a:lnTo>
                  <a:lnTo>
                    <a:pt x="810451" y="1132961"/>
                  </a:lnTo>
                  <a:lnTo>
                    <a:pt x="815339" y="1117816"/>
                  </a:lnTo>
                  <a:lnTo>
                    <a:pt x="834834" y="1111117"/>
                  </a:lnTo>
                  <a:lnTo>
                    <a:pt x="850201" y="1129068"/>
                  </a:lnTo>
                  <a:lnTo>
                    <a:pt x="838517" y="1136091"/>
                  </a:lnTo>
                  <a:lnTo>
                    <a:pt x="843914" y="1147127"/>
                  </a:lnTo>
                  <a:lnTo>
                    <a:pt x="860234" y="1153719"/>
                  </a:lnTo>
                  <a:lnTo>
                    <a:pt x="854837" y="1169403"/>
                  </a:lnTo>
                  <a:lnTo>
                    <a:pt x="878967" y="1167022"/>
                  </a:lnTo>
                  <a:lnTo>
                    <a:pt x="887539" y="1178700"/>
                  </a:lnTo>
                  <a:lnTo>
                    <a:pt x="895731" y="1154366"/>
                  </a:lnTo>
                  <a:lnTo>
                    <a:pt x="923861" y="1171886"/>
                  </a:lnTo>
                  <a:lnTo>
                    <a:pt x="929703" y="1202817"/>
                  </a:lnTo>
                  <a:lnTo>
                    <a:pt x="943610" y="1200544"/>
                  </a:lnTo>
                  <a:lnTo>
                    <a:pt x="938149" y="1268673"/>
                  </a:lnTo>
                  <a:lnTo>
                    <a:pt x="907859" y="1294841"/>
                  </a:lnTo>
                  <a:lnTo>
                    <a:pt x="904176" y="1310519"/>
                  </a:lnTo>
                  <a:lnTo>
                    <a:pt x="895731" y="1317009"/>
                  </a:lnTo>
                  <a:lnTo>
                    <a:pt x="896493" y="1347502"/>
                  </a:lnTo>
                  <a:lnTo>
                    <a:pt x="918337" y="1335069"/>
                  </a:lnTo>
                  <a:lnTo>
                    <a:pt x="948118" y="1335069"/>
                  </a:lnTo>
                  <a:lnTo>
                    <a:pt x="938593" y="1349775"/>
                  </a:lnTo>
                  <a:lnTo>
                    <a:pt x="948118" y="1373562"/>
                  </a:lnTo>
                  <a:lnTo>
                    <a:pt x="967930" y="1373562"/>
                  </a:lnTo>
                  <a:lnTo>
                    <a:pt x="970851" y="1393139"/>
                  </a:lnTo>
                  <a:lnTo>
                    <a:pt x="960501" y="1395730"/>
                  </a:lnTo>
                  <a:lnTo>
                    <a:pt x="958532" y="1414983"/>
                  </a:lnTo>
                  <a:lnTo>
                    <a:pt x="985774" y="1417682"/>
                  </a:lnTo>
                  <a:lnTo>
                    <a:pt x="995235" y="1434770"/>
                  </a:lnTo>
                  <a:lnTo>
                    <a:pt x="1019556" y="1426985"/>
                  </a:lnTo>
                  <a:lnTo>
                    <a:pt x="1031050" y="1460183"/>
                  </a:lnTo>
                  <a:lnTo>
                    <a:pt x="1054100" y="1449476"/>
                  </a:lnTo>
                  <a:lnTo>
                    <a:pt x="1046289" y="1414659"/>
                  </a:lnTo>
                  <a:lnTo>
                    <a:pt x="1067181" y="1407522"/>
                  </a:lnTo>
                  <a:lnTo>
                    <a:pt x="1079437" y="1393463"/>
                  </a:lnTo>
                  <a:lnTo>
                    <a:pt x="1102360" y="1404169"/>
                  </a:lnTo>
                  <a:lnTo>
                    <a:pt x="1115060" y="1392707"/>
                  </a:lnTo>
                  <a:lnTo>
                    <a:pt x="1135697" y="1403299"/>
                  </a:lnTo>
                  <a:lnTo>
                    <a:pt x="1142746" y="1390218"/>
                  </a:lnTo>
                  <a:lnTo>
                    <a:pt x="1151509" y="1396276"/>
                  </a:lnTo>
                  <a:lnTo>
                    <a:pt x="1171829" y="1380268"/>
                  </a:lnTo>
                  <a:lnTo>
                    <a:pt x="1174687" y="1369994"/>
                  </a:lnTo>
                  <a:lnTo>
                    <a:pt x="1190879" y="1363510"/>
                  </a:lnTo>
                  <a:lnTo>
                    <a:pt x="1201864" y="1375404"/>
                  </a:lnTo>
                  <a:lnTo>
                    <a:pt x="1247076" y="1381893"/>
                  </a:lnTo>
                  <a:lnTo>
                    <a:pt x="1242123" y="1400924"/>
                  </a:lnTo>
                  <a:lnTo>
                    <a:pt x="1233995" y="1401248"/>
                  </a:lnTo>
                  <a:lnTo>
                    <a:pt x="1238440" y="1419523"/>
                  </a:lnTo>
                  <a:lnTo>
                    <a:pt x="1251394" y="1421251"/>
                  </a:lnTo>
                  <a:lnTo>
                    <a:pt x="1260601" y="1431525"/>
                  </a:lnTo>
                  <a:lnTo>
                    <a:pt x="1279017" y="1429690"/>
                  </a:lnTo>
                  <a:lnTo>
                    <a:pt x="1284414" y="1440720"/>
                  </a:lnTo>
                  <a:cubicBezTo>
                    <a:pt x="1310639" y="1432065"/>
                    <a:pt x="1314831" y="1428280"/>
                    <a:pt x="1319085" y="1431741"/>
                  </a:cubicBezTo>
                  <a:cubicBezTo>
                    <a:pt x="1324356" y="1435417"/>
                    <a:pt x="1327912" y="1440828"/>
                    <a:pt x="1333119" y="1439742"/>
                  </a:cubicBezTo>
                  <a:cubicBezTo>
                    <a:pt x="1335532" y="1438878"/>
                    <a:pt x="1342200" y="1439526"/>
                    <a:pt x="1342200" y="1434554"/>
                  </a:cubicBezTo>
                  <a:cubicBezTo>
                    <a:pt x="1342453" y="1432827"/>
                    <a:pt x="1340929" y="1425359"/>
                    <a:pt x="1345057" y="1427848"/>
                  </a:cubicBezTo>
                  <a:cubicBezTo>
                    <a:pt x="1350454" y="1431849"/>
                    <a:pt x="1358264" y="1433582"/>
                    <a:pt x="1356296" y="1438555"/>
                  </a:cubicBezTo>
                  <a:cubicBezTo>
                    <a:pt x="1352614" y="1449692"/>
                    <a:pt x="1348041" y="1454886"/>
                    <a:pt x="1350454" y="1460075"/>
                  </a:cubicBezTo>
                  <a:cubicBezTo>
                    <a:pt x="1357376" y="1473378"/>
                    <a:pt x="1357502" y="1480839"/>
                    <a:pt x="1363345" y="1481595"/>
                  </a:cubicBezTo>
                  <a:cubicBezTo>
                    <a:pt x="1370266" y="1481919"/>
                    <a:pt x="1376934" y="1485379"/>
                    <a:pt x="1379347" y="1480623"/>
                  </a:cubicBezTo>
                  <a:cubicBezTo>
                    <a:pt x="1379474" y="1480077"/>
                    <a:pt x="1382268" y="1476508"/>
                    <a:pt x="1379791" y="1473048"/>
                  </a:cubicBezTo>
                  <a:cubicBezTo>
                    <a:pt x="1375663" y="1466132"/>
                    <a:pt x="1367789" y="1460290"/>
                    <a:pt x="1373060" y="1458341"/>
                  </a:cubicBezTo>
                  <a:cubicBezTo>
                    <a:pt x="1373950" y="1457909"/>
                    <a:pt x="1378776" y="1457046"/>
                    <a:pt x="1381062" y="1453153"/>
                  </a:cubicBezTo>
                  <a:cubicBezTo>
                    <a:pt x="1384554" y="1448289"/>
                    <a:pt x="1385824" y="1442339"/>
                    <a:pt x="1391031" y="1440936"/>
                  </a:cubicBezTo>
                  <a:lnTo>
                    <a:pt x="1463357" y="1422337"/>
                  </a:lnTo>
                  <a:cubicBezTo>
                    <a:pt x="1468310" y="1421035"/>
                    <a:pt x="1470025" y="1415307"/>
                    <a:pt x="1472755" y="1411738"/>
                  </a:cubicBezTo>
                  <a:cubicBezTo>
                    <a:pt x="1476629" y="1405465"/>
                    <a:pt x="1483551" y="1421466"/>
                    <a:pt x="1487932" y="1415523"/>
                  </a:cubicBezTo>
                  <a:lnTo>
                    <a:pt x="1490852" y="1411522"/>
                  </a:lnTo>
                  <a:cubicBezTo>
                    <a:pt x="1496251" y="1404277"/>
                    <a:pt x="1488757" y="1386757"/>
                    <a:pt x="1496251" y="1386757"/>
                  </a:cubicBezTo>
                  <a:cubicBezTo>
                    <a:pt x="1497076" y="1386973"/>
                    <a:pt x="1501775" y="1385894"/>
                    <a:pt x="1503807" y="1389787"/>
                  </a:cubicBezTo>
                  <a:cubicBezTo>
                    <a:pt x="1508823" y="1397571"/>
                    <a:pt x="1509522" y="1405465"/>
                    <a:pt x="1514983" y="1404277"/>
                  </a:cubicBezTo>
                  <a:cubicBezTo>
                    <a:pt x="1521142" y="1402220"/>
                    <a:pt x="1528381" y="1403083"/>
                    <a:pt x="1529461" y="1397895"/>
                  </a:cubicBezTo>
                  <a:cubicBezTo>
                    <a:pt x="1529778" y="1397032"/>
                    <a:pt x="1529778" y="1392377"/>
                    <a:pt x="1533462" y="1389894"/>
                  </a:cubicBezTo>
                  <a:cubicBezTo>
                    <a:pt x="1534795" y="1389354"/>
                    <a:pt x="1539939" y="1383944"/>
                    <a:pt x="1540319" y="1388701"/>
                  </a:cubicBezTo>
                  <a:cubicBezTo>
                    <a:pt x="1540637" y="1389678"/>
                    <a:pt x="1539621" y="1396054"/>
                    <a:pt x="1544066" y="1394758"/>
                  </a:cubicBezTo>
                  <a:cubicBezTo>
                    <a:pt x="1594104" y="1380592"/>
                    <a:pt x="1598104" y="1381239"/>
                    <a:pt x="1602867" y="1377239"/>
                  </a:cubicBezTo>
                  <a:lnTo>
                    <a:pt x="1618234" y="1364266"/>
                  </a:lnTo>
                  <a:cubicBezTo>
                    <a:pt x="1618678" y="1359503"/>
                    <a:pt x="1615630" y="1352696"/>
                    <a:pt x="1620583" y="1353128"/>
                  </a:cubicBezTo>
                  <a:cubicBezTo>
                    <a:pt x="1628584" y="1353236"/>
                    <a:pt x="1634998" y="1355941"/>
                    <a:pt x="1638998" y="1352150"/>
                  </a:cubicBezTo>
                  <a:lnTo>
                    <a:pt x="1662049" y="1329334"/>
                  </a:lnTo>
                  <a:cubicBezTo>
                    <a:pt x="1663382" y="1328039"/>
                    <a:pt x="1663446" y="1325874"/>
                    <a:pt x="1662302" y="1324470"/>
                  </a:cubicBezTo>
                  <a:cubicBezTo>
                    <a:pt x="1661922" y="1323930"/>
                    <a:pt x="1658048" y="1321009"/>
                    <a:pt x="1661096" y="1317980"/>
                  </a:cubicBezTo>
                  <a:cubicBezTo>
                    <a:pt x="1663446" y="1316145"/>
                    <a:pt x="1666367" y="1310843"/>
                    <a:pt x="1671129" y="1312253"/>
                  </a:cubicBezTo>
                  <a:cubicBezTo>
                    <a:pt x="1677288" y="1313332"/>
                    <a:pt x="1683194" y="1317657"/>
                    <a:pt x="1686496" y="1313440"/>
                  </a:cubicBezTo>
                  <a:cubicBezTo>
                    <a:pt x="1691259" y="1306519"/>
                    <a:pt x="1696593" y="1302950"/>
                    <a:pt x="1695958" y="1297654"/>
                  </a:cubicBezTo>
                  <a:cubicBezTo>
                    <a:pt x="1696021" y="1296136"/>
                    <a:pt x="1693672" y="1289215"/>
                    <a:pt x="1698180" y="1290625"/>
                  </a:cubicBezTo>
                  <a:cubicBezTo>
                    <a:pt x="1699704" y="1290841"/>
                    <a:pt x="1704721" y="1293762"/>
                    <a:pt x="1707642" y="1290625"/>
                  </a:cubicBezTo>
                  <a:cubicBezTo>
                    <a:pt x="1711642" y="1286408"/>
                    <a:pt x="1700720" y="1284243"/>
                    <a:pt x="1705483" y="1280242"/>
                  </a:cubicBezTo>
                  <a:cubicBezTo>
                    <a:pt x="1709229" y="1276890"/>
                    <a:pt x="1713801" y="1281970"/>
                    <a:pt x="1717230" y="1283487"/>
                  </a:cubicBezTo>
                  <a:cubicBezTo>
                    <a:pt x="1721040" y="1285755"/>
                    <a:pt x="1724596" y="1283487"/>
                    <a:pt x="1722438" y="1279703"/>
                  </a:cubicBezTo>
                  <a:cubicBezTo>
                    <a:pt x="1721612" y="1277429"/>
                    <a:pt x="1717357" y="1273213"/>
                    <a:pt x="1719834" y="1269105"/>
                  </a:cubicBezTo>
                  <a:cubicBezTo>
                    <a:pt x="1721802" y="1264996"/>
                    <a:pt x="1728088" y="1259478"/>
                    <a:pt x="1723326" y="1257427"/>
                  </a:cubicBezTo>
                  <a:lnTo>
                    <a:pt x="1721612" y="1256665"/>
                  </a:lnTo>
                  <a:cubicBezTo>
                    <a:pt x="1714564" y="1253643"/>
                    <a:pt x="1733740" y="1247477"/>
                    <a:pt x="1729486" y="1241203"/>
                  </a:cubicBezTo>
                  <a:cubicBezTo>
                    <a:pt x="1728977" y="1239907"/>
                    <a:pt x="1724723" y="1236231"/>
                    <a:pt x="1727137" y="1232338"/>
                  </a:cubicBezTo>
                  <a:lnTo>
                    <a:pt x="1728088" y="1230713"/>
                  </a:lnTo>
                  <a:cubicBezTo>
                    <a:pt x="1729041" y="1229093"/>
                    <a:pt x="1731010" y="1228770"/>
                    <a:pt x="1732407" y="1229957"/>
                  </a:cubicBezTo>
                  <a:lnTo>
                    <a:pt x="1733740" y="1231037"/>
                  </a:lnTo>
                  <a:cubicBezTo>
                    <a:pt x="1735138" y="1232230"/>
                    <a:pt x="1737169" y="1232014"/>
                    <a:pt x="1738122" y="1230389"/>
                  </a:cubicBezTo>
                  <a:cubicBezTo>
                    <a:pt x="1742059" y="1223791"/>
                    <a:pt x="1747138" y="1219898"/>
                    <a:pt x="1745932" y="1214603"/>
                  </a:cubicBezTo>
                  <a:cubicBezTo>
                    <a:pt x="1745932" y="1213955"/>
                    <a:pt x="1743646" y="1208221"/>
                    <a:pt x="1747901" y="1209408"/>
                  </a:cubicBezTo>
                  <a:lnTo>
                    <a:pt x="1750251" y="1210062"/>
                  </a:lnTo>
                  <a:cubicBezTo>
                    <a:pt x="1754822" y="1211358"/>
                    <a:pt x="1760664" y="1203896"/>
                    <a:pt x="1759776" y="1199356"/>
                  </a:cubicBezTo>
                  <a:cubicBezTo>
                    <a:pt x="1759776" y="1198378"/>
                    <a:pt x="1759140" y="1196003"/>
                    <a:pt x="1760855" y="1193190"/>
                  </a:cubicBezTo>
                  <a:cubicBezTo>
                    <a:pt x="1774380" y="1172102"/>
                    <a:pt x="1775841" y="1163129"/>
                    <a:pt x="1780350" y="1165835"/>
                  </a:cubicBezTo>
                  <a:cubicBezTo>
                    <a:pt x="1783588" y="1167778"/>
                    <a:pt x="1782318" y="1172210"/>
                    <a:pt x="1782445" y="1172750"/>
                  </a:cubicBezTo>
                  <a:cubicBezTo>
                    <a:pt x="1782001" y="1177188"/>
                    <a:pt x="1787080" y="1177944"/>
                    <a:pt x="1788922" y="1173944"/>
                  </a:cubicBezTo>
                  <a:cubicBezTo>
                    <a:pt x="1789557" y="1173080"/>
                    <a:pt x="1790637" y="1167670"/>
                    <a:pt x="1795081" y="1168533"/>
                  </a:cubicBezTo>
                  <a:lnTo>
                    <a:pt x="1796732" y="1168857"/>
                  </a:lnTo>
                  <a:cubicBezTo>
                    <a:pt x="1803844" y="1170159"/>
                    <a:pt x="1791970" y="1155992"/>
                    <a:pt x="1796034" y="1149718"/>
                  </a:cubicBezTo>
                  <a:cubicBezTo>
                    <a:pt x="1797240" y="1147235"/>
                    <a:pt x="1802892" y="1142689"/>
                    <a:pt x="1798764" y="1139552"/>
                  </a:cubicBezTo>
                  <a:cubicBezTo>
                    <a:pt x="1796732" y="1137609"/>
                    <a:pt x="1790001" y="1134796"/>
                    <a:pt x="1792477" y="1131443"/>
                  </a:cubicBezTo>
                  <a:cubicBezTo>
                    <a:pt x="1795081" y="1127874"/>
                    <a:pt x="1801051" y="1132637"/>
                    <a:pt x="1806321" y="1134256"/>
                  </a:cubicBezTo>
                  <a:cubicBezTo>
                    <a:pt x="1811401" y="1136313"/>
                    <a:pt x="1808734" y="1127118"/>
                    <a:pt x="1809242" y="1121277"/>
                  </a:cubicBezTo>
                  <a:cubicBezTo>
                    <a:pt x="1809242" y="1119441"/>
                    <a:pt x="1807718" y="1117708"/>
                    <a:pt x="1805876" y="1117492"/>
                  </a:cubicBezTo>
                  <a:lnTo>
                    <a:pt x="1803526" y="1117168"/>
                  </a:lnTo>
                  <a:cubicBezTo>
                    <a:pt x="1798002" y="1116413"/>
                    <a:pt x="1807210" y="1111440"/>
                    <a:pt x="1813496" y="1105167"/>
                  </a:cubicBezTo>
                  <a:cubicBezTo>
                    <a:pt x="1817624" y="1101598"/>
                    <a:pt x="1807337" y="1102246"/>
                    <a:pt x="1801495" y="1100950"/>
                  </a:cubicBezTo>
                  <a:cubicBezTo>
                    <a:pt x="1796161" y="1100195"/>
                    <a:pt x="1794319" y="1094353"/>
                    <a:pt x="1790192" y="1089489"/>
                  </a:cubicBezTo>
                  <a:cubicBezTo>
                    <a:pt x="1787589" y="1085812"/>
                    <a:pt x="1782635" y="1086136"/>
                    <a:pt x="1781683" y="1085812"/>
                  </a:cubicBezTo>
                  <a:cubicBezTo>
                    <a:pt x="1776984" y="1085056"/>
                    <a:pt x="1774380" y="1090028"/>
                    <a:pt x="1773110" y="1091108"/>
                  </a:cubicBezTo>
                  <a:cubicBezTo>
                    <a:pt x="1770063" y="1094569"/>
                    <a:pt x="1765109" y="1093705"/>
                    <a:pt x="1763902" y="1093921"/>
                  </a:cubicBezTo>
                  <a:cubicBezTo>
                    <a:pt x="1759458" y="1094137"/>
                    <a:pt x="1758061" y="1088511"/>
                    <a:pt x="1762189" y="1086999"/>
                  </a:cubicBezTo>
                  <a:cubicBezTo>
                    <a:pt x="1763585" y="1086244"/>
                    <a:pt x="1768856" y="1085488"/>
                    <a:pt x="1770697" y="1081157"/>
                  </a:cubicBezTo>
                  <a:cubicBezTo>
                    <a:pt x="1771078" y="1080617"/>
                    <a:pt x="1771904" y="1077265"/>
                    <a:pt x="1775142" y="1074890"/>
                  </a:cubicBezTo>
                  <a:cubicBezTo>
                    <a:pt x="1782508" y="1069912"/>
                    <a:pt x="1786191" y="1065371"/>
                    <a:pt x="1791588" y="1064723"/>
                  </a:cubicBezTo>
                  <a:cubicBezTo>
                    <a:pt x="1799400" y="1063212"/>
                    <a:pt x="1808925" y="1065047"/>
                    <a:pt x="1807083" y="1059859"/>
                  </a:cubicBezTo>
                  <a:cubicBezTo>
                    <a:pt x="1804733" y="1054449"/>
                    <a:pt x="1804288" y="1048398"/>
                    <a:pt x="1799717" y="1045908"/>
                  </a:cubicBezTo>
                  <a:cubicBezTo>
                    <a:pt x="1794891" y="1042772"/>
                    <a:pt x="1789049" y="1041260"/>
                    <a:pt x="1787080" y="1036390"/>
                  </a:cubicBezTo>
                  <a:lnTo>
                    <a:pt x="1786445" y="1034555"/>
                  </a:lnTo>
                  <a:cubicBezTo>
                    <a:pt x="1784350" y="1029360"/>
                    <a:pt x="1792668" y="1036174"/>
                    <a:pt x="1802892" y="1041038"/>
                  </a:cubicBezTo>
                  <a:cubicBezTo>
                    <a:pt x="1804479" y="1041908"/>
                    <a:pt x="1806130" y="1041152"/>
                    <a:pt x="1806448" y="1039419"/>
                  </a:cubicBezTo>
                  <a:cubicBezTo>
                    <a:pt x="1807401" y="1034339"/>
                    <a:pt x="1799844" y="1033361"/>
                    <a:pt x="1794763" y="1030230"/>
                  </a:cubicBezTo>
                  <a:cubicBezTo>
                    <a:pt x="1790764" y="1028281"/>
                    <a:pt x="1790128" y="1024172"/>
                    <a:pt x="1794319" y="1025252"/>
                  </a:cubicBezTo>
                  <a:cubicBezTo>
                    <a:pt x="1799082" y="1026116"/>
                    <a:pt x="1808163" y="1030446"/>
                    <a:pt x="1805813" y="1025792"/>
                  </a:cubicBezTo>
                  <a:cubicBezTo>
                    <a:pt x="1803400" y="1022115"/>
                    <a:pt x="1802193" y="1016279"/>
                    <a:pt x="1797240" y="1014762"/>
                  </a:cubicBezTo>
                  <a:cubicBezTo>
                    <a:pt x="1795081" y="1013790"/>
                    <a:pt x="1788477" y="1013790"/>
                    <a:pt x="1788033" y="1008710"/>
                  </a:cubicBezTo>
                  <a:cubicBezTo>
                    <a:pt x="1787589" y="1006761"/>
                    <a:pt x="1788668" y="1001141"/>
                    <a:pt x="1784287" y="999300"/>
                  </a:cubicBezTo>
                  <a:cubicBezTo>
                    <a:pt x="1777301" y="995731"/>
                    <a:pt x="1769872" y="995515"/>
                    <a:pt x="1769618" y="990111"/>
                  </a:cubicBezTo>
                  <a:cubicBezTo>
                    <a:pt x="1769110" y="984377"/>
                    <a:pt x="1770063" y="978865"/>
                    <a:pt x="1767268" y="974427"/>
                  </a:cubicBezTo>
                  <a:cubicBezTo>
                    <a:pt x="1762189" y="966102"/>
                    <a:pt x="1758632" y="961993"/>
                    <a:pt x="1756854" y="956691"/>
                  </a:cubicBezTo>
                  <a:lnTo>
                    <a:pt x="1746250" y="923601"/>
                  </a:lnTo>
                  <a:cubicBezTo>
                    <a:pt x="1744408" y="917873"/>
                    <a:pt x="1738058" y="918629"/>
                    <a:pt x="1708594" y="906520"/>
                  </a:cubicBezTo>
                  <a:cubicBezTo>
                    <a:pt x="1703959" y="904678"/>
                    <a:pt x="1705356" y="898627"/>
                    <a:pt x="1704594" y="895382"/>
                  </a:cubicBezTo>
                  <a:cubicBezTo>
                    <a:pt x="1704276" y="891057"/>
                    <a:pt x="1709038" y="890619"/>
                    <a:pt x="1709674" y="890187"/>
                  </a:cubicBezTo>
                  <a:cubicBezTo>
                    <a:pt x="1717929" y="887381"/>
                    <a:pt x="1719072" y="868667"/>
                    <a:pt x="1727009" y="867696"/>
                  </a:cubicBezTo>
                  <a:cubicBezTo>
                    <a:pt x="1727644" y="867480"/>
                    <a:pt x="1732089" y="867696"/>
                    <a:pt x="1734566" y="864343"/>
                  </a:cubicBezTo>
                  <a:cubicBezTo>
                    <a:pt x="1738502" y="857853"/>
                    <a:pt x="1744980" y="853529"/>
                    <a:pt x="1741614" y="849313"/>
                  </a:cubicBezTo>
                  <a:cubicBezTo>
                    <a:pt x="1741424" y="848773"/>
                    <a:pt x="1737296" y="845204"/>
                    <a:pt x="1741297" y="843801"/>
                  </a:cubicBezTo>
                  <a:cubicBezTo>
                    <a:pt x="1742694" y="843585"/>
                    <a:pt x="1748853" y="839800"/>
                    <a:pt x="1748980" y="844556"/>
                  </a:cubicBezTo>
                  <a:cubicBezTo>
                    <a:pt x="1749171" y="845096"/>
                    <a:pt x="1748345" y="850284"/>
                    <a:pt x="1752537" y="849313"/>
                  </a:cubicBezTo>
                  <a:cubicBezTo>
                    <a:pt x="1755013" y="848341"/>
                    <a:pt x="1762251" y="848989"/>
                    <a:pt x="1760982" y="844232"/>
                  </a:cubicBezTo>
                  <a:cubicBezTo>
                    <a:pt x="1760982" y="843369"/>
                    <a:pt x="1759014" y="839254"/>
                    <a:pt x="1761426" y="836232"/>
                  </a:cubicBezTo>
                  <a:cubicBezTo>
                    <a:pt x="1762379" y="834930"/>
                    <a:pt x="1764792" y="834066"/>
                    <a:pt x="1766633" y="834498"/>
                  </a:cubicBezTo>
                  <a:lnTo>
                    <a:pt x="1767776" y="834714"/>
                  </a:lnTo>
                  <a:cubicBezTo>
                    <a:pt x="1774063" y="835901"/>
                    <a:pt x="1765744" y="825202"/>
                    <a:pt x="1771396" y="825633"/>
                  </a:cubicBezTo>
                  <a:cubicBezTo>
                    <a:pt x="1776666" y="826065"/>
                    <a:pt x="1780667" y="822820"/>
                    <a:pt x="1812862" y="810387"/>
                  </a:cubicBezTo>
                  <a:cubicBezTo>
                    <a:pt x="1819021" y="807898"/>
                    <a:pt x="1815973" y="820763"/>
                    <a:pt x="1822005" y="818064"/>
                  </a:cubicBezTo>
                  <a:cubicBezTo>
                    <a:pt x="1822704" y="817632"/>
                    <a:pt x="1826577" y="816762"/>
                    <a:pt x="1828101" y="812762"/>
                  </a:cubicBezTo>
                  <a:lnTo>
                    <a:pt x="1834134" y="796004"/>
                  </a:lnTo>
                  <a:cubicBezTo>
                    <a:pt x="1836738" y="788975"/>
                    <a:pt x="1818450" y="795026"/>
                    <a:pt x="1815973" y="788867"/>
                  </a:cubicBezTo>
                  <a:cubicBezTo>
                    <a:pt x="1814322" y="784650"/>
                    <a:pt x="1806765" y="788867"/>
                    <a:pt x="1794510" y="790594"/>
                  </a:cubicBezTo>
                  <a:cubicBezTo>
                    <a:pt x="1786509" y="792328"/>
                    <a:pt x="1775587" y="774160"/>
                    <a:pt x="1767077" y="775671"/>
                  </a:cubicBezTo>
                  <a:cubicBezTo>
                    <a:pt x="1760093" y="777297"/>
                    <a:pt x="1753870" y="776427"/>
                    <a:pt x="1750504" y="780752"/>
                  </a:cubicBezTo>
                  <a:cubicBezTo>
                    <a:pt x="1747647" y="783996"/>
                    <a:pt x="1745297" y="788759"/>
                    <a:pt x="1740535" y="790702"/>
                  </a:cubicBezTo>
                  <a:cubicBezTo>
                    <a:pt x="1738376" y="792004"/>
                    <a:pt x="1732407" y="792759"/>
                    <a:pt x="1731899" y="797623"/>
                  </a:cubicBezTo>
                  <a:cubicBezTo>
                    <a:pt x="1731518" y="798487"/>
                    <a:pt x="1732216" y="803681"/>
                    <a:pt x="1727835" y="803466"/>
                  </a:cubicBezTo>
                  <a:cubicBezTo>
                    <a:pt x="1711071" y="802056"/>
                    <a:pt x="1704276" y="804761"/>
                    <a:pt x="1701355" y="799681"/>
                  </a:cubicBezTo>
                  <a:cubicBezTo>
                    <a:pt x="1698879" y="794487"/>
                    <a:pt x="1693799" y="790054"/>
                    <a:pt x="1696148" y="785406"/>
                  </a:cubicBezTo>
                  <a:cubicBezTo>
                    <a:pt x="1697227" y="782593"/>
                    <a:pt x="1701228" y="778484"/>
                    <a:pt x="1699069" y="774052"/>
                  </a:cubicBezTo>
                  <a:cubicBezTo>
                    <a:pt x="1699069" y="774052"/>
                    <a:pt x="1691703" y="759346"/>
                    <a:pt x="1691703" y="757828"/>
                  </a:cubicBezTo>
                  <a:cubicBezTo>
                    <a:pt x="1691703" y="756317"/>
                    <a:pt x="1683702" y="761397"/>
                    <a:pt x="1683702" y="761397"/>
                  </a:cubicBezTo>
                  <a:cubicBezTo>
                    <a:pt x="1678939" y="764426"/>
                    <a:pt x="1673542" y="761181"/>
                    <a:pt x="1661413" y="759454"/>
                  </a:cubicBezTo>
                  <a:cubicBezTo>
                    <a:pt x="1655699" y="758368"/>
                    <a:pt x="1654239" y="752100"/>
                    <a:pt x="1644205" y="738905"/>
                  </a:cubicBezTo>
                  <a:cubicBezTo>
                    <a:pt x="1640839" y="734149"/>
                    <a:pt x="1647634" y="730148"/>
                    <a:pt x="1658176" y="713384"/>
                  </a:cubicBezTo>
                  <a:cubicBezTo>
                    <a:pt x="1661160" y="709060"/>
                    <a:pt x="1664970" y="716737"/>
                    <a:pt x="1668652" y="719982"/>
                  </a:cubicBezTo>
                  <a:cubicBezTo>
                    <a:pt x="1672018" y="723659"/>
                    <a:pt x="1676971" y="718687"/>
                    <a:pt x="1679892" y="717601"/>
                  </a:cubicBezTo>
                  <a:cubicBezTo>
                    <a:pt x="1684338" y="715226"/>
                    <a:pt x="1689671" y="716737"/>
                    <a:pt x="1693863" y="716737"/>
                  </a:cubicBezTo>
                  <a:cubicBezTo>
                    <a:pt x="1699196" y="717061"/>
                    <a:pt x="1701673" y="711111"/>
                    <a:pt x="1705546" y="707218"/>
                  </a:cubicBezTo>
                  <a:cubicBezTo>
                    <a:pt x="1709166" y="703002"/>
                    <a:pt x="1710309" y="697814"/>
                    <a:pt x="1714754" y="688080"/>
                  </a:cubicBezTo>
                  <a:cubicBezTo>
                    <a:pt x="1717992" y="680510"/>
                    <a:pt x="1748726" y="676510"/>
                    <a:pt x="1754695" y="668617"/>
                  </a:cubicBezTo>
                  <a:cubicBezTo>
                    <a:pt x="1773618" y="645477"/>
                    <a:pt x="1774825" y="638556"/>
                    <a:pt x="1780794" y="639204"/>
                  </a:cubicBezTo>
                  <a:cubicBezTo>
                    <a:pt x="1799082" y="642017"/>
                    <a:pt x="1805051" y="640391"/>
                    <a:pt x="1808797" y="644823"/>
                  </a:cubicBezTo>
                  <a:cubicBezTo>
                    <a:pt x="1815338" y="653586"/>
                    <a:pt x="1822894" y="657587"/>
                    <a:pt x="1819529" y="662235"/>
                  </a:cubicBezTo>
                  <a:cubicBezTo>
                    <a:pt x="1809559" y="675322"/>
                    <a:pt x="1807845" y="680618"/>
                    <a:pt x="1802575" y="683000"/>
                  </a:cubicBezTo>
                  <a:cubicBezTo>
                    <a:pt x="1799653" y="684727"/>
                    <a:pt x="1793430" y="685374"/>
                    <a:pt x="1792795" y="690353"/>
                  </a:cubicBezTo>
                  <a:lnTo>
                    <a:pt x="1792605" y="692080"/>
                  </a:lnTo>
                  <a:cubicBezTo>
                    <a:pt x="1792351" y="693922"/>
                    <a:pt x="1790826" y="695973"/>
                    <a:pt x="1789049" y="696620"/>
                  </a:cubicBezTo>
                  <a:cubicBezTo>
                    <a:pt x="1787906" y="697274"/>
                    <a:pt x="1780667" y="698570"/>
                    <a:pt x="1784476" y="701491"/>
                  </a:cubicBezTo>
                  <a:cubicBezTo>
                    <a:pt x="1786509" y="702786"/>
                    <a:pt x="1789747" y="706895"/>
                    <a:pt x="1794510" y="706679"/>
                  </a:cubicBezTo>
                  <a:cubicBezTo>
                    <a:pt x="1796605" y="706895"/>
                    <a:pt x="1804288" y="704952"/>
                    <a:pt x="1801876" y="709168"/>
                  </a:cubicBezTo>
                  <a:cubicBezTo>
                    <a:pt x="1799400" y="712737"/>
                    <a:pt x="1797876" y="718464"/>
                    <a:pt x="1793050" y="720090"/>
                  </a:cubicBezTo>
                  <a:cubicBezTo>
                    <a:pt x="1785366" y="723443"/>
                    <a:pt x="1776984" y="723335"/>
                    <a:pt x="1778000" y="728631"/>
                  </a:cubicBezTo>
                  <a:cubicBezTo>
                    <a:pt x="1778381" y="729824"/>
                    <a:pt x="1778190" y="736740"/>
                    <a:pt x="1782445" y="734797"/>
                  </a:cubicBezTo>
                  <a:cubicBezTo>
                    <a:pt x="1801368" y="725710"/>
                    <a:pt x="1806956" y="724846"/>
                    <a:pt x="1810638" y="720414"/>
                  </a:cubicBezTo>
                  <a:cubicBezTo>
                    <a:pt x="1818005" y="712413"/>
                    <a:pt x="1820418" y="707542"/>
                    <a:pt x="1825498" y="705383"/>
                  </a:cubicBezTo>
                  <a:lnTo>
                    <a:pt x="1868360" y="687432"/>
                  </a:lnTo>
                  <a:cubicBezTo>
                    <a:pt x="1872805" y="685590"/>
                    <a:pt x="1877123" y="686352"/>
                    <a:pt x="1890458" y="686784"/>
                  </a:cubicBezTo>
                  <a:lnTo>
                    <a:pt x="1972246" y="633901"/>
                  </a:lnTo>
                  <a:lnTo>
                    <a:pt x="1981454" y="608489"/>
                  </a:lnTo>
                  <a:lnTo>
                    <a:pt x="1998535" y="601897"/>
                  </a:lnTo>
                  <a:lnTo>
                    <a:pt x="2010283" y="617791"/>
                  </a:lnTo>
                  <a:lnTo>
                    <a:pt x="2040445" y="619303"/>
                  </a:lnTo>
                  <a:lnTo>
                    <a:pt x="2032571" y="594220"/>
                  </a:lnTo>
                  <a:lnTo>
                    <a:pt x="2066100" y="592055"/>
                  </a:lnTo>
                  <a:lnTo>
                    <a:pt x="2074227" y="574319"/>
                  </a:lnTo>
                  <a:lnTo>
                    <a:pt x="2089594" y="574319"/>
                  </a:lnTo>
                  <a:lnTo>
                    <a:pt x="2095754" y="538416"/>
                  </a:lnTo>
                  <a:lnTo>
                    <a:pt x="2118042" y="541661"/>
                  </a:lnTo>
                  <a:lnTo>
                    <a:pt x="2118042" y="553771"/>
                  </a:lnTo>
                  <a:lnTo>
                    <a:pt x="2151507" y="540798"/>
                  </a:lnTo>
                  <a:lnTo>
                    <a:pt x="2159190" y="499383"/>
                  </a:lnTo>
                  <a:lnTo>
                    <a:pt x="2148776" y="464668"/>
                  </a:lnTo>
                  <a:lnTo>
                    <a:pt x="2172271" y="456235"/>
                  </a:lnTo>
                  <a:lnTo>
                    <a:pt x="2174430" y="448234"/>
                  </a:lnTo>
                  <a:lnTo>
                    <a:pt x="2187639" y="446716"/>
                  </a:lnTo>
                  <a:lnTo>
                    <a:pt x="2187194" y="445421"/>
                  </a:lnTo>
                  <a:cubicBezTo>
                    <a:pt x="2186686" y="443687"/>
                    <a:pt x="2187639" y="441852"/>
                    <a:pt x="2189353" y="441312"/>
                  </a:cubicBezTo>
                  <a:lnTo>
                    <a:pt x="2197735" y="438823"/>
                  </a:lnTo>
                  <a:cubicBezTo>
                    <a:pt x="2199450" y="438283"/>
                    <a:pt x="2202180" y="438823"/>
                    <a:pt x="2203767" y="439795"/>
                  </a:cubicBezTo>
                  <a:lnTo>
                    <a:pt x="2216785" y="448774"/>
                  </a:lnTo>
                  <a:cubicBezTo>
                    <a:pt x="2218309" y="449853"/>
                    <a:pt x="2218690" y="452018"/>
                    <a:pt x="2217864" y="453530"/>
                  </a:cubicBezTo>
                  <a:lnTo>
                    <a:pt x="2216340" y="456127"/>
                  </a:lnTo>
                  <a:lnTo>
                    <a:pt x="2228025" y="456127"/>
                  </a:lnTo>
                  <a:lnTo>
                    <a:pt x="2230945" y="434391"/>
                  </a:lnTo>
                  <a:lnTo>
                    <a:pt x="2241359" y="430282"/>
                  </a:lnTo>
                  <a:lnTo>
                    <a:pt x="2267331" y="344633"/>
                  </a:lnTo>
                  <a:lnTo>
                    <a:pt x="2282126" y="340201"/>
                  </a:lnTo>
                  <a:lnTo>
                    <a:pt x="2290127" y="326034"/>
                  </a:lnTo>
                  <a:lnTo>
                    <a:pt x="2281809" y="311004"/>
                  </a:lnTo>
                  <a:lnTo>
                    <a:pt x="2288095" y="292729"/>
                  </a:lnTo>
                  <a:lnTo>
                    <a:pt x="2260600" y="292297"/>
                  </a:lnTo>
                  <a:lnTo>
                    <a:pt x="2243201" y="305708"/>
                  </a:lnTo>
                  <a:lnTo>
                    <a:pt x="2212340" y="312191"/>
                  </a:lnTo>
                  <a:lnTo>
                    <a:pt x="2206371" y="325603"/>
                  </a:lnTo>
                  <a:lnTo>
                    <a:pt x="2148776" y="327660"/>
                  </a:lnTo>
                  <a:lnTo>
                    <a:pt x="2136140" y="308191"/>
                  </a:lnTo>
                  <a:lnTo>
                    <a:pt x="2142109" y="293592"/>
                  </a:lnTo>
                  <a:lnTo>
                    <a:pt x="2131695" y="280187"/>
                  </a:lnTo>
                  <a:lnTo>
                    <a:pt x="2136457" y="263963"/>
                  </a:lnTo>
                  <a:lnTo>
                    <a:pt x="2117851" y="262776"/>
                  </a:lnTo>
                  <a:lnTo>
                    <a:pt x="2096706" y="240500"/>
                  </a:lnTo>
                  <a:lnTo>
                    <a:pt x="2078545" y="240068"/>
                  </a:lnTo>
                  <a:lnTo>
                    <a:pt x="2062543" y="225469"/>
                  </a:lnTo>
                  <a:lnTo>
                    <a:pt x="2037651" y="230225"/>
                  </a:lnTo>
                  <a:lnTo>
                    <a:pt x="2015363" y="216167"/>
                  </a:lnTo>
                  <a:lnTo>
                    <a:pt x="2018157" y="188595"/>
                  </a:lnTo>
                  <a:lnTo>
                    <a:pt x="1963801" y="44012"/>
                  </a:lnTo>
                  <a:lnTo>
                    <a:pt x="1929638" y="19139"/>
                  </a:lnTo>
                  <a:lnTo>
                    <a:pt x="1911350" y="22384"/>
                  </a:lnTo>
                  <a:lnTo>
                    <a:pt x="1876489" y="0"/>
                  </a:lnTo>
                  <a:lnTo>
                    <a:pt x="1765237" y="13195"/>
                  </a:lnTo>
                  <a:lnTo>
                    <a:pt x="1735963" y="41853"/>
                  </a:lnTo>
                  <a:lnTo>
                    <a:pt x="1736534" y="69101"/>
                  </a:lnTo>
                  <a:lnTo>
                    <a:pt x="1753870" y="62071"/>
                  </a:lnTo>
                  <a:lnTo>
                    <a:pt x="1763268" y="65316"/>
                  </a:lnTo>
                  <a:lnTo>
                    <a:pt x="1765237" y="97758"/>
                  </a:lnTo>
                  <a:lnTo>
                    <a:pt x="1742503" y="110731"/>
                  </a:lnTo>
                  <a:lnTo>
                    <a:pt x="1704784" y="173241"/>
                  </a:lnTo>
                  <a:lnTo>
                    <a:pt x="1718246" y="178105"/>
                  </a:lnTo>
                  <a:lnTo>
                    <a:pt x="1714754" y="198869"/>
                  </a:lnTo>
                  <a:lnTo>
                    <a:pt x="1684591" y="205892"/>
                  </a:lnTo>
                  <a:lnTo>
                    <a:pt x="1656842" y="231305"/>
                  </a:lnTo>
                  <a:lnTo>
                    <a:pt x="1612709" y="210871"/>
                  </a:lnTo>
                  <a:lnTo>
                    <a:pt x="1566163" y="305384"/>
                  </a:lnTo>
                  <a:lnTo>
                    <a:pt x="1589405" y="329711"/>
                  </a:lnTo>
                  <a:lnTo>
                    <a:pt x="1609789" y="313493"/>
                  </a:lnTo>
                  <a:lnTo>
                    <a:pt x="1638490" y="325926"/>
                  </a:lnTo>
                  <a:lnTo>
                    <a:pt x="1655001" y="307003"/>
                  </a:lnTo>
                  <a:lnTo>
                    <a:pt x="1682623" y="310464"/>
                  </a:lnTo>
                  <a:lnTo>
                    <a:pt x="1733740" y="361398"/>
                  </a:lnTo>
                  <a:lnTo>
                    <a:pt x="1733740" y="382702"/>
                  </a:lnTo>
                  <a:lnTo>
                    <a:pt x="1649920" y="376752"/>
                  </a:lnTo>
                  <a:lnTo>
                    <a:pt x="1638490" y="396215"/>
                  </a:lnTo>
                  <a:lnTo>
                    <a:pt x="1603819" y="396215"/>
                  </a:lnTo>
                  <a:lnTo>
                    <a:pt x="1596263" y="421627"/>
                  </a:lnTo>
                  <a:lnTo>
                    <a:pt x="1566926" y="439039"/>
                  </a:lnTo>
                  <a:lnTo>
                    <a:pt x="1532953" y="439039"/>
                  </a:lnTo>
                  <a:lnTo>
                    <a:pt x="1497964" y="469532"/>
                  </a:lnTo>
                  <a:lnTo>
                    <a:pt x="1438339" y="453314"/>
                  </a:lnTo>
                  <a:lnTo>
                    <a:pt x="1414970" y="485432"/>
                  </a:lnTo>
                  <a:lnTo>
                    <a:pt x="1435544" y="513328"/>
                  </a:lnTo>
                  <a:lnTo>
                    <a:pt x="1357693" y="568700"/>
                  </a:lnTo>
                  <a:lnTo>
                    <a:pt x="1267333" y="573564"/>
                  </a:lnTo>
                  <a:lnTo>
                    <a:pt x="1175194" y="611842"/>
                  </a:lnTo>
                  <a:lnTo>
                    <a:pt x="1155064" y="597459"/>
                  </a:lnTo>
                  <a:lnTo>
                    <a:pt x="1124776" y="601243"/>
                  </a:lnTo>
                  <a:lnTo>
                    <a:pt x="1039495" y="563289"/>
                  </a:lnTo>
                  <a:lnTo>
                    <a:pt x="854265" y="563289"/>
                  </a:lnTo>
                  <a:lnTo>
                    <a:pt x="813181" y="490620"/>
                  </a:lnTo>
                  <a:lnTo>
                    <a:pt x="742378" y="459480"/>
                  </a:lnTo>
                  <a:lnTo>
                    <a:pt x="647128" y="450933"/>
                  </a:lnTo>
                  <a:lnTo>
                    <a:pt x="635254" y="429196"/>
                  </a:lnTo>
                  <a:lnTo>
                    <a:pt x="650239" y="412115"/>
                  </a:lnTo>
                  <a:lnTo>
                    <a:pt x="649732" y="365830"/>
                  </a:lnTo>
                  <a:lnTo>
                    <a:pt x="634873" y="357073"/>
                  </a:lnTo>
                  <a:lnTo>
                    <a:pt x="623315" y="323983"/>
                  </a:lnTo>
                  <a:lnTo>
                    <a:pt x="596455" y="308515"/>
                  </a:lnTo>
                  <a:lnTo>
                    <a:pt x="577532" y="310356"/>
                  </a:lnTo>
                  <a:lnTo>
                    <a:pt x="558673" y="301384"/>
                  </a:lnTo>
                  <a:lnTo>
                    <a:pt x="556958" y="289592"/>
                  </a:lnTo>
                  <a:lnTo>
                    <a:pt x="538797" y="281267"/>
                  </a:lnTo>
                  <a:lnTo>
                    <a:pt x="541591" y="271748"/>
                  </a:lnTo>
                  <a:lnTo>
                    <a:pt x="530479" y="266344"/>
                  </a:lnTo>
                  <a:lnTo>
                    <a:pt x="532320" y="249149"/>
                  </a:lnTo>
                  <a:lnTo>
                    <a:pt x="514540" y="252717"/>
                  </a:lnTo>
                  <a:lnTo>
                    <a:pt x="489965" y="258235"/>
                  </a:lnTo>
                  <a:lnTo>
                    <a:pt x="491172" y="273698"/>
                  </a:lnTo>
                  <a:lnTo>
                    <a:pt x="472122" y="287109"/>
                  </a:lnTo>
                  <a:lnTo>
                    <a:pt x="453898" y="287109"/>
                  </a:lnTo>
                  <a:lnTo>
                    <a:pt x="442976" y="310032"/>
                  </a:lnTo>
                  <a:lnTo>
                    <a:pt x="450976" y="350799"/>
                  </a:lnTo>
                  <a:lnTo>
                    <a:pt x="417639" y="370370"/>
                  </a:lnTo>
                  <a:lnTo>
                    <a:pt x="352107" y="351123"/>
                  </a:lnTo>
                  <a:lnTo>
                    <a:pt x="324993" y="428549"/>
                  </a:lnTo>
                  <a:lnTo>
                    <a:pt x="339407" y="435470"/>
                  </a:lnTo>
                  <a:lnTo>
                    <a:pt x="333248" y="452234"/>
                  </a:lnTo>
                  <a:lnTo>
                    <a:pt x="295465" y="444773"/>
                  </a:lnTo>
                  <a:lnTo>
                    <a:pt x="235965" y="456343"/>
                  </a:lnTo>
                  <a:lnTo>
                    <a:pt x="231965" y="470509"/>
                  </a:lnTo>
                  <a:lnTo>
                    <a:pt x="253936" y="472345"/>
                  </a:lnTo>
                  <a:lnTo>
                    <a:pt x="267526" y="540258"/>
                  </a:lnTo>
                  <a:lnTo>
                    <a:pt x="248158" y="557016"/>
                  </a:lnTo>
                  <a:lnTo>
                    <a:pt x="247396" y="589566"/>
                  </a:lnTo>
                  <a:lnTo>
                    <a:pt x="171005" y="636499"/>
                  </a:lnTo>
                  <a:lnTo>
                    <a:pt x="116459" y="641255"/>
                  </a:lnTo>
                  <a:lnTo>
                    <a:pt x="103759" y="664832"/>
                  </a:lnTo>
                  <a:lnTo>
                    <a:pt x="80327" y="672725"/>
                  </a:lnTo>
                  <a:lnTo>
                    <a:pt x="73596" y="657587"/>
                  </a:lnTo>
                  <a:lnTo>
                    <a:pt x="11557" y="682676"/>
                  </a:lnTo>
                  <a:lnTo>
                    <a:pt x="6603" y="691001"/>
                  </a:lnTo>
                  <a:lnTo>
                    <a:pt x="10477" y="702247"/>
                  </a:lnTo>
                  <a:lnTo>
                    <a:pt x="0" y="707326"/>
                  </a:lnTo>
                  <a:lnTo>
                    <a:pt x="3365" y="742690"/>
                  </a:lnTo>
                  <a:lnTo>
                    <a:pt x="14732" y="747992"/>
                  </a:lnTo>
                  <a:lnTo>
                    <a:pt x="19050" y="739553"/>
                  </a:lnTo>
                  <a:lnTo>
                    <a:pt x="49022" y="746150"/>
                  </a:lnTo>
                  <a:lnTo>
                    <a:pt x="65341" y="789731"/>
                  </a:lnTo>
                  <a:lnTo>
                    <a:pt x="43688" y="795680"/>
                  </a:lnTo>
                  <a:lnTo>
                    <a:pt x="28448" y="798055"/>
                  </a:lnTo>
                  <a:lnTo>
                    <a:pt x="34417" y="815683"/>
                  </a:lnTo>
                  <a:lnTo>
                    <a:pt x="34544" y="815359"/>
                  </a:lnTo>
                  <a:close/>
                </a:path>
              </a:pathLst>
            </a:custGeom>
            <a:solidFill>
              <a:schemeClr val="accent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CDE069EB-F1DB-F968-D1CD-F5BB8BF93E92}"/>
                </a:ext>
              </a:extLst>
            </p:cNvPr>
            <p:cNvSpPr/>
            <p:nvPr/>
          </p:nvSpPr>
          <p:spPr>
            <a:xfrm>
              <a:off x="9525305" y="4104689"/>
              <a:ext cx="7433" cy="13794"/>
            </a:xfrm>
            <a:custGeom>
              <a:avLst/>
              <a:gdLst>
                <a:gd name="csX0" fmla="*/ 583 w 7433"/>
                <a:gd name="csY0" fmla="*/ 6104 h 13794"/>
                <a:gd name="csX1" fmla="*/ 3758 w 7433"/>
                <a:gd name="csY1" fmla="*/ 12593 h 13794"/>
                <a:gd name="csX2" fmla="*/ 7314 w 7433"/>
                <a:gd name="csY2" fmla="*/ 4478 h 13794"/>
                <a:gd name="csX3" fmla="*/ 583 w 7433"/>
                <a:gd name="csY3" fmla="*/ 5995 h 13794"/>
                <a:gd name="csX4" fmla="*/ 583 w 7433"/>
                <a:gd name="csY4" fmla="*/ 6104 h 13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33" h="13794">
                  <a:moveTo>
                    <a:pt x="583" y="6104"/>
                  </a:moveTo>
                  <a:lnTo>
                    <a:pt x="3758" y="12593"/>
                  </a:lnTo>
                  <a:cubicBezTo>
                    <a:pt x="5663" y="16702"/>
                    <a:pt x="6298" y="9348"/>
                    <a:pt x="7314" y="4478"/>
                  </a:cubicBezTo>
                  <a:cubicBezTo>
                    <a:pt x="8711" y="-2659"/>
                    <a:pt x="-2655" y="-602"/>
                    <a:pt x="583" y="5995"/>
                  </a:cubicBezTo>
                  <a:lnTo>
                    <a:pt x="583" y="61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E9EA9C80-0F33-07B9-5CA6-3948D91E5F43}"/>
                </a:ext>
              </a:extLst>
            </p:cNvPr>
            <p:cNvSpPr/>
            <p:nvPr/>
          </p:nvSpPr>
          <p:spPr>
            <a:xfrm>
              <a:off x="9468421" y="3945559"/>
              <a:ext cx="200152" cy="160146"/>
            </a:xfrm>
            <a:custGeom>
              <a:avLst/>
              <a:gdLst>
                <a:gd name="csX0" fmla="*/ 27305 w 200152"/>
                <a:gd name="csY0" fmla="*/ 139821 h 160146"/>
                <a:gd name="csX1" fmla="*/ 33846 w 200152"/>
                <a:gd name="csY1" fmla="*/ 142634 h 160146"/>
                <a:gd name="csX2" fmla="*/ 40577 w 200152"/>
                <a:gd name="csY2" fmla="*/ 134734 h 160146"/>
                <a:gd name="csX3" fmla="*/ 48895 w 200152"/>
                <a:gd name="csY3" fmla="*/ 140684 h 160146"/>
                <a:gd name="csX4" fmla="*/ 45022 w 200152"/>
                <a:gd name="csY4" fmla="*/ 154635 h 160146"/>
                <a:gd name="csX5" fmla="*/ 51943 w 200152"/>
                <a:gd name="csY5" fmla="*/ 158852 h 160146"/>
                <a:gd name="csX6" fmla="*/ 55435 w 200152"/>
                <a:gd name="csY6" fmla="*/ 153556 h 160146"/>
                <a:gd name="csX7" fmla="*/ 60706 w 200152"/>
                <a:gd name="csY7" fmla="*/ 151714 h 160146"/>
                <a:gd name="csX8" fmla="*/ 74549 w 200152"/>
                <a:gd name="csY8" fmla="*/ 157340 h 160146"/>
                <a:gd name="csX9" fmla="*/ 76962 w 200152"/>
                <a:gd name="csY9" fmla="*/ 160147 h 160146"/>
                <a:gd name="csX10" fmla="*/ 76962 w 200152"/>
                <a:gd name="csY10" fmla="*/ 159931 h 160146"/>
                <a:gd name="csX11" fmla="*/ 102362 w 200152"/>
                <a:gd name="csY11" fmla="*/ 150742 h 160146"/>
                <a:gd name="csX12" fmla="*/ 101664 w 200152"/>
                <a:gd name="csY12" fmla="*/ 140576 h 160146"/>
                <a:gd name="csX13" fmla="*/ 120142 w 200152"/>
                <a:gd name="csY13" fmla="*/ 139281 h 160146"/>
                <a:gd name="csX14" fmla="*/ 137351 w 200152"/>
                <a:gd name="csY14" fmla="*/ 148901 h 160146"/>
                <a:gd name="csX15" fmla="*/ 142685 w 200152"/>
                <a:gd name="csY15" fmla="*/ 131273 h 160146"/>
                <a:gd name="csX16" fmla="*/ 131826 w 200152"/>
                <a:gd name="csY16" fmla="*/ 121545 h 160146"/>
                <a:gd name="csX17" fmla="*/ 135827 w 200152"/>
                <a:gd name="csY17" fmla="*/ 105213 h 160146"/>
                <a:gd name="csX18" fmla="*/ 155131 w 200152"/>
                <a:gd name="csY18" fmla="*/ 108889 h 160146"/>
                <a:gd name="csX19" fmla="*/ 157163 w 200152"/>
                <a:gd name="csY19" fmla="*/ 94729 h 160146"/>
                <a:gd name="csX20" fmla="*/ 197866 w 200152"/>
                <a:gd name="csY20" fmla="*/ 83693 h 160146"/>
                <a:gd name="csX21" fmla="*/ 191770 w 200152"/>
                <a:gd name="csY21" fmla="*/ 58070 h 160146"/>
                <a:gd name="csX22" fmla="*/ 200152 w 200152"/>
                <a:gd name="csY22" fmla="*/ 41199 h 160146"/>
                <a:gd name="csX23" fmla="*/ 187770 w 200152"/>
                <a:gd name="csY23" fmla="*/ 18383 h 160146"/>
                <a:gd name="csX24" fmla="*/ 192532 w 200152"/>
                <a:gd name="csY24" fmla="*/ 0 h 160146"/>
                <a:gd name="csX25" fmla="*/ 171323 w 200152"/>
                <a:gd name="csY25" fmla="*/ 11246 h 160146"/>
                <a:gd name="csX26" fmla="*/ 160084 w 200152"/>
                <a:gd name="csY26" fmla="*/ 1403 h 160146"/>
                <a:gd name="csX27" fmla="*/ 146559 w 200152"/>
                <a:gd name="csY27" fmla="*/ 8001 h 160146"/>
                <a:gd name="csX28" fmla="*/ 148908 w 200152"/>
                <a:gd name="csY28" fmla="*/ 21736 h 160146"/>
                <a:gd name="csX29" fmla="*/ 136398 w 200152"/>
                <a:gd name="csY29" fmla="*/ 31140 h 160146"/>
                <a:gd name="csX30" fmla="*/ 127635 w 200152"/>
                <a:gd name="csY30" fmla="*/ 23355 h 160146"/>
                <a:gd name="csX31" fmla="*/ 115380 w 200152"/>
                <a:gd name="csY31" fmla="*/ 24759 h 160146"/>
                <a:gd name="csX32" fmla="*/ 106173 w 200152"/>
                <a:gd name="csY32" fmla="*/ 12325 h 160146"/>
                <a:gd name="csX33" fmla="*/ 29782 w 200152"/>
                <a:gd name="csY33" fmla="*/ 11138 h 160146"/>
                <a:gd name="csX34" fmla="*/ 14860 w 200152"/>
                <a:gd name="csY34" fmla="*/ 37198 h 160146"/>
                <a:gd name="csX35" fmla="*/ 0 w 200152"/>
                <a:gd name="csY35" fmla="*/ 41307 h 160146"/>
                <a:gd name="csX36" fmla="*/ 10478 w 200152"/>
                <a:gd name="csY36" fmla="*/ 71583 h 160146"/>
                <a:gd name="csX37" fmla="*/ 23940 w 200152"/>
                <a:gd name="csY37" fmla="*/ 80994 h 160146"/>
                <a:gd name="csX38" fmla="*/ 29464 w 200152"/>
                <a:gd name="csY38" fmla="*/ 103594 h 160146"/>
                <a:gd name="csX39" fmla="*/ 21844 w 200152"/>
                <a:gd name="csY39" fmla="*/ 114300 h 160146"/>
                <a:gd name="csX40" fmla="*/ 23051 w 200152"/>
                <a:gd name="csY40" fmla="*/ 116567 h 160146"/>
                <a:gd name="csX41" fmla="*/ 27369 w 200152"/>
                <a:gd name="csY41" fmla="*/ 139821 h 160146"/>
                <a:gd name="csX42" fmla="*/ 27305 w 200152"/>
                <a:gd name="csY42" fmla="*/ 139821 h 16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00152" h="160146">
                  <a:moveTo>
                    <a:pt x="27305" y="139821"/>
                  </a:moveTo>
                  <a:cubicBezTo>
                    <a:pt x="27940" y="144145"/>
                    <a:pt x="33210" y="142526"/>
                    <a:pt x="33846" y="142634"/>
                  </a:cubicBezTo>
                  <a:cubicBezTo>
                    <a:pt x="38608" y="142196"/>
                    <a:pt x="39498" y="136468"/>
                    <a:pt x="40577" y="134734"/>
                  </a:cubicBezTo>
                  <a:cubicBezTo>
                    <a:pt x="42673" y="129978"/>
                    <a:pt x="46546" y="138195"/>
                    <a:pt x="48895" y="140684"/>
                  </a:cubicBezTo>
                  <a:cubicBezTo>
                    <a:pt x="53340" y="146310"/>
                    <a:pt x="39053" y="150526"/>
                    <a:pt x="45022" y="154635"/>
                  </a:cubicBezTo>
                  <a:cubicBezTo>
                    <a:pt x="45022" y="154635"/>
                    <a:pt x="52070" y="159391"/>
                    <a:pt x="51943" y="158852"/>
                  </a:cubicBezTo>
                  <a:cubicBezTo>
                    <a:pt x="51753" y="158312"/>
                    <a:pt x="55435" y="153556"/>
                    <a:pt x="55435" y="153556"/>
                  </a:cubicBezTo>
                  <a:cubicBezTo>
                    <a:pt x="56515" y="152038"/>
                    <a:pt x="58865" y="151282"/>
                    <a:pt x="60706" y="151714"/>
                  </a:cubicBezTo>
                  <a:cubicBezTo>
                    <a:pt x="65469" y="153339"/>
                    <a:pt x="71310" y="153339"/>
                    <a:pt x="74549" y="157340"/>
                  </a:cubicBezTo>
                  <a:cubicBezTo>
                    <a:pt x="75438" y="158312"/>
                    <a:pt x="76327" y="159175"/>
                    <a:pt x="76962" y="160147"/>
                  </a:cubicBezTo>
                  <a:lnTo>
                    <a:pt x="76962" y="159931"/>
                  </a:lnTo>
                  <a:lnTo>
                    <a:pt x="102362" y="150742"/>
                  </a:lnTo>
                  <a:lnTo>
                    <a:pt x="101664" y="140576"/>
                  </a:lnTo>
                  <a:lnTo>
                    <a:pt x="120142" y="139281"/>
                  </a:lnTo>
                  <a:lnTo>
                    <a:pt x="137351" y="148901"/>
                  </a:lnTo>
                  <a:lnTo>
                    <a:pt x="142685" y="131273"/>
                  </a:lnTo>
                  <a:lnTo>
                    <a:pt x="131826" y="121545"/>
                  </a:lnTo>
                  <a:lnTo>
                    <a:pt x="135827" y="105213"/>
                  </a:lnTo>
                  <a:lnTo>
                    <a:pt x="155131" y="108889"/>
                  </a:lnTo>
                  <a:lnTo>
                    <a:pt x="157163" y="94729"/>
                  </a:lnTo>
                  <a:lnTo>
                    <a:pt x="197866" y="83693"/>
                  </a:lnTo>
                  <a:lnTo>
                    <a:pt x="191770" y="58070"/>
                  </a:lnTo>
                  <a:lnTo>
                    <a:pt x="200152" y="41199"/>
                  </a:lnTo>
                  <a:lnTo>
                    <a:pt x="187770" y="18383"/>
                  </a:lnTo>
                  <a:lnTo>
                    <a:pt x="192532" y="0"/>
                  </a:lnTo>
                  <a:lnTo>
                    <a:pt x="171323" y="11246"/>
                  </a:lnTo>
                  <a:lnTo>
                    <a:pt x="160084" y="1403"/>
                  </a:lnTo>
                  <a:lnTo>
                    <a:pt x="146559" y="8001"/>
                  </a:lnTo>
                  <a:lnTo>
                    <a:pt x="148908" y="21736"/>
                  </a:lnTo>
                  <a:lnTo>
                    <a:pt x="136398" y="31140"/>
                  </a:lnTo>
                  <a:lnTo>
                    <a:pt x="127635" y="23355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860" y="37198"/>
                  </a:lnTo>
                  <a:lnTo>
                    <a:pt x="0" y="41307"/>
                  </a:lnTo>
                  <a:lnTo>
                    <a:pt x="10478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844" y="114300"/>
                  </a:lnTo>
                  <a:cubicBezTo>
                    <a:pt x="22289" y="115055"/>
                    <a:pt x="22543" y="115703"/>
                    <a:pt x="23051" y="116567"/>
                  </a:cubicBezTo>
                  <a:cubicBezTo>
                    <a:pt x="25527" y="121653"/>
                    <a:pt x="25336" y="127165"/>
                    <a:pt x="27369" y="139821"/>
                  </a:cubicBezTo>
                  <a:lnTo>
                    <a:pt x="27305" y="139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65D8B7F5-9C01-FFCD-A1B2-D6D85A66A38F}"/>
                </a:ext>
              </a:extLst>
            </p:cNvPr>
            <p:cNvSpPr/>
            <p:nvPr/>
          </p:nvSpPr>
          <p:spPr>
            <a:xfrm>
              <a:off x="9908095" y="4306999"/>
              <a:ext cx="47498" cy="43746"/>
            </a:xfrm>
            <a:custGeom>
              <a:avLst/>
              <a:gdLst>
                <a:gd name="csX0" fmla="*/ 30036 w 47498"/>
                <a:gd name="csY0" fmla="*/ 23421 h 43746"/>
                <a:gd name="csX1" fmla="*/ 45466 w 47498"/>
                <a:gd name="csY1" fmla="*/ 21795 h 43746"/>
                <a:gd name="csX2" fmla="*/ 47499 w 47498"/>
                <a:gd name="csY2" fmla="*/ 4174 h 43746"/>
                <a:gd name="csX3" fmla="*/ 44704 w 47498"/>
                <a:gd name="csY3" fmla="*/ 3850 h 43746"/>
                <a:gd name="csX4" fmla="*/ 31242 w 47498"/>
                <a:gd name="csY4" fmla="*/ 1037 h 43746"/>
                <a:gd name="csX5" fmla="*/ 9589 w 47498"/>
                <a:gd name="csY5" fmla="*/ 16175 h 43746"/>
                <a:gd name="csX6" fmla="*/ 0 w 47498"/>
                <a:gd name="csY6" fmla="*/ 18334 h 43746"/>
                <a:gd name="csX7" fmla="*/ 13907 w 47498"/>
                <a:gd name="csY7" fmla="*/ 43747 h 43746"/>
                <a:gd name="csX8" fmla="*/ 29973 w 47498"/>
                <a:gd name="csY8" fmla="*/ 23421 h 43746"/>
                <a:gd name="csX9" fmla="*/ 30036 w 47498"/>
                <a:gd name="csY9" fmla="*/ 23421 h 43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498" h="43746">
                  <a:moveTo>
                    <a:pt x="30036" y="23421"/>
                  </a:moveTo>
                  <a:lnTo>
                    <a:pt x="45466" y="21795"/>
                  </a:lnTo>
                  <a:lnTo>
                    <a:pt x="47499" y="4174"/>
                  </a:lnTo>
                  <a:cubicBezTo>
                    <a:pt x="46610" y="4282"/>
                    <a:pt x="45784" y="4282"/>
                    <a:pt x="44704" y="3850"/>
                  </a:cubicBezTo>
                  <a:cubicBezTo>
                    <a:pt x="40449" y="2440"/>
                    <a:pt x="35497" y="-1992"/>
                    <a:pt x="31242" y="1037"/>
                  </a:cubicBezTo>
                  <a:cubicBezTo>
                    <a:pt x="18669" y="9902"/>
                    <a:pt x="13970" y="15096"/>
                    <a:pt x="9589" y="16175"/>
                  </a:cubicBezTo>
                  <a:cubicBezTo>
                    <a:pt x="5271" y="17147"/>
                    <a:pt x="2223" y="17795"/>
                    <a:pt x="0" y="18334"/>
                  </a:cubicBezTo>
                  <a:lnTo>
                    <a:pt x="13907" y="43747"/>
                  </a:lnTo>
                  <a:lnTo>
                    <a:pt x="29973" y="23421"/>
                  </a:lnTo>
                  <a:lnTo>
                    <a:pt x="30036" y="234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1A6DD63A-CC72-7F8B-3793-705C060155EA}"/>
                </a:ext>
              </a:extLst>
            </p:cNvPr>
            <p:cNvSpPr/>
            <p:nvPr/>
          </p:nvSpPr>
          <p:spPr>
            <a:xfrm>
              <a:off x="8304477" y="4722838"/>
              <a:ext cx="5893" cy="5433"/>
            </a:xfrm>
            <a:custGeom>
              <a:avLst/>
              <a:gdLst>
                <a:gd name="csX0" fmla="*/ 52 w 5893"/>
                <a:gd name="csY0" fmla="*/ 2501 h 5433"/>
                <a:gd name="csX1" fmla="*/ 5894 w 5893"/>
                <a:gd name="csY1" fmla="*/ 2177 h 5433"/>
                <a:gd name="csX2" fmla="*/ 52 w 5893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93" h="5433">
                  <a:moveTo>
                    <a:pt x="52" y="2501"/>
                  </a:moveTo>
                  <a:cubicBezTo>
                    <a:pt x="-647" y="6825"/>
                    <a:pt x="5894" y="6070"/>
                    <a:pt x="5894" y="2177"/>
                  </a:cubicBezTo>
                  <a:cubicBezTo>
                    <a:pt x="5894" y="552"/>
                    <a:pt x="751" y="-1931"/>
                    <a:pt x="52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20526B18-A801-30B3-0B3F-4E9165EB5136}"/>
                </a:ext>
              </a:extLst>
            </p:cNvPr>
            <p:cNvSpPr/>
            <p:nvPr/>
          </p:nvSpPr>
          <p:spPr>
            <a:xfrm>
              <a:off x="8341132" y="4688048"/>
              <a:ext cx="5120" cy="6253"/>
            </a:xfrm>
            <a:custGeom>
              <a:avLst/>
              <a:gdLst>
                <a:gd name="csX0" fmla="*/ 672 w 5120"/>
                <a:gd name="csY0" fmla="*/ 309 h 6253"/>
                <a:gd name="csX1" fmla="*/ 4037 w 5120"/>
                <a:gd name="csY1" fmla="*/ 5713 h 6253"/>
                <a:gd name="csX2" fmla="*/ 672 w 5120"/>
                <a:gd name="csY2" fmla="*/ 309 h 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20" h="6253">
                  <a:moveTo>
                    <a:pt x="672" y="309"/>
                  </a:moveTo>
                  <a:cubicBezTo>
                    <a:pt x="-1106" y="1928"/>
                    <a:pt x="862" y="8094"/>
                    <a:pt x="4037" y="5713"/>
                  </a:cubicBezTo>
                  <a:cubicBezTo>
                    <a:pt x="7275" y="3224"/>
                    <a:pt x="2386" y="-1208"/>
                    <a:pt x="672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4D72C169-9E55-7BD7-CAEE-6CDEFC1DFF29}"/>
                </a:ext>
              </a:extLst>
            </p:cNvPr>
            <p:cNvSpPr/>
            <p:nvPr/>
          </p:nvSpPr>
          <p:spPr>
            <a:xfrm>
              <a:off x="8304844" y="4704160"/>
              <a:ext cx="4971" cy="6214"/>
            </a:xfrm>
            <a:custGeom>
              <a:avLst/>
              <a:gdLst>
                <a:gd name="csX0" fmla="*/ 701 w 4971"/>
                <a:gd name="csY0" fmla="*/ 307 h 6214"/>
                <a:gd name="csX1" fmla="*/ 3939 w 4971"/>
                <a:gd name="csY1" fmla="*/ 5711 h 6214"/>
                <a:gd name="csX2" fmla="*/ 701 w 4971"/>
                <a:gd name="csY2" fmla="*/ 307 h 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1" h="6214">
                  <a:moveTo>
                    <a:pt x="701" y="307"/>
                  </a:moveTo>
                  <a:cubicBezTo>
                    <a:pt x="-1140" y="1926"/>
                    <a:pt x="892" y="7984"/>
                    <a:pt x="3939" y="5711"/>
                  </a:cubicBezTo>
                  <a:cubicBezTo>
                    <a:pt x="7051" y="3228"/>
                    <a:pt x="2288" y="-1205"/>
                    <a:pt x="701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FE62E423-C17A-6E1F-5145-1197AE97BC41}"/>
                </a:ext>
              </a:extLst>
            </p:cNvPr>
            <p:cNvSpPr/>
            <p:nvPr/>
          </p:nvSpPr>
          <p:spPr>
            <a:xfrm>
              <a:off x="8958833" y="3412871"/>
              <a:ext cx="131318" cy="64992"/>
            </a:xfrm>
            <a:custGeom>
              <a:avLst/>
              <a:gdLst>
                <a:gd name="csX0" fmla="*/ 11685 w 131318"/>
                <a:gd name="csY0" fmla="*/ 58718 h 64992"/>
                <a:gd name="csX1" fmla="*/ 25908 w 131318"/>
                <a:gd name="csY1" fmla="*/ 56128 h 64992"/>
                <a:gd name="csX2" fmla="*/ 37274 w 131318"/>
                <a:gd name="csY2" fmla="*/ 64236 h 64992"/>
                <a:gd name="csX3" fmla="*/ 59944 w 131318"/>
                <a:gd name="csY3" fmla="*/ 55042 h 64992"/>
                <a:gd name="csX4" fmla="*/ 76327 w 131318"/>
                <a:gd name="csY4" fmla="*/ 64992 h 64992"/>
                <a:gd name="csX5" fmla="*/ 131318 w 131318"/>
                <a:gd name="csY5" fmla="*/ 63043 h 64992"/>
                <a:gd name="csX6" fmla="*/ 124905 w 131318"/>
                <a:gd name="csY6" fmla="*/ 39579 h 64992"/>
                <a:gd name="csX7" fmla="*/ 109410 w 131318"/>
                <a:gd name="csY7" fmla="*/ 39148 h 64992"/>
                <a:gd name="csX8" fmla="*/ 108776 w 131318"/>
                <a:gd name="csY8" fmla="*/ 19139 h 64992"/>
                <a:gd name="csX9" fmla="*/ 108014 w 131318"/>
                <a:gd name="csY9" fmla="*/ 8439 h 64992"/>
                <a:gd name="csX10" fmla="*/ 61087 w 131318"/>
                <a:gd name="csY10" fmla="*/ 9303 h 64992"/>
                <a:gd name="csX11" fmla="*/ 61785 w 131318"/>
                <a:gd name="csY11" fmla="*/ 0 h 64992"/>
                <a:gd name="csX12" fmla="*/ 32258 w 131318"/>
                <a:gd name="csY12" fmla="*/ 6921 h 64992"/>
                <a:gd name="csX13" fmla="*/ 6414 w 131318"/>
                <a:gd name="csY13" fmla="*/ 36982 h 64992"/>
                <a:gd name="csX14" fmla="*/ 0 w 131318"/>
                <a:gd name="csY14" fmla="*/ 46285 h 64992"/>
                <a:gd name="csX15" fmla="*/ 11685 w 131318"/>
                <a:gd name="csY15" fmla="*/ 58718 h 64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1318" h="64992">
                  <a:moveTo>
                    <a:pt x="11685" y="58718"/>
                  </a:moveTo>
                  <a:lnTo>
                    <a:pt x="25908" y="56128"/>
                  </a:lnTo>
                  <a:lnTo>
                    <a:pt x="37274" y="64236"/>
                  </a:lnTo>
                  <a:lnTo>
                    <a:pt x="59944" y="55042"/>
                  </a:lnTo>
                  <a:lnTo>
                    <a:pt x="76327" y="64992"/>
                  </a:lnTo>
                  <a:lnTo>
                    <a:pt x="131318" y="63043"/>
                  </a:lnTo>
                  <a:lnTo>
                    <a:pt x="124905" y="39579"/>
                  </a:lnTo>
                  <a:lnTo>
                    <a:pt x="109410" y="39148"/>
                  </a:lnTo>
                  <a:lnTo>
                    <a:pt x="108776" y="19139"/>
                  </a:lnTo>
                  <a:lnTo>
                    <a:pt x="108014" y="8439"/>
                  </a:lnTo>
                  <a:lnTo>
                    <a:pt x="61087" y="9303"/>
                  </a:lnTo>
                  <a:lnTo>
                    <a:pt x="61785" y="0"/>
                  </a:lnTo>
                  <a:lnTo>
                    <a:pt x="32258" y="6921"/>
                  </a:lnTo>
                  <a:lnTo>
                    <a:pt x="6414" y="36982"/>
                  </a:lnTo>
                  <a:lnTo>
                    <a:pt x="0" y="46285"/>
                  </a:lnTo>
                  <a:lnTo>
                    <a:pt x="11685" y="587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A5EB8DCE-9CE1-BFCE-1FCE-DE2981F2E834}"/>
                </a:ext>
              </a:extLst>
            </p:cNvPr>
            <p:cNvSpPr/>
            <p:nvPr/>
          </p:nvSpPr>
          <p:spPr>
            <a:xfrm>
              <a:off x="9056119" y="3635208"/>
              <a:ext cx="7230" cy="10970"/>
            </a:xfrm>
            <a:custGeom>
              <a:avLst/>
              <a:gdLst>
                <a:gd name="csX0" fmla="*/ 1965 w 7230"/>
                <a:gd name="csY0" fmla="*/ 966 h 10970"/>
                <a:gd name="csX1" fmla="*/ 1013 w 7230"/>
                <a:gd name="csY1" fmla="*/ 2160 h 10970"/>
                <a:gd name="csX2" fmla="*/ 2537 w 7230"/>
                <a:gd name="csY2" fmla="*/ 9837 h 10970"/>
                <a:gd name="csX3" fmla="*/ 6284 w 7230"/>
                <a:gd name="csY3" fmla="*/ 9837 h 10970"/>
                <a:gd name="csX4" fmla="*/ 5458 w 7230"/>
                <a:gd name="csY4" fmla="*/ 1404 h 10970"/>
                <a:gd name="csX5" fmla="*/ 1965 w 7230"/>
                <a:gd name="csY5" fmla="*/ 966 h 10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0" h="10970">
                  <a:moveTo>
                    <a:pt x="1965" y="966"/>
                  </a:moveTo>
                  <a:lnTo>
                    <a:pt x="1013" y="2160"/>
                  </a:lnTo>
                  <a:cubicBezTo>
                    <a:pt x="-1845" y="5621"/>
                    <a:pt x="2219" y="9081"/>
                    <a:pt x="2537" y="9837"/>
                  </a:cubicBezTo>
                  <a:cubicBezTo>
                    <a:pt x="3616" y="11348"/>
                    <a:pt x="5331" y="11348"/>
                    <a:pt x="6284" y="9837"/>
                  </a:cubicBezTo>
                  <a:cubicBezTo>
                    <a:pt x="8697" y="6377"/>
                    <a:pt x="5775" y="2376"/>
                    <a:pt x="5458" y="1404"/>
                  </a:cubicBezTo>
                  <a:cubicBezTo>
                    <a:pt x="4696" y="-329"/>
                    <a:pt x="3045" y="-437"/>
                    <a:pt x="1965" y="9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1468AF2D-16A5-6D80-F451-4E5357024492}"/>
                </a:ext>
              </a:extLst>
            </p:cNvPr>
            <p:cNvSpPr/>
            <p:nvPr/>
          </p:nvSpPr>
          <p:spPr>
            <a:xfrm>
              <a:off x="9039674" y="3640315"/>
              <a:ext cx="9251" cy="17619"/>
            </a:xfrm>
            <a:custGeom>
              <a:avLst/>
              <a:gdLst>
                <a:gd name="csX0" fmla="*/ 3995 w 9251"/>
                <a:gd name="csY0" fmla="*/ 292 h 17619"/>
                <a:gd name="csX1" fmla="*/ 1963 w 9251"/>
                <a:gd name="csY1" fmla="*/ 6242 h 17619"/>
                <a:gd name="csX2" fmla="*/ 7678 w 9251"/>
                <a:gd name="csY2" fmla="*/ 11322 h 17619"/>
                <a:gd name="csX3" fmla="*/ 7488 w 9251"/>
                <a:gd name="csY3" fmla="*/ 2026 h 17619"/>
                <a:gd name="csX4" fmla="*/ 3995 w 9251"/>
                <a:gd name="csY4" fmla="*/ 292 h 17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51" h="17619">
                  <a:moveTo>
                    <a:pt x="3995" y="292"/>
                  </a:moveTo>
                  <a:cubicBezTo>
                    <a:pt x="1201" y="1918"/>
                    <a:pt x="2090" y="5703"/>
                    <a:pt x="1963" y="6242"/>
                  </a:cubicBezTo>
                  <a:cubicBezTo>
                    <a:pt x="2407" y="15653"/>
                    <a:pt x="-5530" y="23654"/>
                    <a:pt x="7678" y="11322"/>
                  </a:cubicBezTo>
                  <a:cubicBezTo>
                    <a:pt x="11170" y="8084"/>
                    <a:pt x="7805" y="3645"/>
                    <a:pt x="7488" y="2026"/>
                  </a:cubicBezTo>
                  <a:cubicBezTo>
                    <a:pt x="6853" y="292"/>
                    <a:pt x="5329" y="-463"/>
                    <a:pt x="3995" y="2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7DCBE0ED-16F5-992E-F007-644403BC31E1}"/>
                </a:ext>
              </a:extLst>
            </p:cNvPr>
            <p:cNvSpPr/>
            <p:nvPr/>
          </p:nvSpPr>
          <p:spPr>
            <a:xfrm>
              <a:off x="8935593" y="3496678"/>
              <a:ext cx="173608" cy="199516"/>
            </a:xfrm>
            <a:custGeom>
              <a:avLst/>
              <a:gdLst>
                <a:gd name="csX0" fmla="*/ 157480 w 173608"/>
                <a:gd name="csY0" fmla="*/ 187509 h 199516"/>
                <a:gd name="csX1" fmla="*/ 173609 w 173608"/>
                <a:gd name="csY1" fmla="*/ 195948 h 199516"/>
                <a:gd name="csX2" fmla="*/ 155701 w 173608"/>
                <a:gd name="csY2" fmla="*/ 100139 h 199516"/>
                <a:gd name="csX3" fmla="*/ 134493 w 173608"/>
                <a:gd name="csY3" fmla="*/ 95377 h 199516"/>
                <a:gd name="csX4" fmla="*/ 131381 w 173608"/>
                <a:gd name="csY4" fmla="*/ 118307 h 199516"/>
                <a:gd name="csX5" fmla="*/ 113220 w 173608"/>
                <a:gd name="csY5" fmla="*/ 107277 h 199516"/>
                <a:gd name="csX6" fmla="*/ 110934 w 173608"/>
                <a:gd name="csY6" fmla="*/ 80562 h 199516"/>
                <a:gd name="csX7" fmla="*/ 143701 w 173608"/>
                <a:gd name="csY7" fmla="*/ 69748 h 199516"/>
                <a:gd name="csX8" fmla="*/ 162306 w 173608"/>
                <a:gd name="csY8" fmla="*/ 45314 h 199516"/>
                <a:gd name="csX9" fmla="*/ 149351 w 173608"/>
                <a:gd name="csY9" fmla="*/ 33845 h 199516"/>
                <a:gd name="csX10" fmla="*/ 88074 w 173608"/>
                <a:gd name="csY10" fmla="*/ 48120 h 199516"/>
                <a:gd name="csX11" fmla="*/ 69469 w 173608"/>
                <a:gd name="csY11" fmla="*/ 42069 h 199516"/>
                <a:gd name="csX12" fmla="*/ 70421 w 173608"/>
                <a:gd name="csY12" fmla="*/ 15138 h 199516"/>
                <a:gd name="csX13" fmla="*/ 55054 w 173608"/>
                <a:gd name="csY13" fmla="*/ 6921 h 199516"/>
                <a:gd name="csX14" fmla="*/ 49339 w 173608"/>
                <a:gd name="csY14" fmla="*/ 16548 h 199516"/>
                <a:gd name="csX15" fmla="*/ 20574 w 173608"/>
                <a:gd name="csY15" fmla="*/ 0 h 199516"/>
                <a:gd name="csX16" fmla="*/ 8509 w 173608"/>
                <a:gd name="csY16" fmla="*/ 25952 h 199516"/>
                <a:gd name="csX17" fmla="*/ 33210 w 173608"/>
                <a:gd name="csY17" fmla="*/ 47796 h 199516"/>
                <a:gd name="csX18" fmla="*/ 12636 w 173608"/>
                <a:gd name="csY18" fmla="*/ 50609 h 199516"/>
                <a:gd name="csX19" fmla="*/ 0 w 173608"/>
                <a:gd name="csY19" fmla="*/ 67913 h 199516"/>
                <a:gd name="csX20" fmla="*/ 27876 w 173608"/>
                <a:gd name="csY20" fmla="*/ 84131 h 199516"/>
                <a:gd name="csX21" fmla="*/ 29718 w 173608"/>
                <a:gd name="csY21" fmla="*/ 98838 h 199516"/>
                <a:gd name="csX22" fmla="*/ 21717 w 173608"/>
                <a:gd name="csY22" fmla="*/ 109328 h 199516"/>
                <a:gd name="csX23" fmla="*/ 38481 w 173608"/>
                <a:gd name="csY23" fmla="*/ 161341 h 199516"/>
                <a:gd name="csX24" fmla="*/ 40894 w 173608"/>
                <a:gd name="csY24" fmla="*/ 158420 h 199516"/>
                <a:gd name="csX25" fmla="*/ 46926 w 173608"/>
                <a:gd name="csY25" fmla="*/ 174212 h 199516"/>
                <a:gd name="csX26" fmla="*/ 62293 w 173608"/>
                <a:gd name="csY26" fmla="*/ 162858 h 199516"/>
                <a:gd name="csX27" fmla="*/ 64706 w 173608"/>
                <a:gd name="csY27" fmla="*/ 151175 h 199516"/>
                <a:gd name="csX28" fmla="*/ 68263 w 173608"/>
                <a:gd name="csY28" fmla="*/ 162204 h 199516"/>
                <a:gd name="csX29" fmla="*/ 85788 w 173608"/>
                <a:gd name="csY29" fmla="*/ 164909 h 199516"/>
                <a:gd name="csX30" fmla="*/ 97409 w 173608"/>
                <a:gd name="csY30" fmla="*/ 156261 h 199516"/>
                <a:gd name="csX31" fmla="*/ 99123 w 173608"/>
                <a:gd name="csY31" fmla="*/ 146094 h 199516"/>
                <a:gd name="csX32" fmla="*/ 93599 w 173608"/>
                <a:gd name="csY32" fmla="*/ 132467 h 199516"/>
                <a:gd name="csX33" fmla="*/ 96520 w 173608"/>
                <a:gd name="csY33" fmla="*/ 126200 h 199516"/>
                <a:gd name="csX34" fmla="*/ 109093 w 173608"/>
                <a:gd name="csY34" fmla="*/ 136690 h 199516"/>
                <a:gd name="csX35" fmla="*/ 115760 w 173608"/>
                <a:gd name="csY35" fmla="*/ 133661 h 199516"/>
                <a:gd name="csX36" fmla="*/ 116332 w 173608"/>
                <a:gd name="csY36" fmla="*/ 132683 h 199516"/>
                <a:gd name="csX37" fmla="*/ 121285 w 173608"/>
                <a:gd name="csY37" fmla="*/ 129877 h 199516"/>
                <a:gd name="csX38" fmla="*/ 121665 w 173608"/>
                <a:gd name="csY38" fmla="*/ 129877 h 199516"/>
                <a:gd name="csX39" fmla="*/ 126936 w 173608"/>
                <a:gd name="csY39" fmla="*/ 132683 h 199516"/>
                <a:gd name="csX40" fmla="*/ 135953 w 173608"/>
                <a:gd name="csY40" fmla="*/ 148044 h 199516"/>
                <a:gd name="csX41" fmla="*/ 142303 w 173608"/>
                <a:gd name="csY41" fmla="*/ 183077 h 199516"/>
                <a:gd name="csX42" fmla="*/ 149987 w 173608"/>
                <a:gd name="csY42" fmla="*/ 199517 h 199516"/>
                <a:gd name="csX43" fmla="*/ 157480 w 173608"/>
                <a:gd name="csY43" fmla="*/ 187833 h 199516"/>
                <a:gd name="csX44" fmla="*/ 157480 w 173608"/>
                <a:gd name="csY44" fmla="*/ 187509 h 199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3608" h="199516">
                  <a:moveTo>
                    <a:pt x="157480" y="187509"/>
                  </a:moveTo>
                  <a:lnTo>
                    <a:pt x="173609" y="195948"/>
                  </a:lnTo>
                  <a:lnTo>
                    <a:pt x="155701" y="100139"/>
                  </a:lnTo>
                  <a:lnTo>
                    <a:pt x="134493" y="95377"/>
                  </a:lnTo>
                  <a:lnTo>
                    <a:pt x="131381" y="118307"/>
                  </a:lnTo>
                  <a:lnTo>
                    <a:pt x="113220" y="107277"/>
                  </a:lnTo>
                  <a:lnTo>
                    <a:pt x="110934" y="80562"/>
                  </a:lnTo>
                  <a:lnTo>
                    <a:pt x="143701" y="69748"/>
                  </a:lnTo>
                  <a:lnTo>
                    <a:pt x="162306" y="45314"/>
                  </a:lnTo>
                  <a:lnTo>
                    <a:pt x="149351" y="33845"/>
                  </a:lnTo>
                  <a:lnTo>
                    <a:pt x="88074" y="48120"/>
                  </a:lnTo>
                  <a:lnTo>
                    <a:pt x="69469" y="42069"/>
                  </a:lnTo>
                  <a:lnTo>
                    <a:pt x="70421" y="15138"/>
                  </a:lnTo>
                  <a:lnTo>
                    <a:pt x="55054" y="6921"/>
                  </a:lnTo>
                  <a:lnTo>
                    <a:pt x="49339" y="16548"/>
                  </a:lnTo>
                  <a:lnTo>
                    <a:pt x="20574" y="0"/>
                  </a:lnTo>
                  <a:lnTo>
                    <a:pt x="8509" y="25952"/>
                  </a:lnTo>
                  <a:lnTo>
                    <a:pt x="33210" y="47796"/>
                  </a:lnTo>
                  <a:lnTo>
                    <a:pt x="12636" y="50609"/>
                  </a:lnTo>
                  <a:lnTo>
                    <a:pt x="0" y="67913"/>
                  </a:lnTo>
                  <a:lnTo>
                    <a:pt x="27876" y="84131"/>
                  </a:lnTo>
                  <a:lnTo>
                    <a:pt x="29718" y="98838"/>
                  </a:lnTo>
                  <a:lnTo>
                    <a:pt x="21717" y="109328"/>
                  </a:lnTo>
                  <a:lnTo>
                    <a:pt x="38481" y="161341"/>
                  </a:lnTo>
                  <a:cubicBezTo>
                    <a:pt x="39052" y="160045"/>
                    <a:pt x="39814" y="159074"/>
                    <a:pt x="40894" y="158420"/>
                  </a:cubicBezTo>
                  <a:cubicBezTo>
                    <a:pt x="46863" y="154851"/>
                    <a:pt x="40322" y="177781"/>
                    <a:pt x="46926" y="174212"/>
                  </a:cubicBezTo>
                  <a:cubicBezTo>
                    <a:pt x="54863" y="169342"/>
                    <a:pt x="62420" y="168370"/>
                    <a:pt x="62293" y="162858"/>
                  </a:cubicBezTo>
                  <a:cubicBezTo>
                    <a:pt x="62738" y="157556"/>
                    <a:pt x="60578" y="148475"/>
                    <a:pt x="64706" y="151175"/>
                  </a:cubicBezTo>
                  <a:cubicBezTo>
                    <a:pt x="68580" y="153663"/>
                    <a:pt x="67754" y="159505"/>
                    <a:pt x="68263" y="162204"/>
                  </a:cubicBezTo>
                  <a:cubicBezTo>
                    <a:pt x="68897" y="167722"/>
                    <a:pt x="76835" y="164370"/>
                    <a:pt x="85788" y="164909"/>
                  </a:cubicBezTo>
                  <a:cubicBezTo>
                    <a:pt x="90995" y="164693"/>
                    <a:pt x="93789" y="159398"/>
                    <a:pt x="97409" y="156261"/>
                  </a:cubicBezTo>
                  <a:cubicBezTo>
                    <a:pt x="100647" y="152908"/>
                    <a:pt x="98996" y="147936"/>
                    <a:pt x="99123" y="146094"/>
                  </a:cubicBezTo>
                  <a:cubicBezTo>
                    <a:pt x="98678" y="141014"/>
                    <a:pt x="95567" y="136690"/>
                    <a:pt x="93599" y="132467"/>
                  </a:cubicBezTo>
                  <a:cubicBezTo>
                    <a:pt x="91630" y="128575"/>
                    <a:pt x="93599" y="122847"/>
                    <a:pt x="96520" y="126200"/>
                  </a:cubicBezTo>
                  <a:cubicBezTo>
                    <a:pt x="101155" y="130848"/>
                    <a:pt x="103695" y="136798"/>
                    <a:pt x="109093" y="136690"/>
                  </a:cubicBezTo>
                  <a:cubicBezTo>
                    <a:pt x="109727" y="136582"/>
                    <a:pt x="113728" y="137338"/>
                    <a:pt x="115760" y="133661"/>
                  </a:cubicBezTo>
                  <a:lnTo>
                    <a:pt x="116332" y="132683"/>
                  </a:lnTo>
                  <a:cubicBezTo>
                    <a:pt x="117221" y="131064"/>
                    <a:pt x="119443" y="129768"/>
                    <a:pt x="121285" y="129877"/>
                  </a:cubicBezTo>
                  <a:lnTo>
                    <a:pt x="121665" y="129877"/>
                  </a:lnTo>
                  <a:cubicBezTo>
                    <a:pt x="123507" y="129877"/>
                    <a:pt x="125857" y="131172"/>
                    <a:pt x="126936" y="132683"/>
                  </a:cubicBezTo>
                  <a:cubicBezTo>
                    <a:pt x="130937" y="138957"/>
                    <a:pt x="135064" y="142742"/>
                    <a:pt x="135953" y="148044"/>
                  </a:cubicBezTo>
                  <a:cubicBezTo>
                    <a:pt x="140017" y="173019"/>
                    <a:pt x="139826" y="177781"/>
                    <a:pt x="142303" y="183077"/>
                  </a:cubicBezTo>
                  <a:cubicBezTo>
                    <a:pt x="145478" y="189459"/>
                    <a:pt x="147955" y="194970"/>
                    <a:pt x="149987" y="199517"/>
                  </a:cubicBezTo>
                  <a:lnTo>
                    <a:pt x="157480" y="187833"/>
                  </a:lnTo>
                  <a:lnTo>
                    <a:pt x="157480" y="187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AC65012E-039B-EBC5-1A23-EB23CA8F5315}"/>
                </a:ext>
              </a:extLst>
            </p:cNvPr>
            <p:cNvSpPr/>
            <p:nvPr/>
          </p:nvSpPr>
          <p:spPr>
            <a:xfrm>
              <a:off x="7525341" y="3489360"/>
              <a:ext cx="7249" cy="14609"/>
            </a:xfrm>
            <a:custGeom>
              <a:avLst/>
              <a:gdLst>
                <a:gd name="csX0" fmla="*/ 4679 w 7249"/>
                <a:gd name="csY0" fmla="*/ 721 h 14609"/>
                <a:gd name="csX1" fmla="*/ 3727 w 7249"/>
                <a:gd name="csY1" fmla="*/ 289 h 14609"/>
                <a:gd name="csX2" fmla="*/ 2520 w 7249"/>
                <a:gd name="csY2" fmla="*/ 13484 h 14609"/>
                <a:gd name="csX3" fmla="*/ 6330 w 7249"/>
                <a:gd name="csY3" fmla="*/ 12836 h 14609"/>
                <a:gd name="csX4" fmla="*/ 4679 w 7249"/>
                <a:gd name="csY4" fmla="*/ 721 h 14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9" h="14609">
                  <a:moveTo>
                    <a:pt x="4679" y="721"/>
                  </a:moveTo>
                  <a:lnTo>
                    <a:pt x="3727" y="289"/>
                  </a:lnTo>
                  <a:cubicBezTo>
                    <a:pt x="-1354" y="-2086"/>
                    <a:pt x="-719" y="10887"/>
                    <a:pt x="2520" y="13484"/>
                  </a:cubicBezTo>
                  <a:cubicBezTo>
                    <a:pt x="2520" y="13484"/>
                    <a:pt x="5886" y="16405"/>
                    <a:pt x="6330" y="12836"/>
                  </a:cubicBezTo>
                  <a:cubicBezTo>
                    <a:pt x="6330" y="9160"/>
                    <a:pt x="9251" y="2886"/>
                    <a:pt x="4679" y="7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7F30393A-68D1-BC89-314A-53DA2ECC7F43}"/>
                </a:ext>
              </a:extLst>
            </p:cNvPr>
            <p:cNvSpPr/>
            <p:nvPr/>
          </p:nvSpPr>
          <p:spPr>
            <a:xfrm>
              <a:off x="7318756" y="2837795"/>
              <a:ext cx="203365" cy="154635"/>
            </a:xfrm>
            <a:custGeom>
              <a:avLst/>
              <a:gdLst>
                <a:gd name="csX0" fmla="*/ 126111 w 203365"/>
                <a:gd name="csY0" fmla="*/ 112249 h 154635"/>
                <a:gd name="csX1" fmla="*/ 117665 w 203365"/>
                <a:gd name="csY1" fmla="*/ 119278 h 154635"/>
                <a:gd name="csX2" fmla="*/ 113284 w 203365"/>
                <a:gd name="csY2" fmla="*/ 135172 h 154635"/>
                <a:gd name="csX3" fmla="*/ 135826 w 203365"/>
                <a:gd name="csY3" fmla="*/ 154635 h 154635"/>
                <a:gd name="csX4" fmla="*/ 147638 w 203365"/>
                <a:gd name="csY4" fmla="*/ 154635 h 154635"/>
                <a:gd name="csX5" fmla="*/ 151002 w 203365"/>
                <a:gd name="csY5" fmla="*/ 119063 h 154635"/>
                <a:gd name="csX6" fmla="*/ 159194 w 203365"/>
                <a:gd name="csY6" fmla="*/ 123927 h 154635"/>
                <a:gd name="csX7" fmla="*/ 160718 w 203365"/>
                <a:gd name="csY7" fmla="*/ 115926 h 154635"/>
                <a:gd name="csX8" fmla="*/ 165925 w 203365"/>
                <a:gd name="csY8" fmla="*/ 113868 h 154635"/>
                <a:gd name="csX9" fmla="*/ 167894 w 203365"/>
                <a:gd name="csY9" fmla="*/ 111601 h 154635"/>
                <a:gd name="csX10" fmla="*/ 164846 w 203365"/>
                <a:gd name="csY10" fmla="*/ 104680 h 154635"/>
                <a:gd name="csX11" fmla="*/ 165798 w 203365"/>
                <a:gd name="csY11" fmla="*/ 98190 h 154635"/>
                <a:gd name="csX12" fmla="*/ 170052 w 203365"/>
                <a:gd name="csY12" fmla="*/ 76994 h 154635"/>
                <a:gd name="csX13" fmla="*/ 180403 w 203365"/>
                <a:gd name="csY13" fmla="*/ 68669 h 154635"/>
                <a:gd name="csX14" fmla="*/ 193103 w 203365"/>
                <a:gd name="csY14" fmla="*/ 66719 h 154635"/>
                <a:gd name="csX15" fmla="*/ 200787 w 203365"/>
                <a:gd name="csY15" fmla="*/ 70834 h 154635"/>
                <a:gd name="csX16" fmla="*/ 203263 w 203365"/>
                <a:gd name="csY16" fmla="*/ 69209 h 154635"/>
                <a:gd name="csX17" fmla="*/ 188531 w 203365"/>
                <a:gd name="csY17" fmla="*/ 56667 h 154635"/>
                <a:gd name="csX18" fmla="*/ 182563 w 203365"/>
                <a:gd name="csY18" fmla="*/ 57315 h 154635"/>
                <a:gd name="csX19" fmla="*/ 171132 w 203365"/>
                <a:gd name="csY19" fmla="*/ 49206 h 154635"/>
                <a:gd name="csX20" fmla="*/ 158750 w 203365"/>
                <a:gd name="csY20" fmla="*/ 35687 h 154635"/>
                <a:gd name="csX21" fmla="*/ 154114 w 203365"/>
                <a:gd name="csY21" fmla="*/ 22708 h 154635"/>
                <a:gd name="csX22" fmla="*/ 140017 w 203365"/>
                <a:gd name="csY22" fmla="*/ 6058 h 154635"/>
                <a:gd name="csX23" fmla="*/ 110299 w 203365"/>
                <a:gd name="csY23" fmla="*/ 31902 h 154635"/>
                <a:gd name="csX24" fmla="*/ 73151 w 203365"/>
                <a:gd name="csY24" fmla="*/ 6166 h 154635"/>
                <a:gd name="csX25" fmla="*/ 58356 w 203365"/>
                <a:gd name="csY25" fmla="*/ 0 h 154635"/>
                <a:gd name="csX26" fmla="*/ 43307 w 203365"/>
                <a:gd name="csY26" fmla="*/ 12656 h 154635"/>
                <a:gd name="csX27" fmla="*/ 65024 w 203365"/>
                <a:gd name="csY27" fmla="*/ 29845 h 154635"/>
                <a:gd name="csX28" fmla="*/ 56261 w 203365"/>
                <a:gd name="csY28" fmla="*/ 43040 h 154635"/>
                <a:gd name="csX29" fmla="*/ 9969 w 203365"/>
                <a:gd name="csY29" fmla="*/ 19793 h 154635"/>
                <a:gd name="csX30" fmla="*/ 0 w 203365"/>
                <a:gd name="csY30" fmla="*/ 32118 h 154635"/>
                <a:gd name="csX31" fmla="*/ 15811 w 203365"/>
                <a:gd name="csY31" fmla="*/ 46285 h 154635"/>
                <a:gd name="csX32" fmla="*/ 15112 w 203365"/>
                <a:gd name="csY32" fmla="*/ 57099 h 154635"/>
                <a:gd name="csX33" fmla="*/ 38735 w 203365"/>
                <a:gd name="csY33" fmla="*/ 72777 h 154635"/>
                <a:gd name="csX34" fmla="*/ 37655 w 203365"/>
                <a:gd name="csY34" fmla="*/ 81756 h 154635"/>
                <a:gd name="csX35" fmla="*/ 58102 w 203365"/>
                <a:gd name="csY35" fmla="*/ 104896 h 154635"/>
                <a:gd name="csX36" fmla="*/ 61150 w 203365"/>
                <a:gd name="csY36" fmla="*/ 136360 h 154635"/>
                <a:gd name="csX37" fmla="*/ 110299 w 203365"/>
                <a:gd name="csY37" fmla="*/ 99162 h 154635"/>
                <a:gd name="csX38" fmla="*/ 126111 w 203365"/>
                <a:gd name="csY38" fmla="*/ 112141 h 154635"/>
                <a:gd name="csX39" fmla="*/ 126111 w 203365"/>
                <a:gd name="csY39" fmla="*/ 112249 h 154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03365" h="154635">
                  <a:moveTo>
                    <a:pt x="126111" y="112249"/>
                  </a:moveTo>
                  <a:lnTo>
                    <a:pt x="117665" y="119278"/>
                  </a:lnTo>
                  <a:lnTo>
                    <a:pt x="113284" y="135172"/>
                  </a:lnTo>
                  <a:lnTo>
                    <a:pt x="135826" y="154635"/>
                  </a:lnTo>
                  <a:lnTo>
                    <a:pt x="147638" y="154635"/>
                  </a:lnTo>
                  <a:cubicBezTo>
                    <a:pt x="145923" y="139821"/>
                    <a:pt x="145034" y="123495"/>
                    <a:pt x="151002" y="119063"/>
                  </a:cubicBezTo>
                  <a:cubicBezTo>
                    <a:pt x="155828" y="115386"/>
                    <a:pt x="157987" y="130632"/>
                    <a:pt x="159194" y="123927"/>
                  </a:cubicBezTo>
                  <a:lnTo>
                    <a:pt x="160718" y="115926"/>
                  </a:lnTo>
                  <a:cubicBezTo>
                    <a:pt x="161480" y="112141"/>
                    <a:pt x="166433" y="113760"/>
                    <a:pt x="165925" y="113868"/>
                  </a:cubicBezTo>
                  <a:cubicBezTo>
                    <a:pt x="167767" y="114300"/>
                    <a:pt x="168592" y="113328"/>
                    <a:pt x="167894" y="111601"/>
                  </a:cubicBezTo>
                  <a:lnTo>
                    <a:pt x="164846" y="104680"/>
                  </a:lnTo>
                  <a:cubicBezTo>
                    <a:pt x="163449" y="101327"/>
                    <a:pt x="166052" y="97542"/>
                    <a:pt x="165798" y="98190"/>
                  </a:cubicBezTo>
                  <a:cubicBezTo>
                    <a:pt x="170052" y="91808"/>
                    <a:pt x="165290" y="82404"/>
                    <a:pt x="170052" y="76994"/>
                  </a:cubicBezTo>
                  <a:cubicBezTo>
                    <a:pt x="173736" y="72885"/>
                    <a:pt x="176085" y="69317"/>
                    <a:pt x="180403" y="68669"/>
                  </a:cubicBezTo>
                  <a:lnTo>
                    <a:pt x="193103" y="66719"/>
                  </a:lnTo>
                  <a:cubicBezTo>
                    <a:pt x="197421" y="66072"/>
                    <a:pt x="201295" y="71266"/>
                    <a:pt x="200787" y="70834"/>
                  </a:cubicBezTo>
                  <a:cubicBezTo>
                    <a:pt x="203263" y="73425"/>
                    <a:pt x="203581" y="68669"/>
                    <a:pt x="203263" y="69209"/>
                  </a:cubicBezTo>
                  <a:cubicBezTo>
                    <a:pt x="203581" y="63805"/>
                    <a:pt x="193167" y="56128"/>
                    <a:pt x="188531" y="56667"/>
                  </a:cubicBezTo>
                  <a:lnTo>
                    <a:pt x="182563" y="57315"/>
                  </a:lnTo>
                  <a:cubicBezTo>
                    <a:pt x="171323" y="58719"/>
                    <a:pt x="170814" y="48336"/>
                    <a:pt x="171132" y="49206"/>
                  </a:cubicBezTo>
                  <a:cubicBezTo>
                    <a:pt x="170243" y="42285"/>
                    <a:pt x="160400" y="42608"/>
                    <a:pt x="158750" y="35687"/>
                  </a:cubicBezTo>
                  <a:cubicBezTo>
                    <a:pt x="157480" y="30169"/>
                    <a:pt x="156845" y="26060"/>
                    <a:pt x="154114" y="22708"/>
                  </a:cubicBezTo>
                  <a:lnTo>
                    <a:pt x="140017" y="6058"/>
                  </a:lnTo>
                  <a:lnTo>
                    <a:pt x="110299" y="31902"/>
                  </a:lnTo>
                  <a:lnTo>
                    <a:pt x="73151" y="6166"/>
                  </a:lnTo>
                  <a:lnTo>
                    <a:pt x="58356" y="0"/>
                  </a:lnTo>
                  <a:lnTo>
                    <a:pt x="43307" y="12656"/>
                  </a:lnTo>
                  <a:lnTo>
                    <a:pt x="65024" y="29845"/>
                  </a:lnTo>
                  <a:lnTo>
                    <a:pt x="56261" y="43040"/>
                  </a:lnTo>
                  <a:lnTo>
                    <a:pt x="9969" y="19793"/>
                  </a:lnTo>
                  <a:lnTo>
                    <a:pt x="0" y="32118"/>
                  </a:lnTo>
                  <a:lnTo>
                    <a:pt x="15811" y="46285"/>
                  </a:lnTo>
                  <a:lnTo>
                    <a:pt x="15112" y="57099"/>
                  </a:lnTo>
                  <a:lnTo>
                    <a:pt x="38735" y="72777"/>
                  </a:lnTo>
                  <a:lnTo>
                    <a:pt x="37655" y="81756"/>
                  </a:lnTo>
                  <a:lnTo>
                    <a:pt x="58102" y="104896"/>
                  </a:lnTo>
                  <a:lnTo>
                    <a:pt x="61150" y="136360"/>
                  </a:lnTo>
                  <a:lnTo>
                    <a:pt x="110299" y="99162"/>
                  </a:lnTo>
                  <a:lnTo>
                    <a:pt x="126111" y="112141"/>
                  </a:lnTo>
                  <a:lnTo>
                    <a:pt x="126111" y="11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CAA95B40-2EC8-ED97-4E7E-1F233EFADA57}"/>
                </a:ext>
              </a:extLst>
            </p:cNvPr>
            <p:cNvSpPr/>
            <p:nvPr/>
          </p:nvSpPr>
          <p:spPr>
            <a:xfrm>
              <a:off x="7312152" y="2926905"/>
              <a:ext cx="50863" cy="46494"/>
            </a:xfrm>
            <a:custGeom>
              <a:avLst/>
              <a:gdLst>
                <a:gd name="csX0" fmla="*/ 23241 w 50863"/>
                <a:gd name="csY0" fmla="*/ 17729 h 46494"/>
                <a:gd name="csX1" fmla="*/ 18161 w 50863"/>
                <a:gd name="csY1" fmla="*/ 6807 h 46494"/>
                <a:gd name="csX2" fmla="*/ 0 w 50863"/>
                <a:gd name="csY2" fmla="*/ 0 h 46494"/>
                <a:gd name="csX3" fmla="*/ 0 w 50863"/>
                <a:gd name="csY3" fmla="*/ 22276 h 46494"/>
                <a:gd name="csX4" fmla="*/ 21717 w 50863"/>
                <a:gd name="csY4" fmla="*/ 44983 h 46494"/>
                <a:gd name="csX5" fmla="*/ 50864 w 50863"/>
                <a:gd name="csY5" fmla="*/ 46495 h 46494"/>
                <a:gd name="csX6" fmla="*/ 38417 w 50863"/>
                <a:gd name="csY6" fmla="*/ 17729 h 46494"/>
                <a:gd name="csX7" fmla="*/ 23241 w 50863"/>
                <a:gd name="csY7" fmla="*/ 17729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0863" h="46494">
                  <a:moveTo>
                    <a:pt x="23241" y="17729"/>
                  </a:moveTo>
                  <a:lnTo>
                    <a:pt x="18161" y="6807"/>
                  </a:lnTo>
                  <a:lnTo>
                    <a:pt x="0" y="0"/>
                  </a:lnTo>
                  <a:lnTo>
                    <a:pt x="0" y="22276"/>
                  </a:lnTo>
                  <a:lnTo>
                    <a:pt x="21717" y="44983"/>
                  </a:lnTo>
                  <a:lnTo>
                    <a:pt x="50864" y="46495"/>
                  </a:lnTo>
                  <a:lnTo>
                    <a:pt x="38417" y="17729"/>
                  </a:lnTo>
                  <a:lnTo>
                    <a:pt x="23241" y="177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81B5B69-7F8E-2337-8EC0-792DCA876903}"/>
                </a:ext>
              </a:extLst>
            </p:cNvPr>
            <p:cNvSpPr/>
            <p:nvPr/>
          </p:nvSpPr>
          <p:spPr>
            <a:xfrm>
              <a:off x="7263320" y="2870022"/>
              <a:ext cx="116585" cy="104241"/>
            </a:xfrm>
            <a:custGeom>
              <a:avLst/>
              <a:gdLst>
                <a:gd name="csX0" fmla="*/ 113538 w 116585"/>
                <a:gd name="csY0" fmla="*/ 72778 h 104241"/>
                <a:gd name="csX1" fmla="*/ 93091 w 116585"/>
                <a:gd name="csY1" fmla="*/ 49638 h 104241"/>
                <a:gd name="csX2" fmla="*/ 94171 w 116585"/>
                <a:gd name="csY2" fmla="*/ 40659 h 104241"/>
                <a:gd name="csX3" fmla="*/ 70548 w 116585"/>
                <a:gd name="csY3" fmla="*/ 24981 h 104241"/>
                <a:gd name="csX4" fmla="*/ 71248 w 116585"/>
                <a:gd name="csY4" fmla="*/ 14167 h 104241"/>
                <a:gd name="csX5" fmla="*/ 55309 w 116585"/>
                <a:gd name="csY5" fmla="*/ 0 h 104241"/>
                <a:gd name="csX6" fmla="*/ 0 w 116585"/>
                <a:gd name="csY6" fmla="*/ 4001 h 104241"/>
                <a:gd name="csX7" fmla="*/ 6795 w 116585"/>
                <a:gd name="csY7" fmla="*/ 10706 h 104241"/>
                <a:gd name="csX8" fmla="*/ 8890 w 116585"/>
                <a:gd name="csY8" fmla="*/ 23463 h 104241"/>
                <a:gd name="csX9" fmla="*/ 2032 w 116585"/>
                <a:gd name="csY9" fmla="*/ 32766 h 104241"/>
                <a:gd name="csX10" fmla="*/ 7557 w 116585"/>
                <a:gd name="csY10" fmla="*/ 49422 h 104241"/>
                <a:gd name="csX11" fmla="*/ 33211 w 116585"/>
                <a:gd name="csY11" fmla="*/ 49638 h 104241"/>
                <a:gd name="csX12" fmla="*/ 48832 w 116585"/>
                <a:gd name="csY12" fmla="*/ 56883 h 104241"/>
                <a:gd name="csX13" fmla="*/ 66993 w 116585"/>
                <a:gd name="csY13" fmla="*/ 63691 h 104241"/>
                <a:gd name="csX14" fmla="*/ 72073 w 116585"/>
                <a:gd name="csY14" fmla="*/ 74613 h 104241"/>
                <a:gd name="csX15" fmla="*/ 87249 w 116585"/>
                <a:gd name="csY15" fmla="*/ 74613 h 104241"/>
                <a:gd name="csX16" fmla="*/ 99695 w 116585"/>
                <a:gd name="csY16" fmla="*/ 103378 h 104241"/>
                <a:gd name="csX17" fmla="*/ 116586 w 116585"/>
                <a:gd name="csY17" fmla="*/ 104242 h 104241"/>
                <a:gd name="csX18" fmla="*/ 113538 w 116585"/>
                <a:gd name="csY18" fmla="*/ 72778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6585" h="104241">
                  <a:moveTo>
                    <a:pt x="113538" y="72778"/>
                  </a:moveTo>
                  <a:lnTo>
                    <a:pt x="93091" y="49638"/>
                  </a:lnTo>
                  <a:lnTo>
                    <a:pt x="94171" y="40659"/>
                  </a:lnTo>
                  <a:lnTo>
                    <a:pt x="70548" y="24981"/>
                  </a:lnTo>
                  <a:lnTo>
                    <a:pt x="71248" y="14167"/>
                  </a:lnTo>
                  <a:lnTo>
                    <a:pt x="55309" y="0"/>
                  </a:lnTo>
                  <a:lnTo>
                    <a:pt x="0" y="4001"/>
                  </a:lnTo>
                  <a:lnTo>
                    <a:pt x="6795" y="10706"/>
                  </a:lnTo>
                  <a:lnTo>
                    <a:pt x="8890" y="23463"/>
                  </a:lnTo>
                  <a:lnTo>
                    <a:pt x="2032" y="32766"/>
                  </a:lnTo>
                  <a:lnTo>
                    <a:pt x="7557" y="49422"/>
                  </a:lnTo>
                  <a:lnTo>
                    <a:pt x="33211" y="49638"/>
                  </a:lnTo>
                  <a:lnTo>
                    <a:pt x="48832" y="56883"/>
                  </a:lnTo>
                  <a:lnTo>
                    <a:pt x="66993" y="63691"/>
                  </a:lnTo>
                  <a:lnTo>
                    <a:pt x="72073" y="74613"/>
                  </a:lnTo>
                  <a:lnTo>
                    <a:pt x="87249" y="74613"/>
                  </a:lnTo>
                  <a:lnTo>
                    <a:pt x="99695" y="103378"/>
                  </a:lnTo>
                  <a:lnTo>
                    <a:pt x="116586" y="104242"/>
                  </a:lnTo>
                  <a:lnTo>
                    <a:pt x="113538" y="727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5746DCBC-87B4-94A2-7926-F76A85314E7B}"/>
                </a:ext>
              </a:extLst>
            </p:cNvPr>
            <p:cNvSpPr/>
            <p:nvPr/>
          </p:nvSpPr>
          <p:spPr>
            <a:xfrm>
              <a:off x="7899336" y="2994488"/>
              <a:ext cx="537908" cy="378371"/>
            </a:xfrm>
            <a:custGeom>
              <a:avLst/>
              <a:gdLst>
                <a:gd name="csX0" fmla="*/ 215900 w 537908"/>
                <a:gd name="csY0" fmla="*/ 356095 h 378371"/>
                <a:gd name="csX1" fmla="*/ 228156 w 537908"/>
                <a:gd name="csY1" fmla="*/ 302787 h 378371"/>
                <a:gd name="csX2" fmla="*/ 268224 w 537908"/>
                <a:gd name="csY2" fmla="*/ 297485 h 378371"/>
                <a:gd name="csX3" fmla="*/ 268224 w 537908"/>
                <a:gd name="csY3" fmla="*/ 282886 h 378371"/>
                <a:gd name="csX4" fmla="*/ 302641 w 537908"/>
                <a:gd name="csY4" fmla="*/ 272612 h 378371"/>
                <a:gd name="csX5" fmla="*/ 317436 w 537908"/>
                <a:gd name="csY5" fmla="*/ 282454 h 378371"/>
                <a:gd name="csX6" fmla="*/ 333375 w 537908"/>
                <a:gd name="csY6" fmla="*/ 272612 h 378371"/>
                <a:gd name="csX7" fmla="*/ 328168 w 537908"/>
                <a:gd name="csY7" fmla="*/ 250336 h 378371"/>
                <a:gd name="csX8" fmla="*/ 340932 w 537908"/>
                <a:gd name="csY8" fmla="*/ 223088 h 378371"/>
                <a:gd name="csX9" fmla="*/ 361188 w 537908"/>
                <a:gd name="csY9" fmla="*/ 223088 h 378371"/>
                <a:gd name="csX10" fmla="*/ 368745 w 537908"/>
                <a:gd name="csY10" fmla="*/ 211734 h 378371"/>
                <a:gd name="csX11" fmla="*/ 355219 w 537908"/>
                <a:gd name="csY11" fmla="*/ 193351 h 378371"/>
                <a:gd name="csX12" fmla="*/ 353695 w 537908"/>
                <a:gd name="csY12" fmla="*/ 182105 h 378371"/>
                <a:gd name="csX13" fmla="*/ 393002 w 537908"/>
                <a:gd name="csY13" fmla="*/ 188049 h 378371"/>
                <a:gd name="csX14" fmla="*/ 398653 w 537908"/>
                <a:gd name="csY14" fmla="*/ 174860 h 378371"/>
                <a:gd name="csX15" fmla="*/ 394526 w 537908"/>
                <a:gd name="csY15" fmla="*/ 161449 h 378371"/>
                <a:gd name="csX16" fmla="*/ 417449 w 537908"/>
                <a:gd name="csY16" fmla="*/ 137770 h 378371"/>
                <a:gd name="csX17" fmla="*/ 412242 w 537908"/>
                <a:gd name="csY17" fmla="*/ 110515 h 378371"/>
                <a:gd name="csX18" fmla="*/ 402082 w 537908"/>
                <a:gd name="csY18" fmla="*/ 102730 h 378371"/>
                <a:gd name="csX19" fmla="*/ 451104 w 537908"/>
                <a:gd name="csY19" fmla="*/ 70288 h 378371"/>
                <a:gd name="csX20" fmla="*/ 528638 w 537908"/>
                <a:gd name="csY20" fmla="*/ 61855 h 378371"/>
                <a:gd name="csX21" fmla="*/ 522669 w 537908"/>
                <a:gd name="csY21" fmla="*/ 44228 h 378371"/>
                <a:gd name="csX22" fmla="*/ 537908 w 537908"/>
                <a:gd name="csY22" fmla="*/ 41846 h 378371"/>
                <a:gd name="csX23" fmla="*/ 525780 w 537908"/>
                <a:gd name="csY23" fmla="*/ 22924 h 378371"/>
                <a:gd name="csX24" fmla="*/ 475679 w 537908"/>
                <a:gd name="csY24" fmla="*/ 27686 h 378371"/>
                <a:gd name="csX25" fmla="*/ 420180 w 537908"/>
                <a:gd name="csY25" fmla="*/ 57099 h 378371"/>
                <a:gd name="csX26" fmla="*/ 411607 w 537908"/>
                <a:gd name="csY26" fmla="*/ 47473 h 378371"/>
                <a:gd name="csX27" fmla="*/ 416560 w 537908"/>
                <a:gd name="csY27" fmla="*/ 21844 h 378371"/>
                <a:gd name="csX28" fmla="*/ 401765 w 537908"/>
                <a:gd name="csY28" fmla="*/ 19355 h 378371"/>
                <a:gd name="csX29" fmla="*/ 404495 w 537908"/>
                <a:gd name="csY29" fmla="*/ 7137 h 378371"/>
                <a:gd name="csX30" fmla="*/ 385445 w 537908"/>
                <a:gd name="csY30" fmla="*/ 0 h 378371"/>
                <a:gd name="csX31" fmla="*/ 365379 w 537908"/>
                <a:gd name="csY31" fmla="*/ 18491 h 378371"/>
                <a:gd name="csX32" fmla="*/ 369697 w 537908"/>
                <a:gd name="csY32" fmla="*/ 26384 h 378371"/>
                <a:gd name="csX33" fmla="*/ 365316 w 537908"/>
                <a:gd name="csY33" fmla="*/ 35255 h 378371"/>
                <a:gd name="csX34" fmla="*/ 339852 w 537908"/>
                <a:gd name="csY34" fmla="*/ 35579 h 378371"/>
                <a:gd name="csX35" fmla="*/ 343980 w 537908"/>
                <a:gd name="csY35" fmla="*/ 50502 h 378371"/>
                <a:gd name="csX36" fmla="*/ 326961 w 537908"/>
                <a:gd name="csY36" fmla="*/ 56013 h 378371"/>
                <a:gd name="csX37" fmla="*/ 316674 w 537908"/>
                <a:gd name="csY37" fmla="*/ 45523 h 378371"/>
                <a:gd name="csX38" fmla="*/ 283972 w 537908"/>
                <a:gd name="csY38" fmla="*/ 61639 h 378371"/>
                <a:gd name="csX39" fmla="*/ 272097 w 537908"/>
                <a:gd name="csY39" fmla="*/ 49200 h 378371"/>
                <a:gd name="csX40" fmla="*/ 256095 w 537908"/>
                <a:gd name="csY40" fmla="*/ 52229 h 378371"/>
                <a:gd name="csX41" fmla="*/ 245491 w 537908"/>
                <a:gd name="csY41" fmla="*/ 42716 h 378371"/>
                <a:gd name="csX42" fmla="*/ 228282 w 537908"/>
                <a:gd name="csY42" fmla="*/ 42716 h 378371"/>
                <a:gd name="csX43" fmla="*/ 194691 w 537908"/>
                <a:gd name="csY43" fmla="*/ 34169 h 378371"/>
                <a:gd name="csX44" fmla="*/ 189929 w 537908"/>
                <a:gd name="csY44" fmla="*/ 48660 h 378371"/>
                <a:gd name="csX45" fmla="*/ 162878 w 537908"/>
                <a:gd name="csY45" fmla="*/ 52445 h 378371"/>
                <a:gd name="csX46" fmla="*/ 153670 w 537908"/>
                <a:gd name="csY46" fmla="*/ 86404 h 378371"/>
                <a:gd name="csX47" fmla="*/ 98361 w 537908"/>
                <a:gd name="csY47" fmla="*/ 107702 h 378371"/>
                <a:gd name="csX48" fmla="*/ 98171 w 537908"/>
                <a:gd name="csY48" fmla="*/ 124898 h 378371"/>
                <a:gd name="csX49" fmla="*/ 79756 w 537908"/>
                <a:gd name="csY49" fmla="*/ 137446 h 378371"/>
                <a:gd name="csX50" fmla="*/ 28321 w 537908"/>
                <a:gd name="csY50" fmla="*/ 124358 h 378371"/>
                <a:gd name="csX51" fmla="*/ 0 w 537908"/>
                <a:gd name="csY51" fmla="*/ 194431 h 378371"/>
                <a:gd name="csX52" fmla="*/ 15684 w 537908"/>
                <a:gd name="csY52" fmla="*/ 204489 h 378371"/>
                <a:gd name="csX53" fmla="*/ 5270 w 537908"/>
                <a:gd name="csY53" fmla="*/ 220167 h 378371"/>
                <a:gd name="csX54" fmla="*/ 12192 w 537908"/>
                <a:gd name="csY54" fmla="*/ 286023 h 378371"/>
                <a:gd name="csX55" fmla="*/ 46419 w 537908"/>
                <a:gd name="csY55" fmla="*/ 293916 h 378371"/>
                <a:gd name="csX56" fmla="*/ 49911 w 537908"/>
                <a:gd name="csY56" fmla="*/ 313601 h 378371"/>
                <a:gd name="csX57" fmla="*/ 15113 w 537908"/>
                <a:gd name="csY57" fmla="*/ 355340 h 378371"/>
                <a:gd name="csX58" fmla="*/ 78549 w 537908"/>
                <a:gd name="csY58" fmla="*/ 378371 h 378371"/>
                <a:gd name="csX59" fmla="*/ 215900 w 537908"/>
                <a:gd name="csY59" fmla="*/ 356095 h 378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37908" h="378371">
                  <a:moveTo>
                    <a:pt x="215900" y="356095"/>
                  </a:moveTo>
                  <a:lnTo>
                    <a:pt x="228156" y="302787"/>
                  </a:lnTo>
                  <a:lnTo>
                    <a:pt x="268224" y="297485"/>
                  </a:lnTo>
                  <a:lnTo>
                    <a:pt x="268224" y="282886"/>
                  </a:lnTo>
                  <a:lnTo>
                    <a:pt x="302641" y="272612"/>
                  </a:lnTo>
                  <a:lnTo>
                    <a:pt x="317436" y="282454"/>
                  </a:lnTo>
                  <a:lnTo>
                    <a:pt x="333375" y="272612"/>
                  </a:lnTo>
                  <a:lnTo>
                    <a:pt x="328168" y="250336"/>
                  </a:lnTo>
                  <a:lnTo>
                    <a:pt x="340932" y="223088"/>
                  </a:lnTo>
                  <a:lnTo>
                    <a:pt x="361188" y="223088"/>
                  </a:lnTo>
                  <a:lnTo>
                    <a:pt x="368745" y="211734"/>
                  </a:lnTo>
                  <a:lnTo>
                    <a:pt x="355219" y="193351"/>
                  </a:lnTo>
                  <a:lnTo>
                    <a:pt x="353695" y="182105"/>
                  </a:lnTo>
                  <a:lnTo>
                    <a:pt x="393002" y="188049"/>
                  </a:lnTo>
                  <a:lnTo>
                    <a:pt x="398653" y="174860"/>
                  </a:lnTo>
                  <a:lnTo>
                    <a:pt x="394526" y="161449"/>
                  </a:lnTo>
                  <a:lnTo>
                    <a:pt x="417449" y="137770"/>
                  </a:lnTo>
                  <a:lnTo>
                    <a:pt x="412242" y="110515"/>
                  </a:lnTo>
                  <a:lnTo>
                    <a:pt x="402082" y="102730"/>
                  </a:lnTo>
                  <a:lnTo>
                    <a:pt x="451104" y="70288"/>
                  </a:lnTo>
                  <a:lnTo>
                    <a:pt x="528638" y="61855"/>
                  </a:lnTo>
                  <a:lnTo>
                    <a:pt x="522669" y="44228"/>
                  </a:lnTo>
                  <a:lnTo>
                    <a:pt x="537908" y="41846"/>
                  </a:lnTo>
                  <a:lnTo>
                    <a:pt x="525780" y="22924"/>
                  </a:lnTo>
                  <a:lnTo>
                    <a:pt x="475679" y="27686"/>
                  </a:lnTo>
                  <a:lnTo>
                    <a:pt x="420180" y="57099"/>
                  </a:lnTo>
                  <a:lnTo>
                    <a:pt x="411607" y="47473"/>
                  </a:lnTo>
                  <a:lnTo>
                    <a:pt x="416560" y="21844"/>
                  </a:lnTo>
                  <a:lnTo>
                    <a:pt x="401765" y="19355"/>
                  </a:lnTo>
                  <a:lnTo>
                    <a:pt x="404495" y="7137"/>
                  </a:lnTo>
                  <a:lnTo>
                    <a:pt x="385445" y="0"/>
                  </a:lnTo>
                  <a:lnTo>
                    <a:pt x="365379" y="18491"/>
                  </a:lnTo>
                  <a:lnTo>
                    <a:pt x="369697" y="26384"/>
                  </a:lnTo>
                  <a:lnTo>
                    <a:pt x="365316" y="35255"/>
                  </a:lnTo>
                  <a:lnTo>
                    <a:pt x="339852" y="35579"/>
                  </a:lnTo>
                  <a:lnTo>
                    <a:pt x="343980" y="50502"/>
                  </a:lnTo>
                  <a:lnTo>
                    <a:pt x="326961" y="56013"/>
                  </a:lnTo>
                  <a:lnTo>
                    <a:pt x="316674" y="45523"/>
                  </a:lnTo>
                  <a:lnTo>
                    <a:pt x="283972" y="61639"/>
                  </a:lnTo>
                  <a:lnTo>
                    <a:pt x="272097" y="49200"/>
                  </a:lnTo>
                  <a:lnTo>
                    <a:pt x="256095" y="52229"/>
                  </a:lnTo>
                  <a:lnTo>
                    <a:pt x="245491" y="42716"/>
                  </a:lnTo>
                  <a:lnTo>
                    <a:pt x="228282" y="42716"/>
                  </a:lnTo>
                  <a:lnTo>
                    <a:pt x="194691" y="34169"/>
                  </a:lnTo>
                  <a:lnTo>
                    <a:pt x="189929" y="48660"/>
                  </a:lnTo>
                  <a:lnTo>
                    <a:pt x="162878" y="52445"/>
                  </a:lnTo>
                  <a:lnTo>
                    <a:pt x="153670" y="86404"/>
                  </a:lnTo>
                  <a:lnTo>
                    <a:pt x="98361" y="107702"/>
                  </a:lnTo>
                  <a:lnTo>
                    <a:pt x="98171" y="124898"/>
                  </a:lnTo>
                  <a:lnTo>
                    <a:pt x="79756" y="137446"/>
                  </a:lnTo>
                  <a:lnTo>
                    <a:pt x="28321" y="124358"/>
                  </a:lnTo>
                  <a:lnTo>
                    <a:pt x="0" y="194431"/>
                  </a:lnTo>
                  <a:lnTo>
                    <a:pt x="15684" y="204489"/>
                  </a:lnTo>
                  <a:lnTo>
                    <a:pt x="5270" y="220167"/>
                  </a:lnTo>
                  <a:lnTo>
                    <a:pt x="12192" y="286023"/>
                  </a:lnTo>
                  <a:lnTo>
                    <a:pt x="46419" y="293916"/>
                  </a:lnTo>
                  <a:lnTo>
                    <a:pt x="49911" y="313601"/>
                  </a:lnTo>
                  <a:lnTo>
                    <a:pt x="15113" y="355340"/>
                  </a:lnTo>
                  <a:lnTo>
                    <a:pt x="78549" y="378371"/>
                  </a:lnTo>
                  <a:lnTo>
                    <a:pt x="215900" y="3560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3AB92779-B384-158A-21C1-971A5521DDCB}"/>
                </a:ext>
              </a:extLst>
            </p:cNvPr>
            <p:cNvSpPr/>
            <p:nvPr/>
          </p:nvSpPr>
          <p:spPr>
            <a:xfrm>
              <a:off x="6577456" y="5066728"/>
              <a:ext cx="293751" cy="258660"/>
            </a:xfrm>
            <a:custGeom>
              <a:avLst/>
              <a:gdLst>
                <a:gd name="csX0" fmla="*/ 163640 w 293751"/>
                <a:gd name="csY0" fmla="*/ 0 h 258660"/>
                <a:gd name="csX1" fmla="*/ 139065 w 293751"/>
                <a:gd name="csY1" fmla="*/ 14815 h 258660"/>
                <a:gd name="csX2" fmla="*/ 131509 w 293751"/>
                <a:gd name="csY2" fmla="*/ 42494 h 258660"/>
                <a:gd name="csX3" fmla="*/ 103251 w 293751"/>
                <a:gd name="csY3" fmla="*/ 46927 h 258660"/>
                <a:gd name="csX4" fmla="*/ 58611 w 293751"/>
                <a:gd name="csY4" fmla="*/ 94837 h 258660"/>
                <a:gd name="csX5" fmla="*/ 25972 w 293751"/>
                <a:gd name="csY5" fmla="*/ 83807 h 258660"/>
                <a:gd name="csX6" fmla="*/ 0 w 293751"/>
                <a:gd name="csY6" fmla="*/ 83807 h 258660"/>
                <a:gd name="csX7" fmla="*/ 27687 w 293751"/>
                <a:gd name="csY7" fmla="*/ 126517 h 258660"/>
                <a:gd name="csX8" fmla="*/ 33084 w 293751"/>
                <a:gd name="csY8" fmla="*/ 149549 h 258660"/>
                <a:gd name="csX9" fmla="*/ 73787 w 293751"/>
                <a:gd name="csY9" fmla="*/ 170745 h 258660"/>
                <a:gd name="csX10" fmla="*/ 77153 w 293751"/>
                <a:gd name="csY10" fmla="*/ 184912 h 258660"/>
                <a:gd name="csX11" fmla="*/ 92075 w 293751"/>
                <a:gd name="csY11" fmla="*/ 187401 h 258660"/>
                <a:gd name="csX12" fmla="*/ 92647 w 293751"/>
                <a:gd name="csY12" fmla="*/ 209569 h 258660"/>
                <a:gd name="csX13" fmla="*/ 105918 w 293751"/>
                <a:gd name="csY13" fmla="*/ 229140 h 258660"/>
                <a:gd name="csX14" fmla="*/ 140589 w 293751"/>
                <a:gd name="csY14" fmla="*/ 235630 h 258660"/>
                <a:gd name="csX15" fmla="*/ 153036 w 293751"/>
                <a:gd name="csY15" fmla="*/ 250336 h 258660"/>
                <a:gd name="csX16" fmla="*/ 153480 w 293751"/>
                <a:gd name="csY16" fmla="*/ 250984 h 258660"/>
                <a:gd name="csX17" fmla="*/ 169482 w 293751"/>
                <a:gd name="csY17" fmla="*/ 248609 h 258660"/>
                <a:gd name="csX18" fmla="*/ 191643 w 293751"/>
                <a:gd name="csY18" fmla="*/ 258661 h 258660"/>
                <a:gd name="csX19" fmla="*/ 225299 w 293751"/>
                <a:gd name="csY19" fmla="*/ 257690 h 258660"/>
                <a:gd name="csX20" fmla="*/ 273368 w 293751"/>
                <a:gd name="csY20" fmla="*/ 217354 h 258660"/>
                <a:gd name="csX21" fmla="*/ 269939 w 293751"/>
                <a:gd name="csY21" fmla="*/ 190430 h 258660"/>
                <a:gd name="csX22" fmla="*/ 281813 w 293751"/>
                <a:gd name="csY22" fmla="*/ 185992 h 258660"/>
                <a:gd name="csX23" fmla="*/ 293751 w 293751"/>
                <a:gd name="csY23" fmla="*/ 160363 h 258660"/>
                <a:gd name="csX24" fmla="*/ 281813 w 293751"/>
                <a:gd name="csY24" fmla="*/ 149117 h 258660"/>
                <a:gd name="csX25" fmla="*/ 286259 w 293751"/>
                <a:gd name="csY25" fmla="*/ 133871 h 258660"/>
                <a:gd name="csX26" fmla="*/ 278385 w 293751"/>
                <a:gd name="csY26" fmla="*/ 124035 h 258660"/>
                <a:gd name="csX27" fmla="*/ 290703 w 293751"/>
                <a:gd name="csY27" fmla="*/ 113761 h 258660"/>
                <a:gd name="csX28" fmla="*/ 288735 w 293751"/>
                <a:gd name="csY28" fmla="*/ 40551 h 258660"/>
                <a:gd name="csX29" fmla="*/ 251651 w 293751"/>
                <a:gd name="csY29" fmla="*/ 30709 h 258660"/>
                <a:gd name="csX30" fmla="*/ 236284 w 293751"/>
                <a:gd name="csY30" fmla="*/ 16974 h 258660"/>
                <a:gd name="csX31" fmla="*/ 195580 w 293751"/>
                <a:gd name="csY31" fmla="*/ 13513 h 258660"/>
                <a:gd name="csX32" fmla="*/ 192723 w 293751"/>
                <a:gd name="csY32" fmla="*/ 432 h 258660"/>
                <a:gd name="csX33" fmla="*/ 192405 w 293751"/>
                <a:gd name="csY33" fmla="*/ 432 h 258660"/>
                <a:gd name="csX34" fmla="*/ 163640 w 293751"/>
                <a:gd name="csY34" fmla="*/ 0 h 25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3751" h="258660">
                  <a:moveTo>
                    <a:pt x="163640" y="0"/>
                  </a:moveTo>
                  <a:lnTo>
                    <a:pt x="139065" y="14815"/>
                  </a:lnTo>
                  <a:lnTo>
                    <a:pt x="131509" y="42494"/>
                  </a:lnTo>
                  <a:lnTo>
                    <a:pt x="103251" y="46927"/>
                  </a:lnTo>
                  <a:lnTo>
                    <a:pt x="58611" y="94837"/>
                  </a:lnTo>
                  <a:lnTo>
                    <a:pt x="25972" y="83807"/>
                  </a:lnTo>
                  <a:lnTo>
                    <a:pt x="0" y="83807"/>
                  </a:lnTo>
                  <a:lnTo>
                    <a:pt x="27687" y="126517"/>
                  </a:lnTo>
                  <a:lnTo>
                    <a:pt x="33084" y="149549"/>
                  </a:lnTo>
                  <a:lnTo>
                    <a:pt x="73787" y="170745"/>
                  </a:lnTo>
                  <a:lnTo>
                    <a:pt x="77153" y="184912"/>
                  </a:lnTo>
                  <a:lnTo>
                    <a:pt x="92075" y="187401"/>
                  </a:lnTo>
                  <a:lnTo>
                    <a:pt x="92647" y="209569"/>
                  </a:lnTo>
                  <a:lnTo>
                    <a:pt x="105918" y="229140"/>
                  </a:lnTo>
                  <a:lnTo>
                    <a:pt x="140589" y="235630"/>
                  </a:lnTo>
                  <a:lnTo>
                    <a:pt x="153036" y="250336"/>
                  </a:lnTo>
                  <a:lnTo>
                    <a:pt x="153480" y="250984"/>
                  </a:lnTo>
                  <a:lnTo>
                    <a:pt x="169482" y="248609"/>
                  </a:lnTo>
                  <a:lnTo>
                    <a:pt x="191643" y="258661"/>
                  </a:lnTo>
                  <a:lnTo>
                    <a:pt x="225299" y="257690"/>
                  </a:lnTo>
                  <a:lnTo>
                    <a:pt x="273368" y="217354"/>
                  </a:lnTo>
                  <a:lnTo>
                    <a:pt x="269939" y="190430"/>
                  </a:lnTo>
                  <a:lnTo>
                    <a:pt x="281813" y="185992"/>
                  </a:lnTo>
                  <a:lnTo>
                    <a:pt x="293751" y="160363"/>
                  </a:lnTo>
                  <a:lnTo>
                    <a:pt x="281813" y="149117"/>
                  </a:lnTo>
                  <a:lnTo>
                    <a:pt x="286259" y="133871"/>
                  </a:lnTo>
                  <a:lnTo>
                    <a:pt x="278385" y="124035"/>
                  </a:lnTo>
                  <a:lnTo>
                    <a:pt x="290703" y="113761"/>
                  </a:lnTo>
                  <a:lnTo>
                    <a:pt x="288735" y="40551"/>
                  </a:lnTo>
                  <a:lnTo>
                    <a:pt x="251651" y="30709"/>
                  </a:lnTo>
                  <a:lnTo>
                    <a:pt x="236284" y="16974"/>
                  </a:lnTo>
                  <a:lnTo>
                    <a:pt x="195580" y="13513"/>
                  </a:lnTo>
                  <a:lnTo>
                    <a:pt x="192723" y="432"/>
                  </a:lnTo>
                  <a:lnTo>
                    <a:pt x="192405" y="432"/>
                  </a:lnTo>
                  <a:lnTo>
                    <a:pt x="163640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A8AD247-7711-85BD-25DB-2FFF1BE00D96}"/>
                </a:ext>
              </a:extLst>
            </p:cNvPr>
            <p:cNvSpPr/>
            <p:nvPr/>
          </p:nvSpPr>
          <p:spPr>
            <a:xfrm>
              <a:off x="4989464" y="3441312"/>
              <a:ext cx="317821" cy="259865"/>
            </a:xfrm>
            <a:custGeom>
              <a:avLst/>
              <a:gdLst>
                <a:gd name="csX0" fmla="*/ 147133 w 317821"/>
                <a:gd name="csY0" fmla="*/ 216 h 259865"/>
                <a:gd name="csX1" fmla="*/ 146593 w 317821"/>
                <a:gd name="csY1" fmla="*/ 216 h 259865"/>
                <a:gd name="csX2" fmla="*/ 128623 w 317821"/>
                <a:gd name="csY2" fmla="*/ 30600 h 259865"/>
                <a:gd name="csX3" fmla="*/ 103299 w 317821"/>
                <a:gd name="csY3" fmla="*/ 47580 h 259865"/>
                <a:gd name="csX4" fmla="*/ 88357 w 317821"/>
                <a:gd name="csY4" fmla="*/ 77965 h 259865"/>
                <a:gd name="csX5" fmla="*/ 84249 w 317821"/>
                <a:gd name="csY5" fmla="*/ 106191 h 259865"/>
                <a:gd name="csX6" fmla="*/ 81328 w 317821"/>
                <a:gd name="csY6" fmla="*/ 111703 h 259865"/>
                <a:gd name="csX7" fmla="*/ 49178 w 317821"/>
                <a:gd name="csY7" fmla="*/ 141770 h 259865"/>
                <a:gd name="csX8" fmla="*/ 35436 w 317821"/>
                <a:gd name="csY8" fmla="*/ 173126 h 259865"/>
                <a:gd name="csX9" fmla="*/ 35652 w 317821"/>
                <a:gd name="csY9" fmla="*/ 173666 h 259865"/>
                <a:gd name="csX10" fmla="*/ 27207 w 317821"/>
                <a:gd name="csY10" fmla="*/ 183832 h 259865"/>
                <a:gd name="csX11" fmla="*/ 21581 w 317821"/>
                <a:gd name="csY11" fmla="*/ 199618 h 259865"/>
                <a:gd name="csX12" fmla="*/ 15300 w 317821"/>
                <a:gd name="csY12" fmla="*/ 203949 h 259865"/>
                <a:gd name="csX13" fmla="*/ 42 w 317821"/>
                <a:gd name="csY13" fmla="*/ 258343 h 259865"/>
                <a:gd name="csX14" fmla="*/ 1445 w 317821"/>
                <a:gd name="csY14" fmla="*/ 258775 h 259865"/>
                <a:gd name="csX15" fmla="*/ 7185 w 317821"/>
                <a:gd name="csY15" fmla="*/ 251098 h 259865"/>
                <a:gd name="csX16" fmla="*/ 155248 w 317821"/>
                <a:gd name="csY16" fmla="*/ 251098 h 259865"/>
                <a:gd name="csX17" fmla="*/ 151463 w 317821"/>
                <a:gd name="csY17" fmla="*/ 190430 h 259865"/>
                <a:gd name="csX18" fmla="*/ 193780 w 317821"/>
                <a:gd name="csY18" fmla="*/ 167615 h 259865"/>
                <a:gd name="csX19" fmla="*/ 193780 w 317821"/>
                <a:gd name="csY19" fmla="*/ 66611 h 259865"/>
                <a:gd name="csX20" fmla="*/ 317821 w 317821"/>
                <a:gd name="csY20" fmla="*/ 66611 h 259865"/>
                <a:gd name="csX21" fmla="*/ 317821 w 317821"/>
                <a:gd name="csY21" fmla="*/ 0 h 259865"/>
                <a:gd name="csX22" fmla="*/ 317605 w 317821"/>
                <a:gd name="csY22" fmla="*/ 0 h 259865"/>
                <a:gd name="csX23" fmla="*/ 147025 w 317821"/>
                <a:gd name="csY23" fmla="*/ 0 h 259865"/>
                <a:gd name="csX24" fmla="*/ 147133 w 317821"/>
                <a:gd name="csY24" fmla="*/ 216 h 259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17821" h="259865">
                  <a:moveTo>
                    <a:pt x="147133" y="216"/>
                  </a:moveTo>
                  <a:lnTo>
                    <a:pt x="146593" y="216"/>
                  </a:lnTo>
                  <a:cubicBezTo>
                    <a:pt x="131766" y="28765"/>
                    <a:pt x="131982" y="28658"/>
                    <a:pt x="128623" y="30600"/>
                  </a:cubicBezTo>
                  <a:cubicBezTo>
                    <a:pt x="108601" y="42392"/>
                    <a:pt x="105356" y="43472"/>
                    <a:pt x="103299" y="47580"/>
                  </a:cubicBezTo>
                  <a:lnTo>
                    <a:pt x="88357" y="77965"/>
                  </a:lnTo>
                  <a:cubicBezTo>
                    <a:pt x="85868" y="83052"/>
                    <a:pt x="84141" y="106731"/>
                    <a:pt x="84249" y="106191"/>
                  </a:cubicBezTo>
                  <a:cubicBezTo>
                    <a:pt x="84033" y="108026"/>
                    <a:pt x="82731" y="110515"/>
                    <a:pt x="81328" y="111703"/>
                  </a:cubicBezTo>
                  <a:cubicBezTo>
                    <a:pt x="48962" y="139173"/>
                    <a:pt x="44955" y="141338"/>
                    <a:pt x="49178" y="141770"/>
                  </a:cubicBezTo>
                  <a:cubicBezTo>
                    <a:pt x="57077" y="142418"/>
                    <a:pt x="32509" y="164909"/>
                    <a:pt x="35436" y="173126"/>
                  </a:cubicBezTo>
                  <a:lnTo>
                    <a:pt x="35652" y="173666"/>
                  </a:lnTo>
                  <a:cubicBezTo>
                    <a:pt x="37596" y="179076"/>
                    <a:pt x="29480" y="177667"/>
                    <a:pt x="27207" y="183832"/>
                  </a:cubicBezTo>
                  <a:lnTo>
                    <a:pt x="21581" y="199618"/>
                  </a:lnTo>
                  <a:cubicBezTo>
                    <a:pt x="20279" y="203403"/>
                    <a:pt x="14761" y="204273"/>
                    <a:pt x="15300" y="203949"/>
                  </a:cubicBezTo>
                  <a:cubicBezTo>
                    <a:pt x="2746" y="206864"/>
                    <a:pt x="-390" y="262020"/>
                    <a:pt x="42" y="258343"/>
                  </a:cubicBezTo>
                  <a:cubicBezTo>
                    <a:pt x="-174" y="260178"/>
                    <a:pt x="473" y="260394"/>
                    <a:pt x="1445" y="258775"/>
                  </a:cubicBezTo>
                  <a:cubicBezTo>
                    <a:pt x="3070" y="256718"/>
                    <a:pt x="5236" y="251098"/>
                    <a:pt x="7185" y="251098"/>
                  </a:cubicBezTo>
                  <a:lnTo>
                    <a:pt x="155248" y="251098"/>
                  </a:lnTo>
                  <a:lnTo>
                    <a:pt x="151463" y="190430"/>
                  </a:lnTo>
                  <a:lnTo>
                    <a:pt x="193780" y="167615"/>
                  </a:lnTo>
                  <a:lnTo>
                    <a:pt x="193780" y="66611"/>
                  </a:lnTo>
                  <a:lnTo>
                    <a:pt x="317821" y="66611"/>
                  </a:lnTo>
                  <a:lnTo>
                    <a:pt x="317821" y="0"/>
                  </a:lnTo>
                  <a:lnTo>
                    <a:pt x="317605" y="0"/>
                  </a:lnTo>
                  <a:lnTo>
                    <a:pt x="147025" y="0"/>
                  </a:lnTo>
                  <a:lnTo>
                    <a:pt x="147133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F335D390-8BB3-0A6B-D2B9-D33647E0C55D}"/>
                </a:ext>
              </a:extLst>
            </p:cNvPr>
            <p:cNvSpPr/>
            <p:nvPr/>
          </p:nvSpPr>
          <p:spPr>
            <a:xfrm>
              <a:off x="6837362" y="4485919"/>
              <a:ext cx="8205" cy="9034"/>
            </a:xfrm>
            <a:custGeom>
              <a:avLst/>
              <a:gdLst>
                <a:gd name="csX0" fmla="*/ 572 w 8205"/>
                <a:gd name="csY0" fmla="*/ 3568 h 9034"/>
                <a:gd name="csX1" fmla="*/ 2668 w 8205"/>
                <a:gd name="csY1" fmla="*/ 8871 h 9034"/>
                <a:gd name="csX2" fmla="*/ 8192 w 8205"/>
                <a:gd name="csY2" fmla="*/ 3784 h 9034"/>
                <a:gd name="csX3" fmla="*/ 8192 w 8205"/>
                <a:gd name="csY3" fmla="*/ 3029 h 9034"/>
                <a:gd name="csX4" fmla="*/ 572 w 8205"/>
                <a:gd name="csY4" fmla="*/ 3568 h 9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05" h="9034">
                  <a:moveTo>
                    <a:pt x="572" y="3568"/>
                  </a:moveTo>
                  <a:cubicBezTo>
                    <a:pt x="572" y="4439"/>
                    <a:pt x="-1651" y="10058"/>
                    <a:pt x="2668" y="8871"/>
                  </a:cubicBezTo>
                  <a:cubicBezTo>
                    <a:pt x="3175" y="8547"/>
                    <a:pt x="8509" y="8115"/>
                    <a:pt x="8192" y="3784"/>
                  </a:cubicBezTo>
                  <a:lnTo>
                    <a:pt x="8192" y="3029"/>
                  </a:lnTo>
                  <a:cubicBezTo>
                    <a:pt x="7747" y="-1403"/>
                    <a:pt x="1461" y="-756"/>
                    <a:pt x="572" y="35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AC3F4121-7403-29A2-078A-AEE26CB1620A}"/>
                </a:ext>
              </a:extLst>
            </p:cNvPr>
            <p:cNvSpPr/>
            <p:nvPr/>
          </p:nvSpPr>
          <p:spPr>
            <a:xfrm>
              <a:off x="6738810" y="4339716"/>
              <a:ext cx="207835" cy="194430"/>
            </a:xfrm>
            <a:custGeom>
              <a:avLst/>
              <a:gdLst>
                <a:gd name="csX0" fmla="*/ 172974 w 207835"/>
                <a:gd name="csY0" fmla="*/ 118523 h 194430"/>
                <a:gd name="csX1" fmla="*/ 181864 w 207835"/>
                <a:gd name="csY1" fmla="*/ 116358 h 194430"/>
                <a:gd name="csX2" fmla="*/ 185865 w 207835"/>
                <a:gd name="csY2" fmla="*/ 100356 h 194430"/>
                <a:gd name="csX3" fmla="*/ 198501 w 207835"/>
                <a:gd name="csY3" fmla="*/ 95161 h 194430"/>
                <a:gd name="csX4" fmla="*/ 197612 w 207835"/>
                <a:gd name="csY4" fmla="*/ 87376 h 194430"/>
                <a:gd name="csX5" fmla="*/ 207835 w 207835"/>
                <a:gd name="csY5" fmla="*/ 75590 h 194430"/>
                <a:gd name="csX6" fmla="*/ 198374 w 207835"/>
                <a:gd name="csY6" fmla="*/ 58395 h 194430"/>
                <a:gd name="csX7" fmla="*/ 203073 w 207835"/>
                <a:gd name="csY7" fmla="*/ 52343 h 194430"/>
                <a:gd name="csX8" fmla="*/ 197548 w 207835"/>
                <a:gd name="csY8" fmla="*/ 52775 h 194430"/>
                <a:gd name="csX9" fmla="*/ 188023 w 207835"/>
                <a:gd name="csY9" fmla="*/ 44990 h 194430"/>
                <a:gd name="csX10" fmla="*/ 182817 w 207835"/>
                <a:gd name="csY10" fmla="*/ 29851 h 194430"/>
                <a:gd name="csX11" fmla="*/ 185293 w 207835"/>
                <a:gd name="csY11" fmla="*/ 18599 h 194430"/>
                <a:gd name="csX12" fmla="*/ 167577 w 207835"/>
                <a:gd name="csY12" fmla="*/ 0 h 194430"/>
                <a:gd name="csX13" fmla="*/ 149161 w 207835"/>
                <a:gd name="csY13" fmla="*/ 17304 h 194430"/>
                <a:gd name="csX14" fmla="*/ 130620 w 207835"/>
                <a:gd name="csY14" fmla="*/ 12872 h 194430"/>
                <a:gd name="csX15" fmla="*/ 106744 w 207835"/>
                <a:gd name="csY15" fmla="*/ 20333 h 194430"/>
                <a:gd name="csX16" fmla="*/ 103696 w 207835"/>
                <a:gd name="csY16" fmla="*/ 26931 h 194430"/>
                <a:gd name="csX17" fmla="*/ 84772 w 207835"/>
                <a:gd name="csY17" fmla="*/ 23794 h 194430"/>
                <a:gd name="csX18" fmla="*/ 74930 w 207835"/>
                <a:gd name="csY18" fmla="*/ 12979 h 194430"/>
                <a:gd name="csX19" fmla="*/ 61468 w 207835"/>
                <a:gd name="csY19" fmla="*/ 14707 h 194430"/>
                <a:gd name="csX20" fmla="*/ 51626 w 207835"/>
                <a:gd name="csY20" fmla="*/ 26499 h 194430"/>
                <a:gd name="csX21" fmla="*/ 45974 w 207835"/>
                <a:gd name="csY21" fmla="*/ 52235 h 194430"/>
                <a:gd name="csX22" fmla="*/ 63564 w 207835"/>
                <a:gd name="csY22" fmla="*/ 62071 h 194430"/>
                <a:gd name="csX23" fmla="*/ 35941 w 207835"/>
                <a:gd name="csY23" fmla="*/ 97218 h 194430"/>
                <a:gd name="csX24" fmla="*/ 16446 w 207835"/>
                <a:gd name="csY24" fmla="*/ 110414 h 194430"/>
                <a:gd name="csX25" fmla="*/ 0 w 207835"/>
                <a:gd name="csY25" fmla="*/ 161671 h 194430"/>
                <a:gd name="csX26" fmla="*/ 3239 w 207835"/>
                <a:gd name="csY26" fmla="*/ 191516 h 194430"/>
                <a:gd name="csX27" fmla="*/ 17780 w 207835"/>
                <a:gd name="csY27" fmla="*/ 194431 h 194430"/>
                <a:gd name="csX28" fmla="*/ 32576 w 207835"/>
                <a:gd name="csY28" fmla="*/ 178969 h 194430"/>
                <a:gd name="csX29" fmla="*/ 88202 w 207835"/>
                <a:gd name="csY29" fmla="*/ 179293 h 194430"/>
                <a:gd name="csX30" fmla="*/ 87440 w 207835"/>
                <a:gd name="csY30" fmla="*/ 176486 h 194430"/>
                <a:gd name="csX31" fmla="*/ 83439 w 207835"/>
                <a:gd name="csY31" fmla="*/ 164910 h 194430"/>
                <a:gd name="csX32" fmla="*/ 92329 w 207835"/>
                <a:gd name="csY32" fmla="*/ 145447 h 194430"/>
                <a:gd name="csX33" fmla="*/ 93853 w 207835"/>
                <a:gd name="csY33" fmla="*/ 140907 h 194430"/>
                <a:gd name="csX34" fmla="*/ 119634 w 207835"/>
                <a:gd name="csY34" fmla="*/ 130524 h 194430"/>
                <a:gd name="csX35" fmla="*/ 130746 w 207835"/>
                <a:gd name="csY35" fmla="*/ 132474 h 194430"/>
                <a:gd name="csX36" fmla="*/ 137351 w 207835"/>
                <a:gd name="csY36" fmla="*/ 123819 h 194430"/>
                <a:gd name="csX37" fmla="*/ 146241 w 207835"/>
                <a:gd name="csY37" fmla="*/ 123819 h 194430"/>
                <a:gd name="csX38" fmla="*/ 149606 w 207835"/>
                <a:gd name="csY38" fmla="*/ 130092 h 194430"/>
                <a:gd name="csX39" fmla="*/ 159004 w 207835"/>
                <a:gd name="csY39" fmla="*/ 128035 h 194430"/>
                <a:gd name="csX40" fmla="*/ 159639 w 207835"/>
                <a:gd name="csY40" fmla="*/ 128689 h 194430"/>
                <a:gd name="csX41" fmla="*/ 165164 w 207835"/>
                <a:gd name="csY41" fmla="*/ 129661 h 194430"/>
                <a:gd name="csX42" fmla="*/ 167449 w 207835"/>
                <a:gd name="csY42" fmla="*/ 129877 h 194430"/>
                <a:gd name="csX43" fmla="*/ 172847 w 207835"/>
                <a:gd name="csY43" fmla="*/ 118631 h 194430"/>
                <a:gd name="csX44" fmla="*/ 172974 w 207835"/>
                <a:gd name="csY44" fmla="*/ 118523 h 194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7835" h="194430">
                  <a:moveTo>
                    <a:pt x="172974" y="118523"/>
                  </a:moveTo>
                  <a:lnTo>
                    <a:pt x="181864" y="116358"/>
                  </a:lnTo>
                  <a:lnTo>
                    <a:pt x="185865" y="100356"/>
                  </a:lnTo>
                  <a:lnTo>
                    <a:pt x="198501" y="95161"/>
                  </a:lnTo>
                  <a:lnTo>
                    <a:pt x="197612" y="87376"/>
                  </a:lnTo>
                  <a:lnTo>
                    <a:pt x="207835" y="75590"/>
                  </a:lnTo>
                  <a:lnTo>
                    <a:pt x="198374" y="58395"/>
                  </a:lnTo>
                  <a:lnTo>
                    <a:pt x="203073" y="52343"/>
                  </a:lnTo>
                  <a:lnTo>
                    <a:pt x="197548" y="52775"/>
                  </a:lnTo>
                  <a:lnTo>
                    <a:pt x="188023" y="44990"/>
                  </a:lnTo>
                  <a:lnTo>
                    <a:pt x="182817" y="29851"/>
                  </a:lnTo>
                  <a:lnTo>
                    <a:pt x="185293" y="18599"/>
                  </a:lnTo>
                  <a:lnTo>
                    <a:pt x="167577" y="0"/>
                  </a:lnTo>
                  <a:lnTo>
                    <a:pt x="149161" y="17304"/>
                  </a:lnTo>
                  <a:lnTo>
                    <a:pt x="130620" y="12872"/>
                  </a:lnTo>
                  <a:lnTo>
                    <a:pt x="106744" y="20333"/>
                  </a:lnTo>
                  <a:lnTo>
                    <a:pt x="103696" y="26931"/>
                  </a:lnTo>
                  <a:lnTo>
                    <a:pt x="84772" y="23794"/>
                  </a:lnTo>
                  <a:lnTo>
                    <a:pt x="74930" y="12979"/>
                  </a:lnTo>
                  <a:lnTo>
                    <a:pt x="61468" y="14707"/>
                  </a:lnTo>
                  <a:lnTo>
                    <a:pt x="51626" y="26499"/>
                  </a:lnTo>
                  <a:lnTo>
                    <a:pt x="45974" y="52235"/>
                  </a:lnTo>
                  <a:lnTo>
                    <a:pt x="63564" y="62071"/>
                  </a:lnTo>
                  <a:lnTo>
                    <a:pt x="35941" y="97218"/>
                  </a:lnTo>
                  <a:lnTo>
                    <a:pt x="16446" y="110414"/>
                  </a:lnTo>
                  <a:lnTo>
                    <a:pt x="0" y="161671"/>
                  </a:lnTo>
                  <a:lnTo>
                    <a:pt x="3239" y="191516"/>
                  </a:lnTo>
                  <a:lnTo>
                    <a:pt x="17780" y="194431"/>
                  </a:lnTo>
                  <a:lnTo>
                    <a:pt x="32576" y="178969"/>
                  </a:lnTo>
                  <a:lnTo>
                    <a:pt x="88202" y="179293"/>
                  </a:lnTo>
                  <a:cubicBezTo>
                    <a:pt x="88202" y="178213"/>
                    <a:pt x="87884" y="177241"/>
                    <a:pt x="87440" y="176486"/>
                  </a:cubicBezTo>
                  <a:cubicBezTo>
                    <a:pt x="85725" y="173025"/>
                    <a:pt x="80772" y="169132"/>
                    <a:pt x="83439" y="164910"/>
                  </a:cubicBezTo>
                  <a:cubicBezTo>
                    <a:pt x="91567" y="151936"/>
                    <a:pt x="94297" y="149339"/>
                    <a:pt x="92329" y="145447"/>
                  </a:cubicBezTo>
                  <a:cubicBezTo>
                    <a:pt x="91567" y="143828"/>
                    <a:pt x="92202" y="141770"/>
                    <a:pt x="93853" y="140907"/>
                  </a:cubicBezTo>
                  <a:cubicBezTo>
                    <a:pt x="113729" y="130416"/>
                    <a:pt x="115570" y="128467"/>
                    <a:pt x="119634" y="130524"/>
                  </a:cubicBezTo>
                  <a:cubicBezTo>
                    <a:pt x="122746" y="131604"/>
                    <a:pt x="127698" y="136474"/>
                    <a:pt x="130746" y="132474"/>
                  </a:cubicBezTo>
                  <a:lnTo>
                    <a:pt x="137351" y="123819"/>
                  </a:lnTo>
                  <a:cubicBezTo>
                    <a:pt x="139954" y="120358"/>
                    <a:pt x="145986" y="119278"/>
                    <a:pt x="146241" y="123819"/>
                  </a:cubicBezTo>
                  <a:cubicBezTo>
                    <a:pt x="146368" y="124466"/>
                    <a:pt x="145669" y="129121"/>
                    <a:pt x="149606" y="130092"/>
                  </a:cubicBezTo>
                  <a:cubicBezTo>
                    <a:pt x="154369" y="131280"/>
                    <a:pt x="155511" y="124575"/>
                    <a:pt x="159004" y="128035"/>
                  </a:cubicBezTo>
                  <a:lnTo>
                    <a:pt x="159639" y="128689"/>
                  </a:lnTo>
                  <a:cubicBezTo>
                    <a:pt x="161925" y="130956"/>
                    <a:pt x="165735" y="129661"/>
                    <a:pt x="165164" y="129661"/>
                  </a:cubicBezTo>
                  <a:cubicBezTo>
                    <a:pt x="166116" y="129229"/>
                    <a:pt x="166878" y="129337"/>
                    <a:pt x="167449" y="129877"/>
                  </a:cubicBezTo>
                  <a:lnTo>
                    <a:pt x="172847" y="118631"/>
                  </a:lnTo>
                  <a:lnTo>
                    <a:pt x="172974" y="1185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26F9D779-5C74-CEAC-B0A8-8ACD7D03CB12}"/>
                </a:ext>
              </a:extLst>
            </p:cNvPr>
            <p:cNvSpPr/>
            <p:nvPr/>
          </p:nvSpPr>
          <p:spPr>
            <a:xfrm>
              <a:off x="5914053" y="3035549"/>
              <a:ext cx="151853" cy="305413"/>
            </a:xfrm>
            <a:custGeom>
              <a:avLst/>
              <a:gdLst>
                <a:gd name="csX0" fmla="*/ 28251 w 151853"/>
                <a:gd name="csY0" fmla="*/ 41559 h 305413"/>
                <a:gd name="csX1" fmla="*/ 33230 w 151853"/>
                <a:gd name="csY1" fmla="*/ 114222 h 305413"/>
                <a:gd name="csX2" fmla="*/ 0 w 151853"/>
                <a:gd name="csY2" fmla="*/ 140721 h 305413"/>
                <a:gd name="csX3" fmla="*/ 6382 w 151853"/>
                <a:gd name="csY3" fmla="*/ 176077 h 305413"/>
                <a:gd name="csX4" fmla="*/ 27274 w 151853"/>
                <a:gd name="csY4" fmla="*/ 185920 h 305413"/>
                <a:gd name="csX5" fmla="*/ 31280 w 151853"/>
                <a:gd name="csY5" fmla="*/ 207548 h 305413"/>
                <a:gd name="csX6" fmla="*/ 57036 w 151853"/>
                <a:gd name="csY6" fmla="*/ 227227 h 305413"/>
                <a:gd name="csX7" fmla="*/ 75762 w 151853"/>
                <a:gd name="csY7" fmla="*/ 305414 h 305413"/>
                <a:gd name="csX8" fmla="*/ 90697 w 151853"/>
                <a:gd name="csY8" fmla="*/ 299896 h 305413"/>
                <a:gd name="csX9" fmla="*/ 104013 w 151853"/>
                <a:gd name="csY9" fmla="*/ 275785 h 305413"/>
                <a:gd name="csX10" fmla="*/ 96653 w 151853"/>
                <a:gd name="csY10" fmla="*/ 252208 h 305413"/>
                <a:gd name="csX11" fmla="*/ 103365 w 151853"/>
                <a:gd name="csY11" fmla="*/ 241933 h 305413"/>
                <a:gd name="csX12" fmla="*/ 113538 w 151853"/>
                <a:gd name="csY12" fmla="*/ 239990 h 305413"/>
                <a:gd name="csX13" fmla="*/ 120034 w 151853"/>
                <a:gd name="csY13" fmla="*/ 229176 h 305413"/>
                <a:gd name="csX14" fmla="*/ 151854 w 151853"/>
                <a:gd name="csY14" fmla="*/ 211872 h 305413"/>
                <a:gd name="csX15" fmla="*/ 149689 w 151853"/>
                <a:gd name="csY15" fmla="*/ 175106 h 305413"/>
                <a:gd name="csX16" fmla="*/ 150768 w 151853"/>
                <a:gd name="csY16" fmla="*/ 174458 h 305413"/>
                <a:gd name="csX17" fmla="*/ 135293 w 151853"/>
                <a:gd name="csY17" fmla="*/ 167860 h 305413"/>
                <a:gd name="csX18" fmla="*/ 131286 w 151853"/>
                <a:gd name="csY18" fmla="*/ 156183 h 305413"/>
                <a:gd name="csX19" fmla="*/ 123711 w 151853"/>
                <a:gd name="csY19" fmla="*/ 160831 h 305413"/>
                <a:gd name="csX20" fmla="*/ 121761 w 151853"/>
                <a:gd name="csY20" fmla="*/ 153586 h 305413"/>
                <a:gd name="csX21" fmla="*/ 129121 w 151853"/>
                <a:gd name="csY21" fmla="*/ 145477 h 305413"/>
                <a:gd name="csX22" fmla="*/ 119380 w 151853"/>
                <a:gd name="csY22" fmla="*/ 142772 h 305413"/>
                <a:gd name="csX23" fmla="*/ 101740 w 151853"/>
                <a:gd name="csY23" fmla="*/ 148182 h 305413"/>
                <a:gd name="csX24" fmla="*/ 106178 w 151853"/>
                <a:gd name="csY24" fmla="*/ 120928 h 305413"/>
                <a:gd name="csX25" fmla="*/ 134753 w 151853"/>
                <a:gd name="csY25" fmla="*/ 84377 h 305413"/>
                <a:gd name="csX26" fmla="*/ 130207 w 151853"/>
                <a:gd name="csY26" fmla="*/ 71188 h 305413"/>
                <a:gd name="csX27" fmla="*/ 120142 w 151853"/>
                <a:gd name="csY27" fmla="*/ 64806 h 305413"/>
                <a:gd name="csX28" fmla="*/ 111913 w 151853"/>
                <a:gd name="csY28" fmla="*/ 50855 h 305413"/>
                <a:gd name="csX29" fmla="*/ 117107 w 151853"/>
                <a:gd name="csY29" fmla="*/ 39933 h 305413"/>
                <a:gd name="csX30" fmla="*/ 125876 w 151853"/>
                <a:gd name="csY30" fmla="*/ 35177 h 305413"/>
                <a:gd name="csX31" fmla="*/ 135725 w 151853"/>
                <a:gd name="csY31" fmla="*/ 17118 h 305413"/>
                <a:gd name="csX32" fmla="*/ 130747 w 151853"/>
                <a:gd name="csY32" fmla="*/ 12362 h 305413"/>
                <a:gd name="csX33" fmla="*/ 113754 w 151853"/>
                <a:gd name="csY33" fmla="*/ 23391 h 305413"/>
                <a:gd name="csX34" fmla="*/ 113322 w 151853"/>
                <a:gd name="csY34" fmla="*/ 24039 h 305413"/>
                <a:gd name="csX35" fmla="*/ 103689 w 151853"/>
                <a:gd name="csY35" fmla="*/ 21118 h 305413"/>
                <a:gd name="csX36" fmla="*/ 96977 w 151853"/>
                <a:gd name="csY36" fmla="*/ 3922 h 305413"/>
                <a:gd name="csX37" fmla="*/ 84424 w 151853"/>
                <a:gd name="csY37" fmla="*/ 246 h 305413"/>
                <a:gd name="csX38" fmla="*/ 61690 w 151853"/>
                <a:gd name="csY38" fmla="*/ 6088 h 305413"/>
                <a:gd name="csX39" fmla="*/ 51518 w 151853"/>
                <a:gd name="csY39" fmla="*/ 14089 h 305413"/>
                <a:gd name="csX40" fmla="*/ 50222 w 151853"/>
                <a:gd name="csY40" fmla="*/ 14952 h 305413"/>
                <a:gd name="csX41" fmla="*/ 50222 w 151853"/>
                <a:gd name="csY41" fmla="*/ 15168 h 305413"/>
                <a:gd name="csX42" fmla="*/ 28575 w 151853"/>
                <a:gd name="csY42" fmla="*/ 41451 h 305413"/>
                <a:gd name="csX43" fmla="*/ 28251 w 151853"/>
                <a:gd name="csY43" fmla="*/ 41559 h 305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51853" h="305413">
                  <a:moveTo>
                    <a:pt x="28251" y="41559"/>
                  </a:moveTo>
                  <a:lnTo>
                    <a:pt x="33230" y="114222"/>
                  </a:lnTo>
                  <a:lnTo>
                    <a:pt x="0" y="140721"/>
                  </a:lnTo>
                  <a:lnTo>
                    <a:pt x="6382" y="176077"/>
                  </a:lnTo>
                  <a:lnTo>
                    <a:pt x="27274" y="185920"/>
                  </a:lnTo>
                  <a:lnTo>
                    <a:pt x="31280" y="207548"/>
                  </a:lnTo>
                  <a:lnTo>
                    <a:pt x="57036" y="227227"/>
                  </a:lnTo>
                  <a:lnTo>
                    <a:pt x="75762" y="305414"/>
                  </a:lnTo>
                  <a:lnTo>
                    <a:pt x="90697" y="299896"/>
                  </a:lnTo>
                  <a:lnTo>
                    <a:pt x="104013" y="275785"/>
                  </a:lnTo>
                  <a:lnTo>
                    <a:pt x="96653" y="252208"/>
                  </a:lnTo>
                  <a:lnTo>
                    <a:pt x="103365" y="241933"/>
                  </a:lnTo>
                  <a:lnTo>
                    <a:pt x="113538" y="239990"/>
                  </a:lnTo>
                  <a:lnTo>
                    <a:pt x="120034" y="229176"/>
                  </a:lnTo>
                  <a:lnTo>
                    <a:pt x="151854" y="211872"/>
                  </a:lnTo>
                  <a:lnTo>
                    <a:pt x="149689" y="175106"/>
                  </a:lnTo>
                  <a:lnTo>
                    <a:pt x="150768" y="174458"/>
                  </a:lnTo>
                  <a:cubicBezTo>
                    <a:pt x="138106" y="171969"/>
                    <a:pt x="135833" y="171537"/>
                    <a:pt x="135293" y="167860"/>
                  </a:cubicBezTo>
                  <a:cubicBezTo>
                    <a:pt x="133991" y="158558"/>
                    <a:pt x="133991" y="152614"/>
                    <a:pt x="131286" y="156183"/>
                  </a:cubicBezTo>
                  <a:cubicBezTo>
                    <a:pt x="129775" y="157586"/>
                    <a:pt x="126848" y="164508"/>
                    <a:pt x="123711" y="160831"/>
                  </a:cubicBezTo>
                  <a:cubicBezTo>
                    <a:pt x="123171" y="159859"/>
                    <a:pt x="117977" y="156183"/>
                    <a:pt x="121761" y="153586"/>
                  </a:cubicBezTo>
                  <a:cubicBezTo>
                    <a:pt x="125121" y="150772"/>
                    <a:pt x="134322" y="146664"/>
                    <a:pt x="129121" y="145477"/>
                  </a:cubicBezTo>
                  <a:lnTo>
                    <a:pt x="119380" y="142772"/>
                  </a:lnTo>
                  <a:cubicBezTo>
                    <a:pt x="115919" y="155535"/>
                    <a:pt x="108128" y="152614"/>
                    <a:pt x="101740" y="148182"/>
                  </a:cubicBezTo>
                  <a:cubicBezTo>
                    <a:pt x="90697" y="140613"/>
                    <a:pt x="93186" y="127525"/>
                    <a:pt x="106178" y="120928"/>
                  </a:cubicBezTo>
                  <a:cubicBezTo>
                    <a:pt x="116567" y="115632"/>
                    <a:pt x="135941" y="94003"/>
                    <a:pt x="134753" y="84377"/>
                  </a:cubicBezTo>
                  <a:cubicBezTo>
                    <a:pt x="133667" y="79945"/>
                    <a:pt x="134753" y="73455"/>
                    <a:pt x="130207" y="71188"/>
                  </a:cubicBezTo>
                  <a:cubicBezTo>
                    <a:pt x="126416" y="69346"/>
                    <a:pt x="122739" y="67943"/>
                    <a:pt x="120142" y="64806"/>
                  </a:cubicBezTo>
                  <a:cubicBezTo>
                    <a:pt x="112782" y="56050"/>
                    <a:pt x="111157" y="54856"/>
                    <a:pt x="111913" y="50855"/>
                  </a:cubicBezTo>
                  <a:cubicBezTo>
                    <a:pt x="112999" y="47502"/>
                    <a:pt x="112236" y="41451"/>
                    <a:pt x="117107" y="39933"/>
                  </a:cubicBezTo>
                  <a:cubicBezTo>
                    <a:pt x="118301" y="39502"/>
                    <a:pt x="123279" y="38854"/>
                    <a:pt x="125876" y="35177"/>
                  </a:cubicBezTo>
                  <a:cubicBezTo>
                    <a:pt x="134753" y="22953"/>
                    <a:pt x="137027" y="21118"/>
                    <a:pt x="135725" y="17118"/>
                  </a:cubicBezTo>
                  <a:cubicBezTo>
                    <a:pt x="135293" y="16362"/>
                    <a:pt x="134646" y="10196"/>
                    <a:pt x="130747" y="12362"/>
                  </a:cubicBezTo>
                  <a:cubicBezTo>
                    <a:pt x="121977" y="17118"/>
                    <a:pt x="116351" y="19391"/>
                    <a:pt x="113754" y="23391"/>
                  </a:cubicBezTo>
                  <a:lnTo>
                    <a:pt x="113322" y="24039"/>
                  </a:lnTo>
                  <a:cubicBezTo>
                    <a:pt x="110725" y="27932"/>
                    <a:pt x="102711" y="24903"/>
                    <a:pt x="103689" y="21118"/>
                  </a:cubicBezTo>
                  <a:cubicBezTo>
                    <a:pt x="104661" y="17550"/>
                    <a:pt x="101956" y="6412"/>
                    <a:pt x="96977" y="3922"/>
                  </a:cubicBezTo>
                  <a:cubicBezTo>
                    <a:pt x="92863" y="1871"/>
                    <a:pt x="88754" y="-834"/>
                    <a:pt x="84424" y="246"/>
                  </a:cubicBezTo>
                  <a:lnTo>
                    <a:pt x="61690" y="6088"/>
                  </a:lnTo>
                  <a:cubicBezTo>
                    <a:pt x="56712" y="7383"/>
                    <a:pt x="50870" y="14736"/>
                    <a:pt x="51518" y="14089"/>
                  </a:cubicBezTo>
                  <a:cubicBezTo>
                    <a:pt x="51194" y="14413"/>
                    <a:pt x="50654" y="14628"/>
                    <a:pt x="50222" y="14952"/>
                  </a:cubicBezTo>
                  <a:lnTo>
                    <a:pt x="50222" y="15168"/>
                  </a:lnTo>
                  <a:lnTo>
                    <a:pt x="28575" y="41451"/>
                  </a:lnTo>
                  <a:lnTo>
                    <a:pt x="28251" y="41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26945DEE-F886-EBAA-DA55-86B2693462A6}"/>
                </a:ext>
              </a:extLst>
            </p:cNvPr>
            <p:cNvSpPr/>
            <p:nvPr/>
          </p:nvSpPr>
          <p:spPr>
            <a:xfrm>
              <a:off x="6050558" y="3137877"/>
              <a:ext cx="8468" cy="6649"/>
            </a:xfrm>
            <a:custGeom>
              <a:avLst/>
              <a:gdLst>
                <a:gd name="csX0" fmla="*/ 2687 w 8468"/>
                <a:gd name="csY0" fmla="*/ 6598 h 6649"/>
                <a:gd name="csX1" fmla="*/ 7342 w 8468"/>
                <a:gd name="csY1" fmla="*/ 2813 h 6649"/>
                <a:gd name="csX2" fmla="*/ 5068 w 8468"/>
                <a:gd name="csY2" fmla="*/ 756 h 6649"/>
                <a:gd name="csX3" fmla="*/ 2687 w 8468"/>
                <a:gd name="csY3" fmla="*/ 6598 h 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8" h="6649">
                  <a:moveTo>
                    <a:pt x="2687" y="6598"/>
                  </a:moveTo>
                  <a:cubicBezTo>
                    <a:pt x="3443" y="6382"/>
                    <a:pt x="11348" y="6274"/>
                    <a:pt x="7342" y="2813"/>
                  </a:cubicBezTo>
                  <a:lnTo>
                    <a:pt x="5068" y="756"/>
                  </a:lnTo>
                  <a:cubicBezTo>
                    <a:pt x="1061" y="-2813"/>
                    <a:pt x="-2723" y="7461"/>
                    <a:pt x="2687" y="6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AB2D4861-79D3-BB6C-BE19-532B4129ED4A}"/>
                </a:ext>
              </a:extLst>
            </p:cNvPr>
            <p:cNvSpPr/>
            <p:nvPr/>
          </p:nvSpPr>
          <p:spPr>
            <a:xfrm>
              <a:off x="7686656" y="5065585"/>
              <a:ext cx="7690" cy="7481"/>
            </a:xfrm>
            <a:custGeom>
              <a:avLst/>
              <a:gdLst>
                <a:gd name="csX0" fmla="*/ 400 w 7690"/>
                <a:gd name="csY0" fmla="*/ 3632 h 7481"/>
                <a:gd name="csX1" fmla="*/ 209 w 7690"/>
                <a:gd name="csY1" fmla="*/ 4496 h 7481"/>
                <a:gd name="csX2" fmla="*/ 4972 w 7690"/>
                <a:gd name="csY2" fmla="*/ 7417 h 7481"/>
                <a:gd name="csX3" fmla="*/ 7638 w 7690"/>
                <a:gd name="csY3" fmla="*/ 3956 h 7481"/>
                <a:gd name="csX4" fmla="*/ 7448 w 7690"/>
                <a:gd name="csY4" fmla="*/ 2762 h 7481"/>
                <a:gd name="csX5" fmla="*/ 526 w 7690"/>
                <a:gd name="csY5" fmla="*/ 3740 h 7481"/>
                <a:gd name="csX6" fmla="*/ 400 w 7690"/>
                <a:gd name="csY6" fmla="*/ 3632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0" h="7481">
                  <a:moveTo>
                    <a:pt x="400" y="3632"/>
                  </a:moveTo>
                  <a:lnTo>
                    <a:pt x="209" y="4496"/>
                  </a:lnTo>
                  <a:cubicBezTo>
                    <a:pt x="-1125" y="8604"/>
                    <a:pt x="4337" y="7201"/>
                    <a:pt x="4972" y="7417"/>
                  </a:cubicBezTo>
                  <a:cubicBezTo>
                    <a:pt x="6813" y="7309"/>
                    <a:pt x="7956" y="5791"/>
                    <a:pt x="7638" y="3956"/>
                  </a:cubicBezTo>
                  <a:lnTo>
                    <a:pt x="7448" y="2762"/>
                  </a:lnTo>
                  <a:cubicBezTo>
                    <a:pt x="6559" y="-1562"/>
                    <a:pt x="1797" y="-483"/>
                    <a:pt x="526" y="3740"/>
                  </a:cubicBezTo>
                  <a:lnTo>
                    <a:pt x="400" y="36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D62C1D5B-20A0-B8A5-C755-E100EF36B713}"/>
                </a:ext>
              </a:extLst>
            </p:cNvPr>
            <p:cNvSpPr/>
            <p:nvPr/>
          </p:nvSpPr>
          <p:spPr>
            <a:xfrm>
              <a:off x="5166116" y="5919744"/>
              <a:ext cx="12958" cy="14031"/>
            </a:xfrm>
            <a:custGeom>
              <a:avLst/>
              <a:gdLst>
                <a:gd name="csX0" fmla="*/ 3272 w 12958"/>
                <a:gd name="csY0" fmla="*/ 1161 h 14031"/>
                <a:gd name="csX1" fmla="*/ 1107 w 12958"/>
                <a:gd name="csY1" fmla="*/ 8729 h 14031"/>
                <a:gd name="csX2" fmla="*/ 9552 w 12958"/>
                <a:gd name="csY2" fmla="*/ 12730 h 14031"/>
                <a:gd name="csX3" fmla="*/ 11819 w 12958"/>
                <a:gd name="csY3" fmla="*/ 4513 h 14031"/>
                <a:gd name="csX4" fmla="*/ 3380 w 12958"/>
                <a:gd name="csY4" fmla="*/ 1052 h 14031"/>
                <a:gd name="csX5" fmla="*/ 3272 w 12958"/>
                <a:gd name="csY5" fmla="*/ 1161 h 1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8" h="14031">
                  <a:moveTo>
                    <a:pt x="3272" y="1161"/>
                  </a:moveTo>
                  <a:cubicBezTo>
                    <a:pt x="2732" y="2024"/>
                    <a:pt x="-2138" y="5269"/>
                    <a:pt x="1107" y="8729"/>
                  </a:cubicBezTo>
                  <a:cubicBezTo>
                    <a:pt x="2840" y="10025"/>
                    <a:pt x="6193" y="16839"/>
                    <a:pt x="9552" y="12730"/>
                  </a:cubicBezTo>
                  <a:cubicBezTo>
                    <a:pt x="10092" y="11758"/>
                    <a:pt x="15178" y="7866"/>
                    <a:pt x="11819" y="4513"/>
                  </a:cubicBezTo>
                  <a:cubicBezTo>
                    <a:pt x="11819" y="4513"/>
                    <a:pt x="6733" y="-2624"/>
                    <a:pt x="3380" y="1052"/>
                  </a:cubicBezTo>
                  <a:lnTo>
                    <a:pt x="3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4F38FA6C-76B9-0322-2F2E-E98EB9FFFC9C}"/>
                </a:ext>
              </a:extLst>
            </p:cNvPr>
            <p:cNvSpPr/>
            <p:nvPr/>
          </p:nvSpPr>
          <p:spPr>
            <a:xfrm>
              <a:off x="5150992" y="5930712"/>
              <a:ext cx="9005" cy="11645"/>
            </a:xfrm>
            <a:custGeom>
              <a:avLst/>
              <a:gdLst>
                <a:gd name="csX0" fmla="*/ 3569 w 9005"/>
                <a:gd name="csY0" fmla="*/ 251 h 11645"/>
                <a:gd name="csX1" fmla="*/ 0 w 9005"/>
                <a:gd name="csY1" fmla="*/ 7605 h 11645"/>
                <a:gd name="csX2" fmla="*/ 3245 w 9005"/>
                <a:gd name="csY2" fmla="*/ 11605 h 11645"/>
                <a:gd name="csX3" fmla="*/ 4763 w 9005"/>
                <a:gd name="csY3" fmla="*/ 11605 h 11645"/>
                <a:gd name="csX4" fmla="*/ 8979 w 9005"/>
                <a:gd name="csY4" fmla="*/ 3280 h 11645"/>
                <a:gd name="csX5" fmla="*/ 3677 w 9005"/>
                <a:gd name="csY5" fmla="*/ 143 h 11645"/>
                <a:gd name="csX6" fmla="*/ 3569 w 9005"/>
                <a:gd name="csY6" fmla="*/ 251 h 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05" h="11645">
                  <a:moveTo>
                    <a:pt x="3569" y="251"/>
                  </a:moveTo>
                  <a:cubicBezTo>
                    <a:pt x="-978" y="683"/>
                    <a:pt x="216" y="6633"/>
                    <a:pt x="0" y="7605"/>
                  </a:cubicBezTo>
                  <a:cubicBezTo>
                    <a:pt x="0" y="9656"/>
                    <a:pt x="1403" y="11389"/>
                    <a:pt x="3245" y="11605"/>
                  </a:cubicBezTo>
                  <a:lnTo>
                    <a:pt x="4763" y="11605"/>
                  </a:lnTo>
                  <a:cubicBezTo>
                    <a:pt x="9525" y="12253"/>
                    <a:pt x="8547" y="5007"/>
                    <a:pt x="8979" y="3280"/>
                  </a:cubicBezTo>
                  <a:cubicBezTo>
                    <a:pt x="9417" y="-1374"/>
                    <a:pt x="4331" y="359"/>
                    <a:pt x="3677" y="143"/>
                  </a:cubicBezTo>
                  <a:lnTo>
                    <a:pt x="3569" y="2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CF64B873-49F3-731E-9AAA-E01CEBFC5EF4}"/>
                </a:ext>
              </a:extLst>
            </p:cNvPr>
            <p:cNvSpPr/>
            <p:nvPr/>
          </p:nvSpPr>
          <p:spPr>
            <a:xfrm>
              <a:off x="5630259" y="4082135"/>
              <a:ext cx="65157" cy="185458"/>
            </a:xfrm>
            <a:custGeom>
              <a:avLst/>
              <a:gdLst>
                <a:gd name="csX0" fmla="*/ 52388 w 65157"/>
                <a:gd name="csY0" fmla="*/ 63474 h 185458"/>
                <a:gd name="csX1" fmla="*/ 53905 w 65157"/>
                <a:gd name="csY1" fmla="*/ 42608 h 185458"/>
                <a:gd name="csX2" fmla="*/ 36042 w 65157"/>
                <a:gd name="csY2" fmla="*/ 31471 h 185458"/>
                <a:gd name="csX3" fmla="*/ 37020 w 65157"/>
                <a:gd name="csY3" fmla="*/ 4216 h 185458"/>
                <a:gd name="csX4" fmla="*/ 37020 w 65157"/>
                <a:gd name="csY4" fmla="*/ 3892 h 185458"/>
                <a:gd name="csX5" fmla="*/ 4654 w 65157"/>
                <a:gd name="csY5" fmla="*/ 0 h 185458"/>
                <a:gd name="csX6" fmla="*/ 0 w 65157"/>
                <a:gd name="csY6" fmla="*/ 19247 h 185458"/>
                <a:gd name="csX7" fmla="*/ 13748 w 65157"/>
                <a:gd name="csY7" fmla="*/ 32766 h 185458"/>
                <a:gd name="csX8" fmla="*/ 14503 w 65157"/>
                <a:gd name="csY8" fmla="*/ 90729 h 185458"/>
                <a:gd name="csX9" fmla="*/ 27172 w 65157"/>
                <a:gd name="csY9" fmla="*/ 105111 h 185458"/>
                <a:gd name="csX10" fmla="*/ 22301 w 65157"/>
                <a:gd name="csY10" fmla="*/ 157124 h 185458"/>
                <a:gd name="csX11" fmla="*/ 41021 w 65157"/>
                <a:gd name="csY11" fmla="*/ 185458 h 185458"/>
                <a:gd name="csX12" fmla="*/ 43726 w 65157"/>
                <a:gd name="csY12" fmla="*/ 183833 h 185458"/>
                <a:gd name="csX13" fmla="*/ 65157 w 65157"/>
                <a:gd name="csY13" fmla="*/ 178752 h 185458"/>
                <a:gd name="csX14" fmla="*/ 64186 w 65157"/>
                <a:gd name="csY14" fmla="*/ 77533 h 185458"/>
                <a:gd name="csX15" fmla="*/ 52279 w 65157"/>
                <a:gd name="csY15" fmla="*/ 63583 h 185458"/>
                <a:gd name="csX16" fmla="*/ 52388 w 65157"/>
                <a:gd name="csY16" fmla="*/ 63474 h 18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5157" h="185458">
                  <a:moveTo>
                    <a:pt x="52388" y="63474"/>
                  </a:moveTo>
                  <a:lnTo>
                    <a:pt x="53905" y="42608"/>
                  </a:lnTo>
                  <a:lnTo>
                    <a:pt x="36042" y="31471"/>
                  </a:lnTo>
                  <a:lnTo>
                    <a:pt x="37020" y="4216"/>
                  </a:lnTo>
                  <a:lnTo>
                    <a:pt x="37020" y="3892"/>
                  </a:lnTo>
                  <a:lnTo>
                    <a:pt x="4654" y="0"/>
                  </a:lnTo>
                  <a:lnTo>
                    <a:pt x="0" y="19247"/>
                  </a:lnTo>
                  <a:lnTo>
                    <a:pt x="13748" y="32766"/>
                  </a:lnTo>
                  <a:lnTo>
                    <a:pt x="14503" y="90729"/>
                  </a:lnTo>
                  <a:lnTo>
                    <a:pt x="27172" y="105111"/>
                  </a:lnTo>
                  <a:lnTo>
                    <a:pt x="22301" y="157124"/>
                  </a:lnTo>
                  <a:lnTo>
                    <a:pt x="41021" y="185458"/>
                  </a:lnTo>
                  <a:cubicBezTo>
                    <a:pt x="41891" y="184696"/>
                    <a:pt x="42754" y="184156"/>
                    <a:pt x="43726" y="183833"/>
                  </a:cubicBezTo>
                  <a:cubicBezTo>
                    <a:pt x="52711" y="181781"/>
                    <a:pt x="59639" y="180048"/>
                    <a:pt x="65157" y="178752"/>
                  </a:cubicBezTo>
                  <a:lnTo>
                    <a:pt x="64186" y="77533"/>
                  </a:lnTo>
                  <a:lnTo>
                    <a:pt x="52279" y="63583"/>
                  </a:lnTo>
                  <a:lnTo>
                    <a:pt x="52388" y="634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0ED75281-E329-1BCC-EED2-ACDB8E4D2322}"/>
                </a:ext>
              </a:extLst>
            </p:cNvPr>
            <p:cNvSpPr/>
            <p:nvPr/>
          </p:nvSpPr>
          <p:spPr>
            <a:xfrm>
              <a:off x="7117954" y="4660117"/>
              <a:ext cx="9279" cy="20432"/>
            </a:xfrm>
            <a:custGeom>
              <a:avLst/>
              <a:gdLst>
                <a:gd name="csX0" fmla="*/ 650 w 9279"/>
                <a:gd name="csY0" fmla="*/ 14937 h 20432"/>
                <a:gd name="csX1" fmla="*/ 1412 w 9279"/>
                <a:gd name="csY1" fmla="*/ 19801 h 20432"/>
                <a:gd name="csX2" fmla="*/ 5222 w 9279"/>
                <a:gd name="csY2" fmla="*/ 338 h 20432"/>
                <a:gd name="csX3" fmla="*/ 4333 w 9279"/>
                <a:gd name="csY3" fmla="*/ 122 h 20432"/>
                <a:gd name="csX4" fmla="*/ 1285 w 9279"/>
                <a:gd name="csY4" fmla="*/ 13965 h 20432"/>
                <a:gd name="csX5" fmla="*/ 523 w 9279"/>
                <a:gd name="csY5" fmla="*/ 14937 h 20432"/>
                <a:gd name="csX6" fmla="*/ 650 w 9279"/>
                <a:gd name="csY6" fmla="*/ 14937 h 2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79" h="20432">
                  <a:moveTo>
                    <a:pt x="650" y="14937"/>
                  </a:moveTo>
                  <a:cubicBezTo>
                    <a:pt x="-1319" y="17642"/>
                    <a:pt x="1856" y="20341"/>
                    <a:pt x="1412" y="19801"/>
                  </a:cubicBezTo>
                  <a:cubicBezTo>
                    <a:pt x="7444" y="24449"/>
                    <a:pt x="13540" y="1957"/>
                    <a:pt x="5222" y="338"/>
                  </a:cubicBezTo>
                  <a:lnTo>
                    <a:pt x="4333" y="122"/>
                  </a:lnTo>
                  <a:cubicBezTo>
                    <a:pt x="-2081" y="-1180"/>
                    <a:pt x="5539" y="8231"/>
                    <a:pt x="1285" y="13965"/>
                  </a:cubicBezTo>
                  <a:lnTo>
                    <a:pt x="523" y="14937"/>
                  </a:lnTo>
                  <a:lnTo>
                    <a:pt x="650" y="149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C5A91230-11C2-0356-6C09-2ED38CD5A622}"/>
                </a:ext>
              </a:extLst>
            </p:cNvPr>
            <p:cNvSpPr/>
            <p:nvPr/>
          </p:nvSpPr>
          <p:spPr>
            <a:xfrm>
              <a:off x="7101998" y="4692580"/>
              <a:ext cx="14146" cy="25962"/>
            </a:xfrm>
            <a:custGeom>
              <a:avLst/>
              <a:gdLst>
                <a:gd name="csX0" fmla="*/ 10128 w 14146"/>
                <a:gd name="csY0" fmla="*/ 13398 h 25962"/>
                <a:gd name="csX1" fmla="*/ 7397 w 14146"/>
                <a:gd name="csY1" fmla="*/ 11023 h 25962"/>
                <a:gd name="csX2" fmla="*/ 2127 w 14146"/>
                <a:gd name="csY2" fmla="*/ 1289 h 25962"/>
                <a:gd name="csX3" fmla="*/ 32 w 14146"/>
                <a:gd name="csY3" fmla="*/ 10154 h 25962"/>
                <a:gd name="csX4" fmla="*/ 2445 w 14146"/>
                <a:gd name="csY4" fmla="*/ 18377 h 25962"/>
                <a:gd name="csX5" fmla="*/ 5873 w 14146"/>
                <a:gd name="csY5" fmla="*/ 19240 h 25962"/>
                <a:gd name="csX6" fmla="*/ 9557 w 14146"/>
                <a:gd name="csY6" fmla="*/ 24536 h 25962"/>
                <a:gd name="csX7" fmla="*/ 13874 w 14146"/>
                <a:gd name="csY7" fmla="*/ 19888 h 25962"/>
                <a:gd name="csX8" fmla="*/ 10001 w 14146"/>
                <a:gd name="csY8" fmla="*/ 13398 h 25962"/>
                <a:gd name="csX9" fmla="*/ 10128 w 14146"/>
                <a:gd name="csY9" fmla="*/ 13398 h 2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146" h="25962">
                  <a:moveTo>
                    <a:pt x="10128" y="13398"/>
                  </a:moveTo>
                  <a:cubicBezTo>
                    <a:pt x="9112" y="13830"/>
                    <a:pt x="7969" y="12751"/>
                    <a:pt x="7397" y="11023"/>
                  </a:cubicBezTo>
                  <a:cubicBezTo>
                    <a:pt x="5111" y="3562"/>
                    <a:pt x="3842" y="-2820"/>
                    <a:pt x="2127" y="1289"/>
                  </a:cubicBezTo>
                  <a:cubicBezTo>
                    <a:pt x="1873" y="1937"/>
                    <a:pt x="-286" y="5937"/>
                    <a:pt x="32" y="10154"/>
                  </a:cubicBezTo>
                  <a:cubicBezTo>
                    <a:pt x="603" y="15995"/>
                    <a:pt x="603" y="20644"/>
                    <a:pt x="2445" y="18377"/>
                  </a:cubicBezTo>
                  <a:cubicBezTo>
                    <a:pt x="3270" y="17291"/>
                    <a:pt x="4921" y="17729"/>
                    <a:pt x="5873" y="19240"/>
                  </a:cubicBezTo>
                  <a:lnTo>
                    <a:pt x="9557" y="24536"/>
                  </a:lnTo>
                  <a:cubicBezTo>
                    <a:pt x="12033" y="28213"/>
                    <a:pt x="15081" y="24104"/>
                    <a:pt x="13874" y="19888"/>
                  </a:cubicBezTo>
                  <a:cubicBezTo>
                    <a:pt x="13494" y="18808"/>
                    <a:pt x="12478" y="12319"/>
                    <a:pt x="10001" y="13398"/>
                  </a:cubicBezTo>
                  <a:lnTo>
                    <a:pt x="10128" y="133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2F60B266-400A-2914-0FF2-6034AB580198}"/>
                </a:ext>
              </a:extLst>
            </p:cNvPr>
            <p:cNvSpPr/>
            <p:nvPr/>
          </p:nvSpPr>
          <p:spPr>
            <a:xfrm>
              <a:off x="7118016" y="4762093"/>
              <a:ext cx="9811" cy="13320"/>
            </a:xfrm>
            <a:custGeom>
              <a:avLst/>
              <a:gdLst>
                <a:gd name="csX0" fmla="*/ 1539 w 9811"/>
                <a:gd name="csY0" fmla="*/ 12662 h 13320"/>
                <a:gd name="csX1" fmla="*/ 2239 w 9811"/>
                <a:gd name="csY1" fmla="*/ 12986 h 13320"/>
                <a:gd name="csX2" fmla="*/ 9477 w 9811"/>
                <a:gd name="csY2" fmla="*/ 4445 h 13320"/>
                <a:gd name="csX3" fmla="*/ 7953 w 9811"/>
                <a:gd name="csY3" fmla="*/ 876 h 13320"/>
                <a:gd name="csX4" fmla="*/ 1539 w 9811"/>
                <a:gd name="csY4" fmla="*/ 12662 h 13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11" h="13320">
                  <a:moveTo>
                    <a:pt x="1539" y="12662"/>
                  </a:moveTo>
                  <a:lnTo>
                    <a:pt x="2239" y="12986"/>
                  </a:lnTo>
                  <a:cubicBezTo>
                    <a:pt x="6429" y="14827"/>
                    <a:pt x="8906" y="8661"/>
                    <a:pt x="9477" y="4445"/>
                  </a:cubicBezTo>
                  <a:cubicBezTo>
                    <a:pt x="9477" y="4445"/>
                    <a:pt x="10874" y="-2369"/>
                    <a:pt x="7953" y="876"/>
                  </a:cubicBezTo>
                  <a:cubicBezTo>
                    <a:pt x="4461" y="5632"/>
                    <a:pt x="-3286" y="10503"/>
                    <a:pt x="1539" y="1266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12C4F454-A2A8-E52A-8B14-C1B4E1DB7078}"/>
                </a:ext>
              </a:extLst>
            </p:cNvPr>
            <p:cNvSpPr/>
            <p:nvPr/>
          </p:nvSpPr>
          <p:spPr>
            <a:xfrm>
              <a:off x="6862825" y="4548689"/>
              <a:ext cx="11538" cy="7932"/>
            </a:xfrm>
            <a:custGeom>
              <a:avLst/>
              <a:gdLst>
                <a:gd name="csX0" fmla="*/ 1778 w 11538"/>
                <a:gd name="csY0" fmla="*/ 272 h 7932"/>
                <a:gd name="csX1" fmla="*/ 127 w 11538"/>
                <a:gd name="csY1" fmla="*/ 2222 h 7932"/>
                <a:gd name="csX2" fmla="*/ 127 w 11538"/>
                <a:gd name="csY2" fmla="*/ 2977 h 7932"/>
                <a:gd name="csX3" fmla="*/ 9207 w 11538"/>
                <a:gd name="csY3" fmla="*/ 7848 h 7932"/>
                <a:gd name="csX4" fmla="*/ 10541 w 11538"/>
                <a:gd name="csY4" fmla="*/ 3517 h 7932"/>
                <a:gd name="csX5" fmla="*/ 1778 w 11538"/>
                <a:gd name="csY5" fmla="*/ 272 h 7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8" h="7932">
                  <a:moveTo>
                    <a:pt x="1778" y="272"/>
                  </a:moveTo>
                  <a:cubicBezTo>
                    <a:pt x="444" y="-483"/>
                    <a:pt x="-318" y="387"/>
                    <a:pt x="127" y="2222"/>
                  </a:cubicBezTo>
                  <a:lnTo>
                    <a:pt x="127" y="2977"/>
                  </a:lnTo>
                  <a:cubicBezTo>
                    <a:pt x="1206" y="7518"/>
                    <a:pt x="7493" y="7194"/>
                    <a:pt x="9207" y="7848"/>
                  </a:cubicBezTo>
                  <a:cubicBezTo>
                    <a:pt x="13462" y="8604"/>
                    <a:pt x="10605" y="4063"/>
                    <a:pt x="10541" y="3517"/>
                  </a:cubicBezTo>
                  <a:cubicBezTo>
                    <a:pt x="8763" y="-915"/>
                    <a:pt x="5652" y="2546"/>
                    <a:pt x="1778" y="2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0C556EC6-7D01-EDCC-0DA5-0DB14918248D}"/>
                </a:ext>
              </a:extLst>
            </p:cNvPr>
            <p:cNvSpPr/>
            <p:nvPr/>
          </p:nvSpPr>
          <p:spPr>
            <a:xfrm>
              <a:off x="6742267" y="4517713"/>
              <a:ext cx="404275" cy="402056"/>
            </a:xfrm>
            <a:custGeom>
              <a:avLst/>
              <a:gdLst>
                <a:gd name="csX0" fmla="*/ 297660 w 404275"/>
                <a:gd name="csY0" fmla="*/ 92672 h 402056"/>
                <a:gd name="csX1" fmla="*/ 303057 w 404275"/>
                <a:gd name="csY1" fmla="*/ 85535 h 402056"/>
                <a:gd name="csX2" fmla="*/ 301660 w 404275"/>
                <a:gd name="csY2" fmla="*/ 76130 h 402056"/>
                <a:gd name="csX3" fmla="*/ 165199 w 404275"/>
                <a:gd name="csY3" fmla="*/ 0 h 402056"/>
                <a:gd name="csX4" fmla="*/ 164945 w 404275"/>
                <a:gd name="csY4" fmla="*/ 0 h 402056"/>
                <a:gd name="csX5" fmla="*/ 160436 w 404275"/>
                <a:gd name="csY5" fmla="*/ 5950 h 402056"/>
                <a:gd name="csX6" fmla="*/ 155864 w 404275"/>
                <a:gd name="csY6" fmla="*/ 14599 h 402056"/>
                <a:gd name="csX7" fmla="*/ 152181 w 404275"/>
                <a:gd name="csY7" fmla="*/ 18491 h 402056"/>
                <a:gd name="csX8" fmla="*/ 148815 w 404275"/>
                <a:gd name="csY8" fmla="*/ 23571 h 402056"/>
                <a:gd name="csX9" fmla="*/ 141894 w 404275"/>
                <a:gd name="csY9" fmla="*/ 27902 h 402056"/>
                <a:gd name="csX10" fmla="*/ 142212 w 404275"/>
                <a:gd name="csY10" fmla="*/ 31140 h 402056"/>
                <a:gd name="csX11" fmla="*/ 142656 w 404275"/>
                <a:gd name="csY11" fmla="*/ 34817 h 402056"/>
                <a:gd name="csX12" fmla="*/ 143291 w 404275"/>
                <a:gd name="csY12" fmla="*/ 37954 h 402056"/>
                <a:gd name="csX13" fmla="*/ 152752 w 404275"/>
                <a:gd name="csY13" fmla="*/ 37954 h 402056"/>
                <a:gd name="csX14" fmla="*/ 152943 w 404275"/>
                <a:gd name="csY14" fmla="*/ 37738 h 402056"/>
                <a:gd name="csX15" fmla="*/ 157389 w 404275"/>
                <a:gd name="csY15" fmla="*/ 39040 h 402056"/>
                <a:gd name="csX16" fmla="*/ 145577 w 404275"/>
                <a:gd name="csY16" fmla="*/ 50826 h 402056"/>
                <a:gd name="csX17" fmla="*/ 141069 w 404275"/>
                <a:gd name="csY17" fmla="*/ 53423 h 402056"/>
                <a:gd name="csX18" fmla="*/ 137576 w 404275"/>
                <a:gd name="csY18" fmla="*/ 53092 h 402056"/>
                <a:gd name="csX19" fmla="*/ 128496 w 404275"/>
                <a:gd name="csY19" fmla="*/ 47149 h 402056"/>
                <a:gd name="csX20" fmla="*/ 123288 w 404275"/>
                <a:gd name="csY20" fmla="*/ 50178 h 402056"/>
                <a:gd name="csX21" fmla="*/ 118336 w 404275"/>
                <a:gd name="csY21" fmla="*/ 52337 h 402056"/>
                <a:gd name="csX22" fmla="*/ 109573 w 404275"/>
                <a:gd name="csY22" fmla="*/ 50394 h 402056"/>
                <a:gd name="csX23" fmla="*/ 104683 w 404275"/>
                <a:gd name="csY23" fmla="*/ 44012 h 402056"/>
                <a:gd name="csX24" fmla="*/ 94269 w 404275"/>
                <a:gd name="csY24" fmla="*/ 49746 h 402056"/>
                <a:gd name="csX25" fmla="*/ 94269 w 404275"/>
                <a:gd name="csY25" fmla="*/ 49962 h 402056"/>
                <a:gd name="csX26" fmla="*/ 92110 w 404275"/>
                <a:gd name="csY26" fmla="*/ 52984 h 402056"/>
                <a:gd name="csX27" fmla="*/ 89316 w 404275"/>
                <a:gd name="csY27" fmla="*/ 56769 h 402056"/>
                <a:gd name="csX28" fmla="*/ 85633 w 404275"/>
                <a:gd name="csY28" fmla="*/ 60662 h 402056"/>
                <a:gd name="csX29" fmla="*/ 80553 w 404275"/>
                <a:gd name="csY29" fmla="*/ 56661 h 402056"/>
                <a:gd name="csX30" fmla="*/ 82712 w 404275"/>
                <a:gd name="csY30" fmla="*/ 50178 h 402056"/>
                <a:gd name="csX31" fmla="*/ 79855 w 404275"/>
                <a:gd name="csY31" fmla="*/ 44660 h 402056"/>
                <a:gd name="csX32" fmla="*/ 76616 w 404275"/>
                <a:gd name="csY32" fmla="*/ 34493 h 402056"/>
                <a:gd name="csX33" fmla="*/ 84553 w 404275"/>
                <a:gd name="csY33" fmla="*/ 972 h 402056"/>
                <a:gd name="csX34" fmla="*/ 28927 w 404275"/>
                <a:gd name="csY34" fmla="*/ 648 h 402056"/>
                <a:gd name="csX35" fmla="*/ 44485 w 404275"/>
                <a:gd name="csY35" fmla="*/ 17952 h 402056"/>
                <a:gd name="csX36" fmla="*/ 47851 w 404275"/>
                <a:gd name="csY36" fmla="*/ 49632 h 402056"/>
                <a:gd name="csX37" fmla="*/ 35214 w 404275"/>
                <a:gd name="csY37" fmla="*/ 52553 h 402056"/>
                <a:gd name="csX38" fmla="*/ 31087 w 404275"/>
                <a:gd name="csY38" fmla="*/ 69857 h 402056"/>
                <a:gd name="csX39" fmla="*/ 46644 w 404275"/>
                <a:gd name="csY39" fmla="*/ 74289 h 402056"/>
                <a:gd name="csX40" fmla="*/ 46326 w 404275"/>
                <a:gd name="csY40" fmla="*/ 84563 h 402056"/>
                <a:gd name="csX41" fmla="*/ 18069 w 404275"/>
                <a:gd name="csY41" fmla="*/ 120682 h 402056"/>
                <a:gd name="csX42" fmla="*/ 1750 w 404275"/>
                <a:gd name="csY42" fmla="*/ 123495 h 402056"/>
                <a:gd name="csX43" fmla="*/ 1750 w 404275"/>
                <a:gd name="csY43" fmla="*/ 126626 h 402056"/>
                <a:gd name="csX44" fmla="*/ 99 w 404275"/>
                <a:gd name="csY44" fmla="*/ 136252 h 402056"/>
                <a:gd name="csX45" fmla="*/ 7909 w 404275"/>
                <a:gd name="csY45" fmla="*/ 154312 h 402056"/>
                <a:gd name="csX46" fmla="*/ 6957 w 404275"/>
                <a:gd name="csY46" fmla="*/ 164046 h 402056"/>
                <a:gd name="csX47" fmla="*/ 10386 w 404275"/>
                <a:gd name="csY47" fmla="*/ 179832 h 402056"/>
                <a:gd name="csX48" fmla="*/ 4989 w 404275"/>
                <a:gd name="csY48" fmla="*/ 187941 h 402056"/>
                <a:gd name="csX49" fmla="*/ 8100 w 404275"/>
                <a:gd name="csY49" fmla="*/ 195726 h 402056"/>
                <a:gd name="csX50" fmla="*/ 15783 w 404275"/>
                <a:gd name="csY50" fmla="*/ 198863 h 402056"/>
                <a:gd name="csX51" fmla="*/ 20926 w 404275"/>
                <a:gd name="csY51" fmla="*/ 200489 h 402056"/>
                <a:gd name="csX52" fmla="*/ 33753 w 404275"/>
                <a:gd name="csY52" fmla="*/ 216167 h 402056"/>
                <a:gd name="csX53" fmla="*/ 34960 w 404275"/>
                <a:gd name="csY53" fmla="*/ 222872 h 402056"/>
                <a:gd name="csX54" fmla="*/ 36611 w 404275"/>
                <a:gd name="csY54" fmla="*/ 230550 h 402056"/>
                <a:gd name="csX55" fmla="*/ 38008 w 404275"/>
                <a:gd name="csY55" fmla="*/ 238011 h 402056"/>
                <a:gd name="csX56" fmla="*/ 39405 w 404275"/>
                <a:gd name="csY56" fmla="*/ 244285 h 402056"/>
                <a:gd name="csX57" fmla="*/ 50201 w 404275"/>
                <a:gd name="csY57" fmla="*/ 264935 h 402056"/>
                <a:gd name="csX58" fmla="*/ 55089 w 404275"/>
                <a:gd name="csY58" fmla="*/ 269805 h 402056"/>
                <a:gd name="csX59" fmla="*/ 58582 w 404275"/>
                <a:gd name="csY59" fmla="*/ 274777 h 402056"/>
                <a:gd name="csX60" fmla="*/ 59662 w 404275"/>
                <a:gd name="csY60" fmla="*/ 280943 h 402056"/>
                <a:gd name="csX61" fmla="*/ 58773 w 404275"/>
                <a:gd name="csY61" fmla="*/ 284188 h 402056"/>
                <a:gd name="csX62" fmla="*/ 73632 w 404275"/>
                <a:gd name="csY62" fmla="*/ 284943 h 402056"/>
                <a:gd name="csX63" fmla="*/ 82458 w 404275"/>
                <a:gd name="csY63" fmla="*/ 297809 h 402056"/>
                <a:gd name="csX64" fmla="*/ 161706 w 404275"/>
                <a:gd name="csY64" fmla="*/ 322358 h 402056"/>
                <a:gd name="csX65" fmla="*/ 162786 w 404275"/>
                <a:gd name="csY65" fmla="*/ 313271 h 402056"/>
                <a:gd name="csX66" fmla="*/ 182089 w 404275"/>
                <a:gd name="csY66" fmla="*/ 330359 h 402056"/>
                <a:gd name="csX67" fmla="*/ 187360 w 404275"/>
                <a:gd name="csY67" fmla="*/ 355016 h 402056"/>
                <a:gd name="csX68" fmla="*/ 189837 w 404275"/>
                <a:gd name="csY68" fmla="*/ 364096 h 402056"/>
                <a:gd name="csX69" fmla="*/ 189011 w 404275"/>
                <a:gd name="csY69" fmla="*/ 369615 h 402056"/>
                <a:gd name="csX70" fmla="*/ 197838 w 404275"/>
                <a:gd name="csY70" fmla="*/ 383997 h 402056"/>
                <a:gd name="csX71" fmla="*/ 199679 w 404275"/>
                <a:gd name="csY71" fmla="*/ 395783 h 402056"/>
                <a:gd name="csX72" fmla="*/ 223809 w 404275"/>
                <a:gd name="csY72" fmla="*/ 396107 h 402056"/>
                <a:gd name="csX73" fmla="*/ 234985 w 404275"/>
                <a:gd name="csY73" fmla="*/ 387998 h 402056"/>
                <a:gd name="csX74" fmla="*/ 256512 w 404275"/>
                <a:gd name="csY74" fmla="*/ 402057 h 402056"/>
                <a:gd name="csX75" fmla="*/ 271371 w 404275"/>
                <a:gd name="csY75" fmla="*/ 393186 h 402056"/>
                <a:gd name="csX76" fmla="*/ 293976 w 404275"/>
                <a:gd name="csY76" fmla="*/ 401295 h 402056"/>
                <a:gd name="csX77" fmla="*/ 314106 w 404275"/>
                <a:gd name="csY77" fmla="*/ 382480 h 402056"/>
                <a:gd name="csX78" fmla="*/ 336522 w 404275"/>
                <a:gd name="csY78" fmla="*/ 389185 h 402056"/>
                <a:gd name="csX79" fmla="*/ 404276 w 404275"/>
                <a:gd name="csY79" fmla="*/ 351447 h 402056"/>
                <a:gd name="csX80" fmla="*/ 403832 w 404275"/>
                <a:gd name="csY80" fmla="*/ 349282 h 402056"/>
                <a:gd name="csX81" fmla="*/ 401546 w 404275"/>
                <a:gd name="csY81" fmla="*/ 343554 h 402056"/>
                <a:gd name="csX82" fmla="*/ 380908 w 404275"/>
                <a:gd name="csY82" fmla="*/ 328308 h 402056"/>
                <a:gd name="csX83" fmla="*/ 373098 w 404275"/>
                <a:gd name="csY83" fmla="*/ 298787 h 402056"/>
                <a:gd name="csX84" fmla="*/ 372907 w 404275"/>
                <a:gd name="csY84" fmla="*/ 299110 h 402056"/>
                <a:gd name="csX85" fmla="*/ 369859 w 404275"/>
                <a:gd name="csY85" fmla="*/ 298457 h 402056"/>
                <a:gd name="csX86" fmla="*/ 369605 w 404275"/>
                <a:gd name="csY86" fmla="*/ 289916 h 402056"/>
                <a:gd name="csX87" fmla="*/ 364017 w 404275"/>
                <a:gd name="csY87" fmla="*/ 267532 h 402056"/>
                <a:gd name="csX88" fmla="*/ 368780 w 404275"/>
                <a:gd name="csY88" fmla="*/ 253905 h 402056"/>
                <a:gd name="csX89" fmla="*/ 364843 w 404275"/>
                <a:gd name="csY89" fmla="*/ 249365 h 402056"/>
                <a:gd name="csX90" fmla="*/ 364335 w 404275"/>
                <a:gd name="csY90" fmla="*/ 249365 h 402056"/>
                <a:gd name="csX91" fmla="*/ 361922 w 404275"/>
                <a:gd name="csY91" fmla="*/ 246983 h 402056"/>
                <a:gd name="csX92" fmla="*/ 370176 w 404275"/>
                <a:gd name="csY92" fmla="*/ 225685 h 402056"/>
                <a:gd name="csX93" fmla="*/ 371574 w 404275"/>
                <a:gd name="csY93" fmla="*/ 218332 h 402056"/>
                <a:gd name="csX94" fmla="*/ 366684 w 404275"/>
                <a:gd name="csY94" fmla="*/ 213678 h 402056"/>
                <a:gd name="csX95" fmla="*/ 361540 w 404275"/>
                <a:gd name="csY95" fmla="*/ 210109 h 402056"/>
                <a:gd name="csX96" fmla="*/ 357159 w 404275"/>
                <a:gd name="csY96" fmla="*/ 204273 h 402056"/>
                <a:gd name="csX97" fmla="*/ 350682 w 404275"/>
                <a:gd name="csY97" fmla="*/ 199403 h 402056"/>
                <a:gd name="csX98" fmla="*/ 347126 w 404275"/>
                <a:gd name="csY98" fmla="*/ 194647 h 402056"/>
                <a:gd name="csX99" fmla="*/ 345729 w 404275"/>
                <a:gd name="csY99" fmla="*/ 176803 h 402056"/>
                <a:gd name="csX100" fmla="*/ 353730 w 404275"/>
                <a:gd name="csY100" fmla="*/ 157772 h 402056"/>
                <a:gd name="csX101" fmla="*/ 359445 w 404275"/>
                <a:gd name="csY101" fmla="*/ 136252 h 402056"/>
                <a:gd name="csX102" fmla="*/ 297977 w 404275"/>
                <a:gd name="csY102" fmla="*/ 92024 h 402056"/>
                <a:gd name="csX103" fmla="*/ 297660 w 404275"/>
                <a:gd name="csY103" fmla="*/ 92672 h 402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404275" h="402056">
                  <a:moveTo>
                    <a:pt x="297660" y="92672"/>
                  </a:moveTo>
                  <a:lnTo>
                    <a:pt x="303057" y="85535"/>
                  </a:lnTo>
                  <a:lnTo>
                    <a:pt x="301660" y="76130"/>
                  </a:lnTo>
                  <a:lnTo>
                    <a:pt x="165199" y="0"/>
                  </a:lnTo>
                  <a:lnTo>
                    <a:pt x="164945" y="0"/>
                  </a:lnTo>
                  <a:lnTo>
                    <a:pt x="160436" y="5950"/>
                  </a:lnTo>
                  <a:cubicBezTo>
                    <a:pt x="157389" y="10058"/>
                    <a:pt x="160436" y="13735"/>
                    <a:pt x="155864" y="14599"/>
                  </a:cubicBezTo>
                  <a:cubicBezTo>
                    <a:pt x="154023" y="14923"/>
                    <a:pt x="152372" y="16650"/>
                    <a:pt x="152181" y="18491"/>
                  </a:cubicBezTo>
                  <a:cubicBezTo>
                    <a:pt x="151990" y="20326"/>
                    <a:pt x="150466" y="22600"/>
                    <a:pt x="148815" y="23571"/>
                  </a:cubicBezTo>
                  <a:lnTo>
                    <a:pt x="141894" y="27902"/>
                  </a:lnTo>
                  <a:cubicBezTo>
                    <a:pt x="138973" y="29737"/>
                    <a:pt x="142783" y="31686"/>
                    <a:pt x="142212" y="31140"/>
                  </a:cubicBezTo>
                  <a:cubicBezTo>
                    <a:pt x="145260" y="32550"/>
                    <a:pt x="142465" y="35363"/>
                    <a:pt x="142656" y="34817"/>
                  </a:cubicBezTo>
                  <a:cubicBezTo>
                    <a:pt x="141259" y="36011"/>
                    <a:pt x="141576" y="37414"/>
                    <a:pt x="143291" y="37954"/>
                  </a:cubicBezTo>
                  <a:cubicBezTo>
                    <a:pt x="144498" y="38170"/>
                    <a:pt x="149133" y="40875"/>
                    <a:pt x="152752" y="37954"/>
                  </a:cubicBezTo>
                  <a:lnTo>
                    <a:pt x="152943" y="37738"/>
                  </a:lnTo>
                  <a:cubicBezTo>
                    <a:pt x="155737" y="35471"/>
                    <a:pt x="158023" y="39580"/>
                    <a:pt x="157389" y="39040"/>
                  </a:cubicBezTo>
                  <a:cubicBezTo>
                    <a:pt x="160436" y="44660"/>
                    <a:pt x="148498" y="44012"/>
                    <a:pt x="145577" y="50826"/>
                  </a:cubicBezTo>
                  <a:cubicBezTo>
                    <a:pt x="144942" y="52445"/>
                    <a:pt x="142847" y="53639"/>
                    <a:pt x="141069" y="53423"/>
                  </a:cubicBezTo>
                  <a:lnTo>
                    <a:pt x="137576" y="53092"/>
                  </a:lnTo>
                  <a:cubicBezTo>
                    <a:pt x="132623" y="52553"/>
                    <a:pt x="133322" y="47473"/>
                    <a:pt x="128496" y="47149"/>
                  </a:cubicBezTo>
                  <a:cubicBezTo>
                    <a:pt x="125003" y="46933"/>
                    <a:pt x="122653" y="50717"/>
                    <a:pt x="123288" y="50178"/>
                  </a:cubicBezTo>
                  <a:cubicBezTo>
                    <a:pt x="122336" y="51797"/>
                    <a:pt x="120051" y="52661"/>
                    <a:pt x="118336" y="52337"/>
                  </a:cubicBezTo>
                  <a:lnTo>
                    <a:pt x="109573" y="50394"/>
                  </a:lnTo>
                  <a:cubicBezTo>
                    <a:pt x="104556" y="49308"/>
                    <a:pt x="109573" y="42932"/>
                    <a:pt x="104683" y="44012"/>
                  </a:cubicBezTo>
                  <a:cubicBezTo>
                    <a:pt x="101001" y="45415"/>
                    <a:pt x="93634" y="44767"/>
                    <a:pt x="94269" y="49746"/>
                  </a:cubicBezTo>
                  <a:lnTo>
                    <a:pt x="94269" y="49962"/>
                  </a:lnTo>
                  <a:cubicBezTo>
                    <a:pt x="94587" y="51797"/>
                    <a:pt x="93634" y="53092"/>
                    <a:pt x="92110" y="52984"/>
                  </a:cubicBezTo>
                  <a:cubicBezTo>
                    <a:pt x="89062" y="52768"/>
                    <a:pt x="89062" y="57423"/>
                    <a:pt x="89316" y="56769"/>
                  </a:cubicBezTo>
                  <a:cubicBezTo>
                    <a:pt x="89189" y="60122"/>
                    <a:pt x="84998" y="60992"/>
                    <a:pt x="85633" y="60662"/>
                  </a:cubicBezTo>
                  <a:cubicBezTo>
                    <a:pt x="81696" y="61208"/>
                    <a:pt x="80109" y="56013"/>
                    <a:pt x="80553" y="56661"/>
                  </a:cubicBezTo>
                  <a:cubicBezTo>
                    <a:pt x="79156" y="52984"/>
                    <a:pt x="83157" y="49632"/>
                    <a:pt x="82712" y="50178"/>
                  </a:cubicBezTo>
                  <a:cubicBezTo>
                    <a:pt x="85824" y="47041"/>
                    <a:pt x="84236" y="44012"/>
                    <a:pt x="79855" y="44660"/>
                  </a:cubicBezTo>
                  <a:cubicBezTo>
                    <a:pt x="73632" y="45631"/>
                    <a:pt x="80426" y="36983"/>
                    <a:pt x="76616" y="34493"/>
                  </a:cubicBezTo>
                  <a:cubicBezTo>
                    <a:pt x="72615" y="31686"/>
                    <a:pt x="85062" y="10382"/>
                    <a:pt x="84553" y="972"/>
                  </a:cubicBezTo>
                  <a:lnTo>
                    <a:pt x="28927" y="648"/>
                  </a:lnTo>
                  <a:lnTo>
                    <a:pt x="44485" y="17952"/>
                  </a:lnTo>
                  <a:lnTo>
                    <a:pt x="47851" y="49632"/>
                  </a:lnTo>
                  <a:lnTo>
                    <a:pt x="35214" y="52553"/>
                  </a:lnTo>
                  <a:lnTo>
                    <a:pt x="31087" y="69857"/>
                  </a:lnTo>
                  <a:lnTo>
                    <a:pt x="46644" y="74289"/>
                  </a:lnTo>
                  <a:lnTo>
                    <a:pt x="46326" y="84563"/>
                  </a:lnTo>
                  <a:lnTo>
                    <a:pt x="18069" y="120682"/>
                  </a:lnTo>
                  <a:lnTo>
                    <a:pt x="1750" y="123495"/>
                  </a:lnTo>
                  <a:cubicBezTo>
                    <a:pt x="1940" y="124574"/>
                    <a:pt x="1940" y="125546"/>
                    <a:pt x="1750" y="126626"/>
                  </a:cubicBezTo>
                  <a:lnTo>
                    <a:pt x="99" y="136252"/>
                  </a:lnTo>
                  <a:cubicBezTo>
                    <a:pt x="-1172" y="143713"/>
                    <a:pt x="10259" y="147390"/>
                    <a:pt x="7909" y="154312"/>
                  </a:cubicBezTo>
                  <a:cubicBezTo>
                    <a:pt x="7591" y="155499"/>
                    <a:pt x="5115" y="159829"/>
                    <a:pt x="6957" y="164046"/>
                  </a:cubicBezTo>
                  <a:cubicBezTo>
                    <a:pt x="9179" y="170637"/>
                    <a:pt x="14640" y="176371"/>
                    <a:pt x="10386" y="179832"/>
                  </a:cubicBezTo>
                  <a:cubicBezTo>
                    <a:pt x="9306" y="181020"/>
                    <a:pt x="4416" y="183401"/>
                    <a:pt x="4989" y="187941"/>
                  </a:cubicBezTo>
                  <a:cubicBezTo>
                    <a:pt x="5178" y="188919"/>
                    <a:pt x="4989" y="192811"/>
                    <a:pt x="8100" y="195726"/>
                  </a:cubicBezTo>
                  <a:cubicBezTo>
                    <a:pt x="8671" y="196050"/>
                    <a:pt x="11783" y="200165"/>
                    <a:pt x="15783" y="198863"/>
                  </a:cubicBezTo>
                  <a:cubicBezTo>
                    <a:pt x="17434" y="198323"/>
                    <a:pt x="19720" y="199079"/>
                    <a:pt x="20926" y="200489"/>
                  </a:cubicBezTo>
                  <a:lnTo>
                    <a:pt x="33753" y="216167"/>
                  </a:lnTo>
                  <a:cubicBezTo>
                    <a:pt x="36166" y="219088"/>
                    <a:pt x="34960" y="223520"/>
                    <a:pt x="34960" y="222872"/>
                  </a:cubicBezTo>
                  <a:cubicBezTo>
                    <a:pt x="34008" y="226765"/>
                    <a:pt x="36801" y="231197"/>
                    <a:pt x="36611" y="230550"/>
                  </a:cubicBezTo>
                  <a:cubicBezTo>
                    <a:pt x="38326" y="233902"/>
                    <a:pt x="38135" y="238658"/>
                    <a:pt x="38008" y="238011"/>
                  </a:cubicBezTo>
                  <a:cubicBezTo>
                    <a:pt x="38008" y="239846"/>
                    <a:pt x="38516" y="242659"/>
                    <a:pt x="39405" y="244285"/>
                  </a:cubicBezTo>
                  <a:lnTo>
                    <a:pt x="50201" y="264935"/>
                  </a:lnTo>
                  <a:cubicBezTo>
                    <a:pt x="51851" y="268072"/>
                    <a:pt x="55661" y="270345"/>
                    <a:pt x="55089" y="269805"/>
                  </a:cubicBezTo>
                  <a:cubicBezTo>
                    <a:pt x="56740" y="270777"/>
                    <a:pt x="58264" y="273044"/>
                    <a:pt x="58582" y="274777"/>
                  </a:cubicBezTo>
                  <a:lnTo>
                    <a:pt x="59662" y="280943"/>
                  </a:lnTo>
                  <a:cubicBezTo>
                    <a:pt x="59852" y="282239"/>
                    <a:pt x="59408" y="283318"/>
                    <a:pt x="58773" y="284188"/>
                  </a:cubicBezTo>
                  <a:lnTo>
                    <a:pt x="73632" y="284943"/>
                  </a:lnTo>
                  <a:lnTo>
                    <a:pt x="82458" y="297809"/>
                  </a:lnTo>
                  <a:lnTo>
                    <a:pt x="161706" y="322358"/>
                  </a:lnTo>
                  <a:cubicBezTo>
                    <a:pt x="162024" y="319868"/>
                    <a:pt x="162341" y="316948"/>
                    <a:pt x="162786" y="313271"/>
                  </a:cubicBezTo>
                  <a:cubicBezTo>
                    <a:pt x="163230" y="308731"/>
                    <a:pt x="166151" y="313271"/>
                    <a:pt x="182089" y="330359"/>
                  </a:cubicBezTo>
                  <a:cubicBezTo>
                    <a:pt x="186726" y="335439"/>
                    <a:pt x="183804" y="347878"/>
                    <a:pt x="187360" y="355016"/>
                  </a:cubicBezTo>
                  <a:cubicBezTo>
                    <a:pt x="187170" y="354476"/>
                    <a:pt x="190472" y="359880"/>
                    <a:pt x="189837" y="364096"/>
                  </a:cubicBezTo>
                  <a:lnTo>
                    <a:pt x="189011" y="369615"/>
                  </a:lnTo>
                  <a:cubicBezTo>
                    <a:pt x="188249" y="374155"/>
                    <a:pt x="192567" y="377723"/>
                    <a:pt x="197838" y="383997"/>
                  </a:cubicBezTo>
                  <a:cubicBezTo>
                    <a:pt x="199933" y="386372"/>
                    <a:pt x="199997" y="388753"/>
                    <a:pt x="199679" y="395783"/>
                  </a:cubicBezTo>
                  <a:lnTo>
                    <a:pt x="223809" y="396107"/>
                  </a:lnTo>
                  <a:lnTo>
                    <a:pt x="234985" y="387998"/>
                  </a:lnTo>
                  <a:lnTo>
                    <a:pt x="256512" y="402057"/>
                  </a:lnTo>
                  <a:lnTo>
                    <a:pt x="271371" y="393186"/>
                  </a:lnTo>
                  <a:lnTo>
                    <a:pt x="293976" y="401295"/>
                  </a:lnTo>
                  <a:lnTo>
                    <a:pt x="314106" y="382480"/>
                  </a:lnTo>
                  <a:lnTo>
                    <a:pt x="336522" y="389185"/>
                  </a:lnTo>
                  <a:lnTo>
                    <a:pt x="404276" y="351447"/>
                  </a:lnTo>
                  <a:cubicBezTo>
                    <a:pt x="404276" y="351447"/>
                    <a:pt x="403641" y="350476"/>
                    <a:pt x="403832" y="349282"/>
                  </a:cubicBezTo>
                  <a:cubicBezTo>
                    <a:pt x="403832" y="348742"/>
                    <a:pt x="404784" y="345389"/>
                    <a:pt x="401546" y="343554"/>
                  </a:cubicBezTo>
                  <a:cubicBezTo>
                    <a:pt x="384464" y="333388"/>
                    <a:pt x="381670" y="332740"/>
                    <a:pt x="380908" y="328308"/>
                  </a:cubicBezTo>
                  <a:cubicBezTo>
                    <a:pt x="375891" y="300298"/>
                    <a:pt x="375891" y="295218"/>
                    <a:pt x="373098" y="298787"/>
                  </a:cubicBezTo>
                  <a:lnTo>
                    <a:pt x="372907" y="299110"/>
                  </a:lnTo>
                  <a:cubicBezTo>
                    <a:pt x="371701" y="300514"/>
                    <a:pt x="370367" y="300298"/>
                    <a:pt x="369859" y="298457"/>
                  </a:cubicBezTo>
                  <a:cubicBezTo>
                    <a:pt x="369605" y="296837"/>
                    <a:pt x="367065" y="291427"/>
                    <a:pt x="369605" y="289916"/>
                  </a:cubicBezTo>
                  <a:cubicBezTo>
                    <a:pt x="374177" y="287211"/>
                    <a:pt x="360525" y="274238"/>
                    <a:pt x="364017" y="267532"/>
                  </a:cubicBezTo>
                  <a:cubicBezTo>
                    <a:pt x="366811" y="262014"/>
                    <a:pt x="369288" y="258337"/>
                    <a:pt x="368780" y="253905"/>
                  </a:cubicBezTo>
                  <a:cubicBezTo>
                    <a:pt x="368526" y="253365"/>
                    <a:pt x="368970" y="248393"/>
                    <a:pt x="364843" y="249365"/>
                  </a:cubicBezTo>
                  <a:lnTo>
                    <a:pt x="364335" y="249365"/>
                  </a:lnTo>
                  <a:cubicBezTo>
                    <a:pt x="362493" y="249796"/>
                    <a:pt x="361540" y="248717"/>
                    <a:pt x="361922" y="246983"/>
                  </a:cubicBezTo>
                  <a:cubicBezTo>
                    <a:pt x="367128" y="228600"/>
                    <a:pt x="367446" y="225139"/>
                    <a:pt x="370176" y="225685"/>
                  </a:cubicBezTo>
                  <a:cubicBezTo>
                    <a:pt x="373098" y="226225"/>
                    <a:pt x="371574" y="217678"/>
                    <a:pt x="371574" y="218332"/>
                  </a:cubicBezTo>
                  <a:cubicBezTo>
                    <a:pt x="371256" y="214433"/>
                    <a:pt x="366176" y="213354"/>
                    <a:pt x="366684" y="213678"/>
                  </a:cubicBezTo>
                  <a:cubicBezTo>
                    <a:pt x="364970" y="213138"/>
                    <a:pt x="362620" y="211518"/>
                    <a:pt x="361540" y="210109"/>
                  </a:cubicBezTo>
                  <a:lnTo>
                    <a:pt x="357159" y="204273"/>
                  </a:lnTo>
                  <a:cubicBezTo>
                    <a:pt x="354810" y="201136"/>
                    <a:pt x="350174" y="199079"/>
                    <a:pt x="350682" y="199403"/>
                  </a:cubicBezTo>
                  <a:cubicBezTo>
                    <a:pt x="349095" y="198539"/>
                    <a:pt x="347444" y="196488"/>
                    <a:pt x="347126" y="194647"/>
                  </a:cubicBezTo>
                  <a:cubicBezTo>
                    <a:pt x="345476" y="186106"/>
                    <a:pt x="343888" y="181020"/>
                    <a:pt x="345729" y="176803"/>
                  </a:cubicBezTo>
                  <a:lnTo>
                    <a:pt x="353730" y="157772"/>
                  </a:lnTo>
                  <a:cubicBezTo>
                    <a:pt x="355254" y="154203"/>
                    <a:pt x="358048" y="142310"/>
                    <a:pt x="359445" y="136252"/>
                  </a:cubicBezTo>
                  <a:lnTo>
                    <a:pt x="297977" y="92024"/>
                  </a:lnTo>
                  <a:lnTo>
                    <a:pt x="297660" y="926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C9662D24-36AB-C147-9CC1-1AC127F74380}"/>
                </a:ext>
              </a:extLst>
            </p:cNvPr>
            <p:cNvSpPr/>
            <p:nvPr/>
          </p:nvSpPr>
          <p:spPr>
            <a:xfrm>
              <a:off x="6787388" y="5458618"/>
              <a:ext cx="44195" cy="62395"/>
            </a:xfrm>
            <a:custGeom>
              <a:avLst/>
              <a:gdLst>
                <a:gd name="csX0" fmla="*/ 19812 w 44195"/>
                <a:gd name="csY0" fmla="*/ 0 h 62395"/>
                <a:gd name="csX1" fmla="*/ 0 w 44195"/>
                <a:gd name="csY1" fmla="*/ 26060 h 62395"/>
                <a:gd name="csX2" fmla="*/ 13462 w 44195"/>
                <a:gd name="csY2" fmla="*/ 59366 h 62395"/>
                <a:gd name="csX3" fmla="*/ 44196 w 44195"/>
                <a:gd name="csY3" fmla="*/ 62395 h 62395"/>
                <a:gd name="csX4" fmla="*/ 44196 w 44195"/>
                <a:gd name="csY4" fmla="*/ 9836 h 62395"/>
                <a:gd name="csX5" fmla="*/ 19812 w 44195"/>
                <a:gd name="csY5" fmla="*/ 0 h 62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4195" h="62395">
                  <a:moveTo>
                    <a:pt x="19812" y="0"/>
                  </a:moveTo>
                  <a:lnTo>
                    <a:pt x="0" y="26060"/>
                  </a:lnTo>
                  <a:lnTo>
                    <a:pt x="13462" y="59366"/>
                  </a:lnTo>
                  <a:lnTo>
                    <a:pt x="44196" y="62395"/>
                  </a:lnTo>
                  <a:lnTo>
                    <a:pt x="44196" y="9836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90BB7C5D-6D5C-7D9E-DBA0-8A829FE541D8}"/>
                </a:ext>
              </a:extLst>
            </p:cNvPr>
            <p:cNvSpPr/>
            <p:nvPr/>
          </p:nvSpPr>
          <p:spPr>
            <a:xfrm>
              <a:off x="6452298" y="3616064"/>
              <a:ext cx="628015" cy="536790"/>
            </a:xfrm>
            <a:custGeom>
              <a:avLst/>
              <a:gdLst>
                <a:gd name="csX0" fmla="*/ 616648 w 628015"/>
                <a:gd name="csY0" fmla="*/ 189560 h 536790"/>
                <a:gd name="csX1" fmla="*/ 609156 w 628015"/>
                <a:gd name="csY1" fmla="*/ 184912 h 536790"/>
                <a:gd name="csX2" fmla="*/ 606489 w 628015"/>
                <a:gd name="csY2" fmla="*/ 178860 h 536790"/>
                <a:gd name="csX3" fmla="*/ 591630 w 628015"/>
                <a:gd name="csY3" fmla="*/ 169558 h 536790"/>
                <a:gd name="csX4" fmla="*/ 584835 w 628015"/>
                <a:gd name="csY4" fmla="*/ 165881 h 536790"/>
                <a:gd name="csX5" fmla="*/ 577025 w 628015"/>
                <a:gd name="csY5" fmla="*/ 132899 h 536790"/>
                <a:gd name="csX6" fmla="*/ 574866 w 628015"/>
                <a:gd name="csY6" fmla="*/ 107595 h 536790"/>
                <a:gd name="csX7" fmla="*/ 575691 w 628015"/>
                <a:gd name="csY7" fmla="*/ 96241 h 536790"/>
                <a:gd name="csX8" fmla="*/ 572071 w 628015"/>
                <a:gd name="csY8" fmla="*/ 75584 h 536790"/>
                <a:gd name="csX9" fmla="*/ 576390 w 628015"/>
                <a:gd name="csY9" fmla="*/ 78613 h 536790"/>
                <a:gd name="csX10" fmla="*/ 578993 w 628015"/>
                <a:gd name="csY10" fmla="*/ 73425 h 536790"/>
                <a:gd name="csX11" fmla="*/ 564007 w 628015"/>
                <a:gd name="csY11" fmla="*/ 51473 h 536790"/>
                <a:gd name="csX12" fmla="*/ 560895 w 628015"/>
                <a:gd name="csY12" fmla="*/ 34493 h 536790"/>
                <a:gd name="csX13" fmla="*/ 546926 w 628015"/>
                <a:gd name="csY13" fmla="*/ 24981 h 536790"/>
                <a:gd name="csX14" fmla="*/ 535813 w 628015"/>
                <a:gd name="csY14" fmla="*/ 13513 h 536790"/>
                <a:gd name="csX15" fmla="*/ 522351 w 628015"/>
                <a:gd name="csY15" fmla="*/ 6052 h 536790"/>
                <a:gd name="csX16" fmla="*/ 519557 w 628015"/>
                <a:gd name="csY16" fmla="*/ 0 h 536790"/>
                <a:gd name="csX17" fmla="*/ 519430 w 628015"/>
                <a:gd name="csY17" fmla="*/ 0 h 536790"/>
                <a:gd name="csX18" fmla="*/ 500634 w 628015"/>
                <a:gd name="csY18" fmla="*/ 19679 h 536790"/>
                <a:gd name="csX19" fmla="*/ 490093 w 628015"/>
                <a:gd name="csY19" fmla="*/ 17082 h 536790"/>
                <a:gd name="csX20" fmla="*/ 480505 w 628015"/>
                <a:gd name="csY20" fmla="*/ 38926 h 536790"/>
                <a:gd name="csX21" fmla="*/ 460693 w 628015"/>
                <a:gd name="csY21" fmla="*/ 41954 h 536790"/>
                <a:gd name="csX22" fmla="*/ 454914 w 628015"/>
                <a:gd name="csY22" fmla="*/ 58934 h 536790"/>
                <a:gd name="csX23" fmla="*/ 439103 w 628015"/>
                <a:gd name="csY23" fmla="*/ 61094 h 536790"/>
                <a:gd name="csX24" fmla="*/ 423355 w 628015"/>
                <a:gd name="csY24" fmla="*/ 49740 h 536790"/>
                <a:gd name="csX25" fmla="*/ 360870 w 628015"/>
                <a:gd name="csY25" fmla="*/ 49740 h 536790"/>
                <a:gd name="csX26" fmla="*/ 363474 w 628015"/>
                <a:gd name="csY26" fmla="*/ 41415 h 536790"/>
                <a:gd name="csX27" fmla="*/ 347980 w 628015"/>
                <a:gd name="csY27" fmla="*/ 41415 h 536790"/>
                <a:gd name="csX28" fmla="*/ 342265 w 628015"/>
                <a:gd name="csY28" fmla="*/ 50064 h 536790"/>
                <a:gd name="csX29" fmla="*/ 117094 w 628015"/>
                <a:gd name="csY29" fmla="*/ 50064 h 536790"/>
                <a:gd name="csX30" fmla="*/ 117094 w 628015"/>
                <a:gd name="csY30" fmla="*/ 127495 h 536790"/>
                <a:gd name="csX31" fmla="*/ 78359 w 628015"/>
                <a:gd name="csY31" fmla="*/ 127495 h 536790"/>
                <a:gd name="csX32" fmla="*/ 78359 w 628015"/>
                <a:gd name="csY32" fmla="*/ 289700 h 536790"/>
                <a:gd name="csX33" fmla="*/ 46863 w 628015"/>
                <a:gd name="csY33" fmla="*/ 289700 h 536790"/>
                <a:gd name="csX34" fmla="*/ 36513 w 628015"/>
                <a:gd name="csY34" fmla="*/ 298348 h 536790"/>
                <a:gd name="csX35" fmla="*/ 42799 w 628015"/>
                <a:gd name="csY35" fmla="*/ 308731 h 536790"/>
                <a:gd name="csX36" fmla="*/ 19367 w 628015"/>
                <a:gd name="csY36" fmla="*/ 334467 h 536790"/>
                <a:gd name="csX37" fmla="*/ 25336 w 628015"/>
                <a:gd name="csY37" fmla="*/ 350685 h 536790"/>
                <a:gd name="csX38" fmla="*/ 8255 w 628015"/>
                <a:gd name="csY38" fmla="*/ 362801 h 536790"/>
                <a:gd name="csX39" fmla="*/ 14542 w 628015"/>
                <a:gd name="csY39" fmla="*/ 381940 h 536790"/>
                <a:gd name="csX40" fmla="*/ 0 w 628015"/>
                <a:gd name="csY40" fmla="*/ 393402 h 536790"/>
                <a:gd name="csX41" fmla="*/ 762 w 628015"/>
                <a:gd name="csY41" fmla="*/ 409626 h 536790"/>
                <a:gd name="csX42" fmla="*/ 21209 w 628015"/>
                <a:gd name="csY42" fmla="*/ 408540 h 536790"/>
                <a:gd name="csX43" fmla="*/ 29782 w 628015"/>
                <a:gd name="csY43" fmla="*/ 424002 h 536790"/>
                <a:gd name="csX44" fmla="*/ 25654 w 628015"/>
                <a:gd name="csY44" fmla="*/ 442392 h 536790"/>
                <a:gd name="csX45" fmla="*/ 41275 w 628015"/>
                <a:gd name="csY45" fmla="*/ 450501 h 536790"/>
                <a:gd name="csX46" fmla="*/ 38545 w 628015"/>
                <a:gd name="csY46" fmla="*/ 472561 h 536790"/>
                <a:gd name="csX47" fmla="*/ 67310 w 628015"/>
                <a:gd name="csY47" fmla="*/ 509867 h 536790"/>
                <a:gd name="csX48" fmla="*/ 65278 w 628015"/>
                <a:gd name="csY48" fmla="*/ 525113 h 536790"/>
                <a:gd name="csX49" fmla="*/ 113347 w 628015"/>
                <a:gd name="csY49" fmla="*/ 520681 h 536790"/>
                <a:gd name="csX50" fmla="*/ 122238 w 628015"/>
                <a:gd name="csY50" fmla="*/ 501002 h 536790"/>
                <a:gd name="csX51" fmla="*/ 149479 w 628015"/>
                <a:gd name="csY51" fmla="*/ 497542 h 536790"/>
                <a:gd name="csX52" fmla="*/ 170815 w 628015"/>
                <a:gd name="csY52" fmla="*/ 530416 h 536790"/>
                <a:gd name="csX53" fmla="*/ 192595 w 628015"/>
                <a:gd name="csY53" fmla="*/ 525545 h 536790"/>
                <a:gd name="csX54" fmla="*/ 225806 w 628015"/>
                <a:gd name="csY54" fmla="*/ 527495 h 536790"/>
                <a:gd name="csX55" fmla="*/ 231775 w 628015"/>
                <a:gd name="csY55" fmla="*/ 536791 h 536790"/>
                <a:gd name="csX56" fmla="*/ 256540 w 628015"/>
                <a:gd name="csY56" fmla="*/ 536791 h 536790"/>
                <a:gd name="csX57" fmla="*/ 267462 w 628015"/>
                <a:gd name="csY57" fmla="*/ 523062 h 536790"/>
                <a:gd name="csX58" fmla="*/ 286830 w 628015"/>
                <a:gd name="csY58" fmla="*/ 522084 h 536790"/>
                <a:gd name="csX59" fmla="*/ 285877 w 628015"/>
                <a:gd name="csY59" fmla="*/ 511270 h 536790"/>
                <a:gd name="csX60" fmla="*/ 303720 w 628015"/>
                <a:gd name="csY60" fmla="*/ 502406 h 536790"/>
                <a:gd name="csX61" fmla="*/ 331978 w 628015"/>
                <a:gd name="csY61" fmla="*/ 521976 h 536790"/>
                <a:gd name="csX62" fmla="*/ 352743 w 628015"/>
                <a:gd name="csY62" fmla="*/ 521976 h 536790"/>
                <a:gd name="csX63" fmla="*/ 392938 w 628015"/>
                <a:gd name="csY63" fmla="*/ 475805 h 536790"/>
                <a:gd name="csX64" fmla="*/ 392938 w 628015"/>
                <a:gd name="csY64" fmla="*/ 454609 h 536790"/>
                <a:gd name="csX65" fmla="*/ 381953 w 628015"/>
                <a:gd name="csY65" fmla="*/ 442824 h 536790"/>
                <a:gd name="csX66" fmla="*/ 425577 w 628015"/>
                <a:gd name="csY66" fmla="*/ 432981 h 536790"/>
                <a:gd name="csX67" fmla="*/ 419671 w 628015"/>
                <a:gd name="csY67" fmla="*/ 453854 h 536790"/>
                <a:gd name="csX68" fmla="*/ 423355 w 628015"/>
                <a:gd name="csY68" fmla="*/ 484778 h 536790"/>
                <a:gd name="csX69" fmla="*/ 445071 w 628015"/>
                <a:gd name="csY69" fmla="*/ 502730 h 536790"/>
                <a:gd name="csX70" fmla="*/ 442023 w 628015"/>
                <a:gd name="csY70" fmla="*/ 526301 h 536790"/>
                <a:gd name="csX71" fmla="*/ 459677 w 628015"/>
                <a:gd name="csY71" fmla="*/ 531171 h 536790"/>
                <a:gd name="csX72" fmla="*/ 464883 w 628015"/>
                <a:gd name="csY72" fmla="*/ 487699 h 536790"/>
                <a:gd name="csX73" fmla="*/ 475297 w 628015"/>
                <a:gd name="csY73" fmla="*/ 473748 h 536790"/>
                <a:gd name="csX74" fmla="*/ 489458 w 628015"/>
                <a:gd name="csY74" fmla="*/ 481102 h 536790"/>
                <a:gd name="csX75" fmla="*/ 495427 w 628015"/>
                <a:gd name="csY75" fmla="*/ 438385 h 536790"/>
                <a:gd name="csX76" fmla="*/ 516192 w 628015"/>
                <a:gd name="csY76" fmla="*/ 408216 h 536790"/>
                <a:gd name="csX77" fmla="*/ 536194 w 628015"/>
                <a:gd name="csY77" fmla="*/ 404540 h 536790"/>
                <a:gd name="csX78" fmla="*/ 548894 w 628015"/>
                <a:gd name="csY78" fmla="*/ 346577 h 536790"/>
                <a:gd name="csX79" fmla="*/ 545973 w 628015"/>
                <a:gd name="csY79" fmla="*/ 311652 h 536790"/>
                <a:gd name="csX80" fmla="*/ 564769 w 628015"/>
                <a:gd name="csY80" fmla="*/ 270345 h 536790"/>
                <a:gd name="csX81" fmla="*/ 565785 w 628015"/>
                <a:gd name="csY81" fmla="*/ 241364 h 536790"/>
                <a:gd name="csX82" fmla="*/ 583629 w 628015"/>
                <a:gd name="csY82" fmla="*/ 240932 h 536790"/>
                <a:gd name="csX83" fmla="*/ 589026 w 628015"/>
                <a:gd name="csY83" fmla="*/ 226225 h 536790"/>
                <a:gd name="csX84" fmla="*/ 613283 w 628015"/>
                <a:gd name="csY84" fmla="*/ 222326 h 536790"/>
                <a:gd name="csX85" fmla="*/ 628015 w 628015"/>
                <a:gd name="csY85" fmla="*/ 200920 h 536790"/>
                <a:gd name="csX86" fmla="*/ 616839 w 628015"/>
                <a:gd name="csY86" fmla="*/ 189237 h 536790"/>
                <a:gd name="csX87" fmla="*/ 616648 w 628015"/>
                <a:gd name="csY87" fmla="*/ 189560 h 536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628015" h="536790">
                  <a:moveTo>
                    <a:pt x="616648" y="189560"/>
                  </a:moveTo>
                  <a:cubicBezTo>
                    <a:pt x="615315" y="189021"/>
                    <a:pt x="609156" y="189567"/>
                    <a:pt x="609156" y="184912"/>
                  </a:cubicBezTo>
                  <a:cubicBezTo>
                    <a:pt x="609029" y="184372"/>
                    <a:pt x="609409" y="181127"/>
                    <a:pt x="606489" y="178860"/>
                  </a:cubicBezTo>
                  <a:cubicBezTo>
                    <a:pt x="600266" y="173990"/>
                    <a:pt x="596265" y="169990"/>
                    <a:pt x="591630" y="169558"/>
                  </a:cubicBezTo>
                  <a:cubicBezTo>
                    <a:pt x="590995" y="169342"/>
                    <a:pt x="585978" y="170097"/>
                    <a:pt x="584835" y="165881"/>
                  </a:cubicBezTo>
                  <a:cubicBezTo>
                    <a:pt x="577025" y="138633"/>
                    <a:pt x="576072" y="137332"/>
                    <a:pt x="577025" y="132899"/>
                  </a:cubicBezTo>
                  <a:cubicBezTo>
                    <a:pt x="579819" y="118732"/>
                    <a:pt x="573024" y="117221"/>
                    <a:pt x="574866" y="107595"/>
                  </a:cubicBezTo>
                  <a:cubicBezTo>
                    <a:pt x="575628" y="103702"/>
                    <a:pt x="576580" y="100241"/>
                    <a:pt x="575691" y="96241"/>
                  </a:cubicBezTo>
                  <a:cubicBezTo>
                    <a:pt x="572580" y="81966"/>
                    <a:pt x="571500" y="78505"/>
                    <a:pt x="572071" y="75584"/>
                  </a:cubicBezTo>
                  <a:cubicBezTo>
                    <a:pt x="572707" y="72561"/>
                    <a:pt x="576897" y="79153"/>
                    <a:pt x="576390" y="78613"/>
                  </a:cubicBezTo>
                  <a:cubicBezTo>
                    <a:pt x="578993" y="82182"/>
                    <a:pt x="581787" y="76886"/>
                    <a:pt x="578993" y="73425"/>
                  </a:cubicBezTo>
                  <a:cubicBezTo>
                    <a:pt x="566293" y="57525"/>
                    <a:pt x="564007" y="56014"/>
                    <a:pt x="564007" y="51473"/>
                  </a:cubicBezTo>
                  <a:cubicBezTo>
                    <a:pt x="563944" y="39796"/>
                    <a:pt x="564579" y="36551"/>
                    <a:pt x="560895" y="34493"/>
                  </a:cubicBezTo>
                  <a:cubicBezTo>
                    <a:pt x="554165" y="30709"/>
                    <a:pt x="549720" y="28658"/>
                    <a:pt x="546926" y="24981"/>
                  </a:cubicBezTo>
                  <a:cubicBezTo>
                    <a:pt x="542608" y="19463"/>
                    <a:pt x="540131" y="15139"/>
                    <a:pt x="535813" y="13513"/>
                  </a:cubicBezTo>
                  <a:cubicBezTo>
                    <a:pt x="527114" y="10382"/>
                    <a:pt x="524066" y="9836"/>
                    <a:pt x="522351" y="6052"/>
                  </a:cubicBezTo>
                  <a:cubicBezTo>
                    <a:pt x="521398" y="3893"/>
                    <a:pt x="520383" y="1835"/>
                    <a:pt x="519557" y="0"/>
                  </a:cubicBezTo>
                  <a:lnTo>
                    <a:pt x="519430" y="0"/>
                  </a:lnTo>
                  <a:lnTo>
                    <a:pt x="500634" y="19679"/>
                  </a:lnTo>
                  <a:lnTo>
                    <a:pt x="490093" y="17082"/>
                  </a:lnTo>
                  <a:lnTo>
                    <a:pt x="480505" y="38926"/>
                  </a:lnTo>
                  <a:lnTo>
                    <a:pt x="460693" y="41954"/>
                  </a:lnTo>
                  <a:lnTo>
                    <a:pt x="454914" y="58934"/>
                  </a:lnTo>
                  <a:lnTo>
                    <a:pt x="439103" y="61094"/>
                  </a:lnTo>
                  <a:lnTo>
                    <a:pt x="423355" y="49740"/>
                  </a:lnTo>
                  <a:lnTo>
                    <a:pt x="360870" y="49740"/>
                  </a:lnTo>
                  <a:lnTo>
                    <a:pt x="363474" y="41415"/>
                  </a:lnTo>
                  <a:lnTo>
                    <a:pt x="347980" y="41415"/>
                  </a:lnTo>
                  <a:lnTo>
                    <a:pt x="342265" y="50064"/>
                  </a:lnTo>
                  <a:lnTo>
                    <a:pt x="117094" y="50064"/>
                  </a:lnTo>
                  <a:lnTo>
                    <a:pt x="117094" y="127495"/>
                  </a:lnTo>
                  <a:lnTo>
                    <a:pt x="78359" y="127495"/>
                  </a:lnTo>
                  <a:lnTo>
                    <a:pt x="78359" y="289700"/>
                  </a:lnTo>
                  <a:lnTo>
                    <a:pt x="46863" y="289700"/>
                  </a:lnTo>
                  <a:lnTo>
                    <a:pt x="36513" y="298348"/>
                  </a:lnTo>
                  <a:lnTo>
                    <a:pt x="42799" y="308731"/>
                  </a:lnTo>
                  <a:lnTo>
                    <a:pt x="19367" y="334467"/>
                  </a:lnTo>
                  <a:lnTo>
                    <a:pt x="25336" y="350685"/>
                  </a:lnTo>
                  <a:lnTo>
                    <a:pt x="8255" y="362801"/>
                  </a:lnTo>
                  <a:lnTo>
                    <a:pt x="14542" y="381940"/>
                  </a:lnTo>
                  <a:lnTo>
                    <a:pt x="0" y="393402"/>
                  </a:lnTo>
                  <a:lnTo>
                    <a:pt x="762" y="409626"/>
                  </a:lnTo>
                  <a:lnTo>
                    <a:pt x="21209" y="408540"/>
                  </a:lnTo>
                  <a:lnTo>
                    <a:pt x="29782" y="424002"/>
                  </a:lnTo>
                  <a:lnTo>
                    <a:pt x="25654" y="442392"/>
                  </a:lnTo>
                  <a:lnTo>
                    <a:pt x="41275" y="450501"/>
                  </a:lnTo>
                  <a:lnTo>
                    <a:pt x="38545" y="472561"/>
                  </a:lnTo>
                  <a:lnTo>
                    <a:pt x="67310" y="509867"/>
                  </a:lnTo>
                  <a:lnTo>
                    <a:pt x="65278" y="525113"/>
                  </a:lnTo>
                  <a:lnTo>
                    <a:pt x="113347" y="520681"/>
                  </a:lnTo>
                  <a:lnTo>
                    <a:pt x="122238" y="501002"/>
                  </a:lnTo>
                  <a:lnTo>
                    <a:pt x="149479" y="497542"/>
                  </a:lnTo>
                  <a:lnTo>
                    <a:pt x="170815" y="530416"/>
                  </a:lnTo>
                  <a:lnTo>
                    <a:pt x="192595" y="525545"/>
                  </a:lnTo>
                  <a:lnTo>
                    <a:pt x="225806" y="527495"/>
                  </a:lnTo>
                  <a:lnTo>
                    <a:pt x="231775" y="536791"/>
                  </a:lnTo>
                  <a:lnTo>
                    <a:pt x="256540" y="536791"/>
                  </a:lnTo>
                  <a:lnTo>
                    <a:pt x="267462" y="523062"/>
                  </a:lnTo>
                  <a:lnTo>
                    <a:pt x="286830" y="522084"/>
                  </a:lnTo>
                  <a:lnTo>
                    <a:pt x="285877" y="511270"/>
                  </a:lnTo>
                  <a:lnTo>
                    <a:pt x="303720" y="502406"/>
                  </a:lnTo>
                  <a:lnTo>
                    <a:pt x="331978" y="521976"/>
                  </a:lnTo>
                  <a:lnTo>
                    <a:pt x="352743" y="521976"/>
                  </a:lnTo>
                  <a:lnTo>
                    <a:pt x="392938" y="475805"/>
                  </a:lnTo>
                  <a:lnTo>
                    <a:pt x="392938" y="454609"/>
                  </a:lnTo>
                  <a:lnTo>
                    <a:pt x="381953" y="442824"/>
                  </a:lnTo>
                  <a:lnTo>
                    <a:pt x="425577" y="432981"/>
                  </a:lnTo>
                  <a:lnTo>
                    <a:pt x="419671" y="453854"/>
                  </a:lnTo>
                  <a:lnTo>
                    <a:pt x="423355" y="484778"/>
                  </a:lnTo>
                  <a:lnTo>
                    <a:pt x="445071" y="502730"/>
                  </a:lnTo>
                  <a:lnTo>
                    <a:pt x="442023" y="526301"/>
                  </a:lnTo>
                  <a:lnTo>
                    <a:pt x="459677" y="531171"/>
                  </a:lnTo>
                  <a:lnTo>
                    <a:pt x="464883" y="487699"/>
                  </a:lnTo>
                  <a:lnTo>
                    <a:pt x="475297" y="473748"/>
                  </a:lnTo>
                  <a:lnTo>
                    <a:pt x="489458" y="481102"/>
                  </a:lnTo>
                  <a:lnTo>
                    <a:pt x="495427" y="438385"/>
                  </a:lnTo>
                  <a:lnTo>
                    <a:pt x="516192" y="408216"/>
                  </a:lnTo>
                  <a:lnTo>
                    <a:pt x="536194" y="404540"/>
                  </a:lnTo>
                  <a:lnTo>
                    <a:pt x="548894" y="346577"/>
                  </a:lnTo>
                  <a:lnTo>
                    <a:pt x="545973" y="311652"/>
                  </a:lnTo>
                  <a:lnTo>
                    <a:pt x="564769" y="270345"/>
                  </a:lnTo>
                  <a:lnTo>
                    <a:pt x="565785" y="241364"/>
                  </a:lnTo>
                  <a:lnTo>
                    <a:pt x="583629" y="240932"/>
                  </a:lnTo>
                  <a:lnTo>
                    <a:pt x="589026" y="226225"/>
                  </a:lnTo>
                  <a:lnTo>
                    <a:pt x="613283" y="222326"/>
                  </a:lnTo>
                  <a:lnTo>
                    <a:pt x="628015" y="200920"/>
                  </a:lnTo>
                  <a:cubicBezTo>
                    <a:pt x="621157" y="190862"/>
                    <a:pt x="620078" y="189783"/>
                    <a:pt x="616839" y="189237"/>
                  </a:cubicBezTo>
                  <a:lnTo>
                    <a:pt x="616648" y="1895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0D51D7A9-2A0F-F3C8-7E8C-2B7A8C762A60}"/>
                </a:ext>
              </a:extLst>
            </p:cNvPr>
            <p:cNvSpPr/>
            <p:nvPr/>
          </p:nvSpPr>
          <p:spPr>
            <a:xfrm>
              <a:off x="6510210" y="4050017"/>
              <a:ext cx="472567" cy="317277"/>
            </a:xfrm>
            <a:custGeom>
              <a:avLst/>
              <a:gdLst>
                <a:gd name="csX0" fmla="*/ 463614 w 472567"/>
                <a:gd name="csY0" fmla="*/ 248933 h 317277"/>
                <a:gd name="csX1" fmla="*/ 451041 w 472567"/>
                <a:gd name="csY1" fmla="*/ 242341 h 317277"/>
                <a:gd name="csX2" fmla="*/ 443421 w 472567"/>
                <a:gd name="csY2" fmla="*/ 248285 h 317277"/>
                <a:gd name="csX3" fmla="*/ 423735 w 472567"/>
                <a:gd name="csY3" fmla="*/ 198215 h 317277"/>
                <a:gd name="csX4" fmla="*/ 402399 w 472567"/>
                <a:gd name="csY4" fmla="*/ 183509 h 317277"/>
                <a:gd name="csX5" fmla="*/ 394526 w 472567"/>
                <a:gd name="csY5" fmla="*/ 167291 h 317277"/>
                <a:gd name="csX6" fmla="*/ 359918 w 472567"/>
                <a:gd name="csY6" fmla="*/ 157988 h 317277"/>
                <a:gd name="csX7" fmla="*/ 356426 w 472567"/>
                <a:gd name="csY7" fmla="*/ 152152 h 317277"/>
                <a:gd name="csX8" fmla="*/ 365316 w 472567"/>
                <a:gd name="csY8" fmla="*/ 142850 h 317277"/>
                <a:gd name="csX9" fmla="*/ 364744 w 472567"/>
                <a:gd name="csY9" fmla="*/ 133553 h 317277"/>
                <a:gd name="csX10" fmla="*/ 401892 w 472567"/>
                <a:gd name="csY10" fmla="*/ 130092 h 317277"/>
                <a:gd name="csX11" fmla="*/ 401320 w 472567"/>
                <a:gd name="csY11" fmla="*/ 98190 h 317277"/>
                <a:gd name="csX12" fmla="*/ 383731 w 472567"/>
                <a:gd name="csY12" fmla="*/ 93326 h 317277"/>
                <a:gd name="csX13" fmla="*/ 386715 w 472567"/>
                <a:gd name="csY13" fmla="*/ 69748 h 317277"/>
                <a:gd name="csX14" fmla="*/ 364998 w 472567"/>
                <a:gd name="csY14" fmla="*/ 51797 h 317277"/>
                <a:gd name="csX15" fmla="*/ 361315 w 472567"/>
                <a:gd name="csY15" fmla="*/ 20873 h 317277"/>
                <a:gd name="csX16" fmla="*/ 367284 w 472567"/>
                <a:gd name="csY16" fmla="*/ 0 h 317277"/>
                <a:gd name="csX17" fmla="*/ 323659 w 472567"/>
                <a:gd name="csY17" fmla="*/ 9843 h 317277"/>
                <a:gd name="csX18" fmla="*/ 334582 w 472567"/>
                <a:gd name="csY18" fmla="*/ 21628 h 317277"/>
                <a:gd name="csX19" fmla="*/ 334582 w 472567"/>
                <a:gd name="csY19" fmla="*/ 42825 h 317277"/>
                <a:gd name="csX20" fmla="*/ 294386 w 472567"/>
                <a:gd name="csY20" fmla="*/ 89002 h 317277"/>
                <a:gd name="csX21" fmla="*/ 273621 w 472567"/>
                <a:gd name="csY21" fmla="*/ 89002 h 317277"/>
                <a:gd name="csX22" fmla="*/ 245364 w 472567"/>
                <a:gd name="csY22" fmla="*/ 69425 h 317277"/>
                <a:gd name="csX23" fmla="*/ 227521 w 472567"/>
                <a:gd name="csY23" fmla="*/ 78296 h 317277"/>
                <a:gd name="csX24" fmla="*/ 228473 w 472567"/>
                <a:gd name="csY24" fmla="*/ 89110 h 317277"/>
                <a:gd name="csX25" fmla="*/ 209106 w 472567"/>
                <a:gd name="csY25" fmla="*/ 90081 h 317277"/>
                <a:gd name="csX26" fmla="*/ 198183 w 472567"/>
                <a:gd name="csY26" fmla="*/ 103816 h 317277"/>
                <a:gd name="csX27" fmla="*/ 173419 w 472567"/>
                <a:gd name="csY27" fmla="*/ 103816 h 317277"/>
                <a:gd name="csX28" fmla="*/ 167449 w 472567"/>
                <a:gd name="csY28" fmla="*/ 94514 h 317277"/>
                <a:gd name="csX29" fmla="*/ 134239 w 472567"/>
                <a:gd name="csY29" fmla="*/ 92570 h 317277"/>
                <a:gd name="csX30" fmla="*/ 112458 w 472567"/>
                <a:gd name="csY30" fmla="*/ 97435 h 317277"/>
                <a:gd name="csX31" fmla="*/ 91122 w 472567"/>
                <a:gd name="csY31" fmla="*/ 64561 h 317277"/>
                <a:gd name="csX32" fmla="*/ 63881 w 472567"/>
                <a:gd name="csY32" fmla="*/ 68021 h 317277"/>
                <a:gd name="csX33" fmla="*/ 54991 w 472567"/>
                <a:gd name="csY33" fmla="*/ 87700 h 317277"/>
                <a:gd name="csX34" fmla="*/ 6921 w 472567"/>
                <a:gd name="csY34" fmla="*/ 92132 h 317277"/>
                <a:gd name="csX35" fmla="*/ 0 w 472567"/>
                <a:gd name="csY35" fmla="*/ 122092 h 317277"/>
                <a:gd name="csX36" fmla="*/ 30734 w 472567"/>
                <a:gd name="csY36" fmla="*/ 123495 h 317277"/>
                <a:gd name="csX37" fmla="*/ 26733 w 472567"/>
                <a:gd name="csY37" fmla="*/ 136258 h 317277"/>
                <a:gd name="csX38" fmla="*/ 53467 w 472567"/>
                <a:gd name="csY38" fmla="*/ 143612 h 317277"/>
                <a:gd name="csX39" fmla="*/ 70231 w 472567"/>
                <a:gd name="csY39" fmla="*/ 160801 h 317277"/>
                <a:gd name="csX40" fmla="*/ 65278 w 472567"/>
                <a:gd name="csY40" fmla="*/ 167183 h 317277"/>
                <a:gd name="csX41" fmla="*/ 110871 w 472567"/>
                <a:gd name="csY41" fmla="*/ 197136 h 317277"/>
                <a:gd name="csX42" fmla="*/ 106807 w 472567"/>
                <a:gd name="csY42" fmla="*/ 208921 h 317277"/>
                <a:gd name="csX43" fmla="*/ 117221 w 472567"/>
                <a:gd name="csY43" fmla="*/ 222657 h 317277"/>
                <a:gd name="csX44" fmla="*/ 140081 w 472567"/>
                <a:gd name="csY44" fmla="*/ 231527 h 317277"/>
                <a:gd name="csX45" fmla="*/ 148082 w 472567"/>
                <a:gd name="csY45" fmla="*/ 256394 h 317277"/>
                <a:gd name="csX46" fmla="*/ 185230 w 472567"/>
                <a:gd name="csY46" fmla="*/ 288080 h 317277"/>
                <a:gd name="csX47" fmla="*/ 198438 w 472567"/>
                <a:gd name="csY47" fmla="*/ 277482 h 317277"/>
                <a:gd name="csX48" fmla="*/ 215646 w 472567"/>
                <a:gd name="csY48" fmla="*/ 285591 h 317277"/>
                <a:gd name="csX49" fmla="*/ 226314 w 472567"/>
                <a:gd name="csY49" fmla="*/ 273482 h 317277"/>
                <a:gd name="csX50" fmla="*/ 237490 w 472567"/>
                <a:gd name="csY50" fmla="*/ 277051 h 317277"/>
                <a:gd name="csX51" fmla="*/ 249174 w 472567"/>
                <a:gd name="csY51" fmla="*/ 298247 h 317277"/>
                <a:gd name="csX52" fmla="*/ 279718 w 472567"/>
                <a:gd name="csY52" fmla="*/ 316846 h 317277"/>
                <a:gd name="csX53" fmla="*/ 289560 w 472567"/>
                <a:gd name="csY53" fmla="*/ 305060 h 317277"/>
                <a:gd name="csX54" fmla="*/ 302958 w 472567"/>
                <a:gd name="csY54" fmla="*/ 303327 h 317277"/>
                <a:gd name="csX55" fmla="*/ 312801 w 472567"/>
                <a:gd name="csY55" fmla="*/ 314141 h 317277"/>
                <a:gd name="csX56" fmla="*/ 331724 w 472567"/>
                <a:gd name="csY56" fmla="*/ 317278 h 317277"/>
                <a:gd name="csX57" fmla="*/ 334772 w 472567"/>
                <a:gd name="csY57" fmla="*/ 310680 h 317277"/>
                <a:gd name="csX58" fmla="*/ 358711 w 472567"/>
                <a:gd name="csY58" fmla="*/ 303219 h 317277"/>
                <a:gd name="csX59" fmla="*/ 377190 w 472567"/>
                <a:gd name="csY59" fmla="*/ 307651 h 317277"/>
                <a:gd name="csX60" fmla="*/ 409702 w 472567"/>
                <a:gd name="csY60" fmla="*/ 276727 h 317277"/>
                <a:gd name="csX61" fmla="*/ 469011 w 472567"/>
                <a:gd name="csY61" fmla="*/ 282569 h 317277"/>
                <a:gd name="csX62" fmla="*/ 472567 w 472567"/>
                <a:gd name="csY62" fmla="*/ 271425 h 317277"/>
                <a:gd name="csX63" fmla="*/ 462915 w 472567"/>
                <a:gd name="csY63" fmla="*/ 265589 h 317277"/>
                <a:gd name="csX64" fmla="*/ 462915 w 472567"/>
                <a:gd name="csY64" fmla="*/ 249365 h 317277"/>
                <a:gd name="csX65" fmla="*/ 463614 w 472567"/>
                <a:gd name="csY65" fmla="*/ 248933 h 317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72567" h="317277">
                  <a:moveTo>
                    <a:pt x="463614" y="248933"/>
                  </a:moveTo>
                  <a:lnTo>
                    <a:pt x="451041" y="242341"/>
                  </a:lnTo>
                  <a:lnTo>
                    <a:pt x="443421" y="248285"/>
                  </a:lnTo>
                  <a:lnTo>
                    <a:pt x="423735" y="198215"/>
                  </a:lnTo>
                  <a:lnTo>
                    <a:pt x="402399" y="183509"/>
                  </a:lnTo>
                  <a:lnTo>
                    <a:pt x="394526" y="167291"/>
                  </a:lnTo>
                  <a:lnTo>
                    <a:pt x="359918" y="157988"/>
                  </a:lnTo>
                  <a:lnTo>
                    <a:pt x="356426" y="152152"/>
                  </a:lnTo>
                  <a:lnTo>
                    <a:pt x="365316" y="142850"/>
                  </a:lnTo>
                  <a:lnTo>
                    <a:pt x="364744" y="133553"/>
                  </a:lnTo>
                  <a:lnTo>
                    <a:pt x="401892" y="130092"/>
                  </a:lnTo>
                  <a:lnTo>
                    <a:pt x="401320" y="98190"/>
                  </a:lnTo>
                  <a:lnTo>
                    <a:pt x="383731" y="93326"/>
                  </a:lnTo>
                  <a:lnTo>
                    <a:pt x="386715" y="69748"/>
                  </a:lnTo>
                  <a:lnTo>
                    <a:pt x="364998" y="51797"/>
                  </a:lnTo>
                  <a:lnTo>
                    <a:pt x="361315" y="20873"/>
                  </a:lnTo>
                  <a:lnTo>
                    <a:pt x="367284" y="0"/>
                  </a:lnTo>
                  <a:lnTo>
                    <a:pt x="323659" y="9843"/>
                  </a:lnTo>
                  <a:lnTo>
                    <a:pt x="334582" y="21628"/>
                  </a:lnTo>
                  <a:lnTo>
                    <a:pt x="334582" y="42825"/>
                  </a:lnTo>
                  <a:lnTo>
                    <a:pt x="294386" y="89002"/>
                  </a:lnTo>
                  <a:lnTo>
                    <a:pt x="273621" y="89002"/>
                  </a:lnTo>
                  <a:lnTo>
                    <a:pt x="245364" y="69425"/>
                  </a:lnTo>
                  <a:lnTo>
                    <a:pt x="227521" y="78296"/>
                  </a:lnTo>
                  <a:lnTo>
                    <a:pt x="228473" y="89110"/>
                  </a:lnTo>
                  <a:lnTo>
                    <a:pt x="209106" y="90081"/>
                  </a:lnTo>
                  <a:lnTo>
                    <a:pt x="198183" y="103816"/>
                  </a:lnTo>
                  <a:lnTo>
                    <a:pt x="173419" y="103816"/>
                  </a:lnTo>
                  <a:lnTo>
                    <a:pt x="167449" y="94514"/>
                  </a:lnTo>
                  <a:lnTo>
                    <a:pt x="134239" y="92570"/>
                  </a:lnTo>
                  <a:lnTo>
                    <a:pt x="112458" y="97435"/>
                  </a:lnTo>
                  <a:lnTo>
                    <a:pt x="91122" y="64561"/>
                  </a:lnTo>
                  <a:lnTo>
                    <a:pt x="63881" y="68021"/>
                  </a:lnTo>
                  <a:lnTo>
                    <a:pt x="54991" y="87700"/>
                  </a:lnTo>
                  <a:lnTo>
                    <a:pt x="6921" y="92132"/>
                  </a:lnTo>
                  <a:lnTo>
                    <a:pt x="0" y="122092"/>
                  </a:lnTo>
                  <a:lnTo>
                    <a:pt x="30734" y="123495"/>
                  </a:lnTo>
                  <a:lnTo>
                    <a:pt x="26733" y="136258"/>
                  </a:lnTo>
                  <a:lnTo>
                    <a:pt x="53467" y="143612"/>
                  </a:lnTo>
                  <a:lnTo>
                    <a:pt x="70231" y="160801"/>
                  </a:lnTo>
                  <a:lnTo>
                    <a:pt x="65278" y="167183"/>
                  </a:lnTo>
                  <a:lnTo>
                    <a:pt x="110871" y="197136"/>
                  </a:lnTo>
                  <a:lnTo>
                    <a:pt x="106807" y="208921"/>
                  </a:lnTo>
                  <a:lnTo>
                    <a:pt x="117221" y="222657"/>
                  </a:lnTo>
                  <a:lnTo>
                    <a:pt x="140081" y="231527"/>
                  </a:lnTo>
                  <a:lnTo>
                    <a:pt x="148082" y="256394"/>
                  </a:lnTo>
                  <a:lnTo>
                    <a:pt x="185230" y="288080"/>
                  </a:lnTo>
                  <a:lnTo>
                    <a:pt x="198438" y="277482"/>
                  </a:lnTo>
                  <a:lnTo>
                    <a:pt x="215646" y="285591"/>
                  </a:lnTo>
                  <a:lnTo>
                    <a:pt x="226314" y="273482"/>
                  </a:lnTo>
                  <a:lnTo>
                    <a:pt x="237490" y="277051"/>
                  </a:lnTo>
                  <a:lnTo>
                    <a:pt x="249174" y="298247"/>
                  </a:lnTo>
                  <a:lnTo>
                    <a:pt x="279718" y="316846"/>
                  </a:lnTo>
                  <a:lnTo>
                    <a:pt x="289560" y="305060"/>
                  </a:lnTo>
                  <a:lnTo>
                    <a:pt x="302958" y="303327"/>
                  </a:lnTo>
                  <a:lnTo>
                    <a:pt x="312801" y="314141"/>
                  </a:lnTo>
                  <a:lnTo>
                    <a:pt x="331724" y="317278"/>
                  </a:lnTo>
                  <a:lnTo>
                    <a:pt x="334772" y="310680"/>
                  </a:lnTo>
                  <a:lnTo>
                    <a:pt x="358711" y="303219"/>
                  </a:lnTo>
                  <a:lnTo>
                    <a:pt x="377190" y="307651"/>
                  </a:lnTo>
                  <a:lnTo>
                    <a:pt x="409702" y="276727"/>
                  </a:lnTo>
                  <a:lnTo>
                    <a:pt x="469011" y="282569"/>
                  </a:lnTo>
                  <a:cubicBezTo>
                    <a:pt x="469773" y="279432"/>
                    <a:pt x="470726" y="271863"/>
                    <a:pt x="472567" y="271425"/>
                  </a:cubicBezTo>
                  <a:lnTo>
                    <a:pt x="462915" y="265589"/>
                  </a:lnTo>
                  <a:lnTo>
                    <a:pt x="462915" y="249365"/>
                  </a:lnTo>
                  <a:lnTo>
                    <a:pt x="463614" y="2489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20EC8831-FE3D-1B6E-1E3B-1E3F461EB2FB}"/>
                </a:ext>
              </a:extLst>
            </p:cNvPr>
            <p:cNvSpPr/>
            <p:nvPr/>
          </p:nvSpPr>
          <p:spPr>
            <a:xfrm>
              <a:off x="6250990" y="5315337"/>
              <a:ext cx="612724" cy="507154"/>
            </a:xfrm>
            <a:custGeom>
              <a:avLst/>
              <a:gdLst>
                <a:gd name="csX0" fmla="*/ 580593 w 612724"/>
                <a:gd name="csY0" fmla="*/ 187941 h 507154"/>
                <a:gd name="csX1" fmla="*/ 580593 w 612724"/>
                <a:gd name="csY1" fmla="*/ 205677 h 507154"/>
                <a:gd name="csX2" fmla="*/ 549859 w 612724"/>
                <a:gd name="csY2" fmla="*/ 202756 h 507154"/>
                <a:gd name="csX3" fmla="*/ 536397 w 612724"/>
                <a:gd name="csY3" fmla="*/ 169342 h 507154"/>
                <a:gd name="csX4" fmla="*/ 556209 w 612724"/>
                <a:gd name="csY4" fmla="*/ 143282 h 507154"/>
                <a:gd name="csX5" fmla="*/ 580466 w 612724"/>
                <a:gd name="csY5" fmla="*/ 153124 h 507154"/>
                <a:gd name="csX6" fmla="*/ 580466 w 612724"/>
                <a:gd name="csY6" fmla="*/ 91701 h 507154"/>
                <a:gd name="csX7" fmla="*/ 562178 w 612724"/>
                <a:gd name="csY7" fmla="*/ 54826 h 507154"/>
                <a:gd name="csX8" fmla="*/ 563702 w 612724"/>
                <a:gd name="csY8" fmla="*/ 40551 h 507154"/>
                <a:gd name="csX9" fmla="*/ 551764 w 612724"/>
                <a:gd name="csY9" fmla="*/ 9081 h 507154"/>
                <a:gd name="csX10" fmla="*/ 518109 w 612724"/>
                <a:gd name="csY10" fmla="*/ 10059 h 507154"/>
                <a:gd name="csX11" fmla="*/ 495948 w 612724"/>
                <a:gd name="csY11" fmla="*/ 0 h 507154"/>
                <a:gd name="csX12" fmla="*/ 469404 w 612724"/>
                <a:gd name="csY12" fmla="*/ 3893 h 507154"/>
                <a:gd name="csX13" fmla="*/ 464578 w 612724"/>
                <a:gd name="csY13" fmla="*/ 16110 h 507154"/>
                <a:gd name="csX14" fmla="*/ 439687 w 612724"/>
                <a:gd name="csY14" fmla="*/ 22924 h 507154"/>
                <a:gd name="csX15" fmla="*/ 396570 w 612724"/>
                <a:gd name="csY15" fmla="*/ 59043 h 507154"/>
                <a:gd name="csX16" fmla="*/ 386601 w 612724"/>
                <a:gd name="csY16" fmla="*/ 84347 h 507154"/>
                <a:gd name="csX17" fmla="*/ 352438 w 612724"/>
                <a:gd name="csY17" fmla="*/ 104997 h 507154"/>
                <a:gd name="csX18" fmla="*/ 340500 w 612724"/>
                <a:gd name="csY18" fmla="*/ 140360 h 507154"/>
                <a:gd name="csX19" fmla="*/ 315290 w 612724"/>
                <a:gd name="csY19" fmla="*/ 147066 h 507154"/>
                <a:gd name="csX20" fmla="*/ 279603 w 612724"/>
                <a:gd name="csY20" fmla="*/ 140360 h 507154"/>
                <a:gd name="csX21" fmla="*/ 261696 w 612724"/>
                <a:gd name="csY21" fmla="*/ 125654 h 507154"/>
                <a:gd name="csX22" fmla="*/ 240931 w 612724"/>
                <a:gd name="csY22" fmla="*/ 126410 h 507154"/>
                <a:gd name="csX23" fmla="*/ 231978 w 612724"/>
                <a:gd name="csY23" fmla="*/ 155175 h 507154"/>
                <a:gd name="csX24" fmla="*/ 196990 w 612724"/>
                <a:gd name="csY24" fmla="*/ 188373 h 507154"/>
                <a:gd name="csX25" fmla="*/ 155397 w 612724"/>
                <a:gd name="csY25" fmla="*/ 190538 h 507154"/>
                <a:gd name="csX26" fmla="*/ 152476 w 612724"/>
                <a:gd name="csY26" fmla="*/ 172803 h 507154"/>
                <a:gd name="csX27" fmla="*/ 163652 w 612724"/>
                <a:gd name="csY27" fmla="*/ 154312 h 507154"/>
                <a:gd name="csX28" fmla="*/ 130187 w 612724"/>
                <a:gd name="csY28" fmla="*/ 106407 h 507154"/>
                <a:gd name="csX29" fmla="*/ 130950 w 612724"/>
                <a:gd name="csY29" fmla="*/ 250876 h 507154"/>
                <a:gd name="csX30" fmla="*/ 103454 w 612724"/>
                <a:gd name="csY30" fmla="*/ 270777 h 507154"/>
                <a:gd name="csX31" fmla="*/ 41783 w 612724"/>
                <a:gd name="csY31" fmla="*/ 264179 h 507154"/>
                <a:gd name="csX32" fmla="*/ 21755 w 612724"/>
                <a:gd name="csY32" fmla="*/ 234658 h 507154"/>
                <a:gd name="csX33" fmla="*/ 0 w 612724"/>
                <a:gd name="csY33" fmla="*/ 259315 h 507154"/>
                <a:gd name="csX34" fmla="*/ 0 w 612724"/>
                <a:gd name="csY34" fmla="*/ 259531 h 507154"/>
                <a:gd name="csX35" fmla="*/ 4007 w 612724"/>
                <a:gd name="csY35" fmla="*/ 264719 h 507154"/>
                <a:gd name="csX36" fmla="*/ 17424 w 612724"/>
                <a:gd name="csY36" fmla="*/ 291427 h 507154"/>
                <a:gd name="csX37" fmla="*/ 33769 w 612724"/>
                <a:gd name="csY37" fmla="*/ 334467 h 507154"/>
                <a:gd name="csX38" fmla="*/ 64833 w 612724"/>
                <a:gd name="csY38" fmla="*/ 386912 h 507154"/>
                <a:gd name="csX39" fmla="*/ 67107 w 612724"/>
                <a:gd name="csY39" fmla="*/ 415570 h 507154"/>
                <a:gd name="csX40" fmla="*/ 58667 w 612724"/>
                <a:gd name="csY40" fmla="*/ 423678 h 507154"/>
                <a:gd name="csX41" fmla="*/ 51524 w 612724"/>
                <a:gd name="csY41" fmla="*/ 424333 h 507154"/>
                <a:gd name="csX42" fmla="*/ 53581 w 612724"/>
                <a:gd name="csY42" fmla="*/ 436010 h 507154"/>
                <a:gd name="csX43" fmla="*/ 58014 w 612724"/>
                <a:gd name="csY43" fmla="*/ 439363 h 507154"/>
                <a:gd name="csX44" fmla="*/ 60287 w 612724"/>
                <a:gd name="csY44" fmla="*/ 444875 h 507154"/>
                <a:gd name="csX45" fmla="*/ 72409 w 612724"/>
                <a:gd name="csY45" fmla="*/ 466071 h 507154"/>
                <a:gd name="csX46" fmla="*/ 68409 w 612724"/>
                <a:gd name="csY46" fmla="*/ 475914 h 507154"/>
                <a:gd name="csX47" fmla="*/ 69920 w 612724"/>
                <a:gd name="csY47" fmla="*/ 484131 h 507154"/>
                <a:gd name="csX48" fmla="*/ 73495 w 612724"/>
                <a:gd name="csY48" fmla="*/ 485210 h 507154"/>
                <a:gd name="csX49" fmla="*/ 77171 w 612724"/>
                <a:gd name="csY49" fmla="*/ 477209 h 507154"/>
                <a:gd name="csX50" fmla="*/ 84861 w 612724"/>
                <a:gd name="csY50" fmla="*/ 478289 h 507154"/>
                <a:gd name="csX51" fmla="*/ 85833 w 612724"/>
                <a:gd name="csY51" fmla="*/ 486080 h 507154"/>
                <a:gd name="csX52" fmla="*/ 88430 w 612724"/>
                <a:gd name="csY52" fmla="*/ 488455 h 507154"/>
                <a:gd name="csX53" fmla="*/ 93085 w 612724"/>
                <a:gd name="csY53" fmla="*/ 487268 h 507154"/>
                <a:gd name="csX54" fmla="*/ 101612 w 612724"/>
                <a:gd name="csY54" fmla="*/ 491160 h 507154"/>
                <a:gd name="csX55" fmla="*/ 102057 w 612724"/>
                <a:gd name="csY55" fmla="*/ 491160 h 507154"/>
                <a:gd name="csX56" fmla="*/ 104661 w 612724"/>
                <a:gd name="csY56" fmla="*/ 495269 h 507154"/>
                <a:gd name="csX57" fmla="*/ 106819 w 612724"/>
                <a:gd name="csY57" fmla="*/ 498729 h 507154"/>
                <a:gd name="csX58" fmla="*/ 115138 w 612724"/>
                <a:gd name="csY58" fmla="*/ 502622 h 507154"/>
                <a:gd name="csX59" fmla="*/ 128346 w 612724"/>
                <a:gd name="csY59" fmla="*/ 507054 h 507154"/>
                <a:gd name="csX60" fmla="*/ 132918 w 612724"/>
                <a:gd name="csY60" fmla="*/ 504679 h 507154"/>
                <a:gd name="csX61" fmla="*/ 137046 w 612724"/>
                <a:gd name="csY61" fmla="*/ 499809 h 507154"/>
                <a:gd name="csX62" fmla="*/ 147015 w 612724"/>
                <a:gd name="csY62" fmla="*/ 493541 h 507154"/>
                <a:gd name="csX63" fmla="*/ 157683 w 612724"/>
                <a:gd name="csY63" fmla="*/ 493211 h 507154"/>
                <a:gd name="csX64" fmla="*/ 166573 w 612724"/>
                <a:gd name="csY64" fmla="*/ 489210 h 507154"/>
                <a:gd name="csX65" fmla="*/ 182575 w 612724"/>
                <a:gd name="csY65" fmla="*/ 489426 h 507154"/>
                <a:gd name="csX66" fmla="*/ 188544 w 612724"/>
                <a:gd name="csY66" fmla="*/ 487807 h 507154"/>
                <a:gd name="csX67" fmla="*/ 195910 w 612724"/>
                <a:gd name="csY67" fmla="*/ 488239 h 507154"/>
                <a:gd name="csX68" fmla="*/ 201181 w 612724"/>
                <a:gd name="csY68" fmla="*/ 485318 h 507154"/>
                <a:gd name="csX69" fmla="*/ 210642 w 612724"/>
                <a:gd name="csY69" fmla="*/ 479482 h 507154"/>
                <a:gd name="csX70" fmla="*/ 214833 w 612724"/>
                <a:gd name="csY70" fmla="*/ 475914 h 507154"/>
                <a:gd name="csX71" fmla="*/ 231534 w 612724"/>
                <a:gd name="csY71" fmla="*/ 473856 h 507154"/>
                <a:gd name="csX72" fmla="*/ 258140 w 612724"/>
                <a:gd name="csY72" fmla="*/ 476885 h 507154"/>
                <a:gd name="csX73" fmla="*/ 268999 w 612724"/>
                <a:gd name="csY73" fmla="*/ 472777 h 507154"/>
                <a:gd name="csX74" fmla="*/ 307734 w 612724"/>
                <a:gd name="csY74" fmla="*/ 480886 h 507154"/>
                <a:gd name="csX75" fmla="*/ 314338 w 612724"/>
                <a:gd name="csY75" fmla="*/ 476993 h 507154"/>
                <a:gd name="csX76" fmla="*/ 342468 w 612724"/>
                <a:gd name="csY76" fmla="*/ 472345 h 507154"/>
                <a:gd name="csX77" fmla="*/ 341389 w 612724"/>
                <a:gd name="csY77" fmla="*/ 471043 h 507154"/>
                <a:gd name="csX78" fmla="*/ 342151 w 612724"/>
                <a:gd name="csY78" fmla="*/ 466611 h 507154"/>
                <a:gd name="csX79" fmla="*/ 354469 w 612724"/>
                <a:gd name="csY79" fmla="*/ 461423 h 507154"/>
                <a:gd name="csX80" fmla="*/ 375043 w 612724"/>
                <a:gd name="csY80" fmla="*/ 462502 h 507154"/>
                <a:gd name="csX81" fmla="*/ 405904 w 612724"/>
                <a:gd name="csY81" fmla="*/ 447904 h 507154"/>
                <a:gd name="csX82" fmla="*/ 441274 w 612724"/>
                <a:gd name="csY82" fmla="*/ 420980 h 507154"/>
                <a:gd name="csX83" fmla="*/ 477405 w 612724"/>
                <a:gd name="csY83" fmla="*/ 385185 h 507154"/>
                <a:gd name="csX84" fmla="*/ 499377 w 612724"/>
                <a:gd name="csY84" fmla="*/ 368637 h 507154"/>
                <a:gd name="csX85" fmla="*/ 544969 w 612724"/>
                <a:gd name="csY85" fmla="*/ 304298 h 507154"/>
                <a:gd name="csX86" fmla="*/ 571703 w 612724"/>
                <a:gd name="csY86" fmla="*/ 269691 h 507154"/>
                <a:gd name="csX87" fmla="*/ 595706 w 612724"/>
                <a:gd name="csY87" fmla="*/ 249905 h 507154"/>
                <a:gd name="csX88" fmla="*/ 602437 w 612724"/>
                <a:gd name="csY88" fmla="*/ 219628 h 507154"/>
                <a:gd name="csX89" fmla="*/ 610692 w 612724"/>
                <a:gd name="csY89" fmla="*/ 199511 h 507154"/>
                <a:gd name="csX90" fmla="*/ 612724 w 612724"/>
                <a:gd name="csY90" fmla="*/ 188157 h 507154"/>
                <a:gd name="csX91" fmla="*/ 580022 w 612724"/>
                <a:gd name="csY91" fmla="*/ 188157 h 507154"/>
                <a:gd name="csX92" fmla="*/ 580593 w 612724"/>
                <a:gd name="csY92" fmla="*/ 187941 h 507154"/>
                <a:gd name="csX93" fmla="*/ 473532 w 612724"/>
                <a:gd name="csY93" fmla="*/ 309810 h 507154"/>
                <a:gd name="csX94" fmla="*/ 438543 w 612724"/>
                <a:gd name="csY94" fmla="*/ 324517 h 507154"/>
                <a:gd name="csX95" fmla="*/ 434924 w 612724"/>
                <a:gd name="csY95" fmla="*/ 339223 h 507154"/>
                <a:gd name="csX96" fmla="*/ 419303 w 612724"/>
                <a:gd name="csY96" fmla="*/ 339223 h 507154"/>
                <a:gd name="csX97" fmla="*/ 394728 w 612724"/>
                <a:gd name="csY97" fmla="*/ 299434 h 507154"/>
                <a:gd name="csX98" fmla="*/ 409588 w 612724"/>
                <a:gd name="csY98" fmla="*/ 290563 h 507154"/>
                <a:gd name="csX99" fmla="*/ 419176 w 612724"/>
                <a:gd name="csY99" fmla="*/ 270669 h 507154"/>
                <a:gd name="csX100" fmla="*/ 454800 w 612724"/>
                <a:gd name="csY100" fmla="*/ 257366 h 507154"/>
                <a:gd name="csX101" fmla="*/ 483819 w 612724"/>
                <a:gd name="csY101" fmla="*/ 281699 h 507154"/>
                <a:gd name="csX102" fmla="*/ 473405 w 612724"/>
                <a:gd name="csY102" fmla="*/ 309702 h 507154"/>
                <a:gd name="csX103" fmla="*/ 473532 w 612724"/>
                <a:gd name="csY103" fmla="*/ 309810 h 5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612724" h="507154">
                  <a:moveTo>
                    <a:pt x="580593" y="187941"/>
                  </a:moveTo>
                  <a:lnTo>
                    <a:pt x="580593" y="205677"/>
                  </a:lnTo>
                  <a:lnTo>
                    <a:pt x="549859" y="202756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466" y="153124"/>
                  </a:lnTo>
                  <a:lnTo>
                    <a:pt x="580466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404" y="3893"/>
                  </a:lnTo>
                  <a:lnTo>
                    <a:pt x="464578" y="16110"/>
                  </a:lnTo>
                  <a:lnTo>
                    <a:pt x="439687" y="22924"/>
                  </a:lnTo>
                  <a:lnTo>
                    <a:pt x="396570" y="59043"/>
                  </a:lnTo>
                  <a:lnTo>
                    <a:pt x="386601" y="84347"/>
                  </a:lnTo>
                  <a:lnTo>
                    <a:pt x="352438" y="104997"/>
                  </a:lnTo>
                  <a:lnTo>
                    <a:pt x="340500" y="140360"/>
                  </a:lnTo>
                  <a:lnTo>
                    <a:pt x="315290" y="147066"/>
                  </a:lnTo>
                  <a:lnTo>
                    <a:pt x="279603" y="140360"/>
                  </a:lnTo>
                  <a:lnTo>
                    <a:pt x="261696" y="125654"/>
                  </a:lnTo>
                  <a:lnTo>
                    <a:pt x="240931" y="126410"/>
                  </a:lnTo>
                  <a:lnTo>
                    <a:pt x="231978" y="155175"/>
                  </a:lnTo>
                  <a:lnTo>
                    <a:pt x="196990" y="188373"/>
                  </a:lnTo>
                  <a:lnTo>
                    <a:pt x="155397" y="190538"/>
                  </a:lnTo>
                  <a:lnTo>
                    <a:pt x="152476" y="172803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179"/>
                  </a:lnTo>
                  <a:lnTo>
                    <a:pt x="21755" y="234658"/>
                  </a:lnTo>
                  <a:lnTo>
                    <a:pt x="0" y="259315"/>
                  </a:lnTo>
                  <a:lnTo>
                    <a:pt x="0" y="259531"/>
                  </a:lnTo>
                  <a:cubicBezTo>
                    <a:pt x="2489" y="262014"/>
                    <a:pt x="3143" y="263100"/>
                    <a:pt x="4007" y="264719"/>
                  </a:cubicBezTo>
                  <a:cubicBezTo>
                    <a:pt x="14072" y="283966"/>
                    <a:pt x="15913" y="286995"/>
                    <a:pt x="17424" y="291427"/>
                  </a:cubicBezTo>
                  <a:cubicBezTo>
                    <a:pt x="32258" y="331978"/>
                    <a:pt x="31712" y="330683"/>
                    <a:pt x="33769" y="334467"/>
                  </a:cubicBezTo>
                  <a:cubicBezTo>
                    <a:pt x="60941" y="382264"/>
                    <a:pt x="63754" y="379990"/>
                    <a:pt x="64833" y="386912"/>
                  </a:cubicBezTo>
                  <a:cubicBezTo>
                    <a:pt x="67646" y="405511"/>
                    <a:pt x="69596" y="411245"/>
                    <a:pt x="67107" y="415570"/>
                  </a:cubicBezTo>
                  <a:cubicBezTo>
                    <a:pt x="64941" y="418383"/>
                    <a:pt x="63430" y="425520"/>
                    <a:pt x="58667" y="423678"/>
                  </a:cubicBezTo>
                  <a:cubicBezTo>
                    <a:pt x="57474" y="423463"/>
                    <a:pt x="52063" y="419786"/>
                    <a:pt x="51524" y="424333"/>
                  </a:cubicBezTo>
                  <a:cubicBezTo>
                    <a:pt x="51632" y="428225"/>
                    <a:pt x="48596" y="435578"/>
                    <a:pt x="53581" y="436010"/>
                  </a:cubicBezTo>
                  <a:cubicBezTo>
                    <a:pt x="55308" y="436118"/>
                    <a:pt x="57366" y="437630"/>
                    <a:pt x="58014" y="439363"/>
                  </a:cubicBezTo>
                  <a:lnTo>
                    <a:pt x="60287" y="444875"/>
                  </a:lnTo>
                  <a:cubicBezTo>
                    <a:pt x="62344" y="449853"/>
                    <a:pt x="72733" y="466611"/>
                    <a:pt x="72409" y="466071"/>
                  </a:cubicBezTo>
                  <a:cubicBezTo>
                    <a:pt x="74898" y="470179"/>
                    <a:pt x="68840" y="470935"/>
                    <a:pt x="68409" y="475914"/>
                  </a:cubicBezTo>
                  <a:cubicBezTo>
                    <a:pt x="68409" y="476885"/>
                    <a:pt x="67323" y="480670"/>
                    <a:pt x="69920" y="484131"/>
                  </a:cubicBezTo>
                  <a:cubicBezTo>
                    <a:pt x="70466" y="484562"/>
                    <a:pt x="73279" y="489426"/>
                    <a:pt x="73495" y="485210"/>
                  </a:cubicBezTo>
                  <a:cubicBezTo>
                    <a:pt x="73819" y="483915"/>
                    <a:pt x="72517" y="477965"/>
                    <a:pt x="77171" y="477209"/>
                  </a:cubicBezTo>
                  <a:cubicBezTo>
                    <a:pt x="77717" y="477209"/>
                    <a:pt x="82150" y="475806"/>
                    <a:pt x="84861" y="478289"/>
                  </a:cubicBezTo>
                  <a:cubicBezTo>
                    <a:pt x="87459" y="480778"/>
                    <a:pt x="85833" y="486620"/>
                    <a:pt x="85833" y="486080"/>
                  </a:cubicBezTo>
                  <a:cubicBezTo>
                    <a:pt x="85509" y="487915"/>
                    <a:pt x="86696" y="488995"/>
                    <a:pt x="88430" y="488455"/>
                  </a:cubicBezTo>
                  <a:lnTo>
                    <a:pt x="93085" y="487268"/>
                  </a:lnTo>
                  <a:cubicBezTo>
                    <a:pt x="97955" y="485966"/>
                    <a:pt x="96545" y="491700"/>
                    <a:pt x="101612" y="491160"/>
                  </a:cubicBezTo>
                  <a:lnTo>
                    <a:pt x="102057" y="491160"/>
                  </a:lnTo>
                  <a:cubicBezTo>
                    <a:pt x="105994" y="490728"/>
                    <a:pt x="104787" y="495916"/>
                    <a:pt x="104661" y="495269"/>
                  </a:cubicBezTo>
                  <a:cubicBezTo>
                    <a:pt x="104343" y="497110"/>
                    <a:pt x="105296" y="498621"/>
                    <a:pt x="106819" y="498729"/>
                  </a:cubicBezTo>
                  <a:cubicBezTo>
                    <a:pt x="110503" y="498837"/>
                    <a:pt x="115837" y="503053"/>
                    <a:pt x="115138" y="502622"/>
                  </a:cubicBezTo>
                  <a:cubicBezTo>
                    <a:pt x="119519" y="505543"/>
                    <a:pt x="129044" y="507162"/>
                    <a:pt x="128346" y="507054"/>
                  </a:cubicBezTo>
                  <a:cubicBezTo>
                    <a:pt x="131585" y="507810"/>
                    <a:pt x="133553" y="504025"/>
                    <a:pt x="132918" y="504679"/>
                  </a:cubicBezTo>
                  <a:cubicBezTo>
                    <a:pt x="133553" y="502946"/>
                    <a:pt x="135522" y="500780"/>
                    <a:pt x="137046" y="499809"/>
                  </a:cubicBezTo>
                  <a:lnTo>
                    <a:pt x="147015" y="493541"/>
                  </a:lnTo>
                  <a:cubicBezTo>
                    <a:pt x="151016" y="490944"/>
                    <a:pt x="158255" y="493319"/>
                    <a:pt x="157683" y="493211"/>
                  </a:cubicBezTo>
                  <a:cubicBezTo>
                    <a:pt x="162763" y="494189"/>
                    <a:pt x="161366" y="488455"/>
                    <a:pt x="166573" y="489210"/>
                  </a:cubicBezTo>
                  <a:cubicBezTo>
                    <a:pt x="176733" y="490836"/>
                    <a:pt x="179463" y="491700"/>
                    <a:pt x="182575" y="489426"/>
                  </a:cubicBezTo>
                  <a:cubicBezTo>
                    <a:pt x="183972" y="488455"/>
                    <a:pt x="186703" y="487699"/>
                    <a:pt x="188544" y="487807"/>
                  </a:cubicBezTo>
                  <a:lnTo>
                    <a:pt x="195910" y="488239"/>
                  </a:lnTo>
                  <a:cubicBezTo>
                    <a:pt x="199403" y="488347"/>
                    <a:pt x="201752" y="484778"/>
                    <a:pt x="201181" y="485318"/>
                  </a:cubicBezTo>
                  <a:cubicBezTo>
                    <a:pt x="203784" y="481318"/>
                    <a:pt x="209309" y="483699"/>
                    <a:pt x="210642" y="479482"/>
                  </a:cubicBezTo>
                  <a:cubicBezTo>
                    <a:pt x="211150" y="477857"/>
                    <a:pt x="212992" y="476238"/>
                    <a:pt x="214833" y="475914"/>
                  </a:cubicBezTo>
                  <a:cubicBezTo>
                    <a:pt x="222199" y="474396"/>
                    <a:pt x="227088" y="472992"/>
                    <a:pt x="231534" y="473856"/>
                  </a:cubicBezTo>
                  <a:cubicBezTo>
                    <a:pt x="252425" y="478073"/>
                    <a:pt x="254457" y="479266"/>
                    <a:pt x="258140" y="476885"/>
                  </a:cubicBezTo>
                  <a:cubicBezTo>
                    <a:pt x="260553" y="475698"/>
                    <a:pt x="264236" y="471697"/>
                    <a:pt x="268999" y="472777"/>
                  </a:cubicBezTo>
                  <a:lnTo>
                    <a:pt x="307734" y="480886"/>
                  </a:lnTo>
                  <a:cubicBezTo>
                    <a:pt x="311798" y="481749"/>
                    <a:pt x="314846" y="476453"/>
                    <a:pt x="314338" y="476993"/>
                  </a:cubicBezTo>
                  <a:cubicBezTo>
                    <a:pt x="319290" y="469964"/>
                    <a:pt x="347675" y="479051"/>
                    <a:pt x="342468" y="472345"/>
                  </a:cubicBezTo>
                  <a:lnTo>
                    <a:pt x="341389" y="471043"/>
                  </a:lnTo>
                  <a:cubicBezTo>
                    <a:pt x="340309" y="469640"/>
                    <a:pt x="340627" y="467582"/>
                    <a:pt x="342151" y="466611"/>
                  </a:cubicBezTo>
                  <a:cubicBezTo>
                    <a:pt x="345897" y="464230"/>
                    <a:pt x="350025" y="460883"/>
                    <a:pt x="354469" y="461423"/>
                  </a:cubicBezTo>
                  <a:cubicBezTo>
                    <a:pt x="367551" y="463258"/>
                    <a:pt x="370916" y="464344"/>
                    <a:pt x="375043" y="462502"/>
                  </a:cubicBezTo>
                  <a:cubicBezTo>
                    <a:pt x="396888" y="452768"/>
                    <a:pt x="402094" y="450717"/>
                    <a:pt x="405904" y="447904"/>
                  </a:cubicBezTo>
                  <a:cubicBezTo>
                    <a:pt x="436956" y="424872"/>
                    <a:pt x="438163" y="424117"/>
                    <a:pt x="441274" y="420980"/>
                  </a:cubicBezTo>
                  <a:lnTo>
                    <a:pt x="477405" y="385185"/>
                  </a:lnTo>
                  <a:cubicBezTo>
                    <a:pt x="481342" y="381292"/>
                    <a:pt x="499948" y="368097"/>
                    <a:pt x="499377" y="368637"/>
                  </a:cubicBezTo>
                  <a:cubicBezTo>
                    <a:pt x="516712" y="355988"/>
                    <a:pt x="536715" y="315328"/>
                    <a:pt x="544969" y="304298"/>
                  </a:cubicBezTo>
                  <a:cubicBezTo>
                    <a:pt x="568020" y="272936"/>
                    <a:pt x="568020" y="272288"/>
                    <a:pt x="571703" y="269691"/>
                  </a:cubicBezTo>
                  <a:cubicBezTo>
                    <a:pt x="593229" y="254445"/>
                    <a:pt x="594753" y="254121"/>
                    <a:pt x="595706" y="249905"/>
                  </a:cubicBezTo>
                  <a:lnTo>
                    <a:pt x="602437" y="219628"/>
                  </a:lnTo>
                  <a:cubicBezTo>
                    <a:pt x="603643" y="214541"/>
                    <a:pt x="611010" y="198863"/>
                    <a:pt x="610692" y="199511"/>
                  </a:cubicBezTo>
                  <a:cubicBezTo>
                    <a:pt x="611327" y="198000"/>
                    <a:pt x="612089" y="193675"/>
                    <a:pt x="612724" y="188157"/>
                  </a:cubicBezTo>
                  <a:lnTo>
                    <a:pt x="580022" y="188157"/>
                  </a:lnTo>
                  <a:lnTo>
                    <a:pt x="580593" y="187941"/>
                  </a:lnTo>
                  <a:close/>
                  <a:moveTo>
                    <a:pt x="473532" y="309810"/>
                  </a:moveTo>
                  <a:lnTo>
                    <a:pt x="438543" y="324517"/>
                  </a:lnTo>
                  <a:lnTo>
                    <a:pt x="434924" y="339223"/>
                  </a:lnTo>
                  <a:lnTo>
                    <a:pt x="419303" y="339223"/>
                  </a:lnTo>
                  <a:lnTo>
                    <a:pt x="394728" y="299434"/>
                  </a:lnTo>
                  <a:lnTo>
                    <a:pt x="409588" y="290563"/>
                  </a:lnTo>
                  <a:lnTo>
                    <a:pt x="419176" y="270669"/>
                  </a:lnTo>
                  <a:lnTo>
                    <a:pt x="454800" y="257366"/>
                  </a:lnTo>
                  <a:lnTo>
                    <a:pt x="483819" y="281699"/>
                  </a:lnTo>
                  <a:lnTo>
                    <a:pt x="473405" y="309702"/>
                  </a:lnTo>
                  <a:lnTo>
                    <a:pt x="473532" y="30981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707C0649-A5C9-AFA3-0441-99FDB5932213}"/>
                </a:ext>
              </a:extLst>
            </p:cNvPr>
            <p:cNvSpPr/>
            <p:nvPr/>
          </p:nvSpPr>
          <p:spPr>
            <a:xfrm>
              <a:off x="7167435" y="4048599"/>
              <a:ext cx="387184" cy="489879"/>
            </a:xfrm>
            <a:custGeom>
              <a:avLst/>
              <a:gdLst>
                <a:gd name="csX0" fmla="*/ 0 w 387184"/>
                <a:gd name="csY0" fmla="*/ 465114 h 489879"/>
                <a:gd name="csX1" fmla="*/ 22098 w 387184"/>
                <a:gd name="csY1" fmla="*/ 489879 h 489879"/>
                <a:gd name="csX2" fmla="*/ 46863 w 387184"/>
                <a:gd name="csY2" fmla="*/ 455704 h 489879"/>
                <a:gd name="csX3" fmla="*/ 125730 w 387184"/>
                <a:gd name="csY3" fmla="*/ 378278 h 489879"/>
                <a:gd name="csX4" fmla="*/ 159448 w 387184"/>
                <a:gd name="csY4" fmla="*/ 354383 h 489879"/>
                <a:gd name="csX5" fmla="*/ 193739 w 387184"/>
                <a:gd name="csY5" fmla="*/ 339892 h 489879"/>
                <a:gd name="csX6" fmla="*/ 261620 w 387184"/>
                <a:gd name="csY6" fmla="*/ 278900 h 489879"/>
                <a:gd name="csX7" fmla="*/ 304673 w 387184"/>
                <a:gd name="csY7" fmla="*/ 210879 h 489879"/>
                <a:gd name="csX8" fmla="*/ 308484 w 387184"/>
                <a:gd name="csY8" fmla="*/ 197043 h 489879"/>
                <a:gd name="csX9" fmla="*/ 332359 w 387184"/>
                <a:gd name="csY9" fmla="*/ 154758 h 489879"/>
                <a:gd name="csX10" fmla="*/ 335534 w 387184"/>
                <a:gd name="csY10" fmla="*/ 147729 h 489879"/>
                <a:gd name="csX11" fmla="*/ 346139 w 387184"/>
                <a:gd name="csY11" fmla="*/ 137023 h 489879"/>
                <a:gd name="csX12" fmla="*/ 352743 w 387184"/>
                <a:gd name="csY12" fmla="*/ 124157 h 489879"/>
                <a:gd name="csX13" fmla="*/ 357949 w 387184"/>
                <a:gd name="csY13" fmla="*/ 112480 h 489879"/>
                <a:gd name="csX14" fmla="*/ 364427 w 387184"/>
                <a:gd name="csY14" fmla="*/ 104364 h 489879"/>
                <a:gd name="csX15" fmla="*/ 371031 w 387184"/>
                <a:gd name="csY15" fmla="*/ 93335 h 489879"/>
                <a:gd name="csX16" fmla="*/ 370078 w 387184"/>
                <a:gd name="csY16" fmla="*/ 86959 h 489879"/>
                <a:gd name="csX17" fmla="*/ 375920 w 387184"/>
                <a:gd name="csY17" fmla="*/ 58949 h 489879"/>
                <a:gd name="csX18" fmla="*/ 380238 w 387184"/>
                <a:gd name="csY18" fmla="*/ 53107 h 489879"/>
                <a:gd name="csX19" fmla="*/ 381953 w 387184"/>
                <a:gd name="csY19" fmla="*/ 27371 h 489879"/>
                <a:gd name="csX20" fmla="*/ 381064 w 387184"/>
                <a:gd name="csY20" fmla="*/ 20017 h 489879"/>
                <a:gd name="csX21" fmla="*/ 385001 w 387184"/>
                <a:gd name="csY21" fmla="*/ 2504 h 489879"/>
                <a:gd name="csX22" fmla="*/ 361188 w 387184"/>
                <a:gd name="csY22" fmla="*/ 2504 h 489879"/>
                <a:gd name="csX23" fmla="*/ 354774 w 387184"/>
                <a:gd name="csY23" fmla="*/ 10397 h 489879"/>
                <a:gd name="csX24" fmla="*/ 341821 w 387184"/>
                <a:gd name="csY24" fmla="*/ 17211 h 489879"/>
                <a:gd name="csX25" fmla="*/ 322771 w 387184"/>
                <a:gd name="csY25" fmla="*/ 18938 h 489879"/>
                <a:gd name="csX26" fmla="*/ 304673 w 387184"/>
                <a:gd name="csY26" fmla="*/ 26075 h 489879"/>
                <a:gd name="csX27" fmla="*/ 296418 w 387184"/>
                <a:gd name="csY27" fmla="*/ 24126 h 489879"/>
                <a:gd name="csX28" fmla="*/ 290258 w 387184"/>
                <a:gd name="csY28" fmla="*/ 22723 h 489879"/>
                <a:gd name="csX29" fmla="*/ 282575 w 387184"/>
                <a:gd name="csY29" fmla="*/ 23694 h 489879"/>
                <a:gd name="csX30" fmla="*/ 273177 w 387184"/>
                <a:gd name="csY30" fmla="*/ 29104 h 489879"/>
                <a:gd name="csX31" fmla="*/ 267209 w 387184"/>
                <a:gd name="csY31" fmla="*/ 31371 h 489879"/>
                <a:gd name="csX32" fmla="*/ 256731 w 387184"/>
                <a:gd name="csY32" fmla="*/ 31809 h 489879"/>
                <a:gd name="csX33" fmla="*/ 239649 w 387184"/>
                <a:gd name="csY33" fmla="*/ 29644 h 489879"/>
                <a:gd name="csX34" fmla="*/ 205549 w 387184"/>
                <a:gd name="csY34" fmla="*/ 46186 h 489879"/>
                <a:gd name="csX35" fmla="*/ 177927 w 387184"/>
                <a:gd name="csY35" fmla="*/ 42731 h 489879"/>
                <a:gd name="csX36" fmla="*/ 144907 w 387184"/>
                <a:gd name="csY36" fmla="*/ 58086 h 489879"/>
                <a:gd name="csX37" fmla="*/ 126111 w 387184"/>
                <a:gd name="csY37" fmla="*/ 56784 h 489879"/>
                <a:gd name="csX38" fmla="*/ 97599 w 387184"/>
                <a:gd name="csY38" fmla="*/ 30616 h 489879"/>
                <a:gd name="csX39" fmla="*/ 95759 w 387184"/>
                <a:gd name="csY39" fmla="*/ 24456 h 489879"/>
                <a:gd name="csX40" fmla="*/ 93282 w 387184"/>
                <a:gd name="csY40" fmla="*/ 19478 h 489879"/>
                <a:gd name="csX41" fmla="*/ 87249 w 387184"/>
                <a:gd name="csY41" fmla="*/ 16017 h 489879"/>
                <a:gd name="csX42" fmla="*/ 63436 w 387184"/>
                <a:gd name="csY42" fmla="*/ 52460 h 489879"/>
                <a:gd name="csX43" fmla="*/ 71882 w 387184"/>
                <a:gd name="csY43" fmla="*/ 70627 h 489879"/>
                <a:gd name="csX44" fmla="*/ 85154 w 387184"/>
                <a:gd name="csY44" fmla="*/ 77872 h 489879"/>
                <a:gd name="csX45" fmla="*/ 109538 w 387184"/>
                <a:gd name="csY45" fmla="*/ 110530 h 489879"/>
                <a:gd name="csX46" fmla="*/ 229870 w 387184"/>
                <a:gd name="csY46" fmla="*/ 150866 h 489879"/>
                <a:gd name="csX47" fmla="*/ 262001 w 387184"/>
                <a:gd name="csY47" fmla="*/ 150866 h 489879"/>
                <a:gd name="csX48" fmla="*/ 149161 w 387184"/>
                <a:gd name="csY48" fmla="*/ 266359 h 489879"/>
                <a:gd name="csX49" fmla="*/ 107442 w 387184"/>
                <a:gd name="csY49" fmla="*/ 263438 h 489879"/>
                <a:gd name="csX50" fmla="*/ 75756 w 387184"/>
                <a:gd name="csY50" fmla="*/ 275764 h 489879"/>
                <a:gd name="csX51" fmla="*/ 72834 w 387184"/>
                <a:gd name="csY51" fmla="*/ 286578 h 489879"/>
                <a:gd name="csX52" fmla="*/ 41148 w 387184"/>
                <a:gd name="csY52" fmla="*/ 291010 h 489879"/>
                <a:gd name="csX53" fmla="*/ 32703 w 387184"/>
                <a:gd name="csY53" fmla="*/ 301824 h 489879"/>
                <a:gd name="csX54" fmla="*/ 0 w 387184"/>
                <a:gd name="csY54" fmla="*/ 344109 h 489879"/>
                <a:gd name="csX55" fmla="*/ 0 w 387184"/>
                <a:gd name="csY55" fmla="*/ 465222 h 489879"/>
                <a:gd name="csX56" fmla="*/ 0 w 387184"/>
                <a:gd name="csY56" fmla="*/ 465114 h 489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87184" h="489879">
                  <a:moveTo>
                    <a:pt x="0" y="465114"/>
                  </a:moveTo>
                  <a:lnTo>
                    <a:pt x="22098" y="489879"/>
                  </a:lnTo>
                  <a:cubicBezTo>
                    <a:pt x="41021" y="463057"/>
                    <a:pt x="43942" y="458948"/>
                    <a:pt x="46863" y="455704"/>
                  </a:cubicBezTo>
                  <a:cubicBezTo>
                    <a:pt x="70104" y="430075"/>
                    <a:pt x="95250" y="400554"/>
                    <a:pt x="125730" y="378278"/>
                  </a:cubicBezTo>
                  <a:cubicBezTo>
                    <a:pt x="152591" y="358599"/>
                    <a:pt x="155448" y="356542"/>
                    <a:pt x="159448" y="354383"/>
                  </a:cubicBezTo>
                  <a:cubicBezTo>
                    <a:pt x="189294" y="338591"/>
                    <a:pt x="190500" y="343029"/>
                    <a:pt x="193739" y="339892"/>
                  </a:cubicBezTo>
                  <a:lnTo>
                    <a:pt x="261620" y="278900"/>
                  </a:lnTo>
                  <a:cubicBezTo>
                    <a:pt x="265176" y="275116"/>
                    <a:pt x="303594" y="216613"/>
                    <a:pt x="304673" y="210879"/>
                  </a:cubicBezTo>
                  <a:cubicBezTo>
                    <a:pt x="305753" y="204936"/>
                    <a:pt x="306324" y="200719"/>
                    <a:pt x="308484" y="197043"/>
                  </a:cubicBezTo>
                  <a:cubicBezTo>
                    <a:pt x="331724" y="158651"/>
                    <a:pt x="331851" y="159190"/>
                    <a:pt x="332359" y="154758"/>
                  </a:cubicBezTo>
                  <a:cubicBezTo>
                    <a:pt x="332613" y="154218"/>
                    <a:pt x="332359" y="150434"/>
                    <a:pt x="335534" y="147729"/>
                  </a:cubicBezTo>
                  <a:cubicBezTo>
                    <a:pt x="340423" y="143512"/>
                    <a:pt x="343980" y="140699"/>
                    <a:pt x="346139" y="137023"/>
                  </a:cubicBezTo>
                  <a:cubicBezTo>
                    <a:pt x="348933" y="132266"/>
                    <a:pt x="351536" y="128590"/>
                    <a:pt x="352743" y="124157"/>
                  </a:cubicBezTo>
                  <a:cubicBezTo>
                    <a:pt x="353949" y="119617"/>
                    <a:pt x="354584" y="115179"/>
                    <a:pt x="357949" y="112480"/>
                  </a:cubicBezTo>
                  <a:cubicBezTo>
                    <a:pt x="359093" y="111286"/>
                    <a:pt x="364427" y="108257"/>
                    <a:pt x="364427" y="104364"/>
                  </a:cubicBezTo>
                  <a:cubicBezTo>
                    <a:pt x="364427" y="100040"/>
                    <a:pt x="371475" y="92795"/>
                    <a:pt x="371031" y="93335"/>
                  </a:cubicBezTo>
                  <a:cubicBezTo>
                    <a:pt x="374079" y="89550"/>
                    <a:pt x="369507" y="91931"/>
                    <a:pt x="370078" y="86959"/>
                  </a:cubicBezTo>
                  <a:cubicBezTo>
                    <a:pt x="372745" y="64029"/>
                    <a:pt x="372237" y="61438"/>
                    <a:pt x="375920" y="58949"/>
                  </a:cubicBezTo>
                  <a:cubicBezTo>
                    <a:pt x="376555" y="58410"/>
                    <a:pt x="379667" y="57000"/>
                    <a:pt x="380238" y="53107"/>
                  </a:cubicBezTo>
                  <a:cubicBezTo>
                    <a:pt x="382524" y="36673"/>
                    <a:pt x="384111" y="31701"/>
                    <a:pt x="381953" y="27371"/>
                  </a:cubicBezTo>
                  <a:cubicBezTo>
                    <a:pt x="381826" y="26831"/>
                    <a:pt x="379476" y="23802"/>
                    <a:pt x="381064" y="20017"/>
                  </a:cubicBezTo>
                  <a:cubicBezTo>
                    <a:pt x="386588" y="7044"/>
                    <a:pt x="389446" y="3152"/>
                    <a:pt x="385001" y="2504"/>
                  </a:cubicBezTo>
                  <a:cubicBezTo>
                    <a:pt x="366014" y="-93"/>
                    <a:pt x="363220" y="-1503"/>
                    <a:pt x="361188" y="2504"/>
                  </a:cubicBezTo>
                  <a:cubicBezTo>
                    <a:pt x="360426" y="3583"/>
                    <a:pt x="358775" y="8232"/>
                    <a:pt x="354774" y="10397"/>
                  </a:cubicBezTo>
                  <a:lnTo>
                    <a:pt x="341821" y="17211"/>
                  </a:lnTo>
                  <a:cubicBezTo>
                    <a:pt x="335724" y="20341"/>
                    <a:pt x="329438" y="16341"/>
                    <a:pt x="322771" y="18938"/>
                  </a:cubicBezTo>
                  <a:lnTo>
                    <a:pt x="304673" y="26075"/>
                  </a:lnTo>
                  <a:cubicBezTo>
                    <a:pt x="300672" y="27694"/>
                    <a:pt x="295910" y="23910"/>
                    <a:pt x="296418" y="24126"/>
                  </a:cubicBezTo>
                  <a:cubicBezTo>
                    <a:pt x="294831" y="23154"/>
                    <a:pt x="292100" y="22507"/>
                    <a:pt x="290258" y="22723"/>
                  </a:cubicBezTo>
                  <a:lnTo>
                    <a:pt x="282575" y="23694"/>
                  </a:lnTo>
                  <a:cubicBezTo>
                    <a:pt x="277940" y="24348"/>
                    <a:pt x="272669" y="29536"/>
                    <a:pt x="273177" y="29104"/>
                  </a:cubicBezTo>
                  <a:cubicBezTo>
                    <a:pt x="271780" y="30291"/>
                    <a:pt x="269049" y="31263"/>
                    <a:pt x="267209" y="31371"/>
                  </a:cubicBezTo>
                  <a:lnTo>
                    <a:pt x="256731" y="31809"/>
                  </a:lnTo>
                  <a:cubicBezTo>
                    <a:pt x="249174" y="32133"/>
                    <a:pt x="244920" y="26723"/>
                    <a:pt x="239649" y="29644"/>
                  </a:cubicBezTo>
                  <a:cubicBezTo>
                    <a:pt x="210312" y="45970"/>
                    <a:pt x="209995" y="47056"/>
                    <a:pt x="205549" y="46186"/>
                  </a:cubicBezTo>
                  <a:cubicBezTo>
                    <a:pt x="183642" y="41754"/>
                    <a:pt x="181801" y="40674"/>
                    <a:pt x="177927" y="42731"/>
                  </a:cubicBezTo>
                  <a:cubicBezTo>
                    <a:pt x="150114" y="57330"/>
                    <a:pt x="149352" y="58301"/>
                    <a:pt x="144907" y="58086"/>
                  </a:cubicBezTo>
                  <a:cubicBezTo>
                    <a:pt x="144907" y="58086"/>
                    <a:pt x="127826" y="57222"/>
                    <a:pt x="126111" y="56784"/>
                  </a:cubicBezTo>
                  <a:cubicBezTo>
                    <a:pt x="124270" y="56460"/>
                    <a:pt x="97599" y="30616"/>
                    <a:pt x="97599" y="30616"/>
                  </a:cubicBezTo>
                  <a:cubicBezTo>
                    <a:pt x="95123" y="28133"/>
                    <a:pt x="95695" y="23910"/>
                    <a:pt x="95759" y="24456"/>
                  </a:cubicBezTo>
                  <a:cubicBezTo>
                    <a:pt x="96012" y="22614"/>
                    <a:pt x="94933" y="20341"/>
                    <a:pt x="93282" y="19478"/>
                  </a:cubicBezTo>
                  <a:cubicBezTo>
                    <a:pt x="90932" y="18182"/>
                    <a:pt x="88964" y="16995"/>
                    <a:pt x="87249" y="16017"/>
                  </a:cubicBezTo>
                  <a:lnTo>
                    <a:pt x="63436" y="52460"/>
                  </a:lnTo>
                  <a:lnTo>
                    <a:pt x="71882" y="70627"/>
                  </a:lnTo>
                  <a:lnTo>
                    <a:pt x="85154" y="77872"/>
                  </a:lnTo>
                  <a:lnTo>
                    <a:pt x="109538" y="110530"/>
                  </a:lnTo>
                  <a:lnTo>
                    <a:pt x="229870" y="150866"/>
                  </a:lnTo>
                  <a:lnTo>
                    <a:pt x="262001" y="150866"/>
                  </a:lnTo>
                  <a:lnTo>
                    <a:pt x="149161" y="266359"/>
                  </a:lnTo>
                  <a:lnTo>
                    <a:pt x="107442" y="263438"/>
                  </a:lnTo>
                  <a:lnTo>
                    <a:pt x="75756" y="275764"/>
                  </a:lnTo>
                  <a:lnTo>
                    <a:pt x="72834" y="286578"/>
                  </a:lnTo>
                  <a:lnTo>
                    <a:pt x="41148" y="291010"/>
                  </a:lnTo>
                  <a:lnTo>
                    <a:pt x="32703" y="301824"/>
                  </a:lnTo>
                  <a:lnTo>
                    <a:pt x="0" y="344109"/>
                  </a:lnTo>
                  <a:lnTo>
                    <a:pt x="0" y="465222"/>
                  </a:lnTo>
                  <a:lnTo>
                    <a:pt x="0" y="465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F93FB57B-8DBD-2F61-5A40-A38A7FF24D6F}"/>
                </a:ext>
              </a:extLst>
            </p:cNvPr>
            <p:cNvSpPr/>
            <p:nvPr/>
          </p:nvSpPr>
          <p:spPr>
            <a:xfrm>
              <a:off x="7550975" y="4101414"/>
              <a:ext cx="10575" cy="6935"/>
            </a:xfrm>
            <a:custGeom>
              <a:avLst/>
              <a:gdLst>
                <a:gd name="csX0" fmla="*/ 8827 w 10575"/>
                <a:gd name="csY0" fmla="*/ 832 h 6935"/>
                <a:gd name="csX1" fmla="*/ 381 w 10575"/>
                <a:gd name="csY1" fmla="*/ 2457 h 6935"/>
                <a:gd name="csX2" fmla="*/ 6287 w 10575"/>
                <a:gd name="csY2" fmla="*/ 6134 h 6935"/>
                <a:gd name="csX3" fmla="*/ 8891 w 10575"/>
                <a:gd name="csY3" fmla="*/ 832 h 6935"/>
                <a:gd name="csX4" fmla="*/ 8827 w 10575"/>
                <a:gd name="csY4" fmla="*/ 832 h 6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75" h="6935">
                  <a:moveTo>
                    <a:pt x="8827" y="832"/>
                  </a:moveTo>
                  <a:cubicBezTo>
                    <a:pt x="8827" y="832"/>
                    <a:pt x="-2158" y="-1867"/>
                    <a:pt x="381" y="2457"/>
                  </a:cubicBezTo>
                  <a:cubicBezTo>
                    <a:pt x="890" y="3105"/>
                    <a:pt x="2858" y="9055"/>
                    <a:pt x="6287" y="6134"/>
                  </a:cubicBezTo>
                  <a:cubicBezTo>
                    <a:pt x="7049" y="5270"/>
                    <a:pt x="13590" y="1486"/>
                    <a:pt x="8891" y="832"/>
                  </a:cubicBezTo>
                  <a:lnTo>
                    <a:pt x="8827" y="8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6DEFDA50-8C8E-1438-AD57-3D555320A61F}"/>
                </a:ext>
              </a:extLst>
            </p:cNvPr>
            <p:cNvSpPr/>
            <p:nvPr/>
          </p:nvSpPr>
          <p:spPr>
            <a:xfrm>
              <a:off x="5146266" y="4209309"/>
              <a:ext cx="13110" cy="8199"/>
            </a:xfrm>
            <a:custGeom>
              <a:avLst/>
              <a:gdLst>
                <a:gd name="csX0" fmla="*/ 3209 w 13110"/>
                <a:gd name="csY0" fmla="*/ 106 h 8199"/>
                <a:gd name="csX1" fmla="*/ 3209 w 13110"/>
                <a:gd name="csY1" fmla="*/ 5402 h 8199"/>
                <a:gd name="csX2" fmla="*/ 10460 w 13110"/>
                <a:gd name="csY2" fmla="*/ 7999 h 8199"/>
                <a:gd name="csX3" fmla="*/ 13058 w 13110"/>
                <a:gd name="csY3" fmla="*/ 5834 h 8199"/>
                <a:gd name="csX4" fmla="*/ 13058 w 13110"/>
                <a:gd name="csY4" fmla="*/ 5294 h 8199"/>
                <a:gd name="csX5" fmla="*/ 3101 w 13110"/>
                <a:gd name="csY5" fmla="*/ 214 h 8199"/>
                <a:gd name="csX6" fmla="*/ 3209 w 13110"/>
                <a:gd name="csY6" fmla="*/ 106 h 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0" h="8199">
                  <a:moveTo>
                    <a:pt x="3209" y="106"/>
                  </a:moveTo>
                  <a:cubicBezTo>
                    <a:pt x="-1230" y="-758"/>
                    <a:pt x="-906" y="3890"/>
                    <a:pt x="3209" y="5402"/>
                  </a:cubicBezTo>
                  <a:lnTo>
                    <a:pt x="10460" y="7999"/>
                  </a:lnTo>
                  <a:cubicBezTo>
                    <a:pt x="12187" y="8647"/>
                    <a:pt x="13382" y="7675"/>
                    <a:pt x="13058" y="5834"/>
                  </a:cubicBezTo>
                  <a:lnTo>
                    <a:pt x="13058" y="5294"/>
                  </a:lnTo>
                  <a:cubicBezTo>
                    <a:pt x="12187" y="322"/>
                    <a:pt x="5698" y="1077"/>
                    <a:pt x="3101" y="214"/>
                  </a:cubicBezTo>
                  <a:lnTo>
                    <a:pt x="3209" y="1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3F68D4EC-E2D7-12FD-6980-D4DE558E33D9}"/>
                </a:ext>
              </a:extLst>
            </p:cNvPr>
            <p:cNvSpPr/>
            <p:nvPr/>
          </p:nvSpPr>
          <p:spPr>
            <a:xfrm>
              <a:off x="5132405" y="4123334"/>
              <a:ext cx="121190" cy="114192"/>
            </a:xfrm>
            <a:custGeom>
              <a:avLst/>
              <a:gdLst>
                <a:gd name="csX0" fmla="*/ 119895 w 121190"/>
                <a:gd name="csY0" fmla="*/ 76022 h 114192"/>
                <a:gd name="csX1" fmla="*/ 121191 w 121190"/>
                <a:gd name="csY1" fmla="*/ 55797 h 114192"/>
                <a:gd name="csX2" fmla="*/ 104630 w 121190"/>
                <a:gd name="csY2" fmla="*/ 55690 h 114192"/>
                <a:gd name="csX3" fmla="*/ 98248 w 121190"/>
                <a:gd name="csY3" fmla="*/ 62611 h 114192"/>
                <a:gd name="csX4" fmla="*/ 86990 w 121190"/>
                <a:gd name="csY4" fmla="*/ 55581 h 114192"/>
                <a:gd name="csX5" fmla="*/ 93594 w 121190"/>
                <a:gd name="csY5" fmla="*/ 35795 h 114192"/>
                <a:gd name="csX6" fmla="*/ 87097 w 121190"/>
                <a:gd name="csY6" fmla="*/ 30931 h 114192"/>
                <a:gd name="csX7" fmla="*/ 89371 w 121190"/>
                <a:gd name="csY7" fmla="*/ 19685 h 114192"/>
                <a:gd name="csX8" fmla="*/ 72702 w 121190"/>
                <a:gd name="csY8" fmla="*/ 0 h 114192"/>
                <a:gd name="csX9" fmla="*/ 29084 w 121190"/>
                <a:gd name="csY9" fmla="*/ 3892 h 114192"/>
                <a:gd name="csX10" fmla="*/ 11768 w 121190"/>
                <a:gd name="csY10" fmla="*/ 37306 h 114192"/>
                <a:gd name="csX11" fmla="*/ 3214 w 121190"/>
                <a:gd name="csY11" fmla="*/ 38392 h 114192"/>
                <a:gd name="csX12" fmla="*/ 2998 w 121190"/>
                <a:gd name="csY12" fmla="*/ 38392 h 114192"/>
                <a:gd name="csX13" fmla="*/ 2998 w 121190"/>
                <a:gd name="csY13" fmla="*/ 41421 h 114192"/>
                <a:gd name="csX14" fmla="*/ 2458 w 121190"/>
                <a:gd name="csY14" fmla="*/ 43148 h 114192"/>
                <a:gd name="csX15" fmla="*/ 5379 w 121190"/>
                <a:gd name="csY15" fmla="*/ 49206 h 114192"/>
                <a:gd name="csX16" fmla="*/ 7005 w 121190"/>
                <a:gd name="csY16" fmla="*/ 53423 h 114192"/>
                <a:gd name="csX17" fmla="*/ 2134 w 121190"/>
                <a:gd name="csY17" fmla="*/ 54826 h 114192"/>
                <a:gd name="csX18" fmla="*/ 293 w 121190"/>
                <a:gd name="csY18" fmla="*/ 57099 h 114192"/>
                <a:gd name="csX19" fmla="*/ 2566 w 121190"/>
                <a:gd name="csY19" fmla="*/ 61747 h 114192"/>
                <a:gd name="csX20" fmla="*/ 8300 w 121190"/>
                <a:gd name="csY20" fmla="*/ 63481 h 114192"/>
                <a:gd name="csX21" fmla="*/ 17070 w 121190"/>
                <a:gd name="csY21" fmla="*/ 78511 h 114192"/>
                <a:gd name="csX22" fmla="*/ 32005 w 121190"/>
                <a:gd name="csY22" fmla="*/ 89865 h 114192"/>
                <a:gd name="csX23" fmla="*/ 35034 w 121190"/>
                <a:gd name="csY23" fmla="*/ 96787 h 114192"/>
                <a:gd name="csX24" fmla="*/ 69781 w 121190"/>
                <a:gd name="csY24" fmla="*/ 114192 h 114192"/>
                <a:gd name="csX25" fmla="*/ 69781 w 121190"/>
                <a:gd name="csY25" fmla="*/ 114084 h 114192"/>
                <a:gd name="csX26" fmla="*/ 119895 w 121190"/>
                <a:gd name="csY26" fmla="*/ 76238 h 114192"/>
                <a:gd name="csX27" fmla="*/ 119895 w 121190"/>
                <a:gd name="csY27" fmla="*/ 76022 h 114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1190" h="114192">
                  <a:moveTo>
                    <a:pt x="119895" y="76022"/>
                  </a:moveTo>
                  <a:lnTo>
                    <a:pt x="121191" y="55797"/>
                  </a:lnTo>
                  <a:lnTo>
                    <a:pt x="104630" y="55690"/>
                  </a:lnTo>
                  <a:lnTo>
                    <a:pt x="98248" y="62611"/>
                  </a:lnTo>
                  <a:lnTo>
                    <a:pt x="86990" y="55581"/>
                  </a:lnTo>
                  <a:lnTo>
                    <a:pt x="93594" y="35795"/>
                  </a:lnTo>
                  <a:lnTo>
                    <a:pt x="87097" y="30931"/>
                  </a:lnTo>
                  <a:lnTo>
                    <a:pt x="89371" y="19685"/>
                  </a:lnTo>
                  <a:lnTo>
                    <a:pt x="72702" y="0"/>
                  </a:lnTo>
                  <a:lnTo>
                    <a:pt x="29084" y="3892"/>
                  </a:lnTo>
                  <a:lnTo>
                    <a:pt x="11768" y="37306"/>
                  </a:lnTo>
                  <a:lnTo>
                    <a:pt x="3214" y="38392"/>
                  </a:lnTo>
                  <a:lnTo>
                    <a:pt x="2998" y="38392"/>
                  </a:lnTo>
                  <a:cubicBezTo>
                    <a:pt x="3322" y="39256"/>
                    <a:pt x="3430" y="40119"/>
                    <a:pt x="2998" y="41421"/>
                  </a:cubicBezTo>
                  <a:lnTo>
                    <a:pt x="2458" y="43148"/>
                  </a:lnTo>
                  <a:cubicBezTo>
                    <a:pt x="1265" y="46825"/>
                    <a:pt x="5919" y="49746"/>
                    <a:pt x="5379" y="49206"/>
                  </a:cubicBezTo>
                  <a:cubicBezTo>
                    <a:pt x="6897" y="50286"/>
                    <a:pt x="7653" y="52235"/>
                    <a:pt x="7005" y="53423"/>
                  </a:cubicBezTo>
                  <a:cubicBezTo>
                    <a:pt x="5811" y="55690"/>
                    <a:pt x="1588" y="54826"/>
                    <a:pt x="2134" y="54826"/>
                  </a:cubicBezTo>
                  <a:cubicBezTo>
                    <a:pt x="293" y="54394"/>
                    <a:pt x="-469" y="55474"/>
                    <a:pt x="293" y="57099"/>
                  </a:cubicBezTo>
                  <a:lnTo>
                    <a:pt x="2566" y="61747"/>
                  </a:lnTo>
                  <a:cubicBezTo>
                    <a:pt x="4185" y="65100"/>
                    <a:pt x="8840" y="63481"/>
                    <a:pt x="8300" y="63481"/>
                  </a:cubicBezTo>
                  <a:cubicBezTo>
                    <a:pt x="15120" y="61424"/>
                    <a:pt x="10250" y="74835"/>
                    <a:pt x="17070" y="78511"/>
                  </a:cubicBezTo>
                  <a:cubicBezTo>
                    <a:pt x="28652" y="84671"/>
                    <a:pt x="32005" y="85649"/>
                    <a:pt x="32005" y="89865"/>
                  </a:cubicBezTo>
                  <a:cubicBezTo>
                    <a:pt x="32113" y="90405"/>
                    <a:pt x="31249" y="94945"/>
                    <a:pt x="35034" y="96787"/>
                  </a:cubicBezTo>
                  <a:cubicBezTo>
                    <a:pt x="60472" y="108896"/>
                    <a:pt x="67400" y="111601"/>
                    <a:pt x="69781" y="114192"/>
                  </a:cubicBezTo>
                  <a:lnTo>
                    <a:pt x="69781" y="114084"/>
                  </a:lnTo>
                  <a:lnTo>
                    <a:pt x="119895" y="76238"/>
                  </a:lnTo>
                  <a:lnTo>
                    <a:pt x="119895" y="76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60457DE6-7A11-3321-3B62-EA296F349DCE}"/>
                </a:ext>
              </a:extLst>
            </p:cNvPr>
            <p:cNvSpPr/>
            <p:nvPr/>
          </p:nvSpPr>
          <p:spPr>
            <a:xfrm>
              <a:off x="4973104" y="3872026"/>
              <a:ext cx="232218" cy="165665"/>
            </a:xfrm>
            <a:custGeom>
              <a:avLst/>
              <a:gdLst>
                <a:gd name="csX0" fmla="*/ 222046 w 232218"/>
                <a:gd name="csY0" fmla="*/ 123920 h 165665"/>
                <a:gd name="csX1" fmla="*/ 214147 w 232218"/>
                <a:gd name="csY1" fmla="*/ 126841 h 165665"/>
                <a:gd name="csX2" fmla="*/ 204183 w 232218"/>
                <a:gd name="csY2" fmla="*/ 113544 h 165665"/>
                <a:gd name="csX3" fmla="*/ 210680 w 232218"/>
                <a:gd name="csY3" fmla="*/ 106623 h 165665"/>
                <a:gd name="csX4" fmla="*/ 200723 w 232218"/>
                <a:gd name="csY4" fmla="*/ 84023 h 165665"/>
                <a:gd name="csX5" fmla="*/ 204183 w 232218"/>
                <a:gd name="csY5" fmla="*/ 75692 h 165665"/>
                <a:gd name="csX6" fmla="*/ 173989 w 232218"/>
                <a:gd name="csY6" fmla="*/ 54064 h 165665"/>
                <a:gd name="csX7" fmla="*/ 154616 w 232218"/>
                <a:gd name="csY7" fmla="*/ 19139 h 165665"/>
                <a:gd name="csX8" fmla="*/ 137299 w 232218"/>
                <a:gd name="csY8" fmla="*/ 19139 h 165665"/>
                <a:gd name="csX9" fmla="*/ 118357 w 232218"/>
                <a:gd name="csY9" fmla="*/ 0 h 165665"/>
                <a:gd name="csX10" fmla="*/ 61747 w 232218"/>
                <a:gd name="csY10" fmla="*/ 5188 h 165665"/>
                <a:gd name="csX11" fmla="*/ 53200 w 232218"/>
                <a:gd name="csY11" fmla="*/ 25406 h 165665"/>
                <a:gd name="csX12" fmla="*/ 37718 w 232218"/>
                <a:gd name="csY12" fmla="*/ 27032 h 165665"/>
                <a:gd name="csX13" fmla="*/ 37179 w 232218"/>
                <a:gd name="csY13" fmla="*/ 27032 h 165665"/>
                <a:gd name="csX14" fmla="*/ 35877 w 232218"/>
                <a:gd name="csY14" fmla="*/ 29845 h 165665"/>
                <a:gd name="csX15" fmla="*/ 10121 w 232218"/>
                <a:gd name="csY15" fmla="*/ 64662 h 165665"/>
                <a:gd name="csX16" fmla="*/ 1892 w 232218"/>
                <a:gd name="csY16" fmla="*/ 67799 h 165665"/>
                <a:gd name="csX17" fmla="*/ 812 w 232218"/>
                <a:gd name="csY17" fmla="*/ 72663 h 165665"/>
                <a:gd name="csX18" fmla="*/ 10121 w 232218"/>
                <a:gd name="csY18" fmla="*/ 72015 h 165665"/>
                <a:gd name="csX19" fmla="*/ 14776 w 232218"/>
                <a:gd name="csY19" fmla="*/ 76232 h 165665"/>
                <a:gd name="csX20" fmla="*/ 31337 w 232218"/>
                <a:gd name="csY20" fmla="*/ 101645 h 165665"/>
                <a:gd name="csX21" fmla="*/ 74301 w 232218"/>
                <a:gd name="csY21" fmla="*/ 101645 h 165665"/>
                <a:gd name="csX22" fmla="*/ 92379 w 232218"/>
                <a:gd name="csY22" fmla="*/ 90938 h 165665"/>
                <a:gd name="csX23" fmla="*/ 119868 w 232218"/>
                <a:gd name="csY23" fmla="*/ 103162 h 165665"/>
                <a:gd name="csX24" fmla="*/ 129717 w 232218"/>
                <a:gd name="csY24" fmla="*/ 99054 h 165665"/>
                <a:gd name="csX25" fmla="*/ 143357 w 232218"/>
                <a:gd name="csY25" fmla="*/ 118085 h 165665"/>
                <a:gd name="csX26" fmla="*/ 122573 w 232218"/>
                <a:gd name="csY26" fmla="*/ 128467 h 165665"/>
                <a:gd name="csX27" fmla="*/ 95840 w 232218"/>
                <a:gd name="csY27" fmla="*/ 115056 h 165665"/>
                <a:gd name="csX28" fmla="*/ 66833 w 232218"/>
                <a:gd name="csY28" fmla="*/ 130302 h 165665"/>
                <a:gd name="csX29" fmla="*/ 26790 w 232218"/>
                <a:gd name="csY29" fmla="*/ 130302 h 165665"/>
                <a:gd name="csX30" fmla="*/ 30359 w 232218"/>
                <a:gd name="csY30" fmla="*/ 159931 h 165665"/>
                <a:gd name="csX31" fmla="*/ 37179 w 232218"/>
                <a:gd name="csY31" fmla="*/ 164471 h 165665"/>
                <a:gd name="csX32" fmla="*/ 44754 w 232218"/>
                <a:gd name="csY32" fmla="*/ 164693 h 165665"/>
                <a:gd name="csX33" fmla="*/ 45732 w 232218"/>
                <a:gd name="csY33" fmla="*/ 164586 h 165665"/>
                <a:gd name="csX34" fmla="*/ 67811 w 232218"/>
                <a:gd name="csY34" fmla="*/ 164586 h 165665"/>
                <a:gd name="csX35" fmla="*/ 89134 w 232218"/>
                <a:gd name="csY35" fmla="*/ 150959 h 165665"/>
                <a:gd name="csX36" fmla="*/ 169767 w 232218"/>
                <a:gd name="csY36" fmla="*/ 150959 h 165665"/>
                <a:gd name="csX37" fmla="*/ 197478 w 232218"/>
                <a:gd name="csY37" fmla="*/ 165665 h 165665"/>
                <a:gd name="csX38" fmla="*/ 232219 w 232218"/>
                <a:gd name="csY38" fmla="*/ 160255 h 165665"/>
                <a:gd name="csX39" fmla="*/ 232219 w 232218"/>
                <a:gd name="csY39" fmla="*/ 140145 h 165665"/>
                <a:gd name="csX40" fmla="*/ 221830 w 232218"/>
                <a:gd name="csY40" fmla="*/ 123920 h 165665"/>
                <a:gd name="csX41" fmla="*/ 222046 w 232218"/>
                <a:gd name="csY41" fmla="*/ 123920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32218" h="165665">
                  <a:moveTo>
                    <a:pt x="222046" y="123920"/>
                  </a:moveTo>
                  <a:lnTo>
                    <a:pt x="214147" y="126841"/>
                  </a:lnTo>
                  <a:lnTo>
                    <a:pt x="204183" y="113544"/>
                  </a:lnTo>
                  <a:lnTo>
                    <a:pt x="210680" y="106623"/>
                  </a:lnTo>
                  <a:lnTo>
                    <a:pt x="200723" y="84023"/>
                  </a:lnTo>
                  <a:lnTo>
                    <a:pt x="204183" y="75692"/>
                  </a:lnTo>
                  <a:lnTo>
                    <a:pt x="173989" y="54064"/>
                  </a:lnTo>
                  <a:lnTo>
                    <a:pt x="154616" y="19139"/>
                  </a:lnTo>
                  <a:lnTo>
                    <a:pt x="137299" y="19139"/>
                  </a:lnTo>
                  <a:lnTo>
                    <a:pt x="118357" y="0"/>
                  </a:lnTo>
                  <a:lnTo>
                    <a:pt x="61747" y="5188"/>
                  </a:lnTo>
                  <a:lnTo>
                    <a:pt x="53200" y="25406"/>
                  </a:lnTo>
                  <a:lnTo>
                    <a:pt x="37718" y="27032"/>
                  </a:lnTo>
                  <a:lnTo>
                    <a:pt x="37179" y="27032"/>
                  </a:lnTo>
                  <a:cubicBezTo>
                    <a:pt x="36854" y="28111"/>
                    <a:pt x="36423" y="28975"/>
                    <a:pt x="35877" y="29845"/>
                  </a:cubicBezTo>
                  <a:cubicBezTo>
                    <a:pt x="13798" y="62503"/>
                    <a:pt x="14338" y="63043"/>
                    <a:pt x="10121" y="64662"/>
                  </a:cubicBezTo>
                  <a:lnTo>
                    <a:pt x="1892" y="67799"/>
                  </a:lnTo>
                  <a:cubicBezTo>
                    <a:pt x="-1677" y="69094"/>
                    <a:pt x="920" y="73317"/>
                    <a:pt x="812" y="72663"/>
                  </a:cubicBezTo>
                  <a:cubicBezTo>
                    <a:pt x="3193" y="76886"/>
                    <a:pt x="5575" y="70180"/>
                    <a:pt x="10121" y="72015"/>
                  </a:cubicBezTo>
                  <a:cubicBezTo>
                    <a:pt x="11848" y="72663"/>
                    <a:pt x="13906" y="74613"/>
                    <a:pt x="14776" y="76232"/>
                  </a:cubicBezTo>
                  <a:lnTo>
                    <a:pt x="31337" y="101645"/>
                  </a:lnTo>
                  <a:lnTo>
                    <a:pt x="74301" y="101645"/>
                  </a:lnTo>
                  <a:lnTo>
                    <a:pt x="92379" y="90938"/>
                  </a:lnTo>
                  <a:lnTo>
                    <a:pt x="119868" y="103162"/>
                  </a:lnTo>
                  <a:lnTo>
                    <a:pt x="129717" y="99054"/>
                  </a:lnTo>
                  <a:lnTo>
                    <a:pt x="143357" y="118085"/>
                  </a:lnTo>
                  <a:lnTo>
                    <a:pt x="122573" y="128467"/>
                  </a:lnTo>
                  <a:lnTo>
                    <a:pt x="95840" y="115056"/>
                  </a:lnTo>
                  <a:lnTo>
                    <a:pt x="66833" y="130302"/>
                  </a:lnTo>
                  <a:lnTo>
                    <a:pt x="26790" y="130302"/>
                  </a:lnTo>
                  <a:cubicBezTo>
                    <a:pt x="27329" y="149765"/>
                    <a:pt x="27006" y="157772"/>
                    <a:pt x="30359" y="159931"/>
                  </a:cubicBezTo>
                  <a:lnTo>
                    <a:pt x="37179" y="164471"/>
                  </a:lnTo>
                  <a:cubicBezTo>
                    <a:pt x="40531" y="166637"/>
                    <a:pt x="45294" y="164693"/>
                    <a:pt x="44754" y="164693"/>
                  </a:cubicBezTo>
                  <a:cubicBezTo>
                    <a:pt x="45186" y="164579"/>
                    <a:pt x="45510" y="164471"/>
                    <a:pt x="45732" y="164586"/>
                  </a:cubicBezTo>
                  <a:lnTo>
                    <a:pt x="67811" y="164586"/>
                  </a:lnTo>
                  <a:lnTo>
                    <a:pt x="89134" y="150959"/>
                  </a:lnTo>
                  <a:lnTo>
                    <a:pt x="169767" y="150959"/>
                  </a:lnTo>
                  <a:lnTo>
                    <a:pt x="197478" y="165665"/>
                  </a:lnTo>
                  <a:lnTo>
                    <a:pt x="232219" y="160255"/>
                  </a:lnTo>
                  <a:lnTo>
                    <a:pt x="232219" y="140145"/>
                  </a:lnTo>
                  <a:lnTo>
                    <a:pt x="221830" y="123920"/>
                  </a:lnTo>
                  <a:lnTo>
                    <a:pt x="222046" y="12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D4E1DA02-E915-8AA4-058E-3971B9F7874A}"/>
                </a:ext>
              </a:extLst>
            </p:cNvPr>
            <p:cNvSpPr/>
            <p:nvPr/>
          </p:nvSpPr>
          <p:spPr>
            <a:xfrm>
              <a:off x="7363611" y="4823745"/>
              <a:ext cx="13351" cy="7157"/>
            </a:xfrm>
            <a:custGeom>
              <a:avLst/>
              <a:gdLst>
                <a:gd name="csX0" fmla="*/ 9246 w 13351"/>
                <a:gd name="csY0" fmla="*/ 0 h 7157"/>
                <a:gd name="csX1" fmla="*/ 39 w 13351"/>
                <a:gd name="csY1" fmla="*/ 3568 h 7157"/>
                <a:gd name="csX2" fmla="*/ 39 w 13351"/>
                <a:gd name="csY2" fmla="*/ 4324 h 7157"/>
                <a:gd name="csX3" fmla="*/ 3976 w 13351"/>
                <a:gd name="csY3" fmla="*/ 7131 h 7157"/>
                <a:gd name="csX4" fmla="*/ 13247 w 13351"/>
                <a:gd name="csY4" fmla="*/ 2699 h 7157"/>
                <a:gd name="csX5" fmla="*/ 9120 w 13351"/>
                <a:gd name="csY5" fmla="*/ 0 h 7157"/>
                <a:gd name="csX6" fmla="*/ 9246 w 13351"/>
                <a:gd name="csY6" fmla="*/ 0 h 7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51" h="7157">
                  <a:moveTo>
                    <a:pt x="9246" y="0"/>
                  </a:moveTo>
                  <a:cubicBezTo>
                    <a:pt x="6643" y="432"/>
                    <a:pt x="-596" y="-1302"/>
                    <a:pt x="39" y="3568"/>
                  </a:cubicBezTo>
                  <a:lnTo>
                    <a:pt x="39" y="4324"/>
                  </a:lnTo>
                  <a:cubicBezTo>
                    <a:pt x="483" y="6159"/>
                    <a:pt x="2198" y="7353"/>
                    <a:pt x="3976" y="7131"/>
                  </a:cubicBezTo>
                  <a:cubicBezTo>
                    <a:pt x="6770" y="6267"/>
                    <a:pt x="14327" y="6807"/>
                    <a:pt x="13247" y="2699"/>
                  </a:cubicBezTo>
                  <a:cubicBezTo>
                    <a:pt x="12803" y="1187"/>
                    <a:pt x="10961" y="0"/>
                    <a:pt x="9120" y="0"/>
                  </a:cubicBezTo>
                  <a:lnTo>
                    <a:pt x="924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6EB68AEC-1006-AC7E-CE0A-27207D8D0BA5}"/>
                </a:ext>
              </a:extLst>
            </p:cNvPr>
            <p:cNvSpPr/>
            <p:nvPr/>
          </p:nvSpPr>
          <p:spPr>
            <a:xfrm>
              <a:off x="7705518" y="4648529"/>
              <a:ext cx="10160" cy="13665"/>
            </a:xfrm>
            <a:custGeom>
              <a:avLst/>
              <a:gdLst>
                <a:gd name="csX0" fmla="*/ 9350 w 10160"/>
                <a:gd name="csY0" fmla="*/ 12682 h 13665"/>
                <a:gd name="csX1" fmla="*/ 9350 w 10160"/>
                <a:gd name="csY1" fmla="*/ 6738 h 13665"/>
                <a:gd name="csX2" fmla="*/ 1667 w 10160"/>
                <a:gd name="csY2" fmla="*/ 1328 h 13665"/>
                <a:gd name="csX3" fmla="*/ 1032 w 10160"/>
                <a:gd name="csY3" fmla="*/ 2192 h 13665"/>
                <a:gd name="csX4" fmla="*/ 1159 w 10160"/>
                <a:gd name="csY4" fmla="*/ 8358 h 13665"/>
                <a:gd name="csX5" fmla="*/ 9477 w 10160"/>
                <a:gd name="csY5" fmla="*/ 12682 h 13665"/>
                <a:gd name="csX6" fmla="*/ 9350 w 10160"/>
                <a:gd name="csY6" fmla="*/ 12682 h 13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0" h="13665">
                  <a:moveTo>
                    <a:pt x="9350" y="12682"/>
                  </a:moveTo>
                  <a:cubicBezTo>
                    <a:pt x="10430" y="11386"/>
                    <a:pt x="10430" y="8682"/>
                    <a:pt x="9350" y="6738"/>
                  </a:cubicBezTo>
                  <a:cubicBezTo>
                    <a:pt x="8081" y="5221"/>
                    <a:pt x="5351" y="-3212"/>
                    <a:pt x="1667" y="1328"/>
                  </a:cubicBezTo>
                  <a:lnTo>
                    <a:pt x="1032" y="2192"/>
                  </a:lnTo>
                  <a:cubicBezTo>
                    <a:pt x="-365" y="3925"/>
                    <a:pt x="-365" y="6732"/>
                    <a:pt x="1159" y="8358"/>
                  </a:cubicBezTo>
                  <a:cubicBezTo>
                    <a:pt x="2556" y="9437"/>
                    <a:pt x="6684" y="16143"/>
                    <a:pt x="9477" y="12682"/>
                  </a:cubicBezTo>
                  <a:lnTo>
                    <a:pt x="9350" y="126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21B43224-7D48-7508-6D2E-FA0DF9A76539}"/>
                </a:ext>
              </a:extLst>
            </p:cNvPr>
            <p:cNvSpPr/>
            <p:nvPr/>
          </p:nvSpPr>
          <p:spPr>
            <a:xfrm>
              <a:off x="7716708" y="4637281"/>
              <a:ext cx="13244" cy="9214"/>
            </a:xfrm>
            <a:custGeom>
              <a:avLst/>
              <a:gdLst>
                <a:gd name="csX0" fmla="*/ 13083 w 13244"/>
                <a:gd name="csY0" fmla="*/ 4683 h 9214"/>
                <a:gd name="csX1" fmla="*/ 9210 w 13244"/>
                <a:gd name="csY1" fmla="*/ 358 h 9214"/>
                <a:gd name="csX2" fmla="*/ 2 w 13244"/>
                <a:gd name="csY2" fmla="*/ 2409 h 9214"/>
                <a:gd name="csX3" fmla="*/ 3558 w 13244"/>
                <a:gd name="csY3" fmla="*/ 6625 h 9214"/>
                <a:gd name="csX4" fmla="*/ 9083 w 13244"/>
                <a:gd name="csY4" fmla="*/ 8899 h 9214"/>
                <a:gd name="csX5" fmla="*/ 13083 w 13244"/>
                <a:gd name="csY5" fmla="*/ 4683 h 9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244" h="9214">
                  <a:moveTo>
                    <a:pt x="13083" y="4683"/>
                  </a:moveTo>
                  <a:cubicBezTo>
                    <a:pt x="13083" y="2517"/>
                    <a:pt x="11496" y="574"/>
                    <a:pt x="9210" y="358"/>
                  </a:cubicBezTo>
                  <a:cubicBezTo>
                    <a:pt x="7685" y="358"/>
                    <a:pt x="320" y="-1268"/>
                    <a:pt x="2" y="2409"/>
                  </a:cubicBezTo>
                  <a:cubicBezTo>
                    <a:pt x="-62" y="3927"/>
                    <a:pt x="1526" y="5762"/>
                    <a:pt x="3558" y="6625"/>
                  </a:cubicBezTo>
                  <a:lnTo>
                    <a:pt x="9083" y="8899"/>
                  </a:lnTo>
                  <a:cubicBezTo>
                    <a:pt x="13527" y="10734"/>
                    <a:pt x="13464" y="3927"/>
                    <a:pt x="13083" y="46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194BA2A2-F1A2-3982-6C25-350ADBCE0238}"/>
                </a:ext>
              </a:extLst>
            </p:cNvPr>
            <p:cNvSpPr/>
            <p:nvPr/>
          </p:nvSpPr>
          <p:spPr>
            <a:xfrm>
              <a:off x="7704047" y="4696103"/>
              <a:ext cx="10734" cy="6952"/>
            </a:xfrm>
            <a:custGeom>
              <a:avLst/>
              <a:gdLst>
                <a:gd name="csX0" fmla="*/ 2185 w 10734"/>
                <a:gd name="csY0" fmla="*/ 6091 h 6952"/>
                <a:gd name="csX1" fmla="*/ 9996 w 10734"/>
                <a:gd name="csY1" fmla="*/ 4364 h 6952"/>
                <a:gd name="csX2" fmla="*/ 2630 w 10734"/>
                <a:gd name="csY2" fmla="*/ 1119 h 6952"/>
                <a:gd name="csX3" fmla="*/ 2185 w 10734"/>
                <a:gd name="csY3" fmla="*/ 6199 h 6952"/>
                <a:gd name="csX4" fmla="*/ 2185 w 10734"/>
                <a:gd name="csY4" fmla="*/ 6091 h 6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4" h="6952">
                  <a:moveTo>
                    <a:pt x="2185" y="6091"/>
                  </a:moveTo>
                  <a:cubicBezTo>
                    <a:pt x="3900" y="6091"/>
                    <a:pt x="13425" y="8904"/>
                    <a:pt x="9996" y="4364"/>
                  </a:cubicBezTo>
                  <a:cubicBezTo>
                    <a:pt x="9996" y="4364"/>
                    <a:pt x="6376" y="-2665"/>
                    <a:pt x="2630" y="1119"/>
                  </a:cubicBezTo>
                  <a:cubicBezTo>
                    <a:pt x="2185" y="1875"/>
                    <a:pt x="-2767" y="5443"/>
                    <a:pt x="2185" y="6199"/>
                  </a:cubicBezTo>
                  <a:lnTo>
                    <a:pt x="2185" y="6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98216106-E161-DB11-2F7A-11CD84208947}"/>
                </a:ext>
              </a:extLst>
            </p:cNvPr>
            <p:cNvSpPr/>
            <p:nvPr/>
          </p:nvSpPr>
          <p:spPr>
            <a:xfrm>
              <a:off x="7737269" y="4742456"/>
              <a:ext cx="7310" cy="8403"/>
            </a:xfrm>
            <a:custGeom>
              <a:avLst/>
              <a:gdLst>
                <a:gd name="csX0" fmla="*/ 967 w 7310"/>
                <a:gd name="csY0" fmla="*/ 2346 h 8403"/>
                <a:gd name="csX1" fmla="*/ 205 w 7310"/>
                <a:gd name="csY1" fmla="*/ 4505 h 8403"/>
                <a:gd name="csX2" fmla="*/ 2745 w 7310"/>
                <a:gd name="csY2" fmla="*/ 8404 h 8403"/>
                <a:gd name="csX3" fmla="*/ 7254 w 7310"/>
                <a:gd name="csY3" fmla="*/ 3857 h 8403"/>
                <a:gd name="csX4" fmla="*/ 967 w 7310"/>
                <a:gd name="csY4" fmla="*/ 2346 h 8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0" h="8403">
                  <a:moveTo>
                    <a:pt x="967" y="2346"/>
                  </a:moveTo>
                  <a:lnTo>
                    <a:pt x="205" y="4505"/>
                  </a:lnTo>
                  <a:cubicBezTo>
                    <a:pt x="-493" y="6562"/>
                    <a:pt x="649" y="8404"/>
                    <a:pt x="2745" y="8404"/>
                  </a:cubicBezTo>
                  <a:cubicBezTo>
                    <a:pt x="6619" y="8404"/>
                    <a:pt x="7571" y="3210"/>
                    <a:pt x="7254" y="3857"/>
                  </a:cubicBezTo>
                  <a:cubicBezTo>
                    <a:pt x="7699" y="1698"/>
                    <a:pt x="2618" y="-2734"/>
                    <a:pt x="967" y="23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4ED03F72-1434-4216-4A40-5869B6241F3D}"/>
                </a:ext>
              </a:extLst>
            </p:cNvPr>
            <p:cNvSpPr/>
            <p:nvPr/>
          </p:nvSpPr>
          <p:spPr>
            <a:xfrm>
              <a:off x="7749246" y="4863385"/>
              <a:ext cx="7641" cy="9254"/>
            </a:xfrm>
            <a:custGeom>
              <a:avLst/>
              <a:gdLst>
                <a:gd name="csX0" fmla="*/ 39 w 7641"/>
                <a:gd name="csY0" fmla="*/ 5559 h 9254"/>
                <a:gd name="csX1" fmla="*/ 3659 w 7641"/>
                <a:gd name="csY1" fmla="*/ 9236 h 9254"/>
                <a:gd name="csX2" fmla="*/ 5373 w 7641"/>
                <a:gd name="csY2" fmla="*/ 9236 h 9254"/>
                <a:gd name="csX3" fmla="*/ 3532 w 7641"/>
                <a:gd name="csY3" fmla="*/ 1235 h 9254"/>
                <a:gd name="csX4" fmla="*/ 39 w 7641"/>
                <a:gd name="csY4" fmla="*/ 5668 h 9254"/>
                <a:gd name="csX5" fmla="*/ 39 w 7641"/>
                <a:gd name="csY5" fmla="*/ 5559 h 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1" h="9254">
                  <a:moveTo>
                    <a:pt x="39" y="5559"/>
                  </a:moveTo>
                  <a:cubicBezTo>
                    <a:pt x="-278" y="7719"/>
                    <a:pt x="1372" y="9452"/>
                    <a:pt x="3659" y="9236"/>
                  </a:cubicBezTo>
                  <a:lnTo>
                    <a:pt x="5373" y="9236"/>
                  </a:lnTo>
                  <a:cubicBezTo>
                    <a:pt x="11088" y="8588"/>
                    <a:pt x="4294" y="2638"/>
                    <a:pt x="3532" y="1235"/>
                  </a:cubicBezTo>
                  <a:cubicBezTo>
                    <a:pt x="293" y="-2988"/>
                    <a:pt x="293" y="4912"/>
                    <a:pt x="39" y="5668"/>
                  </a:cubicBezTo>
                  <a:lnTo>
                    <a:pt x="39" y="5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386AD3C2-F1B0-D41A-69EE-7FADD19E9A75}"/>
                </a:ext>
              </a:extLst>
            </p:cNvPr>
            <p:cNvSpPr/>
            <p:nvPr/>
          </p:nvSpPr>
          <p:spPr>
            <a:xfrm>
              <a:off x="7418398" y="4852443"/>
              <a:ext cx="7426" cy="9527"/>
            </a:xfrm>
            <a:custGeom>
              <a:avLst/>
              <a:gdLst>
                <a:gd name="csX0" fmla="*/ 3164 w 7426"/>
                <a:gd name="csY0" fmla="*/ 925 h 9527"/>
                <a:gd name="csX1" fmla="*/ 1894 w 7426"/>
                <a:gd name="csY1" fmla="*/ 8500 h 9527"/>
                <a:gd name="csX2" fmla="*/ 7291 w 7426"/>
                <a:gd name="csY2" fmla="*/ 7198 h 9527"/>
                <a:gd name="csX3" fmla="*/ 3164 w 7426"/>
                <a:gd name="csY3" fmla="*/ 925 h 9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26" h="9527">
                  <a:moveTo>
                    <a:pt x="3164" y="925"/>
                  </a:moveTo>
                  <a:cubicBezTo>
                    <a:pt x="2656" y="2227"/>
                    <a:pt x="-2805" y="7091"/>
                    <a:pt x="1894" y="8500"/>
                  </a:cubicBezTo>
                  <a:cubicBezTo>
                    <a:pt x="2656" y="8500"/>
                    <a:pt x="8370" y="11523"/>
                    <a:pt x="7291" y="7198"/>
                  </a:cubicBezTo>
                  <a:cubicBezTo>
                    <a:pt x="7291" y="7198"/>
                    <a:pt x="5957" y="-3076"/>
                    <a:pt x="3164" y="9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495DEE9B-37D3-6E83-5CC5-9E61E3027F5F}"/>
                </a:ext>
              </a:extLst>
            </p:cNvPr>
            <p:cNvSpPr/>
            <p:nvPr/>
          </p:nvSpPr>
          <p:spPr>
            <a:xfrm>
              <a:off x="5904893" y="4411427"/>
              <a:ext cx="9529" cy="7995"/>
            </a:xfrm>
            <a:custGeom>
              <a:avLst/>
              <a:gdLst>
                <a:gd name="csX0" fmla="*/ 7108 w 9529"/>
                <a:gd name="csY0" fmla="*/ 95 h 7995"/>
                <a:gd name="csX1" fmla="*/ 6130 w 9529"/>
                <a:gd name="csY1" fmla="*/ 95 h 7995"/>
                <a:gd name="csX2" fmla="*/ 1368 w 9529"/>
                <a:gd name="csY2" fmla="*/ 2477 h 7995"/>
                <a:gd name="csX3" fmla="*/ 289 w 9529"/>
                <a:gd name="csY3" fmla="*/ 4851 h 7995"/>
                <a:gd name="csX4" fmla="*/ 2238 w 9529"/>
                <a:gd name="csY4" fmla="*/ 7988 h 7995"/>
                <a:gd name="csX5" fmla="*/ 4619 w 9529"/>
                <a:gd name="csY5" fmla="*/ 7988 h 7995"/>
                <a:gd name="csX6" fmla="*/ 9382 w 9529"/>
                <a:gd name="csY6" fmla="*/ 3772 h 7995"/>
                <a:gd name="csX7" fmla="*/ 7108 w 9529"/>
                <a:gd name="csY7" fmla="*/ 95 h 7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29" h="7995">
                  <a:moveTo>
                    <a:pt x="7108" y="95"/>
                  </a:moveTo>
                  <a:lnTo>
                    <a:pt x="6130" y="95"/>
                  </a:lnTo>
                  <a:cubicBezTo>
                    <a:pt x="4295" y="-337"/>
                    <a:pt x="2130" y="743"/>
                    <a:pt x="1368" y="2477"/>
                  </a:cubicBezTo>
                  <a:lnTo>
                    <a:pt x="289" y="4851"/>
                  </a:lnTo>
                  <a:cubicBezTo>
                    <a:pt x="-467" y="6477"/>
                    <a:pt x="289" y="7880"/>
                    <a:pt x="2238" y="7988"/>
                  </a:cubicBezTo>
                  <a:lnTo>
                    <a:pt x="4619" y="7988"/>
                  </a:lnTo>
                  <a:cubicBezTo>
                    <a:pt x="8512" y="8204"/>
                    <a:pt x="9814" y="3232"/>
                    <a:pt x="9382" y="3772"/>
                  </a:cubicBezTo>
                  <a:cubicBezTo>
                    <a:pt x="9921" y="2038"/>
                    <a:pt x="8943" y="311"/>
                    <a:pt x="7108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764AE534-6D00-258F-A703-C40BF27FC040}"/>
                </a:ext>
              </a:extLst>
            </p:cNvPr>
            <p:cNvSpPr/>
            <p:nvPr/>
          </p:nvSpPr>
          <p:spPr>
            <a:xfrm>
              <a:off x="5873248" y="4462111"/>
              <a:ext cx="10950" cy="14100"/>
            </a:xfrm>
            <a:custGeom>
              <a:avLst/>
              <a:gdLst>
                <a:gd name="csX0" fmla="*/ 1734 w 10950"/>
                <a:gd name="csY0" fmla="*/ 3697 h 14100"/>
                <a:gd name="csX1" fmla="*/ 1302 w 10950"/>
                <a:gd name="csY1" fmla="*/ 12454 h 14100"/>
                <a:gd name="csX2" fmla="*/ 9532 w 10950"/>
                <a:gd name="csY2" fmla="*/ 8669 h 14100"/>
                <a:gd name="csX3" fmla="*/ 9532 w 10950"/>
                <a:gd name="csY3" fmla="*/ 1424 h 14100"/>
                <a:gd name="csX4" fmla="*/ 1734 w 10950"/>
                <a:gd name="csY4" fmla="*/ 3697 h 1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50" h="14100">
                  <a:moveTo>
                    <a:pt x="1734" y="3697"/>
                  </a:moveTo>
                  <a:cubicBezTo>
                    <a:pt x="-1835" y="6618"/>
                    <a:pt x="1194" y="11266"/>
                    <a:pt x="1302" y="12454"/>
                  </a:cubicBezTo>
                  <a:cubicBezTo>
                    <a:pt x="2820" y="17217"/>
                    <a:pt x="7258" y="10295"/>
                    <a:pt x="9532" y="8669"/>
                  </a:cubicBezTo>
                  <a:cubicBezTo>
                    <a:pt x="12669" y="5748"/>
                    <a:pt x="9640" y="2072"/>
                    <a:pt x="9532" y="1424"/>
                  </a:cubicBezTo>
                  <a:cubicBezTo>
                    <a:pt x="7366" y="-2792"/>
                    <a:pt x="1734" y="3697"/>
                    <a:pt x="1734" y="3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06752CAA-1F00-C86A-7699-FEE2AB7352F1}"/>
                </a:ext>
              </a:extLst>
            </p:cNvPr>
            <p:cNvSpPr/>
            <p:nvPr/>
          </p:nvSpPr>
          <p:spPr>
            <a:xfrm>
              <a:off x="5413084" y="5072564"/>
              <a:ext cx="13362" cy="7190"/>
            </a:xfrm>
            <a:custGeom>
              <a:avLst/>
              <a:gdLst>
                <a:gd name="csX0" fmla="*/ 9149 w 13362"/>
                <a:gd name="csY0" fmla="*/ 108 h 7190"/>
                <a:gd name="csX1" fmla="*/ 56 w 13362"/>
                <a:gd name="csY1" fmla="*/ 3677 h 7190"/>
                <a:gd name="csX2" fmla="*/ 56 w 13362"/>
                <a:gd name="csY2" fmla="*/ 4439 h 7190"/>
                <a:gd name="csX3" fmla="*/ 3948 w 13362"/>
                <a:gd name="csY3" fmla="*/ 7138 h 7190"/>
                <a:gd name="csX4" fmla="*/ 13257 w 13362"/>
                <a:gd name="csY4" fmla="*/ 2705 h 7190"/>
                <a:gd name="csX5" fmla="*/ 9149 w 13362"/>
                <a:gd name="csY5" fmla="*/ 0 h 7190"/>
                <a:gd name="csX6" fmla="*/ 9149 w 13362"/>
                <a:gd name="csY6" fmla="*/ 108 h 7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62" h="7190">
                  <a:moveTo>
                    <a:pt x="9149" y="108"/>
                  </a:moveTo>
                  <a:cubicBezTo>
                    <a:pt x="6545" y="654"/>
                    <a:pt x="-706" y="-1187"/>
                    <a:pt x="56" y="3677"/>
                  </a:cubicBezTo>
                  <a:lnTo>
                    <a:pt x="56" y="4439"/>
                  </a:lnTo>
                  <a:cubicBezTo>
                    <a:pt x="379" y="6274"/>
                    <a:pt x="2113" y="7462"/>
                    <a:pt x="3948" y="7138"/>
                  </a:cubicBezTo>
                  <a:cubicBezTo>
                    <a:pt x="6768" y="6274"/>
                    <a:pt x="14343" y="6922"/>
                    <a:pt x="13257" y="2705"/>
                  </a:cubicBezTo>
                  <a:cubicBezTo>
                    <a:pt x="12826" y="1194"/>
                    <a:pt x="10984" y="0"/>
                    <a:pt x="9149" y="0"/>
                  </a:cubicBezTo>
                  <a:lnTo>
                    <a:pt x="9149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DE83CAE2-E10D-CD4F-6392-4F87BD69AC22}"/>
                </a:ext>
              </a:extLst>
            </p:cNvPr>
            <p:cNvSpPr/>
            <p:nvPr/>
          </p:nvSpPr>
          <p:spPr>
            <a:xfrm>
              <a:off x="6713346" y="4518793"/>
              <a:ext cx="76961" cy="65856"/>
            </a:xfrm>
            <a:custGeom>
              <a:avLst/>
              <a:gdLst>
                <a:gd name="csX0" fmla="*/ 28575 w 76961"/>
                <a:gd name="csY0" fmla="*/ 12548 h 65856"/>
                <a:gd name="csX1" fmla="*/ 16129 w 76961"/>
                <a:gd name="csY1" fmla="*/ 22822 h 65856"/>
                <a:gd name="csX2" fmla="*/ 0 w 76961"/>
                <a:gd name="csY2" fmla="*/ 49854 h 65856"/>
                <a:gd name="csX3" fmla="*/ 3683 w 76961"/>
                <a:gd name="csY3" fmla="*/ 62287 h 65856"/>
                <a:gd name="csX4" fmla="*/ 3937 w 76961"/>
                <a:gd name="csY4" fmla="*/ 62071 h 65856"/>
                <a:gd name="csX5" fmla="*/ 16510 w 76961"/>
                <a:gd name="csY5" fmla="*/ 57423 h 65856"/>
                <a:gd name="csX6" fmla="*/ 25464 w 76961"/>
                <a:gd name="csY6" fmla="*/ 65856 h 65856"/>
                <a:gd name="csX7" fmla="*/ 38481 w 76961"/>
                <a:gd name="csY7" fmla="*/ 64453 h 65856"/>
                <a:gd name="csX8" fmla="*/ 41466 w 76961"/>
                <a:gd name="csY8" fmla="*/ 48775 h 65856"/>
                <a:gd name="csX9" fmla="*/ 56197 w 76961"/>
                <a:gd name="csY9" fmla="*/ 46933 h 65856"/>
                <a:gd name="csX10" fmla="*/ 64326 w 76961"/>
                <a:gd name="csY10" fmla="*/ 52019 h 65856"/>
                <a:gd name="csX11" fmla="*/ 76962 w 76961"/>
                <a:gd name="csY11" fmla="*/ 49099 h 65856"/>
                <a:gd name="csX12" fmla="*/ 73660 w 76961"/>
                <a:gd name="csY12" fmla="*/ 17412 h 65856"/>
                <a:gd name="csX13" fmla="*/ 57912 w 76961"/>
                <a:gd name="csY13" fmla="*/ 0 h 65856"/>
                <a:gd name="csX14" fmla="*/ 43117 w 76961"/>
                <a:gd name="csY14" fmla="*/ 15469 h 65856"/>
                <a:gd name="csX15" fmla="*/ 28575 w 76961"/>
                <a:gd name="csY15" fmla="*/ 12548 h 6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6961" h="65856">
                  <a:moveTo>
                    <a:pt x="28575" y="12548"/>
                  </a:moveTo>
                  <a:lnTo>
                    <a:pt x="16129" y="22822"/>
                  </a:lnTo>
                  <a:lnTo>
                    <a:pt x="0" y="49854"/>
                  </a:lnTo>
                  <a:lnTo>
                    <a:pt x="3683" y="62287"/>
                  </a:lnTo>
                  <a:lnTo>
                    <a:pt x="3937" y="62071"/>
                  </a:lnTo>
                  <a:lnTo>
                    <a:pt x="16510" y="57423"/>
                  </a:lnTo>
                  <a:lnTo>
                    <a:pt x="25464" y="65856"/>
                  </a:lnTo>
                  <a:lnTo>
                    <a:pt x="38481" y="64453"/>
                  </a:lnTo>
                  <a:lnTo>
                    <a:pt x="41466" y="48775"/>
                  </a:lnTo>
                  <a:lnTo>
                    <a:pt x="56197" y="46933"/>
                  </a:lnTo>
                  <a:lnTo>
                    <a:pt x="64326" y="52019"/>
                  </a:lnTo>
                  <a:lnTo>
                    <a:pt x="76962" y="49099"/>
                  </a:lnTo>
                  <a:lnTo>
                    <a:pt x="73660" y="17412"/>
                  </a:lnTo>
                  <a:lnTo>
                    <a:pt x="57912" y="0"/>
                  </a:lnTo>
                  <a:lnTo>
                    <a:pt x="43117" y="15469"/>
                  </a:lnTo>
                  <a:lnTo>
                    <a:pt x="28575" y="125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264732C-4C8C-E025-A6BB-10A4A4A62A46}"/>
                </a:ext>
              </a:extLst>
            </p:cNvPr>
            <p:cNvSpPr/>
            <p:nvPr/>
          </p:nvSpPr>
          <p:spPr>
            <a:xfrm>
              <a:off x="7700605" y="5267048"/>
              <a:ext cx="26978" cy="22505"/>
            </a:xfrm>
            <a:custGeom>
              <a:avLst/>
              <a:gdLst>
                <a:gd name="csX0" fmla="*/ 2262 w 26978"/>
                <a:gd name="csY0" fmla="*/ 3191 h 22505"/>
                <a:gd name="csX1" fmla="*/ 1817 w 26978"/>
                <a:gd name="csY1" fmla="*/ 12710 h 22505"/>
                <a:gd name="csX2" fmla="*/ 15343 w 26978"/>
                <a:gd name="csY2" fmla="*/ 21904 h 22505"/>
                <a:gd name="csX3" fmla="*/ 25122 w 26978"/>
                <a:gd name="csY3" fmla="*/ 20063 h 22505"/>
                <a:gd name="csX4" fmla="*/ 20360 w 26978"/>
                <a:gd name="csY4" fmla="*/ 1356 h 22505"/>
                <a:gd name="csX5" fmla="*/ 2262 w 26978"/>
                <a:gd name="csY5" fmla="*/ 3191 h 22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978" h="22505">
                  <a:moveTo>
                    <a:pt x="2262" y="3191"/>
                  </a:moveTo>
                  <a:cubicBezTo>
                    <a:pt x="-2374" y="4601"/>
                    <a:pt x="1500" y="10436"/>
                    <a:pt x="1817" y="12710"/>
                  </a:cubicBezTo>
                  <a:cubicBezTo>
                    <a:pt x="3214" y="17034"/>
                    <a:pt x="8866" y="18875"/>
                    <a:pt x="15343" y="21904"/>
                  </a:cubicBezTo>
                  <a:cubicBezTo>
                    <a:pt x="19598" y="23847"/>
                    <a:pt x="23725" y="20495"/>
                    <a:pt x="25122" y="20063"/>
                  </a:cubicBezTo>
                  <a:cubicBezTo>
                    <a:pt x="28995" y="18120"/>
                    <a:pt x="26519" y="15199"/>
                    <a:pt x="20360" y="1356"/>
                  </a:cubicBezTo>
                  <a:cubicBezTo>
                    <a:pt x="18581" y="-2537"/>
                    <a:pt x="2262" y="3191"/>
                    <a:pt x="2262" y="31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6C2E7AD8-E5DD-769D-E0C4-F6C76F4B0AE1}"/>
                </a:ext>
              </a:extLst>
            </p:cNvPr>
            <p:cNvSpPr/>
            <p:nvPr/>
          </p:nvSpPr>
          <p:spPr>
            <a:xfrm>
              <a:off x="7051083" y="6392016"/>
              <a:ext cx="8804" cy="8734"/>
            </a:xfrm>
            <a:custGeom>
              <a:avLst/>
              <a:gdLst>
                <a:gd name="csX0" fmla="*/ 6687 w 8804"/>
                <a:gd name="csY0" fmla="*/ 1481 h 8734"/>
                <a:gd name="csX1" fmla="*/ 401 w 8804"/>
                <a:gd name="csY1" fmla="*/ 2180 h 8734"/>
                <a:gd name="csX2" fmla="*/ 210 w 8804"/>
                <a:gd name="csY2" fmla="*/ 2751 h 8734"/>
                <a:gd name="csX3" fmla="*/ 8656 w 8804"/>
                <a:gd name="csY3" fmla="*/ 6562 h 8734"/>
                <a:gd name="csX4" fmla="*/ 6687 w 8804"/>
                <a:gd name="csY4" fmla="*/ 1481 h 8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04" h="8734">
                  <a:moveTo>
                    <a:pt x="6687" y="1481"/>
                  </a:moveTo>
                  <a:cubicBezTo>
                    <a:pt x="6052" y="1355"/>
                    <a:pt x="1861" y="-2201"/>
                    <a:pt x="401" y="2180"/>
                  </a:cubicBezTo>
                  <a:lnTo>
                    <a:pt x="210" y="2751"/>
                  </a:lnTo>
                  <a:cubicBezTo>
                    <a:pt x="-1440" y="7705"/>
                    <a:pt x="7132" y="11197"/>
                    <a:pt x="8656" y="6562"/>
                  </a:cubicBezTo>
                  <a:cubicBezTo>
                    <a:pt x="9164" y="4720"/>
                    <a:pt x="8338" y="2307"/>
                    <a:pt x="6687" y="14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67CA018-9E40-A319-2834-13165EB34D79}"/>
                </a:ext>
              </a:extLst>
            </p:cNvPr>
            <p:cNvSpPr/>
            <p:nvPr/>
          </p:nvSpPr>
          <p:spPr>
            <a:xfrm>
              <a:off x="7040358" y="6405490"/>
              <a:ext cx="13244" cy="11349"/>
            </a:xfrm>
            <a:custGeom>
              <a:avLst/>
              <a:gdLst>
                <a:gd name="csX0" fmla="*/ 7125 w 13244"/>
                <a:gd name="csY0" fmla="*/ 389 h 11349"/>
                <a:gd name="csX1" fmla="*/ 2173 w 13244"/>
                <a:gd name="csY1" fmla="*/ 1723 h 11349"/>
                <a:gd name="csX2" fmla="*/ 1537 w 13244"/>
                <a:gd name="csY2" fmla="*/ 2675 h 11349"/>
                <a:gd name="csX3" fmla="*/ 77 w 13244"/>
                <a:gd name="csY3" fmla="*/ 8517 h 11349"/>
                <a:gd name="csX4" fmla="*/ 6681 w 13244"/>
                <a:gd name="csY4" fmla="*/ 11248 h 11349"/>
                <a:gd name="csX5" fmla="*/ 12586 w 13244"/>
                <a:gd name="csY5" fmla="*/ 7311 h 11349"/>
                <a:gd name="csX6" fmla="*/ 7125 w 13244"/>
                <a:gd name="csY6" fmla="*/ 326 h 11349"/>
                <a:gd name="csX7" fmla="*/ 7125 w 13244"/>
                <a:gd name="csY7" fmla="*/ 389 h 11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44" h="11349">
                  <a:moveTo>
                    <a:pt x="7125" y="389"/>
                  </a:moveTo>
                  <a:cubicBezTo>
                    <a:pt x="5538" y="-436"/>
                    <a:pt x="3252" y="72"/>
                    <a:pt x="2173" y="1723"/>
                  </a:cubicBezTo>
                  <a:lnTo>
                    <a:pt x="1537" y="2675"/>
                  </a:lnTo>
                  <a:cubicBezTo>
                    <a:pt x="458" y="4326"/>
                    <a:pt x="-240" y="6930"/>
                    <a:pt x="77" y="8517"/>
                  </a:cubicBezTo>
                  <a:cubicBezTo>
                    <a:pt x="966" y="12391"/>
                    <a:pt x="5983" y="11121"/>
                    <a:pt x="6681" y="11248"/>
                  </a:cubicBezTo>
                  <a:cubicBezTo>
                    <a:pt x="10491" y="11121"/>
                    <a:pt x="12015" y="7882"/>
                    <a:pt x="12586" y="7311"/>
                  </a:cubicBezTo>
                  <a:cubicBezTo>
                    <a:pt x="15381" y="3120"/>
                    <a:pt x="8459" y="1405"/>
                    <a:pt x="7125" y="326"/>
                  </a:cubicBezTo>
                  <a:lnTo>
                    <a:pt x="7125" y="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4D0A233F-F8B5-EC27-7DBA-80745BAD0D10}"/>
                </a:ext>
              </a:extLst>
            </p:cNvPr>
            <p:cNvSpPr/>
            <p:nvPr/>
          </p:nvSpPr>
          <p:spPr>
            <a:xfrm>
              <a:off x="5736005" y="3975404"/>
              <a:ext cx="440734" cy="356470"/>
            </a:xfrm>
            <a:custGeom>
              <a:avLst/>
              <a:gdLst>
                <a:gd name="csX0" fmla="*/ 226860 w 440734"/>
                <a:gd name="csY0" fmla="*/ 303651 h 356470"/>
                <a:gd name="csX1" fmla="*/ 270694 w 440734"/>
                <a:gd name="csY1" fmla="*/ 261690 h 356470"/>
                <a:gd name="csX2" fmla="*/ 283794 w 440734"/>
                <a:gd name="csY2" fmla="*/ 267532 h 356470"/>
                <a:gd name="csX3" fmla="*/ 294399 w 440734"/>
                <a:gd name="csY3" fmla="*/ 256934 h 356470"/>
                <a:gd name="csX4" fmla="*/ 308470 w 440734"/>
                <a:gd name="csY4" fmla="*/ 266776 h 356470"/>
                <a:gd name="csX5" fmla="*/ 312153 w 440734"/>
                <a:gd name="csY5" fmla="*/ 283966 h 356470"/>
                <a:gd name="csX6" fmla="*/ 329038 w 440734"/>
                <a:gd name="csY6" fmla="*/ 277044 h 356470"/>
                <a:gd name="csX7" fmla="*/ 354038 w 440734"/>
                <a:gd name="csY7" fmla="*/ 209245 h 356470"/>
                <a:gd name="csX8" fmla="*/ 377635 w 440734"/>
                <a:gd name="csY8" fmla="*/ 193027 h 356470"/>
                <a:gd name="csX9" fmla="*/ 381311 w 440734"/>
                <a:gd name="csY9" fmla="*/ 168047 h 356470"/>
                <a:gd name="csX10" fmla="*/ 396901 w 440734"/>
                <a:gd name="csY10" fmla="*/ 153340 h 356470"/>
                <a:gd name="csX11" fmla="*/ 414217 w 440734"/>
                <a:gd name="csY11" fmla="*/ 102299 h 356470"/>
                <a:gd name="csX12" fmla="*/ 439001 w 440734"/>
                <a:gd name="csY12" fmla="*/ 94405 h 356470"/>
                <a:gd name="csX13" fmla="*/ 440735 w 440734"/>
                <a:gd name="csY13" fmla="*/ 67907 h 356470"/>
                <a:gd name="csX14" fmla="*/ 425152 w 440734"/>
                <a:gd name="csY14" fmla="*/ 59043 h 356470"/>
                <a:gd name="csX15" fmla="*/ 422878 w 440734"/>
                <a:gd name="csY15" fmla="*/ 31033 h 356470"/>
                <a:gd name="csX16" fmla="*/ 406749 w 440734"/>
                <a:gd name="csY16" fmla="*/ 8973 h 356470"/>
                <a:gd name="csX17" fmla="*/ 394843 w 440734"/>
                <a:gd name="csY17" fmla="*/ 8001 h 356470"/>
                <a:gd name="csX18" fmla="*/ 389433 w 440734"/>
                <a:gd name="csY18" fmla="*/ 17843 h 356470"/>
                <a:gd name="csX19" fmla="*/ 377095 w 440734"/>
                <a:gd name="csY19" fmla="*/ 17304 h 356470"/>
                <a:gd name="csX20" fmla="*/ 366160 w 440734"/>
                <a:gd name="csY20" fmla="*/ 32982 h 356470"/>
                <a:gd name="csX21" fmla="*/ 347326 w 440734"/>
                <a:gd name="csY21" fmla="*/ 32442 h 356470"/>
                <a:gd name="csX22" fmla="*/ 323514 w 440734"/>
                <a:gd name="csY22" fmla="*/ 18707 h 356470"/>
                <a:gd name="csX23" fmla="*/ 271240 w 440734"/>
                <a:gd name="csY23" fmla="*/ 26169 h 356470"/>
                <a:gd name="csX24" fmla="*/ 255651 w 440734"/>
                <a:gd name="csY24" fmla="*/ 43472 h 356470"/>
                <a:gd name="csX25" fmla="*/ 210300 w 440734"/>
                <a:gd name="csY25" fmla="*/ 33522 h 356470"/>
                <a:gd name="csX26" fmla="*/ 201422 w 440734"/>
                <a:gd name="csY26" fmla="*/ 22816 h 356470"/>
                <a:gd name="csX27" fmla="*/ 187681 w 440734"/>
                <a:gd name="csY27" fmla="*/ 21305 h 356470"/>
                <a:gd name="csX28" fmla="*/ 168739 w 440734"/>
                <a:gd name="csY28" fmla="*/ 35687 h 356470"/>
                <a:gd name="csX29" fmla="*/ 154235 w 440734"/>
                <a:gd name="csY29" fmla="*/ 34925 h 356470"/>
                <a:gd name="csX30" fmla="*/ 133020 w 440734"/>
                <a:gd name="csY30" fmla="*/ 8433 h 356470"/>
                <a:gd name="csX31" fmla="*/ 102172 w 440734"/>
                <a:gd name="csY31" fmla="*/ 0 h 356470"/>
                <a:gd name="csX32" fmla="*/ 91999 w 440734"/>
                <a:gd name="csY32" fmla="*/ 7246 h 356470"/>
                <a:gd name="csX33" fmla="*/ 69488 w 440734"/>
                <a:gd name="csY33" fmla="*/ 6706 h 356470"/>
                <a:gd name="csX34" fmla="*/ 50978 w 440734"/>
                <a:gd name="csY34" fmla="*/ 19571 h 356470"/>
                <a:gd name="csX35" fmla="*/ 47511 w 440734"/>
                <a:gd name="csY35" fmla="*/ 41199 h 356470"/>
                <a:gd name="csX36" fmla="*/ 33007 w 440734"/>
                <a:gd name="csY36" fmla="*/ 51905 h 356470"/>
                <a:gd name="csX37" fmla="*/ 35604 w 440734"/>
                <a:gd name="csY37" fmla="*/ 79915 h 356470"/>
                <a:gd name="csX38" fmla="*/ 28899 w 440734"/>
                <a:gd name="csY38" fmla="*/ 85103 h 356470"/>
                <a:gd name="csX39" fmla="*/ 25216 w 440734"/>
                <a:gd name="csY39" fmla="*/ 98730 h 356470"/>
                <a:gd name="csX40" fmla="*/ 42101 w 440734"/>
                <a:gd name="csY40" fmla="*/ 124251 h 356470"/>
                <a:gd name="csX41" fmla="*/ 14827 w 440734"/>
                <a:gd name="csY41" fmla="*/ 180804 h 356470"/>
                <a:gd name="csX42" fmla="*/ 1512 w 440734"/>
                <a:gd name="csY42" fmla="*/ 184264 h 356470"/>
                <a:gd name="csX43" fmla="*/ 0 w 440734"/>
                <a:gd name="csY43" fmla="*/ 279102 h 356470"/>
                <a:gd name="csX44" fmla="*/ 32144 w 440734"/>
                <a:gd name="csY44" fmla="*/ 277482 h 356470"/>
                <a:gd name="csX45" fmla="*/ 65697 w 440734"/>
                <a:gd name="csY45" fmla="*/ 283534 h 356470"/>
                <a:gd name="csX46" fmla="*/ 89078 w 440734"/>
                <a:gd name="csY46" fmla="*/ 310680 h 356470"/>
                <a:gd name="csX47" fmla="*/ 105963 w 440734"/>
                <a:gd name="csY47" fmla="*/ 343770 h 356470"/>
                <a:gd name="csX48" fmla="*/ 123711 w 440734"/>
                <a:gd name="csY48" fmla="*/ 356419 h 356470"/>
                <a:gd name="csX49" fmla="*/ 203264 w 440734"/>
                <a:gd name="csY49" fmla="*/ 348202 h 356470"/>
                <a:gd name="csX50" fmla="*/ 206185 w 440734"/>
                <a:gd name="csY50" fmla="*/ 343338 h 356470"/>
                <a:gd name="csX51" fmla="*/ 209328 w 440734"/>
                <a:gd name="csY51" fmla="*/ 339985 h 356470"/>
                <a:gd name="csX52" fmla="*/ 215926 w 440734"/>
                <a:gd name="csY52" fmla="*/ 339985 h 356470"/>
                <a:gd name="csX53" fmla="*/ 218961 w 440734"/>
                <a:gd name="csY53" fmla="*/ 340741 h 356470"/>
                <a:gd name="csX54" fmla="*/ 227724 w 440734"/>
                <a:gd name="csY54" fmla="*/ 323869 h 356470"/>
                <a:gd name="csX55" fmla="*/ 226428 w 440734"/>
                <a:gd name="csY55" fmla="*/ 303651 h 356470"/>
                <a:gd name="csX56" fmla="*/ 226860 w 440734"/>
                <a:gd name="csY56" fmla="*/ 303651 h 35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40734" h="356470">
                  <a:moveTo>
                    <a:pt x="226860" y="303651"/>
                  </a:moveTo>
                  <a:lnTo>
                    <a:pt x="270694" y="261690"/>
                  </a:lnTo>
                  <a:lnTo>
                    <a:pt x="283794" y="267532"/>
                  </a:lnTo>
                  <a:lnTo>
                    <a:pt x="294399" y="256934"/>
                  </a:lnTo>
                  <a:lnTo>
                    <a:pt x="308470" y="266776"/>
                  </a:lnTo>
                  <a:lnTo>
                    <a:pt x="312153" y="283966"/>
                  </a:lnTo>
                  <a:lnTo>
                    <a:pt x="329038" y="277044"/>
                  </a:lnTo>
                  <a:lnTo>
                    <a:pt x="354038" y="209245"/>
                  </a:lnTo>
                  <a:lnTo>
                    <a:pt x="377635" y="193027"/>
                  </a:lnTo>
                  <a:lnTo>
                    <a:pt x="381311" y="168047"/>
                  </a:lnTo>
                  <a:lnTo>
                    <a:pt x="396901" y="153340"/>
                  </a:lnTo>
                  <a:lnTo>
                    <a:pt x="414217" y="102299"/>
                  </a:lnTo>
                  <a:lnTo>
                    <a:pt x="439001" y="94405"/>
                  </a:lnTo>
                  <a:lnTo>
                    <a:pt x="440735" y="67907"/>
                  </a:lnTo>
                  <a:lnTo>
                    <a:pt x="425152" y="59043"/>
                  </a:lnTo>
                  <a:lnTo>
                    <a:pt x="422878" y="31033"/>
                  </a:lnTo>
                  <a:lnTo>
                    <a:pt x="406749" y="8973"/>
                  </a:lnTo>
                  <a:lnTo>
                    <a:pt x="394843" y="8001"/>
                  </a:lnTo>
                  <a:lnTo>
                    <a:pt x="389433" y="17843"/>
                  </a:lnTo>
                  <a:lnTo>
                    <a:pt x="377095" y="17304"/>
                  </a:lnTo>
                  <a:lnTo>
                    <a:pt x="366160" y="32982"/>
                  </a:lnTo>
                  <a:lnTo>
                    <a:pt x="347326" y="32442"/>
                  </a:lnTo>
                  <a:lnTo>
                    <a:pt x="323514" y="18707"/>
                  </a:lnTo>
                  <a:lnTo>
                    <a:pt x="271240" y="26169"/>
                  </a:lnTo>
                  <a:lnTo>
                    <a:pt x="255651" y="43472"/>
                  </a:lnTo>
                  <a:lnTo>
                    <a:pt x="210300" y="33522"/>
                  </a:lnTo>
                  <a:lnTo>
                    <a:pt x="201422" y="22816"/>
                  </a:lnTo>
                  <a:lnTo>
                    <a:pt x="187681" y="21305"/>
                  </a:lnTo>
                  <a:lnTo>
                    <a:pt x="168739" y="35687"/>
                  </a:lnTo>
                  <a:lnTo>
                    <a:pt x="154235" y="34925"/>
                  </a:lnTo>
                  <a:lnTo>
                    <a:pt x="133020" y="8433"/>
                  </a:lnTo>
                  <a:lnTo>
                    <a:pt x="102172" y="0"/>
                  </a:lnTo>
                  <a:lnTo>
                    <a:pt x="91999" y="7246"/>
                  </a:lnTo>
                  <a:lnTo>
                    <a:pt x="69488" y="6706"/>
                  </a:lnTo>
                  <a:lnTo>
                    <a:pt x="50978" y="19571"/>
                  </a:lnTo>
                  <a:lnTo>
                    <a:pt x="47511" y="41199"/>
                  </a:lnTo>
                  <a:lnTo>
                    <a:pt x="33007" y="51905"/>
                  </a:lnTo>
                  <a:lnTo>
                    <a:pt x="35604" y="79915"/>
                  </a:lnTo>
                  <a:lnTo>
                    <a:pt x="28899" y="85103"/>
                  </a:lnTo>
                  <a:lnTo>
                    <a:pt x="25216" y="98730"/>
                  </a:lnTo>
                  <a:lnTo>
                    <a:pt x="42101" y="124251"/>
                  </a:lnTo>
                  <a:lnTo>
                    <a:pt x="14827" y="180804"/>
                  </a:lnTo>
                  <a:lnTo>
                    <a:pt x="1512" y="184264"/>
                  </a:lnTo>
                  <a:lnTo>
                    <a:pt x="0" y="279102"/>
                  </a:lnTo>
                  <a:cubicBezTo>
                    <a:pt x="28029" y="277159"/>
                    <a:pt x="28353" y="277051"/>
                    <a:pt x="32144" y="277482"/>
                  </a:cubicBezTo>
                  <a:cubicBezTo>
                    <a:pt x="60827" y="280727"/>
                    <a:pt x="62668" y="280181"/>
                    <a:pt x="65697" y="283534"/>
                  </a:cubicBezTo>
                  <a:cubicBezTo>
                    <a:pt x="85719" y="305486"/>
                    <a:pt x="87128" y="306458"/>
                    <a:pt x="89078" y="310680"/>
                  </a:cubicBezTo>
                  <a:cubicBezTo>
                    <a:pt x="102711" y="339878"/>
                    <a:pt x="102711" y="340849"/>
                    <a:pt x="105963" y="343770"/>
                  </a:cubicBezTo>
                  <a:cubicBezTo>
                    <a:pt x="117977" y="354692"/>
                    <a:pt x="119380" y="356851"/>
                    <a:pt x="123711" y="356419"/>
                  </a:cubicBezTo>
                  <a:cubicBezTo>
                    <a:pt x="195364" y="348634"/>
                    <a:pt x="202940" y="348202"/>
                    <a:pt x="203264" y="348202"/>
                  </a:cubicBezTo>
                  <a:cubicBezTo>
                    <a:pt x="207054" y="347771"/>
                    <a:pt x="206407" y="342792"/>
                    <a:pt x="206185" y="343338"/>
                  </a:cubicBezTo>
                  <a:cubicBezTo>
                    <a:pt x="206077" y="341497"/>
                    <a:pt x="207486" y="339985"/>
                    <a:pt x="209328" y="339985"/>
                  </a:cubicBezTo>
                  <a:lnTo>
                    <a:pt x="215926" y="339985"/>
                  </a:lnTo>
                  <a:cubicBezTo>
                    <a:pt x="217011" y="339878"/>
                    <a:pt x="218091" y="340201"/>
                    <a:pt x="218961" y="340741"/>
                  </a:cubicBezTo>
                  <a:lnTo>
                    <a:pt x="227724" y="323869"/>
                  </a:lnTo>
                  <a:lnTo>
                    <a:pt x="226428" y="303651"/>
                  </a:lnTo>
                  <a:lnTo>
                    <a:pt x="226860" y="303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AACA4C44-9C94-0FB5-FEEB-D5F4775B3425}"/>
                </a:ext>
              </a:extLst>
            </p:cNvPr>
            <p:cNvSpPr/>
            <p:nvPr/>
          </p:nvSpPr>
          <p:spPr>
            <a:xfrm>
              <a:off x="5638482" y="3607625"/>
              <a:ext cx="593350" cy="452882"/>
            </a:xfrm>
            <a:custGeom>
              <a:avLst/>
              <a:gdLst>
                <a:gd name="csX0" fmla="*/ 577767 w 593350"/>
                <a:gd name="csY0" fmla="*/ 107601 h 452882"/>
                <a:gd name="csX1" fmla="*/ 579279 w 593350"/>
                <a:gd name="csY1" fmla="*/ 94297 h 452882"/>
                <a:gd name="csX2" fmla="*/ 563912 w 593350"/>
                <a:gd name="csY2" fmla="*/ 77756 h 452882"/>
                <a:gd name="csX3" fmla="*/ 555574 w 593350"/>
                <a:gd name="csY3" fmla="*/ 20009 h 452882"/>
                <a:gd name="csX4" fmla="*/ 527215 w 593350"/>
                <a:gd name="csY4" fmla="*/ 35147 h 452882"/>
                <a:gd name="csX5" fmla="*/ 502431 w 593350"/>
                <a:gd name="csY5" fmla="*/ 12655 h 452882"/>
                <a:gd name="csX6" fmla="*/ 442900 w 593350"/>
                <a:gd name="csY6" fmla="*/ 0 h 452882"/>
                <a:gd name="csX7" fmla="*/ 273190 w 593350"/>
                <a:gd name="csY7" fmla="*/ 100787 h 452882"/>
                <a:gd name="csX8" fmla="*/ 211601 w 593350"/>
                <a:gd name="csY8" fmla="*/ 158534 h 452882"/>
                <a:gd name="csX9" fmla="*/ 152724 w 593350"/>
                <a:gd name="csY9" fmla="*/ 171075 h 452882"/>
                <a:gd name="csX10" fmla="*/ 152724 w 593350"/>
                <a:gd name="csY10" fmla="*/ 273374 h 452882"/>
                <a:gd name="csX11" fmla="*/ 128149 w 593350"/>
                <a:gd name="csY11" fmla="*/ 313169 h 452882"/>
                <a:gd name="csX12" fmla="*/ 44920 w 593350"/>
                <a:gd name="csY12" fmla="*/ 315328 h 452882"/>
                <a:gd name="csX13" fmla="*/ 28575 w 593350"/>
                <a:gd name="csY13" fmla="*/ 330905 h 452882"/>
                <a:gd name="csX14" fmla="*/ 2597 w 593350"/>
                <a:gd name="csY14" fmla="*/ 327768 h 452882"/>
                <a:gd name="csX15" fmla="*/ 0 w 593350"/>
                <a:gd name="csY15" fmla="*/ 347878 h 452882"/>
                <a:gd name="csX16" fmla="*/ 15913 w 593350"/>
                <a:gd name="csY16" fmla="*/ 373939 h 452882"/>
                <a:gd name="csX17" fmla="*/ 39618 w 593350"/>
                <a:gd name="csY17" fmla="*/ 390055 h 452882"/>
                <a:gd name="csX18" fmla="*/ 30416 w 593350"/>
                <a:gd name="csY18" fmla="*/ 403466 h 452882"/>
                <a:gd name="csX19" fmla="*/ 68948 w 593350"/>
                <a:gd name="csY19" fmla="*/ 412439 h 452882"/>
                <a:gd name="csX20" fmla="*/ 77603 w 593350"/>
                <a:gd name="csY20" fmla="*/ 423037 h 452882"/>
                <a:gd name="csX21" fmla="*/ 67970 w 593350"/>
                <a:gd name="csY21" fmla="*/ 427145 h 452882"/>
                <a:gd name="csX22" fmla="*/ 81394 w 593350"/>
                <a:gd name="csY22" fmla="*/ 451803 h 452882"/>
                <a:gd name="csX23" fmla="*/ 100660 w 593350"/>
                <a:gd name="csY23" fmla="*/ 426282 h 452882"/>
                <a:gd name="csX24" fmla="*/ 126638 w 593350"/>
                <a:gd name="csY24" fmla="*/ 452882 h 452882"/>
                <a:gd name="csX25" fmla="*/ 133350 w 593350"/>
                <a:gd name="csY25" fmla="*/ 447694 h 452882"/>
                <a:gd name="csX26" fmla="*/ 130753 w 593350"/>
                <a:gd name="csY26" fmla="*/ 419684 h 452882"/>
                <a:gd name="csX27" fmla="*/ 145256 w 593350"/>
                <a:gd name="csY27" fmla="*/ 408978 h 452882"/>
                <a:gd name="csX28" fmla="*/ 148717 w 593350"/>
                <a:gd name="csY28" fmla="*/ 387350 h 452882"/>
                <a:gd name="csX29" fmla="*/ 167227 w 593350"/>
                <a:gd name="csY29" fmla="*/ 374485 h 452882"/>
                <a:gd name="csX30" fmla="*/ 189738 w 593350"/>
                <a:gd name="csY30" fmla="*/ 375133 h 452882"/>
                <a:gd name="csX31" fmla="*/ 199911 w 593350"/>
                <a:gd name="csY31" fmla="*/ 367779 h 452882"/>
                <a:gd name="csX32" fmla="*/ 230759 w 593350"/>
                <a:gd name="csY32" fmla="*/ 376212 h 452882"/>
                <a:gd name="csX33" fmla="*/ 251866 w 593350"/>
                <a:gd name="csY33" fmla="*/ 402704 h 452882"/>
                <a:gd name="csX34" fmla="*/ 266370 w 593350"/>
                <a:gd name="csY34" fmla="*/ 403466 h 452882"/>
                <a:gd name="csX35" fmla="*/ 285312 w 593350"/>
                <a:gd name="csY35" fmla="*/ 389084 h 452882"/>
                <a:gd name="csX36" fmla="*/ 299060 w 593350"/>
                <a:gd name="csY36" fmla="*/ 390595 h 452882"/>
                <a:gd name="csX37" fmla="*/ 308039 w 593350"/>
                <a:gd name="csY37" fmla="*/ 401301 h 452882"/>
                <a:gd name="csX38" fmla="*/ 353282 w 593350"/>
                <a:gd name="csY38" fmla="*/ 411251 h 452882"/>
                <a:gd name="csX39" fmla="*/ 368979 w 593350"/>
                <a:gd name="csY39" fmla="*/ 393948 h 452882"/>
                <a:gd name="csX40" fmla="*/ 421253 w 593350"/>
                <a:gd name="csY40" fmla="*/ 386378 h 452882"/>
                <a:gd name="csX41" fmla="*/ 444957 w 593350"/>
                <a:gd name="csY41" fmla="*/ 400114 h 452882"/>
                <a:gd name="csX42" fmla="*/ 463791 w 593350"/>
                <a:gd name="csY42" fmla="*/ 400653 h 452882"/>
                <a:gd name="csX43" fmla="*/ 474726 w 593350"/>
                <a:gd name="csY43" fmla="*/ 384969 h 452882"/>
                <a:gd name="csX44" fmla="*/ 487064 w 593350"/>
                <a:gd name="csY44" fmla="*/ 385407 h 452882"/>
                <a:gd name="csX45" fmla="*/ 492582 w 593350"/>
                <a:gd name="csY45" fmla="*/ 375564 h 452882"/>
                <a:gd name="csX46" fmla="*/ 504488 w 593350"/>
                <a:gd name="csY46" fmla="*/ 376536 h 452882"/>
                <a:gd name="csX47" fmla="*/ 497453 w 593350"/>
                <a:gd name="csY47" fmla="*/ 349288 h 452882"/>
                <a:gd name="csX48" fmla="*/ 508279 w 593350"/>
                <a:gd name="csY48" fmla="*/ 343446 h 452882"/>
                <a:gd name="csX49" fmla="*/ 514229 w 593350"/>
                <a:gd name="csY49" fmla="*/ 322034 h 452882"/>
                <a:gd name="csX50" fmla="*/ 574840 w 593350"/>
                <a:gd name="csY50" fmla="*/ 254235 h 452882"/>
                <a:gd name="csX51" fmla="*/ 580688 w 593350"/>
                <a:gd name="csY51" fmla="*/ 146634 h 452882"/>
                <a:gd name="csX52" fmla="*/ 593350 w 593350"/>
                <a:gd name="csY52" fmla="*/ 123711 h 452882"/>
                <a:gd name="csX53" fmla="*/ 577767 w 593350"/>
                <a:gd name="csY53" fmla="*/ 107601 h 452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593350" h="452882">
                  <a:moveTo>
                    <a:pt x="577767" y="107601"/>
                  </a:moveTo>
                  <a:lnTo>
                    <a:pt x="579279" y="94297"/>
                  </a:lnTo>
                  <a:lnTo>
                    <a:pt x="563912" y="77756"/>
                  </a:lnTo>
                  <a:lnTo>
                    <a:pt x="555574" y="20009"/>
                  </a:lnTo>
                  <a:lnTo>
                    <a:pt x="527215" y="35147"/>
                  </a:lnTo>
                  <a:lnTo>
                    <a:pt x="502431" y="12655"/>
                  </a:lnTo>
                  <a:lnTo>
                    <a:pt x="442900" y="0"/>
                  </a:lnTo>
                  <a:lnTo>
                    <a:pt x="273190" y="100787"/>
                  </a:lnTo>
                  <a:lnTo>
                    <a:pt x="211601" y="158534"/>
                  </a:lnTo>
                  <a:lnTo>
                    <a:pt x="152724" y="171075"/>
                  </a:lnTo>
                  <a:lnTo>
                    <a:pt x="152724" y="273374"/>
                  </a:lnTo>
                  <a:lnTo>
                    <a:pt x="128149" y="313169"/>
                  </a:lnTo>
                  <a:lnTo>
                    <a:pt x="44920" y="315328"/>
                  </a:lnTo>
                  <a:lnTo>
                    <a:pt x="28575" y="330905"/>
                  </a:lnTo>
                  <a:lnTo>
                    <a:pt x="2597" y="327768"/>
                  </a:lnTo>
                  <a:lnTo>
                    <a:pt x="0" y="347878"/>
                  </a:lnTo>
                  <a:lnTo>
                    <a:pt x="15913" y="373939"/>
                  </a:lnTo>
                  <a:lnTo>
                    <a:pt x="39618" y="390055"/>
                  </a:lnTo>
                  <a:lnTo>
                    <a:pt x="30416" y="403466"/>
                  </a:lnTo>
                  <a:lnTo>
                    <a:pt x="68948" y="412439"/>
                  </a:lnTo>
                  <a:lnTo>
                    <a:pt x="77603" y="423037"/>
                  </a:lnTo>
                  <a:lnTo>
                    <a:pt x="67970" y="427145"/>
                  </a:lnTo>
                  <a:lnTo>
                    <a:pt x="81394" y="451803"/>
                  </a:lnTo>
                  <a:lnTo>
                    <a:pt x="100660" y="426282"/>
                  </a:lnTo>
                  <a:lnTo>
                    <a:pt x="126638" y="452882"/>
                  </a:lnTo>
                  <a:lnTo>
                    <a:pt x="133350" y="447694"/>
                  </a:lnTo>
                  <a:lnTo>
                    <a:pt x="130753" y="419684"/>
                  </a:lnTo>
                  <a:lnTo>
                    <a:pt x="145256" y="408978"/>
                  </a:lnTo>
                  <a:lnTo>
                    <a:pt x="148717" y="387350"/>
                  </a:lnTo>
                  <a:lnTo>
                    <a:pt x="167227" y="374485"/>
                  </a:lnTo>
                  <a:lnTo>
                    <a:pt x="189738" y="375133"/>
                  </a:lnTo>
                  <a:lnTo>
                    <a:pt x="199911" y="367779"/>
                  </a:lnTo>
                  <a:lnTo>
                    <a:pt x="230759" y="376212"/>
                  </a:lnTo>
                  <a:lnTo>
                    <a:pt x="251866" y="402704"/>
                  </a:lnTo>
                  <a:lnTo>
                    <a:pt x="266370" y="403466"/>
                  </a:lnTo>
                  <a:lnTo>
                    <a:pt x="285312" y="389084"/>
                  </a:lnTo>
                  <a:lnTo>
                    <a:pt x="299060" y="390595"/>
                  </a:lnTo>
                  <a:lnTo>
                    <a:pt x="308039" y="401301"/>
                  </a:lnTo>
                  <a:lnTo>
                    <a:pt x="353282" y="411251"/>
                  </a:lnTo>
                  <a:lnTo>
                    <a:pt x="368979" y="393948"/>
                  </a:lnTo>
                  <a:lnTo>
                    <a:pt x="421253" y="386378"/>
                  </a:lnTo>
                  <a:lnTo>
                    <a:pt x="444957" y="400114"/>
                  </a:lnTo>
                  <a:lnTo>
                    <a:pt x="463791" y="400653"/>
                  </a:lnTo>
                  <a:lnTo>
                    <a:pt x="474726" y="384969"/>
                  </a:lnTo>
                  <a:lnTo>
                    <a:pt x="487064" y="385407"/>
                  </a:lnTo>
                  <a:lnTo>
                    <a:pt x="492582" y="375564"/>
                  </a:lnTo>
                  <a:lnTo>
                    <a:pt x="504488" y="376536"/>
                  </a:lnTo>
                  <a:lnTo>
                    <a:pt x="497453" y="349288"/>
                  </a:lnTo>
                  <a:lnTo>
                    <a:pt x="508279" y="343446"/>
                  </a:lnTo>
                  <a:lnTo>
                    <a:pt x="514229" y="322034"/>
                  </a:lnTo>
                  <a:lnTo>
                    <a:pt x="574840" y="254235"/>
                  </a:lnTo>
                  <a:lnTo>
                    <a:pt x="580688" y="146634"/>
                  </a:lnTo>
                  <a:lnTo>
                    <a:pt x="593350" y="123711"/>
                  </a:lnTo>
                  <a:lnTo>
                    <a:pt x="577767" y="1076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163BCB44-81EE-C8D3-B6D9-B172F47424F3}"/>
                </a:ext>
              </a:extLst>
            </p:cNvPr>
            <p:cNvSpPr/>
            <p:nvPr/>
          </p:nvSpPr>
          <p:spPr>
            <a:xfrm>
              <a:off x="6072391" y="5114416"/>
              <a:ext cx="505446" cy="472021"/>
            </a:xfrm>
            <a:custGeom>
              <a:avLst/>
              <a:gdLst>
                <a:gd name="csX0" fmla="*/ 464870 w 505446"/>
                <a:gd name="csY0" fmla="*/ 19139 h 472021"/>
                <a:gd name="csX1" fmla="*/ 359333 w 505446"/>
                <a:gd name="csY1" fmla="*/ 40551 h 472021"/>
                <a:gd name="csX2" fmla="*/ 270173 w 505446"/>
                <a:gd name="csY2" fmla="*/ 36874 h 472021"/>
                <a:gd name="csX3" fmla="*/ 247872 w 505446"/>
                <a:gd name="csY3" fmla="*/ 19895 h 472021"/>
                <a:gd name="csX4" fmla="*/ 83680 w 505446"/>
                <a:gd name="csY4" fmla="*/ 19895 h 472021"/>
                <a:gd name="csX5" fmla="*/ 50234 w 505446"/>
                <a:gd name="csY5" fmla="*/ 0 h 472021"/>
                <a:gd name="csX6" fmla="*/ 990 w 505446"/>
                <a:gd name="csY6" fmla="*/ 12002 h 472021"/>
                <a:gd name="csX7" fmla="*/ 12 w 505446"/>
                <a:gd name="csY7" fmla="*/ 38932 h 472021"/>
                <a:gd name="csX8" fmla="*/ 2069 w 505446"/>
                <a:gd name="csY8" fmla="*/ 44767 h 472021"/>
                <a:gd name="csX9" fmla="*/ 7911 w 505446"/>
                <a:gd name="csY9" fmla="*/ 51365 h 472021"/>
                <a:gd name="csX10" fmla="*/ 10731 w 505446"/>
                <a:gd name="csY10" fmla="*/ 61640 h 472021"/>
                <a:gd name="csX11" fmla="*/ 27399 w 505446"/>
                <a:gd name="csY11" fmla="*/ 80455 h 472021"/>
                <a:gd name="csX12" fmla="*/ 50234 w 505446"/>
                <a:gd name="csY12" fmla="*/ 122517 h 472021"/>
                <a:gd name="csX13" fmla="*/ 64090 w 505446"/>
                <a:gd name="csY13" fmla="*/ 159938 h 472021"/>
                <a:gd name="csX14" fmla="*/ 101866 w 505446"/>
                <a:gd name="csY14" fmla="*/ 217031 h 472021"/>
                <a:gd name="csX15" fmla="*/ 101866 w 505446"/>
                <a:gd name="csY15" fmla="*/ 234658 h 472021"/>
                <a:gd name="csX16" fmla="*/ 99371 w 505446"/>
                <a:gd name="csY16" fmla="*/ 237687 h 472021"/>
                <a:gd name="csX17" fmla="*/ 102946 w 505446"/>
                <a:gd name="csY17" fmla="*/ 262014 h 472021"/>
                <a:gd name="csX18" fmla="*/ 102730 w 505446"/>
                <a:gd name="csY18" fmla="*/ 283642 h 472021"/>
                <a:gd name="csX19" fmla="*/ 116585 w 505446"/>
                <a:gd name="csY19" fmla="*/ 320732 h 472021"/>
                <a:gd name="csX20" fmla="*/ 116039 w 505446"/>
                <a:gd name="csY20" fmla="*/ 343230 h 472021"/>
                <a:gd name="csX21" fmla="*/ 120694 w 505446"/>
                <a:gd name="csY21" fmla="*/ 360096 h 472021"/>
                <a:gd name="csX22" fmla="*/ 122967 w 505446"/>
                <a:gd name="csY22" fmla="*/ 366802 h 472021"/>
                <a:gd name="csX23" fmla="*/ 128161 w 505446"/>
                <a:gd name="csY23" fmla="*/ 373831 h 472021"/>
                <a:gd name="csX24" fmla="*/ 126434 w 505446"/>
                <a:gd name="csY24" fmla="*/ 379673 h 472021"/>
                <a:gd name="csX25" fmla="*/ 124485 w 505446"/>
                <a:gd name="csY25" fmla="*/ 383134 h 472021"/>
                <a:gd name="csX26" fmla="*/ 134118 w 505446"/>
                <a:gd name="csY26" fmla="*/ 409302 h 472021"/>
                <a:gd name="csX27" fmla="*/ 152190 w 505446"/>
                <a:gd name="csY27" fmla="*/ 436226 h 472021"/>
                <a:gd name="csX28" fmla="*/ 178930 w 505446"/>
                <a:gd name="csY28" fmla="*/ 460775 h 472021"/>
                <a:gd name="csX29" fmla="*/ 178930 w 505446"/>
                <a:gd name="csY29" fmla="*/ 460559 h 472021"/>
                <a:gd name="csX30" fmla="*/ 200793 w 505446"/>
                <a:gd name="csY30" fmla="*/ 435902 h 472021"/>
                <a:gd name="csX31" fmla="*/ 220814 w 505446"/>
                <a:gd name="csY31" fmla="*/ 465424 h 472021"/>
                <a:gd name="csX32" fmla="*/ 282498 w 505446"/>
                <a:gd name="csY32" fmla="*/ 472021 h 472021"/>
                <a:gd name="csX33" fmla="*/ 309993 w 505446"/>
                <a:gd name="csY33" fmla="*/ 452120 h 472021"/>
                <a:gd name="csX34" fmla="*/ 309231 w 505446"/>
                <a:gd name="csY34" fmla="*/ 307651 h 472021"/>
                <a:gd name="csX35" fmla="*/ 309231 w 505446"/>
                <a:gd name="csY35" fmla="*/ 199295 h 472021"/>
                <a:gd name="csX36" fmla="*/ 347903 w 505446"/>
                <a:gd name="csY36" fmla="*/ 199295 h 472021"/>
                <a:gd name="csX37" fmla="*/ 347903 w 505446"/>
                <a:gd name="csY37" fmla="*/ 72670 h 472021"/>
                <a:gd name="csX38" fmla="*/ 432612 w 505446"/>
                <a:gd name="csY38" fmla="*/ 56014 h 472021"/>
                <a:gd name="csX39" fmla="*/ 442074 w 505446"/>
                <a:gd name="csY39" fmla="*/ 72777 h 472021"/>
                <a:gd name="csX40" fmla="*/ 469887 w 505446"/>
                <a:gd name="csY40" fmla="*/ 51689 h 472021"/>
                <a:gd name="csX41" fmla="*/ 480237 w 505446"/>
                <a:gd name="csY41" fmla="*/ 57531 h 472021"/>
                <a:gd name="csX42" fmla="*/ 505447 w 505446"/>
                <a:gd name="csY42" fmla="*/ 36443 h 472021"/>
                <a:gd name="csX43" fmla="*/ 489699 w 505446"/>
                <a:gd name="csY43" fmla="*/ 21736 h 472021"/>
                <a:gd name="csX44" fmla="*/ 465441 w 505446"/>
                <a:gd name="csY44" fmla="*/ 19463 h 472021"/>
                <a:gd name="csX45" fmla="*/ 464870 w 505446"/>
                <a:gd name="csY45" fmla="*/ 19139 h 472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505446" h="472021">
                  <a:moveTo>
                    <a:pt x="464870" y="19139"/>
                  </a:moveTo>
                  <a:lnTo>
                    <a:pt x="359333" y="40551"/>
                  </a:lnTo>
                  <a:lnTo>
                    <a:pt x="270173" y="36874"/>
                  </a:lnTo>
                  <a:lnTo>
                    <a:pt x="247872" y="19895"/>
                  </a:lnTo>
                  <a:lnTo>
                    <a:pt x="83680" y="19895"/>
                  </a:lnTo>
                  <a:lnTo>
                    <a:pt x="50234" y="0"/>
                  </a:lnTo>
                  <a:lnTo>
                    <a:pt x="990" y="12002"/>
                  </a:lnTo>
                  <a:cubicBezTo>
                    <a:pt x="552" y="25953"/>
                    <a:pt x="-96" y="39148"/>
                    <a:pt x="12" y="38932"/>
                  </a:cubicBezTo>
                  <a:cubicBezTo>
                    <a:pt x="12" y="40767"/>
                    <a:pt x="875" y="43364"/>
                    <a:pt x="2069" y="44767"/>
                  </a:cubicBezTo>
                  <a:lnTo>
                    <a:pt x="7911" y="51365"/>
                  </a:lnTo>
                  <a:cubicBezTo>
                    <a:pt x="11055" y="54934"/>
                    <a:pt x="10731" y="62179"/>
                    <a:pt x="10731" y="61640"/>
                  </a:cubicBezTo>
                  <a:cubicBezTo>
                    <a:pt x="11162" y="68129"/>
                    <a:pt x="23285" y="72885"/>
                    <a:pt x="27399" y="80455"/>
                  </a:cubicBezTo>
                  <a:lnTo>
                    <a:pt x="50234" y="122517"/>
                  </a:lnTo>
                  <a:cubicBezTo>
                    <a:pt x="54457" y="130201"/>
                    <a:pt x="60083" y="153988"/>
                    <a:pt x="64090" y="159938"/>
                  </a:cubicBezTo>
                  <a:cubicBezTo>
                    <a:pt x="102514" y="215303"/>
                    <a:pt x="101212" y="212598"/>
                    <a:pt x="101866" y="217031"/>
                  </a:cubicBezTo>
                  <a:cubicBezTo>
                    <a:pt x="103917" y="229686"/>
                    <a:pt x="105866" y="234982"/>
                    <a:pt x="101866" y="234658"/>
                  </a:cubicBezTo>
                  <a:cubicBezTo>
                    <a:pt x="100240" y="234550"/>
                    <a:pt x="99047" y="235845"/>
                    <a:pt x="99371" y="237687"/>
                  </a:cubicBezTo>
                  <a:lnTo>
                    <a:pt x="102946" y="262014"/>
                  </a:lnTo>
                  <a:cubicBezTo>
                    <a:pt x="104025" y="269583"/>
                    <a:pt x="100240" y="277806"/>
                    <a:pt x="102730" y="283642"/>
                  </a:cubicBezTo>
                  <a:cubicBezTo>
                    <a:pt x="115823" y="315004"/>
                    <a:pt x="116909" y="316084"/>
                    <a:pt x="116585" y="320732"/>
                  </a:cubicBezTo>
                  <a:cubicBezTo>
                    <a:pt x="115391" y="334467"/>
                    <a:pt x="114420" y="338684"/>
                    <a:pt x="116039" y="343230"/>
                  </a:cubicBezTo>
                  <a:cubicBezTo>
                    <a:pt x="118643" y="350584"/>
                    <a:pt x="120910" y="355556"/>
                    <a:pt x="120694" y="360096"/>
                  </a:cubicBezTo>
                  <a:cubicBezTo>
                    <a:pt x="120694" y="360636"/>
                    <a:pt x="119938" y="364205"/>
                    <a:pt x="122967" y="366802"/>
                  </a:cubicBezTo>
                  <a:cubicBezTo>
                    <a:pt x="123507" y="367449"/>
                    <a:pt x="127082" y="369615"/>
                    <a:pt x="128161" y="373831"/>
                  </a:cubicBezTo>
                  <a:cubicBezTo>
                    <a:pt x="128161" y="374479"/>
                    <a:pt x="130219" y="379343"/>
                    <a:pt x="126434" y="379673"/>
                  </a:cubicBezTo>
                  <a:cubicBezTo>
                    <a:pt x="124809" y="379781"/>
                    <a:pt x="123945" y="381400"/>
                    <a:pt x="124485" y="383134"/>
                  </a:cubicBezTo>
                  <a:cubicBezTo>
                    <a:pt x="130543" y="401079"/>
                    <a:pt x="131521" y="405302"/>
                    <a:pt x="134118" y="409302"/>
                  </a:cubicBezTo>
                  <a:cubicBezTo>
                    <a:pt x="147319" y="430060"/>
                    <a:pt x="148621" y="433089"/>
                    <a:pt x="152190" y="436226"/>
                  </a:cubicBezTo>
                  <a:cubicBezTo>
                    <a:pt x="168427" y="450933"/>
                    <a:pt x="175462" y="457314"/>
                    <a:pt x="178930" y="460775"/>
                  </a:cubicBezTo>
                  <a:lnTo>
                    <a:pt x="178930" y="460559"/>
                  </a:lnTo>
                  <a:lnTo>
                    <a:pt x="200793" y="435902"/>
                  </a:lnTo>
                  <a:lnTo>
                    <a:pt x="220814" y="465424"/>
                  </a:lnTo>
                  <a:lnTo>
                    <a:pt x="282498" y="472021"/>
                  </a:lnTo>
                  <a:lnTo>
                    <a:pt x="309993" y="452120"/>
                  </a:lnTo>
                  <a:lnTo>
                    <a:pt x="309231" y="307651"/>
                  </a:lnTo>
                  <a:lnTo>
                    <a:pt x="309231" y="199295"/>
                  </a:lnTo>
                  <a:lnTo>
                    <a:pt x="347903" y="199295"/>
                  </a:lnTo>
                  <a:lnTo>
                    <a:pt x="347903" y="72670"/>
                  </a:lnTo>
                  <a:lnTo>
                    <a:pt x="432612" y="56014"/>
                  </a:lnTo>
                  <a:lnTo>
                    <a:pt x="442074" y="72777"/>
                  </a:lnTo>
                  <a:lnTo>
                    <a:pt x="469887" y="51689"/>
                  </a:lnTo>
                  <a:lnTo>
                    <a:pt x="480237" y="57531"/>
                  </a:lnTo>
                  <a:lnTo>
                    <a:pt x="505447" y="36443"/>
                  </a:lnTo>
                  <a:lnTo>
                    <a:pt x="489699" y="21736"/>
                  </a:lnTo>
                  <a:lnTo>
                    <a:pt x="465441" y="19463"/>
                  </a:lnTo>
                  <a:lnTo>
                    <a:pt x="464870" y="191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279BB0BC-6B7C-21C7-F622-2CC8DBCDF66B}"/>
                </a:ext>
              </a:extLst>
            </p:cNvPr>
            <p:cNvSpPr/>
            <p:nvPr/>
          </p:nvSpPr>
          <p:spPr>
            <a:xfrm>
              <a:off x="6764655" y="4870240"/>
              <a:ext cx="398979" cy="633253"/>
            </a:xfrm>
            <a:custGeom>
              <a:avLst/>
              <a:gdLst>
                <a:gd name="csX0" fmla="*/ 291719 w 398979"/>
                <a:gd name="csY0" fmla="*/ 30715 h 633253"/>
                <a:gd name="csX1" fmla="*/ 271589 w 398979"/>
                <a:gd name="csY1" fmla="*/ 49530 h 633253"/>
                <a:gd name="csX2" fmla="*/ 248983 w 398979"/>
                <a:gd name="csY2" fmla="*/ 41421 h 633253"/>
                <a:gd name="csX3" fmla="*/ 234124 w 398979"/>
                <a:gd name="csY3" fmla="*/ 50286 h 633253"/>
                <a:gd name="csX4" fmla="*/ 212598 w 398979"/>
                <a:gd name="csY4" fmla="*/ 36227 h 633253"/>
                <a:gd name="csX5" fmla="*/ 201422 w 398979"/>
                <a:gd name="csY5" fmla="*/ 44336 h 633253"/>
                <a:gd name="csX6" fmla="*/ 177292 w 398979"/>
                <a:gd name="csY6" fmla="*/ 44012 h 633253"/>
                <a:gd name="csX7" fmla="*/ 176784 w 398979"/>
                <a:gd name="csY7" fmla="*/ 55366 h 633253"/>
                <a:gd name="csX8" fmla="*/ 174180 w 398979"/>
                <a:gd name="csY8" fmla="*/ 60992 h 633253"/>
                <a:gd name="csX9" fmla="*/ 169863 w 398979"/>
                <a:gd name="csY9" fmla="*/ 68237 h 633253"/>
                <a:gd name="csX10" fmla="*/ 169863 w 398979"/>
                <a:gd name="csY10" fmla="*/ 71158 h 633253"/>
                <a:gd name="csX11" fmla="*/ 172465 w 398979"/>
                <a:gd name="csY11" fmla="*/ 82080 h 633253"/>
                <a:gd name="csX12" fmla="*/ 172021 w 398979"/>
                <a:gd name="csY12" fmla="*/ 90513 h 633253"/>
                <a:gd name="csX13" fmla="*/ 172021 w 398979"/>
                <a:gd name="csY13" fmla="*/ 98298 h 633253"/>
                <a:gd name="csX14" fmla="*/ 172656 w 398979"/>
                <a:gd name="csY14" fmla="*/ 101003 h 633253"/>
                <a:gd name="csX15" fmla="*/ 174625 w 398979"/>
                <a:gd name="csY15" fmla="*/ 104032 h 633253"/>
                <a:gd name="csX16" fmla="*/ 212280 w 398979"/>
                <a:gd name="csY16" fmla="*/ 145663 h 633253"/>
                <a:gd name="csX17" fmla="*/ 212280 w 398979"/>
                <a:gd name="csY17" fmla="*/ 211950 h 633253"/>
                <a:gd name="csX18" fmla="*/ 191833 w 398979"/>
                <a:gd name="csY18" fmla="*/ 218980 h 633253"/>
                <a:gd name="csX19" fmla="*/ 191833 w 398979"/>
                <a:gd name="csY19" fmla="*/ 257372 h 633253"/>
                <a:gd name="csX20" fmla="*/ 171386 w 398979"/>
                <a:gd name="csY20" fmla="*/ 244069 h 633253"/>
                <a:gd name="csX21" fmla="*/ 173989 w 398979"/>
                <a:gd name="csY21" fmla="*/ 233794 h 633253"/>
                <a:gd name="csX22" fmla="*/ 150177 w 398979"/>
                <a:gd name="csY22" fmla="*/ 204813 h 633253"/>
                <a:gd name="csX23" fmla="*/ 163131 w 398979"/>
                <a:gd name="csY23" fmla="*/ 183077 h 633253"/>
                <a:gd name="csX24" fmla="*/ 157924 w 398979"/>
                <a:gd name="csY24" fmla="*/ 151073 h 633253"/>
                <a:gd name="csX25" fmla="*/ 128588 w 398979"/>
                <a:gd name="csY25" fmla="*/ 157664 h 633253"/>
                <a:gd name="csX26" fmla="*/ 116713 w 398979"/>
                <a:gd name="csY26" fmla="*/ 141878 h 633253"/>
                <a:gd name="csX27" fmla="*/ 0 w 398979"/>
                <a:gd name="csY27" fmla="*/ 172479 h 633253"/>
                <a:gd name="csX28" fmla="*/ 8445 w 398979"/>
                <a:gd name="csY28" fmla="*/ 210223 h 633253"/>
                <a:gd name="csX29" fmla="*/ 49085 w 398979"/>
                <a:gd name="csY29" fmla="*/ 213684 h 633253"/>
                <a:gd name="csX30" fmla="*/ 64452 w 398979"/>
                <a:gd name="csY30" fmla="*/ 227413 h 633253"/>
                <a:gd name="csX31" fmla="*/ 101536 w 398979"/>
                <a:gd name="csY31" fmla="*/ 237255 h 633253"/>
                <a:gd name="csX32" fmla="*/ 103505 w 398979"/>
                <a:gd name="csY32" fmla="*/ 310464 h 633253"/>
                <a:gd name="csX33" fmla="*/ 91186 w 398979"/>
                <a:gd name="csY33" fmla="*/ 320739 h 633253"/>
                <a:gd name="csX34" fmla="*/ 99060 w 398979"/>
                <a:gd name="csY34" fmla="*/ 330581 h 633253"/>
                <a:gd name="csX35" fmla="*/ 94614 w 398979"/>
                <a:gd name="csY35" fmla="*/ 345827 h 633253"/>
                <a:gd name="csX36" fmla="*/ 106552 w 398979"/>
                <a:gd name="csY36" fmla="*/ 357073 h 633253"/>
                <a:gd name="csX37" fmla="*/ 94614 w 398979"/>
                <a:gd name="csY37" fmla="*/ 382594 h 633253"/>
                <a:gd name="csX38" fmla="*/ 82740 w 398979"/>
                <a:gd name="csY38" fmla="*/ 387026 h 633253"/>
                <a:gd name="csX39" fmla="*/ 86169 w 398979"/>
                <a:gd name="csY39" fmla="*/ 414058 h 633253"/>
                <a:gd name="csX40" fmla="*/ 38100 w 398979"/>
                <a:gd name="csY40" fmla="*/ 454394 h 633253"/>
                <a:gd name="csX41" fmla="*/ 50038 w 398979"/>
                <a:gd name="csY41" fmla="*/ 485864 h 633253"/>
                <a:gd name="csX42" fmla="*/ 48513 w 398979"/>
                <a:gd name="csY42" fmla="*/ 500139 h 633253"/>
                <a:gd name="csX43" fmla="*/ 66801 w 398979"/>
                <a:gd name="csY43" fmla="*/ 537013 h 633253"/>
                <a:gd name="csX44" fmla="*/ 66801 w 398979"/>
                <a:gd name="csY44" fmla="*/ 633254 h 633253"/>
                <a:gd name="csX45" fmla="*/ 99504 w 398979"/>
                <a:gd name="csY45" fmla="*/ 633254 h 633253"/>
                <a:gd name="csX46" fmla="*/ 102933 w 398979"/>
                <a:gd name="csY46" fmla="*/ 597027 h 633253"/>
                <a:gd name="csX47" fmla="*/ 101536 w 398979"/>
                <a:gd name="csY47" fmla="*/ 596595 h 633253"/>
                <a:gd name="csX48" fmla="*/ 93027 w 398979"/>
                <a:gd name="csY48" fmla="*/ 604488 h 633253"/>
                <a:gd name="csX49" fmla="*/ 88646 w 398979"/>
                <a:gd name="csY49" fmla="*/ 594544 h 633253"/>
                <a:gd name="csX50" fmla="*/ 103505 w 398979"/>
                <a:gd name="csY50" fmla="*/ 573456 h 633253"/>
                <a:gd name="csX51" fmla="*/ 185547 w 398979"/>
                <a:gd name="csY51" fmla="*/ 541662 h 633253"/>
                <a:gd name="csX52" fmla="*/ 197548 w 398979"/>
                <a:gd name="csY52" fmla="*/ 523386 h 633253"/>
                <a:gd name="csX53" fmla="*/ 197040 w 398979"/>
                <a:gd name="csY53" fmla="*/ 513544 h 633253"/>
                <a:gd name="csX54" fmla="*/ 191833 w 398979"/>
                <a:gd name="csY54" fmla="*/ 513766 h 633253"/>
                <a:gd name="csX55" fmla="*/ 200723 w 398979"/>
                <a:gd name="csY55" fmla="*/ 476129 h 633253"/>
                <a:gd name="csX56" fmla="*/ 197865 w 398979"/>
                <a:gd name="csY56" fmla="*/ 446716 h 633253"/>
                <a:gd name="csX57" fmla="*/ 190817 w 398979"/>
                <a:gd name="csY57" fmla="*/ 448126 h 633253"/>
                <a:gd name="csX58" fmla="*/ 187896 w 398979"/>
                <a:gd name="csY58" fmla="*/ 426390 h 633253"/>
                <a:gd name="csX59" fmla="*/ 182054 w 398979"/>
                <a:gd name="csY59" fmla="*/ 411252 h 633253"/>
                <a:gd name="csX60" fmla="*/ 181990 w 398979"/>
                <a:gd name="csY60" fmla="*/ 398272 h 633253"/>
                <a:gd name="csX61" fmla="*/ 167894 w 398979"/>
                <a:gd name="csY61" fmla="*/ 381076 h 633253"/>
                <a:gd name="csX62" fmla="*/ 173418 w 398979"/>
                <a:gd name="csY62" fmla="*/ 362261 h 633253"/>
                <a:gd name="csX63" fmla="*/ 211518 w 398979"/>
                <a:gd name="csY63" fmla="*/ 327228 h 633253"/>
                <a:gd name="csX64" fmla="*/ 222123 w 398979"/>
                <a:gd name="csY64" fmla="*/ 323983 h 633253"/>
                <a:gd name="csX65" fmla="*/ 224917 w 398979"/>
                <a:gd name="csY65" fmla="*/ 319443 h 633253"/>
                <a:gd name="csX66" fmla="*/ 228282 w 398979"/>
                <a:gd name="csY66" fmla="*/ 317602 h 633253"/>
                <a:gd name="csX67" fmla="*/ 233045 w 398979"/>
                <a:gd name="csY67" fmla="*/ 315875 h 633253"/>
                <a:gd name="csX68" fmla="*/ 235203 w 398979"/>
                <a:gd name="csY68" fmla="*/ 312090 h 633253"/>
                <a:gd name="csX69" fmla="*/ 263017 w 398979"/>
                <a:gd name="csY69" fmla="*/ 278022 h 633253"/>
                <a:gd name="csX70" fmla="*/ 290004 w 398979"/>
                <a:gd name="csY70" fmla="*/ 263316 h 633253"/>
                <a:gd name="csX71" fmla="*/ 302323 w 398979"/>
                <a:gd name="csY71" fmla="*/ 258452 h 633253"/>
                <a:gd name="csX72" fmla="*/ 333184 w 398979"/>
                <a:gd name="csY72" fmla="*/ 248501 h 633253"/>
                <a:gd name="csX73" fmla="*/ 338391 w 398979"/>
                <a:gd name="csY73" fmla="*/ 242881 h 633253"/>
                <a:gd name="csX74" fmla="*/ 360552 w 398979"/>
                <a:gd name="csY74" fmla="*/ 228714 h 633253"/>
                <a:gd name="csX75" fmla="*/ 364553 w 398979"/>
                <a:gd name="csY75" fmla="*/ 220606 h 633253"/>
                <a:gd name="csX76" fmla="*/ 368871 w 398979"/>
                <a:gd name="csY76" fmla="*/ 217793 h 633253"/>
                <a:gd name="csX77" fmla="*/ 385318 w 398979"/>
                <a:gd name="csY77" fmla="*/ 196380 h 633253"/>
                <a:gd name="csX78" fmla="*/ 391858 w 398979"/>
                <a:gd name="csY78" fmla="*/ 184919 h 633253"/>
                <a:gd name="csX79" fmla="*/ 390842 w 398979"/>
                <a:gd name="csY79" fmla="*/ 177889 h 633253"/>
                <a:gd name="csX80" fmla="*/ 394335 w 398979"/>
                <a:gd name="csY80" fmla="*/ 173133 h 633253"/>
                <a:gd name="csX81" fmla="*/ 398652 w 398979"/>
                <a:gd name="csY81" fmla="*/ 164046 h 633253"/>
                <a:gd name="csX82" fmla="*/ 398970 w 398979"/>
                <a:gd name="csY82" fmla="*/ 154527 h 633253"/>
                <a:gd name="csX83" fmla="*/ 393764 w 398979"/>
                <a:gd name="csY83" fmla="*/ 146634 h 633253"/>
                <a:gd name="csX84" fmla="*/ 391413 w 398979"/>
                <a:gd name="csY84" fmla="*/ 142958 h 633253"/>
                <a:gd name="csX85" fmla="*/ 388810 w 398979"/>
                <a:gd name="csY85" fmla="*/ 138094 h 633253"/>
                <a:gd name="csX86" fmla="*/ 390525 w 398979"/>
                <a:gd name="csY86" fmla="*/ 132143 h 633253"/>
                <a:gd name="csX87" fmla="*/ 389445 w 398979"/>
                <a:gd name="csY87" fmla="*/ 123063 h 633253"/>
                <a:gd name="csX88" fmla="*/ 387286 w 398979"/>
                <a:gd name="csY88" fmla="*/ 113652 h 633253"/>
                <a:gd name="csX89" fmla="*/ 389318 w 398979"/>
                <a:gd name="csY89" fmla="*/ 107817 h 633253"/>
                <a:gd name="csX90" fmla="*/ 385889 w 398979"/>
                <a:gd name="csY90" fmla="*/ 97434 h 633253"/>
                <a:gd name="csX91" fmla="*/ 382397 w 398979"/>
                <a:gd name="csY91" fmla="*/ 95701 h 633253"/>
                <a:gd name="csX92" fmla="*/ 385699 w 398979"/>
                <a:gd name="csY92" fmla="*/ 91161 h 633253"/>
                <a:gd name="csX93" fmla="*/ 386842 w 398979"/>
                <a:gd name="csY93" fmla="*/ 79483 h 633253"/>
                <a:gd name="csX94" fmla="*/ 386651 w 398979"/>
                <a:gd name="csY94" fmla="*/ 69317 h 633253"/>
                <a:gd name="csX95" fmla="*/ 384556 w 398979"/>
                <a:gd name="csY95" fmla="*/ 44768 h 633253"/>
                <a:gd name="csX96" fmla="*/ 385572 w 398979"/>
                <a:gd name="csY96" fmla="*/ 37636 h 633253"/>
                <a:gd name="csX97" fmla="*/ 383095 w 398979"/>
                <a:gd name="csY97" fmla="*/ 29089 h 633253"/>
                <a:gd name="csX98" fmla="*/ 386778 w 398979"/>
                <a:gd name="csY98" fmla="*/ 24009 h 633253"/>
                <a:gd name="csX99" fmla="*/ 387731 w 398979"/>
                <a:gd name="csY99" fmla="*/ 15577 h 633253"/>
                <a:gd name="csX100" fmla="*/ 387603 w 398979"/>
                <a:gd name="csY100" fmla="*/ 8001 h 633253"/>
                <a:gd name="csX101" fmla="*/ 388176 w 398979"/>
                <a:gd name="csY101" fmla="*/ 2274 h 633253"/>
                <a:gd name="csX102" fmla="*/ 381635 w 398979"/>
                <a:gd name="csY102" fmla="*/ 0 h 633253"/>
                <a:gd name="csX103" fmla="*/ 313880 w 398979"/>
                <a:gd name="csY103" fmla="*/ 37745 h 633253"/>
                <a:gd name="csX104" fmla="*/ 291528 w 398979"/>
                <a:gd name="csY104" fmla="*/ 31039 h 633253"/>
                <a:gd name="csX105" fmla="*/ 291719 w 398979"/>
                <a:gd name="csY105" fmla="*/ 30715 h 633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398979" h="633253">
                  <a:moveTo>
                    <a:pt x="291719" y="30715"/>
                  </a:moveTo>
                  <a:lnTo>
                    <a:pt x="271589" y="49530"/>
                  </a:lnTo>
                  <a:lnTo>
                    <a:pt x="248983" y="41421"/>
                  </a:lnTo>
                  <a:lnTo>
                    <a:pt x="234124" y="50286"/>
                  </a:lnTo>
                  <a:lnTo>
                    <a:pt x="212598" y="36227"/>
                  </a:lnTo>
                  <a:lnTo>
                    <a:pt x="201422" y="44336"/>
                  </a:lnTo>
                  <a:lnTo>
                    <a:pt x="177292" y="44012"/>
                  </a:lnTo>
                  <a:cubicBezTo>
                    <a:pt x="177228" y="46933"/>
                    <a:pt x="176974" y="50502"/>
                    <a:pt x="176784" y="55366"/>
                  </a:cubicBezTo>
                  <a:cubicBezTo>
                    <a:pt x="176657" y="57207"/>
                    <a:pt x="175451" y="59696"/>
                    <a:pt x="174180" y="60992"/>
                  </a:cubicBezTo>
                  <a:cubicBezTo>
                    <a:pt x="174625" y="60452"/>
                    <a:pt x="169926" y="64129"/>
                    <a:pt x="169863" y="68237"/>
                  </a:cubicBezTo>
                  <a:lnTo>
                    <a:pt x="169863" y="71158"/>
                  </a:lnTo>
                  <a:cubicBezTo>
                    <a:pt x="169608" y="75159"/>
                    <a:pt x="171132" y="78511"/>
                    <a:pt x="172465" y="82080"/>
                  </a:cubicBezTo>
                  <a:cubicBezTo>
                    <a:pt x="173989" y="86081"/>
                    <a:pt x="172212" y="89541"/>
                    <a:pt x="172021" y="90513"/>
                  </a:cubicBezTo>
                  <a:cubicBezTo>
                    <a:pt x="170688" y="94729"/>
                    <a:pt x="171576" y="93110"/>
                    <a:pt x="172021" y="98298"/>
                  </a:cubicBezTo>
                  <a:cubicBezTo>
                    <a:pt x="172021" y="99162"/>
                    <a:pt x="172338" y="100140"/>
                    <a:pt x="172656" y="101003"/>
                  </a:cubicBezTo>
                  <a:lnTo>
                    <a:pt x="174625" y="104032"/>
                  </a:lnTo>
                  <a:lnTo>
                    <a:pt x="212280" y="145663"/>
                  </a:lnTo>
                  <a:lnTo>
                    <a:pt x="212280" y="211950"/>
                  </a:lnTo>
                  <a:lnTo>
                    <a:pt x="191833" y="218980"/>
                  </a:lnTo>
                  <a:lnTo>
                    <a:pt x="191833" y="257372"/>
                  </a:lnTo>
                  <a:lnTo>
                    <a:pt x="171386" y="244069"/>
                  </a:lnTo>
                  <a:lnTo>
                    <a:pt x="173989" y="233794"/>
                  </a:lnTo>
                  <a:lnTo>
                    <a:pt x="150177" y="204813"/>
                  </a:lnTo>
                  <a:lnTo>
                    <a:pt x="163131" y="183077"/>
                  </a:lnTo>
                  <a:lnTo>
                    <a:pt x="157924" y="151073"/>
                  </a:lnTo>
                  <a:lnTo>
                    <a:pt x="128588" y="157664"/>
                  </a:lnTo>
                  <a:lnTo>
                    <a:pt x="116713" y="141878"/>
                  </a:lnTo>
                  <a:lnTo>
                    <a:pt x="0" y="172479"/>
                  </a:lnTo>
                  <a:lnTo>
                    <a:pt x="8445" y="210223"/>
                  </a:lnTo>
                  <a:lnTo>
                    <a:pt x="49085" y="213684"/>
                  </a:lnTo>
                  <a:lnTo>
                    <a:pt x="64452" y="227413"/>
                  </a:lnTo>
                  <a:lnTo>
                    <a:pt x="101536" y="237255"/>
                  </a:lnTo>
                  <a:lnTo>
                    <a:pt x="103505" y="310464"/>
                  </a:lnTo>
                  <a:lnTo>
                    <a:pt x="91186" y="320739"/>
                  </a:lnTo>
                  <a:lnTo>
                    <a:pt x="99060" y="330581"/>
                  </a:lnTo>
                  <a:lnTo>
                    <a:pt x="94614" y="345827"/>
                  </a:lnTo>
                  <a:lnTo>
                    <a:pt x="106552" y="357073"/>
                  </a:lnTo>
                  <a:lnTo>
                    <a:pt x="94614" y="382594"/>
                  </a:lnTo>
                  <a:lnTo>
                    <a:pt x="82740" y="387026"/>
                  </a:lnTo>
                  <a:lnTo>
                    <a:pt x="86169" y="414058"/>
                  </a:lnTo>
                  <a:lnTo>
                    <a:pt x="38100" y="454394"/>
                  </a:lnTo>
                  <a:lnTo>
                    <a:pt x="50038" y="485864"/>
                  </a:lnTo>
                  <a:lnTo>
                    <a:pt x="48513" y="500139"/>
                  </a:lnTo>
                  <a:lnTo>
                    <a:pt x="66801" y="537013"/>
                  </a:lnTo>
                  <a:lnTo>
                    <a:pt x="66801" y="633254"/>
                  </a:lnTo>
                  <a:lnTo>
                    <a:pt x="99504" y="633254"/>
                  </a:lnTo>
                  <a:cubicBezTo>
                    <a:pt x="101346" y="618871"/>
                    <a:pt x="102933" y="596595"/>
                    <a:pt x="102933" y="597027"/>
                  </a:cubicBezTo>
                  <a:cubicBezTo>
                    <a:pt x="103188" y="595192"/>
                    <a:pt x="102552" y="594976"/>
                    <a:pt x="101536" y="596595"/>
                  </a:cubicBezTo>
                  <a:cubicBezTo>
                    <a:pt x="98933" y="599948"/>
                    <a:pt x="96456" y="608489"/>
                    <a:pt x="93027" y="604488"/>
                  </a:cubicBezTo>
                  <a:cubicBezTo>
                    <a:pt x="91821" y="602545"/>
                    <a:pt x="86296" y="598653"/>
                    <a:pt x="88646" y="594544"/>
                  </a:cubicBezTo>
                  <a:cubicBezTo>
                    <a:pt x="98869" y="577240"/>
                    <a:pt x="99251" y="574967"/>
                    <a:pt x="103505" y="573456"/>
                  </a:cubicBezTo>
                  <a:cubicBezTo>
                    <a:pt x="184467" y="543935"/>
                    <a:pt x="182626" y="545554"/>
                    <a:pt x="185547" y="541662"/>
                  </a:cubicBezTo>
                  <a:cubicBezTo>
                    <a:pt x="192786" y="532149"/>
                    <a:pt x="196596" y="528034"/>
                    <a:pt x="197548" y="523386"/>
                  </a:cubicBezTo>
                  <a:cubicBezTo>
                    <a:pt x="197865" y="519709"/>
                    <a:pt x="201422" y="510953"/>
                    <a:pt x="197040" y="513544"/>
                  </a:cubicBezTo>
                  <a:cubicBezTo>
                    <a:pt x="196342" y="513766"/>
                    <a:pt x="190753" y="518198"/>
                    <a:pt x="191833" y="513766"/>
                  </a:cubicBezTo>
                  <a:cubicBezTo>
                    <a:pt x="198627" y="487159"/>
                    <a:pt x="200723" y="481216"/>
                    <a:pt x="200723" y="476129"/>
                  </a:cubicBezTo>
                  <a:cubicBezTo>
                    <a:pt x="200723" y="447802"/>
                    <a:pt x="201676" y="444126"/>
                    <a:pt x="197865" y="446716"/>
                  </a:cubicBezTo>
                  <a:cubicBezTo>
                    <a:pt x="196596" y="447364"/>
                    <a:pt x="191198" y="452882"/>
                    <a:pt x="190817" y="448126"/>
                  </a:cubicBezTo>
                  <a:cubicBezTo>
                    <a:pt x="189864" y="433851"/>
                    <a:pt x="190182" y="430390"/>
                    <a:pt x="187896" y="426390"/>
                  </a:cubicBezTo>
                  <a:cubicBezTo>
                    <a:pt x="184023" y="419469"/>
                    <a:pt x="181101" y="415684"/>
                    <a:pt x="182054" y="411252"/>
                  </a:cubicBezTo>
                  <a:cubicBezTo>
                    <a:pt x="182499" y="407245"/>
                    <a:pt x="185674" y="401733"/>
                    <a:pt x="181990" y="398272"/>
                  </a:cubicBezTo>
                  <a:cubicBezTo>
                    <a:pt x="170370" y="387350"/>
                    <a:pt x="167132" y="385401"/>
                    <a:pt x="167894" y="381076"/>
                  </a:cubicBezTo>
                  <a:cubicBezTo>
                    <a:pt x="170052" y="369507"/>
                    <a:pt x="170180" y="365290"/>
                    <a:pt x="173418" y="362261"/>
                  </a:cubicBezTo>
                  <a:lnTo>
                    <a:pt x="211518" y="327228"/>
                  </a:lnTo>
                  <a:cubicBezTo>
                    <a:pt x="215011" y="324091"/>
                    <a:pt x="222694" y="323876"/>
                    <a:pt x="222123" y="323983"/>
                  </a:cubicBezTo>
                  <a:cubicBezTo>
                    <a:pt x="225806" y="323552"/>
                    <a:pt x="224917" y="318789"/>
                    <a:pt x="224917" y="319443"/>
                  </a:cubicBezTo>
                  <a:cubicBezTo>
                    <a:pt x="224409" y="315766"/>
                    <a:pt x="228917" y="317602"/>
                    <a:pt x="228282" y="317602"/>
                  </a:cubicBezTo>
                  <a:cubicBezTo>
                    <a:pt x="229997" y="318250"/>
                    <a:pt x="232219" y="317602"/>
                    <a:pt x="233045" y="315875"/>
                  </a:cubicBezTo>
                  <a:lnTo>
                    <a:pt x="235203" y="312090"/>
                  </a:lnTo>
                  <a:cubicBezTo>
                    <a:pt x="237680" y="307543"/>
                    <a:pt x="258190" y="280835"/>
                    <a:pt x="263017" y="278022"/>
                  </a:cubicBezTo>
                  <a:cubicBezTo>
                    <a:pt x="283273" y="266560"/>
                    <a:pt x="285876" y="264941"/>
                    <a:pt x="290004" y="263316"/>
                  </a:cubicBezTo>
                  <a:lnTo>
                    <a:pt x="302323" y="258452"/>
                  </a:lnTo>
                  <a:cubicBezTo>
                    <a:pt x="315976" y="253041"/>
                    <a:pt x="329501" y="254451"/>
                    <a:pt x="333184" y="248501"/>
                  </a:cubicBezTo>
                  <a:cubicBezTo>
                    <a:pt x="333628" y="247853"/>
                    <a:pt x="335026" y="245040"/>
                    <a:pt x="338391" y="242881"/>
                  </a:cubicBezTo>
                  <a:lnTo>
                    <a:pt x="360552" y="228714"/>
                  </a:lnTo>
                  <a:cubicBezTo>
                    <a:pt x="364807" y="226009"/>
                    <a:pt x="361188" y="220821"/>
                    <a:pt x="364553" y="220606"/>
                  </a:cubicBezTo>
                  <a:cubicBezTo>
                    <a:pt x="365760" y="220606"/>
                    <a:pt x="367728" y="219304"/>
                    <a:pt x="368871" y="217793"/>
                  </a:cubicBezTo>
                  <a:lnTo>
                    <a:pt x="385318" y="196380"/>
                  </a:lnTo>
                  <a:cubicBezTo>
                    <a:pt x="388493" y="192380"/>
                    <a:pt x="392176" y="184271"/>
                    <a:pt x="391858" y="184919"/>
                  </a:cubicBezTo>
                  <a:cubicBezTo>
                    <a:pt x="394017" y="180486"/>
                    <a:pt x="386397" y="180264"/>
                    <a:pt x="390842" y="177889"/>
                  </a:cubicBezTo>
                  <a:cubicBezTo>
                    <a:pt x="391413" y="177349"/>
                    <a:pt x="395541" y="176047"/>
                    <a:pt x="394335" y="173133"/>
                  </a:cubicBezTo>
                  <a:cubicBezTo>
                    <a:pt x="392938" y="169564"/>
                    <a:pt x="398463" y="168910"/>
                    <a:pt x="398652" y="164046"/>
                  </a:cubicBezTo>
                  <a:lnTo>
                    <a:pt x="398970" y="154527"/>
                  </a:lnTo>
                  <a:cubicBezTo>
                    <a:pt x="399224" y="149339"/>
                    <a:pt x="393890" y="151829"/>
                    <a:pt x="393764" y="146634"/>
                  </a:cubicBezTo>
                  <a:cubicBezTo>
                    <a:pt x="393573" y="146095"/>
                    <a:pt x="394081" y="141338"/>
                    <a:pt x="391413" y="142958"/>
                  </a:cubicBezTo>
                  <a:cubicBezTo>
                    <a:pt x="388365" y="144799"/>
                    <a:pt x="386080" y="141446"/>
                    <a:pt x="388810" y="138094"/>
                  </a:cubicBezTo>
                  <a:cubicBezTo>
                    <a:pt x="390017" y="136690"/>
                    <a:pt x="390778" y="133985"/>
                    <a:pt x="390525" y="132143"/>
                  </a:cubicBezTo>
                  <a:lnTo>
                    <a:pt x="389445" y="123063"/>
                  </a:lnTo>
                  <a:cubicBezTo>
                    <a:pt x="388810" y="117869"/>
                    <a:pt x="384048" y="117005"/>
                    <a:pt x="387286" y="113652"/>
                  </a:cubicBezTo>
                  <a:cubicBezTo>
                    <a:pt x="388620" y="112249"/>
                    <a:pt x="389445" y="109652"/>
                    <a:pt x="389318" y="107817"/>
                  </a:cubicBezTo>
                  <a:cubicBezTo>
                    <a:pt x="388620" y="103816"/>
                    <a:pt x="389572" y="93434"/>
                    <a:pt x="385889" y="97434"/>
                  </a:cubicBezTo>
                  <a:cubicBezTo>
                    <a:pt x="383413" y="100248"/>
                    <a:pt x="382015" y="95161"/>
                    <a:pt x="382397" y="95701"/>
                  </a:cubicBezTo>
                  <a:cubicBezTo>
                    <a:pt x="381317" y="92024"/>
                    <a:pt x="386334" y="90621"/>
                    <a:pt x="385699" y="91161"/>
                  </a:cubicBezTo>
                  <a:cubicBezTo>
                    <a:pt x="390461" y="89650"/>
                    <a:pt x="389318" y="81102"/>
                    <a:pt x="386842" y="79483"/>
                  </a:cubicBezTo>
                  <a:cubicBezTo>
                    <a:pt x="384048" y="77750"/>
                    <a:pt x="387286" y="74403"/>
                    <a:pt x="386651" y="69317"/>
                  </a:cubicBezTo>
                  <a:cubicBezTo>
                    <a:pt x="384556" y="51797"/>
                    <a:pt x="383921" y="49098"/>
                    <a:pt x="384556" y="44768"/>
                  </a:cubicBezTo>
                  <a:lnTo>
                    <a:pt x="385572" y="37636"/>
                  </a:lnTo>
                  <a:cubicBezTo>
                    <a:pt x="386334" y="32658"/>
                    <a:pt x="380174" y="33090"/>
                    <a:pt x="383095" y="29089"/>
                  </a:cubicBezTo>
                  <a:lnTo>
                    <a:pt x="386778" y="24009"/>
                  </a:lnTo>
                  <a:cubicBezTo>
                    <a:pt x="389763" y="19901"/>
                    <a:pt x="384048" y="19031"/>
                    <a:pt x="387731" y="15577"/>
                  </a:cubicBezTo>
                  <a:cubicBezTo>
                    <a:pt x="391413" y="12116"/>
                    <a:pt x="384048" y="11354"/>
                    <a:pt x="387603" y="8001"/>
                  </a:cubicBezTo>
                  <a:cubicBezTo>
                    <a:pt x="390080" y="5626"/>
                    <a:pt x="388048" y="1626"/>
                    <a:pt x="388176" y="2274"/>
                  </a:cubicBezTo>
                  <a:cubicBezTo>
                    <a:pt x="386397" y="-1079"/>
                    <a:pt x="382968" y="870"/>
                    <a:pt x="381635" y="0"/>
                  </a:cubicBezTo>
                  <a:lnTo>
                    <a:pt x="313880" y="37745"/>
                  </a:lnTo>
                  <a:lnTo>
                    <a:pt x="291528" y="31039"/>
                  </a:lnTo>
                  <a:lnTo>
                    <a:pt x="291719" y="30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0CAB176-A051-03BE-8014-9EC54901C8CD}"/>
                </a:ext>
              </a:extLst>
            </p:cNvPr>
            <p:cNvSpPr/>
            <p:nvPr/>
          </p:nvSpPr>
          <p:spPr>
            <a:xfrm>
              <a:off x="5135835" y="3096139"/>
              <a:ext cx="460762" cy="345605"/>
            </a:xfrm>
            <a:custGeom>
              <a:avLst/>
              <a:gdLst>
                <a:gd name="csX0" fmla="*/ 228809 w 460762"/>
                <a:gd name="csY0" fmla="*/ 265259 h 345605"/>
                <a:gd name="csX1" fmla="*/ 250133 w 460762"/>
                <a:gd name="csY1" fmla="*/ 269475 h 345605"/>
                <a:gd name="csX2" fmla="*/ 255651 w 460762"/>
                <a:gd name="csY2" fmla="*/ 260071 h 345605"/>
                <a:gd name="csX3" fmla="*/ 296456 w 460762"/>
                <a:gd name="csY3" fmla="*/ 252070 h 345605"/>
                <a:gd name="csX4" fmla="*/ 312045 w 460762"/>
                <a:gd name="csY4" fmla="*/ 229902 h 345605"/>
                <a:gd name="csX5" fmla="*/ 361829 w 460762"/>
                <a:gd name="csY5" fmla="*/ 208490 h 345605"/>
                <a:gd name="csX6" fmla="*/ 352196 w 460762"/>
                <a:gd name="csY6" fmla="*/ 185668 h 345605"/>
                <a:gd name="csX7" fmla="*/ 381209 w 460762"/>
                <a:gd name="csY7" fmla="*/ 178314 h 345605"/>
                <a:gd name="csX8" fmla="*/ 388353 w 460762"/>
                <a:gd name="csY8" fmla="*/ 164802 h 345605"/>
                <a:gd name="csX9" fmla="*/ 451777 w 460762"/>
                <a:gd name="csY9" fmla="*/ 167723 h 345605"/>
                <a:gd name="csX10" fmla="*/ 460762 w 460762"/>
                <a:gd name="csY10" fmla="*/ 148038 h 345605"/>
                <a:gd name="csX11" fmla="*/ 436950 w 460762"/>
                <a:gd name="csY11" fmla="*/ 129330 h 345605"/>
                <a:gd name="csX12" fmla="*/ 430993 w 460762"/>
                <a:gd name="csY12" fmla="*/ 57639 h 345605"/>
                <a:gd name="csX13" fmla="*/ 404692 w 460762"/>
                <a:gd name="csY13" fmla="*/ 33414 h 345605"/>
                <a:gd name="csX14" fmla="*/ 387591 w 460762"/>
                <a:gd name="csY14" fmla="*/ 29197 h 345605"/>
                <a:gd name="csX15" fmla="*/ 382505 w 460762"/>
                <a:gd name="csY15" fmla="*/ 24003 h 345605"/>
                <a:gd name="csX16" fmla="*/ 369303 w 460762"/>
                <a:gd name="csY16" fmla="*/ 28658 h 345605"/>
                <a:gd name="csX17" fmla="*/ 359886 w 460762"/>
                <a:gd name="csY17" fmla="*/ 25737 h 345605"/>
                <a:gd name="csX18" fmla="*/ 354800 w 460762"/>
                <a:gd name="csY18" fmla="*/ 28219 h 345605"/>
                <a:gd name="csX19" fmla="*/ 350253 w 460762"/>
                <a:gd name="csY19" fmla="*/ 29521 h 345605"/>
                <a:gd name="csX20" fmla="*/ 347764 w 460762"/>
                <a:gd name="csY20" fmla="*/ 28219 h 345605"/>
                <a:gd name="csX21" fmla="*/ 294945 w 460762"/>
                <a:gd name="csY21" fmla="*/ 0 h 345605"/>
                <a:gd name="csX22" fmla="*/ 270808 w 460762"/>
                <a:gd name="csY22" fmla="*/ 9836 h 345605"/>
                <a:gd name="csX23" fmla="*/ 258140 w 460762"/>
                <a:gd name="csY23" fmla="*/ 46171 h 345605"/>
                <a:gd name="csX24" fmla="*/ 235090 w 460762"/>
                <a:gd name="csY24" fmla="*/ 81858 h 345605"/>
                <a:gd name="csX25" fmla="*/ 179349 w 460762"/>
                <a:gd name="csY25" fmla="*/ 107810 h 345605"/>
                <a:gd name="csX26" fmla="*/ 171443 w 460762"/>
                <a:gd name="csY26" fmla="*/ 116142 h 345605"/>
                <a:gd name="csX27" fmla="*/ 148501 w 460762"/>
                <a:gd name="csY27" fmla="*/ 141656 h 345605"/>
                <a:gd name="csX28" fmla="*/ 146120 w 460762"/>
                <a:gd name="csY28" fmla="*/ 158312 h 345605"/>
                <a:gd name="csX29" fmla="*/ 128689 w 460762"/>
                <a:gd name="csY29" fmla="*/ 184372 h 345605"/>
                <a:gd name="csX30" fmla="*/ 128149 w 460762"/>
                <a:gd name="csY30" fmla="*/ 217786 h 345605"/>
                <a:gd name="csX31" fmla="*/ 134753 w 460762"/>
                <a:gd name="csY31" fmla="*/ 229572 h 345605"/>
                <a:gd name="csX32" fmla="*/ 130422 w 460762"/>
                <a:gd name="csY32" fmla="*/ 244608 h 345605"/>
                <a:gd name="csX33" fmla="*/ 99682 w 460762"/>
                <a:gd name="csY33" fmla="*/ 285159 h 345605"/>
                <a:gd name="csX34" fmla="*/ 75006 w 460762"/>
                <a:gd name="csY34" fmla="*/ 297269 h 345605"/>
                <a:gd name="csX35" fmla="*/ 59963 w 460762"/>
                <a:gd name="csY35" fmla="*/ 313271 h 345605"/>
                <a:gd name="csX36" fmla="*/ 8115 w 460762"/>
                <a:gd name="csY36" fmla="*/ 330035 h 345605"/>
                <a:gd name="csX37" fmla="*/ 0 w 460762"/>
                <a:gd name="csY37" fmla="*/ 345605 h 345605"/>
                <a:gd name="csX38" fmla="*/ 540 w 460762"/>
                <a:gd name="csY38" fmla="*/ 345605 h 345605"/>
                <a:gd name="csX39" fmla="*/ 171120 w 460762"/>
                <a:gd name="csY39" fmla="*/ 345605 h 345605"/>
                <a:gd name="csX40" fmla="*/ 171336 w 460762"/>
                <a:gd name="csY40" fmla="*/ 345605 h 345605"/>
                <a:gd name="csX41" fmla="*/ 171336 w 460762"/>
                <a:gd name="csY41" fmla="*/ 306026 h 345605"/>
                <a:gd name="csX42" fmla="*/ 228593 w 460762"/>
                <a:gd name="csY42" fmla="*/ 265475 h 345605"/>
                <a:gd name="csX43" fmla="*/ 228809 w 460762"/>
                <a:gd name="csY43" fmla="*/ 265259 h 345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460762" h="345605">
                  <a:moveTo>
                    <a:pt x="228809" y="265259"/>
                  </a:moveTo>
                  <a:lnTo>
                    <a:pt x="250133" y="269475"/>
                  </a:lnTo>
                  <a:lnTo>
                    <a:pt x="255651" y="260071"/>
                  </a:lnTo>
                  <a:lnTo>
                    <a:pt x="296456" y="252070"/>
                  </a:lnTo>
                  <a:lnTo>
                    <a:pt x="312045" y="229902"/>
                  </a:lnTo>
                  <a:lnTo>
                    <a:pt x="361829" y="208490"/>
                  </a:lnTo>
                  <a:lnTo>
                    <a:pt x="352196" y="185668"/>
                  </a:lnTo>
                  <a:lnTo>
                    <a:pt x="381209" y="178314"/>
                  </a:lnTo>
                  <a:lnTo>
                    <a:pt x="388353" y="164802"/>
                  </a:lnTo>
                  <a:lnTo>
                    <a:pt x="451777" y="167723"/>
                  </a:lnTo>
                  <a:lnTo>
                    <a:pt x="460762" y="148038"/>
                  </a:lnTo>
                  <a:lnTo>
                    <a:pt x="436950" y="129330"/>
                  </a:lnTo>
                  <a:lnTo>
                    <a:pt x="430993" y="57639"/>
                  </a:lnTo>
                  <a:lnTo>
                    <a:pt x="404692" y="33414"/>
                  </a:lnTo>
                  <a:cubicBezTo>
                    <a:pt x="390080" y="32658"/>
                    <a:pt x="388677" y="32442"/>
                    <a:pt x="387591" y="29197"/>
                  </a:cubicBezTo>
                  <a:cubicBezTo>
                    <a:pt x="387051" y="28219"/>
                    <a:pt x="386512" y="21628"/>
                    <a:pt x="382505" y="24003"/>
                  </a:cubicBezTo>
                  <a:cubicBezTo>
                    <a:pt x="378498" y="25845"/>
                    <a:pt x="374281" y="30169"/>
                    <a:pt x="369303" y="28658"/>
                  </a:cubicBezTo>
                  <a:lnTo>
                    <a:pt x="359886" y="25737"/>
                  </a:lnTo>
                  <a:cubicBezTo>
                    <a:pt x="356419" y="24651"/>
                    <a:pt x="354146" y="28658"/>
                    <a:pt x="354800" y="28219"/>
                  </a:cubicBezTo>
                  <a:cubicBezTo>
                    <a:pt x="353930" y="29845"/>
                    <a:pt x="351872" y="30493"/>
                    <a:pt x="350253" y="29521"/>
                  </a:cubicBezTo>
                  <a:lnTo>
                    <a:pt x="347764" y="28219"/>
                  </a:lnTo>
                  <a:cubicBezTo>
                    <a:pt x="316046" y="36119"/>
                    <a:pt x="299383" y="16218"/>
                    <a:pt x="294945" y="0"/>
                  </a:cubicBezTo>
                  <a:cubicBezTo>
                    <a:pt x="279895" y="5188"/>
                    <a:pt x="272643" y="4324"/>
                    <a:pt x="270808" y="9836"/>
                  </a:cubicBezTo>
                  <a:cubicBezTo>
                    <a:pt x="262363" y="35573"/>
                    <a:pt x="260737" y="41739"/>
                    <a:pt x="258140" y="46171"/>
                  </a:cubicBezTo>
                  <a:cubicBezTo>
                    <a:pt x="239528" y="78073"/>
                    <a:pt x="239306" y="79915"/>
                    <a:pt x="235090" y="81858"/>
                  </a:cubicBezTo>
                  <a:lnTo>
                    <a:pt x="179349" y="107810"/>
                  </a:lnTo>
                  <a:cubicBezTo>
                    <a:pt x="174911" y="109868"/>
                    <a:pt x="171012" y="116789"/>
                    <a:pt x="171443" y="116142"/>
                  </a:cubicBezTo>
                  <a:cubicBezTo>
                    <a:pt x="163652" y="127279"/>
                    <a:pt x="148717" y="134195"/>
                    <a:pt x="148501" y="141656"/>
                  </a:cubicBezTo>
                  <a:cubicBezTo>
                    <a:pt x="148285" y="149447"/>
                    <a:pt x="148933" y="154743"/>
                    <a:pt x="146120" y="158312"/>
                  </a:cubicBezTo>
                  <a:cubicBezTo>
                    <a:pt x="130746" y="178645"/>
                    <a:pt x="129019" y="179940"/>
                    <a:pt x="128689" y="184372"/>
                  </a:cubicBezTo>
                  <a:cubicBezTo>
                    <a:pt x="126200" y="212706"/>
                    <a:pt x="125228" y="214433"/>
                    <a:pt x="128149" y="217786"/>
                  </a:cubicBezTo>
                  <a:cubicBezTo>
                    <a:pt x="130530" y="221139"/>
                    <a:pt x="135725" y="224492"/>
                    <a:pt x="134753" y="229572"/>
                  </a:cubicBezTo>
                  <a:cubicBezTo>
                    <a:pt x="133559" y="235845"/>
                    <a:pt x="133020" y="240932"/>
                    <a:pt x="130422" y="244608"/>
                  </a:cubicBezTo>
                  <a:cubicBezTo>
                    <a:pt x="103149" y="283426"/>
                    <a:pt x="104013" y="283318"/>
                    <a:pt x="99682" y="285159"/>
                  </a:cubicBezTo>
                  <a:cubicBezTo>
                    <a:pt x="80200" y="293269"/>
                    <a:pt x="77711" y="293808"/>
                    <a:pt x="75006" y="297269"/>
                  </a:cubicBezTo>
                  <a:cubicBezTo>
                    <a:pt x="66243" y="308515"/>
                    <a:pt x="64294" y="311976"/>
                    <a:pt x="59963" y="313271"/>
                  </a:cubicBezTo>
                  <a:cubicBezTo>
                    <a:pt x="9201" y="327222"/>
                    <a:pt x="10280" y="326034"/>
                    <a:pt x="8115" y="330035"/>
                  </a:cubicBezTo>
                  <a:cubicBezTo>
                    <a:pt x="4978" y="336093"/>
                    <a:pt x="2273" y="341173"/>
                    <a:pt x="0" y="345605"/>
                  </a:cubicBezTo>
                  <a:lnTo>
                    <a:pt x="540" y="345605"/>
                  </a:lnTo>
                  <a:lnTo>
                    <a:pt x="171120" y="345605"/>
                  </a:lnTo>
                  <a:lnTo>
                    <a:pt x="171336" y="345605"/>
                  </a:lnTo>
                  <a:lnTo>
                    <a:pt x="171336" y="306026"/>
                  </a:lnTo>
                  <a:lnTo>
                    <a:pt x="228593" y="265475"/>
                  </a:lnTo>
                  <a:lnTo>
                    <a:pt x="228809" y="265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ACA8EAD1-0D79-968F-E3A8-3B0DC84D2179}"/>
                </a:ext>
              </a:extLst>
            </p:cNvPr>
            <p:cNvSpPr/>
            <p:nvPr/>
          </p:nvSpPr>
          <p:spPr>
            <a:xfrm>
              <a:off x="7778227" y="5229472"/>
              <a:ext cx="22290" cy="25155"/>
            </a:xfrm>
            <a:custGeom>
              <a:avLst/>
              <a:gdLst>
                <a:gd name="csX0" fmla="*/ 15000 w 22290"/>
                <a:gd name="csY0" fmla="*/ 1188 h 25155"/>
                <a:gd name="csX1" fmla="*/ 7254 w 22290"/>
                <a:gd name="csY1" fmla="*/ 2166 h 25155"/>
                <a:gd name="csX2" fmla="*/ 2110 w 22290"/>
                <a:gd name="csY2" fmla="*/ 23140 h 25155"/>
                <a:gd name="csX3" fmla="*/ 18683 w 22290"/>
                <a:gd name="csY3" fmla="*/ 22816 h 25155"/>
                <a:gd name="csX4" fmla="*/ 21858 w 22290"/>
                <a:gd name="csY4" fmla="*/ 11462 h 25155"/>
                <a:gd name="csX5" fmla="*/ 15000 w 22290"/>
                <a:gd name="csY5" fmla="*/ 1296 h 25155"/>
                <a:gd name="csX6" fmla="*/ 15000 w 22290"/>
                <a:gd name="csY6" fmla="*/ 1188 h 25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290" h="25155">
                  <a:moveTo>
                    <a:pt x="15000" y="1188"/>
                  </a:moveTo>
                  <a:cubicBezTo>
                    <a:pt x="15000" y="1188"/>
                    <a:pt x="8967" y="-2050"/>
                    <a:pt x="7254" y="2166"/>
                  </a:cubicBezTo>
                  <a:cubicBezTo>
                    <a:pt x="522" y="18384"/>
                    <a:pt x="-2271" y="22276"/>
                    <a:pt x="2110" y="23140"/>
                  </a:cubicBezTo>
                  <a:cubicBezTo>
                    <a:pt x="9285" y="23686"/>
                    <a:pt x="16079" y="27579"/>
                    <a:pt x="18683" y="22816"/>
                  </a:cubicBezTo>
                  <a:cubicBezTo>
                    <a:pt x="19699" y="20441"/>
                    <a:pt x="23573" y="16009"/>
                    <a:pt x="21858" y="11462"/>
                  </a:cubicBezTo>
                  <a:cubicBezTo>
                    <a:pt x="20334" y="8541"/>
                    <a:pt x="19763" y="2814"/>
                    <a:pt x="15000" y="1296"/>
                  </a:cubicBezTo>
                  <a:lnTo>
                    <a:pt x="15000" y="1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B9A7E075-CF40-303A-48E9-02F82CD825B3}"/>
                </a:ext>
              </a:extLst>
            </p:cNvPr>
            <p:cNvSpPr/>
            <p:nvPr/>
          </p:nvSpPr>
          <p:spPr>
            <a:xfrm>
              <a:off x="8001816" y="5214731"/>
              <a:ext cx="11635" cy="11140"/>
            </a:xfrm>
            <a:custGeom>
              <a:avLst/>
              <a:gdLst>
                <a:gd name="csX0" fmla="*/ 4136 w 11635"/>
                <a:gd name="csY0" fmla="*/ 1228 h 11140"/>
                <a:gd name="csX1" fmla="*/ 1977 w 11635"/>
                <a:gd name="csY1" fmla="*/ 9984 h 11140"/>
                <a:gd name="csX2" fmla="*/ 11248 w 11635"/>
                <a:gd name="csY2" fmla="*/ 8689 h 11140"/>
                <a:gd name="csX3" fmla="*/ 4200 w 11635"/>
                <a:gd name="csY3" fmla="*/ 1120 h 11140"/>
                <a:gd name="csX4" fmla="*/ 4136 w 11635"/>
                <a:gd name="csY4" fmla="*/ 1228 h 11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35" h="11140">
                  <a:moveTo>
                    <a:pt x="4136" y="1228"/>
                  </a:moveTo>
                  <a:cubicBezTo>
                    <a:pt x="2929" y="3711"/>
                    <a:pt x="-3039" y="9229"/>
                    <a:pt x="1977" y="9984"/>
                  </a:cubicBezTo>
                  <a:cubicBezTo>
                    <a:pt x="5089" y="10093"/>
                    <a:pt x="13534" y="13230"/>
                    <a:pt x="11248" y="8689"/>
                  </a:cubicBezTo>
                  <a:cubicBezTo>
                    <a:pt x="9343" y="5768"/>
                    <a:pt x="7121" y="-3103"/>
                    <a:pt x="4200" y="1120"/>
                  </a:cubicBezTo>
                  <a:lnTo>
                    <a:pt x="4136" y="1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638D32CE-5802-FE15-0B5C-4963B1C7C835}"/>
                </a:ext>
              </a:extLst>
            </p:cNvPr>
            <p:cNvSpPr/>
            <p:nvPr/>
          </p:nvSpPr>
          <p:spPr>
            <a:xfrm>
              <a:off x="4996757" y="3455047"/>
              <a:ext cx="457079" cy="492671"/>
            </a:xfrm>
            <a:custGeom>
              <a:avLst/>
              <a:gdLst>
                <a:gd name="csX0" fmla="*/ 310636 w 457079"/>
                <a:gd name="csY0" fmla="*/ 52984 h 492671"/>
                <a:gd name="csX1" fmla="*/ 186595 w 457079"/>
                <a:gd name="csY1" fmla="*/ 52984 h 492671"/>
                <a:gd name="csX2" fmla="*/ 186595 w 457079"/>
                <a:gd name="csY2" fmla="*/ 153988 h 492671"/>
                <a:gd name="csX3" fmla="*/ 144278 w 457079"/>
                <a:gd name="csY3" fmla="*/ 176803 h 492671"/>
                <a:gd name="csX4" fmla="*/ 148063 w 457079"/>
                <a:gd name="csY4" fmla="*/ 237471 h 492671"/>
                <a:gd name="csX5" fmla="*/ 0 w 457079"/>
                <a:gd name="csY5" fmla="*/ 237471 h 492671"/>
                <a:gd name="csX6" fmla="*/ 1512 w 457079"/>
                <a:gd name="csY6" fmla="*/ 238658 h 492671"/>
                <a:gd name="csX7" fmla="*/ 13526 w 457079"/>
                <a:gd name="csY7" fmla="*/ 254984 h 492671"/>
                <a:gd name="csX8" fmla="*/ 14503 w 457079"/>
                <a:gd name="csY8" fmla="*/ 253365 h 492671"/>
                <a:gd name="csX9" fmla="*/ 17532 w 457079"/>
                <a:gd name="csY9" fmla="*/ 253581 h 492671"/>
                <a:gd name="csX10" fmla="*/ 24352 w 457079"/>
                <a:gd name="csY10" fmla="*/ 269583 h 492671"/>
                <a:gd name="csX11" fmla="*/ 25216 w 457079"/>
                <a:gd name="csY11" fmla="*/ 285915 h 492671"/>
                <a:gd name="csX12" fmla="*/ 19158 w 457079"/>
                <a:gd name="csY12" fmla="*/ 288728 h 492671"/>
                <a:gd name="csX13" fmla="*/ 15259 w 457079"/>
                <a:gd name="csY13" fmla="*/ 292297 h 492671"/>
                <a:gd name="csX14" fmla="*/ 17640 w 457079"/>
                <a:gd name="csY14" fmla="*/ 301161 h 492671"/>
                <a:gd name="csX15" fmla="*/ 16669 w 457079"/>
                <a:gd name="csY15" fmla="*/ 301917 h 492671"/>
                <a:gd name="csX16" fmla="*/ 21539 w 457079"/>
                <a:gd name="csY16" fmla="*/ 313487 h 492671"/>
                <a:gd name="csX17" fmla="*/ 25108 w 457079"/>
                <a:gd name="csY17" fmla="*/ 318573 h 492671"/>
                <a:gd name="csX18" fmla="*/ 32360 w 457079"/>
                <a:gd name="csY18" fmla="*/ 348418 h 492671"/>
                <a:gd name="csX19" fmla="*/ 30956 w 457079"/>
                <a:gd name="csY19" fmla="*/ 376320 h 492671"/>
                <a:gd name="csX20" fmla="*/ 14288 w 457079"/>
                <a:gd name="csY20" fmla="*/ 426707 h 492671"/>
                <a:gd name="csX21" fmla="*/ 13741 w 457079"/>
                <a:gd name="csY21" fmla="*/ 444011 h 492671"/>
                <a:gd name="csX22" fmla="*/ 14288 w 457079"/>
                <a:gd name="csY22" fmla="*/ 444011 h 492671"/>
                <a:gd name="csX23" fmla="*/ 29763 w 457079"/>
                <a:gd name="csY23" fmla="*/ 442392 h 492671"/>
                <a:gd name="csX24" fmla="*/ 38316 w 457079"/>
                <a:gd name="csY24" fmla="*/ 422167 h 492671"/>
                <a:gd name="csX25" fmla="*/ 94920 w 457079"/>
                <a:gd name="csY25" fmla="*/ 416979 h 492671"/>
                <a:gd name="csX26" fmla="*/ 113862 w 457079"/>
                <a:gd name="csY26" fmla="*/ 436118 h 492671"/>
                <a:gd name="csX27" fmla="*/ 131178 w 457079"/>
                <a:gd name="csY27" fmla="*/ 436118 h 492671"/>
                <a:gd name="csX28" fmla="*/ 150552 w 457079"/>
                <a:gd name="csY28" fmla="*/ 471043 h 492671"/>
                <a:gd name="csX29" fmla="*/ 180753 w 457079"/>
                <a:gd name="csY29" fmla="*/ 492671 h 492671"/>
                <a:gd name="csX30" fmla="*/ 194609 w 457079"/>
                <a:gd name="csY30" fmla="*/ 481425 h 492671"/>
                <a:gd name="csX31" fmla="*/ 195148 w 457079"/>
                <a:gd name="csY31" fmla="*/ 460775 h 492671"/>
                <a:gd name="csX32" fmla="*/ 207054 w 457079"/>
                <a:gd name="csY32" fmla="*/ 454825 h 492671"/>
                <a:gd name="csX33" fmla="*/ 226860 w 457079"/>
                <a:gd name="csY33" fmla="*/ 475050 h 492671"/>
                <a:gd name="csX34" fmla="*/ 235738 w 457079"/>
                <a:gd name="csY34" fmla="*/ 462287 h 492671"/>
                <a:gd name="csX35" fmla="*/ 276866 w 457079"/>
                <a:gd name="csY35" fmla="*/ 464236 h 492671"/>
                <a:gd name="csX36" fmla="*/ 281305 w 457079"/>
                <a:gd name="csY36" fmla="*/ 453961 h 492671"/>
                <a:gd name="csX37" fmla="*/ 297758 w 457079"/>
                <a:gd name="csY37" fmla="*/ 452990 h 492671"/>
                <a:gd name="csX38" fmla="*/ 299269 w 457079"/>
                <a:gd name="csY38" fmla="*/ 460883 h 492671"/>
                <a:gd name="csX39" fmla="*/ 428504 w 457079"/>
                <a:gd name="csY39" fmla="*/ 460883 h 492671"/>
                <a:gd name="csX40" fmla="*/ 434892 w 457079"/>
                <a:gd name="csY40" fmla="*/ 429952 h 492671"/>
                <a:gd name="csX41" fmla="*/ 424498 w 457079"/>
                <a:gd name="csY41" fmla="*/ 422059 h 492671"/>
                <a:gd name="csX42" fmla="*/ 389757 w 457079"/>
                <a:gd name="csY42" fmla="*/ 93859 h 492671"/>
                <a:gd name="csX43" fmla="*/ 457079 w 457079"/>
                <a:gd name="csY43" fmla="*/ 93859 h 492671"/>
                <a:gd name="csX44" fmla="*/ 310636 w 457079"/>
                <a:gd name="csY44" fmla="*/ 0 h 492671"/>
                <a:gd name="csX45" fmla="*/ 310636 w 457079"/>
                <a:gd name="csY45" fmla="*/ 53092 h 492671"/>
                <a:gd name="csX46" fmla="*/ 310636 w 457079"/>
                <a:gd name="csY46" fmla="*/ 52984 h 49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7079" h="492671">
                  <a:moveTo>
                    <a:pt x="310636" y="52984"/>
                  </a:moveTo>
                  <a:lnTo>
                    <a:pt x="186595" y="52984"/>
                  </a:lnTo>
                  <a:lnTo>
                    <a:pt x="186595" y="153988"/>
                  </a:lnTo>
                  <a:lnTo>
                    <a:pt x="144278" y="176803"/>
                  </a:lnTo>
                  <a:lnTo>
                    <a:pt x="148063" y="237471"/>
                  </a:lnTo>
                  <a:lnTo>
                    <a:pt x="0" y="237471"/>
                  </a:lnTo>
                  <a:cubicBezTo>
                    <a:pt x="0" y="237471"/>
                    <a:pt x="972" y="237795"/>
                    <a:pt x="1512" y="238658"/>
                  </a:cubicBezTo>
                  <a:cubicBezTo>
                    <a:pt x="9633" y="253689"/>
                    <a:pt x="11144" y="258883"/>
                    <a:pt x="13526" y="254984"/>
                  </a:cubicBezTo>
                  <a:lnTo>
                    <a:pt x="14503" y="253365"/>
                  </a:lnTo>
                  <a:cubicBezTo>
                    <a:pt x="15475" y="251746"/>
                    <a:pt x="16777" y="251854"/>
                    <a:pt x="17532" y="253581"/>
                  </a:cubicBezTo>
                  <a:lnTo>
                    <a:pt x="24352" y="269583"/>
                  </a:lnTo>
                  <a:cubicBezTo>
                    <a:pt x="26410" y="274346"/>
                    <a:pt x="25108" y="286455"/>
                    <a:pt x="25216" y="285915"/>
                  </a:cubicBezTo>
                  <a:cubicBezTo>
                    <a:pt x="25000" y="290456"/>
                    <a:pt x="20129" y="292297"/>
                    <a:pt x="19158" y="288728"/>
                  </a:cubicBezTo>
                  <a:cubicBezTo>
                    <a:pt x="18180" y="285159"/>
                    <a:pt x="12446" y="288728"/>
                    <a:pt x="15259" y="292297"/>
                  </a:cubicBezTo>
                  <a:cubicBezTo>
                    <a:pt x="16123" y="294024"/>
                    <a:pt x="21539" y="298240"/>
                    <a:pt x="17640" y="301161"/>
                  </a:cubicBezTo>
                  <a:lnTo>
                    <a:pt x="16669" y="301917"/>
                  </a:lnTo>
                  <a:cubicBezTo>
                    <a:pt x="9849" y="307112"/>
                    <a:pt x="22511" y="314357"/>
                    <a:pt x="21539" y="313487"/>
                  </a:cubicBezTo>
                  <a:cubicBezTo>
                    <a:pt x="23051" y="314465"/>
                    <a:pt x="24784" y="316732"/>
                    <a:pt x="25108" y="318573"/>
                  </a:cubicBezTo>
                  <a:lnTo>
                    <a:pt x="32360" y="348418"/>
                  </a:lnTo>
                  <a:cubicBezTo>
                    <a:pt x="33662" y="353822"/>
                    <a:pt x="30956" y="376968"/>
                    <a:pt x="30956" y="376320"/>
                  </a:cubicBezTo>
                  <a:cubicBezTo>
                    <a:pt x="30194" y="384645"/>
                    <a:pt x="14288" y="419354"/>
                    <a:pt x="14288" y="426707"/>
                  </a:cubicBezTo>
                  <a:cubicBezTo>
                    <a:pt x="14288" y="436550"/>
                    <a:pt x="14612" y="440874"/>
                    <a:pt x="13741" y="444011"/>
                  </a:cubicBezTo>
                  <a:lnTo>
                    <a:pt x="14288" y="444011"/>
                  </a:lnTo>
                  <a:lnTo>
                    <a:pt x="29763" y="442392"/>
                  </a:lnTo>
                  <a:lnTo>
                    <a:pt x="38316" y="422167"/>
                  </a:lnTo>
                  <a:lnTo>
                    <a:pt x="94920" y="416979"/>
                  </a:lnTo>
                  <a:lnTo>
                    <a:pt x="113862" y="436118"/>
                  </a:lnTo>
                  <a:lnTo>
                    <a:pt x="131178" y="436118"/>
                  </a:lnTo>
                  <a:lnTo>
                    <a:pt x="150552" y="471043"/>
                  </a:lnTo>
                  <a:lnTo>
                    <a:pt x="180753" y="492671"/>
                  </a:lnTo>
                  <a:lnTo>
                    <a:pt x="194609" y="481425"/>
                  </a:lnTo>
                  <a:lnTo>
                    <a:pt x="195148" y="460775"/>
                  </a:lnTo>
                  <a:lnTo>
                    <a:pt x="207054" y="454825"/>
                  </a:lnTo>
                  <a:lnTo>
                    <a:pt x="226860" y="475050"/>
                  </a:lnTo>
                  <a:lnTo>
                    <a:pt x="235738" y="462287"/>
                  </a:lnTo>
                  <a:lnTo>
                    <a:pt x="276866" y="464236"/>
                  </a:lnTo>
                  <a:lnTo>
                    <a:pt x="281305" y="453961"/>
                  </a:lnTo>
                  <a:lnTo>
                    <a:pt x="297758" y="452990"/>
                  </a:lnTo>
                  <a:lnTo>
                    <a:pt x="299269" y="460883"/>
                  </a:lnTo>
                  <a:lnTo>
                    <a:pt x="428504" y="460883"/>
                  </a:lnTo>
                  <a:lnTo>
                    <a:pt x="434892" y="429952"/>
                  </a:lnTo>
                  <a:lnTo>
                    <a:pt x="424498" y="422059"/>
                  </a:lnTo>
                  <a:lnTo>
                    <a:pt x="389757" y="93859"/>
                  </a:lnTo>
                  <a:lnTo>
                    <a:pt x="457079" y="93859"/>
                  </a:lnTo>
                  <a:lnTo>
                    <a:pt x="310636" y="0"/>
                  </a:lnTo>
                  <a:lnTo>
                    <a:pt x="310636" y="53092"/>
                  </a:lnTo>
                  <a:lnTo>
                    <a:pt x="310636" y="529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590FC09F-C8D9-28D5-4D3B-EE8BE217E2C0}"/>
                </a:ext>
              </a:extLst>
            </p:cNvPr>
            <p:cNvSpPr/>
            <p:nvPr/>
          </p:nvSpPr>
          <p:spPr>
            <a:xfrm>
              <a:off x="5173935" y="3548799"/>
              <a:ext cx="617270" cy="568591"/>
            </a:xfrm>
            <a:custGeom>
              <a:avLst/>
              <a:gdLst>
                <a:gd name="csX0" fmla="*/ 585882 w 617270"/>
                <a:gd name="csY0" fmla="*/ 236607 h 568591"/>
                <a:gd name="csX1" fmla="*/ 573214 w 617270"/>
                <a:gd name="csY1" fmla="*/ 229254 h 568591"/>
                <a:gd name="csX2" fmla="*/ 581876 w 617270"/>
                <a:gd name="csY2" fmla="*/ 216713 h 568591"/>
                <a:gd name="csX3" fmla="*/ 577221 w 617270"/>
                <a:gd name="csY3" fmla="*/ 200812 h 568591"/>
                <a:gd name="csX4" fmla="*/ 551351 w 617270"/>
                <a:gd name="csY4" fmla="*/ 194545 h 568591"/>
                <a:gd name="csX5" fmla="*/ 541719 w 617270"/>
                <a:gd name="csY5" fmla="*/ 185458 h 568591"/>
                <a:gd name="csX6" fmla="*/ 527107 w 617270"/>
                <a:gd name="csY6" fmla="*/ 185026 h 568591"/>
                <a:gd name="csX7" fmla="*/ 520509 w 617270"/>
                <a:gd name="csY7" fmla="*/ 173780 h 568591"/>
                <a:gd name="csX8" fmla="*/ 504056 w 617270"/>
                <a:gd name="csY8" fmla="*/ 167938 h 568591"/>
                <a:gd name="csX9" fmla="*/ 500805 w 617270"/>
                <a:gd name="csY9" fmla="*/ 152368 h 568591"/>
                <a:gd name="csX10" fmla="*/ 279895 w 617270"/>
                <a:gd name="csY10" fmla="*/ 0 h 568591"/>
                <a:gd name="csX11" fmla="*/ 212465 w 617270"/>
                <a:gd name="csY11" fmla="*/ 0 h 568591"/>
                <a:gd name="csX12" fmla="*/ 247212 w 617270"/>
                <a:gd name="csY12" fmla="*/ 328307 h 568591"/>
                <a:gd name="csX13" fmla="*/ 257600 w 617270"/>
                <a:gd name="csY13" fmla="*/ 336200 h 568591"/>
                <a:gd name="csX14" fmla="*/ 251104 w 617270"/>
                <a:gd name="csY14" fmla="*/ 367131 h 568591"/>
                <a:gd name="csX15" fmla="*/ 121876 w 617270"/>
                <a:gd name="csY15" fmla="*/ 367131 h 568591"/>
                <a:gd name="csX16" fmla="*/ 120466 w 617270"/>
                <a:gd name="csY16" fmla="*/ 359239 h 568591"/>
                <a:gd name="csX17" fmla="*/ 104013 w 617270"/>
                <a:gd name="csY17" fmla="*/ 360210 h 568591"/>
                <a:gd name="csX18" fmla="*/ 99574 w 617270"/>
                <a:gd name="csY18" fmla="*/ 370592 h 568591"/>
                <a:gd name="csX19" fmla="*/ 58445 w 617270"/>
                <a:gd name="csY19" fmla="*/ 368535 h 568591"/>
                <a:gd name="csX20" fmla="*/ 49466 w 617270"/>
                <a:gd name="csY20" fmla="*/ 381406 h 568591"/>
                <a:gd name="csX21" fmla="*/ 29654 w 617270"/>
                <a:gd name="csY21" fmla="*/ 361181 h 568591"/>
                <a:gd name="csX22" fmla="*/ 17748 w 617270"/>
                <a:gd name="csY22" fmla="*/ 367131 h 568591"/>
                <a:gd name="csX23" fmla="*/ 17316 w 617270"/>
                <a:gd name="csY23" fmla="*/ 387782 h 568591"/>
                <a:gd name="csX24" fmla="*/ 3353 w 617270"/>
                <a:gd name="csY24" fmla="*/ 399028 h 568591"/>
                <a:gd name="csX25" fmla="*/ 0 w 617270"/>
                <a:gd name="csY25" fmla="*/ 407359 h 568591"/>
                <a:gd name="csX26" fmla="*/ 9849 w 617270"/>
                <a:gd name="csY26" fmla="*/ 429958 h 568591"/>
                <a:gd name="csX27" fmla="*/ 3353 w 617270"/>
                <a:gd name="csY27" fmla="*/ 436880 h 568591"/>
                <a:gd name="csX28" fmla="*/ 13316 w 617270"/>
                <a:gd name="csY28" fmla="*/ 450177 h 568591"/>
                <a:gd name="csX29" fmla="*/ 21215 w 617270"/>
                <a:gd name="csY29" fmla="*/ 447154 h 568591"/>
                <a:gd name="csX30" fmla="*/ 31712 w 617270"/>
                <a:gd name="csY30" fmla="*/ 463372 h 568591"/>
                <a:gd name="csX31" fmla="*/ 31712 w 617270"/>
                <a:gd name="csY31" fmla="*/ 483597 h 568591"/>
                <a:gd name="csX32" fmla="*/ 28251 w 617270"/>
                <a:gd name="csY32" fmla="*/ 493325 h 568591"/>
                <a:gd name="csX33" fmla="*/ 38100 w 617270"/>
                <a:gd name="csY33" fmla="*/ 500786 h 568591"/>
                <a:gd name="csX34" fmla="*/ 48057 w 617270"/>
                <a:gd name="csY34" fmla="*/ 493325 h 568591"/>
                <a:gd name="csX35" fmla="*/ 58445 w 617270"/>
                <a:gd name="csY35" fmla="*/ 503707 h 568591"/>
                <a:gd name="csX36" fmla="*/ 71761 w 617270"/>
                <a:gd name="csY36" fmla="*/ 491922 h 568591"/>
                <a:gd name="csX37" fmla="*/ 95034 w 617270"/>
                <a:gd name="csY37" fmla="*/ 498843 h 568591"/>
                <a:gd name="csX38" fmla="*/ 108452 w 617270"/>
                <a:gd name="csY38" fmla="*/ 489433 h 568591"/>
                <a:gd name="csX39" fmla="*/ 106934 w 617270"/>
                <a:gd name="csY39" fmla="*/ 481107 h 568591"/>
                <a:gd name="csX40" fmla="*/ 122307 w 617270"/>
                <a:gd name="csY40" fmla="*/ 486511 h 568591"/>
                <a:gd name="csX41" fmla="*/ 128041 w 617270"/>
                <a:gd name="csY41" fmla="*/ 508679 h 568591"/>
                <a:gd name="csX42" fmla="*/ 141681 w 617270"/>
                <a:gd name="csY42" fmla="*/ 521335 h 568591"/>
                <a:gd name="csX43" fmla="*/ 137027 w 617270"/>
                <a:gd name="csY43" fmla="*/ 538416 h 568591"/>
                <a:gd name="csX44" fmla="*/ 150342 w 617270"/>
                <a:gd name="csY44" fmla="*/ 544151 h 568591"/>
                <a:gd name="csX45" fmla="*/ 163436 w 617270"/>
                <a:gd name="csY45" fmla="*/ 566642 h 568591"/>
                <a:gd name="csX46" fmla="*/ 163652 w 617270"/>
                <a:gd name="csY46" fmla="*/ 566858 h 568591"/>
                <a:gd name="csX47" fmla="*/ 172853 w 617270"/>
                <a:gd name="csY47" fmla="*/ 559721 h 568591"/>
                <a:gd name="csX48" fmla="*/ 192227 w 617270"/>
                <a:gd name="csY48" fmla="*/ 568592 h 568591"/>
                <a:gd name="csX49" fmla="*/ 210953 w 617270"/>
                <a:gd name="csY49" fmla="*/ 550424 h 568591"/>
                <a:gd name="csX50" fmla="*/ 224917 w 617270"/>
                <a:gd name="csY50" fmla="*/ 548906 h 568591"/>
                <a:gd name="csX51" fmla="*/ 224917 w 617270"/>
                <a:gd name="csY51" fmla="*/ 563613 h 568591"/>
                <a:gd name="csX52" fmla="*/ 233788 w 617270"/>
                <a:gd name="csY52" fmla="*/ 568592 h 568591"/>
                <a:gd name="csX53" fmla="*/ 252082 w 617270"/>
                <a:gd name="csY53" fmla="*/ 557238 h 568591"/>
                <a:gd name="csX54" fmla="*/ 253054 w 617270"/>
                <a:gd name="csY54" fmla="*/ 536149 h 568591"/>
                <a:gd name="csX55" fmla="*/ 264528 w 617270"/>
                <a:gd name="csY55" fmla="*/ 525335 h 568591"/>
                <a:gd name="csX56" fmla="*/ 261067 w 617270"/>
                <a:gd name="csY56" fmla="*/ 504679 h 568591"/>
                <a:gd name="csX57" fmla="*/ 281305 w 617270"/>
                <a:gd name="csY57" fmla="*/ 500247 h 568591"/>
                <a:gd name="csX58" fmla="*/ 292240 w 617270"/>
                <a:gd name="csY58" fmla="*/ 475697 h 568591"/>
                <a:gd name="csX59" fmla="*/ 301650 w 617270"/>
                <a:gd name="csY59" fmla="*/ 469862 h 568591"/>
                <a:gd name="csX60" fmla="*/ 297218 w 617270"/>
                <a:gd name="csY60" fmla="*/ 456019 h 568591"/>
                <a:gd name="csX61" fmla="*/ 307606 w 617270"/>
                <a:gd name="csY61" fmla="*/ 445745 h 568591"/>
                <a:gd name="csX62" fmla="*/ 326980 w 617270"/>
                <a:gd name="csY62" fmla="*/ 456990 h 568591"/>
                <a:gd name="csX63" fmla="*/ 336397 w 617270"/>
                <a:gd name="csY63" fmla="*/ 438823 h 568591"/>
                <a:gd name="csX64" fmla="*/ 349167 w 617270"/>
                <a:gd name="csY64" fmla="*/ 436880 h 568591"/>
                <a:gd name="csX65" fmla="*/ 352742 w 617270"/>
                <a:gd name="csY65" fmla="*/ 422173 h 568591"/>
                <a:gd name="csX66" fmla="*/ 366052 w 617270"/>
                <a:gd name="csY66" fmla="*/ 413302 h 568591"/>
                <a:gd name="csX67" fmla="*/ 381641 w 617270"/>
                <a:gd name="csY67" fmla="*/ 419144 h 568591"/>
                <a:gd name="csX68" fmla="*/ 386080 w 617270"/>
                <a:gd name="csY68" fmla="*/ 401517 h 568591"/>
                <a:gd name="csX69" fmla="*/ 435432 w 617270"/>
                <a:gd name="csY69" fmla="*/ 382810 h 568591"/>
                <a:gd name="csX70" fmla="*/ 493122 w 617270"/>
                <a:gd name="csY70" fmla="*/ 389731 h 568591"/>
                <a:gd name="csX71" fmla="*/ 509467 w 617270"/>
                <a:gd name="csY71" fmla="*/ 374161 h 568591"/>
                <a:gd name="csX72" fmla="*/ 592703 w 617270"/>
                <a:gd name="csY72" fmla="*/ 371996 h 568591"/>
                <a:gd name="csX73" fmla="*/ 617270 w 617270"/>
                <a:gd name="csY73" fmla="*/ 332200 h 568591"/>
                <a:gd name="csX74" fmla="*/ 617270 w 617270"/>
                <a:gd name="csY74" fmla="*/ 229901 h 568591"/>
                <a:gd name="csX75" fmla="*/ 585882 w 617270"/>
                <a:gd name="csY75" fmla="*/ 236607 h 568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17270" h="568591">
                  <a:moveTo>
                    <a:pt x="585882" y="236607"/>
                  </a:moveTo>
                  <a:lnTo>
                    <a:pt x="573214" y="229254"/>
                  </a:lnTo>
                  <a:lnTo>
                    <a:pt x="581876" y="216713"/>
                  </a:lnTo>
                  <a:lnTo>
                    <a:pt x="577221" y="200812"/>
                  </a:lnTo>
                  <a:lnTo>
                    <a:pt x="551351" y="194545"/>
                  </a:lnTo>
                  <a:lnTo>
                    <a:pt x="541719" y="185458"/>
                  </a:lnTo>
                  <a:lnTo>
                    <a:pt x="527107" y="185026"/>
                  </a:lnTo>
                  <a:lnTo>
                    <a:pt x="520509" y="173780"/>
                  </a:lnTo>
                  <a:lnTo>
                    <a:pt x="504056" y="167938"/>
                  </a:lnTo>
                  <a:lnTo>
                    <a:pt x="500805" y="152368"/>
                  </a:lnTo>
                  <a:lnTo>
                    <a:pt x="279895" y="0"/>
                  </a:lnTo>
                  <a:lnTo>
                    <a:pt x="212465" y="0"/>
                  </a:lnTo>
                  <a:lnTo>
                    <a:pt x="247212" y="328307"/>
                  </a:lnTo>
                  <a:lnTo>
                    <a:pt x="257600" y="336200"/>
                  </a:lnTo>
                  <a:lnTo>
                    <a:pt x="251104" y="367131"/>
                  </a:lnTo>
                  <a:lnTo>
                    <a:pt x="121876" y="367131"/>
                  </a:lnTo>
                  <a:lnTo>
                    <a:pt x="120466" y="359239"/>
                  </a:lnTo>
                  <a:lnTo>
                    <a:pt x="104013" y="360210"/>
                  </a:lnTo>
                  <a:lnTo>
                    <a:pt x="99574" y="370592"/>
                  </a:lnTo>
                  <a:lnTo>
                    <a:pt x="58445" y="368535"/>
                  </a:lnTo>
                  <a:lnTo>
                    <a:pt x="49466" y="381406"/>
                  </a:lnTo>
                  <a:lnTo>
                    <a:pt x="29654" y="361181"/>
                  </a:lnTo>
                  <a:lnTo>
                    <a:pt x="17748" y="367131"/>
                  </a:lnTo>
                  <a:lnTo>
                    <a:pt x="17316" y="387782"/>
                  </a:lnTo>
                  <a:lnTo>
                    <a:pt x="3353" y="399028"/>
                  </a:lnTo>
                  <a:lnTo>
                    <a:pt x="0" y="407359"/>
                  </a:lnTo>
                  <a:lnTo>
                    <a:pt x="9849" y="429958"/>
                  </a:lnTo>
                  <a:lnTo>
                    <a:pt x="3353" y="436880"/>
                  </a:lnTo>
                  <a:lnTo>
                    <a:pt x="13316" y="450177"/>
                  </a:lnTo>
                  <a:lnTo>
                    <a:pt x="21215" y="447154"/>
                  </a:lnTo>
                  <a:lnTo>
                    <a:pt x="31712" y="463372"/>
                  </a:lnTo>
                  <a:lnTo>
                    <a:pt x="31712" y="483597"/>
                  </a:lnTo>
                  <a:lnTo>
                    <a:pt x="28251" y="493325"/>
                  </a:lnTo>
                  <a:lnTo>
                    <a:pt x="38100" y="500786"/>
                  </a:lnTo>
                  <a:lnTo>
                    <a:pt x="48057" y="493325"/>
                  </a:lnTo>
                  <a:lnTo>
                    <a:pt x="58445" y="503707"/>
                  </a:lnTo>
                  <a:lnTo>
                    <a:pt x="71761" y="491922"/>
                  </a:lnTo>
                  <a:lnTo>
                    <a:pt x="95034" y="498843"/>
                  </a:lnTo>
                  <a:lnTo>
                    <a:pt x="108452" y="489433"/>
                  </a:lnTo>
                  <a:lnTo>
                    <a:pt x="106934" y="481107"/>
                  </a:lnTo>
                  <a:lnTo>
                    <a:pt x="122307" y="486511"/>
                  </a:lnTo>
                  <a:lnTo>
                    <a:pt x="128041" y="508679"/>
                  </a:lnTo>
                  <a:lnTo>
                    <a:pt x="141681" y="521335"/>
                  </a:lnTo>
                  <a:lnTo>
                    <a:pt x="137027" y="538416"/>
                  </a:lnTo>
                  <a:lnTo>
                    <a:pt x="150342" y="544151"/>
                  </a:lnTo>
                  <a:lnTo>
                    <a:pt x="163436" y="566642"/>
                  </a:lnTo>
                  <a:lnTo>
                    <a:pt x="163652" y="566858"/>
                  </a:lnTo>
                  <a:lnTo>
                    <a:pt x="172853" y="559721"/>
                  </a:lnTo>
                  <a:lnTo>
                    <a:pt x="192227" y="568592"/>
                  </a:lnTo>
                  <a:lnTo>
                    <a:pt x="210953" y="550424"/>
                  </a:lnTo>
                  <a:lnTo>
                    <a:pt x="224917" y="548906"/>
                  </a:lnTo>
                  <a:lnTo>
                    <a:pt x="224917" y="563613"/>
                  </a:lnTo>
                  <a:lnTo>
                    <a:pt x="233788" y="568592"/>
                  </a:lnTo>
                  <a:lnTo>
                    <a:pt x="252082" y="557238"/>
                  </a:lnTo>
                  <a:lnTo>
                    <a:pt x="253054" y="536149"/>
                  </a:lnTo>
                  <a:lnTo>
                    <a:pt x="264528" y="525335"/>
                  </a:lnTo>
                  <a:lnTo>
                    <a:pt x="261067" y="504679"/>
                  </a:lnTo>
                  <a:lnTo>
                    <a:pt x="281305" y="500247"/>
                  </a:lnTo>
                  <a:lnTo>
                    <a:pt x="292240" y="475697"/>
                  </a:lnTo>
                  <a:lnTo>
                    <a:pt x="301650" y="469862"/>
                  </a:lnTo>
                  <a:lnTo>
                    <a:pt x="297218" y="456019"/>
                  </a:lnTo>
                  <a:lnTo>
                    <a:pt x="307606" y="445745"/>
                  </a:lnTo>
                  <a:lnTo>
                    <a:pt x="326980" y="456990"/>
                  </a:lnTo>
                  <a:lnTo>
                    <a:pt x="336397" y="438823"/>
                  </a:lnTo>
                  <a:lnTo>
                    <a:pt x="349167" y="436880"/>
                  </a:lnTo>
                  <a:lnTo>
                    <a:pt x="352742" y="422173"/>
                  </a:lnTo>
                  <a:lnTo>
                    <a:pt x="366052" y="413302"/>
                  </a:lnTo>
                  <a:lnTo>
                    <a:pt x="381641" y="419144"/>
                  </a:lnTo>
                  <a:lnTo>
                    <a:pt x="386080" y="401517"/>
                  </a:lnTo>
                  <a:lnTo>
                    <a:pt x="435432" y="382810"/>
                  </a:lnTo>
                  <a:lnTo>
                    <a:pt x="493122" y="389731"/>
                  </a:lnTo>
                  <a:lnTo>
                    <a:pt x="509467" y="374161"/>
                  </a:lnTo>
                  <a:lnTo>
                    <a:pt x="592703" y="371996"/>
                  </a:lnTo>
                  <a:lnTo>
                    <a:pt x="617270" y="332200"/>
                  </a:lnTo>
                  <a:lnTo>
                    <a:pt x="617270" y="229901"/>
                  </a:lnTo>
                  <a:lnTo>
                    <a:pt x="585882" y="2366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39FEA364-DD05-E70F-680E-FF6CC8211E1E}"/>
                </a:ext>
              </a:extLst>
            </p:cNvPr>
            <p:cNvSpPr/>
            <p:nvPr/>
          </p:nvSpPr>
          <p:spPr>
            <a:xfrm>
              <a:off x="6858063" y="4829473"/>
              <a:ext cx="119380" cy="298354"/>
            </a:xfrm>
            <a:custGeom>
              <a:avLst/>
              <a:gdLst>
                <a:gd name="csX0" fmla="*/ 81090 w 119380"/>
                <a:gd name="csY0" fmla="*/ 144907 h 298354"/>
                <a:gd name="csX1" fmla="*/ 79121 w 119380"/>
                <a:gd name="csY1" fmla="*/ 141878 h 298354"/>
                <a:gd name="csX2" fmla="*/ 80455 w 119380"/>
                <a:gd name="csY2" fmla="*/ 143929 h 298354"/>
                <a:gd name="csX3" fmla="*/ 81280 w 119380"/>
                <a:gd name="csY3" fmla="*/ 159722 h 298354"/>
                <a:gd name="csX4" fmla="*/ 85407 w 119380"/>
                <a:gd name="csY4" fmla="*/ 166967 h 298354"/>
                <a:gd name="csX5" fmla="*/ 97092 w 119380"/>
                <a:gd name="csY5" fmla="*/ 187293 h 298354"/>
                <a:gd name="csX6" fmla="*/ 91249 w 119380"/>
                <a:gd name="csY6" fmla="*/ 200381 h 298354"/>
                <a:gd name="csX7" fmla="*/ 91059 w 119380"/>
                <a:gd name="csY7" fmla="*/ 198863 h 298354"/>
                <a:gd name="csX8" fmla="*/ 90615 w 119380"/>
                <a:gd name="csY8" fmla="*/ 188379 h 298354"/>
                <a:gd name="csX9" fmla="*/ 82486 w 119380"/>
                <a:gd name="csY9" fmla="*/ 178213 h 298354"/>
                <a:gd name="csX10" fmla="*/ 78930 w 119380"/>
                <a:gd name="csY10" fmla="*/ 185350 h 298354"/>
                <a:gd name="csX11" fmla="*/ 69405 w 119380"/>
                <a:gd name="csY11" fmla="*/ 177781 h 298354"/>
                <a:gd name="csX12" fmla="*/ 69279 w 119380"/>
                <a:gd name="csY12" fmla="*/ 173019 h 298354"/>
                <a:gd name="csX13" fmla="*/ 68770 w 119380"/>
                <a:gd name="csY13" fmla="*/ 160909 h 298354"/>
                <a:gd name="csX14" fmla="*/ 62929 w 119380"/>
                <a:gd name="csY14" fmla="*/ 156261 h 298354"/>
                <a:gd name="csX15" fmla="*/ 59880 w 119380"/>
                <a:gd name="csY15" fmla="*/ 147606 h 298354"/>
                <a:gd name="csX16" fmla="*/ 60516 w 119380"/>
                <a:gd name="csY16" fmla="*/ 136576 h 298354"/>
                <a:gd name="csX17" fmla="*/ 53149 w 119380"/>
                <a:gd name="csY17" fmla="*/ 113436 h 298354"/>
                <a:gd name="csX18" fmla="*/ 50482 w 119380"/>
                <a:gd name="csY18" fmla="*/ 109652 h 298354"/>
                <a:gd name="csX19" fmla="*/ 58801 w 119380"/>
                <a:gd name="csY19" fmla="*/ 89211 h 298354"/>
                <a:gd name="csX20" fmla="*/ 56642 w 119380"/>
                <a:gd name="csY20" fmla="*/ 66288 h 298354"/>
                <a:gd name="csX21" fmla="*/ 57468 w 119380"/>
                <a:gd name="csY21" fmla="*/ 40551 h 298354"/>
                <a:gd name="csX22" fmla="*/ 47561 w 119380"/>
                <a:gd name="csY22" fmla="*/ 22492 h 298354"/>
                <a:gd name="csX23" fmla="*/ 46482 w 119380"/>
                <a:gd name="csY23" fmla="*/ 11570 h 298354"/>
                <a:gd name="csX24" fmla="*/ 9017 w 119380"/>
                <a:gd name="csY24" fmla="*/ 0 h 298354"/>
                <a:gd name="csX25" fmla="*/ 12255 w 119380"/>
                <a:gd name="csY25" fmla="*/ 14491 h 298354"/>
                <a:gd name="csX26" fmla="*/ 25781 w 119380"/>
                <a:gd name="csY26" fmla="*/ 21736 h 298354"/>
                <a:gd name="csX27" fmla="*/ 37909 w 119380"/>
                <a:gd name="csY27" fmla="*/ 47257 h 298354"/>
                <a:gd name="csX28" fmla="*/ 21145 w 119380"/>
                <a:gd name="csY28" fmla="*/ 58287 h 298354"/>
                <a:gd name="csX29" fmla="*/ 20574 w 119380"/>
                <a:gd name="csY29" fmla="*/ 102838 h 298354"/>
                <a:gd name="csX30" fmla="*/ 33465 w 119380"/>
                <a:gd name="csY30" fmla="*/ 111277 h 298354"/>
                <a:gd name="csX31" fmla="*/ 9144 w 119380"/>
                <a:gd name="csY31" fmla="*/ 130632 h 298354"/>
                <a:gd name="csX32" fmla="*/ 9652 w 119380"/>
                <a:gd name="csY32" fmla="*/ 150311 h 298354"/>
                <a:gd name="csX33" fmla="*/ 0 w 119380"/>
                <a:gd name="csY33" fmla="*/ 158420 h 298354"/>
                <a:gd name="csX34" fmla="*/ 7176 w 119380"/>
                <a:gd name="csY34" fmla="*/ 171183 h 298354"/>
                <a:gd name="csX35" fmla="*/ 14605 w 119380"/>
                <a:gd name="csY35" fmla="*/ 169774 h 298354"/>
                <a:gd name="csX36" fmla="*/ 23813 w 119380"/>
                <a:gd name="csY36" fmla="*/ 182861 h 298354"/>
                <a:gd name="csX37" fmla="*/ 35751 w 119380"/>
                <a:gd name="csY37" fmla="*/ 198647 h 298354"/>
                <a:gd name="csX38" fmla="*/ 65088 w 119380"/>
                <a:gd name="csY38" fmla="*/ 192056 h 298354"/>
                <a:gd name="csX39" fmla="*/ 70294 w 119380"/>
                <a:gd name="csY39" fmla="*/ 224060 h 298354"/>
                <a:gd name="csX40" fmla="*/ 57277 w 119380"/>
                <a:gd name="csY40" fmla="*/ 245796 h 298354"/>
                <a:gd name="csX41" fmla="*/ 81090 w 119380"/>
                <a:gd name="csY41" fmla="*/ 274777 h 298354"/>
                <a:gd name="csX42" fmla="*/ 78486 w 119380"/>
                <a:gd name="csY42" fmla="*/ 285052 h 298354"/>
                <a:gd name="csX43" fmla="*/ 98933 w 119380"/>
                <a:gd name="csY43" fmla="*/ 298355 h 298354"/>
                <a:gd name="csX44" fmla="*/ 98933 w 119380"/>
                <a:gd name="csY44" fmla="*/ 259963 h 298354"/>
                <a:gd name="csX45" fmla="*/ 119380 w 119380"/>
                <a:gd name="csY45" fmla="*/ 252933 h 298354"/>
                <a:gd name="csX46" fmla="*/ 119380 w 119380"/>
                <a:gd name="csY46" fmla="*/ 186646 h 298354"/>
                <a:gd name="csX47" fmla="*/ 81724 w 119380"/>
                <a:gd name="csY47" fmla="*/ 145015 h 298354"/>
                <a:gd name="csX48" fmla="*/ 81090 w 119380"/>
                <a:gd name="csY48" fmla="*/ 144907 h 298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19380" h="298354">
                  <a:moveTo>
                    <a:pt x="81090" y="144907"/>
                  </a:moveTo>
                  <a:lnTo>
                    <a:pt x="79121" y="141878"/>
                  </a:lnTo>
                  <a:cubicBezTo>
                    <a:pt x="79439" y="142742"/>
                    <a:pt x="79883" y="143497"/>
                    <a:pt x="80455" y="143929"/>
                  </a:cubicBezTo>
                  <a:cubicBezTo>
                    <a:pt x="82359" y="145663"/>
                    <a:pt x="81661" y="155505"/>
                    <a:pt x="81280" y="159722"/>
                  </a:cubicBezTo>
                  <a:cubicBezTo>
                    <a:pt x="80963" y="164046"/>
                    <a:pt x="84963" y="166427"/>
                    <a:pt x="85407" y="166967"/>
                  </a:cubicBezTo>
                  <a:cubicBezTo>
                    <a:pt x="88964" y="170104"/>
                    <a:pt x="90424" y="174104"/>
                    <a:pt x="97092" y="187293"/>
                  </a:cubicBezTo>
                  <a:cubicBezTo>
                    <a:pt x="104140" y="201136"/>
                    <a:pt x="92011" y="205568"/>
                    <a:pt x="91249" y="200381"/>
                  </a:cubicBezTo>
                  <a:lnTo>
                    <a:pt x="91059" y="198863"/>
                  </a:lnTo>
                  <a:cubicBezTo>
                    <a:pt x="90297" y="193783"/>
                    <a:pt x="93663" y="191948"/>
                    <a:pt x="90615" y="188379"/>
                  </a:cubicBezTo>
                  <a:lnTo>
                    <a:pt x="82486" y="178213"/>
                  </a:lnTo>
                  <a:cubicBezTo>
                    <a:pt x="79375" y="174320"/>
                    <a:pt x="79566" y="182969"/>
                    <a:pt x="78930" y="185350"/>
                  </a:cubicBezTo>
                  <a:cubicBezTo>
                    <a:pt x="78295" y="189890"/>
                    <a:pt x="74676" y="184156"/>
                    <a:pt x="69405" y="177781"/>
                  </a:cubicBezTo>
                  <a:cubicBezTo>
                    <a:pt x="68199" y="176371"/>
                    <a:pt x="68199" y="174212"/>
                    <a:pt x="69279" y="173019"/>
                  </a:cubicBezTo>
                  <a:cubicBezTo>
                    <a:pt x="72009" y="170104"/>
                    <a:pt x="72834" y="162966"/>
                    <a:pt x="68770" y="160909"/>
                  </a:cubicBezTo>
                  <a:cubicBezTo>
                    <a:pt x="69405" y="161341"/>
                    <a:pt x="65088" y="159290"/>
                    <a:pt x="62929" y="156261"/>
                  </a:cubicBezTo>
                  <a:cubicBezTo>
                    <a:pt x="63246" y="156801"/>
                    <a:pt x="58928" y="151936"/>
                    <a:pt x="59880" y="147606"/>
                  </a:cubicBezTo>
                  <a:cubicBezTo>
                    <a:pt x="59754" y="148152"/>
                    <a:pt x="61849" y="141231"/>
                    <a:pt x="60516" y="136576"/>
                  </a:cubicBezTo>
                  <a:cubicBezTo>
                    <a:pt x="60769" y="137230"/>
                    <a:pt x="56324" y="117977"/>
                    <a:pt x="53149" y="113436"/>
                  </a:cubicBezTo>
                  <a:lnTo>
                    <a:pt x="50482" y="109652"/>
                  </a:lnTo>
                  <a:cubicBezTo>
                    <a:pt x="47943" y="106083"/>
                    <a:pt x="50229" y="104032"/>
                    <a:pt x="58801" y="89211"/>
                  </a:cubicBezTo>
                  <a:cubicBezTo>
                    <a:pt x="62040" y="83483"/>
                    <a:pt x="56324" y="76130"/>
                    <a:pt x="56642" y="66288"/>
                  </a:cubicBezTo>
                  <a:lnTo>
                    <a:pt x="57468" y="40551"/>
                  </a:lnTo>
                  <a:cubicBezTo>
                    <a:pt x="57468" y="36659"/>
                    <a:pt x="56388" y="35363"/>
                    <a:pt x="47561" y="22492"/>
                  </a:cubicBezTo>
                  <a:cubicBezTo>
                    <a:pt x="45783" y="20009"/>
                    <a:pt x="45783" y="17088"/>
                    <a:pt x="46482" y="11570"/>
                  </a:cubicBezTo>
                  <a:lnTo>
                    <a:pt x="9017" y="0"/>
                  </a:lnTo>
                  <a:lnTo>
                    <a:pt x="12255" y="14491"/>
                  </a:lnTo>
                  <a:lnTo>
                    <a:pt x="25781" y="21736"/>
                  </a:lnTo>
                  <a:lnTo>
                    <a:pt x="37909" y="47257"/>
                  </a:lnTo>
                  <a:lnTo>
                    <a:pt x="21145" y="58287"/>
                  </a:lnTo>
                  <a:lnTo>
                    <a:pt x="20574" y="102838"/>
                  </a:lnTo>
                  <a:lnTo>
                    <a:pt x="33465" y="111277"/>
                  </a:lnTo>
                  <a:lnTo>
                    <a:pt x="9144" y="130632"/>
                  </a:lnTo>
                  <a:lnTo>
                    <a:pt x="9652" y="150311"/>
                  </a:lnTo>
                  <a:lnTo>
                    <a:pt x="0" y="158420"/>
                  </a:lnTo>
                  <a:lnTo>
                    <a:pt x="7176" y="171183"/>
                  </a:lnTo>
                  <a:lnTo>
                    <a:pt x="14605" y="169774"/>
                  </a:lnTo>
                  <a:lnTo>
                    <a:pt x="23813" y="182861"/>
                  </a:lnTo>
                  <a:lnTo>
                    <a:pt x="35751" y="198647"/>
                  </a:lnTo>
                  <a:lnTo>
                    <a:pt x="65088" y="192056"/>
                  </a:lnTo>
                  <a:lnTo>
                    <a:pt x="70294" y="224060"/>
                  </a:lnTo>
                  <a:lnTo>
                    <a:pt x="57277" y="245796"/>
                  </a:lnTo>
                  <a:lnTo>
                    <a:pt x="81090" y="274777"/>
                  </a:lnTo>
                  <a:lnTo>
                    <a:pt x="78486" y="285052"/>
                  </a:lnTo>
                  <a:lnTo>
                    <a:pt x="98933" y="298355"/>
                  </a:lnTo>
                  <a:lnTo>
                    <a:pt x="98933" y="259963"/>
                  </a:lnTo>
                  <a:lnTo>
                    <a:pt x="119380" y="252933"/>
                  </a:lnTo>
                  <a:lnTo>
                    <a:pt x="119380" y="186646"/>
                  </a:lnTo>
                  <a:lnTo>
                    <a:pt x="81724" y="145015"/>
                  </a:lnTo>
                  <a:lnTo>
                    <a:pt x="81090" y="1449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5D74CEF1-BB1E-A215-FAB7-03A2853163CF}"/>
                </a:ext>
              </a:extLst>
            </p:cNvPr>
            <p:cNvSpPr/>
            <p:nvPr/>
          </p:nvSpPr>
          <p:spPr>
            <a:xfrm>
              <a:off x="7437610" y="4973071"/>
              <a:ext cx="8281" cy="9099"/>
            </a:xfrm>
            <a:custGeom>
              <a:avLst/>
              <a:gdLst>
                <a:gd name="csX0" fmla="*/ 5161 w 8281"/>
                <a:gd name="csY0" fmla="*/ 9094 h 9099"/>
                <a:gd name="csX1" fmla="*/ 7638 w 8281"/>
                <a:gd name="csY1" fmla="*/ 2389 h 9099"/>
                <a:gd name="csX2" fmla="*/ 81 w 8281"/>
                <a:gd name="csY2" fmla="*/ 4116 h 9099"/>
                <a:gd name="csX3" fmla="*/ 5161 w 8281"/>
                <a:gd name="csY3" fmla="*/ 9094 h 9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81" h="9099">
                  <a:moveTo>
                    <a:pt x="5161" y="9094"/>
                  </a:moveTo>
                  <a:cubicBezTo>
                    <a:pt x="10241" y="9310"/>
                    <a:pt x="7574" y="3036"/>
                    <a:pt x="7638" y="2389"/>
                  </a:cubicBezTo>
                  <a:cubicBezTo>
                    <a:pt x="6495" y="-2913"/>
                    <a:pt x="-491" y="1957"/>
                    <a:pt x="81" y="4116"/>
                  </a:cubicBezTo>
                  <a:cubicBezTo>
                    <a:pt x="-363" y="3360"/>
                    <a:pt x="971" y="8879"/>
                    <a:pt x="5161" y="9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5316DC87-CA33-7A9A-F93B-BF082F2B6184}"/>
                </a:ext>
              </a:extLst>
            </p:cNvPr>
            <p:cNvSpPr/>
            <p:nvPr/>
          </p:nvSpPr>
          <p:spPr>
            <a:xfrm>
              <a:off x="7254118" y="4926803"/>
              <a:ext cx="270222" cy="524850"/>
            </a:xfrm>
            <a:custGeom>
              <a:avLst/>
              <a:gdLst>
                <a:gd name="csX0" fmla="*/ 259137 w 270222"/>
                <a:gd name="csY0" fmla="*/ 88344 h 524850"/>
                <a:gd name="csX1" fmla="*/ 258058 w 270222"/>
                <a:gd name="csY1" fmla="*/ 72659 h 524850"/>
                <a:gd name="csX2" fmla="*/ 251963 w 270222"/>
                <a:gd name="csY2" fmla="*/ 52225 h 524850"/>
                <a:gd name="csX3" fmla="*/ 250819 w 270222"/>
                <a:gd name="csY3" fmla="*/ 44871 h 524850"/>
                <a:gd name="csX4" fmla="*/ 246692 w 270222"/>
                <a:gd name="csY4" fmla="*/ 34705 h 524850"/>
                <a:gd name="csX5" fmla="*/ 239325 w 270222"/>
                <a:gd name="csY5" fmla="*/ 28216 h 524850"/>
                <a:gd name="csX6" fmla="*/ 236532 w 270222"/>
                <a:gd name="csY6" fmla="*/ 22596 h 524850"/>
                <a:gd name="csX7" fmla="*/ 232595 w 270222"/>
                <a:gd name="csY7" fmla="*/ 13833 h 524850"/>
                <a:gd name="csX8" fmla="*/ 227705 w 270222"/>
                <a:gd name="csY8" fmla="*/ 8753 h 524850"/>
                <a:gd name="csX9" fmla="*/ 227514 w 270222"/>
                <a:gd name="csY9" fmla="*/ 2047 h 524850"/>
                <a:gd name="csX10" fmla="*/ 227197 w 270222"/>
                <a:gd name="csY10" fmla="*/ 1399 h 524850"/>
                <a:gd name="csX11" fmla="*/ 219640 w 270222"/>
                <a:gd name="csY11" fmla="*/ 7235 h 524850"/>
                <a:gd name="csX12" fmla="*/ 217799 w 270222"/>
                <a:gd name="csY12" fmla="*/ 12537 h 524850"/>
                <a:gd name="csX13" fmla="*/ 214307 w 270222"/>
                <a:gd name="csY13" fmla="*/ 17186 h 524850"/>
                <a:gd name="csX14" fmla="*/ 209671 w 270222"/>
                <a:gd name="csY14" fmla="*/ 17725 h 524850"/>
                <a:gd name="csX15" fmla="*/ 212719 w 270222"/>
                <a:gd name="csY15" fmla="*/ 38058 h 524850"/>
                <a:gd name="csX16" fmla="*/ 210497 w 270222"/>
                <a:gd name="csY16" fmla="*/ 41735 h 524850"/>
                <a:gd name="csX17" fmla="*/ 207702 w 270222"/>
                <a:gd name="csY17" fmla="*/ 52117 h 524850"/>
                <a:gd name="csX18" fmla="*/ 203385 w 270222"/>
                <a:gd name="csY18" fmla="*/ 56117 h 524850"/>
                <a:gd name="csX19" fmla="*/ 196336 w 270222"/>
                <a:gd name="csY19" fmla="*/ 55146 h 524850"/>
                <a:gd name="csX20" fmla="*/ 193225 w 270222"/>
                <a:gd name="csY20" fmla="*/ 60442 h 524850"/>
                <a:gd name="csX21" fmla="*/ 190621 w 270222"/>
                <a:gd name="csY21" fmla="*/ 66931 h 524850"/>
                <a:gd name="csX22" fmla="*/ 184208 w 270222"/>
                <a:gd name="csY22" fmla="*/ 68119 h 524850"/>
                <a:gd name="csX23" fmla="*/ 177413 w 270222"/>
                <a:gd name="csY23" fmla="*/ 60765 h 524850"/>
                <a:gd name="csX24" fmla="*/ 177159 w 270222"/>
                <a:gd name="csY24" fmla="*/ 60765 h 524850"/>
                <a:gd name="csX25" fmla="*/ 174048 w 270222"/>
                <a:gd name="csY25" fmla="*/ 64982 h 524850"/>
                <a:gd name="csX26" fmla="*/ 176334 w 270222"/>
                <a:gd name="csY26" fmla="*/ 76552 h 524850"/>
                <a:gd name="csX27" fmla="*/ 177603 w 270222"/>
                <a:gd name="csY27" fmla="*/ 81962 h 524850"/>
                <a:gd name="csX28" fmla="*/ 172650 w 270222"/>
                <a:gd name="csY28" fmla="*/ 87912 h 524850"/>
                <a:gd name="csX29" fmla="*/ 167126 w 270222"/>
                <a:gd name="csY29" fmla="*/ 96561 h 524850"/>
                <a:gd name="csX30" fmla="*/ 167253 w 270222"/>
                <a:gd name="csY30" fmla="*/ 105317 h 524850"/>
                <a:gd name="csX31" fmla="*/ 157284 w 270222"/>
                <a:gd name="csY31" fmla="*/ 118620 h 524850"/>
                <a:gd name="csX32" fmla="*/ 157284 w 270222"/>
                <a:gd name="csY32" fmla="*/ 112994 h 524850"/>
                <a:gd name="csX33" fmla="*/ 157474 w 270222"/>
                <a:gd name="csY33" fmla="*/ 112670 h 524850"/>
                <a:gd name="csX34" fmla="*/ 158490 w 270222"/>
                <a:gd name="csY34" fmla="*/ 106511 h 524850"/>
                <a:gd name="csX35" fmla="*/ 155760 w 270222"/>
                <a:gd name="csY35" fmla="*/ 106073 h 524850"/>
                <a:gd name="csX36" fmla="*/ 144393 w 270222"/>
                <a:gd name="csY36" fmla="*/ 124024 h 524850"/>
                <a:gd name="csX37" fmla="*/ 144393 w 270222"/>
                <a:gd name="csY37" fmla="*/ 133111 h 524850"/>
                <a:gd name="csX38" fmla="*/ 135630 w 270222"/>
                <a:gd name="csY38" fmla="*/ 127377 h 524850"/>
                <a:gd name="csX39" fmla="*/ 118295 w 270222"/>
                <a:gd name="csY39" fmla="*/ 143602 h 524850"/>
                <a:gd name="csX40" fmla="*/ 119311 w 270222"/>
                <a:gd name="csY40" fmla="*/ 147494 h 524850"/>
                <a:gd name="csX41" fmla="*/ 117660 w 270222"/>
                <a:gd name="csY41" fmla="*/ 154631 h 524850"/>
                <a:gd name="csX42" fmla="*/ 114865 w 270222"/>
                <a:gd name="csY42" fmla="*/ 154200 h 524850"/>
                <a:gd name="csX43" fmla="*/ 112707 w 270222"/>
                <a:gd name="csY43" fmla="*/ 147278 h 524850"/>
                <a:gd name="csX44" fmla="*/ 104642 w 270222"/>
                <a:gd name="csY44" fmla="*/ 147494 h 524850"/>
                <a:gd name="csX45" fmla="*/ 95053 w 270222"/>
                <a:gd name="csY45" fmla="*/ 146630 h 524850"/>
                <a:gd name="csX46" fmla="*/ 93402 w 270222"/>
                <a:gd name="csY46" fmla="*/ 146630 h 524850"/>
                <a:gd name="csX47" fmla="*/ 89085 w 270222"/>
                <a:gd name="csY47" fmla="*/ 149977 h 524850"/>
                <a:gd name="csX48" fmla="*/ 83877 w 270222"/>
                <a:gd name="csY48" fmla="*/ 153654 h 524850"/>
                <a:gd name="csX49" fmla="*/ 78289 w 270222"/>
                <a:gd name="csY49" fmla="*/ 157876 h 524850"/>
                <a:gd name="csX50" fmla="*/ 75369 w 270222"/>
                <a:gd name="csY50" fmla="*/ 155387 h 524850"/>
                <a:gd name="csX51" fmla="*/ 57779 w 270222"/>
                <a:gd name="csY51" fmla="*/ 162848 h 524850"/>
                <a:gd name="csX52" fmla="*/ 44190 w 270222"/>
                <a:gd name="csY52" fmla="*/ 171173 h 524850"/>
                <a:gd name="csX53" fmla="*/ 44190 w 270222"/>
                <a:gd name="csY53" fmla="*/ 181447 h 524850"/>
                <a:gd name="csX54" fmla="*/ 25965 w 270222"/>
                <a:gd name="csY54" fmla="*/ 213782 h 524850"/>
                <a:gd name="csX55" fmla="*/ 25965 w 270222"/>
                <a:gd name="csY55" fmla="*/ 214213 h 524850"/>
                <a:gd name="csX56" fmla="*/ 28378 w 270222"/>
                <a:gd name="csY56" fmla="*/ 221351 h 524850"/>
                <a:gd name="csX57" fmla="*/ 30728 w 270222"/>
                <a:gd name="csY57" fmla="*/ 249253 h 524850"/>
                <a:gd name="csX58" fmla="*/ 37014 w 270222"/>
                <a:gd name="csY58" fmla="*/ 260283 h 524850"/>
                <a:gd name="csX59" fmla="*/ 37332 w 270222"/>
                <a:gd name="csY59" fmla="*/ 270227 h 524850"/>
                <a:gd name="csX60" fmla="*/ 45588 w 270222"/>
                <a:gd name="csY60" fmla="*/ 291531 h 524850"/>
                <a:gd name="csX61" fmla="*/ 43936 w 270222"/>
                <a:gd name="csY61" fmla="*/ 297913 h 524850"/>
                <a:gd name="csX62" fmla="*/ 44952 w 270222"/>
                <a:gd name="csY62" fmla="*/ 309158 h 524850"/>
                <a:gd name="csX63" fmla="*/ 32125 w 270222"/>
                <a:gd name="csY63" fmla="*/ 331758 h 524850"/>
                <a:gd name="csX64" fmla="*/ 29140 w 270222"/>
                <a:gd name="csY64" fmla="*/ 338896 h 524850"/>
                <a:gd name="csX65" fmla="*/ 22854 w 270222"/>
                <a:gd name="csY65" fmla="*/ 346141 h 524850"/>
                <a:gd name="csX66" fmla="*/ 15933 w 270222"/>
                <a:gd name="csY66" fmla="*/ 359660 h 524850"/>
                <a:gd name="csX67" fmla="*/ 8249 w 270222"/>
                <a:gd name="csY67" fmla="*/ 364308 h 524850"/>
                <a:gd name="csX68" fmla="*/ 6281 w 270222"/>
                <a:gd name="csY68" fmla="*/ 375015 h 524850"/>
                <a:gd name="csX69" fmla="*/ 121 w 270222"/>
                <a:gd name="csY69" fmla="*/ 391886 h 524850"/>
                <a:gd name="csX70" fmla="*/ 6598 w 270222"/>
                <a:gd name="csY70" fmla="*/ 419782 h 524850"/>
                <a:gd name="csX71" fmla="*/ 13774 w 270222"/>
                <a:gd name="csY71" fmla="*/ 430920 h 524850"/>
                <a:gd name="csX72" fmla="*/ 16568 w 270222"/>
                <a:gd name="csY72" fmla="*/ 439359 h 524850"/>
                <a:gd name="csX73" fmla="*/ 17647 w 270222"/>
                <a:gd name="csY73" fmla="*/ 447576 h 524850"/>
                <a:gd name="csX74" fmla="*/ 14853 w 270222"/>
                <a:gd name="csY74" fmla="*/ 448440 h 524850"/>
                <a:gd name="csX75" fmla="*/ 13520 w 270222"/>
                <a:gd name="csY75" fmla="*/ 448655 h 524850"/>
                <a:gd name="csX76" fmla="*/ 20377 w 270222"/>
                <a:gd name="csY76" fmla="*/ 481637 h 524850"/>
                <a:gd name="csX77" fmla="*/ 27045 w 270222"/>
                <a:gd name="csY77" fmla="*/ 490940 h 524850"/>
                <a:gd name="csX78" fmla="*/ 33586 w 270222"/>
                <a:gd name="csY78" fmla="*/ 504453 h 524850"/>
                <a:gd name="csX79" fmla="*/ 48063 w 270222"/>
                <a:gd name="csY79" fmla="*/ 513108 h 524850"/>
                <a:gd name="csX80" fmla="*/ 63875 w 270222"/>
                <a:gd name="csY80" fmla="*/ 518512 h 524850"/>
                <a:gd name="csX81" fmla="*/ 72638 w 270222"/>
                <a:gd name="csY81" fmla="*/ 524570 h 524850"/>
                <a:gd name="csX82" fmla="*/ 89656 w 270222"/>
                <a:gd name="csY82" fmla="*/ 521864 h 524850"/>
                <a:gd name="csX83" fmla="*/ 93530 w 270222"/>
                <a:gd name="csY83" fmla="*/ 518404 h 524850"/>
                <a:gd name="csX84" fmla="*/ 116136 w 270222"/>
                <a:gd name="csY84" fmla="*/ 508130 h 524850"/>
                <a:gd name="csX85" fmla="*/ 130423 w 270222"/>
                <a:gd name="csY85" fmla="*/ 508453 h 524850"/>
                <a:gd name="csX86" fmla="*/ 145663 w 270222"/>
                <a:gd name="csY86" fmla="*/ 495912 h 524850"/>
                <a:gd name="csX87" fmla="*/ 163570 w 270222"/>
                <a:gd name="csY87" fmla="*/ 448548 h 524850"/>
                <a:gd name="csX88" fmla="*/ 175763 w 270222"/>
                <a:gd name="csY88" fmla="*/ 396319 h 524850"/>
                <a:gd name="csX89" fmla="*/ 188145 w 270222"/>
                <a:gd name="csY89" fmla="*/ 371014 h 524850"/>
                <a:gd name="csX90" fmla="*/ 233039 w 270222"/>
                <a:gd name="csY90" fmla="*/ 218322 h 524850"/>
                <a:gd name="csX91" fmla="*/ 231960 w 270222"/>
                <a:gd name="csY91" fmla="*/ 203507 h 524850"/>
                <a:gd name="csX92" fmla="*/ 240850 w 270222"/>
                <a:gd name="csY92" fmla="*/ 188585 h 524850"/>
                <a:gd name="csX93" fmla="*/ 243961 w 270222"/>
                <a:gd name="csY93" fmla="*/ 185340 h 524850"/>
                <a:gd name="csX94" fmla="*/ 245168 w 270222"/>
                <a:gd name="csY94" fmla="*/ 178850 h 524850"/>
                <a:gd name="csX95" fmla="*/ 247136 w 270222"/>
                <a:gd name="csY95" fmla="*/ 166525 h 524850"/>
                <a:gd name="csX96" fmla="*/ 241802 w 270222"/>
                <a:gd name="csY96" fmla="*/ 159171 h 524850"/>
                <a:gd name="csX97" fmla="*/ 241485 w 270222"/>
                <a:gd name="csY97" fmla="*/ 148250 h 524850"/>
                <a:gd name="csX98" fmla="*/ 239961 w 270222"/>
                <a:gd name="csY98" fmla="*/ 135708 h 524850"/>
                <a:gd name="csX99" fmla="*/ 249168 w 270222"/>
                <a:gd name="csY99" fmla="*/ 136140 h 524850"/>
                <a:gd name="csX100" fmla="*/ 257169 w 270222"/>
                <a:gd name="csY100" fmla="*/ 152358 h 524850"/>
                <a:gd name="csX101" fmla="*/ 257613 w 270222"/>
                <a:gd name="csY101" fmla="*/ 152682 h 524850"/>
                <a:gd name="csX102" fmla="*/ 261805 w 270222"/>
                <a:gd name="csY102" fmla="*/ 151603 h 524850"/>
                <a:gd name="csX103" fmla="*/ 269298 w 270222"/>
                <a:gd name="csY103" fmla="*/ 124132 h 524850"/>
                <a:gd name="csX104" fmla="*/ 258820 w 270222"/>
                <a:gd name="csY104" fmla="*/ 88452 h 524850"/>
                <a:gd name="csX105" fmla="*/ 259137 w 270222"/>
                <a:gd name="csY105" fmla="*/ 88344 h 52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70222" h="524850">
                  <a:moveTo>
                    <a:pt x="259137" y="88344"/>
                  </a:moveTo>
                  <a:cubicBezTo>
                    <a:pt x="257169" y="84883"/>
                    <a:pt x="258058" y="72119"/>
                    <a:pt x="258058" y="72659"/>
                  </a:cubicBezTo>
                  <a:cubicBezTo>
                    <a:pt x="258058" y="67363"/>
                    <a:pt x="251772" y="51577"/>
                    <a:pt x="251963" y="52225"/>
                  </a:cubicBezTo>
                  <a:cubicBezTo>
                    <a:pt x="250692" y="48656"/>
                    <a:pt x="250692" y="44332"/>
                    <a:pt x="250819" y="44871"/>
                  </a:cubicBezTo>
                  <a:cubicBezTo>
                    <a:pt x="250692" y="40001"/>
                    <a:pt x="246374" y="34057"/>
                    <a:pt x="246692" y="34705"/>
                  </a:cubicBezTo>
                  <a:cubicBezTo>
                    <a:pt x="244406" y="30705"/>
                    <a:pt x="238690" y="27892"/>
                    <a:pt x="239325" y="28216"/>
                  </a:cubicBezTo>
                  <a:cubicBezTo>
                    <a:pt x="236277" y="26380"/>
                    <a:pt x="236405" y="22056"/>
                    <a:pt x="236532" y="22596"/>
                  </a:cubicBezTo>
                  <a:cubicBezTo>
                    <a:pt x="236595" y="18157"/>
                    <a:pt x="232277" y="13293"/>
                    <a:pt x="232595" y="13833"/>
                  </a:cubicBezTo>
                  <a:cubicBezTo>
                    <a:pt x="229547" y="9724"/>
                    <a:pt x="225990" y="13185"/>
                    <a:pt x="227705" y="8753"/>
                  </a:cubicBezTo>
                  <a:cubicBezTo>
                    <a:pt x="227705" y="8105"/>
                    <a:pt x="229356" y="5184"/>
                    <a:pt x="227514" y="2047"/>
                  </a:cubicBezTo>
                  <a:lnTo>
                    <a:pt x="227197" y="1399"/>
                  </a:lnTo>
                  <a:cubicBezTo>
                    <a:pt x="224784" y="-2601"/>
                    <a:pt x="218561" y="2803"/>
                    <a:pt x="219640" y="7235"/>
                  </a:cubicBezTo>
                  <a:cubicBezTo>
                    <a:pt x="219640" y="7889"/>
                    <a:pt x="220466" y="10696"/>
                    <a:pt x="217799" y="12537"/>
                  </a:cubicBezTo>
                  <a:cubicBezTo>
                    <a:pt x="217227" y="13077"/>
                    <a:pt x="214561" y="14697"/>
                    <a:pt x="214307" y="17186"/>
                  </a:cubicBezTo>
                  <a:cubicBezTo>
                    <a:pt x="213989" y="19999"/>
                    <a:pt x="209100" y="17617"/>
                    <a:pt x="209671" y="17725"/>
                  </a:cubicBezTo>
                  <a:cubicBezTo>
                    <a:pt x="202496" y="14703"/>
                    <a:pt x="216465" y="31568"/>
                    <a:pt x="212719" y="38058"/>
                  </a:cubicBezTo>
                  <a:lnTo>
                    <a:pt x="210497" y="41735"/>
                  </a:lnTo>
                  <a:cubicBezTo>
                    <a:pt x="208147" y="45843"/>
                    <a:pt x="207575" y="52657"/>
                    <a:pt x="207702" y="52117"/>
                  </a:cubicBezTo>
                  <a:cubicBezTo>
                    <a:pt x="207195" y="55578"/>
                    <a:pt x="202750" y="56441"/>
                    <a:pt x="203385" y="56117"/>
                  </a:cubicBezTo>
                  <a:cubicBezTo>
                    <a:pt x="198495" y="56981"/>
                    <a:pt x="196653" y="50384"/>
                    <a:pt x="196336" y="55146"/>
                  </a:cubicBezTo>
                  <a:cubicBezTo>
                    <a:pt x="196146" y="55794"/>
                    <a:pt x="196336" y="59038"/>
                    <a:pt x="193225" y="60442"/>
                  </a:cubicBezTo>
                  <a:cubicBezTo>
                    <a:pt x="189732" y="61953"/>
                    <a:pt x="190621" y="67471"/>
                    <a:pt x="190621" y="66931"/>
                  </a:cubicBezTo>
                  <a:cubicBezTo>
                    <a:pt x="190812" y="71364"/>
                    <a:pt x="186049" y="72119"/>
                    <a:pt x="184208" y="68119"/>
                  </a:cubicBezTo>
                  <a:cubicBezTo>
                    <a:pt x="182937" y="66068"/>
                    <a:pt x="182175" y="59470"/>
                    <a:pt x="177413" y="60765"/>
                  </a:cubicBezTo>
                  <a:lnTo>
                    <a:pt x="177159" y="60765"/>
                  </a:lnTo>
                  <a:cubicBezTo>
                    <a:pt x="175445" y="61305"/>
                    <a:pt x="173921" y="63147"/>
                    <a:pt x="174048" y="64982"/>
                  </a:cubicBezTo>
                  <a:cubicBezTo>
                    <a:pt x="174238" y="67579"/>
                    <a:pt x="173286" y="72767"/>
                    <a:pt x="176334" y="76552"/>
                  </a:cubicBezTo>
                  <a:cubicBezTo>
                    <a:pt x="176651" y="77098"/>
                    <a:pt x="180080" y="80228"/>
                    <a:pt x="177603" y="81962"/>
                  </a:cubicBezTo>
                  <a:cubicBezTo>
                    <a:pt x="174619" y="84121"/>
                    <a:pt x="176842" y="88020"/>
                    <a:pt x="172650" y="87912"/>
                  </a:cubicBezTo>
                  <a:cubicBezTo>
                    <a:pt x="168713" y="87798"/>
                    <a:pt x="165793" y="92452"/>
                    <a:pt x="167126" y="96561"/>
                  </a:cubicBezTo>
                  <a:cubicBezTo>
                    <a:pt x="167253" y="97424"/>
                    <a:pt x="169285" y="101425"/>
                    <a:pt x="167253" y="105317"/>
                  </a:cubicBezTo>
                  <a:cubicBezTo>
                    <a:pt x="161411" y="116779"/>
                    <a:pt x="159633" y="122513"/>
                    <a:pt x="157284" y="118620"/>
                  </a:cubicBezTo>
                  <a:cubicBezTo>
                    <a:pt x="157157" y="118081"/>
                    <a:pt x="155569" y="115592"/>
                    <a:pt x="157284" y="112994"/>
                  </a:cubicBezTo>
                  <a:lnTo>
                    <a:pt x="157474" y="112670"/>
                  </a:lnTo>
                  <a:cubicBezTo>
                    <a:pt x="159315" y="109864"/>
                    <a:pt x="158490" y="105857"/>
                    <a:pt x="158490" y="106511"/>
                  </a:cubicBezTo>
                  <a:cubicBezTo>
                    <a:pt x="157919" y="104669"/>
                    <a:pt x="156839" y="104562"/>
                    <a:pt x="155760" y="106073"/>
                  </a:cubicBezTo>
                  <a:cubicBezTo>
                    <a:pt x="146108" y="120348"/>
                    <a:pt x="142361" y="119268"/>
                    <a:pt x="144393" y="124024"/>
                  </a:cubicBezTo>
                  <a:cubicBezTo>
                    <a:pt x="144711" y="125326"/>
                    <a:pt x="147886" y="131270"/>
                    <a:pt x="144393" y="133111"/>
                  </a:cubicBezTo>
                  <a:cubicBezTo>
                    <a:pt x="139631" y="135816"/>
                    <a:pt x="140583" y="123700"/>
                    <a:pt x="135630" y="127377"/>
                  </a:cubicBezTo>
                  <a:cubicBezTo>
                    <a:pt x="119057" y="139709"/>
                    <a:pt x="117215" y="139277"/>
                    <a:pt x="118295" y="143602"/>
                  </a:cubicBezTo>
                  <a:lnTo>
                    <a:pt x="119311" y="147494"/>
                  </a:lnTo>
                  <a:cubicBezTo>
                    <a:pt x="120136" y="150739"/>
                    <a:pt x="117469" y="155279"/>
                    <a:pt x="117660" y="154631"/>
                  </a:cubicBezTo>
                  <a:cubicBezTo>
                    <a:pt x="116707" y="156143"/>
                    <a:pt x="115374" y="156035"/>
                    <a:pt x="114865" y="154200"/>
                  </a:cubicBezTo>
                  <a:lnTo>
                    <a:pt x="112707" y="147278"/>
                  </a:lnTo>
                  <a:cubicBezTo>
                    <a:pt x="111373" y="143170"/>
                    <a:pt x="106420" y="144033"/>
                    <a:pt x="104642" y="147494"/>
                  </a:cubicBezTo>
                  <a:cubicBezTo>
                    <a:pt x="102800" y="151063"/>
                    <a:pt x="100134" y="146192"/>
                    <a:pt x="95053" y="146630"/>
                  </a:cubicBezTo>
                  <a:lnTo>
                    <a:pt x="93402" y="146630"/>
                  </a:lnTo>
                  <a:cubicBezTo>
                    <a:pt x="91561" y="146954"/>
                    <a:pt x="89656" y="148357"/>
                    <a:pt x="89085" y="149977"/>
                  </a:cubicBezTo>
                  <a:cubicBezTo>
                    <a:pt x="88132" y="153114"/>
                    <a:pt x="83243" y="153876"/>
                    <a:pt x="83877" y="153654"/>
                  </a:cubicBezTo>
                  <a:cubicBezTo>
                    <a:pt x="80322" y="154416"/>
                    <a:pt x="77591" y="158416"/>
                    <a:pt x="78289" y="157876"/>
                  </a:cubicBezTo>
                  <a:cubicBezTo>
                    <a:pt x="75876" y="161337"/>
                    <a:pt x="74987" y="154847"/>
                    <a:pt x="75369" y="155387"/>
                  </a:cubicBezTo>
                  <a:cubicBezTo>
                    <a:pt x="73908" y="148573"/>
                    <a:pt x="65462" y="163496"/>
                    <a:pt x="57779" y="162848"/>
                  </a:cubicBezTo>
                  <a:cubicBezTo>
                    <a:pt x="54477" y="163820"/>
                    <a:pt x="40698" y="157114"/>
                    <a:pt x="44190" y="171173"/>
                  </a:cubicBezTo>
                  <a:cubicBezTo>
                    <a:pt x="44381" y="172907"/>
                    <a:pt x="46667" y="177555"/>
                    <a:pt x="44190" y="181447"/>
                  </a:cubicBezTo>
                  <a:cubicBezTo>
                    <a:pt x="27299" y="208479"/>
                    <a:pt x="26093" y="209241"/>
                    <a:pt x="25965" y="213782"/>
                  </a:cubicBezTo>
                  <a:lnTo>
                    <a:pt x="25965" y="214213"/>
                  </a:lnTo>
                  <a:cubicBezTo>
                    <a:pt x="25965" y="217998"/>
                    <a:pt x="28569" y="221999"/>
                    <a:pt x="28378" y="221351"/>
                  </a:cubicBezTo>
                  <a:cubicBezTo>
                    <a:pt x="32697" y="228165"/>
                    <a:pt x="26727" y="242008"/>
                    <a:pt x="30728" y="249253"/>
                  </a:cubicBezTo>
                  <a:lnTo>
                    <a:pt x="37014" y="260283"/>
                  </a:lnTo>
                  <a:cubicBezTo>
                    <a:pt x="39174" y="264283"/>
                    <a:pt x="37332" y="270874"/>
                    <a:pt x="37332" y="270227"/>
                  </a:cubicBezTo>
                  <a:cubicBezTo>
                    <a:pt x="36063" y="277688"/>
                    <a:pt x="47492" y="284286"/>
                    <a:pt x="45588" y="291531"/>
                  </a:cubicBezTo>
                  <a:lnTo>
                    <a:pt x="43936" y="297913"/>
                  </a:lnTo>
                  <a:cubicBezTo>
                    <a:pt x="42666" y="302777"/>
                    <a:pt x="47619" y="305050"/>
                    <a:pt x="44952" y="309158"/>
                  </a:cubicBezTo>
                  <a:cubicBezTo>
                    <a:pt x="35618" y="323434"/>
                    <a:pt x="32379" y="327002"/>
                    <a:pt x="32125" y="331758"/>
                  </a:cubicBezTo>
                  <a:cubicBezTo>
                    <a:pt x="32062" y="332298"/>
                    <a:pt x="32570" y="336406"/>
                    <a:pt x="29140" y="338896"/>
                  </a:cubicBezTo>
                  <a:cubicBezTo>
                    <a:pt x="28378" y="339651"/>
                    <a:pt x="24061" y="341817"/>
                    <a:pt x="22854" y="346141"/>
                  </a:cubicBezTo>
                  <a:cubicBezTo>
                    <a:pt x="20695" y="351767"/>
                    <a:pt x="21203" y="358790"/>
                    <a:pt x="15933" y="359660"/>
                  </a:cubicBezTo>
                  <a:cubicBezTo>
                    <a:pt x="14599" y="360200"/>
                    <a:pt x="8567" y="359660"/>
                    <a:pt x="8249" y="364308"/>
                  </a:cubicBezTo>
                  <a:cubicBezTo>
                    <a:pt x="7995" y="367553"/>
                    <a:pt x="7995" y="371338"/>
                    <a:pt x="6281" y="375015"/>
                  </a:cubicBezTo>
                  <a:cubicBezTo>
                    <a:pt x="2280" y="383123"/>
                    <a:pt x="-641" y="387340"/>
                    <a:pt x="121" y="391886"/>
                  </a:cubicBezTo>
                  <a:cubicBezTo>
                    <a:pt x="3931" y="413946"/>
                    <a:pt x="3550" y="416429"/>
                    <a:pt x="6598" y="419782"/>
                  </a:cubicBezTo>
                  <a:cubicBezTo>
                    <a:pt x="10281" y="423782"/>
                    <a:pt x="13647" y="426704"/>
                    <a:pt x="13774" y="430920"/>
                  </a:cubicBezTo>
                  <a:cubicBezTo>
                    <a:pt x="13964" y="431675"/>
                    <a:pt x="13329" y="436330"/>
                    <a:pt x="16568" y="439359"/>
                  </a:cubicBezTo>
                  <a:cubicBezTo>
                    <a:pt x="17013" y="439899"/>
                    <a:pt x="24061" y="445627"/>
                    <a:pt x="17647" y="447576"/>
                  </a:cubicBezTo>
                  <a:cubicBezTo>
                    <a:pt x="15996" y="448008"/>
                    <a:pt x="14853" y="448440"/>
                    <a:pt x="14853" y="448440"/>
                  </a:cubicBezTo>
                  <a:lnTo>
                    <a:pt x="13520" y="448655"/>
                  </a:lnTo>
                  <a:cubicBezTo>
                    <a:pt x="17520" y="471579"/>
                    <a:pt x="16250" y="477421"/>
                    <a:pt x="20377" y="481637"/>
                  </a:cubicBezTo>
                  <a:cubicBezTo>
                    <a:pt x="23172" y="484558"/>
                    <a:pt x="25965" y="486933"/>
                    <a:pt x="27045" y="490940"/>
                  </a:cubicBezTo>
                  <a:cubicBezTo>
                    <a:pt x="28887" y="496128"/>
                    <a:pt x="28442" y="503049"/>
                    <a:pt x="33586" y="504453"/>
                  </a:cubicBezTo>
                  <a:cubicBezTo>
                    <a:pt x="42349" y="508237"/>
                    <a:pt x="42222" y="511806"/>
                    <a:pt x="48063" y="513108"/>
                  </a:cubicBezTo>
                  <a:cubicBezTo>
                    <a:pt x="55620" y="514727"/>
                    <a:pt x="60700" y="515267"/>
                    <a:pt x="63875" y="518512"/>
                  </a:cubicBezTo>
                  <a:cubicBezTo>
                    <a:pt x="66034" y="520353"/>
                    <a:pt x="69908" y="526189"/>
                    <a:pt x="72638" y="524570"/>
                  </a:cubicBezTo>
                  <a:cubicBezTo>
                    <a:pt x="77400" y="521757"/>
                    <a:pt x="84767" y="526189"/>
                    <a:pt x="89656" y="521864"/>
                  </a:cubicBezTo>
                  <a:lnTo>
                    <a:pt x="93530" y="518404"/>
                  </a:lnTo>
                  <a:cubicBezTo>
                    <a:pt x="97657" y="514727"/>
                    <a:pt x="116771" y="507914"/>
                    <a:pt x="116136" y="508130"/>
                  </a:cubicBezTo>
                  <a:cubicBezTo>
                    <a:pt x="121977" y="505755"/>
                    <a:pt x="125470" y="511806"/>
                    <a:pt x="130423" y="508453"/>
                  </a:cubicBezTo>
                  <a:cubicBezTo>
                    <a:pt x="138424" y="503157"/>
                    <a:pt x="143949" y="500344"/>
                    <a:pt x="145663" y="495912"/>
                  </a:cubicBezTo>
                  <a:cubicBezTo>
                    <a:pt x="161601" y="455037"/>
                    <a:pt x="162554" y="453196"/>
                    <a:pt x="163570" y="448548"/>
                  </a:cubicBezTo>
                  <a:cubicBezTo>
                    <a:pt x="174238" y="399017"/>
                    <a:pt x="173730" y="400211"/>
                    <a:pt x="175763" y="396319"/>
                  </a:cubicBezTo>
                  <a:cubicBezTo>
                    <a:pt x="185605" y="377173"/>
                    <a:pt x="186811" y="375230"/>
                    <a:pt x="188145" y="371014"/>
                  </a:cubicBezTo>
                  <a:cubicBezTo>
                    <a:pt x="190303" y="364308"/>
                    <a:pt x="234436" y="225243"/>
                    <a:pt x="233039" y="218322"/>
                  </a:cubicBezTo>
                  <a:cubicBezTo>
                    <a:pt x="231769" y="211940"/>
                    <a:pt x="230309" y="207724"/>
                    <a:pt x="231960" y="203507"/>
                  </a:cubicBezTo>
                  <a:cubicBezTo>
                    <a:pt x="235325" y="195291"/>
                    <a:pt x="236405" y="190096"/>
                    <a:pt x="240850" y="188585"/>
                  </a:cubicBezTo>
                  <a:cubicBezTo>
                    <a:pt x="241358" y="188261"/>
                    <a:pt x="245930" y="187290"/>
                    <a:pt x="243961" y="185340"/>
                  </a:cubicBezTo>
                  <a:cubicBezTo>
                    <a:pt x="241929" y="183397"/>
                    <a:pt x="245358" y="178203"/>
                    <a:pt x="245168" y="178850"/>
                  </a:cubicBezTo>
                  <a:cubicBezTo>
                    <a:pt x="247644" y="174526"/>
                    <a:pt x="247200" y="165877"/>
                    <a:pt x="247136" y="166525"/>
                  </a:cubicBezTo>
                  <a:cubicBezTo>
                    <a:pt x="247326" y="161769"/>
                    <a:pt x="243771" y="162956"/>
                    <a:pt x="241802" y="159171"/>
                  </a:cubicBezTo>
                  <a:cubicBezTo>
                    <a:pt x="240087" y="155819"/>
                    <a:pt x="243009" y="152790"/>
                    <a:pt x="241485" y="148250"/>
                  </a:cubicBezTo>
                  <a:cubicBezTo>
                    <a:pt x="240596" y="144573"/>
                    <a:pt x="237167" y="139385"/>
                    <a:pt x="239961" y="135708"/>
                  </a:cubicBezTo>
                  <a:cubicBezTo>
                    <a:pt x="242438" y="132463"/>
                    <a:pt x="247644" y="132032"/>
                    <a:pt x="249168" y="136140"/>
                  </a:cubicBezTo>
                  <a:cubicBezTo>
                    <a:pt x="252216" y="144681"/>
                    <a:pt x="253359" y="149761"/>
                    <a:pt x="257169" y="152358"/>
                  </a:cubicBezTo>
                  <a:lnTo>
                    <a:pt x="257613" y="152682"/>
                  </a:lnTo>
                  <a:cubicBezTo>
                    <a:pt x="259137" y="153761"/>
                    <a:pt x="261043" y="153330"/>
                    <a:pt x="261805" y="151603"/>
                  </a:cubicBezTo>
                  <a:cubicBezTo>
                    <a:pt x="264663" y="146084"/>
                    <a:pt x="272981" y="130730"/>
                    <a:pt x="269298" y="124132"/>
                  </a:cubicBezTo>
                  <a:cubicBezTo>
                    <a:pt x="254565" y="97316"/>
                    <a:pt x="262694" y="95373"/>
                    <a:pt x="258820" y="88452"/>
                  </a:cubicBezTo>
                  <a:lnTo>
                    <a:pt x="259137" y="883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31E051-F594-1DEF-515C-6EA35648C0EF}"/>
                </a:ext>
              </a:extLst>
            </p:cNvPr>
            <p:cNvSpPr/>
            <p:nvPr/>
          </p:nvSpPr>
          <p:spPr>
            <a:xfrm>
              <a:off x="5981814" y="3210115"/>
              <a:ext cx="596150" cy="553447"/>
            </a:xfrm>
            <a:custGeom>
              <a:avLst/>
              <a:gdLst>
                <a:gd name="csX0" fmla="*/ 573355 w 596150"/>
                <a:gd name="csY0" fmla="*/ 129547 h 553447"/>
                <a:gd name="csX1" fmla="*/ 587515 w 596150"/>
                <a:gd name="csY1" fmla="*/ 109652 h 553447"/>
                <a:gd name="csX2" fmla="*/ 578625 w 596150"/>
                <a:gd name="csY2" fmla="*/ 87484 h 553447"/>
                <a:gd name="csX3" fmla="*/ 596151 w 596150"/>
                <a:gd name="csY3" fmla="*/ 65964 h 553447"/>
                <a:gd name="csX4" fmla="*/ 594309 w 596150"/>
                <a:gd name="csY4" fmla="*/ 63690 h 553447"/>
                <a:gd name="csX5" fmla="*/ 585419 w 596150"/>
                <a:gd name="csY5" fmla="*/ 47688 h 553447"/>
                <a:gd name="csX6" fmla="*/ 573100 w 596150"/>
                <a:gd name="csY6" fmla="*/ 45523 h 553447"/>
                <a:gd name="csX7" fmla="*/ 553860 w 596150"/>
                <a:gd name="csY7" fmla="*/ 44768 h 553447"/>
                <a:gd name="csX8" fmla="*/ 537413 w 596150"/>
                <a:gd name="csY8" fmla="*/ 38494 h 553447"/>
                <a:gd name="csX9" fmla="*/ 525285 w 596150"/>
                <a:gd name="csY9" fmla="*/ 37954 h 553447"/>
                <a:gd name="csX10" fmla="*/ 517157 w 596150"/>
                <a:gd name="csY10" fmla="*/ 29953 h 553447"/>
                <a:gd name="csX11" fmla="*/ 514744 w 596150"/>
                <a:gd name="csY11" fmla="*/ 19139 h 553447"/>
                <a:gd name="csX12" fmla="*/ 464007 w 596150"/>
                <a:gd name="csY12" fmla="*/ 9728 h 553447"/>
                <a:gd name="csX13" fmla="*/ 452196 w 596150"/>
                <a:gd name="csY13" fmla="*/ 14707 h 553447"/>
                <a:gd name="csX14" fmla="*/ 432511 w 596150"/>
                <a:gd name="csY14" fmla="*/ 17843 h 553447"/>
                <a:gd name="csX15" fmla="*/ 402666 w 596150"/>
                <a:gd name="csY15" fmla="*/ 42062 h 553447"/>
                <a:gd name="csX16" fmla="*/ 404127 w 596150"/>
                <a:gd name="csY16" fmla="*/ 73533 h 553447"/>
                <a:gd name="csX17" fmla="*/ 360096 w 596150"/>
                <a:gd name="csY17" fmla="*/ 115811 h 553447"/>
                <a:gd name="csX18" fmla="*/ 330657 w 596150"/>
                <a:gd name="csY18" fmla="*/ 95485 h 553447"/>
                <a:gd name="csX19" fmla="*/ 285852 w 596150"/>
                <a:gd name="csY19" fmla="*/ 80131 h 553447"/>
                <a:gd name="csX20" fmla="*/ 252622 w 596150"/>
                <a:gd name="csY20" fmla="*/ 76130 h 553447"/>
                <a:gd name="csX21" fmla="*/ 232594 w 596150"/>
                <a:gd name="csY21" fmla="*/ 61424 h 553447"/>
                <a:gd name="csX22" fmla="*/ 218523 w 596150"/>
                <a:gd name="csY22" fmla="*/ 30493 h 553447"/>
                <a:gd name="csX23" fmla="*/ 198933 w 596150"/>
                <a:gd name="csY23" fmla="*/ 26816 h 553447"/>
                <a:gd name="csX24" fmla="*/ 179991 w 596150"/>
                <a:gd name="csY24" fmla="*/ 16650 h 553447"/>
                <a:gd name="csX25" fmla="*/ 146221 w 596150"/>
                <a:gd name="csY25" fmla="*/ 10058 h 553447"/>
                <a:gd name="csX26" fmla="*/ 116783 w 596150"/>
                <a:gd name="csY26" fmla="*/ 12973 h 553447"/>
                <a:gd name="csX27" fmla="*/ 92754 w 596150"/>
                <a:gd name="csY27" fmla="*/ 1943 h 553447"/>
                <a:gd name="csX28" fmla="*/ 83338 w 596150"/>
                <a:gd name="csY28" fmla="*/ 0 h 553447"/>
                <a:gd name="csX29" fmla="*/ 82258 w 596150"/>
                <a:gd name="csY29" fmla="*/ 648 h 553447"/>
                <a:gd name="csX30" fmla="*/ 84423 w 596150"/>
                <a:gd name="csY30" fmla="*/ 37414 h 553447"/>
                <a:gd name="csX31" fmla="*/ 52597 w 596150"/>
                <a:gd name="csY31" fmla="*/ 54718 h 553447"/>
                <a:gd name="csX32" fmla="*/ 46107 w 596150"/>
                <a:gd name="csY32" fmla="*/ 65532 h 553447"/>
                <a:gd name="csX33" fmla="*/ 35935 w 596150"/>
                <a:gd name="csY33" fmla="*/ 67475 h 553447"/>
                <a:gd name="csX34" fmla="*/ 29223 w 596150"/>
                <a:gd name="csY34" fmla="*/ 77749 h 553447"/>
                <a:gd name="csX35" fmla="*/ 36582 w 596150"/>
                <a:gd name="csY35" fmla="*/ 101321 h 553447"/>
                <a:gd name="csX36" fmla="*/ 23266 w 596150"/>
                <a:gd name="csY36" fmla="*/ 125438 h 553447"/>
                <a:gd name="csX37" fmla="*/ 1619 w 596150"/>
                <a:gd name="csY37" fmla="*/ 133331 h 553447"/>
                <a:gd name="csX38" fmla="*/ 21539 w 596150"/>
                <a:gd name="csY38" fmla="*/ 172802 h 553447"/>
                <a:gd name="csX39" fmla="*/ 14173 w 596150"/>
                <a:gd name="csY39" fmla="*/ 205029 h 553447"/>
                <a:gd name="csX40" fmla="*/ 24568 w 596150"/>
                <a:gd name="csY40" fmla="*/ 224168 h 553447"/>
                <a:gd name="csX41" fmla="*/ 14173 w 596150"/>
                <a:gd name="csY41" fmla="*/ 251415 h 553447"/>
                <a:gd name="csX42" fmla="*/ 23813 w 596150"/>
                <a:gd name="csY42" fmla="*/ 265367 h 553447"/>
                <a:gd name="csX43" fmla="*/ 20777 w 596150"/>
                <a:gd name="csY43" fmla="*/ 280073 h 553447"/>
                <a:gd name="csX44" fmla="*/ 0 w 596150"/>
                <a:gd name="csY44" fmla="*/ 288944 h 553447"/>
                <a:gd name="csX45" fmla="*/ 26734 w 596150"/>
                <a:gd name="csY45" fmla="*/ 325819 h 553447"/>
                <a:gd name="csX46" fmla="*/ 25216 w 596150"/>
                <a:gd name="csY46" fmla="*/ 342792 h 553447"/>
                <a:gd name="csX47" fmla="*/ 40805 w 596150"/>
                <a:gd name="csY47" fmla="*/ 359772 h 553447"/>
                <a:gd name="csX48" fmla="*/ 54870 w 596150"/>
                <a:gd name="csY48" fmla="*/ 356095 h 553447"/>
                <a:gd name="csX49" fmla="*/ 84639 w 596150"/>
                <a:gd name="csY49" fmla="*/ 365722 h 553447"/>
                <a:gd name="csX50" fmla="*/ 99898 w 596150"/>
                <a:gd name="csY50" fmla="*/ 397510 h 553447"/>
                <a:gd name="csX51" fmla="*/ 159429 w 596150"/>
                <a:gd name="csY51" fmla="*/ 410058 h 553447"/>
                <a:gd name="csX52" fmla="*/ 184214 w 596150"/>
                <a:gd name="csY52" fmla="*/ 432657 h 553447"/>
                <a:gd name="csX53" fmla="*/ 249695 w 596150"/>
                <a:gd name="csY53" fmla="*/ 397510 h 553447"/>
                <a:gd name="csX54" fmla="*/ 548970 w 596150"/>
                <a:gd name="csY54" fmla="*/ 553447 h 553447"/>
                <a:gd name="csX55" fmla="*/ 548970 w 596150"/>
                <a:gd name="csY55" fmla="*/ 533546 h 553447"/>
                <a:gd name="csX56" fmla="*/ 587705 w 596150"/>
                <a:gd name="csY56" fmla="*/ 533546 h 553447"/>
                <a:gd name="csX57" fmla="*/ 587705 w 596150"/>
                <a:gd name="csY57" fmla="*/ 165018 h 553447"/>
                <a:gd name="csX58" fmla="*/ 573544 w 596150"/>
                <a:gd name="csY58" fmla="*/ 129654 h 553447"/>
                <a:gd name="csX59" fmla="*/ 573355 w 596150"/>
                <a:gd name="csY59" fmla="*/ 129547 h 55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6150" h="553447">
                  <a:moveTo>
                    <a:pt x="573355" y="129547"/>
                  </a:moveTo>
                  <a:lnTo>
                    <a:pt x="587515" y="109652"/>
                  </a:lnTo>
                  <a:lnTo>
                    <a:pt x="578625" y="87484"/>
                  </a:lnTo>
                  <a:lnTo>
                    <a:pt x="596151" y="65964"/>
                  </a:lnTo>
                  <a:cubicBezTo>
                    <a:pt x="595389" y="65424"/>
                    <a:pt x="594754" y="64770"/>
                    <a:pt x="594309" y="63690"/>
                  </a:cubicBezTo>
                  <a:cubicBezTo>
                    <a:pt x="589864" y="51581"/>
                    <a:pt x="589547" y="48768"/>
                    <a:pt x="585419" y="47688"/>
                  </a:cubicBezTo>
                  <a:cubicBezTo>
                    <a:pt x="581038" y="46495"/>
                    <a:pt x="577354" y="45307"/>
                    <a:pt x="573100" y="45523"/>
                  </a:cubicBezTo>
                  <a:cubicBezTo>
                    <a:pt x="563892" y="45955"/>
                    <a:pt x="558051" y="46825"/>
                    <a:pt x="553860" y="44768"/>
                  </a:cubicBezTo>
                  <a:cubicBezTo>
                    <a:pt x="546811" y="41199"/>
                    <a:pt x="541922" y="37954"/>
                    <a:pt x="537413" y="38494"/>
                  </a:cubicBezTo>
                  <a:cubicBezTo>
                    <a:pt x="531952" y="39141"/>
                    <a:pt x="528714" y="39903"/>
                    <a:pt x="525285" y="37954"/>
                  </a:cubicBezTo>
                  <a:cubicBezTo>
                    <a:pt x="522808" y="36119"/>
                    <a:pt x="516712" y="34817"/>
                    <a:pt x="517157" y="29953"/>
                  </a:cubicBezTo>
                  <a:cubicBezTo>
                    <a:pt x="516903" y="26816"/>
                    <a:pt x="519760" y="20218"/>
                    <a:pt x="514744" y="19139"/>
                  </a:cubicBezTo>
                  <a:cubicBezTo>
                    <a:pt x="469532" y="8757"/>
                    <a:pt x="468135" y="7353"/>
                    <a:pt x="464007" y="9728"/>
                  </a:cubicBezTo>
                  <a:cubicBezTo>
                    <a:pt x="460134" y="11894"/>
                    <a:pt x="456514" y="14383"/>
                    <a:pt x="452196" y="14707"/>
                  </a:cubicBezTo>
                  <a:cubicBezTo>
                    <a:pt x="442227" y="15462"/>
                    <a:pt x="436512" y="15138"/>
                    <a:pt x="432511" y="17843"/>
                  </a:cubicBezTo>
                  <a:cubicBezTo>
                    <a:pt x="432511" y="17843"/>
                    <a:pt x="412572" y="31248"/>
                    <a:pt x="402666" y="42062"/>
                  </a:cubicBezTo>
                  <a:cubicBezTo>
                    <a:pt x="392697" y="52876"/>
                    <a:pt x="398602" y="62719"/>
                    <a:pt x="404127" y="73533"/>
                  </a:cubicBezTo>
                  <a:cubicBezTo>
                    <a:pt x="415811" y="96888"/>
                    <a:pt x="377520" y="126733"/>
                    <a:pt x="360096" y="115811"/>
                  </a:cubicBezTo>
                  <a:cubicBezTo>
                    <a:pt x="343865" y="105652"/>
                    <a:pt x="337261" y="97866"/>
                    <a:pt x="330657" y="95485"/>
                  </a:cubicBezTo>
                  <a:cubicBezTo>
                    <a:pt x="291586" y="81210"/>
                    <a:pt x="290500" y="80455"/>
                    <a:pt x="285852" y="80131"/>
                  </a:cubicBezTo>
                  <a:cubicBezTo>
                    <a:pt x="259874" y="78181"/>
                    <a:pt x="256515" y="78505"/>
                    <a:pt x="252622" y="76130"/>
                  </a:cubicBezTo>
                  <a:cubicBezTo>
                    <a:pt x="235738" y="65856"/>
                    <a:pt x="234004" y="65532"/>
                    <a:pt x="232594" y="61424"/>
                  </a:cubicBezTo>
                  <a:cubicBezTo>
                    <a:pt x="222745" y="33845"/>
                    <a:pt x="222961" y="31356"/>
                    <a:pt x="218523" y="30493"/>
                  </a:cubicBezTo>
                  <a:lnTo>
                    <a:pt x="198933" y="26816"/>
                  </a:lnTo>
                  <a:cubicBezTo>
                    <a:pt x="192005" y="25521"/>
                    <a:pt x="187242" y="18275"/>
                    <a:pt x="179991" y="16650"/>
                  </a:cubicBezTo>
                  <a:cubicBezTo>
                    <a:pt x="152178" y="10166"/>
                    <a:pt x="150768" y="9404"/>
                    <a:pt x="146221" y="10058"/>
                  </a:cubicBezTo>
                  <a:cubicBezTo>
                    <a:pt x="122955" y="13843"/>
                    <a:pt x="120790" y="14923"/>
                    <a:pt x="116783" y="12973"/>
                  </a:cubicBezTo>
                  <a:cubicBezTo>
                    <a:pt x="103035" y="6160"/>
                    <a:pt x="97517" y="3029"/>
                    <a:pt x="92754" y="1943"/>
                  </a:cubicBezTo>
                  <a:cubicBezTo>
                    <a:pt x="89078" y="1188"/>
                    <a:pt x="85935" y="540"/>
                    <a:pt x="83338" y="0"/>
                  </a:cubicBezTo>
                  <a:lnTo>
                    <a:pt x="82258" y="648"/>
                  </a:lnTo>
                  <a:lnTo>
                    <a:pt x="84423" y="37414"/>
                  </a:lnTo>
                  <a:lnTo>
                    <a:pt x="52597" y="54718"/>
                  </a:lnTo>
                  <a:lnTo>
                    <a:pt x="46107" y="65532"/>
                  </a:lnTo>
                  <a:lnTo>
                    <a:pt x="35935" y="67475"/>
                  </a:lnTo>
                  <a:lnTo>
                    <a:pt x="29223" y="77749"/>
                  </a:lnTo>
                  <a:lnTo>
                    <a:pt x="36582" y="101321"/>
                  </a:lnTo>
                  <a:lnTo>
                    <a:pt x="23266" y="125438"/>
                  </a:lnTo>
                  <a:lnTo>
                    <a:pt x="1619" y="133331"/>
                  </a:lnTo>
                  <a:lnTo>
                    <a:pt x="21539" y="172802"/>
                  </a:lnTo>
                  <a:lnTo>
                    <a:pt x="14173" y="205029"/>
                  </a:lnTo>
                  <a:lnTo>
                    <a:pt x="24568" y="224168"/>
                  </a:lnTo>
                  <a:lnTo>
                    <a:pt x="14173" y="251415"/>
                  </a:lnTo>
                  <a:lnTo>
                    <a:pt x="23813" y="265367"/>
                  </a:lnTo>
                  <a:lnTo>
                    <a:pt x="20777" y="280073"/>
                  </a:lnTo>
                  <a:lnTo>
                    <a:pt x="0" y="288944"/>
                  </a:lnTo>
                  <a:lnTo>
                    <a:pt x="26734" y="325819"/>
                  </a:lnTo>
                  <a:lnTo>
                    <a:pt x="25216" y="342792"/>
                  </a:lnTo>
                  <a:lnTo>
                    <a:pt x="40805" y="359772"/>
                  </a:lnTo>
                  <a:lnTo>
                    <a:pt x="54870" y="356095"/>
                  </a:lnTo>
                  <a:lnTo>
                    <a:pt x="84639" y="365722"/>
                  </a:lnTo>
                  <a:lnTo>
                    <a:pt x="99898" y="397510"/>
                  </a:lnTo>
                  <a:lnTo>
                    <a:pt x="159429" y="410058"/>
                  </a:lnTo>
                  <a:lnTo>
                    <a:pt x="184214" y="432657"/>
                  </a:lnTo>
                  <a:lnTo>
                    <a:pt x="249695" y="397510"/>
                  </a:lnTo>
                  <a:lnTo>
                    <a:pt x="548970" y="553447"/>
                  </a:lnTo>
                  <a:lnTo>
                    <a:pt x="548970" y="533546"/>
                  </a:lnTo>
                  <a:lnTo>
                    <a:pt x="587705" y="533546"/>
                  </a:lnTo>
                  <a:lnTo>
                    <a:pt x="587705" y="165018"/>
                  </a:lnTo>
                  <a:lnTo>
                    <a:pt x="573544" y="129654"/>
                  </a:lnTo>
                  <a:lnTo>
                    <a:pt x="573355" y="1295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DBC8952A-4BC4-57A1-4857-F3A99E160637}"/>
                </a:ext>
              </a:extLst>
            </p:cNvPr>
            <p:cNvSpPr/>
            <p:nvPr/>
          </p:nvSpPr>
          <p:spPr>
            <a:xfrm>
              <a:off x="5202186" y="4179131"/>
              <a:ext cx="154094" cy="150465"/>
            </a:xfrm>
            <a:custGeom>
              <a:avLst/>
              <a:gdLst>
                <a:gd name="csX0" fmla="*/ 154019 w 154094"/>
                <a:gd name="csY0" fmla="*/ 102622 h 150465"/>
                <a:gd name="csX1" fmla="*/ 138113 w 154094"/>
                <a:gd name="csY1" fmla="*/ 96463 h 150465"/>
                <a:gd name="csX2" fmla="*/ 135839 w 154094"/>
                <a:gd name="csY2" fmla="*/ 85217 h 150465"/>
                <a:gd name="csX3" fmla="*/ 107372 w 154094"/>
                <a:gd name="csY3" fmla="*/ 76346 h 150465"/>
                <a:gd name="csX4" fmla="*/ 119926 w 154094"/>
                <a:gd name="csY4" fmla="*/ 61100 h 150465"/>
                <a:gd name="csX5" fmla="*/ 113214 w 154094"/>
                <a:gd name="csY5" fmla="*/ 34932 h 150465"/>
                <a:gd name="csX6" fmla="*/ 98171 w 154094"/>
                <a:gd name="csY6" fmla="*/ 31686 h 150465"/>
                <a:gd name="csX7" fmla="*/ 92545 w 154094"/>
                <a:gd name="csY7" fmla="*/ 46393 h 150465"/>
                <a:gd name="csX8" fmla="*/ 88430 w 154094"/>
                <a:gd name="csY8" fmla="*/ 49746 h 150465"/>
                <a:gd name="csX9" fmla="*/ 74359 w 154094"/>
                <a:gd name="csY9" fmla="*/ 40881 h 150465"/>
                <a:gd name="csX10" fmla="*/ 79121 w 154094"/>
                <a:gd name="csY10" fmla="*/ 29089 h 150465"/>
                <a:gd name="csX11" fmla="*/ 67970 w 154094"/>
                <a:gd name="csY11" fmla="*/ 0 h 150465"/>
                <a:gd name="csX12" fmla="*/ 51416 w 154094"/>
                <a:gd name="csY12" fmla="*/ 0 h 150465"/>
                <a:gd name="csX13" fmla="*/ 50114 w 154094"/>
                <a:gd name="csY13" fmla="*/ 20225 h 150465"/>
                <a:gd name="csX14" fmla="*/ 0 w 154094"/>
                <a:gd name="csY14" fmla="*/ 58071 h 150465"/>
                <a:gd name="csX15" fmla="*/ 0 w 154094"/>
                <a:gd name="csY15" fmla="*/ 58179 h 150465"/>
                <a:gd name="csX16" fmla="*/ 1302 w 154094"/>
                <a:gd name="csY16" fmla="*/ 60776 h 150465"/>
                <a:gd name="csX17" fmla="*/ 5087 w 154094"/>
                <a:gd name="csY17" fmla="*/ 65424 h 150465"/>
                <a:gd name="csX18" fmla="*/ 19590 w 154094"/>
                <a:gd name="csY18" fmla="*/ 72238 h 150465"/>
                <a:gd name="csX19" fmla="*/ 23597 w 154094"/>
                <a:gd name="csY19" fmla="*/ 77102 h 150465"/>
                <a:gd name="csX20" fmla="*/ 45244 w 154094"/>
                <a:gd name="csY20" fmla="*/ 87808 h 150465"/>
                <a:gd name="csX21" fmla="*/ 76848 w 154094"/>
                <a:gd name="csY21" fmla="*/ 118739 h 150465"/>
                <a:gd name="csX22" fmla="*/ 133242 w 154094"/>
                <a:gd name="csY22" fmla="*/ 148800 h 150465"/>
                <a:gd name="csX23" fmla="*/ 146120 w 154094"/>
                <a:gd name="csY23" fmla="*/ 150419 h 150465"/>
                <a:gd name="csX24" fmla="*/ 154019 w 154094"/>
                <a:gd name="csY24" fmla="*/ 102407 h 150465"/>
                <a:gd name="csX25" fmla="*/ 154019 w 154094"/>
                <a:gd name="csY25" fmla="*/ 102622 h 150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54094" h="150465">
                  <a:moveTo>
                    <a:pt x="154019" y="102622"/>
                  </a:moveTo>
                  <a:cubicBezTo>
                    <a:pt x="153048" y="102838"/>
                    <a:pt x="138113" y="96463"/>
                    <a:pt x="138113" y="96463"/>
                  </a:cubicBezTo>
                  <a:lnTo>
                    <a:pt x="135839" y="85217"/>
                  </a:lnTo>
                  <a:cubicBezTo>
                    <a:pt x="135839" y="85217"/>
                    <a:pt x="108128" y="76346"/>
                    <a:pt x="107372" y="76346"/>
                  </a:cubicBezTo>
                  <a:cubicBezTo>
                    <a:pt x="106616" y="76346"/>
                    <a:pt x="119926" y="61100"/>
                    <a:pt x="119926" y="61100"/>
                  </a:cubicBezTo>
                  <a:lnTo>
                    <a:pt x="113214" y="34932"/>
                  </a:lnTo>
                  <a:lnTo>
                    <a:pt x="98171" y="31686"/>
                  </a:lnTo>
                  <a:lnTo>
                    <a:pt x="92545" y="46393"/>
                  </a:lnTo>
                  <a:lnTo>
                    <a:pt x="88430" y="49746"/>
                  </a:lnTo>
                  <a:lnTo>
                    <a:pt x="74359" y="40881"/>
                  </a:lnTo>
                  <a:lnTo>
                    <a:pt x="79121" y="29089"/>
                  </a:lnTo>
                  <a:lnTo>
                    <a:pt x="67970" y="0"/>
                  </a:lnTo>
                  <a:lnTo>
                    <a:pt x="51416" y="0"/>
                  </a:lnTo>
                  <a:lnTo>
                    <a:pt x="50114" y="20225"/>
                  </a:lnTo>
                  <a:lnTo>
                    <a:pt x="0" y="58071"/>
                  </a:lnTo>
                  <a:cubicBezTo>
                    <a:pt x="0" y="58071"/>
                    <a:pt x="0" y="58071"/>
                    <a:pt x="0" y="58179"/>
                  </a:cubicBezTo>
                  <a:cubicBezTo>
                    <a:pt x="762" y="58934"/>
                    <a:pt x="978" y="59804"/>
                    <a:pt x="1302" y="60776"/>
                  </a:cubicBezTo>
                  <a:cubicBezTo>
                    <a:pt x="1734" y="62611"/>
                    <a:pt x="3359" y="64669"/>
                    <a:pt x="5087" y="65424"/>
                  </a:cubicBezTo>
                  <a:lnTo>
                    <a:pt x="19590" y="72238"/>
                  </a:lnTo>
                  <a:cubicBezTo>
                    <a:pt x="22625" y="73749"/>
                    <a:pt x="23920" y="77648"/>
                    <a:pt x="23597" y="77102"/>
                  </a:cubicBezTo>
                  <a:cubicBezTo>
                    <a:pt x="25546" y="83915"/>
                    <a:pt x="38964" y="81540"/>
                    <a:pt x="45244" y="87808"/>
                  </a:cubicBezTo>
                  <a:lnTo>
                    <a:pt x="76848" y="118739"/>
                  </a:lnTo>
                  <a:cubicBezTo>
                    <a:pt x="81070" y="122847"/>
                    <a:pt x="133890" y="149123"/>
                    <a:pt x="133242" y="148800"/>
                  </a:cubicBezTo>
                  <a:cubicBezTo>
                    <a:pt x="135731" y="150095"/>
                    <a:pt x="141034" y="150635"/>
                    <a:pt x="146120" y="150419"/>
                  </a:cubicBezTo>
                  <a:cubicBezTo>
                    <a:pt x="146120" y="150419"/>
                    <a:pt x="154997" y="102083"/>
                    <a:pt x="154019" y="102407"/>
                  </a:cubicBezTo>
                  <a:lnTo>
                    <a:pt x="154019" y="1026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1A8E713B-620A-F4D3-2D58-44C42B3CAF9F}"/>
                </a:ext>
              </a:extLst>
            </p:cNvPr>
            <p:cNvSpPr/>
            <p:nvPr/>
          </p:nvSpPr>
          <p:spPr>
            <a:xfrm>
              <a:off x="6645719" y="5572810"/>
              <a:ext cx="89217" cy="81858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15 w 89217"/>
                <a:gd name="csY3" fmla="*/ 67044 h 81858"/>
                <a:gd name="csX4" fmla="*/ 40132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15" y="67044"/>
                  </a:lnTo>
                  <a:lnTo>
                    <a:pt x="40132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56EDB6F2-3D2C-8CCD-E1D0-AB24320C1693}"/>
                </a:ext>
              </a:extLst>
            </p:cNvPr>
            <p:cNvSpPr/>
            <p:nvPr/>
          </p:nvSpPr>
          <p:spPr>
            <a:xfrm>
              <a:off x="7170472" y="4552978"/>
              <a:ext cx="7302" cy="6575"/>
            </a:xfrm>
            <a:custGeom>
              <a:avLst/>
              <a:gdLst>
                <a:gd name="csX0" fmla="*/ 74 w 7302"/>
                <a:gd name="csY0" fmla="*/ 5178 h 6575"/>
                <a:gd name="csX1" fmla="*/ 5853 w 7302"/>
                <a:gd name="csY1" fmla="*/ 5178 h 6575"/>
                <a:gd name="csX2" fmla="*/ 6933 w 7302"/>
                <a:gd name="csY2" fmla="*/ 422 h 6575"/>
                <a:gd name="csX3" fmla="*/ 74 w 7302"/>
                <a:gd name="csY3" fmla="*/ 5286 h 6575"/>
                <a:gd name="csX4" fmla="*/ 74 w 7302"/>
                <a:gd name="csY4" fmla="*/ 5178 h 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02" h="6575">
                  <a:moveTo>
                    <a:pt x="74" y="5178"/>
                  </a:moveTo>
                  <a:cubicBezTo>
                    <a:pt x="836" y="7451"/>
                    <a:pt x="4075" y="6582"/>
                    <a:pt x="5853" y="5178"/>
                  </a:cubicBezTo>
                  <a:cubicBezTo>
                    <a:pt x="7695" y="3337"/>
                    <a:pt x="7441" y="1070"/>
                    <a:pt x="6933" y="422"/>
                  </a:cubicBezTo>
                  <a:cubicBezTo>
                    <a:pt x="5535" y="-1312"/>
                    <a:pt x="-751" y="2689"/>
                    <a:pt x="74" y="5286"/>
                  </a:cubicBezTo>
                  <a:lnTo>
                    <a:pt x="74" y="51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680458F5-F07F-FCC5-538A-D5E9A743A384}"/>
                </a:ext>
              </a:extLst>
            </p:cNvPr>
            <p:cNvSpPr/>
            <p:nvPr/>
          </p:nvSpPr>
          <p:spPr>
            <a:xfrm>
              <a:off x="6906386" y="4325873"/>
              <a:ext cx="293496" cy="328955"/>
            </a:xfrm>
            <a:custGeom>
              <a:avLst/>
              <a:gdLst>
                <a:gd name="csX0" fmla="*/ 2349 w 293496"/>
                <a:gd name="csY0" fmla="*/ 153772 h 328955"/>
                <a:gd name="csX1" fmla="*/ 12636 w 293496"/>
                <a:gd name="csY1" fmla="*/ 160693 h 328955"/>
                <a:gd name="csX2" fmla="*/ 18161 w 293496"/>
                <a:gd name="csY2" fmla="*/ 156693 h 328955"/>
                <a:gd name="csX3" fmla="*/ 29083 w 293496"/>
                <a:gd name="csY3" fmla="*/ 157016 h 328955"/>
                <a:gd name="csX4" fmla="*/ 29718 w 293496"/>
                <a:gd name="csY4" fmla="*/ 163830 h 328955"/>
                <a:gd name="csX5" fmla="*/ 18923 w 293496"/>
                <a:gd name="csY5" fmla="*/ 167939 h 328955"/>
                <a:gd name="csX6" fmla="*/ 18923 w 293496"/>
                <a:gd name="csY6" fmla="*/ 168370 h 328955"/>
                <a:gd name="csX7" fmla="*/ 6223 w 293496"/>
                <a:gd name="csY7" fmla="*/ 171939 h 328955"/>
                <a:gd name="csX8" fmla="*/ 4826 w 293496"/>
                <a:gd name="csY8" fmla="*/ 180162 h 328955"/>
                <a:gd name="csX9" fmla="*/ 5397 w 293496"/>
                <a:gd name="csY9" fmla="*/ 180810 h 328955"/>
                <a:gd name="csX10" fmla="*/ 5397 w 293496"/>
                <a:gd name="csY10" fmla="*/ 186106 h 328955"/>
                <a:gd name="csX11" fmla="*/ 826 w 293496"/>
                <a:gd name="csY11" fmla="*/ 192056 h 328955"/>
                <a:gd name="csX12" fmla="*/ 1080 w 293496"/>
                <a:gd name="csY12" fmla="*/ 192056 h 328955"/>
                <a:gd name="csX13" fmla="*/ 137541 w 293496"/>
                <a:gd name="csY13" fmla="*/ 268186 h 328955"/>
                <a:gd name="csX14" fmla="*/ 138938 w 293496"/>
                <a:gd name="csY14" fmla="*/ 277590 h 328955"/>
                <a:gd name="csX15" fmla="*/ 133541 w 293496"/>
                <a:gd name="csY15" fmla="*/ 284728 h 328955"/>
                <a:gd name="csX16" fmla="*/ 195008 w 293496"/>
                <a:gd name="csY16" fmla="*/ 328956 h 328955"/>
                <a:gd name="csX17" fmla="*/ 195770 w 293496"/>
                <a:gd name="csY17" fmla="*/ 325387 h 328955"/>
                <a:gd name="csX18" fmla="*/ 199327 w 293496"/>
                <a:gd name="csY18" fmla="*/ 323983 h 328955"/>
                <a:gd name="csX19" fmla="*/ 203771 w 293496"/>
                <a:gd name="csY19" fmla="*/ 322796 h 328955"/>
                <a:gd name="csX20" fmla="*/ 216471 w 293496"/>
                <a:gd name="csY20" fmla="*/ 298463 h 328955"/>
                <a:gd name="csX21" fmla="*/ 226060 w 293496"/>
                <a:gd name="csY21" fmla="*/ 276943 h 328955"/>
                <a:gd name="csX22" fmla="*/ 231077 w 293496"/>
                <a:gd name="csY22" fmla="*/ 270453 h 328955"/>
                <a:gd name="csX23" fmla="*/ 233426 w 293496"/>
                <a:gd name="csY23" fmla="*/ 253695 h 328955"/>
                <a:gd name="csX24" fmla="*/ 241427 w 293496"/>
                <a:gd name="csY24" fmla="*/ 247314 h 328955"/>
                <a:gd name="csX25" fmla="*/ 251206 w 293496"/>
                <a:gd name="csY25" fmla="*/ 244716 h 328955"/>
                <a:gd name="csX26" fmla="*/ 255715 w 293496"/>
                <a:gd name="csY26" fmla="*/ 239204 h 328955"/>
                <a:gd name="csX27" fmla="*/ 258445 w 293496"/>
                <a:gd name="csY27" fmla="*/ 236391 h 328955"/>
                <a:gd name="csX28" fmla="*/ 260604 w 293496"/>
                <a:gd name="csY28" fmla="*/ 231851 h 328955"/>
                <a:gd name="csX29" fmla="*/ 262572 w 293496"/>
                <a:gd name="csY29" fmla="*/ 226873 h 328955"/>
                <a:gd name="csX30" fmla="*/ 267081 w 293496"/>
                <a:gd name="csY30" fmla="*/ 224174 h 328955"/>
                <a:gd name="csX31" fmla="*/ 276733 w 293496"/>
                <a:gd name="csY31" fmla="*/ 221361 h 328955"/>
                <a:gd name="csX32" fmla="*/ 282893 w 293496"/>
                <a:gd name="csY32" fmla="*/ 212490 h 328955"/>
                <a:gd name="csX33" fmla="*/ 260794 w 293496"/>
                <a:gd name="csY33" fmla="*/ 187732 h 328955"/>
                <a:gd name="csX34" fmla="*/ 260794 w 293496"/>
                <a:gd name="csY34" fmla="*/ 66618 h 328955"/>
                <a:gd name="csX35" fmla="*/ 293497 w 293496"/>
                <a:gd name="csY35" fmla="*/ 24333 h 328955"/>
                <a:gd name="csX36" fmla="*/ 265811 w 293496"/>
                <a:gd name="csY36" fmla="*/ 24873 h 328955"/>
                <a:gd name="csX37" fmla="*/ 253492 w 293496"/>
                <a:gd name="csY37" fmla="*/ 12548 h 328955"/>
                <a:gd name="csX38" fmla="*/ 219773 w 293496"/>
                <a:gd name="csY38" fmla="*/ 27254 h 328955"/>
                <a:gd name="csX39" fmla="*/ 207455 w 293496"/>
                <a:gd name="csY39" fmla="*/ 45422 h 328955"/>
                <a:gd name="csX40" fmla="*/ 169228 w 293496"/>
                <a:gd name="csY40" fmla="*/ 35579 h 328955"/>
                <a:gd name="csX41" fmla="*/ 151956 w 293496"/>
                <a:gd name="csY41" fmla="*/ 37529 h 328955"/>
                <a:gd name="csX42" fmla="*/ 108839 w 293496"/>
                <a:gd name="csY42" fmla="*/ 6058 h 328955"/>
                <a:gd name="csX43" fmla="*/ 83630 w 293496"/>
                <a:gd name="csY43" fmla="*/ 5518 h 328955"/>
                <a:gd name="csX44" fmla="*/ 83566 w 293496"/>
                <a:gd name="csY44" fmla="*/ 5518 h 328955"/>
                <a:gd name="csX45" fmla="*/ 86360 w 293496"/>
                <a:gd name="csY45" fmla="*/ 40335 h 328955"/>
                <a:gd name="csX46" fmla="*/ 97472 w 293496"/>
                <a:gd name="csY46" fmla="*/ 56776 h 328955"/>
                <a:gd name="csX47" fmla="*/ 98234 w 293496"/>
                <a:gd name="csY47" fmla="*/ 56776 h 328955"/>
                <a:gd name="csX48" fmla="*/ 101727 w 293496"/>
                <a:gd name="csY48" fmla="*/ 60560 h 328955"/>
                <a:gd name="csX49" fmla="*/ 98996 w 293496"/>
                <a:gd name="csY49" fmla="*/ 66618 h 328955"/>
                <a:gd name="csX50" fmla="*/ 94361 w 293496"/>
                <a:gd name="csY50" fmla="*/ 64453 h 328955"/>
                <a:gd name="csX51" fmla="*/ 85471 w 293496"/>
                <a:gd name="csY51" fmla="*/ 59912 h 328955"/>
                <a:gd name="csX52" fmla="*/ 79629 w 293496"/>
                <a:gd name="csY52" fmla="*/ 53854 h 328955"/>
                <a:gd name="csX53" fmla="*/ 77470 w 293496"/>
                <a:gd name="csY53" fmla="*/ 45422 h 328955"/>
                <a:gd name="csX54" fmla="*/ 68897 w 293496"/>
                <a:gd name="csY54" fmla="*/ 31363 h 328955"/>
                <a:gd name="csX55" fmla="*/ 73343 w 293496"/>
                <a:gd name="csY55" fmla="*/ 5950 h 328955"/>
                <a:gd name="csX56" fmla="*/ 14033 w 293496"/>
                <a:gd name="csY56" fmla="*/ 0 h 328955"/>
                <a:gd name="csX57" fmla="*/ 0 w 293496"/>
                <a:gd name="csY57" fmla="*/ 13519 h 328955"/>
                <a:gd name="csX58" fmla="*/ 17717 w 293496"/>
                <a:gd name="csY58" fmla="*/ 32118 h 328955"/>
                <a:gd name="csX59" fmla="*/ 15240 w 293496"/>
                <a:gd name="csY59" fmla="*/ 43364 h 328955"/>
                <a:gd name="csX60" fmla="*/ 20447 w 293496"/>
                <a:gd name="csY60" fmla="*/ 58503 h 328955"/>
                <a:gd name="csX61" fmla="*/ 29972 w 293496"/>
                <a:gd name="csY61" fmla="*/ 66294 h 328955"/>
                <a:gd name="csX62" fmla="*/ 35496 w 293496"/>
                <a:gd name="csY62" fmla="*/ 65856 h 328955"/>
                <a:gd name="csX63" fmla="*/ 30797 w 293496"/>
                <a:gd name="csY63" fmla="*/ 71914 h 328955"/>
                <a:gd name="csX64" fmla="*/ 40259 w 293496"/>
                <a:gd name="csY64" fmla="*/ 89110 h 328955"/>
                <a:gd name="csX65" fmla="*/ 30035 w 293496"/>
                <a:gd name="csY65" fmla="*/ 100895 h 328955"/>
                <a:gd name="csX66" fmla="*/ 30924 w 293496"/>
                <a:gd name="csY66" fmla="*/ 108680 h 328955"/>
                <a:gd name="csX67" fmla="*/ 18288 w 293496"/>
                <a:gd name="csY67" fmla="*/ 113874 h 328955"/>
                <a:gd name="csX68" fmla="*/ 14288 w 293496"/>
                <a:gd name="csY68" fmla="*/ 129877 h 328955"/>
                <a:gd name="csX69" fmla="*/ 5397 w 293496"/>
                <a:gd name="csY69" fmla="*/ 132042 h 328955"/>
                <a:gd name="csX70" fmla="*/ 0 w 293496"/>
                <a:gd name="csY70" fmla="*/ 143180 h 328955"/>
                <a:gd name="csX71" fmla="*/ 635 w 293496"/>
                <a:gd name="csY71" fmla="*/ 145123 h 328955"/>
                <a:gd name="csX72" fmla="*/ 2604 w 293496"/>
                <a:gd name="csY72" fmla="*/ 153448 h 328955"/>
                <a:gd name="csX73" fmla="*/ 2349 w 293496"/>
                <a:gd name="csY73" fmla="*/ 153772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293496" h="328955">
                  <a:moveTo>
                    <a:pt x="2349" y="153772"/>
                  </a:moveTo>
                  <a:cubicBezTo>
                    <a:pt x="5842" y="156909"/>
                    <a:pt x="9716" y="165024"/>
                    <a:pt x="12636" y="160693"/>
                  </a:cubicBezTo>
                  <a:cubicBezTo>
                    <a:pt x="13271" y="160153"/>
                    <a:pt x="14669" y="157556"/>
                    <a:pt x="18161" y="156693"/>
                  </a:cubicBezTo>
                  <a:cubicBezTo>
                    <a:pt x="20955" y="156369"/>
                    <a:pt x="26480" y="152692"/>
                    <a:pt x="29083" y="157016"/>
                  </a:cubicBezTo>
                  <a:cubicBezTo>
                    <a:pt x="29528" y="158211"/>
                    <a:pt x="34417" y="163398"/>
                    <a:pt x="29718" y="163830"/>
                  </a:cubicBezTo>
                  <a:cubicBezTo>
                    <a:pt x="26607" y="164478"/>
                    <a:pt x="20193" y="163075"/>
                    <a:pt x="18923" y="167939"/>
                  </a:cubicBezTo>
                  <a:lnTo>
                    <a:pt x="18923" y="168370"/>
                  </a:lnTo>
                  <a:cubicBezTo>
                    <a:pt x="17208" y="174536"/>
                    <a:pt x="9716" y="166319"/>
                    <a:pt x="6223" y="171939"/>
                  </a:cubicBezTo>
                  <a:cubicBezTo>
                    <a:pt x="5906" y="172809"/>
                    <a:pt x="2032" y="176593"/>
                    <a:pt x="4826" y="180162"/>
                  </a:cubicBezTo>
                  <a:lnTo>
                    <a:pt x="5397" y="180810"/>
                  </a:lnTo>
                  <a:cubicBezTo>
                    <a:pt x="6604" y="182213"/>
                    <a:pt x="6604" y="184703"/>
                    <a:pt x="5397" y="186106"/>
                  </a:cubicBezTo>
                  <a:lnTo>
                    <a:pt x="826" y="192056"/>
                  </a:lnTo>
                  <a:lnTo>
                    <a:pt x="1080" y="192056"/>
                  </a:lnTo>
                  <a:lnTo>
                    <a:pt x="137541" y="268186"/>
                  </a:lnTo>
                  <a:lnTo>
                    <a:pt x="138938" y="277590"/>
                  </a:lnTo>
                  <a:lnTo>
                    <a:pt x="133541" y="284728"/>
                  </a:lnTo>
                  <a:lnTo>
                    <a:pt x="195008" y="328956"/>
                  </a:lnTo>
                  <a:cubicBezTo>
                    <a:pt x="195580" y="326796"/>
                    <a:pt x="195897" y="325279"/>
                    <a:pt x="195770" y="325387"/>
                  </a:cubicBezTo>
                  <a:cubicBezTo>
                    <a:pt x="196532" y="322250"/>
                    <a:pt x="200025" y="324091"/>
                    <a:pt x="199327" y="323983"/>
                  </a:cubicBezTo>
                  <a:cubicBezTo>
                    <a:pt x="200851" y="324955"/>
                    <a:pt x="202946" y="324415"/>
                    <a:pt x="203771" y="322796"/>
                  </a:cubicBezTo>
                  <a:cubicBezTo>
                    <a:pt x="213741" y="304629"/>
                    <a:pt x="214947" y="302679"/>
                    <a:pt x="216471" y="298463"/>
                  </a:cubicBezTo>
                  <a:cubicBezTo>
                    <a:pt x="222314" y="281699"/>
                    <a:pt x="222377" y="279324"/>
                    <a:pt x="226060" y="276943"/>
                  </a:cubicBezTo>
                  <a:cubicBezTo>
                    <a:pt x="226758" y="276403"/>
                    <a:pt x="230949" y="274885"/>
                    <a:pt x="231077" y="270453"/>
                  </a:cubicBezTo>
                  <a:cubicBezTo>
                    <a:pt x="231267" y="260071"/>
                    <a:pt x="230822" y="256940"/>
                    <a:pt x="233426" y="253695"/>
                  </a:cubicBezTo>
                  <a:cubicBezTo>
                    <a:pt x="234632" y="252502"/>
                    <a:pt x="236792" y="247853"/>
                    <a:pt x="241427" y="247314"/>
                  </a:cubicBezTo>
                  <a:cubicBezTo>
                    <a:pt x="244284" y="246990"/>
                    <a:pt x="247841" y="246882"/>
                    <a:pt x="251206" y="244716"/>
                  </a:cubicBezTo>
                  <a:cubicBezTo>
                    <a:pt x="251841" y="244177"/>
                    <a:pt x="256604" y="242018"/>
                    <a:pt x="255715" y="239204"/>
                  </a:cubicBezTo>
                  <a:cubicBezTo>
                    <a:pt x="255080" y="237039"/>
                    <a:pt x="259080" y="236176"/>
                    <a:pt x="258445" y="236391"/>
                  </a:cubicBezTo>
                  <a:cubicBezTo>
                    <a:pt x="262128" y="235852"/>
                    <a:pt x="260731" y="231311"/>
                    <a:pt x="260604" y="231851"/>
                  </a:cubicBezTo>
                  <a:cubicBezTo>
                    <a:pt x="260096" y="230118"/>
                    <a:pt x="260921" y="227851"/>
                    <a:pt x="262572" y="226873"/>
                  </a:cubicBezTo>
                  <a:lnTo>
                    <a:pt x="267081" y="224174"/>
                  </a:lnTo>
                  <a:cubicBezTo>
                    <a:pt x="271463" y="221577"/>
                    <a:pt x="273939" y="225254"/>
                    <a:pt x="276733" y="221361"/>
                  </a:cubicBezTo>
                  <a:cubicBezTo>
                    <a:pt x="279019" y="218116"/>
                    <a:pt x="281051" y="215195"/>
                    <a:pt x="282893" y="212490"/>
                  </a:cubicBezTo>
                  <a:lnTo>
                    <a:pt x="260794" y="187732"/>
                  </a:lnTo>
                  <a:lnTo>
                    <a:pt x="260794" y="66618"/>
                  </a:lnTo>
                  <a:lnTo>
                    <a:pt x="293497" y="24333"/>
                  </a:lnTo>
                  <a:lnTo>
                    <a:pt x="265811" y="24873"/>
                  </a:lnTo>
                  <a:lnTo>
                    <a:pt x="253492" y="12548"/>
                  </a:lnTo>
                  <a:lnTo>
                    <a:pt x="219773" y="27254"/>
                  </a:lnTo>
                  <a:lnTo>
                    <a:pt x="207455" y="45422"/>
                  </a:lnTo>
                  <a:lnTo>
                    <a:pt x="169228" y="35579"/>
                  </a:lnTo>
                  <a:lnTo>
                    <a:pt x="151956" y="37529"/>
                  </a:lnTo>
                  <a:lnTo>
                    <a:pt x="108839" y="6058"/>
                  </a:lnTo>
                  <a:lnTo>
                    <a:pt x="83630" y="5518"/>
                  </a:lnTo>
                  <a:lnTo>
                    <a:pt x="83566" y="5518"/>
                  </a:lnTo>
                  <a:cubicBezTo>
                    <a:pt x="84709" y="35687"/>
                    <a:pt x="84645" y="36767"/>
                    <a:pt x="86360" y="40335"/>
                  </a:cubicBezTo>
                  <a:cubicBezTo>
                    <a:pt x="92393" y="52775"/>
                    <a:pt x="93028" y="56343"/>
                    <a:pt x="97472" y="56776"/>
                  </a:cubicBezTo>
                  <a:lnTo>
                    <a:pt x="98234" y="56776"/>
                  </a:lnTo>
                  <a:cubicBezTo>
                    <a:pt x="100076" y="56991"/>
                    <a:pt x="101727" y="58719"/>
                    <a:pt x="101727" y="60560"/>
                  </a:cubicBezTo>
                  <a:cubicBezTo>
                    <a:pt x="102171" y="73425"/>
                    <a:pt x="103251" y="65748"/>
                    <a:pt x="98996" y="66618"/>
                  </a:cubicBezTo>
                  <a:cubicBezTo>
                    <a:pt x="98361" y="66618"/>
                    <a:pt x="95568" y="67158"/>
                    <a:pt x="94361" y="64453"/>
                  </a:cubicBezTo>
                  <a:cubicBezTo>
                    <a:pt x="90488" y="55696"/>
                    <a:pt x="89598" y="61747"/>
                    <a:pt x="85471" y="59912"/>
                  </a:cubicBezTo>
                  <a:cubicBezTo>
                    <a:pt x="84836" y="59373"/>
                    <a:pt x="79629" y="58287"/>
                    <a:pt x="79629" y="53854"/>
                  </a:cubicBezTo>
                  <a:cubicBezTo>
                    <a:pt x="79502" y="52991"/>
                    <a:pt x="80201" y="48775"/>
                    <a:pt x="77470" y="45422"/>
                  </a:cubicBezTo>
                  <a:cubicBezTo>
                    <a:pt x="72834" y="39796"/>
                    <a:pt x="68135" y="35903"/>
                    <a:pt x="68897" y="31363"/>
                  </a:cubicBezTo>
                  <a:cubicBezTo>
                    <a:pt x="72263" y="11360"/>
                    <a:pt x="73343" y="5950"/>
                    <a:pt x="73343" y="5950"/>
                  </a:cubicBezTo>
                  <a:lnTo>
                    <a:pt x="14033" y="0"/>
                  </a:lnTo>
                  <a:lnTo>
                    <a:pt x="0" y="13519"/>
                  </a:lnTo>
                  <a:lnTo>
                    <a:pt x="17717" y="32118"/>
                  </a:lnTo>
                  <a:lnTo>
                    <a:pt x="15240" y="43364"/>
                  </a:lnTo>
                  <a:lnTo>
                    <a:pt x="20447" y="58503"/>
                  </a:lnTo>
                  <a:lnTo>
                    <a:pt x="29972" y="66294"/>
                  </a:lnTo>
                  <a:lnTo>
                    <a:pt x="35496" y="65856"/>
                  </a:lnTo>
                  <a:lnTo>
                    <a:pt x="30797" y="71914"/>
                  </a:lnTo>
                  <a:lnTo>
                    <a:pt x="40259" y="89110"/>
                  </a:lnTo>
                  <a:lnTo>
                    <a:pt x="30035" y="100895"/>
                  </a:lnTo>
                  <a:lnTo>
                    <a:pt x="30924" y="108680"/>
                  </a:lnTo>
                  <a:lnTo>
                    <a:pt x="18288" y="113874"/>
                  </a:lnTo>
                  <a:lnTo>
                    <a:pt x="14288" y="129877"/>
                  </a:lnTo>
                  <a:lnTo>
                    <a:pt x="5397" y="132042"/>
                  </a:lnTo>
                  <a:lnTo>
                    <a:pt x="0" y="143180"/>
                  </a:lnTo>
                  <a:cubicBezTo>
                    <a:pt x="0" y="143180"/>
                    <a:pt x="762" y="144259"/>
                    <a:pt x="635" y="145123"/>
                  </a:cubicBezTo>
                  <a:cubicBezTo>
                    <a:pt x="635" y="145879"/>
                    <a:pt x="-318" y="150095"/>
                    <a:pt x="2604" y="153448"/>
                  </a:cubicBezTo>
                  <a:lnTo>
                    <a:pt x="2349" y="153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8D1369C5-ABD3-9A1C-6C7C-7EE51F3D214A}"/>
                </a:ext>
              </a:extLst>
            </p:cNvPr>
            <p:cNvSpPr/>
            <p:nvPr/>
          </p:nvSpPr>
          <p:spPr>
            <a:xfrm>
              <a:off x="8533447" y="5998088"/>
              <a:ext cx="8440" cy="6271"/>
            </a:xfrm>
            <a:custGeom>
              <a:avLst/>
              <a:gdLst>
                <a:gd name="csX0" fmla="*/ 0 w 8440"/>
                <a:gd name="csY0" fmla="*/ 3595 h 6271"/>
                <a:gd name="csX1" fmla="*/ 8382 w 8440"/>
                <a:gd name="csY1" fmla="*/ 2299 h 6271"/>
                <a:gd name="csX2" fmla="*/ 0 w 8440"/>
                <a:gd name="csY2" fmla="*/ 3595 h 6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40" h="6271">
                  <a:moveTo>
                    <a:pt x="0" y="3595"/>
                  </a:moveTo>
                  <a:cubicBezTo>
                    <a:pt x="1016" y="6624"/>
                    <a:pt x="9208" y="8135"/>
                    <a:pt x="8382" y="2299"/>
                  </a:cubicBezTo>
                  <a:cubicBezTo>
                    <a:pt x="7176" y="-1054"/>
                    <a:pt x="318" y="-838"/>
                    <a:pt x="0" y="35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7A59F3E6-2454-AEBC-DEE6-FCB3C530692B}"/>
                </a:ext>
              </a:extLst>
            </p:cNvPr>
            <p:cNvSpPr/>
            <p:nvPr/>
          </p:nvSpPr>
          <p:spPr>
            <a:xfrm>
              <a:off x="7230109" y="5120151"/>
              <a:ext cx="5397" cy="4324"/>
            </a:xfrm>
            <a:custGeom>
              <a:avLst/>
              <a:gdLst>
                <a:gd name="csX0" fmla="*/ 5397 w 5397"/>
                <a:gd name="csY0" fmla="*/ 2159 h 4324"/>
                <a:gd name="csX1" fmla="*/ 2667 w 5397"/>
                <a:gd name="csY1" fmla="*/ 4325 h 4324"/>
                <a:gd name="csX2" fmla="*/ 0 w 5397"/>
                <a:gd name="csY2" fmla="*/ 2159 h 4324"/>
                <a:gd name="csX3" fmla="*/ 2667 w 5397"/>
                <a:gd name="csY3" fmla="*/ 0 h 4324"/>
                <a:gd name="csX4" fmla="*/ 5397 w 5397"/>
                <a:gd name="csY4" fmla="*/ 2159 h 4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97" h="4324">
                  <a:moveTo>
                    <a:pt x="5397" y="2159"/>
                  </a:moveTo>
                  <a:cubicBezTo>
                    <a:pt x="5397" y="3346"/>
                    <a:pt x="4191" y="4325"/>
                    <a:pt x="2667" y="4325"/>
                  </a:cubicBezTo>
                  <a:cubicBezTo>
                    <a:pt x="1207" y="4325"/>
                    <a:pt x="0" y="3346"/>
                    <a:pt x="0" y="2159"/>
                  </a:cubicBezTo>
                  <a:cubicBezTo>
                    <a:pt x="0" y="972"/>
                    <a:pt x="1207" y="0"/>
                    <a:pt x="2667" y="0"/>
                  </a:cubicBezTo>
                  <a:cubicBezTo>
                    <a:pt x="4191" y="0"/>
                    <a:pt x="5397" y="972"/>
                    <a:pt x="5397" y="2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B455E786-447C-848B-701B-FDAFBA5E9EFA}"/>
                </a:ext>
              </a:extLst>
            </p:cNvPr>
            <p:cNvSpPr/>
            <p:nvPr/>
          </p:nvSpPr>
          <p:spPr>
            <a:xfrm>
              <a:off x="8208350" y="6502595"/>
              <a:ext cx="65086" cy="55666"/>
            </a:xfrm>
            <a:custGeom>
              <a:avLst/>
              <a:gdLst>
                <a:gd name="csX0" fmla="*/ 61001 w 65086"/>
                <a:gd name="csY0" fmla="*/ 21903 h 55666"/>
                <a:gd name="csX1" fmla="*/ 33505 w 65086"/>
                <a:gd name="csY1" fmla="*/ 30158 h 55666"/>
                <a:gd name="csX2" fmla="*/ 26583 w 65086"/>
                <a:gd name="csY2" fmla="*/ 29205 h 55666"/>
                <a:gd name="csX3" fmla="*/ 30584 w 65086"/>
                <a:gd name="csY3" fmla="*/ 21204 h 55666"/>
                <a:gd name="csX4" fmla="*/ 29441 w 65086"/>
                <a:gd name="csY4" fmla="*/ 12949 h 55666"/>
                <a:gd name="csX5" fmla="*/ 14836 w 65086"/>
                <a:gd name="csY5" fmla="*/ 19236 h 55666"/>
                <a:gd name="csX6" fmla="*/ 13630 w 65086"/>
                <a:gd name="csY6" fmla="*/ 7552 h 55666"/>
                <a:gd name="csX7" fmla="*/ 9946 w 65086"/>
                <a:gd name="csY7" fmla="*/ 312 h 55666"/>
                <a:gd name="csX8" fmla="*/ 612 w 65086"/>
                <a:gd name="csY8" fmla="*/ 18347 h 55666"/>
                <a:gd name="csX9" fmla="*/ 2898 w 65086"/>
                <a:gd name="csY9" fmla="*/ 30349 h 55666"/>
                <a:gd name="csX10" fmla="*/ 612 w 65086"/>
                <a:gd name="csY10" fmla="*/ 44762 h 55666"/>
                <a:gd name="csX11" fmla="*/ 549 w 65086"/>
                <a:gd name="csY11" fmla="*/ 53208 h 55666"/>
                <a:gd name="csX12" fmla="*/ 11026 w 65086"/>
                <a:gd name="csY12" fmla="*/ 52891 h 55666"/>
                <a:gd name="csX13" fmla="*/ 12677 w 65086"/>
                <a:gd name="csY13" fmla="*/ 48319 h 55666"/>
                <a:gd name="csX14" fmla="*/ 12296 w 65086"/>
                <a:gd name="csY14" fmla="*/ 47748 h 55666"/>
                <a:gd name="csX15" fmla="*/ 18837 w 65086"/>
                <a:gd name="csY15" fmla="*/ 43873 h 55666"/>
                <a:gd name="csX16" fmla="*/ 22393 w 65086"/>
                <a:gd name="csY16" fmla="*/ 48192 h 55666"/>
                <a:gd name="csX17" fmla="*/ 28044 w 65086"/>
                <a:gd name="csY17" fmla="*/ 50478 h 55666"/>
                <a:gd name="csX18" fmla="*/ 39728 w 65086"/>
                <a:gd name="csY18" fmla="*/ 50923 h 55666"/>
                <a:gd name="csX19" fmla="*/ 47793 w 65086"/>
                <a:gd name="csY19" fmla="*/ 54669 h 55666"/>
                <a:gd name="csX20" fmla="*/ 57699 w 65086"/>
                <a:gd name="csY20" fmla="*/ 49081 h 55666"/>
                <a:gd name="csX21" fmla="*/ 41443 w 65086"/>
                <a:gd name="csY21" fmla="*/ 42794 h 55666"/>
                <a:gd name="csX22" fmla="*/ 42331 w 65086"/>
                <a:gd name="csY22" fmla="*/ 38667 h 55666"/>
                <a:gd name="csX23" fmla="*/ 62842 w 65086"/>
                <a:gd name="csY23" fmla="*/ 36190 h 55666"/>
                <a:gd name="csX24" fmla="*/ 61001 w 65086"/>
                <a:gd name="csY24" fmla="*/ 22157 h 55666"/>
                <a:gd name="csX25" fmla="*/ 61001 w 65086"/>
                <a:gd name="csY25" fmla="*/ 21903 h 5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5086" h="55666">
                  <a:moveTo>
                    <a:pt x="61001" y="21903"/>
                  </a:moveTo>
                  <a:cubicBezTo>
                    <a:pt x="59286" y="17394"/>
                    <a:pt x="57000" y="19680"/>
                    <a:pt x="33505" y="30158"/>
                  </a:cubicBezTo>
                  <a:cubicBezTo>
                    <a:pt x="29949" y="31745"/>
                    <a:pt x="27155" y="29396"/>
                    <a:pt x="26583" y="29205"/>
                  </a:cubicBezTo>
                  <a:cubicBezTo>
                    <a:pt x="22266" y="26602"/>
                    <a:pt x="29187" y="22919"/>
                    <a:pt x="30584" y="21204"/>
                  </a:cubicBezTo>
                  <a:cubicBezTo>
                    <a:pt x="34204" y="18029"/>
                    <a:pt x="29758" y="13902"/>
                    <a:pt x="29441" y="12949"/>
                  </a:cubicBezTo>
                  <a:cubicBezTo>
                    <a:pt x="25314" y="6662"/>
                    <a:pt x="20868" y="22601"/>
                    <a:pt x="14836" y="19236"/>
                  </a:cubicBezTo>
                  <a:cubicBezTo>
                    <a:pt x="10836" y="17077"/>
                    <a:pt x="13503" y="10473"/>
                    <a:pt x="13630" y="7552"/>
                  </a:cubicBezTo>
                  <a:cubicBezTo>
                    <a:pt x="14392" y="2916"/>
                    <a:pt x="10455" y="948"/>
                    <a:pt x="9946" y="312"/>
                  </a:cubicBezTo>
                  <a:cubicBezTo>
                    <a:pt x="6391" y="-2799"/>
                    <a:pt x="612" y="18347"/>
                    <a:pt x="612" y="18347"/>
                  </a:cubicBezTo>
                  <a:cubicBezTo>
                    <a:pt x="-975" y="23236"/>
                    <a:pt x="2136" y="27745"/>
                    <a:pt x="2898" y="30349"/>
                  </a:cubicBezTo>
                  <a:cubicBezTo>
                    <a:pt x="4930" y="35555"/>
                    <a:pt x="1628" y="40508"/>
                    <a:pt x="612" y="44762"/>
                  </a:cubicBezTo>
                  <a:cubicBezTo>
                    <a:pt x="-658" y="48954"/>
                    <a:pt x="421" y="52510"/>
                    <a:pt x="549" y="53208"/>
                  </a:cubicBezTo>
                  <a:cubicBezTo>
                    <a:pt x="1628" y="58606"/>
                    <a:pt x="7978" y="53525"/>
                    <a:pt x="11026" y="52891"/>
                  </a:cubicBezTo>
                  <a:cubicBezTo>
                    <a:pt x="12741" y="52192"/>
                    <a:pt x="13503" y="50161"/>
                    <a:pt x="12677" y="48319"/>
                  </a:cubicBezTo>
                  <a:lnTo>
                    <a:pt x="12296" y="47748"/>
                  </a:lnTo>
                  <a:cubicBezTo>
                    <a:pt x="10264" y="43429"/>
                    <a:pt x="15916" y="40318"/>
                    <a:pt x="18837" y="43873"/>
                  </a:cubicBezTo>
                  <a:lnTo>
                    <a:pt x="22393" y="48192"/>
                  </a:lnTo>
                  <a:cubicBezTo>
                    <a:pt x="23663" y="49716"/>
                    <a:pt x="26203" y="50668"/>
                    <a:pt x="28044" y="50478"/>
                  </a:cubicBezTo>
                  <a:cubicBezTo>
                    <a:pt x="27472" y="50478"/>
                    <a:pt x="35283" y="48763"/>
                    <a:pt x="39728" y="50923"/>
                  </a:cubicBezTo>
                  <a:lnTo>
                    <a:pt x="47793" y="54669"/>
                  </a:lnTo>
                  <a:cubicBezTo>
                    <a:pt x="52492" y="56891"/>
                    <a:pt x="55603" y="50668"/>
                    <a:pt x="57699" y="49081"/>
                  </a:cubicBezTo>
                  <a:cubicBezTo>
                    <a:pt x="62842" y="43556"/>
                    <a:pt x="45761" y="49271"/>
                    <a:pt x="41443" y="42794"/>
                  </a:cubicBezTo>
                  <a:cubicBezTo>
                    <a:pt x="41569" y="43429"/>
                    <a:pt x="38649" y="39111"/>
                    <a:pt x="42331" y="38667"/>
                  </a:cubicBezTo>
                  <a:lnTo>
                    <a:pt x="62842" y="36190"/>
                  </a:lnTo>
                  <a:cubicBezTo>
                    <a:pt x="68176" y="35555"/>
                    <a:pt x="62525" y="27745"/>
                    <a:pt x="61001" y="22157"/>
                  </a:cubicBezTo>
                  <a:lnTo>
                    <a:pt x="61001" y="219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43E3E79-EE8C-95E2-3C6B-FA113CCD29B4}"/>
                </a:ext>
              </a:extLst>
            </p:cNvPr>
            <p:cNvSpPr/>
            <p:nvPr/>
          </p:nvSpPr>
          <p:spPr>
            <a:xfrm>
              <a:off x="7565922" y="6380945"/>
              <a:ext cx="11019" cy="9805"/>
            </a:xfrm>
            <a:custGeom>
              <a:avLst/>
              <a:gdLst>
                <a:gd name="csX0" fmla="*/ 8802 w 11019"/>
                <a:gd name="csY0" fmla="*/ 1249 h 9805"/>
                <a:gd name="csX1" fmla="*/ 356 w 11019"/>
                <a:gd name="csY1" fmla="*/ 2582 h 9805"/>
                <a:gd name="csX2" fmla="*/ 166 w 11019"/>
                <a:gd name="csY2" fmla="*/ 3662 h 9805"/>
                <a:gd name="csX3" fmla="*/ 2324 w 11019"/>
                <a:gd name="csY3" fmla="*/ 8424 h 9805"/>
                <a:gd name="csX4" fmla="*/ 9881 w 11019"/>
                <a:gd name="csY4" fmla="*/ 7535 h 9805"/>
                <a:gd name="csX5" fmla="*/ 8929 w 11019"/>
                <a:gd name="csY5" fmla="*/ 1376 h 9805"/>
                <a:gd name="csX6" fmla="*/ 8802 w 11019"/>
                <a:gd name="csY6" fmla="*/ 1249 h 9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19" h="9805">
                  <a:moveTo>
                    <a:pt x="8802" y="1249"/>
                  </a:moveTo>
                  <a:cubicBezTo>
                    <a:pt x="8802" y="1249"/>
                    <a:pt x="1626" y="-2307"/>
                    <a:pt x="356" y="2582"/>
                  </a:cubicBezTo>
                  <a:lnTo>
                    <a:pt x="166" y="3662"/>
                  </a:lnTo>
                  <a:cubicBezTo>
                    <a:pt x="-406" y="5630"/>
                    <a:pt x="546" y="7789"/>
                    <a:pt x="2324" y="8424"/>
                  </a:cubicBezTo>
                  <a:cubicBezTo>
                    <a:pt x="3277" y="8551"/>
                    <a:pt x="7912" y="11980"/>
                    <a:pt x="9881" y="7535"/>
                  </a:cubicBezTo>
                  <a:cubicBezTo>
                    <a:pt x="9881" y="6900"/>
                    <a:pt x="12993" y="2582"/>
                    <a:pt x="8929" y="1376"/>
                  </a:cubicBezTo>
                  <a:lnTo>
                    <a:pt x="8802" y="1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58779514-106B-DA10-A8F5-F1AA55DD5AC7}"/>
                </a:ext>
              </a:extLst>
            </p:cNvPr>
            <p:cNvSpPr/>
            <p:nvPr/>
          </p:nvSpPr>
          <p:spPr>
            <a:xfrm>
              <a:off x="7584884" y="6380245"/>
              <a:ext cx="8745" cy="10506"/>
            </a:xfrm>
            <a:custGeom>
              <a:avLst/>
              <a:gdLst>
                <a:gd name="csX0" fmla="*/ 5524 w 8745"/>
                <a:gd name="csY0" fmla="*/ 489 h 10506"/>
                <a:gd name="csX1" fmla="*/ 1333 w 8745"/>
                <a:gd name="csY1" fmla="*/ 7283 h 10506"/>
                <a:gd name="csX2" fmla="*/ 8635 w 8745"/>
                <a:gd name="csY2" fmla="*/ 8236 h 10506"/>
                <a:gd name="csX3" fmla="*/ 5524 w 8745"/>
                <a:gd name="csY3" fmla="*/ 489 h 10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45" h="10506">
                  <a:moveTo>
                    <a:pt x="5524" y="489"/>
                  </a:moveTo>
                  <a:cubicBezTo>
                    <a:pt x="4254" y="1758"/>
                    <a:pt x="-2921" y="4553"/>
                    <a:pt x="1333" y="7283"/>
                  </a:cubicBezTo>
                  <a:cubicBezTo>
                    <a:pt x="3047" y="7918"/>
                    <a:pt x="8762" y="13570"/>
                    <a:pt x="8635" y="8236"/>
                  </a:cubicBezTo>
                  <a:cubicBezTo>
                    <a:pt x="8635" y="8236"/>
                    <a:pt x="9652" y="-2369"/>
                    <a:pt x="5524" y="4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FD2D0645-FAFE-A994-3C90-86ABD8319ADD}"/>
                </a:ext>
              </a:extLst>
            </p:cNvPr>
            <p:cNvSpPr/>
            <p:nvPr/>
          </p:nvSpPr>
          <p:spPr>
            <a:xfrm>
              <a:off x="7510964" y="6365357"/>
              <a:ext cx="7979" cy="7375"/>
            </a:xfrm>
            <a:custGeom>
              <a:avLst/>
              <a:gdLst>
                <a:gd name="csX0" fmla="*/ 7372 w 7979"/>
                <a:gd name="csY0" fmla="*/ 1914 h 7375"/>
                <a:gd name="csX1" fmla="*/ 5 w 7979"/>
                <a:gd name="csY1" fmla="*/ 4073 h 7375"/>
                <a:gd name="csX2" fmla="*/ 5403 w 7979"/>
                <a:gd name="csY2" fmla="*/ 7375 h 7375"/>
                <a:gd name="csX3" fmla="*/ 7879 w 7979"/>
                <a:gd name="csY3" fmla="*/ 3756 h 7375"/>
                <a:gd name="csX4" fmla="*/ 7499 w 7979"/>
                <a:gd name="csY4" fmla="*/ 1914 h 7375"/>
                <a:gd name="csX5" fmla="*/ 7372 w 7979"/>
                <a:gd name="csY5" fmla="*/ 1914 h 7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79" h="7375">
                  <a:moveTo>
                    <a:pt x="7372" y="1914"/>
                  </a:moveTo>
                  <a:cubicBezTo>
                    <a:pt x="6165" y="-2722"/>
                    <a:pt x="132" y="2295"/>
                    <a:pt x="5" y="4073"/>
                  </a:cubicBezTo>
                  <a:cubicBezTo>
                    <a:pt x="-185" y="8201"/>
                    <a:pt x="4768" y="7121"/>
                    <a:pt x="5403" y="7375"/>
                  </a:cubicBezTo>
                  <a:cubicBezTo>
                    <a:pt x="7244" y="7375"/>
                    <a:pt x="8324" y="5724"/>
                    <a:pt x="7879" y="3756"/>
                  </a:cubicBezTo>
                  <a:lnTo>
                    <a:pt x="7499" y="1914"/>
                  </a:lnTo>
                  <a:lnTo>
                    <a:pt x="7372" y="19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E071EF8E-3B01-84D2-28FC-6BC3D224341D}"/>
                </a:ext>
              </a:extLst>
            </p:cNvPr>
            <p:cNvSpPr/>
            <p:nvPr/>
          </p:nvSpPr>
          <p:spPr>
            <a:xfrm>
              <a:off x="8535160" y="5956268"/>
              <a:ext cx="7820" cy="12420"/>
            </a:xfrm>
            <a:custGeom>
              <a:avLst/>
              <a:gdLst>
                <a:gd name="csX0" fmla="*/ 3303 w 7820"/>
                <a:gd name="csY0" fmla="*/ 0 h 12420"/>
                <a:gd name="csX1" fmla="*/ 4891 w 7820"/>
                <a:gd name="csY1" fmla="*/ 12325 h 12420"/>
                <a:gd name="csX2" fmla="*/ 3303 w 7820"/>
                <a:gd name="csY2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820" h="12420">
                  <a:moveTo>
                    <a:pt x="3303" y="0"/>
                  </a:moveTo>
                  <a:cubicBezTo>
                    <a:pt x="-380" y="1295"/>
                    <a:pt x="-2348" y="13621"/>
                    <a:pt x="4891" y="12325"/>
                  </a:cubicBezTo>
                  <a:cubicBezTo>
                    <a:pt x="9145" y="10490"/>
                    <a:pt x="8891" y="540"/>
                    <a:pt x="33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FBFCE09F-70A4-D00F-D052-D7AD805DB0E8}"/>
                </a:ext>
              </a:extLst>
            </p:cNvPr>
            <p:cNvSpPr/>
            <p:nvPr/>
          </p:nvSpPr>
          <p:spPr>
            <a:xfrm>
              <a:off x="5022284" y="4076793"/>
              <a:ext cx="11803" cy="5103"/>
            </a:xfrm>
            <a:custGeom>
              <a:avLst/>
              <a:gdLst>
                <a:gd name="csX0" fmla="*/ 553 w 11803"/>
                <a:gd name="csY0" fmla="*/ 2961 h 5103"/>
                <a:gd name="csX1" fmla="*/ 1855 w 11803"/>
                <a:gd name="csY1" fmla="*/ 5018 h 5103"/>
                <a:gd name="csX2" fmla="*/ 2718 w 11803"/>
                <a:gd name="csY2" fmla="*/ 4802 h 5103"/>
                <a:gd name="csX3" fmla="*/ 11704 w 11803"/>
                <a:gd name="csY3" fmla="*/ 2853 h 5103"/>
                <a:gd name="csX4" fmla="*/ 661 w 11803"/>
                <a:gd name="csY4" fmla="*/ 2853 h 5103"/>
                <a:gd name="csX5" fmla="*/ 553 w 11803"/>
                <a:gd name="csY5" fmla="*/ 2961 h 5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03" h="5103">
                  <a:moveTo>
                    <a:pt x="553" y="2961"/>
                  </a:moveTo>
                  <a:cubicBezTo>
                    <a:pt x="769" y="2421"/>
                    <a:pt x="-1504" y="5666"/>
                    <a:pt x="1855" y="5018"/>
                  </a:cubicBezTo>
                  <a:lnTo>
                    <a:pt x="2718" y="4802"/>
                  </a:lnTo>
                  <a:cubicBezTo>
                    <a:pt x="7697" y="3824"/>
                    <a:pt x="12567" y="6745"/>
                    <a:pt x="11704" y="2853"/>
                  </a:cubicBezTo>
                  <a:cubicBezTo>
                    <a:pt x="10726" y="-1472"/>
                    <a:pt x="3150" y="-392"/>
                    <a:pt x="661" y="2853"/>
                  </a:cubicBezTo>
                  <a:lnTo>
                    <a:pt x="553" y="2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F6BEA5C2-B985-49E1-2337-A3A156630B7D}"/>
                </a:ext>
              </a:extLst>
            </p:cNvPr>
            <p:cNvSpPr/>
            <p:nvPr/>
          </p:nvSpPr>
          <p:spPr>
            <a:xfrm>
              <a:off x="5027864" y="4059832"/>
              <a:ext cx="6708" cy="7093"/>
            </a:xfrm>
            <a:custGeom>
              <a:avLst/>
              <a:gdLst>
                <a:gd name="csX0" fmla="*/ 2339 w 6708"/>
                <a:gd name="csY0" fmla="*/ 1107 h 7093"/>
                <a:gd name="csX1" fmla="*/ 2009 w 6708"/>
                <a:gd name="csY1" fmla="*/ 7057 h 7093"/>
                <a:gd name="csX2" fmla="*/ 6339 w 6708"/>
                <a:gd name="csY2" fmla="*/ 3380 h 7093"/>
                <a:gd name="csX3" fmla="*/ 2339 w 6708"/>
                <a:gd name="csY3" fmla="*/ 1215 h 7093"/>
                <a:gd name="csX4" fmla="*/ 2339 w 6708"/>
                <a:gd name="csY4" fmla="*/ 1107 h 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8" h="7093">
                  <a:moveTo>
                    <a:pt x="2339" y="1107"/>
                  </a:moveTo>
                  <a:cubicBezTo>
                    <a:pt x="2009" y="2079"/>
                    <a:pt x="-2538" y="7596"/>
                    <a:pt x="2009" y="7057"/>
                  </a:cubicBezTo>
                  <a:cubicBezTo>
                    <a:pt x="2555" y="6841"/>
                    <a:pt x="8181" y="7273"/>
                    <a:pt x="6339" y="3380"/>
                  </a:cubicBezTo>
                  <a:cubicBezTo>
                    <a:pt x="6339" y="3380"/>
                    <a:pt x="4498" y="-2462"/>
                    <a:pt x="2339" y="1215"/>
                  </a:cubicBezTo>
                  <a:lnTo>
                    <a:pt x="2339" y="11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84D37662-A52F-D822-D0FF-7B59F1817E05}"/>
                </a:ext>
              </a:extLst>
            </p:cNvPr>
            <p:cNvSpPr/>
            <p:nvPr/>
          </p:nvSpPr>
          <p:spPr>
            <a:xfrm>
              <a:off x="5016400" y="4069151"/>
              <a:ext cx="7884" cy="6083"/>
            </a:xfrm>
            <a:custGeom>
              <a:avLst/>
              <a:gdLst>
                <a:gd name="csX0" fmla="*/ 7306 w 7884"/>
                <a:gd name="csY0" fmla="*/ 3358 h 6083"/>
                <a:gd name="csX1" fmla="*/ 5363 w 7884"/>
                <a:gd name="csY1" fmla="*/ 112 h 6083"/>
                <a:gd name="csX2" fmla="*/ 385 w 7884"/>
                <a:gd name="csY2" fmla="*/ 2710 h 6083"/>
                <a:gd name="csX3" fmla="*/ 1896 w 7884"/>
                <a:gd name="csY3" fmla="*/ 6062 h 6083"/>
                <a:gd name="csX4" fmla="*/ 7198 w 7884"/>
                <a:gd name="csY4" fmla="*/ 3358 h 6083"/>
                <a:gd name="csX5" fmla="*/ 7306 w 7884"/>
                <a:gd name="csY5" fmla="*/ 3358 h 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4" h="6083">
                  <a:moveTo>
                    <a:pt x="7306" y="3358"/>
                  </a:moveTo>
                  <a:cubicBezTo>
                    <a:pt x="9472" y="436"/>
                    <a:pt x="4817" y="-319"/>
                    <a:pt x="5363" y="112"/>
                  </a:cubicBezTo>
                  <a:cubicBezTo>
                    <a:pt x="2004" y="-427"/>
                    <a:pt x="-161" y="3249"/>
                    <a:pt x="385" y="2710"/>
                  </a:cubicBezTo>
                  <a:cubicBezTo>
                    <a:pt x="-485" y="4329"/>
                    <a:pt x="163" y="5847"/>
                    <a:pt x="1896" y="6062"/>
                  </a:cubicBezTo>
                  <a:cubicBezTo>
                    <a:pt x="5141" y="6386"/>
                    <a:pt x="7852" y="2925"/>
                    <a:pt x="7198" y="3358"/>
                  </a:cubicBezTo>
                  <a:lnTo>
                    <a:pt x="7306" y="3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6A6886C-A639-0C74-C119-603406579A54}"/>
                </a:ext>
              </a:extLst>
            </p:cNvPr>
            <p:cNvSpPr/>
            <p:nvPr/>
          </p:nvSpPr>
          <p:spPr>
            <a:xfrm>
              <a:off x="5013739" y="4059773"/>
              <a:ext cx="8085" cy="5762"/>
            </a:xfrm>
            <a:custGeom>
              <a:avLst/>
              <a:gdLst>
                <a:gd name="csX0" fmla="*/ 6723 w 8085"/>
                <a:gd name="csY0" fmla="*/ 5059 h 5762"/>
                <a:gd name="csX1" fmla="*/ 7155 w 8085"/>
                <a:gd name="csY1" fmla="*/ 1274 h 5762"/>
                <a:gd name="csX2" fmla="*/ 874 w 8085"/>
                <a:gd name="csY2" fmla="*/ 4087 h 5762"/>
                <a:gd name="csX3" fmla="*/ 1306 w 8085"/>
                <a:gd name="csY3" fmla="*/ 4519 h 5762"/>
                <a:gd name="csX4" fmla="*/ 6831 w 8085"/>
                <a:gd name="csY4" fmla="*/ 5167 h 5762"/>
                <a:gd name="csX5" fmla="*/ 6723 w 8085"/>
                <a:gd name="csY5" fmla="*/ 5059 h 5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85" h="5762">
                  <a:moveTo>
                    <a:pt x="6723" y="5059"/>
                  </a:moveTo>
                  <a:cubicBezTo>
                    <a:pt x="8342" y="4195"/>
                    <a:pt x="8558" y="2468"/>
                    <a:pt x="7155" y="1274"/>
                  </a:cubicBezTo>
                  <a:cubicBezTo>
                    <a:pt x="3796" y="-1647"/>
                    <a:pt x="-2263" y="950"/>
                    <a:pt x="874" y="4087"/>
                  </a:cubicBezTo>
                  <a:lnTo>
                    <a:pt x="1306" y="4519"/>
                  </a:lnTo>
                  <a:cubicBezTo>
                    <a:pt x="3687" y="6792"/>
                    <a:pt x="6285" y="5274"/>
                    <a:pt x="6831" y="5167"/>
                  </a:cubicBezTo>
                  <a:lnTo>
                    <a:pt x="6723" y="5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FEF24FB-8553-AE05-9D9C-1F80B485BBB1}"/>
                </a:ext>
              </a:extLst>
            </p:cNvPr>
            <p:cNvSpPr/>
            <p:nvPr/>
          </p:nvSpPr>
          <p:spPr>
            <a:xfrm>
              <a:off x="5038396" y="4070527"/>
              <a:ext cx="4245" cy="7002"/>
            </a:xfrm>
            <a:custGeom>
              <a:avLst/>
              <a:gdLst>
                <a:gd name="csX0" fmla="*/ 1656 w 4245"/>
                <a:gd name="csY0" fmla="*/ 146 h 7002"/>
                <a:gd name="csX1" fmla="*/ 138 w 4245"/>
                <a:gd name="csY1" fmla="*/ 5118 h 7002"/>
                <a:gd name="csX2" fmla="*/ 3498 w 4245"/>
                <a:gd name="csY2" fmla="*/ 6414 h 7002"/>
                <a:gd name="csX3" fmla="*/ 1656 w 4245"/>
                <a:gd name="csY3" fmla="*/ 146 h 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45" h="7002">
                  <a:moveTo>
                    <a:pt x="1656" y="146"/>
                  </a:moveTo>
                  <a:cubicBezTo>
                    <a:pt x="-509" y="1117"/>
                    <a:pt x="30" y="5658"/>
                    <a:pt x="138" y="5118"/>
                  </a:cubicBezTo>
                  <a:cubicBezTo>
                    <a:pt x="570" y="8471"/>
                    <a:pt x="4145" y="6305"/>
                    <a:pt x="3498" y="6414"/>
                  </a:cubicBezTo>
                  <a:cubicBezTo>
                    <a:pt x="5009" y="5442"/>
                    <a:pt x="4145" y="-1048"/>
                    <a:pt x="1656" y="1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900400D-2B94-F85E-FB74-27333210EAA4}"/>
                </a:ext>
              </a:extLst>
            </p:cNvPr>
            <p:cNvSpPr/>
            <p:nvPr/>
          </p:nvSpPr>
          <p:spPr>
            <a:xfrm>
              <a:off x="5018293" y="4022985"/>
              <a:ext cx="103038" cy="68031"/>
            </a:xfrm>
            <a:custGeom>
              <a:avLst/>
              <a:gdLst>
                <a:gd name="csX0" fmla="*/ 22946 w 103038"/>
                <a:gd name="csY0" fmla="*/ 13735 h 68031"/>
                <a:gd name="csX1" fmla="*/ 975 w 103038"/>
                <a:gd name="csY1" fmla="*/ 13735 h 68031"/>
                <a:gd name="csX2" fmla="*/ 1731 w 103038"/>
                <a:gd name="csY2" fmla="*/ 15894 h 68031"/>
                <a:gd name="csX3" fmla="*/ 1408 w 103038"/>
                <a:gd name="csY3" fmla="*/ 24765 h 68031"/>
                <a:gd name="csX4" fmla="*/ 9853 w 103038"/>
                <a:gd name="csY4" fmla="*/ 28549 h 68031"/>
                <a:gd name="csX5" fmla="*/ 10716 w 103038"/>
                <a:gd name="csY5" fmla="*/ 27032 h 68031"/>
                <a:gd name="csX6" fmla="*/ 16235 w 103038"/>
                <a:gd name="csY6" fmla="*/ 23355 h 68031"/>
                <a:gd name="csX7" fmla="*/ 17968 w 103038"/>
                <a:gd name="csY7" fmla="*/ 25629 h 68031"/>
                <a:gd name="csX8" fmla="*/ 16127 w 103038"/>
                <a:gd name="csY8" fmla="*/ 29089 h 68031"/>
                <a:gd name="csX9" fmla="*/ 19918 w 103038"/>
                <a:gd name="csY9" fmla="*/ 31464 h 68031"/>
                <a:gd name="csX10" fmla="*/ 30522 w 103038"/>
                <a:gd name="csY10" fmla="*/ 25305 h 68031"/>
                <a:gd name="csX11" fmla="*/ 35716 w 103038"/>
                <a:gd name="csY11" fmla="*/ 28873 h 68031"/>
                <a:gd name="csX12" fmla="*/ 26953 w 103038"/>
                <a:gd name="csY12" fmla="*/ 36335 h 68031"/>
                <a:gd name="csX13" fmla="*/ 27493 w 103038"/>
                <a:gd name="csY13" fmla="*/ 41415 h 68031"/>
                <a:gd name="csX14" fmla="*/ 33875 w 103038"/>
                <a:gd name="csY14" fmla="*/ 41199 h 68031"/>
                <a:gd name="csX15" fmla="*/ 33119 w 103038"/>
                <a:gd name="csY15" fmla="*/ 50502 h 68031"/>
                <a:gd name="csX16" fmla="*/ 43292 w 103038"/>
                <a:gd name="csY16" fmla="*/ 57747 h 68031"/>
                <a:gd name="csX17" fmla="*/ 47191 w 103038"/>
                <a:gd name="csY17" fmla="*/ 58070 h 68031"/>
                <a:gd name="csX18" fmla="*/ 48054 w 103038"/>
                <a:gd name="csY18" fmla="*/ 67367 h 68031"/>
                <a:gd name="csX19" fmla="*/ 48493 w 103038"/>
                <a:gd name="csY19" fmla="*/ 67583 h 68031"/>
                <a:gd name="csX20" fmla="*/ 57909 w 103038"/>
                <a:gd name="csY20" fmla="*/ 59474 h 68031"/>
                <a:gd name="csX21" fmla="*/ 59853 w 103038"/>
                <a:gd name="csY21" fmla="*/ 60770 h 68031"/>
                <a:gd name="csX22" fmla="*/ 67866 w 103038"/>
                <a:gd name="csY22" fmla="*/ 44767 h 68031"/>
                <a:gd name="csX23" fmla="*/ 103039 w 103038"/>
                <a:gd name="csY23" fmla="*/ 37414 h 68031"/>
                <a:gd name="csX24" fmla="*/ 92435 w 103038"/>
                <a:gd name="csY24" fmla="*/ 20542 h 68031"/>
                <a:gd name="csX25" fmla="*/ 101528 w 103038"/>
                <a:gd name="csY25" fmla="*/ 12325 h 68031"/>
                <a:gd name="csX26" fmla="*/ 100010 w 103038"/>
                <a:gd name="csY26" fmla="*/ 0 h 68031"/>
                <a:gd name="csX27" fmla="*/ 44162 w 103038"/>
                <a:gd name="csY27" fmla="*/ 0 h 68031"/>
                <a:gd name="csX28" fmla="*/ 22839 w 103038"/>
                <a:gd name="csY28" fmla="*/ 13627 h 68031"/>
                <a:gd name="csX29" fmla="*/ 22946 w 103038"/>
                <a:gd name="csY29" fmla="*/ 13735 h 68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3038" h="68031">
                  <a:moveTo>
                    <a:pt x="22946" y="13735"/>
                  </a:moveTo>
                  <a:lnTo>
                    <a:pt x="975" y="13735"/>
                  </a:lnTo>
                  <a:cubicBezTo>
                    <a:pt x="1947" y="13735"/>
                    <a:pt x="2271" y="14706"/>
                    <a:pt x="1731" y="15894"/>
                  </a:cubicBezTo>
                  <a:cubicBezTo>
                    <a:pt x="1515" y="17189"/>
                    <a:pt x="-1838" y="21520"/>
                    <a:pt x="1408" y="24765"/>
                  </a:cubicBezTo>
                  <a:cubicBezTo>
                    <a:pt x="3465" y="26276"/>
                    <a:pt x="7364" y="32874"/>
                    <a:pt x="9853" y="28549"/>
                  </a:cubicBezTo>
                  <a:lnTo>
                    <a:pt x="10716" y="27032"/>
                  </a:lnTo>
                  <a:cubicBezTo>
                    <a:pt x="12450" y="23895"/>
                    <a:pt x="16882" y="23032"/>
                    <a:pt x="16235" y="23355"/>
                  </a:cubicBezTo>
                  <a:cubicBezTo>
                    <a:pt x="18076" y="23032"/>
                    <a:pt x="18832" y="24003"/>
                    <a:pt x="17968" y="25629"/>
                  </a:cubicBezTo>
                  <a:lnTo>
                    <a:pt x="16127" y="29089"/>
                  </a:lnTo>
                  <a:cubicBezTo>
                    <a:pt x="14177" y="32766"/>
                    <a:pt x="20458" y="31464"/>
                    <a:pt x="19918" y="31464"/>
                  </a:cubicBezTo>
                  <a:cubicBezTo>
                    <a:pt x="24896" y="30924"/>
                    <a:pt x="31170" y="24873"/>
                    <a:pt x="30522" y="25305"/>
                  </a:cubicBezTo>
                  <a:cubicBezTo>
                    <a:pt x="33989" y="22492"/>
                    <a:pt x="39508" y="26600"/>
                    <a:pt x="35716" y="28873"/>
                  </a:cubicBezTo>
                  <a:cubicBezTo>
                    <a:pt x="33659" y="30385"/>
                    <a:pt x="28788" y="31896"/>
                    <a:pt x="26953" y="36335"/>
                  </a:cubicBezTo>
                  <a:cubicBezTo>
                    <a:pt x="26845" y="36982"/>
                    <a:pt x="23271" y="43148"/>
                    <a:pt x="27493" y="41415"/>
                  </a:cubicBezTo>
                  <a:cubicBezTo>
                    <a:pt x="28788" y="41091"/>
                    <a:pt x="35716" y="36874"/>
                    <a:pt x="33875" y="41199"/>
                  </a:cubicBezTo>
                  <a:cubicBezTo>
                    <a:pt x="33551" y="42602"/>
                    <a:pt x="30198" y="47041"/>
                    <a:pt x="33119" y="50502"/>
                  </a:cubicBezTo>
                  <a:cubicBezTo>
                    <a:pt x="36040" y="53308"/>
                    <a:pt x="38859" y="60446"/>
                    <a:pt x="43292" y="57747"/>
                  </a:cubicBezTo>
                  <a:cubicBezTo>
                    <a:pt x="43838" y="57524"/>
                    <a:pt x="48277" y="53956"/>
                    <a:pt x="47191" y="58070"/>
                  </a:cubicBezTo>
                  <a:cubicBezTo>
                    <a:pt x="47083" y="59798"/>
                    <a:pt x="43838" y="65316"/>
                    <a:pt x="48054" y="67367"/>
                  </a:cubicBezTo>
                  <a:lnTo>
                    <a:pt x="48493" y="67583"/>
                  </a:lnTo>
                  <a:cubicBezTo>
                    <a:pt x="54119" y="70396"/>
                    <a:pt x="52061" y="59042"/>
                    <a:pt x="57909" y="59474"/>
                  </a:cubicBezTo>
                  <a:cubicBezTo>
                    <a:pt x="59205" y="59474"/>
                    <a:pt x="59745" y="60014"/>
                    <a:pt x="59853" y="60770"/>
                  </a:cubicBezTo>
                  <a:lnTo>
                    <a:pt x="67866" y="44767"/>
                  </a:lnTo>
                  <a:lnTo>
                    <a:pt x="103039" y="37414"/>
                  </a:lnTo>
                  <a:lnTo>
                    <a:pt x="92435" y="20542"/>
                  </a:lnTo>
                  <a:lnTo>
                    <a:pt x="101528" y="12325"/>
                  </a:lnTo>
                  <a:lnTo>
                    <a:pt x="100010" y="0"/>
                  </a:lnTo>
                  <a:lnTo>
                    <a:pt x="44162" y="0"/>
                  </a:lnTo>
                  <a:lnTo>
                    <a:pt x="22839" y="13627"/>
                  </a:lnTo>
                  <a:lnTo>
                    <a:pt x="22946" y="137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EBF9CFCF-580B-0C72-8274-96F095EE071C}"/>
                </a:ext>
              </a:extLst>
            </p:cNvPr>
            <p:cNvSpPr/>
            <p:nvPr/>
          </p:nvSpPr>
          <p:spPr>
            <a:xfrm>
              <a:off x="5076285" y="4022985"/>
              <a:ext cx="268014" cy="206000"/>
            </a:xfrm>
            <a:custGeom>
              <a:avLst/>
              <a:gdLst>
                <a:gd name="csX0" fmla="*/ 1105 w 268014"/>
                <a:gd name="csY0" fmla="*/ 70936 h 206000"/>
                <a:gd name="csX1" fmla="*/ 14307 w 268014"/>
                <a:gd name="csY1" fmla="*/ 88995 h 206000"/>
                <a:gd name="csX2" fmla="*/ 40932 w 268014"/>
                <a:gd name="csY2" fmla="*/ 104781 h 206000"/>
                <a:gd name="csX3" fmla="*/ 41580 w 268014"/>
                <a:gd name="csY3" fmla="*/ 111271 h 206000"/>
                <a:gd name="csX4" fmla="*/ 42773 w 268014"/>
                <a:gd name="csY4" fmla="*/ 116357 h 206000"/>
                <a:gd name="csX5" fmla="*/ 54140 w 268014"/>
                <a:gd name="csY5" fmla="*/ 125114 h 206000"/>
                <a:gd name="csX6" fmla="*/ 55651 w 268014"/>
                <a:gd name="csY6" fmla="*/ 132035 h 206000"/>
                <a:gd name="csX7" fmla="*/ 59010 w 268014"/>
                <a:gd name="csY7" fmla="*/ 138849 h 206000"/>
                <a:gd name="csX8" fmla="*/ 59226 w 268014"/>
                <a:gd name="csY8" fmla="*/ 138849 h 206000"/>
                <a:gd name="csX9" fmla="*/ 67773 w 268014"/>
                <a:gd name="csY9" fmla="*/ 137763 h 206000"/>
                <a:gd name="csX10" fmla="*/ 85096 w 268014"/>
                <a:gd name="csY10" fmla="*/ 104349 h 206000"/>
                <a:gd name="csX11" fmla="*/ 128714 w 268014"/>
                <a:gd name="csY11" fmla="*/ 100457 h 206000"/>
                <a:gd name="csX12" fmla="*/ 145383 w 268014"/>
                <a:gd name="csY12" fmla="*/ 120142 h 206000"/>
                <a:gd name="csX13" fmla="*/ 143110 w 268014"/>
                <a:gd name="csY13" fmla="*/ 131388 h 206000"/>
                <a:gd name="csX14" fmla="*/ 149599 w 268014"/>
                <a:gd name="csY14" fmla="*/ 136252 h 206000"/>
                <a:gd name="csX15" fmla="*/ 143002 w 268014"/>
                <a:gd name="csY15" fmla="*/ 156039 h 206000"/>
                <a:gd name="csX16" fmla="*/ 154254 w 268014"/>
                <a:gd name="csY16" fmla="*/ 163068 h 206000"/>
                <a:gd name="csX17" fmla="*/ 160642 w 268014"/>
                <a:gd name="csY17" fmla="*/ 156146 h 206000"/>
                <a:gd name="csX18" fmla="*/ 177203 w 268014"/>
                <a:gd name="csY18" fmla="*/ 156146 h 206000"/>
                <a:gd name="csX19" fmla="*/ 193764 w 268014"/>
                <a:gd name="csY19" fmla="*/ 156254 h 206000"/>
                <a:gd name="csX20" fmla="*/ 204908 w 268014"/>
                <a:gd name="csY20" fmla="*/ 185344 h 206000"/>
                <a:gd name="csX21" fmla="*/ 200146 w 268014"/>
                <a:gd name="csY21" fmla="*/ 197136 h 206000"/>
                <a:gd name="csX22" fmla="*/ 214217 w 268014"/>
                <a:gd name="csY22" fmla="*/ 206000 h 206000"/>
                <a:gd name="csX23" fmla="*/ 218332 w 268014"/>
                <a:gd name="csY23" fmla="*/ 202647 h 206000"/>
                <a:gd name="csX24" fmla="*/ 223958 w 268014"/>
                <a:gd name="csY24" fmla="*/ 187941 h 206000"/>
                <a:gd name="csX25" fmla="*/ 239008 w 268014"/>
                <a:gd name="csY25" fmla="*/ 191078 h 206000"/>
                <a:gd name="csX26" fmla="*/ 251130 w 268014"/>
                <a:gd name="csY26" fmla="*/ 193459 h 206000"/>
                <a:gd name="csX27" fmla="*/ 257943 w 268014"/>
                <a:gd name="csY27" fmla="*/ 174968 h 206000"/>
                <a:gd name="csX28" fmla="*/ 246151 w 268014"/>
                <a:gd name="csY28" fmla="*/ 168046 h 206000"/>
                <a:gd name="csX29" fmla="*/ 251453 w 268014"/>
                <a:gd name="csY29" fmla="*/ 150959 h 206000"/>
                <a:gd name="csX30" fmla="*/ 268014 w 268014"/>
                <a:gd name="csY30" fmla="*/ 156578 h 206000"/>
                <a:gd name="csX31" fmla="*/ 267690 w 268014"/>
                <a:gd name="csY31" fmla="*/ 134086 h 206000"/>
                <a:gd name="csX32" fmla="*/ 251346 w 268014"/>
                <a:gd name="csY32" fmla="*/ 100133 h 206000"/>
                <a:gd name="csX33" fmla="*/ 261086 w 268014"/>
                <a:gd name="csY33" fmla="*/ 92672 h 206000"/>
                <a:gd name="csX34" fmla="*/ 260871 w 268014"/>
                <a:gd name="csY34" fmla="*/ 92456 h 206000"/>
                <a:gd name="csX35" fmla="*/ 247771 w 268014"/>
                <a:gd name="csY35" fmla="*/ 70072 h 206000"/>
                <a:gd name="csX36" fmla="*/ 234461 w 268014"/>
                <a:gd name="csY36" fmla="*/ 64338 h 206000"/>
                <a:gd name="csX37" fmla="*/ 239008 w 268014"/>
                <a:gd name="csY37" fmla="*/ 47256 h 206000"/>
                <a:gd name="csX38" fmla="*/ 225368 w 268014"/>
                <a:gd name="csY38" fmla="*/ 34493 h 206000"/>
                <a:gd name="csX39" fmla="*/ 219742 w 268014"/>
                <a:gd name="csY39" fmla="*/ 12325 h 206000"/>
                <a:gd name="csX40" fmla="*/ 204368 w 268014"/>
                <a:gd name="csY40" fmla="*/ 6921 h 206000"/>
                <a:gd name="csX41" fmla="*/ 205886 w 268014"/>
                <a:gd name="csY41" fmla="*/ 15246 h 206000"/>
                <a:gd name="csX42" fmla="*/ 192462 w 268014"/>
                <a:gd name="csY42" fmla="*/ 24543 h 206000"/>
                <a:gd name="csX43" fmla="*/ 169196 w 268014"/>
                <a:gd name="csY43" fmla="*/ 17628 h 206000"/>
                <a:gd name="csX44" fmla="*/ 155880 w 268014"/>
                <a:gd name="csY44" fmla="*/ 29413 h 206000"/>
                <a:gd name="csX45" fmla="*/ 145491 w 268014"/>
                <a:gd name="csY45" fmla="*/ 19139 h 206000"/>
                <a:gd name="csX46" fmla="*/ 135534 w 268014"/>
                <a:gd name="csY46" fmla="*/ 26492 h 206000"/>
                <a:gd name="csX47" fmla="*/ 125679 w 268014"/>
                <a:gd name="csY47" fmla="*/ 19139 h 206000"/>
                <a:gd name="csX48" fmla="*/ 129146 w 268014"/>
                <a:gd name="csY48" fmla="*/ 9296 h 206000"/>
                <a:gd name="csX49" fmla="*/ 94399 w 268014"/>
                <a:gd name="csY49" fmla="*/ 14706 h 206000"/>
                <a:gd name="csX50" fmla="*/ 66694 w 268014"/>
                <a:gd name="csY50" fmla="*/ 0 h 206000"/>
                <a:gd name="csX51" fmla="*/ 41910 w 268014"/>
                <a:gd name="csY51" fmla="*/ 0 h 206000"/>
                <a:gd name="csX52" fmla="*/ 43421 w 268014"/>
                <a:gd name="csY52" fmla="*/ 12325 h 206000"/>
                <a:gd name="csX53" fmla="*/ 34328 w 268014"/>
                <a:gd name="csY53" fmla="*/ 20542 h 206000"/>
                <a:gd name="csX54" fmla="*/ 44939 w 268014"/>
                <a:gd name="csY54" fmla="*/ 37414 h 206000"/>
                <a:gd name="csX55" fmla="*/ 9760 w 268014"/>
                <a:gd name="csY55" fmla="*/ 44767 h 206000"/>
                <a:gd name="csX56" fmla="*/ 1752 w 268014"/>
                <a:gd name="csY56" fmla="*/ 60770 h 206000"/>
                <a:gd name="csX57" fmla="*/ 889 w 268014"/>
                <a:gd name="csY57" fmla="*/ 70936 h 206000"/>
                <a:gd name="csX58" fmla="*/ 1105 w 268014"/>
                <a:gd name="csY58" fmla="*/ 70936 h 20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68014" h="206000">
                  <a:moveTo>
                    <a:pt x="1105" y="70936"/>
                  </a:moveTo>
                  <a:cubicBezTo>
                    <a:pt x="9328" y="83807"/>
                    <a:pt x="10522" y="86722"/>
                    <a:pt x="14307" y="88995"/>
                  </a:cubicBezTo>
                  <a:lnTo>
                    <a:pt x="40932" y="104781"/>
                  </a:lnTo>
                  <a:cubicBezTo>
                    <a:pt x="44399" y="106839"/>
                    <a:pt x="41472" y="111811"/>
                    <a:pt x="41580" y="111271"/>
                  </a:cubicBezTo>
                  <a:cubicBezTo>
                    <a:pt x="40716" y="112897"/>
                    <a:pt x="41364" y="115164"/>
                    <a:pt x="42773" y="116357"/>
                  </a:cubicBezTo>
                  <a:lnTo>
                    <a:pt x="54140" y="125114"/>
                  </a:lnTo>
                  <a:cubicBezTo>
                    <a:pt x="57277" y="127603"/>
                    <a:pt x="55651" y="132575"/>
                    <a:pt x="55651" y="132035"/>
                  </a:cubicBezTo>
                  <a:cubicBezTo>
                    <a:pt x="54788" y="135712"/>
                    <a:pt x="57924" y="136684"/>
                    <a:pt x="59010" y="138849"/>
                  </a:cubicBezTo>
                  <a:lnTo>
                    <a:pt x="59226" y="138849"/>
                  </a:lnTo>
                  <a:lnTo>
                    <a:pt x="67773" y="137763"/>
                  </a:lnTo>
                  <a:lnTo>
                    <a:pt x="85096" y="104349"/>
                  </a:lnTo>
                  <a:lnTo>
                    <a:pt x="128714" y="100457"/>
                  </a:lnTo>
                  <a:lnTo>
                    <a:pt x="145383" y="120142"/>
                  </a:lnTo>
                  <a:lnTo>
                    <a:pt x="143110" y="131388"/>
                  </a:lnTo>
                  <a:lnTo>
                    <a:pt x="149599" y="136252"/>
                  </a:lnTo>
                  <a:lnTo>
                    <a:pt x="143002" y="156039"/>
                  </a:lnTo>
                  <a:lnTo>
                    <a:pt x="154254" y="163068"/>
                  </a:lnTo>
                  <a:lnTo>
                    <a:pt x="160642" y="156146"/>
                  </a:lnTo>
                  <a:lnTo>
                    <a:pt x="177203" y="156146"/>
                  </a:lnTo>
                  <a:lnTo>
                    <a:pt x="193764" y="156254"/>
                  </a:lnTo>
                  <a:lnTo>
                    <a:pt x="204908" y="185344"/>
                  </a:lnTo>
                  <a:lnTo>
                    <a:pt x="200146" y="197136"/>
                  </a:lnTo>
                  <a:lnTo>
                    <a:pt x="214217" y="206000"/>
                  </a:lnTo>
                  <a:lnTo>
                    <a:pt x="218332" y="202647"/>
                  </a:lnTo>
                  <a:lnTo>
                    <a:pt x="223958" y="187941"/>
                  </a:lnTo>
                  <a:lnTo>
                    <a:pt x="239008" y="191078"/>
                  </a:lnTo>
                  <a:lnTo>
                    <a:pt x="251130" y="193459"/>
                  </a:lnTo>
                  <a:lnTo>
                    <a:pt x="257943" y="174968"/>
                  </a:lnTo>
                  <a:lnTo>
                    <a:pt x="246151" y="168046"/>
                  </a:lnTo>
                  <a:lnTo>
                    <a:pt x="251453" y="150959"/>
                  </a:lnTo>
                  <a:lnTo>
                    <a:pt x="268014" y="156578"/>
                  </a:lnTo>
                  <a:lnTo>
                    <a:pt x="267690" y="134086"/>
                  </a:lnTo>
                  <a:lnTo>
                    <a:pt x="251346" y="100133"/>
                  </a:lnTo>
                  <a:lnTo>
                    <a:pt x="261086" y="92672"/>
                  </a:lnTo>
                  <a:lnTo>
                    <a:pt x="260871" y="92456"/>
                  </a:lnTo>
                  <a:lnTo>
                    <a:pt x="247771" y="70072"/>
                  </a:lnTo>
                  <a:lnTo>
                    <a:pt x="234461" y="64338"/>
                  </a:lnTo>
                  <a:lnTo>
                    <a:pt x="239008" y="47256"/>
                  </a:lnTo>
                  <a:lnTo>
                    <a:pt x="225368" y="34493"/>
                  </a:lnTo>
                  <a:lnTo>
                    <a:pt x="219742" y="12325"/>
                  </a:lnTo>
                  <a:lnTo>
                    <a:pt x="204368" y="6921"/>
                  </a:lnTo>
                  <a:lnTo>
                    <a:pt x="205886" y="15246"/>
                  </a:lnTo>
                  <a:lnTo>
                    <a:pt x="192462" y="24543"/>
                  </a:lnTo>
                  <a:lnTo>
                    <a:pt x="169196" y="17628"/>
                  </a:lnTo>
                  <a:lnTo>
                    <a:pt x="155880" y="29413"/>
                  </a:lnTo>
                  <a:lnTo>
                    <a:pt x="145491" y="19139"/>
                  </a:lnTo>
                  <a:lnTo>
                    <a:pt x="135534" y="26492"/>
                  </a:lnTo>
                  <a:lnTo>
                    <a:pt x="125679" y="19139"/>
                  </a:lnTo>
                  <a:lnTo>
                    <a:pt x="129146" y="9296"/>
                  </a:lnTo>
                  <a:lnTo>
                    <a:pt x="94399" y="14706"/>
                  </a:lnTo>
                  <a:lnTo>
                    <a:pt x="66694" y="0"/>
                  </a:lnTo>
                  <a:lnTo>
                    <a:pt x="41910" y="0"/>
                  </a:lnTo>
                  <a:lnTo>
                    <a:pt x="43421" y="12325"/>
                  </a:lnTo>
                  <a:lnTo>
                    <a:pt x="34328" y="20542"/>
                  </a:lnTo>
                  <a:lnTo>
                    <a:pt x="44939" y="37414"/>
                  </a:lnTo>
                  <a:lnTo>
                    <a:pt x="9760" y="44767"/>
                  </a:lnTo>
                  <a:lnTo>
                    <a:pt x="1752" y="60770"/>
                  </a:lnTo>
                  <a:cubicBezTo>
                    <a:pt x="1968" y="62935"/>
                    <a:pt x="-1607" y="67043"/>
                    <a:pt x="889" y="70936"/>
                  </a:cubicBezTo>
                  <a:lnTo>
                    <a:pt x="1105" y="70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07B2F1E3-8952-DF44-3B04-259FD4DECA50}"/>
                </a:ext>
              </a:extLst>
            </p:cNvPr>
            <p:cNvSpPr/>
            <p:nvPr/>
          </p:nvSpPr>
          <p:spPr>
            <a:xfrm>
              <a:off x="5254065" y="6069754"/>
              <a:ext cx="11527" cy="20125"/>
            </a:xfrm>
            <a:custGeom>
              <a:avLst/>
              <a:gdLst>
                <a:gd name="csX0" fmla="*/ 724 w 11527"/>
                <a:gd name="csY0" fmla="*/ 1677 h 20125"/>
                <a:gd name="csX1" fmla="*/ 1486 w 11527"/>
                <a:gd name="csY1" fmla="*/ 10872 h 20125"/>
                <a:gd name="csX2" fmla="*/ 10465 w 11527"/>
                <a:gd name="csY2" fmla="*/ 18334 h 20125"/>
                <a:gd name="csX3" fmla="*/ 9602 w 11527"/>
                <a:gd name="csY3" fmla="*/ 6002 h 20125"/>
                <a:gd name="csX4" fmla="*/ 724 w 11527"/>
                <a:gd name="csY4" fmla="*/ 1677 h 20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7" h="20125">
                  <a:moveTo>
                    <a:pt x="724" y="1677"/>
                  </a:moveTo>
                  <a:cubicBezTo>
                    <a:pt x="724" y="2433"/>
                    <a:pt x="-1333" y="7196"/>
                    <a:pt x="1486" y="10872"/>
                  </a:cubicBezTo>
                  <a:cubicBezTo>
                    <a:pt x="4839" y="14549"/>
                    <a:pt x="9602" y="24061"/>
                    <a:pt x="10465" y="18334"/>
                  </a:cubicBezTo>
                  <a:cubicBezTo>
                    <a:pt x="10573" y="15413"/>
                    <a:pt x="13285" y="9678"/>
                    <a:pt x="9602" y="6002"/>
                  </a:cubicBezTo>
                  <a:cubicBezTo>
                    <a:pt x="9602" y="6002"/>
                    <a:pt x="2026" y="-3834"/>
                    <a:pt x="724" y="16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00E10AEE-1D07-6AAD-B076-1AD045F4C64F}"/>
                </a:ext>
              </a:extLst>
            </p:cNvPr>
            <p:cNvSpPr/>
            <p:nvPr/>
          </p:nvSpPr>
          <p:spPr>
            <a:xfrm>
              <a:off x="5512498" y="4080402"/>
              <a:ext cx="158781" cy="235582"/>
            </a:xfrm>
            <a:custGeom>
              <a:avLst/>
              <a:gdLst>
                <a:gd name="csX0" fmla="*/ 140062 w 158781"/>
                <a:gd name="csY0" fmla="*/ 158858 h 235582"/>
                <a:gd name="csX1" fmla="*/ 144933 w 158781"/>
                <a:gd name="csY1" fmla="*/ 106845 h 235582"/>
                <a:gd name="csX2" fmla="*/ 132264 w 158781"/>
                <a:gd name="csY2" fmla="*/ 92462 h 235582"/>
                <a:gd name="csX3" fmla="*/ 131509 w 158781"/>
                <a:gd name="csY3" fmla="*/ 34499 h 235582"/>
                <a:gd name="csX4" fmla="*/ 117761 w 158781"/>
                <a:gd name="csY4" fmla="*/ 20981 h 235582"/>
                <a:gd name="csX5" fmla="*/ 122415 w 158781"/>
                <a:gd name="csY5" fmla="*/ 1734 h 235582"/>
                <a:gd name="csX6" fmla="*/ 109538 w 158781"/>
                <a:gd name="csY6" fmla="*/ 0 h 235582"/>
                <a:gd name="csX7" fmla="*/ 98387 w 158781"/>
                <a:gd name="csY7" fmla="*/ 9627 h 235582"/>
                <a:gd name="csX8" fmla="*/ 89840 w 158781"/>
                <a:gd name="csY8" fmla="*/ 5626 h 235582"/>
                <a:gd name="csX9" fmla="*/ 13316 w 158781"/>
                <a:gd name="csY9" fmla="*/ 6598 h 235582"/>
                <a:gd name="csX10" fmla="*/ 9309 w 158781"/>
                <a:gd name="csY10" fmla="*/ 22822 h 235582"/>
                <a:gd name="csX11" fmla="*/ 16129 w 158781"/>
                <a:gd name="csY11" fmla="*/ 28873 h 235582"/>
                <a:gd name="csX12" fmla="*/ 18942 w 158781"/>
                <a:gd name="csY12" fmla="*/ 63157 h 235582"/>
                <a:gd name="csX13" fmla="*/ 17539 w 158781"/>
                <a:gd name="csY13" fmla="*/ 80454 h 235582"/>
                <a:gd name="csX14" fmla="*/ 28035 w 158781"/>
                <a:gd name="csY14" fmla="*/ 109760 h 235582"/>
                <a:gd name="csX15" fmla="*/ 14180 w 158781"/>
                <a:gd name="csY15" fmla="*/ 123495 h 235582"/>
                <a:gd name="csX16" fmla="*/ 0 w 158781"/>
                <a:gd name="csY16" fmla="*/ 167722 h 235582"/>
                <a:gd name="csX17" fmla="*/ 8230 w 158781"/>
                <a:gd name="csY17" fmla="*/ 204597 h 235582"/>
                <a:gd name="csX18" fmla="*/ 17862 w 158781"/>
                <a:gd name="csY18" fmla="*/ 210439 h 235582"/>
                <a:gd name="csX19" fmla="*/ 16021 w 158781"/>
                <a:gd name="csY19" fmla="*/ 225577 h 235582"/>
                <a:gd name="csX20" fmla="*/ 16021 w 158781"/>
                <a:gd name="csY20" fmla="*/ 225793 h 235582"/>
                <a:gd name="csX21" fmla="*/ 30956 w 158781"/>
                <a:gd name="csY21" fmla="*/ 229902 h 235582"/>
                <a:gd name="csX22" fmla="*/ 45568 w 158781"/>
                <a:gd name="csY22" fmla="*/ 234664 h 235582"/>
                <a:gd name="csX23" fmla="*/ 61481 w 158781"/>
                <a:gd name="csY23" fmla="*/ 225037 h 235582"/>
                <a:gd name="csX24" fmla="*/ 89516 w 158781"/>
                <a:gd name="csY24" fmla="*/ 217145 h 235582"/>
                <a:gd name="csX25" fmla="*/ 104343 w 158781"/>
                <a:gd name="csY25" fmla="*/ 208274 h 235582"/>
                <a:gd name="csX26" fmla="*/ 137243 w 158781"/>
                <a:gd name="csY26" fmla="*/ 195840 h 235582"/>
                <a:gd name="csX27" fmla="*/ 151530 w 158781"/>
                <a:gd name="csY27" fmla="*/ 195840 h 235582"/>
                <a:gd name="csX28" fmla="*/ 154350 w 158781"/>
                <a:gd name="csY28" fmla="*/ 191192 h 235582"/>
                <a:gd name="csX29" fmla="*/ 157163 w 158781"/>
                <a:gd name="csY29" fmla="*/ 189674 h 235582"/>
                <a:gd name="csX30" fmla="*/ 158782 w 158781"/>
                <a:gd name="csY30" fmla="*/ 187299 h 235582"/>
                <a:gd name="csX31" fmla="*/ 140062 w 158781"/>
                <a:gd name="csY31" fmla="*/ 158966 h 235582"/>
                <a:gd name="csX32" fmla="*/ 140062 w 158781"/>
                <a:gd name="csY32" fmla="*/ 158858 h 23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8781" h="235582">
                  <a:moveTo>
                    <a:pt x="140062" y="158858"/>
                  </a:moveTo>
                  <a:lnTo>
                    <a:pt x="144933" y="106845"/>
                  </a:lnTo>
                  <a:lnTo>
                    <a:pt x="132264" y="92462"/>
                  </a:lnTo>
                  <a:lnTo>
                    <a:pt x="131509" y="34499"/>
                  </a:lnTo>
                  <a:lnTo>
                    <a:pt x="117761" y="20981"/>
                  </a:lnTo>
                  <a:cubicBezTo>
                    <a:pt x="117761" y="20981"/>
                    <a:pt x="122415" y="1841"/>
                    <a:pt x="122415" y="1734"/>
                  </a:cubicBezTo>
                  <a:lnTo>
                    <a:pt x="109538" y="0"/>
                  </a:lnTo>
                  <a:lnTo>
                    <a:pt x="98387" y="9627"/>
                  </a:lnTo>
                  <a:lnTo>
                    <a:pt x="89840" y="5626"/>
                  </a:lnTo>
                  <a:lnTo>
                    <a:pt x="13316" y="6598"/>
                  </a:lnTo>
                  <a:lnTo>
                    <a:pt x="9309" y="22822"/>
                  </a:lnTo>
                  <a:lnTo>
                    <a:pt x="16129" y="28873"/>
                  </a:lnTo>
                  <a:lnTo>
                    <a:pt x="18942" y="63157"/>
                  </a:lnTo>
                  <a:lnTo>
                    <a:pt x="17539" y="80454"/>
                  </a:lnTo>
                  <a:lnTo>
                    <a:pt x="28035" y="109760"/>
                  </a:lnTo>
                  <a:lnTo>
                    <a:pt x="14180" y="123495"/>
                  </a:lnTo>
                  <a:lnTo>
                    <a:pt x="0" y="167722"/>
                  </a:lnTo>
                  <a:lnTo>
                    <a:pt x="8230" y="204597"/>
                  </a:lnTo>
                  <a:lnTo>
                    <a:pt x="17862" y="210439"/>
                  </a:lnTo>
                  <a:lnTo>
                    <a:pt x="16021" y="225577"/>
                  </a:lnTo>
                  <a:cubicBezTo>
                    <a:pt x="16021" y="225577"/>
                    <a:pt x="16021" y="225577"/>
                    <a:pt x="16021" y="225793"/>
                  </a:cubicBezTo>
                  <a:cubicBezTo>
                    <a:pt x="28467" y="228283"/>
                    <a:pt x="28575" y="228498"/>
                    <a:pt x="30956" y="229902"/>
                  </a:cubicBezTo>
                  <a:cubicBezTo>
                    <a:pt x="36697" y="232499"/>
                    <a:pt x="41243" y="237687"/>
                    <a:pt x="45568" y="234664"/>
                  </a:cubicBezTo>
                  <a:cubicBezTo>
                    <a:pt x="52064" y="230118"/>
                    <a:pt x="56718" y="226117"/>
                    <a:pt x="61481" y="225037"/>
                  </a:cubicBezTo>
                  <a:cubicBezTo>
                    <a:pt x="79337" y="220713"/>
                    <a:pt x="85401" y="219735"/>
                    <a:pt x="89516" y="217145"/>
                  </a:cubicBezTo>
                  <a:cubicBezTo>
                    <a:pt x="96330" y="212820"/>
                    <a:pt x="100228" y="210115"/>
                    <a:pt x="104343" y="208274"/>
                  </a:cubicBezTo>
                  <a:cubicBezTo>
                    <a:pt x="131616" y="196380"/>
                    <a:pt x="132811" y="195193"/>
                    <a:pt x="137243" y="195840"/>
                  </a:cubicBezTo>
                  <a:cubicBezTo>
                    <a:pt x="146552" y="197244"/>
                    <a:pt x="154019" y="199409"/>
                    <a:pt x="151530" y="195840"/>
                  </a:cubicBezTo>
                  <a:cubicBezTo>
                    <a:pt x="149149" y="192380"/>
                    <a:pt x="152292" y="188055"/>
                    <a:pt x="154350" y="191192"/>
                  </a:cubicBezTo>
                  <a:cubicBezTo>
                    <a:pt x="156077" y="193891"/>
                    <a:pt x="157594" y="189135"/>
                    <a:pt x="157163" y="189674"/>
                  </a:cubicBezTo>
                  <a:cubicBezTo>
                    <a:pt x="157487" y="188811"/>
                    <a:pt x="158026" y="188055"/>
                    <a:pt x="158782" y="187299"/>
                  </a:cubicBezTo>
                  <a:lnTo>
                    <a:pt x="140062" y="158966"/>
                  </a:lnTo>
                  <a:lnTo>
                    <a:pt x="140062" y="158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744C39A7-7A21-A7A7-D3D3-80DFF384AB84}"/>
                </a:ext>
              </a:extLst>
            </p:cNvPr>
            <p:cNvSpPr/>
            <p:nvPr/>
          </p:nvSpPr>
          <p:spPr>
            <a:xfrm>
              <a:off x="4999999" y="3963073"/>
              <a:ext cx="116677" cy="39471"/>
            </a:xfrm>
            <a:custGeom>
              <a:avLst/>
              <a:gdLst>
                <a:gd name="csX0" fmla="*/ 40161 w 116677"/>
                <a:gd name="csY0" fmla="*/ 39363 h 39471"/>
                <a:gd name="csX1" fmla="*/ 69167 w 116677"/>
                <a:gd name="csY1" fmla="*/ 24117 h 39471"/>
                <a:gd name="csX2" fmla="*/ 95901 w 116677"/>
                <a:gd name="csY2" fmla="*/ 37528 h 39471"/>
                <a:gd name="csX3" fmla="*/ 116678 w 116677"/>
                <a:gd name="csY3" fmla="*/ 27146 h 39471"/>
                <a:gd name="csX4" fmla="*/ 103045 w 116677"/>
                <a:gd name="csY4" fmla="*/ 8115 h 39471"/>
                <a:gd name="csX5" fmla="*/ 93196 w 116677"/>
                <a:gd name="csY5" fmla="*/ 12224 h 39471"/>
                <a:gd name="csX6" fmla="*/ 65700 w 116677"/>
                <a:gd name="csY6" fmla="*/ 0 h 39471"/>
                <a:gd name="csX7" fmla="*/ 47628 w 116677"/>
                <a:gd name="csY7" fmla="*/ 10706 h 39471"/>
                <a:gd name="csX8" fmla="*/ 4658 w 116677"/>
                <a:gd name="csY8" fmla="*/ 10706 h 39471"/>
                <a:gd name="csX9" fmla="*/ 13643 w 116677"/>
                <a:gd name="csY9" fmla="*/ 27686 h 39471"/>
                <a:gd name="csX10" fmla="*/ 11370 w 116677"/>
                <a:gd name="csY10" fmla="*/ 29743 h 39471"/>
                <a:gd name="csX11" fmla="*/ 3356 w 116677"/>
                <a:gd name="csY11" fmla="*/ 24765 h 39471"/>
                <a:gd name="csX12" fmla="*/ 3 w 116677"/>
                <a:gd name="csY12" fmla="*/ 30607 h 39471"/>
                <a:gd name="csX13" fmla="*/ 219 w 116677"/>
                <a:gd name="csY13" fmla="*/ 39472 h 39471"/>
                <a:gd name="csX14" fmla="*/ 40268 w 116677"/>
                <a:gd name="csY14" fmla="*/ 39472 h 39471"/>
                <a:gd name="csX15" fmla="*/ 40161 w 116677"/>
                <a:gd name="csY15" fmla="*/ 39363 h 3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6677" h="39471">
                  <a:moveTo>
                    <a:pt x="40161" y="39363"/>
                  </a:moveTo>
                  <a:lnTo>
                    <a:pt x="69167" y="24117"/>
                  </a:lnTo>
                  <a:lnTo>
                    <a:pt x="95901" y="37528"/>
                  </a:lnTo>
                  <a:lnTo>
                    <a:pt x="116678" y="27146"/>
                  </a:lnTo>
                  <a:lnTo>
                    <a:pt x="103045" y="8115"/>
                  </a:lnTo>
                  <a:lnTo>
                    <a:pt x="93196" y="12224"/>
                  </a:lnTo>
                  <a:lnTo>
                    <a:pt x="65700" y="0"/>
                  </a:lnTo>
                  <a:lnTo>
                    <a:pt x="47628" y="10706"/>
                  </a:lnTo>
                  <a:lnTo>
                    <a:pt x="4658" y="10706"/>
                  </a:lnTo>
                  <a:lnTo>
                    <a:pt x="13643" y="27686"/>
                  </a:lnTo>
                  <a:cubicBezTo>
                    <a:pt x="15370" y="30931"/>
                    <a:pt x="10715" y="29743"/>
                    <a:pt x="11370" y="29743"/>
                  </a:cubicBezTo>
                  <a:cubicBezTo>
                    <a:pt x="6499" y="28549"/>
                    <a:pt x="7255" y="21952"/>
                    <a:pt x="3356" y="24765"/>
                  </a:cubicBezTo>
                  <a:cubicBezTo>
                    <a:pt x="2816" y="25412"/>
                    <a:pt x="-105" y="26822"/>
                    <a:pt x="3" y="30607"/>
                  </a:cubicBezTo>
                  <a:cubicBezTo>
                    <a:pt x="3" y="33960"/>
                    <a:pt x="219" y="36881"/>
                    <a:pt x="219" y="39472"/>
                  </a:cubicBezTo>
                  <a:lnTo>
                    <a:pt x="40268" y="39472"/>
                  </a:lnTo>
                  <a:lnTo>
                    <a:pt x="40161" y="39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AF75DDE-48CC-5572-1C4D-C74616DED8E5}"/>
                </a:ext>
              </a:extLst>
            </p:cNvPr>
            <p:cNvSpPr/>
            <p:nvPr/>
          </p:nvSpPr>
          <p:spPr>
            <a:xfrm>
              <a:off x="5958137" y="4398651"/>
              <a:ext cx="218279" cy="225361"/>
            </a:xfrm>
            <a:custGeom>
              <a:avLst/>
              <a:gdLst>
                <a:gd name="csX0" fmla="*/ 99763 w 218279"/>
                <a:gd name="csY0" fmla="*/ 108 h 225361"/>
                <a:gd name="csX1" fmla="*/ 99763 w 218279"/>
                <a:gd name="csY1" fmla="*/ 41529 h 225361"/>
                <a:gd name="csX2" fmla="*/ 35145 w 218279"/>
                <a:gd name="csY2" fmla="*/ 41529 h 225361"/>
                <a:gd name="csX3" fmla="*/ 32548 w 218279"/>
                <a:gd name="csY3" fmla="*/ 48990 h 225361"/>
                <a:gd name="csX4" fmla="*/ 31037 w 218279"/>
                <a:gd name="csY4" fmla="*/ 56020 h 225361"/>
                <a:gd name="csX5" fmla="*/ 25404 w 218279"/>
                <a:gd name="csY5" fmla="*/ 55264 h 225361"/>
                <a:gd name="csX6" fmla="*/ 24757 w 218279"/>
                <a:gd name="csY6" fmla="*/ 55588 h 225361"/>
                <a:gd name="csX7" fmla="*/ 31900 w 218279"/>
                <a:gd name="csY7" fmla="*/ 67050 h 225361"/>
                <a:gd name="csX8" fmla="*/ 39584 w 218279"/>
                <a:gd name="csY8" fmla="*/ 73317 h 225361"/>
                <a:gd name="csX9" fmla="*/ 36231 w 218279"/>
                <a:gd name="csY9" fmla="*/ 75159 h 225361"/>
                <a:gd name="csX10" fmla="*/ 30929 w 218279"/>
                <a:gd name="csY10" fmla="*/ 73209 h 225361"/>
                <a:gd name="csX11" fmla="*/ 24973 w 218279"/>
                <a:gd name="csY11" fmla="*/ 68561 h 225361"/>
                <a:gd name="csX12" fmla="*/ 22699 w 218279"/>
                <a:gd name="csY12" fmla="*/ 69317 h 225361"/>
                <a:gd name="csX13" fmla="*/ 21296 w 218279"/>
                <a:gd name="csY13" fmla="*/ 90081 h 225361"/>
                <a:gd name="csX14" fmla="*/ 16203 w 218279"/>
                <a:gd name="csY14" fmla="*/ 100680 h 225361"/>
                <a:gd name="csX15" fmla="*/ 6900 w 218279"/>
                <a:gd name="csY15" fmla="*/ 104248 h 225361"/>
                <a:gd name="csX16" fmla="*/ 1808 w 218279"/>
                <a:gd name="csY16" fmla="*/ 103708 h 225361"/>
                <a:gd name="csX17" fmla="*/ 296 w 218279"/>
                <a:gd name="csY17" fmla="*/ 104896 h 225361"/>
                <a:gd name="csX18" fmla="*/ 12635 w 218279"/>
                <a:gd name="csY18" fmla="*/ 131712 h 225361"/>
                <a:gd name="csX19" fmla="*/ 20102 w 218279"/>
                <a:gd name="csY19" fmla="*/ 144907 h 225361"/>
                <a:gd name="csX20" fmla="*/ 22268 w 218279"/>
                <a:gd name="csY20" fmla="*/ 151613 h 225361"/>
                <a:gd name="csX21" fmla="*/ 32764 w 218279"/>
                <a:gd name="csY21" fmla="*/ 165240 h 225361"/>
                <a:gd name="csX22" fmla="*/ 35907 w 218279"/>
                <a:gd name="csY22" fmla="*/ 170752 h 225361"/>
                <a:gd name="csX23" fmla="*/ 73785 w 218279"/>
                <a:gd name="csY23" fmla="*/ 204489 h 225361"/>
                <a:gd name="csX24" fmla="*/ 77036 w 218279"/>
                <a:gd name="csY24" fmla="*/ 210223 h 225361"/>
                <a:gd name="csX25" fmla="*/ 92187 w 218279"/>
                <a:gd name="csY25" fmla="*/ 225361 h 225361"/>
                <a:gd name="csX26" fmla="*/ 94461 w 218279"/>
                <a:gd name="csY26" fmla="*/ 218440 h 225361"/>
                <a:gd name="csX27" fmla="*/ 105281 w 218279"/>
                <a:gd name="csY27" fmla="*/ 211627 h 225361"/>
                <a:gd name="csX28" fmla="*/ 112101 w 218279"/>
                <a:gd name="csY28" fmla="*/ 219735 h 225361"/>
                <a:gd name="csX29" fmla="*/ 125525 w 218279"/>
                <a:gd name="csY29" fmla="*/ 220390 h 225361"/>
                <a:gd name="csX30" fmla="*/ 128446 w 218279"/>
                <a:gd name="csY30" fmla="*/ 205791 h 225361"/>
                <a:gd name="csX31" fmla="*/ 107231 w 218279"/>
                <a:gd name="csY31" fmla="*/ 185782 h 225361"/>
                <a:gd name="csX32" fmla="*/ 108856 w 218279"/>
                <a:gd name="csY32" fmla="*/ 169564 h 225361"/>
                <a:gd name="csX33" fmla="*/ 133316 w 218279"/>
                <a:gd name="csY33" fmla="*/ 167723 h 225361"/>
                <a:gd name="csX34" fmla="*/ 131043 w 218279"/>
                <a:gd name="csY34" fmla="*/ 152692 h 225361"/>
                <a:gd name="csX35" fmla="*/ 148690 w 218279"/>
                <a:gd name="csY35" fmla="*/ 149771 h 225361"/>
                <a:gd name="csX36" fmla="*/ 158323 w 218279"/>
                <a:gd name="csY36" fmla="*/ 169672 h 225361"/>
                <a:gd name="csX37" fmla="*/ 170769 w 218279"/>
                <a:gd name="csY37" fmla="*/ 171399 h 225361"/>
                <a:gd name="csX38" fmla="*/ 181805 w 218279"/>
                <a:gd name="csY38" fmla="*/ 162859 h 225361"/>
                <a:gd name="csX39" fmla="*/ 189164 w 218279"/>
                <a:gd name="csY39" fmla="*/ 174104 h 225361"/>
                <a:gd name="csX40" fmla="*/ 203128 w 218279"/>
                <a:gd name="csY40" fmla="*/ 174752 h 225361"/>
                <a:gd name="csX41" fmla="*/ 208653 w 218279"/>
                <a:gd name="csY41" fmla="*/ 155613 h 225361"/>
                <a:gd name="csX42" fmla="*/ 215682 w 218279"/>
                <a:gd name="csY42" fmla="*/ 150857 h 225361"/>
                <a:gd name="csX43" fmla="*/ 213301 w 218279"/>
                <a:gd name="csY43" fmla="*/ 119602 h 225361"/>
                <a:gd name="csX44" fmla="*/ 218279 w 218279"/>
                <a:gd name="csY44" fmla="*/ 104680 h 225361"/>
                <a:gd name="csX45" fmla="*/ 192308 w 218279"/>
                <a:gd name="csY45" fmla="*/ 88246 h 225361"/>
                <a:gd name="csX46" fmla="*/ 200963 w 218279"/>
                <a:gd name="csY46" fmla="*/ 62503 h 225361"/>
                <a:gd name="csX47" fmla="*/ 217308 w 218279"/>
                <a:gd name="csY47" fmla="*/ 49206 h 225361"/>
                <a:gd name="csX48" fmla="*/ 208653 w 218279"/>
                <a:gd name="csY48" fmla="*/ 31039 h 225361"/>
                <a:gd name="csX49" fmla="*/ 192092 w 218279"/>
                <a:gd name="csY49" fmla="*/ 28118 h 225361"/>
                <a:gd name="csX50" fmla="*/ 165574 w 218279"/>
                <a:gd name="csY50" fmla="*/ 36011 h 225361"/>
                <a:gd name="csX51" fmla="*/ 173258 w 218279"/>
                <a:gd name="csY51" fmla="*/ 654 h 225361"/>
                <a:gd name="csX52" fmla="*/ 166330 w 218279"/>
                <a:gd name="csY52" fmla="*/ 0 h 225361"/>
                <a:gd name="csX53" fmla="*/ 99439 w 218279"/>
                <a:gd name="csY53" fmla="*/ 0 h 225361"/>
                <a:gd name="csX54" fmla="*/ 99763 w 218279"/>
                <a:gd name="csY54" fmla="*/ 108 h 22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18279" h="225361">
                  <a:moveTo>
                    <a:pt x="99763" y="108"/>
                  </a:moveTo>
                  <a:lnTo>
                    <a:pt x="99763" y="41529"/>
                  </a:lnTo>
                  <a:lnTo>
                    <a:pt x="35145" y="41529"/>
                  </a:lnTo>
                  <a:cubicBezTo>
                    <a:pt x="34606" y="43688"/>
                    <a:pt x="32224" y="45529"/>
                    <a:pt x="32548" y="48990"/>
                  </a:cubicBezTo>
                  <a:cubicBezTo>
                    <a:pt x="32548" y="51041"/>
                    <a:pt x="34822" y="59265"/>
                    <a:pt x="31037" y="56020"/>
                  </a:cubicBezTo>
                  <a:cubicBezTo>
                    <a:pt x="30491" y="55804"/>
                    <a:pt x="28224" y="53854"/>
                    <a:pt x="25404" y="55264"/>
                  </a:cubicBezTo>
                  <a:lnTo>
                    <a:pt x="24757" y="55588"/>
                  </a:lnTo>
                  <a:cubicBezTo>
                    <a:pt x="20102" y="57855"/>
                    <a:pt x="28001" y="65424"/>
                    <a:pt x="31900" y="67050"/>
                  </a:cubicBezTo>
                  <a:cubicBezTo>
                    <a:pt x="33526" y="68021"/>
                    <a:pt x="39692" y="69101"/>
                    <a:pt x="39584" y="73317"/>
                  </a:cubicBezTo>
                  <a:cubicBezTo>
                    <a:pt x="39584" y="74943"/>
                    <a:pt x="37965" y="75806"/>
                    <a:pt x="36231" y="75159"/>
                  </a:cubicBezTo>
                  <a:lnTo>
                    <a:pt x="30929" y="73209"/>
                  </a:lnTo>
                  <a:cubicBezTo>
                    <a:pt x="27354" y="72022"/>
                    <a:pt x="24325" y="68021"/>
                    <a:pt x="24973" y="68561"/>
                  </a:cubicBezTo>
                  <a:cubicBezTo>
                    <a:pt x="23785" y="67158"/>
                    <a:pt x="22807" y="67373"/>
                    <a:pt x="22699" y="69317"/>
                  </a:cubicBezTo>
                  <a:lnTo>
                    <a:pt x="21296" y="90081"/>
                  </a:lnTo>
                  <a:cubicBezTo>
                    <a:pt x="20966" y="94945"/>
                    <a:pt x="15772" y="101219"/>
                    <a:pt x="16203" y="100680"/>
                  </a:cubicBezTo>
                  <a:cubicBezTo>
                    <a:pt x="13282" y="105004"/>
                    <a:pt x="10253" y="101543"/>
                    <a:pt x="6900" y="104248"/>
                  </a:cubicBezTo>
                  <a:cubicBezTo>
                    <a:pt x="4951" y="105867"/>
                    <a:pt x="1268" y="103600"/>
                    <a:pt x="1808" y="103708"/>
                  </a:cubicBezTo>
                  <a:cubicBezTo>
                    <a:pt x="296" y="102731"/>
                    <a:pt x="-459" y="103277"/>
                    <a:pt x="296" y="104896"/>
                  </a:cubicBezTo>
                  <a:cubicBezTo>
                    <a:pt x="9282" y="125876"/>
                    <a:pt x="9930" y="128143"/>
                    <a:pt x="12635" y="131712"/>
                  </a:cubicBezTo>
                  <a:cubicBezTo>
                    <a:pt x="17073" y="137446"/>
                    <a:pt x="20210" y="140475"/>
                    <a:pt x="20102" y="144907"/>
                  </a:cubicBezTo>
                  <a:cubicBezTo>
                    <a:pt x="20102" y="145555"/>
                    <a:pt x="19671" y="148908"/>
                    <a:pt x="22268" y="151613"/>
                  </a:cubicBezTo>
                  <a:cubicBezTo>
                    <a:pt x="27678" y="157232"/>
                    <a:pt x="32116" y="160693"/>
                    <a:pt x="32764" y="165240"/>
                  </a:cubicBezTo>
                  <a:cubicBezTo>
                    <a:pt x="34066" y="168586"/>
                    <a:pt x="34282" y="169348"/>
                    <a:pt x="35907" y="170752"/>
                  </a:cubicBezTo>
                  <a:cubicBezTo>
                    <a:pt x="72813" y="201136"/>
                    <a:pt x="72706" y="200165"/>
                    <a:pt x="73785" y="204489"/>
                  </a:cubicBezTo>
                  <a:cubicBezTo>
                    <a:pt x="75411" y="208166"/>
                    <a:pt x="75519" y="208814"/>
                    <a:pt x="77036" y="210223"/>
                  </a:cubicBezTo>
                  <a:cubicBezTo>
                    <a:pt x="82986" y="216275"/>
                    <a:pt x="87965" y="221145"/>
                    <a:pt x="92187" y="225361"/>
                  </a:cubicBezTo>
                  <a:lnTo>
                    <a:pt x="94461" y="218440"/>
                  </a:lnTo>
                  <a:lnTo>
                    <a:pt x="105281" y="211627"/>
                  </a:lnTo>
                  <a:lnTo>
                    <a:pt x="112101" y="219735"/>
                  </a:lnTo>
                  <a:lnTo>
                    <a:pt x="125525" y="220390"/>
                  </a:lnTo>
                  <a:lnTo>
                    <a:pt x="128446" y="205791"/>
                  </a:lnTo>
                  <a:lnTo>
                    <a:pt x="107231" y="185782"/>
                  </a:lnTo>
                  <a:lnTo>
                    <a:pt x="108856" y="169564"/>
                  </a:lnTo>
                  <a:lnTo>
                    <a:pt x="133316" y="167723"/>
                  </a:lnTo>
                  <a:lnTo>
                    <a:pt x="131043" y="152692"/>
                  </a:lnTo>
                  <a:lnTo>
                    <a:pt x="148690" y="149771"/>
                  </a:lnTo>
                  <a:lnTo>
                    <a:pt x="158323" y="169672"/>
                  </a:lnTo>
                  <a:lnTo>
                    <a:pt x="170769" y="171399"/>
                  </a:lnTo>
                  <a:lnTo>
                    <a:pt x="181805" y="162859"/>
                  </a:lnTo>
                  <a:lnTo>
                    <a:pt x="189164" y="174104"/>
                  </a:lnTo>
                  <a:lnTo>
                    <a:pt x="203128" y="174752"/>
                  </a:lnTo>
                  <a:lnTo>
                    <a:pt x="208653" y="155613"/>
                  </a:lnTo>
                  <a:lnTo>
                    <a:pt x="215682" y="150857"/>
                  </a:lnTo>
                  <a:lnTo>
                    <a:pt x="213301" y="119602"/>
                  </a:lnTo>
                  <a:lnTo>
                    <a:pt x="218279" y="104680"/>
                  </a:lnTo>
                  <a:lnTo>
                    <a:pt x="192308" y="88246"/>
                  </a:lnTo>
                  <a:lnTo>
                    <a:pt x="200963" y="62503"/>
                  </a:lnTo>
                  <a:lnTo>
                    <a:pt x="217308" y="49206"/>
                  </a:lnTo>
                  <a:lnTo>
                    <a:pt x="208653" y="31039"/>
                  </a:lnTo>
                  <a:lnTo>
                    <a:pt x="192092" y="28118"/>
                  </a:lnTo>
                  <a:lnTo>
                    <a:pt x="165574" y="36011"/>
                  </a:lnTo>
                  <a:lnTo>
                    <a:pt x="173258" y="654"/>
                  </a:lnTo>
                  <a:lnTo>
                    <a:pt x="166330" y="0"/>
                  </a:lnTo>
                  <a:lnTo>
                    <a:pt x="99439" y="0"/>
                  </a:lnTo>
                  <a:lnTo>
                    <a:pt x="99763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FF757E34-13FE-9EC8-B694-3D3402A1BFD9}"/>
                </a:ext>
              </a:extLst>
            </p:cNvPr>
            <p:cNvSpPr/>
            <p:nvPr/>
          </p:nvSpPr>
          <p:spPr>
            <a:xfrm>
              <a:off x="7142356" y="5318649"/>
              <a:ext cx="10676" cy="10086"/>
            </a:xfrm>
            <a:custGeom>
              <a:avLst/>
              <a:gdLst>
                <a:gd name="csX0" fmla="*/ 631 w 10676"/>
                <a:gd name="csY0" fmla="*/ 1768 h 10086"/>
                <a:gd name="csX1" fmla="*/ 2663 w 10676"/>
                <a:gd name="csY1" fmla="*/ 9877 h 10086"/>
                <a:gd name="csX2" fmla="*/ 9712 w 10676"/>
                <a:gd name="csY2" fmla="*/ 4797 h 10086"/>
                <a:gd name="csX3" fmla="*/ 695 w 10676"/>
                <a:gd name="csY3" fmla="*/ 1768 h 10086"/>
                <a:gd name="csX4" fmla="*/ 631 w 10676"/>
                <a:gd name="csY4" fmla="*/ 1768 h 10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76" h="10086">
                  <a:moveTo>
                    <a:pt x="631" y="1768"/>
                  </a:moveTo>
                  <a:cubicBezTo>
                    <a:pt x="695" y="4257"/>
                    <a:pt x="-1782" y="11395"/>
                    <a:pt x="2663" y="9877"/>
                  </a:cubicBezTo>
                  <a:cubicBezTo>
                    <a:pt x="5267" y="8582"/>
                    <a:pt x="13458" y="7502"/>
                    <a:pt x="9712" y="4797"/>
                  </a:cubicBezTo>
                  <a:cubicBezTo>
                    <a:pt x="6791" y="3178"/>
                    <a:pt x="1139" y="-2988"/>
                    <a:pt x="695" y="1768"/>
                  </a:cubicBezTo>
                  <a:lnTo>
                    <a:pt x="631" y="17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397987D9-9EC5-1D6E-A6B9-6182A6644613}"/>
                </a:ext>
              </a:extLst>
            </p:cNvPr>
            <p:cNvSpPr/>
            <p:nvPr/>
          </p:nvSpPr>
          <p:spPr>
            <a:xfrm>
              <a:off x="6867080" y="3941343"/>
              <a:ext cx="562609" cy="429520"/>
            </a:xfrm>
            <a:custGeom>
              <a:avLst/>
              <a:gdLst>
                <a:gd name="csX0" fmla="*/ 530225 w 562609"/>
                <a:gd name="csY0" fmla="*/ 258013 h 429520"/>
                <a:gd name="csX1" fmla="*/ 409892 w 562609"/>
                <a:gd name="csY1" fmla="*/ 217678 h 429520"/>
                <a:gd name="csX2" fmla="*/ 385508 w 562609"/>
                <a:gd name="csY2" fmla="*/ 185020 h 429520"/>
                <a:gd name="csX3" fmla="*/ 372237 w 562609"/>
                <a:gd name="csY3" fmla="*/ 177774 h 429520"/>
                <a:gd name="csX4" fmla="*/ 365823 w 562609"/>
                <a:gd name="csY4" fmla="*/ 164040 h 429520"/>
                <a:gd name="csX5" fmla="*/ 363791 w 562609"/>
                <a:gd name="csY5" fmla="*/ 159715 h 429520"/>
                <a:gd name="csX6" fmla="*/ 372237 w 562609"/>
                <a:gd name="csY6" fmla="*/ 146850 h 429520"/>
                <a:gd name="csX7" fmla="*/ 372110 w 562609"/>
                <a:gd name="csY7" fmla="*/ 146850 h 429520"/>
                <a:gd name="csX8" fmla="*/ 358584 w 562609"/>
                <a:gd name="csY8" fmla="*/ 139928 h 429520"/>
                <a:gd name="csX9" fmla="*/ 350900 w 562609"/>
                <a:gd name="csY9" fmla="*/ 145872 h 429520"/>
                <a:gd name="csX10" fmla="*/ 330771 w 562609"/>
                <a:gd name="csY10" fmla="*/ 145440 h 429520"/>
                <a:gd name="csX11" fmla="*/ 331279 w 562609"/>
                <a:gd name="csY11" fmla="*/ 118624 h 429520"/>
                <a:gd name="csX12" fmla="*/ 356171 w 562609"/>
                <a:gd name="csY12" fmla="*/ 87046 h 429520"/>
                <a:gd name="csX13" fmla="*/ 335534 w 562609"/>
                <a:gd name="csY13" fmla="*/ 74397 h 429520"/>
                <a:gd name="csX14" fmla="*/ 329120 w 562609"/>
                <a:gd name="csY14" fmla="*/ 59150 h 429520"/>
                <a:gd name="csX15" fmla="*/ 308356 w 562609"/>
                <a:gd name="csY15" fmla="*/ 48768 h 429520"/>
                <a:gd name="csX16" fmla="*/ 299910 w 562609"/>
                <a:gd name="csY16" fmla="*/ 29089 h 429520"/>
                <a:gd name="csX17" fmla="*/ 266255 w 562609"/>
                <a:gd name="csY17" fmla="*/ 11893 h 429520"/>
                <a:gd name="csX18" fmla="*/ 238760 w 562609"/>
                <a:gd name="csY18" fmla="*/ 14052 h 429520"/>
                <a:gd name="csX19" fmla="*/ 230632 w 562609"/>
                <a:gd name="csY19" fmla="*/ 4432 h 429520"/>
                <a:gd name="csX20" fmla="*/ 210820 w 562609"/>
                <a:gd name="csY20" fmla="*/ 14706 h 429520"/>
                <a:gd name="csX21" fmla="*/ 186055 w 562609"/>
                <a:gd name="csY21" fmla="*/ 0 h 429520"/>
                <a:gd name="csX22" fmla="*/ 173355 w 562609"/>
                <a:gd name="csY22" fmla="*/ 25845 h 429520"/>
                <a:gd name="csX23" fmla="*/ 160083 w 562609"/>
                <a:gd name="csY23" fmla="*/ 13297 h 429520"/>
                <a:gd name="csX24" fmla="*/ 134112 w 562609"/>
                <a:gd name="csY24" fmla="*/ 21622 h 429520"/>
                <a:gd name="csX25" fmla="*/ 121412 w 562609"/>
                <a:gd name="csY25" fmla="*/ 79584 h 429520"/>
                <a:gd name="csX26" fmla="*/ 101409 w 562609"/>
                <a:gd name="csY26" fmla="*/ 83261 h 429520"/>
                <a:gd name="csX27" fmla="*/ 80645 w 562609"/>
                <a:gd name="csY27" fmla="*/ 113436 h 429520"/>
                <a:gd name="csX28" fmla="*/ 74675 w 562609"/>
                <a:gd name="csY28" fmla="*/ 156146 h 429520"/>
                <a:gd name="csX29" fmla="*/ 60515 w 562609"/>
                <a:gd name="csY29" fmla="*/ 148793 h 429520"/>
                <a:gd name="csX30" fmla="*/ 50101 w 562609"/>
                <a:gd name="csY30" fmla="*/ 162744 h 429520"/>
                <a:gd name="csX31" fmla="*/ 44894 w 562609"/>
                <a:gd name="csY31" fmla="*/ 206216 h 429520"/>
                <a:gd name="csX32" fmla="*/ 45465 w 562609"/>
                <a:gd name="csY32" fmla="*/ 238118 h 429520"/>
                <a:gd name="csX33" fmla="*/ 8318 w 562609"/>
                <a:gd name="csY33" fmla="*/ 241579 h 429520"/>
                <a:gd name="csX34" fmla="*/ 8889 w 562609"/>
                <a:gd name="csY34" fmla="*/ 250876 h 429520"/>
                <a:gd name="csX35" fmla="*/ 0 w 562609"/>
                <a:gd name="csY35" fmla="*/ 260178 h 429520"/>
                <a:gd name="csX36" fmla="*/ 3428 w 562609"/>
                <a:gd name="csY36" fmla="*/ 266014 h 429520"/>
                <a:gd name="csX37" fmla="*/ 38100 w 562609"/>
                <a:gd name="csY37" fmla="*/ 275317 h 429520"/>
                <a:gd name="csX38" fmla="*/ 45974 w 562609"/>
                <a:gd name="csY38" fmla="*/ 291535 h 429520"/>
                <a:gd name="csX39" fmla="*/ 67310 w 562609"/>
                <a:gd name="csY39" fmla="*/ 306241 h 429520"/>
                <a:gd name="csX40" fmla="*/ 86995 w 562609"/>
                <a:gd name="csY40" fmla="*/ 356311 h 429520"/>
                <a:gd name="csX41" fmla="*/ 94614 w 562609"/>
                <a:gd name="csY41" fmla="*/ 350361 h 429520"/>
                <a:gd name="csX42" fmla="*/ 107124 w 562609"/>
                <a:gd name="csY42" fmla="*/ 356959 h 429520"/>
                <a:gd name="csX43" fmla="*/ 107124 w 562609"/>
                <a:gd name="csY43" fmla="*/ 373183 h 429520"/>
                <a:gd name="csX44" fmla="*/ 116776 w 562609"/>
                <a:gd name="csY44" fmla="*/ 379019 h 429520"/>
                <a:gd name="csX45" fmla="*/ 122936 w 562609"/>
                <a:gd name="csY45" fmla="*/ 380968 h 429520"/>
                <a:gd name="csX46" fmla="*/ 123253 w 562609"/>
                <a:gd name="csY46" fmla="*/ 389617 h 429520"/>
                <a:gd name="csX47" fmla="*/ 123380 w 562609"/>
                <a:gd name="csY47" fmla="*/ 389617 h 429520"/>
                <a:gd name="csX48" fmla="*/ 148589 w 562609"/>
                <a:gd name="csY48" fmla="*/ 390156 h 429520"/>
                <a:gd name="csX49" fmla="*/ 191706 w 562609"/>
                <a:gd name="csY49" fmla="*/ 421627 h 429520"/>
                <a:gd name="csX50" fmla="*/ 208978 w 562609"/>
                <a:gd name="csY50" fmla="*/ 419678 h 429520"/>
                <a:gd name="csX51" fmla="*/ 247205 w 562609"/>
                <a:gd name="csY51" fmla="*/ 429520 h 429520"/>
                <a:gd name="csX52" fmla="*/ 259524 w 562609"/>
                <a:gd name="csY52" fmla="*/ 411353 h 429520"/>
                <a:gd name="csX53" fmla="*/ 293179 w 562609"/>
                <a:gd name="csY53" fmla="*/ 396646 h 429520"/>
                <a:gd name="csX54" fmla="*/ 305562 w 562609"/>
                <a:gd name="csY54" fmla="*/ 408972 h 429520"/>
                <a:gd name="csX55" fmla="*/ 333248 w 562609"/>
                <a:gd name="csY55" fmla="*/ 408432 h 429520"/>
                <a:gd name="csX56" fmla="*/ 341693 w 562609"/>
                <a:gd name="csY56" fmla="*/ 397618 h 429520"/>
                <a:gd name="csX57" fmla="*/ 373380 w 562609"/>
                <a:gd name="csY57" fmla="*/ 393186 h 429520"/>
                <a:gd name="csX58" fmla="*/ 376300 w 562609"/>
                <a:gd name="csY58" fmla="*/ 382372 h 429520"/>
                <a:gd name="csX59" fmla="*/ 408050 w 562609"/>
                <a:gd name="csY59" fmla="*/ 370046 h 429520"/>
                <a:gd name="csX60" fmla="*/ 449707 w 562609"/>
                <a:gd name="csY60" fmla="*/ 372961 h 429520"/>
                <a:gd name="csX61" fmla="*/ 562610 w 562609"/>
                <a:gd name="csY61" fmla="*/ 257473 h 429520"/>
                <a:gd name="csX62" fmla="*/ 530479 w 562609"/>
                <a:gd name="csY62" fmla="*/ 257473 h 429520"/>
                <a:gd name="csX63" fmla="*/ 530225 w 562609"/>
                <a:gd name="csY63" fmla="*/ 258013 h 4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562609" h="429520">
                  <a:moveTo>
                    <a:pt x="530225" y="258013"/>
                  </a:moveTo>
                  <a:lnTo>
                    <a:pt x="409892" y="217678"/>
                  </a:lnTo>
                  <a:lnTo>
                    <a:pt x="385508" y="185020"/>
                  </a:lnTo>
                  <a:lnTo>
                    <a:pt x="372237" y="177774"/>
                  </a:lnTo>
                  <a:lnTo>
                    <a:pt x="365823" y="164040"/>
                  </a:lnTo>
                  <a:lnTo>
                    <a:pt x="363791" y="159715"/>
                  </a:lnTo>
                  <a:lnTo>
                    <a:pt x="372237" y="146850"/>
                  </a:lnTo>
                  <a:lnTo>
                    <a:pt x="372110" y="146850"/>
                  </a:lnTo>
                  <a:lnTo>
                    <a:pt x="358584" y="139928"/>
                  </a:lnTo>
                  <a:lnTo>
                    <a:pt x="350900" y="145872"/>
                  </a:lnTo>
                  <a:lnTo>
                    <a:pt x="330771" y="145440"/>
                  </a:lnTo>
                  <a:lnTo>
                    <a:pt x="331279" y="118624"/>
                  </a:lnTo>
                  <a:lnTo>
                    <a:pt x="356171" y="87046"/>
                  </a:lnTo>
                  <a:lnTo>
                    <a:pt x="335534" y="74397"/>
                  </a:lnTo>
                  <a:lnTo>
                    <a:pt x="329120" y="59150"/>
                  </a:lnTo>
                  <a:lnTo>
                    <a:pt x="308356" y="48768"/>
                  </a:lnTo>
                  <a:lnTo>
                    <a:pt x="299910" y="29089"/>
                  </a:lnTo>
                  <a:lnTo>
                    <a:pt x="266255" y="11893"/>
                  </a:lnTo>
                  <a:lnTo>
                    <a:pt x="238760" y="14052"/>
                  </a:lnTo>
                  <a:lnTo>
                    <a:pt x="230632" y="4432"/>
                  </a:lnTo>
                  <a:lnTo>
                    <a:pt x="210820" y="14706"/>
                  </a:lnTo>
                  <a:lnTo>
                    <a:pt x="186055" y="0"/>
                  </a:lnTo>
                  <a:lnTo>
                    <a:pt x="173355" y="25845"/>
                  </a:lnTo>
                  <a:lnTo>
                    <a:pt x="160083" y="13297"/>
                  </a:lnTo>
                  <a:lnTo>
                    <a:pt x="134112" y="21622"/>
                  </a:lnTo>
                  <a:lnTo>
                    <a:pt x="121412" y="79584"/>
                  </a:lnTo>
                  <a:lnTo>
                    <a:pt x="101409" y="83261"/>
                  </a:lnTo>
                  <a:lnTo>
                    <a:pt x="80645" y="113436"/>
                  </a:lnTo>
                  <a:lnTo>
                    <a:pt x="74675" y="156146"/>
                  </a:lnTo>
                  <a:lnTo>
                    <a:pt x="60515" y="148793"/>
                  </a:lnTo>
                  <a:lnTo>
                    <a:pt x="50101" y="162744"/>
                  </a:lnTo>
                  <a:lnTo>
                    <a:pt x="44894" y="206216"/>
                  </a:lnTo>
                  <a:lnTo>
                    <a:pt x="45465" y="238118"/>
                  </a:lnTo>
                  <a:lnTo>
                    <a:pt x="8318" y="241579"/>
                  </a:lnTo>
                  <a:lnTo>
                    <a:pt x="8889" y="250876"/>
                  </a:lnTo>
                  <a:lnTo>
                    <a:pt x="0" y="260178"/>
                  </a:lnTo>
                  <a:lnTo>
                    <a:pt x="3428" y="266014"/>
                  </a:lnTo>
                  <a:lnTo>
                    <a:pt x="38100" y="275317"/>
                  </a:lnTo>
                  <a:lnTo>
                    <a:pt x="45974" y="291535"/>
                  </a:lnTo>
                  <a:lnTo>
                    <a:pt x="67310" y="306241"/>
                  </a:lnTo>
                  <a:lnTo>
                    <a:pt x="86995" y="356311"/>
                  </a:lnTo>
                  <a:lnTo>
                    <a:pt x="94614" y="350361"/>
                  </a:lnTo>
                  <a:lnTo>
                    <a:pt x="107124" y="356959"/>
                  </a:lnTo>
                  <a:lnTo>
                    <a:pt x="107124" y="373183"/>
                  </a:lnTo>
                  <a:lnTo>
                    <a:pt x="116776" y="379019"/>
                  </a:lnTo>
                  <a:cubicBezTo>
                    <a:pt x="117348" y="379019"/>
                    <a:pt x="122745" y="376529"/>
                    <a:pt x="122936" y="380968"/>
                  </a:cubicBezTo>
                  <a:cubicBezTo>
                    <a:pt x="123063" y="384099"/>
                    <a:pt x="123189" y="386912"/>
                    <a:pt x="123253" y="389617"/>
                  </a:cubicBezTo>
                  <a:lnTo>
                    <a:pt x="123380" y="389617"/>
                  </a:lnTo>
                  <a:lnTo>
                    <a:pt x="148589" y="390156"/>
                  </a:lnTo>
                  <a:lnTo>
                    <a:pt x="191706" y="421627"/>
                  </a:lnTo>
                  <a:lnTo>
                    <a:pt x="208978" y="419678"/>
                  </a:lnTo>
                  <a:lnTo>
                    <a:pt x="247205" y="429520"/>
                  </a:lnTo>
                  <a:lnTo>
                    <a:pt x="259524" y="411353"/>
                  </a:lnTo>
                  <a:lnTo>
                    <a:pt x="293179" y="396646"/>
                  </a:lnTo>
                  <a:lnTo>
                    <a:pt x="305562" y="408972"/>
                  </a:lnTo>
                  <a:lnTo>
                    <a:pt x="333248" y="408432"/>
                  </a:lnTo>
                  <a:lnTo>
                    <a:pt x="341693" y="397618"/>
                  </a:lnTo>
                  <a:lnTo>
                    <a:pt x="373380" y="393186"/>
                  </a:lnTo>
                  <a:lnTo>
                    <a:pt x="376300" y="382372"/>
                  </a:lnTo>
                  <a:lnTo>
                    <a:pt x="408050" y="370046"/>
                  </a:lnTo>
                  <a:lnTo>
                    <a:pt x="449707" y="372961"/>
                  </a:lnTo>
                  <a:lnTo>
                    <a:pt x="562610" y="257473"/>
                  </a:lnTo>
                  <a:lnTo>
                    <a:pt x="530479" y="257473"/>
                  </a:lnTo>
                  <a:lnTo>
                    <a:pt x="530225" y="2580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193D0185-5434-B32B-31B8-D7F96DBEB8AF}"/>
                </a:ext>
              </a:extLst>
            </p:cNvPr>
            <p:cNvSpPr/>
            <p:nvPr/>
          </p:nvSpPr>
          <p:spPr>
            <a:xfrm>
              <a:off x="7142500" y="3925303"/>
              <a:ext cx="5405" cy="5908"/>
            </a:xfrm>
            <a:custGeom>
              <a:avLst/>
              <a:gdLst>
                <a:gd name="csX0" fmla="*/ 3472 w 5405"/>
                <a:gd name="csY0" fmla="*/ 140 h 5908"/>
                <a:gd name="csX1" fmla="*/ 170 w 5405"/>
                <a:gd name="csY1" fmla="*/ 2845 h 5908"/>
                <a:gd name="csX2" fmla="*/ 551 w 5405"/>
                <a:gd name="csY2" fmla="*/ 4248 h 5908"/>
                <a:gd name="csX3" fmla="*/ 4806 w 5405"/>
                <a:gd name="csY3" fmla="*/ 3169 h 5908"/>
                <a:gd name="csX4" fmla="*/ 3472 w 5405"/>
                <a:gd name="csY4" fmla="*/ 140 h 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05" h="5908">
                  <a:moveTo>
                    <a:pt x="3472" y="140"/>
                  </a:moveTo>
                  <a:cubicBezTo>
                    <a:pt x="4043" y="32"/>
                    <a:pt x="-973" y="-724"/>
                    <a:pt x="170" y="2845"/>
                  </a:cubicBezTo>
                  <a:lnTo>
                    <a:pt x="551" y="4248"/>
                  </a:lnTo>
                  <a:cubicBezTo>
                    <a:pt x="1757" y="8357"/>
                    <a:pt x="4234" y="3600"/>
                    <a:pt x="4806" y="3169"/>
                  </a:cubicBezTo>
                  <a:cubicBezTo>
                    <a:pt x="6012" y="1657"/>
                    <a:pt x="5314" y="356"/>
                    <a:pt x="3472" y="1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B3975DFA-514C-4777-78C6-6A619ADAFE86}"/>
                </a:ext>
              </a:extLst>
            </p:cNvPr>
            <p:cNvSpPr/>
            <p:nvPr/>
          </p:nvSpPr>
          <p:spPr>
            <a:xfrm>
              <a:off x="7134534" y="3904604"/>
              <a:ext cx="13688" cy="6108"/>
            </a:xfrm>
            <a:custGeom>
              <a:avLst/>
              <a:gdLst>
                <a:gd name="csX0" fmla="*/ 5088 w 13688"/>
                <a:gd name="csY0" fmla="*/ 5916 h 6108"/>
                <a:gd name="csX1" fmla="*/ 11755 w 13688"/>
                <a:gd name="csY1" fmla="*/ 5052 h 6108"/>
                <a:gd name="csX2" fmla="*/ 13089 w 13688"/>
                <a:gd name="csY2" fmla="*/ 1915 h 6108"/>
                <a:gd name="csX3" fmla="*/ 12834 w 13688"/>
                <a:gd name="csY3" fmla="*/ 1700 h 6108"/>
                <a:gd name="csX4" fmla="*/ 2040 w 13688"/>
                <a:gd name="csY4" fmla="*/ 2671 h 6108"/>
                <a:gd name="csX5" fmla="*/ 4960 w 13688"/>
                <a:gd name="csY5" fmla="*/ 6024 h 6108"/>
                <a:gd name="csX6" fmla="*/ 5088 w 13688"/>
                <a:gd name="csY6" fmla="*/ 5916 h 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8" h="6108">
                  <a:moveTo>
                    <a:pt x="5088" y="5916"/>
                  </a:moveTo>
                  <a:lnTo>
                    <a:pt x="11755" y="5052"/>
                  </a:lnTo>
                  <a:cubicBezTo>
                    <a:pt x="13596" y="4836"/>
                    <a:pt x="14296" y="3427"/>
                    <a:pt x="13089" y="1915"/>
                  </a:cubicBezTo>
                  <a:lnTo>
                    <a:pt x="12834" y="1700"/>
                  </a:lnTo>
                  <a:cubicBezTo>
                    <a:pt x="9914" y="-2301"/>
                    <a:pt x="4834" y="1915"/>
                    <a:pt x="2040" y="2671"/>
                  </a:cubicBezTo>
                  <a:cubicBezTo>
                    <a:pt x="-2088" y="4404"/>
                    <a:pt x="643" y="6564"/>
                    <a:pt x="4960" y="6024"/>
                  </a:cubicBezTo>
                  <a:lnTo>
                    <a:pt x="5088" y="59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243EABDC-B4E7-0E8F-DE68-583BA09CCBB0}"/>
                </a:ext>
              </a:extLst>
            </p:cNvPr>
            <p:cNvSpPr/>
            <p:nvPr/>
          </p:nvSpPr>
          <p:spPr>
            <a:xfrm>
              <a:off x="7131066" y="3897482"/>
              <a:ext cx="5985" cy="6381"/>
            </a:xfrm>
            <a:custGeom>
              <a:avLst/>
              <a:gdLst>
                <a:gd name="csX0" fmla="*/ 4619 w 5985"/>
                <a:gd name="csY0" fmla="*/ 1360 h 6381"/>
                <a:gd name="csX1" fmla="*/ 3666 w 5985"/>
                <a:gd name="csY1" fmla="*/ 712 h 6381"/>
                <a:gd name="csX2" fmla="*/ 1507 w 5985"/>
                <a:gd name="csY2" fmla="*/ 5792 h 6381"/>
                <a:gd name="csX3" fmla="*/ 4555 w 5985"/>
                <a:gd name="csY3" fmla="*/ 1468 h 6381"/>
                <a:gd name="csX4" fmla="*/ 4619 w 5985"/>
                <a:gd name="csY4" fmla="*/ 1360 h 6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85" h="6381">
                  <a:moveTo>
                    <a:pt x="4619" y="1360"/>
                  </a:moveTo>
                  <a:lnTo>
                    <a:pt x="3666" y="712"/>
                  </a:lnTo>
                  <a:cubicBezTo>
                    <a:pt x="238" y="-1993"/>
                    <a:pt x="-1413" y="3735"/>
                    <a:pt x="1507" y="5792"/>
                  </a:cubicBezTo>
                  <a:cubicBezTo>
                    <a:pt x="4555" y="7850"/>
                    <a:pt x="7984" y="4065"/>
                    <a:pt x="4555" y="1468"/>
                  </a:cubicBezTo>
                  <a:lnTo>
                    <a:pt x="4619" y="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5355D78E-F47A-B249-FA66-C8E68A2F6C89}"/>
                </a:ext>
              </a:extLst>
            </p:cNvPr>
            <p:cNvSpPr/>
            <p:nvPr/>
          </p:nvSpPr>
          <p:spPr>
            <a:xfrm>
              <a:off x="7133222" y="3886903"/>
              <a:ext cx="5271" cy="6870"/>
            </a:xfrm>
            <a:custGeom>
              <a:avLst/>
              <a:gdLst>
                <a:gd name="csX0" fmla="*/ 1510 w 5271"/>
                <a:gd name="csY0" fmla="*/ 6206 h 6870"/>
                <a:gd name="csX1" fmla="*/ 2272 w 5271"/>
                <a:gd name="csY1" fmla="*/ 6529 h 6870"/>
                <a:gd name="csX2" fmla="*/ 5194 w 5271"/>
                <a:gd name="csY2" fmla="*/ 4802 h 6870"/>
                <a:gd name="csX3" fmla="*/ 2717 w 5271"/>
                <a:gd name="csY3" fmla="*/ 802 h 6870"/>
                <a:gd name="csX4" fmla="*/ 1510 w 5271"/>
                <a:gd name="csY4" fmla="*/ 6313 h 6870"/>
                <a:gd name="csX5" fmla="*/ 1510 w 5271"/>
                <a:gd name="csY5" fmla="*/ 6206 h 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71" h="6870">
                  <a:moveTo>
                    <a:pt x="1510" y="6206"/>
                  </a:moveTo>
                  <a:lnTo>
                    <a:pt x="2272" y="6529"/>
                  </a:lnTo>
                  <a:cubicBezTo>
                    <a:pt x="3923" y="7399"/>
                    <a:pt x="5194" y="6529"/>
                    <a:pt x="5194" y="4802"/>
                  </a:cubicBezTo>
                  <a:cubicBezTo>
                    <a:pt x="5194" y="4262"/>
                    <a:pt x="5956" y="-2227"/>
                    <a:pt x="2717" y="802"/>
                  </a:cubicBezTo>
                  <a:cubicBezTo>
                    <a:pt x="2399" y="1342"/>
                    <a:pt x="-2363" y="4262"/>
                    <a:pt x="1510" y="6313"/>
                  </a:cubicBezTo>
                  <a:lnTo>
                    <a:pt x="1510" y="62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8093F14E-5A85-D6BB-9C9D-F5EFA85A5801}"/>
                </a:ext>
              </a:extLst>
            </p:cNvPr>
            <p:cNvSpPr/>
            <p:nvPr/>
          </p:nvSpPr>
          <p:spPr>
            <a:xfrm>
              <a:off x="6998017" y="3817740"/>
              <a:ext cx="253427" cy="218541"/>
            </a:xfrm>
            <a:custGeom>
              <a:avLst/>
              <a:gdLst>
                <a:gd name="csX0" fmla="*/ 43116 w 253427"/>
                <a:gd name="csY0" fmla="*/ 24981 h 218541"/>
                <a:gd name="csX1" fmla="*/ 37655 w 253427"/>
                <a:gd name="csY1" fmla="*/ 39688 h 218541"/>
                <a:gd name="csX2" fmla="*/ 19812 w 253427"/>
                <a:gd name="csY2" fmla="*/ 40119 h 218541"/>
                <a:gd name="csX3" fmla="*/ 18859 w 253427"/>
                <a:gd name="csY3" fmla="*/ 69101 h 218541"/>
                <a:gd name="csX4" fmla="*/ 0 w 253427"/>
                <a:gd name="csY4" fmla="*/ 110408 h 218541"/>
                <a:gd name="csX5" fmla="*/ 2921 w 253427"/>
                <a:gd name="csY5" fmla="*/ 145333 h 218541"/>
                <a:gd name="csX6" fmla="*/ 28892 w 253427"/>
                <a:gd name="csY6" fmla="*/ 137008 h 218541"/>
                <a:gd name="csX7" fmla="*/ 42227 w 253427"/>
                <a:gd name="csY7" fmla="*/ 149555 h 218541"/>
                <a:gd name="csX8" fmla="*/ 54863 w 253427"/>
                <a:gd name="csY8" fmla="*/ 123711 h 218541"/>
                <a:gd name="csX9" fmla="*/ 79692 w 253427"/>
                <a:gd name="csY9" fmla="*/ 138418 h 218541"/>
                <a:gd name="csX10" fmla="*/ 99504 w 253427"/>
                <a:gd name="csY10" fmla="*/ 128143 h 218541"/>
                <a:gd name="csX11" fmla="*/ 107632 w 253427"/>
                <a:gd name="csY11" fmla="*/ 137763 h 218541"/>
                <a:gd name="csX12" fmla="*/ 135064 w 253427"/>
                <a:gd name="csY12" fmla="*/ 135604 h 218541"/>
                <a:gd name="csX13" fmla="*/ 168783 w 253427"/>
                <a:gd name="csY13" fmla="*/ 152794 h 218541"/>
                <a:gd name="csX14" fmla="*/ 177228 w 253427"/>
                <a:gd name="csY14" fmla="*/ 172479 h 218541"/>
                <a:gd name="csX15" fmla="*/ 197993 w 253427"/>
                <a:gd name="csY15" fmla="*/ 182861 h 218541"/>
                <a:gd name="csX16" fmla="*/ 204343 w 253427"/>
                <a:gd name="csY16" fmla="*/ 198107 h 218541"/>
                <a:gd name="csX17" fmla="*/ 225044 w 253427"/>
                <a:gd name="csY17" fmla="*/ 210757 h 218541"/>
                <a:gd name="csX18" fmla="*/ 235076 w 253427"/>
                <a:gd name="csY18" fmla="*/ 218542 h 218541"/>
                <a:gd name="csX19" fmla="*/ 253428 w 253427"/>
                <a:gd name="csY19" fmla="*/ 203835 h 218541"/>
                <a:gd name="csX20" fmla="*/ 245363 w 253427"/>
                <a:gd name="csY20" fmla="*/ 193891 h 218541"/>
                <a:gd name="csX21" fmla="*/ 241681 w 253427"/>
                <a:gd name="csY21" fmla="*/ 197676 h 218541"/>
                <a:gd name="csX22" fmla="*/ 236601 w 253427"/>
                <a:gd name="csY22" fmla="*/ 193243 h 218541"/>
                <a:gd name="csX23" fmla="*/ 232727 w 253427"/>
                <a:gd name="csY23" fmla="*/ 186322 h 218541"/>
                <a:gd name="csX24" fmla="*/ 223520 w 253427"/>
                <a:gd name="csY24" fmla="*/ 182321 h 218541"/>
                <a:gd name="csX25" fmla="*/ 216153 w 253427"/>
                <a:gd name="csY25" fmla="*/ 168910 h 218541"/>
                <a:gd name="csX26" fmla="*/ 209232 w 253427"/>
                <a:gd name="csY26" fmla="*/ 162096 h 218541"/>
                <a:gd name="csX27" fmla="*/ 200787 w 253427"/>
                <a:gd name="csY27" fmla="*/ 157772 h 218541"/>
                <a:gd name="csX28" fmla="*/ 175704 w 253427"/>
                <a:gd name="csY28" fmla="*/ 128575 h 218541"/>
                <a:gd name="csX29" fmla="*/ 165926 w 253427"/>
                <a:gd name="csY29" fmla="*/ 126733 h 218541"/>
                <a:gd name="csX30" fmla="*/ 159321 w 253427"/>
                <a:gd name="csY30" fmla="*/ 117653 h 218541"/>
                <a:gd name="csX31" fmla="*/ 150813 w 253427"/>
                <a:gd name="csY31" fmla="*/ 115919 h 218541"/>
                <a:gd name="csX32" fmla="*/ 143446 w 253427"/>
                <a:gd name="csY32" fmla="*/ 118301 h 218541"/>
                <a:gd name="csX33" fmla="*/ 136906 w 253427"/>
                <a:gd name="csY33" fmla="*/ 103594 h 218541"/>
                <a:gd name="csX34" fmla="*/ 133286 w 253427"/>
                <a:gd name="csY34" fmla="*/ 97104 h 218541"/>
                <a:gd name="csX35" fmla="*/ 127952 w 253427"/>
                <a:gd name="csY35" fmla="*/ 103486 h 218541"/>
                <a:gd name="csX36" fmla="*/ 128524 w 253427"/>
                <a:gd name="csY36" fmla="*/ 109976 h 218541"/>
                <a:gd name="csX37" fmla="*/ 128270 w 253427"/>
                <a:gd name="csY37" fmla="*/ 110839 h 218541"/>
                <a:gd name="csX38" fmla="*/ 123951 w 253427"/>
                <a:gd name="csY38" fmla="*/ 112027 h 218541"/>
                <a:gd name="csX39" fmla="*/ 121665 w 253427"/>
                <a:gd name="csY39" fmla="*/ 107379 h 218541"/>
                <a:gd name="csX40" fmla="*/ 119951 w 253427"/>
                <a:gd name="csY40" fmla="*/ 96349 h 218541"/>
                <a:gd name="csX41" fmla="*/ 113474 w 253427"/>
                <a:gd name="csY41" fmla="*/ 91053 h 218541"/>
                <a:gd name="csX42" fmla="*/ 110553 w 253427"/>
                <a:gd name="csY42" fmla="*/ 80454 h 218541"/>
                <a:gd name="csX43" fmla="*/ 105790 w 253427"/>
                <a:gd name="csY43" fmla="*/ 73641 h 218541"/>
                <a:gd name="csX44" fmla="*/ 101853 w 253427"/>
                <a:gd name="csY44" fmla="*/ 47689 h 218541"/>
                <a:gd name="csX45" fmla="*/ 92139 w 253427"/>
                <a:gd name="csY45" fmla="*/ 15246 h 218541"/>
                <a:gd name="csX46" fmla="*/ 81724 w 253427"/>
                <a:gd name="csY46" fmla="*/ 0 h 218541"/>
                <a:gd name="csX47" fmla="*/ 66992 w 253427"/>
                <a:gd name="csY47" fmla="*/ 21412 h 218541"/>
                <a:gd name="csX48" fmla="*/ 42799 w 253427"/>
                <a:gd name="csY48" fmla="*/ 25305 h 218541"/>
                <a:gd name="csX49" fmla="*/ 43116 w 253427"/>
                <a:gd name="csY49" fmla="*/ 24981 h 218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53427" h="218541">
                  <a:moveTo>
                    <a:pt x="43116" y="24981"/>
                  </a:moveTo>
                  <a:lnTo>
                    <a:pt x="37655" y="39688"/>
                  </a:lnTo>
                  <a:lnTo>
                    <a:pt x="19812" y="40119"/>
                  </a:lnTo>
                  <a:lnTo>
                    <a:pt x="18859" y="69101"/>
                  </a:lnTo>
                  <a:lnTo>
                    <a:pt x="0" y="110408"/>
                  </a:lnTo>
                  <a:lnTo>
                    <a:pt x="2921" y="145333"/>
                  </a:lnTo>
                  <a:lnTo>
                    <a:pt x="28892" y="137008"/>
                  </a:lnTo>
                  <a:lnTo>
                    <a:pt x="42227" y="149555"/>
                  </a:lnTo>
                  <a:lnTo>
                    <a:pt x="54863" y="123711"/>
                  </a:lnTo>
                  <a:lnTo>
                    <a:pt x="79692" y="138418"/>
                  </a:lnTo>
                  <a:lnTo>
                    <a:pt x="99504" y="128143"/>
                  </a:lnTo>
                  <a:lnTo>
                    <a:pt x="107632" y="137763"/>
                  </a:lnTo>
                  <a:lnTo>
                    <a:pt x="135064" y="135604"/>
                  </a:lnTo>
                  <a:lnTo>
                    <a:pt x="168783" y="152794"/>
                  </a:lnTo>
                  <a:lnTo>
                    <a:pt x="177228" y="172479"/>
                  </a:lnTo>
                  <a:lnTo>
                    <a:pt x="197993" y="182861"/>
                  </a:lnTo>
                  <a:lnTo>
                    <a:pt x="204343" y="198107"/>
                  </a:lnTo>
                  <a:lnTo>
                    <a:pt x="225044" y="210757"/>
                  </a:lnTo>
                  <a:lnTo>
                    <a:pt x="235076" y="218542"/>
                  </a:lnTo>
                  <a:lnTo>
                    <a:pt x="253428" y="203835"/>
                  </a:lnTo>
                  <a:cubicBezTo>
                    <a:pt x="248665" y="196050"/>
                    <a:pt x="247523" y="194431"/>
                    <a:pt x="245363" y="193891"/>
                  </a:cubicBezTo>
                  <a:cubicBezTo>
                    <a:pt x="242126" y="193021"/>
                    <a:pt x="246252" y="199187"/>
                    <a:pt x="241681" y="197676"/>
                  </a:cubicBezTo>
                  <a:cubicBezTo>
                    <a:pt x="241173" y="197352"/>
                    <a:pt x="237363" y="196805"/>
                    <a:pt x="236601" y="193243"/>
                  </a:cubicBezTo>
                  <a:cubicBezTo>
                    <a:pt x="235838" y="189783"/>
                    <a:pt x="232283" y="185668"/>
                    <a:pt x="232727" y="186322"/>
                  </a:cubicBezTo>
                  <a:cubicBezTo>
                    <a:pt x="229488" y="182429"/>
                    <a:pt x="225171" y="186970"/>
                    <a:pt x="223520" y="182321"/>
                  </a:cubicBezTo>
                  <a:cubicBezTo>
                    <a:pt x="220154" y="172479"/>
                    <a:pt x="219710" y="169666"/>
                    <a:pt x="216153" y="168910"/>
                  </a:cubicBezTo>
                  <a:cubicBezTo>
                    <a:pt x="212026" y="168046"/>
                    <a:pt x="208788" y="161449"/>
                    <a:pt x="209232" y="162096"/>
                  </a:cubicBezTo>
                  <a:cubicBezTo>
                    <a:pt x="206883" y="158312"/>
                    <a:pt x="200278" y="157556"/>
                    <a:pt x="200787" y="157772"/>
                  </a:cubicBezTo>
                  <a:cubicBezTo>
                    <a:pt x="191833" y="155715"/>
                    <a:pt x="184340" y="130302"/>
                    <a:pt x="175704" y="128575"/>
                  </a:cubicBezTo>
                  <a:lnTo>
                    <a:pt x="165926" y="126733"/>
                  </a:lnTo>
                  <a:cubicBezTo>
                    <a:pt x="161163" y="125762"/>
                    <a:pt x="163449" y="120358"/>
                    <a:pt x="159321" y="117653"/>
                  </a:cubicBezTo>
                  <a:cubicBezTo>
                    <a:pt x="158242" y="117221"/>
                    <a:pt x="154368" y="113112"/>
                    <a:pt x="150813" y="115919"/>
                  </a:cubicBezTo>
                  <a:cubicBezTo>
                    <a:pt x="150051" y="116358"/>
                    <a:pt x="146812" y="120250"/>
                    <a:pt x="143446" y="118301"/>
                  </a:cubicBezTo>
                  <a:cubicBezTo>
                    <a:pt x="139764" y="116243"/>
                    <a:pt x="135763" y="107702"/>
                    <a:pt x="136906" y="103594"/>
                  </a:cubicBezTo>
                  <a:cubicBezTo>
                    <a:pt x="138049" y="99917"/>
                    <a:pt x="132842" y="96457"/>
                    <a:pt x="133286" y="97104"/>
                  </a:cubicBezTo>
                  <a:cubicBezTo>
                    <a:pt x="129794" y="94297"/>
                    <a:pt x="126238" y="99485"/>
                    <a:pt x="127952" y="103486"/>
                  </a:cubicBezTo>
                  <a:cubicBezTo>
                    <a:pt x="128270" y="104889"/>
                    <a:pt x="129349" y="106839"/>
                    <a:pt x="128524" y="109976"/>
                  </a:cubicBezTo>
                  <a:lnTo>
                    <a:pt x="128270" y="110839"/>
                  </a:lnTo>
                  <a:cubicBezTo>
                    <a:pt x="127317" y="114408"/>
                    <a:pt x="123317" y="112027"/>
                    <a:pt x="123951" y="112027"/>
                  </a:cubicBezTo>
                  <a:cubicBezTo>
                    <a:pt x="122301" y="111055"/>
                    <a:pt x="121348" y="108998"/>
                    <a:pt x="121665" y="107379"/>
                  </a:cubicBezTo>
                  <a:cubicBezTo>
                    <a:pt x="122555" y="103162"/>
                    <a:pt x="119824" y="95809"/>
                    <a:pt x="119951" y="96349"/>
                  </a:cubicBezTo>
                  <a:cubicBezTo>
                    <a:pt x="118554" y="91484"/>
                    <a:pt x="113664" y="96133"/>
                    <a:pt x="113474" y="91053"/>
                  </a:cubicBezTo>
                  <a:cubicBezTo>
                    <a:pt x="113093" y="88779"/>
                    <a:pt x="114236" y="83484"/>
                    <a:pt x="110553" y="80454"/>
                  </a:cubicBezTo>
                  <a:cubicBezTo>
                    <a:pt x="109855" y="79699"/>
                    <a:pt x="106299" y="77857"/>
                    <a:pt x="105790" y="73641"/>
                  </a:cubicBezTo>
                  <a:cubicBezTo>
                    <a:pt x="103695" y="58610"/>
                    <a:pt x="103060" y="52445"/>
                    <a:pt x="101853" y="47689"/>
                  </a:cubicBezTo>
                  <a:cubicBezTo>
                    <a:pt x="94805" y="20974"/>
                    <a:pt x="94805" y="19031"/>
                    <a:pt x="92139" y="15246"/>
                  </a:cubicBezTo>
                  <a:cubicBezTo>
                    <a:pt x="87566" y="8649"/>
                    <a:pt x="84201" y="3785"/>
                    <a:pt x="81724" y="0"/>
                  </a:cubicBezTo>
                  <a:lnTo>
                    <a:pt x="66992" y="21412"/>
                  </a:lnTo>
                  <a:lnTo>
                    <a:pt x="42799" y="25305"/>
                  </a:lnTo>
                  <a:lnTo>
                    <a:pt x="43116" y="249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C8E16C91-4825-22C7-C6B0-1CA0001425FA}"/>
                </a:ext>
              </a:extLst>
            </p:cNvPr>
            <p:cNvSpPr/>
            <p:nvPr/>
          </p:nvSpPr>
          <p:spPr>
            <a:xfrm>
              <a:off x="5981816" y="4399953"/>
              <a:ext cx="76299" cy="40443"/>
            </a:xfrm>
            <a:custGeom>
              <a:avLst/>
              <a:gdLst>
                <a:gd name="csX0" fmla="*/ 16552 w 76299"/>
                <a:gd name="csY0" fmla="*/ 0 h 40443"/>
                <a:gd name="csX1" fmla="*/ 16336 w 76299"/>
                <a:gd name="csY1" fmla="*/ 0 h 40443"/>
                <a:gd name="csX2" fmla="*/ 16012 w 76299"/>
                <a:gd name="csY2" fmla="*/ 8865 h 40443"/>
                <a:gd name="csX3" fmla="*/ 855 w 76299"/>
                <a:gd name="csY3" fmla="*/ 31033 h 40443"/>
                <a:gd name="csX4" fmla="*/ 5618 w 76299"/>
                <a:gd name="csY4" fmla="*/ 36766 h 40443"/>
                <a:gd name="csX5" fmla="*/ 6380 w 76299"/>
                <a:gd name="csY5" fmla="*/ 36443 h 40443"/>
                <a:gd name="csX6" fmla="*/ 11034 w 76299"/>
                <a:gd name="csY6" fmla="*/ 37630 h 40443"/>
                <a:gd name="csX7" fmla="*/ 11574 w 76299"/>
                <a:gd name="csY7" fmla="*/ 40443 h 40443"/>
                <a:gd name="csX8" fmla="*/ 11790 w 76299"/>
                <a:gd name="csY8" fmla="*/ 40443 h 40443"/>
                <a:gd name="csX9" fmla="*/ 76299 w 76299"/>
                <a:gd name="csY9" fmla="*/ 40443 h 40443"/>
                <a:gd name="csX10" fmla="*/ 76299 w 76299"/>
                <a:gd name="csY10" fmla="*/ 864 h 40443"/>
                <a:gd name="csX11" fmla="*/ 25753 w 76299"/>
                <a:gd name="csY11" fmla="*/ 864 h 40443"/>
                <a:gd name="csX12" fmla="*/ 16660 w 76299"/>
                <a:gd name="csY12" fmla="*/ 216 h 40443"/>
                <a:gd name="csX13" fmla="*/ 16552 w 76299"/>
                <a:gd name="csY13" fmla="*/ 0 h 40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6299" h="40443">
                  <a:moveTo>
                    <a:pt x="16552" y="0"/>
                  </a:moveTo>
                  <a:lnTo>
                    <a:pt x="16336" y="0"/>
                  </a:lnTo>
                  <a:cubicBezTo>
                    <a:pt x="16552" y="4756"/>
                    <a:pt x="18610" y="5080"/>
                    <a:pt x="16012" y="8865"/>
                  </a:cubicBezTo>
                  <a:lnTo>
                    <a:pt x="855" y="31033"/>
                  </a:lnTo>
                  <a:cubicBezTo>
                    <a:pt x="-1634" y="34601"/>
                    <a:pt x="1725" y="38817"/>
                    <a:pt x="5618" y="36766"/>
                  </a:cubicBezTo>
                  <a:lnTo>
                    <a:pt x="6380" y="36443"/>
                  </a:lnTo>
                  <a:cubicBezTo>
                    <a:pt x="7999" y="35573"/>
                    <a:pt x="10056" y="36119"/>
                    <a:pt x="11034" y="37630"/>
                  </a:cubicBezTo>
                  <a:cubicBezTo>
                    <a:pt x="11682" y="38710"/>
                    <a:pt x="11790" y="39688"/>
                    <a:pt x="11574" y="40443"/>
                  </a:cubicBezTo>
                  <a:lnTo>
                    <a:pt x="11790" y="40443"/>
                  </a:lnTo>
                  <a:lnTo>
                    <a:pt x="76299" y="40443"/>
                  </a:lnTo>
                  <a:lnTo>
                    <a:pt x="76299" y="864"/>
                  </a:lnTo>
                  <a:lnTo>
                    <a:pt x="25753" y="864"/>
                  </a:lnTo>
                  <a:lnTo>
                    <a:pt x="16660" y="216"/>
                  </a:lnTo>
                  <a:lnTo>
                    <a:pt x="1655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AB479333-6841-7150-61CC-2826EA856503}"/>
                </a:ext>
              </a:extLst>
            </p:cNvPr>
            <p:cNvSpPr/>
            <p:nvPr/>
          </p:nvSpPr>
          <p:spPr>
            <a:xfrm>
              <a:off x="5947159" y="4352912"/>
              <a:ext cx="18424" cy="19871"/>
            </a:xfrm>
            <a:custGeom>
              <a:avLst/>
              <a:gdLst>
                <a:gd name="csX0" fmla="*/ 18412 w 18424"/>
                <a:gd name="csY0" fmla="*/ 3353 h 19871"/>
                <a:gd name="csX1" fmla="*/ 12354 w 18424"/>
                <a:gd name="csY1" fmla="*/ 0 h 19871"/>
                <a:gd name="csX2" fmla="*/ 6829 w 18424"/>
                <a:gd name="csY2" fmla="*/ 8325 h 19871"/>
                <a:gd name="csX3" fmla="*/ 124 w 18424"/>
                <a:gd name="csY3" fmla="*/ 14707 h 19871"/>
                <a:gd name="csX4" fmla="*/ 3153 w 18424"/>
                <a:gd name="csY4" fmla="*/ 19355 h 19871"/>
                <a:gd name="csX5" fmla="*/ 11268 w 18424"/>
                <a:gd name="csY5" fmla="*/ 17628 h 19871"/>
                <a:gd name="csX6" fmla="*/ 18412 w 18424"/>
                <a:gd name="csY6" fmla="*/ 3353 h 1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24" h="19871">
                  <a:moveTo>
                    <a:pt x="18412" y="3353"/>
                  </a:moveTo>
                  <a:cubicBezTo>
                    <a:pt x="18735" y="-972"/>
                    <a:pt x="13001" y="216"/>
                    <a:pt x="12354" y="0"/>
                  </a:cubicBezTo>
                  <a:cubicBezTo>
                    <a:pt x="7483" y="0"/>
                    <a:pt x="6829" y="8325"/>
                    <a:pt x="6829" y="8325"/>
                  </a:cubicBezTo>
                  <a:cubicBezTo>
                    <a:pt x="5534" y="13303"/>
                    <a:pt x="447" y="9627"/>
                    <a:pt x="124" y="14707"/>
                  </a:cubicBezTo>
                  <a:cubicBezTo>
                    <a:pt x="-99" y="14167"/>
                    <a:pt x="-422" y="18707"/>
                    <a:pt x="3153" y="19355"/>
                  </a:cubicBezTo>
                  <a:cubicBezTo>
                    <a:pt x="2505" y="19355"/>
                    <a:pt x="8995" y="21305"/>
                    <a:pt x="11268" y="17628"/>
                  </a:cubicBezTo>
                  <a:cubicBezTo>
                    <a:pt x="10944" y="18275"/>
                    <a:pt x="17980" y="8541"/>
                    <a:pt x="18412" y="33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1BD85DC-B6F3-73F8-545E-E25AD1987055}"/>
                </a:ext>
              </a:extLst>
            </p:cNvPr>
            <p:cNvSpPr/>
            <p:nvPr/>
          </p:nvSpPr>
          <p:spPr>
            <a:xfrm>
              <a:off x="6896227" y="3431617"/>
              <a:ext cx="5439" cy="6300"/>
            </a:xfrm>
            <a:custGeom>
              <a:avLst/>
              <a:gdLst>
                <a:gd name="csX0" fmla="*/ 254 w 5439"/>
                <a:gd name="csY0" fmla="*/ 1910 h 6300"/>
                <a:gd name="csX1" fmla="*/ 5397 w 5439"/>
                <a:gd name="csY1" fmla="*/ 3853 h 6300"/>
                <a:gd name="csX2" fmla="*/ 254 w 5439"/>
                <a:gd name="csY2" fmla="*/ 1910 h 6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9" h="6300">
                  <a:moveTo>
                    <a:pt x="254" y="1910"/>
                  </a:moveTo>
                  <a:cubicBezTo>
                    <a:pt x="-1208" y="6450"/>
                    <a:pt x="4063" y="8076"/>
                    <a:pt x="5397" y="3853"/>
                  </a:cubicBezTo>
                  <a:cubicBezTo>
                    <a:pt x="5904" y="2126"/>
                    <a:pt x="1778" y="-2631"/>
                    <a:pt x="254" y="19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B340EBF-0542-0617-AA9F-853DC71290EC}"/>
                </a:ext>
              </a:extLst>
            </p:cNvPr>
            <p:cNvSpPr/>
            <p:nvPr/>
          </p:nvSpPr>
          <p:spPr>
            <a:xfrm>
              <a:off x="6905156" y="3437097"/>
              <a:ext cx="6395" cy="6281"/>
            </a:xfrm>
            <a:custGeom>
              <a:avLst/>
              <a:gdLst>
                <a:gd name="csX0" fmla="*/ 24 w 6395"/>
                <a:gd name="csY0" fmla="*/ 1834 h 6281"/>
                <a:gd name="csX1" fmla="*/ 6374 w 6395"/>
                <a:gd name="csY1" fmla="*/ 3676 h 6281"/>
                <a:gd name="csX2" fmla="*/ 24 w 6395"/>
                <a:gd name="csY2" fmla="*/ 1834 h 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95" h="6281">
                  <a:moveTo>
                    <a:pt x="24" y="1834"/>
                  </a:moveTo>
                  <a:cubicBezTo>
                    <a:pt x="-421" y="6158"/>
                    <a:pt x="5421" y="8324"/>
                    <a:pt x="6374" y="3676"/>
                  </a:cubicBezTo>
                  <a:cubicBezTo>
                    <a:pt x="6818" y="1726"/>
                    <a:pt x="341" y="-2382"/>
                    <a:pt x="24" y="1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59C00D6B-614D-7F2D-5E39-DF160E07BB44}"/>
                </a:ext>
              </a:extLst>
            </p:cNvPr>
            <p:cNvSpPr/>
            <p:nvPr/>
          </p:nvSpPr>
          <p:spPr>
            <a:xfrm>
              <a:off x="6555041" y="3271536"/>
              <a:ext cx="418910" cy="405513"/>
            </a:xfrm>
            <a:custGeom>
              <a:avLst/>
              <a:gdLst>
                <a:gd name="csX0" fmla="*/ 416052 w 418910"/>
                <a:gd name="csY0" fmla="*/ 303437 h 405513"/>
                <a:gd name="csX1" fmla="*/ 396239 w 418910"/>
                <a:gd name="csY1" fmla="*/ 286026 h 405513"/>
                <a:gd name="csX2" fmla="*/ 372110 w 418910"/>
                <a:gd name="csY2" fmla="*/ 235308 h 405513"/>
                <a:gd name="csX3" fmla="*/ 351409 w 418910"/>
                <a:gd name="csY3" fmla="*/ 197570 h 405513"/>
                <a:gd name="csX4" fmla="*/ 350583 w 418910"/>
                <a:gd name="csY4" fmla="*/ 188807 h 405513"/>
                <a:gd name="csX5" fmla="*/ 346901 w 418910"/>
                <a:gd name="csY5" fmla="*/ 180159 h 405513"/>
                <a:gd name="csX6" fmla="*/ 343979 w 418910"/>
                <a:gd name="csY6" fmla="*/ 175618 h 405513"/>
                <a:gd name="csX7" fmla="*/ 339407 w 418910"/>
                <a:gd name="csY7" fmla="*/ 171180 h 405513"/>
                <a:gd name="csX8" fmla="*/ 333375 w 418910"/>
                <a:gd name="csY8" fmla="*/ 159394 h 405513"/>
                <a:gd name="csX9" fmla="*/ 333375 w 418910"/>
                <a:gd name="csY9" fmla="*/ 151393 h 405513"/>
                <a:gd name="csX10" fmla="*/ 300989 w 418910"/>
                <a:gd name="csY10" fmla="*/ 110302 h 405513"/>
                <a:gd name="csX11" fmla="*/ 296863 w 418910"/>
                <a:gd name="csY11" fmla="*/ 93215 h 405513"/>
                <a:gd name="csX12" fmla="*/ 288989 w 418910"/>
                <a:gd name="csY12" fmla="*/ 81537 h 405513"/>
                <a:gd name="csX13" fmla="*/ 297497 w 418910"/>
                <a:gd name="csY13" fmla="*/ 68018 h 405513"/>
                <a:gd name="csX14" fmla="*/ 312039 w 418910"/>
                <a:gd name="csY14" fmla="*/ 97970 h 405513"/>
                <a:gd name="csX15" fmla="*/ 320675 w 418910"/>
                <a:gd name="csY15" fmla="*/ 106518 h 405513"/>
                <a:gd name="csX16" fmla="*/ 327533 w 418910"/>
                <a:gd name="csY16" fmla="*/ 126844 h 405513"/>
                <a:gd name="csX17" fmla="*/ 336042 w 418910"/>
                <a:gd name="csY17" fmla="*/ 133981 h 405513"/>
                <a:gd name="csX18" fmla="*/ 347535 w 418910"/>
                <a:gd name="csY18" fmla="*/ 149228 h 405513"/>
                <a:gd name="csX19" fmla="*/ 363029 w 418910"/>
                <a:gd name="csY19" fmla="*/ 154422 h 405513"/>
                <a:gd name="csX20" fmla="*/ 367982 w 418910"/>
                <a:gd name="csY20" fmla="*/ 143824 h 405513"/>
                <a:gd name="csX21" fmla="*/ 368553 w 418910"/>
                <a:gd name="csY21" fmla="*/ 132038 h 405513"/>
                <a:gd name="csX22" fmla="*/ 375665 w 418910"/>
                <a:gd name="csY22" fmla="*/ 116570 h 405513"/>
                <a:gd name="csX23" fmla="*/ 378840 w 418910"/>
                <a:gd name="csY23" fmla="*/ 98301 h 405513"/>
                <a:gd name="csX24" fmla="*/ 357377 w 418910"/>
                <a:gd name="csY24" fmla="*/ 14055 h 405513"/>
                <a:gd name="csX25" fmla="*/ 357377 w 418910"/>
                <a:gd name="csY25" fmla="*/ 13840 h 405513"/>
                <a:gd name="csX26" fmla="*/ 328613 w 418910"/>
                <a:gd name="csY26" fmla="*/ 22494 h 405513"/>
                <a:gd name="csX27" fmla="*/ 322643 w 418910"/>
                <a:gd name="csY27" fmla="*/ 22494 h 405513"/>
                <a:gd name="csX28" fmla="*/ 323596 w 418910"/>
                <a:gd name="csY28" fmla="*/ 19357 h 405513"/>
                <a:gd name="csX29" fmla="*/ 321119 w 418910"/>
                <a:gd name="csY29" fmla="*/ 17624 h 405513"/>
                <a:gd name="csX30" fmla="*/ 310070 w 418910"/>
                <a:gd name="csY30" fmla="*/ 22494 h 405513"/>
                <a:gd name="csX31" fmla="*/ 293751 w 418910"/>
                <a:gd name="csY31" fmla="*/ 17954 h 405513"/>
                <a:gd name="csX32" fmla="*/ 288734 w 418910"/>
                <a:gd name="csY32" fmla="*/ 14709 h 405513"/>
                <a:gd name="csX33" fmla="*/ 286702 w 418910"/>
                <a:gd name="csY33" fmla="*/ 18494 h 405513"/>
                <a:gd name="csX34" fmla="*/ 280289 w 418910"/>
                <a:gd name="csY34" fmla="*/ 19573 h 405513"/>
                <a:gd name="csX35" fmla="*/ 275463 w 418910"/>
                <a:gd name="csY35" fmla="*/ 15465 h 405513"/>
                <a:gd name="csX36" fmla="*/ 276987 w 418910"/>
                <a:gd name="csY36" fmla="*/ 10379 h 405513"/>
                <a:gd name="csX37" fmla="*/ 280415 w 418910"/>
                <a:gd name="csY37" fmla="*/ 8867 h 405513"/>
                <a:gd name="csX38" fmla="*/ 271463 w 418910"/>
                <a:gd name="csY38" fmla="*/ 4219 h 405513"/>
                <a:gd name="csX39" fmla="*/ 258001 w 418910"/>
                <a:gd name="csY39" fmla="*/ 5730 h 405513"/>
                <a:gd name="csX40" fmla="*/ 244284 w 418910"/>
                <a:gd name="csY40" fmla="*/ 759 h 405513"/>
                <a:gd name="csX41" fmla="*/ 244030 w 418910"/>
                <a:gd name="csY41" fmla="*/ 759 h 405513"/>
                <a:gd name="csX42" fmla="*/ 241681 w 418910"/>
                <a:gd name="csY42" fmla="*/ 7464 h 405513"/>
                <a:gd name="csX43" fmla="*/ 235839 w 418910"/>
                <a:gd name="csY43" fmla="*/ 11033 h 405513"/>
                <a:gd name="csX44" fmla="*/ 226504 w 418910"/>
                <a:gd name="csY44" fmla="*/ 10487 h 405513"/>
                <a:gd name="csX45" fmla="*/ 226504 w 418910"/>
                <a:gd name="csY45" fmla="*/ 8112 h 405513"/>
                <a:gd name="csX46" fmla="*/ 230441 w 418910"/>
                <a:gd name="csY46" fmla="*/ 6486 h 405513"/>
                <a:gd name="csX47" fmla="*/ 231077 w 418910"/>
                <a:gd name="csY47" fmla="*/ 1082 h 405513"/>
                <a:gd name="csX48" fmla="*/ 216598 w 418910"/>
                <a:gd name="csY48" fmla="*/ 8112 h 405513"/>
                <a:gd name="csX49" fmla="*/ 210058 w 418910"/>
                <a:gd name="csY49" fmla="*/ 13192 h 405513"/>
                <a:gd name="csX50" fmla="*/ 202184 w 418910"/>
                <a:gd name="csY50" fmla="*/ 15465 h 405513"/>
                <a:gd name="csX51" fmla="*/ 172529 w 418910"/>
                <a:gd name="csY51" fmla="*/ 33093 h 405513"/>
                <a:gd name="csX52" fmla="*/ 161607 w 418910"/>
                <a:gd name="csY52" fmla="*/ 31467 h 405513"/>
                <a:gd name="csX53" fmla="*/ 143383 w 418910"/>
                <a:gd name="csY53" fmla="*/ 22926 h 405513"/>
                <a:gd name="csX54" fmla="*/ 123571 w 418910"/>
                <a:gd name="csY54" fmla="*/ 19466 h 405513"/>
                <a:gd name="csX55" fmla="*/ 123571 w 418910"/>
                <a:gd name="csY55" fmla="*/ 19142 h 405513"/>
                <a:gd name="csX56" fmla="*/ 119063 w 418910"/>
                <a:gd name="csY56" fmla="*/ 16329 h 405513"/>
                <a:gd name="csX57" fmla="*/ 109727 w 418910"/>
                <a:gd name="csY57" fmla="*/ 17300 h 405513"/>
                <a:gd name="csX58" fmla="*/ 104139 w 418910"/>
                <a:gd name="csY58" fmla="*/ 12652 h 405513"/>
                <a:gd name="csX59" fmla="*/ 66739 w 418910"/>
                <a:gd name="csY59" fmla="*/ 4867 h 405513"/>
                <a:gd name="csX60" fmla="*/ 45974 w 418910"/>
                <a:gd name="csY60" fmla="*/ 650 h 405513"/>
                <a:gd name="csX61" fmla="*/ 30480 w 418910"/>
                <a:gd name="csY61" fmla="*/ 5407 h 405513"/>
                <a:gd name="csX62" fmla="*/ 22796 w 418910"/>
                <a:gd name="csY62" fmla="*/ 4435 h 405513"/>
                <a:gd name="csX63" fmla="*/ 5270 w 418910"/>
                <a:gd name="csY63" fmla="*/ 25955 h 405513"/>
                <a:gd name="csX64" fmla="*/ 14160 w 418910"/>
                <a:gd name="csY64" fmla="*/ 48123 h 405513"/>
                <a:gd name="csX65" fmla="*/ 0 w 418910"/>
                <a:gd name="csY65" fmla="*/ 68018 h 405513"/>
                <a:gd name="csX66" fmla="*/ 14160 w 418910"/>
                <a:gd name="csY66" fmla="*/ 103381 h 405513"/>
                <a:gd name="csX67" fmla="*/ 14160 w 418910"/>
                <a:gd name="csY67" fmla="*/ 394484 h 405513"/>
                <a:gd name="csX68" fmla="*/ 239268 w 418910"/>
                <a:gd name="csY68" fmla="*/ 394484 h 405513"/>
                <a:gd name="csX69" fmla="*/ 245046 w 418910"/>
                <a:gd name="csY69" fmla="*/ 385835 h 405513"/>
                <a:gd name="csX70" fmla="*/ 260540 w 418910"/>
                <a:gd name="csY70" fmla="*/ 385835 h 405513"/>
                <a:gd name="csX71" fmla="*/ 257937 w 418910"/>
                <a:gd name="csY71" fmla="*/ 394160 h 405513"/>
                <a:gd name="csX72" fmla="*/ 320357 w 418910"/>
                <a:gd name="csY72" fmla="*/ 394160 h 405513"/>
                <a:gd name="csX73" fmla="*/ 336169 w 418910"/>
                <a:gd name="csY73" fmla="*/ 405514 h 405513"/>
                <a:gd name="csX74" fmla="*/ 351980 w 418910"/>
                <a:gd name="csY74" fmla="*/ 403355 h 405513"/>
                <a:gd name="csX75" fmla="*/ 357695 w 418910"/>
                <a:gd name="csY75" fmla="*/ 386375 h 405513"/>
                <a:gd name="csX76" fmla="*/ 377507 w 418910"/>
                <a:gd name="csY76" fmla="*/ 383346 h 405513"/>
                <a:gd name="csX77" fmla="*/ 387159 w 418910"/>
                <a:gd name="csY77" fmla="*/ 361502 h 405513"/>
                <a:gd name="csX78" fmla="*/ 397637 w 418910"/>
                <a:gd name="csY78" fmla="*/ 364099 h 405513"/>
                <a:gd name="csX79" fmla="*/ 416496 w 418910"/>
                <a:gd name="csY79" fmla="*/ 344528 h 405513"/>
                <a:gd name="csX80" fmla="*/ 416560 w 418910"/>
                <a:gd name="csY80" fmla="*/ 344528 h 405513"/>
                <a:gd name="csX81" fmla="*/ 408051 w 418910"/>
                <a:gd name="csY81" fmla="*/ 322577 h 405513"/>
                <a:gd name="csX82" fmla="*/ 410401 w 418910"/>
                <a:gd name="csY82" fmla="*/ 307546 h 405513"/>
                <a:gd name="csX83" fmla="*/ 416242 w 418910"/>
                <a:gd name="csY83" fmla="*/ 309813 h 405513"/>
                <a:gd name="csX84" fmla="*/ 415734 w 418910"/>
                <a:gd name="csY84" fmla="*/ 303323 h 405513"/>
                <a:gd name="csX85" fmla="*/ 416052 w 418910"/>
                <a:gd name="csY85" fmla="*/ 303437 h 40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418910" h="405513">
                  <a:moveTo>
                    <a:pt x="416052" y="303437"/>
                  </a:moveTo>
                  <a:cubicBezTo>
                    <a:pt x="400558" y="291322"/>
                    <a:pt x="398208" y="290026"/>
                    <a:pt x="396239" y="286026"/>
                  </a:cubicBezTo>
                  <a:cubicBezTo>
                    <a:pt x="375983" y="242554"/>
                    <a:pt x="374459" y="239201"/>
                    <a:pt x="372110" y="235308"/>
                  </a:cubicBezTo>
                  <a:cubicBezTo>
                    <a:pt x="351345" y="201787"/>
                    <a:pt x="350647" y="201895"/>
                    <a:pt x="351409" y="197570"/>
                  </a:cubicBezTo>
                  <a:cubicBezTo>
                    <a:pt x="351409" y="196701"/>
                    <a:pt x="353187" y="192376"/>
                    <a:pt x="350583" y="188807"/>
                  </a:cubicBezTo>
                  <a:cubicBezTo>
                    <a:pt x="350012" y="187836"/>
                    <a:pt x="346265" y="183943"/>
                    <a:pt x="346901" y="180159"/>
                  </a:cubicBezTo>
                  <a:cubicBezTo>
                    <a:pt x="347408" y="177130"/>
                    <a:pt x="343281" y="175072"/>
                    <a:pt x="343979" y="175618"/>
                  </a:cubicBezTo>
                  <a:cubicBezTo>
                    <a:pt x="342328" y="174748"/>
                    <a:pt x="340296" y="172805"/>
                    <a:pt x="339407" y="171180"/>
                  </a:cubicBezTo>
                  <a:lnTo>
                    <a:pt x="333375" y="159394"/>
                  </a:lnTo>
                  <a:cubicBezTo>
                    <a:pt x="330962" y="154854"/>
                    <a:pt x="336614" y="155286"/>
                    <a:pt x="333375" y="151393"/>
                  </a:cubicBezTo>
                  <a:cubicBezTo>
                    <a:pt x="300989" y="113439"/>
                    <a:pt x="301434" y="114627"/>
                    <a:pt x="300989" y="110302"/>
                  </a:cubicBezTo>
                  <a:cubicBezTo>
                    <a:pt x="299910" y="100892"/>
                    <a:pt x="300101" y="96243"/>
                    <a:pt x="296863" y="93215"/>
                  </a:cubicBezTo>
                  <a:cubicBezTo>
                    <a:pt x="293624" y="89430"/>
                    <a:pt x="287020" y="86401"/>
                    <a:pt x="288989" y="81537"/>
                  </a:cubicBezTo>
                  <a:cubicBezTo>
                    <a:pt x="293497" y="70507"/>
                    <a:pt x="293941" y="67154"/>
                    <a:pt x="297497" y="68018"/>
                  </a:cubicBezTo>
                  <a:cubicBezTo>
                    <a:pt x="303466" y="69643"/>
                    <a:pt x="305626" y="91811"/>
                    <a:pt x="312039" y="97970"/>
                  </a:cubicBezTo>
                  <a:lnTo>
                    <a:pt x="320675" y="106518"/>
                  </a:lnTo>
                  <a:cubicBezTo>
                    <a:pt x="326072" y="111813"/>
                    <a:pt x="321881" y="122196"/>
                    <a:pt x="327533" y="126844"/>
                  </a:cubicBezTo>
                  <a:lnTo>
                    <a:pt x="336042" y="133981"/>
                  </a:lnTo>
                  <a:cubicBezTo>
                    <a:pt x="341693" y="138630"/>
                    <a:pt x="341884" y="145989"/>
                    <a:pt x="347535" y="149228"/>
                  </a:cubicBezTo>
                  <a:cubicBezTo>
                    <a:pt x="354330" y="152365"/>
                    <a:pt x="359790" y="158747"/>
                    <a:pt x="363029" y="154422"/>
                  </a:cubicBezTo>
                  <a:cubicBezTo>
                    <a:pt x="364427" y="152041"/>
                    <a:pt x="368617" y="148688"/>
                    <a:pt x="367982" y="143824"/>
                  </a:cubicBezTo>
                  <a:cubicBezTo>
                    <a:pt x="367474" y="139607"/>
                    <a:pt x="366458" y="135715"/>
                    <a:pt x="368553" y="132038"/>
                  </a:cubicBezTo>
                  <a:cubicBezTo>
                    <a:pt x="371983" y="125549"/>
                    <a:pt x="374777" y="121224"/>
                    <a:pt x="375665" y="116570"/>
                  </a:cubicBezTo>
                  <a:lnTo>
                    <a:pt x="378840" y="98301"/>
                  </a:lnTo>
                  <a:lnTo>
                    <a:pt x="357377" y="14055"/>
                  </a:lnTo>
                  <a:lnTo>
                    <a:pt x="357377" y="13840"/>
                  </a:lnTo>
                  <a:cubicBezTo>
                    <a:pt x="349186" y="18926"/>
                    <a:pt x="339089" y="22710"/>
                    <a:pt x="328613" y="22494"/>
                  </a:cubicBezTo>
                  <a:lnTo>
                    <a:pt x="322643" y="22494"/>
                  </a:lnTo>
                  <a:cubicBezTo>
                    <a:pt x="318389" y="22494"/>
                    <a:pt x="324167" y="18710"/>
                    <a:pt x="323596" y="19357"/>
                  </a:cubicBezTo>
                  <a:cubicBezTo>
                    <a:pt x="326961" y="16868"/>
                    <a:pt x="320611" y="17516"/>
                    <a:pt x="321119" y="17624"/>
                  </a:cubicBezTo>
                  <a:cubicBezTo>
                    <a:pt x="316166" y="17846"/>
                    <a:pt x="309435" y="22818"/>
                    <a:pt x="310070" y="22494"/>
                  </a:cubicBezTo>
                  <a:cubicBezTo>
                    <a:pt x="301625" y="27574"/>
                    <a:pt x="292353" y="16868"/>
                    <a:pt x="293751" y="17954"/>
                  </a:cubicBezTo>
                  <a:cubicBezTo>
                    <a:pt x="292417" y="16653"/>
                    <a:pt x="290195" y="15141"/>
                    <a:pt x="288734" y="14709"/>
                  </a:cubicBezTo>
                  <a:cubicBezTo>
                    <a:pt x="285750" y="13731"/>
                    <a:pt x="286576" y="19034"/>
                    <a:pt x="286702" y="18494"/>
                  </a:cubicBezTo>
                  <a:cubicBezTo>
                    <a:pt x="287274" y="22818"/>
                    <a:pt x="282130" y="23034"/>
                    <a:pt x="280289" y="19573"/>
                  </a:cubicBezTo>
                  <a:cubicBezTo>
                    <a:pt x="278892" y="16868"/>
                    <a:pt x="274827" y="15141"/>
                    <a:pt x="275463" y="15465"/>
                  </a:cubicBezTo>
                  <a:cubicBezTo>
                    <a:pt x="271335" y="13731"/>
                    <a:pt x="272542" y="9839"/>
                    <a:pt x="276987" y="10379"/>
                  </a:cubicBezTo>
                  <a:cubicBezTo>
                    <a:pt x="277495" y="10379"/>
                    <a:pt x="283464" y="11789"/>
                    <a:pt x="280415" y="8867"/>
                  </a:cubicBezTo>
                  <a:cubicBezTo>
                    <a:pt x="279019" y="7896"/>
                    <a:pt x="275971" y="2917"/>
                    <a:pt x="271463" y="4219"/>
                  </a:cubicBezTo>
                  <a:cubicBezTo>
                    <a:pt x="266446" y="5623"/>
                    <a:pt x="262001" y="7680"/>
                    <a:pt x="258001" y="5730"/>
                  </a:cubicBezTo>
                  <a:cubicBezTo>
                    <a:pt x="252413" y="2917"/>
                    <a:pt x="248729" y="543"/>
                    <a:pt x="244284" y="759"/>
                  </a:cubicBezTo>
                  <a:lnTo>
                    <a:pt x="244030" y="759"/>
                  </a:lnTo>
                  <a:cubicBezTo>
                    <a:pt x="238951" y="974"/>
                    <a:pt x="245999" y="4867"/>
                    <a:pt x="241681" y="7464"/>
                  </a:cubicBezTo>
                  <a:lnTo>
                    <a:pt x="235839" y="11033"/>
                  </a:lnTo>
                  <a:cubicBezTo>
                    <a:pt x="232028" y="13300"/>
                    <a:pt x="225996" y="10379"/>
                    <a:pt x="226504" y="10487"/>
                  </a:cubicBezTo>
                  <a:cubicBezTo>
                    <a:pt x="224789" y="9839"/>
                    <a:pt x="224789" y="8759"/>
                    <a:pt x="226504" y="8112"/>
                  </a:cubicBezTo>
                  <a:lnTo>
                    <a:pt x="230441" y="6486"/>
                  </a:lnTo>
                  <a:cubicBezTo>
                    <a:pt x="234505" y="4759"/>
                    <a:pt x="235267" y="-321"/>
                    <a:pt x="231077" y="1082"/>
                  </a:cubicBezTo>
                  <a:cubicBezTo>
                    <a:pt x="222821" y="3787"/>
                    <a:pt x="218948" y="4435"/>
                    <a:pt x="216598" y="8112"/>
                  </a:cubicBezTo>
                  <a:cubicBezTo>
                    <a:pt x="216027" y="8759"/>
                    <a:pt x="214376" y="12868"/>
                    <a:pt x="210058" y="13192"/>
                  </a:cubicBezTo>
                  <a:cubicBezTo>
                    <a:pt x="209550" y="13192"/>
                    <a:pt x="205739" y="13192"/>
                    <a:pt x="202184" y="15465"/>
                  </a:cubicBezTo>
                  <a:cubicBezTo>
                    <a:pt x="178562" y="31251"/>
                    <a:pt x="177164" y="33093"/>
                    <a:pt x="172529" y="33093"/>
                  </a:cubicBezTo>
                  <a:cubicBezTo>
                    <a:pt x="168719" y="33093"/>
                    <a:pt x="165036" y="33417"/>
                    <a:pt x="161607" y="31467"/>
                  </a:cubicBezTo>
                  <a:cubicBezTo>
                    <a:pt x="152908" y="26495"/>
                    <a:pt x="148272" y="23034"/>
                    <a:pt x="143383" y="22926"/>
                  </a:cubicBezTo>
                  <a:cubicBezTo>
                    <a:pt x="127826" y="22603"/>
                    <a:pt x="125095" y="23466"/>
                    <a:pt x="123571" y="19466"/>
                  </a:cubicBezTo>
                  <a:lnTo>
                    <a:pt x="123571" y="19142"/>
                  </a:lnTo>
                  <a:cubicBezTo>
                    <a:pt x="122809" y="17408"/>
                    <a:pt x="120903" y="16113"/>
                    <a:pt x="119063" y="16329"/>
                  </a:cubicBezTo>
                  <a:lnTo>
                    <a:pt x="109727" y="17300"/>
                  </a:lnTo>
                  <a:cubicBezTo>
                    <a:pt x="105601" y="17732"/>
                    <a:pt x="103568" y="12004"/>
                    <a:pt x="104139" y="12652"/>
                  </a:cubicBezTo>
                  <a:cubicBezTo>
                    <a:pt x="100964" y="5730"/>
                    <a:pt x="81470" y="9515"/>
                    <a:pt x="66739" y="4867"/>
                  </a:cubicBezTo>
                  <a:cubicBezTo>
                    <a:pt x="53467" y="759"/>
                    <a:pt x="50228" y="-1083"/>
                    <a:pt x="45974" y="650"/>
                  </a:cubicBezTo>
                  <a:cubicBezTo>
                    <a:pt x="39497" y="3248"/>
                    <a:pt x="35052" y="5515"/>
                    <a:pt x="30480" y="5407"/>
                  </a:cubicBezTo>
                  <a:cubicBezTo>
                    <a:pt x="29083" y="5191"/>
                    <a:pt x="25336" y="5946"/>
                    <a:pt x="22796" y="4435"/>
                  </a:cubicBezTo>
                  <a:lnTo>
                    <a:pt x="5270" y="25955"/>
                  </a:lnTo>
                  <a:lnTo>
                    <a:pt x="14160" y="48123"/>
                  </a:lnTo>
                  <a:lnTo>
                    <a:pt x="0" y="68018"/>
                  </a:lnTo>
                  <a:lnTo>
                    <a:pt x="14160" y="103381"/>
                  </a:lnTo>
                  <a:lnTo>
                    <a:pt x="14160" y="394484"/>
                  </a:lnTo>
                  <a:lnTo>
                    <a:pt x="239268" y="394484"/>
                  </a:lnTo>
                  <a:lnTo>
                    <a:pt x="245046" y="385835"/>
                  </a:lnTo>
                  <a:lnTo>
                    <a:pt x="260540" y="385835"/>
                  </a:lnTo>
                  <a:lnTo>
                    <a:pt x="257937" y="394160"/>
                  </a:lnTo>
                  <a:lnTo>
                    <a:pt x="320357" y="394160"/>
                  </a:lnTo>
                  <a:lnTo>
                    <a:pt x="336169" y="405514"/>
                  </a:lnTo>
                  <a:lnTo>
                    <a:pt x="351980" y="403355"/>
                  </a:lnTo>
                  <a:lnTo>
                    <a:pt x="357695" y="386375"/>
                  </a:lnTo>
                  <a:lnTo>
                    <a:pt x="377507" y="383346"/>
                  </a:lnTo>
                  <a:lnTo>
                    <a:pt x="387159" y="361502"/>
                  </a:lnTo>
                  <a:lnTo>
                    <a:pt x="397637" y="364099"/>
                  </a:lnTo>
                  <a:lnTo>
                    <a:pt x="416496" y="344528"/>
                  </a:lnTo>
                  <a:lnTo>
                    <a:pt x="416560" y="344528"/>
                  </a:lnTo>
                  <a:cubicBezTo>
                    <a:pt x="409892" y="329822"/>
                    <a:pt x="408115" y="326685"/>
                    <a:pt x="408051" y="322577"/>
                  </a:cubicBezTo>
                  <a:cubicBezTo>
                    <a:pt x="408368" y="315547"/>
                    <a:pt x="405193" y="305597"/>
                    <a:pt x="410401" y="307546"/>
                  </a:cubicBezTo>
                  <a:lnTo>
                    <a:pt x="416242" y="309813"/>
                  </a:lnTo>
                  <a:cubicBezTo>
                    <a:pt x="420497" y="311438"/>
                    <a:pt x="419164" y="306028"/>
                    <a:pt x="415734" y="303323"/>
                  </a:cubicBezTo>
                  <a:lnTo>
                    <a:pt x="416052" y="3034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D68647CC-C0EE-DDBF-CF18-EF1E48E4E310}"/>
                </a:ext>
              </a:extLst>
            </p:cNvPr>
            <p:cNvSpPr/>
            <p:nvPr/>
          </p:nvSpPr>
          <p:spPr>
            <a:xfrm>
              <a:off x="7197852" y="4021143"/>
              <a:ext cx="62759" cy="66942"/>
            </a:xfrm>
            <a:custGeom>
              <a:avLst/>
              <a:gdLst>
                <a:gd name="csX0" fmla="*/ 35496 w 62759"/>
                <a:gd name="csY0" fmla="*/ 14923 h 66942"/>
                <a:gd name="csX1" fmla="*/ 25400 w 62759"/>
                <a:gd name="csY1" fmla="*/ 7138 h 66942"/>
                <a:gd name="csX2" fmla="*/ 508 w 62759"/>
                <a:gd name="csY2" fmla="*/ 38716 h 66942"/>
                <a:gd name="csX3" fmla="*/ 0 w 62759"/>
                <a:gd name="csY3" fmla="*/ 65532 h 66942"/>
                <a:gd name="csX4" fmla="*/ 20129 w 62759"/>
                <a:gd name="csY4" fmla="*/ 65964 h 66942"/>
                <a:gd name="csX5" fmla="*/ 27813 w 62759"/>
                <a:gd name="csY5" fmla="*/ 60020 h 66942"/>
                <a:gd name="csX6" fmla="*/ 41339 w 62759"/>
                <a:gd name="csY6" fmla="*/ 66942 h 66942"/>
                <a:gd name="csX7" fmla="*/ 41466 w 62759"/>
                <a:gd name="csY7" fmla="*/ 66942 h 66942"/>
                <a:gd name="csX8" fmla="*/ 56832 w 62759"/>
                <a:gd name="csY8" fmla="*/ 43472 h 66942"/>
                <a:gd name="csX9" fmla="*/ 48451 w 62759"/>
                <a:gd name="csY9" fmla="*/ 41313 h 66942"/>
                <a:gd name="csX10" fmla="*/ 33845 w 62759"/>
                <a:gd name="csY10" fmla="*/ 41421 h 66942"/>
                <a:gd name="csX11" fmla="*/ 41973 w 62759"/>
                <a:gd name="csY11" fmla="*/ 33522 h 66942"/>
                <a:gd name="csX12" fmla="*/ 49911 w 62759"/>
                <a:gd name="csY12" fmla="*/ 30283 h 66942"/>
                <a:gd name="csX13" fmla="*/ 57150 w 62759"/>
                <a:gd name="csY13" fmla="*/ 25629 h 66942"/>
                <a:gd name="csX14" fmla="*/ 62357 w 62759"/>
                <a:gd name="csY14" fmla="*/ 22492 h 66942"/>
                <a:gd name="csX15" fmla="*/ 61341 w 62759"/>
                <a:gd name="csY15" fmla="*/ 12656 h 66942"/>
                <a:gd name="csX16" fmla="*/ 53784 w 62759"/>
                <a:gd name="csY16" fmla="*/ 0 h 66942"/>
                <a:gd name="csX17" fmla="*/ 35496 w 62759"/>
                <a:gd name="csY17" fmla="*/ 14707 h 66942"/>
                <a:gd name="csX18" fmla="*/ 35496 w 62759"/>
                <a:gd name="csY18" fmla="*/ 14923 h 6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2759" h="66942">
                  <a:moveTo>
                    <a:pt x="35496" y="14923"/>
                  </a:moveTo>
                  <a:lnTo>
                    <a:pt x="25400" y="7138"/>
                  </a:lnTo>
                  <a:lnTo>
                    <a:pt x="508" y="38716"/>
                  </a:lnTo>
                  <a:lnTo>
                    <a:pt x="0" y="65532"/>
                  </a:lnTo>
                  <a:lnTo>
                    <a:pt x="20129" y="65964"/>
                  </a:lnTo>
                  <a:lnTo>
                    <a:pt x="27813" y="60020"/>
                  </a:lnTo>
                  <a:lnTo>
                    <a:pt x="41339" y="66942"/>
                  </a:lnTo>
                  <a:lnTo>
                    <a:pt x="41466" y="66942"/>
                  </a:lnTo>
                  <a:lnTo>
                    <a:pt x="56832" y="43472"/>
                  </a:lnTo>
                  <a:cubicBezTo>
                    <a:pt x="53657" y="41745"/>
                    <a:pt x="51308" y="40875"/>
                    <a:pt x="48451" y="41313"/>
                  </a:cubicBezTo>
                  <a:cubicBezTo>
                    <a:pt x="36893" y="43364"/>
                    <a:pt x="31496" y="45206"/>
                    <a:pt x="33845" y="41421"/>
                  </a:cubicBezTo>
                  <a:cubicBezTo>
                    <a:pt x="35496" y="39472"/>
                    <a:pt x="37084" y="34068"/>
                    <a:pt x="41973" y="33522"/>
                  </a:cubicBezTo>
                  <a:cubicBezTo>
                    <a:pt x="42608" y="33306"/>
                    <a:pt x="47180" y="33630"/>
                    <a:pt x="49911" y="30283"/>
                  </a:cubicBezTo>
                  <a:cubicBezTo>
                    <a:pt x="50546" y="29737"/>
                    <a:pt x="52705" y="25521"/>
                    <a:pt x="57150" y="25629"/>
                  </a:cubicBezTo>
                  <a:cubicBezTo>
                    <a:pt x="57658" y="25413"/>
                    <a:pt x="61913" y="26492"/>
                    <a:pt x="62357" y="22492"/>
                  </a:cubicBezTo>
                  <a:cubicBezTo>
                    <a:pt x="62357" y="21196"/>
                    <a:pt x="63754" y="16548"/>
                    <a:pt x="61341" y="12656"/>
                  </a:cubicBezTo>
                  <a:cubicBezTo>
                    <a:pt x="57976" y="7246"/>
                    <a:pt x="55626" y="3137"/>
                    <a:pt x="53784" y="0"/>
                  </a:cubicBezTo>
                  <a:lnTo>
                    <a:pt x="35496" y="14707"/>
                  </a:lnTo>
                  <a:lnTo>
                    <a:pt x="35496" y="149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0E3A9745-6554-1AF1-3330-489C1CEDF221}"/>
                </a:ext>
              </a:extLst>
            </p:cNvPr>
            <p:cNvSpPr/>
            <p:nvPr/>
          </p:nvSpPr>
          <p:spPr>
            <a:xfrm>
              <a:off x="5309851" y="4097813"/>
              <a:ext cx="230682" cy="231959"/>
            </a:xfrm>
            <a:custGeom>
              <a:avLst/>
              <a:gdLst>
                <a:gd name="csX0" fmla="*/ 220509 w 230682"/>
                <a:gd name="csY0" fmla="*/ 193027 h 231959"/>
                <a:gd name="csX1" fmla="*/ 210876 w 230682"/>
                <a:gd name="csY1" fmla="*/ 187185 h 231959"/>
                <a:gd name="csX2" fmla="*/ 202653 w 230682"/>
                <a:gd name="csY2" fmla="*/ 150311 h 231959"/>
                <a:gd name="csX3" fmla="*/ 216826 w 230682"/>
                <a:gd name="csY3" fmla="*/ 106083 h 231959"/>
                <a:gd name="csX4" fmla="*/ 230682 w 230682"/>
                <a:gd name="csY4" fmla="*/ 92348 h 231959"/>
                <a:gd name="csX5" fmla="*/ 220185 w 230682"/>
                <a:gd name="csY5" fmla="*/ 63043 h 231959"/>
                <a:gd name="csX6" fmla="*/ 221589 w 230682"/>
                <a:gd name="csY6" fmla="*/ 45745 h 231959"/>
                <a:gd name="csX7" fmla="*/ 203301 w 230682"/>
                <a:gd name="csY7" fmla="*/ 49098 h 231959"/>
                <a:gd name="csX8" fmla="*/ 185876 w 230682"/>
                <a:gd name="csY8" fmla="*/ 26822 h 231959"/>
                <a:gd name="csX9" fmla="*/ 163683 w 230682"/>
                <a:gd name="csY9" fmla="*/ 33846 h 231959"/>
                <a:gd name="csX10" fmla="*/ 160330 w 230682"/>
                <a:gd name="csY10" fmla="*/ 41529 h 231959"/>
                <a:gd name="csX11" fmla="*/ 144633 w 230682"/>
                <a:gd name="csY11" fmla="*/ 37852 h 231959"/>
                <a:gd name="csX12" fmla="*/ 137928 w 230682"/>
                <a:gd name="csY12" fmla="*/ 15792 h 231959"/>
                <a:gd name="csX13" fmla="*/ 116280 w 230682"/>
                <a:gd name="csY13" fmla="*/ 8331 h 231959"/>
                <a:gd name="csX14" fmla="*/ 97986 w 230682"/>
                <a:gd name="csY14" fmla="*/ 19685 h 231959"/>
                <a:gd name="csX15" fmla="*/ 89109 w 230682"/>
                <a:gd name="csY15" fmla="*/ 14706 h 231959"/>
                <a:gd name="csX16" fmla="*/ 89109 w 230682"/>
                <a:gd name="csY16" fmla="*/ 0 h 231959"/>
                <a:gd name="csX17" fmla="*/ 75253 w 230682"/>
                <a:gd name="csY17" fmla="*/ 1518 h 231959"/>
                <a:gd name="csX18" fmla="*/ 56425 w 230682"/>
                <a:gd name="csY18" fmla="*/ 19685 h 231959"/>
                <a:gd name="csX19" fmla="*/ 37159 w 230682"/>
                <a:gd name="csY19" fmla="*/ 10814 h 231959"/>
                <a:gd name="csX20" fmla="*/ 18217 w 230682"/>
                <a:gd name="csY20" fmla="*/ 25413 h 231959"/>
                <a:gd name="csX21" fmla="*/ 34562 w 230682"/>
                <a:gd name="csY21" fmla="*/ 59366 h 231959"/>
                <a:gd name="csX22" fmla="*/ 34886 w 230682"/>
                <a:gd name="csY22" fmla="*/ 81864 h 231959"/>
                <a:gd name="csX23" fmla="*/ 18325 w 230682"/>
                <a:gd name="csY23" fmla="*/ 76238 h 231959"/>
                <a:gd name="csX24" fmla="*/ 13023 w 230682"/>
                <a:gd name="csY24" fmla="*/ 93326 h 231959"/>
                <a:gd name="csX25" fmla="*/ 24821 w 230682"/>
                <a:gd name="csY25" fmla="*/ 100247 h 231959"/>
                <a:gd name="csX26" fmla="*/ 18001 w 230682"/>
                <a:gd name="csY26" fmla="*/ 118738 h 231959"/>
                <a:gd name="csX27" fmla="*/ 5879 w 230682"/>
                <a:gd name="csY27" fmla="*/ 116357 h 231959"/>
                <a:gd name="csX28" fmla="*/ 12585 w 230682"/>
                <a:gd name="csY28" fmla="*/ 142526 h 231959"/>
                <a:gd name="csX29" fmla="*/ 31 w 230682"/>
                <a:gd name="csY29" fmla="*/ 157772 h 231959"/>
                <a:gd name="csX30" fmla="*/ 28498 w 230682"/>
                <a:gd name="csY30" fmla="*/ 166643 h 231959"/>
                <a:gd name="csX31" fmla="*/ 30771 w 230682"/>
                <a:gd name="csY31" fmla="*/ 177889 h 231959"/>
                <a:gd name="csX32" fmla="*/ 46684 w 230682"/>
                <a:gd name="csY32" fmla="*/ 184048 h 231959"/>
                <a:gd name="csX33" fmla="*/ 38779 w 230682"/>
                <a:gd name="csY33" fmla="*/ 231959 h 231959"/>
                <a:gd name="csX34" fmla="*/ 47332 w 230682"/>
                <a:gd name="csY34" fmla="*/ 230550 h 231959"/>
                <a:gd name="csX35" fmla="*/ 95605 w 230682"/>
                <a:gd name="csY35" fmla="*/ 209353 h 231959"/>
                <a:gd name="csX36" fmla="*/ 174294 w 230682"/>
                <a:gd name="csY36" fmla="*/ 199625 h 231959"/>
                <a:gd name="csX37" fmla="*/ 218884 w 230682"/>
                <a:gd name="csY37" fmla="*/ 208381 h 231959"/>
                <a:gd name="csX38" fmla="*/ 218884 w 230682"/>
                <a:gd name="csY38" fmla="*/ 208166 h 231959"/>
                <a:gd name="csX39" fmla="*/ 220725 w 230682"/>
                <a:gd name="csY39" fmla="*/ 193027 h 231959"/>
                <a:gd name="csX40" fmla="*/ 220509 w 230682"/>
                <a:gd name="csY40" fmla="*/ 193027 h 231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30682" h="231959">
                  <a:moveTo>
                    <a:pt x="220509" y="193027"/>
                  </a:moveTo>
                  <a:lnTo>
                    <a:pt x="210876" y="187185"/>
                  </a:lnTo>
                  <a:lnTo>
                    <a:pt x="202653" y="150311"/>
                  </a:lnTo>
                  <a:lnTo>
                    <a:pt x="216826" y="106083"/>
                  </a:lnTo>
                  <a:lnTo>
                    <a:pt x="230682" y="92348"/>
                  </a:lnTo>
                  <a:lnTo>
                    <a:pt x="220185" y="63043"/>
                  </a:lnTo>
                  <a:lnTo>
                    <a:pt x="221589" y="45745"/>
                  </a:lnTo>
                  <a:lnTo>
                    <a:pt x="203301" y="49098"/>
                  </a:lnTo>
                  <a:lnTo>
                    <a:pt x="185876" y="26822"/>
                  </a:lnTo>
                  <a:lnTo>
                    <a:pt x="163683" y="33846"/>
                  </a:lnTo>
                  <a:lnTo>
                    <a:pt x="160330" y="41529"/>
                  </a:lnTo>
                  <a:lnTo>
                    <a:pt x="144633" y="37852"/>
                  </a:lnTo>
                  <a:lnTo>
                    <a:pt x="137928" y="15792"/>
                  </a:lnTo>
                  <a:lnTo>
                    <a:pt x="116280" y="8331"/>
                  </a:lnTo>
                  <a:lnTo>
                    <a:pt x="97986" y="19685"/>
                  </a:lnTo>
                  <a:lnTo>
                    <a:pt x="89109" y="14706"/>
                  </a:lnTo>
                  <a:lnTo>
                    <a:pt x="89109" y="0"/>
                  </a:lnTo>
                  <a:lnTo>
                    <a:pt x="75253" y="1518"/>
                  </a:lnTo>
                  <a:lnTo>
                    <a:pt x="56425" y="19685"/>
                  </a:lnTo>
                  <a:lnTo>
                    <a:pt x="37159" y="10814"/>
                  </a:lnTo>
                  <a:lnTo>
                    <a:pt x="18217" y="25413"/>
                  </a:lnTo>
                  <a:lnTo>
                    <a:pt x="34562" y="59366"/>
                  </a:lnTo>
                  <a:lnTo>
                    <a:pt x="34886" y="81864"/>
                  </a:lnTo>
                  <a:lnTo>
                    <a:pt x="18325" y="76238"/>
                  </a:lnTo>
                  <a:lnTo>
                    <a:pt x="13023" y="93326"/>
                  </a:lnTo>
                  <a:lnTo>
                    <a:pt x="24821" y="100247"/>
                  </a:lnTo>
                  <a:lnTo>
                    <a:pt x="18001" y="118738"/>
                  </a:lnTo>
                  <a:lnTo>
                    <a:pt x="5879" y="116357"/>
                  </a:lnTo>
                  <a:lnTo>
                    <a:pt x="12585" y="142526"/>
                  </a:lnTo>
                  <a:cubicBezTo>
                    <a:pt x="12585" y="142526"/>
                    <a:pt x="-725" y="157772"/>
                    <a:pt x="31" y="157772"/>
                  </a:cubicBezTo>
                  <a:cubicBezTo>
                    <a:pt x="786" y="157772"/>
                    <a:pt x="28498" y="166643"/>
                    <a:pt x="28498" y="166643"/>
                  </a:cubicBezTo>
                  <a:lnTo>
                    <a:pt x="30771" y="177889"/>
                  </a:lnTo>
                  <a:cubicBezTo>
                    <a:pt x="30771" y="177889"/>
                    <a:pt x="45598" y="184271"/>
                    <a:pt x="46684" y="184048"/>
                  </a:cubicBezTo>
                  <a:cubicBezTo>
                    <a:pt x="47656" y="183833"/>
                    <a:pt x="38779" y="231959"/>
                    <a:pt x="38779" y="231959"/>
                  </a:cubicBezTo>
                  <a:cubicBezTo>
                    <a:pt x="42138" y="231959"/>
                    <a:pt x="45383" y="231413"/>
                    <a:pt x="47332" y="230550"/>
                  </a:cubicBezTo>
                  <a:cubicBezTo>
                    <a:pt x="92792" y="209569"/>
                    <a:pt x="91274" y="210007"/>
                    <a:pt x="95605" y="209353"/>
                  </a:cubicBezTo>
                  <a:cubicBezTo>
                    <a:pt x="170935" y="199085"/>
                    <a:pt x="169532" y="198761"/>
                    <a:pt x="174294" y="199625"/>
                  </a:cubicBezTo>
                  <a:cubicBezTo>
                    <a:pt x="197236" y="204165"/>
                    <a:pt x="210768" y="206762"/>
                    <a:pt x="218884" y="208381"/>
                  </a:cubicBezTo>
                  <a:cubicBezTo>
                    <a:pt x="218884" y="208274"/>
                    <a:pt x="218884" y="208166"/>
                    <a:pt x="218884" y="208166"/>
                  </a:cubicBezTo>
                  <a:lnTo>
                    <a:pt x="220725" y="193027"/>
                  </a:lnTo>
                  <a:lnTo>
                    <a:pt x="220509" y="1930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B2F3BDE6-535E-AF4A-1343-64DC378FBEF8}"/>
                </a:ext>
              </a:extLst>
            </p:cNvPr>
            <p:cNvSpPr/>
            <p:nvPr/>
          </p:nvSpPr>
          <p:spPr>
            <a:xfrm>
              <a:off x="6050864" y="4358640"/>
              <a:ext cx="280003" cy="305815"/>
            </a:xfrm>
            <a:custGeom>
              <a:avLst/>
              <a:gdLst>
                <a:gd name="csX0" fmla="*/ 254787 w 280003"/>
                <a:gd name="csY0" fmla="*/ 7353 h 305815"/>
                <a:gd name="csX1" fmla="*/ 235521 w 280003"/>
                <a:gd name="csY1" fmla="*/ 0 h 305815"/>
                <a:gd name="csX2" fmla="*/ 204997 w 280003"/>
                <a:gd name="csY2" fmla="*/ 7899 h 305815"/>
                <a:gd name="csX3" fmla="*/ 204019 w 280003"/>
                <a:gd name="csY3" fmla="*/ 31902 h 305815"/>
                <a:gd name="csX4" fmla="*/ 195580 w 280003"/>
                <a:gd name="csY4" fmla="*/ 43040 h 305815"/>
                <a:gd name="csX5" fmla="*/ 184213 w 280003"/>
                <a:gd name="csY5" fmla="*/ 43256 h 305815"/>
                <a:gd name="csX6" fmla="*/ 184213 w 280003"/>
                <a:gd name="csY6" fmla="*/ 48666 h 305815"/>
                <a:gd name="csX7" fmla="*/ 188652 w 280003"/>
                <a:gd name="csY7" fmla="*/ 56775 h 305815"/>
                <a:gd name="csX8" fmla="*/ 179775 w 280003"/>
                <a:gd name="csY8" fmla="*/ 61423 h 305815"/>
                <a:gd name="csX9" fmla="*/ 162674 w 280003"/>
                <a:gd name="csY9" fmla="*/ 47365 h 305815"/>
                <a:gd name="csX10" fmla="*/ 142653 w 280003"/>
                <a:gd name="csY10" fmla="*/ 48882 h 305815"/>
                <a:gd name="csX11" fmla="*/ 130315 w 280003"/>
                <a:gd name="csY11" fmla="*/ 40773 h 305815"/>
                <a:gd name="csX12" fmla="*/ 81064 w 280003"/>
                <a:gd name="csY12" fmla="*/ 40773 h 305815"/>
                <a:gd name="csX13" fmla="*/ 73380 w 280003"/>
                <a:gd name="csY13" fmla="*/ 76130 h 305815"/>
                <a:gd name="csX14" fmla="*/ 99898 w 280003"/>
                <a:gd name="csY14" fmla="*/ 68237 h 305815"/>
                <a:gd name="csX15" fmla="*/ 116459 w 280003"/>
                <a:gd name="csY15" fmla="*/ 71158 h 305815"/>
                <a:gd name="csX16" fmla="*/ 125120 w 280003"/>
                <a:gd name="csY16" fmla="*/ 89325 h 305815"/>
                <a:gd name="csX17" fmla="*/ 108775 w 280003"/>
                <a:gd name="csY17" fmla="*/ 102622 h 305815"/>
                <a:gd name="csX18" fmla="*/ 100114 w 280003"/>
                <a:gd name="csY18" fmla="*/ 128359 h 305815"/>
                <a:gd name="csX19" fmla="*/ 126092 w 280003"/>
                <a:gd name="csY19" fmla="*/ 144799 h 305815"/>
                <a:gd name="csX20" fmla="*/ 121114 w 280003"/>
                <a:gd name="csY20" fmla="*/ 159721 h 305815"/>
                <a:gd name="csX21" fmla="*/ 123495 w 280003"/>
                <a:gd name="csY21" fmla="*/ 190970 h 305815"/>
                <a:gd name="csX22" fmla="*/ 116459 w 280003"/>
                <a:gd name="csY22" fmla="*/ 195732 h 305815"/>
                <a:gd name="csX23" fmla="*/ 110941 w 280003"/>
                <a:gd name="csY23" fmla="*/ 214871 h 305815"/>
                <a:gd name="csX24" fmla="*/ 96977 w 280003"/>
                <a:gd name="csY24" fmla="*/ 214223 h 305815"/>
                <a:gd name="csX25" fmla="*/ 89617 w 280003"/>
                <a:gd name="csY25" fmla="*/ 202978 h 305815"/>
                <a:gd name="csX26" fmla="*/ 78575 w 280003"/>
                <a:gd name="csY26" fmla="*/ 211518 h 305815"/>
                <a:gd name="csX27" fmla="*/ 66129 w 280003"/>
                <a:gd name="csY27" fmla="*/ 209791 h 305815"/>
                <a:gd name="csX28" fmla="*/ 56496 w 280003"/>
                <a:gd name="csY28" fmla="*/ 189890 h 305815"/>
                <a:gd name="csX29" fmla="*/ 38855 w 280003"/>
                <a:gd name="csY29" fmla="*/ 192811 h 305815"/>
                <a:gd name="csX30" fmla="*/ 41129 w 280003"/>
                <a:gd name="csY30" fmla="*/ 207842 h 305815"/>
                <a:gd name="csX31" fmla="*/ 16662 w 280003"/>
                <a:gd name="csY31" fmla="*/ 209683 h 305815"/>
                <a:gd name="csX32" fmla="*/ 15043 w 280003"/>
                <a:gd name="csY32" fmla="*/ 225901 h 305815"/>
                <a:gd name="csX33" fmla="*/ 36258 w 280003"/>
                <a:gd name="csY33" fmla="*/ 245910 h 305815"/>
                <a:gd name="csX34" fmla="*/ 33331 w 280003"/>
                <a:gd name="csY34" fmla="*/ 260509 h 305815"/>
                <a:gd name="csX35" fmla="*/ 19914 w 280003"/>
                <a:gd name="csY35" fmla="*/ 259855 h 305815"/>
                <a:gd name="csX36" fmla="*/ 13093 w 280003"/>
                <a:gd name="csY36" fmla="*/ 251745 h 305815"/>
                <a:gd name="csX37" fmla="*/ 2273 w 280003"/>
                <a:gd name="csY37" fmla="*/ 258559 h 305815"/>
                <a:gd name="csX38" fmla="*/ 0 w 280003"/>
                <a:gd name="csY38" fmla="*/ 265373 h 305815"/>
                <a:gd name="csX39" fmla="*/ 23158 w 280003"/>
                <a:gd name="csY39" fmla="*/ 291541 h 305815"/>
                <a:gd name="csX40" fmla="*/ 25648 w 280003"/>
                <a:gd name="csY40" fmla="*/ 299110 h 305815"/>
                <a:gd name="csX41" fmla="*/ 30302 w 280003"/>
                <a:gd name="csY41" fmla="*/ 305816 h 305815"/>
                <a:gd name="csX42" fmla="*/ 30518 w 280003"/>
                <a:gd name="csY42" fmla="*/ 305600 h 305815"/>
                <a:gd name="csX43" fmla="*/ 61690 w 280003"/>
                <a:gd name="csY43" fmla="*/ 282461 h 305815"/>
                <a:gd name="csX44" fmla="*/ 83014 w 280003"/>
                <a:gd name="csY44" fmla="*/ 303543 h 305815"/>
                <a:gd name="csX45" fmla="*/ 95783 w 280003"/>
                <a:gd name="csY45" fmla="*/ 296621 h 305815"/>
                <a:gd name="csX46" fmla="*/ 95783 w 280003"/>
                <a:gd name="csY46" fmla="*/ 285807 h 305815"/>
                <a:gd name="csX47" fmla="*/ 122193 w 280003"/>
                <a:gd name="csY47" fmla="*/ 279864 h 305815"/>
                <a:gd name="csX48" fmla="*/ 122631 w 280003"/>
                <a:gd name="csY48" fmla="*/ 301492 h 305815"/>
                <a:gd name="csX49" fmla="*/ 136480 w 280003"/>
                <a:gd name="csY49" fmla="*/ 303974 h 305815"/>
                <a:gd name="csX50" fmla="*/ 163220 w 280003"/>
                <a:gd name="csY50" fmla="*/ 271970 h 305815"/>
                <a:gd name="csX51" fmla="*/ 178048 w 280003"/>
                <a:gd name="csY51" fmla="*/ 270992 h 305815"/>
                <a:gd name="csX52" fmla="*/ 189954 w 280003"/>
                <a:gd name="csY52" fmla="*/ 247421 h 305815"/>
                <a:gd name="csX53" fmla="*/ 187573 w 280003"/>
                <a:gd name="csY53" fmla="*/ 205029 h 305815"/>
                <a:gd name="csX54" fmla="*/ 202184 w 280003"/>
                <a:gd name="csY54" fmla="*/ 191084 h 305815"/>
                <a:gd name="csX55" fmla="*/ 214630 w 280003"/>
                <a:gd name="csY55" fmla="*/ 165348 h 305815"/>
                <a:gd name="csX56" fmla="*/ 234328 w 280003"/>
                <a:gd name="csY56" fmla="*/ 157448 h 305815"/>
                <a:gd name="csX57" fmla="*/ 246342 w 280003"/>
                <a:gd name="csY57" fmla="*/ 140259 h 305815"/>
                <a:gd name="csX58" fmla="*/ 244824 w 280003"/>
                <a:gd name="csY58" fmla="*/ 125552 h 305815"/>
                <a:gd name="csX59" fmla="*/ 254241 w 280003"/>
                <a:gd name="csY59" fmla="*/ 109868 h 305815"/>
                <a:gd name="csX60" fmla="*/ 249809 w 280003"/>
                <a:gd name="csY60" fmla="*/ 82836 h 305815"/>
                <a:gd name="csX61" fmla="*/ 258680 w 280003"/>
                <a:gd name="csY61" fmla="*/ 63157 h 305815"/>
                <a:gd name="csX62" fmla="*/ 259658 w 280003"/>
                <a:gd name="csY62" fmla="*/ 41205 h 305815"/>
                <a:gd name="csX63" fmla="*/ 280003 w 280003"/>
                <a:gd name="csY63" fmla="*/ 19685 h 305815"/>
                <a:gd name="csX64" fmla="*/ 278593 w 280003"/>
                <a:gd name="csY64" fmla="*/ 2381 h 305815"/>
                <a:gd name="csX65" fmla="*/ 255003 w 280003"/>
                <a:gd name="csY65" fmla="*/ 7029 h 305815"/>
                <a:gd name="csX66" fmla="*/ 254787 w 280003"/>
                <a:gd name="csY66" fmla="*/ 7353 h 30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80003" h="305815">
                  <a:moveTo>
                    <a:pt x="254787" y="7353"/>
                  </a:moveTo>
                  <a:lnTo>
                    <a:pt x="235521" y="0"/>
                  </a:lnTo>
                  <a:lnTo>
                    <a:pt x="204997" y="7899"/>
                  </a:lnTo>
                  <a:lnTo>
                    <a:pt x="204019" y="31902"/>
                  </a:lnTo>
                  <a:lnTo>
                    <a:pt x="195580" y="43040"/>
                  </a:lnTo>
                  <a:lnTo>
                    <a:pt x="184213" y="43256"/>
                  </a:lnTo>
                  <a:lnTo>
                    <a:pt x="184213" y="48666"/>
                  </a:lnTo>
                  <a:lnTo>
                    <a:pt x="188652" y="56775"/>
                  </a:lnTo>
                  <a:lnTo>
                    <a:pt x="179775" y="61423"/>
                  </a:lnTo>
                  <a:lnTo>
                    <a:pt x="162674" y="47365"/>
                  </a:lnTo>
                  <a:lnTo>
                    <a:pt x="142653" y="48882"/>
                  </a:lnTo>
                  <a:lnTo>
                    <a:pt x="130315" y="40773"/>
                  </a:lnTo>
                  <a:lnTo>
                    <a:pt x="81064" y="40773"/>
                  </a:lnTo>
                  <a:lnTo>
                    <a:pt x="73380" y="76130"/>
                  </a:lnTo>
                  <a:lnTo>
                    <a:pt x="99898" y="68237"/>
                  </a:lnTo>
                  <a:lnTo>
                    <a:pt x="116459" y="71158"/>
                  </a:lnTo>
                  <a:lnTo>
                    <a:pt x="125120" y="89325"/>
                  </a:lnTo>
                  <a:lnTo>
                    <a:pt x="108775" y="102622"/>
                  </a:lnTo>
                  <a:lnTo>
                    <a:pt x="100114" y="128359"/>
                  </a:lnTo>
                  <a:lnTo>
                    <a:pt x="126092" y="144799"/>
                  </a:lnTo>
                  <a:lnTo>
                    <a:pt x="121114" y="159721"/>
                  </a:lnTo>
                  <a:lnTo>
                    <a:pt x="123495" y="190970"/>
                  </a:lnTo>
                  <a:lnTo>
                    <a:pt x="116459" y="195732"/>
                  </a:lnTo>
                  <a:lnTo>
                    <a:pt x="110941" y="214871"/>
                  </a:lnTo>
                  <a:lnTo>
                    <a:pt x="96977" y="214223"/>
                  </a:lnTo>
                  <a:lnTo>
                    <a:pt x="89617" y="202978"/>
                  </a:lnTo>
                  <a:lnTo>
                    <a:pt x="78575" y="211518"/>
                  </a:lnTo>
                  <a:lnTo>
                    <a:pt x="66129" y="209791"/>
                  </a:lnTo>
                  <a:lnTo>
                    <a:pt x="56496" y="189890"/>
                  </a:lnTo>
                  <a:lnTo>
                    <a:pt x="38855" y="192811"/>
                  </a:lnTo>
                  <a:lnTo>
                    <a:pt x="41129" y="207842"/>
                  </a:lnTo>
                  <a:lnTo>
                    <a:pt x="16662" y="209683"/>
                  </a:lnTo>
                  <a:lnTo>
                    <a:pt x="15043" y="225901"/>
                  </a:lnTo>
                  <a:lnTo>
                    <a:pt x="36258" y="245910"/>
                  </a:lnTo>
                  <a:lnTo>
                    <a:pt x="33331" y="260509"/>
                  </a:lnTo>
                  <a:lnTo>
                    <a:pt x="19914" y="259855"/>
                  </a:lnTo>
                  <a:lnTo>
                    <a:pt x="13093" y="251745"/>
                  </a:lnTo>
                  <a:lnTo>
                    <a:pt x="2273" y="258559"/>
                  </a:lnTo>
                  <a:lnTo>
                    <a:pt x="0" y="265373"/>
                  </a:lnTo>
                  <a:cubicBezTo>
                    <a:pt x="22942" y="288404"/>
                    <a:pt x="22618" y="287864"/>
                    <a:pt x="23158" y="291541"/>
                  </a:cubicBezTo>
                  <a:cubicBezTo>
                    <a:pt x="23266" y="292189"/>
                    <a:pt x="23374" y="295649"/>
                    <a:pt x="25648" y="299110"/>
                  </a:cubicBezTo>
                  <a:cubicBezTo>
                    <a:pt x="27381" y="301599"/>
                    <a:pt x="28899" y="303866"/>
                    <a:pt x="30302" y="305816"/>
                  </a:cubicBezTo>
                  <a:lnTo>
                    <a:pt x="30518" y="305600"/>
                  </a:lnTo>
                  <a:lnTo>
                    <a:pt x="61690" y="282461"/>
                  </a:lnTo>
                  <a:lnTo>
                    <a:pt x="83014" y="303543"/>
                  </a:lnTo>
                  <a:lnTo>
                    <a:pt x="95783" y="296621"/>
                  </a:lnTo>
                  <a:lnTo>
                    <a:pt x="95783" y="285807"/>
                  </a:lnTo>
                  <a:lnTo>
                    <a:pt x="122193" y="279864"/>
                  </a:lnTo>
                  <a:lnTo>
                    <a:pt x="122631" y="301492"/>
                  </a:lnTo>
                  <a:lnTo>
                    <a:pt x="136480" y="303974"/>
                  </a:lnTo>
                  <a:lnTo>
                    <a:pt x="163220" y="271970"/>
                  </a:lnTo>
                  <a:lnTo>
                    <a:pt x="178048" y="270992"/>
                  </a:lnTo>
                  <a:lnTo>
                    <a:pt x="189954" y="247421"/>
                  </a:lnTo>
                  <a:lnTo>
                    <a:pt x="187573" y="205029"/>
                  </a:lnTo>
                  <a:lnTo>
                    <a:pt x="202184" y="191084"/>
                  </a:lnTo>
                  <a:lnTo>
                    <a:pt x="214630" y="165348"/>
                  </a:lnTo>
                  <a:lnTo>
                    <a:pt x="234328" y="157448"/>
                  </a:lnTo>
                  <a:lnTo>
                    <a:pt x="246342" y="140259"/>
                  </a:lnTo>
                  <a:lnTo>
                    <a:pt x="244824" y="125552"/>
                  </a:lnTo>
                  <a:lnTo>
                    <a:pt x="254241" y="109868"/>
                  </a:lnTo>
                  <a:lnTo>
                    <a:pt x="249809" y="82836"/>
                  </a:lnTo>
                  <a:lnTo>
                    <a:pt x="258680" y="63157"/>
                  </a:lnTo>
                  <a:lnTo>
                    <a:pt x="259658" y="41205"/>
                  </a:lnTo>
                  <a:lnTo>
                    <a:pt x="280003" y="19685"/>
                  </a:lnTo>
                  <a:lnTo>
                    <a:pt x="278593" y="2381"/>
                  </a:lnTo>
                  <a:lnTo>
                    <a:pt x="255003" y="7029"/>
                  </a:lnTo>
                  <a:lnTo>
                    <a:pt x="254787" y="73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9E8EBFDB-FFED-819F-17F0-6B031BD234F6}"/>
                </a:ext>
              </a:extLst>
            </p:cNvPr>
            <p:cNvSpPr/>
            <p:nvPr/>
          </p:nvSpPr>
          <p:spPr>
            <a:xfrm>
              <a:off x="7253795" y="4902462"/>
              <a:ext cx="9137" cy="21095"/>
            </a:xfrm>
            <a:custGeom>
              <a:avLst/>
              <a:gdLst>
                <a:gd name="csX0" fmla="*/ 6160 w 9137"/>
                <a:gd name="csY0" fmla="*/ 3465 h 21095"/>
                <a:gd name="csX1" fmla="*/ 3239 w 9137"/>
                <a:gd name="csY1" fmla="*/ 4 h 21095"/>
                <a:gd name="csX2" fmla="*/ 191 w 9137"/>
                <a:gd name="csY2" fmla="*/ 15575 h 21095"/>
                <a:gd name="csX3" fmla="*/ 7049 w 9137"/>
                <a:gd name="csY3" fmla="*/ 20877 h 21095"/>
                <a:gd name="csX4" fmla="*/ 5842 w 9137"/>
                <a:gd name="csY4" fmla="*/ 8005 h 21095"/>
                <a:gd name="csX5" fmla="*/ 6160 w 9137"/>
                <a:gd name="csY5" fmla="*/ 3573 h 21095"/>
                <a:gd name="csX6" fmla="*/ 6160 w 9137"/>
                <a:gd name="csY6" fmla="*/ 3465 h 2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7" h="21095">
                  <a:moveTo>
                    <a:pt x="6160" y="3465"/>
                  </a:moveTo>
                  <a:cubicBezTo>
                    <a:pt x="6287" y="1623"/>
                    <a:pt x="4953" y="112"/>
                    <a:pt x="3239" y="4"/>
                  </a:cubicBezTo>
                  <a:cubicBezTo>
                    <a:pt x="-2032" y="-212"/>
                    <a:pt x="889" y="8005"/>
                    <a:pt x="191" y="15575"/>
                  </a:cubicBezTo>
                  <a:cubicBezTo>
                    <a:pt x="191" y="20115"/>
                    <a:pt x="6033" y="20445"/>
                    <a:pt x="7049" y="20877"/>
                  </a:cubicBezTo>
                  <a:cubicBezTo>
                    <a:pt x="12574" y="22496"/>
                    <a:pt x="5335" y="14819"/>
                    <a:pt x="5842" y="8005"/>
                  </a:cubicBezTo>
                  <a:lnTo>
                    <a:pt x="6160" y="3573"/>
                  </a:lnTo>
                  <a:lnTo>
                    <a:pt x="6160" y="3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29C309C-726D-7DE3-7A15-6C6909E62900}"/>
                </a:ext>
              </a:extLst>
            </p:cNvPr>
            <p:cNvSpPr/>
            <p:nvPr/>
          </p:nvSpPr>
          <p:spPr>
            <a:xfrm>
              <a:off x="7290337" y="4931304"/>
              <a:ext cx="12816" cy="10089"/>
            </a:xfrm>
            <a:custGeom>
              <a:avLst/>
              <a:gdLst>
                <a:gd name="csX0" fmla="*/ 7718 w 12816"/>
                <a:gd name="csY0" fmla="*/ 36 h 10089"/>
                <a:gd name="csX1" fmla="*/ 1241 w 12816"/>
                <a:gd name="csY1" fmla="*/ 4576 h 10089"/>
                <a:gd name="csX2" fmla="*/ 12734 w 12816"/>
                <a:gd name="csY2" fmla="*/ 8145 h 10089"/>
                <a:gd name="csX3" fmla="*/ 7718 w 12816"/>
                <a:gd name="csY3" fmla="*/ 144 h 10089"/>
                <a:gd name="csX4" fmla="*/ 7718 w 12816"/>
                <a:gd name="csY4" fmla="*/ 36 h 1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16" h="10089">
                  <a:moveTo>
                    <a:pt x="7718" y="36"/>
                  </a:moveTo>
                  <a:cubicBezTo>
                    <a:pt x="5558" y="1007"/>
                    <a:pt x="-3205" y="2087"/>
                    <a:pt x="1241" y="4576"/>
                  </a:cubicBezTo>
                  <a:cubicBezTo>
                    <a:pt x="6131" y="6742"/>
                    <a:pt x="13687" y="13333"/>
                    <a:pt x="12734" y="8145"/>
                  </a:cubicBezTo>
                  <a:cubicBezTo>
                    <a:pt x="12734" y="8145"/>
                    <a:pt x="12353" y="-1266"/>
                    <a:pt x="7718" y="144"/>
                  </a:cubicBezTo>
                  <a:lnTo>
                    <a:pt x="7718" y="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8A5D13BF-5105-617C-A03B-D85088D729CF}"/>
                </a:ext>
              </a:extLst>
            </p:cNvPr>
            <p:cNvSpPr/>
            <p:nvPr/>
          </p:nvSpPr>
          <p:spPr>
            <a:xfrm>
              <a:off x="7266729" y="4935153"/>
              <a:ext cx="10922" cy="7733"/>
            </a:xfrm>
            <a:custGeom>
              <a:avLst/>
              <a:gdLst>
                <a:gd name="csX0" fmla="*/ 9481 w 10922"/>
                <a:gd name="csY0" fmla="*/ 3216 h 7733"/>
                <a:gd name="csX1" fmla="*/ 147 w 10922"/>
                <a:gd name="csY1" fmla="*/ 1920 h 7733"/>
                <a:gd name="csX2" fmla="*/ 5353 w 10922"/>
                <a:gd name="csY2" fmla="*/ 7432 h 7733"/>
                <a:gd name="csX3" fmla="*/ 9608 w 10922"/>
                <a:gd name="csY3" fmla="*/ 3216 h 7733"/>
                <a:gd name="csX4" fmla="*/ 9481 w 10922"/>
                <a:gd name="csY4" fmla="*/ 3216 h 7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22" h="7733">
                  <a:moveTo>
                    <a:pt x="9481" y="3216"/>
                  </a:moveTo>
                  <a:cubicBezTo>
                    <a:pt x="9481" y="3216"/>
                    <a:pt x="-1377" y="-3058"/>
                    <a:pt x="147" y="1920"/>
                  </a:cubicBezTo>
                  <a:cubicBezTo>
                    <a:pt x="718" y="2892"/>
                    <a:pt x="909" y="9166"/>
                    <a:pt x="5353" y="7432"/>
                  </a:cubicBezTo>
                  <a:cubicBezTo>
                    <a:pt x="6306" y="6784"/>
                    <a:pt x="13926" y="5159"/>
                    <a:pt x="9608" y="3216"/>
                  </a:cubicBezTo>
                  <a:lnTo>
                    <a:pt x="9481" y="3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69A9C48E-5F85-8CA1-890C-7F33E9B0B8D2}"/>
                </a:ext>
              </a:extLst>
            </p:cNvPr>
            <p:cNvSpPr/>
            <p:nvPr/>
          </p:nvSpPr>
          <p:spPr>
            <a:xfrm>
              <a:off x="7321090" y="4952055"/>
              <a:ext cx="7829" cy="13885"/>
            </a:xfrm>
            <a:custGeom>
              <a:avLst/>
              <a:gdLst>
                <a:gd name="csX0" fmla="*/ 5031 w 7829"/>
                <a:gd name="csY0" fmla="*/ 1560 h 13885"/>
                <a:gd name="csX1" fmla="*/ 15 w 7829"/>
                <a:gd name="csY1" fmla="*/ 2100 h 13885"/>
                <a:gd name="csX2" fmla="*/ 4269 w 7829"/>
                <a:gd name="csY2" fmla="*/ 13886 h 13885"/>
                <a:gd name="csX3" fmla="*/ 7698 w 7829"/>
                <a:gd name="csY3" fmla="*/ 10533 h 13885"/>
                <a:gd name="csX4" fmla="*/ 5031 w 7829"/>
                <a:gd name="csY4" fmla="*/ 156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29" h="13885">
                  <a:moveTo>
                    <a:pt x="5031" y="1560"/>
                  </a:moveTo>
                  <a:cubicBezTo>
                    <a:pt x="4460" y="1453"/>
                    <a:pt x="-303" y="-2224"/>
                    <a:pt x="15" y="2100"/>
                  </a:cubicBezTo>
                  <a:cubicBezTo>
                    <a:pt x="904" y="6317"/>
                    <a:pt x="-937" y="13886"/>
                    <a:pt x="4269" y="13886"/>
                  </a:cubicBezTo>
                  <a:cubicBezTo>
                    <a:pt x="6111" y="13886"/>
                    <a:pt x="7635" y="12374"/>
                    <a:pt x="7698" y="10533"/>
                  </a:cubicBezTo>
                  <a:cubicBezTo>
                    <a:pt x="7508" y="9021"/>
                    <a:pt x="9032" y="3834"/>
                    <a:pt x="5031" y="15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70B3E30E-39CA-AEE5-0472-7990347BEE35}"/>
                </a:ext>
              </a:extLst>
            </p:cNvPr>
            <p:cNvSpPr/>
            <p:nvPr/>
          </p:nvSpPr>
          <p:spPr>
            <a:xfrm>
              <a:off x="6135935" y="3607625"/>
              <a:ext cx="394532" cy="613898"/>
            </a:xfrm>
            <a:custGeom>
              <a:avLst/>
              <a:gdLst>
                <a:gd name="csX0" fmla="*/ 341827 w 394532"/>
                <a:gd name="csY0" fmla="*/ 451047 h 613898"/>
                <a:gd name="csX1" fmla="*/ 345954 w 394532"/>
                <a:gd name="csY1" fmla="*/ 432549 h 613898"/>
                <a:gd name="csX2" fmla="*/ 337382 w 394532"/>
                <a:gd name="csY2" fmla="*/ 417087 h 613898"/>
                <a:gd name="csX3" fmla="*/ 316998 w 394532"/>
                <a:gd name="csY3" fmla="*/ 418173 h 613898"/>
                <a:gd name="csX4" fmla="*/ 316237 w 394532"/>
                <a:gd name="csY4" fmla="*/ 401949 h 613898"/>
                <a:gd name="csX5" fmla="*/ 330778 w 394532"/>
                <a:gd name="csY5" fmla="*/ 390595 h 613898"/>
                <a:gd name="csX6" fmla="*/ 324364 w 394532"/>
                <a:gd name="csY6" fmla="*/ 371456 h 613898"/>
                <a:gd name="csX7" fmla="*/ 341509 w 394532"/>
                <a:gd name="csY7" fmla="*/ 359232 h 613898"/>
                <a:gd name="csX8" fmla="*/ 335540 w 394532"/>
                <a:gd name="csY8" fmla="*/ 343014 h 613898"/>
                <a:gd name="csX9" fmla="*/ 358908 w 394532"/>
                <a:gd name="csY9" fmla="*/ 317278 h 613898"/>
                <a:gd name="csX10" fmla="*/ 352622 w 394532"/>
                <a:gd name="csY10" fmla="*/ 306896 h 613898"/>
                <a:gd name="csX11" fmla="*/ 363036 w 394532"/>
                <a:gd name="csY11" fmla="*/ 298247 h 613898"/>
                <a:gd name="csX12" fmla="*/ 394532 w 394532"/>
                <a:gd name="csY12" fmla="*/ 298247 h 613898"/>
                <a:gd name="csX13" fmla="*/ 394532 w 394532"/>
                <a:gd name="csY13" fmla="*/ 155937 h 613898"/>
                <a:gd name="csX14" fmla="*/ 95250 w 394532"/>
                <a:gd name="csY14" fmla="*/ 0 h 613898"/>
                <a:gd name="csX15" fmla="*/ 58122 w 394532"/>
                <a:gd name="csY15" fmla="*/ 20009 h 613898"/>
                <a:gd name="csX16" fmla="*/ 66459 w 394532"/>
                <a:gd name="csY16" fmla="*/ 77756 h 613898"/>
                <a:gd name="csX17" fmla="*/ 81826 w 394532"/>
                <a:gd name="csY17" fmla="*/ 94297 h 613898"/>
                <a:gd name="csX18" fmla="*/ 80315 w 394532"/>
                <a:gd name="csY18" fmla="*/ 107601 h 613898"/>
                <a:gd name="csX19" fmla="*/ 95898 w 394532"/>
                <a:gd name="csY19" fmla="*/ 123711 h 613898"/>
                <a:gd name="csX20" fmla="*/ 83236 w 394532"/>
                <a:gd name="csY20" fmla="*/ 146634 h 613898"/>
                <a:gd name="csX21" fmla="*/ 77388 w 394532"/>
                <a:gd name="csY21" fmla="*/ 254235 h 613898"/>
                <a:gd name="csX22" fmla="*/ 16777 w 394532"/>
                <a:gd name="csY22" fmla="*/ 322034 h 613898"/>
                <a:gd name="csX23" fmla="*/ 10827 w 394532"/>
                <a:gd name="csY23" fmla="*/ 343446 h 613898"/>
                <a:gd name="csX24" fmla="*/ 0 w 394532"/>
                <a:gd name="csY24" fmla="*/ 349288 h 613898"/>
                <a:gd name="csX25" fmla="*/ 7036 w 394532"/>
                <a:gd name="csY25" fmla="*/ 376536 h 613898"/>
                <a:gd name="csX26" fmla="*/ 23057 w 394532"/>
                <a:gd name="csY26" fmla="*/ 398704 h 613898"/>
                <a:gd name="csX27" fmla="*/ 44596 w 394532"/>
                <a:gd name="csY27" fmla="*/ 399459 h 613898"/>
                <a:gd name="csX28" fmla="*/ 63970 w 394532"/>
                <a:gd name="csY28" fmla="*/ 439255 h 613898"/>
                <a:gd name="csX29" fmla="*/ 59531 w 394532"/>
                <a:gd name="csY29" fmla="*/ 476783 h 613898"/>
                <a:gd name="csX30" fmla="*/ 82582 w 394532"/>
                <a:gd name="csY30" fmla="*/ 517334 h 613898"/>
                <a:gd name="csX31" fmla="*/ 31280 w 394532"/>
                <a:gd name="csY31" fmla="*/ 515169 h 613898"/>
                <a:gd name="csX32" fmla="*/ 19374 w 394532"/>
                <a:gd name="csY32" fmla="*/ 532149 h 613898"/>
                <a:gd name="csX33" fmla="*/ 63208 w 394532"/>
                <a:gd name="csY33" fmla="*/ 568916 h 613898"/>
                <a:gd name="csX34" fmla="*/ 79553 w 394532"/>
                <a:gd name="csY34" fmla="*/ 608711 h 613898"/>
                <a:gd name="csX35" fmla="*/ 90703 w 394532"/>
                <a:gd name="csY35" fmla="*/ 613899 h 613898"/>
                <a:gd name="csX36" fmla="*/ 114948 w 394532"/>
                <a:gd name="csY36" fmla="*/ 596271 h 613898"/>
                <a:gd name="csX37" fmla="*/ 125876 w 394532"/>
                <a:gd name="csY37" fmla="*/ 608057 h 613898"/>
                <a:gd name="csX38" fmla="*/ 155645 w 394532"/>
                <a:gd name="csY38" fmla="*/ 590328 h 613898"/>
                <a:gd name="csX39" fmla="*/ 195256 w 394532"/>
                <a:gd name="csY39" fmla="*/ 590328 h 613898"/>
                <a:gd name="csX40" fmla="*/ 212033 w 394532"/>
                <a:gd name="csY40" fmla="*/ 566750 h 613898"/>
                <a:gd name="csX41" fmla="*/ 201213 w 394532"/>
                <a:gd name="csY41" fmla="*/ 559829 h 613898"/>
                <a:gd name="csX42" fmla="*/ 208572 w 394532"/>
                <a:gd name="csY42" fmla="*/ 551504 h 613898"/>
                <a:gd name="csX43" fmla="*/ 264611 w 394532"/>
                <a:gd name="csY43" fmla="*/ 547611 h 613898"/>
                <a:gd name="csX44" fmla="*/ 309887 w 394532"/>
                <a:gd name="csY44" fmla="*/ 507816 h 613898"/>
                <a:gd name="csX45" fmla="*/ 308489 w 394532"/>
                <a:gd name="csY45" fmla="*/ 491598 h 613898"/>
                <a:gd name="csX46" fmla="*/ 333699 w 394532"/>
                <a:gd name="csY46" fmla="*/ 477539 h 613898"/>
                <a:gd name="csX47" fmla="*/ 354781 w 394532"/>
                <a:gd name="csY47" fmla="*/ 481216 h 613898"/>
                <a:gd name="csX48" fmla="*/ 357512 w 394532"/>
                <a:gd name="csY48" fmla="*/ 459156 h 613898"/>
                <a:gd name="csX49" fmla="*/ 341827 w 394532"/>
                <a:gd name="csY49" fmla="*/ 451047 h 61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394532" h="613898">
                  <a:moveTo>
                    <a:pt x="341827" y="451047"/>
                  </a:moveTo>
                  <a:lnTo>
                    <a:pt x="345954" y="432549"/>
                  </a:lnTo>
                  <a:lnTo>
                    <a:pt x="337382" y="417087"/>
                  </a:lnTo>
                  <a:lnTo>
                    <a:pt x="316998" y="418173"/>
                  </a:lnTo>
                  <a:lnTo>
                    <a:pt x="316237" y="401949"/>
                  </a:lnTo>
                  <a:lnTo>
                    <a:pt x="330778" y="390595"/>
                  </a:lnTo>
                  <a:lnTo>
                    <a:pt x="324364" y="371456"/>
                  </a:lnTo>
                  <a:lnTo>
                    <a:pt x="341509" y="359232"/>
                  </a:lnTo>
                  <a:lnTo>
                    <a:pt x="335540" y="343014"/>
                  </a:lnTo>
                  <a:lnTo>
                    <a:pt x="358908" y="317278"/>
                  </a:lnTo>
                  <a:lnTo>
                    <a:pt x="352622" y="306896"/>
                  </a:lnTo>
                  <a:lnTo>
                    <a:pt x="363036" y="298247"/>
                  </a:lnTo>
                  <a:lnTo>
                    <a:pt x="394532" y="298247"/>
                  </a:lnTo>
                  <a:lnTo>
                    <a:pt x="394532" y="155937"/>
                  </a:lnTo>
                  <a:lnTo>
                    <a:pt x="95250" y="0"/>
                  </a:lnTo>
                  <a:lnTo>
                    <a:pt x="58122" y="20009"/>
                  </a:lnTo>
                  <a:lnTo>
                    <a:pt x="66459" y="77756"/>
                  </a:lnTo>
                  <a:lnTo>
                    <a:pt x="81826" y="94297"/>
                  </a:lnTo>
                  <a:lnTo>
                    <a:pt x="80315" y="107601"/>
                  </a:lnTo>
                  <a:lnTo>
                    <a:pt x="95898" y="123711"/>
                  </a:lnTo>
                  <a:lnTo>
                    <a:pt x="83236" y="146634"/>
                  </a:lnTo>
                  <a:lnTo>
                    <a:pt x="77388" y="254235"/>
                  </a:lnTo>
                  <a:lnTo>
                    <a:pt x="16777" y="322034"/>
                  </a:lnTo>
                  <a:lnTo>
                    <a:pt x="10827" y="343446"/>
                  </a:lnTo>
                  <a:lnTo>
                    <a:pt x="0" y="349288"/>
                  </a:lnTo>
                  <a:lnTo>
                    <a:pt x="7036" y="376536"/>
                  </a:lnTo>
                  <a:lnTo>
                    <a:pt x="23057" y="398704"/>
                  </a:lnTo>
                  <a:lnTo>
                    <a:pt x="44596" y="399459"/>
                  </a:lnTo>
                  <a:lnTo>
                    <a:pt x="63970" y="439255"/>
                  </a:lnTo>
                  <a:lnTo>
                    <a:pt x="59531" y="476783"/>
                  </a:lnTo>
                  <a:lnTo>
                    <a:pt x="82582" y="517334"/>
                  </a:lnTo>
                  <a:lnTo>
                    <a:pt x="31280" y="515169"/>
                  </a:lnTo>
                  <a:lnTo>
                    <a:pt x="19374" y="532149"/>
                  </a:lnTo>
                  <a:lnTo>
                    <a:pt x="63208" y="568916"/>
                  </a:lnTo>
                  <a:lnTo>
                    <a:pt x="79553" y="608711"/>
                  </a:lnTo>
                  <a:lnTo>
                    <a:pt x="90703" y="613899"/>
                  </a:lnTo>
                  <a:lnTo>
                    <a:pt x="114948" y="596271"/>
                  </a:lnTo>
                  <a:lnTo>
                    <a:pt x="125876" y="608057"/>
                  </a:lnTo>
                  <a:lnTo>
                    <a:pt x="155645" y="590328"/>
                  </a:lnTo>
                  <a:lnTo>
                    <a:pt x="195256" y="590328"/>
                  </a:lnTo>
                  <a:lnTo>
                    <a:pt x="212033" y="566750"/>
                  </a:lnTo>
                  <a:lnTo>
                    <a:pt x="201213" y="559829"/>
                  </a:lnTo>
                  <a:lnTo>
                    <a:pt x="208572" y="551504"/>
                  </a:lnTo>
                  <a:lnTo>
                    <a:pt x="264611" y="547611"/>
                  </a:lnTo>
                  <a:lnTo>
                    <a:pt x="309887" y="507816"/>
                  </a:lnTo>
                  <a:lnTo>
                    <a:pt x="308489" y="491598"/>
                  </a:lnTo>
                  <a:lnTo>
                    <a:pt x="333699" y="477539"/>
                  </a:lnTo>
                  <a:lnTo>
                    <a:pt x="354781" y="481216"/>
                  </a:lnTo>
                  <a:lnTo>
                    <a:pt x="357512" y="459156"/>
                  </a:lnTo>
                  <a:lnTo>
                    <a:pt x="341827" y="4510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F344A566-62FA-4BB1-F55B-C67F501E7474}"/>
                </a:ext>
              </a:extLst>
            </p:cNvPr>
            <p:cNvSpPr/>
            <p:nvPr/>
          </p:nvSpPr>
          <p:spPr>
            <a:xfrm>
              <a:off x="6171768" y="4085380"/>
              <a:ext cx="487159" cy="316731"/>
            </a:xfrm>
            <a:custGeom>
              <a:avLst/>
              <a:gdLst>
                <a:gd name="csX0" fmla="*/ 456108 w 487159"/>
                <a:gd name="csY0" fmla="*/ 186753 h 316731"/>
                <a:gd name="csX1" fmla="*/ 445694 w 487159"/>
                <a:gd name="csY1" fmla="*/ 173019 h 316731"/>
                <a:gd name="csX2" fmla="*/ 449694 w 487159"/>
                <a:gd name="csY2" fmla="*/ 161233 h 316731"/>
                <a:gd name="csX3" fmla="*/ 404164 w 487159"/>
                <a:gd name="csY3" fmla="*/ 131280 h 316731"/>
                <a:gd name="csX4" fmla="*/ 409118 w 487159"/>
                <a:gd name="csY4" fmla="*/ 124898 h 316731"/>
                <a:gd name="csX5" fmla="*/ 392354 w 487159"/>
                <a:gd name="csY5" fmla="*/ 107702 h 316731"/>
                <a:gd name="csX6" fmla="*/ 365620 w 487159"/>
                <a:gd name="csY6" fmla="*/ 100349 h 316731"/>
                <a:gd name="csX7" fmla="*/ 369621 w 487159"/>
                <a:gd name="csY7" fmla="*/ 87592 h 316731"/>
                <a:gd name="csX8" fmla="*/ 338887 w 487159"/>
                <a:gd name="csY8" fmla="*/ 86182 h 316731"/>
                <a:gd name="csX9" fmla="*/ 345808 w 487159"/>
                <a:gd name="csY9" fmla="*/ 56229 h 316731"/>
                <a:gd name="csX10" fmla="*/ 347840 w 487159"/>
                <a:gd name="csY10" fmla="*/ 40983 h 316731"/>
                <a:gd name="csX11" fmla="*/ 319075 w 487159"/>
                <a:gd name="csY11" fmla="*/ 3677 h 316731"/>
                <a:gd name="csX12" fmla="*/ 297993 w 487159"/>
                <a:gd name="csY12" fmla="*/ 0 h 316731"/>
                <a:gd name="csX13" fmla="*/ 272783 w 487159"/>
                <a:gd name="csY13" fmla="*/ 13951 h 316731"/>
                <a:gd name="csX14" fmla="*/ 274180 w 487159"/>
                <a:gd name="csY14" fmla="*/ 30169 h 316731"/>
                <a:gd name="csX15" fmla="*/ 228778 w 487159"/>
                <a:gd name="csY15" fmla="*/ 69964 h 316731"/>
                <a:gd name="csX16" fmla="*/ 172853 w 487159"/>
                <a:gd name="csY16" fmla="*/ 73857 h 316731"/>
                <a:gd name="csX17" fmla="*/ 165494 w 487159"/>
                <a:gd name="csY17" fmla="*/ 82182 h 316731"/>
                <a:gd name="csX18" fmla="*/ 176314 w 487159"/>
                <a:gd name="csY18" fmla="*/ 89103 h 316731"/>
                <a:gd name="csX19" fmla="*/ 159538 w 487159"/>
                <a:gd name="csY19" fmla="*/ 112681 h 316731"/>
                <a:gd name="csX20" fmla="*/ 119926 w 487159"/>
                <a:gd name="csY20" fmla="*/ 112681 h 316731"/>
                <a:gd name="csX21" fmla="*/ 90157 w 487159"/>
                <a:gd name="csY21" fmla="*/ 130416 h 316731"/>
                <a:gd name="csX22" fmla="*/ 79229 w 487159"/>
                <a:gd name="csY22" fmla="*/ 118624 h 316731"/>
                <a:gd name="csX23" fmla="*/ 54985 w 487159"/>
                <a:gd name="csY23" fmla="*/ 136252 h 316731"/>
                <a:gd name="csX24" fmla="*/ 43834 w 487159"/>
                <a:gd name="csY24" fmla="*/ 131172 h 316731"/>
                <a:gd name="csX25" fmla="*/ 19482 w 487159"/>
                <a:gd name="csY25" fmla="*/ 169990 h 316731"/>
                <a:gd name="csX26" fmla="*/ 0 w 487159"/>
                <a:gd name="csY26" fmla="*/ 183509 h 316731"/>
                <a:gd name="csX27" fmla="*/ 9957 w 487159"/>
                <a:gd name="csY27" fmla="*/ 199841 h 316731"/>
                <a:gd name="csX28" fmla="*/ 14395 w 487159"/>
                <a:gd name="csY28" fmla="*/ 242443 h 316731"/>
                <a:gd name="csX29" fmla="*/ 29223 w 487159"/>
                <a:gd name="csY29" fmla="*/ 245364 h 316731"/>
                <a:gd name="csX30" fmla="*/ 32683 w 487159"/>
                <a:gd name="csY30" fmla="*/ 257689 h 316731"/>
                <a:gd name="csX31" fmla="*/ 23813 w 487159"/>
                <a:gd name="csY31" fmla="*/ 263099 h 316731"/>
                <a:gd name="csX32" fmla="*/ 48597 w 487159"/>
                <a:gd name="csY32" fmla="*/ 293592 h 316731"/>
                <a:gd name="csX33" fmla="*/ 62452 w 487159"/>
                <a:gd name="csY33" fmla="*/ 299974 h 316731"/>
                <a:gd name="csX34" fmla="*/ 63424 w 487159"/>
                <a:gd name="csY34" fmla="*/ 316731 h 316731"/>
                <a:gd name="csX35" fmla="*/ 74790 w 487159"/>
                <a:gd name="csY35" fmla="*/ 316516 h 316731"/>
                <a:gd name="csX36" fmla="*/ 83229 w 487159"/>
                <a:gd name="csY36" fmla="*/ 305378 h 316731"/>
                <a:gd name="csX37" fmla="*/ 84207 w 487159"/>
                <a:gd name="csY37" fmla="*/ 281375 h 316731"/>
                <a:gd name="csX38" fmla="*/ 114726 w 487159"/>
                <a:gd name="csY38" fmla="*/ 273482 h 316731"/>
                <a:gd name="csX39" fmla="*/ 133991 w 487159"/>
                <a:gd name="csY39" fmla="*/ 280835 h 316731"/>
                <a:gd name="csX40" fmla="*/ 157588 w 487159"/>
                <a:gd name="csY40" fmla="*/ 276180 h 316731"/>
                <a:gd name="csX41" fmla="*/ 155530 w 487159"/>
                <a:gd name="csY41" fmla="*/ 251314 h 316731"/>
                <a:gd name="csX42" fmla="*/ 164948 w 487159"/>
                <a:gd name="csY42" fmla="*/ 247853 h 316731"/>
                <a:gd name="csX43" fmla="*/ 176854 w 487159"/>
                <a:gd name="csY43" fmla="*/ 228168 h 316731"/>
                <a:gd name="csX44" fmla="*/ 190297 w 487159"/>
                <a:gd name="csY44" fmla="*/ 219843 h 316731"/>
                <a:gd name="csX45" fmla="*/ 204648 w 487159"/>
                <a:gd name="csY45" fmla="*/ 221355 h 316731"/>
                <a:gd name="csX46" fmla="*/ 225476 w 487159"/>
                <a:gd name="csY46" fmla="*/ 235090 h 316731"/>
                <a:gd name="csX47" fmla="*/ 230429 w 487159"/>
                <a:gd name="csY47" fmla="*/ 248393 h 316731"/>
                <a:gd name="csX48" fmla="*/ 300215 w 487159"/>
                <a:gd name="csY48" fmla="*/ 258667 h 316731"/>
                <a:gd name="csX49" fmla="*/ 317360 w 487159"/>
                <a:gd name="csY49" fmla="*/ 233578 h 316731"/>
                <a:gd name="csX50" fmla="*/ 336728 w 487159"/>
                <a:gd name="csY50" fmla="*/ 240932 h 316731"/>
                <a:gd name="csX51" fmla="*/ 374574 w 487159"/>
                <a:gd name="csY51" fmla="*/ 222548 h 316731"/>
                <a:gd name="csX52" fmla="*/ 388798 w 487159"/>
                <a:gd name="csY52" fmla="*/ 229902 h 316731"/>
                <a:gd name="csX53" fmla="*/ 410325 w 487159"/>
                <a:gd name="csY53" fmla="*/ 225470 h 316731"/>
                <a:gd name="csX54" fmla="*/ 410325 w 487159"/>
                <a:gd name="csY54" fmla="*/ 213678 h 316731"/>
                <a:gd name="csX55" fmla="*/ 443788 w 487159"/>
                <a:gd name="csY55" fmla="*/ 215087 h 316731"/>
                <a:gd name="csX56" fmla="*/ 462838 w 487159"/>
                <a:gd name="csY56" fmla="*/ 225139 h 316731"/>
                <a:gd name="csX57" fmla="*/ 469760 w 487159"/>
                <a:gd name="csY57" fmla="*/ 218002 h 316731"/>
                <a:gd name="csX58" fmla="*/ 486842 w 487159"/>
                <a:gd name="csY58" fmla="*/ 220275 h 316731"/>
                <a:gd name="csX59" fmla="*/ 487159 w 487159"/>
                <a:gd name="csY59" fmla="*/ 220599 h 316731"/>
                <a:gd name="csX60" fmla="*/ 479158 w 487159"/>
                <a:gd name="csY60" fmla="*/ 195726 h 316731"/>
                <a:gd name="csX61" fmla="*/ 456299 w 487159"/>
                <a:gd name="csY61" fmla="*/ 186861 h 316731"/>
                <a:gd name="csX62" fmla="*/ 456108 w 487159"/>
                <a:gd name="csY62" fmla="*/ 186753 h 316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7159" h="316731">
                  <a:moveTo>
                    <a:pt x="456108" y="186753"/>
                  </a:moveTo>
                  <a:lnTo>
                    <a:pt x="445694" y="173019"/>
                  </a:lnTo>
                  <a:lnTo>
                    <a:pt x="449694" y="161233"/>
                  </a:lnTo>
                  <a:lnTo>
                    <a:pt x="404164" y="131280"/>
                  </a:lnTo>
                  <a:lnTo>
                    <a:pt x="409118" y="124898"/>
                  </a:lnTo>
                  <a:lnTo>
                    <a:pt x="392354" y="107702"/>
                  </a:lnTo>
                  <a:lnTo>
                    <a:pt x="365620" y="100349"/>
                  </a:lnTo>
                  <a:lnTo>
                    <a:pt x="369621" y="87592"/>
                  </a:lnTo>
                  <a:lnTo>
                    <a:pt x="338887" y="86182"/>
                  </a:lnTo>
                  <a:lnTo>
                    <a:pt x="345808" y="56229"/>
                  </a:lnTo>
                  <a:lnTo>
                    <a:pt x="347840" y="40983"/>
                  </a:lnTo>
                  <a:lnTo>
                    <a:pt x="319075" y="3677"/>
                  </a:lnTo>
                  <a:lnTo>
                    <a:pt x="297993" y="0"/>
                  </a:lnTo>
                  <a:lnTo>
                    <a:pt x="272783" y="13951"/>
                  </a:lnTo>
                  <a:lnTo>
                    <a:pt x="274180" y="30169"/>
                  </a:lnTo>
                  <a:lnTo>
                    <a:pt x="228778" y="69964"/>
                  </a:lnTo>
                  <a:lnTo>
                    <a:pt x="172853" y="73857"/>
                  </a:lnTo>
                  <a:lnTo>
                    <a:pt x="165494" y="82182"/>
                  </a:lnTo>
                  <a:lnTo>
                    <a:pt x="176314" y="89103"/>
                  </a:lnTo>
                  <a:lnTo>
                    <a:pt x="159538" y="112681"/>
                  </a:lnTo>
                  <a:lnTo>
                    <a:pt x="119926" y="112681"/>
                  </a:lnTo>
                  <a:lnTo>
                    <a:pt x="90157" y="130416"/>
                  </a:lnTo>
                  <a:lnTo>
                    <a:pt x="79229" y="118624"/>
                  </a:lnTo>
                  <a:lnTo>
                    <a:pt x="54985" y="136252"/>
                  </a:lnTo>
                  <a:lnTo>
                    <a:pt x="43834" y="131172"/>
                  </a:lnTo>
                  <a:lnTo>
                    <a:pt x="19482" y="169990"/>
                  </a:lnTo>
                  <a:lnTo>
                    <a:pt x="0" y="183509"/>
                  </a:lnTo>
                  <a:lnTo>
                    <a:pt x="9957" y="199841"/>
                  </a:lnTo>
                  <a:lnTo>
                    <a:pt x="14395" y="242443"/>
                  </a:lnTo>
                  <a:lnTo>
                    <a:pt x="29223" y="245364"/>
                  </a:lnTo>
                  <a:lnTo>
                    <a:pt x="32683" y="257689"/>
                  </a:lnTo>
                  <a:lnTo>
                    <a:pt x="23813" y="263099"/>
                  </a:lnTo>
                  <a:lnTo>
                    <a:pt x="48597" y="293592"/>
                  </a:lnTo>
                  <a:lnTo>
                    <a:pt x="62452" y="299974"/>
                  </a:lnTo>
                  <a:lnTo>
                    <a:pt x="63424" y="316731"/>
                  </a:lnTo>
                  <a:lnTo>
                    <a:pt x="74790" y="316516"/>
                  </a:lnTo>
                  <a:lnTo>
                    <a:pt x="83229" y="305378"/>
                  </a:lnTo>
                  <a:lnTo>
                    <a:pt x="84207" y="281375"/>
                  </a:lnTo>
                  <a:lnTo>
                    <a:pt x="114726" y="273482"/>
                  </a:lnTo>
                  <a:lnTo>
                    <a:pt x="133991" y="280835"/>
                  </a:lnTo>
                  <a:lnTo>
                    <a:pt x="157588" y="276180"/>
                  </a:lnTo>
                  <a:lnTo>
                    <a:pt x="155530" y="251314"/>
                  </a:lnTo>
                  <a:lnTo>
                    <a:pt x="164948" y="247853"/>
                  </a:lnTo>
                  <a:lnTo>
                    <a:pt x="176854" y="228168"/>
                  </a:lnTo>
                  <a:lnTo>
                    <a:pt x="190297" y="219843"/>
                  </a:lnTo>
                  <a:lnTo>
                    <a:pt x="204648" y="221355"/>
                  </a:lnTo>
                  <a:lnTo>
                    <a:pt x="225476" y="235090"/>
                  </a:lnTo>
                  <a:lnTo>
                    <a:pt x="230429" y="248393"/>
                  </a:lnTo>
                  <a:lnTo>
                    <a:pt x="300215" y="258667"/>
                  </a:lnTo>
                  <a:lnTo>
                    <a:pt x="317360" y="233578"/>
                  </a:lnTo>
                  <a:lnTo>
                    <a:pt x="336728" y="240932"/>
                  </a:lnTo>
                  <a:lnTo>
                    <a:pt x="374574" y="222548"/>
                  </a:lnTo>
                  <a:lnTo>
                    <a:pt x="388798" y="229902"/>
                  </a:lnTo>
                  <a:lnTo>
                    <a:pt x="410325" y="225470"/>
                  </a:lnTo>
                  <a:lnTo>
                    <a:pt x="410325" y="213678"/>
                  </a:lnTo>
                  <a:lnTo>
                    <a:pt x="443788" y="215087"/>
                  </a:lnTo>
                  <a:lnTo>
                    <a:pt x="462838" y="225139"/>
                  </a:lnTo>
                  <a:lnTo>
                    <a:pt x="469760" y="218002"/>
                  </a:lnTo>
                  <a:lnTo>
                    <a:pt x="486842" y="220275"/>
                  </a:lnTo>
                  <a:lnTo>
                    <a:pt x="487159" y="220599"/>
                  </a:lnTo>
                  <a:lnTo>
                    <a:pt x="479158" y="195726"/>
                  </a:lnTo>
                  <a:lnTo>
                    <a:pt x="456299" y="186861"/>
                  </a:lnTo>
                  <a:lnTo>
                    <a:pt x="456108" y="186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79297711-290C-EF7E-8DAC-8EB9D5E5FD8B}"/>
                </a:ext>
              </a:extLst>
            </p:cNvPr>
            <p:cNvSpPr/>
            <p:nvPr/>
          </p:nvSpPr>
          <p:spPr>
            <a:xfrm>
              <a:off x="4681769" y="3852024"/>
              <a:ext cx="13019" cy="10830"/>
            </a:xfrm>
            <a:custGeom>
              <a:avLst/>
              <a:gdLst>
                <a:gd name="csX0" fmla="*/ 11706 w 13019"/>
                <a:gd name="csY0" fmla="*/ 1511 h 10830"/>
                <a:gd name="csX1" fmla="*/ 4670 w 13019"/>
                <a:gd name="csY1" fmla="*/ 749 h 10830"/>
                <a:gd name="csX2" fmla="*/ 346 w 13019"/>
                <a:gd name="csY2" fmla="*/ 6914 h 10830"/>
                <a:gd name="csX3" fmla="*/ 5325 w 13019"/>
                <a:gd name="csY3" fmla="*/ 10159 h 10830"/>
                <a:gd name="csX4" fmla="*/ 11706 w 13019"/>
                <a:gd name="csY4" fmla="*/ 1511 h 10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19" h="10830">
                  <a:moveTo>
                    <a:pt x="11706" y="1511"/>
                  </a:moveTo>
                  <a:cubicBezTo>
                    <a:pt x="11706" y="1511"/>
                    <a:pt x="8246" y="-1302"/>
                    <a:pt x="4670" y="749"/>
                  </a:cubicBezTo>
                  <a:cubicBezTo>
                    <a:pt x="3915" y="1403"/>
                    <a:pt x="-1387" y="2806"/>
                    <a:pt x="346" y="6914"/>
                  </a:cubicBezTo>
                  <a:cubicBezTo>
                    <a:pt x="778" y="7454"/>
                    <a:pt x="1750" y="12648"/>
                    <a:pt x="5325" y="10159"/>
                  </a:cubicBezTo>
                  <a:cubicBezTo>
                    <a:pt x="8138" y="7346"/>
                    <a:pt x="16145" y="4209"/>
                    <a:pt x="11706" y="15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78C99253-2CB1-0C82-1617-8F2535D07FFC}"/>
                </a:ext>
              </a:extLst>
            </p:cNvPr>
            <p:cNvSpPr/>
            <p:nvPr/>
          </p:nvSpPr>
          <p:spPr>
            <a:xfrm>
              <a:off x="4691738" y="3863332"/>
              <a:ext cx="9463" cy="6008"/>
            </a:xfrm>
            <a:custGeom>
              <a:avLst/>
              <a:gdLst>
                <a:gd name="csX0" fmla="*/ 2715 w 9463"/>
                <a:gd name="csY0" fmla="*/ 795 h 6008"/>
                <a:gd name="csX1" fmla="*/ 3902 w 9463"/>
                <a:gd name="csY1" fmla="*/ 5881 h 6008"/>
                <a:gd name="csX2" fmla="*/ 7039 w 9463"/>
                <a:gd name="csY2" fmla="*/ 5234 h 6008"/>
                <a:gd name="csX3" fmla="*/ 9312 w 9463"/>
                <a:gd name="csY3" fmla="*/ 1881 h 6008"/>
                <a:gd name="csX4" fmla="*/ 2607 w 9463"/>
                <a:gd name="csY4" fmla="*/ 795 h 6008"/>
                <a:gd name="csX5" fmla="*/ 2715 w 9463"/>
                <a:gd name="csY5" fmla="*/ 795 h 6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63" h="6008">
                  <a:moveTo>
                    <a:pt x="2715" y="795"/>
                  </a:moveTo>
                  <a:cubicBezTo>
                    <a:pt x="-1616" y="1988"/>
                    <a:pt x="-429" y="6853"/>
                    <a:pt x="3902" y="5881"/>
                  </a:cubicBezTo>
                  <a:lnTo>
                    <a:pt x="7039" y="5234"/>
                  </a:lnTo>
                  <a:cubicBezTo>
                    <a:pt x="8881" y="4802"/>
                    <a:pt x="9858" y="3284"/>
                    <a:pt x="9312" y="1881"/>
                  </a:cubicBezTo>
                  <a:cubicBezTo>
                    <a:pt x="8017" y="-1580"/>
                    <a:pt x="2607" y="795"/>
                    <a:pt x="2607" y="795"/>
                  </a:cubicBezTo>
                  <a:lnTo>
                    <a:pt x="2715" y="7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EF3F1C17-554D-4CEF-E310-052A02FD1979}"/>
                </a:ext>
              </a:extLst>
            </p:cNvPr>
            <p:cNvSpPr/>
            <p:nvPr/>
          </p:nvSpPr>
          <p:spPr>
            <a:xfrm>
              <a:off x="4716643" y="3870301"/>
              <a:ext cx="17703" cy="9165"/>
            </a:xfrm>
            <a:custGeom>
              <a:avLst/>
              <a:gdLst>
                <a:gd name="csX0" fmla="*/ 16227 w 17703"/>
                <a:gd name="csY0" fmla="*/ 2697 h 9165"/>
                <a:gd name="csX1" fmla="*/ 213 w 17703"/>
                <a:gd name="csY1" fmla="*/ 1401 h 9165"/>
                <a:gd name="csX2" fmla="*/ 8544 w 17703"/>
                <a:gd name="csY2" fmla="*/ 8755 h 9165"/>
                <a:gd name="csX3" fmla="*/ 16227 w 17703"/>
                <a:gd name="csY3" fmla="*/ 2697 h 9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703" h="9165">
                  <a:moveTo>
                    <a:pt x="16227" y="2697"/>
                  </a:moveTo>
                  <a:cubicBezTo>
                    <a:pt x="16227" y="2697"/>
                    <a:pt x="-2169" y="-2383"/>
                    <a:pt x="213" y="1401"/>
                  </a:cubicBezTo>
                  <a:cubicBezTo>
                    <a:pt x="2270" y="3992"/>
                    <a:pt x="3889" y="10914"/>
                    <a:pt x="8544" y="8755"/>
                  </a:cubicBezTo>
                  <a:cubicBezTo>
                    <a:pt x="13853" y="6265"/>
                    <a:pt x="20774" y="3776"/>
                    <a:pt x="16227" y="2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5DFA34CC-1829-A141-48F3-14265E53F78A}"/>
                </a:ext>
              </a:extLst>
            </p:cNvPr>
            <p:cNvSpPr/>
            <p:nvPr/>
          </p:nvSpPr>
          <p:spPr>
            <a:xfrm>
              <a:off x="4767636" y="3861962"/>
              <a:ext cx="8800" cy="15645"/>
            </a:xfrm>
            <a:custGeom>
              <a:avLst/>
              <a:gdLst>
                <a:gd name="csX0" fmla="*/ 8751 w 8800"/>
                <a:gd name="csY0" fmla="*/ 3467 h 15645"/>
                <a:gd name="csX1" fmla="*/ 5938 w 8800"/>
                <a:gd name="csY1" fmla="*/ 6 h 15645"/>
                <a:gd name="csX2" fmla="*/ 4528 w 8800"/>
                <a:gd name="csY2" fmla="*/ 6 h 15645"/>
                <a:gd name="csX3" fmla="*/ 1176 w 8800"/>
                <a:gd name="csY3" fmla="*/ 9087 h 15645"/>
                <a:gd name="csX4" fmla="*/ 4528 w 8800"/>
                <a:gd name="csY4" fmla="*/ 14497 h 15645"/>
                <a:gd name="csX5" fmla="*/ 8751 w 8800"/>
                <a:gd name="csY5" fmla="*/ 3467 h 15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00" h="15645">
                  <a:moveTo>
                    <a:pt x="8751" y="3467"/>
                  </a:moveTo>
                  <a:cubicBezTo>
                    <a:pt x="9075" y="1625"/>
                    <a:pt x="7773" y="114"/>
                    <a:pt x="5938" y="6"/>
                  </a:cubicBezTo>
                  <a:lnTo>
                    <a:pt x="4528" y="6"/>
                  </a:lnTo>
                  <a:cubicBezTo>
                    <a:pt x="90" y="-210"/>
                    <a:pt x="-1206" y="5302"/>
                    <a:pt x="1176" y="9087"/>
                  </a:cubicBezTo>
                  <a:lnTo>
                    <a:pt x="4528" y="14497"/>
                  </a:lnTo>
                  <a:cubicBezTo>
                    <a:pt x="6909" y="18281"/>
                    <a:pt x="7233" y="12223"/>
                    <a:pt x="8751" y="3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D36A11AD-B583-1C9C-A9D9-FA21B064955C}"/>
                </a:ext>
              </a:extLst>
            </p:cNvPr>
            <p:cNvSpPr/>
            <p:nvPr/>
          </p:nvSpPr>
          <p:spPr>
            <a:xfrm>
              <a:off x="4770582" y="3887299"/>
              <a:ext cx="12586" cy="10381"/>
            </a:xfrm>
            <a:custGeom>
              <a:avLst/>
              <a:gdLst>
                <a:gd name="csX0" fmla="*/ 11540 w 12586"/>
                <a:gd name="csY0" fmla="*/ 2355 h 10381"/>
                <a:gd name="csX1" fmla="*/ 4719 w 12586"/>
                <a:gd name="csY1" fmla="*/ 190 h 10381"/>
                <a:gd name="csX2" fmla="*/ 611 w 12586"/>
                <a:gd name="csY2" fmla="*/ 3758 h 10381"/>
                <a:gd name="csX3" fmla="*/ 2561 w 12586"/>
                <a:gd name="csY3" fmla="*/ 9708 h 10381"/>
                <a:gd name="csX4" fmla="*/ 11647 w 12586"/>
                <a:gd name="csY4" fmla="*/ 8191 h 10381"/>
                <a:gd name="csX5" fmla="*/ 11647 w 12586"/>
                <a:gd name="csY5" fmla="*/ 2571 h 10381"/>
                <a:gd name="csX6" fmla="*/ 11647 w 12586"/>
                <a:gd name="csY6" fmla="*/ 2355 h 10381"/>
                <a:gd name="csX7" fmla="*/ 11540 w 12586"/>
                <a:gd name="csY7" fmla="*/ 2355 h 10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586" h="10381">
                  <a:moveTo>
                    <a:pt x="11540" y="2355"/>
                  </a:moveTo>
                  <a:cubicBezTo>
                    <a:pt x="9158" y="-782"/>
                    <a:pt x="4180" y="81"/>
                    <a:pt x="4719" y="190"/>
                  </a:cubicBezTo>
                  <a:cubicBezTo>
                    <a:pt x="2884" y="297"/>
                    <a:pt x="1043" y="2031"/>
                    <a:pt x="611" y="3758"/>
                  </a:cubicBezTo>
                  <a:cubicBezTo>
                    <a:pt x="611" y="4298"/>
                    <a:pt x="-1662" y="9054"/>
                    <a:pt x="2561" y="9708"/>
                  </a:cubicBezTo>
                  <a:cubicBezTo>
                    <a:pt x="3964" y="9708"/>
                    <a:pt x="9050" y="11975"/>
                    <a:pt x="11647" y="8191"/>
                  </a:cubicBezTo>
                  <a:cubicBezTo>
                    <a:pt x="11755" y="7543"/>
                    <a:pt x="13705" y="5162"/>
                    <a:pt x="11647" y="2571"/>
                  </a:cubicBezTo>
                  <a:lnTo>
                    <a:pt x="11647" y="2355"/>
                  </a:lnTo>
                  <a:lnTo>
                    <a:pt x="11540" y="23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535B8556-7B46-0143-3B32-69760F4B8A1F}"/>
                </a:ext>
              </a:extLst>
            </p:cNvPr>
            <p:cNvSpPr/>
            <p:nvPr/>
          </p:nvSpPr>
          <p:spPr>
            <a:xfrm>
              <a:off x="4759902" y="3921824"/>
              <a:ext cx="7719" cy="9028"/>
            </a:xfrm>
            <a:custGeom>
              <a:avLst/>
              <a:gdLst>
                <a:gd name="csX0" fmla="*/ 7284 w 7719"/>
                <a:gd name="csY0" fmla="*/ 3943 h 9028"/>
                <a:gd name="csX1" fmla="*/ 248 w 7719"/>
                <a:gd name="csY1" fmla="*/ 2755 h 9028"/>
                <a:gd name="csX2" fmla="*/ 3170 w 7719"/>
                <a:gd name="csY2" fmla="*/ 9029 h 9028"/>
                <a:gd name="csX3" fmla="*/ 4903 w 7719"/>
                <a:gd name="csY3" fmla="*/ 9029 h 9028"/>
                <a:gd name="csX4" fmla="*/ 7392 w 7719"/>
                <a:gd name="csY4" fmla="*/ 3943 h 9028"/>
                <a:gd name="csX5" fmla="*/ 7284 w 7719"/>
                <a:gd name="csY5" fmla="*/ 3943 h 9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19" h="9028">
                  <a:moveTo>
                    <a:pt x="7284" y="3943"/>
                  </a:moveTo>
                  <a:cubicBezTo>
                    <a:pt x="6529" y="-382"/>
                    <a:pt x="572" y="-1677"/>
                    <a:pt x="248" y="2755"/>
                  </a:cubicBezTo>
                  <a:cubicBezTo>
                    <a:pt x="248" y="3403"/>
                    <a:pt x="-1263" y="9029"/>
                    <a:pt x="3170" y="9029"/>
                  </a:cubicBezTo>
                  <a:lnTo>
                    <a:pt x="4903" y="9029"/>
                  </a:lnTo>
                  <a:cubicBezTo>
                    <a:pt x="8910" y="9029"/>
                    <a:pt x="7500" y="3403"/>
                    <a:pt x="7392" y="3943"/>
                  </a:cubicBezTo>
                  <a:lnTo>
                    <a:pt x="7284" y="39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C1B5E72-5DCF-1E9E-608B-88BEBFD7DA44}"/>
                </a:ext>
              </a:extLst>
            </p:cNvPr>
            <p:cNvSpPr/>
            <p:nvPr/>
          </p:nvSpPr>
          <p:spPr>
            <a:xfrm>
              <a:off x="4739773" y="3922462"/>
              <a:ext cx="13769" cy="18199"/>
            </a:xfrm>
            <a:custGeom>
              <a:avLst/>
              <a:gdLst>
                <a:gd name="csX0" fmla="*/ 32 w 13769"/>
                <a:gd name="csY0" fmla="*/ 10766 h 18199"/>
                <a:gd name="csX1" fmla="*/ 7931 w 13769"/>
                <a:gd name="csY1" fmla="*/ 17904 h 18199"/>
                <a:gd name="csX2" fmla="*/ 12586 w 13769"/>
                <a:gd name="csY2" fmla="*/ 16392 h 18199"/>
                <a:gd name="csX3" fmla="*/ 13125 w 13769"/>
                <a:gd name="csY3" fmla="*/ 15420 h 18199"/>
                <a:gd name="csX4" fmla="*/ 3823 w 13769"/>
                <a:gd name="csY4" fmla="*/ 714 h 18199"/>
                <a:gd name="csX5" fmla="*/ 32 w 13769"/>
                <a:gd name="csY5" fmla="*/ 10874 h 18199"/>
                <a:gd name="csX6" fmla="*/ 32 w 13769"/>
                <a:gd name="csY6" fmla="*/ 10766 h 1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69" h="18199">
                  <a:moveTo>
                    <a:pt x="32" y="10766"/>
                  </a:moveTo>
                  <a:cubicBezTo>
                    <a:pt x="-508" y="15420"/>
                    <a:pt x="5981" y="16608"/>
                    <a:pt x="7931" y="17904"/>
                  </a:cubicBezTo>
                  <a:cubicBezTo>
                    <a:pt x="9665" y="18659"/>
                    <a:pt x="11722" y="17904"/>
                    <a:pt x="12586" y="16392"/>
                  </a:cubicBezTo>
                  <a:lnTo>
                    <a:pt x="13125" y="15420"/>
                  </a:lnTo>
                  <a:cubicBezTo>
                    <a:pt x="15183" y="11636"/>
                    <a:pt x="12370" y="9902"/>
                    <a:pt x="3823" y="714"/>
                  </a:cubicBezTo>
                  <a:cubicBezTo>
                    <a:pt x="248" y="-3293"/>
                    <a:pt x="32" y="10874"/>
                    <a:pt x="32" y="10874"/>
                  </a:cubicBezTo>
                  <a:lnTo>
                    <a:pt x="32" y="10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3E5AEE85-D4F9-FE40-F16C-A8BD3CD4D146}"/>
                </a:ext>
              </a:extLst>
            </p:cNvPr>
            <p:cNvSpPr/>
            <p:nvPr/>
          </p:nvSpPr>
          <p:spPr>
            <a:xfrm>
              <a:off x="4713476" y="3932342"/>
              <a:ext cx="9770" cy="11760"/>
            </a:xfrm>
            <a:custGeom>
              <a:avLst/>
              <a:gdLst>
                <a:gd name="csX0" fmla="*/ 3811 w 9770"/>
                <a:gd name="csY0" fmla="*/ 670 h 11760"/>
                <a:gd name="csX1" fmla="*/ 3055 w 9770"/>
                <a:gd name="csY1" fmla="*/ 1317 h 11760"/>
                <a:gd name="csX2" fmla="*/ 20 w 9770"/>
                <a:gd name="csY2" fmla="*/ 9217 h 11760"/>
                <a:gd name="csX3" fmla="*/ 7602 w 9770"/>
                <a:gd name="csY3" fmla="*/ 10512 h 11760"/>
                <a:gd name="csX4" fmla="*/ 7602 w 9770"/>
                <a:gd name="csY4" fmla="*/ 1648 h 11760"/>
                <a:gd name="csX5" fmla="*/ 3811 w 9770"/>
                <a:gd name="csY5" fmla="*/ 670 h 11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70" h="11760">
                  <a:moveTo>
                    <a:pt x="3811" y="670"/>
                  </a:moveTo>
                  <a:lnTo>
                    <a:pt x="3055" y="1317"/>
                  </a:lnTo>
                  <a:cubicBezTo>
                    <a:pt x="-304" y="4023"/>
                    <a:pt x="242" y="8455"/>
                    <a:pt x="20" y="9217"/>
                  </a:cubicBezTo>
                  <a:cubicBezTo>
                    <a:pt x="-412" y="13973"/>
                    <a:pt x="6192" y="10620"/>
                    <a:pt x="7602" y="10512"/>
                  </a:cubicBezTo>
                  <a:cubicBezTo>
                    <a:pt x="12257" y="9217"/>
                    <a:pt x="8034" y="3699"/>
                    <a:pt x="7602" y="1648"/>
                  </a:cubicBezTo>
                  <a:cubicBezTo>
                    <a:pt x="6948" y="-86"/>
                    <a:pt x="5221" y="-518"/>
                    <a:pt x="3811" y="6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27E4B139-9107-E01C-9D32-6F53692CE4DB}"/>
                </a:ext>
              </a:extLst>
            </p:cNvPr>
            <p:cNvSpPr/>
            <p:nvPr/>
          </p:nvSpPr>
          <p:spPr>
            <a:xfrm>
              <a:off x="5955506" y="4006221"/>
              <a:ext cx="284010" cy="413734"/>
            </a:xfrm>
            <a:custGeom>
              <a:avLst/>
              <a:gdLst>
                <a:gd name="csX0" fmla="*/ 264636 w 284010"/>
                <a:gd name="csY0" fmla="*/ 372535 h 413734"/>
                <a:gd name="csX1" fmla="*/ 239852 w 284010"/>
                <a:gd name="csY1" fmla="*/ 342043 h 413734"/>
                <a:gd name="csX2" fmla="*/ 248723 w 284010"/>
                <a:gd name="csY2" fmla="*/ 336633 h 413734"/>
                <a:gd name="csX3" fmla="*/ 245263 w 284010"/>
                <a:gd name="csY3" fmla="*/ 324307 h 413734"/>
                <a:gd name="csX4" fmla="*/ 230435 w 284010"/>
                <a:gd name="csY4" fmla="*/ 321386 h 413734"/>
                <a:gd name="csX5" fmla="*/ 225997 w 284010"/>
                <a:gd name="csY5" fmla="*/ 278778 h 413734"/>
                <a:gd name="csX6" fmla="*/ 216040 w 284010"/>
                <a:gd name="csY6" fmla="*/ 262452 h 413734"/>
                <a:gd name="csX7" fmla="*/ 235522 w 284010"/>
                <a:gd name="csY7" fmla="*/ 248933 h 413734"/>
                <a:gd name="csX8" fmla="*/ 259874 w 284010"/>
                <a:gd name="csY8" fmla="*/ 210115 h 413734"/>
                <a:gd name="csX9" fmla="*/ 243529 w 284010"/>
                <a:gd name="csY9" fmla="*/ 170320 h 413734"/>
                <a:gd name="csX10" fmla="*/ 199695 w 284010"/>
                <a:gd name="csY10" fmla="*/ 133445 h 413734"/>
                <a:gd name="csX11" fmla="*/ 211601 w 284010"/>
                <a:gd name="csY11" fmla="*/ 116465 h 413734"/>
                <a:gd name="csX12" fmla="*/ 262903 w 284010"/>
                <a:gd name="csY12" fmla="*/ 118738 h 413734"/>
                <a:gd name="csX13" fmla="*/ 239852 w 284010"/>
                <a:gd name="csY13" fmla="*/ 78181 h 413734"/>
                <a:gd name="csX14" fmla="*/ 244291 w 284010"/>
                <a:gd name="csY14" fmla="*/ 40551 h 413734"/>
                <a:gd name="csX15" fmla="*/ 225025 w 284010"/>
                <a:gd name="csY15" fmla="*/ 756 h 413734"/>
                <a:gd name="csX16" fmla="*/ 203486 w 284010"/>
                <a:gd name="csY16" fmla="*/ 0 h 413734"/>
                <a:gd name="csX17" fmla="*/ 205759 w 284010"/>
                <a:gd name="csY17" fmla="*/ 28010 h 413734"/>
                <a:gd name="csX18" fmla="*/ 221342 w 284010"/>
                <a:gd name="csY18" fmla="*/ 36874 h 413734"/>
                <a:gd name="csX19" fmla="*/ 219608 w 284010"/>
                <a:gd name="csY19" fmla="*/ 63367 h 413734"/>
                <a:gd name="csX20" fmla="*/ 194825 w 284010"/>
                <a:gd name="csY20" fmla="*/ 71266 h 413734"/>
                <a:gd name="csX21" fmla="*/ 177508 w 284010"/>
                <a:gd name="csY21" fmla="*/ 122307 h 413734"/>
                <a:gd name="csX22" fmla="*/ 161919 w 284010"/>
                <a:gd name="csY22" fmla="*/ 137014 h 413734"/>
                <a:gd name="csX23" fmla="*/ 158242 w 284010"/>
                <a:gd name="csY23" fmla="*/ 161989 h 413734"/>
                <a:gd name="csX24" fmla="*/ 134645 w 284010"/>
                <a:gd name="csY24" fmla="*/ 178213 h 413734"/>
                <a:gd name="csX25" fmla="*/ 109646 w 284010"/>
                <a:gd name="csY25" fmla="*/ 246012 h 413734"/>
                <a:gd name="csX26" fmla="*/ 92761 w 284010"/>
                <a:gd name="csY26" fmla="*/ 252933 h 413734"/>
                <a:gd name="csX27" fmla="*/ 89078 w 284010"/>
                <a:gd name="csY27" fmla="*/ 235744 h 413734"/>
                <a:gd name="csX28" fmla="*/ 75006 w 284010"/>
                <a:gd name="csY28" fmla="*/ 225901 h 413734"/>
                <a:gd name="csX29" fmla="*/ 64402 w 284010"/>
                <a:gd name="csY29" fmla="*/ 236500 h 413734"/>
                <a:gd name="csX30" fmla="*/ 51302 w 284010"/>
                <a:gd name="csY30" fmla="*/ 230657 h 413734"/>
                <a:gd name="csX31" fmla="*/ 7468 w 284010"/>
                <a:gd name="csY31" fmla="*/ 272618 h 413734"/>
                <a:gd name="csX32" fmla="*/ 8769 w 284010"/>
                <a:gd name="csY32" fmla="*/ 292837 h 413734"/>
                <a:gd name="csX33" fmla="*/ 0 w 284010"/>
                <a:gd name="csY33" fmla="*/ 309709 h 413734"/>
                <a:gd name="csX34" fmla="*/ 3461 w 284010"/>
                <a:gd name="csY34" fmla="*/ 313062 h 413734"/>
                <a:gd name="csX35" fmla="*/ 10827 w 284010"/>
                <a:gd name="csY35" fmla="*/ 315436 h 413734"/>
                <a:gd name="csX36" fmla="*/ 10173 w 284010"/>
                <a:gd name="csY36" fmla="*/ 324631 h 413734"/>
                <a:gd name="csX37" fmla="*/ 16669 w 284010"/>
                <a:gd name="csY37" fmla="*/ 335337 h 413734"/>
                <a:gd name="csX38" fmla="*/ 31820 w 284010"/>
                <a:gd name="csY38" fmla="*/ 338798 h 413734"/>
                <a:gd name="csX39" fmla="*/ 37668 w 284010"/>
                <a:gd name="csY39" fmla="*/ 339446 h 413734"/>
                <a:gd name="csX40" fmla="*/ 37122 w 284010"/>
                <a:gd name="csY40" fmla="*/ 343446 h 413734"/>
                <a:gd name="csX41" fmla="*/ 35827 w 284010"/>
                <a:gd name="csY41" fmla="*/ 348202 h 413734"/>
                <a:gd name="csX42" fmla="*/ 48057 w 284010"/>
                <a:gd name="csY42" fmla="*/ 368211 h 413734"/>
                <a:gd name="csX43" fmla="*/ 47733 w 284010"/>
                <a:gd name="csY43" fmla="*/ 375672 h 413734"/>
                <a:gd name="csX44" fmla="*/ 42863 w 284010"/>
                <a:gd name="csY44" fmla="*/ 390379 h 413734"/>
                <a:gd name="csX45" fmla="*/ 42754 w 284010"/>
                <a:gd name="csY45" fmla="*/ 393624 h 413734"/>
                <a:gd name="csX46" fmla="*/ 42971 w 284010"/>
                <a:gd name="csY46" fmla="*/ 393624 h 413734"/>
                <a:gd name="csX47" fmla="*/ 52063 w 284010"/>
                <a:gd name="csY47" fmla="*/ 394272 h 413734"/>
                <a:gd name="csX48" fmla="*/ 102610 w 284010"/>
                <a:gd name="csY48" fmla="*/ 394272 h 413734"/>
                <a:gd name="csX49" fmla="*/ 102610 w 284010"/>
                <a:gd name="csY49" fmla="*/ 392430 h 413734"/>
                <a:gd name="csX50" fmla="*/ 169494 w 284010"/>
                <a:gd name="csY50" fmla="*/ 392430 h 413734"/>
                <a:gd name="csX51" fmla="*/ 176422 w 284010"/>
                <a:gd name="csY51" fmla="*/ 393078 h 413734"/>
                <a:gd name="csX52" fmla="*/ 225673 w 284010"/>
                <a:gd name="csY52" fmla="*/ 393078 h 413734"/>
                <a:gd name="csX53" fmla="*/ 238011 w 284010"/>
                <a:gd name="csY53" fmla="*/ 401193 h 413734"/>
                <a:gd name="csX54" fmla="*/ 258032 w 284010"/>
                <a:gd name="csY54" fmla="*/ 399675 h 413734"/>
                <a:gd name="csX55" fmla="*/ 275133 w 284010"/>
                <a:gd name="csY55" fmla="*/ 413734 h 413734"/>
                <a:gd name="csX56" fmla="*/ 284010 w 284010"/>
                <a:gd name="csY56" fmla="*/ 409086 h 413734"/>
                <a:gd name="csX57" fmla="*/ 279571 w 284010"/>
                <a:gd name="csY57" fmla="*/ 400977 h 413734"/>
                <a:gd name="csX58" fmla="*/ 279571 w 284010"/>
                <a:gd name="csY58" fmla="*/ 395567 h 413734"/>
                <a:gd name="csX59" fmla="*/ 278600 w 284010"/>
                <a:gd name="csY59" fmla="*/ 378809 h 413734"/>
                <a:gd name="csX60" fmla="*/ 264744 w 284010"/>
                <a:gd name="csY60" fmla="*/ 372428 h 413734"/>
                <a:gd name="csX61" fmla="*/ 264636 w 284010"/>
                <a:gd name="csY61" fmla="*/ 372535 h 4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284010" h="413734">
                  <a:moveTo>
                    <a:pt x="264636" y="372535"/>
                  </a:moveTo>
                  <a:lnTo>
                    <a:pt x="239852" y="342043"/>
                  </a:lnTo>
                  <a:lnTo>
                    <a:pt x="248723" y="336633"/>
                  </a:lnTo>
                  <a:lnTo>
                    <a:pt x="245263" y="324307"/>
                  </a:lnTo>
                  <a:lnTo>
                    <a:pt x="230435" y="321386"/>
                  </a:lnTo>
                  <a:lnTo>
                    <a:pt x="225997" y="278778"/>
                  </a:lnTo>
                  <a:lnTo>
                    <a:pt x="216040" y="262452"/>
                  </a:lnTo>
                  <a:lnTo>
                    <a:pt x="235522" y="248933"/>
                  </a:lnTo>
                  <a:lnTo>
                    <a:pt x="259874" y="210115"/>
                  </a:lnTo>
                  <a:lnTo>
                    <a:pt x="243529" y="170320"/>
                  </a:lnTo>
                  <a:lnTo>
                    <a:pt x="199695" y="133445"/>
                  </a:lnTo>
                  <a:lnTo>
                    <a:pt x="211601" y="116465"/>
                  </a:lnTo>
                  <a:lnTo>
                    <a:pt x="262903" y="118738"/>
                  </a:lnTo>
                  <a:lnTo>
                    <a:pt x="239852" y="78181"/>
                  </a:lnTo>
                  <a:lnTo>
                    <a:pt x="244291" y="40551"/>
                  </a:lnTo>
                  <a:lnTo>
                    <a:pt x="225025" y="756"/>
                  </a:lnTo>
                  <a:lnTo>
                    <a:pt x="203486" y="0"/>
                  </a:lnTo>
                  <a:lnTo>
                    <a:pt x="205759" y="28010"/>
                  </a:lnTo>
                  <a:lnTo>
                    <a:pt x="221342" y="36874"/>
                  </a:lnTo>
                  <a:lnTo>
                    <a:pt x="219608" y="63367"/>
                  </a:lnTo>
                  <a:lnTo>
                    <a:pt x="194825" y="71266"/>
                  </a:lnTo>
                  <a:lnTo>
                    <a:pt x="177508" y="122307"/>
                  </a:lnTo>
                  <a:lnTo>
                    <a:pt x="161919" y="137014"/>
                  </a:lnTo>
                  <a:lnTo>
                    <a:pt x="158242" y="161989"/>
                  </a:lnTo>
                  <a:lnTo>
                    <a:pt x="134645" y="178213"/>
                  </a:lnTo>
                  <a:lnTo>
                    <a:pt x="109646" y="246012"/>
                  </a:lnTo>
                  <a:lnTo>
                    <a:pt x="92761" y="252933"/>
                  </a:lnTo>
                  <a:lnTo>
                    <a:pt x="89078" y="235744"/>
                  </a:lnTo>
                  <a:lnTo>
                    <a:pt x="75006" y="225901"/>
                  </a:lnTo>
                  <a:lnTo>
                    <a:pt x="64402" y="236500"/>
                  </a:lnTo>
                  <a:lnTo>
                    <a:pt x="51302" y="230657"/>
                  </a:lnTo>
                  <a:lnTo>
                    <a:pt x="7468" y="272618"/>
                  </a:lnTo>
                  <a:lnTo>
                    <a:pt x="8769" y="292837"/>
                  </a:lnTo>
                  <a:lnTo>
                    <a:pt x="0" y="309709"/>
                  </a:lnTo>
                  <a:cubicBezTo>
                    <a:pt x="2489" y="311112"/>
                    <a:pt x="4007" y="313493"/>
                    <a:pt x="3461" y="313062"/>
                  </a:cubicBezTo>
                  <a:cubicBezTo>
                    <a:pt x="6280" y="316846"/>
                    <a:pt x="8223" y="312738"/>
                    <a:pt x="10827" y="315436"/>
                  </a:cubicBezTo>
                  <a:cubicBezTo>
                    <a:pt x="13316" y="318141"/>
                    <a:pt x="8553" y="320091"/>
                    <a:pt x="10173" y="324631"/>
                  </a:cubicBezTo>
                  <a:cubicBezTo>
                    <a:pt x="11582" y="327660"/>
                    <a:pt x="12014" y="333388"/>
                    <a:pt x="16669" y="335337"/>
                  </a:cubicBezTo>
                  <a:cubicBezTo>
                    <a:pt x="26734" y="339554"/>
                    <a:pt x="29654" y="341605"/>
                    <a:pt x="31820" y="338798"/>
                  </a:cubicBezTo>
                  <a:cubicBezTo>
                    <a:pt x="33877" y="336201"/>
                    <a:pt x="38316" y="339661"/>
                    <a:pt x="37668" y="339446"/>
                  </a:cubicBezTo>
                  <a:cubicBezTo>
                    <a:pt x="40589" y="341497"/>
                    <a:pt x="36690" y="343986"/>
                    <a:pt x="37122" y="343446"/>
                  </a:cubicBezTo>
                  <a:cubicBezTo>
                    <a:pt x="35503" y="344418"/>
                    <a:pt x="34963" y="346583"/>
                    <a:pt x="35827" y="348202"/>
                  </a:cubicBezTo>
                  <a:cubicBezTo>
                    <a:pt x="41777" y="359340"/>
                    <a:pt x="48381" y="368751"/>
                    <a:pt x="48057" y="368211"/>
                  </a:cubicBezTo>
                  <a:cubicBezTo>
                    <a:pt x="50222" y="371564"/>
                    <a:pt x="47625" y="376320"/>
                    <a:pt x="47733" y="375672"/>
                  </a:cubicBezTo>
                  <a:cubicBezTo>
                    <a:pt x="45460" y="380644"/>
                    <a:pt x="42863" y="390919"/>
                    <a:pt x="42863" y="390379"/>
                  </a:cubicBezTo>
                  <a:cubicBezTo>
                    <a:pt x="42647" y="391566"/>
                    <a:pt x="42647" y="392646"/>
                    <a:pt x="42754" y="393624"/>
                  </a:cubicBezTo>
                  <a:lnTo>
                    <a:pt x="42971" y="393624"/>
                  </a:lnTo>
                  <a:lnTo>
                    <a:pt x="52063" y="394272"/>
                  </a:lnTo>
                  <a:lnTo>
                    <a:pt x="102610" y="394272"/>
                  </a:lnTo>
                  <a:lnTo>
                    <a:pt x="102610" y="392430"/>
                  </a:lnTo>
                  <a:lnTo>
                    <a:pt x="169494" y="392430"/>
                  </a:lnTo>
                  <a:lnTo>
                    <a:pt x="176422" y="393078"/>
                  </a:lnTo>
                  <a:lnTo>
                    <a:pt x="225673" y="393078"/>
                  </a:lnTo>
                  <a:lnTo>
                    <a:pt x="238011" y="401193"/>
                  </a:lnTo>
                  <a:lnTo>
                    <a:pt x="258032" y="399675"/>
                  </a:lnTo>
                  <a:lnTo>
                    <a:pt x="275133" y="413734"/>
                  </a:lnTo>
                  <a:lnTo>
                    <a:pt x="284010" y="409086"/>
                  </a:lnTo>
                  <a:lnTo>
                    <a:pt x="279571" y="400977"/>
                  </a:lnTo>
                  <a:lnTo>
                    <a:pt x="279571" y="395567"/>
                  </a:lnTo>
                  <a:lnTo>
                    <a:pt x="278600" y="378809"/>
                  </a:lnTo>
                  <a:lnTo>
                    <a:pt x="264744" y="372428"/>
                  </a:lnTo>
                  <a:lnTo>
                    <a:pt x="264636" y="3725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3BCE3039-2125-34A8-F4D4-1615404BF0B3}"/>
                </a:ext>
              </a:extLst>
            </p:cNvPr>
            <p:cNvSpPr/>
            <p:nvPr/>
          </p:nvSpPr>
          <p:spPr>
            <a:xfrm>
              <a:off x="5948677" y="4320103"/>
              <a:ext cx="8529" cy="6963"/>
            </a:xfrm>
            <a:custGeom>
              <a:avLst/>
              <a:gdLst>
                <a:gd name="csX0" fmla="*/ 6289 w 8529"/>
                <a:gd name="csY0" fmla="*/ 1554 h 6963"/>
                <a:gd name="csX1" fmla="*/ 9 w 8529"/>
                <a:gd name="csY1" fmla="*/ 3179 h 6963"/>
                <a:gd name="csX2" fmla="*/ 6613 w 8529"/>
                <a:gd name="csY2" fmla="*/ 6964 h 6963"/>
                <a:gd name="csX3" fmla="*/ 6397 w 8529"/>
                <a:gd name="csY3" fmla="*/ 1554 h 6963"/>
                <a:gd name="csX4" fmla="*/ 6289 w 8529"/>
                <a:gd name="csY4" fmla="*/ 1554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29" h="6963">
                  <a:moveTo>
                    <a:pt x="6289" y="1554"/>
                  </a:moveTo>
                  <a:cubicBezTo>
                    <a:pt x="3584" y="-2015"/>
                    <a:pt x="-207" y="1446"/>
                    <a:pt x="9" y="3179"/>
                  </a:cubicBezTo>
                  <a:cubicBezTo>
                    <a:pt x="548" y="7180"/>
                    <a:pt x="5965" y="6856"/>
                    <a:pt x="6613" y="6964"/>
                  </a:cubicBezTo>
                  <a:cubicBezTo>
                    <a:pt x="10943" y="6964"/>
                    <a:pt x="6613" y="2201"/>
                    <a:pt x="6397" y="1554"/>
                  </a:cubicBezTo>
                  <a:lnTo>
                    <a:pt x="6289" y="1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7DC23C99-ACC6-906C-7D11-3740A090123F}"/>
                </a:ext>
              </a:extLst>
            </p:cNvPr>
            <p:cNvSpPr/>
            <p:nvPr/>
          </p:nvSpPr>
          <p:spPr>
            <a:xfrm>
              <a:off x="6717156" y="4565726"/>
              <a:ext cx="71882" cy="76022"/>
            </a:xfrm>
            <a:custGeom>
              <a:avLst/>
              <a:gdLst>
                <a:gd name="csX0" fmla="*/ 37656 w 71882"/>
                <a:gd name="csY0" fmla="*/ 1835 h 76022"/>
                <a:gd name="csX1" fmla="*/ 34544 w 71882"/>
                <a:gd name="csY1" fmla="*/ 17519 h 76022"/>
                <a:gd name="csX2" fmla="*/ 21527 w 71882"/>
                <a:gd name="csY2" fmla="*/ 18923 h 76022"/>
                <a:gd name="csX3" fmla="*/ 12574 w 71882"/>
                <a:gd name="csY3" fmla="*/ 10490 h 76022"/>
                <a:gd name="csX4" fmla="*/ 0 w 71882"/>
                <a:gd name="csY4" fmla="*/ 15138 h 76022"/>
                <a:gd name="csX5" fmla="*/ 0 w 71882"/>
                <a:gd name="csY5" fmla="*/ 15354 h 76022"/>
                <a:gd name="csX6" fmla="*/ 7049 w 71882"/>
                <a:gd name="csY6" fmla="*/ 39688 h 76022"/>
                <a:gd name="csX7" fmla="*/ 11621 w 71882"/>
                <a:gd name="csY7" fmla="*/ 39903 h 76022"/>
                <a:gd name="csX8" fmla="*/ 17209 w 71882"/>
                <a:gd name="csY8" fmla="*/ 56445 h 76022"/>
                <a:gd name="csX9" fmla="*/ 26988 w 71882"/>
                <a:gd name="csY9" fmla="*/ 76022 h 76022"/>
                <a:gd name="csX10" fmla="*/ 43307 w 71882"/>
                <a:gd name="csY10" fmla="*/ 73209 h 76022"/>
                <a:gd name="csX11" fmla="*/ 71565 w 71882"/>
                <a:gd name="csY11" fmla="*/ 37090 h 76022"/>
                <a:gd name="csX12" fmla="*/ 71882 w 71882"/>
                <a:gd name="csY12" fmla="*/ 26816 h 76022"/>
                <a:gd name="csX13" fmla="*/ 56262 w 71882"/>
                <a:gd name="csY13" fmla="*/ 22384 h 76022"/>
                <a:gd name="csX14" fmla="*/ 60389 w 71882"/>
                <a:gd name="csY14" fmla="*/ 5080 h 76022"/>
                <a:gd name="csX15" fmla="*/ 52261 w 71882"/>
                <a:gd name="csY15" fmla="*/ 0 h 76022"/>
                <a:gd name="csX16" fmla="*/ 37656 w 71882"/>
                <a:gd name="csY16" fmla="*/ 1835 h 76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882" h="76022">
                  <a:moveTo>
                    <a:pt x="37656" y="1835"/>
                  </a:moveTo>
                  <a:lnTo>
                    <a:pt x="34544" y="17519"/>
                  </a:lnTo>
                  <a:lnTo>
                    <a:pt x="21527" y="18923"/>
                  </a:lnTo>
                  <a:lnTo>
                    <a:pt x="12574" y="10490"/>
                  </a:lnTo>
                  <a:lnTo>
                    <a:pt x="0" y="15138"/>
                  </a:lnTo>
                  <a:lnTo>
                    <a:pt x="0" y="15354"/>
                  </a:lnTo>
                  <a:lnTo>
                    <a:pt x="7049" y="39688"/>
                  </a:lnTo>
                  <a:lnTo>
                    <a:pt x="11621" y="39903"/>
                  </a:lnTo>
                  <a:cubicBezTo>
                    <a:pt x="17653" y="40227"/>
                    <a:pt x="13399" y="49200"/>
                    <a:pt x="17209" y="56445"/>
                  </a:cubicBezTo>
                  <a:cubicBezTo>
                    <a:pt x="23623" y="68453"/>
                    <a:pt x="26289" y="72777"/>
                    <a:pt x="26988" y="76022"/>
                  </a:cubicBezTo>
                  <a:lnTo>
                    <a:pt x="43307" y="73209"/>
                  </a:lnTo>
                  <a:lnTo>
                    <a:pt x="71565" y="37090"/>
                  </a:lnTo>
                  <a:lnTo>
                    <a:pt x="71882" y="26816"/>
                  </a:lnTo>
                  <a:lnTo>
                    <a:pt x="56262" y="22384"/>
                  </a:lnTo>
                  <a:lnTo>
                    <a:pt x="60389" y="5080"/>
                  </a:lnTo>
                  <a:lnTo>
                    <a:pt x="52261" y="0"/>
                  </a:lnTo>
                  <a:lnTo>
                    <a:pt x="37656" y="18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97479768-F04A-25DB-4DC4-9E7E1C5812AB}"/>
                </a:ext>
              </a:extLst>
            </p:cNvPr>
            <p:cNvSpPr/>
            <p:nvPr/>
          </p:nvSpPr>
          <p:spPr>
            <a:xfrm>
              <a:off x="5426018" y="3931608"/>
              <a:ext cx="293858" cy="215195"/>
            </a:xfrm>
            <a:custGeom>
              <a:avLst/>
              <a:gdLst>
                <a:gd name="csX0" fmla="*/ 290074 w 293858"/>
                <a:gd name="csY0" fmla="*/ 99054 h 215195"/>
                <a:gd name="csX1" fmla="*/ 281413 w 293858"/>
                <a:gd name="csY1" fmla="*/ 88455 h 215195"/>
                <a:gd name="csX2" fmla="*/ 242881 w 293858"/>
                <a:gd name="csY2" fmla="*/ 79483 h 215195"/>
                <a:gd name="csX3" fmla="*/ 252082 w 293858"/>
                <a:gd name="csY3" fmla="*/ 66072 h 215195"/>
                <a:gd name="csX4" fmla="*/ 228378 w 293858"/>
                <a:gd name="csY4" fmla="*/ 49962 h 215195"/>
                <a:gd name="csX5" fmla="*/ 212471 w 293858"/>
                <a:gd name="csY5" fmla="*/ 23895 h 215195"/>
                <a:gd name="csX6" fmla="*/ 215068 w 293858"/>
                <a:gd name="csY6" fmla="*/ 3785 h 215195"/>
                <a:gd name="csX7" fmla="*/ 183350 w 293858"/>
                <a:gd name="csY7" fmla="*/ 0 h 215195"/>
                <a:gd name="csX8" fmla="*/ 133998 w 293858"/>
                <a:gd name="csY8" fmla="*/ 18707 h 215195"/>
                <a:gd name="csX9" fmla="*/ 129559 w 293858"/>
                <a:gd name="csY9" fmla="*/ 36335 h 215195"/>
                <a:gd name="csX10" fmla="*/ 113976 w 293858"/>
                <a:gd name="csY10" fmla="*/ 30493 h 215195"/>
                <a:gd name="csX11" fmla="*/ 100660 w 293858"/>
                <a:gd name="csY11" fmla="*/ 39363 h 215195"/>
                <a:gd name="csX12" fmla="*/ 97091 w 293858"/>
                <a:gd name="csY12" fmla="*/ 54070 h 215195"/>
                <a:gd name="csX13" fmla="*/ 84315 w 293858"/>
                <a:gd name="csY13" fmla="*/ 56013 h 215195"/>
                <a:gd name="csX14" fmla="*/ 74898 w 293858"/>
                <a:gd name="csY14" fmla="*/ 74181 h 215195"/>
                <a:gd name="csX15" fmla="*/ 55524 w 293858"/>
                <a:gd name="csY15" fmla="*/ 62935 h 215195"/>
                <a:gd name="csX16" fmla="*/ 45136 w 293858"/>
                <a:gd name="csY16" fmla="*/ 73209 h 215195"/>
                <a:gd name="csX17" fmla="*/ 49574 w 293858"/>
                <a:gd name="csY17" fmla="*/ 87052 h 215195"/>
                <a:gd name="csX18" fmla="*/ 40157 w 293858"/>
                <a:gd name="csY18" fmla="*/ 92888 h 215195"/>
                <a:gd name="csX19" fmla="*/ 29223 w 293858"/>
                <a:gd name="csY19" fmla="*/ 117437 h 215195"/>
                <a:gd name="csX20" fmla="*/ 8985 w 293858"/>
                <a:gd name="csY20" fmla="*/ 121869 h 215195"/>
                <a:gd name="csX21" fmla="*/ 12446 w 293858"/>
                <a:gd name="csY21" fmla="*/ 142526 h 215195"/>
                <a:gd name="csX22" fmla="*/ 978 w 293858"/>
                <a:gd name="csY22" fmla="*/ 153340 h 215195"/>
                <a:gd name="csX23" fmla="*/ 0 w 293858"/>
                <a:gd name="csY23" fmla="*/ 174428 h 215195"/>
                <a:gd name="csX24" fmla="*/ 21647 w 293858"/>
                <a:gd name="csY24" fmla="*/ 181889 h 215195"/>
                <a:gd name="csX25" fmla="*/ 28359 w 293858"/>
                <a:gd name="csY25" fmla="*/ 203949 h 215195"/>
                <a:gd name="csX26" fmla="*/ 44056 w 293858"/>
                <a:gd name="csY26" fmla="*/ 207518 h 215195"/>
                <a:gd name="csX27" fmla="*/ 47517 w 293858"/>
                <a:gd name="csY27" fmla="*/ 199949 h 215195"/>
                <a:gd name="csX28" fmla="*/ 69596 w 293858"/>
                <a:gd name="csY28" fmla="*/ 192919 h 215195"/>
                <a:gd name="csX29" fmla="*/ 87020 w 293858"/>
                <a:gd name="csY29" fmla="*/ 215195 h 215195"/>
                <a:gd name="csX30" fmla="*/ 105423 w 293858"/>
                <a:gd name="csY30" fmla="*/ 211843 h 215195"/>
                <a:gd name="csX31" fmla="*/ 102610 w 293858"/>
                <a:gd name="csY31" fmla="*/ 177559 h 215195"/>
                <a:gd name="csX32" fmla="*/ 95790 w 293858"/>
                <a:gd name="csY32" fmla="*/ 171507 h 215195"/>
                <a:gd name="csX33" fmla="*/ 99796 w 293858"/>
                <a:gd name="csY33" fmla="*/ 155283 h 215195"/>
                <a:gd name="csX34" fmla="*/ 176428 w 293858"/>
                <a:gd name="csY34" fmla="*/ 154312 h 215195"/>
                <a:gd name="csX35" fmla="*/ 184975 w 293858"/>
                <a:gd name="csY35" fmla="*/ 158312 h 215195"/>
                <a:gd name="csX36" fmla="*/ 196126 w 293858"/>
                <a:gd name="csY36" fmla="*/ 148799 h 215195"/>
                <a:gd name="csX37" fmla="*/ 241370 w 293858"/>
                <a:gd name="csY37" fmla="*/ 154419 h 215195"/>
                <a:gd name="csX38" fmla="*/ 248514 w 293858"/>
                <a:gd name="csY38" fmla="*/ 153879 h 215195"/>
                <a:gd name="csX39" fmla="*/ 261499 w 293858"/>
                <a:gd name="csY39" fmla="*/ 137008 h 215195"/>
                <a:gd name="csX40" fmla="*/ 280765 w 293858"/>
                <a:gd name="csY40" fmla="*/ 140252 h 215195"/>
                <a:gd name="csX41" fmla="*/ 293859 w 293858"/>
                <a:gd name="csY41" fmla="*/ 127819 h 215195"/>
                <a:gd name="csX42" fmla="*/ 280441 w 293858"/>
                <a:gd name="csY42" fmla="*/ 103162 h 215195"/>
                <a:gd name="csX43" fmla="*/ 290074 w 293858"/>
                <a:gd name="csY43" fmla="*/ 99054 h 215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3858" h="215195">
                  <a:moveTo>
                    <a:pt x="290074" y="99054"/>
                  </a:moveTo>
                  <a:lnTo>
                    <a:pt x="281413" y="88455"/>
                  </a:lnTo>
                  <a:lnTo>
                    <a:pt x="242881" y="79483"/>
                  </a:lnTo>
                  <a:lnTo>
                    <a:pt x="252082" y="66072"/>
                  </a:lnTo>
                  <a:lnTo>
                    <a:pt x="228378" y="49962"/>
                  </a:lnTo>
                  <a:lnTo>
                    <a:pt x="212471" y="23895"/>
                  </a:lnTo>
                  <a:lnTo>
                    <a:pt x="215068" y="3785"/>
                  </a:lnTo>
                  <a:lnTo>
                    <a:pt x="183350" y="0"/>
                  </a:lnTo>
                  <a:lnTo>
                    <a:pt x="133998" y="18707"/>
                  </a:lnTo>
                  <a:lnTo>
                    <a:pt x="129559" y="36335"/>
                  </a:lnTo>
                  <a:lnTo>
                    <a:pt x="113976" y="30493"/>
                  </a:lnTo>
                  <a:lnTo>
                    <a:pt x="100660" y="39363"/>
                  </a:lnTo>
                  <a:lnTo>
                    <a:pt x="97091" y="54070"/>
                  </a:lnTo>
                  <a:lnTo>
                    <a:pt x="84315" y="56013"/>
                  </a:lnTo>
                  <a:lnTo>
                    <a:pt x="74898" y="74181"/>
                  </a:lnTo>
                  <a:lnTo>
                    <a:pt x="55524" y="62935"/>
                  </a:lnTo>
                  <a:lnTo>
                    <a:pt x="45136" y="73209"/>
                  </a:lnTo>
                  <a:lnTo>
                    <a:pt x="49574" y="87052"/>
                  </a:lnTo>
                  <a:lnTo>
                    <a:pt x="40157" y="92888"/>
                  </a:lnTo>
                  <a:lnTo>
                    <a:pt x="29223" y="117437"/>
                  </a:lnTo>
                  <a:lnTo>
                    <a:pt x="8985" y="121869"/>
                  </a:lnTo>
                  <a:lnTo>
                    <a:pt x="12446" y="142526"/>
                  </a:lnTo>
                  <a:lnTo>
                    <a:pt x="978" y="153340"/>
                  </a:lnTo>
                  <a:lnTo>
                    <a:pt x="0" y="174428"/>
                  </a:lnTo>
                  <a:lnTo>
                    <a:pt x="21647" y="181889"/>
                  </a:lnTo>
                  <a:lnTo>
                    <a:pt x="28359" y="203949"/>
                  </a:lnTo>
                  <a:lnTo>
                    <a:pt x="44056" y="207518"/>
                  </a:lnTo>
                  <a:lnTo>
                    <a:pt x="47517" y="199949"/>
                  </a:lnTo>
                  <a:lnTo>
                    <a:pt x="69596" y="192919"/>
                  </a:lnTo>
                  <a:lnTo>
                    <a:pt x="87020" y="215195"/>
                  </a:lnTo>
                  <a:lnTo>
                    <a:pt x="105423" y="211843"/>
                  </a:lnTo>
                  <a:lnTo>
                    <a:pt x="102610" y="177559"/>
                  </a:lnTo>
                  <a:lnTo>
                    <a:pt x="95790" y="171507"/>
                  </a:lnTo>
                  <a:lnTo>
                    <a:pt x="99796" y="155283"/>
                  </a:lnTo>
                  <a:lnTo>
                    <a:pt x="176428" y="154312"/>
                  </a:lnTo>
                  <a:lnTo>
                    <a:pt x="184975" y="158312"/>
                  </a:lnTo>
                  <a:lnTo>
                    <a:pt x="196126" y="148799"/>
                  </a:lnTo>
                  <a:lnTo>
                    <a:pt x="241370" y="154419"/>
                  </a:lnTo>
                  <a:lnTo>
                    <a:pt x="248514" y="153879"/>
                  </a:lnTo>
                  <a:lnTo>
                    <a:pt x="261499" y="137008"/>
                  </a:lnTo>
                  <a:lnTo>
                    <a:pt x="280765" y="140252"/>
                  </a:lnTo>
                  <a:lnTo>
                    <a:pt x="293859" y="127819"/>
                  </a:lnTo>
                  <a:lnTo>
                    <a:pt x="280441" y="103162"/>
                  </a:lnTo>
                  <a:lnTo>
                    <a:pt x="290074" y="99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4E42DBE-F690-3EF3-DA17-C5E87550DC87}"/>
                </a:ext>
              </a:extLst>
            </p:cNvPr>
            <p:cNvSpPr/>
            <p:nvPr/>
          </p:nvSpPr>
          <p:spPr>
            <a:xfrm>
              <a:off x="5756020" y="6811211"/>
              <a:ext cx="8001" cy="7253"/>
            </a:xfrm>
            <a:custGeom>
              <a:avLst/>
              <a:gdLst>
                <a:gd name="csX0" fmla="*/ 7366 w 8001"/>
                <a:gd name="csY0" fmla="*/ 1958 h 7253"/>
                <a:gd name="csX1" fmla="*/ 7 w 8001"/>
                <a:gd name="csY1" fmla="*/ 3990 h 7253"/>
                <a:gd name="csX2" fmla="*/ 5417 w 8001"/>
                <a:gd name="csY2" fmla="*/ 7229 h 7253"/>
                <a:gd name="csX3" fmla="*/ 7906 w 8001"/>
                <a:gd name="csY3" fmla="*/ 3672 h 7253"/>
                <a:gd name="csX4" fmla="*/ 7475 w 8001"/>
                <a:gd name="csY4" fmla="*/ 1958 h 7253"/>
                <a:gd name="csX5" fmla="*/ 7366 w 8001"/>
                <a:gd name="csY5" fmla="*/ 1958 h 7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1" h="7253">
                  <a:moveTo>
                    <a:pt x="7366" y="1958"/>
                  </a:moveTo>
                  <a:cubicBezTo>
                    <a:pt x="6179" y="-2741"/>
                    <a:pt x="115" y="2275"/>
                    <a:pt x="7" y="3990"/>
                  </a:cubicBezTo>
                  <a:cubicBezTo>
                    <a:pt x="-209" y="8118"/>
                    <a:pt x="4769" y="7101"/>
                    <a:pt x="5417" y="7229"/>
                  </a:cubicBezTo>
                  <a:cubicBezTo>
                    <a:pt x="7259" y="7229"/>
                    <a:pt x="8338" y="5641"/>
                    <a:pt x="7906" y="3672"/>
                  </a:cubicBezTo>
                  <a:lnTo>
                    <a:pt x="7475" y="1958"/>
                  </a:lnTo>
                  <a:lnTo>
                    <a:pt x="7366" y="19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C03E5901-1BB2-C347-3295-EA17B17228BF}"/>
                </a:ext>
              </a:extLst>
            </p:cNvPr>
            <p:cNvSpPr/>
            <p:nvPr/>
          </p:nvSpPr>
          <p:spPr>
            <a:xfrm>
              <a:off x="6381178" y="5150535"/>
              <a:ext cx="349758" cy="355231"/>
            </a:xfrm>
            <a:custGeom>
              <a:avLst/>
              <a:gdLst>
                <a:gd name="csX0" fmla="*/ 22289 w 349758"/>
                <a:gd name="csY0" fmla="*/ 337496 h 355231"/>
                <a:gd name="csX1" fmla="*/ 25337 w 349758"/>
                <a:gd name="csY1" fmla="*/ 355232 h 355231"/>
                <a:gd name="csX2" fmla="*/ 66929 w 349758"/>
                <a:gd name="csY2" fmla="*/ 352959 h 355231"/>
                <a:gd name="csX3" fmla="*/ 101854 w 349758"/>
                <a:gd name="csY3" fmla="*/ 319869 h 355231"/>
                <a:gd name="csX4" fmla="*/ 110744 w 349758"/>
                <a:gd name="csY4" fmla="*/ 291103 h 355231"/>
                <a:gd name="csX5" fmla="*/ 131509 w 349758"/>
                <a:gd name="csY5" fmla="*/ 290347 h 355231"/>
                <a:gd name="csX6" fmla="*/ 149415 w 349758"/>
                <a:gd name="csY6" fmla="*/ 305054 h 355231"/>
                <a:gd name="csX7" fmla="*/ 185103 w 349758"/>
                <a:gd name="csY7" fmla="*/ 311760 h 355231"/>
                <a:gd name="csX8" fmla="*/ 210312 w 349758"/>
                <a:gd name="csY8" fmla="*/ 305054 h 355231"/>
                <a:gd name="csX9" fmla="*/ 222250 w 349758"/>
                <a:gd name="csY9" fmla="*/ 269691 h 355231"/>
                <a:gd name="csX10" fmla="*/ 256413 w 349758"/>
                <a:gd name="csY10" fmla="*/ 249041 h 355231"/>
                <a:gd name="csX11" fmla="*/ 266255 w 349758"/>
                <a:gd name="csY11" fmla="*/ 223736 h 355231"/>
                <a:gd name="csX12" fmla="*/ 309372 w 349758"/>
                <a:gd name="csY12" fmla="*/ 187617 h 355231"/>
                <a:gd name="csX13" fmla="*/ 334264 w 349758"/>
                <a:gd name="csY13" fmla="*/ 180912 h 355231"/>
                <a:gd name="csX14" fmla="*/ 339153 w 349758"/>
                <a:gd name="csY14" fmla="*/ 168694 h 355231"/>
                <a:gd name="csX15" fmla="*/ 349758 w 349758"/>
                <a:gd name="csY15" fmla="*/ 167177 h 355231"/>
                <a:gd name="csX16" fmla="*/ 349314 w 349758"/>
                <a:gd name="csY16" fmla="*/ 166529 h 355231"/>
                <a:gd name="csX17" fmla="*/ 336867 w 349758"/>
                <a:gd name="csY17" fmla="*/ 151823 h 355231"/>
                <a:gd name="csX18" fmla="*/ 302197 w 349758"/>
                <a:gd name="csY18" fmla="*/ 145333 h 355231"/>
                <a:gd name="csX19" fmla="*/ 288925 w 349758"/>
                <a:gd name="csY19" fmla="*/ 125762 h 355231"/>
                <a:gd name="csX20" fmla="*/ 288353 w 349758"/>
                <a:gd name="csY20" fmla="*/ 103594 h 355231"/>
                <a:gd name="csX21" fmla="*/ 273431 w 349758"/>
                <a:gd name="csY21" fmla="*/ 101105 h 355231"/>
                <a:gd name="csX22" fmla="*/ 270065 w 349758"/>
                <a:gd name="csY22" fmla="*/ 86938 h 355231"/>
                <a:gd name="csX23" fmla="*/ 229362 w 349758"/>
                <a:gd name="csY23" fmla="*/ 65748 h 355231"/>
                <a:gd name="csX24" fmla="*/ 223965 w 349758"/>
                <a:gd name="csY24" fmla="*/ 42710 h 355231"/>
                <a:gd name="csX25" fmla="*/ 196278 w 349758"/>
                <a:gd name="csY25" fmla="*/ 0 h 355231"/>
                <a:gd name="csX26" fmla="*/ 170942 w 349758"/>
                <a:gd name="csY26" fmla="*/ 20974 h 355231"/>
                <a:gd name="csX27" fmla="*/ 160528 w 349758"/>
                <a:gd name="csY27" fmla="*/ 15139 h 355231"/>
                <a:gd name="csX28" fmla="*/ 132842 w 349758"/>
                <a:gd name="csY28" fmla="*/ 36227 h 355231"/>
                <a:gd name="csX29" fmla="*/ 123380 w 349758"/>
                <a:gd name="csY29" fmla="*/ 19571 h 355231"/>
                <a:gd name="csX30" fmla="*/ 38672 w 349758"/>
                <a:gd name="csY30" fmla="*/ 36227 h 355231"/>
                <a:gd name="csX31" fmla="*/ 38672 w 349758"/>
                <a:gd name="csY31" fmla="*/ 162852 h 355231"/>
                <a:gd name="csX32" fmla="*/ 0 w 349758"/>
                <a:gd name="csY32" fmla="*/ 162852 h 355231"/>
                <a:gd name="csX33" fmla="*/ 0 w 349758"/>
                <a:gd name="csY33" fmla="*/ 271209 h 355231"/>
                <a:gd name="csX34" fmla="*/ 33465 w 349758"/>
                <a:gd name="csY34" fmla="*/ 319113 h 355231"/>
                <a:gd name="csX35" fmla="*/ 22289 w 349758"/>
                <a:gd name="csY35" fmla="*/ 337496 h 35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49758" h="355231">
                  <a:moveTo>
                    <a:pt x="22289" y="337496"/>
                  </a:moveTo>
                  <a:lnTo>
                    <a:pt x="25337" y="355232"/>
                  </a:lnTo>
                  <a:lnTo>
                    <a:pt x="66929" y="352959"/>
                  </a:lnTo>
                  <a:lnTo>
                    <a:pt x="101854" y="319869"/>
                  </a:lnTo>
                  <a:lnTo>
                    <a:pt x="110744" y="291103"/>
                  </a:lnTo>
                  <a:lnTo>
                    <a:pt x="131509" y="290347"/>
                  </a:lnTo>
                  <a:lnTo>
                    <a:pt x="149415" y="305054"/>
                  </a:lnTo>
                  <a:lnTo>
                    <a:pt x="185103" y="311760"/>
                  </a:lnTo>
                  <a:lnTo>
                    <a:pt x="210312" y="305054"/>
                  </a:lnTo>
                  <a:lnTo>
                    <a:pt x="222250" y="269691"/>
                  </a:lnTo>
                  <a:lnTo>
                    <a:pt x="256413" y="249041"/>
                  </a:lnTo>
                  <a:lnTo>
                    <a:pt x="266255" y="223736"/>
                  </a:lnTo>
                  <a:lnTo>
                    <a:pt x="309372" y="187617"/>
                  </a:lnTo>
                  <a:lnTo>
                    <a:pt x="334264" y="180912"/>
                  </a:lnTo>
                  <a:lnTo>
                    <a:pt x="339153" y="168694"/>
                  </a:lnTo>
                  <a:lnTo>
                    <a:pt x="349758" y="167177"/>
                  </a:lnTo>
                  <a:lnTo>
                    <a:pt x="349314" y="166529"/>
                  </a:lnTo>
                  <a:lnTo>
                    <a:pt x="336867" y="151823"/>
                  </a:lnTo>
                  <a:lnTo>
                    <a:pt x="302197" y="145333"/>
                  </a:lnTo>
                  <a:lnTo>
                    <a:pt x="288925" y="125762"/>
                  </a:lnTo>
                  <a:lnTo>
                    <a:pt x="288353" y="103594"/>
                  </a:lnTo>
                  <a:lnTo>
                    <a:pt x="273431" y="101105"/>
                  </a:lnTo>
                  <a:lnTo>
                    <a:pt x="270065" y="86938"/>
                  </a:lnTo>
                  <a:lnTo>
                    <a:pt x="229362" y="65748"/>
                  </a:lnTo>
                  <a:lnTo>
                    <a:pt x="223965" y="42710"/>
                  </a:lnTo>
                  <a:lnTo>
                    <a:pt x="196278" y="0"/>
                  </a:lnTo>
                  <a:lnTo>
                    <a:pt x="170942" y="20974"/>
                  </a:lnTo>
                  <a:lnTo>
                    <a:pt x="160528" y="15139"/>
                  </a:lnTo>
                  <a:lnTo>
                    <a:pt x="132842" y="36227"/>
                  </a:lnTo>
                  <a:lnTo>
                    <a:pt x="123380" y="19571"/>
                  </a:lnTo>
                  <a:lnTo>
                    <a:pt x="38672" y="36227"/>
                  </a:lnTo>
                  <a:lnTo>
                    <a:pt x="38672" y="162852"/>
                  </a:lnTo>
                  <a:lnTo>
                    <a:pt x="0" y="162852"/>
                  </a:lnTo>
                  <a:lnTo>
                    <a:pt x="0" y="271209"/>
                  </a:lnTo>
                  <a:lnTo>
                    <a:pt x="33465" y="319113"/>
                  </a:lnTo>
                  <a:lnTo>
                    <a:pt x="22289" y="3374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DCC700-F137-0CBC-8823-AC3461F33947}"/>
                </a:ext>
              </a:extLst>
            </p:cNvPr>
            <p:cNvSpPr/>
            <p:nvPr/>
          </p:nvSpPr>
          <p:spPr>
            <a:xfrm>
              <a:off x="5666301" y="4033907"/>
              <a:ext cx="111918" cy="226872"/>
            </a:xfrm>
            <a:custGeom>
              <a:avLst/>
              <a:gdLst>
                <a:gd name="csX0" fmla="*/ 71330 w 111918"/>
                <a:gd name="csY0" fmla="*/ 125654 h 226872"/>
                <a:gd name="csX1" fmla="*/ 84639 w 111918"/>
                <a:gd name="csY1" fmla="*/ 122193 h 226872"/>
                <a:gd name="csX2" fmla="*/ 111919 w 111918"/>
                <a:gd name="csY2" fmla="*/ 65640 h 226872"/>
                <a:gd name="csX3" fmla="*/ 95034 w 111918"/>
                <a:gd name="csY3" fmla="*/ 40119 h 226872"/>
                <a:gd name="csX4" fmla="*/ 98711 w 111918"/>
                <a:gd name="csY4" fmla="*/ 26492 h 226872"/>
                <a:gd name="csX5" fmla="*/ 72733 w 111918"/>
                <a:gd name="csY5" fmla="*/ 0 h 226872"/>
                <a:gd name="csX6" fmla="*/ 53467 w 111918"/>
                <a:gd name="csY6" fmla="*/ 25413 h 226872"/>
                <a:gd name="csX7" fmla="*/ 40481 w 111918"/>
                <a:gd name="csY7" fmla="*/ 37954 h 226872"/>
                <a:gd name="csX8" fmla="*/ 21215 w 111918"/>
                <a:gd name="csY8" fmla="*/ 34601 h 226872"/>
                <a:gd name="csX9" fmla="*/ 8223 w 111918"/>
                <a:gd name="csY9" fmla="*/ 51581 h 226872"/>
                <a:gd name="csX10" fmla="*/ 1079 w 111918"/>
                <a:gd name="csY10" fmla="*/ 52121 h 226872"/>
                <a:gd name="csX11" fmla="*/ 0 w 111918"/>
                <a:gd name="csY11" fmla="*/ 79692 h 226872"/>
                <a:gd name="csX12" fmla="*/ 17856 w 111918"/>
                <a:gd name="csY12" fmla="*/ 90837 h 226872"/>
                <a:gd name="csX13" fmla="*/ 16345 w 111918"/>
                <a:gd name="csY13" fmla="*/ 111703 h 226872"/>
                <a:gd name="csX14" fmla="*/ 28251 w 111918"/>
                <a:gd name="csY14" fmla="*/ 125654 h 226872"/>
                <a:gd name="csX15" fmla="*/ 29223 w 111918"/>
                <a:gd name="csY15" fmla="*/ 226873 h 226872"/>
                <a:gd name="csX16" fmla="*/ 53467 w 111918"/>
                <a:gd name="csY16" fmla="*/ 221679 h 226872"/>
                <a:gd name="csX17" fmla="*/ 69920 w 111918"/>
                <a:gd name="csY17" fmla="*/ 220491 h 226872"/>
                <a:gd name="csX18" fmla="*/ 71438 w 111918"/>
                <a:gd name="csY18" fmla="*/ 125546 h 226872"/>
                <a:gd name="csX19" fmla="*/ 71330 w 111918"/>
                <a:gd name="csY19" fmla="*/ 125654 h 226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1918" h="226872">
                  <a:moveTo>
                    <a:pt x="71330" y="125654"/>
                  </a:moveTo>
                  <a:lnTo>
                    <a:pt x="84639" y="122193"/>
                  </a:lnTo>
                  <a:lnTo>
                    <a:pt x="111919" y="65640"/>
                  </a:lnTo>
                  <a:lnTo>
                    <a:pt x="95034" y="40119"/>
                  </a:lnTo>
                  <a:lnTo>
                    <a:pt x="98711" y="26492"/>
                  </a:lnTo>
                  <a:lnTo>
                    <a:pt x="72733" y="0"/>
                  </a:lnTo>
                  <a:lnTo>
                    <a:pt x="53467" y="25413"/>
                  </a:lnTo>
                  <a:lnTo>
                    <a:pt x="40481" y="37954"/>
                  </a:lnTo>
                  <a:lnTo>
                    <a:pt x="21215" y="34601"/>
                  </a:lnTo>
                  <a:lnTo>
                    <a:pt x="8223" y="51581"/>
                  </a:lnTo>
                  <a:lnTo>
                    <a:pt x="1079" y="52121"/>
                  </a:lnTo>
                  <a:lnTo>
                    <a:pt x="0" y="79692"/>
                  </a:lnTo>
                  <a:lnTo>
                    <a:pt x="17856" y="90837"/>
                  </a:lnTo>
                  <a:lnTo>
                    <a:pt x="16345" y="111703"/>
                  </a:lnTo>
                  <a:lnTo>
                    <a:pt x="28251" y="125654"/>
                  </a:lnTo>
                  <a:lnTo>
                    <a:pt x="29223" y="226873"/>
                  </a:lnTo>
                  <a:cubicBezTo>
                    <a:pt x="49899" y="222002"/>
                    <a:pt x="50114" y="221895"/>
                    <a:pt x="53467" y="221679"/>
                  </a:cubicBezTo>
                  <a:cubicBezTo>
                    <a:pt x="59855" y="221247"/>
                    <a:pt x="65157" y="220815"/>
                    <a:pt x="69920" y="220491"/>
                  </a:cubicBezTo>
                  <a:lnTo>
                    <a:pt x="71438" y="125546"/>
                  </a:lnTo>
                  <a:lnTo>
                    <a:pt x="71330" y="125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3052F7A7-613C-21A4-EA6D-464D759162CA}"/>
                </a:ext>
              </a:extLst>
            </p:cNvPr>
            <p:cNvSpPr/>
            <p:nvPr/>
          </p:nvSpPr>
          <p:spPr>
            <a:xfrm>
              <a:off x="5090153" y="4771245"/>
              <a:ext cx="9287" cy="9196"/>
            </a:xfrm>
            <a:custGeom>
              <a:avLst/>
              <a:gdLst>
                <a:gd name="csX0" fmla="*/ 553 w 9287"/>
                <a:gd name="csY0" fmla="*/ 4481 h 9196"/>
                <a:gd name="csX1" fmla="*/ 229 w 9287"/>
                <a:gd name="csY1" fmla="*/ 5567 h 9196"/>
                <a:gd name="csX2" fmla="*/ 5963 w 9287"/>
                <a:gd name="csY2" fmla="*/ 9028 h 9196"/>
                <a:gd name="csX3" fmla="*/ 9208 w 9287"/>
                <a:gd name="csY3" fmla="*/ 4805 h 9196"/>
                <a:gd name="csX4" fmla="*/ 8884 w 9287"/>
                <a:gd name="csY4" fmla="*/ 3402 h 9196"/>
                <a:gd name="csX5" fmla="*/ 445 w 9287"/>
                <a:gd name="csY5" fmla="*/ 4481 h 9196"/>
                <a:gd name="csX6" fmla="*/ 553 w 9287"/>
                <a:gd name="csY6" fmla="*/ 4481 h 9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87" h="9196">
                  <a:moveTo>
                    <a:pt x="553" y="4481"/>
                  </a:moveTo>
                  <a:lnTo>
                    <a:pt x="229" y="5567"/>
                  </a:lnTo>
                  <a:cubicBezTo>
                    <a:pt x="-1289" y="10539"/>
                    <a:pt x="5207" y="8920"/>
                    <a:pt x="5963" y="9028"/>
                  </a:cubicBezTo>
                  <a:cubicBezTo>
                    <a:pt x="8236" y="8920"/>
                    <a:pt x="9646" y="6970"/>
                    <a:pt x="9208" y="4805"/>
                  </a:cubicBezTo>
                  <a:lnTo>
                    <a:pt x="8884" y="3402"/>
                  </a:lnTo>
                  <a:cubicBezTo>
                    <a:pt x="7912" y="-1894"/>
                    <a:pt x="2064" y="-599"/>
                    <a:pt x="445" y="4481"/>
                  </a:cubicBezTo>
                  <a:lnTo>
                    <a:pt x="553" y="44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0BCDF63E-8658-4B83-8D7C-4E7866C901F1}"/>
                </a:ext>
              </a:extLst>
            </p:cNvPr>
            <p:cNvSpPr/>
            <p:nvPr/>
          </p:nvSpPr>
          <p:spPr>
            <a:xfrm>
              <a:off x="6071704" y="4704035"/>
              <a:ext cx="463398" cy="450824"/>
            </a:xfrm>
            <a:custGeom>
              <a:avLst/>
              <a:gdLst>
                <a:gd name="csX0" fmla="*/ 391834 w 463398"/>
                <a:gd name="csY0" fmla="*/ 398266 h 450824"/>
                <a:gd name="csX1" fmla="*/ 391834 w 463398"/>
                <a:gd name="csY1" fmla="*/ 387343 h 450824"/>
                <a:gd name="csX2" fmla="*/ 385928 w 463398"/>
                <a:gd name="csY2" fmla="*/ 380320 h 450824"/>
                <a:gd name="csX3" fmla="*/ 385039 w 463398"/>
                <a:gd name="csY3" fmla="*/ 263315 h 450824"/>
                <a:gd name="csX4" fmla="*/ 460731 w 463398"/>
                <a:gd name="csY4" fmla="*/ 263315 h 450824"/>
                <a:gd name="csX5" fmla="*/ 456159 w 463398"/>
                <a:gd name="csY5" fmla="*/ 251961 h 450824"/>
                <a:gd name="csX6" fmla="*/ 463398 w 463398"/>
                <a:gd name="csY6" fmla="*/ 237687 h 450824"/>
                <a:gd name="csX7" fmla="*/ 458127 w 463398"/>
                <a:gd name="csY7" fmla="*/ 229787 h 450824"/>
                <a:gd name="csX8" fmla="*/ 458127 w 463398"/>
                <a:gd name="csY8" fmla="*/ 180696 h 450824"/>
                <a:gd name="csX9" fmla="*/ 429299 w 463398"/>
                <a:gd name="csY9" fmla="*/ 191941 h 450824"/>
                <a:gd name="csX10" fmla="*/ 407582 w 463398"/>
                <a:gd name="csY10" fmla="*/ 189452 h 450824"/>
                <a:gd name="csX11" fmla="*/ 396596 w 463398"/>
                <a:gd name="csY11" fmla="*/ 199834 h 450824"/>
                <a:gd name="csX12" fmla="*/ 388722 w 463398"/>
                <a:gd name="csY12" fmla="*/ 182645 h 450824"/>
                <a:gd name="csX13" fmla="*/ 397167 w 463398"/>
                <a:gd name="csY13" fmla="*/ 164909 h 450824"/>
                <a:gd name="csX14" fmla="*/ 390691 w 463398"/>
                <a:gd name="csY14" fmla="*/ 147282 h 450824"/>
                <a:gd name="csX15" fmla="*/ 376276 w 463398"/>
                <a:gd name="csY15" fmla="*/ 133547 h 450824"/>
                <a:gd name="csX16" fmla="*/ 382245 w 463398"/>
                <a:gd name="csY16" fmla="*/ 91808 h 450824"/>
                <a:gd name="csX17" fmla="*/ 372847 w 463398"/>
                <a:gd name="csY17" fmla="*/ 74073 h 450824"/>
                <a:gd name="csX18" fmla="*/ 378308 w 463398"/>
                <a:gd name="csY18" fmla="*/ 48012 h 450824"/>
                <a:gd name="csX19" fmla="*/ 328524 w 463398"/>
                <a:gd name="csY19" fmla="*/ 47580 h 450824"/>
                <a:gd name="csX20" fmla="*/ 333286 w 463398"/>
                <a:gd name="csY20" fmla="*/ 34277 h 450824"/>
                <a:gd name="csX21" fmla="*/ 290424 w 463398"/>
                <a:gd name="csY21" fmla="*/ 37522 h 450824"/>
                <a:gd name="csX22" fmla="*/ 293028 w 463398"/>
                <a:gd name="csY22" fmla="*/ 56553 h 450824"/>
                <a:gd name="csX23" fmla="*/ 286106 w 463398"/>
                <a:gd name="csY23" fmla="*/ 72885 h 450824"/>
                <a:gd name="csX24" fmla="*/ 255810 w 463398"/>
                <a:gd name="csY24" fmla="*/ 72885 h 450824"/>
                <a:gd name="csX25" fmla="*/ 219552 w 463398"/>
                <a:gd name="csY25" fmla="*/ 79807 h 450824"/>
                <a:gd name="csX26" fmla="*/ 194552 w 463398"/>
                <a:gd name="csY26" fmla="*/ 40443 h 450824"/>
                <a:gd name="csX27" fmla="*/ 185243 w 463398"/>
                <a:gd name="csY27" fmla="*/ 20326 h 450824"/>
                <a:gd name="csX28" fmla="*/ 181128 w 463398"/>
                <a:gd name="csY28" fmla="*/ 864 h 450824"/>
                <a:gd name="csX29" fmla="*/ 61532 w 463398"/>
                <a:gd name="csY29" fmla="*/ 0 h 450824"/>
                <a:gd name="csX30" fmla="*/ 34792 w 463398"/>
                <a:gd name="csY30" fmla="*/ 11354 h 450824"/>
                <a:gd name="csX31" fmla="*/ 33605 w 463398"/>
                <a:gd name="csY31" fmla="*/ 12109 h 450824"/>
                <a:gd name="csX32" fmla="*/ 31979 w 463398"/>
                <a:gd name="csY32" fmla="*/ 12757 h 450824"/>
                <a:gd name="csX33" fmla="*/ 30899 w 463398"/>
                <a:gd name="csY33" fmla="*/ 16758 h 450824"/>
                <a:gd name="csX34" fmla="*/ 38475 w 463398"/>
                <a:gd name="csY34" fmla="*/ 29413 h 450824"/>
                <a:gd name="csX35" fmla="*/ 43454 w 463398"/>
                <a:gd name="csY35" fmla="*/ 49416 h 450824"/>
                <a:gd name="csX36" fmla="*/ 60770 w 463398"/>
                <a:gd name="csY36" fmla="*/ 84239 h 450824"/>
                <a:gd name="csX37" fmla="*/ 63043 w 463398"/>
                <a:gd name="csY37" fmla="*/ 95701 h 450824"/>
                <a:gd name="csX38" fmla="*/ 58713 w 463398"/>
                <a:gd name="csY38" fmla="*/ 99917 h 450824"/>
                <a:gd name="csX39" fmla="*/ 53302 w 463398"/>
                <a:gd name="csY39" fmla="*/ 103162 h 450824"/>
                <a:gd name="csX40" fmla="*/ 48540 w 463398"/>
                <a:gd name="csY40" fmla="*/ 114192 h 450824"/>
                <a:gd name="csX41" fmla="*/ 52223 w 463398"/>
                <a:gd name="csY41" fmla="*/ 120681 h 450824"/>
                <a:gd name="csX42" fmla="*/ 60770 w 463398"/>
                <a:gd name="csY42" fmla="*/ 148901 h 450824"/>
                <a:gd name="csX43" fmla="*/ 73216 w 463398"/>
                <a:gd name="csY43" fmla="*/ 166097 h 450824"/>
                <a:gd name="csX44" fmla="*/ 74950 w 463398"/>
                <a:gd name="csY44" fmla="*/ 172910 h 450824"/>
                <a:gd name="csX45" fmla="*/ 78956 w 463398"/>
                <a:gd name="csY45" fmla="*/ 183185 h 450824"/>
                <a:gd name="csX46" fmla="*/ 79928 w 463398"/>
                <a:gd name="csY46" fmla="*/ 189344 h 450824"/>
                <a:gd name="csX47" fmla="*/ 76899 w 463398"/>
                <a:gd name="csY47" fmla="*/ 202971 h 450824"/>
                <a:gd name="csX48" fmla="*/ 76143 w 463398"/>
                <a:gd name="csY48" fmla="*/ 223412 h 450824"/>
                <a:gd name="csX49" fmla="*/ 62072 w 463398"/>
                <a:gd name="csY49" fmla="*/ 246011 h 450824"/>
                <a:gd name="csX50" fmla="*/ 45295 w 463398"/>
                <a:gd name="csY50" fmla="*/ 257365 h 450824"/>
                <a:gd name="csX51" fmla="*/ 41828 w 463398"/>
                <a:gd name="csY51" fmla="*/ 267424 h 450824"/>
                <a:gd name="csX52" fmla="*/ 29166 w 463398"/>
                <a:gd name="csY52" fmla="*/ 283210 h 450824"/>
                <a:gd name="csX53" fmla="*/ 28734 w 463398"/>
                <a:gd name="csY53" fmla="*/ 292729 h 450824"/>
                <a:gd name="csX54" fmla="*/ 11634 w 463398"/>
                <a:gd name="csY54" fmla="*/ 357714 h 450824"/>
                <a:gd name="csX55" fmla="*/ 51 w 463398"/>
                <a:gd name="csY55" fmla="*/ 374586 h 450824"/>
                <a:gd name="csX56" fmla="*/ 2109 w 463398"/>
                <a:gd name="csY56" fmla="*/ 391674 h 450824"/>
                <a:gd name="csX57" fmla="*/ 1569 w 463398"/>
                <a:gd name="csY57" fmla="*/ 422275 h 450824"/>
                <a:gd name="csX58" fmla="*/ 50813 w 463398"/>
                <a:gd name="csY58" fmla="*/ 410273 h 450824"/>
                <a:gd name="csX59" fmla="*/ 84259 w 463398"/>
                <a:gd name="csY59" fmla="*/ 430168 h 450824"/>
                <a:gd name="csX60" fmla="*/ 248451 w 463398"/>
                <a:gd name="csY60" fmla="*/ 430168 h 450824"/>
                <a:gd name="csX61" fmla="*/ 270752 w 463398"/>
                <a:gd name="csY61" fmla="*/ 447148 h 450824"/>
                <a:gd name="csX62" fmla="*/ 359957 w 463398"/>
                <a:gd name="csY62" fmla="*/ 450824 h 450824"/>
                <a:gd name="csX63" fmla="*/ 430378 w 463398"/>
                <a:gd name="csY63" fmla="*/ 436550 h 450824"/>
                <a:gd name="csX64" fmla="*/ 391770 w 463398"/>
                <a:gd name="csY64" fmla="*/ 398266 h 450824"/>
                <a:gd name="csX65" fmla="*/ 391834 w 463398"/>
                <a:gd name="csY65" fmla="*/ 398266 h 450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63398" h="450824">
                  <a:moveTo>
                    <a:pt x="391834" y="398266"/>
                  </a:moveTo>
                  <a:lnTo>
                    <a:pt x="391834" y="387343"/>
                  </a:lnTo>
                  <a:lnTo>
                    <a:pt x="385928" y="380320"/>
                  </a:lnTo>
                  <a:lnTo>
                    <a:pt x="385039" y="263315"/>
                  </a:lnTo>
                  <a:lnTo>
                    <a:pt x="460731" y="263315"/>
                  </a:lnTo>
                  <a:lnTo>
                    <a:pt x="456159" y="251961"/>
                  </a:lnTo>
                  <a:lnTo>
                    <a:pt x="463398" y="237687"/>
                  </a:lnTo>
                  <a:lnTo>
                    <a:pt x="458127" y="229787"/>
                  </a:lnTo>
                  <a:lnTo>
                    <a:pt x="458127" y="180696"/>
                  </a:lnTo>
                  <a:lnTo>
                    <a:pt x="429299" y="191941"/>
                  </a:lnTo>
                  <a:lnTo>
                    <a:pt x="407582" y="189452"/>
                  </a:lnTo>
                  <a:lnTo>
                    <a:pt x="396596" y="199834"/>
                  </a:lnTo>
                  <a:lnTo>
                    <a:pt x="388722" y="182645"/>
                  </a:lnTo>
                  <a:lnTo>
                    <a:pt x="397167" y="164909"/>
                  </a:lnTo>
                  <a:lnTo>
                    <a:pt x="390691" y="147282"/>
                  </a:lnTo>
                  <a:lnTo>
                    <a:pt x="376276" y="133547"/>
                  </a:lnTo>
                  <a:lnTo>
                    <a:pt x="382245" y="91808"/>
                  </a:lnTo>
                  <a:lnTo>
                    <a:pt x="372847" y="74073"/>
                  </a:lnTo>
                  <a:lnTo>
                    <a:pt x="378308" y="48012"/>
                  </a:lnTo>
                  <a:lnTo>
                    <a:pt x="328524" y="47580"/>
                  </a:lnTo>
                  <a:lnTo>
                    <a:pt x="333286" y="34277"/>
                  </a:lnTo>
                  <a:lnTo>
                    <a:pt x="290424" y="37522"/>
                  </a:lnTo>
                  <a:lnTo>
                    <a:pt x="293028" y="56553"/>
                  </a:lnTo>
                  <a:lnTo>
                    <a:pt x="286106" y="72885"/>
                  </a:lnTo>
                  <a:lnTo>
                    <a:pt x="255810" y="72885"/>
                  </a:lnTo>
                  <a:lnTo>
                    <a:pt x="219552" y="79807"/>
                  </a:lnTo>
                  <a:lnTo>
                    <a:pt x="194552" y="40443"/>
                  </a:lnTo>
                  <a:lnTo>
                    <a:pt x="185243" y="20326"/>
                  </a:lnTo>
                  <a:lnTo>
                    <a:pt x="181128" y="864"/>
                  </a:lnTo>
                  <a:lnTo>
                    <a:pt x="61532" y="0"/>
                  </a:lnTo>
                  <a:lnTo>
                    <a:pt x="34792" y="11354"/>
                  </a:lnTo>
                  <a:cubicBezTo>
                    <a:pt x="34792" y="11354"/>
                    <a:pt x="34145" y="11893"/>
                    <a:pt x="33605" y="12109"/>
                  </a:cubicBezTo>
                  <a:lnTo>
                    <a:pt x="31979" y="12757"/>
                  </a:lnTo>
                  <a:cubicBezTo>
                    <a:pt x="30252" y="13513"/>
                    <a:pt x="29814" y="15246"/>
                    <a:pt x="30899" y="16758"/>
                  </a:cubicBezTo>
                  <a:lnTo>
                    <a:pt x="38475" y="29413"/>
                  </a:lnTo>
                  <a:cubicBezTo>
                    <a:pt x="42482" y="34925"/>
                    <a:pt x="40101" y="42602"/>
                    <a:pt x="43454" y="49416"/>
                  </a:cubicBezTo>
                  <a:lnTo>
                    <a:pt x="60770" y="84239"/>
                  </a:lnTo>
                  <a:cubicBezTo>
                    <a:pt x="62936" y="88563"/>
                    <a:pt x="63043" y="96240"/>
                    <a:pt x="63043" y="95701"/>
                  </a:cubicBezTo>
                  <a:cubicBezTo>
                    <a:pt x="63367" y="99593"/>
                    <a:pt x="58065" y="100241"/>
                    <a:pt x="58713" y="99917"/>
                  </a:cubicBezTo>
                  <a:cubicBezTo>
                    <a:pt x="56877" y="100241"/>
                    <a:pt x="54496" y="101759"/>
                    <a:pt x="53302" y="103162"/>
                  </a:cubicBezTo>
                  <a:cubicBezTo>
                    <a:pt x="51461" y="106299"/>
                    <a:pt x="46159" y="109867"/>
                    <a:pt x="48540" y="114192"/>
                  </a:cubicBezTo>
                  <a:lnTo>
                    <a:pt x="52223" y="120681"/>
                  </a:lnTo>
                  <a:cubicBezTo>
                    <a:pt x="56331" y="127927"/>
                    <a:pt x="56439" y="142849"/>
                    <a:pt x="60770" y="148901"/>
                  </a:cubicBezTo>
                  <a:lnTo>
                    <a:pt x="73216" y="166097"/>
                  </a:lnTo>
                  <a:cubicBezTo>
                    <a:pt x="75274" y="169018"/>
                    <a:pt x="74950" y="173450"/>
                    <a:pt x="74950" y="172910"/>
                  </a:cubicBezTo>
                  <a:cubicBezTo>
                    <a:pt x="74626" y="177559"/>
                    <a:pt x="79173" y="183832"/>
                    <a:pt x="78956" y="183185"/>
                  </a:cubicBezTo>
                  <a:cubicBezTo>
                    <a:pt x="79928" y="184696"/>
                    <a:pt x="80360" y="187509"/>
                    <a:pt x="79928" y="189344"/>
                  </a:cubicBezTo>
                  <a:lnTo>
                    <a:pt x="76899" y="202971"/>
                  </a:lnTo>
                  <a:cubicBezTo>
                    <a:pt x="75274" y="210217"/>
                    <a:pt x="79064" y="217894"/>
                    <a:pt x="76143" y="223412"/>
                  </a:cubicBezTo>
                  <a:cubicBezTo>
                    <a:pt x="66726" y="241471"/>
                    <a:pt x="66072" y="244062"/>
                    <a:pt x="62072" y="246011"/>
                  </a:cubicBezTo>
                  <a:cubicBezTo>
                    <a:pt x="49626" y="252177"/>
                    <a:pt x="45943" y="253041"/>
                    <a:pt x="45295" y="257365"/>
                  </a:cubicBezTo>
                  <a:cubicBezTo>
                    <a:pt x="44971" y="258985"/>
                    <a:pt x="45295" y="264179"/>
                    <a:pt x="41828" y="267424"/>
                  </a:cubicBezTo>
                  <a:cubicBezTo>
                    <a:pt x="32957" y="276180"/>
                    <a:pt x="29382" y="278669"/>
                    <a:pt x="29166" y="283210"/>
                  </a:cubicBezTo>
                  <a:lnTo>
                    <a:pt x="28734" y="292729"/>
                  </a:lnTo>
                  <a:cubicBezTo>
                    <a:pt x="28518" y="298456"/>
                    <a:pt x="11526" y="358368"/>
                    <a:pt x="11634" y="357714"/>
                  </a:cubicBezTo>
                  <a:cubicBezTo>
                    <a:pt x="9468" y="365614"/>
                    <a:pt x="-812" y="367665"/>
                    <a:pt x="51" y="374586"/>
                  </a:cubicBezTo>
                  <a:lnTo>
                    <a:pt x="2109" y="391674"/>
                  </a:lnTo>
                  <a:cubicBezTo>
                    <a:pt x="2433" y="394481"/>
                    <a:pt x="2109" y="408756"/>
                    <a:pt x="1569" y="422275"/>
                  </a:cubicBezTo>
                  <a:lnTo>
                    <a:pt x="50813" y="410273"/>
                  </a:lnTo>
                  <a:lnTo>
                    <a:pt x="84259" y="430168"/>
                  </a:lnTo>
                  <a:lnTo>
                    <a:pt x="248451" y="430168"/>
                  </a:lnTo>
                  <a:lnTo>
                    <a:pt x="270752" y="447148"/>
                  </a:lnTo>
                  <a:lnTo>
                    <a:pt x="359957" y="450824"/>
                  </a:lnTo>
                  <a:lnTo>
                    <a:pt x="430378" y="436550"/>
                  </a:lnTo>
                  <a:lnTo>
                    <a:pt x="391770" y="398266"/>
                  </a:lnTo>
                  <a:lnTo>
                    <a:pt x="391834" y="3982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49D7CF4E-1F68-53F1-770D-B94DBA1B1017}"/>
                </a:ext>
              </a:extLst>
            </p:cNvPr>
            <p:cNvSpPr/>
            <p:nvPr/>
          </p:nvSpPr>
          <p:spPr>
            <a:xfrm>
              <a:off x="6080740" y="4641532"/>
              <a:ext cx="44265" cy="56769"/>
            </a:xfrm>
            <a:custGeom>
              <a:avLst/>
              <a:gdLst>
                <a:gd name="csX0" fmla="*/ 25864 w 44265"/>
                <a:gd name="csY0" fmla="*/ 47257 h 56769"/>
                <a:gd name="csX1" fmla="*/ 24892 w 44265"/>
                <a:gd name="csY1" fmla="*/ 34709 h 56769"/>
                <a:gd name="csX2" fmla="*/ 44266 w 44265"/>
                <a:gd name="csY2" fmla="*/ 12757 h 56769"/>
                <a:gd name="csX3" fmla="*/ 31388 w 44265"/>
                <a:gd name="csY3" fmla="*/ 0 h 56769"/>
                <a:gd name="csX4" fmla="*/ 216 w 44265"/>
                <a:gd name="csY4" fmla="*/ 23139 h 56769"/>
                <a:gd name="csX5" fmla="*/ 0 w 44265"/>
                <a:gd name="csY5" fmla="*/ 23355 h 56769"/>
                <a:gd name="csX6" fmla="*/ 8655 w 44265"/>
                <a:gd name="csY6" fmla="*/ 41523 h 56769"/>
                <a:gd name="csX7" fmla="*/ 7791 w 44265"/>
                <a:gd name="csY7" fmla="*/ 49631 h 56769"/>
                <a:gd name="csX8" fmla="*/ 13418 w 44265"/>
                <a:gd name="csY8" fmla="*/ 56769 h 56769"/>
                <a:gd name="csX9" fmla="*/ 25756 w 44265"/>
                <a:gd name="csY9" fmla="*/ 47365 h 56769"/>
                <a:gd name="csX10" fmla="*/ 25864 w 44265"/>
                <a:gd name="csY10" fmla="*/ 47257 h 56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265" h="56769">
                  <a:moveTo>
                    <a:pt x="25864" y="47257"/>
                  </a:moveTo>
                  <a:lnTo>
                    <a:pt x="24892" y="34709"/>
                  </a:lnTo>
                  <a:lnTo>
                    <a:pt x="44266" y="12757"/>
                  </a:lnTo>
                  <a:lnTo>
                    <a:pt x="31388" y="0"/>
                  </a:lnTo>
                  <a:lnTo>
                    <a:pt x="216" y="23139"/>
                  </a:lnTo>
                  <a:lnTo>
                    <a:pt x="0" y="23355"/>
                  </a:lnTo>
                  <a:cubicBezTo>
                    <a:pt x="8871" y="36227"/>
                    <a:pt x="10497" y="38062"/>
                    <a:pt x="8655" y="41523"/>
                  </a:cubicBezTo>
                  <a:cubicBezTo>
                    <a:pt x="8439" y="42278"/>
                    <a:pt x="5087" y="46171"/>
                    <a:pt x="7791" y="49631"/>
                  </a:cubicBezTo>
                  <a:cubicBezTo>
                    <a:pt x="9957" y="52444"/>
                    <a:pt x="11799" y="54718"/>
                    <a:pt x="13418" y="56769"/>
                  </a:cubicBezTo>
                  <a:lnTo>
                    <a:pt x="25756" y="47365"/>
                  </a:lnTo>
                  <a:lnTo>
                    <a:pt x="25864" y="47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E3B928A2-1D7E-6C19-FBBB-1CDACDF4D0D8}"/>
                </a:ext>
              </a:extLst>
            </p:cNvPr>
            <p:cNvSpPr/>
            <p:nvPr/>
          </p:nvSpPr>
          <p:spPr>
            <a:xfrm>
              <a:off x="5307285" y="3046450"/>
              <a:ext cx="774102" cy="739280"/>
            </a:xfrm>
            <a:custGeom>
              <a:avLst/>
              <a:gdLst>
                <a:gd name="csX0" fmla="*/ 729075 w 774102"/>
                <a:gd name="csY0" fmla="*/ 519869 h 739280"/>
                <a:gd name="csX1" fmla="*/ 715004 w 774102"/>
                <a:gd name="csY1" fmla="*/ 523545 h 739280"/>
                <a:gd name="csX2" fmla="*/ 699421 w 774102"/>
                <a:gd name="csY2" fmla="*/ 506572 h 739280"/>
                <a:gd name="csX3" fmla="*/ 700938 w 774102"/>
                <a:gd name="csY3" fmla="*/ 489592 h 739280"/>
                <a:gd name="csX4" fmla="*/ 674205 w 774102"/>
                <a:gd name="csY4" fmla="*/ 452717 h 739280"/>
                <a:gd name="csX5" fmla="*/ 694982 w 774102"/>
                <a:gd name="csY5" fmla="*/ 443847 h 739280"/>
                <a:gd name="csX6" fmla="*/ 698011 w 774102"/>
                <a:gd name="csY6" fmla="*/ 429140 h 739280"/>
                <a:gd name="csX7" fmla="*/ 688378 w 774102"/>
                <a:gd name="csY7" fmla="*/ 415195 h 739280"/>
                <a:gd name="csX8" fmla="*/ 698773 w 774102"/>
                <a:gd name="csY8" fmla="*/ 387941 h 739280"/>
                <a:gd name="csX9" fmla="*/ 688378 w 774102"/>
                <a:gd name="csY9" fmla="*/ 368802 h 739280"/>
                <a:gd name="csX10" fmla="*/ 695737 w 774102"/>
                <a:gd name="csY10" fmla="*/ 336576 h 739280"/>
                <a:gd name="csX11" fmla="*/ 675824 w 774102"/>
                <a:gd name="csY11" fmla="*/ 297104 h 739280"/>
                <a:gd name="csX12" fmla="*/ 682536 w 774102"/>
                <a:gd name="csY12" fmla="*/ 294729 h 739280"/>
                <a:gd name="csX13" fmla="*/ 663810 w 774102"/>
                <a:gd name="csY13" fmla="*/ 216542 h 739280"/>
                <a:gd name="csX14" fmla="*/ 638048 w 774102"/>
                <a:gd name="csY14" fmla="*/ 196863 h 739280"/>
                <a:gd name="csX15" fmla="*/ 634047 w 774102"/>
                <a:gd name="csY15" fmla="*/ 175235 h 739280"/>
                <a:gd name="csX16" fmla="*/ 613156 w 774102"/>
                <a:gd name="csY16" fmla="*/ 165393 h 739280"/>
                <a:gd name="csX17" fmla="*/ 606768 w 774102"/>
                <a:gd name="csY17" fmla="*/ 130036 h 739280"/>
                <a:gd name="csX18" fmla="*/ 639997 w 774102"/>
                <a:gd name="csY18" fmla="*/ 103537 h 739280"/>
                <a:gd name="csX19" fmla="*/ 635019 w 774102"/>
                <a:gd name="csY19" fmla="*/ 30874 h 739280"/>
                <a:gd name="csX20" fmla="*/ 656666 w 774102"/>
                <a:gd name="csY20" fmla="*/ 4592 h 739280"/>
                <a:gd name="csX21" fmla="*/ 656666 w 774102"/>
                <a:gd name="csY21" fmla="*/ 4376 h 739280"/>
                <a:gd name="csX22" fmla="*/ 629285 w 774102"/>
                <a:gd name="csY22" fmla="*/ 8052 h 739280"/>
                <a:gd name="csX23" fmla="*/ 620408 w 774102"/>
                <a:gd name="csY23" fmla="*/ 11513 h 739280"/>
                <a:gd name="csX24" fmla="*/ 615321 w 774102"/>
                <a:gd name="csY24" fmla="*/ 7189 h 739280"/>
                <a:gd name="csX25" fmla="*/ 610667 w 774102"/>
                <a:gd name="csY25" fmla="*/ 3404 h 739280"/>
                <a:gd name="csX26" fmla="*/ 597573 w 774102"/>
                <a:gd name="csY26" fmla="*/ 483 h 739280"/>
                <a:gd name="csX27" fmla="*/ 594861 w 774102"/>
                <a:gd name="csY27" fmla="*/ 3836 h 739280"/>
                <a:gd name="csX28" fmla="*/ 591941 w 774102"/>
                <a:gd name="csY28" fmla="*/ 7297 h 739280"/>
                <a:gd name="csX29" fmla="*/ 580796 w 774102"/>
                <a:gd name="csY29" fmla="*/ 7728 h 739280"/>
                <a:gd name="csX30" fmla="*/ 571919 w 774102"/>
                <a:gd name="csY30" fmla="*/ 2649 h 739280"/>
                <a:gd name="csX31" fmla="*/ 561422 w 774102"/>
                <a:gd name="csY31" fmla="*/ 2649 h 739280"/>
                <a:gd name="csX32" fmla="*/ 555250 w 774102"/>
                <a:gd name="csY32" fmla="*/ 8484 h 739280"/>
                <a:gd name="csX33" fmla="*/ 536524 w 774102"/>
                <a:gd name="csY33" fmla="*/ 13355 h 739280"/>
                <a:gd name="csX34" fmla="*/ 520287 w 774102"/>
                <a:gd name="csY34" fmla="*/ 18111 h 739280"/>
                <a:gd name="csX35" fmla="*/ 501675 w 774102"/>
                <a:gd name="csY35" fmla="*/ 8922 h 739280"/>
                <a:gd name="csX36" fmla="*/ 470395 w 774102"/>
                <a:gd name="csY36" fmla="*/ 7405 h 739280"/>
                <a:gd name="csX37" fmla="*/ 460000 w 774102"/>
                <a:gd name="csY37" fmla="*/ 12167 h 739280"/>
                <a:gd name="csX38" fmla="*/ 451453 w 774102"/>
                <a:gd name="csY38" fmla="*/ 12491 h 739280"/>
                <a:gd name="csX39" fmla="*/ 441496 w 774102"/>
                <a:gd name="csY39" fmla="*/ 14326 h 739280"/>
                <a:gd name="csX40" fmla="*/ 432187 w 774102"/>
                <a:gd name="csY40" fmla="*/ 14002 h 739280"/>
                <a:gd name="csX41" fmla="*/ 419525 w 774102"/>
                <a:gd name="csY41" fmla="*/ 22435 h 739280"/>
                <a:gd name="csX42" fmla="*/ 408806 w 774102"/>
                <a:gd name="csY42" fmla="*/ 19628 h 739280"/>
                <a:gd name="csX43" fmla="*/ 364865 w 774102"/>
                <a:gd name="csY43" fmla="*/ 26651 h 739280"/>
                <a:gd name="csX44" fmla="*/ 329578 w 774102"/>
                <a:gd name="csY44" fmla="*/ 43955 h 739280"/>
                <a:gd name="csX45" fmla="*/ 317887 w 774102"/>
                <a:gd name="csY45" fmla="*/ 54445 h 739280"/>
                <a:gd name="csX46" fmla="*/ 307930 w 774102"/>
                <a:gd name="csY46" fmla="*/ 49797 h 739280"/>
                <a:gd name="csX47" fmla="*/ 299161 w 774102"/>
                <a:gd name="csY47" fmla="*/ 57151 h 739280"/>
                <a:gd name="csX48" fmla="*/ 282930 w 774102"/>
                <a:gd name="csY48" fmla="*/ 62123 h 739280"/>
                <a:gd name="csX49" fmla="*/ 276218 w 774102"/>
                <a:gd name="csY49" fmla="*/ 73692 h 739280"/>
                <a:gd name="csX50" fmla="*/ 262687 w 774102"/>
                <a:gd name="csY50" fmla="*/ 78239 h 739280"/>
                <a:gd name="csX51" fmla="*/ 250133 w 774102"/>
                <a:gd name="csY51" fmla="*/ 84398 h 739280"/>
                <a:gd name="csX52" fmla="*/ 233140 w 774102"/>
                <a:gd name="csY52" fmla="*/ 83427 h 739280"/>
                <a:gd name="csX53" fmla="*/ 259442 w 774102"/>
                <a:gd name="csY53" fmla="*/ 107652 h 739280"/>
                <a:gd name="csX54" fmla="*/ 265392 w 774102"/>
                <a:gd name="csY54" fmla="*/ 179344 h 739280"/>
                <a:gd name="csX55" fmla="*/ 289204 w 774102"/>
                <a:gd name="csY55" fmla="*/ 198051 h 739280"/>
                <a:gd name="csX56" fmla="*/ 280225 w 774102"/>
                <a:gd name="csY56" fmla="*/ 217736 h 739280"/>
                <a:gd name="csX57" fmla="*/ 216795 w 774102"/>
                <a:gd name="csY57" fmla="*/ 214815 h 739280"/>
                <a:gd name="csX58" fmla="*/ 209652 w 774102"/>
                <a:gd name="csY58" fmla="*/ 228334 h 739280"/>
                <a:gd name="csX59" fmla="*/ 180645 w 774102"/>
                <a:gd name="csY59" fmla="*/ 235687 h 739280"/>
                <a:gd name="csX60" fmla="*/ 190278 w 774102"/>
                <a:gd name="csY60" fmla="*/ 258503 h 739280"/>
                <a:gd name="csX61" fmla="*/ 140487 w 774102"/>
                <a:gd name="csY61" fmla="*/ 279915 h 739280"/>
                <a:gd name="csX62" fmla="*/ 124904 w 774102"/>
                <a:gd name="csY62" fmla="*/ 302083 h 739280"/>
                <a:gd name="csX63" fmla="*/ 84099 w 774102"/>
                <a:gd name="csY63" fmla="*/ 310084 h 739280"/>
                <a:gd name="csX64" fmla="*/ 78581 w 774102"/>
                <a:gd name="csY64" fmla="*/ 319488 h 739280"/>
                <a:gd name="csX65" fmla="*/ 57258 w 774102"/>
                <a:gd name="csY65" fmla="*/ 315272 h 739280"/>
                <a:gd name="csX66" fmla="*/ 0 w 774102"/>
                <a:gd name="csY66" fmla="*/ 355823 h 739280"/>
                <a:gd name="csX67" fmla="*/ 0 w 774102"/>
                <a:gd name="csY67" fmla="*/ 408922 h 739280"/>
                <a:gd name="csX68" fmla="*/ 146443 w 774102"/>
                <a:gd name="csY68" fmla="*/ 502781 h 739280"/>
                <a:gd name="csX69" fmla="*/ 367462 w 774102"/>
                <a:gd name="csY69" fmla="*/ 655149 h 739280"/>
                <a:gd name="csX70" fmla="*/ 370706 w 774102"/>
                <a:gd name="csY70" fmla="*/ 670719 h 739280"/>
                <a:gd name="csX71" fmla="*/ 387159 w 774102"/>
                <a:gd name="csY71" fmla="*/ 676561 h 739280"/>
                <a:gd name="csX72" fmla="*/ 393763 w 774102"/>
                <a:gd name="csY72" fmla="*/ 687807 h 739280"/>
                <a:gd name="csX73" fmla="*/ 408375 w 774102"/>
                <a:gd name="csY73" fmla="*/ 688347 h 739280"/>
                <a:gd name="csX74" fmla="*/ 418007 w 774102"/>
                <a:gd name="csY74" fmla="*/ 697326 h 739280"/>
                <a:gd name="csX75" fmla="*/ 443878 w 774102"/>
                <a:gd name="csY75" fmla="*/ 703593 h 739280"/>
                <a:gd name="csX76" fmla="*/ 448532 w 774102"/>
                <a:gd name="csY76" fmla="*/ 719494 h 739280"/>
                <a:gd name="csX77" fmla="*/ 439871 w 774102"/>
                <a:gd name="csY77" fmla="*/ 732035 h 739280"/>
                <a:gd name="csX78" fmla="*/ 452532 w 774102"/>
                <a:gd name="csY78" fmla="*/ 739280 h 739280"/>
                <a:gd name="csX79" fmla="*/ 542804 w 774102"/>
                <a:gd name="csY79" fmla="*/ 720033 h 739280"/>
                <a:gd name="csX80" fmla="*/ 604279 w 774102"/>
                <a:gd name="csY80" fmla="*/ 662286 h 739280"/>
                <a:gd name="csX81" fmla="*/ 774103 w 774102"/>
                <a:gd name="csY81" fmla="*/ 561506 h 739280"/>
                <a:gd name="csX82" fmla="*/ 758844 w 774102"/>
                <a:gd name="csY82" fmla="*/ 529711 h 739280"/>
                <a:gd name="csX83" fmla="*/ 729075 w 774102"/>
                <a:gd name="csY83" fmla="*/ 520085 h 739280"/>
                <a:gd name="csX84" fmla="*/ 729075 w 774102"/>
                <a:gd name="csY84" fmla="*/ 519869 h 739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</a:cxnLst>
              <a:rect l="l" t="t" r="r" b="b"/>
              <a:pathLst>
                <a:path w="774102" h="739280">
                  <a:moveTo>
                    <a:pt x="729075" y="519869"/>
                  </a:moveTo>
                  <a:lnTo>
                    <a:pt x="715004" y="523545"/>
                  </a:lnTo>
                  <a:lnTo>
                    <a:pt x="699421" y="506572"/>
                  </a:lnTo>
                  <a:lnTo>
                    <a:pt x="700938" y="489592"/>
                  </a:lnTo>
                  <a:lnTo>
                    <a:pt x="674205" y="452717"/>
                  </a:lnTo>
                  <a:lnTo>
                    <a:pt x="694982" y="443847"/>
                  </a:lnTo>
                  <a:lnTo>
                    <a:pt x="698011" y="429140"/>
                  </a:lnTo>
                  <a:lnTo>
                    <a:pt x="688378" y="415195"/>
                  </a:lnTo>
                  <a:lnTo>
                    <a:pt x="698773" y="387941"/>
                  </a:lnTo>
                  <a:lnTo>
                    <a:pt x="688378" y="368802"/>
                  </a:lnTo>
                  <a:lnTo>
                    <a:pt x="695737" y="336576"/>
                  </a:lnTo>
                  <a:lnTo>
                    <a:pt x="675824" y="297104"/>
                  </a:lnTo>
                  <a:lnTo>
                    <a:pt x="682536" y="294729"/>
                  </a:lnTo>
                  <a:lnTo>
                    <a:pt x="663810" y="216542"/>
                  </a:lnTo>
                  <a:lnTo>
                    <a:pt x="638048" y="196863"/>
                  </a:lnTo>
                  <a:lnTo>
                    <a:pt x="634047" y="175235"/>
                  </a:lnTo>
                  <a:lnTo>
                    <a:pt x="613156" y="165393"/>
                  </a:lnTo>
                  <a:lnTo>
                    <a:pt x="606768" y="130036"/>
                  </a:lnTo>
                  <a:lnTo>
                    <a:pt x="639997" y="103537"/>
                  </a:lnTo>
                  <a:lnTo>
                    <a:pt x="635019" y="30874"/>
                  </a:lnTo>
                  <a:lnTo>
                    <a:pt x="656666" y="4592"/>
                  </a:lnTo>
                  <a:lnTo>
                    <a:pt x="656666" y="4376"/>
                  </a:lnTo>
                  <a:cubicBezTo>
                    <a:pt x="650608" y="8052"/>
                    <a:pt x="635997" y="3944"/>
                    <a:pt x="629285" y="8052"/>
                  </a:cubicBezTo>
                  <a:cubicBezTo>
                    <a:pt x="628637" y="8376"/>
                    <a:pt x="624522" y="11513"/>
                    <a:pt x="620408" y="11513"/>
                  </a:cubicBezTo>
                  <a:cubicBezTo>
                    <a:pt x="616731" y="11513"/>
                    <a:pt x="614889" y="6541"/>
                    <a:pt x="615321" y="7189"/>
                  </a:cubicBezTo>
                  <a:cubicBezTo>
                    <a:pt x="614566" y="5462"/>
                    <a:pt x="612508" y="3836"/>
                    <a:pt x="610667" y="3404"/>
                  </a:cubicBezTo>
                  <a:lnTo>
                    <a:pt x="597573" y="483"/>
                  </a:lnTo>
                  <a:cubicBezTo>
                    <a:pt x="593890" y="-380"/>
                    <a:pt x="594754" y="4376"/>
                    <a:pt x="594861" y="3836"/>
                  </a:cubicBezTo>
                  <a:cubicBezTo>
                    <a:pt x="595084" y="5677"/>
                    <a:pt x="593890" y="7189"/>
                    <a:pt x="591941" y="7297"/>
                  </a:cubicBezTo>
                  <a:lnTo>
                    <a:pt x="580796" y="7728"/>
                  </a:lnTo>
                  <a:cubicBezTo>
                    <a:pt x="576142" y="7944"/>
                    <a:pt x="571379" y="2217"/>
                    <a:pt x="571919" y="2649"/>
                  </a:cubicBezTo>
                  <a:cubicBezTo>
                    <a:pt x="568782" y="-380"/>
                    <a:pt x="563473" y="-1352"/>
                    <a:pt x="561422" y="2649"/>
                  </a:cubicBezTo>
                  <a:cubicBezTo>
                    <a:pt x="560984" y="3296"/>
                    <a:pt x="559581" y="7836"/>
                    <a:pt x="555250" y="8484"/>
                  </a:cubicBezTo>
                  <a:cubicBezTo>
                    <a:pt x="546157" y="10002"/>
                    <a:pt x="540099" y="10326"/>
                    <a:pt x="536524" y="13355"/>
                  </a:cubicBezTo>
                  <a:cubicBezTo>
                    <a:pt x="531870" y="17247"/>
                    <a:pt x="527107" y="22111"/>
                    <a:pt x="520287" y="18111"/>
                  </a:cubicBezTo>
                  <a:cubicBezTo>
                    <a:pt x="509251" y="11621"/>
                    <a:pt x="506222" y="9138"/>
                    <a:pt x="501675" y="8922"/>
                  </a:cubicBezTo>
                  <a:lnTo>
                    <a:pt x="470395" y="7405"/>
                  </a:lnTo>
                  <a:cubicBezTo>
                    <a:pt x="465632" y="7189"/>
                    <a:pt x="459353" y="12491"/>
                    <a:pt x="460000" y="12167"/>
                  </a:cubicBezTo>
                  <a:cubicBezTo>
                    <a:pt x="456431" y="14650"/>
                    <a:pt x="450805" y="12383"/>
                    <a:pt x="451453" y="12491"/>
                  </a:cubicBezTo>
                  <a:cubicBezTo>
                    <a:pt x="446475" y="11081"/>
                    <a:pt x="446259" y="16168"/>
                    <a:pt x="441496" y="14326"/>
                  </a:cubicBezTo>
                  <a:cubicBezTo>
                    <a:pt x="439979" y="14002"/>
                    <a:pt x="435432" y="10650"/>
                    <a:pt x="432187" y="14002"/>
                  </a:cubicBezTo>
                  <a:cubicBezTo>
                    <a:pt x="427532" y="17895"/>
                    <a:pt x="424396" y="24600"/>
                    <a:pt x="419525" y="22435"/>
                  </a:cubicBezTo>
                  <a:cubicBezTo>
                    <a:pt x="416058" y="20924"/>
                    <a:pt x="412813" y="19082"/>
                    <a:pt x="408806" y="19628"/>
                  </a:cubicBezTo>
                  <a:cubicBezTo>
                    <a:pt x="369195" y="25140"/>
                    <a:pt x="368979" y="24816"/>
                    <a:pt x="364865" y="26651"/>
                  </a:cubicBezTo>
                  <a:cubicBezTo>
                    <a:pt x="333045" y="40494"/>
                    <a:pt x="332175" y="40279"/>
                    <a:pt x="329578" y="43955"/>
                  </a:cubicBezTo>
                  <a:cubicBezTo>
                    <a:pt x="324707" y="49581"/>
                    <a:pt x="321894" y="58122"/>
                    <a:pt x="317887" y="54445"/>
                  </a:cubicBezTo>
                  <a:cubicBezTo>
                    <a:pt x="314966" y="52388"/>
                    <a:pt x="310959" y="45797"/>
                    <a:pt x="307930" y="49797"/>
                  </a:cubicBezTo>
                  <a:cubicBezTo>
                    <a:pt x="306197" y="51632"/>
                    <a:pt x="304031" y="56611"/>
                    <a:pt x="299161" y="57151"/>
                  </a:cubicBezTo>
                  <a:cubicBezTo>
                    <a:pt x="287261" y="58554"/>
                    <a:pt x="284118" y="58122"/>
                    <a:pt x="282930" y="62123"/>
                  </a:cubicBezTo>
                  <a:cubicBezTo>
                    <a:pt x="281197" y="66015"/>
                    <a:pt x="281197" y="72505"/>
                    <a:pt x="276218" y="73692"/>
                  </a:cubicBezTo>
                  <a:cubicBezTo>
                    <a:pt x="270484" y="75102"/>
                    <a:pt x="266262" y="75750"/>
                    <a:pt x="262687" y="78239"/>
                  </a:cubicBezTo>
                  <a:cubicBezTo>
                    <a:pt x="256521" y="82563"/>
                    <a:pt x="254247" y="84722"/>
                    <a:pt x="250133" y="84398"/>
                  </a:cubicBezTo>
                  <a:cubicBezTo>
                    <a:pt x="242989" y="83967"/>
                    <a:pt x="237471" y="83643"/>
                    <a:pt x="233140" y="83427"/>
                  </a:cubicBezTo>
                  <a:lnTo>
                    <a:pt x="259442" y="107652"/>
                  </a:lnTo>
                  <a:lnTo>
                    <a:pt x="265392" y="179344"/>
                  </a:lnTo>
                  <a:lnTo>
                    <a:pt x="289204" y="198051"/>
                  </a:lnTo>
                  <a:lnTo>
                    <a:pt x="280225" y="217736"/>
                  </a:lnTo>
                  <a:lnTo>
                    <a:pt x="216795" y="214815"/>
                  </a:lnTo>
                  <a:lnTo>
                    <a:pt x="209652" y="228334"/>
                  </a:lnTo>
                  <a:lnTo>
                    <a:pt x="180645" y="235687"/>
                  </a:lnTo>
                  <a:lnTo>
                    <a:pt x="190278" y="258503"/>
                  </a:lnTo>
                  <a:lnTo>
                    <a:pt x="140487" y="279915"/>
                  </a:lnTo>
                  <a:lnTo>
                    <a:pt x="124904" y="302083"/>
                  </a:lnTo>
                  <a:lnTo>
                    <a:pt x="84099" y="310084"/>
                  </a:lnTo>
                  <a:lnTo>
                    <a:pt x="78581" y="319488"/>
                  </a:lnTo>
                  <a:lnTo>
                    <a:pt x="57258" y="315272"/>
                  </a:lnTo>
                  <a:lnTo>
                    <a:pt x="0" y="355823"/>
                  </a:lnTo>
                  <a:lnTo>
                    <a:pt x="0" y="408922"/>
                  </a:lnTo>
                  <a:lnTo>
                    <a:pt x="146443" y="502781"/>
                  </a:lnTo>
                  <a:lnTo>
                    <a:pt x="367462" y="655149"/>
                  </a:lnTo>
                  <a:lnTo>
                    <a:pt x="370706" y="670719"/>
                  </a:lnTo>
                  <a:lnTo>
                    <a:pt x="387159" y="676561"/>
                  </a:lnTo>
                  <a:lnTo>
                    <a:pt x="393763" y="687807"/>
                  </a:lnTo>
                  <a:lnTo>
                    <a:pt x="408375" y="688347"/>
                  </a:lnTo>
                  <a:lnTo>
                    <a:pt x="418007" y="697326"/>
                  </a:lnTo>
                  <a:lnTo>
                    <a:pt x="443878" y="703593"/>
                  </a:lnTo>
                  <a:lnTo>
                    <a:pt x="448532" y="719494"/>
                  </a:lnTo>
                  <a:lnTo>
                    <a:pt x="439871" y="732035"/>
                  </a:lnTo>
                  <a:lnTo>
                    <a:pt x="452532" y="739280"/>
                  </a:lnTo>
                  <a:lnTo>
                    <a:pt x="542804" y="720033"/>
                  </a:lnTo>
                  <a:lnTo>
                    <a:pt x="604279" y="662286"/>
                  </a:lnTo>
                  <a:lnTo>
                    <a:pt x="774103" y="561506"/>
                  </a:lnTo>
                  <a:lnTo>
                    <a:pt x="758844" y="529711"/>
                  </a:lnTo>
                  <a:lnTo>
                    <a:pt x="729075" y="520085"/>
                  </a:lnTo>
                  <a:lnTo>
                    <a:pt x="729075" y="5198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BEB27396-D26D-716F-7AF3-50C33E668D20}"/>
                </a:ext>
              </a:extLst>
            </p:cNvPr>
            <p:cNvSpPr/>
            <p:nvPr/>
          </p:nvSpPr>
          <p:spPr>
            <a:xfrm>
              <a:off x="6094272" y="4298950"/>
              <a:ext cx="707973" cy="685266"/>
            </a:xfrm>
            <a:custGeom>
              <a:avLst/>
              <a:gdLst>
                <a:gd name="csX0" fmla="*/ 671398 w 707973"/>
                <a:gd name="csY0" fmla="*/ 467697 h 685266"/>
                <a:gd name="csX1" fmla="*/ 669874 w 707973"/>
                <a:gd name="csY1" fmla="*/ 456883 h 685266"/>
                <a:gd name="csX2" fmla="*/ 663778 w 707973"/>
                <a:gd name="csY2" fmla="*/ 445529 h 685266"/>
                <a:gd name="csX3" fmla="*/ 656539 w 707973"/>
                <a:gd name="csY3" fmla="*/ 441852 h 685266"/>
                <a:gd name="csX4" fmla="*/ 651269 w 707973"/>
                <a:gd name="csY4" fmla="*/ 438499 h 685266"/>
                <a:gd name="csX5" fmla="*/ 644728 w 707973"/>
                <a:gd name="csY5" fmla="*/ 429304 h 685266"/>
                <a:gd name="csX6" fmla="*/ 640982 w 707973"/>
                <a:gd name="csY6" fmla="*/ 418059 h 685266"/>
                <a:gd name="csX7" fmla="*/ 632219 w 707973"/>
                <a:gd name="csY7" fmla="*/ 402056 h 685266"/>
                <a:gd name="csX8" fmla="*/ 631965 w 707973"/>
                <a:gd name="csY8" fmla="*/ 400869 h 685266"/>
                <a:gd name="csX9" fmla="*/ 634123 w 707973"/>
                <a:gd name="csY9" fmla="*/ 396430 h 685266"/>
                <a:gd name="csX10" fmla="*/ 638187 w 707973"/>
                <a:gd name="csY10" fmla="*/ 390919 h 685266"/>
                <a:gd name="csX11" fmla="*/ 628218 w 707973"/>
                <a:gd name="csY11" fmla="*/ 366154 h 685266"/>
                <a:gd name="csX12" fmla="*/ 628726 w 707973"/>
                <a:gd name="csY12" fmla="*/ 353720 h 685266"/>
                <a:gd name="csX13" fmla="*/ 633743 w 707973"/>
                <a:gd name="csY13" fmla="*/ 338042 h 685266"/>
                <a:gd name="csX14" fmla="*/ 631139 w 707973"/>
                <a:gd name="csY14" fmla="*/ 332956 h 685266"/>
                <a:gd name="csX15" fmla="*/ 627773 w 707973"/>
                <a:gd name="csY15" fmla="*/ 335229 h 685266"/>
                <a:gd name="csX16" fmla="*/ 629933 w 707973"/>
                <a:gd name="csY16" fmla="*/ 306464 h 685266"/>
                <a:gd name="csX17" fmla="*/ 619137 w 707973"/>
                <a:gd name="csY17" fmla="*/ 269589 h 685266"/>
                <a:gd name="csX18" fmla="*/ 635203 w 707973"/>
                <a:gd name="csY18" fmla="*/ 242551 h 685266"/>
                <a:gd name="csX19" fmla="*/ 647649 w 707973"/>
                <a:gd name="csY19" fmla="*/ 232283 h 685266"/>
                <a:gd name="csX20" fmla="*/ 644410 w 707973"/>
                <a:gd name="csY20" fmla="*/ 202438 h 685266"/>
                <a:gd name="csX21" fmla="*/ 660857 w 707973"/>
                <a:gd name="csY21" fmla="*/ 151181 h 685266"/>
                <a:gd name="csX22" fmla="*/ 680352 w 707973"/>
                <a:gd name="csY22" fmla="*/ 138094 h 685266"/>
                <a:gd name="csX23" fmla="*/ 707974 w 707973"/>
                <a:gd name="csY23" fmla="*/ 102946 h 685266"/>
                <a:gd name="csX24" fmla="*/ 690448 w 707973"/>
                <a:gd name="csY24" fmla="*/ 93110 h 685266"/>
                <a:gd name="csX25" fmla="*/ 696036 w 707973"/>
                <a:gd name="csY25" fmla="*/ 67373 h 685266"/>
                <a:gd name="csX26" fmla="*/ 665556 w 707973"/>
                <a:gd name="csY26" fmla="*/ 48775 h 685266"/>
                <a:gd name="csX27" fmla="*/ 653872 w 707973"/>
                <a:gd name="csY27" fmla="*/ 27578 h 685266"/>
                <a:gd name="csX28" fmla="*/ 642696 w 707973"/>
                <a:gd name="csY28" fmla="*/ 24009 h 685266"/>
                <a:gd name="csX29" fmla="*/ 631965 w 707973"/>
                <a:gd name="csY29" fmla="*/ 36119 h 685266"/>
                <a:gd name="csX30" fmla="*/ 614756 w 707973"/>
                <a:gd name="csY30" fmla="*/ 28010 h 685266"/>
                <a:gd name="csX31" fmla="*/ 601548 w 707973"/>
                <a:gd name="csY31" fmla="*/ 38608 h 685266"/>
                <a:gd name="csX32" fmla="*/ 564020 w 707973"/>
                <a:gd name="csY32" fmla="*/ 6598 h 685266"/>
                <a:gd name="csX33" fmla="*/ 546938 w 707973"/>
                <a:gd name="csY33" fmla="*/ 4325 h 685266"/>
                <a:gd name="csX34" fmla="*/ 540017 w 707973"/>
                <a:gd name="csY34" fmla="*/ 11462 h 685266"/>
                <a:gd name="csX35" fmla="*/ 522046 w 707973"/>
                <a:gd name="csY35" fmla="*/ 1410 h 685266"/>
                <a:gd name="csX36" fmla="*/ 489661 w 707973"/>
                <a:gd name="csY36" fmla="*/ 0 h 685266"/>
                <a:gd name="csX37" fmla="*/ 489661 w 707973"/>
                <a:gd name="csY37" fmla="*/ 11786 h 685266"/>
                <a:gd name="csX38" fmla="*/ 467055 w 707973"/>
                <a:gd name="csY38" fmla="*/ 16224 h 685266"/>
                <a:gd name="csX39" fmla="*/ 452450 w 707973"/>
                <a:gd name="csY39" fmla="*/ 8871 h 685266"/>
                <a:gd name="csX40" fmla="*/ 414350 w 707973"/>
                <a:gd name="csY40" fmla="*/ 27254 h 685266"/>
                <a:gd name="csX41" fmla="*/ 394855 w 707973"/>
                <a:gd name="csY41" fmla="*/ 19901 h 685266"/>
                <a:gd name="csX42" fmla="*/ 377711 w 707973"/>
                <a:gd name="csY42" fmla="*/ 44990 h 685266"/>
                <a:gd name="csX43" fmla="*/ 307797 w 707973"/>
                <a:gd name="csY43" fmla="*/ 34715 h 685266"/>
                <a:gd name="csX44" fmla="*/ 302844 w 707973"/>
                <a:gd name="csY44" fmla="*/ 21412 h 685266"/>
                <a:gd name="csX45" fmla="*/ 282080 w 707973"/>
                <a:gd name="csY45" fmla="*/ 7677 h 685266"/>
                <a:gd name="csX46" fmla="*/ 267665 w 707973"/>
                <a:gd name="csY46" fmla="*/ 6166 h 685266"/>
                <a:gd name="csX47" fmla="*/ 254241 w 707973"/>
                <a:gd name="csY47" fmla="*/ 14491 h 685266"/>
                <a:gd name="csX48" fmla="*/ 242335 w 707973"/>
                <a:gd name="csY48" fmla="*/ 34176 h 685266"/>
                <a:gd name="csX49" fmla="*/ 232918 w 707973"/>
                <a:gd name="csY49" fmla="*/ 37636 h 685266"/>
                <a:gd name="csX50" fmla="*/ 236385 w 707973"/>
                <a:gd name="csY50" fmla="*/ 79915 h 685266"/>
                <a:gd name="csX51" fmla="*/ 216033 w 707973"/>
                <a:gd name="csY51" fmla="*/ 101435 h 685266"/>
                <a:gd name="csX52" fmla="*/ 215062 w 707973"/>
                <a:gd name="csY52" fmla="*/ 123387 h 685266"/>
                <a:gd name="csX53" fmla="*/ 206184 w 707973"/>
                <a:gd name="csY53" fmla="*/ 143066 h 685266"/>
                <a:gd name="csX54" fmla="*/ 210623 w 707973"/>
                <a:gd name="csY54" fmla="*/ 170104 h 685266"/>
                <a:gd name="csX55" fmla="*/ 201206 w 707973"/>
                <a:gd name="csY55" fmla="*/ 185782 h 685266"/>
                <a:gd name="csX56" fmla="*/ 202724 w 707973"/>
                <a:gd name="csY56" fmla="*/ 200489 h 685266"/>
                <a:gd name="csX57" fmla="*/ 190709 w 707973"/>
                <a:gd name="csY57" fmla="*/ 217684 h 685266"/>
                <a:gd name="csX58" fmla="*/ 171012 w 707973"/>
                <a:gd name="csY58" fmla="*/ 225577 h 685266"/>
                <a:gd name="csX59" fmla="*/ 158559 w 707973"/>
                <a:gd name="csY59" fmla="*/ 251314 h 685266"/>
                <a:gd name="csX60" fmla="*/ 143948 w 707973"/>
                <a:gd name="csY60" fmla="*/ 265265 h 685266"/>
                <a:gd name="csX61" fmla="*/ 146329 w 707973"/>
                <a:gd name="csY61" fmla="*/ 307651 h 685266"/>
                <a:gd name="csX62" fmla="*/ 134423 w 707973"/>
                <a:gd name="csY62" fmla="*/ 331229 h 685266"/>
                <a:gd name="csX63" fmla="*/ 119596 w 707973"/>
                <a:gd name="csY63" fmla="*/ 332200 h 685266"/>
                <a:gd name="csX64" fmla="*/ 92862 w 707973"/>
                <a:gd name="csY64" fmla="*/ 364211 h 685266"/>
                <a:gd name="csX65" fmla="*/ 79006 w 707973"/>
                <a:gd name="csY65" fmla="*/ 361721 h 685266"/>
                <a:gd name="csX66" fmla="*/ 78467 w 707973"/>
                <a:gd name="csY66" fmla="*/ 340309 h 685266"/>
                <a:gd name="csX67" fmla="*/ 52273 w 707973"/>
                <a:gd name="csY67" fmla="*/ 345827 h 685266"/>
                <a:gd name="csX68" fmla="*/ 52057 w 707973"/>
                <a:gd name="csY68" fmla="*/ 356750 h 685266"/>
                <a:gd name="csX69" fmla="*/ 39611 w 707973"/>
                <a:gd name="csY69" fmla="*/ 363779 h 685266"/>
                <a:gd name="csX70" fmla="*/ 31172 w 707973"/>
                <a:gd name="csY70" fmla="*/ 355448 h 685266"/>
                <a:gd name="csX71" fmla="*/ 11576 w 707973"/>
                <a:gd name="csY71" fmla="*/ 377292 h 685266"/>
                <a:gd name="csX72" fmla="*/ 12230 w 707973"/>
                <a:gd name="csY72" fmla="*/ 389839 h 685266"/>
                <a:gd name="csX73" fmla="*/ 0 w 707973"/>
                <a:gd name="csY73" fmla="*/ 399243 h 685266"/>
                <a:gd name="csX74" fmla="*/ 12338 w 707973"/>
                <a:gd name="csY74" fmla="*/ 416547 h 685266"/>
                <a:gd name="csX75" fmla="*/ 39179 w 707973"/>
                <a:gd name="csY75" fmla="*/ 405194 h 685266"/>
                <a:gd name="csX76" fmla="*/ 158781 w 707973"/>
                <a:gd name="csY76" fmla="*/ 406057 h 685266"/>
                <a:gd name="csX77" fmla="*/ 162890 w 707973"/>
                <a:gd name="csY77" fmla="*/ 425520 h 685266"/>
                <a:gd name="csX78" fmla="*/ 172199 w 707973"/>
                <a:gd name="csY78" fmla="*/ 445637 h 685266"/>
                <a:gd name="csX79" fmla="*/ 197205 w 707973"/>
                <a:gd name="csY79" fmla="*/ 485000 h 685266"/>
                <a:gd name="csX80" fmla="*/ 233026 w 707973"/>
                <a:gd name="csY80" fmla="*/ 478079 h 685266"/>
                <a:gd name="csX81" fmla="*/ 263537 w 707973"/>
                <a:gd name="csY81" fmla="*/ 477863 h 685266"/>
                <a:gd name="csX82" fmla="*/ 270586 w 707973"/>
                <a:gd name="csY82" fmla="*/ 460991 h 685266"/>
                <a:gd name="csX83" fmla="*/ 267982 w 707973"/>
                <a:gd name="csY83" fmla="*/ 442824 h 685266"/>
                <a:gd name="csX84" fmla="*/ 310845 w 707973"/>
                <a:gd name="csY84" fmla="*/ 439363 h 685266"/>
                <a:gd name="csX85" fmla="*/ 306082 w 707973"/>
                <a:gd name="csY85" fmla="*/ 452774 h 685266"/>
                <a:gd name="csX86" fmla="*/ 355867 w 707973"/>
                <a:gd name="csY86" fmla="*/ 453206 h 685266"/>
                <a:gd name="csX87" fmla="*/ 350342 w 707973"/>
                <a:gd name="csY87" fmla="*/ 479266 h 685266"/>
                <a:gd name="csX88" fmla="*/ 359804 w 707973"/>
                <a:gd name="csY88" fmla="*/ 497002 h 685266"/>
                <a:gd name="csX89" fmla="*/ 353835 w 707973"/>
                <a:gd name="csY89" fmla="*/ 538740 h 685266"/>
                <a:gd name="csX90" fmla="*/ 368186 w 707973"/>
                <a:gd name="csY90" fmla="*/ 552476 h 685266"/>
                <a:gd name="csX91" fmla="*/ 374726 w 707973"/>
                <a:gd name="csY91" fmla="*/ 570103 h 685266"/>
                <a:gd name="csX92" fmla="*/ 366280 w 707973"/>
                <a:gd name="csY92" fmla="*/ 587839 h 685266"/>
                <a:gd name="csX93" fmla="*/ 374155 w 707973"/>
                <a:gd name="csY93" fmla="*/ 605028 h 685266"/>
                <a:gd name="csX94" fmla="*/ 385077 w 707973"/>
                <a:gd name="csY94" fmla="*/ 594652 h 685266"/>
                <a:gd name="csX95" fmla="*/ 406857 w 707973"/>
                <a:gd name="csY95" fmla="*/ 597135 h 685266"/>
                <a:gd name="csX96" fmla="*/ 435622 w 707973"/>
                <a:gd name="csY96" fmla="*/ 585889 h 685266"/>
                <a:gd name="csX97" fmla="*/ 456958 w 707973"/>
                <a:gd name="csY97" fmla="*/ 595192 h 685266"/>
                <a:gd name="csX98" fmla="*/ 466928 w 707973"/>
                <a:gd name="csY98" fmla="*/ 610978 h 685266"/>
                <a:gd name="csX99" fmla="*/ 493661 w 707973"/>
                <a:gd name="csY99" fmla="*/ 600164 h 685266"/>
                <a:gd name="csX100" fmla="*/ 500075 w 707973"/>
                <a:gd name="csY100" fmla="*/ 621360 h 685266"/>
                <a:gd name="csX101" fmla="*/ 534809 w 707973"/>
                <a:gd name="csY101" fmla="*/ 630656 h 685266"/>
                <a:gd name="csX102" fmla="*/ 546176 w 707973"/>
                <a:gd name="csY102" fmla="*/ 613467 h 685266"/>
                <a:gd name="csX103" fmla="*/ 559447 w 707973"/>
                <a:gd name="csY103" fmla="*/ 614007 h 685266"/>
                <a:gd name="csX104" fmla="*/ 560463 w 707973"/>
                <a:gd name="csY104" fmla="*/ 623850 h 685266"/>
                <a:gd name="csX105" fmla="*/ 573862 w 707973"/>
                <a:gd name="csY105" fmla="*/ 641039 h 685266"/>
                <a:gd name="csX106" fmla="*/ 600722 w 707973"/>
                <a:gd name="csY106" fmla="*/ 645909 h 685266"/>
                <a:gd name="csX107" fmla="*/ 627646 w 707973"/>
                <a:gd name="csY107" fmla="*/ 685267 h 685266"/>
                <a:gd name="csX108" fmla="*/ 643013 w 707973"/>
                <a:gd name="csY108" fmla="*/ 673049 h 685266"/>
                <a:gd name="csX109" fmla="*/ 645934 w 707973"/>
                <a:gd name="csY109" fmla="*/ 684943 h 685266"/>
                <a:gd name="csX110" fmla="*/ 662508 w 707973"/>
                <a:gd name="csY110" fmla="*/ 684943 h 685266"/>
                <a:gd name="csX111" fmla="*/ 662381 w 707973"/>
                <a:gd name="csY111" fmla="*/ 628390 h 685266"/>
                <a:gd name="csX112" fmla="*/ 643458 w 707973"/>
                <a:gd name="csY112" fmla="*/ 631527 h 685266"/>
                <a:gd name="csX113" fmla="*/ 642379 w 707973"/>
                <a:gd name="csY113" fmla="*/ 641255 h 685266"/>
                <a:gd name="csX114" fmla="*/ 626377 w 707973"/>
                <a:gd name="csY114" fmla="*/ 638772 h 685266"/>
                <a:gd name="csX115" fmla="*/ 616280 w 707973"/>
                <a:gd name="csY115" fmla="*/ 624281 h 685266"/>
                <a:gd name="csX116" fmla="*/ 605358 w 707973"/>
                <a:gd name="csY116" fmla="*/ 619087 h 685266"/>
                <a:gd name="csX117" fmla="*/ 600151 w 707973"/>
                <a:gd name="csY117" fmla="*/ 604380 h 685266"/>
                <a:gd name="csX118" fmla="*/ 612851 w 707973"/>
                <a:gd name="csY118" fmla="*/ 579730 h 685266"/>
                <a:gd name="csX119" fmla="*/ 607644 w 707973"/>
                <a:gd name="csY119" fmla="*/ 529444 h 685266"/>
                <a:gd name="csX120" fmla="*/ 620408 w 707973"/>
                <a:gd name="csY120" fmla="*/ 498405 h 685266"/>
                <a:gd name="csX121" fmla="*/ 680288 w 707973"/>
                <a:gd name="csY121" fmla="*/ 489757 h 685266"/>
                <a:gd name="csX122" fmla="*/ 683971 w 707973"/>
                <a:gd name="csY122" fmla="*/ 483483 h 685266"/>
                <a:gd name="csX123" fmla="*/ 671398 w 707973"/>
                <a:gd name="csY123" fmla="*/ 467913 h 685266"/>
                <a:gd name="csX124" fmla="*/ 671398 w 707973"/>
                <a:gd name="csY124" fmla="*/ 467697 h 685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707973" h="685266">
                  <a:moveTo>
                    <a:pt x="671398" y="467697"/>
                  </a:moveTo>
                  <a:lnTo>
                    <a:pt x="669874" y="456883"/>
                  </a:lnTo>
                  <a:cubicBezTo>
                    <a:pt x="669112" y="451910"/>
                    <a:pt x="663460" y="444989"/>
                    <a:pt x="663778" y="445529"/>
                  </a:cubicBezTo>
                  <a:cubicBezTo>
                    <a:pt x="661556" y="442176"/>
                    <a:pt x="656031" y="441636"/>
                    <a:pt x="656539" y="441852"/>
                  </a:cubicBezTo>
                  <a:cubicBezTo>
                    <a:pt x="654697" y="441528"/>
                    <a:pt x="652348" y="440011"/>
                    <a:pt x="651269" y="438499"/>
                  </a:cubicBezTo>
                  <a:lnTo>
                    <a:pt x="644728" y="429304"/>
                  </a:lnTo>
                  <a:cubicBezTo>
                    <a:pt x="641807" y="425088"/>
                    <a:pt x="643775" y="422389"/>
                    <a:pt x="640982" y="418059"/>
                  </a:cubicBezTo>
                  <a:cubicBezTo>
                    <a:pt x="636854" y="411899"/>
                    <a:pt x="632854" y="406813"/>
                    <a:pt x="632219" y="402056"/>
                  </a:cubicBezTo>
                  <a:lnTo>
                    <a:pt x="631965" y="400869"/>
                  </a:lnTo>
                  <a:cubicBezTo>
                    <a:pt x="631774" y="399028"/>
                    <a:pt x="632727" y="397085"/>
                    <a:pt x="634123" y="396430"/>
                  </a:cubicBezTo>
                  <a:cubicBezTo>
                    <a:pt x="637045" y="395135"/>
                    <a:pt x="638505" y="390271"/>
                    <a:pt x="638187" y="390919"/>
                  </a:cubicBezTo>
                  <a:cubicBezTo>
                    <a:pt x="640410" y="383997"/>
                    <a:pt x="627900" y="374485"/>
                    <a:pt x="628218" y="366154"/>
                  </a:cubicBezTo>
                  <a:lnTo>
                    <a:pt x="628726" y="353720"/>
                  </a:lnTo>
                  <a:cubicBezTo>
                    <a:pt x="628980" y="348634"/>
                    <a:pt x="633933" y="337388"/>
                    <a:pt x="633743" y="338042"/>
                  </a:cubicBezTo>
                  <a:cubicBezTo>
                    <a:pt x="635330" y="333927"/>
                    <a:pt x="633488" y="329171"/>
                    <a:pt x="631139" y="332956"/>
                  </a:cubicBezTo>
                  <a:cubicBezTo>
                    <a:pt x="630568" y="333496"/>
                    <a:pt x="627456" y="339661"/>
                    <a:pt x="627773" y="335229"/>
                  </a:cubicBezTo>
                  <a:cubicBezTo>
                    <a:pt x="627773" y="335229"/>
                    <a:pt x="625615" y="306248"/>
                    <a:pt x="629933" y="306464"/>
                  </a:cubicBezTo>
                  <a:lnTo>
                    <a:pt x="619137" y="269589"/>
                  </a:lnTo>
                  <a:lnTo>
                    <a:pt x="635203" y="242551"/>
                  </a:lnTo>
                  <a:lnTo>
                    <a:pt x="647649" y="232283"/>
                  </a:lnTo>
                  <a:lnTo>
                    <a:pt x="644410" y="202438"/>
                  </a:lnTo>
                  <a:lnTo>
                    <a:pt x="660857" y="151181"/>
                  </a:lnTo>
                  <a:lnTo>
                    <a:pt x="680352" y="138094"/>
                  </a:lnTo>
                  <a:lnTo>
                    <a:pt x="707974" y="102946"/>
                  </a:lnTo>
                  <a:lnTo>
                    <a:pt x="690448" y="93110"/>
                  </a:lnTo>
                  <a:lnTo>
                    <a:pt x="696036" y="67373"/>
                  </a:lnTo>
                  <a:lnTo>
                    <a:pt x="665556" y="48775"/>
                  </a:lnTo>
                  <a:lnTo>
                    <a:pt x="653872" y="27578"/>
                  </a:lnTo>
                  <a:lnTo>
                    <a:pt x="642696" y="24009"/>
                  </a:lnTo>
                  <a:lnTo>
                    <a:pt x="631965" y="36119"/>
                  </a:lnTo>
                  <a:lnTo>
                    <a:pt x="614756" y="28010"/>
                  </a:lnTo>
                  <a:lnTo>
                    <a:pt x="601548" y="38608"/>
                  </a:lnTo>
                  <a:lnTo>
                    <a:pt x="564020" y="6598"/>
                  </a:lnTo>
                  <a:lnTo>
                    <a:pt x="546938" y="4325"/>
                  </a:lnTo>
                  <a:lnTo>
                    <a:pt x="540017" y="11462"/>
                  </a:lnTo>
                  <a:lnTo>
                    <a:pt x="522046" y="1410"/>
                  </a:lnTo>
                  <a:lnTo>
                    <a:pt x="489661" y="0"/>
                  </a:lnTo>
                  <a:lnTo>
                    <a:pt x="489661" y="11786"/>
                  </a:lnTo>
                  <a:lnTo>
                    <a:pt x="467055" y="16224"/>
                  </a:lnTo>
                  <a:lnTo>
                    <a:pt x="452450" y="8871"/>
                  </a:lnTo>
                  <a:lnTo>
                    <a:pt x="414350" y="27254"/>
                  </a:lnTo>
                  <a:lnTo>
                    <a:pt x="394855" y="19901"/>
                  </a:lnTo>
                  <a:lnTo>
                    <a:pt x="377711" y="44990"/>
                  </a:lnTo>
                  <a:lnTo>
                    <a:pt x="307797" y="34715"/>
                  </a:lnTo>
                  <a:lnTo>
                    <a:pt x="302844" y="21412"/>
                  </a:lnTo>
                  <a:lnTo>
                    <a:pt x="282080" y="7677"/>
                  </a:lnTo>
                  <a:lnTo>
                    <a:pt x="267665" y="6166"/>
                  </a:lnTo>
                  <a:lnTo>
                    <a:pt x="254241" y="14491"/>
                  </a:lnTo>
                  <a:lnTo>
                    <a:pt x="242335" y="34176"/>
                  </a:lnTo>
                  <a:lnTo>
                    <a:pt x="232918" y="37636"/>
                  </a:lnTo>
                  <a:lnTo>
                    <a:pt x="236385" y="79915"/>
                  </a:lnTo>
                  <a:lnTo>
                    <a:pt x="216033" y="101435"/>
                  </a:lnTo>
                  <a:lnTo>
                    <a:pt x="215062" y="123387"/>
                  </a:lnTo>
                  <a:lnTo>
                    <a:pt x="206184" y="143066"/>
                  </a:lnTo>
                  <a:lnTo>
                    <a:pt x="210623" y="170104"/>
                  </a:lnTo>
                  <a:lnTo>
                    <a:pt x="201206" y="185782"/>
                  </a:lnTo>
                  <a:lnTo>
                    <a:pt x="202724" y="200489"/>
                  </a:lnTo>
                  <a:lnTo>
                    <a:pt x="190709" y="217684"/>
                  </a:lnTo>
                  <a:lnTo>
                    <a:pt x="171012" y="225577"/>
                  </a:lnTo>
                  <a:lnTo>
                    <a:pt x="158559" y="251314"/>
                  </a:lnTo>
                  <a:lnTo>
                    <a:pt x="143948" y="265265"/>
                  </a:lnTo>
                  <a:lnTo>
                    <a:pt x="146329" y="307651"/>
                  </a:lnTo>
                  <a:lnTo>
                    <a:pt x="134423" y="331229"/>
                  </a:lnTo>
                  <a:lnTo>
                    <a:pt x="119596" y="332200"/>
                  </a:lnTo>
                  <a:lnTo>
                    <a:pt x="92862" y="364211"/>
                  </a:lnTo>
                  <a:lnTo>
                    <a:pt x="79006" y="361721"/>
                  </a:lnTo>
                  <a:lnTo>
                    <a:pt x="78467" y="340309"/>
                  </a:lnTo>
                  <a:lnTo>
                    <a:pt x="52273" y="345827"/>
                  </a:lnTo>
                  <a:lnTo>
                    <a:pt x="52057" y="356750"/>
                  </a:lnTo>
                  <a:lnTo>
                    <a:pt x="39611" y="363779"/>
                  </a:lnTo>
                  <a:lnTo>
                    <a:pt x="31172" y="355448"/>
                  </a:lnTo>
                  <a:lnTo>
                    <a:pt x="11576" y="377292"/>
                  </a:lnTo>
                  <a:lnTo>
                    <a:pt x="12230" y="389839"/>
                  </a:lnTo>
                  <a:lnTo>
                    <a:pt x="0" y="399243"/>
                  </a:lnTo>
                  <a:cubicBezTo>
                    <a:pt x="5842" y="406597"/>
                    <a:pt x="13849" y="415036"/>
                    <a:pt x="12338" y="416547"/>
                  </a:cubicBezTo>
                  <a:lnTo>
                    <a:pt x="39179" y="405194"/>
                  </a:lnTo>
                  <a:lnTo>
                    <a:pt x="158781" y="406057"/>
                  </a:lnTo>
                  <a:lnTo>
                    <a:pt x="162890" y="425520"/>
                  </a:lnTo>
                  <a:lnTo>
                    <a:pt x="172199" y="445637"/>
                  </a:lnTo>
                  <a:lnTo>
                    <a:pt x="197205" y="485000"/>
                  </a:lnTo>
                  <a:lnTo>
                    <a:pt x="233026" y="478079"/>
                  </a:lnTo>
                  <a:lnTo>
                    <a:pt x="263537" y="477863"/>
                  </a:lnTo>
                  <a:lnTo>
                    <a:pt x="270586" y="460991"/>
                  </a:lnTo>
                  <a:lnTo>
                    <a:pt x="267982" y="442824"/>
                  </a:lnTo>
                  <a:lnTo>
                    <a:pt x="310845" y="439363"/>
                  </a:lnTo>
                  <a:lnTo>
                    <a:pt x="306082" y="452774"/>
                  </a:lnTo>
                  <a:lnTo>
                    <a:pt x="355867" y="453206"/>
                  </a:lnTo>
                  <a:lnTo>
                    <a:pt x="350342" y="479266"/>
                  </a:lnTo>
                  <a:lnTo>
                    <a:pt x="359804" y="497002"/>
                  </a:lnTo>
                  <a:lnTo>
                    <a:pt x="353835" y="538740"/>
                  </a:lnTo>
                  <a:lnTo>
                    <a:pt x="368186" y="552476"/>
                  </a:lnTo>
                  <a:lnTo>
                    <a:pt x="374726" y="570103"/>
                  </a:lnTo>
                  <a:lnTo>
                    <a:pt x="366280" y="587839"/>
                  </a:lnTo>
                  <a:lnTo>
                    <a:pt x="374155" y="605028"/>
                  </a:lnTo>
                  <a:lnTo>
                    <a:pt x="385077" y="594652"/>
                  </a:lnTo>
                  <a:lnTo>
                    <a:pt x="406857" y="597135"/>
                  </a:lnTo>
                  <a:lnTo>
                    <a:pt x="435622" y="585889"/>
                  </a:lnTo>
                  <a:lnTo>
                    <a:pt x="456958" y="595192"/>
                  </a:lnTo>
                  <a:lnTo>
                    <a:pt x="466928" y="610978"/>
                  </a:lnTo>
                  <a:lnTo>
                    <a:pt x="493661" y="600164"/>
                  </a:lnTo>
                  <a:lnTo>
                    <a:pt x="500075" y="621360"/>
                  </a:lnTo>
                  <a:lnTo>
                    <a:pt x="534809" y="630656"/>
                  </a:lnTo>
                  <a:lnTo>
                    <a:pt x="546176" y="613467"/>
                  </a:lnTo>
                  <a:lnTo>
                    <a:pt x="559447" y="614007"/>
                  </a:lnTo>
                  <a:lnTo>
                    <a:pt x="560463" y="623850"/>
                  </a:lnTo>
                  <a:lnTo>
                    <a:pt x="573862" y="641039"/>
                  </a:lnTo>
                  <a:lnTo>
                    <a:pt x="600722" y="645909"/>
                  </a:lnTo>
                  <a:lnTo>
                    <a:pt x="627646" y="685267"/>
                  </a:lnTo>
                  <a:lnTo>
                    <a:pt x="643013" y="673049"/>
                  </a:lnTo>
                  <a:lnTo>
                    <a:pt x="645934" y="684943"/>
                  </a:lnTo>
                  <a:lnTo>
                    <a:pt x="662508" y="684943"/>
                  </a:lnTo>
                  <a:lnTo>
                    <a:pt x="662381" y="628390"/>
                  </a:lnTo>
                  <a:lnTo>
                    <a:pt x="643458" y="631527"/>
                  </a:lnTo>
                  <a:lnTo>
                    <a:pt x="642379" y="641255"/>
                  </a:lnTo>
                  <a:lnTo>
                    <a:pt x="626377" y="638772"/>
                  </a:lnTo>
                  <a:lnTo>
                    <a:pt x="616280" y="624281"/>
                  </a:lnTo>
                  <a:lnTo>
                    <a:pt x="605358" y="619087"/>
                  </a:lnTo>
                  <a:lnTo>
                    <a:pt x="600151" y="604380"/>
                  </a:lnTo>
                  <a:lnTo>
                    <a:pt x="612851" y="579730"/>
                  </a:lnTo>
                  <a:lnTo>
                    <a:pt x="607644" y="529444"/>
                  </a:lnTo>
                  <a:lnTo>
                    <a:pt x="620408" y="498405"/>
                  </a:lnTo>
                  <a:lnTo>
                    <a:pt x="680288" y="489757"/>
                  </a:lnTo>
                  <a:cubicBezTo>
                    <a:pt x="681558" y="487375"/>
                    <a:pt x="684288" y="486080"/>
                    <a:pt x="683971" y="483483"/>
                  </a:cubicBezTo>
                  <a:cubicBezTo>
                    <a:pt x="683399" y="478079"/>
                    <a:pt x="672350" y="474834"/>
                    <a:pt x="671398" y="467913"/>
                  </a:cubicBezTo>
                  <a:lnTo>
                    <a:pt x="671398" y="467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3E4A77D4-6D4F-1AFD-C447-D1F87A437C4B}"/>
                </a:ext>
              </a:extLst>
            </p:cNvPr>
            <p:cNvSpPr/>
            <p:nvPr/>
          </p:nvSpPr>
          <p:spPr>
            <a:xfrm>
              <a:off x="6456426" y="4788598"/>
              <a:ext cx="438911" cy="373291"/>
            </a:xfrm>
            <a:custGeom>
              <a:avLst/>
              <a:gdLst>
                <a:gd name="csX0" fmla="*/ 281178 w 438911"/>
                <a:gd name="csY0" fmla="*/ 141770 h 373291"/>
                <a:gd name="csX1" fmla="*/ 280098 w 438911"/>
                <a:gd name="csY1" fmla="*/ 151499 h 373291"/>
                <a:gd name="csX2" fmla="*/ 264096 w 438911"/>
                <a:gd name="csY2" fmla="*/ 149016 h 373291"/>
                <a:gd name="csX3" fmla="*/ 254000 w 438911"/>
                <a:gd name="csY3" fmla="*/ 134525 h 373291"/>
                <a:gd name="csX4" fmla="*/ 243078 w 438911"/>
                <a:gd name="csY4" fmla="*/ 129330 h 373291"/>
                <a:gd name="csX5" fmla="*/ 237871 w 438911"/>
                <a:gd name="csY5" fmla="*/ 114624 h 373291"/>
                <a:gd name="csX6" fmla="*/ 250571 w 438911"/>
                <a:gd name="csY6" fmla="*/ 89967 h 373291"/>
                <a:gd name="csX7" fmla="*/ 245364 w 438911"/>
                <a:gd name="csY7" fmla="*/ 39688 h 373291"/>
                <a:gd name="csX8" fmla="*/ 258128 w 438911"/>
                <a:gd name="csY8" fmla="*/ 8649 h 373291"/>
                <a:gd name="csX9" fmla="*/ 318008 w 438911"/>
                <a:gd name="csY9" fmla="*/ 0 h 373291"/>
                <a:gd name="csX10" fmla="*/ 317246 w 438911"/>
                <a:gd name="csY10" fmla="*/ 3245 h 373291"/>
                <a:gd name="csX11" fmla="*/ 320929 w 438911"/>
                <a:gd name="csY11" fmla="*/ 7138 h 373291"/>
                <a:gd name="csX12" fmla="*/ 329057 w 438911"/>
                <a:gd name="csY12" fmla="*/ 9080 h 373291"/>
                <a:gd name="csX13" fmla="*/ 336486 w 438911"/>
                <a:gd name="csY13" fmla="*/ 15570 h 373291"/>
                <a:gd name="csX14" fmla="*/ 342011 w 438911"/>
                <a:gd name="csY14" fmla="*/ 16218 h 373291"/>
                <a:gd name="csX15" fmla="*/ 344488 w 438911"/>
                <a:gd name="csY15" fmla="*/ 14275 h 373291"/>
                <a:gd name="csX16" fmla="*/ 359346 w 438911"/>
                <a:gd name="csY16" fmla="*/ 15030 h 373291"/>
                <a:gd name="csX17" fmla="*/ 368236 w 438911"/>
                <a:gd name="csY17" fmla="*/ 27902 h 373291"/>
                <a:gd name="csX18" fmla="*/ 410019 w 438911"/>
                <a:gd name="csY18" fmla="*/ 40875 h 373291"/>
                <a:gd name="csX19" fmla="*/ 413258 w 438911"/>
                <a:gd name="csY19" fmla="*/ 55366 h 373291"/>
                <a:gd name="csX20" fmla="*/ 426783 w 438911"/>
                <a:gd name="csY20" fmla="*/ 62611 h 373291"/>
                <a:gd name="csX21" fmla="*/ 438912 w 438911"/>
                <a:gd name="csY21" fmla="*/ 88132 h 373291"/>
                <a:gd name="csX22" fmla="*/ 422148 w 438911"/>
                <a:gd name="csY22" fmla="*/ 99162 h 373291"/>
                <a:gd name="csX23" fmla="*/ 421577 w 438911"/>
                <a:gd name="csY23" fmla="*/ 143713 h 373291"/>
                <a:gd name="csX24" fmla="*/ 434467 w 438911"/>
                <a:gd name="csY24" fmla="*/ 152146 h 373291"/>
                <a:gd name="csX25" fmla="*/ 410083 w 438911"/>
                <a:gd name="csY25" fmla="*/ 171507 h 373291"/>
                <a:gd name="csX26" fmla="*/ 410655 w 438911"/>
                <a:gd name="csY26" fmla="*/ 191186 h 373291"/>
                <a:gd name="csX27" fmla="*/ 401003 w 438911"/>
                <a:gd name="csY27" fmla="*/ 199295 h 373291"/>
                <a:gd name="csX28" fmla="*/ 407860 w 438911"/>
                <a:gd name="csY28" fmla="*/ 211950 h 373291"/>
                <a:gd name="csX29" fmla="*/ 415544 w 438911"/>
                <a:gd name="csY29" fmla="*/ 210541 h 373291"/>
                <a:gd name="csX30" fmla="*/ 424815 w 438911"/>
                <a:gd name="csY30" fmla="*/ 223412 h 373291"/>
                <a:gd name="csX31" fmla="*/ 308229 w 438911"/>
                <a:gd name="csY31" fmla="*/ 254229 h 373291"/>
                <a:gd name="csX32" fmla="*/ 313436 w 438911"/>
                <a:gd name="csY32" fmla="*/ 278670 h 373291"/>
                <a:gd name="csX33" fmla="*/ 284543 w 438911"/>
                <a:gd name="csY33" fmla="*/ 278130 h 373291"/>
                <a:gd name="csX34" fmla="*/ 259842 w 438911"/>
                <a:gd name="csY34" fmla="*/ 293269 h 373291"/>
                <a:gd name="csX35" fmla="*/ 252285 w 438911"/>
                <a:gd name="csY35" fmla="*/ 321063 h 373291"/>
                <a:gd name="csX36" fmla="*/ 224028 w 438911"/>
                <a:gd name="csY36" fmla="*/ 325819 h 373291"/>
                <a:gd name="csX37" fmla="*/ 179578 w 438911"/>
                <a:gd name="csY37" fmla="*/ 373291 h 373291"/>
                <a:gd name="csX38" fmla="*/ 147066 w 438911"/>
                <a:gd name="csY38" fmla="*/ 362261 h 373291"/>
                <a:gd name="csX39" fmla="*/ 120904 w 438911"/>
                <a:gd name="csY39" fmla="*/ 361937 h 373291"/>
                <a:gd name="csX40" fmla="*/ 104902 w 438911"/>
                <a:gd name="csY40" fmla="*/ 347339 h 373291"/>
                <a:gd name="csX41" fmla="*/ 80645 w 438911"/>
                <a:gd name="csY41" fmla="*/ 345174 h 373291"/>
                <a:gd name="csX42" fmla="*/ 45593 w 438911"/>
                <a:gd name="csY42" fmla="*/ 351987 h 373291"/>
                <a:gd name="csX43" fmla="*/ 6731 w 438911"/>
                <a:gd name="csY43" fmla="*/ 313487 h 373291"/>
                <a:gd name="csX44" fmla="*/ 7048 w 438911"/>
                <a:gd name="csY44" fmla="*/ 303003 h 373291"/>
                <a:gd name="csX45" fmla="*/ 762 w 438911"/>
                <a:gd name="csY45" fmla="*/ 296297 h 373291"/>
                <a:gd name="csX46" fmla="*/ 0 w 438911"/>
                <a:gd name="csY46" fmla="*/ 178860 h 373291"/>
                <a:gd name="csX47" fmla="*/ 76009 w 438911"/>
                <a:gd name="csY47" fmla="*/ 179076 h 373291"/>
                <a:gd name="csX48" fmla="*/ 71310 w 438911"/>
                <a:gd name="csY48" fmla="*/ 167507 h 373291"/>
                <a:gd name="csX49" fmla="*/ 78486 w 438911"/>
                <a:gd name="csY49" fmla="*/ 153232 h 373291"/>
                <a:gd name="csX50" fmla="*/ 72961 w 438911"/>
                <a:gd name="csY50" fmla="*/ 145009 h 373291"/>
                <a:gd name="csX51" fmla="*/ 73152 w 438911"/>
                <a:gd name="csY51" fmla="*/ 96349 h 373291"/>
                <a:gd name="csX52" fmla="*/ 94679 w 438911"/>
                <a:gd name="csY52" fmla="*/ 105651 h 373291"/>
                <a:gd name="csX53" fmla="*/ 104330 w 438911"/>
                <a:gd name="csY53" fmla="*/ 121329 h 373291"/>
                <a:gd name="csX54" fmla="*/ 131064 w 438911"/>
                <a:gd name="csY54" fmla="*/ 110515 h 373291"/>
                <a:gd name="csX55" fmla="*/ 137478 w 438911"/>
                <a:gd name="csY55" fmla="*/ 131712 h 373291"/>
                <a:gd name="csX56" fmla="*/ 172085 w 438911"/>
                <a:gd name="csY56" fmla="*/ 141008 h 373291"/>
                <a:gd name="csX57" fmla="*/ 183452 w 438911"/>
                <a:gd name="csY57" fmla="*/ 123819 h 373291"/>
                <a:gd name="csX58" fmla="*/ 196786 w 438911"/>
                <a:gd name="csY58" fmla="*/ 124358 h 373291"/>
                <a:gd name="csX59" fmla="*/ 197739 w 438911"/>
                <a:gd name="csY59" fmla="*/ 134201 h 373291"/>
                <a:gd name="csX60" fmla="*/ 211138 w 438911"/>
                <a:gd name="csY60" fmla="*/ 151390 h 373291"/>
                <a:gd name="csX61" fmla="*/ 237680 w 438911"/>
                <a:gd name="csY61" fmla="*/ 156261 h 373291"/>
                <a:gd name="csX62" fmla="*/ 264985 w 438911"/>
                <a:gd name="csY62" fmla="*/ 195618 h 373291"/>
                <a:gd name="csX63" fmla="*/ 280353 w 438911"/>
                <a:gd name="csY63" fmla="*/ 183401 h 373291"/>
                <a:gd name="csX64" fmla="*/ 283273 w 438911"/>
                <a:gd name="csY64" fmla="*/ 195294 h 373291"/>
                <a:gd name="csX65" fmla="*/ 299783 w 438911"/>
                <a:gd name="csY65" fmla="*/ 195294 h 373291"/>
                <a:gd name="csX66" fmla="*/ 299720 w 438911"/>
                <a:gd name="csY66" fmla="*/ 138741 h 373291"/>
                <a:gd name="csX67" fmla="*/ 280733 w 438911"/>
                <a:gd name="csY67" fmla="*/ 141878 h 373291"/>
                <a:gd name="csX68" fmla="*/ 281178 w 438911"/>
                <a:gd name="csY68" fmla="*/ 141770 h 373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438911" h="373291">
                  <a:moveTo>
                    <a:pt x="281178" y="141770"/>
                  </a:moveTo>
                  <a:lnTo>
                    <a:pt x="280098" y="151499"/>
                  </a:lnTo>
                  <a:lnTo>
                    <a:pt x="264096" y="149016"/>
                  </a:lnTo>
                  <a:lnTo>
                    <a:pt x="254000" y="134525"/>
                  </a:lnTo>
                  <a:lnTo>
                    <a:pt x="243078" y="129330"/>
                  </a:lnTo>
                  <a:lnTo>
                    <a:pt x="237871" y="114624"/>
                  </a:lnTo>
                  <a:lnTo>
                    <a:pt x="250571" y="89967"/>
                  </a:lnTo>
                  <a:lnTo>
                    <a:pt x="245364" y="39688"/>
                  </a:lnTo>
                  <a:lnTo>
                    <a:pt x="258128" y="8649"/>
                  </a:lnTo>
                  <a:lnTo>
                    <a:pt x="318008" y="0"/>
                  </a:lnTo>
                  <a:cubicBezTo>
                    <a:pt x="317436" y="864"/>
                    <a:pt x="317119" y="1943"/>
                    <a:pt x="317246" y="3245"/>
                  </a:cubicBezTo>
                  <a:cubicBezTo>
                    <a:pt x="316992" y="2705"/>
                    <a:pt x="317246" y="7353"/>
                    <a:pt x="320929" y="7138"/>
                  </a:cubicBezTo>
                  <a:cubicBezTo>
                    <a:pt x="320294" y="7138"/>
                    <a:pt x="325882" y="6382"/>
                    <a:pt x="329057" y="9080"/>
                  </a:cubicBezTo>
                  <a:lnTo>
                    <a:pt x="336486" y="15570"/>
                  </a:lnTo>
                  <a:cubicBezTo>
                    <a:pt x="337883" y="16758"/>
                    <a:pt x="340423" y="17088"/>
                    <a:pt x="342011" y="16218"/>
                  </a:cubicBezTo>
                  <a:cubicBezTo>
                    <a:pt x="341693" y="16542"/>
                    <a:pt x="343408" y="15786"/>
                    <a:pt x="344488" y="14275"/>
                  </a:cubicBezTo>
                  <a:lnTo>
                    <a:pt x="359346" y="15030"/>
                  </a:lnTo>
                  <a:lnTo>
                    <a:pt x="368236" y="27902"/>
                  </a:lnTo>
                  <a:lnTo>
                    <a:pt x="410019" y="40875"/>
                  </a:lnTo>
                  <a:lnTo>
                    <a:pt x="413258" y="55366"/>
                  </a:lnTo>
                  <a:lnTo>
                    <a:pt x="426783" y="62611"/>
                  </a:lnTo>
                  <a:lnTo>
                    <a:pt x="438912" y="88132"/>
                  </a:lnTo>
                  <a:lnTo>
                    <a:pt x="422148" y="99162"/>
                  </a:lnTo>
                  <a:lnTo>
                    <a:pt x="421577" y="143713"/>
                  </a:lnTo>
                  <a:lnTo>
                    <a:pt x="434467" y="152146"/>
                  </a:lnTo>
                  <a:lnTo>
                    <a:pt x="410083" y="171507"/>
                  </a:lnTo>
                  <a:lnTo>
                    <a:pt x="410655" y="191186"/>
                  </a:lnTo>
                  <a:lnTo>
                    <a:pt x="401003" y="199295"/>
                  </a:lnTo>
                  <a:lnTo>
                    <a:pt x="407860" y="211950"/>
                  </a:lnTo>
                  <a:lnTo>
                    <a:pt x="415544" y="210541"/>
                  </a:lnTo>
                  <a:lnTo>
                    <a:pt x="424815" y="223412"/>
                  </a:lnTo>
                  <a:lnTo>
                    <a:pt x="308229" y="254229"/>
                  </a:lnTo>
                  <a:lnTo>
                    <a:pt x="313436" y="278670"/>
                  </a:lnTo>
                  <a:lnTo>
                    <a:pt x="284543" y="278130"/>
                  </a:lnTo>
                  <a:lnTo>
                    <a:pt x="259842" y="293269"/>
                  </a:lnTo>
                  <a:lnTo>
                    <a:pt x="252285" y="321063"/>
                  </a:lnTo>
                  <a:lnTo>
                    <a:pt x="224028" y="325819"/>
                  </a:lnTo>
                  <a:lnTo>
                    <a:pt x="179578" y="373291"/>
                  </a:lnTo>
                  <a:lnTo>
                    <a:pt x="147066" y="362261"/>
                  </a:lnTo>
                  <a:lnTo>
                    <a:pt x="120904" y="361937"/>
                  </a:lnTo>
                  <a:lnTo>
                    <a:pt x="104902" y="347339"/>
                  </a:lnTo>
                  <a:lnTo>
                    <a:pt x="80645" y="345174"/>
                  </a:lnTo>
                  <a:lnTo>
                    <a:pt x="45593" y="351987"/>
                  </a:lnTo>
                  <a:lnTo>
                    <a:pt x="6731" y="313487"/>
                  </a:lnTo>
                  <a:lnTo>
                    <a:pt x="7048" y="303003"/>
                  </a:lnTo>
                  <a:lnTo>
                    <a:pt x="762" y="296297"/>
                  </a:lnTo>
                  <a:lnTo>
                    <a:pt x="0" y="178860"/>
                  </a:lnTo>
                  <a:lnTo>
                    <a:pt x="76009" y="179076"/>
                  </a:lnTo>
                  <a:lnTo>
                    <a:pt x="71310" y="167507"/>
                  </a:lnTo>
                  <a:lnTo>
                    <a:pt x="78486" y="153232"/>
                  </a:lnTo>
                  <a:lnTo>
                    <a:pt x="72961" y="145009"/>
                  </a:lnTo>
                  <a:lnTo>
                    <a:pt x="73152" y="96349"/>
                  </a:lnTo>
                  <a:lnTo>
                    <a:pt x="94679" y="105651"/>
                  </a:lnTo>
                  <a:lnTo>
                    <a:pt x="104330" y="121329"/>
                  </a:lnTo>
                  <a:lnTo>
                    <a:pt x="131064" y="110515"/>
                  </a:lnTo>
                  <a:lnTo>
                    <a:pt x="137478" y="131712"/>
                  </a:lnTo>
                  <a:lnTo>
                    <a:pt x="172085" y="141008"/>
                  </a:lnTo>
                  <a:lnTo>
                    <a:pt x="183452" y="123819"/>
                  </a:lnTo>
                  <a:lnTo>
                    <a:pt x="196786" y="124358"/>
                  </a:lnTo>
                  <a:lnTo>
                    <a:pt x="197739" y="134201"/>
                  </a:lnTo>
                  <a:lnTo>
                    <a:pt x="211138" y="151390"/>
                  </a:lnTo>
                  <a:lnTo>
                    <a:pt x="237680" y="156261"/>
                  </a:lnTo>
                  <a:lnTo>
                    <a:pt x="264985" y="195618"/>
                  </a:lnTo>
                  <a:lnTo>
                    <a:pt x="280353" y="183401"/>
                  </a:lnTo>
                  <a:lnTo>
                    <a:pt x="283273" y="195294"/>
                  </a:lnTo>
                  <a:lnTo>
                    <a:pt x="299783" y="195294"/>
                  </a:lnTo>
                  <a:lnTo>
                    <a:pt x="299720" y="138741"/>
                  </a:lnTo>
                  <a:lnTo>
                    <a:pt x="280733" y="141878"/>
                  </a:lnTo>
                  <a:lnTo>
                    <a:pt x="281178" y="1417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FEFA6CFC-9849-909C-141C-E3B30F9BDDBF}"/>
                </a:ext>
              </a:extLst>
            </p:cNvPr>
            <p:cNvSpPr/>
            <p:nvPr/>
          </p:nvSpPr>
          <p:spPr>
            <a:xfrm>
              <a:off x="2986811" y="4885810"/>
              <a:ext cx="72193" cy="279539"/>
            </a:xfrm>
            <a:custGeom>
              <a:avLst/>
              <a:gdLst>
                <a:gd name="csX0" fmla="*/ 0 w 72193"/>
                <a:gd name="csY0" fmla="*/ 279540 h 279539"/>
                <a:gd name="csX1" fmla="*/ 23704 w 72193"/>
                <a:gd name="csY1" fmla="*/ 278238 h 279539"/>
                <a:gd name="csX2" fmla="*/ 31826 w 72193"/>
                <a:gd name="csY2" fmla="*/ 269049 h 279539"/>
                <a:gd name="csX3" fmla="*/ 28791 w 72193"/>
                <a:gd name="csY3" fmla="*/ 256286 h 279539"/>
                <a:gd name="csX4" fmla="*/ 42970 w 72193"/>
                <a:gd name="csY4" fmla="*/ 248717 h 279539"/>
                <a:gd name="csX5" fmla="*/ 33661 w 72193"/>
                <a:gd name="csY5" fmla="*/ 241040 h 279539"/>
                <a:gd name="csX6" fmla="*/ 60287 w 72193"/>
                <a:gd name="csY6" fmla="*/ 213792 h 279539"/>
                <a:gd name="csX7" fmla="*/ 45136 w 72193"/>
                <a:gd name="csY7" fmla="*/ 171291 h 279539"/>
                <a:gd name="csX8" fmla="*/ 56502 w 72193"/>
                <a:gd name="csY8" fmla="*/ 160045 h 279539"/>
                <a:gd name="csX9" fmla="*/ 46545 w 72193"/>
                <a:gd name="csY9" fmla="*/ 148584 h 279539"/>
                <a:gd name="csX10" fmla="*/ 64618 w 72193"/>
                <a:gd name="csY10" fmla="*/ 118847 h 279539"/>
                <a:gd name="csX11" fmla="*/ 57690 w 72193"/>
                <a:gd name="csY11" fmla="*/ 78727 h 279539"/>
                <a:gd name="csX12" fmla="*/ 72193 w 72193"/>
                <a:gd name="csY12" fmla="*/ 59265 h 279539"/>
                <a:gd name="csX13" fmla="*/ 38532 w 72193"/>
                <a:gd name="csY13" fmla="*/ 0 h 279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2193" h="279539">
                  <a:moveTo>
                    <a:pt x="0" y="279540"/>
                  </a:moveTo>
                  <a:lnTo>
                    <a:pt x="23704" y="278238"/>
                  </a:lnTo>
                  <a:lnTo>
                    <a:pt x="31826" y="269049"/>
                  </a:lnTo>
                  <a:lnTo>
                    <a:pt x="28791" y="256286"/>
                  </a:lnTo>
                  <a:lnTo>
                    <a:pt x="42970" y="248717"/>
                  </a:lnTo>
                  <a:lnTo>
                    <a:pt x="33661" y="241040"/>
                  </a:lnTo>
                  <a:lnTo>
                    <a:pt x="60287" y="213792"/>
                  </a:lnTo>
                  <a:lnTo>
                    <a:pt x="45136" y="171291"/>
                  </a:lnTo>
                  <a:lnTo>
                    <a:pt x="56502" y="160045"/>
                  </a:lnTo>
                  <a:lnTo>
                    <a:pt x="46545" y="148584"/>
                  </a:lnTo>
                  <a:lnTo>
                    <a:pt x="64618" y="118847"/>
                  </a:lnTo>
                  <a:lnTo>
                    <a:pt x="57690" y="78727"/>
                  </a:lnTo>
                  <a:lnTo>
                    <a:pt x="72193" y="59265"/>
                  </a:lnTo>
                  <a:lnTo>
                    <a:pt x="3853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76B1009D-DD84-5855-F2A0-C342875CAD4E}"/>
                </a:ext>
              </a:extLst>
            </p:cNvPr>
            <p:cNvSpPr/>
            <p:nvPr/>
          </p:nvSpPr>
          <p:spPr>
            <a:xfrm>
              <a:off x="2858668" y="4297762"/>
              <a:ext cx="836555" cy="1438662"/>
            </a:xfrm>
            <a:custGeom>
              <a:avLst/>
              <a:gdLst>
                <a:gd name="csX0" fmla="*/ 836555 w 836555"/>
                <a:gd name="csY0" fmla="*/ 44876 h 1438662"/>
                <a:gd name="csX1" fmla="*/ 812419 w 836555"/>
                <a:gd name="csY1" fmla="*/ 79051 h 1438662"/>
                <a:gd name="csX2" fmla="*/ 803110 w 836555"/>
                <a:gd name="csY2" fmla="*/ 92456 h 1438662"/>
                <a:gd name="csX3" fmla="*/ 788283 w 836555"/>
                <a:gd name="csY3" fmla="*/ 103054 h 1438662"/>
                <a:gd name="csX4" fmla="*/ 774967 w 836555"/>
                <a:gd name="csY4" fmla="*/ 96781 h 1438662"/>
                <a:gd name="csX5" fmla="*/ 768255 w 836555"/>
                <a:gd name="csY5" fmla="*/ 100349 h 1438662"/>
                <a:gd name="csX6" fmla="*/ 759600 w 836555"/>
                <a:gd name="csY6" fmla="*/ 96133 h 1438662"/>
                <a:gd name="csX7" fmla="*/ 744011 w 836555"/>
                <a:gd name="csY7" fmla="*/ 101975 h 1438662"/>
                <a:gd name="csX8" fmla="*/ 714680 w 836555"/>
                <a:gd name="csY8" fmla="*/ 89643 h 1438662"/>
                <a:gd name="csX9" fmla="*/ 692061 w 836555"/>
                <a:gd name="csY9" fmla="*/ 95593 h 1438662"/>
                <a:gd name="csX10" fmla="*/ 677882 w 836555"/>
                <a:gd name="csY10" fmla="*/ 91268 h 1438662"/>
                <a:gd name="csX11" fmla="*/ 677882 w 836555"/>
                <a:gd name="csY11" fmla="*/ 111817 h 1438662"/>
                <a:gd name="csX12" fmla="*/ 638480 w 836555"/>
                <a:gd name="csY12" fmla="*/ 111703 h 1438662"/>
                <a:gd name="csX13" fmla="*/ 621163 w 836555"/>
                <a:gd name="csY13" fmla="*/ 104464 h 1438662"/>
                <a:gd name="csX14" fmla="*/ 616509 w 836555"/>
                <a:gd name="csY14" fmla="*/ 117329 h 1438662"/>
                <a:gd name="csX15" fmla="*/ 601682 w 836555"/>
                <a:gd name="csY15" fmla="*/ 122301 h 1438662"/>
                <a:gd name="csX16" fmla="*/ 590747 w 836555"/>
                <a:gd name="csY16" fmla="*/ 119710 h 1438662"/>
                <a:gd name="csX17" fmla="*/ 581330 w 836555"/>
                <a:gd name="csY17" fmla="*/ 126193 h 1438662"/>
                <a:gd name="csX18" fmla="*/ 582092 w 836555"/>
                <a:gd name="csY18" fmla="*/ 132359 h 1438662"/>
                <a:gd name="csX19" fmla="*/ 568236 w 836555"/>
                <a:gd name="csY19" fmla="*/ 136360 h 1438662"/>
                <a:gd name="csX20" fmla="*/ 535546 w 836555"/>
                <a:gd name="csY20" fmla="*/ 111595 h 1438662"/>
                <a:gd name="csX21" fmla="*/ 535007 w 836555"/>
                <a:gd name="csY21" fmla="*/ 99162 h 1438662"/>
                <a:gd name="csX22" fmla="*/ 525913 w 836555"/>
                <a:gd name="csY22" fmla="*/ 95161 h 1438662"/>
                <a:gd name="csX23" fmla="*/ 531330 w 836555"/>
                <a:gd name="csY23" fmla="*/ 63151 h 1438662"/>
                <a:gd name="csX24" fmla="*/ 543884 w 836555"/>
                <a:gd name="csY24" fmla="*/ 51581 h 1438662"/>
                <a:gd name="csX25" fmla="*/ 535654 w 836555"/>
                <a:gd name="csY25" fmla="*/ 32874 h 1438662"/>
                <a:gd name="csX26" fmla="*/ 521367 w 836555"/>
                <a:gd name="csY26" fmla="*/ 28550 h 1438662"/>
                <a:gd name="csX27" fmla="*/ 526129 w 836555"/>
                <a:gd name="csY27" fmla="*/ 8433 h 1438662"/>
                <a:gd name="csX28" fmla="*/ 519963 w 836555"/>
                <a:gd name="csY28" fmla="*/ 0 h 1438662"/>
                <a:gd name="csX29" fmla="*/ 499396 w 836555"/>
                <a:gd name="csY29" fmla="*/ 3029 h 1438662"/>
                <a:gd name="csX30" fmla="*/ 503187 w 836555"/>
                <a:gd name="csY30" fmla="*/ 12979 h 1438662"/>
                <a:gd name="csX31" fmla="*/ 488036 w 836555"/>
                <a:gd name="csY31" fmla="*/ 28658 h 1438662"/>
                <a:gd name="csX32" fmla="*/ 471367 w 836555"/>
                <a:gd name="csY32" fmla="*/ 28982 h 1438662"/>
                <a:gd name="csX33" fmla="*/ 467468 w 836555"/>
                <a:gd name="csY33" fmla="*/ 37414 h 1438662"/>
                <a:gd name="csX34" fmla="*/ 451015 w 836555"/>
                <a:gd name="csY34" fmla="*/ 42170 h 1438662"/>
                <a:gd name="csX35" fmla="*/ 442030 w 836555"/>
                <a:gd name="csY35" fmla="*/ 38602 h 1438662"/>
                <a:gd name="csX36" fmla="*/ 427965 w 836555"/>
                <a:gd name="csY36" fmla="*/ 45631 h 1438662"/>
                <a:gd name="csX37" fmla="*/ 427641 w 836555"/>
                <a:gd name="csY37" fmla="*/ 58934 h 1438662"/>
                <a:gd name="csX38" fmla="*/ 415950 w 836555"/>
                <a:gd name="csY38" fmla="*/ 63583 h 1438662"/>
                <a:gd name="csX39" fmla="*/ 401117 w 836555"/>
                <a:gd name="csY39" fmla="*/ 48660 h 1438662"/>
                <a:gd name="csX40" fmla="*/ 383153 w 836555"/>
                <a:gd name="csY40" fmla="*/ 50070 h 1438662"/>
                <a:gd name="csX41" fmla="*/ 374929 w 836555"/>
                <a:gd name="csY41" fmla="*/ 42716 h 1438662"/>
                <a:gd name="csX42" fmla="*/ 360426 w 836555"/>
                <a:gd name="csY42" fmla="*/ 35795 h 1438662"/>
                <a:gd name="csX43" fmla="*/ 343211 w 836555"/>
                <a:gd name="csY43" fmla="*/ 39688 h 1438662"/>
                <a:gd name="csX44" fmla="*/ 367678 w 836555"/>
                <a:gd name="csY44" fmla="*/ 65640 h 1438662"/>
                <a:gd name="csX45" fmla="*/ 367348 w 836555"/>
                <a:gd name="csY45" fmla="*/ 79807 h 1438662"/>
                <a:gd name="csX46" fmla="*/ 377635 w 836555"/>
                <a:gd name="csY46" fmla="*/ 92888 h 1438662"/>
                <a:gd name="csX47" fmla="*/ 375469 w 836555"/>
                <a:gd name="csY47" fmla="*/ 92564 h 1438662"/>
                <a:gd name="csX48" fmla="*/ 399713 w 836555"/>
                <a:gd name="csY48" fmla="*/ 94837 h 1438662"/>
                <a:gd name="csX49" fmla="*/ 397872 w 836555"/>
                <a:gd name="csY49" fmla="*/ 106839 h 1438662"/>
                <a:gd name="csX50" fmla="*/ 375469 w 836555"/>
                <a:gd name="csY50" fmla="*/ 113976 h 1438662"/>
                <a:gd name="csX51" fmla="*/ 362807 w 836555"/>
                <a:gd name="csY51" fmla="*/ 129978 h 1438662"/>
                <a:gd name="csX52" fmla="*/ 353606 w 836555"/>
                <a:gd name="csY52" fmla="*/ 127711 h 1438662"/>
                <a:gd name="csX53" fmla="*/ 343541 w 836555"/>
                <a:gd name="csY53" fmla="*/ 134309 h 1438662"/>
                <a:gd name="csX54" fmla="*/ 330657 w 836555"/>
                <a:gd name="csY54" fmla="*/ 152476 h 1438662"/>
                <a:gd name="csX55" fmla="*/ 314528 w 836555"/>
                <a:gd name="csY55" fmla="*/ 154096 h 1438662"/>
                <a:gd name="csX56" fmla="*/ 315398 w 836555"/>
                <a:gd name="csY56" fmla="*/ 141986 h 1438662"/>
                <a:gd name="csX57" fmla="*/ 304787 w 836555"/>
                <a:gd name="csY57" fmla="*/ 134741 h 1438662"/>
                <a:gd name="csX58" fmla="*/ 287147 w 836555"/>
                <a:gd name="csY58" fmla="*/ 149447 h 1438662"/>
                <a:gd name="csX59" fmla="*/ 271996 w 836555"/>
                <a:gd name="csY59" fmla="*/ 134956 h 1438662"/>
                <a:gd name="csX60" fmla="*/ 240824 w 836555"/>
                <a:gd name="csY60" fmla="*/ 137008 h 1438662"/>
                <a:gd name="csX61" fmla="*/ 240824 w 836555"/>
                <a:gd name="csY61" fmla="*/ 122517 h 1438662"/>
                <a:gd name="csX62" fmla="*/ 225342 w 836555"/>
                <a:gd name="csY62" fmla="*/ 105220 h 1438662"/>
                <a:gd name="csX63" fmla="*/ 214630 w 836555"/>
                <a:gd name="csY63" fmla="*/ 114408 h 1438662"/>
                <a:gd name="csX64" fmla="*/ 197961 w 836555"/>
                <a:gd name="csY64" fmla="*/ 107271 h 1438662"/>
                <a:gd name="csX65" fmla="*/ 194170 w 836555"/>
                <a:gd name="csY65" fmla="*/ 115710 h 1438662"/>
                <a:gd name="csX66" fmla="*/ 160077 w 836555"/>
                <a:gd name="csY66" fmla="*/ 115925 h 1438662"/>
                <a:gd name="csX67" fmla="*/ 156832 w 836555"/>
                <a:gd name="csY67" fmla="*/ 136900 h 1438662"/>
                <a:gd name="csX68" fmla="*/ 175990 w 836555"/>
                <a:gd name="csY68" fmla="*/ 140145 h 1438662"/>
                <a:gd name="csX69" fmla="*/ 182480 w 836555"/>
                <a:gd name="csY69" fmla="*/ 160262 h 1438662"/>
                <a:gd name="csX70" fmla="*/ 151746 w 836555"/>
                <a:gd name="csY70" fmla="*/ 161341 h 1438662"/>
                <a:gd name="csX71" fmla="*/ 148495 w 836555"/>
                <a:gd name="csY71" fmla="*/ 185020 h 1438662"/>
                <a:gd name="csX72" fmla="*/ 164624 w 836555"/>
                <a:gd name="csY72" fmla="*/ 197244 h 1438662"/>
                <a:gd name="csX73" fmla="*/ 166681 w 836555"/>
                <a:gd name="csY73" fmla="*/ 212274 h 1438662"/>
                <a:gd name="csX74" fmla="*/ 175558 w 836555"/>
                <a:gd name="csY74" fmla="*/ 226117 h 1438662"/>
                <a:gd name="csX75" fmla="*/ 171228 w 836555"/>
                <a:gd name="csY75" fmla="*/ 234658 h 1438662"/>
                <a:gd name="csX76" fmla="*/ 153257 w 836555"/>
                <a:gd name="csY76" fmla="*/ 350476 h 1438662"/>
                <a:gd name="csX77" fmla="*/ 138754 w 836555"/>
                <a:gd name="csY77" fmla="*/ 347123 h 1438662"/>
                <a:gd name="csX78" fmla="*/ 136481 w 836555"/>
                <a:gd name="csY78" fmla="*/ 340633 h 1438662"/>
                <a:gd name="csX79" fmla="*/ 120790 w 836555"/>
                <a:gd name="csY79" fmla="*/ 341497 h 1438662"/>
                <a:gd name="csX80" fmla="*/ 114294 w 836555"/>
                <a:gd name="csY80" fmla="*/ 349498 h 1438662"/>
                <a:gd name="csX81" fmla="*/ 81610 w 836555"/>
                <a:gd name="csY81" fmla="*/ 347231 h 1438662"/>
                <a:gd name="csX82" fmla="*/ 42748 w 836555"/>
                <a:gd name="csY82" fmla="*/ 370586 h 1438662"/>
                <a:gd name="csX83" fmla="*/ 32144 w 836555"/>
                <a:gd name="csY83" fmla="*/ 404216 h 1438662"/>
                <a:gd name="csX84" fmla="*/ 33223 w 836555"/>
                <a:gd name="csY84" fmla="*/ 420440 h 1438662"/>
                <a:gd name="csX85" fmla="*/ 10389 w 836555"/>
                <a:gd name="csY85" fmla="*/ 433845 h 1438662"/>
                <a:gd name="csX86" fmla="*/ 11576 w 836555"/>
                <a:gd name="csY86" fmla="*/ 450825 h 1438662"/>
                <a:gd name="csX87" fmla="*/ 0 w 836555"/>
                <a:gd name="csY87" fmla="*/ 454070 h 1438662"/>
                <a:gd name="csX88" fmla="*/ 324 w 836555"/>
                <a:gd name="csY88" fmla="*/ 470395 h 1438662"/>
                <a:gd name="csX89" fmla="*/ 13957 w 836555"/>
                <a:gd name="csY89" fmla="*/ 476345 h 1438662"/>
                <a:gd name="csX90" fmla="*/ 38856 w 836555"/>
                <a:gd name="csY90" fmla="*/ 514191 h 1438662"/>
                <a:gd name="csX91" fmla="*/ 30626 w 836555"/>
                <a:gd name="csY91" fmla="*/ 530632 h 1438662"/>
                <a:gd name="csX92" fmla="*/ 64071 w 836555"/>
                <a:gd name="csY92" fmla="*/ 535388 h 1438662"/>
                <a:gd name="csX93" fmla="*/ 69050 w 836555"/>
                <a:gd name="csY93" fmla="*/ 553231 h 1438662"/>
                <a:gd name="csX94" fmla="*/ 102171 w 836555"/>
                <a:gd name="csY94" fmla="*/ 553231 h 1438662"/>
                <a:gd name="csX95" fmla="*/ 131610 w 836555"/>
                <a:gd name="csY95" fmla="*/ 527063 h 1438662"/>
                <a:gd name="csX96" fmla="*/ 134645 w 836555"/>
                <a:gd name="csY96" fmla="*/ 554311 h 1438662"/>
                <a:gd name="csX97" fmla="*/ 126740 w 836555"/>
                <a:gd name="csY97" fmla="*/ 565017 h 1438662"/>
                <a:gd name="csX98" fmla="*/ 126740 w 836555"/>
                <a:gd name="csY98" fmla="*/ 591401 h 1438662"/>
                <a:gd name="csX99" fmla="*/ 138646 w 836555"/>
                <a:gd name="csY99" fmla="*/ 593567 h 1438662"/>
                <a:gd name="csX100" fmla="*/ 153041 w 836555"/>
                <a:gd name="csY100" fmla="*/ 587401 h 1438662"/>
                <a:gd name="csX101" fmla="*/ 195580 w 836555"/>
                <a:gd name="csY101" fmla="*/ 589242 h 1438662"/>
                <a:gd name="csX102" fmla="*/ 203372 w 836555"/>
                <a:gd name="csY102" fmla="*/ 597243 h 1438662"/>
                <a:gd name="csX103" fmla="*/ 213982 w 836555"/>
                <a:gd name="csY103" fmla="*/ 592379 h 1438662"/>
                <a:gd name="csX104" fmla="*/ 223507 w 836555"/>
                <a:gd name="csY104" fmla="*/ 578428 h 1438662"/>
                <a:gd name="csX105" fmla="*/ 236709 w 836555"/>
                <a:gd name="csY105" fmla="*/ 579400 h 1438662"/>
                <a:gd name="csX106" fmla="*/ 276651 w 836555"/>
                <a:gd name="csY106" fmla="*/ 549663 h 1438662"/>
                <a:gd name="csX107" fmla="*/ 309010 w 836555"/>
                <a:gd name="csY107" fmla="*/ 545446 h 1438662"/>
                <a:gd name="csX108" fmla="*/ 316478 w 836555"/>
                <a:gd name="csY108" fmla="*/ 539172 h 1438662"/>
                <a:gd name="csX109" fmla="*/ 329794 w 836555"/>
                <a:gd name="csY109" fmla="*/ 551174 h 1438662"/>
                <a:gd name="csX110" fmla="*/ 329362 w 836555"/>
                <a:gd name="csY110" fmla="*/ 566642 h 1438662"/>
                <a:gd name="csX111" fmla="*/ 322110 w 836555"/>
                <a:gd name="csY111" fmla="*/ 573996 h 1438662"/>
                <a:gd name="csX112" fmla="*/ 329362 w 836555"/>
                <a:gd name="csY112" fmla="*/ 595078 h 1438662"/>
                <a:gd name="csX113" fmla="*/ 324707 w 836555"/>
                <a:gd name="csY113" fmla="*/ 604812 h 1438662"/>
                <a:gd name="csX114" fmla="*/ 336614 w 836555"/>
                <a:gd name="csY114" fmla="*/ 627628 h 1438662"/>
                <a:gd name="csX115" fmla="*/ 356095 w 836555"/>
                <a:gd name="csY115" fmla="*/ 637146 h 1438662"/>
                <a:gd name="csX116" fmla="*/ 356095 w 836555"/>
                <a:gd name="csY116" fmla="*/ 645903 h 1438662"/>
                <a:gd name="csX117" fmla="*/ 375469 w 836555"/>
                <a:gd name="csY117" fmla="*/ 650449 h 1438662"/>
                <a:gd name="csX118" fmla="*/ 383153 w 836555"/>
                <a:gd name="csY118" fmla="*/ 646011 h 1438662"/>
                <a:gd name="csX119" fmla="*/ 408153 w 836555"/>
                <a:gd name="csY119" fmla="*/ 653364 h 1438662"/>
                <a:gd name="csX120" fmla="*/ 420821 w 836555"/>
                <a:gd name="csY120" fmla="*/ 667747 h 1438662"/>
                <a:gd name="csX121" fmla="*/ 444303 w 836555"/>
                <a:gd name="csY121" fmla="*/ 670668 h 1438662"/>
                <a:gd name="csX122" fmla="*/ 459029 w 836555"/>
                <a:gd name="csY122" fmla="*/ 687648 h 1438662"/>
                <a:gd name="csX123" fmla="*/ 484892 w 836555"/>
                <a:gd name="csY123" fmla="*/ 684079 h 1438662"/>
                <a:gd name="csX124" fmla="*/ 507517 w 836555"/>
                <a:gd name="csY124" fmla="*/ 693484 h 1438662"/>
                <a:gd name="csX125" fmla="*/ 512928 w 836555"/>
                <a:gd name="csY125" fmla="*/ 704298 h 1438662"/>
                <a:gd name="csX126" fmla="*/ 508489 w 836555"/>
                <a:gd name="csY126" fmla="*/ 712845 h 1438662"/>
                <a:gd name="csX127" fmla="*/ 512712 w 836555"/>
                <a:gd name="csY127" fmla="*/ 723659 h 1438662"/>
                <a:gd name="csX128" fmla="*/ 512388 w 836555"/>
                <a:gd name="csY128" fmla="*/ 745611 h 1438662"/>
                <a:gd name="csX129" fmla="*/ 507734 w 836555"/>
                <a:gd name="csY129" fmla="*/ 749935 h 1438662"/>
                <a:gd name="csX130" fmla="*/ 517042 w 836555"/>
                <a:gd name="csY130" fmla="*/ 759879 h 1438662"/>
                <a:gd name="csX131" fmla="*/ 518986 w 836555"/>
                <a:gd name="csY131" fmla="*/ 778263 h 1438662"/>
                <a:gd name="csX132" fmla="*/ 588366 w 836555"/>
                <a:gd name="csY132" fmla="*/ 778263 h 1438662"/>
                <a:gd name="csX133" fmla="*/ 590747 w 836555"/>
                <a:gd name="csY133" fmla="*/ 797732 h 1438662"/>
                <a:gd name="csX134" fmla="*/ 582632 w 836555"/>
                <a:gd name="csY134" fmla="*/ 805193 h 1438662"/>
                <a:gd name="csX135" fmla="*/ 584689 w 836555"/>
                <a:gd name="csY135" fmla="*/ 828008 h 1438662"/>
                <a:gd name="csX136" fmla="*/ 609149 w 836555"/>
                <a:gd name="csY136" fmla="*/ 840226 h 1438662"/>
                <a:gd name="csX137" fmla="*/ 618782 w 836555"/>
                <a:gd name="csY137" fmla="*/ 863587 h 1438662"/>
                <a:gd name="csX138" fmla="*/ 613048 w 836555"/>
                <a:gd name="csY138" fmla="*/ 883050 h 1438662"/>
                <a:gd name="csX139" fmla="*/ 615429 w 836555"/>
                <a:gd name="csY139" fmla="*/ 893432 h 1438662"/>
                <a:gd name="csX140" fmla="*/ 604279 w 836555"/>
                <a:gd name="csY140" fmla="*/ 904894 h 1438662"/>
                <a:gd name="csX141" fmla="*/ 613696 w 836555"/>
                <a:gd name="csY141" fmla="*/ 916896 h 1438662"/>
                <a:gd name="csX142" fmla="*/ 595186 w 836555"/>
                <a:gd name="csY142" fmla="*/ 941013 h 1438662"/>
                <a:gd name="csX143" fmla="*/ 606552 w 836555"/>
                <a:gd name="csY143" fmla="*/ 972915 h 1438662"/>
                <a:gd name="csX144" fmla="*/ 601358 w 836555"/>
                <a:gd name="csY144" fmla="*/ 1014006 h 1438662"/>
                <a:gd name="csX145" fmla="*/ 611746 w 836555"/>
                <a:gd name="csY145" fmla="*/ 1012273 h 1438662"/>
                <a:gd name="csX146" fmla="*/ 619538 w 836555"/>
                <a:gd name="csY146" fmla="*/ 1020058 h 1438662"/>
                <a:gd name="csX147" fmla="*/ 646163 w 836555"/>
                <a:gd name="csY147" fmla="*/ 1023087 h 1438662"/>
                <a:gd name="csX148" fmla="*/ 661213 w 836555"/>
                <a:gd name="csY148" fmla="*/ 1013251 h 1438662"/>
                <a:gd name="csX149" fmla="*/ 666191 w 836555"/>
                <a:gd name="csY149" fmla="*/ 1021683 h 1438662"/>
                <a:gd name="csX150" fmla="*/ 681450 w 836555"/>
                <a:gd name="csY150" fmla="*/ 1022115 h 1438662"/>
                <a:gd name="csX151" fmla="*/ 689458 w 836555"/>
                <a:gd name="csY151" fmla="*/ 1036066 h 1438662"/>
                <a:gd name="csX152" fmla="*/ 690867 w 836555"/>
                <a:gd name="csY152" fmla="*/ 1067530 h 1438662"/>
                <a:gd name="csX153" fmla="*/ 696602 w 836555"/>
                <a:gd name="csY153" fmla="*/ 1078890 h 1438662"/>
                <a:gd name="csX154" fmla="*/ 697471 w 836555"/>
                <a:gd name="csY154" fmla="*/ 1088511 h 1438662"/>
                <a:gd name="csX155" fmla="*/ 709701 w 836555"/>
                <a:gd name="csY155" fmla="*/ 1090784 h 1438662"/>
                <a:gd name="csX156" fmla="*/ 726262 w 836555"/>
                <a:gd name="csY156" fmla="*/ 1081589 h 1438662"/>
                <a:gd name="csX157" fmla="*/ 739680 w 836555"/>
                <a:gd name="csY157" fmla="*/ 1090784 h 1438662"/>
                <a:gd name="csX158" fmla="*/ 727126 w 836555"/>
                <a:gd name="csY158" fmla="*/ 1154799 h 1438662"/>
                <a:gd name="csX159" fmla="*/ 743579 w 836555"/>
                <a:gd name="csY159" fmla="*/ 1156208 h 1438662"/>
                <a:gd name="csX160" fmla="*/ 750183 w 836555"/>
                <a:gd name="csY160" fmla="*/ 1148963 h 1438662"/>
                <a:gd name="csX161" fmla="*/ 760787 w 836555"/>
                <a:gd name="csY161" fmla="*/ 1154259 h 1438662"/>
                <a:gd name="csX162" fmla="*/ 769341 w 836555"/>
                <a:gd name="csY162" fmla="*/ 1176966 h 1438662"/>
                <a:gd name="csX163" fmla="*/ 764578 w 836555"/>
                <a:gd name="csY163" fmla="*/ 1196327 h 1438662"/>
                <a:gd name="csX164" fmla="*/ 770528 w 836555"/>
                <a:gd name="csY164" fmla="*/ 1203135 h 1438662"/>
                <a:gd name="csX165" fmla="*/ 766305 w 836555"/>
                <a:gd name="csY165" fmla="*/ 1214171 h 1438662"/>
                <a:gd name="csX166" fmla="*/ 718687 w 836555"/>
                <a:gd name="csY166" fmla="*/ 1229741 h 1438662"/>
                <a:gd name="csX167" fmla="*/ 716089 w 836555"/>
                <a:gd name="csY167" fmla="*/ 1238066 h 1438662"/>
                <a:gd name="csX168" fmla="*/ 688918 w 836555"/>
                <a:gd name="csY168" fmla="*/ 1255154 h 1438662"/>
                <a:gd name="csX169" fmla="*/ 687514 w 836555"/>
                <a:gd name="csY169" fmla="*/ 1263155 h 1438662"/>
                <a:gd name="csX170" fmla="*/ 678961 w 836555"/>
                <a:gd name="csY170" fmla="*/ 1263911 h 1438662"/>
                <a:gd name="csX171" fmla="*/ 640753 w 836555"/>
                <a:gd name="csY171" fmla="*/ 1315384 h 1438662"/>
                <a:gd name="csX172" fmla="*/ 628199 w 836555"/>
                <a:gd name="csY172" fmla="*/ 1319816 h 1438662"/>
                <a:gd name="csX173" fmla="*/ 614020 w 836555"/>
                <a:gd name="csY173" fmla="*/ 1339285 h 1438662"/>
                <a:gd name="csX174" fmla="*/ 634257 w 836555"/>
                <a:gd name="csY174" fmla="*/ 1345444 h 1438662"/>
                <a:gd name="csX175" fmla="*/ 641731 w 836555"/>
                <a:gd name="csY175" fmla="*/ 1338745 h 1438662"/>
                <a:gd name="csX176" fmla="*/ 651904 w 836555"/>
                <a:gd name="csY176" fmla="*/ 1338745 h 1438662"/>
                <a:gd name="csX177" fmla="*/ 670414 w 836555"/>
                <a:gd name="csY177" fmla="*/ 1356913 h 1438662"/>
                <a:gd name="csX178" fmla="*/ 666407 w 836555"/>
                <a:gd name="csY178" fmla="*/ 1369022 h 1438662"/>
                <a:gd name="csX179" fmla="*/ 682644 w 836555"/>
                <a:gd name="csY179" fmla="*/ 1375073 h 1438662"/>
                <a:gd name="csX180" fmla="*/ 690436 w 836555"/>
                <a:gd name="csY180" fmla="*/ 1365130 h 1438662"/>
                <a:gd name="csX181" fmla="*/ 708615 w 836555"/>
                <a:gd name="csY181" fmla="*/ 1383621 h 1438662"/>
                <a:gd name="csX182" fmla="*/ 728212 w 836555"/>
                <a:gd name="csY182" fmla="*/ 1388916 h 1438662"/>
                <a:gd name="csX183" fmla="*/ 743795 w 836555"/>
                <a:gd name="csY183" fmla="*/ 1406436 h 1438662"/>
                <a:gd name="csX184" fmla="*/ 757435 w 836555"/>
                <a:gd name="csY184" fmla="*/ 1410869 h 1438662"/>
                <a:gd name="csX185" fmla="*/ 767715 w 836555"/>
                <a:gd name="csY185" fmla="*/ 1430446 h 1438662"/>
                <a:gd name="csX186" fmla="*/ 781787 w 836555"/>
                <a:gd name="csY186" fmla="*/ 1438663 h 1438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</a:cxnLst>
              <a:rect l="l" t="t" r="r" b="b"/>
              <a:pathLst>
                <a:path w="836555" h="1438662">
                  <a:moveTo>
                    <a:pt x="836555" y="44876"/>
                  </a:moveTo>
                  <a:lnTo>
                    <a:pt x="812419" y="79051"/>
                  </a:lnTo>
                  <a:lnTo>
                    <a:pt x="803110" y="92456"/>
                  </a:lnTo>
                  <a:lnTo>
                    <a:pt x="788283" y="103054"/>
                  </a:lnTo>
                  <a:lnTo>
                    <a:pt x="774967" y="96781"/>
                  </a:lnTo>
                  <a:lnTo>
                    <a:pt x="768255" y="100349"/>
                  </a:lnTo>
                  <a:lnTo>
                    <a:pt x="759600" y="96133"/>
                  </a:lnTo>
                  <a:lnTo>
                    <a:pt x="744011" y="101975"/>
                  </a:lnTo>
                  <a:lnTo>
                    <a:pt x="714680" y="89643"/>
                  </a:lnTo>
                  <a:lnTo>
                    <a:pt x="692061" y="95593"/>
                  </a:lnTo>
                  <a:lnTo>
                    <a:pt x="677882" y="91268"/>
                  </a:lnTo>
                  <a:lnTo>
                    <a:pt x="677882" y="111817"/>
                  </a:lnTo>
                  <a:lnTo>
                    <a:pt x="638480" y="111703"/>
                  </a:lnTo>
                  <a:lnTo>
                    <a:pt x="621163" y="104464"/>
                  </a:lnTo>
                  <a:lnTo>
                    <a:pt x="616509" y="117329"/>
                  </a:lnTo>
                  <a:lnTo>
                    <a:pt x="601682" y="122301"/>
                  </a:lnTo>
                  <a:lnTo>
                    <a:pt x="590747" y="119710"/>
                  </a:lnTo>
                  <a:lnTo>
                    <a:pt x="581330" y="126193"/>
                  </a:lnTo>
                  <a:lnTo>
                    <a:pt x="582092" y="132359"/>
                  </a:lnTo>
                  <a:lnTo>
                    <a:pt x="568236" y="136360"/>
                  </a:lnTo>
                  <a:lnTo>
                    <a:pt x="535546" y="111595"/>
                  </a:lnTo>
                  <a:lnTo>
                    <a:pt x="535007" y="99162"/>
                  </a:lnTo>
                  <a:lnTo>
                    <a:pt x="525913" y="95161"/>
                  </a:lnTo>
                  <a:lnTo>
                    <a:pt x="531330" y="63151"/>
                  </a:lnTo>
                  <a:lnTo>
                    <a:pt x="543884" y="51581"/>
                  </a:lnTo>
                  <a:lnTo>
                    <a:pt x="535654" y="32874"/>
                  </a:lnTo>
                  <a:lnTo>
                    <a:pt x="521367" y="28550"/>
                  </a:lnTo>
                  <a:lnTo>
                    <a:pt x="526129" y="8433"/>
                  </a:lnTo>
                  <a:lnTo>
                    <a:pt x="519963" y="0"/>
                  </a:lnTo>
                  <a:lnTo>
                    <a:pt x="499396" y="3029"/>
                  </a:lnTo>
                  <a:lnTo>
                    <a:pt x="503187" y="12979"/>
                  </a:lnTo>
                  <a:lnTo>
                    <a:pt x="488036" y="28658"/>
                  </a:lnTo>
                  <a:lnTo>
                    <a:pt x="471367" y="28982"/>
                  </a:lnTo>
                  <a:lnTo>
                    <a:pt x="467468" y="37414"/>
                  </a:lnTo>
                  <a:lnTo>
                    <a:pt x="451015" y="42170"/>
                  </a:lnTo>
                  <a:lnTo>
                    <a:pt x="442030" y="38602"/>
                  </a:lnTo>
                  <a:lnTo>
                    <a:pt x="427965" y="45631"/>
                  </a:lnTo>
                  <a:lnTo>
                    <a:pt x="427641" y="58934"/>
                  </a:lnTo>
                  <a:lnTo>
                    <a:pt x="415950" y="63583"/>
                  </a:lnTo>
                  <a:lnTo>
                    <a:pt x="401117" y="48660"/>
                  </a:lnTo>
                  <a:lnTo>
                    <a:pt x="383153" y="50070"/>
                  </a:lnTo>
                  <a:lnTo>
                    <a:pt x="374929" y="42716"/>
                  </a:lnTo>
                  <a:lnTo>
                    <a:pt x="360426" y="35795"/>
                  </a:lnTo>
                  <a:lnTo>
                    <a:pt x="343211" y="39688"/>
                  </a:lnTo>
                  <a:lnTo>
                    <a:pt x="367678" y="65640"/>
                  </a:lnTo>
                  <a:lnTo>
                    <a:pt x="367348" y="79807"/>
                  </a:lnTo>
                  <a:lnTo>
                    <a:pt x="377635" y="92888"/>
                  </a:lnTo>
                  <a:lnTo>
                    <a:pt x="375469" y="92564"/>
                  </a:lnTo>
                  <a:lnTo>
                    <a:pt x="399713" y="94837"/>
                  </a:lnTo>
                  <a:lnTo>
                    <a:pt x="397872" y="106839"/>
                  </a:lnTo>
                  <a:lnTo>
                    <a:pt x="375469" y="113976"/>
                  </a:lnTo>
                  <a:lnTo>
                    <a:pt x="362807" y="129978"/>
                  </a:lnTo>
                  <a:lnTo>
                    <a:pt x="353606" y="127711"/>
                  </a:lnTo>
                  <a:lnTo>
                    <a:pt x="343541" y="134309"/>
                  </a:lnTo>
                  <a:lnTo>
                    <a:pt x="330657" y="152476"/>
                  </a:lnTo>
                  <a:lnTo>
                    <a:pt x="314528" y="154096"/>
                  </a:lnTo>
                  <a:lnTo>
                    <a:pt x="315398" y="141986"/>
                  </a:lnTo>
                  <a:lnTo>
                    <a:pt x="304787" y="134741"/>
                  </a:lnTo>
                  <a:lnTo>
                    <a:pt x="287147" y="149447"/>
                  </a:lnTo>
                  <a:lnTo>
                    <a:pt x="271996" y="134956"/>
                  </a:lnTo>
                  <a:lnTo>
                    <a:pt x="240824" y="137008"/>
                  </a:lnTo>
                  <a:lnTo>
                    <a:pt x="240824" y="122517"/>
                  </a:lnTo>
                  <a:lnTo>
                    <a:pt x="225342" y="105220"/>
                  </a:lnTo>
                  <a:lnTo>
                    <a:pt x="214630" y="114408"/>
                  </a:lnTo>
                  <a:lnTo>
                    <a:pt x="197961" y="107271"/>
                  </a:lnTo>
                  <a:lnTo>
                    <a:pt x="194170" y="115710"/>
                  </a:lnTo>
                  <a:lnTo>
                    <a:pt x="160077" y="115925"/>
                  </a:lnTo>
                  <a:lnTo>
                    <a:pt x="156832" y="136900"/>
                  </a:lnTo>
                  <a:lnTo>
                    <a:pt x="175990" y="140145"/>
                  </a:lnTo>
                  <a:lnTo>
                    <a:pt x="182480" y="160262"/>
                  </a:lnTo>
                  <a:lnTo>
                    <a:pt x="151746" y="161341"/>
                  </a:lnTo>
                  <a:lnTo>
                    <a:pt x="148495" y="185020"/>
                  </a:lnTo>
                  <a:lnTo>
                    <a:pt x="164624" y="197244"/>
                  </a:lnTo>
                  <a:lnTo>
                    <a:pt x="166681" y="212274"/>
                  </a:lnTo>
                  <a:lnTo>
                    <a:pt x="175558" y="226117"/>
                  </a:lnTo>
                  <a:lnTo>
                    <a:pt x="171228" y="234658"/>
                  </a:lnTo>
                  <a:lnTo>
                    <a:pt x="153257" y="350476"/>
                  </a:lnTo>
                  <a:lnTo>
                    <a:pt x="138754" y="347123"/>
                  </a:lnTo>
                  <a:lnTo>
                    <a:pt x="136481" y="340633"/>
                  </a:lnTo>
                  <a:lnTo>
                    <a:pt x="120790" y="341497"/>
                  </a:lnTo>
                  <a:lnTo>
                    <a:pt x="114294" y="349498"/>
                  </a:lnTo>
                  <a:lnTo>
                    <a:pt x="81610" y="347231"/>
                  </a:lnTo>
                  <a:lnTo>
                    <a:pt x="42748" y="370586"/>
                  </a:lnTo>
                  <a:lnTo>
                    <a:pt x="32144" y="404216"/>
                  </a:lnTo>
                  <a:lnTo>
                    <a:pt x="33223" y="420440"/>
                  </a:lnTo>
                  <a:lnTo>
                    <a:pt x="10389" y="433845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395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626" y="530632"/>
                  </a:lnTo>
                  <a:lnTo>
                    <a:pt x="64071" y="535388"/>
                  </a:lnTo>
                  <a:lnTo>
                    <a:pt x="69050" y="553231"/>
                  </a:lnTo>
                  <a:lnTo>
                    <a:pt x="102171" y="553231"/>
                  </a:lnTo>
                  <a:lnTo>
                    <a:pt x="131610" y="527063"/>
                  </a:lnTo>
                  <a:lnTo>
                    <a:pt x="134645" y="554311"/>
                  </a:lnTo>
                  <a:lnTo>
                    <a:pt x="126740" y="565017"/>
                  </a:lnTo>
                  <a:lnTo>
                    <a:pt x="126740" y="591401"/>
                  </a:lnTo>
                  <a:lnTo>
                    <a:pt x="138646" y="593567"/>
                  </a:lnTo>
                  <a:lnTo>
                    <a:pt x="153041" y="587401"/>
                  </a:lnTo>
                  <a:lnTo>
                    <a:pt x="195580" y="589242"/>
                  </a:lnTo>
                  <a:lnTo>
                    <a:pt x="203372" y="597243"/>
                  </a:lnTo>
                  <a:lnTo>
                    <a:pt x="213982" y="592379"/>
                  </a:lnTo>
                  <a:lnTo>
                    <a:pt x="223507" y="578428"/>
                  </a:lnTo>
                  <a:lnTo>
                    <a:pt x="236709" y="579400"/>
                  </a:lnTo>
                  <a:lnTo>
                    <a:pt x="276651" y="549663"/>
                  </a:lnTo>
                  <a:lnTo>
                    <a:pt x="309010" y="545446"/>
                  </a:lnTo>
                  <a:lnTo>
                    <a:pt x="316478" y="539172"/>
                  </a:lnTo>
                  <a:lnTo>
                    <a:pt x="329794" y="551174"/>
                  </a:lnTo>
                  <a:lnTo>
                    <a:pt x="329362" y="566642"/>
                  </a:lnTo>
                  <a:lnTo>
                    <a:pt x="322110" y="573996"/>
                  </a:lnTo>
                  <a:lnTo>
                    <a:pt x="329362" y="595078"/>
                  </a:lnTo>
                  <a:lnTo>
                    <a:pt x="324707" y="604812"/>
                  </a:lnTo>
                  <a:lnTo>
                    <a:pt x="336614" y="627628"/>
                  </a:lnTo>
                  <a:lnTo>
                    <a:pt x="356095" y="637146"/>
                  </a:lnTo>
                  <a:lnTo>
                    <a:pt x="356095" y="645903"/>
                  </a:lnTo>
                  <a:lnTo>
                    <a:pt x="375469" y="650449"/>
                  </a:lnTo>
                  <a:lnTo>
                    <a:pt x="383153" y="646011"/>
                  </a:lnTo>
                  <a:lnTo>
                    <a:pt x="408153" y="653364"/>
                  </a:lnTo>
                  <a:lnTo>
                    <a:pt x="420821" y="667747"/>
                  </a:lnTo>
                  <a:lnTo>
                    <a:pt x="444303" y="670668"/>
                  </a:lnTo>
                  <a:lnTo>
                    <a:pt x="459029" y="687648"/>
                  </a:lnTo>
                  <a:lnTo>
                    <a:pt x="484892" y="684079"/>
                  </a:lnTo>
                  <a:lnTo>
                    <a:pt x="507517" y="693484"/>
                  </a:lnTo>
                  <a:lnTo>
                    <a:pt x="512928" y="704298"/>
                  </a:lnTo>
                  <a:lnTo>
                    <a:pt x="508489" y="712845"/>
                  </a:lnTo>
                  <a:lnTo>
                    <a:pt x="512712" y="723659"/>
                  </a:lnTo>
                  <a:lnTo>
                    <a:pt x="512388" y="745611"/>
                  </a:lnTo>
                  <a:lnTo>
                    <a:pt x="507734" y="749935"/>
                  </a:lnTo>
                  <a:lnTo>
                    <a:pt x="517042" y="759879"/>
                  </a:lnTo>
                  <a:lnTo>
                    <a:pt x="518986" y="778263"/>
                  </a:lnTo>
                  <a:lnTo>
                    <a:pt x="588366" y="778263"/>
                  </a:lnTo>
                  <a:lnTo>
                    <a:pt x="590747" y="797732"/>
                  </a:lnTo>
                  <a:lnTo>
                    <a:pt x="582632" y="805193"/>
                  </a:lnTo>
                  <a:lnTo>
                    <a:pt x="584689" y="828008"/>
                  </a:lnTo>
                  <a:lnTo>
                    <a:pt x="609149" y="840226"/>
                  </a:lnTo>
                  <a:lnTo>
                    <a:pt x="618782" y="863587"/>
                  </a:lnTo>
                  <a:lnTo>
                    <a:pt x="613048" y="883050"/>
                  </a:lnTo>
                  <a:lnTo>
                    <a:pt x="615429" y="893432"/>
                  </a:lnTo>
                  <a:lnTo>
                    <a:pt x="604279" y="904894"/>
                  </a:lnTo>
                  <a:lnTo>
                    <a:pt x="613696" y="916896"/>
                  </a:lnTo>
                  <a:lnTo>
                    <a:pt x="595186" y="941013"/>
                  </a:lnTo>
                  <a:lnTo>
                    <a:pt x="606552" y="972915"/>
                  </a:lnTo>
                  <a:lnTo>
                    <a:pt x="601358" y="1014006"/>
                  </a:lnTo>
                  <a:lnTo>
                    <a:pt x="611746" y="1012273"/>
                  </a:lnTo>
                  <a:lnTo>
                    <a:pt x="619538" y="1020058"/>
                  </a:lnTo>
                  <a:lnTo>
                    <a:pt x="646163" y="1023087"/>
                  </a:lnTo>
                  <a:lnTo>
                    <a:pt x="661213" y="1013251"/>
                  </a:lnTo>
                  <a:lnTo>
                    <a:pt x="666191" y="1021683"/>
                  </a:lnTo>
                  <a:lnTo>
                    <a:pt x="681450" y="1022115"/>
                  </a:lnTo>
                  <a:lnTo>
                    <a:pt x="689458" y="1036066"/>
                  </a:lnTo>
                  <a:lnTo>
                    <a:pt x="690867" y="1067530"/>
                  </a:lnTo>
                  <a:lnTo>
                    <a:pt x="696602" y="1078890"/>
                  </a:lnTo>
                  <a:lnTo>
                    <a:pt x="697471" y="1088511"/>
                  </a:lnTo>
                  <a:lnTo>
                    <a:pt x="709701" y="1090784"/>
                  </a:lnTo>
                  <a:lnTo>
                    <a:pt x="726262" y="1081589"/>
                  </a:lnTo>
                  <a:lnTo>
                    <a:pt x="739680" y="1090784"/>
                  </a:lnTo>
                  <a:lnTo>
                    <a:pt x="727126" y="1154799"/>
                  </a:lnTo>
                  <a:lnTo>
                    <a:pt x="743579" y="1156208"/>
                  </a:lnTo>
                  <a:lnTo>
                    <a:pt x="750183" y="1148963"/>
                  </a:lnTo>
                  <a:lnTo>
                    <a:pt x="760787" y="1154259"/>
                  </a:lnTo>
                  <a:lnTo>
                    <a:pt x="769341" y="1176966"/>
                  </a:lnTo>
                  <a:lnTo>
                    <a:pt x="764578" y="1196327"/>
                  </a:lnTo>
                  <a:lnTo>
                    <a:pt x="770528" y="1203135"/>
                  </a:lnTo>
                  <a:lnTo>
                    <a:pt x="766305" y="1214171"/>
                  </a:lnTo>
                  <a:lnTo>
                    <a:pt x="718687" y="1229741"/>
                  </a:lnTo>
                  <a:lnTo>
                    <a:pt x="716089" y="1238066"/>
                  </a:lnTo>
                  <a:lnTo>
                    <a:pt x="688918" y="1255154"/>
                  </a:lnTo>
                  <a:lnTo>
                    <a:pt x="687514" y="1263155"/>
                  </a:lnTo>
                  <a:lnTo>
                    <a:pt x="678961" y="1263911"/>
                  </a:lnTo>
                  <a:lnTo>
                    <a:pt x="640753" y="1315384"/>
                  </a:lnTo>
                  <a:lnTo>
                    <a:pt x="628199" y="1319816"/>
                  </a:lnTo>
                  <a:lnTo>
                    <a:pt x="614020" y="1339285"/>
                  </a:lnTo>
                  <a:lnTo>
                    <a:pt x="634257" y="1345444"/>
                  </a:lnTo>
                  <a:lnTo>
                    <a:pt x="641731" y="1338745"/>
                  </a:lnTo>
                  <a:lnTo>
                    <a:pt x="651904" y="1338745"/>
                  </a:lnTo>
                  <a:lnTo>
                    <a:pt x="670414" y="1356913"/>
                  </a:lnTo>
                  <a:lnTo>
                    <a:pt x="666407" y="1369022"/>
                  </a:lnTo>
                  <a:lnTo>
                    <a:pt x="682644" y="1375073"/>
                  </a:lnTo>
                  <a:lnTo>
                    <a:pt x="690436" y="1365130"/>
                  </a:lnTo>
                  <a:lnTo>
                    <a:pt x="708615" y="1383621"/>
                  </a:lnTo>
                  <a:lnTo>
                    <a:pt x="728212" y="1388916"/>
                  </a:lnTo>
                  <a:lnTo>
                    <a:pt x="743795" y="1406436"/>
                  </a:lnTo>
                  <a:lnTo>
                    <a:pt x="757435" y="1410869"/>
                  </a:lnTo>
                  <a:lnTo>
                    <a:pt x="767715" y="1430446"/>
                  </a:lnTo>
                  <a:lnTo>
                    <a:pt x="781787" y="1438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A14A772F-C235-C0CA-FD2A-31F96284E037}"/>
                </a:ext>
              </a:extLst>
            </p:cNvPr>
            <p:cNvSpPr/>
            <p:nvPr/>
          </p:nvSpPr>
          <p:spPr>
            <a:xfrm>
              <a:off x="3589254" y="4281106"/>
              <a:ext cx="20783" cy="114630"/>
            </a:xfrm>
            <a:custGeom>
              <a:avLst/>
              <a:gdLst>
                <a:gd name="csX0" fmla="*/ 20568 w 20783"/>
                <a:gd name="csY0" fmla="*/ 0 h 114630"/>
                <a:gd name="csX1" fmla="*/ 3035 w 20783"/>
                <a:gd name="csY1" fmla="*/ 26714 h 114630"/>
                <a:gd name="csX2" fmla="*/ 6712 w 20783"/>
                <a:gd name="csY2" fmla="*/ 60452 h 114630"/>
                <a:gd name="csX3" fmla="*/ 20784 w 20783"/>
                <a:gd name="csY3" fmla="*/ 78511 h 114630"/>
                <a:gd name="csX4" fmla="*/ 20784 w 20783"/>
                <a:gd name="csY4" fmla="*/ 86836 h 114630"/>
                <a:gd name="csX5" fmla="*/ 11906 w 20783"/>
                <a:gd name="csY5" fmla="*/ 94405 h 114630"/>
                <a:gd name="csX6" fmla="*/ 11906 w 20783"/>
                <a:gd name="csY6" fmla="*/ 109868 h 114630"/>
                <a:gd name="csX7" fmla="*/ 0 w 20783"/>
                <a:gd name="csY7" fmla="*/ 114630 h 11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783" h="114630">
                  <a:moveTo>
                    <a:pt x="20568" y="0"/>
                  </a:moveTo>
                  <a:lnTo>
                    <a:pt x="3035" y="26714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868"/>
                  </a:lnTo>
                  <a:lnTo>
                    <a:pt x="0" y="1146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1556BA4F-C1FE-6125-C7E5-7E7D28EB9A92}"/>
                </a:ext>
              </a:extLst>
            </p:cNvPr>
            <p:cNvSpPr/>
            <p:nvPr/>
          </p:nvSpPr>
          <p:spPr>
            <a:xfrm>
              <a:off x="3456889" y="4277321"/>
              <a:ext cx="63855" cy="132251"/>
            </a:xfrm>
            <a:custGeom>
              <a:avLst/>
              <a:gdLst>
                <a:gd name="csX0" fmla="*/ 34956 w 63855"/>
                <a:gd name="csY0" fmla="*/ 0 h 132251"/>
                <a:gd name="csX1" fmla="*/ 28353 w 63855"/>
                <a:gd name="csY1" fmla="*/ 16980 h 132251"/>
                <a:gd name="csX2" fmla="*/ 30842 w 63855"/>
                <a:gd name="csY2" fmla="*/ 24873 h 132251"/>
                <a:gd name="csX3" fmla="*/ 28353 w 63855"/>
                <a:gd name="csY3" fmla="*/ 32226 h 132251"/>
                <a:gd name="csX4" fmla="*/ 14065 w 63855"/>
                <a:gd name="csY4" fmla="*/ 29845 h 132251"/>
                <a:gd name="csX5" fmla="*/ 4763 w 63855"/>
                <a:gd name="csY5" fmla="*/ 38500 h 132251"/>
                <a:gd name="csX6" fmla="*/ 7576 w 63855"/>
                <a:gd name="csY6" fmla="*/ 45098 h 132251"/>
                <a:gd name="csX7" fmla="*/ 0 w 63855"/>
                <a:gd name="csY7" fmla="*/ 65856 h 132251"/>
                <a:gd name="csX8" fmla="*/ 16123 w 63855"/>
                <a:gd name="csY8" fmla="*/ 91916 h 132251"/>
                <a:gd name="csX9" fmla="*/ 28899 w 63855"/>
                <a:gd name="csY9" fmla="*/ 91916 h 132251"/>
                <a:gd name="csX10" fmla="*/ 42532 w 63855"/>
                <a:gd name="csY10" fmla="*/ 114630 h 132251"/>
                <a:gd name="csX11" fmla="*/ 55308 w 63855"/>
                <a:gd name="csY11" fmla="*/ 121329 h 132251"/>
                <a:gd name="csX12" fmla="*/ 63855 w 63855"/>
                <a:gd name="csY12" fmla="*/ 132252 h 132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3855" h="132251">
                  <a:moveTo>
                    <a:pt x="34956" y="0"/>
                  </a:moveTo>
                  <a:lnTo>
                    <a:pt x="28353" y="16980"/>
                  </a:lnTo>
                  <a:lnTo>
                    <a:pt x="30842" y="24873"/>
                  </a:lnTo>
                  <a:lnTo>
                    <a:pt x="28353" y="32226"/>
                  </a:lnTo>
                  <a:lnTo>
                    <a:pt x="14065" y="29845"/>
                  </a:lnTo>
                  <a:lnTo>
                    <a:pt x="4763" y="38500"/>
                  </a:lnTo>
                  <a:lnTo>
                    <a:pt x="7576" y="45098"/>
                  </a:lnTo>
                  <a:lnTo>
                    <a:pt x="0" y="65856"/>
                  </a:lnTo>
                  <a:lnTo>
                    <a:pt x="16123" y="91916"/>
                  </a:lnTo>
                  <a:lnTo>
                    <a:pt x="28899" y="91916"/>
                  </a:lnTo>
                  <a:lnTo>
                    <a:pt x="42532" y="114630"/>
                  </a:lnTo>
                  <a:lnTo>
                    <a:pt x="55308" y="121329"/>
                  </a:lnTo>
                  <a:lnTo>
                    <a:pt x="63855" y="1322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E2A804A3-86C3-4ADD-2D8B-0C4B922D4DA9}"/>
                </a:ext>
              </a:extLst>
            </p:cNvPr>
            <p:cNvSpPr/>
            <p:nvPr/>
          </p:nvSpPr>
          <p:spPr>
            <a:xfrm>
              <a:off x="3332302" y="4182052"/>
              <a:ext cx="60179" cy="118738"/>
            </a:xfrm>
            <a:custGeom>
              <a:avLst/>
              <a:gdLst>
                <a:gd name="csX0" fmla="*/ 60179 w 60179"/>
                <a:gd name="csY0" fmla="*/ 0 h 118738"/>
                <a:gd name="csX1" fmla="*/ 30093 w 60179"/>
                <a:gd name="csY1" fmla="*/ 26391 h 118738"/>
                <a:gd name="csX2" fmla="*/ 48495 w 60179"/>
                <a:gd name="csY2" fmla="*/ 40335 h 118738"/>
                <a:gd name="csX3" fmla="*/ 34100 w 60179"/>
                <a:gd name="csY3" fmla="*/ 57531 h 118738"/>
                <a:gd name="csX4" fmla="*/ 14396 w 60179"/>
                <a:gd name="csY4" fmla="*/ 59372 h 118738"/>
                <a:gd name="csX5" fmla="*/ 6280 w 60179"/>
                <a:gd name="csY5" fmla="*/ 67158 h 118738"/>
                <a:gd name="csX6" fmla="*/ 10611 w 60179"/>
                <a:gd name="csY6" fmla="*/ 78403 h 118738"/>
                <a:gd name="csX7" fmla="*/ 0 w 60179"/>
                <a:gd name="csY7" fmla="*/ 90621 h 118738"/>
                <a:gd name="csX8" fmla="*/ 25762 w 60179"/>
                <a:gd name="csY8" fmla="*/ 118738 h 118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0179" h="118738">
                  <a:moveTo>
                    <a:pt x="60179" y="0"/>
                  </a:moveTo>
                  <a:lnTo>
                    <a:pt x="30093" y="26391"/>
                  </a:lnTo>
                  <a:lnTo>
                    <a:pt x="48495" y="40335"/>
                  </a:lnTo>
                  <a:lnTo>
                    <a:pt x="34100" y="57531"/>
                  </a:lnTo>
                  <a:lnTo>
                    <a:pt x="14396" y="59372"/>
                  </a:lnTo>
                  <a:lnTo>
                    <a:pt x="6280" y="67158"/>
                  </a:lnTo>
                  <a:lnTo>
                    <a:pt x="10611" y="78403"/>
                  </a:lnTo>
                  <a:lnTo>
                    <a:pt x="0" y="90621"/>
                  </a:lnTo>
                  <a:lnTo>
                    <a:pt x="25762" y="118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9E33EEDD-48DA-E364-1112-DA1B0BB589B1}"/>
                </a:ext>
              </a:extLst>
            </p:cNvPr>
            <p:cNvSpPr/>
            <p:nvPr/>
          </p:nvSpPr>
          <p:spPr>
            <a:xfrm>
              <a:off x="2886481" y="4048181"/>
              <a:ext cx="244182" cy="384536"/>
            </a:xfrm>
            <a:custGeom>
              <a:avLst/>
              <a:gdLst>
                <a:gd name="csX0" fmla="*/ 78581 w 244182"/>
                <a:gd name="csY0" fmla="*/ 0 h 384536"/>
                <a:gd name="csX1" fmla="*/ 47301 w 244182"/>
                <a:gd name="csY1" fmla="*/ 6160 h 384536"/>
                <a:gd name="csX2" fmla="*/ 37236 w 244182"/>
                <a:gd name="csY2" fmla="*/ 29629 h 384536"/>
                <a:gd name="csX3" fmla="*/ 28791 w 244182"/>
                <a:gd name="csY3" fmla="*/ 31788 h 384536"/>
                <a:gd name="csX4" fmla="*/ 14072 w 244182"/>
                <a:gd name="csY4" fmla="*/ 56337 h 384536"/>
                <a:gd name="csX5" fmla="*/ 11367 w 244182"/>
                <a:gd name="csY5" fmla="*/ 77750 h 384536"/>
                <a:gd name="csX6" fmla="*/ 0 w 244182"/>
                <a:gd name="csY6" fmla="*/ 106515 h 384536"/>
                <a:gd name="csX7" fmla="*/ 20352 w 244182"/>
                <a:gd name="csY7" fmla="*/ 105759 h 384536"/>
                <a:gd name="csX8" fmla="*/ 23813 w 244182"/>
                <a:gd name="csY8" fmla="*/ 125114 h 384536"/>
                <a:gd name="csX9" fmla="*/ 34423 w 244182"/>
                <a:gd name="csY9" fmla="*/ 133439 h 384536"/>
                <a:gd name="csX10" fmla="*/ 35395 w 244182"/>
                <a:gd name="csY10" fmla="*/ 144685 h 384536"/>
                <a:gd name="csX11" fmla="*/ 31280 w 244182"/>
                <a:gd name="csY11" fmla="*/ 152146 h 384536"/>
                <a:gd name="csX12" fmla="*/ 32690 w 244182"/>
                <a:gd name="csY12" fmla="*/ 169882 h 384536"/>
                <a:gd name="csX13" fmla="*/ 40913 w 244182"/>
                <a:gd name="csY13" fmla="*/ 170961 h 384536"/>
                <a:gd name="csX14" fmla="*/ 48495 w 244182"/>
                <a:gd name="csY14" fmla="*/ 184804 h 384536"/>
                <a:gd name="csX15" fmla="*/ 79013 w 244182"/>
                <a:gd name="csY15" fmla="*/ 186970 h 384536"/>
                <a:gd name="csX16" fmla="*/ 95358 w 244182"/>
                <a:gd name="csY16" fmla="*/ 180696 h 384536"/>
                <a:gd name="csX17" fmla="*/ 111163 w 244182"/>
                <a:gd name="csY17" fmla="*/ 187509 h 384536"/>
                <a:gd name="csX18" fmla="*/ 116789 w 244182"/>
                <a:gd name="csY18" fmla="*/ 185452 h 384536"/>
                <a:gd name="csX19" fmla="*/ 147745 w 244182"/>
                <a:gd name="csY19" fmla="*/ 221463 h 384536"/>
                <a:gd name="csX20" fmla="*/ 159112 w 244182"/>
                <a:gd name="csY20" fmla="*/ 214433 h 384536"/>
                <a:gd name="csX21" fmla="*/ 195694 w 244182"/>
                <a:gd name="csY21" fmla="*/ 216059 h 384536"/>
                <a:gd name="csX22" fmla="*/ 200241 w 244182"/>
                <a:gd name="csY22" fmla="*/ 209245 h 384536"/>
                <a:gd name="csX23" fmla="*/ 214636 w 244182"/>
                <a:gd name="csY23" fmla="*/ 209677 h 384536"/>
                <a:gd name="csX24" fmla="*/ 219615 w 244182"/>
                <a:gd name="csY24" fmla="*/ 222219 h 384536"/>
                <a:gd name="csX25" fmla="*/ 211385 w 244182"/>
                <a:gd name="csY25" fmla="*/ 231629 h 384536"/>
                <a:gd name="csX26" fmla="*/ 212471 w 244182"/>
                <a:gd name="csY26" fmla="*/ 239954 h 384536"/>
                <a:gd name="csX27" fmla="*/ 203162 w 244182"/>
                <a:gd name="csY27" fmla="*/ 249149 h 384536"/>
                <a:gd name="csX28" fmla="*/ 202730 w 244182"/>
                <a:gd name="csY28" fmla="*/ 268612 h 384536"/>
                <a:gd name="csX29" fmla="*/ 211493 w 244182"/>
                <a:gd name="csY29" fmla="*/ 290024 h 384536"/>
                <a:gd name="csX30" fmla="*/ 224269 w 244182"/>
                <a:gd name="csY30" fmla="*/ 303219 h 384536"/>
                <a:gd name="csX31" fmla="*/ 203702 w 244182"/>
                <a:gd name="csY31" fmla="*/ 325927 h 384536"/>
                <a:gd name="csX32" fmla="*/ 217018 w 244182"/>
                <a:gd name="csY32" fmla="*/ 327978 h 384536"/>
                <a:gd name="csX33" fmla="*/ 232169 w 244182"/>
                <a:gd name="csY33" fmla="*/ 330899 h 384536"/>
                <a:gd name="csX34" fmla="*/ 244183 w 244182"/>
                <a:gd name="csY34" fmla="*/ 384537 h 384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44182" h="384536">
                  <a:moveTo>
                    <a:pt x="78581" y="0"/>
                  </a:moveTo>
                  <a:lnTo>
                    <a:pt x="47301" y="6160"/>
                  </a:lnTo>
                  <a:lnTo>
                    <a:pt x="37236" y="29629"/>
                  </a:lnTo>
                  <a:lnTo>
                    <a:pt x="28791" y="31788"/>
                  </a:lnTo>
                  <a:lnTo>
                    <a:pt x="14072" y="56337"/>
                  </a:lnTo>
                  <a:lnTo>
                    <a:pt x="11367" y="77750"/>
                  </a:lnTo>
                  <a:lnTo>
                    <a:pt x="0" y="106515"/>
                  </a:lnTo>
                  <a:lnTo>
                    <a:pt x="20352" y="105759"/>
                  </a:lnTo>
                  <a:lnTo>
                    <a:pt x="23813" y="125114"/>
                  </a:lnTo>
                  <a:lnTo>
                    <a:pt x="34423" y="133439"/>
                  </a:lnTo>
                  <a:lnTo>
                    <a:pt x="35395" y="144685"/>
                  </a:lnTo>
                  <a:lnTo>
                    <a:pt x="31280" y="152146"/>
                  </a:lnTo>
                  <a:lnTo>
                    <a:pt x="32690" y="169882"/>
                  </a:lnTo>
                  <a:lnTo>
                    <a:pt x="40913" y="170961"/>
                  </a:lnTo>
                  <a:lnTo>
                    <a:pt x="48495" y="184804"/>
                  </a:lnTo>
                  <a:lnTo>
                    <a:pt x="79013" y="186970"/>
                  </a:lnTo>
                  <a:lnTo>
                    <a:pt x="95358" y="180696"/>
                  </a:lnTo>
                  <a:lnTo>
                    <a:pt x="111163" y="187509"/>
                  </a:lnTo>
                  <a:lnTo>
                    <a:pt x="116789" y="185452"/>
                  </a:lnTo>
                  <a:lnTo>
                    <a:pt x="147745" y="221463"/>
                  </a:lnTo>
                  <a:lnTo>
                    <a:pt x="159112" y="214433"/>
                  </a:lnTo>
                  <a:lnTo>
                    <a:pt x="195694" y="216059"/>
                  </a:lnTo>
                  <a:lnTo>
                    <a:pt x="200241" y="209245"/>
                  </a:lnTo>
                  <a:lnTo>
                    <a:pt x="214636" y="209677"/>
                  </a:lnTo>
                  <a:lnTo>
                    <a:pt x="219615" y="222219"/>
                  </a:lnTo>
                  <a:lnTo>
                    <a:pt x="211385" y="231629"/>
                  </a:lnTo>
                  <a:lnTo>
                    <a:pt x="212471" y="239954"/>
                  </a:lnTo>
                  <a:lnTo>
                    <a:pt x="203162" y="249149"/>
                  </a:lnTo>
                  <a:lnTo>
                    <a:pt x="202730" y="268612"/>
                  </a:lnTo>
                  <a:lnTo>
                    <a:pt x="211493" y="290024"/>
                  </a:lnTo>
                  <a:lnTo>
                    <a:pt x="224269" y="303219"/>
                  </a:lnTo>
                  <a:lnTo>
                    <a:pt x="203702" y="325927"/>
                  </a:lnTo>
                  <a:lnTo>
                    <a:pt x="217018" y="327978"/>
                  </a:lnTo>
                  <a:lnTo>
                    <a:pt x="232169" y="330899"/>
                  </a:lnTo>
                  <a:lnTo>
                    <a:pt x="244183" y="38453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C11C7B1-BD33-64C5-C84C-AA7A24F15723}"/>
                </a:ext>
              </a:extLst>
            </p:cNvPr>
            <p:cNvSpPr/>
            <p:nvPr/>
          </p:nvSpPr>
          <p:spPr>
            <a:xfrm>
              <a:off x="2677693" y="4424934"/>
              <a:ext cx="337477" cy="201243"/>
            </a:xfrm>
            <a:custGeom>
              <a:avLst/>
              <a:gdLst>
                <a:gd name="csX0" fmla="*/ 0 w 337477"/>
                <a:gd name="csY0" fmla="*/ 0 h 201243"/>
                <a:gd name="csX1" fmla="*/ 50216 w 337477"/>
                <a:gd name="csY1" fmla="*/ 28111 h 201243"/>
                <a:gd name="csX2" fmla="*/ 57036 w 337477"/>
                <a:gd name="csY2" fmla="*/ 40767 h 201243"/>
                <a:gd name="csX3" fmla="*/ 87344 w 337477"/>
                <a:gd name="csY3" fmla="*/ 44659 h 201243"/>
                <a:gd name="csX4" fmla="*/ 94488 w 337477"/>
                <a:gd name="csY4" fmla="*/ 36119 h 201243"/>
                <a:gd name="csX5" fmla="*/ 136919 w 337477"/>
                <a:gd name="csY5" fmla="*/ 54064 h 201243"/>
                <a:gd name="csX6" fmla="*/ 165818 w 337477"/>
                <a:gd name="csY6" fmla="*/ 73317 h 201243"/>
                <a:gd name="csX7" fmla="*/ 171228 w 337477"/>
                <a:gd name="csY7" fmla="*/ 89103 h 201243"/>
                <a:gd name="csX8" fmla="*/ 197206 w 337477"/>
                <a:gd name="csY8" fmla="*/ 102622 h 201243"/>
                <a:gd name="csX9" fmla="*/ 200019 w 337477"/>
                <a:gd name="csY9" fmla="*/ 118840 h 201243"/>
                <a:gd name="csX10" fmla="*/ 212357 w 337477"/>
                <a:gd name="csY10" fmla="*/ 120028 h 201243"/>
                <a:gd name="csX11" fmla="*/ 216795 w 337477"/>
                <a:gd name="csY11" fmla="*/ 141440 h 201243"/>
                <a:gd name="csX12" fmla="*/ 245046 w 337477"/>
                <a:gd name="csY12" fmla="*/ 144361 h 201243"/>
                <a:gd name="csX13" fmla="*/ 266364 w 337477"/>
                <a:gd name="csY13" fmla="*/ 132359 h 201243"/>
                <a:gd name="csX14" fmla="*/ 278270 w 337477"/>
                <a:gd name="csY14" fmla="*/ 140144 h 201243"/>
                <a:gd name="csX15" fmla="*/ 294939 w 337477"/>
                <a:gd name="csY15" fmla="*/ 135172 h 201243"/>
                <a:gd name="csX16" fmla="*/ 324269 w 337477"/>
                <a:gd name="csY16" fmla="*/ 152254 h 201243"/>
                <a:gd name="csX17" fmla="*/ 308902 w 337477"/>
                <a:gd name="csY17" fmla="*/ 186099 h 201243"/>
                <a:gd name="csX18" fmla="*/ 337477 w 337477"/>
                <a:gd name="csY18" fmla="*/ 201244 h 20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7477" h="201243">
                  <a:moveTo>
                    <a:pt x="0" y="0"/>
                  </a:moveTo>
                  <a:lnTo>
                    <a:pt x="50216" y="28111"/>
                  </a:lnTo>
                  <a:lnTo>
                    <a:pt x="57036" y="40767"/>
                  </a:lnTo>
                  <a:lnTo>
                    <a:pt x="87344" y="44659"/>
                  </a:lnTo>
                  <a:lnTo>
                    <a:pt x="94488" y="36119"/>
                  </a:lnTo>
                  <a:lnTo>
                    <a:pt x="136919" y="54064"/>
                  </a:lnTo>
                  <a:lnTo>
                    <a:pt x="165818" y="73317"/>
                  </a:lnTo>
                  <a:lnTo>
                    <a:pt x="171228" y="89103"/>
                  </a:lnTo>
                  <a:lnTo>
                    <a:pt x="197206" y="102622"/>
                  </a:lnTo>
                  <a:lnTo>
                    <a:pt x="200019" y="118840"/>
                  </a:lnTo>
                  <a:lnTo>
                    <a:pt x="212357" y="120028"/>
                  </a:lnTo>
                  <a:lnTo>
                    <a:pt x="216795" y="141440"/>
                  </a:lnTo>
                  <a:lnTo>
                    <a:pt x="245046" y="144361"/>
                  </a:lnTo>
                  <a:lnTo>
                    <a:pt x="266364" y="132359"/>
                  </a:lnTo>
                  <a:lnTo>
                    <a:pt x="278270" y="140144"/>
                  </a:lnTo>
                  <a:lnTo>
                    <a:pt x="294939" y="135172"/>
                  </a:lnTo>
                  <a:lnTo>
                    <a:pt x="324269" y="152254"/>
                  </a:lnTo>
                  <a:lnTo>
                    <a:pt x="308902" y="186099"/>
                  </a:lnTo>
                  <a:lnTo>
                    <a:pt x="337477" y="2012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872BEE50-8DD0-7537-7240-EBCB8EEE1A5B}"/>
                </a:ext>
              </a:extLst>
            </p:cNvPr>
            <p:cNvSpPr/>
            <p:nvPr/>
          </p:nvSpPr>
          <p:spPr>
            <a:xfrm>
              <a:off x="2616644" y="4478997"/>
              <a:ext cx="197967" cy="184810"/>
            </a:xfrm>
            <a:custGeom>
              <a:avLst/>
              <a:gdLst>
                <a:gd name="csX0" fmla="*/ 197968 w 197967"/>
                <a:gd name="csY0" fmla="*/ 0 h 184810"/>
                <a:gd name="csX1" fmla="*/ 187141 w 197967"/>
                <a:gd name="csY1" fmla="*/ 12979 h 184810"/>
                <a:gd name="csX2" fmla="*/ 196666 w 197967"/>
                <a:gd name="csY2" fmla="*/ 28334 h 184810"/>
                <a:gd name="csX3" fmla="*/ 196774 w 197967"/>
                <a:gd name="csY3" fmla="*/ 46285 h 184810"/>
                <a:gd name="csX4" fmla="*/ 185191 w 197967"/>
                <a:gd name="csY4" fmla="*/ 44552 h 184810"/>
                <a:gd name="csX5" fmla="*/ 182702 w 197967"/>
                <a:gd name="csY5" fmla="*/ 66942 h 184810"/>
                <a:gd name="csX6" fmla="*/ 143739 w 197967"/>
                <a:gd name="csY6" fmla="*/ 95485 h 184810"/>
                <a:gd name="csX7" fmla="*/ 95358 w 197967"/>
                <a:gd name="csY7" fmla="*/ 111817 h 184810"/>
                <a:gd name="csX8" fmla="*/ 86373 w 197967"/>
                <a:gd name="csY8" fmla="*/ 130524 h 184810"/>
                <a:gd name="csX9" fmla="*/ 77394 w 197967"/>
                <a:gd name="csY9" fmla="*/ 129337 h 184810"/>
                <a:gd name="csX10" fmla="*/ 69488 w 197967"/>
                <a:gd name="csY10" fmla="*/ 166535 h 184810"/>
                <a:gd name="csX11" fmla="*/ 58344 w 197967"/>
                <a:gd name="csY11" fmla="*/ 173672 h 184810"/>
                <a:gd name="csX12" fmla="*/ 54445 w 197967"/>
                <a:gd name="csY12" fmla="*/ 184810 h 184810"/>
                <a:gd name="csX13" fmla="*/ 39510 w 197967"/>
                <a:gd name="csY13" fmla="*/ 184055 h 184810"/>
                <a:gd name="csX14" fmla="*/ 31826 w 197967"/>
                <a:gd name="csY14" fmla="*/ 162642 h 184810"/>
                <a:gd name="csX15" fmla="*/ 3683 w 197967"/>
                <a:gd name="csY15" fmla="*/ 166859 h 184810"/>
                <a:gd name="csX16" fmla="*/ 0 w 197967"/>
                <a:gd name="csY16" fmla="*/ 147612 h 184810"/>
                <a:gd name="csX17" fmla="*/ 13532 w 197967"/>
                <a:gd name="csY17" fmla="*/ 144475 h 184810"/>
                <a:gd name="csX18" fmla="*/ 9093 w 197967"/>
                <a:gd name="csY18" fmla="*/ 125768 h 18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97967" h="184810">
                  <a:moveTo>
                    <a:pt x="197968" y="0"/>
                  </a:moveTo>
                  <a:lnTo>
                    <a:pt x="187141" y="12979"/>
                  </a:lnTo>
                  <a:lnTo>
                    <a:pt x="196666" y="28334"/>
                  </a:lnTo>
                  <a:lnTo>
                    <a:pt x="196774" y="46285"/>
                  </a:lnTo>
                  <a:lnTo>
                    <a:pt x="185191" y="44552"/>
                  </a:lnTo>
                  <a:lnTo>
                    <a:pt x="182702" y="66942"/>
                  </a:lnTo>
                  <a:lnTo>
                    <a:pt x="143739" y="95485"/>
                  </a:lnTo>
                  <a:lnTo>
                    <a:pt x="95358" y="111817"/>
                  </a:lnTo>
                  <a:lnTo>
                    <a:pt x="86373" y="130524"/>
                  </a:lnTo>
                  <a:lnTo>
                    <a:pt x="77394" y="129337"/>
                  </a:lnTo>
                  <a:lnTo>
                    <a:pt x="69488" y="166535"/>
                  </a:lnTo>
                  <a:lnTo>
                    <a:pt x="58344" y="173672"/>
                  </a:lnTo>
                  <a:lnTo>
                    <a:pt x="54445" y="184810"/>
                  </a:lnTo>
                  <a:lnTo>
                    <a:pt x="39510" y="184055"/>
                  </a:lnTo>
                  <a:lnTo>
                    <a:pt x="31826" y="162642"/>
                  </a:lnTo>
                  <a:lnTo>
                    <a:pt x="3683" y="166859"/>
                  </a:lnTo>
                  <a:lnTo>
                    <a:pt x="0" y="147612"/>
                  </a:lnTo>
                  <a:lnTo>
                    <a:pt x="13532" y="144475"/>
                  </a:lnTo>
                  <a:lnTo>
                    <a:pt x="9093" y="1257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444A580C-4C0F-1F70-C4BA-0B2C68BD88A9}"/>
                </a:ext>
              </a:extLst>
            </p:cNvPr>
            <p:cNvSpPr/>
            <p:nvPr/>
          </p:nvSpPr>
          <p:spPr>
            <a:xfrm>
              <a:off x="3029788" y="5134527"/>
              <a:ext cx="557523" cy="396221"/>
            </a:xfrm>
            <a:custGeom>
              <a:avLst/>
              <a:gdLst>
                <a:gd name="csX0" fmla="*/ 0 w 557523"/>
                <a:gd name="csY0" fmla="*/ 0 h 396221"/>
                <a:gd name="csX1" fmla="*/ 5950 w 557523"/>
                <a:gd name="csY1" fmla="*/ 18383 h 396221"/>
                <a:gd name="csX2" fmla="*/ 13856 w 557523"/>
                <a:gd name="csY2" fmla="*/ 22060 h 396221"/>
                <a:gd name="csX3" fmla="*/ 17748 w 557523"/>
                <a:gd name="csY3" fmla="*/ 56128 h 396221"/>
                <a:gd name="csX4" fmla="*/ 37446 w 557523"/>
                <a:gd name="csY4" fmla="*/ 73533 h 396221"/>
                <a:gd name="csX5" fmla="*/ 28467 w 557523"/>
                <a:gd name="csY5" fmla="*/ 85109 h 396221"/>
                <a:gd name="csX6" fmla="*/ 36151 w 557523"/>
                <a:gd name="csY6" fmla="*/ 91592 h 396221"/>
                <a:gd name="csX7" fmla="*/ 35611 w 557523"/>
                <a:gd name="csY7" fmla="*/ 106521 h 396221"/>
                <a:gd name="csX8" fmla="*/ 26842 w 557523"/>
                <a:gd name="csY8" fmla="*/ 106521 h 396221"/>
                <a:gd name="csX9" fmla="*/ 28467 w 557523"/>
                <a:gd name="csY9" fmla="*/ 120466 h 396221"/>
                <a:gd name="csX10" fmla="*/ 38964 w 557523"/>
                <a:gd name="csY10" fmla="*/ 126956 h 396221"/>
                <a:gd name="csX11" fmla="*/ 35395 w 557523"/>
                <a:gd name="csY11" fmla="*/ 137446 h 396221"/>
                <a:gd name="csX12" fmla="*/ 49460 w 557523"/>
                <a:gd name="csY12" fmla="*/ 154426 h 396221"/>
                <a:gd name="csX13" fmla="*/ 60935 w 557523"/>
                <a:gd name="csY13" fmla="*/ 207626 h 396221"/>
                <a:gd name="csX14" fmla="*/ 84315 w 557523"/>
                <a:gd name="csY14" fmla="*/ 206978 h 396221"/>
                <a:gd name="csX15" fmla="*/ 103905 w 557523"/>
                <a:gd name="csY15" fmla="*/ 182213 h 396221"/>
                <a:gd name="csX16" fmla="*/ 117869 w 557523"/>
                <a:gd name="csY16" fmla="*/ 179623 h 396221"/>
                <a:gd name="csX17" fmla="*/ 120142 w 557523"/>
                <a:gd name="csY17" fmla="*/ 167507 h 396221"/>
                <a:gd name="csX18" fmla="*/ 139732 w 557523"/>
                <a:gd name="csY18" fmla="*/ 178213 h 396221"/>
                <a:gd name="csX19" fmla="*/ 167767 w 557523"/>
                <a:gd name="csY19" fmla="*/ 178213 h 396221"/>
                <a:gd name="csX20" fmla="*/ 183134 w 557523"/>
                <a:gd name="csY20" fmla="*/ 183185 h 396221"/>
                <a:gd name="csX21" fmla="*/ 181077 w 557523"/>
                <a:gd name="csY21" fmla="*/ 190430 h 396221"/>
                <a:gd name="csX22" fmla="*/ 188436 w 557523"/>
                <a:gd name="csY22" fmla="*/ 206870 h 396221"/>
                <a:gd name="csX23" fmla="*/ 209328 w 557523"/>
                <a:gd name="csY23" fmla="*/ 207086 h 396221"/>
                <a:gd name="csX24" fmla="*/ 212573 w 557523"/>
                <a:gd name="csY24" fmla="*/ 175184 h 396221"/>
                <a:gd name="csX25" fmla="*/ 246234 w 557523"/>
                <a:gd name="csY25" fmla="*/ 175184 h 396221"/>
                <a:gd name="csX26" fmla="*/ 247428 w 557523"/>
                <a:gd name="csY26" fmla="*/ 181026 h 396221"/>
                <a:gd name="csX27" fmla="*/ 271240 w 557523"/>
                <a:gd name="csY27" fmla="*/ 194653 h 396221"/>
                <a:gd name="csX28" fmla="*/ 280442 w 557523"/>
                <a:gd name="csY28" fmla="*/ 214764 h 396221"/>
                <a:gd name="csX29" fmla="*/ 311830 w 557523"/>
                <a:gd name="csY29" fmla="*/ 236608 h 396221"/>
                <a:gd name="csX30" fmla="*/ 317996 w 557523"/>
                <a:gd name="csY30" fmla="*/ 248069 h 396221"/>
                <a:gd name="csX31" fmla="*/ 357937 w 557523"/>
                <a:gd name="csY31" fmla="*/ 253804 h 396221"/>
                <a:gd name="csX32" fmla="*/ 379476 w 557523"/>
                <a:gd name="csY32" fmla="*/ 274022 h 396221"/>
                <a:gd name="csX33" fmla="*/ 407829 w 557523"/>
                <a:gd name="csY33" fmla="*/ 282569 h 396221"/>
                <a:gd name="csX34" fmla="*/ 413677 w 557523"/>
                <a:gd name="csY34" fmla="*/ 291973 h 396221"/>
                <a:gd name="csX35" fmla="*/ 423418 w 557523"/>
                <a:gd name="csY35" fmla="*/ 291326 h 396221"/>
                <a:gd name="csX36" fmla="*/ 439115 w 557523"/>
                <a:gd name="csY36" fmla="*/ 296837 h 396221"/>
                <a:gd name="csX37" fmla="*/ 446037 w 557523"/>
                <a:gd name="csY37" fmla="*/ 311220 h 396221"/>
                <a:gd name="csX38" fmla="*/ 443656 w 557523"/>
                <a:gd name="csY38" fmla="*/ 317170 h 396221"/>
                <a:gd name="csX39" fmla="*/ 436950 w 557523"/>
                <a:gd name="csY39" fmla="*/ 320847 h 396221"/>
                <a:gd name="csX40" fmla="*/ 433483 w 557523"/>
                <a:gd name="csY40" fmla="*/ 334690 h 396221"/>
                <a:gd name="csX41" fmla="*/ 422771 w 557523"/>
                <a:gd name="csY41" fmla="*/ 340856 h 396221"/>
                <a:gd name="csX42" fmla="*/ 421793 w 557523"/>
                <a:gd name="csY42" fmla="*/ 360102 h 396221"/>
                <a:gd name="csX43" fmla="*/ 403397 w 557523"/>
                <a:gd name="csY43" fmla="*/ 371456 h 396221"/>
                <a:gd name="csX44" fmla="*/ 406425 w 557523"/>
                <a:gd name="csY44" fmla="*/ 385083 h 396221"/>
                <a:gd name="csX45" fmla="*/ 429368 w 557523"/>
                <a:gd name="csY45" fmla="*/ 382270 h 396221"/>
                <a:gd name="csX46" fmla="*/ 462922 w 557523"/>
                <a:gd name="csY46" fmla="*/ 392545 h 396221"/>
                <a:gd name="csX47" fmla="*/ 478835 w 557523"/>
                <a:gd name="csY47" fmla="*/ 387890 h 396221"/>
                <a:gd name="csX48" fmla="*/ 489985 w 557523"/>
                <a:gd name="csY48" fmla="*/ 396221 h 396221"/>
                <a:gd name="csX49" fmla="*/ 496805 w 557523"/>
                <a:gd name="csY49" fmla="*/ 384867 h 396221"/>
                <a:gd name="csX50" fmla="*/ 506978 w 557523"/>
                <a:gd name="csY50" fmla="*/ 383998 h 396221"/>
                <a:gd name="csX51" fmla="*/ 512172 w 557523"/>
                <a:gd name="csY51" fmla="*/ 389300 h 396221"/>
                <a:gd name="csX52" fmla="*/ 519856 w 557523"/>
                <a:gd name="csY52" fmla="*/ 384213 h 396221"/>
                <a:gd name="csX53" fmla="*/ 521049 w 557523"/>
                <a:gd name="csY53" fmla="*/ 376968 h 396221"/>
                <a:gd name="csX54" fmla="*/ 529597 w 557523"/>
                <a:gd name="csY54" fmla="*/ 369722 h 396221"/>
                <a:gd name="csX55" fmla="*/ 538798 w 557523"/>
                <a:gd name="csY55" fmla="*/ 369722 h 396221"/>
                <a:gd name="csX56" fmla="*/ 552329 w 557523"/>
                <a:gd name="csY56" fmla="*/ 354044 h 396221"/>
                <a:gd name="csX57" fmla="*/ 552869 w 557523"/>
                <a:gd name="csY57" fmla="*/ 333388 h 396221"/>
                <a:gd name="csX58" fmla="*/ 557524 w 557523"/>
                <a:gd name="csY58" fmla="*/ 328524 h 396221"/>
                <a:gd name="csX59" fmla="*/ 556006 w 557523"/>
                <a:gd name="csY59" fmla="*/ 318034 h 39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57523" h="396221">
                  <a:moveTo>
                    <a:pt x="0" y="0"/>
                  </a:moveTo>
                  <a:lnTo>
                    <a:pt x="5950" y="18383"/>
                  </a:lnTo>
                  <a:lnTo>
                    <a:pt x="13856" y="22060"/>
                  </a:lnTo>
                  <a:lnTo>
                    <a:pt x="17748" y="56128"/>
                  </a:lnTo>
                  <a:lnTo>
                    <a:pt x="37446" y="73533"/>
                  </a:lnTo>
                  <a:lnTo>
                    <a:pt x="28467" y="85109"/>
                  </a:lnTo>
                  <a:lnTo>
                    <a:pt x="36151" y="91592"/>
                  </a:lnTo>
                  <a:lnTo>
                    <a:pt x="35611" y="106521"/>
                  </a:lnTo>
                  <a:lnTo>
                    <a:pt x="26842" y="106521"/>
                  </a:lnTo>
                  <a:lnTo>
                    <a:pt x="28467" y="120466"/>
                  </a:lnTo>
                  <a:lnTo>
                    <a:pt x="38964" y="126956"/>
                  </a:lnTo>
                  <a:lnTo>
                    <a:pt x="35395" y="137446"/>
                  </a:lnTo>
                  <a:lnTo>
                    <a:pt x="49460" y="154426"/>
                  </a:lnTo>
                  <a:lnTo>
                    <a:pt x="60935" y="207626"/>
                  </a:lnTo>
                  <a:lnTo>
                    <a:pt x="84315" y="206978"/>
                  </a:lnTo>
                  <a:lnTo>
                    <a:pt x="103905" y="182213"/>
                  </a:lnTo>
                  <a:lnTo>
                    <a:pt x="117869" y="179623"/>
                  </a:lnTo>
                  <a:lnTo>
                    <a:pt x="120142" y="167507"/>
                  </a:lnTo>
                  <a:lnTo>
                    <a:pt x="139732" y="178213"/>
                  </a:lnTo>
                  <a:lnTo>
                    <a:pt x="167767" y="178213"/>
                  </a:lnTo>
                  <a:lnTo>
                    <a:pt x="183134" y="183185"/>
                  </a:lnTo>
                  <a:lnTo>
                    <a:pt x="181077" y="190430"/>
                  </a:lnTo>
                  <a:lnTo>
                    <a:pt x="188436" y="206870"/>
                  </a:lnTo>
                  <a:lnTo>
                    <a:pt x="209328" y="207086"/>
                  </a:lnTo>
                  <a:lnTo>
                    <a:pt x="212573" y="175184"/>
                  </a:lnTo>
                  <a:lnTo>
                    <a:pt x="246234" y="175184"/>
                  </a:lnTo>
                  <a:lnTo>
                    <a:pt x="247428" y="181026"/>
                  </a:lnTo>
                  <a:lnTo>
                    <a:pt x="271240" y="194653"/>
                  </a:lnTo>
                  <a:lnTo>
                    <a:pt x="280442" y="214764"/>
                  </a:lnTo>
                  <a:lnTo>
                    <a:pt x="311830" y="236608"/>
                  </a:lnTo>
                  <a:lnTo>
                    <a:pt x="317996" y="248069"/>
                  </a:lnTo>
                  <a:lnTo>
                    <a:pt x="357937" y="253804"/>
                  </a:lnTo>
                  <a:lnTo>
                    <a:pt x="379476" y="274022"/>
                  </a:lnTo>
                  <a:lnTo>
                    <a:pt x="407829" y="282569"/>
                  </a:lnTo>
                  <a:lnTo>
                    <a:pt x="413677" y="291973"/>
                  </a:lnTo>
                  <a:lnTo>
                    <a:pt x="423418" y="291326"/>
                  </a:lnTo>
                  <a:lnTo>
                    <a:pt x="439115" y="296837"/>
                  </a:lnTo>
                  <a:lnTo>
                    <a:pt x="446037" y="311220"/>
                  </a:lnTo>
                  <a:lnTo>
                    <a:pt x="443656" y="317170"/>
                  </a:lnTo>
                  <a:lnTo>
                    <a:pt x="436950" y="320847"/>
                  </a:lnTo>
                  <a:lnTo>
                    <a:pt x="433483" y="334690"/>
                  </a:lnTo>
                  <a:lnTo>
                    <a:pt x="422771" y="340856"/>
                  </a:lnTo>
                  <a:lnTo>
                    <a:pt x="421793" y="360102"/>
                  </a:lnTo>
                  <a:lnTo>
                    <a:pt x="403397" y="371456"/>
                  </a:lnTo>
                  <a:lnTo>
                    <a:pt x="406425" y="385083"/>
                  </a:lnTo>
                  <a:lnTo>
                    <a:pt x="429368" y="382270"/>
                  </a:lnTo>
                  <a:lnTo>
                    <a:pt x="462922" y="392545"/>
                  </a:lnTo>
                  <a:lnTo>
                    <a:pt x="478835" y="387890"/>
                  </a:lnTo>
                  <a:lnTo>
                    <a:pt x="489985" y="396221"/>
                  </a:lnTo>
                  <a:lnTo>
                    <a:pt x="496805" y="384867"/>
                  </a:lnTo>
                  <a:lnTo>
                    <a:pt x="506978" y="383998"/>
                  </a:lnTo>
                  <a:lnTo>
                    <a:pt x="512172" y="389300"/>
                  </a:lnTo>
                  <a:lnTo>
                    <a:pt x="519856" y="384213"/>
                  </a:lnTo>
                  <a:lnTo>
                    <a:pt x="521049" y="376968"/>
                  </a:lnTo>
                  <a:lnTo>
                    <a:pt x="529597" y="369722"/>
                  </a:lnTo>
                  <a:lnTo>
                    <a:pt x="538798" y="369722"/>
                  </a:lnTo>
                  <a:lnTo>
                    <a:pt x="552329" y="354044"/>
                  </a:lnTo>
                  <a:lnTo>
                    <a:pt x="552869" y="333388"/>
                  </a:lnTo>
                  <a:lnTo>
                    <a:pt x="557524" y="328524"/>
                  </a:lnTo>
                  <a:lnTo>
                    <a:pt x="556006" y="318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4A9FCDB6-76F9-2C16-00D9-DA933A1840EA}"/>
                </a:ext>
              </a:extLst>
            </p:cNvPr>
            <p:cNvSpPr/>
            <p:nvPr/>
          </p:nvSpPr>
          <p:spPr>
            <a:xfrm>
              <a:off x="3285001" y="5204059"/>
              <a:ext cx="168852" cy="116033"/>
            </a:xfrm>
            <a:custGeom>
              <a:avLst/>
              <a:gdLst>
                <a:gd name="csX0" fmla="*/ 168853 w 168852"/>
                <a:gd name="csY0" fmla="*/ 34716 h 116033"/>
                <a:gd name="csX1" fmla="*/ 165386 w 168852"/>
                <a:gd name="csY1" fmla="*/ 21628 h 116033"/>
                <a:gd name="csX2" fmla="*/ 132918 w 168852"/>
                <a:gd name="csY2" fmla="*/ 1949 h 116033"/>
                <a:gd name="csX3" fmla="*/ 99257 w 168852"/>
                <a:gd name="csY3" fmla="*/ 0 h 116033"/>
                <a:gd name="csX4" fmla="*/ 74251 w 168852"/>
                <a:gd name="csY4" fmla="*/ 6598 h 116033"/>
                <a:gd name="csX5" fmla="*/ 33553 w 168852"/>
                <a:gd name="csY5" fmla="*/ 13303 h 116033"/>
                <a:gd name="csX6" fmla="*/ 27603 w 168852"/>
                <a:gd name="csY6" fmla="*/ 29413 h 116033"/>
                <a:gd name="csX7" fmla="*/ 13532 w 168852"/>
                <a:gd name="csY7" fmla="*/ 48876 h 116033"/>
                <a:gd name="csX8" fmla="*/ 14288 w 168852"/>
                <a:gd name="csY8" fmla="*/ 68561 h 116033"/>
                <a:gd name="csX9" fmla="*/ 0 w 168852"/>
                <a:gd name="csY9" fmla="*/ 116034 h 11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8852" h="116033">
                  <a:moveTo>
                    <a:pt x="168853" y="34716"/>
                  </a:move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3" y="29413"/>
                  </a:lnTo>
                  <a:lnTo>
                    <a:pt x="13532" y="48876"/>
                  </a:lnTo>
                  <a:lnTo>
                    <a:pt x="14288" y="68561"/>
                  </a:lnTo>
                  <a:lnTo>
                    <a:pt x="0" y="116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9A4B4A92-1673-44D3-2BCB-77BB6FAF81CF}"/>
                </a:ext>
              </a:extLst>
            </p:cNvPr>
            <p:cNvSpPr/>
            <p:nvPr/>
          </p:nvSpPr>
          <p:spPr>
            <a:xfrm>
              <a:off x="3437401" y="5637047"/>
              <a:ext cx="35286" cy="157988"/>
            </a:xfrm>
            <a:custGeom>
              <a:avLst/>
              <a:gdLst>
                <a:gd name="csX0" fmla="*/ 35287 w 35286"/>
                <a:gd name="csY0" fmla="*/ 0 h 157988"/>
                <a:gd name="csX1" fmla="*/ 27387 w 35286"/>
                <a:gd name="csY1" fmla="*/ 12649 h 157988"/>
                <a:gd name="csX2" fmla="*/ 31064 w 35286"/>
                <a:gd name="csY2" fmla="*/ 24974 h 157988"/>
                <a:gd name="csX3" fmla="*/ 24352 w 35286"/>
                <a:gd name="csY3" fmla="*/ 31140 h 157988"/>
                <a:gd name="csX4" fmla="*/ 19158 w 35286"/>
                <a:gd name="csY4" fmla="*/ 48552 h 157988"/>
                <a:gd name="csX5" fmla="*/ 23381 w 35286"/>
                <a:gd name="csY5" fmla="*/ 57633 h 157988"/>
                <a:gd name="csX6" fmla="*/ 13963 w 35286"/>
                <a:gd name="csY6" fmla="*/ 67907 h 157988"/>
                <a:gd name="csX7" fmla="*/ 15158 w 35286"/>
                <a:gd name="csY7" fmla="*/ 111055 h 157988"/>
                <a:gd name="csX8" fmla="*/ 5633 w 35286"/>
                <a:gd name="csY8" fmla="*/ 116789 h 157988"/>
                <a:gd name="csX9" fmla="*/ 0 w 35286"/>
                <a:gd name="csY9" fmla="*/ 135928 h 157988"/>
                <a:gd name="csX10" fmla="*/ 8553 w 35286"/>
                <a:gd name="csY10" fmla="*/ 157988 h 157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286" h="157988">
                  <a:moveTo>
                    <a:pt x="35287" y="0"/>
                  </a:moveTo>
                  <a:lnTo>
                    <a:pt x="27387" y="12649"/>
                  </a:lnTo>
                  <a:lnTo>
                    <a:pt x="31064" y="24974"/>
                  </a:lnTo>
                  <a:lnTo>
                    <a:pt x="24352" y="31140"/>
                  </a:lnTo>
                  <a:lnTo>
                    <a:pt x="19158" y="48552"/>
                  </a:lnTo>
                  <a:lnTo>
                    <a:pt x="23381" y="57633"/>
                  </a:lnTo>
                  <a:lnTo>
                    <a:pt x="13963" y="67907"/>
                  </a:lnTo>
                  <a:lnTo>
                    <a:pt x="15158" y="111055"/>
                  </a:lnTo>
                  <a:lnTo>
                    <a:pt x="5633" y="116789"/>
                  </a:lnTo>
                  <a:lnTo>
                    <a:pt x="0" y="135928"/>
                  </a:lnTo>
                  <a:lnTo>
                    <a:pt x="8553" y="15798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24FA500C-BF96-BD39-A940-BDB379417DBB}"/>
                </a:ext>
              </a:extLst>
            </p:cNvPr>
            <p:cNvSpPr/>
            <p:nvPr/>
          </p:nvSpPr>
          <p:spPr>
            <a:xfrm>
              <a:off x="2880639" y="5341505"/>
              <a:ext cx="240823" cy="1360919"/>
            </a:xfrm>
            <a:custGeom>
              <a:avLst/>
              <a:gdLst>
                <a:gd name="csX0" fmla="*/ 233464 w 240823"/>
                <a:gd name="csY0" fmla="*/ 0 h 1360919"/>
                <a:gd name="csX1" fmla="*/ 240824 w 240823"/>
                <a:gd name="csY1" fmla="*/ 7677 h 1360919"/>
                <a:gd name="csX2" fmla="*/ 228917 w 240823"/>
                <a:gd name="csY2" fmla="*/ 45739 h 1360919"/>
                <a:gd name="csX3" fmla="*/ 194824 w 240823"/>
                <a:gd name="csY3" fmla="*/ 61208 h 1360919"/>
                <a:gd name="csX4" fmla="*/ 182702 w 240823"/>
                <a:gd name="csY4" fmla="*/ 76022 h 1360919"/>
                <a:gd name="csX5" fmla="*/ 189192 w 240823"/>
                <a:gd name="csY5" fmla="*/ 88564 h 1360919"/>
                <a:gd name="csX6" fmla="*/ 181184 w 240823"/>
                <a:gd name="csY6" fmla="*/ 103054 h 1360919"/>
                <a:gd name="csX7" fmla="*/ 188328 w 240823"/>
                <a:gd name="csY7" fmla="*/ 130848 h 1360919"/>
                <a:gd name="csX8" fmla="*/ 180861 w 240823"/>
                <a:gd name="csY8" fmla="*/ 143389 h 1360919"/>
                <a:gd name="csX9" fmla="*/ 194062 w 240823"/>
                <a:gd name="csY9" fmla="*/ 162744 h 1360919"/>
                <a:gd name="csX10" fmla="*/ 185299 w 240823"/>
                <a:gd name="csY10" fmla="*/ 173126 h 1360919"/>
                <a:gd name="csX11" fmla="*/ 173393 w 240823"/>
                <a:gd name="csY11" fmla="*/ 169342 h 1360919"/>
                <a:gd name="csX12" fmla="*/ 160293 w 240823"/>
                <a:gd name="csY12" fmla="*/ 201028 h 1360919"/>
                <a:gd name="csX13" fmla="*/ 141243 w 240823"/>
                <a:gd name="csY13" fmla="*/ 221247 h 1360919"/>
                <a:gd name="csX14" fmla="*/ 136480 w 240823"/>
                <a:gd name="csY14" fmla="*/ 247523 h 1360919"/>
                <a:gd name="csX15" fmla="*/ 128365 w 240823"/>
                <a:gd name="csY15" fmla="*/ 256070 h 1360919"/>
                <a:gd name="csX16" fmla="*/ 137242 w 240823"/>
                <a:gd name="csY16" fmla="*/ 293916 h 1360919"/>
                <a:gd name="csX17" fmla="*/ 130746 w 240823"/>
                <a:gd name="csY17" fmla="*/ 300946 h 1360919"/>
                <a:gd name="csX18" fmla="*/ 124250 w 240823"/>
                <a:gd name="csY18" fmla="*/ 300514 h 1360919"/>
                <a:gd name="csX19" fmla="*/ 117322 w 240823"/>
                <a:gd name="csY19" fmla="*/ 328632 h 1360919"/>
                <a:gd name="csX20" fmla="*/ 110617 w 240823"/>
                <a:gd name="csY20" fmla="*/ 331654 h 1360919"/>
                <a:gd name="csX21" fmla="*/ 106394 w 240823"/>
                <a:gd name="csY21" fmla="*/ 347554 h 1360919"/>
                <a:gd name="csX22" fmla="*/ 125660 w 240823"/>
                <a:gd name="csY22" fmla="*/ 398704 h 1360919"/>
                <a:gd name="csX23" fmla="*/ 119704 w 240823"/>
                <a:gd name="csY23" fmla="*/ 404863 h 1360919"/>
                <a:gd name="csX24" fmla="*/ 124790 w 240823"/>
                <a:gd name="csY24" fmla="*/ 420224 h 1360919"/>
                <a:gd name="csX25" fmla="*/ 137242 w 240823"/>
                <a:gd name="csY25" fmla="*/ 420008 h 1360919"/>
                <a:gd name="csX26" fmla="*/ 135509 w 240823"/>
                <a:gd name="csY26" fmla="*/ 459689 h 1360919"/>
                <a:gd name="csX27" fmla="*/ 126416 w 240823"/>
                <a:gd name="csY27" fmla="*/ 463474 h 1360919"/>
                <a:gd name="csX28" fmla="*/ 115595 w 240823"/>
                <a:gd name="csY28" fmla="*/ 489757 h 1360919"/>
                <a:gd name="csX29" fmla="*/ 106394 w 240823"/>
                <a:gd name="csY29" fmla="*/ 494512 h 1360919"/>
                <a:gd name="csX30" fmla="*/ 112998 w 240823"/>
                <a:gd name="csY30" fmla="*/ 508140 h 1360919"/>
                <a:gd name="csX31" fmla="*/ 114402 w 240823"/>
                <a:gd name="csY31" fmla="*/ 535172 h 1360919"/>
                <a:gd name="csX32" fmla="*/ 101632 w 240823"/>
                <a:gd name="csY32" fmla="*/ 551612 h 1360919"/>
                <a:gd name="csX33" fmla="*/ 89833 w 240823"/>
                <a:gd name="csY33" fmla="*/ 554419 h 1360919"/>
                <a:gd name="csX34" fmla="*/ 83445 w 240823"/>
                <a:gd name="csY34" fmla="*/ 577780 h 1360919"/>
                <a:gd name="csX35" fmla="*/ 88424 w 240823"/>
                <a:gd name="csY35" fmla="*/ 583940 h 1360919"/>
                <a:gd name="csX36" fmla="*/ 83445 w 240823"/>
                <a:gd name="csY36" fmla="*/ 595731 h 1360919"/>
                <a:gd name="csX37" fmla="*/ 89725 w 240823"/>
                <a:gd name="csY37" fmla="*/ 602647 h 1360919"/>
                <a:gd name="csX38" fmla="*/ 84207 w 240823"/>
                <a:gd name="csY38" fmla="*/ 610978 h 1360919"/>
                <a:gd name="csX39" fmla="*/ 91567 w 240823"/>
                <a:gd name="csY39" fmla="*/ 643420 h 1360919"/>
                <a:gd name="csX40" fmla="*/ 100114 w 240823"/>
                <a:gd name="csY40" fmla="*/ 651745 h 1360919"/>
                <a:gd name="csX41" fmla="*/ 94164 w 240823"/>
                <a:gd name="csY41" fmla="*/ 660933 h 1360919"/>
                <a:gd name="csX42" fmla="*/ 76086 w 240823"/>
                <a:gd name="csY42" fmla="*/ 669912 h 1360919"/>
                <a:gd name="csX43" fmla="*/ 75978 w 240823"/>
                <a:gd name="csY43" fmla="*/ 699002 h 1360919"/>
                <a:gd name="csX44" fmla="*/ 63748 w 240823"/>
                <a:gd name="csY44" fmla="*/ 707758 h 1360919"/>
                <a:gd name="csX45" fmla="*/ 68510 w 240823"/>
                <a:gd name="csY45" fmla="*/ 723874 h 1360919"/>
                <a:gd name="csX46" fmla="*/ 61150 w 240823"/>
                <a:gd name="csY46" fmla="*/ 735228 h 1360919"/>
                <a:gd name="csX47" fmla="*/ 65157 w 240823"/>
                <a:gd name="csY47" fmla="*/ 747662 h 1360919"/>
                <a:gd name="csX48" fmla="*/ 55956 w 240823"/>
                <a:gd name="csY48" fmla="*/ 765073 h 1360919"/>
                <a:gd name="csX49" fmla="*/ 57798 w 240823"/>
                <a:gd name="csY49" fmla="*/ 802703 h 1360919"/>
                <a:gd name="csX50" fmla="*/ 65913 w 240823"/>
                <a:gd name="csY50" fmla="*/ 818381 h 1360919"/>
                <a:gd name="csX51" fmla="*/ 53251 w 240823"/>
                <a:gd name="csY51" fmla="*/ 832333 h 1360919"/>
                <a:gd name="csX52" fmla="*/ 55848 w 240823"/>
                <a:gd name="csY52" fmla="*/ 840874 h 1360919"/>
                <a:gd name="csX53" fmla="*/ 51086 w 240823"/>
                <a:gd name="csY53" fmla="*/ 847903 h 1360919"/>
                <a:gd name="csX54" fmla="*/ 52927 w 240823"/>
                <a:gd name="csY54" fmla="*/ 871048 h 1360919"/>
                <a:gd name="csX55" fmla="*/ 63424 w 240823"/>
                <a:gd name="csY55" fmla="*/ 879373 h 1360919"/>
                <a:gd name="csX56" fmla="*/ 58877 w 240823"/>
                <a:gd name="csY56" fmla="*/ 895267 h 1360919"/>
                <a:gd name="csX57" fmla="*/ 66237 w 240823"/>
                <a:gd name="csY57" fmla="*/ 916356 h 1360919"/>
                <a:gd name="csX58" fmla="*/ 59417 w 240823"/>
                <a:gd name="csY58" fmla="*/ 933444 h 1360919"/>
                <a:gd name="csX59" fmla="*/ 77927 w 240823"/>
                <a:gd name="csY59" fmla="*/ 936689 h 1360919"/>
                <a:gd name="csX60" fmla="*/ 81496 w 240823"/>
                <a:gd name="csY60" fmla="*/ 955072 h 1360919"/>
                <a:gd name="csX61" fmla="*/ 56712 w 240823"/>
                <a:gd name="csY61" fmla="*/ 956799 h 1360919"/>
                <a:gd name="csX62" fmla="*/ 51086 w 240823"/>
                <a:gd name="csY62" fmla="*/ 973563 h 1360919"/>
                <a:gd name="csX63" fmla="*/ 71971 w 240823"/>
                <a:gd name="csY63" fmla="*/ 978967 h 1360919"/>
                <a:gd name="csX64" fmla="*/ 78899 w 240823"/>
                <a:gd name="csY64" fmla="*/ 989889 h 1360919"/>
                <a:gd name="csX65" fmla="*/ 58985 w 240823"/>
                <a:gd name="csY65" fmla="*/ 1009574 h 1360919"/>
                <a:gd name="csX66" fmla="*/ 66992 w 240823"/>
                <a:gd name="csY66" fmla="*/ 1026147 h 1360919"/>
                <a:gd name="csX67" fmla="*/ 63964 w 240823"/>
                <a:gd name="csY67" fmla="*/ 1054849 h 1360919"/>
                <a:gd name="csX68" fmla="*/ 55086 w 240823"/>
                <a:gd name="csY68" fmla="*/ 1066914 h 1360919"/>
                <a:gd name="csX69" fmla="*/ 59201 w 240823"/>
                <a:gd name="csY69" fmla="*/ 1079424 h 1360919"/>
                <a:gd name="csX70" fmla="*/ 42532 w 240823"/>
                <a:gd name="csY70" fmla="*/ 1092314 h 1360919"/>
                <a:gd name="csX71" fmla="*/ 36366 w 240823"/>
                <a:gd name="csY71" fmla="*/ 1122604 h 1360919"/>
                <a:gd name="csX72" fmla="*/ 42640 w 240823"/>
                <a:gd name="csY72" fmla="*/ 1135685 h 1360919"/>
                <a:gd name="csX73" fmla="*/ 29978 w 240823"/>
                <a:gd name="csY73" fmla="*/ 1167879 h 1360919"/>
                <a:gd name="csX74" fmla="*/ 15691 w 240823"/>
                <a:gd name="csY74" fmla="*/ 1174674 h 1360919"/>
                <a:gd name="csX75" fmla="*/ 15691 w 240823"/>
                <a:gd name="csY75" fmla="*/ 1189215 h 1360919"/>
                <a:gd name="csX76" fmla="*/ 0 w 240823"/>
                <a:gd name="csY76" fmla="*/ 1193914 h 1360919"/>
                <a:gd name="csX77" fmla="*/ 0 w 240823"/>
                <a:gd name="csY77" fmla="*/ 1232903 h 1360919"/>
                <a:gd name="csX78" fmla="*/ 13633 w 240823"/>
                <a:gd name="csY78" fmla="*/ 1268908 h 1360919"/>
                <a:gd name="csX79" fmla="*/ 38424 w 240823"/>
                <a:gd name="csY79" fmla="*/ 1260970 h 1360919"/>
                <a:gd name="csX80" fmla="*/ 44590 w 240823"/>
                <a:gd name="csY80" fmla="*/ 1286942 h 1360919"/>
                <a:gd name="csX81" fmla="*/ 37122 w 240823"/>
                <a:gd name="csY81" fmla="*/ 1311707 h 1360919"/>
                <a:gd name="csX82" fmla="*/ 56388 w 240823"/>
                <a:gd name="csY82" fmla="*/ 1326438 h 1360919"/>
                <a:gd name="csX83" fmla="*/ 58985 w 240823"/>
                <a:gd name="csY83" fmla="*/ 1335837 h 1360919"/>
                <a:gd name="csX84" fmla="*/ 154127 w 240823"/>
                <a:gd name="csY84" fmla="*/ 1335837 h 1360919"/>
                <a:gd name="csX85" fmla="*/ 176422 w 240823"/>
                <a:gd name="csY85" fmla="*/ 1352283 h 1360919"/>
                <a:gd name="csX86" fmla="*/ 176422 w 240823"/>
                <a:gd name="csY86" fmla="*/ 1360919 h 1360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823" h="1360919">
                  <a:moveTo>
                    <a:pt x="233464" y="0"/>
                  </a:moveTo>
                  <a:lnTo>
                    <a:pt x="240824" y="7677"/>
                  </a:lnTo>
                  <a:lnTo>
                    <a:pt x="228917" y="45739"/>
                  </a:lnTo>
                  <a:lnTo>
                    <a:pt x="194824" y="61208"/>
                  </a:lnTo>
                  <a:lnTo>
                    <a:pt x="182702" y="76022"/>
                  </a:lnTo>
                  <a:lnTo>
                    <a:pt x="189192" y="88564"/>
                  </a:lnTo>
                  <a:lnTo>
                    <a:pt x="181184" y="103054"/>
                  </a:lnTo>
                  <a:lnTo>
                    <a:pt x="188328" y="130848"/>
                  </a:lnTo>
                  <a:lnTo>
                    <a:pt x="180861" y="143389"/>
                  </a:lnTo>
                  <a:lnTo>
                    <a:pt x="194062" y="162744"/>
                  </a:lnTo>
                  <a:lnTo>
                    <a:pt x="185299" y="173126"/>
                  </a:lnTo>
                  <a:lnTo>
                    <a:pt x="173393" y="169342"/>
                  </a:lnTo>
                  <a:lnTo>
                    <a:pt x="160293" y="201028"/>
                  </a:lnTo>
                  <a:lnTo>
                    <a:pt x="141243" y="221247"/>
                  </a:lnTo>
                  <a:lnTo>
                    <a:pt x="136480" y="247523"/>
                  </a:lnTo>
                  <a:lnTo>
                    <a:pt x="128365" y="256070"/>
                  </a:lnTo>
                  <a:lnTo>
                    <a:pt x="137242" y="293916"/>
                  </a:lnTo>
                  <a:lnTo>
                    <a:pt x="130746" y="300946"/>
                  </a:lnTo>
                  <a:lnTo>
                    <a:pt x="124250" y="300514"/>
                  </a:lnTo>
                  <a:lnTo>
                    <a:pt x="117322" y="328632"/>
                  </a:lnTo>
                  <a:lnTo>
                    <a:pt x="110617" y="331654"/>
                  </a:lnTo>
                  <a:lnTo>
                    <a:pt x="106394" y="347554"/>
                  </a:lnTo>
                  <a:lnTo>
                    <a:pt x="125660" y="398704"/>
                  </a:lnTo>
                  <a:lnTo>
                    <a:pt x="119704" y="404863"/>
                  </a:lnTo>
                  <a:lnTo>
                    <a:pt x="124790" y="420224"/>
                  </a:lnTo>
                  <a:lnTo>
                    <a:pt x="137242" y="420008"/>
                  </a:lnTo>
                  <a:lnTo>
                    <a:pt x="135509" y="459689"/>
                  </a:lnTo>
                  <a:lnTo>
                    <a:pt x="126416" y="463474"/>
                  </a:lnTo>
                  <a:lnTo>
                    <a:pt x="115595" y="489757"/>
                  </a:lnTo>
                  <a:lnTo>
                    <a:pt x="106394" y="494512"/>
                  </a:lnTo>
                  <a:lnTo>
                    <a:pt x="112998" y="508140"/>
                  </a:lnTo>
                  <a:lnTo>
                    <a:pt x="114402" y="535172"/>
                  </a:lnTo>
                  <a:lnTo>
                    <a:pt x="101632" y="551612"/>
                  </a:lnTo>
                  <a:lnTo>
                    <a:pt x="89833" y="554419"/>
                  </a:lnTo>
                  <a:lnTo>
                    <a:pt x="83445" y="577780"/>
                  </a:lnTo>
                  <a:lnTo>
                    <a:pt x="88424" y="583940"/>
                  </a:lnTo>
                  <a:lnTo>
                    <a:pt x="83445" y="595731"/>
                  </a:lnTo>
                  <a:lnTo>
                    <a:pt x="89725" y="602647"/>
                  </a:lnTo>
                  <a:lnTo>
                    <a:pt x="84207" y="610978"/>
                  </a:lnTo>
                  <a:lnTo>
                    <a:pt x="91567" y="643420"/>
                  </a:lnTo>
                  <a:lnTo>
                    <a:pt x="100114" y="651745"/>
                  </a:lnTo>
                  <a:lnTo>
                    <a:pt x="94164" y="660933"/>
                  </a:lnTo>
                  <a:lnTo>
                    <a:pt x="76086" y="669912"/>
                  </a:lnTo>
                  <a:lnTo>
                    <a:pt x="75978" y="699002"/>
                  </a:lnTo>
                  <a:lnTo>
                    <a:pt x="63748" y="707758"/>
                  </a:lnTo>
                  <a:lnTo>
                    <a:pt x="68510" y="723874"/>
                  </a:lnTo>
                  <a:lnTo>
                    <a:pt x="61150" y="735228"/>
                  </a:lnTo>
                  <a:lnTo>
                    <a:pt x="65157" y="747662"/>
                  </a:lnTo>
                  <a:lnTo>
                    <a:pt x="55956" y="765073"/>
                  </a:lnTo>
                  <a:lnTo>
                    <a:pt x="57798" y="802703"/>
                  </a:lnTo>
                  <a:lnTo>
                    <a:pt x="65913" y="818381"/>
                  </a:lnTo>
                  <a:lnTo>
                    <a:pt x="53251" y="832333"/>
                  </a:lnTo>
                  <a:lnTo>
                    <a:pt x="55848" y="840874"/>
                  </a:lnTo>
                  <a:lnTo>
                    <a:pt x="51086" y="847903"/>
                  </a:lnTo>
                  <a:lnTo>
                    <a:pt x="52927" y="871048"/>
                  </a:lnTo>
                  <a:lnTo>
                    <a:pt x="63424" y="879373"/>
                  </a:lnTo>
                  <a:lnTo>
                    <a:pt x="58877" y="895267"/>
                  </a:lnTo>
                  <a:lnTo>
                    <a:pt x="66237" y="916356"/>
                  </a:lnTo>
                  <a:lnTo>
                    <a:pt x="59417" y="933444"/>
                  </a:lnTo>
                  <a:lnTo>
                    <a:pt x="77927" y="936689"/>
                  </a:lnTo>
                  <a:lnTo>
                    <a:pt x="81496" y="955072"/>
                  </a:lnTo>
                  <a:lnTo>
                    <a:pt x="56712" y="956799"/>
                  </a:lnTo>
                  <a:lnTo>
                    <a:pt x="51086" y="973563"/>
                  </a:lnTo>
                  <a:lnTo>
                    <a:pt x="71971" y="978967"/>
                  </a:lnTo>
                  <a:lnTo>
                    <a:pt x="78899" y="989889"/>
                  </a:lnTo>
                  <a:lnTo>
                    <a:pt x="58985" y="1009574"/>
                  </a:lnTo>
                  <a:lnTo>
                    <a:pt x="66992" y="1026147"/>
                  </a:lnTo>
                  <a:lnTo>
                    <a:pt x="63964" y="1054849"/>
                  </a:lnTo>
                  <a:lnTo>
                    <a:pt x="55086" y="1066914"/>
                  </a:lnTo>
                  <a:lnTo>
                    <a:pt x="59201" y="1079424"/>
                  </a:lnTo>
                  <a:lnTo>
                    <a:pt x="42532" y="1092314"/>
                  </a:lnTo>
                  <a:lnTo>
                    <a:pt x="36366" y="1122604"/>
                  </a:lnTo>
                  <a:lnTo>
                    <a:pt x="42640" y="1135685"/>
                  </a:lnTo>
                  <a:lnTo>
                    <a:pt x="29978" y="1167879"/>
                  </a:lnTo>
                  <a:lnTo>
                    <a:pt x="15691" y="1174674"/>
                  </a:lnTo>
                  <a:lnTo>
                    <a:pt x="15691" y="1189215"/>
                  </a:lnTo>
                  <a:lnTo>
                    <a:pt x="0" y="1193914"/>
                  </a:lnTo>
                  <a:lnTo>
                    <a:pt x="0" y="1232903"/>
                  </a:lnTo>
                  <a:lnTo>
                    <a:pt x="13633" y="1268908"/>
                  </a:lnTo>
                  <a:lnTo>
                    <a:pt x="38424" y="1260970"/>
                  </a:lnTo>
                  <a:lnTo>
                    <a:pt x="44590" y="1286942"/>
                  </a:lnTo>
                  <a:lnTo>
                    <a:pt x="37122" y="1311707"/>
                  </a:lnTo>
                  <a:lnTo>
                    <a:pt x="56388" y="1326438"/>
                  </a:lnTo>
                  <a:lnTo>
                    <a:pt x="58985" y="1335837"/>
                  </a:lnTo>
                  <a:lnTo>
                    <a:pt x="154127" y="1335837"/>
                  </a:lnTo>
                  <a:lnTo>
                    <a:pt x="176422" y="1352283"/>
                  </a:lnTo>
                  <a:lnTo>
                    <a:pt x="176422" y="13609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6CDB894-DB09-9AEC-F9D9-93F490FFC7E2}"/>
                </a:ext>
              </a:extLst>
            </p:cNvPr>
            <p:cNvSpPr/>
            <p:nvPr/>
          </p:nvSpPr>
          <p:spPr>
            <a:xfrm>
              <a:off x="3624649" y="5771673"/>
              <a:ext cx="8115" cy="11677"/>
            </a:xfrm>
            <a:custGeom>
              <a:avLst/>
              <a:gdLst>
                <a:gd name="csX0" fmla="*/ 0 w 8115"/>
                <a:gd name="csY0" fmla="*/ 0 h 11677"/>
                <a:gd name="csX1" fmla="*/ 8115 w 8115"/>
                <a:gd name="csY1" fmla="*/ 11678 h 11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115" h="11677">
                  <a:moveTo>
                    <a:pt x="0" y="0"/>
                  </a:moveTo>
                  <a:lnTo>
                    <a:pt x="8115" y="1167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4FB44F6A-7B98-BEBE-AF20-F4A4E762431A}"/>
                </a:ext>
              </a:extLst>
            </p:cNvPr>
            <p:cNvSpPr/>
            <p:nvPr/>
          </p:nvSpPr>
          <p:spPr>
            <a:xfrm>
              <a:off x="3060960" y="6719506"/>
              <a:ext cx="6350" cy="89979"/>
            </a:xfrm>
            <a:custGeom>
              <a:avLst/>
              <a:gdLst>
                <a:gd name="csX0" fmla="*/ 0 w 6350"/>
                <a:gd name="csY0" fmla="*/ 0 h 89979"/>
                <a:gd name="csX1" fmla="*/ 0 w 6350"/>
                <a:gd name="csY1" fmla="*/ 89980 h 8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89979">
                  <a:moveTo>
                    <a:pt x="0" y="0"/>
                  </a:moveTo>
                  <a:lnTo>
                    <a:pt x="0" y="89980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B5541FA0-B8A7-B7A5-D4CC-834934CCAC20}"/>
                </a:ext>
              </a:extLst>
            </p:cNvPr>
            <p:cNvSpPr/>
            <p:nvPr/>
          </p:nvSpPr>
          <p:spPr>
            <a:xfrm>
              <a:off x="3060960" y="6821551"/>
              <a:ext cx="6350" cy="18097"/>
            </a:xfrm>
            <a:custGeom>
              <a:avLst/>
              <a:gdLst>
                <a:gd name="csX0" fmla="*/ 0 w 6350"/>
                <a:gd name="csY0" fmla="*/ 0 h 18097"/>
                <a:gd name="csX1" fmla="*/ 0 w 6350"/>
                <a:gd name="csY1" fmla="*/ 18097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18097">
                  <a:moveTo>
                    <a:pt x="0" y="0"/>
                  </a:moveTo>
                  <a:lnTo>
                    <a:pt x="0" y="18097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0A3A4B00-FEF2-FF21-7F3F-BD4E2240080C}"/>
                </a:ext>
              </a:extLst>
            </p:cNvPr>
            <p:cNvSpPr/>
            <p:nvPr/>
          </p:nvSpPr>
          <p:spPr>
            <a:xfrm>
              <a:off x="1033481" y="2497378"/>
              <a:ext cx="1230318" cy="53962"/>
            </a:xfrm>
            <a:custGeom>
              <a:avLst/>
              <a:gdLst>
                <a:gd name="csX0" fmla="*/ 1230319 w 1230318"/>
                <a:gd name="csY0" fmla="*/ 53962 h 53962"/>
                <a:gd name="csX1" fmla="*/ 1220794 w 1230318"/>
                <a:gd name="csY1" fmla="*/ 44012 h 53962"/>
                <a:gd name="csX2" fmla="*/ 1201528 w 1230318"/>
                <a:gd name="csY2" fmla="*/ 46501 h 53962"/>
                <a:gd name="csX3" fmla="*/ 1197845 w 1230318"/>
                <a:gd name="csY3" fmla="*/ 35471 h 53962"/>
                <a:gd name="csX4" fmla="*/ 1183773 w 1230318"/>
                <a:gd name="csY4" fmla="*/ 39580 h 53962"/>
                <a:gd name="csX5" fmla="*/ 1178903 w 1230318"/>
                <a:gd name="csY5" fmla="*/ 50178 h 53962"/>
                <a:gd name="csX6" fmla="*/ 1162348 w 1230318"/>
                <a:gd name="csY6" fmla="*/ 50178 h 53962"/>
                <a:gd name="csX7" fmla="*/ 1159097 w 1230318"/>
                <a:gd name="csY7" fmla="*/ 39688 h 53962"/>
                <a:gd name="csX8" fmla="*/ 1133665 w 1230318"/>
                <a:gd name="csY8" fmla="*/ 41853 h 53962"/>
                <a:gd name="csX9" fmla="*/ 1129335 w 1230318"/>
                <a:gd name="csY9" fmla="*/ 27146 h 53962"/>
                <a:gd name="csX10" fmla="*/ 1101731 w 1230318"/>
                <a:gd name="csY10" fmla="*/ 20765 h 53962"/>
                <a:gd name="csX11" fmla="*/ 1084523 w 1230318"/>
                <a:gd name="csY11" fmla="*/ 26822 h 53962"/>
                <a:gd name="csX12" fmla="*/ 1049350 w 1230318"/>
                <a:gd name="csY12" fmla="*/ 13735 h 53962"/>
                <a:gd name="csX13" fmla="*/ 1026185 w 1230318"/>
                <a:gd name="csY13" fmla="*/ 0 h 53962"/>
                <a:gd name="csX14" fmla="*/ 0 w 1230318"/>
                <a:gd name="csY14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0318" h="53962">
                  <a:moveTo>
                    <a:pt x="1230319" y="53962"/>
                  </a:moveTo>
                  <a:lnTo>
                    <a:pt x="1220794" y="44012"/>
                  </a:lnTo>
                  <a:lnTo>
                    <a:pt x="1201528" y="46501"/>
                  </a:lnTo>
                  <a:lnTo>
                    <a:pt x="1197845" y="35471"/>
                  </a:lnTo>
                  <a:lnTo>
                    <a:pt x="1183773" y="39580"/>
                  </a:lnTo>
                  <a:lnTo>
                    <a:pt x="1178903" y="50178"/>
                  </a:lnTo>
                  <a:lnTo>
                    <a:pt x="1162348" y="50178"/>
                  </a:lnTo>
                  <a:lnTo>
                    <a:pt x="1159097" y="39688"/>
                  </a:lnTo>
                  <a:lnTo>
                    <a:pt x="1133665" y="41853"/>
                  </a:lnTo>
                  <a:lnTo>
                    <a:pt x="1129335" y="27146"/>
                  </a:lnTo>
                  <a:lnTo>
                    <a:pt x="1101731" y="20765"/>
                  </a:lnTo>
                  <a:lnTo>
                    <a:pt x="1084523" y="26822"/>
                  </a:lnTo>
                  <a:lnTo>
                    <a:pt x="1049350" y="13735"/>
                  </a:lnTo>
                  <a:lnTo>
                    <a:pt x="102618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09602FE-50AD-0993-C0B5-1CB6B06A16B4}"/>
                </a:ext>
              </a:extLst>
            </p:cNvPr>
            <p:cNvSpPr/>
            <p:nvPr/>
          </p:nvSpPr>
          <p:spPr>
            <a:xfrm>
              <a:off x="350837" y="1212596"/>
              <a:ext cx="412051" cy="973023"/>
            </a:xfrm>
            <a:custGeom>
              <a:avLst/>
              <a:gdLst>
                <a:gd name="csX0" fmla="*/ 0 w 412051"/>
                <a:gd name="csY0" fmla="*/ 0 h 973023"/>
                <a:gd name="csX1" fmla="*/ 0 w 412051"/>
                <a:gd name="csY1" fmla="*/ 644284 h 973023"/>
                <a:gd name="csX2" fmla="*/ 15262 w 412051"/>
                <a:gd name="csY2" fmla="*/ 649046 h 973023"/>
                <a:gd name="csX3" fmla="*/ 22297 w 412051"/>
                <a:gd name="csY3" fmla="*/ 642125 h 973023"/>
                <a:gd name="csX4" fmla="*/ 36259 w 412051"/>
                <a:gd name="csY4" fmla="*/ 651421 h 973023"/>
                <a:gd name="csX5" fmla="*/ 49464 w 412051"/>
                <a:gd name="csY5" fmla="*/ 641039 h 973023"/>
                <a:gd name="csX6" fmla="*/ 70028 w 412051"/>
                <a:gd name="csY6" fmla="*/ 641909 h 973023"/>
                <a:gd name="csX7" fmla="*/ 66998 w 412051"/>
                <a:gd name="csY7" fmla="*/ 659644 h 973023"/>
                <a:gd name="csX8" fmla="*/ 123605 w 412051"/>
                <a:gd name="csY8" fmla="*/ 708088 h 973023"/>
                <a:gd name="csX9" fmla="*/ 129883 w 412051"/>
                <a:gd name="csY9" fmla="*/ 729825 h 973023"/>
                <a:gd name="csX10" fmla="*/ 163869 w 412051"/>
                <a:gd name="csY10" fmla="*/ 712521 h 973023"/>
                <a:gd name="csX11" fmla="*/ 167116 w 412051"/>
                <a:gd name="csY11" fmla="*/ 698462 h 973023"/>
                <a:gd name="csX12" fmla="*/ 177832 w 412051"/>
                <a:gd name="csY12" fmla="*/ 693058 h 973023"/>
                <a:gd name="csX13" fmla="*/ 180321 w 412051"/>
                <a:gd name="csY13" fmla="*/ 684295 h 973023"/>
                <a:gd name="csX14" fmla="*/ 204782 w 412051"/>
                <a:gd name="csY14" fmla="*/ 675430 h 973023"/>
                <a:gd name="csX15" fmla="*/ 221343 w 412051"/>
                <a:gd name="csY15" fmla="*/ 688188 h 973023"/>
                <a:gd name="csX16" fmla="*/ 224481 w 412051"/>
                <a:gd name="csY16" fmla="*/ 708196 h 973023"/>
                <a:gd name="csX17" fmla="*/ 235955 w 412051"/>
                <a:gd name="csY17" fmla="*/ 711117 h 973023"/>
                <a:gd name="csX18" fmla="*/ 250783 w 412051"/>
                <a:gd name="csY18" fmla="*/ 732415 h 973023"/>
                <a:gd name="csX19" fmla="*/ 264096 w 412051"/>
                <a:gd name="csY19" fmla="*/ 739553 h 973023"/>
                <a:gd name="csX20" fmla="*/ 283254 w 412051"/>
                <a:gd name="csY20" fmla="*/ 756425 h 973023"/>
                <a:gd name="csX21" fmla="*/ 281847 w 412051"/>
                <a:gd name="csY21" fmla="*/ 768750 h 973023"/>
                <a:gd name="csX22" fmla="*/ 295808 w 412051"/>
                <a:gd name="csY22" fmla="*/ 776865 h 973023"/>
                <a:gd name="csX23" fmla="*/ 323304 w 412051"/>
                <a:gd name="csY23" fmla="*/ 825202 h 973023"/>
                <a:gd name="csX24" fmla="*/ 322542 w 412051"/>
                <a:gd name="csY24" fmla="*/ 837203 h 973023"/>
                <a:gd name="csX25" fmla="*/ 332823 w 412051"/>
                <a:gd name="csY25" fmla="*/ 840340 h 973023"/>
                <a:gd name="csX26" fmla="*/ 331635 w 412051"/>
                <a:gd name="csY26" fmla="*/ 850614 h 973023"/>
                <a:gd name="csX27" fmla="*/ 340404 w 412051"/>
                <a:gd name="csY27" fmla="*/ 854399 h 973023"/>
                <a:gd name="csX28" fmla="*/ 342678 w 412051"/>
                <a:gd name="csY28" fmla="*/ 866184 h 973023"/>
                <a:gd name="csX29" fmla="*/ 355987 w 412051"/>
                <a:gd name="csY29" fmla="*/ 866940 h 973023"/>
                <a:gd name="csX30" fmla="*/ 382397 w 412051"/>
                <a:gd name="csY30" fmla="*/ 880135 h 973023"/>
                <a:gd name="csX31" fmla="*/ 394627 w 412051"/>
                <a:gd name="csY31" fmla="*/ 891813 h 973023"/>
                <a:gd name="csX32" fmla="*/ 404800 w 412051"/>
                <a:gd name="csY32" fmla="*/ 892569 h 973023"/>
                <a:gd name="csX33" fmla="*/ 410108 w 412051"/>
                <a:gd name="csY33" fmla="*/ 903491 h 973023"/>
                <a:gd name="csX34" fmla="*/ 404476 w 412051"/>
                <a:gd name="csY34" fmla="*/ 922090 h 973023"/>
                <a:gd name="csX35" fmla="*/ 412052 w 412051"/>
                <a:gd name="csY35" fmla="*/ 940905 h 973023"/>
                <a:gd name="csX36" fmla="*/ 382505 w 412051"/>
                <a:gd name="csY36" fmla="*/ 973023 h 97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12051" h="973023">
                  <a:moveTo>
                    <a:pt x="0" y="0"/>
                  </a:moveTo>
                  <a:lnTo>
                    <a:pt x="0" y="644284"/>
                  </a:lnTo>
                  <a:lnTo>
                    <a:pt x="15262" y="649046"/>
                  </a:lnTo>
                  <a:lnTo>
                    <a:pt x="22297" y="642125"/>
                  </a:lnTo>
                  <a:lnTo>
                    <a:pt x="36259" y="651421"/>
                  </a:lnTo>
                  <a:lnTo>
                    <a:pt x="49464" y="641039"/>
                  </a:lnTo>
                  <a:lnTo>
                    <a:pt x="70028" y="641909"/>
                  </a:lnTo>
                  <a:lnTo>
                    <a:pt x="66998" y="659644"/>
                  </a:lnTo>
                  <a:lnTo>
                    <a:pt x="123605" y="708088"/>
                  </a:lnTo>
                  <a:lnTo>
                    <a:pt x="129883" y="729825"/>
                  </a:lnTo>
                  <a:lnTo>
                    <a:pt x="163869" y="712521"/>
                  </a:lnTo>
                  <a:lnTo>
                    <a:pt x="167116" y="698462"/>
                  </a:lnTo>
                  <a:lnTo>
                    <a:pt x="177832" y="693058"/>
                  </a:lnTo>
                  <a:lnTo>
                    <a:pt x="180321" y="684295"/>
                  </a:lnTo>
                  <a:lnTo>
                    <a:pt x="204782" y="675430"/>
                  </a:lnTo>
                  <a:lnTo>
                    <a:pt x="221343" y="688188"/>
                  </a:lnTo>
                  <a:lnTo>
                    <a:pt x="224481" y="708196"/>
                  </a:lnTo>
                  <a:lnTo>
                    <a:pt x="235955" y="711117"/>
                  </a:lnTo>
                  <a:lnTo>
                    <a:pt x="250783" y="732415"/>
                  </a:lnTo>
                  <a:lnTo>
                    <a:pt x="264096" y="739553"/>
                  </a:lnTo>
                  <a:lnTo>
                    <a:pt x="283254" y="756425"/>
                  </a:lnTo>
                  <a:lnTo>
                    <a:pt x="281847" y="768750"/>
                  </a:lnTo>
                  <a:lnTo>
                    <a:pt x="295808" y="776865"/>
                  </a:lnTo>
                  <a:lnTo>
                    <a:pt x="323304" y="825202"/>
                  </a:lnTo>
                  <a:lnTo>
                    <a:pt x="322542" y="837203"/>
                  </a:lnTo>
                  <a:lnTo>
                    <a:pt x="332823" y="840340"/>
                  </a:lnTo>
                  <a:lnTo>
                    <a:pt x="331635" y="850614"/>
                  </a:lnTo>
                  <a:lnTo>
                    <a:pt x="340404" y="854399"/>
                  </a:lnTo>
                  <a:lnTo>
                    <a:pt x="342678" y="866184"/>
                  </a:lnTo>
                  <a:lnTo>
                    <a:pt x="355987" y="866940"/>
                  </a:lnTo>
                  <a:lnTo>
                    <a:pt x="382397" y="880135"/>
                  </a:lnTo>
                  <a:lnTo>
                    <a:pt x="394627" y="891813"/>
                  </a:lnTo>
                  <a:lnTo>
                    <a:pt x="404800" y="892569"/>
                  </a:lnTo>
                  <a:lnTo>
                    <a:pt x="410108" y="903491"/>
                  </a:lnTo>
                  <a:lnTo>
                    <a:pt x="404476" y="922090"/>
                  </a:lnTo>
                  <a:lnTo>
                    <a:pt x="412052" y="940905"/>
                  </a:lnTo>
                  <a:lnTo>
                    <a:pt x="382505" y="9730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F001B22E-B1B2-BAB2-88DE-2EFA61956EE9}"/>
                </a:ext>
              </a:extLst>
            </p:cNvPr>
            <p:cNvSpPr/>
            <p:nvPr/>
          </p:nvSpPr>
          <p:spPr>
            <a:xfrm>
              <a:off x="2771965" y="2578049"/>
              <a:ext cx="344519" cy="153879"/>
            </a:xfrm>
            <a:custGeom>
              <a:avLst/>
              <a:gdLst>
                <a:gd name="csX0" fmla="*/ 0 w 344519"/>
                <a:gd name="csY0" fmla="*/ 153880 h 153879"/>
                <a:gd name="csX1" fmla="*/ 55632 w 344519"/>
                <a:gd name="csY1" fmla="*/ 114414 h 153879"/>
                <a:gd name="csX2" fmla="*/ 182270 w 344519"/>
                <a:gd name="csY2" fmla="*/ 114414 h 153879"/>
                <a:gd name="csX3" fmla="*/ 187789 w 344519"/>
                <a:gd name="csY3" fmla="*/ 101975 h 153879"/>
                <a:gd name="csX4" fmla="*/ 203702 w 344519"/>
                <a:gd name="csY4" fmla="*/ 107385 h 153879"/>
                <a:gd name="csX5" fmla="*/ 208464 w 344519"/>
                <a:gd name="csY5" fmla="*/ 95701 h 153879"/>
                <a:gd name="csX6" fmla="*/ 228378 w 344519"/>
                <a:gd name="csY6" fmla="*/ 80023 h 153879"/>
                <a:gd name="csX7" fmla="*/ 226866 w 344519"/>
                <a:gd name="csY7" fmla="*/ 64884 h 153879"/>
                <a:gd name="csX8" fmla="*/ 235306 w 344519"/>
                <a:gd name="csY8" fmla="*/ 53530 h 153879"/>
                <a:gd name="csX9" fmla="*/ 237039 w 344519"/>
                <a:gd name="csY9" fmla="*/ 40011 h 153879"/>
                <a:gd name="csX10" fmla="*/ 266802 w 344519"/>
                <a:gd name="csY10" fmla="*/ 0 h 153879"/>
                <a:gd name="csX11" fmla="*/ 273082 w 344519"/>
                <a:gd name="csY11" fmla="*/ 4324 h 153879"/>
                <a:gd name="csX12" fmla="*/ 274269 w 344519"/>
                <a:gd name="csY12" fmla="*/ 12116 h 153879"/>
                <a:gd name="csX13" fmla="*/ 280226 w 344519"/>
                <a:gd name="csY13" fmla="*/ 17088 h 153879"/>
                <a:gd name="csX14" fmla="*/ 301873 w 344519"/>
                <a:gd name="csY14" fmla="*/ 5626 h 153879"/>
                <a:gd name="csX15" fmla="*/ 319837 w 344519"/>
                <a:gd name="csY15" fmla="*/ 21304 h 153879"/>
                <a:gd name="csX16" fmla="*/ 323196 w 344519"/>
                <a:gd name="csY16" fmla="*/ 89217 h 153879"/>
                <a:gd name="csX17" fmla="*/ 338887 w 344519"/>
                <a:gd name="csY17" fmla="*/ 91808 h 153879"/>
                <a:gd name="csX18" fmla="*/ 338887 w 344519"/>
                <a:gd name="csY18" fmla="*/ 109544 h 153879"/>
                <a:gd name="csX19" fmla="*/ 343325 w 344519"/>
                <a:gd name="csY19" fmla="*/ 111277 h 153879"/>
                <a:gd name="csX20" fmla="*/ 344519 w 344519"/>
                <a:gd name="csY20" fmla="*/ 118847 h 153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44519" h="153879">
                  <a:moveTo>
                    <a:pt x="0" y="153880"/>
                  </a:moveTo>
                  <a:lnTo>
                    <a:pt x="55632" y="114414"/>
                  </a:lnTo>
                  <a:lnTo>
                    <a:pt x="182270" y="114414"/>
                  </a:lnTo>
                  <a:lnTo>
                    <a:pt x="187789" y="101975"/>
                  </a:lnTo>
                  <a:lnTo>
                    <a:pt x="203702" y="107385"/>
                  </a:lnTo>
                  <a:lnTo>
                    <a:pt x="208464" y="95701"/>
                  </a:lnTo>
                  <a:lnTo>
                    <a:pt x="228378" y="80023"/>
                  </a:lnTo>
                  <a:lnTo>
                    <a:pt x="226866" y="64884"/>
                  </a:lnTo>
                  <a:lnTo>
                    <a:pt x="235306" y="53530"/>
                  </a:lnTo>
                  <a:lnTo>
                    <a:pt x="237039" y="40011"/>
                  </a:lnTo>
                  <a:lnTo>
                    <a:pt x="266802" y="0"/>
                  </a:lnTo>
                  <a:lnTo>
                    <a:pt x="273082" y="4324"/>
                  </a:lnTo>
                  <a:lnTo>
                    <a:pt x="274269" y="12116"/>
                  </a:lnTo>
                  <a:lnTo>
                    <a:pt x="280226" y="17088"/>
                  </a:lnTo>
                  <a:lnTo>
                    <a:pt x="301873" y="5626"/>
                  </a:lnTo>
                  <a:lnTo>
                    <a:pt x="319837" y="21304"/>
                  </a:lnTo>
                  <a:lnTo>
                    <a:pt x="323196" y="89217"/>
                  </a:lnTo>
                  <a:lnTo>
                    <a:pt x="338887" y="91808"/>
                  </a:lnTo>
                  <a:lnTo>
                    <a:pt x="338887" y="109544"/>
                  </a:lnTo>
                  <a:lnTo>
                    <a:pt x="343325" y="111277"/>
                  </a:lnTo>
                  <a:lnTo>
                    <a:pt x="344519" y="1188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2BA74432-E770-DF73-0DE7-3830F1636027}"/>
                </a:ext>
              </a:extLst>
            </p:cNvPr>
            <p:cNvSpPr/>
            <p:nvPr/>
          </p:nvSpPr>
          <p:spPr>
            <a:xfrm>
              <a:off x="2673908" y="2778429"/>
              <a:ext cx="3898" cy="12979"/>
            </a:xfrm>
            <a:custGeom>
              <a:avLst/>
              <a:gdLst>
                <a:gd name="csX0" fmla="*/ 3899 w 3898"/>
                <a:gd name="csY0" fmla="*/ 12979 h 12979"/>
                <a:gd name="csX1" fmla="*/ 0 w 3898"/>
                <a:gd name="csY1" fmla="*/ 0 h 12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98" h="12979">
                  <a:moveTo>
                    <a:pt x="3899" y="12979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62117EF-FA15-A118-C179-84A1C7BB35D9}"/>
                </a:ext>
              </a:extLst>
            </p:cNvPr>
            <p:cNvSpPr/>
            <p:nvPr/>
          </p:nvSpPr>
          <p:spPr>
            <a:xfrm>
              <a:off x="2468041" y="2631039"/>
              <a:ext cx="14827" cy="19138"/>
            </a:xfrm>
            <a:custGeom>
              <a:avLst/>
              <a:gdLst>
                <a:gd name="csX0" fmla="*/ 0 w 14827"/>
                <a:gd name="csY0" fmla="*/ 0 h 19138"/>
                <a:gd name="csX1" fmla="*/ 14827 w 14827"/>
                <a:gd name="csY1" fmla="*/ 19139 h 1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827" h="19138">
                  <a:moveTo>
                    <a:pt x="0" y="0"/>
                  </a:moveTo>
                  <a:lnTo>
                    <a:pt x="14827" y="19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25A969C6-6C43-9C07-30E0-857137DC7848}"/>
                </a:ext>
              </a:extLst>
            </p:cNvPr>
            <p:cNvSpPr/>
            <p:nvPr/>
          </p:nvSpPr>
          <p:spPr>
            <a:xfrm>
              <a:off x="1243025" y="3230225"/>
              <a:ext cx="751700" cy="279216"/>
            </a:xfrm>
            <a:custGeom>
              <a:avLst/>
              <a:gdLst>
                <a:gd name="csX0" fmla="*/ 751700 w 751700"/>
                <a:gd name="csY0" fmla="*/ 278994 h 279216"/>
                <a:gd name="csX1" fmla="*/ 734708 w 751700"/>
                <a:gd name="csY1" fmla="*/ 279216 h 279216"/>
                <a:gd name="csX2" fmla="*/ 729075 w 751700"/>
                <a:gd name="csY2" fmla="*/ 272079 h 279216"/>
                <a:gd name="csX3" fmla="*/ 709486 w 751700"/>
                <a:gd name="csY3" fmla="*/ 272079 h 279216"/>
                <a:gd name="csX4" fmla="*/ 695414 w 751700"/>
                <a:gd name="csY4" fmla="*/ 261912 h 279216"/>
                <a:gd name="csX5" fmla="*/ 675824 w 751700"/>
                <a:gd name="csY5" fmla="*/ 259423 h 279216"/>
                <a:gd name="csX6" fmla="*/ 670846 w 751700"/>
                <a:gd name="csY6" fmla="*/ 241687 h 279216"/>
                <a:gd name="csX7" fmla="*/ 661968 w 751700"/>
                <a:gd name="csY7" fmla="*/ 235306 h 279216"/>
                <a:gd name="csX8" fmla="*/ 660457 w 751700"/>
                <a:gd name="csY8" fmla="*/ 209569 h 279216"/>
                <a:gd name="csX9" fmla="*/ 649307 w 751700"/>
                <a:gd name="csY9" fmla="*/ 206331 h 279216"/>
                <a:gd name="csX10" fmla="*/ 641083 w 751700"/>
                <a:gd name="csY10" fmla="*/ 187401 h 279216"/>
                <a:gd name="csX11" fmla="*/ 630472 w 751700"/>
                <a:gd name="csY11" fmla="*/ 182213 h 279216"/>
                <a:gd name="csX12" fmla="*/ 612832 w 751700"/>
                <a:gd name="csY12" fmla="*/ 146094 h 279216"/>
                <a:gd name="csX13" fmla="*/ 598545 w 751700"/>
                <a:gd name="csY13" fmla="*/ 134093 h 279216"/>
                <a:gd name="csX14" fmla="*/ 596487 w 751700"/>
                <a:gd name="csY14" fmla="*/ 121983 h 279216"/>
                <a:gd name="csX15" fmla="*/ 587070 w 751700"/>
                <a:gd name="csY15" fmla="*/ 116142 h 279216"/>
                <a:gd name="csX16" fmla="*/ 577977 w 751700"/>
                <a:gd name="csY16" fmla="*/ 123819 h 279216"/>
                <a:gd name="csX17" fmla="*/ 557308 w 751700"/>
                <a:gd name="csY17" fmla="*/ 118955 h 279216"/>
                <a:gd name="csX18" fmla="*/ 542481 w 751700"/>
                <a:gd name="csY18" fmla="*/ 125330 h 279216"/>
                <a:gd name="csX19" fmla="*/ 522999 w 751700"/>
                <a:gd name="csY19" fmla="*/ 155721 h 279216"/>
                <a:gd name="csX20" fmla="*/ 470935 w 751700"/>
                <a:gd name="csY20" fmla="*/ 128683 h 279216"/>
                <a:gd name="csX21" fmla="*/ 468014 w 751700"/>
                <a:gd name="csY21" fmla="*/ 108033 h 279216"/>
                <a:gd name="csX22" fmla="*/ 455346 w 751700"/>
                <a:gd name="csY22" fmla="*/ 86405 h 279216"/>
                <a:gd name="csX23" fmla="*/ 440950 w 751700"/>
                <a:gd name="csY23" fmla="*/ 80131 h 279216"/>
                <a:gd name="csX24" fmla="*/ 422662 w 751700"/>
                <a:gd name="csY24" fmla="*/ 59912 h 279216"/>
                <a:gd name="csX25" fmla="*/ 409562 w 751700"/>
                <a:gd name="csY25" fmla="*/ 56236 h 279216"/>
                <a:gd name="csX26" fmla="*/ 398094 w 751700"/>
                <a:gd name="csY26" fmla="*/ 44012 h 279216"/>
                <a:gd name="csX27" fmla="*/ 327844 w 751700"/>
                <a:gd name="csY27" fmla="*/ 44012 h 279216"/>
                <a:gd name="csX28" fmla="*/ 327736 w 751700"/>
                <a:gd name="csY28" fmla="*/ 62395 h 279216"/>
                <a:gd name="csX29" fmla="*/ 224263 w 751700"/>
                <a:gd name="csY29" fmla="*/ 61963 h 279216"/>
                <a:gd name="csX30" fmla="*/ 86157 w 751700"/>
                <a:gd name="csY30" fmla="*/ 8763 h 279216"/>
                <a:gd name="csX31" fmla="*/ 87890 w 751700"/>
                <a:gd name="csY31" fmla="*/ 0 h 279216"/>
                <a:gd name="csX32" fmla="*/ 0 w 751700"/>
                <a:gd name="csY32" fmla="*/ 9519 h 279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751700" h="279216">
                  <a:moveTo>
                    <a:pt x="751700" y="278994"/>
                  </a:moveTo>
                  <a:lnTo>
                    <a:pt x="734708" y="279216"/>
                  </a:lnTo>
                  <a:lnTo>
                    <a:pt x="729075" y="272079"/>
                  </a:lnTo>
                  <a:lnTo>
                    <a:pt x="709486" y="272079"/>
                  </a:lnTo>
                  <a:lnTo>
                    <a:pt x="695414" y="261912"/>
                  </a:lnTo>
                  <a:lnTo>
                    <a:pt x="675824" y="259423"/>
                  </a:lnTo>
                  <a:lnTo>
                    <a:pt x="670846" y="241687"/>
                  </a:lnTo>
                  <a:lnTo>
                    <a:pt x="661968" y="235306"/>
                  </a:lnTo>
                  <a:lnTo>
                    <a:pt x="660457" y="209569"/>
                  </a:lnTo>
                  <a:lnTo>
                    <a:pt x="649307" y="206331"/>
                  </a:lnTo>
                  <a:lnTo>
                    <a:pt x="641083" y="187401"/>
                  </a:lnTo>
                  <a:lnTo>
                    <a:pt x="630472" y="182213"/>
                  </a:lnTo>
                  <a:lnTo>
                    <a:pt x="612832" y="146094"/>
                  </a:lnTo>
                  <a:lnTo>
                    <a:pt x="598545" y="134093"/>
                  </a:lnTo>
                  <a:lnTo>
                    <a:pt x="596487" y="121983"/>
                  </a:lnTo>
                  <a:lnTo>
                    <a:pt x="587070" y="116142"/>
                  </a:lnTo>
                  <a:lnTo>
                    <a:pt x="577977" y="123819"/>
                  </a:lnTo>
                  <a:lnTo>
                    <a:pt x="557308" y="118955"/>
                  </a:lnTo>
                  <a:lnTo>
                    <a:pt x="542481" y="125330"/>
                  </a:lnTo>
                  <a:lnTo>
                    <a:pt x="522999" y="155721"/>
                  </a:lnTo>
                  <a:lnTo>
                    <a:pt x="470935" y="128683"/>
                  </a:lnTo>
                  <a:lnTo>
                    <a:pt x="468014" y="108033"/>
                  </a:lnTo>
                  <a:lnTo>
                    <a:pt x="455346" y="86405"/>
                  </a:lnTo>
                  <a:lnTo>
                    <a:pt x="440950" y="80131"/>
                  </a:lnTo>
                  <a:lnTo>
                    <a:pt x="422662" y="59912"/>
                  </a:lnTo>
                  <a:lnTo>
                    <a:pt x="409562" y="56236"/>
                  </a:lnTo>
                  <a:lnTo>
                    <a:pt x="398094" y="44012"/>
                  </a:lnTo>
                  <a:lnTo>
                    <a:pt x="327844" y="44012"/>
                  </a:lnTo>
                  <a:lnTo>
                    <a:pt x="327736" y="62395"/>
                  </a:lnTo>
                  <a:lnTo>
                    <a:pt x="224263" y="61963"/>
                  </a:lnTo>
                  <a:lnTo>
                    <a:pt x="86157" y="8763"/>
                  </a:lnTo>
                  <a:lnTo>
                    <a:pt x="87890" y="0"/>
                  </a:lnTo>
                  <a:lnTo>
                    <a:pt x="0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309017D-ECA8-23E6-4753-3979316B771E}"/>
                </a:ext>
              </a:extLst>
            </p:cNvPr>
            <p:cNvSpPr/>
            <p:nvPr/>
          </p:nvSpPr>
          <p:spPr>
            <a:xfrm>
              <a:off x="2173744" y="3800760"/>
              <a:ext cx="144278" cy="150095"/>
            </a:xfrm>
            <a:custGeom>
              <a:avLst/>
              <a:gdLst>
                <a:gd name="csX0" fmla="*/ 0 w 144278"/>
                <a:gd name="csY0" fmla="*/ 150095 h 150095"/>
                <a:gd name="csX1" fmla="*/ 5194 w 144278"/>
                <a:gd name="csY1" fmla="*/ 144151 h 150095"/>
                <a:gd name="csX2" fmla="*/ 8877 w 144278"/>
                <a:gd name="csY2" fmla="*/ 130092 h 150095"/>
                <a:gd name="csX3" fmla="*/ 2705 w 144278"/>
                <a:gd name="csY3" fmla="*/ 121869 h 150095"/>
                <a:gd name="csX4" fmla="*/ 21755 w 144278"/>
                <a:gd name="csY4" fmla="*/ 93758 h 150095"/>
                <a:gd name="csX5" fmla="*/ 71761 w 144278"/>
                <a:gd name="csY5" fmla="*/ 94082 h 150095"/>
                <a:gd name="csX6" fmla="*/ 71330 w 144278"/>
                <a:gd name="csY6" fmla="*/ 78511 h 150095"/>
                <a:gd name="csX7" fmla="*/ 62020 w 144278"/>
                <a:gd name="csY7" fmla="*/ 73965 h 150095"/>
                <a:gd name="csX8" fmla="*/ 60611 w 144278"/>
                <a:gd name="csY8" fmla="*/ 65532 h 150095"/>
                <a:gd name="csX9" fmla="*/ 44056 w 144278"/>
                <a:gd name="csY9" fmla="*/ 57639 h 150095"/>
                <a:gd name="csX10" fmla="*/ 33661 w 144278"/>
                <a:gd name="csY10" fmla="*/ 38608 h 150095"/>
                <a:gd name="csX11" fmla="*/ 49143 w 144278"/>
                <a:gd name="csY11" fmla="*/ 38608 h 150095"/>
                <a:gd name="csX12" fmla="*/ 49143 w 144278"/>
                <a:gd name="csY12" fmla="*/ 23902 h 150095"/>
                <a:gd name="csX13" fmla="*/ 110509 w 144278"/>
                <a:gd name="csY13" fmla="*/ 23902 h 150095"/>
                <a:gd name="csX14" fmla="*/ 110509 w 144278"/>
                <a:gd name="csY14" fmla="*/ 17952 h 150095"/>
                <a:gd name="csX15" fmla="*/ 124365 w 144278"/>
                <a:gd name="csY15" fmla="*/ 15030 h 150095"/>
                <a:gd name="csX16" fmla="*/ 130315 w 144278"/>
                <a:gd name="csY16" fmla="*/ 20765 h 150095"/>
                <a:gd name="csX17" fmla="*/ 144278 w 144278"/>
                <a:gd name="csY17" fmla="*/ 0 h 150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44278" h="150095">
                  <a:moveTo>
                    <a:pt x="0" y="150095"/>
                  </a:moveTo>
                  <a:lnTo>
                    <a:pt x="5194" y="144151"/>
                  </a:lnTo>
                  <a:lnTo>
                    <a:pt x="8877" y="130092"/>
                  </a:lnTo>
                  <a:lnTo>
                    <a:pt x="2705" y="121869"/>
                  </a:lnTo>
                  <a:lnTo>
                    <a:pt x="21755" y="93758"/>
                  </a:lnTo>
                  <a:lnTo>
                    <a:pt x="71761" y="94082"/>
                  </a:lnTo>
                  <a:lnTo>
                    <a:pt x="71330" y="78511"/>
                  </a:lnTo>
                  <a:lnTo>
                    <a:pt x="62020" y="73965"/>
                  </a:lnTo>
                  <a:lnTo>
                    <a:pt x="60611" y="65532"/>
                  </a:lnTo>
                  <a:lnTo>
                    <a:pt x="44056" y="57639"/>
                  </a:lnTo>
                  <a:lnTo>
                    <a:pt x="33661" y="38608"/>
                  </a:lnTo>
                  <a:lnTo>
                    <a:pt x="49143" y="38608"/>
                  </a:lnTo>
                  <a:lnTo>
                    <a:pt x="49143" y="23902"/>
                  </a:lnTo>
                  <a:lnTo>
                    <a:pt x="110509" y="23902"/>
                  </a:lnTo>
                  <a:lnTo>
                    <a:pt x="110509" y="17952"/>
                  </a:lnTo>
                  <a:lnTo>
                    <a:pt x="124365" y="15030"/>
                  </a:lnTo>
                  <a:lnTo>
                    <a:pt x="130315" y="20765"/>
                  </a:lnTo>
                  <a:lnTo>
                    <a:pt x="144278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E6AF82AB-38A7-DECE-623E-B62A4CD8E081}"/>
                </a:ext>
              </a:extLst>
            </p:cNvPr>
            <p:cNvSpPr/>
            <p:nvPr/>
          </p:nvSpPr>
          <p:spPr>
            <a:xfrm>
              <a:off x="2281878" y="3824662"/>
              <a:ext cx="15474" cy="73316"/>
            </a:xfrm>
            <a:custGeom>
              <a:avLst/>
              <a:gdLst>
                <a:gd name="csX0" fmla="*/ 2381 w 15474"/>
                <a:gd name="csY0" fmla="*/ 0 h 73316"/>
                <a:gd name="csX1" fmla="*/ 0 w 15474"/>
                <a:gd name="csY1" fmla="*/ 73317 h 73316"/>
                <a:gd name="csX2" fmla="*/ 15475 w 15474"/>
                <a:gd name="csY2" fmla="*/ 72123 h 73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5474" h="73316">
                  <a:moveTo>
                    <a:pt x="2381" y="0"/>
                  </a:moveTo>
                  <a:lnTo>
                    <a:pt x="0" y="73317"/>
                  </a:lnTo>
                  <a:lnTo>
                    <a:pt x="15475" y="721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08D7B7DC-78F3-E91A-573D-767722E3AB79}"/>
                </a:ext>
              </a:extLst>
            </p:cNvPr>
            <p:cNvSpPr/>
            <p:nvPr/>
          </p:nvSpPr>
          <p:spPr>
            <a:xfrm>
              <a:off x="2282196" y="3904900"/>
              <a:ext cx="46545" cy="51796"/>
            </a:xfrm>
            <a:custGeom>
              <a:avLst/>
              <a:gdLst>
                <a:gd name="csX0" fmla="*/ 46545 w 46545"/>
                <a:gd name="csY0" fmla="*/ 0 h 51796"/>
                <a:gd name="csX1" fmla="*/ 6496 w 46545"/>
                <a:gd name="csY1" fmla="*/ 27464 h 51796"/>
                <a:gd name="csX2" fmla="*/ 0 w 46545"/>
                <a:gd name="csY2" fmla="*/ 51797 h 51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45" h="51796">
                  <a:moveTo>
                    <a:pt x="46545" y="0"/>
                  </a:moveTo>
                  <a:lnTo>
                    <a:pt x="6496" y="27464"/>
                  </a:lnTo>
                  <a:lnTo>
                    <a:pt x="0" y="517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C1EDF9C-3F77-F6C8-B045-4830BDBBB885}"/>
                </a:ext>
              </a:extLst>
            </p:cNvPr>
            <p:cNvSpPr/>
            <p:nvPr/>
          </p:nvSpPr>
          <p:spPr>
            <a:xfrm>
              <a:off x="2360453" y="3932148"/>
              <a:ext cx="154774" cy="76561"/>
            </a:xfrm>
            <a:custGeom>
              <a:avLst/>
              <a:gdLst>
                <a:gd name="csX0" fmla="*/ 154775 w 154774"/>
                <a:gd name="csY0" fmla="*/ 0 h 76561"/>
                <a:gd name="csX1" fmla="*/ 141789 w 154774"/>
                <a:gd name="csY1" fmla="*/ 648 h 76561"/>
                <a:gd name="csX2" fmla="*/ 133559 w 154774"/>
                <a:gd name="csY2" fmla="*/ 8217 h 76561"/>
                <a:gd name="csX3" fmla="*/ 104553 w 154774"/>
                <a:gd name="csY3" fmla="*/ 14059 h 76561"/>
                <a:gd name="csX4" fmla="*/ 92539 w 154774"/>
                <a:gd name="csY4" fmla="*/ 4001 h 76561"/>
                <a:gd name="csX5" fmla="*/ 84099 w 154774"/>
                <a:gd name="csY5" fmla="*/ 11138 h 76561"/>
                <a:gd name="csX6" fmla="*/ 82582 w 154774"/>
                <a:gd name="csY6" fmla="*/ 23247 h 76561"/>
                <a:gd name="csX7" fmla="*/ 58661 w 154774"/>
                <a:gd name="csY7" fmla="*/ 43580 h 76561"/>
                <a:gd name="csX8" fmla="*/ 46539 w 154774"/>
                <a:gd name="csY8" fmla="*/ 35579 h 76561"/>
                <a:gd name="csX9" fmla="*/ 35496 w 154774"/>
                <a:gd name="csY9" fmla="*/ 47580 h 76561"/>
                <a:gd name="csX10" fmla="*/ 20561 w 154774"/>
                <a:gd name="csY10" fmla="*/ 48876 h 76561"/>
                <a:gd name="csX11" fmla="*/ 22835 w 154774"/>
                <a:gd name="csY11" fmla="*/ 64560 h 76561"/>
                <a:gd name="csX12" fmla="*/ 13094 w 154774"/>
                <a:gd name="csY12" fmla="*/ 76562 h 76561"/>
                <a:gd name="csX13" fmla="*/ 0 w 154774"/>
                <a:gd name="csY13" fmla="*/ 75806 h 7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4774" h="76561">
                  <a:moveTo>
                    <a:pt x="154775" y="0"/>
                  </a:moveTo>
                  <a:lnTo>
                    <a:pt x="141789" y="648"/>
                  </a:lnTo>
                  <a:lnTo>
                    <a:pt x="133559" y="8217"/>
                  </a:lnTo>
                  <a:lnTo>
                    <a:pt x="104553" y="14059"/>
                  </a:lnTo>
                  <a:lnTo>
                    <a:pt x="92539" y="4001"/>
                  </a:lnTo>
                  <a:lnTo>
                    <a:pt x="84099" y="11138"/>
                  </a:lnTo>
                  <a:lnTo>
                    <a:pt x="82582" y="23247"/>
                  </a:lnTo>
                  <a:lnTo>
                    <a:pt x="58661" y="43580"/>
                  </a:lnTo>
                  <a:lnTo>
                    <a:pt x="46539" y="35579"/>
                  </a:lnTo>
                  <a:lnTo>
                    <a:pt x="35496" y="47580"/>
                  </a:lnTo>
                  <a:lnTo>
                    <a:pt x="20561" y="48876"/>
                  </a:lnTo>
                  <a:lnTo>
                    <a:pt x="22835" y="64560"/>
                  </a:lnTo>
                  <a:lnTo>
                    <a:pt x="13094" y="76562"/>
                  </a:lnTo>
                  <a:lnTo>
                    <a:pt x="0" y="758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26AAB3D0-D8C2-010A-5FD9-76B426424B2A}"/>
                </a:ext>
              </a:extLst>
            </p:cNvPr>
            <p:cNvSpPr/>
            <p:nvPr/>
          </p:nvSpPr>
          <p:spPr>
            <a:xfrm>
              <a:off x="2256656" y="3955395"/>
              <a:ext cx="88538" cy="42285"/>
            </a:xfrm>
            <a:custGeom>
              <a:avLst/>
              <a:gdLst>
                <a:gd name="csX0" fmla="*/ 324 w 88538"/>
                <a:gd name="csY0" fmla="*/ 28766 h 42285"/>
                <a:gd name="csX1" fmla="*/ 0 w 88538"/>
                <a:gd name="csY1" fmla="*/ 17736 h 42285"/>
                <a:gd name="csX2" fmla="*/ 14827 w 88538"/>
                <a:gd name="csY2" fmla="*/ 10382 h 42285"/>
                <a:gd name="csX3" fmla="*/ 18510 w 88538"/>
                <a:gd name="csY3" fmla="*/ 0 h 42285"/>
                <a:gd name="csX4" fmla="*/ 37230 w 88538"/>
                <a:gd name="csY4" fmla="*/ 3245 h 42285"/>
                <a:gd name="csX5" fmla="*/ 56712 w 88538"/>
                <a:gd name="csY5" fmla="*/ 23146 h 42285"/>
                <a:gd name="csX6" fmla="*/ 66675 w 88538"/>
                <a:gd name="csY6" fmla="*/ 23146 h 42285"/>
                <a:gd name="csX7" fmla="*/ 70891 w 88538"/>
                <a:gd name="csY7" fmla="*/ 15037 h 42285"/>
                <a:gd name="csX8" fmla="*/ 88538 w 88538"/>
                <a:gd name="csY8" fmla="*/ 20873 h 42285"/>
                <a:gd name="csX9" fmla="*/ 83776 w 88538"/>
                <a:gd name="csY9" fmla="*/ 42285 h 42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8538" h="42285">
                  <a:moveTo>
                    <a:pt x="324" y="28766"/>
                  </a:moveTo>
                  <a:lnTo>
                    <a:pt x="0" y="17736"/>
                  </a:lnTo>
                  <a:lnTo>
                    <a:pt x="14827" y="10382"/>
                  </a:lnTo>
                  <a:lnTo>
                    <a:pt x="18510" y="0"/>
                  </a:lnTo>
                  <a:lnTo>
                    <a:pt x="37230" y="3245"/>
                  </a:lnTo>
                  <a:lnTo>
                    <a:pt x="56712" y="23146"/>
                  </a:lnTo>
                  <a:lnTo>
                    <a:pt x="66675" y="23146"/>
                  </a:lnTo>
                  <a:lnTo>
                    <a:pt x="70891" y="15037"/>
                  </a:lnTo>
                  <a:lnTo>
                    <a:pt x="88538" y="20873"/>
                  </a:lnTo>
                  <a:lnTo>
                    <a:pt x="83776" y="42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2FFD538F-F107-5CFF-9FF2-CFFB18486950}"/>
                </a:ext>
              </a:extLst>
            </p:cNvPr>
            <p:cNvSpPr/>
            <p:nvPr/>
          </p:nvSpPr>
          <p:spPr>
            <a:xfrm>
              <a:off x="2418251" y="4079646"/>
              <a:ext cx="79444" cy="15468"/>
            </a:xfrm>
            <a:custGeom>
              <a:avLst/>
              <a:gdLst>
                <a:gd name="csX0" fmla="*/ 0 w 79444"/>
                <a:gd name="csY0" fmla="*/ 3137 h 15468"/>
                <a:gd name="csX1" fmla="*/ 6712 w 79444"/>
                <a:gd name="csY1" fmla="*/ 0 h 15468"/>
                <a:gd name="csX2" fmla="*/ 31172 w 79444"/>
                <a:gd name="csY2" fmla="*/ 9087 h 15468"/>
                <a:gd name="csX3" fmla="*/ 41783 w 79444"/>
                <a:gd name="csY3" fmla="*/ 2381 h 15468"/>
                <a:gd name="csX4" fmla="*/ 69596 w 79444"/>
                <a:gd name="csY4" fmla="*/ 15469 h 15468"/>
                <a:gd name="csX5" fmla="*/ 79445 w 79444"/>
                <a:gd name="csY5" fmla="*/ 8223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444" h="15468">
                  <a:moveTo>
                    <a:pt x="0" y="3137"/>
                  </a:moveTo>
                  <a:lnTo>
                    <a:pt x="6712" y="0"/>
                  </a:lnTo>
                  <a:lnTo>
                    <a:pt x="31172" y="9087"/>
                  </a:lnTo>
                  <a:lnTo>
                    <a:pt x="41783" y="2381"/>
                  </a:lnTo>
                  <a:lnTo>
                    <a:pt x="69596" y="15469"/>
                  </a:lnTo>
                  <a:lnTo>
                    <a:pt x="79445" y="82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7A4A956F-4514-AB4B-AB7F-0772A0ECB0D9}"/>
                </a:ext>
              </a:extLst>
            </p:cNvPr>
            <p:cNvSpPr/>
            <p:nvPr/>
          </p:nvSpPr>
          <p:spPr>
            <a:xfrm>
              <a:off x="2524975" y="4138580"/>
              <a:ext cx="14071" cy="44881"/>
            </a:xfrm>
            <a:custGeom>
              <a:avLst/>
              <a:gdLst>
                <a:gd name="csX0" fmla="*/ 14072 w 14071"/>
                <a:gd name="csY0" fmla="*/ 0 h 44881"/>
                <a:gd name="csX1" fmla="*/ 8871 w 14071"/>
                <a:gd name="csY1" fmla="*/ 5626 h 44881"/>
                <a:gd name="csX2" fmla="*/ 108 w 14071"/>
                <a:gd name="csY2" fmla="*/ 4871 h 44881"/>
                <a:gd name="csX3" fmla="*/ 0 w 14071"/>
                <a:gd name="csY3" fmla="*/ 22822 h 44881"/>
                <a:gd name="csX4" fmla="*/ 8007 w 14071"/>
                <a:gd name="csY4" fmla="*/ 28442 h 44881"/>
                <a:gd name="csX5" fmla="*/ 3245 w 14071"/>
                <a:gd name="csY5" fmla="*/ 44882 h 44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071" h="44881">
                  <a:moveTo>
                    <a:pt x="14072" y="0"/>
                  </a:moveTo>
                  <a:lnTo>
                    <a:pt x="8871" y="5626"/>
                  </a:lnTo>
                  <a:lnTo>
                    <a:pt x="108" y="4871"/>
                  </a:lnTo>
                  <a:lnTo>
                    <a:pt x="0" y="22822"/>
                  </a:lnTo>
                  <a:lnTo>
                    <a:pt x="8007" y="28442"/>
                  </a:lnTo>
                  <a:lnTo>
                    <a:pt x="3245" y="448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D5A1B8CE-34A1-456F-6715-9DEA193E2FBA}"/>
                </a:ext>
              </a:extLst>
            </p:cNvPr>
            <p:cNvSpPr/>
            <p:nvPr/>
          </p:nvSpPr>
          <p:spPr>
            <a:xfrm>
              <a:off x="2939624" y="3745395"/>
              <a:ext cx="9525" cy="68021"/>
            </a:xfrm>
            <a:custGeom>
              <a:avLst/>
              <a:gdLst>
                <a:gd name="csX0" fmla="*/ 971 w 9525"/>
                <a:gd name="csY0" fmla="*/ 0 h 68021"/>
                <a:gd name="csX1" fmla="*/ 5842 w 9525"/>
                <a:gd name="csY1" fmla="*/ 31471 h 68021"/>
                <a:gd name="csX2" fmla="*/ 0 w 9525"/>
                <a:gd name="csY2" fmla="*/ 43256 h 68021"/>
                <a:gd name="csX3" fmla="*/ 9525 w 9525"/>
                <a:gd name="csY3" fmla="*/ 49308 h 68021"/>
                <a:gd name="csX4" fmla="*/ 2705 w 9525"/>
                <a:gd name="csY4" fmla="*/ 68021 h 6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5" h="68021">
                  <a:moveTo>
                    <a:pt x="971" y="0"/>
                  </a:moveTo>
                  <a:lnTo>
                    <a:pt x="5842" y="31471"/>
                  </a:lnTo>
                  <a:lnTo>
                    <a:pt x="0" y="43256"/>
                  </a:lnTo>
                  <a:lnTo>
                    <a:pt x="9525" y="49308"/>
                  </a:lnTo>
                  <a:lnTo>
                    <a:pt x="2705" y="680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317F21F8-4C20-F5E6-C5B5-28896829AAA8}"/>
                </a:ext>
              </a:extLst>
            </p:cNvPr>
            <p:cNvSpPr/>
            <p:nvPr/>
          </p:nvSpPr>
          <p:spPr>
            <a:xfrm>
              <a:off x="2710599" y="4173296"/>
              <a:ext cx="26193" cy="49631"/>
            </a:xfrm>
            <a:custGeom>
              <a:avLst/>
              <a:gdLst>
                <a:gd name="csX0" fmla="*/ 23920 w 26193"/>
                <a:gd name="csY0" fmla="*/ 0 h 49631"/>
                <a:gd name="csX1" fmla="*/ 16129 w 26193"/>
                <a:gd name="csY1" fmla="*/ 8325 h 49631"/>
                <a:gd name="csX2" fmla="*/ 26194 w 26193"/>
                <a:gd name="csY2" fmla="*/ 24549 h 49631"/>
                <a:gd name="csX3" fmla="*/ 15589 w 26193"/>
                <a:gd name="csY3" fmla="*/ 39472 h 49631"/>
                <a:gd name="csX4" fmla="*/ 7899 w 26193"/>
                <a:gd name="csY4" fmla="*/ 33954 h 49631"/>
                <a:gd name="csX5" fmla="*/ 0 w 26193"/>
                <a:gd name="csY5" fmla="*/ 49632 h 49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193" h="49631">
                  <a:moveTo>
                    <a:pt x="23920" y="0"/>
                  </a:moveTo>
                  <a:lnTo>
                    <a:pt x="16129" y="8325"/>
                  </a:lnTo>
                  <a:lnTo>
                    <a:pt x="26194" y="24549"/>
                  </a:lnTo>
                  <a:lnTo>
                    <a:pt x="15589" y="39472"/>
                  </a:lnTo>
                  <a:lnTo>
                    <a:pt x="7899" y="33954"/>
                  </a:lnTo>
                  <a:lnTo>
                    <a:pt x="0" y="496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013FB2BB-109E-E326-807C-2C3C129DB6F5}"/>
                </a:ext>
              </a:extLst>
            </p:cNvPr>
            <p:cNvSpPr/>
            <p:nvPr/>
          </p:nvSpPr>
          <p:spPr>
            <a:xfrm>
              <a:off x="2512529" y="2787402"/>
              <a:ext cx="27812" cy="44450"/>
            </a:xfrm>
            <a:custGeom>
              <a:avLst/>
              <a:gdLst>
                <a:gd name="csX0" fmla="*/ 27813 w 27812"/>
                <a:gd name="csY0" fmla="*/ 0 h 44450"/>
                <a:gd name="csX1" fmla="*/ 0 w 27812"/>
                <a:gd name="csY1" fmla="*/ 44450 h 4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812" h="44450">
                  <a:moveTo>
                    <a:pt x="27813" y="0"/>
                  </a:moveTo>
                  <a:lnTo>
                    <a:pt x="0" y="44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3214F3DF-E1F5-1F44-A71D-C79E457B3078}"/>
                </a:ext>
              </a:extLst>
            </p:cNvPr>
            <p:cNvSpPr/>
            <p:nvPr/>
          </p:nvSpPr>
          <p:spPr>
            <a:xfrm>
              <a:off x="5300795" y="2826981"/>
              <a:ext cx="99466" cy="215626"/>
            </a:xfrm>
            <a:custGeom>
              <a:avLst/>
              <a:gdLst>
                <a:gd name="csX0" fmla="*/ 0 w 99466"/>
                <a:gd name="csY0" fmla="*/ 12332 h 215626"/>
                <a:gd name="csX1" fmla="*/ 25972 w 99466"/>
                <a:gd name="csY1" fmla="*/ 0 h 215626"/>
                <a:gd name="csX2" fmla="*/ 31166 w 99466"/>
                <a:gd name="csY2" fmla="*/ 16332 h 215626"/>
                <a:gd name="csX3" fmla="*/ 83877 w 99466"/>
                <a:gd name="csY3" fmla="*/ 7353 h 215626"/>
                <a:gd name="csX4" fmla="*/ 99466 w 99466"/>
                <a:gd name="csY4" fmla="*/ 27362 h 215626"/>
                <a:gd name="csX5" fmla="*/ 74244 w 99466"/>
                <a:gd name="csY5" fmla="*/ 51581 h 215626"/>
                <a:gd name="csX6" fmla="*/ 70567 w 99466"/>
                <a:gd name="csY6" fmla="*/ 108356 h 215626"/>
                <a:gd name="csX7" fmla="*/ 50432 w 99466"/>
                <a:gd name="csY7" fmla="*/ 111277 h 215626"/>
                <a:gd name="csX8" fmla="*/ 68294 w 99466"/>
                <a:gd name="csY8" fmla="*/ 137878 h 215626"/>
                <a:gd name="csX9" fmla="*/ 56388 w 99466"/>
                <a:gd name="csY9" fmla="*/ 161449 h 215626"/>
                <a:gd name="csX10" fmla="*/ 71215 w 99466"/>
                <a:gd name="csY10" fmla="*/ 174752 h 215626"/>
                <a:gd name="csX11" fmla="*/ 66777 w 99466"/>
                <a:gd name="csY11" fmla="*/ 184271 h 215626"/>
                <a:gd name="csX12" fmla="*/ 52705 w 99466"/>
                <a:gd name="csY12" fmla="*/ 193567 h 215626"/>
                <a:gd name="csX13" fmla="*/ 53575 w 99466"/>
                <a:gd name="csY13" fmla="*/ 215627 h 21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9466" h="215626">
                  <a:moveTo>
                    <a:pt x="0" y="12332"/>
                  </a:moveTo>
                  <a:lnTo>
                    <a:pt x="25972" y="0"/>
                  </a:lnTo>
                  <a:lnTo>
                    <a:pt x="31166" y="16332"/>
                  </a:lnTo>
                  <a:lnTo>
                    <a:pt x="83877" y="7353"/>
                  </a:lnTo>
                  <a:lnTo>
                    <a:pt x="99466" y="27362"/>
                  </a:lnTo>
                  <a:lnTo>
                    <a:pt x="74244" y="51581"/>
                  </a:lnTo>
                  <a:lnTo>
                    <a:pt x="70567" y="108356"/>
                  </a:lnTo>
                  <a:lnTo>
                    <a:pt x="50432" y="111277"/>
                  </a:lnTo>
                  <a:lnTo>
                    <a:pt x="68294" y="137878"/>
                  </a:lnTo>
                  <a:lnTo>
                    <a:pt x="56388" y="161449"/>
                  </a:lnTo>
                  <a:lnTo>
                    <a:pt x="71215" y="174752"/>
                  </a:lnTo>
                  <a:lnTo>
                    <a:pt x="66777" y="184271"/>
                  </a:lnTo>
                  <a:lnTo>
                    <a:pt x="52705" y="193567"/>
                  </a:lnTo>
                  <a:lnTo>
                    <a:pt x="53575" y="21562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58E4596F-4784-97B5-FAB6-CC11ED223C12}"/>
                </a:ext>
              </a:extLst>
            </p:cNvPr>
            <p:cNvSpPr/>
            <p:nvPr/>
          </p:nvSpPr>
          <p:spPr>
            <a:xfrm>
              <a:off x="5566403" y="2770212"/>
              <a:ext cx="182486" cy="47904"/>
            </a:xfrm>
            <a:custGeom>
              <a:avLst/>
              <a:gdLst>
                <a:gd name="csX0" fmla="*/ 0 w 182486"/>
                <a:gd name="csY0" fmla="*/ 0 h 47904"/>
                <a:gd name="csX1" fmla="*/ 15907 w 182486"/>
                <a:gd name="csY1" fmla="*/ 16002 h 47904"/>
                <a:gd name="csX2" fmla="*/ 32683 w 182486"/>
                <a:gd name="csY2" fmla="*/ 14167 h 47904"/>
                <a:gd name="csX3" fmla="*/ 45891 w 182486"/>
                <a:gd name="csY3" fmla="*/ 28226 h 47904"/>
                <a:gd name="csX4" fmla="*/ 63316 w 182486"/>
                <a:gd name="csY4" fmla="*/ 23247 h 47904"/>
                <a:gd name="csX5" fmla="*/ 87776 w 182486"/>
                <a:gd name="csY5" fmla="*/ 32442 h 47904"/>
                <a:gd name="csX6" fmla="*/ 95567 w 182486"/>
                <a:gd name="csY6" fmla="*/ 24981 h 47904"/>
                <a:gd name="csX7" fmla="*/ 117869 w 182486"/>
                <a:gd name="csY7" fmla="*/ 31032 h 47904"/>
                <a:gd name="csX8" fmla="*/ 139948 w 182486"/>
                <a:gd name="csY8" fmla="*/ 29413 h 47904"/>
                <a:gd name="csX9" fmla="*/ 143085 w 182486"/>
                <a:gd name="csY9" fmla="*/ 45199 h 47904"/>
                <a:gd name="csX10" fmla="*/ 162998 w 182486"/>
                <a:gd name="csY10" fmla="*/ 47904 h 47904"/>
                <a:gd name="csX11" fmla="*/ 182486 w 182486"/>
                <a:gd name="csY11" fmla="*/ 37738 h 47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2486" h="47904">
                  <a:moveTo>
                    <a:pt x="0" y="0"/>
                  </a:moveTo>
                  <a:lnTo>
                    <a:pt x="15907" y="16002"/>
                  </a:lnTo>
                  <a:lnTo>
                    <a:pt x="32683" y="14167"/>
                  </a:lnTo>
                  <a:lnTo>
                    <a:pt x="45891" y="28226"/>
                  </a:lnTo>
                  <a:lnTo>
                    <a:pt x="63316" y="23247"/>
                  </a:lnTo>
                  <a:lnTo>
                    <a:pt x="87776" y="32442"/>
                  </a:lnTo>
                  <a:lnTo>
                    <a:pt x="95567" y="24981"/>
                  </a:lnTo>
                  <a:lnTo>
                    <a:pt x="117869" y="31032"/>
                  </a:lnTo>
                  <a:lnTo>
                    <a:pt x="139948" y="29413"/>
                  </a:lnTo>
                  <a:lnTo>
                    <a:pt x="143085" y="45199"/>
                  </a:lnTo>
                  <a:lnTo>
                    <a:pt x="162998" y="47904"/>
                  </a:lnTo>
                  <a:lnTo>
                    <a:pt x="18248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2097F963-B9B2-E770-67DF-7E0A04E175DF}"/>
                </a:ext>
              </a:extLst>
            </p:cNvPr>
            <p:cNvSpPr/>
            <p:nvPr/>
          </p:nvSpPr>
          <p:spPr>
            <a:xfrm>
              <a:off x="5321141" y="2201081"/>
              <a:ext cx="89833" cy="19792"/>
            </a:xfrm>
            <a:custGeom>
              <a:avLst/>
              <a:gdLst>
                <a:gd name="csX0" fmla="*/ 0 w 89833"/>
                <a:gd name="csY0" fmla="*/ 0 h 19792"/>
                <a:gd name="csX1" fmla="*/ 17640 w 89833"/>
                <a:gd name="csY1" fmla="*/ 15684 h 19792"/>
                <a:gd name="csX2" fmla="*/ 37554 w 89833"/>
                <a:gd name="csY2" fmla="*/ 18383 h 19792"/>
                <a:gd name="csX3" fmla="*/ 42101 w 89833"/>
                <a:gd name="csY3" fmla="*/ 7569 h 19792"/>
                <a:gd name="csX4" fmla="*/ 55309 w 89833"/>
                <a:gd name="csY4" fmla="*/ 3029 h 19792"/>
                <a:gd name="csX5" fmla="*/ 65913 w 89833"/>
                <a:gd name="csY5" fmla="*/ 18491 h 19792"/>
                <a:gd name="csX6" fmla="*/ 89834 w 89833"/>
                <a:gd name="csY6" fmla="*/ 19793 h 19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9833" h="19792">
                  <a:moveTo>
                    <a:pt x="0" y="0"/>
                  </a:moveTo>
                  <a:lnTo>
                    <a:pt x="17640" y="15684"/>
                  </a:lnTo>
                  <a:lnTo>
                    <a:pt x="37554" y="18383"/>
                  </a:lnTo>
                  <a:lnTo>
                    <a:pt x="42101" y="7569"/>
                  </a:lnTo>
                  <a:lnTo>
                    <a:pt x="55309" y="3029"/>
                  </a:lnTo>
                  <a:lnTo>
                    <a:pt x="65913" y="18491"/>
                  </a:lnTo>
                  <a:lnTo>
                    <a:pt x="89834" y="1979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EE531BB8-E1E0-9E76-2691-EF1D76D879AD}"/>
                </a:ext>
              </a:extLst>
            </p:cNvPr>
            <p:cNvSpPr/>
            <p:nvPr/>
          </p:nvSpPr>
          <p:spPr>
            <a:xfrm>
              <a:off x="5684272" y="2801245"/>
              <a:ext cx="25222" cy="16979"/>
            </a:xfrm>
            <a:custGeom>
              <a:avLst/>
              <a:gdLst>
                <a:gd name="csX0" fmla="*/ 0 w 25222"/>
                <a:gd name="csY0" fmla="*/ 0 h 16979"/>
                <a:gd name="csX1" fmla="*/ 3467 w 25222"/>
                <a:gd name="csY1" fmla="*/ 16980 h 16979"/>
                <a:gd name="csX2" fmla="*/ 25222 w 25222"/>
                <a:gd name="csY2" fmla="*/ 14167 h 1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5222" h="16979">
                  <a:moveTo>
                    <a:pt x="0" y="0"/>
                  </a:moveTo>
                  <a:lnTo>
                    <a:pt x="3467" y="16980"/>
                  </a:lnTo>
                  <a:lnTo>
                    <a:pt x="25222" y="1416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92873C10-EE9D-029A-C0D6-6EAA130C09A9}"/>
                </a:ext>
              </a:extLst>
            </p:cNvPr>
            <p:cNvSpPr/>
            <p:nvPr/>
          </p:nvSpPr>
          <p:spPr>
            <a:xfrm>
              <a:off x="5722804" y="2385783"/>
              <a:ext cx="217982" cy="367557"/>
            </a:xfrm>
            <a:custGeom>
              <a:avLst/>
              <a:gdLst>
                <a:gd name="csX0" fmla="*/ 0 w 217982"/>
                <a:gd name="csY0" fmla="*/ 0 h 367557"/>
                <a:gd name="csX1" fmla="*/ 9303 w 217982"/>
                <a:gd name="csY1" fmla="*/ 21736 h 367557"/>
                <a:gd name="csX2" fmla="*/ 27489 w 217982"/>
                <a:gd name="csY2" fmla="*/ 18491 h 367557"/>
                <a:gd name="csX3" fmla="*/ 43072 w 217982"/>
                <a:gd name="csY3" fmla="*/ 39903 h 367557"/>
                <a:gd name="csX4" fmla="*/ 62776 w 217982"/>
                <a:gd name="csY4" fmla="*/ 41631 h 367557"/>
                <a:gd name="csX5" fmla="*/ 74682 w 217982"/>
                <a:gd name="csY5" fmla="*/ 63043 h 367557"/>
                <a:gd name="csX6" fmla="*/ 85827 w 217982"/>
                <a:gd name="csY6" fmla="*/ 50063 h 367557"/>
                <a:gd name="csX7" fmla="*/ 98819 w 217982"/>
                <a:gd name="csY7" fmla="*/ 53416 h 367557"/>
                <a:gd name="csX8" fmla="*/ 100546 w 217982"/>
                <a:gd name="csY8" fmla="*/ 76778 h 367557"/>
                <a:gd name="csX9" fmla="*/ 147199 w 217982"/>
                <a:gd name="csY9" fmla="*/ 89319 h 367557"/>
                <a:gd name="csX10" fmla="*/ 164516 w 217982"/>
                <a:gd name="csY10" fmla="*/ 104673 h 367557"/>
                <a:gd name="csX11" fmla="*/ 217983 w 217982"/>
                <a:gd name="csY11" fmla="*/ 114408 h 367557"/>
                <a:gd name="csX12" fmla="*/ 194278 w 217982"/>
                <a:gd name="csY12" fmla="*/ 158960 h 367557"/>
                <a:gd name="csX13" fmla="*/ 192875 w 217982"/>
                <a:gd name="csY13" fmla="*/ 187833 h 367557"/>
                <a:gd name="csX14" fmla="*/ 172199 w 217982"/>
                <a:gd name="csY14" fmla="*/ 194107 h 367557"/>
                <a:gd name="csX15" fmla="*/ 138106 w 217982"/>
                <a:gd name="csY15" fmla="*/ 239198 h 367557"/>
                <a:gd name="csX16" fmla="*/ 133020 w 217982"/>
                <a:gd name="csY16" fmla="*/ 263316 h 367557"/>
                <a:gd name="csX17" fmla="*/ 163544 w 217982"/>
                <a:gd name="csY17" fmla="*/ 245688 h 367557"/>
                <a:gd name="csX18" fmla="*/ 172415 w 217982"/>
                <a:gd name="csY18" fmla="*/ 269583 h 367557"/>
                <a:gd name="csX19" fmla="*/ 165595 w 217982"/>
                <a:gd name="csY19" fmla="*/ 278886 h 367557"/>
                <a:gd name="csX20" fmla="*/ 175336 w 217982"/>
                <a:gd name="csY20" fmla="*/ 298672 h 367557"/>
                <a:gd name="csX21" fmla="*/ 160077 w 217982"/>
                <a:gd name="csY21" fmla="*/ 307975 h 367557"/>
                <a:gd name="csX22" fmla="*/ 171983 w 217982"/>
                <a:gd name="csY22" fmla="*/ 324739 h 367557"/>
                <a:gd name="csX23" fmla="*/ 168630 w 217982"/>
                <a:gd name="csY23" fmla="*/ 342900 h 367557"/>
                <a:gd name="csX24" fmla="*/ 194932 w 217982"/>
                <a:gd name="csY24" fmla="*/ 348310 h 367557"/>
                <a:gd name="csX25" fmla="*/ 187573 w 217982"/>
                <a:gd name="csY25" fmla="*/ 367557 h 367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7982" h="367557">
                  <a:moveTo>
                    <a:pt x="0" y="0"/>
                  </a:moveTo>
                  <a:lnTo>
                    <a:pt x="9303" y="21736"/>
                  </a:lnTo>
                  <a:lnTo>
                    <a:pt x="27489" y="18491"/>
                  </a:lnTo>
                  <a:lnTo>
                    <a:pt x="43072" y="39903"/>
                  </a:lnTo>
                  <a:lnTo>
                    <a:pt x="62776" y="41631"/>
                  </a:lnTo>
                  <a:lnTo>
                    <a:pt x="74682" y="63043"/>
                  </a:lnTo>
                  <a:lnTo>
                    <a:pt x="85827" y="50063"/>
                  </a:lnTo>
                  <a:lnTo>
                    <a:pt x="98819" y="53416"/>
                  </a:lnTo>
                  <a:lnTo>
                    <a:pt x="100546" y="76778"/>
                  </a:lnTo>
                  <a:lnTo>
                    <a:pt x="147199" y="89319"/>
                  </a:lnTo>
                  <a:lnTo>
                    <a:pt x="164516" y="104673"/>
                  </a:lnTo>
                  <a:lnTo>
                    <a:pt x="217983" y="114408"/>
                  </a:lnTo>
                  <a:lnTo>
                    <a:pt x="194278" y="158960"/>
                  </a:lnTo>
                  <a:lnTo>
                    <a:pt x="192875" y="187833"/>
                  </a:lnTo>
                  <a:lnTo>
                    <a:pt x="172199" y="194107"/>
                  </a:lnTo>
                  <a:lnTo>
                    <a:pt x="138106" y="239198"/>
                  </a:lnTo>
                  <a:lnTo>
                    <a:pt x="133020" y="263316"/>
                  </a:lnTo>
                  <a:lnTo>
                    <a:pt x="163544" y="245688"/>
                  </a:lnTo>
                  <a:lnTo>
                    <a:pt x="172415" y="269583"/>
                  </a:lnTo>
                  <a:lnTo>
                    <a:pt x="165595" y="278886"/>
                  </a:lnTo>
                  <a:lnTo>
                    <a:pt x="175336" y="298672"/>
                  </a:lnTo>
                  <a:lnTo>
                    <a:pt x="160077" y="307975"/>
                  </a:lnTo>
                  <a:lnTo>
                    <a:pt x="171983" y="324739"/>
                  </a:lnTo>
                  <a:lnTo>
                    <a:pt x="168630" y="342900"/>
                  </a:lnTo>
                  <a:lnTo>
                    <a:pt x="194932" y="348310"/>
                  </a:lnTo>
                  <a:lnTo>
                    <a:pt x="187573" y="36755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22D5F746-02E5-763C-7088-A86936A3D8BF}"/>
                </a:ext>
              </a:extLst>
            </p:cNvPr>
            <p:cNvSpPr/>
            <p:nvPr/>
          </p:nvSpPr>
          <p:spPr>
            <a:xfrm>
              <a:off x="5855392" y="2264778"/>
              <a:ext cx="50984" cy="210432"/>
            </a:xfrm>
            <a:custGeom>
              <a:avLst/>
              <a:gdLst>
                <a:gd name="csX0" fmla="*/ 39834 w 50984"/>
                <a:gd name="csY0" fmla="*/ 0 h 210432"/>
                <a:gd name="csX1" fmla="*/ 50984 w 50984"/>
                <a:gd name="csY1" fmla="*/ 8217 h 210432"/>
                <a:gd name="csX2" fmla="*/ 43948 w 50984"/>
                <a:gd name="csY2" fmla="*/ 36119 h 210432"/>
                <a:gd name="csX3" fmla="*/ 27927 w 50984"/>
                <a:gd name="csY3" fmla="*/ 36982 h 210432"/>
                <a:gd name="csX4" fmla="*/ 41675 w 50984"/>
                <a:gd name="csY4" fmla="*/ 55150 h 210432"/>
                <a:gd name="csX5" fmla="*/ 32150 w 50984"/>
                <a:gd name="csY5" fmla="*/ 74073 h 210432"/>
                <a:gd name="csX6" fmla="*/ 8877 w 50984"/>
                <a:gd name="csY6" fmla="*/ 71584 h 210432"/>
                <a:gd name="csX7" fmla="*/ 0 w 50984"/>
                <a:gd name="csY7" fmla="*/ 85966 h 210432"/>
                <a:gd name="csX8" fmla="*/ 20244 w 50984"/>
                <a:gd name="csY8" fmla="*/ 103378 h 210432"/>
                <a:gd name="csX9" fmla="*/ 12014 w 50984"/>
                <a:gd name="csY9" fmla="*/ 139929 h 210432"/>
                <a:gd name="csX10" fmla="*/ 23488 w 50984"/>
                <a:gd name="csY10" fmla="*/ 163068 h 210432"/>
                <a:gd name="csX11" fmla="*/ 7144 w 50984"/>
                <a:gd name="csY11" fmla="*/ 175616 h 210432"/>
                <a:gd name="csX12" fmla="*/ 25006 w 50984"/>
                <a:gd name="csY12" fmla="*/ 193021 h 210432"/>
                <a:gd name="csX13" fmla="*/ 14503 w 50984"/>
                <a:gd name="csY13" fmla="*/ 210433 h 2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0984" h="210432">
                  <a:moveTo>
                    <a:pt x="39834" y="0"/>
                  </a:moveTo>
                  <a:lnTo>
                    <a:pt x="50984" y="8217"/>
                  </a:lnTo>
                  <a:lnTo>
                    <a:pt x="43948" y="36119"/>
                  </a:lnTo>
                  <a:lnTo>
                    <a:pt x="27927" y="36982"/>
                  </a:lnTo>
                  <a:lnTo>
                    <a:pt x="41675" y="55150"/>
                  </a:lnTo>
                  <a:lnTo>
                    <a:pt x="32150" y="74073"/>
                  </a:lnTo>
                  <a:lnTo>
                    <a:pt x="8877" y="71584"/>
                  </a:lnTo>
                  <a:lnTo>
                    <a:pt x="0" y="85966"/>
                  </a:lnTo>
                  <a:lnTo>
                    <a:pt x="20244" y="103378"/>
                  </a:lnTo>
                  <a:lnTo>
                    <a:pt x="12014" y="139929"/>
                  </a:lnTo>
                  <a:lnTo>
                    <a:pt x="23488" y="163068"/>
                  </a:lnTo>
                  <a:lnTo>
                    <a:pt x="7144" y="175616"/>
                  </a:lnTo>
                  <a:lnTo>
                    <a:pt x="25006" y="193021"/>
                  </a:lnTo>
                  <a:lnTo>
                    <a:pt x="14503" y="21043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FDC22707-8145-03E7-B360-E3D2EA494918}"/>
                </a:ext>
              </a:extLst>
            </p:cNvPr>
            <p:cNvSpPr/>
            <p:nvPr/>
          </p:nvSpPr>
          <p:spPr>
            <a:xfrm>
              <a:off x="5755379" y="2366968"/>
              <a:ext cx="112026" cy="37738"/>
            </a:xfrm>
            <a:custGeom>
              <a:avLst/>
              <a:gdLst>
                <a:gd name="csX0" fmla="*/ 0 w 112026"/>
                <a:gd name="csY0" fmla="*/ 2267 h 37738"/>
                <a:gd name="csX1" fmla="*/ 25762 w 112026"/>
                <a:gd name="csY1" fmla="*/ 13405 h 37738"/>
                <a:gd name="csX2" fmla="*/ 58884 w 112026"/>
                <a:gd name="csY2" fmla="*/ 0 h 37738"/>
                <a:gd name="csX3" fmla="*/ 91567 w 112026"/>
                <a:gd name="csY3" fmla="*/ 15462 h 37738"/>
                <a:gd name="csX4" fmla="*/ 88970 w 112026"/>
                <a:gd name="csY4" fmla="*/ 35681 h 37738"/>
                <a:gd name="csX5" fmla="*/ 112026 w 112026"/>
                <a:gd name="csY5" fmla="*/ 37738 h 37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026" h="37738">
                  <a:moveTo>
                    <a:pt x="0" y="2267"/>
                  </a:moveTo>
                  <a:lnTo>
                    <a:pt x="25762" y="13405"/>
                  </a:lnTo>
                  <a:lnTo>
                    <a:pt x="58884" y="0"/>
                  </a:lnTo>
                  <a:lnTo>
                    <a:pt x="91567" y="15462"/>
                  </a:lnTo>
                  <a:lnTo>
                    <a:pt x="88970" y="35681"/>
                  </a:lnTo>
                  <a:lnTo>
                    <a:pt x="11202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D60CFB08-6D8B-7D76-085B-F5DE10C97D6A}"/>
                </a:ext>
              </a:extLst>
            </p:cNvPr>
            <p:cNvSpPr/>
            <p:nvPr/>
          </p:nvSpPr>
          <p:spPr>
            <a:xfrm>
              <a:off x="5846730" y="2435307"/>
              <a:ext cx="15805" cy="34607"/>
            </a:xfrm>
            <a:custGeom>
              <a:avLst/>
              <a:gdLst>
                <a:gd name="csX0" fmla="*/ 4763 w 15805"/>
                <a:gd name="csY0" fmla="*/ 34608 h 34607"/>
                <a:gd name="csX1" fmla="*/ 0 w 15805"/>
                <a:gd name="csY1" fmla="*/ 16872 h 34607"/>
                <a:gd name="csX2" fmla="*/ 10827 w 15805"/>
                <a:gd name="csY2" fmla="*/ 0 h 34607"/>
                <a:gd name="csX3" fmla="*/ 15805 w 15805"/>
                <a:gd name="csY3" fmla="*/ 5086 h 34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805" h="34607">
                  <a:moveTo>
                    <a:pt x="4763" y="34608"/>
                  </a:moveTo>
                  <a:lnTo>
                    <a:pt x="0" y="16872"/>
                  </a:lnTo>
                  <a:lnTo>
                    <a:pt x="10827" y="0"/>
                  </a:lnTo>
                  <a:lnTo>
                    <a:pt x="15805" y="50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C525F4FF-A6FE-0EAB-1B5E-2C7960B0A275}"/>
                </a:ext>
              </a:extLst>
            </p:cNvPr>
            <p:cNvSpPr/>
            <p:nvPr/>
          </p:nvSpPr>
          <p:spPr>
            <a:xfrm>
              <a:off x="5991339" y="2244661"/>
              <a:ext cx="202615" cy="417626"/>
            </a:xfrm>
            <a:custGeom>
              <a:avLst/>
              <a:gdLst>
                <a:gd name="csX0" fmla="*/ 149365 w 202615"/>
                <a:gd name="csY0" fmla="*/ 417627 h 417626"/>
                <a:gd name="csX1" fmla="*/ 153803 w 202615"/>
                <a:gd name="csY1" fmla="*/ 403136 h 417626"/>
                <a:gd name="csX2" fmla="*/ 142437 w 202615"/>
                <a:gd name="csY2" fmla="*/ 397732 h 417626"/>
                <a:gd name="csX3" fmla="*/ 155099 w 202615"/>
                <a:gd name="csY3" fmla="*/ 382594 h 417626"/>
                <a:gd name="csX4" fmla="*/ 104985 w 202615"/>
                <a:gd name="csY4" fmla="*/ 372320 h 417626"/>
                <a:gd name="csX5" fmla="*/ 97085 w 202615"/>
                <a:gd name="csY5" fmla="*/ 353936 h 417626"/>
                <a:gd name="csX6" fmla="*/ 60935 w 202615"/>
                <a:gd name="csY6" fmla="*/ 357721 h 417626"/>
                <a:gd name="csX7" fmla="*/ 54007 w 202615"/>
                <a:gd name="csY7" fmla="*/ 373723 h 417626"/>
                <a:gd name="csX8" fmla="*/ 29654 w 202615"/>
                <a:gd name="csY8" fmla="*/ 361829 h 417626"/>
                <a:gd name="csX9" fmla="*/ 19266 w 202615"/>
                <a:gd name="csY9" fmla="*/ 368859 h 417626"/>
                <a:gd name="csX10" fmla="*/ 0 w 202615"/>
                <a:gd name="csY10" fmla="*/ 354476 h 417626"/>
                <a:gd name="csX11" fmla="*/ 7467 w 202615"/>
                <a:gd name="csY11" fmla="*/ 323552 h 417626"/>
                <a:gd name="csX12" fmla="*/ 22511 w 202615"/>
                <a:gd name="csY12" fmla="*/ 337826 h 417626"/>
                <a:gd name="csX13" fmla="*/ 32360 w 202615"/>
                <a:gd name="csY13" fmla="*/ 322250 h 417626"/>
                <a:gd name="csX14" fmla="*/ 49028 w 202615"/>
                <a:gd name="csY14" fmla="*/ 324091 h 417626"/>
                <a:gd name="csX15" fmla="*/ 53791 w 202615"/>
                <a:gd name="csY15" fmla="*/ 332956 h 417626"/>
                <a:gd name="csX16" fmla="*/ 97625 w 202615"/>
                <a:gd name="csY16" fmla="*/ 319875 h 417626"/>
                <a:gd name="csX17" fmla="*/ 126848 w 202615"/>
                <a:gd name="csY17" fmla="*/ 333928 h 417626"/>
                <a:gd name="csX18" fmla="*/ 132048 w 202615"/>
                <a:gd name="csY18" fmla="*/ 318357 h 417626"/>
                <a:gd name="csX19" fmla="*/ 119488 w 202615"/>
                <a:gd name="csY19" fmla="*/ 300730 h 417626"/>
                <a:gd name="csX20" fmla="*/ 155207 w 202615"/>
                <a:gd name="csY20" fmla="*/ 281483 h 417626"/>
                <a:gd name="csX21" fmla="*/ 158782 w 202615"/>
                <a:gd name="csY21" fmla="*/ 265805 h 417626"/>
                <a:gd name="csX22" fmla="*/ 105201 w 202615"/>
                <a:gd name="csY22" fmla="*/ 217145 h 417626"/>
                <a:gd name="csX23" fmla="*/ 110509 w 202615"/>
                <a:gd name="csY23" fmla="*/ 204165 h 417626"/>
                <a:gd name="csX24" fmla="*/ 96329 w 202615"/>
                <a:gd name="csY24" fmla="*/ 183941 h 417626"/>
                <a:gd name="csX25" fmla="*/ 163976 w 202615"/>
                <a:gd name="csY25" fmla="*/ 158312 h 417626"/>
                <a:gd name="csX26" fmla="*/ 173393 w 202615"/>
                <a:gd name="csY26" fmla="*/ 146203 h 417626"/>
                <a:gd name="csX27" fmla="*/ 183134 w 202615"/>
                <a:gd name="csY27" fmla="*/ 156693 h 417626"/>
                <a:gd name="csX28" fmla="*/ 202616 w 202615"/>
                <a:gd name="csY28" fmla="*/ 153124 h 417626"/>
                <a:gd name="csX29" fmla="*/ 202616 w 202615"/>
                <a:gd name="csY29" fmla="*/ 126416 h 417626"/>
                <a:gd name="csX30" fmla="*/ 189954 w 202615"/>
                <a:gd name="csY30" fmla="*/ 106947 h 417626"/>
                <a:gd name="csX31" fmla="*/ 190710 w 202615"/>
                <a:gd name="csY31" fmla="*/ 63913 h 417626"/>
                <a:gd name="csX32" fmla="*/ 173609 w 202615"/>
                <a:gd name="csY32" fmla="*/ 46933 h 417626"/>
                <a:gd name="csX33" fmla="*/ 181508 w 202615"/>
                <a:gd name="csY33" fmla="*/ 23362 h 417626"/>
                <a:gd name="csX34" fmla="*/ 175882 w 202615"/>
                <a:gd name="csY34" fmla="*/ 0 h 41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02615" h="417626">
                  <a:moveTo>
                    <a:pt x="149365" y="417627"/>
                  </a:moveTo>
                  <a:lnTo>
                    <a:pt x="153803" y="403136"/>
                  </a:lnTo>
                  <a:lnTo>
                    <a:pt x="142437" y="397732"/>
                  </a:lnTo>
                  <a:lnTo>
                    <a:pt x="155099" y="382594"/>
                  </a:lnTo>
                  <a:lnTo>
                    <a:pt x="104985" y="372320"/>
                  </a:lnTo>
                  <a:lnTo>
                    <a:pt x="97085" y="353936"/>
                  </a:lnTo>
                  <a:lnTo>
                    <a:pt x="60935" y="357721"/>
                  </a:lnTo>
                  <a:lnTo>
                    <a:pt x="54007" y="373723"/>
                  </a:lnTo>
                  <a:lnTo>
                    <a:pt x="29654" y="361829"/>
                  </a:lnTo>
                  <a:lnTo>
                    <a:pt x="19266" y="368859"/>
                  </a:lnTo>
                  <a:lnTo>
                    <a:pt x="0" y="354476"/>
                  </a:lnTo>
                  <a:lnTo>
                    <a:pt x="7467" y="323552"/>
                  </a:lnTo>
                  <a:lnTo>
                    <a:pt x="22511" y="337826"/>
                  </a:lnTo>
                  <a:lnTo>
                    <a:pt x="32360" y="322250"/>
                  </a:lnTo>
                  <a:lnTo>
                    <a:pt x="49028" y="324091"/>
                  </a:lnTo>
                  <a:lnTo>
                    <a:pt x="53791" y="332956"/>
                  </a:lnTo>
                  <a:lnTo>
                    <a:pt x="97625" y="319875"/>
                  </a:lnTo>
                  <a:lnTo>
                    <a:pt x="126848" y="333928"/>
                  </a:lnTo>
                  <a:lnTo>
                    <a:pt x="132048" y="318357"/>
                  </a:lnTo>
                  <a:lnTo>
                    <a:pt x="119488" y="300730"/>
                  </a:lnTo>
                  <a:lnTo>
                    <a:pt x="155207" y="281483"/>
                  </a:lnTo>
                  <a:lnTo>
                    <a:pt x="158782" y="265805"/>
                  </a:lnTo>
                  <a:lnTo>
                    <a:pt x="105201" y="217145"/>
                  </a:lnTo>
                  <a:lnTo>
                    <a:pt x="110509" y="204165"/>
                  </a:lnTo>
                  <a:lnTo>
                    <a:pt x="96329" y="183941"/>
                  </a:lnTo>
                  <a:lnTo>
                    <a:pt x="163976" y="158312"/>
                  </a:lnTo>
                  <a:lnTo>
                    <a:pt x="173393" y="146203"/>
                  </a:lnTo>
                  <a:lnTo>
                    <a:pt x="183134" y="156693"/>
                  </a:lnTo>
                  <a:lnTo>
                    <a:pt x="202616" y="153124"/>
                  </a:lnTo>
                  <a:lnTo>
                    <a:pt x="202616" y="126416"/>
                  </a:lnTo>
                  <a:lnTo>
                    <a:pt x="189954" y="106947"/>
                  </a:lnTo>
                  <a:lnTo>
                    <a:pt x="190710" y="63913"/>
                  </a:lnTo>
                  <a:lnTo>
                    <a:pt x="173609" y="46933"/>
                  </a:lnTo>
                  <a:lnTo>
                    <a:pt x="181508" y="23362"/>
                  </a:lnTo>
                  <a:lnTo>
                    <a:pt x="17588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6960AA0B-51BB-07C5-313A-4D82D9CF1B67}"/>
                </a:ext>
              </a:extLst>
            </p:cNvPr>
            <p:cNvSpPr/>
            <p:nvPr/>
          </p:nvSpPr>
          <p:spPr>
            <a:xfrm>
              <a:off x="5956922" y="2179345"/>
              <a:ext cx="34092" cy="546"/>
            </a:xfrm>
            <a:custGeom>
              <a:avLst/>
              <a:gdLst>
                <a:gd name="csX0" fmla="*/ 0 w 34092"/>
                <a:gd name="csY0" fmla="*/ 0 h 546"/>
                <a:gd name="csX1" fmla="*/ 34093 w 34092"/>
                <a:gd name="csY1" fmla="*/ 546 h 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092" h="546">
                  <a:moveTo>
                    <a:pt x="0" y="0"/>
                  </a:moveTo>
                  <a:lnTo>
                    <a:pt x="34093" y="5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8E84B72-EFEB-879C-CFA0-0E7D18E1D96F}"/>
                </a:ext>
              </a:extLst>
            </p:cNvPr>
            <p:cNvSpPr/>
            <p:nvPr/>
          </p:nvSpPr>
          <p:spPr>
            <a:xfrm>
              <a:off x="5895225" y="2613520"/>
              <a:ext cx="139731" cy="48012"/>
            </a:xfrm>
            <a:custGeom>
              <a:avLst/>
              <a:gdLst>
                <a:gd name="csX0" fmla="*/ 139732 w 139731"/>
                <a:gd name="csY0" fmla="*/ 0 h 48012"/>
                <a:gd name="csX1" fmla="*/ 116459 w 139731"/>
                <a:gd name="csY1" fmla="*/ 31255 h 48012"/>
                <a:gd name="csX2" fmla="*/ 85395 w 139731"/>
                <a:gd name="csY2" fmla="*/ 15786 h 48012"/>
                <a:gd name="csX3" fmla="*/ 78689 w 139731"/>
                <a:gd name="csY3" fmla="*/ 44875 h 48012"/>
                <a:gd name="csX4" fmla="*/ 67107 w 139731"/>
                <a:gd name="csY4" fmla="*/ 48012 h 48012"/>
                <a:gd name="csX5" fmla="*/ 50870 w 139731"/>
                <a:gd name="csY5" fmla="*/ 17951 h 48012"/>
                <a:gd name="csX6" fmla="*/ 40913 w 139731"/>
                <a:gd name="csY6" fmla="*/ 26600 h 48012"/>
                <a:gd name="csX7" fmla="*/ 31712 w 139731"/>
                <a:gd name="csY7" fmla="*/ 42501 h 48012"/>
                <a:gd name="csX8" fmla="*/ 0 w 139731"/>
                <a:gd name="csY8" fmla="*/ 41846 h 48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9731" h="48012">
                  <a:moveTo>
                    <a:pt x="139732" y="0"/>
                  </a:moveTo>
                  <a:lnTo>
                    <a:pt x="116459" y="31255"/>
                  </a:lnTo>
                  <a:lnTo>
                    <a:pt x="85395" y="15786"/>
                  </a:lnTo>
                  <a:lnTo>
                    <a:pt x="78689" y="44875"/>
                  </a:lnTo>
                  <a:lnTo>
                    <a:pt x="67107" y="48012"/>
                  </a:lnTo>
                  <a:lnTo>
                    <a:pt x="50870" y="17951"/>
                  </a:lnTo>
                  <a:lnTo>
                    <a:pt x="40913" y="26600"/>
                  </a:lnTo>
                  <a:lnTo>
                    <a:pt x="31712" y="42501"/>
                  </a:lnTo>
                  <a:lnTo>
                    <a:pt x="0" y="418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79C01A8F-BCC6-DC31-892B-8EA238DE6CE5}"/>
                </a:ext>
              </a:extLst>
            </p:cNvPr>
            <p:cNvSpPr/>
            <p:nvPr/>
          </p:nvSpPr>
          <p:spPr>
            <a:xfrm>
              <a:off x="6223069" y="2202491"/>
              <a:ext cx="315271" cy="575614"/>
            </a:xfrm>
            <a:custGeom>
              <a:avLst/>
              <a:gdLst>
                <a:gd name="csX0" fmla="*/ 152838 w 315271"/>
                <a:gd name="csY0" fmla="*/ 0 h 575614"/>
                <a:gd name="csX1" fmla="*/ 257740 w 315271"/>
                <a:gd name="csY1" fmla="*/ 7461 h 575614"/>
                <a:gd name="csX2" fmla="*/ 271139 w 315271"/>
                <a:gd name="csY2" fmla="*/ 1511 h 575614"/>
                <a:gd name="csX3" fmla="*/ 288855 w 315271"/>
                <a:gd name="csY3" fmla="*/ 16650 h 575614"/>
                <a:gd name="csX4" fmla="*/ 305238 w 315271"/>
                <a:gd name="csY4" fmla="*/ 70720 h 575614"/>
                <a:gd name="csX5" fmla="*/ 305238 w 315271"/>
                <a:gd name="csY5" fmla="*/ 96133 h 575614"/>
                <a:gd name="csX6" fmla="*/ 285426 w 315271"/>
                <a:gd name="csY6" fmla="*/ 105327 h 575614"/>
                <a:gd name="csX7" fmla="*/ 277108 w 315271"/>
                <a:gd name="csY7" fmla="*/ 121545 h 575614"/>
                <a:gd name="csX8" fmla="*/ 295396 w 315271"/>
                <a:gd name="csY8" fmla="*/ 130734 h 575614"/>
                <a:gd name="csX9" fmla="*/ 292856 w 315271"/>
                <a:gd name="csY9" fmla="*/ 162097 h 575614"/>
                <a:gd name="csX10" fmla="*/ 315271 w 315271"/>
                <a:gd name="csY10" fmla="*/ 212382 h 575614"/>
                <a:gd name="csX11" fmla="*/ 308985 w 315271"/>
                <a:gd name="csY11" fmla="*/ 223736 h 575614"/>
                <a:gd name="csX12" fmla="*/ 297111 w 315271"/>
                <a:gd name="csY12" fmla="*/ 221679 h 575614"/>
                <a:gd name="csX13" fmla="*/ 259963 w 315271"/>
                <a:gd name="csY13" fmla="*/ 267100 h 575614"/>
                <a:gd name="csX14" fmla="*/ 269170 w 315271"/>
                <a:gd name="csY14" fmla="*/ 294996 h 575614"/>
                <a:gd name="csX15" fmla="*/ 255454 w 315271"/>
                <a:gd name="csY15" fmla="*/ 291751 h 575614"/>
                <a:gd name="csX16" fmla="*/ 239516 w 315271"/>
                <a:gd name="csY16" fmla="*/ 326250 h 575614"/>
                <a:gd name="csX17" fmla="*/ 267011 w 315271"/>
                <a:gd name="csY17" fmla="*/ 350583 h 575614"/>
                <a:gd name="csX18" fmla="*/ 257296 w 315271"/>
                <a:gd name="csY18" fmla="*/ 362585 h 575614"/>
                <a:gd name="csX19" fmla="*/ 242881 w 315271"/>
                <a:gd name="csY19" fmla="*/ 361499 h 575614"/>
                <a:gd name="csX20" fmla="*/ 200781 w 315271"/>
                <a:gd name="csY20" fmla="*/ 438277 h 575614"/>
                <a:gd name="csX21" fmla="*/ 142742 w 315271"/>
                <a:gd name="csY21" fmla="*/ 441738 h 575614"/>
                <a:gd name="csX22" fmla="*/ 116567 w 315271"/>
                <a:gd name="csY22" fmla="*/ 454501 h 575614"/>
                <a:gd name="csX23" fmla="*/ 121653 w 315271"/>
                <a:gd name="csY23" fmla="*/ 470395 h 575614"/>
                <a:gd name="csX24" fmla="*/ 134550 w 315271"/>
                <a:gd name="csY24" fmla="*/ 474612 h 575614"/>
                <a:gd name="csX25" fmla="*/ 136074 w 315271"/>
                <a:gd name="csY25" fmla="*/ 486943 h 575614"/>
                <a:gd name="csX26" fmla="*/ 124689 w 315271"/>
                <a:gd name="csY26" fmla="*/ 488671 h 575614"/>
                <a:gd name="csX27" fmla="*/ 118732 w 315271"/>
                <a:gd name="csY27" fmla="*/ 502730 h 575614"/>
                <a:gd name="csX28" fmla="*/ 109315 w 315271"/>
                <a:gd name="csY28" fmla="*/ 492239 h 575614"/>
                <a:gd name="csX29" fmla="*/ 85833 w 315271"/>
                <a:gd name="csY29" fmla="*/ 488671 h 575614"/>
                <a:gd name="csX30" fmla="*/ 79661 w 315271"/>
                <a:gd name="csY30" fmla="*/ 494189 h 575614"/>
                <a:gd name="csX31" fmla="*/ 46863 w 315271"/>
                <a:gd name="csY31" fmla="*/ 485426 h 575614"/>
                <a:gd name="csX32" fmla="*/ 28575 w 315271"/>
                <a:gd name="csY32" fmla="*/ 486296 h 575614"/>
                <a:gd name="csX33" fmla="*/ 21647 w 315271"/>
                <a:gd name="csY33" fmla="*/ 496780 h 575614"/>
                <a:gd name="csX34" fmla="*/ 2489 w 315271"/>
                <a:gd name="csY34" fmla="*/ 486073 h 575614"/>
                <a:gd name="csX35" fmla="*/ 0 w 315271"/>
                <a:gd name="csY35" fmla="*/ 506298 h 575614"/>
                <a:gd name="csX36" fmla="*/ 13526 w 315271"/>
                <a:gd name="csY36" fmla="*/ 514839 h 575614"/>
                <a:gd name="csX37" fmla="*/ 17532 w 315271"/>
                <a:gd name="csY37" fmla="*/ 528142 h 575614"/>
                <a:gd name="csX38" fmla="*/ 47187 w 315271"/>
                <a:gd name="csY38" fmla="*/ 553771 h 575614"/>
                <a:gd name="csX39" fmla="*/ 56820 w 315271"/>
                <a:gd name="csY39" fmla="*/ 554850 h 575614"/>
                <a:gd name="csX40" fmla="*/ 61690 w 315271"/>
                <a:gd name="csY40" fmla="*/ 568585 h 575614"/>
                <a:gd name="csX41" fmla="*/ 55632 w 315271"/>
                <a:gd name="csY41" fmla="*/ 575615 h 575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15271" h="575614">
                  <a:moveTo>
                    <a:pt x="152838" y="0"/>
                  </a:moveTo>
                  <a:lnTo>
                    <a:pt x="257740" y="7461"/>
                  </a:lnTo>
                  <a:lnTo>
                    <a:pt x="271139" y="1511"/>
                  </a:lnTo>
                  <a:lnTo>
                    <a:pt x="288855" y="16650"/>
                  </a:lnTo>
                  <a:lnTo>
                    <a:pt x="305238" y="70720"/>
                  </a:lnTo>
                  <a:lnTo>
                    <a:pt x="305238" y="96133"/>
                  </a:lnTo>
                  <a:lnTo>
                    <a:pt x="285426" y="105327"/>
                  </a:lnTo>
                  <a:lnTo>
                    <a:pt x="277108" y="121545"/>
                  </a:lnTo>
                  <a:lnTo>
                    <a:pt x="295396" y="130734"/>
                  </a:lnTo>
                  <a:lnTo>
                    <a:pt x="292856" y="162097"/>
                  </a:lnTo>
                  <a:lnTo>
                    <a:pt x="315271" y="212382"/>
                  </a:lnTo>
                  <a:lnTo>
                    <a:pt x="308985" y="223736"/>
                  </a:lnTo>
                  <a:lnTo>
                    <a:pt x="297111" y="221679"/>
                  </a:lnTo>
                  <a:lnTo>
                    <a:pt x="259963" y="267100"/>
                  </a:lnTo>
                  <a:lnTo>
                    <a:pt x="269170" y="294996"/>
                  </a:lnTo>
                  <a:lnTo>
                    <a:pt x="255454" y="291751"/>
                  </a:lnTo>
                  <a:lnTo>
                    <a:pt x="239516" y="326250"/>
                  </a:lnTo>
                  <a:lnTo>
                    <a:pt x="267011" y="350583"/>
                  </a:lnTo>
                  <a:lnTo>
                    <a:pt x="257296" y="362585"/>
                  </a:lnTo>
                  <a:lnTo>
                    <a:pt x="242881" y="361499"/>
                  </a:lnTo>
                  <a:lnTo>
                    <a:pt x="200781" y="438277"/>
                  </a:lnTo>
                  <a:lnTo>
                    <a:pt x="142742" y="441738"/>
                  </a:lnTo>
                  <a:lnTo>
                    <a:pt x="116567" y="454501"/>
                  </a:lnTo>
                  <a:lnTo>
                    <a:pt x="121653" y="470395"/>
                  </a:lnTo>
                  <a:lnTo>
                    <a:pt x="134550" y="474612"/>
                  </a:lnTo>
                  <a:lnTo>
                    <a:pt x="136074" y="486943"/>
                  </a:lnTo>
                  <a:lnTo>
                    <a:pt x="124689" y="488671"/>
                  </a:lnTo>
                  <a:lnTo>
                    <a:pt x="118732" y="502730"/>
                  </a:lnTo>
                  <a:lnTo>
                    <a:pt x="109315" y="492239"/>
                  </a:lnTo>
                  <a:lnTo>
                    <a:pt x="85833" y="488671"/>
                  </a:lnTo>
                  <a:lnTo>
                    <a:pt x="79661" y="494189"/>
                  </a:lnTo>
                  <a:lnTo>
                    <a:pt x="46863" y="485426"/>
                  </a:lnTo>
                  <a:lnTo>
                    <a:pt x="28575" y="486296"/>
                  </a:lnTo>
                  <a:lnTo>
                    <a:pt x="21647" y="496780"/>
                  </a:lnTo>
                  <a:lnTo>
                    <a:pt x="2489" y="486073"/>
                  </a:lnTo>
                  <a:lnTo>
                    <a:pt x="0" y="506298"/>
                  </a:lnTo>
                  <a:lnTo>
                    <a:pt x="13526" y="514839"/>
                  </a:lnTo>
                  <a:lnTo>
                    <a:pt x="17532" y="528142"/>
                  </a:lnTo>
                  <a:lnTo>
                    <a:pt x="47187" y="553771"/>
                  </a:lnTo>
                  <a:lnTo>
                    <a:pt x="56820" y="554850"/>
                  </a:lnTo>
                  <a:lnTo>
                    <a:pt x="61690" y="568585"/>
                  </a:lnTo>
                  <a:lnTo>
                    <a:pt x="55632" y="57561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0C229EF7-D808-9A9E-F308-8BA32735ADF5}"/>
                </a:ext>
              </a:extLst>
            </p:cNvPr>
            <p:cNvSpPr/>
            <p:nvPr/>
          </p:nvSpPr>
          <p:spPr>
            <a:xfrm>
              <a:off x="6146438" y="2387295"/>
              <a:ext cx="191147" cy="246773"/>
            </a:xfrm>
            <a:custGeom>
              <a:avLst/>
              <a:gdLst>
                <a:gd name="csX0" fmla="*/ 47517 w 191147"/>
                <a:gd name="csY0" fmla="*/ 0 h 246773"/>
                <a:gd name="csX1" fmla="*/ 70358 w 191147"/>
                <a:gd name="csY1" fmla="*/ 1842 h 246773"/>
                <a:gd name="csX2" fmla="*/ 75228 w 191147"/>
                <a:gd name="csY2" fmla="*/ 16980 h 246773"/>
                <a:gd name="csX3" fmla="*/ 101530 w 191147"/>
                <a:gd name="csY3" fmla="*/ 24333 h 246773"/>
                <a:gd name="csX4" fmla="*/ 93625 w 191147"/>
                <a:gd name="csY4" fmla="*/ 36227 h 246773"/>
                <a:gd name="csX5" fmla="*/ 110947 w 191147"/>
                <a:gd name="csY5" fmla="*/ 54070 h 246773"/>
                <a:gd name="csX6" fmla="*/ 122307 w 191147"/>
                <a:gd name="csY6" fmla="*/ 46393 h 246773"/>
                <a:gd name="csX7" fmla="*/ 121768 w 191147"/>
                <a:gd name="csY7" fmla="*/ 35147 h 246773"/>
                <a:gd name="csX8" fmla="*/ 153048 w 191147"/>
                <a:gd name="csY8" fmla="*/ 43256 h 246773"/>
                <a:gd name="csX9" fmla="*/ 147091 w 191147"/>
                <a:gd name="csY9" fmla="*/ 56121 h 246773"/>
                <a:gd name="csX10" fmla="*/ 180321 w 191147"/>
                <a:gd name="csY10" fmla="*/ 62179 h 246773"/>
                <a:gd name="csX11" fmla="*/ 191148 w 191147"/>
                <a:gd name="csY11" fmla="*/ 83160 h 246773"/>
                <a:gd name="csX12" fmla="*/ 166364 w 191147"/>
                <a:gd name="csY12" fmla="*/ 95593 h 246773"/>
                <a:gd name="csX13" fmla="*/ 156947 w 191147"/>
                <a:gd name="csY13" fmla="*/ 114516 h 246773"/>
                <a:gd name="csX14" fmla="*/ 128264 w 191147"/>
                <a:gd name="csY14" fmla="*/ 117761 h 246773"/>
                <a:gd name="csX15" fmla="*/ 116897 w 191147"/>
                <a:gd name="csY15" fmla="*/ 144259 h 246773"/>
                <a:gd name="csX16" fmla="*/ 128696 w 191147"/>
                <a:gd name="csY16" fmla="*/ 162097 h 246773"/>
                <a:gd name="csX17" fmla="*/ 124797 w 191147"/>
                <a:gd name="csY17" fmla="*/ 179940 h 246773"/>
                <a:gd name="csX18" fmla="*/ 105963 w 191147"/>
                <a:gd name="csY18" fmla="*/ 174860 h 246773"/>
                <a:gd name="csX19" fmla="*/ 100444 w 191147"/>
                <a:gd name="csY19" fmla="*/ 186214 h 246773"/>
                <a:gd name="csX20" fmla="*/ 109430 w 191147"/>
                <a:gd name="csY20" fmla="*/ 199517 h 246773"/>
                <a:gd name="csX21" fmla="*/ 104991 w 191147"/>
                <a:gd name="csY21" fmla="*/ 214763 h 246773"/>
                <a:gd name="csX22" fmla="*/ 78905 w 191147"/>
                <a:gd name="csY22" fmla="*/ 220815 h 246773"/>
                <a:gd name="csX23" fmla="*/ 78041 w 191147"/>
                <a:gd name="csY23" fmla="*/ 233363 h 246773"/>
                <a:gd name="csX24" fmla="*/ 45244 w 191147"/>
                <a:gd name="csY24" fmla="*/ 234766 h 246773"/>
                <a:gd name="csX25" fmla="*/ 32690 w 191147"/>
                <a:gd name="csY25" fmla="*/ 246774 h 246773"/>
                <a:gd name="csX26" fmla="*/ 0 w 191147"/>
                <a:gd name="csY26" fmla="*/ 239960 h 246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91147" h="246773">
                  <a:moveTo>
                    <a:pt x="47517" y="0"/>
                  </a:moveTo>
                  <a:lnTo>
                    <a:pt x="70358" y="1842"/>
                  </a:lnTo>
                  <a:lnTo>
                    <a:pt x="75228" y="16980"/>
                  </a:lnTo>
                  <a:lnTo>
                    <a:pt x="101530" y="24333"/>
                  </a:lnTo>
                  <a:lnTo>
                    <a:pt x="93625" y="36227"/>
                  </a:lnTo>
                  <a:lnTo>
                    <a:pt x="110947" y="54070"/>
                  </a:lnTo>
                  <a:lnTo>
                    <a:pt x="122307" y="46393"/>
                  </a:lnTo>
                  <a:lnTo>
                    <a:pt x="121768" y="35147"/>
                  </a:lnTo>
                  <a:lnTo>
                    <a:pt x="153048" y="43256"/>
                  </a:lnTo>
                  <a:lnTo>
                    <a:pt x="147091" y="56121"/>
                  </a:lnTo>
                  <a:lnTo>
                    <a:pt x="180321" y="62179"/>
                  </a:lnTo>
                  <a:lnTo>
                    <a:pt x="191148" y="83160"/>
                  </a:lnTo>
                  <a:lnTo>
                    <a:pt x="166364" y="95593"/>
                  </a:lnTo>
                  <a:lnTo>
                    <a:pt x="156947" y="114516"/>
                  </a:lnTo>
                  <a:lnTo>
                    <a:pt x="128264" y="117761"/>
                  </a:lnTo>
                  <a:lnTo>
                    <a:pt x="116897" y="144259"/>
                  </a:lnTo>
                  <a:lnTo>
                    <a:pt x="128696" y="162097"/>
                  </a:lnTo>
                  <a:lnTo>
                    <a:pt x="124797" y="179940"/>
                  </a:lnTo>
                  <a:lnTo>
                    <a:pt x="105963" y="174860"/>
                  </a:lnTo>
                  <a:lnTo>
                    <a:pt x="100444" y="186214"/>
                  </a:lnTo>
                  <a:lnTo>
                    <a:pt x="109430" y="199517"/>
                  </a:lnTo>
                  <a:lnTo>
                    <a:pt x="104991" y="214763"/>
                  </a:lnTo>
                  <a:lnTo>
                    <a:pt x="78905" y="220815"/>
                  </a:lnTo>
                  <a:lnTo>
                    <a:pt x="78041" y="233363"/>
                  </a:lnTo>
                  <a:lnTo>
                    <a:pt x="45244" y="234766"/>
                  </a:lnTo>
                  <a:lnTo>
                    <a:pt x="32690" y="246774"/>
                  </a:lnTo>
                  <a:lnTo>
                    <a:pt x="0" y="2399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C7925C54-2817-50C4-5A0E-E2FCAE209C09}"/>
                </a:ext>
              </a:extLst>
            </p:cNvPr>
            <p:cNvSpPr/>
            <p:nvPr/>
          </p:nvSpPr>
          <p:spPr>
            <a:xfrm>
              <a:off x="5915685" y="2557290"/>
              <a:ext cx="83121" cy="21297"/>
            </a:xfrm>
            <a:custGeom>
              <a:avLst/>
              <a:gdLst>
                <a:gd name="csX0" fmla="*/ 0 w 83121"/>
                <a:gd name="csY0" fmla="*/ 16326 h 21297"/>
                <a:gd name="csX1" fmla="*/ 34309 w 83121"/>
                <a:gd name="csY1" fmla="*/ 21298 h 21297"/>
                <a:gd name="csX2" fmla="*/ 31166 w 83121"/>
                <a:gd name="csY2" fmla="*/ 7137 h 21297"/>
                <a:gd name="csX3" fmla="*/ 37770 w 83121"/>
                <a:gd name="csY3" fmla="*/ 0 h 21297"/>
                <a:gd name="csX4" fmla="*/ 83121 w 83121"/>
                <a:gd name="csY4" fmla="*/ 10922 h 2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3121" h="21297">
                  <a:moveTo>
                    <a:pt x="0" y="16326"/>
                  </a:moveTo>
                  <a:lnTo>
                    <a:pt x="34309" y="21298"/>
                  </a:lnTo>
                  <a:lnTo>
                    <a:pt x="31166" y="7137"/>
                  </a:lnTo>
                  <a:lnTo>
                    <a:pt x="37770" y="0"/>
                  </a:lnTo>
                  <a:lnTo>
                    <a:pt x="83121" y="109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86FD83E4-80E8-6978-50BB-C50950D7A4BA}"/>
                </a:ext>
              </a:extLst>
            </p:cNvPr>
            <p:cNvSpPr/>
            <p:nvPr/>
          </p:nvSpPr>
          <p:spPr>
            <a:xfrm>
              <a:off x="6150114" y="2496947"/>
              <a:ext cx="118091" cy="23793"/>
            </a:xfrm>
            <a:custGeom>
              <a:avLst/>
              <a:gdLst>
                <a:gd name="csX0" fmla="*/ 0 w 118091"/>
                <a:gd name="csY0" fmla="*/ 13519 h 23793"/>
                <a:gd name="csX1" fmla="*/ 34963 w 118091"/>
                <a:gd name="csY1" fmla="*/ 23794 h 23793"/>
                <a:gd name="csX2" fmla="*/ 46761 w 118091"/>
                <a:gd name="csY2" fmla="*/ 0 h 23793"/>
                <a:gd name="csX3" fmla="*/ 118091 w 118091"/>
                <a:gd name="csY3" fmla="*/ 22168 h 2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091" h="23793">
                  <a:moveTo>
                    <a:pt x="0" y="13519"/>
                  </a:moveTo>
                  <a:lnTo>
                    <a:pt x="34963" y="23794"/>
                  </a:lnTo>
                  <a:lnTo>
                    <a:pt x="46761" y="0"/>
                  </a:lnTo>
                  <a:lnTo>
                    <a:pt x="118091" y="221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0F4891D9-46D1-9486-BEE8-A3DBB2062329}"/>
                </a:ext>
              </a:extLst>
            </p:cNvPr>
            <p:cNvSpPr/>
            <p:nvPr/>
          </p:nvSpPr>
          <p:spPr>
            <a:xfrm>
              <a:off x="6337585" y="2467101"/>
              <a:ext cx="140938" cy="27140"/>
            </a:xfrm>
            <a:custGeom>
              <a:avLst/>
              <a:gdLst>
                <a:gd name="csX0" fmla="*/ 0 w 140938"/>
                <a:gd name="csY0" fmla="*/ 3353 h 27140"/>
                <a:gd name="csX1" fmla="*/ 13430 w 140938"/>
                <a:gd name="csY1" fmla="*/ 13627 h 27140"/>
                <a:gd name="csX2" fmla="*/ 24162 w 140938"/>
                <a:gd name="csY2" fmla="*/ 0 h 27140"/>
                <a:gd name="csX3" fmla="*/ 39402 w 140938"/>
                <a:gd name="csY3" fmla="*/ 7569 h 27140"/>
                <a:gd name="csX4" fmla="*/ 38830 w 140938"/>
                <a:gd name="csY4" fmla="*/ 20003 h 27140"/>
                <a:gd name="csX5" fmla="*/ 53880 w 140938"/>
                <a:gd name="csY5" fmla="*/ 21088 h 27140"/>
                <a:gd name="csX6" fmla="*/ 61055 w 140938"/>
                <a:gd name="csY6" fmla="*/ 11678 h 27140"/>
                <a:gd name="csX7" fmla="*/ 91155 w 140938"/>
                <a:gd name="csY7" fmla="*/ 8001 h 27140"/>
                <a:gd name="csX8" fmla="*/ 117634 w 140938"/>
                <a:gd name="csY8" fmla="*/ 12979 h 27140"/>
                <a:gd name="csX9" fmla="*/ 122841 w 140938"/>
                <a:gd name="csY9" fmla="*/ 21088 h 27140"/>
                <a:gd name="csX10" fmla="*/ 140938 w 140938"/>
                <a:gd name="csY10" fmla="*/ 27140 h 27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0938" h="27140">
                  <a:moveTo>
                    <a:pt x="0" y="3353"/>
                  </a:moveTo>
                  <a:lnTo>
                    <a:pt x="13430" y="13627"/>
                  </a:lnTo>
                  <a:lnTo>
                    <a:pt x="24162" y="0"/>
                  </a:lnTo>
                  <a:lnTo>
                    <a:pt x="39402" y="7569"/>
                  </a:lnTo>
                  <a:lnTo>
                    <a:pt x="38830" y="20003"/>
                  </a:lnTo>
                  <a:lnTo>
                    <a:pt x="53880" y="21088"/>
                  </a:lnTo>
                  <a:lnTo>
                    <a:pt x="61055" y="11678"/>
                  </a:lnTo>
                  <a:lnTo>
                    <a:pt x="91155" y="8001"/>
                  </a:lnTo>
                  <a:lnTo>
                    <a:pt x="117634" y="12979"/>
                  </a:lnTo>
                  <a:lnTo>
                    <a:pt x="122841" y="21088"/>
                  </a:lnTo>
                  <a:lnTo>
                    <a:pt x="140938" y="271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10E23DA-909C-9259-6A74-39A84AD503BF}"/>
                </a:ext>
              </a:extLst>
            </p:cNvPr>
            <p:cNvSpPr/>
            <p:nvPr/>
          </p:nvSpPr>
          <p:spPr>
            <a:xfrm>
              <a:off x="6255213" y="2629630"/>
              <a:ext cx="84423" cy="33743"/>
            </a:xfrm>
            <a:custGeom>
              <a:avLst/>
              <a:gdLst>
                <a:gd name="csX0" fmla="*/ 0 w 84423"/>
                <a:gd name="csY0" fmla="*/ 0 h 33743"/>
                <a:gd name="csX1" fmla="*/ 24137 w 84423"/>
                <a:gd name="csY1" fmla="*/ 22384 h 33743"/>
                <a:gd name="csX2" fmla="*/ 39072 w 84423"/>
                <a:gd name="csY2" fmla="*/ 25629 h 33743"/>
                <a:gd name="csX3" fmla="*/ 45028 w 84423"/>
                <a:gd name="csY3" fmla="*/ 32658 h 33743"/>
                <a:gd name="csX4" fmla="*/ 67647 w 84423"/>
                <a:gd name="csY4" fmla="*/ 33744 h 33743"/>
                <a:gd name="csX5" fmla="*/ 73927 w 84423"/>
                <a:gd name="csY5" fmla="*/ 26060 h 33743"/>
                <a:gd name="csX6" fmla="*/ 84423 w 84423"/>
                <a:gd name="csY6" fmla="*/ 27362 h 33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423" h="33743">
                  <a:moveTo>
                    <a:pt x="0" y="0"/>
                  </a:moveTo>
                  <a:lnTo>
                    <a:pt x="24137" y="22384"/>
                  </a:lnTo>
                  <a:lnTo>
                    <a:pt x="39072" y="25629"/>
                  </a:lnTo>
                  <a:lnTo>
                    <a:pt x="45028" y="32658"/>
                  </a:lnTo>
                  <a:lnTo>
                    <a:pt x="67647" y="33744"/>
                  </a:lnTo>
                  <a:lnTo>
                    <a:pt x="73927" y="26060"/>
                  </a:lnTo>
                  <a:lnTo>
                    <a:pt x="84423" y="273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FB949523-F01D-2A3C-2BEB-3A5E46475873}"/>
                </a:ext>
              </a:extLst>
            </p:cNvPr>
            <p:cNvSpPr/>
            <p:nvPr/>
          </p:nvSpPr>
          <p:spPr>
            <a:xfrm>
              <a:off x="6140373" y="2629630"/>
              <a:ext cx="114839" cy="46716"/>
            </a:xfrm>
            <a:custGeom>
              <a:avLst/>
              <a:gdLst>
                <a:gd name="csX0" fmla="*/ 114840 w 114839"/>
                <a:gd name="csY0" fmla="*/ 0 h 46716"/>
                <a:gd name="csX1" fmla="*/ 78258 w 114839"/>
                <a:gd name="csY1" fmla="*/ 17412 h 46716"/>
                <a:gd name="csX2" fmla="*/ 81826 w 114839"/>
                <a:gd name="csY2" fmla="*/ 28226 h 46716"/>
                <a:gd name="csX3" fmla="*/ 66136 w 114839"/>
                <a:gd name="csY3" fmla="*/ 33414 h 46716"/>
                <a:gd name="csX4" fmla="*/ 68840 w 114839"/>
                <a:gd name="csY4" fmla="*/ 46717 h 46716"/>
                <a:gd name="csX5" fmla="*/ 40589 w 114839"/>
                <a:gd name="csY5" fmla="*/ 36767 h 46716"/>
                <a:gd name="csX6" fmla="*/ 34639 w 114839"/>
                <a:gd name="csY6" fmla="*/ 44120 h 46716"/>
                <a:gd name="csX7" fmla="*/ 0 w 114839"/>
                <a:gd name="csY7" fmla="*/ 44228 h 46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839" h="46716">
                  <a:moveTo>
                    <a:pt x="114840" y="0"/>
                  </a:moveTo>
                  <a:lnTo>
                    <a:pt x="78258" y="17412"/>
                  </a:lnTo>
                  <a:lnTo>
                    <a:pt x="81826" y="28226"/>
                  </a:lnTo>
                  <a:lnTo>
                    <a:pt x="66136" y="33414"/>
                  </a:lnTo>
                  <a:lnTo>
                    <a:pt x="68840" y="46717"/>
                  </a:lnTo>
                  <a:lnTo>
                    <a:pt x="40589" y="36767"/>
                  </a:lnTo>
                  <a:lnTo>
                    <a:pt x="34639" y="44120"/>
                  </a:lnTo>
                  <a:lnTo>
                    <a:pt x="0" y="442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C4EDA9BC-D363-2A0E-C706-427E8B2ECC3C}"/>
                </a:ext>
              </a:extLst>
            </p:cNvPr>
            <p:cNvSpPr/>
            <p:nvPr/>
          </p:nvSpPr>
          <p:spPr>
            <a:xfrm>
              <a:off x="6049346" y="1180484"/>
              <a:ext cx="741089" cy="761720"/>
            </a:xfrm>
            <a:custGeom>
              <a:avLst/>
              <a:gdLst>
                <a:gd name="csX0" fmla="*/ 741089 w 741089"/>
                <a:gd name="csY0" fmla="*/ 14275 h 761720"/>
                <a:gd name="csX1" fmla="*/ 738359 w 741089"/>
                <a:gd name="csY1" fmla="*/ 44012 h 761720"/>
                <a:gd name="csX2" fmla="*/ 716960 w 741089"/>
                <a:gd name="csY2" fmla="*/ 42278 h 761720"/>
                <a:gd name="csX3" fmla="*/ 680891 w 741089"/>
                <a:gd name="csY3" fmla="*/ 86830 h 761720"/>
                <a:gd name="csX4" fmla="*/ 657841 w 741089"/>
                <a:gd name="csY4" fmla="*/ 72561 h 761720"/>
                <a:gd name="csX5" fmla="*/ 676700 w 741089"/>
                <a:gd name="csY5" fmla="*/ 42818 h 761720"/>
                <a:gd name="csX6" fmla="*/ 626154 w 741089"/>
                <a:gd name="csY6" fmla="*/ 0 h 761720"/>
                <a:gd name="csX7" fmla="*/ 601389 w 741089"/>
                <a:gd name="csY7" fmla="*/ 16650 h 761720"/>
                <a:gd name="csX8" fmla="*/ 567671 w 741089"/>
                <a:gd name="csY8" fmla="*/ 11894 h 761720"/>
                <a:gd name="csX9" fmla="*/ 549827 w 741089"/>
                <a:gd name="csY9" fmla="*/ 84455 h 761720"/>
                <a:gd name="csX10" fmla="*/ 520046 w 741089"/>
                <a:gd name="csY10" fmla="*/ 115379 h 761720"/>
                <a:gd name="csX11" fmla="*/ 483470 w 741089"/>
                <a:gd name="csY11" fmla="*/ 91592 h 761720"/>
                <a:gd name="csX12" fmla="*/ 464674 w 741089"/>
                <a:gd name="csY12" fmla="*/ 109436 h 761720"/>
                <a:gd name="csX13" fmla="*/ 423018 w 741089"/>
                <a:gd name="csY13" fmla="*/ 99917 h 761720"/>
                <a:gd name="csX14" fmla="*/ 389300 w 741089"/>
                <a:gd name="csY14" fmla="*/ 59474 h 761720"/>
                <a:gd name="csX15" fmla="*/ 340722 w 741089"/>
                <a:gd name="csY15" fmla="*/ 83261 h 761720"/>
                <a:gd name="csX16" fmla="*/ 331832 w 741089"/>
                <a:gd name="csY16" fmla="*/ 143929 h 761720"/>
                <a:gd name="csX17" fmla="*/ 277413 w 741089"/>
                <a:gd name="csY17" fmla="*/ 116573 h 761720"/>
                <a:gd name="csX18" fmla="*/ 259550 w 741089"/>
                <a:gd name="csY18" fmla="*/ 127273 h 761720"/>
                <a:gd name="csX19" fmla="*/ 263449 w 741089"/>
                <a:gd name="csY19" fmla="*/ 152254 h 761720"/>
                <a:gd name="csX20" fmla="*/ 251651 w 741089"/>
                <a:gd name="csY20" fmla="*/ 168910 h 761720"/>
                <a:gd name="csX21" fmla="*/ 229788 w 741089"/>
                <a:gd name="csY21" fmla="*/ 159391 h 761720"/>
                <a:gd name="csX22" fmla="*/ 190170 w 741089"/>
                <a:gd name="csY22" fmla="*/ 208166 h 761720"/>
                <a:gd name="csX23" fmla="*/ 197098 w 741089"/>
                <a:gd name="csY23" fmla="*/ 239306 h 761720"/>
                <a:gd name="csX24" fmla="*/ 163220 w 741089"/>
                <a:gd name="csY24" fmla="*/ 292297 h 761720"/>
                <a:gd name="csX25" fmla="*/ 127502 w 741089"/>
                <a:gd name="csY25" fmla="*/ 303543 h 761720"/>
                <a:gd name="csX26" fmla="*/ 126746 w 741089"/>
                <a:gd name="csY26" fmla="*/ 355448 h 761720"/>
                <a:gd name="csX27" fmla="*/ 94818 w 741089"/>
                <a:gd name="csY27" fmla="*/ 402488 h 761720"/>
                <a:gd name="csX28" fmla="*/ 112674 w 741089"/>
                <a:gd name="csY28" fmla="*/ 411461 h 761720"/>
                <a:gd name="csX29" fmla="*/ 111163 w 741089"/>
                <a:gd name="csY29" fmla="*/ 440658 h 761720"/>
                <a:gd name="csX30" fmla="*/ 65811 w 741089"/>
                <a:gd name="csY30" fmla="*/ 437413 h 761720"/>
                <a:gd name="csX31" fmla="*/ 30093 w 741089"/>
                <a:gd name="csY31" fmla="*/ 491700 h 761720"/>
                <a:gd name="csX32" fmla="*/ 40589 w 741089"/>
                <a:gd name="csY32" fmla="*/ 507054 h 761720"/>
                <a:gd name="csX33" fmla="*/ 44272 w 741089"/>
                <a:gd name="csY33" fmla="*/ 558203 h 761720"/>
                <a:gd name="csX34" fmla="*/ 36151 w 741089"/>
                <a:gd name="csY34" fmla="*/ 588156 h 761720"/>
                <a:gd name="csX35" fmla="*/ 63646 w 741089"/>
                <a:gd name="csY35" fmla="*/ 608381 h 761720"/>
                <a:gd name="csX36" fmla="*/ 56178 w 741089"/>
                <a:gd name="csY36" fmla="*/ 628707 h 761720"/>
                <a:gd name="csX37" fmla="*/ 40589 w 741089"/>
                <a:gd name="csY37" fmla="*/ 631088 h 761720"/>
                <a:gd name="csX38" fmla="*/ 56178 w 741089"/>
                <a:gd name="csY38" fmla="*/ 666776 h 761720"/>
                <a:gd name="csX39" fmla="*/ 47949 w 741089"/>
                <a:gd name="csY39" fmla="*/ 695217 h 761720"/>
                <a:gd name="csX40" fmla="*/ 23488 w 741089"/>
                <a:gd name="csY40" fmla="*/ 706895 h 761720"/>
                <a:gd name="csX41" fmla="*/ 28683 w 741089"/>
                <a:gd name="csY41" fmla="*/ 743013 h 761720"/>
                <a:gd name="csX42" fmla="*/ 0 w 741089"/>
                <a:gd name="csY42" fmla="*/ 761721 h 761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41089" h="761720">
                  <a:moveTo>
                    <a:pt x="741089" y="14275"/>
                  </a:moveTo>
                  <a:lnTo>
                    <a:pt x="738359" y="44012"/>
                  </a:lnTo>
                  <a:lnTo>
                    <a:pt x="716960" y="42278"/>
                  </a:lnTo>
                  <a:lnTo>
                    <a:pt x="680891" y="86830"/>
                  </a:lnTo>
                  <a:lnTo>
                    <a:pt x="657841" y="72561"/>
                  </a:lnTo>
                  <a:lnTo>
                    <a:pt x="676700" y="42818"/>
                  </a:lnTo>
                  <a:lnTo>
                    <a:pt x="626154" y="0"/>
                  </a:lnTo>
                  <a:lnTo>
                    <a:pt x="601389" y="16650"/>
                  </a:lnTo>
                  <a:lnTo>
                    <a:pt x="567671" y="11894"/>
                  </a:lnTo>
                  <a:lnTo>
                    <a:pt x="549827" y="84455"/>
                  </a:lnTo>
                  <a:lnTo>
                    <a:pt x="520046" y="115379"/>
                  </a:lnTo>
                  <a:lnTo>
                    <a:pt x="483470" y="91592"/>
                  </a:lnTo>
                  <a:lnTo>
                    <a:pt x="464674" y="109436"/>
                  </a:lnTo>
                  <a:lnTo>
                    <a:pt x="423018" y="99917"/>
                  </a:lnTo>
                  <a:lnTo>
                    <a:pt x="389300" y="59474"/>
                  </a:lnTo>
                  <a:lnTo>
                    <a:pt x="340722" y="83261"/>
                  </a:lnTo>
                  <a:lnTo>
                    <a:pt x="331832" y="143929"/>
                  </a:lnTo>
                  <a:lnTo>
                    <a:pt x="277413" y="116573"/>
                  </a:lnTo>
                  <a:lnTo>
                    <a:pt x="259550" y="127273"/>
                  </a:lnTo>
                  <a:lnTo>
                    <a:pt x="263449" y="152254"/>
                  </a:lnTo>
                  <a:lnTo>
                    <a:pt x="251651" y="168910"/>
                  </a:lnTo>
                  <a:lnTo>
                    <a:pt x="229788" y="159391"/>
                  </a:lnTo>
                  <a:lnTo>
                    <a:pt x="190170" y="208166"/>
                  </a:lnTo>
                  <a:lnTo>
                    <a:pt x="197098" y="239306"/>
                  </a:lnTo>
                  <a:lnTo>
                    <a:pt x="163220" y="292297"/>
                  </a:lnTo>
                  <a:lnTo>
                    <a:pt x="127502" y="303543"/>
                  </a:lnTo>
                  <a:lnTo>
                    <a:pt x="126746" y="355448"/>
                  </a:lnTo>
                  <a:lnTo>
                    <a:pt x="94818" y="402488"/>
                  </a:lnTo>
                  <a:lnTo>
                    <a:pt x="112674" y="411461"/>
                  </a:lnTo>
                  <a:lnTo>
                    <a:pt x="111163" y="440658"/>
                  </a:lnTo>
                  <a:lnTo>
                    <a:pt x="65811" y="437413"/>
                  </a:lnTo>
                  <a:lnTo>
                    <a:pt x="30093" y="491700"/>
                  </a:lnTo>
                  <a:lnTo>
                    <a:pt x="40589" y="507054"/>
                  </a:lnTo>
                  <a:lnTo>
                    <a:pt x="44272" y="558203"/>
                  </a:lnTo>
                  <a:lnTo>
                    <a:pt x="36151" y="588156"/>
                  </a:lnTo>
                  <a:lnTo>
                    <a:pt x="63646" y="608381"/>
                  </a:lnTo>
                  <a:lnTo>
                    <a:pt x="56178" y="628707"/>
                  </a:lnTo>
                  <a:lnTo>
                    <a:pt x="40589" y="631088"/>
                  </a:lnTo>
                  <a:lnTo>
                    <a:pt x="56178" y="666776"/>
                  </a:lnTo>
                  <a:lnTo>
                    <a:pt x="47949" y="695217"/>
                  </a:lnTo>
                  <a:lnTo>
                    <a:pt x="23488" y="706895"/>
                  </a:lnTo>
                  <a:lnTo>
                    <a:pt x="28683" y="743013"/>
                  </a:lnTo>
                  <a:lnTo>
                    <a:pt x="0" y="7617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8466FB84-95FA-0D51-6DF3-F6024E008CBF}"/>
                </a:ext>
              </a:extLst>
            </p:cNvPr>
            <p:cNvSpPr/>
            <p:nvPr/>
          </p:nvSpPr>
          <p:spPr>
            <a:xfrm>
              <a:off x="6680581" y="1259852"/>
              <a:ext cx="135063" cy="577456"/>
            </a:xfrm>
            <a:custGeom>
              <a:avLst/>
              <a:gdLst>
                <a:gd name="csX0" fmla="*/ 37782 w 135063"/>
                <a:gd name="csY0" fmla="*/ 0 h 577456"/>
                <a:gd name="csX1" fmla="*/ 20700 w 135063"/>
                <a:gd name="csY1" fmla="*/ 17520 h 577456"/>
                <a:gd name="csX2" fmla="*/ 30987 w 135063"/>
                <a:gd name="csY2" fmla="*/ 28658 h 577456"/>
                <a:gd name="csX3" fmla="*/ 18732 w 135063"/>
                <a:gd name="csY3" fmla="*/ 44882 h 577456"/>
                <a:gd name="csX4" fmla="*/ 28575 w 135063"/>
                <a:gd name="csY4" fmla="*/ 70510 h 577456"/>
                <a:gd name="csX5" fmla="*/ 54673 w 135063"/>
                <a:gd name="csY5" fmla="*/ 78727 h 577456"/>
                <a:gd name="csX6" fmla="*/ 60960 w 135063"/>
                <a:gd name="csY6" fmla="*/ 94729 h 577456"/>
                <a:gd name="csX7" fmla="*/ 77850 w 135063"/>
                <a:gd name="csY7" fmla="*/ 107277 h 577456"/>
                <a:gd name="csX8" fmla="*/ 72961 w 135063"/>
                <a:gd name="csY8" fmla="*/ 125876 h 577456"/>
                <a:gd name="csX9" fmla="*/ 41338 w 135063"/>
                <a:gd name="csY9" fmla="*/ 168478 h 577456"/>
                <a:gd name="csX10" fmla="*/ 83438 w 135063"/>
                <a:gd name="csY10" fmla="*/ 251098 h 577456"/>
                <a:gd name="csX11" fmla="*/ 63753 w 135063"/>
                <a:gd name="csY11" fmla="*/ 256502 h 577456"/>
                <a:gd name="csX12" fmla="*/ 69786 w 135063"/>
                <a:gd name="csY12" fmla="*/ 282893 h 577456"/>
                <a:gd name="csX13" fmla="*/ 59944 w 135063"/>
                <a:gd name="csY13" fmla="*/ 291217 h 577456"/>
                <a:gd name="csX14" fmla="*/ 64960 w 135063"/>
                <a:gd name="csY14" fmla="*/ 304298 h 577456"/>
                <a:gd name="csX15" fmla="*/ 80327 w 135063"/>
                <a:gd name="csY15" fmla="*/ 308083 h 577456"/>
                <a:gd name="csX16" fmla="*/ 85153 w 135063"/>
                <a:gd name="csY16" fmla="*/ 323875 h 577456"/>
                <a:gd name="csX17" fmla="*/ 75755 w 135063"/>
                <a:gd name="csY17" fmla="*/ 329279 h 577456"/>
                <a:gd name="csX18" fmla="*/ 81280 w 135063"/>
                <a:gd name="csY18" fmla="*/ 341719 h 577456"/>
                <a:gd name="csX19" fmla="*/ 94614 w 135063"/>
                <a:gd name="csY19" fmla="*/ 344964 h 577456"/>
                <a:gd name="csX20" fmla="*/ 101536 w 135063"/>
                <a:gd name="csY20" fmla="*/ 362801 h 577456"/>
                <a:gd name="csX21" fmla="*/ 76326 w 135063"/>
                <a:gd name="csY21" fmla="*/ 383350 h 577456"/>
                <a:gd name="csX22" fmla="*/ 135064 w 135063"/>
                <a:gd name="csY22" fmla="*/ 430174 h 577456"/>
                <a:gd name="csX23" fmla="*/ 122745 w 135063"/>
                <a:gd name="csY23" fmla="*/ 460127 h 577456"/>
                <a:gd name="csX24" fmla="*/ 58800 w 135063"/>
                <a:gd name="csY24" fmla="*/ 524142 h 577456"/>
                <a:gd name="csX25" fmla="*/ 0 w 135063"/>
                <a:gd name="csY25" fmla="*/ 577456 h 57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5063" h="577456">
                  <a:moveTo>
                    <a:pt x="37782" y="0"/>
                  </a:moveTo>
                  <a:lnTo>
                    <a:pt x="20700" y="17520"/>
                  </a:lnTo>
                  <a:lnTo>
                    <a:pt x="30987" y="28658"/>
                  </a:lnTo>
                  <a:lnTo>
                    <a:pt x="18732" y="44882"/>
                  </a:lnTo>
                  <a:lnTo>
                    <a:pt x="28575" y="70510"/>
                  </a:lnTo>
                  <a:lnTo>
                    <a:pt x="54673" y="78727"/>
                  </a:lnTo>
                  <a:lnTo>
                    <a:pt x="60960" y="94729"/>
                  </a:lnTo>
                  <a:lnTo>
                    <a:pt x="77850" y="107277"/>
                  </a:lnTo>
                  <a:lnTo>
                    <a:pt x="72961" y="125876"/>
                  </a:lnTo>
                  <a:lnTo>
                    <a:pt x="41338" y="168478"/>
                  </a:lnTo>
                  <a:lnTo>
                    <a:pt x="83438" y="251098"/>
                  </a:lnTo>
                  <a:lnTo>
                    <a:pt x="63753" y="256502"/>
                  </a:lnTo>
                  <a:lnTo>
                    <a:pt x="69786" y="282893"/>
                  </a:lnTo>
                  <a:lnTo>
                    <a:pt x="59944" y="291217"/>
                  </a:lnTo>
                  <a:lnTo>
                    <a:pt x="64960" y="304298"/>
                  </a:lnTo>
                  <a:lnTo>
                    <a:pt x="80327" y="308083"/>
                  </a:lnTo>
                  <a:lnTo>
                    <a:pt x="85153" y="323875"/>
                  </a:lnTo>
                  <a:lnTo>
                    <a:pt x="75755" y="329279"/>
                  </a:lnTo>
                  <a:lnTo>
                    <a:pt x="81280" y="341719"/>
                  </a:lnTo>
                  <a:lnTo>
                    <a:pt x="94614" y="344964"/>
                  </a:lnTo>
                  <a:lnTo>
                    <a:pt x="101536" y="362801"/>
                  </a:lnTo>
                  <a:lnTo>
                    <a:pt x="76326" y="383350"/>
                  </a:lnTo>
                  <a:lnTo>
                    <a:pt x="135064" y="430174"/>
                  </a:lnTo>
                  <a:lnTo>
                    <a:pt x="122745" y="460127"/>
                  </a:lnTo>
                  <a:lnTo>
                    <a:pt x="58800" y="524142"/>
                  </a:lnTo>
                  <a:lnTo>
                    <a:pt x="0" y="577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4E539764-33EB-5EE3-440E-968DCB1899A2}"/>
                </a:ext>
              </a:extLst>
            </p:cNvPr>
            <p:cNvSpPr/>
            <p:nvPr/>
          </p:nvSpPr>
          <p:spPr>
            <a:xfrm>
              <a:off x="6405435" y="1256068"/>
              <a:ext cx="132270" cy="241687"/>
            </a:xfrm>
            <a:custGeom>
              <a:avLst/>
              <a:gdLst>
                <a:gd name="csX0" fmla="*/ 0 w 132270"/>
                <a:gd name="csY0" fmla="*/ 0 h 241687"/>
                <a:gd name="csX1" fmla="*/ 54864 w 132270"/>
                <a:gd name="csY1" fmla="*/ 53746 h 241687"/>
                <a:gd name="csX2" fmla="*/ 94171 w 132270"/>
                <a:gd name="csY2" fmla="*/ 65424 h 241687"/>
                <a:gd name="csX3" fmla="*/ 112776 w 132270"/>
                <a:gd name="csY3" fmla="*/ 93326 h 241687"/>
                <a:gd name="csX4" fmla="*/ 105664 w 132270"/>
                <a:gd name="csY4" fmla="*/ 121006 h 241687"/>
                <a:gd name="csX5" fmla="*/ 120904 w 132270"/>
                <a:gd name="csY5" fmla="*/ 125120 h 241687"/>
                <a:gd name="csX6" fmla="*/ 120396 w 132270"/>
                <a:gd name="csY6" fmla="*/ 142418 h 241687"/>
                <a:gd name="csX7" fmla="*/ 109030 w 132270"/>
                <a:gd name="csY7" fmla="*/ 152584 h 241687"/>
                <a:gd name="csX8" fmla="*/ 125476 w 132270"/>
                <a:gd name="csY8" fmla="*/ 178861 h 241687"/>
                <a:gd name="csX9" fmla="*/ 122555 w 132270"/>
                <a:gd name="csY9" fmla="*/ 196380 h 241687"/>
                <a:gd name="csX10" fmla="*/ 112395 w 132270"/>
                <a:gd name="csY10" fmla="*/ 204597 h 241687"/>
                <a:gd name="csX11" fmla="*/ 115697 w 132270"/>
                <a:gd name="csY11" fmla="*/ 221253 h 241687"/>
                <a:gd name="csX12" fmla="*/ 132271 w 132270"/>
                <a:gd name="csY12" fmla="*/ 241687 h 241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2270" h="241687">
                  <a:moveTo>
                    <a:pt x="0" y="0"/>
                  </a:moveTo>
                  <a:lnTo>
                    <a:pt x="54864" y="53746"/>
                  </a:lnTo>
                  <a:lnTo>
                    <a:pt x="94171" y="65424"/>
                  </a:lnTo>
                  <a:lnTo>
                    <a:pt x="112776" y="93326"/>
                  </a:lnTo>
                  <a:lnTo>
                    <a:pt x="105664" y="121006"/>
                  </a:lnTo>
                  <a:lnTo>
                    <a:pt x="120904" y="125120"/>
                  </a:lnTo>
                  <a:lnTo>
                    <a:pt x="120396" y="142418"/>
                  </a:lnTo>
                  <a:lnTo>
                    <a:pt x="109030" y="152584"/>
                  </a:lnTo>
                  <a:lnTo>
                    <a:pt x="125476" y="178861"/>
                  </a:lnTo>
                  <a:lnTo>
                    <a:pt x="122555" y="196380"/>
                  </a:lnTo>
                  <a:lnTo>
                    <a:pt x="112395" y="204597"/>
                  </a:lnTo>
                  <a:lnTo>
                    <a:pt x="115697" y="221253"/>
                  </a:lnTo>
                  <a:lnTo>
                    <a:pt x="132271" y="24168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FCEFC98F-0F6D-6A5E-D8F4-E777FBEDDD02}"/>
                </a:ext>
              </a:extLst>
            </p:cNvPr>
            <p:cNvSpPr/>
            <p:nvPr/>
          </p:nvSpPr>
          <p:spPr>
            <a:xfrm>
              <a:off x="6275133" y="2519222"/>
              <a:ext cx="187451" cy="45421"/>
            </a:xfrm>
            <a:custGeom>
              <a:avLst/>
              <a:gdLst>
                <a:gd name="csX0" fmla="*/ 0 w 187451"/>
                <a:gd name="csY0" fmla="*/ 30169 h 45421"/>
                <a:gd name="csX1" fmla="*/ 26949 w 187451"/>
                <a:gd name="csY1" fmla="*/ 45422 h 45421"/>
                <a:gd name="csX2" fmla="*/ 57905 w 187451"/>
                <a:gd name="csY2" fmla="*/ 43688 h 45421"/>
                <a:gd name="csX3" fmla="*/ 64617 w 187451"/>
                <a:gd name="csY3" fmla="*/ 29089 h 45421"/>
                <a:gd name="csX4" fmla="*/ 84645 w 187451"/>
                <a:gd name="csY4" fmla="*/ 27470 h 45421"/>
                <a:gd name="csX5" fmla="*/ 92456 w 187451"/>
                <a:gd name="csY5" fmla="*/ 18059 h 45421"/>
                <a:gd name="csX6" fmla="*/ 113982 w 187451"/>
                <a:gd name="csY6" fmla="*/ 22276 h 45421"/>
                <a:gd name="csX7" fmla="*/ 125793 w 187451"/>
                <a:gd name="csY7" fmla="*/ 3461 h 45421"/>
                <a:gd name="csX8" fmla="*/ 160718 w 187451"/>
                <a:gd name="csY8" fmla="*/ 0 h 45421"/>
                <a:gd name="csX9" fmla="*/ 172529 w 187451"/>
                <a:gd name="csY9" fmla="*/ 15030 h 45421"/>
                <a:gd name="csX10" fmla="*/ 187452 w 187451"/>
                <a:gd name="csY10" fmla="*/ 9519 h 45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7451" h="45421">
                  <a:moveTo>
                    <a:pt x="0" y="30169"/>
                  </a:moveTo>
                  <a:lnTo>
                    <a:pt x="26949" y="45422"/>
                  </a:lnTo>
                  <a:lnTo>
                    <a:pt x="57905" y="43688"/>
                  </a:lnTo>
                  <a:lnTo>
                    <a:pt x="64617" y="29089"/>
                  </a:lnTo>
                  <a:lnTo>
                    <a:pt x="84645" y="27470"/>
                  </a:lnTo>
                  <a:lnTo>
                    <a:pt x="92456" y="18059"/>
                  </a:lnTo>
                  <a:lnTo>
                    <a:pt x="113982" y="22276"/>
                  </a:lnTo>
                  <a:lnTo>
                    <a:pt x="125793" y="3461"/>
                  </a:lnTo>
                  <a:lnTo>
                    <a:pt x="160718" y="0"/>
                  </a:lnTo>
                  <a:lnTo>
                    <a:pt x="172529" y="15030"/>
                  </a:lnTo>
                  <a:lnTo>
                    <a:pt x="187452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79E80BFD-A5C3-23F7-E7B4-A8FB3C785070}"/>
                </a:ext>
              </a:extLst>
            </p:cNvPr>
            <p:cNvSpPr/>
            <p:nvPr/>
          </p:nvSpPr>
          <p:spPr>
            <a:xfrm>
              <a:off x="6389623" y="2829255"/>
              <a:ext cx="292925" cy="107918"/>
            </a:xfrm>
            <a:custGeom>
              <a:avLst/>
              <a:gdLst>
                <a:gd name="csX0" fmla="*/ 292926 w 292925"/>
                <a:gd name="csY0" fmla="*/ 10382 h 107918"/>
                <a:gd name="csX1" fmla="*/ 274701 w 292925"/>
                <a:gd name="csY1" fmla="*/ 8433 h 107918"/>
                <a:gd name="csX2" fmla="*/ 264351 w 292925"/>
                <a:gd name="csY2" fmla="*/ 0 h 107918"/>
                <a:gd name="csX3" fmla="*/ 239205 w 292925"/>
                <a:gd name="csY3" fmla="*/ 6490 h 107918"/>
                <a:gd name="csX4" fmla="*/ 230759 w 292925"/>
                <a:gd name="csY4" fmla="*/ 18383 h 107918"/>
                <a:gd name="csX5" fmla="*/ 218440 w 292925"/>
                <a:gd name="csY5" fmla="*/ 16866 h 107918"/>
                <a:gd name="csX6" fmla="*/ 221932 w 292925"/>
                <a:gd name="csY6" fmla="*/ 34061 h 107918"/>
                <a:gd name="csX7" fmla="*/ 187579 w 292925"/>
                <a:gd name="csY7" fmla="*/ 36011 h 107918"/>
                <a:gd name="csX8" fmla="*/ 155575 w 292925"/>
                <a:gd name="csY8" fmla="*/ 23679 h 107918"/>
                <a:gd name="csX9" fmla="*/ 96584 w 292925"/>
                <a:gd name="csY9" fmla="*/ 34493 h 107918"/>
                <a:gd name="csX10" fmla="*/ 91567 w 292925"/>
                <a:gd name="csY10" fmla="*/ 43580 h 107918"/>
                <a:gd name="csX11" fmla="*/ 66167 w 292925"/>
                <a:gd name="csY11" fmla="*/ 44012 h 107918"/>
                <a:gd name="csX12" fmla="*/ 53086 w 292925"/>
                <a:gd name="csY12" fmla="*/ 54718 h 107918"/>
                <a:gd name="csX13" fmla="*/ 28702 w 292925"/>
                <a:gd name="csY13" fmla="*/ 56661 h 107918"/>
                <a:gd name="csX14" fmla="*/ 32576 w 292925"/>
                <a:gd name="csY14" fmla="*/ 68129 h 107918"/>
                <a:gd name="csX15" fmla="*/ 22987 w 292925"/>
                <a:gd name="csY15" fmla="*/ 72669 h 107918"/>
                <a:gd name="csX16" fmla="*/ 17971 w 292925"/>
                <a:gd name="csY16" fmla="*/ 89535 h 107918"/>
                <a:gd name="csX17" fmla="*/ 5652 w 292925"/>
                <a:gd name="csY17" fmla="*/ 92996 h 107918"/>
                <a:gd name="csX18" fmla="*/ 8255 w 292925"/>
                <a:gd name="csY18" fmla="*/ 101327 h 107918"/>
                <a:gd name="csX19" fmla="*/ 0 w 292925"/>
                <a:gd name="csY19" fmla="*/ 107918 h 107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2925" h="107918">
                  <a:moveTo>
                    <a:pt x="292926" y="10382"/>
                  </a:moveTo>
                  <a:lnTo>
                    <a:pt x="274701" y="8433"/>
                  </a:lnTo>
                  <a:lnTo>
                    <a:pt x="264351" y="0"/>
                  </a:lnTo>
                  <a:lnTo>
                    <a:pt x="239205" y="6490"/>
                  </a:lnTo>
                  <a:lnTo>
                    <a:pt x="230759" y="18383"/>
                  </a:lnTo>
                  <a:lnTo>
                    <a:pt x="218440" y="16866"/>
                  </a:lnTo>
                  <a:lnTo>
                    <a:pt x="221932" y="34061"/>
                  </a:lnTo>
                  <a:lnTo>
                    <a:pt x="187579" y="36011"/>
                  </a:lnTo>
                  <a:lnTo>
                    <a:pt x="155575" y="23679"/>
                  </a:lnTo>
                  <a:lnTo>
                    <a:pt x="96584" y="34493"/>
                  </a:lnTo>
                  <a:lnTo>
                    <a:pt x="91567" y="43580"/>
                  </a:lnTo>
                  <a:lnTo>
                    <a:pt x="66167" y="44012"/>
                  </a:lnTo>
                  <a:lnTo>
                    <a:pt x="53086" y="54718"/>
                  </a:lnTo>
                  <a:lnTo>
                    <a:pt x="28702" y="56661"/>
                  </a:lnTo>
                  <a:lnTo>
                    <a:pt x="32576" y="68129"/>
                  </a:lnTo>
                  <a:lnTo>
                    <a:pt x="22987" y="72669"/>
                  </a:lnTo>
                  <a:lnTo>
                    <a:pt x="17971" y="89535"/>
                  </a:lnTo>
                  <a:lnTo>
                    <a:pt x="5652" y="92996"/>
                  </a:lnTo>
                  <a:lnTo>
                    <a:pt x="8255" y="101327"/>
                  </a:lnTo>
                  <a:lnTo>
                    <a:pt x="0" y="1079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89F13A9F-5D21-2095-28EB-C4C9F717860F}"/>
                </a:ext>
              </a:extLst>
            </p:cNvPr>
            <p:cNvSpPr/>
            <p:nvPr/>
          </p:nvSpPr>
          <p:spPr>
            <a:xfrm>
              <a:off x="6610857" y="2847638"/>
              <a:ext cx="22986" cy="42062"/>
            </a:xfrm>
            <a:custGeom>
              <a:avLst/>
              <a:gdLst>
                <a:gd name="csX0" fmla="*/ 9525 w 22986"/>
                <a:gd name="csY0" fmla="*/ 0 h 42062"/>
                <a:gd name="csX1" fmla="*/ 20828 w 22986"/>
                <a:gd name="csY1" fmla="*/ 2273 h 42062"/>
                <a:gd name="csX2" fmla="*/ 22987 w 22986"/>
                <a:gd name="csY2" fmla="*/ 17304 h 42062"/>
                <a:gd name="csX3" fmla="*/ 11176 w 22986"/>
                <a:gd name="csY3" fmla="*/ 21412 h 42062"/>
                <a:gd name="csX4" fmla="*/ 11494 w 22986"/>
                <a:gd name="csY4" fmla="*/ 29845 h 42062"/>
                <a:gd name="csX5" fmla="*/ 0 w 22986"/>
                <a:gd name="csY5" fmla="*/ 42063 h 42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986" h="42062">
                  <a:moveTo>
                    <a:pt x="9525" y="0"/>
                  </a:moveTo>
                  <a:lnTo>
                    <a:pt x="20828" y="2273"/>
                  </a:lnTo>
                  <a:lnTo>
                    <a:pt x="22987" y="17304"/>
                  </a:lnTo>
                  <a:lnTo>
                    <a:pt x="11176" y="21412"/>
                  </a:lnTo>
                  <a:lnTo>
                    <a:pt x="11494" y="29845"/>
                  </a:lnTo>
                  <a:lnTo>
                    <a:pt x="0" y="420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DB261C3-F69C-452F-DFFE-F5D7135E86B8}"/>
                </a:ext>
              </a:extLst>
            </p:cNvPr>
            <p:cNvSpPr/>
            <p:nvPr/>
          </p:nvSpPr>
          <p:spPr>
            <a:xfrm>
              <a:off x="6546278" y="1991620"/>
              <a:ext cx="590930" cy="602005"/>
            </a:xfrm>
            <a:custGeom>
              <a:avLst/>
              <a:gdLst>
                <a:gd name="csX0" fmla="*/ 0 w 590930"/>
                <a:gd name="csY0" fmla="*/ 11678 h 602005"/>
                <a:gd name="csX1" fmla="*/ 32576 w 590930"/>
                <a:gd name="csY1" fmla="*/ 0 h 602005"/>
                <a:gd name="csX2" fmla="*/ 78677 w 590930"/>
                <a:gd name="csY2" fmla="*/ 32442 h 602005"/>
                <a:gd name="csX3" fmla="*/ 94234 w 590930"/>
                <a:gd name="csY3" fmla="*/ 24333 h 602005"/>
                <a:gd name="csX4" fmla="*/ 130619 w 590930"/>
                <a:gd name="csY4" fmla="*/ 46177 h 602005"/>
                <a:gd name="csX5" fmla="*/ 123127 w 590930"/>
                <a:gd name="csY5" fmla="*/ 70504 h 602005"/>
                <a:gd name="csX6" fmla="*/ 143192 w 590930"/>
                <a:gd name="csY6" fmla="*/ 95701 h 602005"/>
                <a:gd name="csX7" fmla="*/ 141477 w 590930"/>
                <a:gd name="csY7" fmla="*/ 112465 h 602005"/>
                <a:gd name="csX8" fmla="*/ 164719 w 590930"/>
                <a:gd name="csY8" fmla="*/ 124898 h 602005"/>
                <a:gd name="csX9" fmla="*/ 186499 w 590930"/>
                <a:gd name="csY9" fmla="*/ 121114 h 602005"/>
                <a:gd name="csX10" fmla="*/ 189420 w 590930"/>
                <a:gd name="csY10" fmla="*/ 137878 h 602005"/>
                <a:gd name="csX11" fmla="*/ 221107 w 590930"/>
                <a:gd name="csY11" fmla="*/ 129769 h 602005"/>
                <a:gd name="csX12" fmla="*/ 246443 w 590930"/>
                <a:gd name="csY12" fmla="*/ 146526 h 602005"/>
                <a:gd name="csX13" fmla="*/ 240474 w 590930"/>
                <a:gd name="csY13" fmla="*/ 162211 h 602005"/>
                <a:gd name="csX14" fmla="*/ 248920 w 590930"/>
                <a:gd name="csY14" fmla="*/ 173019 h 602005"/>
                <a:gd name="csX15" fmla="*/ 242760 w 590930"/>
                <a:gd name="csY15" fmla="*/ 186754 h 602005"/>
                <a:gd name="csX16" fmla="*/ 254635 w 590930"/>
                <a:gd name="csY16" fmla="*/ 196596 h 602005"/>
                <a:gd name="csX17" fmla="*/ 251206 w 590930"/>
                <a:gd name="csY17" fmla="*/ 207842 h 602005"/>
                <a:gd name="csX18" fmla="*/ 279908 w 590930"/>
                <a:gd name="csY18" fmla="*/ 231521 h 602005"/>
                <a:gd name="csX19" fmla="*/ 276098 w 590930"/>
                <a:gd name="csY19" fmla="*/ 246120 h 602005"/>
                <a:gd name="csX20" fmla="*/ 302958 w 590930"/>
                <a:gd name="csY20" fmla="*/ 250774 h 602005"/>
                <a:gd name="csX21" fmla="*/ 312547 w 590930"/>
                <a:gd name="csY21" fmla="*/ 272079 h 602005"/>
                <a:gd name="csX22" fmla="*/ 291655 w 590930"/>
                <a:gd name="csY22" fmla="*/ 286131 h 602005"/>
                <a:gd name="csX23" fmla="*/ 267017 w 590930"/>
                <a:gd name="csY23" fmla="*/ 277914 h 602005"/>
                <a:gd name="csX24" fmla="*/ 259016 w 590930"/>
                <a:gd name="csY24" fmla="*/ 288728 h 602005"/>
                <a:gd name="csX25" fmla="*/ 269684 w 590930"/>
                <a:gd name="csY25" fmla="*/ 302463 h 602005"/>
                <a:gd name="csX26" fmla="*/ 275336 w 590930"/>
                <a:gd name="csY26" fmla="*/ 339878 h 602005"/>
                <a:gd name="csX27" fmla="*/ 295465 w 590930"/>
                <a:gd name="csY27" fmla="*/ 341719 h 602005"/>
                <a:gd name="csX28" fmla="*/ 300355 w 590930"/>
                <a:gd name="csY28" fmla="*/ 328308 h 602005"/>
                <a:gd name="csX29" fmla="*/ 322199 w 590930"/>
                <a:gd name="csY29" fmla="*/ 331984 h 602005"/>
                <a:gd name="csX30" fmla="*/ 333375 w 590930"/>
                <a:gd name="csY30" fmla="*/ 324307 h 602005"/>
                <a:gd name="csX31" fmla="*/ 354902 w 590930"/>
                <a:gd name="csY31" fmla="*/ 326358 h 602005"/>
                <a:gd name="csX32" fmla="*/ 376427 w 590930"/>
                <a:gd name="csY32" fmla="*/ 359232 h 602005"/>
                <a:gd name="csX33" fmla="*/ 363791 w 590930"/>
                <a:gd name="csY33" fmla="*/ 364103 h 602005"/>
                <a:gd name="csX34" fmla="*/ 369253 w 590930"/>
                <a:gd name="csY34" fmla="*/ 387566 h 602005"/>
                <a:gd name="csX35" fmla="*/ 402717 w 590930"/>
                <a:gd name="csY35" fmla="*/ 389185 h 602005"/>
                <a:gd name="csX36" fmla="*/ 415417 w 590930"/>
                <a:gd name="csY36" fmla="*/ 412547 h 602005"/>
                <a:gd name="csX37" fmla="*/ 411035 w 590930"/>
                <a:gd name="csY37" fmla="*/ 422713 h 602005"/>
                <a:gd name="csX38" fmla="*/ 422656 w 590930"/>
                <a:gd name="csY38" fmla="*/ 437204 h 602005"/>
                <a:gd name="csX39" fmla="*/ 436690 w 590930"/>
                <a:gd name="csY39" fmla="*/ 430498 h 602005"/>
                <a:gd name="csX40" fmla="*/ 459359 w 590930"/>
                <a:gd name="csY40" fmla="*/ 442716 h 602005"/>
                <a:gd name="csX41" fmla="*/ 467233 w 590930"/>
                <a:gd name="csY41" fmla="*/ 435686 h 602005"/>
                <a:gd name="csX42" fmla="*/ 488124 w 590930"/>
                <a:gd name="csY42" fmla="*/ 430175 h 602005"/>
                <a:gd name="csX43" fmla="*/ 510730 w 590930"/>
                <a:gd name="csY43" fmla="*/ 457962 h 602005"/>
                <a:gd name="csX44" fmla="*/ 520827 w 590930"/>
                <a:gd name="csY44" fmla="*/ 449745 h 602005"/>
                <a:gd name="csX45" fmla="*/ 544322 w 590930"/>
                <a:gd name="csY45" fmla="*/ 462833 h 602005"/>
                <a:gd name="csX46" fmla="*/ 557213 w 590930"/>
                <a:gd name="csY46" fmla="*/ 462178 h 602005"/>
                <a:gd name="csX47" fmla="*/ 577088 w 590930"/>
                <a:gd name="csY47" fmla="*/ 476237 h 602005"/>
                <a:gd name="csX48" fmla="*/ 589661 w 590930"/>
                <a:gd name="csY48" fmla="*/ 475482 h 602005"/>
                <a:gd name="csX49" fmla="*/ 590931 w 590930"/>
                <a:gd name="csY49" fmla="*/ 494081 h 602005"/>
                <a:gd name="csX50" fmla="*/ 573850 w 590930"/>
                <a:gd name="csY50" fmla="*/ 504247 h 602005"/>
                <a:gd name="csX51" fmla="*/ 576770 w 590930"/>
                <a:gd name="csY51" fmla="*/ 510521 h 602005"/>
                <a:gd name="csX52" fmla="*/ 587057 w 590930"/>
                <a:gd name="csY52" fmla="*/ 514737 h 602005"/>
                <a:gd name="csX53" fmla="*/ 572579 w 590930"/>
                <a:gd name="csY53" fmla="*/ 528034 h 602005"/>
                <a:gd name="csX54" fmla="*/ 584454 w 590930"/>
                <a:gd name="csY54" fmla="*/ 546310 h 602005"/>
                <a:gd name="csX55" fmla="*/ 575818 w 590930"/>
                <a:gd name="csY55" fmla="*/ 567722 h 602005"/>
                <a:gd name="csX56" fmla="*/ 540703 w 590930"/>
                <a:gd name="csY56" fmla="*/ 567074 h 602005"/>
                <a:gd name="csX57" fmla="*/ 536511 w 590930"/>
                <a:gd name="csY57" fmla="*/ 577241 h 602005"/>
                <a:gd name="csX58" fmla="*/ 522033 w 590930"/>
                <a:gd name="csY58" fmla="*/ 580377 h 602005"/>
                <a:gd name="csX59" fmla="*/ 517589 w 590930"/>
                <a:gd name="csY59" fmla="*/ 602006 h 602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0930" h="602005">
                  <a:moveTo>
                    <a:pt x="0" y="11678"/>
                  </a:moveTo>
                  <a:lnTo>
                    <a:pt x="32576" y="0"/>
                  </a:lnTo>
                  <a:lnTo>
                    <a:pt x="78677" y="32442"/>
                  </a:lnTo>
                  <a:lnTo>
                    <a:pt x="94234" y="24333"/>
                  </a:lnTo>
                  <a:lnTo>
                    <a:pt x="130619" y="46177"/>
                  </a:lnTo>
                  <a:lnTo>
                    <a:pt x="123127" y="70504"/>
                  </a:lnTo>
                  <a:lnTo>
                    <a:pt x="143192" y="95701"/>
                  </a:lnTo>
                  <a:lnTo>
                    <a:pt x="141477" y="112465"/>
                  </a:lnTo>
                  <a:lnTo>
                    <a:pt x="164719" y="124898"/>
                  </a:lnTo>
                  <a:lnTo>
                    <a:pt x="186499" y="121114"/>
                  </a:lnTo>
                  <a:lnTo>
                    <a:pt x="189420" y="137878"/>
                  </a:lnTo>
                  <a:lnTo>
                    <a:pt x="221107" y="129769"/>
                  </a:lnTo>
                  <a:lnTo>
                    <a:pt x="246443" y="146526"/>
                  </a:lnTo>
                  <a:lnTo>
                    <a:pt x="240474" y="162211"/>
                  </a:lnTo>
                  <a:lnTo>
                    <a:pt x="248920" y="173019"/>
                  </a:lnTo>
                  <a:lnTo>
                    <a:pt x="242760" y="186754"/>
                  </a:lnTo>
                  <a:lnTo>
                    <a:pt x="254635" y="196596"/>
                  </a:lnTo>
                  <a:cubicBezTo>
                    <a:pt x="254635" y="196596"/>
                    <a:pt x="251206" y="206870"/>
                    <a:pt x="251206" y="207842"/>
                  </a:cubicBezTo>
                  <a:cubicBezTo>
                    <a:pt x="251206" y="208813"/>
                    <a:pt x="279908" y="231521"/>
                    <a:pt x="279908" y="231521"/>
                  </a:cubicBezTo>
                  <a:lnTo>
                    <a:pt x="276098" y="246120"/>
                  </a:lnTo>
                  <a:lnTo>
                    <a:pt x="302958" y="250774"/>
                  </a:lnTo>
                  <a:lnTo>
                    <a:pt x="312547" y="272079"/>
                  </a:lnTo>
                  <a:lnTo>
                    <a:pt x="291655" y="286131"/>
                  </a:lnTo>
                  <a:lnTo>
                    <a:pt x="267017" y="277914"/>
                  </a:lnTo>
                  <a:lnTo>
                    <a:pt x="259016" y="288728"/>
                  </a:lnTo>
                  <a:lnTo>
                    <a:pt x="269684" y="302463"/>
                  </a:lnTo>
                  <a:lnTo>
                    <a:pt x="275336" y="339878"/>
                  </a:lnTo>
                  <a:lnTo>
                    <a:pt x="295465" y="341719"/>
                  </a:lnTo>
                  <a:lnTo>
                    <a:pt x="300355" y="328308"/>
                  </a:lnTo>
                  <a:lnTo>
                    <a:pt x="322199" y="331984"/>
                  </a:lnTo>
                  <a:lnTo>
                    <a:pt x="333375" y="324307"/>
                  </a:lnTo>
                  <a:lnTo>
                    <a:pt x="354902" y="326358"/>
                  </a:lnTo>
                  <a:lnTo>
                    <a:pt x="376427" y="359232"/>
                  </a:lnTo>
                  <a:lnTo>
                    <a:pt x="363791" y="364103"/>
                  </a:lnTo>
                  <a:lnTo>
                    <a:pt x="369253" y="387566"/>
                  </a:lnTo>
                  <a:lnTo>
                    <a:pt x="402717" y="389185"/>
                  </a:lnTo>
                  <a:lnTo>
                    <a:pt x="415417" y="412547"/>
                  </a:lnTo>
                  <a:lnTo>
                    <a:pt x="411035" y="422713"/>
                  </a:lnTo>
                  <a:lnTo>
                    <a:pt x="422656" y="437204"/>
                  </a:lnTo>
                  <a:lnTo>
                    <a:pt x="436690" y="430498"/>
                  </a:lnTo>
                  <a:lnTo>
                    <a:pt x="459359" y="442716"/>
                  </a:lnTo>
                  <a:lnTo>
                    <a:pt x="467233" y="435686"/>
                  </a:lnTo>
                  <a:lnTo>
                    <a:pt x="488124" y="430175"/>
                  </a:lnTo>
                  <a:lnTo>
                    <a:pt x="510730" y="457962"/>
                  </a:lnTo>
                  <a:lnTo>
                    <a:pt x="520827" y="449745"/>
                  </a:lnTo>
                  <a:lnTo>
                    <a:pt x="544322" y="462833"/>
                  </a:lnTo>
                  <a:lnTo>
                    <a:pt x="557213" y="462178"/>
                  </a:lnTo>
                  <a:lnTo>
                    <a:pt x="577088" y="476237"/>
                  </a:lnTo>
                  <a:lnTo>
                    <a:pt x="589661" y="475482"/>
                  </a:lnTo>
                  <a:lnTo>
                    <a:pt x="590931" y="494081"/>
                  </a:lnTo>
                  <a:lnTo>
                    <a:pt x="573850" y="504247"/>
                  </a:lnTo>
                  <a:lnTo>
                    <a:pt x="576770" y="510521"/>
                  </a:lnTo>
                  <a:lnTo>
                    <a:pt x="587057" y="514737"/>
                  </a:lnTo>
                  <a:lnTo>
                    <a:pt x="572579" y="528034"/>
                  </a:lnTo>
                  <a:lnTo>
                    <a:pt x="584454" y="546310"/>
                  </a:lnTo>
                  <a:lnTo>
                    <a:pt x="575818" y="567722"/>
                  </a:lnTo>
                  <a:lnTo>
                    <a:pt x="540703" y="567074"/>
                  </a:lnTo>
                  <a:lnTo>
                    <a:pt x="536511" y="577241"/>
                  </a:lnTo>
                  <a:lnTo>
                    <a:pt x="522033" y="580377"/>
                  </a:lnTo>
                  <a:lnTo>
                    <a:pt x="517589" y="6020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1E3DAA72-87C7-2C27-14A5-19370888A80B}"/>
                </a:ext>
              </a:extLst>
            </p:cNvPr>
            <p:cNvSpPr/>
            <p:nvPr/>
          </p:nvSpPr>
          <p:spPr>
            <a:xfrm>
              <a:off x="7134288" y="2759182"/>
              <a:ext cx="324484" cy="110623"/>
            </a:xfrm>
            <a:custGeom>
              <a:avLst/>
              <a:gdLst>
                <a:gd name="csX0" fmla="*/ 0 w 324484"/>
                <a:gd name="csY0" fmla="*/ 9512 h 110623"/>
                <a:gd name="csX1" fmla="*/ 8572 w 324484"/>
                <a:gd name="csY1" fmla="*/ 0 h 110623"/>
                <a:gd name="csX2" fmla="*/ 68834 w 324484"/>
                <a:gd name="csY2" fmla="*/ 20002 h 110623"/>
                <a:gd name="csX3" fmla="*/ 103695 w 324484"/>
                <a:gd name="csY3" fmla="*/ 18491 h 110623"/>
                <a:gd name="csX4" fmla="*/ 145415 w 324484"/>
                <a:gd name="csY4" fmla="*/ 47904 h 110623"/>
                <a:gd name="csX5" fmla="*/ 178054 w 324484"/>
                <a:gd name="csY5" fmla="*/ 39795 h 110623"/>
                <a:gd name="csX6" fmla="*/ 212916 w 324484"/>
                <a:gd name="csY6" fmla="*/ 51689 h 110623"/>
                <a:gd name="csX7" fmla="*/ 211518 w 324484"/>
                <a:gd name="csY7" fmla="*/ 65640 h 110623"/>
                <a:gd name="csX8" fmla="*/ 257493 w 324484"/>
                <a:gd name="csY8" fmla="*/ 84779 h 110623"/>
                <a:gd name="csX9" fmla="*/ 294767 w 324484"/>
                <a:gd name="csY9" fmla="*/ 110623 h 110623"/>
                <a:gd name="csX10" fmla="*/ 324485 w 324484"/>
                <a:gd name="csY10" fmla="*/ 84779 h 110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484" h="110623">
                  <a:moveTo>
                    <a:pt x="0" y="9512"/>
                  </a:moveTo>
                  <a:lnTo>
                    <a:pt x="8572" y="0"/>
                  </a:lnTo>
                  <a:lnTo>
                    <a:pt x="68834" y="20002"/>
                  </a:lnTo>
                  <a:lnTo>
                    <a:pt x="103695" y="18491"/>
                  </a:lnTo>
                  <a:lnTo>
                    <a:pt x="145415" y="47904"/>
                  </a:lnTo>
                  <a:lnTo>
                    <a:pt x="178054" y="39795"/>
                  </a:lnTo>
                  <a:lnTo>
                    <a:pt x="212916" y="51689"/>
                  </a:lnTo>
                  <a:lnTo>
                    <a:pt x="211518" y="65640"/>
                  </a:lnTo>
                  <a:lnTo>
                    <a:pt x="257493" y="84779"/>
                  </a:lnTo>
                  <a:lnTo>
                    <a:pt x="294767" y="110623"/>
                  </a:lnTo>
                  <a:lnTo>
                    <a:pt x="324485" y="847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CED38CFB-E35C-1118-BE69-578ED4CC3237}"/>
                </a:ext>
              </a:extLst>
            </p:cNvPr>
            <p:cNvSpPr/>
            <p:nvPr/>
          </p:nvSpPr>
          <p:spPr>
            <a:xfrm>
              <a:off x="6515925" y="2104085"/>
              <a:ext cx="171894" cy="131603"/>
            </a:xfrm>
            <a:custGeom>
              <a:avLst/>
              <a:gdLst>
                <a:gd name="csX0" fmla="*/ 171894 w 171894"/>
                <a:gd name="csY0" fmla="*/ 0 h 131603"/>
                <a:gd name="csX1" fmla="*/ 114236 w 171894"/>
                <a:gd name="csY1" fmla="*/ 26168 h 131603"/>
                <a:gd name="csX2" fmla="*/ 109792 w 171894"/>
                <a:gd name="csY2" fmla="*/ 44336 h 131603"/>
                <a:gd name="csX3" fmla="*/ 123063 w 171894"/>
                <a:gd name="csY3" fmla="*/ 51581 h 131603"/>
                <a:gd name="csX4" fmla="*/ 117221 w 171894"/>
                <a:gd name="csY4" fmla="*/ 69317 h 131603"/>
                <a:gd name="csX5" fmla="*/ 84455 w 171894"/>
                <a:gd name="csY5" fmla="*/ 76778 h 131603"/>
                <a:gd name="csX6" fmla="*/ 78042 w 171894"/>
                <a:gd name="csY6" fmla="*/ 99270 h 131603"/>
                <a:gd name="csX7" fmla="*/ 83820 w 171894"/>
                <a:gd name="csY7" fmla="*/ 116465 h 131603"/>
                <a:gd name="csX8" fmla="*/ 63436 w 171894"/>
                <a:gd name="csY8" fmla="*/ 125114 h 131603"/>
                <a:gd name="csX9" fmla="*/ 55118 w 171894"/>
                <a:gd name="csY9" fmla="*/ 116681 h 131603"/>
                <a:gd name="csX10" fmla="*/ 29781 w 171894"/>
                <a:gd name="csY10" fmla="*/ 131604 h 131603"/>
                <a:gd name="csX11" fmla="*/ 0 w 171894"/>
                <a:gd name="csY11" fmla="*/ 128035 h 131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894" h="131603">
                  <a:moveTo>
                    <a:pt x="171894" y="0"/>
                  </a:moveTo>
                  <a:lnTo>
                    <a:pt x="114236" y="26168"/>
                  </a:lnTo>
                  <a:lnTo>
                    <a:pt x="109792" y="44336"/>
                  </a:lnTo>
                  <a:lnTo>
                    <a:pt x="123063" y="51581"/>
                  </a:lnTo>
                  <a:lnTo>
                    <a:pt x="117221" y="69317"/>
                  </a:lnTo>
                  <a:lnTo>
                    <a:pt x="84455" y="76778"/>
                  </a:lnTo>
                  <a:lnTo>
                    <a:pt x="78042" y="99270"/>
                  </a:lnTo>
                  <a:lnTo>
                    <a:pt x="83820" y="116465"/>
                  </a:lnTo>
                  <a:lnTo>
                    <a:pt x="63436" y="125114"/>
                  </a:lnTo>
                  <a:lnTo>
                    <a:pt x="55118" y="116681"/>
                  </a:lnTo>
                  <a:lnTo>
                    <a:pt x="29781" y="131604"/>
                  </a:lnTo>
                  <a:lnTo>
                    <a:pt x="0" y="12803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0F88ED60-E768-D44B-0C6D-7A6F0425C249}"/>
                </a:ext>
              </a:extLst>
            </p:cNvPr>
            <p:cNvSpPr/>
            <p:nvPr/>
          </p:nvSpPr>
          <p:spPr>
            <a:xfrm>
              <a:off x="6431724" y="2155234"/>
              <a:ext cx="57467" cy="54717"/>
            </a:xfrm>
            <a:custGeom>
              <a:avLst/>
              <a:gdLst>
                <a:gd name="csX0" fmla="*/ 0 w 57467"/>
                <a:gd name="csY0" fmla="*/ 0 h 54717"/>
                <a:gd name="csX1" fmla="*/ 57467 w 57467"/>
                <a:gd name="csY1" fmla="*/ 16865 h 54717"/>
                <a:gd name="csX2" fmla="*/ 49085 w 57467"/>
                <a:gd name="csY2" fmla="*/ 54718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467" h="54717">
                  <a:moveTo>
                    <a:pt x="0" y="0"/>
                  </a:moveTo>
                  <a:lnTo>
                    <a:pt x="57467" y="16865"/>
                  </a:lnTo>
                  <a:lnTo>
                    <a:pt x="49085" y="547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6B45D4E6-7836-A226-3D81-EA377646EC92}"/>
                </a:ext>
              </a:extLst>
            </p:cNvPr>
            <p:cNvSpPr/>
            <p:nvPr/>
          </p:nvSpPr>
          <p:spPr>
            <a:xfrm>
              <a:off x="6423278" y="2087321"/>
              <a:ext cx="206883" cy="42932"/>
            </a:xfrm>
            <a:custGeom>
              <a:avLst/>
              <a:gdLst>
                <a:gd name="csX0" fmla="*/ 0 w 206883"/>
                <a:gd name="csY0" fmla="*/ 20549 h 42932"/>
                <a:gd name="csX1" fmla="*/ 35941 w 206883"/>
                <a:gd name="csY1" fmla="*/ 2381 h 42932"/>
                <a:gd name="csX2" fmla="*/ 122873 w 206883"/>
                <a:gd name="csY2" fmla="*/ 10490 h 42932"/>
                <a:gd name="csX3" fmla="*/ 142240 w 206883"/>
                <a:gd name="csY3" fmla="*/ 0 h 42932"/>
                <a:gd name="csX4" fmla="*/ 152654 w 206883"/>
                <a:gd name="csY4" fmla="*/ 14599 h 42932"/>
                <a:gd name="csX5" fmla="*/ 176466 w 206883"/>
                <a:gd name="csY5" fmla="*/ 18599 h 42932"/>
                <a:gd name="csX6" fmla="*/ 206883 w 206883"/>
                <a:gd name="csY6" fmla="*/ 42932 h 42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6883" h="42932">
                  <a:moveTo>
                    <a:pt x="0" y="20549"/>
                  </a:moveTo>
                  <a:lnTo>
                    <a:pt x="35941" y="2381"/>
                  </a:lnTo>
                  <a:lnTo>
                    <a:pt x="122873" y="10490"/>
                  </a:lnTo>
                  <a:lnTo>
                    <a:pt x="142240" y="0"/>
                  </a:lnTo>
                  <a:lnTo>
                    <a:pt x="152654" y="14599"/>
                  </a:lnTo>
                  <a:lnTo>
                    <a:pt x="176466" y="18599"/>
                  </a:lnTo>
                  <a:lnTo>
                    <a:pt x="206883" y="429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2338A521-FAFD-DC33-7B4E-484E0085567F}"/>
                </a:ext>
              </a:extLst>
            </p:cNvPr>
            <p:cNvSpPr/>
            <p:nvPr/>
          </p:nvSpPr>
          <p:spPr>
            <a:xfrm>
              <a:off x="6516623" y="2330849"/>
              <a:ext cx="305181" cy="49523"/>
            </a:xfrm>
            <a:custGeom>
              <a:avLst/>
              <a:gdLst>
                <a:gd name="csX0" fmla="*/ 305181 w 305181"/>
                <a:gd name="csY0" fmla="*/ 648 h 49523"/>
                <a:gd name="csX1" fmla="*/ 278384 w 305181"/>
                <a:gd name="csY1" fmla="*/ 0 h 49523"/>
                <a:gd name="csX2" fmla="*/ 262001 w 305181"/>
                <a:gd name="csY2" fmla="*/ 22492 h 49523"/>
                <a:gd name="csX3" fmla="*/ 267843 w 305181"/>
                <a:gd name="csY3" fmla="*/ 40875 h 49523"/>
                <a:gd name="csX4" fmla="*/ 248412 w 305181"/>
                <a:gd name="csY4" fmla="*/ 49524 h 49523"/>
                <a:gd name="csX5" fmla="*/ 238760 w 305181"/>
                <a:gd name="csY5" fmla="*/ 34817 h 49523"/>
                <a:gd name="csX6" fmla="*/ 212154 w 305181"/>
                <a:gd name="csY6" fmla="*/ 38926 h 49523"/>
                <a:gd name="csX7" fmla="*/ 205422 w 305181"/>
                <a:gd name="csY7" fmla="*/ 26816 h 49523"/>
                <a:gd name="csX8" fmla="*/ 150558 w 305181"/>
                <a:gd name="csY8" fmla="*/ 34169 h 49523"/>
                <a:gd name="csX9" fmla="*/ 129349 w 305181"/>
                <a:gd name="csY9" fmla="*/ 17843 h 49523"/>
                <a:gd name="csX10" fmla="*/ 32258 w 305181"/>
                <a:gd name="csY10" fmla="*/ 9944 h 49523"/>
                <a:gd name="csX11" fmla="*/ 19241 w 305181"/>
                <a:gd name="csY11" fmla="*/ 28873 h 49523"/>
                <a:gd name="csX12" fmla="*/ 0 w 305181"/>
                <a:gd name="csY12" fmla="*/ 27356 h 49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5181" h="49523">
                  <a:moveTo>
                    <a:pt x="305181" y="648"/>
                  </a:moveTo>
                  <a:lnTo>
                    <a:pt x="278384" y="0"/>
                  </a:lnTo>
                  <a:lnTo>
                    <a:pt x="262001" y="22492"/>
                  </a:lnTo>
                  <a:lnTo>
                    <a:pt x="267843" y="40875"/>
                  </a:lnTo>
                  <a:lnTo>
                    <a:pt x="248412" y="49524"/>
                  </a:lnTo>
                  <a:lnTo>
                    <a:pt x="238760" y="34817"/>
                  </a:lnTo>
                  <a:lnTo>
                    <a:pt x="212154" y="38926"/>
                  </a:lnTo>
                  <a:lnTo>
                    <a:pt x="205422" y="26816"/>
                  </a:lnTo>
                  <a:lnTo>
                    <a:pt x="150558" y="34169"/>
                  </a:lnTo>
                  <a:lnTo>
                    <a:pt x="129349" y="17843"/>
                  </a:lnTo>
                  <a:lnTo>
                    <a:pt x="32258" y="9944"/>
                  </a:lnTo>
                  <a:lnTo>
                    <a:pt x="19241" y="28873"/>
                  </a:lnTo>
                  <a:lnTo>
                    <a:pt x="0" y="273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F413F077-A3AB-283B-6394-93124E01A971}"/>
                </a:ext>
              </a:extLst>
            </p:cNvPr>
            <p:cNvSpPr/>
            <p:nvPr/>
          </p:nvSpPr>
          <p:spPr>
            <a:xfrm>
              <a:off x="6490080" y="2526144"/>
              <a:ext cx="284987" cy="117113"/>
            </a:xfrm>
            <a:custGeom>
              <a:avLst/>
              <a:gdLst>
                <a:gd name="csX0" fmla="*/ 0 w 284987"/>
                <a:gd name="csY0" fmla="*/ 26930 h 117113"/>
                <a:gd name="csX1" fmla="*/ 63119 w 284987"/>
                <a:gd name="csY1" fmla="*/ 28118 h 117113"/>
                <a:gd name="csX2" fmla="*/ 79883 w 284987"/>
                <a:gd name="csY2" fmla="*/ 41631 h 117113"/>
                <a:gd name="csX3" fmla="*/ 94298 w 284987"/>
                <a:gd name="csY3" fmla="*/ 29197 h 117113"/>
                <a:gd name="csX4" fmla="*/ 125984 w 284987"/>
                <a:gd name="csY4" fmla="*/ 25952 h 117113"/>
                <a:gd name="csX5" fmla="*/ 142748 w 284987"/>
                <a:gd name="csY5" fmla="*/ 5410 h 117113"/>
                <a:gd name="csX6" fmla="*/ 177927 w 284987"/>
                <a:gd name="csY6" fmla="*/ 0 h 117113"/>
                <a:gd name="csX7" fmla="*/ 235013 w 284987"/>
                <a:gd name="csY7" fmla="*/ 28658 h 117113"/>
                <a:gd name="csX8" fmla="*/ 234442 w 284987"/>
                <a:gd name="csY8" fmla="*/ 51905 h 117113"/>
                <a:gd name="csX9" fmla="*/ 253746 w 284987"/>
                <a:gd name="csY9" fmla="*/ 62719 h 117113"/>
                <a:gd name="csX10" fmla="*/ 251206 w 284987"/>
                <a:gd name="csY10" fmla="*/ 81642 h 117113"/>
                <a:gd name="csX11" fmla="*/ 265621 w 284987"/>
                <a:gd name="csY11" fmla="*/ 88132 h 117113"/>
                <a:gd name="csX12" fmla="*/ 284988 w 284987"/>
                <a:gd name="csY12" fmla="*/ 117113 h 117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4987" h="117113">
                  <a:moveTo>
                    <a:pt x="0" y="26930"/>
                  </a:moveTo>
                  <a:lnTo>
                    <a:pt x="63119" y="28118"/>
                  </a:lnTo>
                  <a:lnTo>
                    <a:pt x="79883" y="41631"/>
                  </a:lnTo>
                  <a:lnTo>
                    <a:pt x="94298" y="29197"/>
                  </a:lnTo>
                  <a:lnTo>
                    <a:pt x="125984" y="25952"/>
                  </a:lnTo>
                  <a:lnTo>
                    <a:pt x="142748" y="5410"/>
                  </a:lnTo>
                  <a:lnTo>
                    <a:pt x="177927" y="0"/>
                  </a:lnTo>
                  <a:lnTo>
                    <a:pt x="235013" y="28658"/>
                  </a:lnTo>
                  <a:lnTo>
                    <a:pt x="234442" y="51905"/>
                  </a:lnTo>
                  <a:lnTo>
                    <a:pt x="253746" y="62719"/>
                  </a:lnTo>
                  <a:lnTo>
                    <a:pt x="251206" y="81642"/>
                  </a:lnTo>
                  <a:lnTo>
                    <a:pt x="265621" y="88132"/>
                  </a:lnTo>
                  <a:lnTo>
                    <a:pt x="284988" y="1171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A71AE3D0-BB2B-72E5-7C4E-F63DE9FA9519}"/>
                </a:ext>
              </a:extLst>
            </p:cNvPr>
            <p:cNvSpPr/>
            <p:nvPr/>
          </p:nvSpPr>
          <p:spPr>
            <a:xfrm>
              <a:off x="6632829" y="2531554"/>
              <a:ext cx="113664" cy="156578"/>
            </a:xfrm>
            <a:custGeom>
              <a:avLst/>
              <a:gdLst>
                <a:gd name="csX0" fmla="*/ 0 w 113664"/>
                <a:gd name="csY0" fmla="*/ 0 h 156578"/>
                <a:gd name="csX1" fmla="*/ 58229 w 113664"/>
                <a:gd name="csY1" fmla="*/ 94615 h 156578"/>
                <a:gd name="csX2" fmla="*/ 52006 w 113664"/>
                <a:gd name="csY2" fmla="*/ 142526 h 156578"/>
                <a:gd name="csX3" fmla="*/ 74485 w 113664"/>
                <a:gd name="csY3" fmla="*/ 156578 h 156578"/>
                <a:gd name="csX4" fmla="*/ 89408 w 113664"/>
                <a:gd name="csY4" fmla="*/ 145656 h 156578"/>
                <a:gd name="csX5" fmla="*/ 113664 w 113664"/>
                <a:gd name="csY5" fmla="*/ 155931 h 156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664" h="156578">
                  <a:moveTo>
                    <a:pt x="0" y="0"/>
                  </a:moveTo>
                  <a:lnTo>
                    <a:pt x="58229" y="94615"/>
                  </a:lnTo>
                  <a:lnTo>
                    <a:pt x="52006" y="142526"/>
                  </a:lnTo>
                  <a:lnTo>
                    <a:pt x="74485" y="156578"/>
                  </a:lnTo>
                  <a:lnTo>
                    <a:pt x="89408" y="145656"/>
                  </a:lnTo>
                  <a:lnTo>
                    <a:pt x="113664" y="1559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4A91953-84D2-54A0-E272-CAAE43E89938}"/>
                </a:ext>
              </a:extLst>
            </p:cNvPr>
            <p:cNvSpPr/>
            <p:nvPr/>
          </p:nvSpPr>
          <p:spPr>
            <a:xfrm>
              <a:off x="6341802" y="2705220"/>
              <a:ext cx="76524" cy="180695"/>
            </a:xfrm>
            <a:custGeom>
              <a:avLst/>
              <a:gdLst>
                <a:gd name="csX0" fmla="*/ 0 w 76524"/>
                <a:gd name="csY0" fmla="*/ 0 h 180695"/>
                <a:gd name="csX1" fmla="*/ 16135 w 76524"/>
                <a:gd name="csY1" fmla="*/ 3677 h 180695"/>
                <a:gd name="csX2" fmla="*/ 8115 w 76524"/>
                <a:gd name="csY2" fmla="*/ 22923 h 180695"/>
                <a:gd name="csX3" fmla="*/ 23375 w 76524"/>
                <a:gd name="csY3" fmla="*/ 37090 h 180695"/>
                <a:gd name="csX4" fmla="*/ 23184 w 76524"/>
                <a:gd name="csY4" fmla="*/ 56559 h 180695"/>
                <a:gd name="csX5" fmla="*/ 16326 w 76524"/>
                <a:gd name="csY5" fmla="*/ 64452 h 180695"/>
                <a:gd name="csX6" fmla="*/ 52902 w 76524"/>
                <a:gd name="csY6" fmla="*/ 88348 h 180695"/>
                <a:gd name="csX7" fmla="*/ 42425 w 76524"/>
                <a:gd name="csY7" fmla="*/ 104134 h 180695"/>
                <a:gd name="csX8" fmla="*/ 63507 w 76524"/>
                <a:gd name="csY8" fmla="*/ 131712 h 180695"/>
                <a:gd name="csX9" fmla="*/ 59442 w 76524"/>
                <a:gd name="csY9" fmla="*/ 163506 h 180695"/>
                <a:gd name="csX10" fmla="*/ 76524 w 76524"/>
                <a:gd name="csY10" fmla="*/ 180696 h 180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524" h="180695">
                  <a:moveTo>
                    <a:pt x="0" y="0"/>
                  </a:moveTo>
                  <a:lnTo>
                    <a:pt x="16135" y="3677"/>
                  </a:lnTo>
                  <a:lnTo>
                    <a:pt x="8115" y="22923"/>
                  </a:lnTo>
                  <a:lnTo>
                    <a:pt x="23375" y="37090"/>
                  </a:lnTo>
                  <a:lnTo>
                    <a:pt x="23184" y="56559"/>
                  </a:lnTo>
                  <a:lnTo>
                    <a:pt x="16326" y="64452"/>
                  </a:lnTo>
                  <a:lnTo>
                    <a:pt x="52902" y="88348"/>
                  </a:lnTo>
                  <a:lnTo>
                    <a:pt x="42425" y="104134"/>
                  </a:lnTo>
                  <a:lnTo>
                    <a:pt x="63507" y="131712"/>
                  </a:lnTo>
                  <a:lnTo>
                    <a:pt x="59442" y="163506"/>
                  </a:lnTo>
                  <a:lnTo>
                    <a:pt x="76524" y="1806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28C3C2AD-BCFE-0DCB-C41E-DC8F273715AD}"/>
                </a:ext>
              </a:extLst>
            </p:cNvPr>
            <p:cNvSpPr/>
            <p:nvPr/>
          </p:nvSpPr>
          <p:spPr>
            <a:xfrm>
              <a:off x="6326435" y="2761449"/>
              <a:ext cx="31693" cy="33305"/>
            </a:xfrm>
            <a:custGeom>
              <a:avLst/>
              <a:gdLst>
                <a:gd name="csX0" fmla="*/ 31693 w 31693"/>
                <a:gd name="csY0" fmla="*/ 8223 h 33305"/>
                <a:gd name="csX1" fmla="*/ 17964 w 31693"/>
                <a:gd name="csY1" fmla="*/ 0 h 33305"/>
                <a:gd name="csX2" fmla="*/ 0 w 31693"/>
                <a:gd name="csY2" fmla="*/ 3330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693" h="33305">
                  <a:moveTo>
                    <a:pt x="31693" y="8223"/>
                  </a:moveTo>
                  <a:lnTo>
                    <a:pt x="17964" y="0"/>
                  </a:lnTo>
                  <a:lnTo>
                    <a:pt x="0" y="333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ADBF4505-045A-B4C6-D93C-1B9D5F4A3AA7}"/>
                </a:ext>
              </a:extLst>
            </p:cNvPr>
            <p:cNvSpPr/>
            <p:nvPr/>
          </p:nvSpPr>
          <p:spPr>
            <a:xfrm>
              <a:off x="6356984" y="2806547"/>
              <a:ext cx="27241" cy="31032"/>
            </a:xfrm>
            <a:custGeom>
              <a:avLst/>
              <a:gdLst>
                <a:gd name="csX0" fmla="*/ 27242 w 27241"/>
                <a:gd name="csY0" fmla="*/ 2807 h 31032"/>
                <a:gd name="csX1" fmla="*/ 18034 w 27241"/>
                <a:gd name="csY1" fmla="*/ 8649 h 31032"/>
                <a:gd name="csX2" fmla="*/ 8827 w 27241"/>
                <a:gd name="csY2" fmla="*/ 0 h 31032"/>
                <a:gd name="csX3" fmla="*/ 0 w 27241"/>
                <a:gd name="csY3" fmla="*/ 31032 h 3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241" h="31032">
                  <a:moveTo>
                    <a:pt x="27242" y="2807"/>
                  </a:moveTo>
                  <a:lnTo>
                    <a:pt x="18034" y="8649"/>
                  </a:lnTo>
                  <a:lnTo>
                    <a:pt x="8827" y="0"/>
                  </a:lnTo>
                  <a:lnTo>
                    <a:pt x="0" y="310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040BAF26-A39B-F9D3-C535-A637A149A91D}"/>
                </a:ext>
              </a:extLst>
            </p:cNvPr>
            <p:cNvSpPr/>
            <p:nvPr/>
          </p:nvSpPr>
          <p:spPr>
            <a:xfrm>
              <a:off x="6291688" y="2780163"/>
              <a:ext cx="34747" cy="31572"/>
            </a:xfrm>
            <a:custGeom>
              <a:avLst/>
              <a:gdLst>
                <a:gd name="csX0" fmla="*/ 0 w 34747"/>
                <a:gd name="csY0" fmla="*/ 8649 h 31572"/>
                <a:gd name="csX1" fmla="*/ 11906 w 34747"/>
                <a:gd name="csY1" fmla="*/ 0 h 31572"/>
                <a:gd name="csX2" fmla="*/ 34747 w 34747"/>
                <a:gd name="csY2" fmla="*/ 14599 h 31572"/>
                <a:gd name="csX3" fmla="*/ 33122 w 34747"/>
                <a:gd name="csY3" fmla="*/ 31572 h 31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747" h="31572">
                  <a:moveTo>
                    <a:pt x="0" y="8649"/>
                  </a:moveTo>
                  <a:lnTo>
                    <a:pt x="11906" y="0"/>
                  </a:lnTo>
                  <a:lnTo>
                    <a:pt x="34747" y="14599"/>
                  </a:lnTo>
                  <a:lnTo>
                    <a:pt x="33122" y="3157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4A4E3A7C-C743-A083-1279-AF946CC5C3B9}"/>
                </a:ext>
              </a:extLst>
            </p:cNvPr>
            <p:cNvSpPr/>
            <p:nvPr/>
          </p:nvSpPr>
          <p:spPr>
            <a:xfrm>
              <a:off x="6391402" y="2642717"/>
              <a:ext cx="103758" cy="219195"/>
            </a:xfrm>
            <a:custGeom>
              <a:avLst/>
              <a:gdLst>
                <a:gd name="csX0" fmla="*/ 0 w 103758"/>
                <a:gd name="csY0" fmla="*/ 0 h 219195"/>
                <a:gd name="csX1" fmla="*/ 20955 w 103758"/>
                <a:gd name="csY1" fmla="*/ 34925 h 219195"/>
                <a:gd name="csX2" fmla="*/ 45339 w 103758"/>
                <a:gd name="csY2" fmla="*/ 47257 h 219195"/>
                <a:gd name="csX3" fmla="*/ 44767 w 103758"/>
                <a:gd name="csY3" fmla="*/ 66828 h 219195"/>
                <a:gd name="csX4" fmla="*/ 63500 w 103758"/>
                <a:gd name="csY4" fmla="*/ 73533 h 219195"/>
                <a:gd name="csX5" fmla="*/ 74866 w 103758"/>
                <a:gd name="csY5" fmla="*/ 63690 h 219195"/>
                <a:gd name="csX6" fmla="*/ 93789 w 103758"/>
                <a:gd name="csY6" fmla="*/ 75698 h 219195"/>
                <a:gd name="csX7" fmla="*/ 85344 w 103758"/>
                <a:gd name="csY7" fmla="*/ 84995 h 219195"/>
                <a:gd name="csX8" fmla="*/ 95314 w 103758"/>
                <a:gd name="csY8" fmla="*/ 92456 h 219195"/>
                <a:gd name="csX9" fmla="*/ 78994 w 103758"/>
                <a:gd name="csY9" fmla="*/ 114084 h 219195"/>
                <a:gd name="csX10" fmla="*/ 103759 w 103758"/>
                <a:gd name="csY10" fmla="*/ 140576 h 219195"/>
                <a:gd name="csX11" fmla="*/ 84391 w 103758"/>
                <a:gd name="csY11" fmla="*/ 154851 h 219195"/>
                <a:gd name="csX12" fmla="*/ 80518 w 103758"/>
                <a:gd name="csY12" fmla="*/ 177883 h 219195"/>
                <a:gd name="csX13" fmla="*/ 101790 w 103758"/>
                <a:gd name="csY13" fmla="*/ 197568 h 219195"/>
                <a:gd name="csX14" fmla="*/ 103759 w 103758"/>
                <a:gd name="csY14" fmla="*/ 219196 h 219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3758" h="219195">
                  <a:moveTo>
                    <a:pt x="0" y="0"/>
                  </a:moveTo>
                  <a:lnTo>
                    <a:pt x="20955" y="34925"/>
                  </a:lnTo>
                  <a:lnTo>
                    <a:pt x="45339" y="47257"/>
                  </a:lnTo>
                  <a:lnTo>
                    <a:pt x="44767" y="66828"/>
                  </a:lnTo>
                  <a:lnTo>
                    <a:pt x="63500" y="73533"/>
                  </a:lnTo>
                  <a:lnTo>
                    <a:pt x="74866" y="63690"/>
                  </a:lnTo>
                  <a:lnTo>
                    <a:pt x="93789" y="75698"/>
                  </a:lnTo>
                  <a:lnTo>
                    <a:pt x="85344" y="84995"/>
                  </a:lnTo>
                  <a:lnTo>
                    <a:pt x="95314" y="92456"/>
                  </a:lnTo>
                  <a:lnTo>
                    <a:pt x="78994" y="114084"/>
                  </a:lnTo>
                  <a:lnTo>
                    <a:pt x="103759" y="140576"/>
                  </a:lnTo>
                  <a:lnTo>
                    <a:pt x="84391" y="154851"/>
                  </a:lnTo>
                  <a:lnTo>
                    <a:pt x="80518" y="177883"/>
                  </a:lnTo>
                  <a:lnTo>
                    <a:pt x="101790" y="197568"/>
                  </a:lnTo>
                  <a:lnTo>
                    <a:pt x="103759" y="2191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B68B31A-1D8D-0759-6716-00841C214467}"/>
                </a:ext>
              </a:extLst>
            </p:cNvPr>
            <p:cNvSpPr/>
            <p:nvPr/>
          </p:nvSpPr>
          <p:spPr>
            <a:xfrm>
              <a:off x="6405308" y="2820606"/>
              <a:ext cx="66611" cy="16325"/>
            </a:xfrm>
            <a:custGeom>
              <a:avLst/>
              <a:gdLst>
                <a:gd name="csX0" fmla="*/ 0 w 66611"/>
                <a:gd name="csY0" fmla="*/ 16326 h 16325"/>
                <a:gd name="csX1" fmla="*/ 66611 w 66611"/>
                <a:gd name="csY1" fmla="*/ 0 h 16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6611" h="16325">
                  <a:moveTo>
                    <a:pt x="0" y="16326"/>
                  </a:moveTo>
                  <a:lnTo>
                    <a:pt x="666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38018BC-E960-52F6-6084-BD1EB93D015C}"/>
                </a:ext>
              </a:extLst>
            </p:cNvPr>
            <p:cNvSpPr/>
            <p:nvPr/>
          </p:nvSpPr>
          <p:spPr>
            <a:xfrm>
              <a:off x="6486715" y="2735173"/>
              <a:ext cx="219011" cy="25952"/>
            </a:xfrm>
            <a:custGeom>
              <a:avLst/>
              <a:gdLst>
                <a:gd name="csX0" fmla="*/ 0 w 219011"/>
                <a:gd name="csY0" fmla="*/ 0 h 25952"/>
                <a:gd name="csX1" fmla="*/ 16383 w 219011"/>
                <a:gd name="csY1" fmla="*/ 3893 h 25952"/>
                <a:gd name="csX2" fmla="*/ 9969 w 219011"/>
                <a:gd name="csY2" fmla="*/ 18167 h 25952"/>
                <a:gd name="csX3" fmla="*/ 108014 w 219011"/>
                <a:gd name="csY3" fmla="*/ 25952 h 25952"/>
                <a:gd name="csX4" fmla="*/ 126302 w 219011"/>
                <a:gd name="csY4" fmla="*/ 8763 h 25952"/>
                <a:gd name="csX5" fmla="*/ 167449 w 219011"/>
                <a:gd name="csY5" fmla="*/ 2381 h 25952"/>
                <a:gd name="csX6" fmla="*/ 191706 w 219011"/>
                <a:gd name="csY6" fmla="*/ 15678 h 25952"/>
                <a:gd name="csX7" fmla="*/ 219011 w 219011"/>
                <a:gd name="csY7" fmla="*/ 17628 h 2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011" h="25952">
                  <a:moveTo>
                    <a:pt x="0" y="0"/>
                  </a:moveTo>
                  <a:lnTo>
                    <a:pt x="16383" y="3893"/>
                  </a:lnTo>
                  <a:lnTo>
                    <a:pt x="9969" y="18167"/>
                  </a:lnTo>
                  <a:lnTo>
                    <a:pt x="108014" y="25952"/>
                  </a:lnTo>
                  <a:lnTo>
                    <a:pt x="126302" y="8763"/>
                  </a:lnTo>
                  <a:lnTo>
                    <a:pt x="167449" y="2381"/>
                  </a:lnTo>
                  <a:lnTo>
                    <a:pt x="191706" y="15678"/>
                  </a:lnTo>
                  <a:lnTo>
                    <a:pt x="219011" y="176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606CD7FD-5F31-1F5A-D307-1A2A48FC5538}"/>
                </a:ext>
              </a:extLst>
            </p:cNvPr>
            <p:cNvSpPr/>
            <p:nvPr/>
          </p:nvSpPr>
          <p:spPr>
            <a:xfrm>
              <a:off x="6663563" y="1906085"/>
              <a:ext cx="17335" cy="98082"/>
            </a:xfrm>
            <a:custGeom>
              <a:avLst/>
              <a:gdLst>
                <a:gd name="csX0" fmla="*/ 16701 w 17335"/>
                <a:gd name="csY0" fmla="*/ 98082 h 98082"/>
                <a:gd name="csX1" fmla="*/ 0 w 17335"/>
                <a:gd name="csY1" fmla="*/ 73425 h 98082"/>
                <a:gd name="csX2" fmla="*/ 17335 w 17335"/>
                <a:gd name="csY2" fmla="*/ 0 h 98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335" h="98082">
                  <a:moveTo>
                    <a:pt x="16701" y="98082"/>
                  </a:moveTo>
                  <a:lnTo>
                    <a:pt x="0" y="73425"/>
                  </a:lnTo>
                  <a:lnTo>
                    <a:pt x="1733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CFF0EB8-E92C-61E5-DD8B-7A13BD49709E}"/>
                </a:ext>
              </a:extLst>
            </p:cNvPr>
            <p:cNvSpPr/>
            <p:nvPr/>
          </p:nvSpPr>
          <p:spPr>
            <a:xfrm>
              <a:off x="6659181" y="2004167"/>
              <a:ext cx="21082" cy="23139"/>
            </a:xfrm>
            <a:custGeom>
              <a:avLst/>
              <a:gdLst>
                <a:gd name="csX0" fmla="*/ 21082 w 21082"/>
                <a:gd name="csY0" fmla="*/ 0 h 23139"/>
                <a:gd name="csX1" fmla="*/ 0 w 21082"/>
                <a:gd name="csY1" fmla="*/ 23139 h 2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082" h="23139">
                  <a:moveTo>
                    <a:pt x="21082" y="0"/>
                  </a:moveTo>
                  <a:lnTo>
                    <a:pt x="0" y="23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209EAD3-5454-F8E1-8AFE-0068B092C31C}"/>
                </a:ext>
              </a:extLst>
            </p:cNvPr>
            <p:cNvSpPr/>
            <p:nvPr/>
          </p:nvSpPr>
          <p:spPr>
            <a:xfrm>
              <a:off x="6394703" y="2782970"/>
              <a:ext cx="53086" cy="45961"/>
            </a:xfrm>
            <a:custGeom>
              <a:avLst/>
              <a:gdLst>
                <a:gd name="csX0" fmla="*/ 0 w 53086"/>
                <a:gd name="csY0" fmla="*/ 10598 h 45961"/>
                <a:gd name="csX1" fmla="*/ 19431 w 53086"/>
                <a:gd name="csY1" fmla="*/ 0 h 45961"/>
                <a:gd name="csX2" fmla="*/ 53086 w 53086"/>
                <a:gd name="csY2" fmla="*/ 23578 h 45961"/>
                <a:gd name="csX3" fmla="*/ 43879 w 53086"/>
                <a:gd name="csY3" fmla="*/ 45961 h 45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086" h="45961">
                  <a:moveTo>
                    <a:pt x="0" y="10598"/>
                  </a:moveTo>
                  <a:lnTo>
                    <a:pt x="19431" y="0"/>
                  </a:lnTo>
                  <a:lnTo>
                    <a:pt x="53086" y="23578"/>
                  </a:lnTo>
                  <a:lnTo>
                    <a:pt x="43879" y="4596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9778757A-FBC1-1799-E515-ABECDF4A802D}"/>
                </a:ext>
              </a:extLst>
            </p:cNvPr>
            <p:cNvSpPr/>
            <p:nvPr/>
          </p:nvSpPr>
          <p:spPr>
            <a:xfrm>
              <a:off x="7376414" y="2145068"/>
              <a:ext cx="3307270" cy="551827"/>
            </a:xfrm>
            <a:custGeom>
              <a:avLst/>
              <a:gdLst>
                <a:gd name="csX0" fmla="*/ 3233356 w 3307270"/>
                <a:gd name="csY0" fmla="*/ 551828 h 551827"/>
                <a:gd name="csX1" fmla="*/ 3245041 w 3307270"/>
                <a:gd name="csY1" fmla="*/ 551828 h 551827"/>
                <a:gd name="csX2" fmla="*/ 3247962 w 3307270"/>
                <a:gd name="csY2" fmla="*/ 530092 h 551827"/>
                <a:gd name="csX3" fmla="*/ 3258376 w 3307270"/>
                <a:gd name="csY3" fmla="*/ 526091 h 551827"/>
                <a:gd name="csX4" fmla="*/ 3284411 w 3307270"/>
                <a:gd name="csY4" fmla="*/ 440442 h 551827"/>
                <a:gd name="csX5" fmla="*/ 3299269 w 3307270"/>
                <a:gd name="csY5" fmla="*/ 436010 h 551827"/>
                <a:gd name="csX6" fmla="*/ 3307270 w 3307270"/>
                <a:gd name="csY6" fmla="*/ 421735 h 551827"/>
                <a:gd name="csX7" fmla="*/ 3298825 w 3307270"/>
                <a:gd name="csY7" fmla="*/ 406813 h 551827"/>
                <a:gd name="csX8" fmla="*/ 3305239 w 3307270"/>
                <a:gd name="csY8" fmla="*/ 388538 h 551827"/>
                <a:gd name="csX9" fmla="*/ 3277616 w 3307270"/>
                <a:gd name="csY9" fmla="*/ 388106 h 551827"/>
                <a:gd name="csX10" fmla="*/ 3260217 w 3307270"/>
                <a:gd name="csY10" fmla="*/ 401517 h 551827"/>
                <a:gd name="csX11" fmla="*/ 3229356 w 3307270"/>
                <a:gd name="csY11" fmla="*/ 408007 h 551827"/>
                <a:gd name="csX12" fmla="*/ 3223387 w 3307270"/>
                <a:gd name="csY12" fmla="*/ 421412 h 551827"/>
                <a:gd name="csX13" fmla="*/ 3165792 w 3307270"/>
                <a:gd name="csY13" fmla="*/ 423361 h 551827"/>
                <a:gd name="csX14" fmla="*/ 3153283 w 3307270"/>
                <a:gd name="csY14" fmla="*/ 403892 h 551827"/>
                <a:gd name="csX15" fmla="*/ 3159125 w 3307270"/>
                <a:gd name="csY15" fmla="*/ 389293 h 551827"/>
                <a:gd name="csX16" fmla="*/ 3148838 w 3307270"/>
                <a:gd name="csY16" fmla="*/ 375996 h 551827"/>
                <a:gd name="csX17" fmla="*/ 3153601 w 3307270"/>
                <a:gd name="csY17" fmla="*/ 359772 h 551827"/>
                <a:gd name="csX18" fmla="*/ 3134931 w 3307270"/>
                <a:gd name="csY18" fmla="*/ 358585 h 551827"/>
                <a:gd name="csX19" fmla="*/ 3113850 w 3307270"/>
                <a:gd name="csY19" fmla="*/ 336201 h 551827"/>
                <a:gd name="csX20" fmla="*/ 3095689 w 3307270"/>
                <a:gd name="csY20" fmla="*/ 335877 h 551827"/>
                <a:gd name="csX21" fmla="*/ 3079623 w 3307270"/>
                <a:gd name="csY21" fmla="*/ 321278 h 551827"/>
                <a:gd name="csX22" fmla="*/ 3054731 w 3307270"/>
                <a:gd name="csY22" fmla="*/ 325926 h 551827"/>
                <a:gd name="csX23" fmla="*/ 3032442 w 3307270"/>
                <a:gd name="csY23" fmla="*/ 311868 h 551827"/>
                <a:gd name="csX24" fmla="*/ 3035300 w 3307270"/>
                <a:gd name="csY24" fmla="*/ 284296 h 551827"/>
                <a:gd name="csX25" fmla="*/ 2980944 w 3307270"/>
                <a:gd name="csY25" fmla="*/ 139713 h 551827"/>
                <a:gd name="csX26" fmla="*/ 2946717 w 3307270"/>
                <a:gd name="csY26" fmla="*/ 114954 h 551827"/>
                <a:gd name="csX27" fmla="*/ 2928430 w 3307270"/>
                <a:gd name="csY27" fmla="*/ 118193 h 551827"/>
                <a:gd name="csX28" fmla="*/ 2893568 w 3307270"/>
                <a:gd name="csY28" fmla="*/ 95701 h 551827"/>
                <a:gd name="csX29" fmla="*/ 2782189 w 3307270"/>
                <a:gd name="csY29" fmla="*/ 109004 h 551827"/>
                <a:gd name="csX30" fmla="*/ 2752979 w 3307270"/>
                <a:gd name="csY30" fmla="*/ 137662 h 551827"/>
                <a:gd name="csX31" fmla="*/ 2753551 w 3307270"/>
                <a:gd name="csY31" fmla="*/ 164910 h 551827"/>
                <a:gd name="csX32" fmla="*/ 2770886 w 3307270"/>
                <a:gd name="csY32" fmla="*/ 157880 h 551827"/>
                <a:gd name="csX33" fmla="*/ 2780284 w 3307270"/>
                <a:gd name="csY33" fmla="*/ 161125 h 551827"/>
                <a:gd name="csX34" fmla="*/ 2782189 w 3307270"/>
                <a:gd name="csY34" fmla="*/ 193567 h 551827"/>
                <a:gd name="csX35" fmla="*/ 2759519 w 3307270"/>
                <a:gd name="csY35" fmla="*/ 206547 h 551827"/>
                <a:gd name="csX36" fmla="*/ 2721801 w 3307270"/>
                <a:gd name="csY36" fmla="*/ 269049 h 551827"/>
                <a:gd name="csX37" fmla="*/ 2735263 w 3307270"/>
                <a:gd name="csY37" fmla="*/ 273914 h 551827"/>
                <a:gd name="csX38" fmla="*/ 2731770 w 3307270"/>
                <a:gd name="csY38" fmla="*/ 294570 h 551827"/>
                <a:gd name="csX39" fmla="*/ 2701480 w 3307270"/>
                <a:gd name="csY39" fmla="*/ 301593 h 551827"/>
                <a:gd name="csX40" fmla="*/ 2673794 w 3307270"/>
                <a:gd name="csY40" fmla="*/ 327006 h 551827"/>
                <a:gd name="csX41" fmla="*/ 2607437 w 3307270"/>
                <a:gd name="csY41" fmla="*/ 296297 h 551827"/>
                <a:gd name="csX42" fmla="*/ 2589530 w 3307270"/>
                <a:gd name="csY42" fmla="*/ 306464 h 551827"/>
                <a:gd name="csX43" fmla="*/ 2549525 w 3307270"/>
                <a:gd name="csY43" fmla="*/ 284296 h 551827"/>
                <a:gd name="csX44" fmla="*/ 2503868 w 3307270"/>
                <a:gd name="csY44" fmla="*/ 304406 h 551827"/>
                <a:gd name="csX45" fmla="*/ 2492502 w 3307270"/>
                <a:gd name="csY45" fmla="*/ 325926 h 551827"/>
                <a:gd name="csX46" fmla="*/ 2466150 w 3307270"/>
                <a:gd name="csY46" fmla="*/ 324307 h 551827"/>
                <a:gd name="csX47" fmla="*/ 2408238 w 3307270"/>
                <a:gd name="csY47" fmla="*/ 348526 h 551827"/>
                <a:gd name="csX48" fmla="*/ 2366137 w 3307270"/>
                <a:gd name="csY48" fmla="*/ 333172 h 551827"/>
                <a:gd name="csX49" fmla="*/ 2317559 w 3307270"/>
                <a:gd name="csY49" fmla="*/ 330251 h 551827"/>
                <a:gd name="csX50" fmla="*/ 2302637 w 3307270"/>
                <a:gd name="csY50" fmla="*/ 302895 h 551827"/>
                <a:gd name="csX51" fmla="*/ 2271903 w 3307270"/>
                <a:gd name="csY51" fmla="*/ 297593 h 551827"/>
                <a:gd name="csX52" fmla="*/ 2257806 w 3307270"/>
                <a:gd name="csY52" fmla="*/ 281267 h 551827"/>
                <a:gd name="csX53" fmla="*/ 2200974 w 3307270"/>
                <a:gd name="csY53" fmla="*/ 275965 h 551827"/>
                <a:gd name="csX54" fmla="*/ 2159191 w 3307270"/>
                <a:gd name="csY54" fmla="*/ 292837 h 551827"/>
                <a:gd name="csX55" fmla="*/ 2095373 w 3307270"/>
                <a:gd name="csY55" fmla="*/ 276511 h 551827"/>
                <a:gd name="csX56" fmla="*/ 2084006 w 3307270"/>
                <a:gd name="csY56" fmla="*/ 225038 h 551827"/>
                <a:gd name="csX57" fmla="*/ 1961705 w 3307270"/>
                <a:gd name="csY57" fmla="*/ 185026 h 551827"/>
                <a:gd name="csX58" fmla="*/ 1955737 w 3307270"/>
                <a:gd name="csY58" fmla="*/ 203625 h 551827"/>
                <a:gd name="csX59" fmla="*/ 1937893 w 3307270"/>
                <a:gd name="csY59" fmla="*/ 210223 h 551827"/>
                <a:gd name="csX60" fmla="*/ 1923352 w 3307270"/>
                <a:gd name="csY60" fmla="*/ 243421 h 551827"/>
                <a:gd name="csX61" fmla="*/ 1930844 w 3307270"/>
                <a:gd name="csY61" fmla="*/ 267208 h 551827"/>
                <a:gd name="csX62" fmla="*/ 1941258 w 3307270"/>
                <a:gd name="csY62" fmla="*/ 273806 h 551827"/>
                <a:gd name="csX63" fmla="*/ 1935290 w 3307270"/>
                <a:gd name="csY63" fmla="*/ 300730 h 551827"/>
                <a:gd name="csX64" fmla="*/ 1917764 w 3307270"/>
                <a:gd name="csY64" fmla="*/ 300730 h 551827"/>
                <a:gd name="csX65" fmla="*/ 1905953 w 3307270"/>
                <a:gd name="csY65" fmla="*/ 316738 h 551827"/>
                <a:gd name="csX66" fmla="*/ 1887347 w 3307270"/>
                <a:gd name="csY66" fmla="*/ 306248 h 551827"/>
                <a:gd name="csX67" fmla="*/ 1803527 w 3307270"/>
                <a:gd name="csY67" fmla="*/ 299218 h 551827"/>
                <a:gd name="csX68" fmla="*/ 1792732 w 3307270"/>
                <a:gd name="csY68" fmla="*/ 288620 h 551827"/>
                <a:gd name="csX69" fmla="*/ 1790255 w 3307270"/>
                <a:gd name="csY69" fmla="*/ 270021 h 551827"/>
                <a:gd name="csX70" fmla="*/ 1746821 w 3307270"/>
                <a:gd name="csY70" fmla="*/ 267208 h 551827"/>
                <a:gd name="csX71" fmla="*/ 1738185 w 3307270"/>
                <a:gd name="csY71" fmla="*/ 254667 h 551827"/>
                <a:gd name="csX72" fmla="*/ 1727327 w 3307270"/>
                <a:gd name="csY72" fmla="*/ 260071 h 551827"/>
                <a:gd name="csX73" fmla="*/ 1716342 w 3307270"/>
                <a:gd name="csY73" fmla="*/ 253689 h 551827"/>
                <a:gd name="csX74" fmla="*/ 1614043 w 3307270"/>
                <a:gd name="csY74" fmla="*/ 303219 h 551827"/>
                <a:gd name="csX75" fmla="*/ 1616075 w 3307270"/>
                <a:gd name="csY75" fmla="*/ 315328 h 551827"/>
                <a:gd name="csX76" fmla="*/ 1594358 w 3307270"/>
                <a:gd name="csY76" fmla="*/ 328847 h 551827"/>
                <a:gd name="csX77" fmla="*/ 1560893 w 3307270"/>
                <a:gd name="csY77" fmla="*/ 328416 h 551827"/>
                <a:gd name="csX78" fmla="*/ 1563497 w 3307270"/>
                <a:gd name="csY78" fmla="*/ 342043 h 551827"/>
                <a:gd name="csX79" fmla="*/ 1531430 w 3307270"/>
                <a:gd name="csY79" fmla="*/ 348526 h 551827"/>
                <a:gd name="csX80" fmla="*/ 1506220 w 3307270"/>
                <a:gd name="csY80" fmla="*/ 325603 h 551827"/>
                <a:gd name="csX81" fmla="*/ 1514221 w 3307270"/>
                <a:gd name="csY81" fmla="*/ 313925 h 551827"/>
                <a:gd name="csX82" fmla="*/ 1496251 w 3307270"/>
                <a:gd name="csY82" fmla="*/ 304838 h 551827"/>
                <a:gd name="csX83" fmla="*/ 1479042 w 3307270"/>
                <a:gd name="csY83" fmla="*/ 322034 h 551827"/>
                <a:gd name="csX84" fmla="*/ 1451166 w 3307270"/>
                <a:gd name="csY84" fmla="*/ 322466 h 551827"/>
                <a:gd name="csX85" fmla="*/ 1441259 w 3307270"/>
                <a:gd name="csY85" fmla="*/ 295110 h 551827"/>
                <a:gd name="csX86" fmla="*/ 1414653 w 3307270"/>
                <a:gd name="csY86" fmla="*/ 287649 h 551827"/>
                <a:gd name="csX87" fmla="*/ 1410144 w 3307270"/>
                <a:gd name="csY87" fmla="*/ 263639 h 551827"/>
                <a:gd name="csX88" fmla="*/ 1374966 w 3307270"/>
                <a:gd name="csY88" fmla="*/ 245040 h 551827"/>
                <a:gd name="csX89" fmla="*/ 1354836 w 3307270"/>
                <a:gd name="csY89" fmla="*/ 261150 h 551827"/>
                <a:gd name="csX90" fmla="*/ 1311529 w 3307270"/>
                <a:gd name="csY90" fmla="*/ 263639 h 551827"/>
                <a:gd name="csX91" fmla="*/ 1311529 w 3307270"/>
                <a:gd name="csY91" fmla="*/ 250774 h 551827"/>
                <a:gd name="csX92" fmla="*/ 1297115 w 3307270"/>
                <a:gd name="csY92" fmla="*/ 247098 h 551827"/>
                <a:gd name="csX93" fmla="*/ 1298639 w 3307270"/>
                <a:gd name="csY93" fmla="*/ 236283 h 551827"/>
                <a:gd name="csX94" fmla="*/ 1266698 w 3307270"/>
                <a:gd name="csY94" fmla="*/ 229686 h 551827"/>
                <a:gd name="csX95" fmla="*/ 1266698 w 3307270"/>
                <a:gd name="csY95" fmla="*/ 250450 h 551827"/>
                <a:gd name="csX96" fmla="*/ 1240092 w 3307270"/>
                <a:gd name="csY96" fmla="*/ 260718 h 551827"/>
                <a:gd name="csX97" fmla="*/ 1211390 w 3307270"/>
                <a:gd name="csY97" fmla="*/ 175939 h 551827"/>
                <a:gd name="csX98" fmla="*/ 1176528 w 3307270"/>
                <a:gd name="csY98" fmla="*/ 122631 h 551827"/>
                <a:gd name="csX99" fmla="*/ 1123061 w 3307270"/>
                <a:gd name="csY99" fmla="*/ 81534 h 551827"/>
                <a:gd name="csX100" fmla="*/ 1137158 w 3307270"/>
                <a:gd name="csY100" fmla="*/ 71482 h 551827"/>
                <a:gd name="csX101" fmla="*/ 1133919 w 3307270"/>
                <a:gd name="csY101" fmla="*/ 36227 h 551827"/>
                <a:gd name="csX102" fmla="*/ 1015619 w 3307270"/>
                <a:gd name="csY102" fmla="*/ 112465 h 551827"/>
                <a:gd name="csX103" fmla="*/ 994029 w 3307270"/>
                <a:gd name="csY103" fmla="*/ 106839 h 551827"/>
                <a:gd name="csX104" fmla="*/ 1019810 w 3307270"/>
                <a:gd name="csY104" fmla="*/ 72777 h 551827"/>
                <a:gd name="csX105" fmla="*/ 923480 w 3307270"/>
                <a:gd name="csY105" fmla="*/ 71914 h 551827"/>
                <a:gd name="csX106" fmla="*/ 912368 w 3307270"/>
                <a:gd name="csY106" fmla="*/ 8655 h 551827"/>
                <a:gd name="csX107" fmla="*/ 836549 w 3307270"/>
                <a:gd name="csY107" fmla="*/ 0 h 551827"/>
                <a:gd name="csX108" fmla="*/ 811975 w 3307270"/>
                <a:gd name="csY108" fmla="*/ 27362 h 551827"/>
                <a:gd name="csX109" fmla="*/ 612839 w 3307270"/>
                <a:gd name="csY109" fmla="*/ 66504 h 551827"/>
                <a:gd name="csX110" fmla="*/ 551688 w 3307270"/>
                <a:gd name="csY110" fmla="*/ 66504 h 551827"/>
                <a:gd name="csX111" fmla="*/ 551243 w 3307270"/>
                <a:gd name="csY111" fmla="*/ 101435 h 551827"/>
                <a:gd name="csX112" fmla="*/ 585343 w 3307270"/>
                <a:gd name="csY112" fmla="*/ 112789 h 551827"/>
                <a:gd name="csX113" fmla="*/ 585343 w 3307270"/>
                <a:gd name="csY113" fmla="*/ 145663 h 551827"/>
                <a:gd name="csX114" fmla="*/ 553403 w 3307270"/>
                <a:gd name="csY114" fmla="*/ 136792 h 551827"/>
                <a:gd name="csX115" fmla="*/ 536321 w 3307270"/>
                <a:gd name="csY115" fmla="*/ 153016 h 551827"/>
                <a:gd name="csX116" fmla="*/ 543814 w 3307270"/>
                <a:gd name="csY116" fmla="*/ 178105 h 551827"/>
                <a:gd name="csX117" fmla="*/ 518922 w 3307270"/>
                <a:gd name="csY117" fmla="*/ 201136 h 551827"/>
                <a:gd name="csX118" fmla="*/ 567309 w 3307270"/>
                <a:gd name="csY118" fmla="*/ 229254 h 551827"/>
                <a:gd name="csX119" fmla="*/ 556451 w 3307270"/>
                <a:gd name="csY119" fmla="*/ 258451 h 551827"/>
                <a:gd name="csX120" fmla="*/ 486410 w 3307270"/>
                <a:gd name="csY120" fmla="*/ 270561 h 551827"/>
                <a:gd name="csX121" fmla="*/ 447230 w 3307270"/>
                <a:gd name="csY121" fmla="*/ 241040 h 551827"/>
                <a:gd name="csX122" fmla="*/ 373443 w 3307270"/>
                <a:gd name="csY122" fmla="*/ 243313 h 551827"/>
                <a:gd name="csX123" fmla="*/ 346392 w 3307270"/>
                <a:gd name="csY123" fmla="*/ 270561 h 551827"/>
                <a:gd name="csX124" fmla="*/ 311658 w 3307270"/>
                <a:gd name="csY124" fmla="*/ 250450 h 551827"/>
                <a:gd name="csX125" fmla="*/ 306133 w 3307270"/>
                <a:gd name="csY125" fmla="*/ 272942 h 551827"/>
                <a:gd name="csX126" fmla="*/ 281432 w 3307270"/>
                <a:gd name="csY126" fmla="*/ 264287 h 551827"/>
                <a:gd name="csX127" fmla="*/ 280353 w 3307270"/>
                <a:gd name="csY127" fmla="*/ 241795 h 551827"/>
                <a:gd name="csX128" fmla="*/ 221488 w 3307270"/>
                <a:gd name="csY128" fmla="*/ 206654 h 551827"/>
                <a:gd name="csX129" fmla="*/ 161734 w 3307270"/>
                <a:gd name="csY129" fmla="*/ 207842 h 551827"/>
                <a:gd name="csX130" fmla="*/ 83566 w 3307270"/>
                <a:gd name="csY130" fmla="*/ 268180 h 551827"/>
                <a:gd name="csX131" fmla="*/ 87884 w 3307270"/>
                <a:gd name="csY131" fmla="*/ 300190 h 551827"/>
                <a:gd name="csX132" fmla="*/ 68326 w 3307270"/>
                <a:gd name="csY132" fmla="*/ 310896 h 551827"/>
                <a:gd name="csX133" fmla="*/ 40195 w 3307270"/>
                <a:gd name="csY133" fmla="*/ 275317 h 551827"/>
                <a:gd name="csX134" fmla="*/ 10858 w 3307270"/>
                <a:gd name="csY134" fmla="*/ 319221 h 551827"/>
                <a:gd name="csX135" fmla="*/ 18415 w 3307270"/>
                <a:gd name="csY135" fmla="*/ 346367 h 551827"/>
                <a:gd name="csX136" fmla="*/ 0 w 3307270"/>
                <a:gd name="csY136" fmla="*/ 379565 h 551827"/>
                <a:gd name="csX137" fmla="*/ 29337 w 3307270"/>
                <a:gd name="csY137" fmla="*/ 416331 h 551827"/>
                <a:gd name="csX138" fmla="*/ 57467 w 3307270"/>
                <a:gd name="csY138" fmla="*/ 416331 h 551827"/>
                <a:gd name="csX139" fmla="*/ 90742 w 3307270"/>
                <a:gd name="csY139" fmla="*/ 461639 h 551827"/>
                <a:gd name="csX140" fmla="*/ 72834 w 3307270"/>
                <a:gd name="csY140" fmla="*/ 474618 h 551827"/>
                <a:gd name="csX141" fmla="*/ 93726 w 3307270"/>
                <a:gd name="csY141" fmla="*/ 497002 h 551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3307270" h="551827">
                  <a:moveTo>
                    <a:pt x="3233356" y="551828"/>
                  </a:moveTo>
                  <a:lnTo>
                    <a:pt x="3245041" y="551828"/>
                  </a:lnTo>
                  <a:lnTo>
                    <a:pt x="3247962" y="530092"/>
                  </a:lnTo>
                  <a:lnTo>
                    <a:pt x="3258376" y="526091"/>
                  </a:lnTo>
                  <a:lnTo>
                    <a:pt x="3284411" y="440442"/>
                  </a:lnTo>
                  <a:lnTo>
                    <a:pt x="3299269" y="436010"/>
                  </a:lnTo>
                  <a:lnTo>
                    <a:pt x="3307270" y="421735"/>
                  </a:lnTo>
                  <a:lnTo>
                    <a:pt x="3298825" y="406813"/>
                  </a:lnTo>
                  <a:lnTo>
                    <a:pt x="3305239" y="388538"/>
                  </a:lnTo>
                  <a:lnTo>
                    <a:pt x="3277616" y="388106"/>
                  </a:lnTo>
                  <a:lnTo>
                    <a:pt x="3260217" y="401517"/>
                  </a:lnTo>
                  <a:lnTo>
                    <a:pt x="3229356" y="408007"/>
                  </a:lnTo>
                  <a:lnTo>
                    <a:pt x="3223387" y="421412"/>
                  </a:lnTo>
                  <a:lnTo>
                    <a:pt x="3165792" y="423361"/>
                  </a:lnTo>
                  <a:lnTo>
                    <a:pt x="3153283" y="403892"/>
                  </a:lnTo>
                  <a:lnTo>
                    <a:pt x="3159125" y="389293"/>
                  </a:lnTo>
                  <a:lnTo>
                    <a:pt x="3148838" y="375996"/>
                  </a:lnTo>
                  <a:lnTo>
                    <a:pt x="3153601" y="359772"/>
                  </a:lnTo>
                  <a:lnTo>
                    <a:pt x="3134931" y="358585"/>
                  </a:lnTo>
                  <a:lnTo>
                    <a:pt x="3113850" y="336201"/>
                  </a:lnTo>
                  <a:lnTo>
                    <a:pt x="3095689" y="335877"/>
                  </a:lnTo>
                  <a:lnTo>
                    <a:pt x="3079623" y="321278"/>
                  </a:lnTo>
                  <a:lnTo>
                    <a:pt x="3054731" y="325926"/>
                  </a:lnTo>
                  <a:lnTo>
                    <a:pt x="3032442" y="311868"/>
                  </a:lnTo>
                  <a:lnTo>
                    <a:pt x="3035300" y="284296"/>
                  </a:lnTo>
                  <a:lnTo>
                    <a:pt x="2980944" y="139713"/>
                  </a:lnTo>
                  <a:lnTo>
                    <a:pt x="2946717" y="114954"/>
                  </a:lnTo>
                  <a:lnTo>
                    <a:pt x="2928430" y="118193"/>
                  </a:lnTo>
                  <a:lnTo>
                    <a:pt x="2893568" y="95701"/>
                  </a:lnTo>
                  <a:lnTo>
                    <a:pt x="2782189" y="109004"/>
                  </a:lnTo>
                  <a:lnTo>
                    <a:pt x="2752979" y="137662"/>
                  </a:lnTo>
                  <a:lnTo>
                    <a:pt x="2753551" y="164910"/>
                  </a:lnTo>
                  <a:lnTo>
                    <a:pt x="2770886" y="157880"/>
                  </a:lnTo>
                  <a:lnTo>
                    <a:pt x="2780284" y="161125"/>
                  </a:lnTo>
                  <a:lnTo>
                    <a:pt x="2782189" y="193567"/>
                  </a:lnTo>
                  <a:lnTo>
                    <a:pt x="2759519" y="206547"/>
                  </a:lnTo>
                  <a:lnTo>
                    <a:pt x="2721801" y="269049"/>
                  </a:lnTo>
                  <a:lnTo>
                    <a:pt x="2735263" y="273914"/>
                  </a:lnTo>
                  <a:lnTo>
                    <a:pt x="2731770" y="294570"/>
                  </a:lnTo>
                  <a:lnTo>
                    <a:pt x="2701480" y="301593"/>
                  </a:lnTo>
                  <a:lnTo>
                    <a:pt x="2673794" y="327006"/>
                  </a:lnTo>
                  <a:lnTo>
                    <a:pt x="2607437" y="296297"/>
                  </a:lnTo>
                  <a:lnTo>
                    <a:pt x="2589530" y="306464"/>
                  </a:lnTo>
                  <a:lnTo>
                    <a:pt x="2549525" y="284296"/>
                  </a:lnTo>
                  <a:lnTo>
                    <a:pt x="2503868" y="304406"/>
                  </a:lnTo>
                  <a:lnTo>
                    <a:pt x="2492502" y="325926"/>
                  </a:lnTo>
                  <a:lnTo>
                    <a:pt x="2466150" y="324307"/>
                  </a:lnTo>
                  <a:lnTo>
                    <a:pt x="2408238" y="348526"/>
                  </a:lnTo>
                  <a:lnTo>
                    <a:pt x="2366137" y="333172"/>
                  </a:lnTo>
                  <a:lnTo>
                    <a:pt x="2317559" y="330251"/>
                  </a:lnTo>
                  <a:lnTo>
                    <a:pt x="2302637" y="302895"/>
                  </a:lnTo>
                  <a:lnTo>
                    <a:pt x="2271903" y="297593"/>
                  </a:lnTo>
                  <a:lnTo>
                    <a:pt x="2257806" y="281267"/>
                  </a:lnTo>
                  <a:lnTo>
                    <a:pt x="2200974" y="275965"/>
                  </a:lnTo>
                  <a:lnTo>
                    <a:pt x="2159191" y="292837"/>
                  </a:lnTo>
                  <a:lnTo>
                    <a:pt x="2095373" y="276511"/>
                  </a:lnTo>
                  <a:lnTo>
                    <a:pt x="2084006" y="225038"/>
                  </a:lnTo>
                  <a:lnTo>
                    <a:pt x="1961705" y="185026"/>
                  </a:lnTo>
                  <a:lnTo>
                    <a:pt x="1955737" y="203625"/>
                  </a:lnTo>
                  <a:lnTo>
                    <a:pt x="1937893" y="210223"/>
                  </a:lnTo>
                  <a:lnTo>
                    <a:pt x="1923352" y="243421"/>
                  </a:lnTo>
                  <a:lnTo>
                    <a:pt x="1930844" y="267208"/>
                  </a:lnTo>
                  <a:lnTo>
                    <a:pt x="1941258" y="273806"/>
                  </a:lnTo>
                  <a:lnTo>
                    <a:pt x="1935290" y="300730"/>
                  </a:lnTo>
                  <a:lnTo>
                    <a:pt x="1917764" y="300730"/>
                  </a:lnTo>
                  <a:lnTo>
                    <a:pt x="1905953" y="316738"/>
                  </a:lnTo>
                  <a:lnTo>
                    <a:pt x="1887347" y="306248"/>
                  </a:lnTo>
                  <a:lnTo>
                    <a:pt x="1803527" y="299218"/>
                  </a:lnTo>
                  <a:lnTo>
                    <a:pt x="1792732" y="288620"/>
                  </a:lnTo>
                  <a:lnTo>
                    <a:pt x="1790255" y="270021"/>
                  </a:lnTo>
                  <a:lnTo>
                    <a:pt x="1746821" y="267208"/>
                  </a:lnTo>
                  <a:lnTo>
                    <a:pt x="1738185" y="254667"/>
                  </a:lnTo>
                  <a:lnTo>
                    <a:pt x="1727327" y="260071"/>
                  </a:lnTo>
                  <a:lnTo>
                    <a:pt x="1716342" y="253689"/>
                  </a:lnTo>
                  <a:lnTo>
                    <a:pt x="1614043" y="303219"/>
                  </a:lnTo>
                  <a:lnTo>
                    <a:pt x="1616075" y="315328"/>
                  </a:lnTo>
                  <a:lnTo>
                    <a:pt x="1594358" y="328847"/>
                  </a:lnTo>
                  <a:lnTo>
                    <a:pt x="1560893" y="328416"/>
                  </a:lnTo>
                  <a:lnTo>
                    <a:pt x="1563497" y="342043"/>
                  </a:lnTo>
                  <a:lnTo>
                    <a:pt x="1531430" y="348526"/>
                  </a:lnTo>
                  <a:lnTo>
                    <a:pt x="1506220" y="325603"/>
                  </a:lnTo>
                  <a:lnTo>
                    <a:pt x="1514221" y="313925"/>
                  </a:lnTo>
                  <a:lnTo>
                    <a:pt x="1496251" y="304838"/>
                  </a:lnTo>
                  <a:lnTo>
                    <a:pt x="1479042" y="322034"/>
                  </a:lnTo>
                  <a:lnTo>
                    <a:pt x="1451166" y="322466"/>
                  </a:lnTo>
                  <a:lnTo>
                    <a:pt x="1441259" y="295110"/>
                  </a:lnTo>
                  <a:lnTo>
                    <a:pt x="1414653" y="287649"/>
                  </a:lnTo>
                  <a:lnTo>
                    <a:pt x="1410144" y="263639"/>
                  </a:lnTo>
                  <a:lnTo>
                    <a:pt x="1374966" y="245040"/>
                  </a:lnTo>
                  <a:lnTo>
                    <a:pt x="1354836" y="261150"/>
                  </a:lnTo>
                  <a:lnTo>
                    <a:pt x="1311529" y="263639"/>
                  </a:lnTo>
                  <a:lnTo>
                    <a:pt x="1311529" y="250774"/>
                  </a:lnTo>
                  <a:lnTo>
                    <a:pt x="1297115" y="247098"/>
                  </a:lnTo>
                  <a:lnTo>
                    <a:pt x="1298639" y="236283"/>
                  </a:lnTo>
                  <a:lnTo>
                    <a:pt x="1266698" y="229686"/>
                  </a:lnTo>
                  <a:lnTo>
                    <a:pt x="1266698" y="250450"/>
                  </a:lnTo>
                  <a:lnTo>
                    <a:pt x="1240092" y="260718"/>
                  </a:lnTo>
                  <a:lnTo>
                    <a:pt x="1211390" y="175939"/>
                  </a:lnTo>
                  <a:lnTo>
                    <a:pt x="1176528" y="122631"/>
                  </a:lnTo>
                  <a:lnTo>
                    <a:pt x="1123061" y="81534"/>
                  </a:lnTo>
                  <a:lnTo>
                    <a:pt x="1137158" y="71482"/>
                  </a:lnTo>
                  <a:lnTo>
                    <a:pt x="1133919" y="36227"/>
                  </a:lnTo>
                  <a:lnTo>
                    <a:pt x="1015619" y="112465"/>
                  </a:lnTo>
                  <a:lnTo>
                    <a:pt x="994029" y="106839"/>
                  </a:lnTo>
                  <a:lnTo>
                    <a:pt x="1019810" y="72777"/>
                  </a:lnTo>
                  <a:lnTo>
                    <a:pt x="923480" y="71914"/>
                  </a:lnTo>
                  <a:lnTo>
                    <a:pt x="912368" y="8655"/>
                  </a:lnTo>
                  <a:lnTo>
                    <a:pt x="836549" y="0"/>
                  </a:lnTo>
                  <a:lnTo>
                    <a:pt x="811975" y="27362"/>
                  </a:lnTo>
                  <a:lnTo>
                    <a:pt x="612839" y="66504"/>
                  </a:lnTo>
                  <a:lnTo>
                    <a:pt x="551688" y="66504"/>
                  </a:lnTo>
                  <a:lnTo>
                    <a:pt x="551243" y="101435"/>
                  </a:lnTo>
                  <a:lnTo>
                    <a:pt x="585343" y="112789"/>
                  </a:lnTo>
                  <a:lnTo>
                    <a:pt x="585343" y="145663"/>
                  </a:lnTo>
                  <a:lnTo>
                    <a:pt x="553403" y="136792"/>
                  </a:lnTo>
                  <a:lnTo>
                    <a:pt x="536321" y="153016"/>
                  </a:lnTo>
                  <a:lnTo>
                    <a:pt x="543814" y="178105"/>
                  </a:lnTo>
                  <a:lnTo>
                    <a:pt x="518922" y="201136"/>
                  </a:lnTo>
                  <a:lnTo>
                    <a:pt x="567309" y="229254"/>
                  </a:lnTo>
                  <a:lnTo>
                    <a:pt x="556451" y="258451"/>
                  </a:lnTo>
                  <a:lnTo>
                    <a:pt x="486410" y="270561"/>
                  </a:lnTo>
                  <a:lnTo>
                    <a:pt x="447230" y="241040"/>
                  </a:lnTo>
                  <a:lnTo>
                    <a:pt x="373443" y="243313"/>
                  </a:lnTo>
                  <a:lnTo>
                    <a:pt x="346392" y="270561"/>
                  </a:lnTo>
                  <a:lnTo>
                    <a:pt x="311658" y="250450"/>
                  </a:lnTo>
                  <a:lnTo>
                    <a:pt x="306133" y="272942"/>
                  </a:lnTo>
                  <a:lnTo>
                    <a:pt x="281432" y="264287"/>
                  </a:lnTo>
                  <a:lnTo>
                    <a:pt x="280353" y="241795"/>
                  </a:lnTo>
                  <a:lnTo>
                    <a:pt x="221488" y="206654"/>
                  </a:lnTo>
                  <a:lnTo>
                    <a:pt x="161734" y="207842"/>
                  </a:lnTo>
                  <a:lnTo>
                    <a:pt x="83566" y="268180"/>
                  </a:lnTo>
                  <a:lnTo>
                    <a:pt x="87884" y="300190"/>
                  </a:lnTo>
                  <a:lnTo>
                    <a:pt x="68326" y="310896"/>
                  </a:lnTo>
                  <a:lnTo>
                    <a:pt x="40195" y="275317"/>
                  </a:lnTo>
                  <a:lnTo>
                    <a:pt x="10858" y="319221"/>
                  </a:lnTo>
                  <a:lnTo>
                    <a:pt x="18415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467" y="416331"/>
                  </a:lnTo>
                  <a:lnTo>
                    <a:pt x="90742" y="461639"/>
                  </a:lnTo>
                  <a:lnTo>
                    <a:pt x="72834" y="474618"/>
                  </a:lnTo>
                  <a:lnTo>
                    <a:pt x="93726" y="49700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1773C32C-6A7E-1B44-9C83-6B74FB01C3D0}"/>
                </a:ext>
              </a:extLst>
            </p:cNvPr>
            <p:cNvSpPr/>
            <p:nvPr/>
          </p:nvSpPr>
          <p:spPr>
            <a:xfrm>
              <a:off x="10511345" y="2687485"/>
              <a:ext cx="69723" cy="129876"/>
            </a:xfrm>
            <a:custGeom>
              <a:avLst/>
              <a:gdLst>
                <a:gd name="csX0" fmla="*/ 69724 w 69723"/>
                <a:gd name="csY0" fmla="*/ 0 h 129876"/>
                <a:gd name="csX1" fmla="*/ 56515 w 69723"/>
                <a:gd name="csY1" fmla="*/ 1518 h 129876"/>
                <a:gd name="csX2" fmla="*/ 54356 w 69723"/>
                <a:gd name="csY2" fmla="*/ 9411 h 129876"/>
                <a:gd name="csX3" fmla="*/ 30798 w 69723"/>
                <a:gd name="csY3" fmla="*/ 17843 h 129876"/>
                <a:gd name="csX4" fmla="*/ 41275 w 69723"/>
                <a:gd name="csY4" fmla="*/ 52559 h 129876"/>
                <a:gd name="csX5" fmla="*/ 33465 w 69723"/>
                <a:gd name="csY5" fmla="*/ 93974 h 129876"/>
                <a:gd name="csX6" fmla="*/ 0 w 69723"/>
                <a:gd name="csY6" fmla="*/ 106839 h 129876"/>
                <a:gd name="csX7" fmla="*/ 19812 w 69723"/>
                <a:gd name="csY7" fmla="*/ 129876 h 129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9723" h="129876">
                  <a:moveTo>
                    <a:pt x="69724" y="0"/>
                  </a:moveTo>
                  <a:lnTo>
                    <a:pt x="56515" y="1518"/>
                  </a:lnTo>
                  <a:lnTo>
                    <a:pt x="54356" y="9411"/>
                  </a:lnTo>
                  <a:lnTo>
                    <a:pt x="30798" y="17843"/>
                  </a:lnTo>
                  <a:lnTo>
                    <a:pt x="41275" y="52559"/>
                  </a:lnTo>
                  <a:lnTo>
                    <a:pt x="33465" y="93974"/>
                  </a:lnTo>
                  <a:lnTo>
                    <a:pt x="0" y="106839"/>
                  </a:lnTo>
                  <a:lnTo>
                    <a:pt x="19812" y="1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80B3460F-E847-A0EB-2D03-98132B43A7F4}"/>
                </a:ext>
              </a:extLst>
            </p:cNvPr>
            <p:cNvSpPr/>
            <p:nvPr/>
          </p:nvSpPr>
          <p:spPr>
            <a:xfrm>
              <a:off x="10283634" y="2778969"/>
              <a:ext cx="227774" cy="148475"/>
            </a:xfrm>
            <a:custGeom>
              <a:avLst/>
              <a:gdLst>
                <a:gd name="csX0" fmla="*/ 227774 w 227774"/>
                <a:gd name="csY0" fmla="*/ 15354 h 148475"/>
                <a:gd name="csX1" fmla="*/ 227774 w 227774"/>
                <a:gd name="csY1" fmla="*/ 3245 h 148475"/>
                <a:gd name="csX2" fmla="*/ 205422 w 227774"/>
                <a:gd name="csY2" fmla="*/ 0 h 148475"/>
                <a:gd name="csX3" fmla="*/ 199263 w 227774"/>
                <a:gd name="csY3" fmla="*/ 36011 h 148475"/>
                <a:gd name="csX4" fmla="*/ 183833 w 227774"/>
                <a:gd name="csY4" fmla="*/ 36011 h 148475"/>
                <a:gd name="csX5" fmla="*/ 175705 w 227774"/>
                <a:gd name="csY5" fmla="*/ 53638 h 148475"/>
                <a:gd name="csX6" fmla="*/ 142113 w 227774"/>
                <a:gd name="csY6" fmla="*/ 55798 h 148475"/>
                <a:gd name="csX7" fmla="*/ 150051 w 227774"/>
                <a:gd name="csY7" fmla="*/ 80886 h 148475"/>
                <a:gd name="csX8" fmla="*/ 119824 w 227774"/>
                <a:gd name="csY8" fmla="*/ 79375 h 148475"/>
                <a:gd name="csX9" fmla="*/ 108141 w 227774"/>
                <a:gd name="csY9" fmla="*/ 63589 h 148475"/>
                <a:gd name="csX10" fmla="*/ 91060 w 227774"/>
                <a:gd name="csY10" fmla="*/ 70180 h 148475"/>
                <a:gd name="csX11" fmla="*/ 81852 w 227774"/>
                <a:gd name="csY11" fmla="*/ 95593 h 148475"/>
                <a:gd name="csX12" fmla="*/ 0 w 227774"/>
                <a:gd name="csY12" fmla="*/ 148476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7774" h="148475">
                  <a:moveTo>
                    <a:pt x="227774" y="15354"/>
                  </a:moveTo>
                  <a:lnTo>
                    <a:pt x="227774" y="3245"/>
                  </a:lnTo>
                  <a:lnTo>
                    <a:pt x="205422" y="0"/>
                  </a:lnTo>
                  <a:lnTo>
                    <a:pt x="199263" y="36011"/>
                  </a:lnTo>
                  <a:lnTo>
                    <a:pt x="183833" y="36011"/>
                  </a:lnTo>
                  <a:lnTo>
                    <a:pt x="175705" y="53638"/>
                  </a:lnTo>
                  <a:lnTo>
                    <a:pt x="142113" y="55798"/>
                  </a:lnTo>
                  <a:lnTo>
                    <a:pt x="150051" y="80886"/>
                  </a:lnTo>
                  <a:lnTo>
                    <a:pt x="119824" y="79375"/>
                  </a:lnTo>
                  <a:lnTo>
                    <a:pt x="108141" y="63589"/>
                  </a:lnTo>
                  <a:lnTo>
                    <a:pt x="91060" y="70180"/>
                  </a:lnTo>
                  <a:lnTo>
                    <a:pt x="81852" y="95593"/>
                  </a:lnTo>
                  <a:lnTo>
                    <a:pt x="0" y="1484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955DC32-7167-BA9E-7202-C3A3A4C26C32}"/>
                </a:ext>
              </a:extLst>
            </p:cNvPr>
            <p:cNvSpPr/>
            <p:nvPr/>
          </p:nvSpPr>
          <p:spPr>
            <a:xfrm>
              <a:off x="7601140" y="2800381"/>
              <a:ext cx="2076259" cy="899921"/>
            </a:xfrm>
            <a:custGeom>
              <a:avLst/>
              <a:gdLst>
                <a:gd name="csX0" fmla="*/ 0 w 2076259"/>
                <a:gd name="csY0" fmla="*/ 34061 h 899921"/>
                <a:gd name="csX1" fmla="*/ 28766 w 2076259"/>
                <a:gd name="csY1" fmla="*/ 10922 h 899921"/>
                <a:gd name="csX2" fmla="*/ 65659 w 2076259"/>
                <a:gd name="csY2" fmla="*/ 10922 h 899921"/>
                <a:gd name="csX3" fmla="*/ 95694 w 2076259"/>
                <a:gd name="csY3" fmla="*/ 39795 h 899921"/>
                <a:gd name="csX4" fmla="*/ 108014 w 2076259"/>
                <a:gd name="csY4" fmla="*/ 69424 h 899921"/>
                <a:gd name="csX5" fmla="*/ 172720 w 2076259"/>
                <a:gd name="csY5" fmla="*/ 66827 h 899921"/>
                <a:gd name="csX6" fmla="*/ 170053 w 2076259"/>
                <a:gd name="csY6" fmla="*/ 39040 h 899921"/>
                <a:gd name="csX7" fmla="*/ 203771 w 2076259"/>
                <a:gd name="csY7" fmla="*/ 14167 h 899921"/>
                <a:gd name="csX8" fmla="*/ 216979 w 2076259"/>
                <a:gd name="csY8" fmla="*/ 23355 h 899921"/>
                <a:gd name="csX9" fmla="*/ 225425 w 2076259"/>
                <a:gd name="csY9" fmla="*/ 18815 h 899921"/>
                <a:gd name="csX10" fmla="*/ 229997 w 2076259"/>
                <a:gd name="csY10" fmla="*/ 0 h 899921"/>
                <a:gd name="csX11" fmla="*/ 257492 w 2076259"/>
                <a:gd name="csY11" fmla="*/ 19463 h 899921"/>
                <a:gd name="csX12" fmla="*/ 282702 w 2076259"/>
                <a:gd name="csY12" fmla="*/ 22276 h 899921"/>
                <a:gd name="csX13" fmla="*/ 283337 w 2076259"/>
                <a:gd name="csY13" fmla="*/ 58610 h 899921"/>
                <a:gd name="csX14" fmla="*/ 301117 w 2076259"/>
                <a:gd name="csY14" fmla="*/ 76994 h 899921"/>
                <a:gd name="csX15" fmla="*/ 329882 w 2076259"/>
                <a:gd name="csY15" fmla="*/ 76994 h 899921"/>
                <a:gd name="csX16" fmla="*/ 329882 w 2076259"/>
                <a:gd name="csY16" fmla="*/ 63906 h 899921"/>
                <a:gd name="csX17" fmla="*/ 353251 w 2076259"/>
                <a:gd name="csY17" fmla="*/ 72669 h 899921"/>
                <a:gd name="csX18" fmla="*/ 358267 w 2076259"/>
                <a:gd name="csY18" fmla="*/ 96672 h 899921"/>
                <a:gd name="csX19" fmla="*/ 372110 w 2076259"/>
                <a:gd name="csY19" fmla="*/ 105867 h 899921"/>
                <a:gd name="csX20" fmla="*/ 376999 w 2076259"/>
                <a:gd name="csY20" fmla="*/ 126416 h 899921"/>
                <a:gd name="csX21" fmla="*/ 430149 w 2076259"/>
                <a:gd name="csY21" fmla="*/ 163830 h 899921"/>
                <a:gd name="csX22" fmla="*/ 446151 w 2076259"/>
                <a:gd name="csY22" fmla="*/ 166643 h 899921"/>
                <a:gd name="csX23" fmla="*/ 490918 w 2076259"/>
                <a:gd name="csY23" fmla="*/ 199079 h 899921"/>
                <a:gd name="csX24" fmla="*/ 502729 w 2076259"/>
                <a:gd name="csY24" fmla="*/ 198323 h 899921"/>
                <a:gd name="csX25" fmla="*/ 529272 w 2076259"/>
                <a:gd name="csY25" fmla="*/ 209893 h 899921"/>
                <a:gd name="csX26" fmla="*/ 526478 w 2076259"/>
                <a:gd name="csY26" fmla="*/ 236823 h 899921"/>
                <a:gd name="csX27" fmla="*/ 543687 w 2076259"/>
                <a:gd name="csY27" fmla="*/ 236823 h 899921"/>
                <a:gd name="csX28" fmla="*/ 554291 w 2076259"/>
                <a:gd name="csY28" fmla="*/ 246336 h 899921"/>
                <a:gd name="csX29" fmla="*/ 570293 w 2076259"/>
                <a:gd name="csY29" fmla="*/ 243307 h 899921"/>
                <a:gd name="csX30" fmla="*/ 582168 w 2076259"/>
                <a:gd name="csY30" fmla="*/ 255746 h 899921"/>
                <a:gd name="csX31" fmla="*/ 614870 w 2076259"/>
                <a:gd name="csY31" fmla="*/ 239630 h 899921"/>
                <a:gd name="csX32" fmla="*/ 625157 w 2076259"/>
                <a:gd name="csY32" fmla="*/ 250120 h 899921"/>
                <a:gd name="csX33" fmla="*/ 642176 w 2076259"/>
                <a:gd name="csY33" fmla="*/ 244608 h 899921"/>
                <a:gd name="csX34" fmla="*/ 638048 w 2076259"/>
                <a:gd name="csY34" fmla="*/ 229686 h 899921"/>
                <a:gd name="csX35" fmla="*/ 663448 w 2076259"/>
                <a:gd name="csY35" fmla="*/ 229362 h 899921"/>
                <a:gd name="csX36" fmla="*/ 667893 w 2076259"/>
                <a:gd name="csY36" fmla="*/ 220491 h 899921"/>
                <a:gd name="csX37" fmla="*/ 663575 w 2076259"/>
                <a:gd name="csY37" fmla="*/ 212598 h 899921"/>
                <a:gd name="csX38" fmla="*/ 683578 w 2076259"/>
                <a:gd name="csY38" fmla="*/ 194107 h 899921"/>
                <a:gd name="csX39" fmla="*/ 702628 w 2076259"/>
                <a:gd name="csY39" fmla="*/ 201244 h 899921"/>
                <a:gd name="csX40" fmla="*/ 699960 w 2076259"/>
                <a:gd name="csY40" fmla="*/ 213462 h 899921"/>
                <a:gd name="csX41" fmla="*/ 714756 w 2076259"/>
                <a:gd name="csY41" fmla="*/ 215951 h 899921"/>
                <a:gd name="csX42" fmla="*/ 709803 w 2076259"/>
                <a:gd name="csY42" fmla="*/ 241579 h 899921"/>
                <a:gd name="csX43" fmla="*/ 718376 w 2076259"/>
                <a:gd name="csY43" fmla="*/ 251206 h 899921"/>
                <a:gd name="csX44" fmla="*/ 773875 w 2076259"/>
                <a:gd name="csY44" fmla="*/ 221793 h 899921"/>
                <a:gd name="csX45" fmla="*/ 823976 w 2076259"/>
                <a:gd name="csY45" fmla="*/ 217030 h 899921"/>
                <a:gd name="csX46" fmla="*/ 836104 w 2076259"/>
                <a:gd name="csY46" fmla="*/ 235953 h 899921"/>
                <a:gd name="csX47" fmla="*/ 820865 w 2076259"/>
                <a:gd name="csY47" fmla="*/ 238334 h 899921"/>
                <a:gd name="csX48" fmla="*/ 826833 w 2076259"/>
                <a:gd name="csY48" fmla="*/ 255962 h 899921"/>
                <a:gd name="csX49" fmla="*/ 856043 w 2076259"/>
                <a:gd name="csY49" fmla="*/ 259207 h 899921"/>
                <a:gd name="csX50" fmla="*/ 859727 w 2076259"/>
                <a:gd name="csY50" fmla="*/ 267640 h 899921"/>
                <a:gd name="csX51" fmla="*/ 876364 w 2076259"/>
                <a:gd name="csY51" fmla="*/ 273266 h 899921"/>
                <a:gd name="csX52" fmla="*/ 880173 w 2076259"/>
                <a:gd name="csY52" fmla="*/ 298895 h 899921"/>
                <a:gd name="csX53" fmla="*/ 954405 w 2076259"/>
                <a:gd name="csY53" fmla="*/ 315220 h 899921"/>
                <a:gd name="csX54" fmla="*/ 965454 w 2076259"/>
                <a:gd name="csY54" fmla="*/ 350260 h 899921"/>
                <a:gd name="csX55" fmla="*/ 992505 w 2076259"/>
                <a:gd name="csY55" fmla="*/ 360744 h 899921"/>
                <a:gd name="csX56" fmla="*/ 992505 w 2076259"/>
                <a:gd name="csY56" fmla="*/ 373075 h 899921"/>
                <a:gd name="csX57" fmla="*/ 982853 w 2076259"/>
                <a:gd name="csY57" fmla="*/ 376104 h 899921"/>
                <a:gd name="csX58" fmla="*/ 989457 w 2076259"/>
                <a:gd name="csY58" fmla="*/ 404432 h 899921"/>
                <a:gd name="csX59" fmla="*/ 1005840 w 2076259"/>
                <a:gd name="csY59" fmla="*/ 412978 h 899921"/>
                <a:gd name="csX60" fmla="*/ 1015365 w 2076259"/>
                <a:gd name="csY60" fmla="*/ 434930 h 899921"/>
                <a:gd name="csX61" fmla="*/ 991997 w 2076259"/>
                <a:gd name="csY61" fmla="*/ 447148 h 899921"/>
                <a:gd name="csX62" fmla="*/ 983425 w 2076259"/>
                <a:gd name="csY62" fmla="*/ 436550 h 899921"/>
                <a:gd name="csX63" fmla="*/ 969454 w 2076259"/>
                <a:gd name="csY63" fmla="*/ 440550 h 899921"/>
                <a:gd name="csX64" fmla="*/ 983869 w 2076259"/>
                <a:gd name="csY64" fmla="*/ 490296 h 899921"/>
                <a:gd name="csX65" fmla="*/ 999427 w 2076259"/>
                <a:gd name="csY65" fmla="*/ 489325 h 899921"/>
                <a:gd name="csX66" fmla="*/ 1076516 w 2076259"/>
                <a:gd name="csY66" fmla="*/ 542417 h 899921"/>
                <a:gd name="csX67" fmla="*/ 1083246 w 2076259"/>
                <a:gd name="csY67" fmla="*/ 527171 h 899921"/>
                <a:gd name="csX68" fmla="*/ 1107122 w 2076259"/>
                <a:gd name="csY68" fmla="*/ 530092 h 899921"/>
                <a:gd name="csX69" fmla="*/ 1112456 w 2076259"/>
                <a:gd name="csY69" fmla="*/ 541229 h 899921"/>
                <a:gd name="csX70" fmla="*/ 1148778 w 2076259"/>
                <a:gd name="csY70" fmla="*/ 559721 h 899921"/>
                <a:gd name="csX71" fmla="*/ 1166368 w 2076259"/>
                <a:gd name="csY71" fmla="*/ 578104 h 899921"/>
                <a:gd name="csX72" fmla="*/ 1178433 w 2076259"/>
                <a:gd name="csY72" fmla="*/ 572802 h 899921"/>
                <a:gd name="csX73" fmla="*/ 1186370 w 2076259"/>
                <a:gd name="csY73" fmla="*/ 576370 h 899921"/>
                <a:gd name="csX74" fmla="*/ 1189101 w 2076259"/>
                <a:gd name="csY74" fmla="*/ 588378 h 899921"/>
                <a:gd name="csX75" fmla="*/ 1204468 w 2076259"/>
                <a:gd name="csY75" fmla="*/ 598646 h 899921"/>
                <a:gd name="csX76" fmla="*/ 1215834 w 2076259"/>
                <a:gd name="csY76" fmla="*/ 593458 h 899921"/>
                <a:gd name="csX77" fmla="*/ 1226058 w 2076259"/>
                <a:gd name="csY77" fmla="*/ 601135 h 899921"/>
                <a:gd name="csX78" fmla="*/ 1223899 w 2076259"/>
                <a:gd name="csY78" fmla="*/ 612489 h 899921"/>
                <a:gd name="csX79" fmla="*/ 1244409 w 2076259"/>
                <a:gd name="csY79" fmla="*/ 613899 h 899921"/>
                <a:gd name="csX80" fmla="*/ 1254125 w 2076259"/>
                <a:gd name="csY80" fmla="*/ 629469 h 899921"/>
                <a:gd name="csX81" fmla="*/ 1272603 w 2076259"/>
                <a:gd name="csY81" fmla="*/ 627952 h 899921"/>
                <a:gd name="csX82" fmla="*/ 1278065 w 2076259"/>
                <a:gd name="csY82" fmla="*/ 618871 h 899921"/>
                <a:gd name="csX83" fmla="*/ 1314005 w 2076259"/>
                <a:gd name="csY83" fmla="*/ 632282 h 899921"/>
                <a:gd name="csX84" fmla="*/ 1353248 w 2076259"/>
                <a:gd name="csY84" fmla="*/ 620274 h 899921"/>
                <a:gd name="csX85" fmla="*/ 1362139 w 2076259"/>
                <a:gd name="csY85" fmla="*/ 629793 h 899921"/>
                <a:gd name="csX86" fmla="*/ 1364107 w 2076259"/>
                <a:gd name="csY86" fmla="*/ 649472 h 899921"/>
                <a:gd name="csX87" fmla="*/ 1389952 w 2076259"/>
                <a:gd name="csY87" fmla="*/ 619411 h 899921"/>
                <a:gd name="csX88" fmla="*/ 1419479 w 2076259"/>
                <a:gd name="csY88" fmla="*/ 612489 h 899921"/>
                <a:gd name="csX89" fmla="*/ 1418717 w 2076259"/>
                <a:gd name="csY89" fmla="*/ 621792 h 899921"/>
                <a:gd name="csX90" fmla="*/ 1465707 w 2076259"/>
                <a:gd name="csY90" fmla="*/ 620928 h 899921"/>
                <a:gd name="csX91" fmla="*/ 1466469 w 2076259"/>
                <a:gd name="csY91" fmla="*/ 631628 h 899921"/>
                <a:gd name="csX92" fmla="*/ 1505521 w 2076259"/>
                <a:gd name="csY92" fmla="*/ 624821 h 899921"/>
                <a:gd name="csX93" fmla="*/ 1505521 w 2076259"/>
                <a:gd name="csY93" fmla="*/ 613029 h 899921"/>
                <a:gd name="csX94" fmla="*/ 1528699 w 2076259"/>
                <a:gd name="csY94" fmla="*/ 595516 h 899921"/>
                <a:gd name="csX95" fmla="*/ 1545590 w 2076259"/>
                <a:gd name="csY95" fmla="*/ 593350 h 899921"/>
                <a:gd name="csX96" fmla="*/ 1573213 w 2076259"/>
                <a:gd name="csY96" fmla="*/ 568801 h 899921"/>
                <a:gd name="csX97" fmla="*/ 1602613 w 2076259"/>
                <a:gd name="csY97" fmla="*/ 573018 h 899921"/>
                <a:gd name="csX98" fmla="*/ 1607629 w 2076259"/>
                <a:gd name="csY98" fmla="*/ 557771 h 899921"/>
                <a:gd name="csX99" fmla="*/ 1626997 w 2076259"/>
                <a:gd name="csY99" fmla="*/ 551180 h 899921"/>
                <a:gd name="csX100" fmla="*/ 1642364 w 2076259"/>
                <a:gd name="csY100" fmla="*/ 569125 h 899921"/>
                <a:gd name="csX101" fmla="*/ 1630680 w 2076259"/>
                <a:gd name="csY101" fmla="*/ 576154 h 899921"/>
                <a:gd name="csX102" fmla="*/ 1636078 w 2076259"/>
                <a:gd name="csY102" fmla="*/ 587184 h 899921"/>
                <a:gd name="csX103" fmla="*/ 1652397 w 2076259"/>
                <a:gd name="csY103" fmla="*/ 593782 h 899921"/>
                <a:gd name="csX104" fmla="*/ 1647000 w 2076259"/>
                <a:gd name="csY104" fmla="*/ 609460 h 899921"/>
                <a:gd name="csX105" fmla="*/ 1671129 w 2076259"/>
                <a:gd name="csY105" fmla="*/ 607085 h 899921"/>
                <a:gd name="csX106" fmla="*/ 1679702 w 2076259"/>
                <a:gd name="csY106" fmla="*/ 618763 h 899921"/>
                <a:gd name="csX107" fmla="*/ 1687830 w 2076259"/>
                <a:gd name="csY107" fmla="*/ 594430 h 899921"/>
                <a:gd name="csX108" fmla="*/ 1715960 w 2076259"/>
                <a:gd name="csY108" fmla="*/ 611950 h 899921"/>
                <a:gd name="csX109" fmla="*/ 1721803 w 2076259"/>
                <a:gd name="csY109" fmla="*/ 642880 h 899921"/>
                <a:gd name="csX110" fmla="*/ 1735645 w 2076259"/>
                <a:gd name="csY110" fmla="*/ 640607 h 899921"/>
                <a:gd name="csX111" fmla="*/ 1730248 w 2076259"/>
                <a:gd name="csY111" fmla="*/ 708730 h 899921"/>
                <a:gd name="csX112" fmla="*/ 1699958 w 2076259"/>
                <a:gd name="csY112" fmla="*/ 734904 h 899921"/>
                <a:gd name="csX113" fmla="*/ 1696276 w 2076259"/>
                <a:gd name="csY113" fmla="*/ 750475 h 899921"/>
                <a:gd name="csX114" fmla="*/ 1687830 w 2076259"/>
                <a:gd name="csY114" fmla="*/ 756964 h 899921"/>
                <a:gd name="csX115" fmla="*/ 1688592 w 2076259"/>
                <a:gd name="csY115" fmla="*/ 787457 h 899921"/>
                <a:gd name="csX116" fmla="*/ 1710436 w 2076259"/>
                <a:gd name="csY116" fmla="*/ 775024 h 899921"/>
                <a:gd name="csX117" fmla="*/ 1740091 w 2076259"/>
                <a:gd name="csY117" fmla="*/ 775024 h 899921"/>
                <a:gd name="csX118" fmla="*/ 1730566 w 2076259"/>
                <a:gd name="csY118" fmla="*/ 789622 h 899921"/>
                <a:gd name="csX119" fmla="*/ 1740091 w 2076259"/>
                <a:gd name="csY119" fmla="*/ 813517 h 899921"/>
                <a:gd name="csX120" fmla="*/ 1759903 w 2076259"/>
                <a:gd name="csY120" fmla="*/ 813517 h 899921"/>
                <a:gd name="csX121" fmla="*/ 1762823 w 2076259"/>
                <a:gd name="csY121" fmla="*/ 832980 h 899921"/>
                <a:gd name="csX122" fmla="*/ 1752409 w 2076259"/>
                <a:gd name="csY122" fmla="*/ 835577 h 899921"/>
                <a:gd name="csX123" fmla="*/ 1750378 w 2076259"/>
                <a:gd name="csY123" fmla="*/ 854824 h 899921"/>
                <a:gd name="csX124" fmla="*/ 1777746 w 2076259"/>
                <a:gd name="csY124" fmla="*/ 857529 h 899921"/>
                <a:gd name="csX125" fmla="*/ 1787080 w 2076259"/>
                <a:gd name="csY125" fmla="*/ 874617 h 899921"/>
                <a:gd name="csX126" fmla="*/ 1811401 w 2076259"/>
                <a:gd name="csY126" fmla="*/ 866832 h 899921"/>
                <a:gd name="csX127" fmla="*/ 1822894 w 2076259"/>
                <a:gd name="csY127" fmla="*/ 899922 h 899921"/>
                <a:gd name="csX128" fmla="*/ 1845945 w 2076259"/>
                <a:gd name="csY128" fmla="*/ 889324 h 899921"/>
                <a:gd name="csX129" fmla="*/ 1838134 w 2076259"/>
                <a:gd name="csY129" fmla="*/ 854392 h 899921"/>
                <a:gd name="csX130" fmla="*/ 1859026 w 2076259"/>
                <a:gd name="csY130" fmla="*/ 847363 h 899921"/>
                <a:gd name="csX131" fmla="*/ 1871281 w 2076259"/>
                <a:gd name="csY131" fmla="*/ 833310 h 899921"/>
                <a:gd name="csX132" fmla="*/ 1894205 w 2076259"/>
                <a:gd name="csY132" fmla="*/ 843902 h 899921"/>
                <a:gd name="csX133" fmla="*/ 1906905 w 2076259"/>
                <a:gd name="csY133" fmla="*/ 832548 h 899921"/>
                <a:gd name="csX134" fmla="*/ 1927542 w 2076259"/>
                <a:gd name="csY134" fmla="*/ 843147 h 899921"/>
                <a:gd name="csX135" fmla="*/ 1934464 w 2076259"/>
                <a:gd name="csY135" fmla="*/ 830066 h 899921"/>
                <a:gd name="csX136" fmla="*/ 1943227 w 2076259"/>
                <a:gd name="csY136" fmla="*/ 836009 h 899921"/>
                <a:gd name="csX137" fmla="*/ 1963610 w 2076259"/>
                <a:gd name="csY137" fmla="*/ 820007 h 899921"/>
                <a:gd name="csX138" fmla="*/ 1966404 w 2076259"/>
                <a:gd name="csY138" fmla="*/ 809733 h 899921"/>
                <a:gd name="csX139" fmla="*/ 1982660 w 2076259"/>
                <a:gd name="csY139" fmla="*/ 803351 h 899921"/>
                <a:gd name="csX140" fmla="*/ 1993709 w 2076259"/>
                <a:gd name="csY140" fmla="*/ 815251 h 899921"/>
                <a:gd name="csX141" fmla="*/ 2038858 w 2076259"/>
                <a:gd name="csY141" fmla="*/ 821734 h 899921"/>
                <a:gd name="csX142" fmla="*/ 2033841 w 2076259"/>
                <a:gd name="csY142" fmla="*/ 840772 h 899921"/>
                <a:gd name="csX143" fmla="*/ 2025714 w 2076259"/>
                <a:gd name="csY143" fmla="*/ 840987 h 899921"/>
                <a:gd name="csX144" fmla="*/ 2030158 w 2076259"/>
                <a:gd name="csY144" fmla="*/ 859263 h 899921"/>
                <a:gd name="csX145" fmla="*/ 2043176 w 2076259"/>
                <a:gd name="csY145" fmla="*/ 860990 h 899921"/>
                <a:gd name="csX146" fmla="*/ 2052383 w 2076259"/>
                <a:gd name="csY146" fmla="*/ 871264 h 899921"/>
                <a:gd name="csX147" fmla="*/ 2070735 w 2076259"/>
                <a:gd name="csY147" fmla="*/ 869423 h 899921"/>
                <a:gd name="csX148" fmla="*/ 2076259 w 2076259"/>
                <a:gd name="csY148" fmla="*/ 880453 h 899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2076259" h="899921">
                  <a:moveTo>
                    <a:pt x="0" y="34061"/>
                  </a:moveTo>
                  <a:lnTo>
                    <a:pt x="28766" y="10922"/>
                  </a:lnTo>
                  <a:lnTo>
                    <a:pt x="65659" y="10922"/>
                  </a:lnTo>
                  <a:lnTo>
                    <a:pt x="95694" y="39795"/>
                  </a:lnTo>
                  <a:lnTo>
                    <a:pt x="108014" y="69424"/>
                  </a:lnTo>
                  <a:lnTo>
                    <a:pt x="172720" y="66827"/>
                  </a:lnTo>
                  <a:lnTo>
                    <a:pt x="170053" y="39040"/>
                  </a:lnTo>
                  <a:lnTo>
                    <a:pt x="203771" y="14167"/>
                  </a:lnTo>
                  <a:lnTo>
                    <a:pt x="216979" y="23355"/>
                  </a:lnTo>
                  <a:lnTo>
                    <a:pt x="225425" y="18815"/>
                  </a:lnTo>
                  <a:lnTo>
                    <a:pt x="229997" y="0"/>
                  </a:lnTo>
                  <a:lnTo>
                    <a:pt x="257492" y="19463"/>
                  </a:lnTo>
                  <a:lnTo>
                    <a:pt x="282702" y="22276"/>
                  </a:lnTo>
                  <a:lnTo>
                    <a:pt x="283337" y="58610"/>
                  </a:lnTo>
                  <a:lnTo>
                    <a:pt x="301117" y="76994"/>
                  </a:lnTo>
                  <a:lnTo>
                    <a:pt x="329882" y="76994"/>
                  </a:lnTo>
                  <a:lnTo>
                    <a:pt x="329882" y="63906"/>
                  </a:lnTo>
                  <a:lnTo>
                    <a:pt x="353251" y="72669"/>
                  </a:lnTo>
                  <a:lnTo>
                    <a:pt x="358267" y="96672"/>
                  </a:lnTo>
                  <a:lnTo>
                    <a:pt x="372110" y="105867"/>
                  </a:lnTo>
                  <a:lnTo>
                    <a:pt x="376999" y="126416"/>
                  </a:lnTo>
                  <a:lnTo>
                    <a:pt x="430149" y="163830"/>
                  </a:lnTo>
                  <a:lnTo>
                    <a:pt x="446151" y="166643"/>
                  </a:lnTo>
                  <a:lnTo>
                    <a:pt x="490918" y="199079"/>
                  </a:lnTo>
                  <a:lnTo>
                    <a:pt x="502729" y="198323"/>
                  </a:lnTo>
                  <a:lnTo>
                    <a:pt x="529272" y="209893"/>
                  </a:lnTo>
                  <a:lnTo>
                    <a:pt x="526478" y="236823"/>
                  </a:lnTo>
                  <a:lnTo>
                    <a:pt x="543687" y="236823"/>
                  </a:lnTo>
                  <a:lnTo>
                    <a:pt x="554291" y="246336"/>
                  </a:lnTo>
                  <a:lnTo>
                    <a:pt x="570293" y="243307"/>
                  </a:lnTo>
                  <a:lnTo>
                    <a:pt x="582168" y="255746"/>
                  </a:lnTo>
                  <a:lnTo>
                    <a:pt x="614870" y="239630"/>
                  </a:lnTo>
                  <a:lnTo>
                    <a:pt x="625157" y="250120"/>
                  </a:lnTo>
                  <a:lnTo>
                    <a:pt x="642176" y="244608"/>
                  </a:lnTo>
                  <a:lnTo>
                    <a:pt x="638048" y="229686"/>
                  </a:lnTo>
                  <a:lnTo>
                    <a:pt x="663448" y="229362"/>
                  </a:lnTo>
                  <a:lnTo>
                    <a:pt x="667893" y="220491"/>
                  </a:lnTo>
                  <a:lnTo>
                    <a:pt x="663575" y="212598"/>
                  </a:lnTo>
                  <a:lnTo>
                    <a:pt x="683578" y="194107"/>
                  </a:lnTo>
                  <a:lnTo>
                    <a:pt x="702628" y="201244"/>
                  </a:lnTo>
                  <a:lnTo>
                    <a:pt x="699960" y="213462"/>
                  </a:lnTo>
                  <a:lnTo>
                    <a:pt x="714756" y="215951"/>
                  </a:lnTo>
                  <a:lnTo>
                    <a:pt x="709803" y="241579"/>
                  </a:lnTo>
                  <a:lnTo>
                    <a:pt x="718376" y="251206"/>
                  </a:lnTo>
                  <a:lnTo>
                    <a:pt x="773875" y="221793"/>
                  </a:lnTo>
                  <a:lnTo>
                    <a:pt x="823976" y="217030"/>
                  </a:lnTo>
                  <a:lnTo>
                    <a:pt x="836104" y="235953"/>
                  </a:lnTo>
                  <a:lnTo>
                    <a:pt x="820865" y="238334"/>
                  </a:lnTo>
                  <a:lnTo>
                    <a:pt x="826833" y="255962"/>
                  </a:lnTo>
                  <a:lnTo>
                    <a:pt x="856043" y="259207"/>
                  </a:lnTo>
                  <a:lnTo>
                    <a:pt x="859727" y="267640"/>
                  </a:lnTo>
                  <a:lnTo>
                    <a:pt x="876364" y="273266"/>
                  </a:lnTo>
                  <a:lnTo>
                    <a:pt x="880173" y="298895"/>
                  </a:lnTo>
                  <a:lnTo>
                    <a:pt x="954405" y="315220"/>
                  </a:lnTo>
                  <a:lnTo>
                    <a:pt x="965454" y="350260"/>
                  </a:lnTo>
                  <a:lnTo>
                    <a:pt x="992505" y="360744"/>
                  </a:lnTo>
                  <a:lnTo>
                    <a:pt x="992505" y="373075"/>
                  </a:lnTo>
                  <a:lnTo>
                    <a:pt x="982853" y="376104"/>
                  </a:lnTo>
                  <a:lnTo>
                    <a:pt x="989457" y="404432"/>
                  </a:lnTo>
                  <a:lnTo>
                    <a:pt x="1005840" y="412978"/>
                  </a:lnTo>
                  <a:lnTo>
                    <a:pt x="1015365" y="434930"/>
                  </a:lnTo>
                  <a:lnTo>
                    <a:pt x="991997" y="447148"/>
                  </a:lnTo>
                  <a:lnTo>
                    <a:pt x="983425" y="436550"/>
                  </a:lnTo>
                  <a:lnTo>
                    <a:pt x="969454" y="440550"/>
                  </a:lnTo>
                  <a:lnTo>
                    <a:pt x="983869" y="490296"/>
                  </a:lnTo>
                  <a:lnTo>
                    <a:pt x="999427" y="489325"/>
                  </a:lnTo>
                  <a:lnTo>
                    <a:pt x="1076516" y="542417"/>
                  </a:lnTo>
                  <a:lnTo>
                    <a:pt x="1083246" y="527171"/>
                  </a:lnTo>
                  <a:lnTo>
                    <a:pt x="1107122" y="530092"/>
                  </a:lnTo>
                  <a:lnTo>
                    <a:pt x="1112456" y="541229"/>
                  </a:lnTo>
                  <a:lnTo>
                    <a:pt x="1148778" y="559721"/>
                  </a:lnTo>
                  <a:lnTo>
                    <a:pt x="1166368" y="578104"/>
                  </a:lnTo>
                  <a:lnTo>
                    <a:pt x="1178433" y="572802"/>
                  </a:lnTo>
                  <a:lnTo>
                    <a:pt x="1186370" y="576370"/>
                  </a:lnTo>
                  <a:lnTo>
                    <a:pt x="1189101" y="588378"/>
                  </a:lnTo>
                  <a:lnTo>
                    <a:pt x="1204468" y="598646"/>
                  </a:lnTo>
                  <a:lnTo>
                    <a:pt x="1215834" y="593458"/>
                  </a:lnTo>
                  <a:lnTo>
                    <a:pt x="1226058" y="601135"/>
                  </a:lnTo>
                  <a:lnTo>
                    <a:pt x="1223899" y="612489"/>
                  </a:lnTo>
                  <a:lnTo>
                    <a:pt x="1244409" y="613899"/>
                  </a:lnTo>
                  <a:lnTo>
                    <a:pt x="1254125" y="629469"/>
                  </a:lnTo>
                  <a:lnTo>
                    <a:pt x="1272603" y="627952"/>
                  </a:lnTo>
                  <a:lnTo>
                    <a:pt x="1278065" y="618871"/>
                  </a:lnTo>
                  <a:lnTo>
                    <a:pt x="1314005" y="632282"/>
                  </a:lnTo>
                  <a:lnTo>
                    <a:pt x="1353248" y="620274"/>
                  </a:lnTo>
                  <a:lnTo>
                    <a:pt x="1362139" y="629793"/>
                  </a:lnTo>
                  <a:lnTo>
                    <a:pt x="1364107" y="649472"/>
                  </a:lnTo>
                  <a:lnTo>
                    <a:pt x="1389952" y="619411"/>
                  </a:lnTo>
                  <a:lnTo>
                    <a:pt x="1419479" y="612489"/>
                  </a:lnTo>
                  <a:lnTo>
                    <a:pt x="1418717" y="621792"/>
                  </a:lnTo>
                  <a:lnTo>
                    <a:pt x="1465707" y="620928"/>
                  </a:lnTo>
                  <a:lnTo>
                    <a:pt x="1466469" y="631628"/>
                  </a:lnTo>
                  <a:lnTo>
                    <a:pt x="1505521" y="624821"/>
                  </a:lnTo>
                  <a:lnTo>
                    <a:pt x="1505521" y="613029"/>
                  </a:lnTo>
                  <a:lnTo>
                    <a:pt x="1528699" y="595516"/>
                  </a:lnTo>
                  <a:lnTo>
                    <a:pt x="1545590" y="593350"/>
                  </a:lnTo>
                  <a:lnTo>
                    <a:pt x="1573213" y="568801"/>
                  </a:lnTo>
                  <a:lnTo>
                    <a:pt x="1602613" y="573018"/>
                  </a:lnTo>
                  <a:lnTo>
                    <a:pt x="1607629" y="557771"/>
                  </a:lnTo>
                  <a:lnTo>
                    <a:pt x="1626997" y="551180"/>
                  </a:lnTo>
                  <a:lnTo>
                    <a:pt x="1642364" y="569125"/>
                  </a:lnTo>
                  <a:lnTo>
                    <a:pt x="1630680" y="576154"/>
                  </a:lnTo>
                  <a:lnTo>
                    <a:pt x="1636078" y="587184"/>
                  </a:lnTo>
                  <a:lnTo>
                    <a:pt x="1652397" y="593782"/>
                  </a:lnTo>
                  <a:lnTo>
                    <a:pt x="1647000" y="609460"/>
                  </a:lnTo>
                  <a:lnTo>
                    <a:pt x="1671129" y="607085"/>
                  </a:lnTo>
                  <a:lnTo>
                    <a:pt x="1679702" y="618763"/>
                  </a:lnTo>
                  <a:lnTo>
                    <a:pt x="1687830" y="594430"/>
                  </a:lnTo>
                  <a:lnTo>
                    <a:pt x="1715960" y="611950"/>
                  </a:lnTo>
                  <a:lnTo>
                    <a:pt x="1721803" y="642880"/>
                  </a:lnTo>
                  <a:lnTo>
                    <a:pt x="1735645" y="640607"/>
                  </a:lnTo>
                  <a:lnTo>
                    <a:pt x="1730248" y="708730"/>
                  </a:lnTo>
                  <a:lnTo>
                    <a:pt x="1699958" y="734904"/>
                  </a:lnTo>
                  <a:lnTo>
                    <a:pt x="1696276" y="750475"/>
                  </a:lnTo>
                  <a:lnTo>
                    <a:pt x="1687830" y="756964"/>
                  </a:lnTo>
                  <a:lnTo>
                    <a:pt x="1688592" y="787457"/>
                  </a:lnTo>
                  <a:lnTo>
                    <a:pt x="1710436" y="775024"/>
                  </a:lnTo>
                  <a:lnTo>
                    <a:pt x="1740091" y="775024"/>
                  </a:lnTo>
                  <a:lnTo>
                    <a:pt x="1730566" y="789622"/>
                  </a:lnTo>
                  <a:lnTo>
                    <a:pt x="1740091" y="813517"/>
                  </a:lnTo>
                  <a:lnTo>
                    <a:pt x="1759903" y="813517"/>
                  </a:lnTo>
                  <a:lnTo>
                    <a:pt x="1762823" y="832980"/>
                  </a:lnTo>
                  <a:lnTo>
                    <a:pt x="1752409" y="835577"/>
                  </a:lnTo>
                  <a:lnTo>
                    <a:pt x="1750378" y="854824"/>
                  </a:lnTo>
                  <a:lnTo>
                    <a:pt x="1777746" y="857529"/>
                  </a:lnTo>
                  <a:lnTo>
                    <a:pt x="1787080" y="874617"/>
                  </a:lnTo>
                  <a:lnTo>
                    <a:pt x="1811401" y="866832"/>
                  </a:lnTo>
                  <a:lnTo>
                    <a:pt x="1822894" y="899922"/>
                  </a:lnTo>
                  <a:lnTo>
                    <a:pt x="1845945" y="889324"/>
                  </a:lnTo>
                  <a:lnTo>
                    <a:pt x="1838134" y="854392"/>
                  </a:lnTo>
                  <a:lnTo>
                    <a:pt x="1859026" y="847363"/>
                  </a:lnTo>
                  <a:lnTo>
                    <a:pt x="1871281" y="833310"/>
                  </a:lnTo>
                  <a:lnTo>
                    <a:pt x="1894205" y="843902"/>
                  </a:lnTo>
                  <a:lnTo>
                    <a:pt x="1906905" y="832548"/>
                  </a:lnTo>
                  <a:lnTo>
                    <a:pt x="1927542" y="843147"/>
                  </a:lnTo>
                  <a:lnTo>
                    <a:pt x="1934464" y="830066"/>
                  </a:lnTo>
                  <a:lnTo>
                    <a:pt x="1943227" y="836009"/>
                  </a:lnTo>
                  <a:lnTo>
                    <a:pt x="1963610" y="820007"/>
                  </a:lnTo>
                  <a:lnTo>
                    <a:pt x="1966404" y="809733"/>
                  </a:lnTo>
                  <a:lnTo>
                    <a:pt x="1982660" y="803351"/>
                  </a:lnTo>
                  <a:lnTo>
                    <a:pt x="1993709" y="815251"/>
                  </a:lnTo>
                  <a:lnTo>
                    <a:pt x="2038858" y="821734"/>
                  </a:lnTo>
                  <a:lnTo>
                    <a:pt x="2033841" y="840772"/>
                  </a:lnTo>
                  <a:lnTo>
                    <a:pt x="2025714" y="840987"/>
                  </a:lnTo>
                  <a:lnTo>
                    <a:pt x="2030158" y="859263"/>
                  </a:lnTo>
                  <a:lnTo>
                    <a:pt x="2043176" y="860990"/>
                  </a:lnTo>
                  <a:lnTo>
                    <a:pt x="2052383" y="871264"/>
                  </a:lnTo>
                  <a:lnTo>
                    <a:pt x="2070735" y="869423"/>
                  </a:lnTo>
                  <a:lnTo>
                    <a:pt x="2076259" y="8804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D0B9B241-03E2-E258-69BD-5720A97C6F24}"/>
                </a:ext>
              </a:extLst>
            </p:cNvPr>
            <p:cNvSpPr/>
            <p:nvPr/>
          </p:nvSpPr>
          <p:spPr>
            <a:xfrm>
              <a:off x="10360152" y="2982810"/>
              <a:ext cx="84201" cy="34277"/>
            </a:xfrm>
            <a:custGeom>
              <a:avLst/>
              <a:gdLst>
                <a:gd name="csX0" fmla="*/ 0 w 84201"/>
                <a:gd name="csY0" fmla="*/ 34277 h 34277"/>
                <a:gd name="csX1" fmla="*/ 21336 w 84201"/>
                <a:gd name="csY1" fmla="*/ 34277 h 34277"/>
                <a:gd name="csX2" fmla="*/ 35496 w 84201"/>
                <a:gd name="csY2" fmla="*/ 13951 h 34277"/>
                <a:gd name="csX3" fmla="*/ 78613 w 84201"/>
                <a:gd name="csY3" fmla="*/ 12649 h 34277"/>
                <a:gd name="csX4" fmla="*/ 84201 w 84201"/>
                <a:gd name="csY4" fmla="*/ 0 h 34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201" h="34277">
                  <a:moveTo>
                    <a:pt x="0" y="34277"/>
                  </a:moveTo>
                  <a:lnTo>
                    <a:pt x="21336" y="34277"/>
                  </a:lnTo>
                  <a:lnTo>
                    <a:pt x="35496" y="13951"/>
                  </a:lnTo>
                  <a:lnTo>
                    <a:pt x="78613" y="12649"/>
                  </a:lnTo>
                  <a:lnTo>
                    <a:pt x="8420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40BB055E-F45F-DE77-B923-F84B2A6E1975}"/>
                </a:ext>
              </a:extLst>
            </p:cNvPr>
            <p:cNvSpPr/>
            <p:nvPr/>
          </p:nvSpPr>
          <p:spPr>
            <a:xfrm>
              <a:off x="10908918" y="4574914"/>
              <a:ext cx="8001" cy="242449"/>
            </a:xfrm>
            <a:custGeom>
              <a:avLst/>
              <a:gdLst>
                <a:gd name="csX0" fmla="*/ 8001 w 8001"/>
                <a:gd name="csY0" fmla="*/ 0 h 242449"/>
                <a:gd name="csX1" fmla="*/ 8001 w 8001"/>
                <a:gd name="csY1" fmla="*/ 138741 h 242449"/>
                <a:gd name="csX2" fmla="*/ 0 w 8001"/>
                <a:gd name="csY2" fmla="*/ 152260 h 242449"/>
                <a:gd name="csX3" fmla="*/ 8001 w 8001"/>
                <a:gd name="csY3" fmla="*/ 162211 h 242449"/>
                <a:gd name="csX4" fmla="*/ 8001 w 8001"/>
                <a:gd name="csY4" fmla="*/ 242450 h 242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01" h="242449">
                  <a:moveTo>
                    <a:pt x="8001" y="0"/>
                  </a:moveTo>
                  <a:lnTo>
                    <a:pt x="8001" y="138741"/>
                  </a:lnTo>
                  <a:lnTo>
                    <a:pt x="0" y="152260"/>
                  </a:lnTo>
                  <a:lnTo>
                    <a:pt x="8001" y="162211"/>
                  </a:lnTo>
                  <a:lnTo>
                    <a:pt x="8001" y="242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D0343D79-865F-FBEC-C003-367E17E46BA0}"/>
                </a:ext>
              </a:extLst>
            </p:cNvPr>
            <p:cNvSpPr/>
            <p:nvPr/>
          </p:nvSpPr>
          <p:spPr>
            <a:xfrm>
              <a:off x="10313098" y="4811414"/>
              <a:ext cx="7429" cy="16764"/>
            </a:xfrm>
            <a:custGeom>
              <a:avLst/>
              <a:gdLst>
                <a:gd name="csX0" fmla="*/ 0 w 7429"/>
                <a:gd name="csY0" fmla="*/ 0 h 16764"/>
                <a:gd name="csX1" fmla="*/ 7430 w 7429"/>
                <a:gd name="csY1" fmla="*/ 16764 h 16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429" h="16764">
                  <a:moveTo>
                    <a:pt x="0" y="0"/>
                  </a:moveTo>
                  <a:lnTo>
                    <a:pt x="7430" y="16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0A66816F-B6E4-8DFB-E2F2-C17945EF99AC}"/>
                </a:ext>
              </a:extLst>
            </p:cNvPr>
            <p:cNvSpPr/>
            <p:nvPr/>
          </p:nvSpPr>
          <p:spPr>
            <a:xfrm>
              <a:off x="7656004" y="2999028"/>
              <a:ext cx="349186" cy="529875"/>
            </a:xfrm>
            <a:custGeom>
              <a:avLst/>
              <a:gdLst>
                <a:gd name="csX0" fmla="*/ 0 w 349186"/>
                <a:gd name="csY0" fmla="*/ 40767 h 529875"/>
                <a:gd name="csX1" fmla="*/ 31052 w 349186"/>
                <a:gd name="csY1" fmla="*/ 32658 h 529875"/>
                <a:gd name="csX2" fmla="*/ 47815 w 349186"/>
                <a:gd name="csY2" fmla="*/ 11138 h 529875"/>
                <a:gd name="csX3" fmla="*/ 85089 w 349186"/>
                <a:gd name="csY3" fmla="*/ 8547 h 529875"/>
                <a:gd name="csX4" fmla="*/ 92773 w 349186"/>
                <a:gd name="csY4" fmla="*/ 0 h 529875"/>
                <a:gd name="csX5" fmla="*/ 125222 w 349186"/>
                <a:gd name="csY5" fmla="*/ 0 h 529875"/>
                <a:gd name="csX6" fmla="*/ 129667 w 349186"/>
                <a:gd name="csY6" fmla="*/ 12979 h 529875"/>
                <a:gd name="csX7" fmla="*/ 200469 w 349186"/>
                <a:gd name="csY7" fmla="*/ 28226 h 529875"/>
                <a:gd name="csX8" fmla="*/ 209867 w 349186"/>
                <a:gd name="csY8" fmla="*/ 45961 h 529875"/>
                <a:gd name="csX9" fmla="*/ 229044 w 349186"/>
                <a:gd name="csY9" fmla="*/ 51473 h 529875"/>
                <a:gd name="csX10" fmla="*/ 239331 w 349186"/>
                <a:gd name="csY10" fmla="*/ 67805 h 529875"/>
                <a:gd name="csX11" fmla="*/ 267906 w 349186"/>
                <a:gd name="csY11" fmla="*/ 68993 h 529875"/>
                <a:gd name="csX12" fmla="*/ 271652 w 349186"/>
                <a:gd name="csY12" fmla="*/ 119818 h 529875"/>
                <a:gd name="csX13" fmla="*/ 243332 w 349186"/>
                <a:gd name="csY13" fmla="*/ 189890 h 529875"/>
                <a:gd name="csX14" fmla="*/ 259016 w 349186"/>
                <a:gd name="csY14" fmla="*/ 199949 h 529875"/>
                <a:gd name="csX15" fmla="*/ 248602 w 349186"/>
                <a:gd name="csY15" fmla="*/ 215627 h 529875"/>
                <a:gd name="csX16" fmla="*/ 255524 w 349186"/>
                <a:gd name="csY16" fmla="*/ 281483 h 529875"/>
                <a:gd name="csX17" fmla="*/ 289751 w 349186"/>
                <a:gd name="csY17" fmla="*/ 289376 h 529875"/>
                <a:gd name="csX18" fmla="*/ 293179 w 349186"/>
                <a:gd name="csY18" fmla="*/ 309061 h 529875"/>
                <a:gd name="csX19" fmla="*/ 258445 w 349186"/>
                <a:gd name="csY19" fmla="*/ 350799 h 529875"/>
                <a:gd name="csX20" fmla="*/ 293179 w 349186"/>
                <a:gd name="csY20" fmla="*/ 401193 h 529875"/>
                <a:gd name="csX21" fmla="*/ 327851 w 349186"/>
                <a:gd name="csY21" fmla="*/ 415144 h 529875"/>
                <a:gd name="csX22" fmla="*/ 329374 w 349186"/>
                <a:gd name="csY22" fmla="*/ 454501 h 529875"/>
                <a:gd name="csX23" fmla="*/ 349186 w 349186"/>
                <a:gd name="csY23" fmla="*/ 459912 h 529875"/>
                <a:gd name="csX24" fmla="*/ 344741 w 349186"/>
                <a:gd name="csY24" fmla="*/ 482511 h 529875"/>
                <a:gd name="csX25" fmla="*/ 314451 w 349186"/>
                <a:gd name="csY25" fmla="*/ 482511 h 529875"/>
                <a:gd name="csX26" fmla="*/ 293179 w 349186"/>
                <a:gd name="csY26" fmla="*/ 500463 h 529875"/>
                <a:gd name="csX27" fmla="*/ 287274 w 349186"/>
                <a:gd name="csY27" fmla="*/ 529876 h 52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49186" h="529875">
                  <a:moveTo>
                    <a:pt x="0" y="40767"/>
                  </a:moveTo>
                  <a:lnTo>
                    <a:pt x="31052" y="32658"/>
                  </a:lnTo>
                  <a:lnTo>
                    <a:pt x="47815" y="11138"/>
                  </a:lnTo>
                  <a:lnTo>
                    <a:pt x="85089" y="8547"/>
                  </a:lnTo>
                  <a:lnTo>
                    <a:pt x="92773" y="0"/>
                  </a:lnTo>
                  <a:lnTo>
                    <a:pt x="125222" y="0"/>
                  </a:lnTo>
                  <a:lnTo>
                    <a:pt x="129667" y="12979"/>
                  </a:lnTo>
                  <a:lnTo>
                    <a:pt x="200469" y="28226"/>
                  </a:lnTo>
                  <a:lnTo>
                    <a:pt x="209867" y="45961"/>
                  </a:lnTo>
                  <a:lnTo>
                    <a:pt x="229044" y="51473"/>
                  </a:lnTo>
                  <a:lnTo>
                    <a:pt x="239331" y="67805"/>
                  </a:lnTo>
                  <a:lnTo>
                    <a:pt x="267906" y="68993"/>
                  </a:lnTo>
                  <a:lnTo>
                    <a:pt x="271652" y="119818"/>
                  </a:lnTo>
                  <a:lnTo>
                    <a:pt x="243332" y="189890"/>
                  </a:lnTo>
                  <a:lnTo>
                    <a:pt x="259016" y="199949"/>
                  </a:lnTo>
                  <a:lnTo>
                    <a:pt x="248602" y="215627"/>
                  </a:lnTo>
                  <a:lnTo>
                    <a:pt x="255524" y="281483"/>
                  </a:lnTo>
                  <a:lnTo>
                    <a:pt x="289751" y="289376"/>
                  </a:lnTo>
                  <a:lnTo>
                    <a:pt x="293179" y="309061"/>
                  </a:lnTo>
                  <a:lnTo>
                    <a:pt x="258445" y="350799"/>
                  </a:lnTo>
                  <a:lnTo>
                    <a:pt x="293179" y="401193"/>
                  </a:lnTo>
                  <a:lnTo>
                    <a:pt x="327851" y="415144"/>
                  </a:lnTo>
                  <a:lnTo>
                    <a:pt x="329374" y="454501"/>
                  </a:lnTo>
                  <a:lnTo>
                    <a:pt x="349186" y="459912"/>
                  </a:lnTo>
                  <a:lnTo>
                    <a:pt x="344741" y="482511"/>
                  </a:lnTo>
                  <a:lnTo>
                    <a:pt x="314451" y="482511"/>
                  </a:lnTo>
                  <a:lnTo>
                    <a:pt x="293179" y="500463"/>
                  </a:lnTo>
                  <a:lnTo>
                    <a:pt x="287274" y="5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68EE9CF2-1086-D6B0-54C2-C90CC64B99EB}"/>
                </a:ext>
              </a:extLst>
            </p:cNvPr>
            <p:cNvSpPr/>
            <p:nvPr/>
          </p:nvSpPr>
          <p:spPr>
            <a:xfrm>
              <a:off x="7187692" y="2851315"/>
              <a:ext cx="262445" cy="488994"/>
            </a:xfrm>
            <a:custGeom>
              <a:avLst/>
              <a:gdLst>
                <a:gd name="csX0" fmla="*/ 0 w 262445"/>
                <a:gd name="csY0" fmla="*/ 4108 h 488994"/>
                <a:gd name="csX1" fmla="*/ 36576 w 262445"/>
                <a:gd name="csY1" fmla="*/ 8433 h 488994"/>
                <a:gd name="csX2" fmla="*/ 42164 w 262445"/>
                <a:gd name="csY2" fmla="*/ 0 h 488994"/>
                <a:gd name="csX3" fmla="*/ 52577 w 262445"/>
                <a:gd name="csY3" fmla="*/ 0 h 488994"/>
                <a:gd name="csX4" fmla="*/ 82423 w 262445"/>
                <a:gd name="csY4" fmla="*/ 29413 h 488994"/>
                <a:gd name="csX5" fmla="*/ 84518 w 262445"/>
                <a:gd name="csY5" fmla="*/ 42170 h 488994"/>
                <a:gd name="csX6" fmla="*/ 77660 w 262445"/>
                <a:gd name="csY6" fmla="*/ 51473 h 488994"/>
                <a:gd name="csX7" fmla="*/ 83185 w 262445"/>
                <a:gd name="csY7" fmla="*/ 68123 h 488994"/>
                <a:gd name="csX8" fmla="*/ 108839 w 262445"/>
                <a:gd name="csY8" fmla="*/ 68345 h 488994"/>
                <a:gd name="csX9" fmla="*/ 124460 w 262445"/>
                <a:gd name="csY9" fmla="*/ 75590 h 488994"/>
                <a:gd name="csX10" fmla="*/ 124460 w 262445"/>
                <a:gd name="csY10" fmla="*/ 97866 h 488994"/>
                <a:gd name="csX11" fmla="*/ 95250 w 262445"/>
                <a:gd name="csY11" fmla="*/ 98406 h 488994"/>
                <a:gd name="csX12" fmla="*/ 109601 w 262445"/>
                <a:gd name="csY12" fmla="*/ 142094 h 488994"/>
                <a:gd name="csX13" fmla="*/ 102679 w 262445"/>
                <a:gd name="csY13" fmla="*/ 162097 h 488994"/>
                <a:gd name="csX14" fmla="*/ 116141 w 262445"/>
                <a:gd name="csY14" fmla="*/ 169342 h 488994"/>
                <a:gd name="csX15" fmla="*/ 144463 w 262445"/>
                <a:gd name="csY15" fmla="*/ 242119 h 488994"/>
                <a:gd name="csX16" fmla="*/ 181165 w 262445"/>
                <a:gd name="csY16" fmla="*/ 246336 h 488994"/>
                <a:gd name="csX17" fmla="*/ 179133 w 262445"/>
                <a:gd name="csY17" fmla="*/ 260286 h 488994"/>
                <a:gd name="csX18" fmla="*/ 167639 w 262445"/>
                <a:gd name="csY18" fmla="*/ 264935 h 488994"/>
                <a:gd name="csX19" fmla="*/ 175196 w 262445"/>
                <a:gd name="csY19" fmla="*/ 278994 h 488994"/>
                <a:gd name="csX20" fmla="*/ 159956 w 262445"/>
                <a:gd name="csY20" fmla="*/ 301485 h 488994"/>
                <a:gd name="csX21" fmla="*/ 149478 w 262445"/>
                <a:gd name="csY21" fmla="*/ 305918 h 488994"/>
                <a:gd name="csX22" fmla="*/ 147955 w 262445"/>
                <a:gd name="csY22" fmla="*/ 331007 h 488994"/>
                <a:gd name="csX23" fmla="*/ 173291 w 262445"/>
                <a:gd name="csY23" fmla="*/ 356635 h 488994"/>
                <a:gd name="csX24" fmla="*/ 165036 w 262445"/>
                <a:gd name="csY24" fmla="*/ 364204 h 488994"/>
                <a:gd name="csX25" fmla="*/ 173672 w 262445"/>
                <a:gd name="csY25" fmla="*/ 374479 h 488994"/>
                <a:gd name="csX26" fmla="*/ 185293 w 262445"/>
                <a:gd name="csY26" fmla="*/ 372643 h 488994"/>
                <a:gd name="csX27" fmla="*/ 209931 w 262445"/>
                <a:gd name="csY27" fmla="*/ 391243 h 488994"/>
                <a:gd name="csX28" fmla="*/ 220472 w 262445"/>
                <a:gd name="csY28" fmla="*/ 391243 h 488994"/>
                <a:gd name="csX29" fmla="*/ 237871 w 262445"/>
                <a:gd name="csY29" fmla="*/ 418598 h 488994"/>
                <a:gd name="csX30" fmla="*/ 229426 w 262445"/>
                <a:gd name="csY30" fmla="*/ 450069 h 488994"/>
                <a:gd name="csX31" fmla="*/ 245046 w 262445"/>
                <a:gd name="csY31" fmla="*/ 452552 h 488994"/>
                <a:gd name="csX32" fmla="*/ 262445 w 262445"/>
                <a:gd name="csY32" fmla="*/ 488995 h 48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2445" h="488994">
                  <a:moveTo>
                    <a:pt x="0" y="4108"/>
                  </a:moveTo>
                  <a:lnTo>
                    <a:pt x="36576" y="8433"/>
                  </a:lnTo>
                  <a:lnTo>
                    <a:pt x="42164" y="0"/>
                  </a:lnTo>
                  <a:lnTo>
                    <a:pt x="52577" y="0"/>
                  </a:lnTo>
                  <a:lnTo>
                    <a:pt x="82423" y="29413"/>
                  </a:lnTo>
                  <a:lnTo>
                    <a:pt x="84518" y="42170"/>
                  </a:lnTo>
                  <a:lnTo>
                    <a:pt x="77660" y="51473"/>
                  </a:lnTo>
                  <a:lnTo>
                    <a:pt x="83185" y="68123"/>
                  </a:lnTo>
                  <a:lnTo>
                    <a:pt x="108839" y="68345"/>
                  </a:lnTo>
                  <a:lnTo>
                    <a:pt x="124460" y="75590"/>
                  </a:lnTo>
                  <a:lnTo>
                    <a:pt x="124460" y="97866"/>
                  </a:lnTo>
                  <a:lnTo>
                    <a:pt x="95250" y="98406"/>
                  </a:lnTo>
                  <a:lnTo>
                    <a:pt x="109601" y="142094"/>
                  </a:lnTo>
                  <a:lnTo>
                    <a:pt x="102679" y="162097"/>
                  </a:lnTo>
                  <a:lnTo>
                    <a:pt x="116141" y="169342"/>
                  </a:lnTo>
                  <a:lnTo>
                    <a:pt x="144463" y="242119"/>
                  </a:lnTo>
                  <a:lnTo>
                    <a:pt x="181165" y="246336"/>
                  </a:lnTo>
                  <a:lnTo>
                    <a:pt x="179133" y="260286"/>
                  </a:lnTo>
                  <a:lnTo>
                    <a:pt x="167639" y="264935"/>
                  </a:lnTo>
                  <a:lnTo>
                    <a:pt x="175196" y="278994"/>
                  </a:lnTo>
                  <a:lnTo>
                    <a:pt x="159956" y="301485"/>
                  </a:lnTo>
                  <a:lnTo>
                    <a:pt x="149478" y="305918"/>
                  </a:lnTo>
                  <a:lnTo>
                    <a:pt x="147955" y="331007"/>
                  </a:lnTo>
                  <a:lnTo>
                    <a:pt x="173291" y="356635"/>
                  </a:lnTo>
                  <a:lnTo>
                    <a:pt x="165036" y="364204"/>
                  </a:lnTo>
                  <a:lnTo>
                    <a:pt x="173672" y="374479"/>
                  </a:lnTo>
                  <a:lnTo>
                    <a:pt x="185293" y="372643"/>
                  </a:lnTo>
                  <a:lnTo>
                    <a:pt x="209931" y="391243"/>
                  </a:lnTo>
                  <a:lnTo>
                    <a:pt x="220472" y="391243"/>
                  </a:lnTo>
                  <a:lnTo>
                    <a:pt x="237871" y="418598"/>
                  </a:lnTo>
                  <a:lnTo>
                    <a:pt x="229426" y="450069"/>
                  </a:lnTo>
                  <a:lnTo>
                    <a:pt x="245046" y="452552"/>
                  </a:lnTo>
                  <a:lnTo>
                    <a:pt x="262445" y="4889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579E6654-77AF-6F4B-3FF8-F004E3E11B14}"/>
                </a:ext>
              </a:extLst>
            </p:cNvPr>
            <p:cNvSpPr/>
            <p:nvPr/>
          </p:nvSpPr>
          <p:spPr>
            <a:xfrm>
              <a:off x="7312152" y="2937065"/>
              <a:ext cx="154241" cy="55473"/>
            </a:xfrm>
            <a:custGeom>
              <a:avLst/>
              <a:gdLst>
                <a:gd name="csX0" fmla="*/ 0 w 154241"/>
                <a:gd name="csY0" fmla="*/ 12116 h 55473"/>
                <a:gd name="csX1" fmla="*/ 21717 w 154241"/>
                <a:gd name="csY1" fmla="*/ 34823 h 55473"/>
                <a:gd name="csX2" fmla="*/ 67754 w 154241"/>
                <a:gd name="csY2" fmla="*/ 37198 h 55473"/>
                <a:gd name="csX3" fmla="*/ 116904 w 154241"/>
                <a:gd name="csY3" fmla="*/ 0 h 55473"/>
                <a:gd name="csX4" fmla="*/ 132715 w 154241"/>
                <a:gd name="csY4" fmla="*/ 12979 h 55473"/>
                <a:gd name="csX5" fmla="*/ 124269 w 154241"/>
                <a:gd name="csY5" fmla="*/ 20117 h 55473"/>
                <a:gd name="csX6" fmla="*/ 119888 w 154241"/>
                <a:gd name="csY6" fmla="*/ 35903 h 55473"/>
                <a:gd name="csX7" fmla="*/ 142557 w 154241"/>
                <a:gd name="csY7" fmla="*/ 55474 h 55473"/>
                <a:gd name="csX8" fmla="*/ 154242 w 154241"/>
                <a:gd name="csY8" fmla="*/ 55474 h 5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54241" h="55473">
                  <a:moveTo>
                    <a:pt x="0" y="12116"/>
                  </a:moveTo>
                  <a:lnTo>
                    <a:pt x="21717" y="34823"/>
                  </a:lnTo>
                  <a:lnTo>
                    <a:pt x="67754" y="37198"/>
                  </a:lnTo>
                  <a:lnTo>
                    <a:pt x="116904" y="0"/>
                  </a:lnTo>
                  <a:lnTo>
                    <a:pt x="132715" y="12979"/>
                  </a:lnTo>
                  <a:lnTo>
                    <a:pt x="124269" y="20117"/>
                  </a:lnTo>
                  <a:lnTo>
                    <a:pt x="119888" y="35903"/>
                  </a:lnTo>
                  <a:lnTo>
                    <a:pt x="142557" y="55474"/>
                  </a:lnTo>
                  <a:lnTo>
                    <a:pt x="154242" y="5547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E3B3D423-44F7-EB1E-7C0E-F6FED55E3353}"/>
                </a:ext>
              </a:extLst>
            </p:cNvPr>
            <p:cNvSpPr/>
            <p:nvPr/>
          </p:nvSpPr>
          <p:spPr>
            <a:xfrm>
              <a:off x="7312152" y="2926905"/>
              <a:ext cx="50863" cy="46494"/>
            </a:xfrm>
            <a:custGeom>
              <a:avLst/>
              <a:gdLst>
                <a:gd name="csX0" fmla="*/ 0 w 50863"/>
                <a:gd name="csY0" fmla="*/ 0 h 46494"/>
                <a:gd name="csX1" fmla="*/ 18161 w 50863"/>
                <a:gd name="csY1" fmla="*/ 6807 h 46494"/>
                <a:gd name="csX2" fmla="*/ 23241 w 50863"/>
                <a:gd name="csY2" fmla="*/ 17729 h 46494"/>
                <a:gd name="csX3" fmla="*/ 38417 w 50863"/>
                <a:gd name="csY3" fmla="*/ 17729 h 46494"/>
                <a:gd name="csX4" fmla="*/ 50864 w 50863"/>
                <a:gd name="csY4" fmla="*/ 46495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63" h="46494">
                  <a:moveTo>
                    <a:pt x="0" y="0"/>
                  </a:moveTo>
                  <a:lnTo>
                    <a:pt x="18161" y="6807"/>
                  </a:lnTo>
                  <a:lnTo>
                    <a:pt x="23241" y="17729"/>
                  </a:lnTo>
                  <a:lnTo>
                    <a:pt x="38417" y="17729"/>
                  </a:lnTo>
                  <a:lnTo>
                    <a:pt x="50864" y="464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6FECC743-4E45-0FC1-894B-C4893A05A051}"/>
                </a:ext>
              </a:extLst>
            </p:cNvPr>
            <p:cNvSpPr/>
            <p:nvPr/>
          </p:nvSpPr>
          <p:spPr>
            <a:xfrm>
              <a:off x="7263320" y="2837795"/>
              <a:ext cx="120396" cy="43040"/>
            </a:xfrm>
            <a:custGeom>
              <a:avLst/>
              <a:gdLst>
                <a:gd name="csX0" fmla="*/ 0 w 120396"/>
                <a:gd name="csY0" fmla="*/ 36227 h 43040"/>
                <a:gd name="csX1" fmla="*/ 55309 w 120396"/>
                <a:gd name="csY1" fmla="*/ 32226 h 43040"/>
                <a:gd name="csX2" fmla="*/ 65278 w 120396"/>
                <a:gd name="csY2" fmla="*/ 19793 h 43040"/>
                <a:gd name="csX3" fmla="*/ 111570 w 120396"/>
                <a:gd name="csY3" fmla="*/ 43040 h 43040"/>
                <a:gd name="csX4" fmla="*/ 120397 w 120396"/>
                <a:gd name="csY4" fmla="*/ 29845 h 43040"/>
                <a:gd name="csX5" fmla="*/ 98616 w 120396"/>
                <a:gd name="csY5" fmla="*/ 12656 h 43040"/>
                <a:gd name="csX6" fmla="*/ 113665 w 120396"/>
                <a:gd name="csY6" fmla="*/ 0 h 43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0396" h="43040">
                  <a:moveTo>
                    <a:pt x="0" y="36227"/>
                  </a:moveTo>
                  <a:lnTo>
                    <a:pt x="55309" y="32226"/>
                  </a:lnTo>
                  <a:lnTo>
                    <a:pt x="65278" y="19793"/>
                  </a:lnTo>
                  <a:lnTo>
                    <a:pt x="111570" y="43040"/>
                  </a:lnTo>
                  <a:lnTo>
                    <a:pt x="120397" y="29845"/>
                  </a:lnTo>
                  <a:lnTo>
                    <a:pt x="98616" y="12656"/>
                  </a:lnTo>
                  <a:lnTo>
                    <a:pt x="11366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5410B874-67F5-C5BC-71D3-E3B9B56095D3}"/>
                </a:ext>
              </a:extLst>
            </p:cNvPr>
            <p:cNvSpPr/>
            <p:nvPr/>
          </p:nvSpPr>
          <p:spPr>
            <a:xfrm>
              <a:off x="7318629" y="2870022"/>
              <a:ext cx="61276" cy="104241"/>
            </a:xfrm>
            <a:custGeom>
              <a:avLst/>
              <a:gdLst>
                <a:gd name="csX0" fmla="*/ 0 w 61276"/>
                <a:gd name="csY0" fmla="*/ 0 h 104241"/>
                <a:gd name="csX1" fmla="*/ 15939 w 61276"/>
                <a:gd name="csY1" fmla="*/ 14167 h 104241"/>
                <a:gd name="csX2" fmla="*/ 15239 w 61276"/>
                <a:gd name="csY2" fmla="*/ 24981 h 104241"/>
                <a:gd name="csX3" fmla="*/ 38862 w 61276"/>
                <a:gd name="csY3" fmla="*/ 40659 h 104241"/>
                <a:gd name="csX4" fmla="*/ 37782 w 61276"/>
                <a:gd name="csY4" fmla="*/ 49638 h 104241"/>
                <a:gd name="csX5" fmla="*/ 58229 w 61276"/>
                <a:gd name="csY5" fmla="*/ 72778 h 104241"/>
                <a:gd name="csX6" fmla="*/ 59563 w 61276"/>
                <a:gd name="csY6" fmla="*/ 84887 h 104241"/>
                <a:gd name="csX7" fmla="*/ 61277 w 61276"/>
                <a:gd name="csY7" fmla="*/ 104242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276" h="104241">
                  <a:moveTo>
                    <a:pt x="0" y="0"/>
                  </a:moveTo>
                  <a:lnTo>
                    <a:pt x="15939" y="14167"/>
                  </a:lnTo>
                  <a:lnTo>
                    <a:pt x="15239" y="24981"/>
                  </a:lnTo>
                  <a:lnTo>
                    <a:pt x="38862" y="40659"/>
                  </a:lnTo>
                  <a:lnTo>
                    <a:pt x="37782" y="49638"/>
                  </a:lnTo>
                  <a:lnTo>
                    <a:pt x="58229" y="72778"/>
                  </a:lnTo>
                  <a:lnTo>
                    <a:pt x="59563" y="84887"/>
                  </a:lnTo>
                  <a:lnTo>
                    <a:pt x="61277" y="1042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E7FEA309-3313-2986-7CDB-0B98B5F3494E}"/>
                </a:ext>
              </a:extLst>
            </p:cNvPr>
            <p:cNvSpPr/>
            <p:nvPr/>
          </p:nvSpPr>
          <p:spPr>
            <a:xfrm>
              <a:off x="7237666" y="3547179"/>
              <a:ext cx="511111" cy="331222"/>
            </a:xfrm>
            <a:custGeom>
              <a:avLst/>
              <a:gdLst>
                <a:gd name="csX0" fmla="*/ 0 w 511111"/>
                <a:gd name="csY0" fmla="*/ 331222 h 331222"/>
                <a:gd name="csX1" fmla="*/ 13843 w 511111"/>
                <a:gd name="csY1" fmla="*/ 320624 h 331222"/>
                <a:gd name="csX2" fmla="*/ 14097 w 511111"/>
                <a:gd name="csY2" fmla="*/ 290671 h 331222"/>
                <a:gd name="csX3" fmla="*/ 30416 w 511111"/>
                <a:gd name="csY3" fmla="*/ 286671 h 331222"/>
                <a:gd name="csX4" fmla="*/ 39751 w 511111"/>
                <a:gd name="csY4" fmla="*/ 297377 h 331222"/>
                <a:gd name="csX5" fmla="*/ 83565 w 511111"/>
                <a:gd name="csY5" fmla="*/ 292621 h 331222"/>
                <a:gd name="csX6" fmla="*/ 143446 w 511111"/>
                <a:gd name="csY6" fmla="*/ 300406 h 331222"/>
                <a:gd name="csX7" fmla="*/ 157163 w 511111"/>
                <a:gd name="csY7" fmla="*/ 312947 h 331222"/>
                <a:gd name="csX8" fmla="*/ 172021 w 511111"/>
                <a:gd name="csY8" fmla="*/ 307975 h 331222"/>
                <a:gd name="csX9" fmla="*/ 194310 w 511111"/>
                <a:gd name="csY9" fmla="*/ 270129 h 331222"/>
                <a:gd name="csX10" fmla="*/ 232156 w 511111"/>
                <a:gd name="csY10" fmla="*/ 250228 h 331222"/>
                <a:gd name="csX11" fmla="*/ 338010 w 511111"/>
                <a:gd name="csY11" fmla="*/ 233578 h 331222"/>
                <a:gd name="csX12" fmla="*/ 456120 w 511111"/>
                <a:gd name="csY12" fmla="*/ 193243 h 331222"/>
                <a:gd name="csX13" fmla="*/ 481140 w 511111"/>
                <a:gd name="csY13" fmla="*/ 116141 h 331222"/>
                <a:gd name="csX14" fmla="*/ 463232 w 511111"/>
                <a:gd name="csY14" fmla="*/ 88563 h 331222"/>
                <a:gd name="csX15" fmla="*/ 477774 w 511111"/>
                <a:gd name="csY15" fmla="*/ 42824 h 331222"/>
                <a:gd name="csX16" fmla="*/ 498030 w 511111"/>
                <a:gd name="csY16" fmla="*/ 38926 h 331222"/>
                <a:gd name="csX17" fmla="*/ 495744 w 511111"/>
                <a:gd name="csY17" fmla="*/ 20434 h 331222"/>
                <a:gd name="csX18" fmla="*/ 486092 w 511111"/>
                <a:gd name="csY18" fmla="*/ 19463 h 331222"/>
                <a:gd name="csX19" fmla="*/ 486537 w 511111"/>
                <a:gd name="csY19" fmla="*/ 1619 h 331222"/>
                <a:gd name="csX20" fmla="*/ 511111 w 511111"/>
                <a:gd name="csY20" fmla="*/ 0 h 331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11111" h="331222">
                  <a:moveTo>
                    <a:pt x="0" y="331222"/>
                  </a:moveTo>
                  <a:lnTo>
                    <a:pt x="13843" y="320624"/>
                  </a:lnTo>
                  <a:lnTo>
                    <a:pt x="14097" y="290671"/>
                  </a:lnTo>
                  <a:lnTo>
                    <a:pt x="30416" y="286671"/>
                  </a:lnTo>
                  <a:lnTo>
                    <a:pt x="39751" y="297377"/>
                  </a:lnTo>
                  <a:lnTo>
                    <a:pt x="83565" y="292621"/>
                  </a:lnTo>
                  <a:lnTo>
                    <a:pt x="143446" y="300406"/>
                  </a:lnTo>
                  <a:lnTo>
                    <a:pt x="157163" y="312947"/>
                  </a:lnTo>
                  <a:lnTo>
                    <a:pt x="172021" y="307975"/>
                  </a:lnTo>
                  <a:lnTo>
                    <a:pt x="194310" y="270129"/>
                  </a:lnTo>
                  <a:lnTo>
                    <a:pt x="232156" y="250228"/>
                  </a:lnTo>
                  <a:lnTo>
                    <a:pt x="338010" y="233578"/>
                  </a:lnTo>
                  <a:lnTo>
                    <a:pt x="456120" y="193243"/>
                  </a:lnTo>
                  <a:lnTo>
                    <a:pt x="481140" y="116141"/>
                  </a:lnTo>
                  <a:lnTo>
                    <a:pt x="463232" y="88563"/>
                  </a:lnTo>
                  <a:lnTo>
                    <a:pt x="477774" y="42824"/>
                  </a:lnTo>
                  <a:lnTo>
                    <a:pt x="498030" y="38926"/>
                  </a:lnTo>
                  <a:lnTo>
                    <a:pt x="495744" y="20434"/>
                  </a:lnTo>
                  <a:lnTo>
                    <a:pt x="486092" y="19463"/>
                  </a:lnTo>
                  <a:lnTo>
                    <a:pt x="486537" y="1619"/>
                  </a:lnTo>
                  <a:lnTo>
                    <a:pt x="5111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1E039DCA-D8C8-67BB-16ED-7FB6765E7486}"/>
                </a:ext>
              </a:extLst>
            </p:cNvPr>
            <p:cNvSpPr/>
            <p:nvPr/>
          </p:nvSpPr>
          <p:spPr>
            <a:xfrm>
              <a:off x="7731125" y="3506196"/>
              <a:ext cx="15557" cy="18923"/>
            </a:xfrm>
            <a:custGeom>
              <a:avLst/>
              <a:gdLst>
                <a:gd name="csX0" fmla="*/ 0 w 15557"/>
                <a:gd name="csY0" fmla="*/ 0 h 18923"/>
                <a:gd name="csX1" fmla="*/ 15557 w 15557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557" h="18923">
                  <a:moveTo>
                    <a:pt x="0" y="0"/>
                  </a:moveTo>
                  <a:lnTo>
                    <a:pt x="15557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00F9F507-2C5F-FC27-B035-3D8C66FB9699}"/>
                </a:ext>
              </a:extLst>
            </p:cNvPr>
            <p:cNvSpPr/>
            <p:nvPr/>
          </p:nvSpPr>
          <p:spPr>
            <a:xfrm>
              <a:off x="7566279" y="3565023"/>
              <a:ext cx="134619" cy="70719"/>
            </a:xfrm>
            <a:custGeom>
              <a:avLst/>
              <a:gdLst>
                <a:gd name="csX0" fmla="*/ 0 w 134619"/>
                <a:gd name="csY0" fmla="*/ 0 h 70719"/>
                <a:gd name="csX1" fmla="*/ 0 w 134619"/>
                <a:gd name="csY1" fmla="*/ 18167 h 70719"/>
                <a:gd name="csX2" fmla="*/ 29845 w 134619"/>
                <a:gd name="csY2" fmla="*/ 58179 h 70719"/>
                <a:gd name="csX3" fmla="*/ 134620 w 134619"/>
                <a:gd name="csY3" fmla="*/ 70720 h 70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619" h="70719">
                  <a:moveTo>
                    <a:pt x="0" y="0"/>
                  </a:moveTo>
                  <a:lnTo>
                    <a:pt x="0" y="18167"/>
                  </a:lnTo>
                  <a:lnTo>
                    <a:pt x="29845" y="58179"/>
                  </a:lnTo>
                  <a:lnTo>
                    <a:pt x="134620" y="7072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5A1E547B-D5F8-65C8-8AC7-35AF8653F94B}"/>
                </a:ext>
              </a:extLst>
            </p:cNvPr>
            <p:cNvSpPr/>
            <p:nvPr/>
          </p:nvSpPr>
          <p:spPr>
            <a:xfrm>
              <a:off x="6942201" y="3258019"/>
              <a:ext cx="509905" cy="145662"/>
            </a:xfrm>
            <a:custGeom>
              <a:avLst/>
              <a:gdLst>
                <a:gd name="csX0" fmla="*/ 0 w 509905"/>
                <a:gd name="csY0" fmla="*/ 115818 h 145662"/>
                <a:gd name="csX1" fmla="*/ 44259 w 509905"/>
                <a:gd name="csY1" fmla="*/ 119387 h 145662"/>
                <a:gd name="csX2" fmla="*/ 65151 w 509905"/>
                <a:gd name="csY2" fmla="*/ 92672 h 145662"/>
                <a:gd name="csX3" fmla="*/ 96012 w 509905"/>
                <a:gd name="csY3" fmla="*/ 86944 h 145662"/>
                <a:gd name="csX4" fmla="*/ 114618 w 509905"/>
                <a:gd name="csY4" fmla="*/ 66396 h 145662"/>
                <a:gd name="csX5" fmla="*/ 83630 w 509905"/>
                <a:gd name="csY5" fmla="*/ 28873 h 145662"/>
                <a:gd name="csX6" fmla="*/ 162369 w 509905"/>
                <a:gd name="csY6" fmla="*/ 0 h 145662"/>
                <a:gd name="csX7" fmla="*/ 210058 w 509905"/>
                <a:gd name="csY7" fmla="*/ 11678 h 145662"/>
                <a:gd name="csX8" fmla="*/ 267208 w 509905"/>
                <a:gd name="csY8" fmla="*/ 41631 h 145662"/>
                <a:gd name="csX9" fmla="*/ 368618 w 509905"/>
                <a:gd name="csY9" fmla="*/ 121438 h 145662"/>
                <a:gd name="csX10" fmla="*/ 467233 w 509905"/>
                <a:gd name="csY10" fmla="*/ 126632 h 145662"/>
                <a:gd name="csX11" fmla="*/ 475679 w 509905"/>
                <a:gd name="csY11" fmla="*/ 145663 h 145662"/>
                <a:gd name="csX12" fmla="*/ 509905 w 509905"/>
                <a:gd name="csY12" fmla="*/ 145663 h 145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09905" h="145662">
                  <a:moveTo>
                    <a:pt x="0" y="115818"/>
                  </a:moveTo>
                  <a:lnTo>
                    <a:pt x="44259" y="119387"/>
                  </a:lnTo>
                  <a:lnTo>
                    <a:pt x="65151" y="92672"/>
                  </a:lnTo>
                  <a:lnTo>
                    <a:pt x="96012" y="86944"/>
                  </a:lnTo>
                  <a:lnTo>
                    <a:pt x="114618" y="66396"/>
                  </a:lnTo>
                  <a:lnTo>
                    <a:pt x="83630" y="28873"/>
                  </a:lnTo>
                  <a:lnTo>
                    <a:pt x="162369" y="0"/>
                  </a:lnTo>
                  <a:lnTo>
                    <a:pt x="210058" y="11678"/>
                  </a:lnTo>
                  <a:lnTo>
                    <a:pt x="267208" y="41631"/>
                  </a:lnTo>
                  <a:lnTo>
                    <a:pt x="368618" y="121438"/>
                  </a:lnTo>
                  <a:lnTo>
                    <a:pt x="467233" y="126632"/>
                  </a:lnTo>
                  <a:lnTo>
                    <a:pt x="475679" y="145663"/>
                  </a:lnTo>
                  <a:lnTo>
                    <a:pt x="509905" y="145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35725442-5819-7FE8-EEDB-EF6245DA8FA3}"/>
                </a:ext>
              </a:extLst>
            </p:cNvPr>
            <p:cNvSpPr/>
            <p:nvPr/>
          </p:nvSpPr>
          <p:spPr>
            <a:xfrm>
              <a:off x="7374064" y="3343662"/>
              <a:ext cx="63055" cy="39039"/>
            </a:xfrm>
            <a:custGeom>
              <a:avLst/>
              <a:gdLst>
                <a:gd name="csX0" fmla="*/ 0 w 63055"/>
                <a:gd name="csY0" fmla="*/ 39040 h 39039"/>
                <a:gd name="csX1" fmla="*/ 22289 w 63055"/>
                <a:gd name="csY1" fmla="*/ 0 h 39039"/>
                <a:gd name="csX2" fmla="*/ 54673 w 63055"/>
                <a:gd name="csY2" fmla="*/ 1086 h 39039"/>
                <a:gd name="csX3" fmla="*/ 63055 w 63055"/>
                <a:gd name="csY3" fmla="*/ 12764 h 39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3055" h="39039">
                  <a:moveTo>
                    <a:pt x="0" y="39040"/>
                  </a:moveTo>
                  <a:lnTo>
                    <a:pt x="22289" y="0"/>
                  </a:lnTo>
                  <a:lnTo>
                    <a:pt x="54673" y="1086"/>
                  </a:lnTo>
                  <a:lnTo>
                    <a:pt x="63055" y="12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3E6B0CD8-9680-3E62-45B4-BFA759EF5123}"/>
                </a:ext>
              </a:extLst>
            </p:cNvPr>
            <p:cNvSpPr/>
            <p:nvPr/>
          </p:nvSpPr>
          <p:spPr>
            <a:xfrm>
              <a:off x="7537894" y="3549338"/>
              <a:ext cx="19939" cy="9410"/>
            </a:xfrm>
            <a:custGeom>
              <a:avLst/>
              <a:gdLst>
                <a:gd name="csX0" fmla="*/ 0 w 19939"/>
                <a:gd name="csY0" fmla="*/ 0 h 9410"/>
                <a:gd name="csX1" fmla="*/ 19939 w 19939"/>
                <a:gd name="csY1" fmla="*/ 9411 h 9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39" h="9410">
                  <a:moveTo>
                    <a:pt x="0" y="0"/>
                  </a:moveTo>
                  <a:lnTo>
                    <a:pt x="19939" y="941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65A36E8E-F3A7-4912-E03D-8F3DE37E8CA1}"/>
                </a:ext>
              </a:extLst>
            </p:cNvPr>
            <p:cNvSpPr/>
            <p:nvPr/>
          </p:nvSpPr>
          <p:spPr>
            <a:xfrm>
              <a:off x="6978459" y="3036989"/>
              <a:ext cx="334327" cy="61633"/>
            </a:xfrm>
            <a:custGeom>
              <a:avLst/>
              <a:gdLst>
                <a:gd name="csX0" fmla="*/ 0 w 334327"/>
                <a:gd name="csY0" fmla="*/ 61633 h 61633"/>
                <a:gd name="csX1" fmla="*/ 15049 w 334327"/>
                <a:gd name="csY1" fmla="*/ 61633 h 61633"/>
                <a:gd name="csX2" fmla="*/ 30861 w 334327"/>
                <a:gd name="csY2" fmla="*/ 45955 h 61633"/>
                <a:gd name="csX3" fmla="*/ 30861 w 334327"/>
                <a:gd name="csY3" fmla="*/ 22816 h 61633"/>
                <a:gd name="csX4" fmla="*/ 56388 w 334327"/>
                <a:gd name="csY4" fmla="*/ 31033 h 61633"/>
                <a:gd name="csX5" fmla="*/ 84010 w 334327"/>
                <a:gd name="csY5" fmla="*/ 17513 h 61633"/>
                <a:gd name="csX6" fmla="*/ 101727 w 334327"/>
                <a:gd name="csY6" fmla="*/ 19463 h 61633"/>
                <a:gd name="csX7" fmla="*/ 111125 w 334327"/>
                <a:gd name="csY7" fmla="*/ 29197 h 61633"/>
                <a:gd name="csX8" fmla="*/ 147765 w 334327"/>
                <a:gd name="csY8" fmla="*/ 26276 h 61633"/>
                <a:gd name="csX9" fmla="*/ 180848 w 334327"/>
                <a:gd name="csY9" fmla="*/ 11570 h 61633"/>
                <a:gd name="csX10" fmla="*/ 219710 w 334327"/>
                <a:gd name="csY10" fmla="*/ 10706 h 61633"/>
                <a:gd name="csX11" fmla="*/ 227838 w 334327"/>
                <a:gd name="csY11" fmla="*/ 1835 h 61633"/>
                <a:gd name="csX12" fmla="*/ 238951 w 334327"/>
                <a:gd name="csY12" fmla="*/ 1835 h 61633"/>
                <a:gd name="csX13" fmla="*/ 242443 w 334327"/>
                <a:gd name="csY13" fmla="*/ 14815 h 61633"/>
                <a:gd name="csX14" fmla="*/ 259842 w 334327"/>
                <a:gd name="csY14" fmla="*/ 9944 h 61633"/>
                <a:gd name="csX15" fmla="*/ 263017 w 334327"/>
                <a:gd name="csY15" fmla="*/ 0 h 61633"/>
                <a:gd name="csX16" fmla="*/ 310706 w 334327"/>
                <a:gd name="csY16" fmla="*/ 4001 h 61633"/>
                <a:gd name="csX17" fmla="*/ 313119 w 334327"/>
                <a:gd name="csY17" fmla="*/ 16974 h 61633"/>
                <a:gd name="csX18" fmla="*/ 334328 w 334327"/>
                <a:gd name="csY18" fmla="*/ 6807 h 61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4327" h="61633">
                  <a:moveTo>
                    <a:pt x="0" y="61633"/>
                  </a:moveTo>
                  <a:lnTo>
                    <a:pt x="15049" y="61633"/>
                  </a:lnTo>
                  <a:lnTo>
                    <a:pt x="30861" y="45955"/>
                  </a:lnTo>
                  <a:lnTo>
                    <a:pt x="30861" y="22816"/>
                  </a:lnTo>
                  <a:lnTo>
                    <a:pt x="56388" y="31033"/>
                  </a:lnTo>
                  <a:lnTo>
                    <a:pt x="84010" y="17513"/>
                  </a:lnTo>
                  <a:lnTo>
                    <a:pt x="101727" y="19463"/>
                  </a:lnTo>
                  <a:lnTo>
                    <a:pt x="111125" y="29197"/>
                  </a:lnTo>
                  <a:lnTo>
                    <a:pt x="147765" y="26276"/>
                  </a:lnTo>
                  <a:lnTo>
                    <a:pt x="180848" y="11570"/>
                  </a:lnTo>
                  <a:lnTo>
                    <a:pt x="219710" y="10706"/>
                  </a:lnTo>
                  <a:lnTo>
                    <a:pt x="227838" y="1835"/>
                  </a:lnTo>
                  <a:lnTo>
                    <a:pt x="238951" y="1835"/>
                  </a:lnTo>
                  <a:lnTo>
                    <a:pt x="242443" y="14815"/>
                  </a:lnTo>
                  <a:lnTo>
                    <a:pt x="259842" y="9944"/>
                  </a:lnTo>
                  <a:lnTo>
                    <a:pt x="263017" y="0"/>
                  </a:lnTo>
                  <a:lnTo>
                    <a:pt x="310706" y="4001"/>
                  </a:lnTo>
                  <a:lnTo>
                    <a:pt x="313119" y="16974"/>
                  </a:lnTo>
                  <a:lnTo>
                    <a:pt x="334328" y="68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94E6F0C8-7F35-0F69-4782-3440F76279C0}"/>
                </a:ext>
              </a:extLst>
            </p:cNvPr>
            <p:cNvSpPr/>
            <p:nvPr/>
          </p:nvSpPr>
          <p:spPr>
            <a:xfrm>
              <a:off x="6944486" y="3152908"/>
              <a:ext cx="59181" cy="204920"/>
            </a:xfrm>
            <a:custGeom>
              <a:avLst/>
              <a:gdLst>
                <a:gd name="csX0" fmla="*/ 37529 w 59181"/>
                <a:gd name="csY0" fmla="*/ 0 h 204920"/>
                <a:gd name="csX1" fmla="*/ 55944 w 59181"/>
                <a:gd name="csY1" fmla="*/ 0 h 204920"/>
                <a:gd name="csX2" fmla="*/ 59182 w 59181"/>
                <a:gd name="csY2" fmla="*/ 18275 h 204920"/>
                <a:gd name="csX3" fmla="*/ 34290 w 59181"/>
                <a:gd name="csY3" fmla="*/ 40767 h 204920"/>
                <a:gd name="csX4" fmla="*/ 27877 w 59181"/>
                <a:gd name="csY4" fmla="*/ 59150 h 204920"/>
                <a:gd name="csX5" fmla="*/ 22923 w 59181"/>
                <a:gd name="csY5" fmla="*/ 134741 h 204920"/>
                <a:gd name="csX6" fmla="*/ 0 w 59181"/>
                <a:gd name="csY6" fmla="*/ 204921 h 204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9181" h="204920">
                  <a:moveTo>
                    <a:pt x="37529" y="0"/>
                  </a:moveTo>
                  <a:lnTo>
                    <a:pt x="55944" y="0"/>
                  </a:lnTo>
                  <a:lnTo>
                    <a:pt x="59182" y="18275"/>
                  </a:lnTo>
                  <a:lnTo>
                    <a:pt x="34290" y="40767"/>
                  </a:lnTo>
                  <a:lnTo>
                    <a:pt x="27877" y="59150"/>
                  </a:lnTo>
                  <a:lnTo>
                    <a:pt x="22923" y="134741"/>
                  </a:lnTo>
                  <a:lnTo>
                    <a:pt x="0" y="2049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215B4FA3-6995-34B4-C023-A2D0BC0C5C03}"/>
                </a:ext>
              </a:extLst>
            </p:cNvPr>
            <p:cNvSpPr/>
            <p:nvPr/>
          </p:nvSpPr>
          <p:spPr>
            <a:xfrm>
              <a:off x="6940804" y="3241039"/>
              <a:ext cx="29082" cy="50285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5FB530A0-65F2-B7CE-4A1C-3ACACCFA1A51}"/>
                </a:ext>
              </a:extLst>
            </p:cNvPr>
            <p:cNvSpPr/>
            <p:nvPr/>
          </p:nvSpPr>
          <p:spPr>
            <a:xfrm>
              <a:off x="6947789" y="3212058"/>
              <a:ext cx="24574" cy="5086"/>
            </a:xfrm>
            <a:custGeom>
              <a:avLst/>
              <a:gdLst>
                <a:gd name="csX0" fmla="*/ 0 w 24574"/>
                <a:gd name="csY0" fmla="*/ 5086 h 5086"/>
                <a:gd name="csX1" fmla="*/ 24574 w 24574"/>
                <a:gd name="csY1" fmla="*/ 0 h 5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74" h="5086">
                  <a:moveTo>
                    <a:pt x="0" y="5086"/>
                  </a:moveTo>
                  <a:lnTo>
                    <a:pt x="2457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01E21D58-C4D5-9FFB-85A9-6663EB799567}"/>
                </a:ext>
              </a:extLst>
            </p:cNvPr>
            <p:cNvSpPr/>
            <p:nvPr/>
          </p:nvSpPr>
          <p:spPr>
            <a:xfrm>
              <a:off x="6970966" y="3051803"/>
              <a:ext cx="249935" cy="197237"/>
            </a:xfrm>
            <a:custGeom>
              <a:avLst/>
              <a:gdLst>
                <a:gd name="csX0" fmla="*/ 0 w 249935"/>
                <a:gd name="csY0" fmla="*/ 183077 h 197237"/>
                <a:gd name="csX1" fmla="*/ 13970 w 249935"/>
                <a:gd name="csY1" fmla="*/ 179832 h 197237"/>
                <a:gd name="csX2" fmla="*/ 28575 w 249935"/>
                <a:gd name="csY2" fmla="*/ 194970 h 197237"/>
                <a:gd name="csX3" fmla="*/ 42863 w 249935"/>
                <a:gd name="csY3" fmla="*/ 197237 h 197237"/>
                <a:gd name="csX4" fmla="*/ 196659 w 249935"/>
                <a:gd name="csY4" fmla="*/ 111487 h 197237"/>
                <a:gd name="csX5" fmla="*/ 207581 w 249935"/>
                <a:gd name="csY5" fmla="*/ 92564 h 197237"/>
                <a:gd name="csX6" fmla="*/ 207581 w 249935"/>
                <a:gd name="csY6" fmla="*/ 72231 h 197237"/>
                <a:gd name="csX7" fmla="*/ 212725 w 249935"/>
                <a:gd name="csY7" fmla="*/ 58179 h 197237"/>
                <a:gd name="csX8" fmla="*/ 210883 w 249935"/>
                <a:gd name="csY8" fmla="*/ 24651 h 197237"/>
                <a:gd name="csX9" fmla="*/ 235077 w 249935"/>
                <a:gd name="csY9" fmla="*/ 17621 h 197237"/>
                <a:gd name="csX10" fmla="*/ 249936 w 249935"/>
                <a:gd name="csY10" fmla="*/ 0 h 1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9935" h="197237">
                  <a:moveTo>
                    <a:pt x="0" y="183077"/>
                  </a:moveTo>
                  <a:lnTo>
                    <a:pt x="13970" y="179832"/>
                  </a:lnTo>
                  <a:lnTo>
                    <a:pt x="28575" y="194970"/>
                  </a:lnTo>
                  <a:lnTo>
                    <a:pt x="42863" y="197237"/>
                  </a:lnTo>
                  <a:lnTo>
                    <a:pt x="196659" y="111487"/>
                  </a:lnTo>
                  <a:lnTo>
                    <a:pt x="207581" y="92564"/>
                  </a:lnTo>
                  <a:lnTo>
                    <a:pt x="207581" y="72231"/>
                  </a:lnTo>
                  <a:lnTo>
                    <a:pt x="212725" y="58179"/>
                  </a:lnTo>
                  <a:lnTo>
                    <a:pt x="210883" y="24651"/>
                  </a:lnTo>
                  <a:lnTo>
                    <a:pt x="235077" y="17621"/>
                  </a:lnTo>
                  <a:lnTo>
                    <a:pt x="24993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8E4E86E0-19EC-E7B5-6C75-F9B7A04F4952}"/>
                </a:ext>
              </a:extLst>
            </p:cNvPr>
            <p:cNvSpPr/>
            <p:nvPr/>
          </p:nvSpPr>
          <p:spPr>
            <a:xfrm>
              <a:off x="7087996" y="3207734"/>
              <a:ext cx="19811" cy="50285"/>
            </a:xfrm>
            <a:custGeom>
              <a:avLst/>
              <a:gdLst>
                <a:gd name="csX0" fmla="*/ 0 w 19811"/>
                <a:gd name="csY0" fmla="*/ 0 h 50285"/>
                <a:gd name="csX1" fmla="*/ 8763 w 19811"/>
                <a:gd name="csY1" fmla="*/ 31039 h 50285"/>
                <a:gd name="csX2" fmla="*/ 19812 w 19811"/>
                <a:gd name="csY2" fmla="*/ 31794 h 50285"/>
                <a:gd name="csX3" fmla="*/ 17272 w 19811"/>
                <a:gd name="csY3" fmla="*/ 50285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811" h="50285">
                  <a:moveTo>
                    <a:pt x="0" y="0"/>
                  </a:moveTo>
                  <a:lnTo>
                    <a:pt x="8763" y="31039"/>
                  </a:lnTo>
                  <a:lnTo>
                    <a:pt x="19812" y="31794"/>
                  </a:lnTo>
                  <a:lnTo>
                    <a:pt x="17272" y="50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C8439667-EE9B-702C-0A31-172A68AD4066}"/>
                </a:ext>
              </a:extLst>
            </p:cNvPr>
            <p:cNvSpPr/>
            <p:nvPr/>
          </p:nvSpPr>
          <p:spPr>
            <a:xfrm>
              <a:off x="7575677" y="3780758"/>
              <a:ext cx="45910" cy="86829"/>
            </a:xfrm>
            <a:custGeom>
              <a:avLst/>
              <a:gdLst>
                <a:gd name="csX0" fmla="*/ 0 w 45910"/>
                <a:gd name="csY0" fmla="*/ 0 h 86829"/>
                <a:gd name="csX1" fmla="*/ 45910 w 45910"/>
                <a:gd name="csY1" fmla="*/ 86830 h 86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910" h="86829">
                  <a:moveTo>
                    <a:pt x="0" y="0"/>
                  </a:moveTo>
                  <a:lnTo>
                    <a:pt x="45910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F736050C-8EF2-3055-DF8C-A0F37012D8AE}"/>
                </a:ext>
              </a:extLst>
            </p:cNvPr>
            <p:cNvSpPr/>
            <p:nvPr/>
          </p:nvSpPr>
          <p:spPr>
            <a:xfrm>
              <a:off x="7914449" y="3056343"/>
              <a:ext cx="513524" cy="316515"/>
            </a:xfrm>
            <a:custGeom>
              <a:avLst/>
              <a:gdLst>
                <a:gd name="csX0" fmla="*/ 0 w 513524"/>
                <a:gd name="csY0" fmla="*/ 293484 h 316515"/>
                <a:gd name="csX1" fmla="*/ 63436 w 513524"/>
                <a:gd name="csY1" fmla="*/ 316516 h 316515"/>
                <a:gd name="csX2" fmla="*/ 200787 w 513524"/>
                <a:gd name="csY2" fmla="*/ 294240 h 316515"/>
                <a:gd name="csX3" fmla="*/ 213043 w 513524"/>
                <a:gd name="csY3" fmla="*/ 240932 h 316515"/>
                <a:gd name="csX4" fmla="*/ 253111 w 513524"/>
                <a:gd name="csY4" fmla="*/ 235630 h 316515"/>
                <a:gd name="csX5" fmla="*/ 253111 w 513524"/>
                <a:gd name="csY5" fmla="*/ 221031 h 316515"/>
                <a:gd name="csX6" fmla="*/ 287528 w 513524"/>
                <a:gd name="csY6" fmla="*/ 210757 h 316515"/>
                <a:gd name="csX7" fmla="*/ 302323 w 513524"/>
                <a:gd name="csY7" fmla="*/ 220599 h 316515"/>
                <a:gd name="csX8" fmla="*/ 318262 w 513524"/>
                <a:gd name="csY8" fmla="*/ 210757 h 316515"/>
                <a:gd name="csX9" fmla="*/ 313055 w 513524"/>
                <a:gd name="csY9" fmla="*/ 188481 h 316515"/>
                <a:gd name="csX10" fmla="*/ 325819 w 513524"/>
                <a:gd name="csY10" fmla="*/ 161233 h 316515"/>
                <a:gd name="csX11" fmla="*/ 346075 w 513524"/>
                <a:gd name="csY11" fmla="*/ 161233 h 316515"/>
                <a:gd name="csX12" fmla="*/ 353632 w 513524"/>
                <a:gd name="csY12" fmla="*/ 149879 h 316515"/>
                <a:gd name="csX13" fmla="*/ 340106 w 513524"/>
                <a:gd name="csY13" fmla="*/ 131496 h 316515"/>
                <a:gd name="csX14" fmla="*/ 338582 w 513524"/>
                <a:gd name="csY14" fmla="*/ 120250 h 316515"/>
                <a:gd name="csX15" fmla="*/ 377889 w 513524"/>
                <a:gd name="csY15" fmla="*/ 126194 h 316515"/>
                <a:gd name="csX16" fmla="*/ 383477 w 513524"/>
                <a:gd name="csY16" fmla="*/ 113005 h 316515"/>
                <a:gd name="csX17" fmla="*/ 379413 w 513524"/>
                <a:gd name="csY17" fmla="*/ 99593 h 316515"/>
                <a:gd name="csX18" fmla="*/ 402336 w 513524"/>
                <a:gd name="csY18" fmla="*/ 75914 h 316515"/>
                <a:gd name="csX19" fmla="*/ 397129 w 513524"/>
                <a:gd name="csY19" fmla="*/ 48660 h 316515"/>
                <a:gd name="csX20" fmla="*/ 386969 w 513524"/>
                <a:gd name="csY20" fmla="*/ 40875 h 316515"/>
                <a:gd name="csX21" fmla="*/ 435991 w 513524"/>
                <a:gd name="csY21" fmla="*/ 8433 h 316515"/>
                <a:gd name="csX22" fmla="*/ 513524 w 513524"/>
                <a:gd name="csY22" fmla="*/ 0 h 31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13524" h="316515">
                  <a:moveTo>
                    <a:pt x="0" y="293484"/>
                  </a:moveTo>
                  <a:lnTo>
                    <a:pt x="63436" y="316516"/>
                  </a:lnTo>
                  <a:lnTo>
                    <a:pt x="200787" y="294240"/>
                  </a:lnTo>
                  <a:lnTo>
                    <a:pt x="213043" y="240932"/>
                  </a:lnTo>
                  <a:lnTo>
                    <a:pt x="253111" y="235630"/>
                  </a:lnTo>
                  <a:lnTo>
                    <a:pt x="253111" y="221031"/>
                  </a:lnTo>
                  <a:lnTo>
                    <a:pt x="287528" y="210757"/>
                  </a:lnTo>
                  <a:lnTo>
                    <a:pt x="302323" y="220599"/>
                  </a:lnTo>
                  <a:lnTo>
                    <a:pt x="318262" y="210757"/>
                  </a:lnTo>
                  <a:lnTo>
                    <a:pt x="313055" y="188481"/>
                  </a:lnTo>
                  <a:lnTo>
                    <a:pt x="325819" y="161233"/>
                  </a:lnTo>
                  <a:lnTo>
                    <a:pt x="346075" y="161233"/>
                  </a:lnTo>
                  <a:lnTo>
                    <a:pt x="353632" y="149879"/>
                  </a:lnTo>
                  <a:lnTo>
                    <a:pt x="340106" y="131496"/>
                  </a:lnTo>
                  <a:lnTo>
                    <a:pt x="338582" y="120250"/>
                  </a:lnTo>
                  <a:lnTo>
                    <a:pt x="377889" y="126194"/>
                  </a:lnTo>
                  <a:lnTo>
                    <a:pt x="383477" y="113005"/>
                  </a:lnTo>
                  <a:lnTo>
                    <a:pt x="379413" y="99593"/>
                  </a:lnTo>
                  <a:lnTo>
                    <a:pt x="402336" y="75914"/>
                  </a:lnTo>
                  <a:lnTo>
                    <a:pt x="397129" y="48660"/>
                  </a:lnTo>
                  <a:lnTo>
                    <a:pt x="386969" y="40875"/>
                  </a:lnTo>
                  <a:lnTo>
                    <a:pt x="435991" y="8433"/>
                  </a:lnTo>
                  <a:lnTo>
                    <a:pt x="51352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DD9082B1-5C20-90BC-D512-0204EFE6C615}"/>
                </a:ext>
              </a:extLst>
            </p:cNvPr>
            <p:cNvSpPr/>
            <p:nvPr/>
          </p:nvSpPr>
          <p:spPr>
            <a:xfrm>
              <a:off x="7927657" y="3028657"/>
              <a:ext cx="199961" cy="103276"/>
            </a:xfrm>
            <a:custGeom>
              <a:avLst/>
              <a:gdLst>
                <a:gd name="csX0" fmla="*/ 0 w 199961"/>
                <a:gd name="csY0" fmla="*/ 90189 h 103276"/>
                <a:gd name="csX1" fmla="*/ 51436 w 199961"/>
                <a:gd name="csY1" fmla="*/ 103276 h 103276"/>
                <a:gd name="csX2" fmla="*/ 69850 w 199961"/>
                <a:gd name="csY2" fmla="*/ 90729 h 103276"/>
                <a:gd name="csX3" fmla="*/ 70041 w 199961"/>
                <a:gd name="csY3" fmla="*/ 73533 h 103276"/>
                <a:gd name="csX4" fmla="*/ 125349 w 199961"/>
                <a:gd name="csY4" fmla="*/ 52235 h 103276"/>
                <a:gd name="csX5" fmla="*/ 134557 w 199961"/>
                <a:gd name="csY5" fmla="*/ 18275 h 103276"/>
                <a:gd name="csX6" fmla="*/ 161608 w 199961"/>
                <a:gd name="csY6" fmla="*/ 14491 h 103276"/>
                <a:gd name="csX7" fmla="*/ 166370 w 199961"/>
                <a:gd name="csY7" fmla="*/ 0 h 103276"/>
                <a:gd name="csX8" fmla="*/ 199961 w 199961"/>
                <a:gd name="csY8" fmla="*/ 8547 h 10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9961" h="103276">
                  <a:moveTo>
                    <a:pt x="0" y="90189"/>
                  </a:moveTo>
                  <a:lnTo>
                    <a:pt x="51436" y="103276"/>
                  </a:lnTo>
                  <a:lnTo>
                    <a:pt x="69850" y="90729"/>
                  </a:lnTo>
                  <a:lnTo>
                    <a:pt x="70041" y="73533"/>
                  </a:lnTo>
                  <a:lnTo>
                    <a:pt x="125349" y="52235"/>
                  </a:lnTo>
                  <a:lnTo>
                    <a:pt x="134557" y="18275"/>
                  </a:lnTo>
                  <a:lnTo>
                    <a:pt x="161608" y="14491"/>
                  </a:lnTo>
                  <a:lnTo>
                    <a:pt x="166370" y="0"/>
                  </a:lnTo>
                  <a:lnTo>
                    <a:pt x="199961" y="85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7A651FA4-FBC7-C8D2-E7FB-4CBD7010F266}"/>
                </a:ext>
              </a:extLst>
            </p:cNvPr>
            <p:cNvSpPr/>
            <p:nvPr/>
          </p:nvSpPr>
          <p:spPr>
            <a:xfrm>
              <a:off x="8393430" y="2493594"/>
              <a:ext cx="514413" cy="542740"/>
            </a:xfrm>
            <a:custGeom>
              <a:avLst/>
              <a:gdLst>
                <a:gd name="csX0" fmla="*/ 514414 w 514413"/>
                <a:gd name="csY0" fmla="*/ 0 h 542740"/>
                <a:gd name="csX1" fmla="*/ 489838 w 514413"/>
                <a:gd name="csY1" fmla="*/ 5518 h 542740"/>
                <a:gd name="csX2" fmla="*/ 491045 w 514413"/>
                <a:gd name="csY2" fmla="*/ 20873 h 542740"/>
                <a:gd name="csX3" fmla="*/ 471995 w 514413"/>
                <a:gd name="csY3" fmla="*/ 34284 h 542740"/>
                <a:gd name="csX4" fmla="*/ 453898 w 514413"/>
                <a:gd name="csY4" fmla="*/ 34284 h 542740"/>
                <a:gd name="csX5" fmla="*/ 442976 w 514413"/>
                <a:gd name="csY5" fmla="*/ 57207 h 542740"/>
                <a:gd name="csX6" fmla="*/ 451103 w 514413"/>
                <a:gd name="csY6" fmla="*/ 97974 h 542740"/>
                <a:gd name="csX7" fmla="*/ 417766 w 514413"/>
                <a:gd name="csY7" fmla="*/ 117545 h 542740"/>
                <a:gd name="csX8" fmla="*/ 352107 w 514413"/>
                <a:gd name="csY8" fmla="*/ 98298 h 542740"/>
                <a:gd name="csX9" fmla="*/ 324993 w 514413"/>
                <a:gd name="csY9" fmla="*/ 175724 h 542740"/>
                <a:gd name="csX10" fmla="*/ 339534 w 514413"/>
                <a:gd name="csY10" fmla="*/ 182537 h 542740"/>
                <a:gd name="csX11" fmla="*/ 333248 w 514413"/>
                <a:gd name="csY11" fmla="*/ 199301 h 542740"/>
                <a:gd name="csX12" fmla="*/ 295465 w 514413"/>
                <a:gd name="csY12" fmla="*/ 191840 h 542740"/>
                <a:gd name="csX13" fmla="*/ 235965 w 514413"/>
                <a:gd name="csY13" fmla="*/ 203302 h 542740"/>
                <a:gd name="csX14" fmla="*/ 232028 w 514413"/>
                <a:gd name="csY14" fmla="*/ 217469 h 542740"/>
                <a:gd name="csX15" fmla="*/ 253936 w 514413"/>
                <a:gd name="csY15" fmla="*/ 219304 h 542740"/>
                <a:gd name="csX16" fmla="*/ 267526 w 514413"/>
                <a:gd name="csY16" fmla="*/ 287217 h 542740"/>
                <a:gd name="csX17" fmla="*/ 248158 w 514413"/>
                <a:gd name="csY17" fmla="*/ 303975 h 542740"/>
                <a:gd name="csX18" fmla="*/ 247396 w 514413"/>
                <a:gd name="csY18" fmla="*/ 336525 h 542740"/>
                <a:gd name="csX19" fmla="*/ 171005 w 514413"/>
                <a:gd name="csY19" fmla="*/ 383458 h 542740"/>
                <a:gd name="csX20" fmla="*/ 116586 w 514413"/>
                <a:gd name="csY20" fmla="*/ 388214 h 542740"/>
                <a:gd name="csX21" fmla="*/ 103759 w 514413"/>
                <a:gd name="csY21" fmla="*/ 411791 h 542740"/>
                <a:gd name="csX22" fmla="*/ 80390 w 514413"/>
                <a:gd name="csY22" fmla="*/ 419684 h 542740"/>
                <a:gd name="csX23" fmla="*/ 73723 w 514413"/>
                <a:gd name="csY23" fmla="*/ 404546 h 542740"/>
                <a:gd name="csX24" fmla="*/ 11684 w 514413"/>
                <a:gd name="csY24" fmla="*/ 429635 h 542740"/>
                <a:gd name="csX25" fmla="*/ 6667 w 514413"/>
                <a:gd name="csY25" fmla="*/ 437960 h 542740"/>
                <a:gd name="csX26" fmla="*/ 10477 w 514413"/>
                <a:gd name="csY26" fmla="*/ 449097 h 542740"/>
                <a:gd name="csX27" fmla="*/ 0 w 514413"/>
                <a:gd name="csY27" fmla="*/ 454285 h 542740"/>
                <a:gd name="csX28" fmla="*/ 3365 w 514413"/>
                <a:gd name="csY28" fmla="*/ 489649 h 542740"/>
                <a:gd name="csX29" fmla="*/ 14732 w 514413"/>
                <a:gd name="csY29" fmla="*/ 495053 h 542740"/>
                <a:gd name="csX30" fmla="*/ 19114 w 514413"/>
                <a:gd name="csY30" fmla="*/ 486620 h 542740"/>
                <a:gd name="csX31" fmla="*/ 49022 w 514413"/>
                <a:gd name="csY31" fmla="*/ 493217 h 542740"/>
                <a:gd name="csX32" fmla="*/ 65468 w 514413"/>
                <a:gd name="csY32" fmla="*/ 536797 h 542740"/>
                <a:gd name="csX33" fmla="*/ 43814 w 514413"/>
                <a:gd name="csY33" fmla="*/ 542741 h 542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14413" h="542740">
                  <a:moveTo>
                    <a:pt x="514414" y="0"/>
                  </a:moveTo>
                  <a:lnTo>
                    <a:pt x="489838" y="5518"/>
                  </a:lnTo>
                  <a:lnTo>
                    <a:pt x="491045" y="20873"/>
                  </a:lnTo>
                  <a:lnTo>
                    <a:pt x="471995" y="34284"/>
                  </a:lnTo>
                  <a:lnTo>
                    <a:pt x="453898" y="34284"/>
                  </a:lnTo>
                  <a:lnTo>
                    <a:pt x="442976" y="57207"/>
                  </a:lnTo>
                  <a:lnTo>
                    <a:pt x="451103" y="97974"/>
                  </a:lnTo>
                  <a:lnTo>
                    <a:pt x="417766" y="117545"/>
                  </a:lnTo>
                  <a:lnTo>
                    <a:pt x="352107" y="98298"/>
                  </a:lnTo>
                  <a:lnTo>
                    <a:pt x="324993" y="175724"/>
                  </a:lnTo>
                  <a:lnTo>
                    <a:pt x="339534" y="182537"/>
                  </a:lnTo>
                  <a:lnTo>
                    <a:pt x="333248" y="199301"/>
                  </a:lnTo>
                  <a:lnTo>
                    <a:pt x="295465" y="191840"/>
                  </a:lnTo>
                  <a:lnTo>
                    <a:pt x="235965" y="203302"/>
                  </a:lnTo>
                  <a:lnTo>
                    <a:pt x="232028" y="217469"/>
                  </a:lnTo>
                  <a:lnTo>
                    <a:pt x="253936" y="219304"/>
                  </a:lnTo>
                  <a:lnTo>
                    <a:pt x="267526" y="287217"/>
                  </a:lnTo>
                  <a:lnTo>
                    <a:pt x="248158" y="303975"/>
                  </a:lnTo>
                  <a:lnTo>
                    <a:pt x="247396" y="336525"/>
                  </a:lnTo>
                  <a:lnTo>
                    <a:pt x="171005" y="383458"/>
                  </a:lnTo>
                  <a:lnTo>
                    <a:pt x="116586" y="388214"/>
                  </a:lnTo>
                  <a:lnTo>
                    <a:pt x="103759" y="411791"/>
                  </a:lnTo>
                  <a:lnTo>
                    <a:pt x="80390" y="419684"/>
                  </a:lnTo>
                  <a:lnTo>
                    <a:pt x="73723" y="404546"/>
                  </a:lnTo>
                  <a:lnTo>
                    <a:pt x="11684" y="429635"/>
                  </a:lnTo>
                  <a:lnTo>
                    <a:pt x="6667" y="437960"/>
                  </a:lnTo>
                  <a:lnTo>
                    <a:pt x="10477" y="449097"/>
                  </a:lnTo>
                  <a:lnTo>
                    <a:pt x="0" y="454285"/>
                  </a:lnTo>
                  <a:lnTo>
                    <a:pt x="3365" y="489649"/>
                  </a:lnTo>
                  <a:lnTo>
                    <a:pt x="14732" y="495053"/>
                  </a:lnTo>
                  <a:lnTo>
                    <a:pt x="19114" y="486620"/>
                  </a:lnTo>
                  <a:lnTo>
                    <a:pt x="49022" y="493217"/>
                  </a:lnTo>
                  <a:lnTo>
                    <a:pt x="65468" y="536797"/>
                  </a:lnTo>
                  <a:lnTo>
                    <a:pt x="43814" y="54274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01D853A-4BB7-39C9-D818-A3280889512D}"/>
                </a:ext>
              </a:extLst>
            </p:cNvPr>
            <p:cNvSpPr/>
            <p:nvPr/>
          </p:nvSpPr>
          <p:spPr>
            <a:xfrm>
              <a:off x="7731632" y="2672994"/>
              <a:ext cx="95948" cy="195840"/>
            </a:xfrm>
            <a:custGeom>
              <a:avLst/>
              <a:gdLst>
                <a:gd name="csX0" fmla="*/ 95948 w 95948"/>
                <a:gd name="csY0" fmla="*/ 0 h 195840"/>
                <a:gd name="csX1" fmla="*/ 0 w 95948"/>
                <a:gd name="csY1" fmla="*/ 25737 h 195840"/>
                <a:gd name="csX2" fmla="*/ 0 w 95948"/>
                <a:gd name="csY2" fmla="*/ 195840 h 195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948" h="195840">
                  <a:moveTo>
                    <a:pt x="95948" y="0"/>
                  </a:moveTo>
                  <a:lnTo>
                    <a:pt x="0" y="25737"/>
                  </a:lnTo>
                  <a:lnTo>
                    <a:pt x="0" y="1958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6B0A73BF-A627-B485-AC79-F33E6FEF84AB}"/>
                </a:ext>
              </a:extLst>
            </p:cNvPr>
            <p:cNvSpPr/>
            <p:nvPr/>
          </p:nvSpPr>
          <p:spPr>
            <a:xfrm>
              <a:off x="7827581" y="2672994"/>
              <a:ext cx="32639" cy="18923"/>
            </a:xfrm>
            <a:custGeom>
              <a:avLst/>
              <a:gdLst>
                <a:gd name="csX0" fmla="*/ 0 w 32639"/>
                <a:gd name="csY0" fmla="*/ 0 h 18923"/>
                <a:gd name="csX1" fmla="*/ 32639 w 32639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639" h="18923">
                  <a:moveTo>
                    <a:pt x="0" y="0"/>
                  </a:moveTo>
                  <a:lnTo>
                    <a:pt x="32639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4EC35BF0-5E06-9FC7-3DC9-659B2260C003}"/>
                </a:ext>
              </a:extLst>
            </p:cNvPr>
            <p:cNvSpPr/>
            <p:nvPr/>
          </p:nvSpPr>
          <p:spPr>
            <a:xfrm>
              <a:off x="7900733" y="2715386"/>
              <a:ext cx="476250" cy="197567"/>
            </a:xfrm>
            <a:custGeom>
              <a:avLst/>
              <a:gdLst>
                <a:gd name="csX0" fmla="*/ 0 w 476250"/>
                <a:gd name="csY0" fmla="*/ 0 h 197567"/>
                <a:gd name="csX1" fmla="*/ 19686 w 476250"/>
                <a:gd name="csY1" fmla="*/ 11354 h 197567"/>
                <a:gd name="csX2" fmla="*/ 56579 w 476250"/>
                <a:gd name="csY2" fmla="*/ 52876 h 197567"/>
                <a:gd name="csX3" fmla="*/ 99061 w 476250"/>
                <a:gd name="csY3" fmla="*/ 45739 h 197567"/>
                <a:gd name="csX4" fmla="*/ 147384 w 476250"/>
                <a:gd name="csY4" fmla="*/ 49955 h 197567"/>
                <a:gd name="csX5" fmla="*/ 165609 w 476250"/>
                <a:gd name="csY5" fmla="*/ 40875 h 197567"/>
                <a:gd name="csX6" fmla="*/ 197231 w 476250"/>
                <a:gd name="csY6" fmla="*/ 78073 h 197567"/>
                <a:gd name="csX7" fmla="*/ 209423 w 476250"/>
                <a:gd name="csY7" fmla="*/ 75044 h 197567"/>
                <a:gd name="csX8" fmla="*/ 206058 w 476250"/>
                <a:gd name="csY8" fmla="*/ 119164 h 197567"/>
                <a:gd name="csX9" fmla="*/ 224790 w 476250"/>
                <a:gd name="csY9" fmla="*/ 119380 h 197567"/>
                <a:gd name="csX10" fmla="*/ 232473 w 476250"/>
                <a:gd name="csY10" fmla="*/ 156146 h 197567"/>
                <a:gd name="csX11" fmla="*/ 271335 w 476250"/>
                <a:gd name="csY11" fmla="*/ 145663 h 197567"/>
                <a:gd name="csX12" fmla="*/ 281305 w 476250"/>
                <a:gd name="csY12" fmla="*/ 152908 h 197567"/>
                <a:gd name="csX13" fmla="*/ 278067 w 476250"/>
                <a:gd name="csY13" fmla="*/ 165233 h 197567"/>
                <a:gd name="csX14" fmla="*/ 298069 w 476250"/>
                <a:gd name="csY14" fmla="*/ 176047 h 197567"/>
                <a:gd name="csX15" fmla="*/ 303149 w 476250"/>
                <a:gd name="csY15" fmla="*/ 161233 h 197567"/>
                <a:gd name="csX16" fmla="*/ 319278 w 476250"/>
                <a:gd name="csY16" fmla="*/ 149231 h 197567"/>
                <a:gd name="csX17" fmla="*/ 319849 w 476250"/>
                <a:gd name="csY17" fmla="*/ 140037 h 197567"/>
                <a:gd name="csX18" fmla="*/ 369698 w 476250"/>
                <a:gd name="csY18" fmla="*/ 105651 h 197567"/>
                <a:gd name="csX19" fmla="*/ 394209 w 476250"/>
                <a:gd name="csY19" fmla="*/ 100565 h 197567"/>
                <a:gd name="csX20" fmla="*/ 404051 w 476250"/>
                <a:gd name="csY20" fmla="*/ 114408 h 197567"/>
                <a:gd name="csX21" fmla="*/ 371348 w 476250"/>
                <a:gd name="csY21" fmla="*/ 138087 h 197567"/>
                <a:gd name="csX22" fmla="*/ 384684 w 476250"/>
                <a:gd name="csY22" fmla="*/ 142202 h 197567"/>
                <a:gd name="csX23" fmla="*/ 407924 w 476250"/>
                <a:gd name="csY23" fmla="*/ 157772 h 197567"/>
                <a:gd name="csX24" fmla="*/ 417259 w 476250"/>
                <a:gd name="csY24" fmla="*/ 137979 h 197567"/>
                <a:gd name="csX25" fmla="*/ 433070 w 476250"/>
                <a:gd name="csY25" fmla="*/ 143497 h 197567"/>
                <a:gd name="csX26" fmla="*/ 434213 w 476250"/>
                <a:gd name="csY26" fmla="*/ 155067 h 197567"/>
                <a:gd name="csX27" fmla="*/ 476250 w 476250"/>
                <a:gd name="csY27" fmla="*/ 167507 h 197567"/>
                <a:gd name="csX28" fmla="*/ 460629 w 476250"/>
                <a:gd name="csY28" fmla="*/ 181667 h 197567"/>
                <a:gd name="csX29" fmla="*/ 445516 w 476250"/>
                <a:gd name="csY29" fmla="*/ 180264 h 197567"/>
                <a:gd name="csX30" fmla="*/ 431292 w 476250"/>
                <a:gd name="csY30" fmla="*/ 194755 h 197567"/>
                <a:gd name="csX31" fmla="*/ 402972 w 476250"/>
                <a:gd name="csY31" fmla="*/ 192481 h 197567"/>
                <a:gd name="csX32" fmla="*/ 386398 w 476250"/>
                <a:gd name="csY32" fmla="*/ 197568 h 197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6250" h="197567">
                  <a:moveTo>
                    <a:pt x="0" y="0"/>
                  </a:moveTo>
                  <a:lnTo>
                    <a:pt x="19686" y="11354"/>
                  </a:lnTo>
                  <a:lnTo>
                    <a:pt x="56579" y="52876"/>
                  </a:lnTo>
                  <a:lnTo>
                    <a:pt x="99061" y="45739"/>
                  </a:lnTo>
                  <a:lnTo>
                    <a:pt x="147384" y="49955"/>
                  </a:lnTo>
                  <a:lnTo>
                    <a:pt x="165609" y="40875"/>
                  </a:lnTo>
                  <a:lnTo>
                    <a:pt x="197231" y="78073"/>
                  </a:lnTo>
                  <a:lnTo>
                    <a:pt x="209423" y="75044"/>
                  </a:lnTo>
                  <a:lnTo>
                    <a:pt x="206058" y="119164"/>
                  </a:lnTo>
                  <a:lnTo>
                    <a:pt x="224790" y="119380"/>
                  </a:lnTo>
                  <a:lnTo>
                    <a:pt x="232473" y="156146"/>
                  </a:lnTo>
                  <a:lnTo>
                    <a:pt x="271335" y="145663"/>
                  </a:lnTo>
                  <a:lnTo>
                    <a:pt x="281305" y="152908"/>
                  </a:lnTo>
                  <a:lnTo>
                    <a:pt x="278067" y="165233"/>
                  </a:lnTo>
                  <a:lnTo>
                    <a:pt x="298069" y="176047"/>
                  </a:lnTo>
                  <a:lnTo>
                    <a:pt x="303149" y="161233"/>
                  </a:lnTo>
                  <a:lnTo>
                    <a:pt x="319278" y="149231"/>
                  </a:lnTo>
                  <a:lnTo>
                    <a:pt x="319849" y="140037"/>
                  </a:lnTo>
                  <a:lnTo>
                    <a:pt x="369698" y="105651"/>
                  </a:lnTo>
                  <a:lnTo>
                    <a:pt x="394209" y="100565"/>
                  </a:lnTo>
                  <a:lnTo>
                    <a:pt x="404051" y="114408"/>
                  </a:lnTo>
                  <a:lnTo>
                    <a:pt x="371348" y="138087"/>
                  </a:lnTo>
                  <a:lnTo>
                    <a:pt x="384684" y="142202"/>
                  </a:lnTo>
                  <a:lnTo>
                    <a:pt x="407924" y="157772"/>
                  </a:lnTo>
                  <a:lnTo>
                    <a:pt x="417259" y="137979"/>
                  </a:lnTo>
                  <a:lnTo>
                    <a:pt x="433070" y="143497"/>
                  </a:lnTo>
                  <a:lnTo>
                    <a:pt x="434213" y="155067"/>
                  </a:lnTo>
                  <a:lnTo>
                    <a:pt x="476250" y="167507"/>
                  </a:lnTo>
                  <a:lnTo>
                    <a:pt x="460629" y="181667"/>
                  </a:lnTo>
                  <a:lnTo>
                    <a:pt x="445516" y="180264"/>
                  </a:lnTo>
                  <a:lnTo>
                    <a:pt x="431292" y="194755"/>
                  </a:lnTo>
                  <a:lnTo>
                    <a:pt x="402972" y="192481"/>
                  </a:lnTo>
                  <a:lnTo>
                    <a:pt x="386398" y="1975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2D4B42-730A-1CE6-DFCD-0B4B5DE96609}"/>
                </a:ext>
              </a:extLst>
            </p:cNvPr>
            <p:cNvSpPr/>
            <p:nvPr/>
          </p:nvSpPr>
          <p:spPr>
            <a:xfrm>
              <a:off x="8294941" y="2777998"/>
              <a:ext cx="345884" cy="52120"/>
            </a:xfrm>
            <a:custGeom>
              <a:avLst/>
              <a:gdLst>
                <a:gd name="csX0" fmla="*/ 0 w 345884"/>
                <a:gd name="csY0" fmla="*/ 37954 h 52120"/>
                <a:gd name="csX1" fmla="*/ 8763 w 345884"/>
                <a:gd name="csY1" fmla="*/ 19139 h 52120"/>
                <a:gd name="csX2" fmla="*/ 35940 w 345884"/>
                <a:gd name="csY2" fmla="*/ 19031 h 52120"/>
                <a:gd name="csX3" fmla="*/ 90488 w 345884"/>
                <a:gd name="csY3" fmla="*/ 41199 h 52120"/>
                <a:gd name="csX4" fmla="*/ 97091 w 345884"/>
                <a:gd name="csY4" fmla="*/ 36227 h 52120"/>
                <a:gd name="csX5" fmla="*/ 90043 w 345884"/>
                <a:gd name="csY5" fmla="*/ 27248 h 52120"/>
                <a:gd name="csX6" fmla="*/ 97091 w 345884"/>
                <a:gd name="csY6" fmla="*/ 6706 h 52120"/>
                <a:gd name="csX7" fmla="*/ 120777 w 345884"/>
                <a:gd name="csY7" fmla="*/ 0 h 52120"/>
                <a:gd name="csX8" fmla="*/ 155067 w 345884"/>
                <a:gd name="csY8" fmla="*/ 20656 h 52120"/>
                <a:gd name="csX9" fmla="*/ 173609 w 345884"/>
                <a:gd name="csY9" fmla="*/ 20656 h 52120"/>
                <a:gd name="csX10" fmla="*/ 180403 w 345884"/>
                <a:gd name="csY10" fmla="*/ 12865 h 52120"/>
                <a:gd name="csX11" fmla="*/ 225234 w 345884"/>
                <a:gd name="csY11" fmla="*/ 10490 h 52120"/>
                <a:gd name="csX12" fmla="*/ 238315 w 345884"/>
                <a:gd name="csY12" fmla="*/ 15786 h 52120"/>
                <a:gd name="csX13" fmla="*/ 306388 w 345884"/>
                <a:gd name="csY13" fmla="*/ 20656 h 52120"/>
                <a:gd name="csX14" fmla="*/ 304864 w 345884"/>
                <a:gd name="csY14" fmla="*/ 28658 h 52120"/>
                <a:gd name="csX15" fmla="*/ 315785 w 345884"/>
                <a:gd name="csY15" fmla="*/ 37198 h 52120"/>
                <a:gd name="csX16" fmla="*/ 332994 w 345884"/>
                <a:gd name="csY16" fmla="*/ 37198 h 52120"/>
                <a:gd name="csX17" fmla="*/ 345884 w 345884"/>
                <a:gd name="csY17" fmla="*/ 52121 h 5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5884" h="52120">
                  <a:moveTo>
                    <a:pt x="0" y="37954"/>
                  </a:moveTo>
                  <a:lnTo>
                    <a:pt x="8763" y="19139"/>
                  </a:lnTo>
                  <a:lnTo>
                    <a:pt x="35940" y="19031"/>
                  </a:lnTo>
                  <a:lnTo>
                    <a:pt x="90488" y="41199"/>
                  </a:lnTo>
                  <a:lnTo>
                    <a:pt x="97091" y="36227"/>
                  </a:lnTo>
                  <a:lnTo>
                    <a:pt x="90043" y="27248"/>
                  </a:lnTo>
                  <a:lnTo>
                    <a:pt x="97091" y="6706"/>
                  </a:lnTo>
                  <a:lnTo>
                    <a:pt x="120777" y="0"/>
                  </a:lnTo>
                  <a:lnTo>
                    <a:pt x="155067" y="20656"/>
                  </a:lnTo>
                  <a:lnTo>
                    <a:pt x="173609" y="20656"/>
                  </a:lnTo>
                  <a:lnTo>
                    <a:pt x="180403" y="12865"/>
                  </a:lnTo>
                  <a:lnTo>
                    <a:pt x="225234" y="10490"/>
                  </a:lnTo>
                  <a:lnTo>
                    <a:pt x="238315" y="15786"/>
                  </a:lnTo>
                  <a:lnTo>
                    <a:pt x="306388" y="20656"/>
                  </a:lnTo>
                  <a:lnTo>
                    <a:pt x="304864" y="28658"/>
                  </a:lnTo>
                  <a:lnTo>
                    <a:pt x="315785" y="37198"/>
                  </a:lnTo>
                  <a:lnTo>
                    <a:pt x="332994" y="37198"/>
                  </a:lnTo>
                  <a:lnTo>
                    <a:pt x="345884" y="521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EF181B24-7988-8EDF-B7C6-3E50F7CAA60E}"/>
                </a:ext>
              </a:extLst>
            </p:cNvPr>
            <p:cNvSpPr/>
            <p:nvPr/>
          </p:nvSpPr>
          <p:spPr>
            <a:xfrm>
              <a:off x="8157591" y="2877051"/>
              <a:ext cx="235839" cy="166636"/>
            </a:xfrm>
            <a:custGeom>
              <a:avLst/>
              <a:gdLst>
                <a:gd name="csX0" fmla="*/ 13843 w 235839"/>
                <a:gd name="csY0" fmla="*/ 166637 h 166636"/>
                <a:gd name="csX1" fmla="*/ 37528 w 235839"/>
                <a:gd name="csY1" fmla="*/ 127171 h 166636"/>
                <a:gd name="csX2" fmla="*/ 28639 w 235839"/>
                <a:gd name="csY2" fmla="*/ 115056 h 166636"/>
                <a:gd name="csX3" fmla="*/ 30290 w 235839"/>
                <a:gd name="csY3" fmla="*/ 93974 h 166636"/>
                <a:gd name="csX4" fmla="*/ 14351 w 235839"/>
                <a:gd name="csY4" fmla="*/ 89973 h 166636"/>
                <a:gd name="csX5" fmla="*/ 0 w 235839"/>
                <a:gd name="csY5" fmla="*/ 77318 h 166636"/>
                <a:gd name="csX6" fmla="*/ 8509 w 235839"/>
                <a:gd name="csY6" fmla="*/ 61639 h 166636"/>
                <a:gd name="csX7" fmla="*/ 42418 w 235839"/>
                <a:gd name="csY7" fmla="*/ 66180 h 166636"/>
                <a:gd name="csX8" fmla="*/ 52388 w 235839"/>
                <a:gd name="csY8" fmla="*/ 43364 h 166636"/>
                <a:gd name="csX9" fmla="*/ 70421 w 235839"/>
                <a:gd name="csY9" fmla="*/ 35903 h 166636"/>
                <a:gd name="csX10" fmla="*/ 68390 w 235839"/>
                <a:gd name="csY10" fmla="*/ 21412 h 166636"/>
                <a:gd name="csX11" fmla="*/ 78041 w 235839"/>
                <a:gd name="csY11" fmla="*/ 8541 h 166636"/>
                <a:gd name="csX12" fmla="*/ 89153 w 235839"/>
                <a:gd name="csY12" fmla="*/ 17843 h 166636"/>
                <a:gd name="csX13" fmla="*/ 113982 w 235839"/>
                <a:gd name="csY13" fmla="*/ 0 h 166636"/>
                <a:gd name="csX14" fmla="*/ 128588 w 235839"/>
                <a:gd name="csY14" fmla="*/ 11138 h 166636"/>
                <a:gd name="csX15" fmla="*/ 111252 w 235839"/>
                <a:gd name="csY15" fmla="*/ 27032 h 166636"/>
                <a:gd name="csX16" fmla="*/ 129540 w 235839"/>
                <a:gd name="csY16" fmla="*/ 35903 h 166636"/>
                <a:gd name="csX17" fmla="*/ 123507 w 235839"/>
                <a:gd name="csY17" fmla="*/ 53423 h 166636"/>
                <a:gd name="csX18" fmla="*/ 98996 w 235839"/>
                <a:gd name="csY18" fmla="*/ 48552 h 166636"/>
                <a:gd name="csX19" fmla="*/ 81280 w 235839"/>
                <a:gd name="csY19" fmla="*/ 58394 h 166636"/>
                <a:gd name="csX20" fmla="*/ 78359 w 235839"/>
                <a:gd name="csY20" fmla="*/ 75152 h 166636"/>
                <a:gd name="csX21" fmla="*/ 121983 w 235839"/>
                <a:gd name="csY21" fmla="*/ 73857 h 166636"/>
                <a:gd name="csX22" fmla="*/ 132270 w 235839"/>
                <a:gd name="csY22" fmla="*/ 82290 h 166636"/>
                <a:gd name="csX23" fmla="*/ 158686 w 235839"/>
                <a:gd name="csY23" fmla="*/ 66396 h 166636"/>
                <a:gd name="csX24" fmla="*/ 166877 w 235839"/>
                <a:gd name="csY24" fmla="*/ 78181 h 166636"/>
                <a:gd name="csX25" fmla="*/ 185165 w 235839"/>
                <a:gd name="csY25" fmla="*/ 83267 h 166636"/>
                <a:gd name="csX26" fmla="*/ 197612 w 235839"/>
                <a:gd name="csY26" fmla="*/ 76562 h 166636"/>
                <a:gd name="csX27" fmla="*/ 235839 w 235839"/>
                <a:gd name="csY27" fmla="*/ 70828 h 166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35839" h="166636">
                  <a:moveTo>
                    <a:pt x="13843" y="166637"/>
                  </a:moveTo>
                  <a:lnTo>
                    <a:pt x="37528" y="127171"/>
                  </a:lnTo>
                  <a:lnTo>
                    <a:pt x="28639" y="115056"/>
                  </a:lnTo>
                  <a:lnTo>
                    <a:pt x="30290" y="93974"/>
                  </a:lnTo>
                  <a:lnTo>
                    <a:pt x="14351" y="89973"/>
                  </a:lnTo>
                  <a:lnTo>
                    <a:pt x="0" y="77318"/>
                  </a:lnTo>
                  <a:lnTo>
                    <a:pt x="8509" y="61639"/>
                  </a:lnTo>
                  <a:lnTo>
                    <a:pt x="42418" y="66180"/>
                  </a:lnTo>
                  <a:lnTo>
                    <a:pt x="52388" y="43364"/>
                  </a:lnTo>
                  <a:lnTo>
                    <a:pt x="70421" y="35903"/>
                  </a:lnTo>
                  <a:lnTo>
                    <a:pt x="68390" y="21412"/>
                  </a:lnTo>
                  <a:lnTo>
                    <a:pt x="78041" y="8541"/>
                  </a:lnTo>
                  <a:lnTo>
                    <a:pt x="89153" y="17843"/>
                  </a:lnTo>
                  <a:lnTo>
                    <a:pt x="113982" y="0"/>
                  </a:lnTo>
                  <a:lnTo>
                    <a:pt x="128588" y="11138"/>
                  </a:lnTo>
                  <a:lnTo>
                    <a:pt x="111252" y="27032"/>
                  </a:lnTo>
                  <a:lnTo>
                    <a:pt x="129540" y="35903"/>
                  </a:lnTo>
                  <a:lnTo>
                    <a:pt x="123507" y="53423"/>
                  </a:lnTo>
                  <a:lnTo>
                    <a:pt x="98996" y="48552"/>
                  </a:lnTo>
                  <a:lnTo>
                    <a:pt x="81280" y="58394"/>
                  </a:lnTo>
                  <a:lnTo>
                    <a:pt x="78359" y="75152"/>
                  </a:lnTo>
                  <a:lnTo>
                    <a:pt x="121983" y="73857"/>
                  </a:lnTo>
                  <a:lnTo>
                    <a:pt x="132270" y="82290"/>
                  </a:lnTo>
                  <a:lnTo>
                    <a:pt x="158686" y="66396"/>
                  </a:lnTo>
                  <a:lnTo>
                    <a:pt x="166877" y="78181"/>
                  </a:lnTo>
                  <a:lnTo>
                    <a:pt x="185165" y="83267"/>
                  </a:lnTo>
                  <a:lnTo>
                    <a:pt x="197612" y="76562"/>
                  </a:lnTo>
                  <a:lnTo>
                    <a:pt x="235839" y="708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CEECBA3E-FF97-0197-ECAA-E187B345723A}"/>
                </a:ext>
              </a:extLst>
            </p:cNvPr>
            <p:cNvSpPr/>
            <p:nvPr/>
          </p:nvSpPr>
          <p:spPr>
            <a:xfrm>
              <a:off x="8204136" y="3115602"/>
              <a:ext cx="351408" cy="469639"/>
            </a:xfrm>
            <a:custGeom>
              <a:avLst/>
              <a:gdLst>
                <a:gd name="csX0" fmla="*/ 351409 w 351408"/>
                <a:gd name="csY0" fmla="*/ 0 h 469639"/>
                <a:gd name="csX1" fmla="*/ 315785 w 351408"/>
                <a:gd name="csY1" fmla="*/ 18059 h 469639"/>
                <a:gd name="csX2" fmla="*/ 309753 w 351408"/>
                <a:gd name="csY2" fmla="*/ 36659 h 469639"/>
                <a:gd name="csX3" fmla="*/ 268160 w 351408"/>
                <a:gd name="csY3" fmla="*/ 46825 h 469639"/>
                <a:gd name="csX4" fmla="*/ 214820 w 351408"/>
                <a:gd name="csY4" fmla="*/ 31363 h 469639"/>
                <a:gd name="csX5" fmla="*/ 196850 w 351408"/>
                <a:gd name="csY5" fmla="*/ 43688 h 469639"/>
                <a:gd name="csX6" fmla="*/ 212344 w 351408"/>
                <a:gd name="csY6" fmla="*/ 64452 h 469639"/>
                <a:gd name="csX7" fmla="*/ 204089 w 351408"/>
                <a:gd name="csY7" fmla="*/ 99809 h 469639"/>
                <a:gd name="csX8" fmla="*/ 249872 w 351408"/>
                <a:gd name="csY8" fmla="*/ 125222 h 469639"/>
                <a:gd name="csX9" fmla="*/ 253047 w 351408"/>
                <a:gd name="csY9" fmla="*/ 137985 h 469639"/>
                <a:gd name="csX10" fmla="*/ 222504 w 351408"/>
                <a:gd name="csY10" fmla="*/ 153772 h 469639"/>
                <a:gd name="csX11" fmla="*/ 227394 w 351408"/>
                <a:gd name="csY11" fmla="*/ 184696 h 469639"/>
                <a:gd name="csX12" fmla="*/ 200851 w 351408"/>
                <a:gd name="csY12" fmla="*/ 209677 h 469639"/>
                <a:gd name="csX13" fmla="*/ 204788 w 351408"/>
                <a:gd name="csY13" fmla="*/ 222441 h 469639"/>
                <a:gd name="csX14" fmla="*/ 181356 w 351408"/>
                <a:gd name="csY14" fmla="*/ 230550 h 469639"/>
                <a:gd name="csX15" fmla="*/ 162306 w 351408"/>
                <a:gd name="csY15" fmla="*/ 267856 h 469639"/>
                <a:gd name="csX16" fmla="*/ 139192 w 351408"/>
                <a:gd name="csY16" fmla="*/ 280295 h 469639"/>
                <a:gd name="csX17" fmla="*/ 123127 w 351408"/>
                <a:gd name="csY17" fmla="*/ 309925 h 469639"/>
                <a:gd name="csX18" fmla="*/ 83121 w 351408"/>
                <a:gd name="csY18" fmla="*/ 322250 h 469639"/>
                <a:gd name="csX19" fmla="*/ 70866 w 351408"/>
                <a:gd name="csY19" fmla="*/ 306356 h 469639"/>
                <a:gd name="csX20" fmla="*/ 30734 w 351408"/>
                <a:gd name="csY20" fmla="*/ 354044 h 469639"/>
                <a:gd name="csX21" fmla="*/ 45021 w 351408"/>
                <a:gd name="csY21" fmla="*/ 366585 h 469639"/>
                <a:gd name="csX22" fmla="*/ 58992 w 351408"/>
                <a:gd name="csY22" fmla="*/ 366585 h 469639"/>
                <a:gd name="csX23" fmla="*/ 55055 w 351408"/>
                <a:gd name="csY23" fmla="*/ 390163 h 469639"/>
                <a:gd name="csX24" fmla="*/ 65215 w 351408"/>
                <a:gd name="csY24" fmla="*/ 402380 h 469639"/>
                <a:gd name="csX25" fmla="*/ 77915 w 351408"/>
                <a:gd name="csY25" fmla="*/ 399999 h 469639"/>
                <a:gd name="csX26" fmla="*/ 94869 w 351408"/>
                <a:gd name="csY26" fmla="*/ 454285 h 469639"/>
                <a:gd name="csX27" fmla="*/ 77915 w 351408"/>
                <a:gd name="csY27" fmla="*/ 461207 h 469639"/>
                <a:gd name="csX28" fmla="*/ 72263 w 351408"/>
                <a:gd name="csY28" fmla="*/ 452120 h 469639"/>
                <a:gd name="csX29" fmla="*/ 54293 w 351408"/>
                <a:gd name="csY29" fmla="*/ 461207 h 469639"/>
                <a:gd name="csX30" fmla="*/ 0 w 351408"/>
                <a:gd name="csY30" fmla="*/ 453206 h 469639"/>
                <a:gd name="csX31" fmla="*/ 0 w 351408"/>
                <a:gd name="csY31" fmla="*/ 469640 h 46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51408" h="469639">
                  <a:moveTo>
                    <a:pt x="351409" y="0"/>
                  </a:moveTo>
                  <a:lnTo>
                    <a:pt x="315785" y="18059"/>
                  </a:lnTo>
                  <a:lnTo>
                    <a:pt x="309753" y="36659"/>
                  </a:lnTo>
                  <a:lnTo>
                    <a:pt x="268160" y="46825"/>
                  </a:lnTo>
                  <a:lnTo>
                    <a:pt x="214820" y="31363"/>
                  </a:lnTo>
                  <a:lnTo>
                    <a:pt x="196850" y="43688"/>
                  </a:lnTo>
                  <a:lnTo>
                    <a:pt x="212344" y="64452"/>
                  </a:lnTo>
                  <a:lnTo>
                    <a:pt x="204089" y="99809"/>
                  </a:lnTo>
                  <a:lnTo>
                    <a:pt x="249872" y="125222"/>
                  </a:lnTo>
                  <a:lnTo>
                    <a:pt x="253047" y="137985"/>
                  </a:lnTo>
                  <a:lnTo>
                    <a:pt x="222504" y="153772"/>
                  </a:lnTo>
                  <a:lnTo>
                    <a:pt x="227394" y="184696"/>
                  </a:lnTo>
                  <a:lnTo>
                    <a:pt x="200851" y="209677"/>
                  </a:lnTo>
                  <a:lnTo>
                    <a:pt x="204788" y="222441"/>
                  </a:lnTo>
                  <a:lnTo>
                    <a:pt x="181356" y="230550"/>
                  </a:lnTo>
                  <a:lnTo>
                    <a:pt x="162306" y="267856"/>
                  </a:lnTo>
                  <a:lnTo>
                    <a:pt x="139192" y="280295"/>
                  </a:lnTo>
                  <a:lnTo>
                    <a:pt x="123127" y="309925"/>
                  </a:lnTo>
                  <a:lnTo>
                    <a:pt x="83121" y="322250"/>
                  </a:lnTo>
                  <a:lnTo>
                    <a:pt x="70866" y="306356"/>
                  </a:lnTo>
                  <a:lnTo>
                    <a:pt x="30734" y="354044"/>
                  </a:lnTo>
                  <a:lnTo>
                    <a:pt x="45021" y="366585"/>
                  </a:lnTo>
                  <a:lnTo>
                    <a:pt x="58992" y="366585"/>
                  </a:lnTo>
                  <a:lnTo>
                    <a:pt x="55055" y="390163"/>
                  </a:lnTo>
                  <a:lnTo>
                    <a:pt x="65215" y="402380"/>
                  </a:lnTo>
                  <a:lnTo>
                    <a:pt x="77915" y="399999"/>
                  </a:lnTo>
                  <a:lnTo>
                    <a:pt x="94869" y="454285"/>
                  </a:lnTo>
                  <a:lnTo>
                    <a:pt x="77915" y="461207"/>
                  </a:lnTo>
                  <a:lnTo>
                    <a:pt x="72263" y="452120"/>
                  </a:lnTo>
                  <a:lnTo>
                    <a:pt x="54293" y="461207"/>
                  </a:lnTo>
                  <a:lnTo>
                    <a:pt x="0" y="453206"/>
                  </a:lnTo>
                  <a:lnTo>
                    <a:pt x="0" y="4696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0D2DA029-C541-DCF6-1254-582B9FBF0E01}"/>
                </a:ext>
              </a:extLst>
            </p:cNvPr>
            <p:cNvSpPr/>
            <p:nvPr/>
          </p:nvSpPr>
          <p:spPr>
            <a:xfrm>
              <a:off x="8923655" y="2451639"/>
              <a:ext cx="1203261" cy="400862"/>
            </a:xfrm>
            <a:custGeom>
              <a:avLst/>
              <a:gdLst>
                <a:gd name="csX0" fmla="*/ 1082484 w 1203261"/>
                <a:gd name="csY0" fmla="*/ 0 h 400862"/>
                <a:gd name="csX1" fmla="*/ 1035812 w 1203261"/>
                <a:gd name="csY1" fmla="*/ 94513 h 400862"/>
                <a:gd name="csX2" fmla="*/ 1059180 w 1203261"/>
                <a:gd name="csY2" fmla="*/ 118840 h 400862"/>
                <a:gd name="csX3" fmla="*/ 1079437 w 1203261"/>
                <a:gd name="csY3" fmla="*/ 102622 h 400862"/>
                <a:gd name="csX4" fmla="*/ 1108139 w 1203261"/>
                <a:gd name="csY4" fmla="*/ 115056 h 400862"/>
                <a:gd name="csX5" fmla="*/ 1124712 w 1203261"/>
                <a:gd name="csY5" fmla="*/ 96133 h 400862"/>
                <a:gd name="csX6" fmla="*/ 1152271 w 1203261"/>
                <a:gd name="csY6" fmla="*/ 99594 h 400862"/>
                <a:gd name="csX7" fmla="*/ 1203262 w 1203261"/>
                <a:gd name="csY7" fmla="*/ 150527 h 400862"/>
                <a:gd name="csX8" fmla="*/ 1203262 w 1203261"/>
                <a:gd name="csY8" fmla="*/ 171831 h 400862"/>
                <a:gd name="csX9" fmla="*/ 1119632 w 1203261"/>
                <a:gd name="csY9" fmla="*/ 165881 h 400862"/>
                <a:gd name="csX10" fmla="*/ 1108139 w 1203261"/>
                <a:gd name="csY10" fmla="*/ 185344 h 400862"/>
                <a:gd name="csX11" fmla="*/ 1073594 w 1203261"/>
                <a:gd name="csY11" fmla="*/ 185344 h 400862"/>
                <a:gd name="csX12" fmla="*/ 1066038 w 1203261"/>
                <a:gd name="csY12" fmla="*/ 210757 h 400862"/>
                <a:gd name="csX13" fmla="*/ 1036701 w 1203261"/>
                <a:gd name="csY13" fmla="*/ 228168 h 400862"/>
                <a:gd name="csX14" fmla="*/ 1002728 w 1203261"/>
                <a:gd name="csY14" fmla="*/ 228168 h 400862"/>
                <a:gd name="csX15" fmla="*/ 967739 w 1203261"/>
                <a:gd name="csY15" fmla="*/ 258661 h 400862"/>
                <a:gd name="csX16" fmla="*/ 908114 w 1203261"/>
                <a:gd name="csY16" fmla="*/ 242443 h 400862"/>
                <a:gd name="csX17" fmla="*/ 884618 w 1203261"/>
                <a:gd name="csY17" fmla="*/ 274453 h 400862"/>
                <a:gd name="csX18" fmla="*/ 905192 w 1203261"/>
                <a:gd name="csY18" fmla="*/ 302349 h 400862"/>
                <a:gd name="csX19" fmla="*/ 827341 w 1203261"/>
                <a:gd name="csY19" fmla="*/ 357715 h 400862"/>
                <a:gd name="csX20" fmla="*/ 736981 w 1203261"/>
                <a:gd name="csY20" fmla="*/ 362585 h 400862"/>
                <a:gd name="csX21" fmla="*/ 644906 w 1203261"/>
                <a:gd name="csY21" fmla="*/ 400863 h 400862"/>
                <a:gd name="csX22" fmla="*/ 624839 w 1203261"/>
                <a:gd name="csY22" fmla="*/ 386588 h 400862"/>
                <a:gd name="csX23" fmla="*/ 594423 w 1203261"/>
                <a:gd name="csY23" fmla="*/ 390373 h 400862"/>
                <a:gd name="csX24" fmla="*/ 509270 w 1203261"/>
                <a:gd name="csY24" fmla="*/ 352419 h 400862"/>
                <a:gd name="csX25" fmla="*/ 324040 w 1203261"/>
                <a:gd name="csY25" fmla="*/ 352419 h 400862"/>
                <a:gd name="csX26" fmla="*/ 282956 w 1203261"/>
                <a:gd name="csY26" fmla="*/ 279857 h 400862"/>
                <a:gd name="csX27" fmla="*/ 212026 w 1203261"/>
                <a:gd name="csY27" fmla="*/ 248609 h 400862"/>
                <a:gd name="csX28" fmla="*/ 116776 w 1203261"/>
                <a:gd name="csY28" fmla="*/ 240170 h 400862"/>
                <a:gd name="csX29" fmla="*/ 104901 w 1203261"/>
                <a:gd name="csY29" fmla="*/ 218434 h 400862"/>
                <a:gd name="csX30" fmla="*/ 119951 w 1203261"/>
                <a:gd name="csY30" fmla="*/ 201244 h 400862"/>
                <a:gd name="csX31" fmla="*/ 119380 w 1203261"/>
                <a:gd name="csY31" fmla="*/ 154959 h 400862"/>
                <a:gd name="csX32" fmla="*/ 104584 w 1203261"/>
                <a:gd name="csY32" fmla="*/ 146203 h 400862"/>
                <a:gd name="csX33" fmla="*/ 92963 w 1203261"/>
                <a:gd name="csY33" fmla="*/ 113005 h 400862"/>
                <a:gd name="csX34" fmla="*/ 66167 w 1203261"/>
                <a:gd name="csY34" fmla="*/ 97536 h 400862"/>
                <a:gd name="csX35" fmla="*/ 47117 w 1203261"/>
                <a:gd name="csY35" fmla="*/ 99486 h 400862"/>
                <a:gd name="csX36" fmla="*/ 28384 w 1203261"/>
                <a:gd name="csY36" fmla="*/ 90513 h 400862"/>
                <a:gd name="csX37" fmla="*/ 26606 w 1203261"/>
                <a:gd name="csY37" fmla="*/ 78721 h 400862"/>
                <a:gd name="csX38" fmla="*/ 8445 w 1203261"/>
                <a:gd name="csY38" fmla="*/ 70396 h 400862"/>
                <a:gd name="csX39" fmla="*/ 11239 w 1203261"/>
                <a:gd name="csY39" fmla="*/ 60877 h 400862"/>
                <a:gd name="csX40" fmla="*/ 0 w 1203261"/>
                <a:gd name="csY40" fmla="*/ 55474 h 400862"/>
                <a:gd name="csX41" fmla="*/ 1841 w 1203261"/>
                <a:gd name="csY41" fmla="*/ 38386 h 400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03261" h="400862">
                  <a:moveTo>
                    <a:pt x="1082484" y="0"/>
                  </a:moveTo>
                  <a:lnTo>
                    <a:pt x="1035812" y="94513"/>
                  </a:lnTo>
                  <a:lnTo>
                    <a:pt x="1059180" y="118840"/>
                  </a:lnTo>
                  <a:lnTo>
                    <a:pt x="1079437" y="102622"/>
                  </a:lnTo>
                  <a:lnTo>
                    <a:pt x="1108139" y="115056"/>
                  </a:lnTo>
                  <a:lnTo>
                    <a:pt x="1124712" y="96133"/>
                  </a:lnTo>
                  <a:lnTo>
                    <a:pt x="1152271" y="99594"/>
                  </a:lnTo>
                  <a:lnTo>
                    <a:pt x="1203262" y="150527"/>
                  </a:lnTo>
                  <a:lnTo>
                    <a:pt x="1203262" y="171831"/>
                  </a:lnTo>
                  <a:lnTo>
                    <a:pt x="1119632" y="165881"/>
                  </a:lnTo>
                  <a:lnTo>
                    <a:pt x="1108139" y="185344"/>
                  </a:lnTo>
                  <a:lnTo>
                    <a:pt x="1073594" y="185344"/>
                  </a:lnTo>
                  <a:lnTo>
                    <a:pt x="1066038" y="210757"/>
                  </a:lnTo>
                  <a:lnTo>
                    <a:pt x="1036701" y="228168"/>
                  </a:lnTo>
                  <a:lnTo>
                    <a:pt x="1002728" y="228168"/>
                  </a:lnTo>
                  <a:lnTo>
                    <a:pt x="967739" y="258661"/>
                  </a:lnTo>
                  <a:lnTo>
                    <a:pt x="908114" y="242443"/>
                  </a:lnTo>
                  <a:lnTo>
                    <a:pt x="884618" y="274453"/>
                  </a:lnTo>
                  <a:lnTo>
                    <a:pt x="905192" y="302349"/>
                  </a:lnTo>
                  <a:lnTo>
                    <a:pt x="827341" y="357715"/>
                  </a:lnTo>
                  <a:lnTo>
                    <a:pt x="736981" y="362585"/>
                  </a:lnTo>
                  <a:lnTo>
                    <a:pt x="644906" y="400863"/>
                  </a:lnTo>
                  <a:lnTo>
                    <a:pt x="624839" y="386588"/>
                  </a:lnTo>
                  <a:lnTo>
                    <a:pt x="594423" y="390373"/>
                  </a:lnTo>
                  <a:lnTo>
                    <a:pt x="509270" y="352419"/>
                  </a:lnTo>
                  <a:lnTo>
                    <a:pt x="324040" y="352419"/>
                  </a:lnTo>
                  <a:lnTo>
                    <a:pt x="282956" y="279857"/>
                  </a:lnTo>
                  <a:lnTo>
                    <a:pt x="212026" y="248609"/>
                  </a:lnTo>
                  <a:lnTo>
                    <a:pt x="116776" y="240170"/>
                  </a:lnTo>
                  <a:lnTo>
                    <a:pt x="104901" y="218434"/>
                  </a:lnTo>
                  <a:lnTo>
                    <a:pt x="119951" y="201244"/>
                  </a:lnTo>
                  <a:lnTo>
                    <a:pt x="119380" y="154959"/>
                  </a:lnTo>
                  <a:lnTo>
                    <a:pt x="104584" y="146203"/>
                  </a:lnTo>
                  <a:lnTo>
                    <a:pt x="92963" y="113005"/>
                  </a:lnTo>
                  <a:lnTo>
                    <a:pt x="66167" y="97536"/>
                  </a:lnTo>
                  <a:lnTo>
                    <a:pt x="47117" y="99486"/>
                  </a:lnTo>
                  <a:lnTo>
                    <a:pt x="28384" y="90513"/>
                  </a:lnTo>
                  <a:lnTo>
                    <a:pt x="26606" y="78721"/>
                  </a:lnTo>
                  <a:lnTo>
                    <a:pt x="8445" y="70396"/>
                  </a:lnTo>
                  <a:lnTo>
                    <a:pt x="11239" y="60877"/>
                  </a:lnTo>
                  <a:lnTo>
                    <a:pt x="0" y="55474"/>
                  </a:lnTo>
                  <a:lnTo>
                    <a:pt x="1841" y="383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BD98F42-DCA0-D88B-4A0B-6283BDEEC0A6}"/>
                </a:ext>
              </a:extLst>
            </p:cNvPr>
            <p:cNvSpPr/>
            <p:nvPr/>
          </p:nvSpPr>
          <p:spPr>
            <a:xfrm>
              <a:off x="8935656" y="3496570"/>
              <a:ext cx="173545" cy="199301"/>
            </a:xfrm>
            <a:custGeom>
              <a:avLst/>
              <a:gdLst>
                <a:gd name="csX0" fmla="*/ 38545 w 173545"/>
                <a:gd name="csY0" fmla="*/ 161233 h 199301"/>
                <a:gd name="csX1" fmla="*/ 21781 w 173545"/>
                <a:gd name="csY1" fmla="*/ 109328 h 199301"/>
                <a:gd name="csX2" fmla="*/ 29782 w 173545"/>
                <a:gd name="csY2" fmla="*/ 98838 h 199301"/>
                <a:gd name="csX3" fmla="*/ 27940 w 173545"/>
                <a:gd name="csY3" fmla="*/ 84131 h 199301"/>
                <a:gd name="csX4" fmla="*/ 0 w 173545"/>
                <a:gd name="csY4" fmla="*/ 67913 h 199301"/>
                <a:gd name="csX5" fmla="*/ 12700 w 173545"/>
                <a:gd name="csY5" fmla="*/ 50502 h 199301"/>
                <a:gd name="csX6" fmla="*/ 33275 w 173545"/>
                <a:gd name="csY6" fmla="*/ 47689 h 199301"/>
                <a:gd name="csX7" fmla="*/ 8573 w 173545"/>
                <a:gd name="csY7" fmla="*/ 25953 h 199301"/>
                <a:gd name="csX8" fmla="*/ 20575 w 173545"/>
                <a:gd name="csY8" fmla="*/ 0 h 199301"/>
                <a:gd name="csX9" fmla="*/ 49403 w 173545"/>
                <a:gd name="csY9" fmla="*/ 16548 h 199301"/>
                <a:gd name="csX10" fmla="*/ 54991 w 173545"/>
                <a:gd name="csY10" fmla="*/ 7029 h 199301"/>
                <a:gd name="csX11" fmla="*/ 70359 w 173545"/>
                <a:gd name="csY11" fmla="*/ 15246 h 199301"/>
                <a:gd name="csX12" fmla="*/ 69406 w 173545"/>
                <a:gd name="csY12" fmla="*/ 42177 h 199301"/>
                <a:gd name="csX13" fmla="*/ 88012 w 173545"/>
                <a:gd name="csY13" fmla="*/ 48228 h 199301"/>
                <a:gd name="csX14" fmla="*/ 149289 w 173545"/>
                <a:gd name="csY14" fmla="*/ 33953 h 199301"/>
                <a:gd name="csX15" fmla="*/ 162243 w 173545"/>
                <a:gd name="csY15" fmla="*/ 45415 h 199301"/>
                <a:gd name="csX16" fmla="*/ 143638 w 173545"/>
                <a:gd name="csY16" fmla="*/ 69964 h 199301"/>
                <a:gd name="csX17" fmla="*/ 110872 w 173545"/>
                <a:gd name="csY17" fmla="*/ 80778 h 199301"/>
                <a:gd name="csX18" fmla="*/ 113221 w 173545"/>
                <a:gd name="csY18" fmla="*/ 107379 h 199301"/>
                <a:gd name="csX19" fmla="*/ 131445 w 173545"/>
                <a:gd name="csY19" fmla="*/ 118409 h 199301"/>
                <a:gd name="csX20" fmla="*/ 134430 w 173545"/>
                <a:gd name="csY20" fmla="*/ 95485 h 199301"/>
                <a:gd name="csX21" fmla="*/ 155639 w 173545"/>
                <a:gd name="csY21" fmla="*/ 100241 h 199301"/>
                <a:gd name="csX22" fmla="*/ 173546 w 173545"/>
                <a:gd name="csY22" fmla="*/ 196164 h 199301"/>
                <a:gd name="csX23" fmla="*/ 157417 w 173545"/>
                <a:gd name="csY23" fmla="*/ 187617 h 199301"/>
                <a:gd name="csX24" fmla="*/ 149924 w 173545"/>
                <a:gd name="csY24" fmla="*/ 199301 h 19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3545" h="199301">
                  <a:moveTo>
                    <a:pt x="38545" y="161233"/>
                  </a:moveTo>
                  <a:lnTo>
                    <a:pt x="21781" y="109328"/>
                  </a:lnTo>
                  <a:lnTo>
                    <a:pt x="29782" y="98838"/>
                  </a:lnTo>
                  <a:lnTo>
                    <a:pt x="27940" y="84131"/>
                  </a:lnTo>
                  <a:lnTo>
                    <a:pt x="0" y="67913"/>
                  </a:lnTo>
                  <a:lnTo>
                    <a:pt x="12700" y="50502"/>
                  </a:lnTo>
                  <a:lnTo>
                    <a:pt x="33275" y="47689"/>
                  </a:lnTo>
                  <a:lnTo>
                    <a:pt x="8573" y="25953"/>
                  </a:lnTo>
                  <a:lnTo>
                    <a:pt x="20575" y="0"/>
                  </a:lnTo>
                  <a:lnTo>
                    <a:pt x="49403" y="16548"/>
                  </a:lnTo>
                  <a:lnTo>
                    <a:pt x="54991" y="7029"/>
                  </a:lnTo>
                  <a:lnTo>
                    <a:pt x="70359" y="15246"/>
                  </a:lnTo>
                  <a:lnTo>
                    <a:pt x="69406" y="42177"/>
                  </a:lnTo>
                  <a:lnTo>
                    <a:pt x="88012" y="48228"/>
                  </a:lnTo>
                  <a:lnTo>
                    <a:pt x="149289" y="33953"/>
                  </a:lnTo>
                  <a:lnTo>
                    <a:pt x="162243" y="45415"/>
                  </a:lnTo>
                  <a:lnTo>
                    <a:pt x="143638" y="69964"/>
                  </a:lnTo>
                  <a:lnTo>
                    <a:pt x="110872" y="80778"/>
                  </a:lnTo>
                  <a:lnTo>
                    <a:pt x="113221" y="107379"/>
                  </a:lnTo>
                  <a:lnTo>
                    <a:pt x="131445" y="118409"/>
                  </a:lnTo>
                  <a:lnTo>
                    <a:pt x="134430" y="95485"/>
                  </a:lnTo>
                  <a:lnTo>
                    <a:pt x="155639" y="100241"/>
                  </a:lnTo>
                  <a:lnTo>
                    <a:pt x="173546" y="196164"/>
                  </a:lnTo>
                  <a:lnTo>
                    <a:pt x="157417" y="187617"/>
                  </a:lnTo>
                  <a:lnTo>
                    <a:pt x="149924" y="19930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E1E3582F-E21C-8A16-EDE5-1C7F8374AE20}"/>
                </a:ext>
              </a:extLst>
            </p:cNvPr>
            <p:cNvSpPr/>
            <p:nvPr/>
          </p:nvSpPr>
          <p:spPr>
            <a:xfrm>
              <a:off x="8958833" y="3432016"/>
              <a:ext cx="131318" cy="45847"/>
            </a:xfrm>
            <a:custGeom>
              <a:avLst/>
              <a:gdLst>
                <a:gd name="csX0" fmla="*/ 6414 w 131318"/>
                <a:gd name="csY0" fmla="*/ 17837 h 45847"/>
                <a:gd name="csX1" fmla="*/ 0 w 131318"/>
                <a:gd name="csY1" fmla="*/ 27140 h 45847"/>
                <a:gd name="csX2" fmla="*/ 11685 w 131318"/>
                <a:gd name="csY2" fmla="*/ 39573 h 45847"/>
                <a:gd name="csX3" fmla="*/ 25845 w 131318"/>
                <a:gd name="csY3" fmla="*/ 36983 h 45847"/>
                <a:gd name="csX4" fmla="*/ 37211 w 131318"/>
                <a:gd name="csY4" fmla="*/ 45091 h 45847"/>
                <a:gd name="csX5" fmla="*/ 59944 w 131318"/>
                <a:gd name="csY5" fmla="*/ 35897 h 45847"/>
                <a:gd name="csX6" fmla="*/ 76327 w 131318"/>
                <a:gd name="csY6" fmla="*/ 45847 h 45847"/>
                <a:gd name="csX7" fmla="*/ 131318 w 131318"/>
                <a:gd name="csY7" fmla="*/ 43904 h 45847"/>
                <a:gd name="csX8" fmla="*/ 124905 w 131318"/>
                <a:gd name="csY8" fmla="*/ 20434 h 45847"/>
                <a:gd name="csX9" fmla="*/ 109410 w 131318"/>
                <a:gd name="csY9" fmla="*/ 20003 h 45847"/>
                <a:gd name="csX10" fmla="*/ 108776 w 131318"/>
                <a:gd name="csY10" fmla="*/ 0 h 45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1318" h="45847">
                  <a:moveTo>
                    <a:pt x="6414" y="17837"/>
                  </a:moveTo>
                  <a:lnTo>
                    <a:pt x="0" y="27140"/>
                  </a:lnTo>
                  <a:lnTo>
                    <a:pt x="11685" y="39573"/>
                  </a:lnTo>
                  <a:lnTo>
                    <a:pt x="25845" y="36983"/>
                  </a:lnTo>
                  <a:lnTo>
                    <a:pt x="37211" y="45091"/>
                  </a:lnTo>
                  <a:lnTo>
                    <a:pt x="59944" y="35897"/>
                  </a:lnTo>
                  <a:lnTo>
                    <a:pt x="76327" y="45847"/>
                  </a:lnTo>
                  <a:lnTo>
                    <a:pt x="131318" y="43904"/>
                  </a:lnTo>
                  <a:lnTo>
                    <a:pt x="124905" y="20434"/>
                  </a:lnTo>
                  <a:lnTo>
                    <a:pt x="109410" y="20003"/>
                  </a:lnTo>
                  <a:lnTo>
                    <a:pt x="10877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07CC9C06-D8F7-A35E-AF00-C28A69D3D39A}"/>
                </a:ext>
              </a:extLst>
            </p:cNvPr>
            <p:cNvSpPr/>
            <p:nvPr/>
          </p:nvSpPr>
          <p:spPr>
            <a:xfrm>
              <a:off x="8632317" y="3334797"/>
              <a:ext cx="298195" cy="155829"/>
            </a:xfrm>
            <a:custGeom>
              <a:avLst/>
              <a:gdLst>
                <a:gd name="csX0" fmla="*/ 33718 w 298195"/>
                <a:gd name="csY0" fmla="*/ 0 h 155829"/>
                <a:gd name="csX1" fmla="*/ 10287 w 298195"/>
                <a:gd name="csY1" fmla="*/ 19355 h 155829"/>
                <a:gd name="csX2" fmla="*/ 0 w 298195"/>
                <a:gd name="csY2" fmla="*/ 57639 h 155829"/>
                <a:gd name="csX3" fmla="*/ 120205 w 298195"/>
                <a:gd name="csY3" fmla="*/ 116249 h 155829"/>
                <a:gd name="csX4" fmla="*/ 148907 w 298195"/>
                <a:gd name="csY4" fmla="*/ 107595 h 155829"/>
                <a:gd name="csX5" fmla="*/ 173799 w 298195"/>
                <a:gd name="csY5" fmla="*/ 116249 h 155829"/>
                <a:gd name="csX6" fmla="*/ 172593 w 298195"/>
                <a:gd name="csY6" fmla="*/ 129330 h 155829"/>
                <a:gd name="csX7" fmla="*/ 195135 w 298195"/>
                <a:gd name="csY7" fmla="*/ 143066 h 155829"/>
                <a:gd name="csX8" fmla="*/ 211899 w 298195"/>
                <a:gd name="csY8" fmla="*/ 134633 h 155829"/>
                <a:gd name="csX9" fmla="*/ 220027 w 298195"/>
                <a:gd name="csY9" fmla="*/ 146634 h 155829"/>
                <a:gd name="csX10" fmla="*/ 249682 w 298195"/>
                <a:gd name="csY10" fmla="*/ 153664 h 155829"/>
                <a:gd name="csX11" fmla="*/ 263207 w 298195"/>
                <a:gd name="csY11" fmla="*/ 144799 h 155829"/>
                <a:gd name="csX12" fmla="*/ 270701 w 298195"/>
                <a:gd name="csY12" fmla="*/ 155175 h 155829"/>
                <a:gd name="csX13" fmla="*/ 291973 w 298195"/>
                <a:gd name="csY13" fmla="*/ 155829 h 155829"/>
                <a:gd name="csX14" fmla="*/ 298196 w 298195"/>
                <a:gd name="csY14" fmla="*/ 135712 h 155829"/>
                <a:gd name="csX15" fmla="*/ 297752 w 298195"/>
                <a:gd name="csY15" fmla="*/ 932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8195" h="155829">
                  <a:moveTo>
                    <a:pt x="33718" y="0"/>
                  </a:moveTo>
                  <a:lnTo>
                    <a:pt x="10287" y="19355"/>
                  </a:lnTo>
                  <a:lnTo>
                    <a:pt x="0" y="57639"/>
                  </a:lnTo>
                  <a:lnTo>
                    <a:pt x="120205" y="116249"/>
                  </a:lnTo>
                  <a:lnTo>
                    <a:pt x="148907" y="107595"/>
                  </a:lnTo>
                  <a:lnTo>
                    <a:pt x="173799" y="116249"/>
                  </a:lnTo>
                  <a:lnTo>
                    <a:pt x="172593" y="129330"/>
                  </a:lnTo>
                  <a:lnTo>
                    <a:pt x="195135" y="143066"/>
                  </a:lnTo>
                  <a:lnTo>
                    <a:pt x="211899" y="134633"/>
                  </a:lnTo>
                  <a:lnTo>
                    <a:pt x="220027" y="146634"/>
                  </a:lnTo>
                  <a:lnTo>
                    <a:pt x="249682" y="153664"/>
                  </a:lnTo>
                  <a:lnTo>
                    <a:pt x="263207" y="144799"/>
                  </a:lnTo>
                  <a:lnTo>
                    <a:pt x="270701" y="155175"/>
                  </a:lnTo>
                  <a:lnTo>
                    <a:pt x="291973" y="155829"/>
                  </a:lnTo>
                  <a:lnTo>
                    <a:pt x="298196" y="135712"/>
                  </a:lnTo>
                  <a:lnTo>
                    <a:pt x="297752" y="9321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0B7F2F5E-669E-61D7-3AF5-DD80BAA3055A}"/>
                </a:ext>
              </a:extLst>
            </p:cNvPr>
            <p:cNvSpPr/>
            <p:nvPr/>
          </p:nvSpPr>
          <p:spPr>
            <a:xfrm>
              <a:off x="9102788" y="3419144"/>
              <a:ext cx="184213" cy="242982"/>
            </a:xfrm>
            <a:custGeom>
              <a:avLst/>
              <a:gdLst>
                <a:gd name="csX0" fmla="*/ 178054 w 184213"/>
                <a:gd name="csY0" fmla="*/ 0 h 242982"/>
                <a:gd name="csX1" fmla="*/ 184214 w 184213"/>
                <a:gd name="csY1" fmla="*/ 9842 h 242982"/>
                <a:gd name="csX2" fmla="*/ 161925 w 184213"/>
                <a:gd name="csY2" fmla="*/ 21304 h 242982"/>
                <a:gd name="csX3" fmla="*/ 173101 w 184213"/>
                <a:gd name="csY3" fmla="*/ 40659 h 242982"/>
                <a:gd name="csX4" fmla="*/ 155639 w 184213"/>
                <a:gd name="csY4" fmla="*/ 43580 h 242982"/>
                <a:gd name="csX5" fmla="*/ 142875 w 184213"/>
                <a:gd name="csY5" fmla="*/ 36011 h 242982"/>
                <a:gd name="csX6" fmla="*/ 113030 w 184213"/>
                <a:gd name="csY6" fmla="*/ 55366 h 242982"/>
                <a:gd name="csX7" fmla="*/ 94361 w 184213"/>
                <a:gd name="csY7" fmla="*/ 60446 h 242982"/>
                <a:gd name="csX8" fmla="*/ 95123 w 184213"/>
                <a:gd name="csY8" fmla="*/ 86074 h 242982"/>
                <a:gd name="csX9" fmla="*/ 72199 w 184213"/>
                <a:gd name="csY9" fmla="*/ 113544 h 242982"/>
                <a:gd name="csX10" fmla="*/ 80328 w 184213"/>
                <a:gd name="csY10" fmla="*/ 124358 h 242982"/>
                <a:gd name="csX11" fmla="*/ 58483 w 184213"/>
                <a:gd name="csY11" fmla="*/ 170097 h 242982"/>
                <a:gd name="csX12" fmla="*/ 28575 w 184213"/>
                <a:gd name="csY12" fmla="*/ 159722 h 242982"/>
                <a:gd name="csX13" fmla="*/ 25019 w 184213"/>
                <a:gd name="csY13" fmla="*/ 167939 h 242982"/>
                <a:gd name="csX14" fmla="*/ 30670 w 184213"/>
                <a:gd name="csY14" fmla="*/ 201136 h 242982"/>
                <a:gd name="csX15" fmla="*/ 20130 w 184213"/>
                <a:gd name="csY15" fmla="*/ 205353 h 242982"/>
                <a:gd name="csX16" fmla="*/ 25654 w 184213"/>
                <a:gd name="csY16" fmla="*/ 232601 h 242982"/>
                <a:gd name="csX17" fmla="*/ 16129 w 184213"/>
                <a:gd name="csY17" fmla="*/ 242983 h 242982"/>
                <a:gd name="csX18" fmla="*/ 0 w 184213"/>
                <a:gd name="csY18" fmla="*/ 239522 h 24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84213" h="242982">
                  <a:moveTo>
                    <a:pt x="178054" y="0"/>
                  </a:moveTo>
                  <a:lnTo>
                    <a:pt x="184214" y="9842"/>
                  </a:lnTo>
                  <a:lnTo>
                    <a:pt x="161925" y="21304"/>
                  </a:lnTo>
                  <a:lnTo>
                    <a:pt x="173101" y="40659"/>
                  </a:lnTo>
                  <a:lnTo>
                    <a:pt x="155639" y="43580"/>
                  </a:lnTo>
                  <a:lnTo>
                    <a:pt x="142875" y="36011"/>
                  </a:lnTo>
                  <a:lnTo>
                    <a:pt x="113030" y="55366"/>
                  </a:lnTo>
                  <a:lnTo>
                    <a:pt x="94361" y="60446"/>
                  </a:lnTo>
                  <a:lnTo>
                    <a:pt x="95123" y="86074"/>
                  </a:lnTo>
                  <a:lnTo>
                    <a:pt x="72199" y="113544"/>
                  </a:lnTo>
                  <a:lnTo>
                    <a:pt x="80328" y="124358"/>
                  </a:lnTo>
                  <a:lnTo>
                    <a:pt x="58483" y="170097"/>
                  </a:lnTo>
                  <a:lnTo>
                    <a:pt x="28575" y="159722"/>
                  </a:lnTo>
                  <a:lnTo>
                    <a:pt x="25019" y="167939"/>
                  </a:lnTo>
                  <a:lnTo>
                    <a:pt x="30670" y="201136"/>
                  </a:lnTo>
                  <a:lnTo>
                    <a:pt x="20130" y="205353"/>
                  </a:lnTo>
                  <a:lnTo>
                    <a:pt x="25654" y="232601"/>
                  </a:lnTo>
                  <a:lnTo>
                    <a:pt x="16129" y="242983"/>
                  </a:lnTo>
                  <a:lnTo>
                    <a:pt x="0" y="2395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BDBAFDCA-9092-159B-8BCA-5FC835006479}"/>
                </a:ext>
              </a:extLst>
            </p:cNvPr>
            <p:cNvSpPr/>
            <p:nvPr/>
          </p:nvSpPr>
          <p:spPr>
            <a:xfrm>
              <a:off x="9282556" y="3685051"/>
              <a:ext cx="136207" cy="439254"/>
            </a:xfrm>
            <a:custGeom>
              <a:avLst/>
              <a:gdLst>
                <a:gd name="csX0" fmla="*/ 136208 w 136207"/>
                <a:gd name="csY0" fmla="*/ 0 h 439254"/>
                <a:gd name="csX1" fmla="*/ 101347 w 136207"/>
                <a:gd name="csY1" fmla="*/ 41961 h 439254"/>
                <a:gd name="csX2" fmla="*/ 66993 w 136207"/>
                <a:gd name="csY2" fmla="*/ 48235 h 439254"/>
                <a:gd name="csX3" fmla="*/ 61913 w 136207"/>
                <a:gd name="csY3" fmla="*/ 63913 h 439254"/>
                <a:gd name="csX4" fmla="*/ 21590 w 136207"/>
                <a:gd name="csY4" fmla="*/ 66510 h 439254"/>
                <a:gd name="csX5" fmla="*/ 16891 w 136207"/>
                <a:gd name="csY5" fmla="*/ 107169 h 439254"/>
                <a:gd name="csX6" fmla="*/ 0 w 136207"/>
                <a:gd name="csY6" fmla="*/ 114738 h 439254"/>
                <a:gd name="csX7" fmla="*/ 40260 w 136207"/>
                <a:gd name="csY7" fmla="*/ 170643 h 439254"/>
                <a:gd name="csX8" fmla="*/ 45403 w 136207"/>
                <a:gd name="csY8" fmla="*/ 187516 h 439254"/>
                <a:gd name="csX9" fmla="*/ 57849 w 136207"/>
                <a:gd name="csY9" fmla="*/ 185026 h 439254"/>
                <a:gd name="csX10" fmla="*/ 56706 w 136207"/>
                <a:gd name="csY10" fmla="*/ 206870 h 439254"/>
                <a:gd name="csX11" fmla="*/ 46228 w 136207"/>
                <a:gd name="csY11" fmla="*/ 209683 h 439254"/>
                <a:gd name="csX12" fmla="*/ 44958 w 136207"/>
                <a:gd name="csY12" fmla="*/ 232607 h 439254"/>
                <a:gd name="csX13" fmla="*/ 30353 w 136207"/>
                <a:gd name="csY13" fmla="*/ 239744 h 439254"/>
                <a:gd name="csX14" fmla="*/ 41339 w 136207"/>
                <a:gd name="csY14" fmla="*/ 269265 h 439254"/>
                <a:gd name="csX15" fmla="*/ 62802 w 136207"/>
                <a:gd name="csY15" fmla="*/ 288405 h 439254"/>
                <a:gd name="csX16" fmla="*/ 64008 w 136207"/>
                <a:gd name="csY16" fmla="*/ 327228 h 439254"/>
                <a:gd name="csX17" fmla="*/ 74486 w 136207"/>
                <a:gd name="csY17" fmla="*/ 337287 h 439254"/>
                <a:gd name="csX18" fmla="*/ 81724 w 136207"/>
                <a:gd name="csY18" fmla="*/ 362585 h 439254"/>
                <a:gd name="csX19" fmla="*/ 53467 w 136207"/>
                <a:gd name="csY19" fmla="*/ 412763 h 439254"/>
                <a:gd name="csX20" fmla="*/ 53467 w 136207"/>
                <a:gd name="csY20" fmla="*/ 428333 h 439254"/>
                <a:gd name="csX21" fmla="*/ 42101 w 136207"/>
                <a:gd name="csY21" fmla="*/ 439255 h 43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6207" h="439254">
                  <a:moveTo>
                    <a:pt x="136208" y="0"/>
                  </a:moveTo>
                  <a:lnTo>
                    <a:pt x="101347" y="41961"/>
                  </a:lnTo>
                  <a:lnTo>
                    <a:pt x="66993" y="48235"/>
                  </a:lnTo>
                  <a:lnTo>
                    <a:pt x="61913" y="63913"/>
                  </a:lnTo>
                  <a:lnTo>
                    <a:pt x="21590" y="66510"/>
                  </a:lnTo>
                  <a:lnTo>
                    <a:pt x="16891" y="107169"/>
                  </a:lnTo>
                  <a:lnTo>
                    <a:pt x="0" y="114738"/>
                  </a:lnTo>
                  <a:lnTo>
                    <a:pt x="40260" y="170643"/>
                  </a:lnTo>
                  <a:lnTo>
                    <a:pt x="45403" y="187516"/>
                  </a:lnTo>
                  <a:lnTo>
                    <a:pt x="57849" y="185026"/>
                  </a:lnTo>
                  <a:lnTo>
                    <a:pt x="56706" y="206870"/>
                  </a:lnTo>
                  <a:lnTo>
                    <a:pt x="46228" y="209683"/>
                  </a:lnTo>
                  <a:lnTo>
                    <a:pt x="44958" y="232607"/>
                  </a:lnTo>
                  <a:lnTo>
                    <a:pt x="30353" y="239744"/>
                  </a:lnTo>
                  <a:lnTo>
                    <a:pt x="41339" y="269265"/>
                  </a:lnTo>
                  <a:lnTo>
                    <a:pt x="62802" y="288405"/>
                  </a:lnTo>
                  <a:lnTo>
                    <a:pt x="64008" y="327228"/>
                  </a:lnTo>
                  <a:lnTo>
                    <a:pt x="74486" y="337287"/>
                  </a:lnTo>
                  <a:lnTo>
                    <a:pt x="81724" y="362585"/>
                  </a:lnTo>
                  <a:lnTo>
                    <a:pt x="53467" y="412763"/>
                  </a:lnTo>
                  <a:lnTo>
                    <a:pt x="53467" y="428333"/>
                  </a:lnTo>
                  <a:lnTo>
                    <a:pt x="42101" y="4392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0E1B89E7-522B-AB67-A0C0-C9D8BE191962}"/>
                </a:ext>
              </a:extLst>
            </p:cNvPr>
            <p:cNvSpPr/>
            <p:nvPr/>
          </p:nvSpPr>
          <p:spPr>
            <a:xfrm>
              <a:off x="9460166" y="3647744"/>
              <a:ext cx="208279" cy="457854"/>
            </a:xfrm>
            <a:custGeom>
              <a:avLst/>
              <a:gdLst>
                <a:gd name="csX0" fmla="*/ 0 w 208279"/>
                <a:gd name="csY0" fmla="*/ 0 h 457854"/>
                <a:gd name="csX1" fmla="*/ 19621 w 208279"/>
                <a:gd name="csY1" fmla="*/ 25089 h 457854"/>
                <a:gd name="csX2" fmla="*/ 32067 w 208279"/>
                <a:gd name="csY2" fmla="*/ 20981 h 457854"/>
                <a:gd name="csX3" fmla="*/ 37147 w 208279"/>
                <a:gd name="csY3" fmla="*/ 36874 h 457854"/>
                <a:gd name="csX4" fmla="*/ 29654 w 208279"/>
                <a:gd name="csY4" fmla="*/ 48990 h 457854"/>
                <a:gd name="csX5" fmla="*/ 58356 w 208279"/>
                <a:gd name="csY5" fmla="*/ 67266 h 457854"/>
                <a:gd name="csX6" fmla="*/ 71438 w 208279"/>
                <a:gd name="csY6" fmla="*/ 54610 h 457854"/>
                <a:gd name="csX7" fmla="*/ 92265 w 208279"/>
                <a:gd name="csY7" fmla="*/ 64560 h 457854"/>
                <a:gd name="csX8" fmla="*/ 86042 w 208279"/>
                <a:gd name="csY8" fmla="*/ 74073 h 457854"/>
                <a:gd name="csX9" fmla="*/ 105219 w 208279"/>
                <a:gd name="csY9" fmla="*/ 87160 h 457854"/>
                <a:gd name="csX10" fmla="*/ 92773 w 208279"/>
                <a:gd name="csY10" fmla="*/ 107493 h 457854"/>
                <a:gd name="csX11" fmla="*/ 71374 w 208279"/>
                <a:gd name="csY11" fmla="*/ 104680 h 457854"/>
                <a:gd name="csX12" fmla="*/ 65595 w 208279"/>
                <a:gd name="csY12" fmla="*/ 120250 h 457854"/>
                <a:gd name="csX13" fmla="*/ 113474 w 208279"/>
                <a:gd name="csY13" fmla="*/ 144367 h 457854"/>
                <a:gd name="csX14" fmla="*/ 131318 w 208279"/>
                <a:gd name="csY14" fmla="*/ 176371 h 457854"/>
                <a:gd name="csX15" fmla="*/ 164782 w 208279"/>
                <a:gd name="csY15" fmla="*/ 209569 h 457854"/>
                <a:gd name="csX16" fmla="*/ 168783 w 208279"/>
                <a:gd name="csY16" fmla="*/ 227844 h 457854"/>
                <a:gd name="csX17" fmla="*/ 193548 w 208279"/>
                <a:gd name="csY17" fmla="*/ 241687 h 457854"/>
                <a:gd name="csX18" fmla="*/ 188340 w 208279"/>
                <a:gd name="csY18" fmla="*/ 253149 h 457854"/>
                <a:gd name="csX19" fmla="*/ 207327 w 208279"/>
                <a:gd name="csY19" fmla="*/ 272942 h 457854"/>
                <a:gd name="csX20" fmla="*/ 196024 w 208279"/>
                <a:gd name="csY20" fmla="*/ 316198 h 457854"/>
                <a:gd name="csX21" fmla="*/ 208280 w 208279"/>
                <a:gd name="csY21" fmla="*/ 339014 h 457854"/>
                <a:gd name="csX22" fmla="*/ 200025 w 208279"/>
                <a:gd name="csY22" fmla="*/ 355987 h 457854"/>
                <a:gd name="csX23" fmla="*/ 206121 w 208279"/>
                <a:gd name="csY23" fmla="*/ 381616 h 457854"/>
                <a:gd name="csX24" fmla="*/ 165417 w 208279"/>
                <a:gd name="csY24" fmla="*/ 392646 h 457854"/>
                <a:gd name="csX25" fmla="*/ 163322 w 208279"/>
                <a:gd name="csY25" fmla="*/ 406813 h 457854"/>
                <a:gd name="csX26" fmla="*/ 144081 w 208279"/>
                <a:gd name="csY26" fmla="*/ 403136 h 457854"/>
                <a:gd name="csX27" fmla="*/ 140081 w 208279"/>
                <a:gd name="csY27" fmla="*/ 419468 h 457854"/>
                <a:gd name="csX28" fmla="*/ 150876 w 208279"/>
                <a:gd name="csY28" fmla="*/ 429197 h 457854"/>
                <a:gd name="csX29" fmla="*/ 145605 w 208279"/>
                <a:gd name="csY29" fmla="*/ 446824 h 457854"/>
                <a:gd name="csX30" fmla="*/ 128397 w 208279"/>
                <a:gd name="csY30" fmla="*/ 437204 h 457854"/>
                <a:gd name="csX31" fmla="*/ 109855 w 208279"/>
                <a:gd name="csY31" fmla="*/ 438499 h 457854"/>
                <a:gd name="csX32" fmla="*/ 110617 w 208279"/>
                <a:gd name="csY32" fmla="*/ 448666 h 457854"/>
                <a:gd name="csX33" fmla="*/ 85344 w 208279"/>
                <a:gd name="csY33" fmla="*/ 457854 h 45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08279" h="457854">
                  <a:moveTo>
                    <a:pt x="0" y="0"/>
                  </a:moveTo>
                  <a:lnTo>
                    <a:pt x="19621" y="25089"/>
                  </a:lnTo>
                  <a:lnTo>
                    <a:pt x="32067" y="20981"/>
                  </a:lnTo>
                  <a:lnTo>
                    <a:pt x="37147" y="36874"/>
                  </a:lnTo>
                  <a:lnTo>
                    <a:pt x="29654" y="48990"/>
                  </a:lnTo>
                  <a:lnTo>
                    <a:pt x="58356" y="67266"/>
                  </a:lnTo>
                  <a:lnTo>
                    <a:pt x="71438" y="54610"/>
                  </a:lnTo>
                  <a:lnTo>
                    <a:pt x="92265" y="64560"/>
                  </a:lnTo>
                  <a:lnTo>
                    <a:pt x="86042" y="74073"/>
                  </a:lnTo>
                  <a:lnTo>
                    <a:pt x="105219" y="87160"/>
                  </a:lnTo>
                  <a:lnTo>
                    <a:pt x="92773" y="107493"/>
                  </a:lnTo>
                  <a:lnTo>
                    <a:pt x="71374" y="104680"/>
                  </a:lnTo>
                  <a:lnTo>
                    <a:pt x="65595" y="120250"/>
                  </a:lnTo>
                  <a:lnTo>
                    <a:pt x="113474" y="144367"/>
                  </a:lnTo>
                  <a:lnTo>
                    <a:pt x="131318" y="176371"/>
                  </a:lnTo>
                  <a:lnTo>
                    <a:pt x="164782" y="209569"/>
                  </a:lnTo>
                  <a:lnTo>
                    <a:pt x="168783" y="227844"/>
                  </a:lnTo>
                  <a:lnTo>
                    <a:pt x="193548" y="241687"/>
                  </a:lnTo>
                  <a:lnTo>
                    <a:pt x="188340" y="253149"/>
                  </a:lnTo>
                  <a:lnTo>
                    <a:pt x="207327" y="272942"/>
                  </a:lnTo>
                  <a:lnTo>
                    <a:pt x="196024" y="316198"/>
                  </a:lnTo>
                  <a:lnTo>
                    <a:pt x="208280" y="339014"/>
                  </a:lnTo>
                  <a:lnTo>
                    <a:pt x="200025" y="355987"/>
                  </a:lnTo>
                  <a:lnTo>
                    <a:pt x="206121" y="381616"/>
                  </a:lnTo>
                  <a:lnTo>
                    <a:pt x="165417" y="392646"/>
                  </a:lnTo>
                  <a:lnTo>
                    <a:pt x="163322" y="406813"/>
                  </a:lnTo>
                  <a:lnTo>
                    <a:pt x="144081" y="403136"/>
                  </a:lnTo>
                  <a:lnTo>
                    <a:pt x="140081" y="419468"/>
                  </a:lnTo>
                  <a:lnTo>
                    <a:pt x="150876" y="429197"/>
                  </a:lnTo>
                  <a:lnTo>
                    <a:pt x="145605" y="446824"/>
                  </a:lnTo>
                  <a:lnTo>
                    <a:pt x="128397" y="437204"/>
                  </a:lnTo>
                  <a:lnTo>
                    <a:pt x="109855" y="438499"/>
                  </a:lnTo>
                  <a:lnTo>
                    <a:pt x="110617" y="448666"/>
                  </a:lnTo>
                  <a:lnTo>
                    <a:pt x="85344" y="45785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1D187DD9-F675-07A5-B6C5-318AE11C4E27}"/>
                </a:ext>
              </a:extLst>
            </p:cNvPr>
            <p:cNvSpPr/>
            <p:nvPr/>
          </p:nvSpPr>
          <p:spPr>
            <a:xfrm>
              <a:off x="9383903" y="3727012"/>
              <a:ext cx="207009" cy="230873"/>
            </a:xfrm>
            <a:custGeom>
              <a:avLst/>
              <a:gdLst>
                <a:gd name="csX0" fmla="*/ 0 w 207009"/>
                <a:gd name="csY0" fmla="*/ 0 h 230873"/>
                <a:gd name="csX1" fmla="*/ 18415 w 207009"/>
                <a:gd name="csY1" fmla="*/ 7785 h 230873"/>
                <a:gd name="csX2" fmla="*/ 9271 w 207009"/>
                <a:gd name="csY2" fmla="*/ 30823 h 230873"/>
                <a:gd name="csX3" fmla="*/ 35623 w 207009"/>
                <a:gd name="csY3" fmla="*/ 28981 h 230873"/>
                <a:gd name="csX4" fmla="*/ 37973 w 207009"/>
                <a:gd name="csY4" fmla="*/ 54826 h 230873"/>
                <a:gd name="csX5" fmla="*/ 27559 w 207009"/>
                <a:gd name="csY5" fmla="*/ 72345 h 230873"/>
                <a:gd name="csX6" fmla="*/ 33401 w 207009"/>
                <a:gd name="csY6" fmla="*/ 85426 h 230873"/>
                <a:gd name="csX7" fmla="*/ 24130 w 207009"/>
                <a:gd name="csY7" fmla="*/ 106947 h 230873"/>
                <a:gd name="csX8" fmla="*/ 44577 w 207009"/>
                <a:gd name="csY8" fmla="*/ 109544 h 230873"/>
                <a:gd name="csX9" fmla="*/ 74676 w 207009"/>
                <a:gd name="csY9" fmla="*/ 82728 h 230873"/>
                <a:gd name="csX10" fmla="*/ 94932 w 207009"/>
                <a:gd name="csY10" fmla="*/ 97758 h 230873"/>
                <a:gd name="csX11" fmla="*/ 111061 w 207009"/>
                <a:gd name="csY11" fmla="*/ 90189 h 230873"/>
                <a:gd name="csX12" fmla="*/ 119253 w 207009"/>
                <a:gd name="csY12" fmla="*/ 74942 h 230873"/>
                <a:gd name="csX13" fmla="*/ 144716 w 207009"/>
                <a:gd name="csY13" fmla="*/ 77857 h 230873"/>
                <a:gd name="csX14" fmla="*/ 175514 w 207009"/>
                <a:gd name="csY14" fmla="*/ 112573 h 230873"/>
                <a:gd name="csX15" fmla="*/ 174561 w 207009"/>
                <a:gd name="csY15" fmla="*/ 145555 h 230873"/>
                <a:gd name="csX16" fmla="*/ 207010 w 207009"/>
                <a:gd name="csY16" fmla="*/ 178645 h 230873"/>
                <a:gd name="csX17" fmla="*/ 204533 w 207009"/>
                <a:gd name="csY17" fmla="*/ 219951 h 230873"/>
                <a:gd name="csX18" fmla="*/ 190564 w 207009"/>
                <a:gd name="csY18" fmla="*/ 230873 h 23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07009" h="230873">
                  <a:moveTo>
                    <a:pt x="0" y="0"/>
                  </a:moveTo>
                  <a:lnTo>
                    <a:pt x="18415" y="7785"/>
                  </a:lnTo>
                  <a:lnTo>
                    <a:pt x="9271" y="30823"/>
                  </a:lnTo>
                  <a:lnTo>
                    <a:pt x="35623" y="28981"/>
                  </a:lnTo>
                  <a:lnTo>
                    <a:pt x="37973" y="54826"/>
                  </a:lnTo>
                  <a:lnTo>
                    <a:pt x="27559" y="72345"/>
                  </a:lnTo>
                  <a:lnTo>
                    <a:pt x="33401" y="85426"/>
                  </a:lnTo>
                  <a:lnTo>
                    <a:pt x="24130" y="106947"/>
                  </a:lnTo>
                  <a:lnTo>
                    <a:pt x="44577" y="109544"/>
                  </a:lnTo>
                  <a:lnTo>
                    <a:pt x="74676" y="82728"/>
                  </a:lnTo>
                  <a:lnTo>
                    <a:pt x="94932" y="97758"/>
                  </a:lnTo>
                  <a:lnTo>
                    <a:pt x="111061" y="90189"/>
                  </a:lnTo>
                  <a:lnTo>
                    <a:pt x="119253" y="74942"/>
                  </a:lnTo>
                  <a:lnTo>
                    <a:pt x="144716" y="77857"/>
                  </a:lnTo>
                  <a:lnTo>
                    <a:pt x="175514" y="112573"/>
                  </a:lnTo>
                  <a:lnTo>
                    <a:pt x="174561" y="145555"/>
                  </a:lnTo>
                  <a:lnTo>
                    <a:pt x="207010" y="178645"/>
                  </a:lnTo>
                  <a:lnTo>
                    <a:pt x="204533" y="219951"/>
                  </a:lnTo>
                  <a:lnTo>
                    <a:pt x="190564" y="2308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0526EB48-2BE6-7E18-4724-17E2545555C1}"/>
                </a:ext>
              </a:extLst>
            </p:cNvPr>
            <p:cNvSpPr/>
            <p:nvPr/>
          </p:nvSpPr>
          <p:spPr>
            <a:xfrm>
              <a:off x="9468294" y="3945559"/>
              <a:ext cx="192659" cy="114731"/>
            </a:xfrm>
            <a:custGeom>
              <a:avLst/>
              <a:gdLst>
                <a:gd name="csX0" fmla="*/ 192660 w 192659"/>
                <a:gd name="csY0" fmla="*/ 0 h 114731"/>
                <a:gd name="csX1" fmla="*/ 171450 w 192659"/>
                <a:gd name="csY1" fmla="*/ 11246 h 114731"/>
                <a:gd name="csX2" fmla="*/ 160211 w 192659"/>
                <a:gd name="csY2" fmla="*/ 1403 h 114731"/>
                <a:gd name="csX3" fmla="*/ 146686 w 192659"/>
                <a:gd name="csY3" fmla="*/ 8001 h 114731"/>
                <a:gd name="csX4" fmla="*/ 148972 w 192659"/>
                <a:gd name="csY4" fmla="*/ 21736 h 114731"/>
                <a:gd name="csX5" fmla="*/ 136399 w 192659"/>
                <a:gd name="csY5" fmla="*/ 31140 h 114731"/>
                <a:gd name="csX6" fmla="*/ 127636 w 192659"/>
                <a:gd name="csY6" fmla="*/ 23463 h 114731"/>
                <a:gd name="csX7" fmla="*/ 115380 w 192659"/>
                <a:gd name="csY7" fmla="*/ 24759 h 114731"/>
                <a:gd name="csX8" fmla="*/ 106173 w 192659"/>
                <a:gd name="csY8" fmla="*/ 12325 h 114731"/>
                <a:gd name="csX9" fmla="*/ 29782 w 192659"/>
                <a:gd name="csY9" fmla="*/ 11138 h 114731"/>
                <a:gd name="csX10" fmla="*/ 14923 w 192659"/>
                <a:gd name="csY10" fmla="*/ 37198 h 114731"/>
                <a:gd name="csX11" fmla="*/ 0 w 192659"/>
                <a:gd name="csY11" fmla="*/ 41307 h 114731"/>
                <a:gd name="csX12" fmla="*/ 10541 w 192659"/>
                <a:gd name="csY12" fmla="*/ 71583 h 114731"/>
                <a:gd name="csX13" fmla="*/ 23940 w 192659"/>
                <a:gd name="csY13" fmla="*/ 80994 h 114731"/>
                <a:gd name="csX14" fmla="*/ 29464 w 192659"/>
                <a:gd name="csY14" fmla="*/ 103594 h 114731"/>
                <a:gd name="csX15" fmla="*/ 21654 w 192659"/>
                <a:gd name="csY15" fmla="*/ 114732 h 114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92659" h="114731">
                  <a:moveTo>
                    <a:pt x="192660" y="0"/>
                  </a:moveTo>
                  <a:lnTo>
                    <a:pt x="171450" y="11246"/>
                  </a:lnTo>
                  <a:lnTo>
                    <a:pt x="160211" y="1403"/>
                  </a:lnTo>
                  <a:lnTo>
                    <a:pt x="146686" y="8001"/>
                  </a:lnTo>
                  <a:lnTo>
                    <a:pt x="148972" y="21736"/>
                  </a:lnTo>
                  <a:lnTo>
                    <a:pt x="136399" y="31140"/>
                  </a:lnTo>
                  <a:lnTo>
                    <a:pt x="127636" y="23463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923" y="37198"/>
                  </a:lnTo>
                  <a:lnTo>
                    <a:pt x="0" y="41307"/>
                  </a:lnTo>
                  <a:lnTo>
                    <a:pt x="10541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654" y="1147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C4D451D4-2F91-4B1A-DF1C-50CC50B13480}"/>
                </a:ext>
              </a:extLst>
            </p:cNvPr>
            <p:cNvSpPr/>
            <p:nvPr/>
          </p:nvSpPr>
          <p:spPr>
            <a:xfrm>
              <a:off x="9383776" y="4247260"/>
              <a:ext cx="75247" cy="37630"/>
            </a:xfrm>
            <a:custGeom>
              <a:avLst/>
              <a:gdLst>
                <a:gd name="csX0" fmla="*/ 0 w 75247"/>
                <a:gd name="csY0" fmla="*/ 11138 h 37630"/>
                <a:gd name="csX1" fmla="*/ 9969 w 75247"/>
                <a:gd name="csY1" fmla="*/ 0 h 37630"/>
                <a:gd name="csX2" fmla="*/ 32448 w 75247"/>
                <a:gd name="csY2" fmla="*/ 12872 h 37630"/>
                <a:gd name="csX3" fmla="*/ 27495 w 75247"/>
                <a:gd name="csY3" fmla="*/ 29197 h 37630"/>
                <a:gd name="csX4" fmla="*/ 41593 w 75247"/>
                <a:gd name="csY4" fmla="*/ 37630 h 37630"/>
                <a:gd name="csX5" fmla="*/ 52705 w 75247"/>
                <a:gd name="csY5" fmla="*/ 26600 h 37630"/>
                <a:gd name="csX6" fmla="*/ 64389 w 75247"/>
                <a:gd name="csY6" fmla="*/ 34386 h 37630"/>
                <a:gd name="csX7" fmla="*/ 75247 w 75247"/>
                <a:gd name="csY7" fmla="*/ 12656 h 37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5247" h="37630">
                  <a:moveTo>
                    <a:pt x="0" y="11138"/>
                  </a:moveTo>
                  <a:lnTo>
                    <a:pt x="9969" y="0"/>
                  </a:lnTo>
                  <a:lnTo>
                    <a:pt x="32448" y="12872"/>
                  </a:lnTo>
                  <a:lnTo>
                    <a:pt x="27495" y="29197"/>
                  </a:lnTo>
                  <a:lnTo>
                    <a:pt x="41593" y="37630"/>
                  </a:lnTo>
                  <a:lnTo>
                    <a:pt x="52705" y="26600"/>
                  </a:lnTo>
                  <a:lnTo>
                    <a:pt x="64389" y="34386"/>
                  </a:lnTo>
                  <a:lnTo>
                    <a:pt x="75247" y="126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42049621-E860-D2C3-34AE-F1D92AA76627}"/>
                </a:ext>
              </a:extLst>
            </p:cNvPr>
            <p:cNvSpPr/>
            <p:nvPr/>
          </p:nvSpPr>
          <p:spPr>
            <a:xfrm>
              <a:off x="9908158" y="4311173"/>
              <a:ext cx="47561" cy="39465"/>
            </a:xfrm>
            <a:custGeom>
              <a:avLst/>
              <a:gdLst>
                <a:gd name="csX0" fmla="*/ 0 w 47561"/>
                <a:gd name="csY0" fmla="*/ 14053 h 39465"/>
                <a:gd name="csX1" fmla="*/ 14098 w 47561"/>
                <a:gd name="csY1" fmla="*/ 39465 h 39465"/>
                <a:gd name="csX2" fmla="*/ 30035 w 47561"/>
                <a:gd name="csY2" fmla="*/ 19247 h 39465"/>
                <a:gd name="csX3" fmla="*/ 45403 w 47561"/>
                <a:gd name="csY3" fmla="*/ 17513 h 39465"/>
                <a:gd name="csX4" fmla="*/ 47561 w 47561"/>
                <a:gd name="csY4" fmla="*/ 0 h 39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561" h="39465">
                  <a:moveTo>
                    <a:pt x="0" y="14053"/>
                  </a:moveTo>
                  <a:lnTo>
                    <a:pt x="14098" y="39465"/>
                  </a:lnTo>
                  <a:lnTo>
                    <a:pt x="30035" y="19247"/>
                  </a:lnTo>
                  <a:lnTo>
                    <a:pt x="45403" y="17513"/>
                  </a:lnTo>
                  <a:lnTo>
                    <a:pt x="4756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C7C63B14-D401-F8E7-4771-05813EB6DBAF}"/>
                </a:ext>
              </a:extLst>
            </p:cNvPr>
            <p:cNvSpPr/>
            <p:nvPr/>
          </p:nvSpPr>
          <p:spPr>
            <a:xfrm>
              <a:off x="9735883" y="4332687"/>
              <a:ext cx="300418" cy="115709"/>
            </a:xfrm>
            <a:custGeom>
              <a:avLst/>
              <a:gdLst>
                <a:gd name="csX0" fmla="*/ 0 w 300418"/>
                <a:gd name="csY0" fmla="*/ 69863 h 115709"/>
                <a:gd name="csX1" fmla="*/ 0 w 300418"/>
                <a:gd name="csY1" fmla="*/ 85973 h 115709"/>
                <a:gd name="csX2" fmla="*/ 32131 w 300418"/>
                <a:gd name="csY2" fmla="*/ 115710 h 115709"/>
                <a:gd name="csX3" fmla="*/ 61976 w 300418"/>
                <a:gd name="csY3" fmla="*/ 104680 h 115709"/>
                <a:gd name="csX4" fmla="*/ 96076 w 300418"/>
                <a:gd name="csY4" fmla="*/ 107169 h 115709"/>
                <a:gd name="csX5" fmla="*/ 104522 w 300418"/>
                <a:gd name="csY5" fmla="*/ 90189 h 115709"/>
                <a:gd name="csX6" fmla="*/ 131509 w 300418"/>
                <a:gd name="csY6" fmla="*/ 86513 h 115709"/>
                <a:gd name="csX7" fmla="*/ 155829 w 300418"/>
                <a:gd name="csY7" fmla="*/ 100031 h 115709"/>
                <a:gd name="csX8" fmla="*/ 166688 w 300418"/>
                <a:gd name="csY8" fmla="*/ 90405 h 115709"/>
                <a:gd name="csX9" fmla="*/ 193167 w 300418"/>
                <a:gd name="csY9" fmla="*/ 91707 h 115709"/>
                <a:gd name="csX10" fmla="*/ 198565 w 300418"/>
                <a:gd name="csY10" fmla="*/ 66510 h 115709"/>
                <a:gd name="csX11" fmla="*/ 216536 w 300418"/>
                <a:gd name="csY11" fmla="*/ 59157 h 115709"/>
                <a:gd name="csX12" fmla="*/ 210693 w 300418"/>
                <a:gd name="csY12" fmla="*/ 53423 h 115709"/>
                <a:gd name="csX13" fmla="*/ 214503 w 300418"/>
                <a:gd name="csY13" fmla="*/ 47473 h 115709"/>
                <a:gd name="csX14" fmla="*/ 226759 w 300418"/>
                <a:gd name="csY14" fmla="*/ 44990 h 115709"/>
                <a:gd name="csX15" fmla="*/ 229426 w 300418"/>
                <a:gd name="csY15" fmla="*/ 16224 h 115709"/>
                <a:gd name="csX16" fmla="*/ 240474 w 300418"/>
                <a:gd name="csY16" fmla="*/ 1842 h 115709"/>
                <a:gd name="csX17" fmla="*/ 287020 w 300418"/>
                <a:gd name="csY17" fmla="*/ 0 h 115709"/>
                <a:gd name="csX18" fmla="*/ 300419 w 300418"/>
                <a:gd name="csY18" fmla="*/ 9951 h 115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00418" h="115709">
                  <a:moveTo>
                    <a:pt x="0" y="69863"/>
                  </a:moveTo>
                  <a:lnTo>
                    <a:pt x="0" y="85973"/>
                  </a:lnTo>
                  <a:lnTo>
                    <a:pt x="32131" y="115710"/>
                  </a:lnTo>
                  <a:lnTo>
                    <a:pt x="61976" y="104680"/>
                  </a:lnTo>
                  <a:lnTo>
                    <a:pt x="96076" y="107169"/>
                  </a:lnTo>
                  <a:lnTo>
                    <a:pt x="104522" y="90189"/>
                  </a:lnTo>
                  <a:lnTo>
                    <a:pt x="131509" y="86513"/>
                  </a:lnTo>
                  <a:lnTo>
                    <a:pt x="155829" y="100031"/>
                  </a:lnTo>
                  <a:lnTo>
                    <a:pt x="166688" y="90405"/>
                  </a:lnTo>
                  <a:lnTo>
                    <a:pt x="193167" y="91707"/>
                  </a:lnTo>
                  <a:lnTo>
                    <a:pt x="198565" y="66510"/>
                  </a:lnTo>
                  <a:lnTo>
                    <a:pt x="216536" y="59157"/>
                  </a:lnTo>
                  <a:lnTo>
                    <a:pt x="210693" y="53423"/>
                  </a:lnTo>
                  <a:lnTo>
                    <a:pt x="214503" y="47473"/>
                  </a:lnTo>
                  <a:lnTo>
                    <a:pt x="226759" y="44990"/>
                  </a:lnTo>
                  <a:lnTo>
                    <a:pt x="229426" y="16224"/>
                  </a:lnTo>
                  <a:lnTo>
                    <a:pt x="240474" y="1842"/>
                  </a:lnTo>
                  <a:lnTo>
                    <a:pt x="287020" y="0"/>
                  </a:lnTo>
                  <a:lnTo>
                    <a:pt x="300419" y="99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B864FE47-D18C-B856-928A-0B6310795FAA}"/>
                </a:ext>
              </a:extLst>
            </p:cNvPr>
            <p:cNvSpPr/>
            <p:nvPr/>
          </p:nvSpPr>
          <p:spPr>
            <a:xfrm>
              <a:off x="6941883" y="4869808"/>
              <a:ext cx="204787" cy="50717"/>
            </a:xfrm>
            <a:custGeom>
              <a:avLst/>
              <a:gdLst>
                <a:gd name="csX0" fmla="*/ 204788 w 204787"/>
                <a:gd name="csY0" fmla="*/ 0 h 50717"/>
                <a:gd name="csX1" fmla="*/ 136906 w 204787"/>
                <a:gd name="csY1" fmla="*/ 37954 h 50717"/>
                <a:gd name="csX2" fmla="*/ 114491 w 204787"/>
                <a:gd name="csY2" fmla="*/ 31140 h 50717"/>
                <a:gd name="csX3" fmla="*/ 94361 w 204787"/>
                <a:gd name="csY3" fmla="*/ 49962 h 50717"/>
                <a:gd name="csX4" fmla="*/ 71755 w 204787"/>
                <a:gd name="csY4" fmla="*/ 41847 h 50717"/>
                <a:gd name="csX5" fmla="*/ 56833 w 204787"/>
                <a:gd name="csY5" fmla="*/ 50717 h 50717"/>
                <a:gd name="csX6" fmla="*/ 35243 w 204787"/>
                <a:gd name="csY6" fmla="*/ 36659 h 50717"/>
                <a:gd name="csX7" fmla="*/ 24130 w 204787"/>
                <a:gd name="csY7" fmla="*/ 44767 h 50717"/>
                <a:gd name="csX8" fmla="*/ 0 w 204787"/>
                <a:gd name="csY8" fmla="*/ 44444 h 50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04787" h="50717">
                  <a:moveTo>
                    <a:pt x="204788" y="0"/>
                  </a:moveTo>
                  <a:lnTo>
                    <a:pt x="136906" y="37954"/>
                  </a:lnTo>
                  <a:lnTo>
                    <a:pt x="114491" y="31140"/>
                  </a:lnTo>
                  <a:lnTo>
                    <a:pt x="94361" y="49962"/>
                  </a:lnTo>
                  <a:lnTo>
                    <a:pt x="71755" y="41847"/>
                  </a:lnTo>
                  <a:lnTo>
                    <a:pt x="56833" y="50717"/>
                  </a:lnTo>
                  <a:lnTo>
                    <a:pt x="35243" y="36659"/>
                  </a:lnTo>
                  <a:lnTo>
                    <a:pt x="24130" y="44767"/>
                  </a:lnTo>
                  <a:lnTo>
                    <a:pt x="0" y="44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507856AC-73D2-3B85-A9FC-A12F2CF7A703}"/>
                </a:ext>
              </a:extLst>
            </p:cNvPr>
            <p:cNvSpPr/>
            <p:nvPr/>
          </p:nvSpPr>
          <p:spPr>
            <a:xfrm>
              <a:off x="6764655" y="4974380"/>
              <a:ext cx="212152" cy="350037"/>
            </a:xfrm>
            <a:custGeom>
              <a:avLst/>
              <a:gdLst>
                <a:gd name="csX0" fmla="*/ 174498 w 212152"/>
                <a:gd name="csY0" fmla="*/ 0 h 350037"/>
                <a:gd name="csX1" fmla="*/ 212153 w 212152"/>
                <a:gd name="csY1" fmla="*/ 41630 h 350037"/>
                <a:gd name="csX2" fmla="*/ 212153 w 212152"/>
                <a:gd name="csY2" fmla="*/ 107918 h 350037"/>
                <a:gd name="csX3" fmla="*/ 191706 w 212152"/>
                <a:gd name="csY3" fmla="*/ 114948 h 350037"/>
                <a:gd name="csX4" fmla="*/ 191706 w 212152"/>
                <a:gd name="csY4" fmla="*/ 153232 h 350037"/>
                <a:gd name="csX5" fmla="*/ 171259 w 212152"/>
                <a:gd name="csY5" fmla="*/ 139929 h 350037"/>
                <a:gd name="csX6" fmla="*/ 173989 w 212152"/>
                <a:gd name="csY6" fmla="*/ 129546 h 350037"/>
                <a:gd name="csX7" fmla="*/ 150177 w 212152"/>
                <a:gd name="csY7" fmla="*/ 100565 h 350037"/>
                <a:gd name="csX8" fmla="*/ 163131 w 212152"/>
                <a:gd name="csY8" fmla="*/ 78829 h 350037"/>
                <a:gd name="csX9" fmla="*/ 157924 w 212152"/>
                <a:gd name="csY9" fmla="*/ 46711 h 350037"/>
                <a:gd name="csX10" fmla="*/ 128588 w 212152"/>
                <a:gd name="csY10" fmla="*/ 53416 h 350037"/>
                <a:gd name="csX11" fmla="*/ 116713 w 212152"/>
                <a:gd name="csY11" fmla="*/ 37522 h 350037"/>
                <a:gd name="csX12" fmla="*/ 0 w 212152"/>
                <a:gd name="csY12" fmla="*/ 68123 h 350037"/>
                <a:gd name="csX13" fmla="*/ 8382 w 212152"/>
                <a:gd name="csY13" fmla="*/ 105867 h 350037"/>
                <a:gd name="csX14" fmla="*/ 49085 w 212152"/>
                <a:gd name="csY14" fmla="*/ 109328 h 350037"/>
                <a:gd name="csX15" fmla="*/ 64452 w 212152"/>
                <a:gd name="csY15" fmla="*/ 123056 h 350037"/>
                <a:gd name="csX16" fmla="*/ 101536 w 212152"/>
                <a:gd name="csY16" fmla="*/ 132899 h 350037"/>
                <a:gd name="csX17" fmla="*/ 103505 w 212152"/>
                <a:gd name="csY17" fmla="*/ 206108 h 350037"/>
                <a:gd name="csX18" fmla="*/ 91186 w 212152"/>
                <a:gd name="csY18" fmla="*/ 216383 h 350037"/>
                <a:gd name="csX19" fmla="*/ 99060 w 212152"/>
                <a:gd name="csY19" fmla="*/ 226225 h 350037"/>
                <a:gd name="csX20" fmla="*/ 94614 w 212152"/>
                <a:gd name="csY20" fmla="*/ 241471 h 350037"/>
                <a:gd name="csX21" fmla="*/ 106552 w 212152"/>
                <a:gd name="csY21" fmla="*/ 252717 h 350037"/>
                <a:gd name="csX22" fmla="*/ 94614 w 212152"/>
                <a:gd name="csY22" fmla="*/ 278346 h 350037"/>
                <a:gd name="csX23" fmla="*/ 82740 w 212152"/>
                <a:gd name="csY23" fmla="*/ 282778 h 350037"/>
                <a:gd name="csX24" fmla="*/ 86169 w 212152"/>
                <a:gd name="csY24" fmla="*/ 309702 h 350037"/>
                <a:gd name="csX25" fmla="*/ 38100 w 212152"/>
                <a:gd name="csY25" fmla="*/ 350038 h 35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2152" h="350037">
                  <a:moveTo>
                    <a:pt x="174498" y="0"/>
                  </a:moveTo>
                  <a:lnTo>
                    <a:pt x="212153" y="41630"/>
                  </a:lnTo>
                  <a:lnTo>
                    <a:pt x="212153" y="107918"/>
                  </a:lnTo>
                  <a:lnTo>
                    <a:pt x="191706" y="114948"/>
                  </a:lnTo>
                  <a:lnTo>
                    <a:pt x="191706" y="153232"/>
                  </a:lnTo>
                  <a:lnTo>
                    <a:pt x="171259" y="139929"/>
                  </a:lnTo>
                  <a:lnTo>
                    <a:pt x="173989" y="129546"/>
                  </a:lnTo>
                  <a:lnTo>
                    <a:pt x="150177" y="100565"/>
                  </a:lnTo>
                  <a:lnTo>
                    <a:pt x="163131" y="78829"/>
                  </a:lnTo>
                  <a:lnTo>
                    <a:pt x="157924" y="46711"/>
                  </a:lnTo>
                  <a:lnTo>
                    <a:pt x="128588" y="53416"/>
                  </a:lnTo>
                  <a:lnTo>
                    <a:pt x="116713" y="37522"/>
                  </a:lnTo>
                  <a:lnTo>
                    <a:pt x="0" y="68123"/>
                  </a:lnTo>
                  <a:lnTo>
                    <a:pt x="8382" y="105867"/>
                  </a:lnTo>
                  <a:lnTo>
                    <a:pt x="49085" y="109328"/>
                  </a:lnTo>
                  <a:lnTo>
                    <a:pt x="64452" y="123056"/>
                  </a:lnTo>
                  <a:lnTo>
                    <a:pt x="101536" y="132899"/>
                  </a:lnTo>
                  <a:lnTo>
                    <a:pt x="103505" y="206108"/>
                  </a:lnTo>
                  <a:lnTo>
                    <a:pt x="91186" y="216383"/>
                  </a:lnTo>
                  <a:lnTo>
                    <a:pt x="99060" y="226225"/>
                  </a:lnTo>
                  <a:lnTo>
                    <a:pt x="94614" y="241471"/>
                  </a:lnTo>
                  <a:lnTo>
                    <a:pt x="106552" y="252717"/>
                  </a:lnTo>
                  <a:lnTo>
                    <a:pt x="94614" y="278346"/>
                  </a:lnTo>
                  <a:lnTo>
                    <a:pt x="82740" y="282778"/>
                  </a:lnTo>
                  <a:lnTo>
                    <a:pt x="86169" y="309702"/>
                  </a:lnTo>
                  <a:lnTo>
                    <a:pt x="38100" y="3500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47895CBE-EC45-96B3-2096-DCC81B5F47BC}"/>
                </a:ext>
              </a:extLst>
            </p:cNvPr>
            <p:cNvSpPr/>
            <p:nvPr/>
          </p:nvSpPr>
          <p:spPr>
            <a:xfrm>
              <a:off x="6381178" y="5150535"/>
              <a:ext cx="349313" cy="271208"/>
            </a:xfrm>
            <a:custGeom>
              <a:avLst/>
              <a:gdLst>
                <a:gd name="csX0" fmla="*/ 0 w 349313"/>
                <a:gd name="csY0" fmla="*/ 271209 h 271208"/>
                <a:gd name="csX1" fmla="*/ 0 w 349313"/>
                <a:gd name="csY1" fmla="*/ 162852 h 271208"/>
                <a:gd name="csX2" fmla="*/ 38672 w 349313"/>
                <a:gd name="csY2" fmla="*/ 162852 h 271208"/>
                <a:gd name="csX3" fmla="*/ 38672 w 349313"/>
                <a:gd name="csY3" fmla="*/ 36227 h 271208"/>
                <a:gd name="csX4" fmla="*/ 123444 w 349313"/>
                <a:gd name="csY4" fmla="*/ 19571 h 271208"/>
                <a:gd name="csX5" fmla="*/ 132842 w 349313"/>
                <a:gd name="csY5" fmla="*/ 36227 h 271208"/>
                <a:gd name="csX6" fmla="*/ 160528 w 349313"/>
                <a:gd name="csY6" fmla="*/ 15139 h 271208"/>
                <a:gd name="csX7" fmla="*/ 170942 w 349313"/>
                <a:gd name="csY7" fmla="*/ 20974 h 271208"/>
                <a:gd name="csX8" fmla="*/ 196278 w 349313"/>
                <a:gd name="csY8" fmla="*/ 0 h 271208"/>
                <a:gd name="csX9" fmla="*/ 223965 w 349313"/>
                <a:gd name="csY9" fmla="*/ 42710 h 271208"/>
                <a:gd name="csX10" fmla="*/ 229362 w 349313"/>
                <a:gd name="csY10" fmla="*/ 65748 h 271208"/>
                <a:gd name="csX11" fmla="*/ 270065 w 349313"/>
                <a:gd name="csY11" fmla="*/ 86938 h 271208"/>
                <a:gd name="csX12" fmla="*/ 273431 w 349313"/>
                <a:gd name="csY12" fmla="*/ 101105 h 271208"/>
                <a:gd name="csX13" fmla="*/ 288353 w 349313"/>
                <a:gd name="csY13" fmla="*/ 103594 h 271208"/>
                <a:gd name="csX14" fmla="*/ 288925 w 349313"/>
                <a:gd name="csY14" fmla="*/ 125762 h 271208"/>
                <a:gd name="csX15" fmla="*/ 302197 w 349313"/>
                <a:gd name="csY15" fmla="*/ 145333 h 271208"/>
                <a:gd name="csX16" fmla="*/ 336867 w 349313"/>
                <a:gd name="csY16" fmla="*/ 151823 h 271208"/>
                <a:gd name="csX17" fmla="*/ 349314 w 349313"/>
                <a:gd name="csY17" fmla="*/ 166529 h 271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9313" h="271208">
                  <a:moveTo>
                    <a:pt x="0" y="271209"/>
                  </a:moveTo>
                  <a:lnTo>
                    <a:pt x="0" y="162852"/>
                  </a:lnTo>
                  <a:lnTo>
                    <a:pt x="38672" y="162852"/>
                  </a:lnTo>
                  <a:lnTo>
                    <a:pt x="38672" y="36227"/>
                  </a:lnTo>
                  <a:lnTo>
                    <a:pt x="123444" y="19571"/>
                  </a:lnTo>
                  <a:lnTo>
                    <a:pt x="132842" y="36227"/>
                  </a:lnTo>
                  <a:lnTo>
                    <a:pt x="160528" y="15139"/>
                  </a:lnTo>
                  <a:lnTo>
                    <a:pt x="170942" y="20974"/>
                  </a:lnTo>
                  <a:lnTo>
                    <a:pt x="196278" y="0"/>
                  </a:lnTo>
                  <a:lnTo>
                    <a:pt x="223965" y="42710"/>
                  </a:lnTo>
                  <a:lnTo>
                    <a:pt x="229362" y="65748"/>
                  </a:lnTo>
                  <a:lnTo>
                    <a:pt x="270065" y="86938"/>
                  </a:lnTo>
                  <a:lnTo>
                    <a:pt x="273431" y="101105"/>
                  </a:lnTo>
                  <a:lnTo>
                    <a:pt x="288353" y="103594"/>
                  </a:lnTo>
                  <a:lnTo>
                    <a:pt x="288925" y="125762"/>
                  </a:lnTo>
                  <a:lnTo>
                    <a:pt x="302197" y="145333"/>
                  </a:lnTo>
                  <a:lnTo>
                    <a:pt x="336867" y="151823"/>
                  </a:lnTo>
                  <a:lnTo>
                    <a:pt x="349314" y="16652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33F70FF3-9794-6044-4854-24721C9D8772}"/>
                </a:ext>
              </a:extLst>
            </p:cNvPr>
            <p:cNvSpPr/>
            <p:nvPr/>
          </p:nvSpPr>
          <p:spPr>
            <a:xfrm>
              <a:off x="6073159" y="5066728"/>
              <a:ext cx="696702" cy="94837"/>
            </a:xfrm>
            <a:custGeom>
              <a:avLst/>
              <a:gdLst>
                <a:gd name="csX0" fmla="*/ 0 w 696702"/>
                <a:gd name="csY0" fmla="*/ 59582 h 94837"/>
                <a:gd name="csX1" fmla="*/ 49466 w 696702"/>
                <a:gd name="csY1" fmla="*/ 47581 h 94837"/>
                <a:gd name="csX2" fmla="*/ 82912 w 696702"/>
                <a:gd name="csY2" fmla="*/ 67583 h 94837"/>
                <a:gd name="csX3" fmla="*/ 247104 w 696702"/>
                <a:gd name="csY3" fmla="*/ 67583 h 94837"/>
                <a:gd name="csX4" fmla="*/ 269399 w 696702"/>
                <a:gd name="csY4" fmla="*/ 84455 h 94837"/>
                <a:gd name="csX5" fmla="*/ 358565 w 696702"/>
                <a:gd name="csY5" fmla="*/ 88132 h 94837"/>
                <a:gd name="csX6" fmla="*/ 464102 w 696702"/>
                <a:gd name="csY6" fmla="*/ 66828 h 94837"/>
                <a:gd name="csX7" fmla="*/ 488360 w 696702"/>
                <a:gd name="csY7" fmla="*/ 68993 h 94837"/>
                <a:gd name="csX8" fmla="*/ 504298 w 696702"/>
                <a:gd name="csY8" fmla="*/ 83807 h 94837"/>
                <a:gd name="csX9" fmla="*/ 530270 w 696702"/>
                <a:gd name="csY9" fmla="*/ 83807 h 94837"/>
                <a:gd name="csX10" fmla="*/ 562909 w 696702"/>
                <a:gd name="csY10" fmla="*/ 94837 h 94837"/>
                <a:gd name="csX11" fmla="*/ 607549 w 696702"/>
                <a:gd name="csY11" fmla="*/ 46933 h 94837"/>
                <a:gd name="csX12" fmla="*/ 635807 w 696702"/>
                <a:gd name="csY12" fmla="*/ 42501 h 94837"/>
                <a:gd name="csX13" fmla="*/ 643363 w 696702"/>
                <a:gd name="csY13" fmla="*/ 14815 h 94837"/>
                <a:gd name="csX14" fmla="*/ 667937 w 696702"/>
                <a:gd name="csY14" fmla="*/ 0 h 94837"/>
                <a:gd name="csX15" fmla="*/ 696703 w 696702"/>
                <a:gd name="csY15" fmla="*/ 432 h 9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96702" h="94837">
                  <a:moveTo>
                    <a:pt x="0" y="59582"/>
                  </a:moveTo>
                  <a:lnTo>
                    <a:pt x="49466" y="47581"/>
                  </a:lnTo>
                  <a:lnTo>
                    <a:pt x="82912" y="67583"/>
                  </a:lnTo>
                  <a:lnTo>
                    <a:pt x="247104" y="67583"/>
                  </a:lnTo>
                  <a:lnTo>
                    <a:pt x="269399" y="84455"/>
                  </a:lnTo>
                  <a:lnTo>
                    <a:pt x="358565" y="88132"/>
                  </a:lnTo>
                  <a:lnTo>
                    <a:pt x="464102" y="66828"/>
                  </a:lnTo>
                  <a:lnTo>
                    <a:pt x="488360" y="68993"/>
                  </a:lnTo>
                  <a:lnTo>
                    <a:pt x="504298" y="83807"/>
                  </a:lnTo>
                  <a:lnTo>
                    <a:pt x="530270" y="83807"/>
                  </a:lnTo>
                  <a:lnTo>
                    <a:pt x="562909" y="94837"/>
                  </a:lnTo>
                  <a:lnTo>
                    <a:pt x="607549" y="46933"/>
                  </a:lnTo>
                  <a:lnTo>
                    <a:pt x="635807" y="42501"/>
                  </a:lnTo>
                  <a:lnTo>
                    <a:pt x="643363" y="14815"/>
                  </a:lnTo>
                  <a:lnTo>
                    <a:pt x="667937" y="0"/>
                  </a:lnTo>
                  <a:lnTo>
                    <a:pt x="696703" y="4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0892A2C8-F2C5-A3AD-350A-86C864D90C3C}"/>
                </a:ext>
              </a:extLst>
            </p:cNvPr>
            <p:cNvSpPr/>
            <p:nvPr/>
          </p:nvSpPr>
          <p:spPr>
            <a:xfrm>
              <a:off x="6094272" y="4654181"/>
              <a:ext cx="30733" cy="43903"/>
            </a:xfrm>
            <a:custGeom>
              <a:avLst/>
              <a:gdLst>
                <a:gd name="csX0" fmla="*/ 30734 w 30733"/>
                <a:gd name="csY0" fmla="*/ 0 h 43903"/>
                <a:gd name="csX1" fmla="*/ 11360 w 30733"/>
                <a:gd name="csY1" fmla="*/ 21952 h 43903"/>
                <a:gd name="csX2" fmla="*/ 12338 w 30733"/>
                <a:gd name="csY2" fmla="*/ 34608 h 43903"/>
                <a:gd name="csX3" fmla="*/ 0 w 30733"/>
                <a:gd name="csY3" fmla="*/ 43904 h 43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733" h="43903">
                  <a:moveTo>
                    <a:pt x="30734" y="0"/>
                  </a:moveTo>
                  <a:lnTo>
                    <a:pt x="11360" y="21952"/>
                  </a:lnTo>
                  <a:lnTo>
                    <a:pt x="12338" y="34608"/>
                  </a:lnTo>
                  <a:lnTo>
                    <a:pt x="0" y="4390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A6391D10-F916-DDCE-A1E4-9248CA1AF0C1}"/>
                </a:ext>
              </a:extLst>
            </p:cNvPr>
            <p:cNvSpPr/>
            <p:nvPr/>
          </p:nvSpPr>
          <p:spPr>
            <a:xfrm>
              <a:off x="6456743" y="4884623"/>
              <a:ext cx="78359" cy="255962"/>
            </a:xfrm>
            <a:custGeom>
              <a:avLst/>
              <a:gdLst>
                <a:gd name="csX0" fmla="*/ 73088 w 78359"/>
                <a:gd name="csY0" fmla="*/ 0 h 255962"/>
                <a:gd name="csX1" fmla="*/ 73088 w 78359"/>
                <a:gd name="csY1" fmla="*/ 49200 h 255962"/>
                <a:gd name="csX2" fmla="*/ 78359 w 78359"/>
                <a:gd name="csY2" fmla="*/ 57099 h 255962"/>
                <a:gd name="csX3" fmla="*/ 71120 w 78359"/>
                <a:gd name="csY3" fmla="*/ 71368 h 255962"/>
                <a:gd name="csX4" fmla="*/ 75692 w 78359"/>
                <a:gd name="csY4" fmla="*/ 82728 h 255962"/>
                <a:gd name="csX5" fmla="*/ 0 w 78359"/>
                <a:gd name="csY5" fmla="*/ 82728 h 255962"/>
                <a:gd name="csX6" fmla="*/ 889 w 78359"/>
                <a:gd name="csY6" fmla="*/ 200273 h 255962"/>
                <a:gd name="csX7" fmla="*/ 6858 w 78359"/>
                <a:gd name="csY7" fmla="*/ 206756 h 255962"/>
                <a:gd name="csX8" fmla="*/ 6858 w 78359"/>
                <a:gd name="csY8" fmla="*/ 217678 h 255962"/>
                <a:gd name="csX9" fmla="*/ 45466 w 78359"/>
                <a:gd name="csY9" fmla="*/ 255962 h 25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8359" h="255962">
                  <a:moveTo>
                    <a:pt x="73088" y="0"/>
                  </a:moveTo>
                  <a:lnTo>
                    <a:pt x="73088" y="49200"/>
                  </a:lnTo>
                  <a:lnTo>
                    <a:pt x="78359" y="57099"/>
                  </a:lnTo>
                  <a:lnTo>
                    <a:pt x="71120" y="71368"/>
                  </a:lnTo>
                  <a:lnTo>
                    <a:pt x="75692" y="82728"/>
                  </a:lnTo>
                  <a:lnTo>
                    <a:pt x="0" y="82728"/>
                  </a:lnTo>
                  <a:lnTo>
                    <a:pt x="889" y="200273"/>
                  </a:lnTo>
                  <a:lnTo>
                    <a:pt x="6858" y="206756"/>
                  </a:lnTo>
                  <a:lnTo>
                    <a:pt x="6858" y="217678"/>
                  </a:lnTo>
                  <a:lnTo>
                    <a:pt x="45466" y="2559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A4789AE-96F0-A0FB-043A-BDD06BB4D493}"/>
                </a:ext>
              </a:extLst>
            </p:cNvPr>
            <p:cNvSpPr/>
            <p:nvPr/>
          </p:nvSpPr>
          <p:spPr>
            <a:xfrm>
              <a:off x="6912419" y="3285807"/>
              <a:ext cx="21336" cy="84239"/>
            </a:xfrm>
            <a:custGeom>
              <a:avLst/>
              <a:gdLst>
                <a:gd name="csX0" fmla="*/ 0 w 21336"/>
                <a:gd name="csY0" fmla="*/ 0 h 84239"/>
                <a:gd name="csX1" fmla="*/ 21337 w 21336"/>
                <a:gd name="csY1" fmla="*/ 84239 h 8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36" h="84239">
                  <a:moveTo>
                    <a:pt x="0" y="0"/>
                  </a:moveTo>
                  <a:lnTo>
                    <a:pt x="21337" y="842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F2B5004-1200-889C-2585-D553D1B29D0E}"/>
                </a:ext>
              </a:extLst>
            </p:cNvPr>
            <p:cNvSpPr/>
            <p:nvPr/>
          </p:nvSpPr>
          <p:spPr>
            <a:xfrm>
              <a:off x="6080956" y="4298734"/>
              <a:ext cx="721290" cy="365829"/>
            </a:xfrm>
            <a:custGeom>
              <a:avLst/>
              <a:gdLst>
                <a:gd name="csX0" fmla="*/ 0 w 721290"/>
                <a:gd name="csY0" fmla="*/ 365830 h 365829"/>
                <a:gd name="csX1" fmla="*/ 31172 w 721290"/>
                <a:gd name="csY1" fmla="*/ 342690 h 365829"/>
                <a:gd name="csX2" fmla="*/ 52496 w 721290"/>
                <a:gd name="csY2" fmla="*/ 363772 h 365829"/>
                <a:gd name="csX3" fmla="*/ 65265 w 721290"/>
                <a:gd name="csY3" fmla="*/ 356743 h 365829"/>
                <a:gd name="csX4" fmla="*/ 65265 w 721290"/>
                <a:gd name="csY4" fmla="*/ 346043 h 365829"/>
                <a:gd name="csX5" fmla="*/ 91675 w 721290"/>
                <a:gd name="csY5" fmla="*/ 340093 h 365829"/>
                <a:gd name="csX6" fmla="*/ 92107 w 721290"/>
                <a:gd name="csY6" fmla="*/ 361721 h 365829"/>
                <a:gd name="csX7" fmla="*/ 105963 w 721290"/>
                <a:gd name="csY7" fmla="*/ 364211 h 365829"/>
                <a:gd name="csX8" fmla="*/ 132696 w 721290"/>
                <a:gd name="csY8" fmla="*/ 332200 h 365829"/>
                <a:gd name="csX9" fmla="*/ 147523 w 721290"/>
                <a:gd name="csY9" fmla="*/ 331229 h 365829"/>
                <a:gd name="csX10" fmla="*/ 159429 w 721290"/>
                <a:gd name="csY10" fmla="*/ 307651 h 365829"/>
                <a:gd name="csX11" fmla="*/ 157048 w 721290"/>
                <a:gd name="csY11" fmla="*/ 265259 h 365829"/>
                <a:gd name="csX12" fmla="*/ 171660 w 721290"/>
                <a:gd name="csY12" fmla="*/ 251314 h 365829"/>
                <a:gd name="csX13" fmla="*/ 184106 w 721290"/>
                <a:gd name="csY13" fmla="*/ 225577 h 365829"/>
                <a:gd name="csX14" fmla="*/ 203810 w 721290"/>
                <a:gd name="csY14" fmla="*/ 217684 h 365829"/>
                <a:gd name="csX15" fmla="*/ 215824 w 721290"/>
                <a:gd name="csY15" fmla="*/ 200489 h 365829"/>
                <a:gd name="csX16" fmla="*/ 214306 w 721290"/>
                <a:gd name="csY16" fmla="*/ 185782 h 365829"/>
                <a:gd name="csX17" fmla="*/ 223723 w 721290"/>
                <a:gd name="csY17" fmla="*/ 170097 h 365829"/>
                <a:gd name="csX18" fmla="*/ 219285 w 721290"/>
                <a:gd name="csY18" fmla="*/ 143065 h 365829"/>
                <a:gd name="csX19" fmla="*/ 228162 w 721290"/>
                <a:gd name="csY19" fmla="*/ 123387 h 365829"/>
                <a:gd name="csX20" fmla="*/ 229134 w 721290"/>
                <a:gd name="csY20" fmla="*/ 101435 h 365829"/>
                <a:gd name="csX21" fmla="*/ 249485 w 721290"/>
                <a:gd name="csY21" fmla="*/ 79915 h 365829"/>
                <a:gd name="csX22" fmla="*/ 246018 w 721290"/>
                <a:gd name="csY22" fmla="*/ 37630 h 365829"/>
                <a:gd name="csX23" fmla="*/ 255435 w 721290"/>
                <a:gd name="csY23" fmla="*/ 34169 h 365829"/>
                <a:gd name="csX24" fmla="*/ 267341 w 721290"/>
                <a:gd name="csY24" fmla="*/ 14491 h 365829"/>
                <a:gd name="csX25" fmla="*/ 280791 w 721290"/>
                <a:gd name="csY25" fmla="*/ 6166 h 365829"/>
                <a:gd name="csX26" fmla="*/ 295142 w 721290"/>
                <a:gd name="csY26" fmla="*/ 7677 h 365829"/>
                <a:gd name="csX27" fmla="*/ 315970 w 721290"/>
                <a:gd name="csY27" fmla="*/ 21412 h 365829"/>
                <a:gd name="csX28" fmla="*/ 320923 w 721290"/>
                <a:gd name="csY28" fmla="*/ 34715 h 365829"/>
                <a:gd name="csX29" fmla="*/ 390709 w 721290"/>
                <a:gd name="csY29" fmla="*/ 44983 h 365829"/>
                <a:gd name="csX30" fmla="*/ 407854 w 721290"/>
                <a:gd name="csY30" fmla="*/ 19895 h 365829"/>
                <a:gd name="csX31" fmla="*/ 427222 w 721290"/>
                <a:gd name="csY31" fmla="*/ 27248 h 365829"/>
                <a:gd name="csX32" fmla="*/ 465068 w 721290"/>
                <a:gd name="csY32" fmla="*/ 8865 h 365829"/>
                <a:gd name="csX33" fmla="*/ 479292 w 721290"/>
                <a:gd name="csY33" fmla="*/ 16218 h 365829"/>
                <a:gd name="csX34" fmla="*/ 500818 w 721290"/>
                <a:gd name="csY34" fmla="*/ 11786 h 365829"/>
                <a:gd name="csX35" fmla="*/ 500818 w 721290"/>
                <a:gd name="csY35" fmla="*/ 0 h 365829"/>
                <a:gd name="csX36" fmla="*/ 534283 w 721290"/>
                <a:gd name="csY36" fmla="*/ 1403 h 365829"/>
                <a:gd name="csX37" fmla="*/ 553333 w 721290"/>
                <a:gd name="csY37" fmla="*/ 11462 h 365829"/>
                <a:gd name="csX38" fmla="*/ 560254 w 721290"/>
                <a:gd name="csY38" fmla="*/ 4324 h 365829"/>
                <a:gd name="csX39" fmla="*/ 577336 w 721290"/>
                <a:gd name="csY39" fmla="*/ 6598 h 365829"/>
                <a:gd name="csX40" fmla="*/ 614864 w 721290"/>
                <a:gd name="csY40" fmla="*/ 38608 h 365829"/>
                <a:gd name="csX41" fmla="*/ 628073 w 721290"/>
                <a:gd name="csY41" fmla="*/ 28010 h 365829"/>
                <a:gd name="csX42" fmla="*/ 645281 w 721290"/>
                <a:gd name="csY42" fmla="*/ 36119 h 365829"/>
                <a:gd name="csX43" fmla="*/ 656012 w 721290"/>
                <a:gd name="csY43" fmla="*/ 24009 h 365829"/>
                <a:gd name="csX44" fmla="*/ 667188 w 721290"/>
                <a:gd name="csY44" fmla="*/ 27578 h 365829"/>
                <a:gd name="csX45" fmla="*/ 678873 w 721290"/>
                <a:gd name="csY45" fmla="*/ 48768 h 365829"/>
                <a:gd name="csX46" fmla="*/ 709352 w 721290"/>
                <a:gd name="csY46" fmla="*/ 67367 h 365829"/>
                <a:gd name="csX47" fmla="*/ 703764 w 721290"/>
                <a:gd name="csY47" fmla="*/ 93104 h 365829"/>
                <a:gd name="csX48" fmla="*/ 721290 w 721290"/>
                <a:gd name="csY48" fmla="*/ 102946 h 365829"/>
                <a:gd name="csX49" fmla="*/ 693604 w 721290"/>
                <a:gd name="csY49" fmla="*/ 138094 h 365829"/>
                <a:gd name="csX50" fmla="*/ 674110 w 721290"/>
                <a:gd name="csY50" fmla="*/ 151175 h 365829"/>
                <a:gd name="csX51" fmla="*/ 657663 w 721290"/>
                <a:gd name="csY51" fmla="*/ 202431 h 36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1290" h="365829">
                  <a:moveTo>
                    <a:pt x="0" y="365830"/>
                  </a:moveTo>
                  <a:lnTo>
                    <a:pt x="31172" y="342690"/>
                  </a:lnTo>
                  <a:lnTo>
                    <a:pt x="52496" y="363772"/>
                  </a:lnTo>
                  <a:cubicBezTo>
                    <a:pt x="52496" y="363772"/>
                    <a:pt x="65050" y="357289"/>
                    <a:pt x="65265" y="356743"/>
                  </a:cubicBezTo>
                  <a:cubicBezTo>
                    <a:pt x="65481" y="356203"/>
                    <a:pt x="65265" y="346043"/>
                    <a:pt x="65265" y="346043"/>
                  </a:cubicBezTo>
                  <a:lnTo>
                    <a:pt x="91675" y="340093"/>
                  </a:lnTo>
                  <a:lnTo>
                    <a:pt x="92107" y="361721"/>
                  </a:lnTo>
                  <a:lnTo>
                    <a:pt x="105963" y="364211"/>
                  </a:lnTo>
                  <a:lnTo>
                    <a:pt x="132696" y="332200"/>
                  </a:lnTo>
                  <a:lnTo>
                    <a:pt x="147523" y="331229"/>
                  </a:lnTo>
                  <a:lnTo>
                    <a:pt x="159429" y="307651"/>
                  </a:lnTo>
                  <a:lnTo>
                    <a:pt x="157048" y="265259"/>
                  </a:lnTo>
                  <a:lnTo>
                    <a:pt x="171660" y="251314"/>
                  </a:lnTo>
                  <a:lnTo>
                    <a:pt x="184106" y="225577"/>
                  </a:lnTo>
                  <a:lnTo>
                    <a:pt x="203810" y="217684"/>
                  </a:lnTo>
                  <a:lnTo>
                    <a:pt x="215824" y="200489"/>
                  </a:lnTo>
                  <a:lnTo>
                    <a:pt x="214306" y="185782"/>
                  </a:lnTo>
                  <a:lnTo>
                    <a:pt x="223723" y="170097"/>
                  </a:lnTo>
                  <a:lnTo>
                    <a:pt x="219285" y="143065"/>
                  </a:lnTo>
                  <a:lnTo>
                    <a:pt x="228162" y="123387"/>
                  </a:lnTo>
                  <a:lnTo>
                    <a:pt x="229134" y="101435"/>
                  </a:lnTo>
                  <a:lnTo>
                    <a:pt x="249485" y="79915"/>
                  </a:lnTo>
                  <a:lnTo>
                    <a:pt x="246018" y="37630"/>
                  </a:lnTo>
                  <a:lnTo>
                    <a:pt x="255435" y="34169"/>
                  </a:lnTo>
                  <a:lnTo>
                    <a:pt x="267341" y="14491"/>
                  </a:lnTo>
                  <a:lnTo>
                    <a:pt x="280791" y="6166"/>
                  </a:lnTo>
                  <a:lnTo>
                    <a:pt x="295142" y="7677"/>
                  </a:lnTo>
                  <a:lnTo>
                    <a:pt x="315970" y="21412"/>
                  </a:lnTo>
                  <a:lnTo>
                    <a:pt x="320923" y="34715"/>
                  </a:lnTo>
                  <a:lnTo>
                    <a:pt x="390709" y="44983"/>
                  </a:lnTo>
                  <a:lnTo>
                    <a:pt x="407854" y="19895"/>
                  </a:lnTo>
                  <a:lnTo>
                    <a:pt x="427222" y="27248"/>
                  </a:lnTo>
                  <a:lnTo>
                    <a:pt x="465068" y="8865"/>
                  </a:lnTo>
                  <a:lnTo>
                    <a:pt x="479292" y="16218"/>
                  </a:lnTo>
                  <a:lnTo>
                    <a:pt x="500818" y="11786"/>
                  </a:lnTo>
                  <a:lnTo>
                    <a:pt x="500818" y="0"/>
                  </a:lnTo>
                  <a:lnTo>
                    <a:pt x="534283" y="1403"/>
                  </a:lnTo>
                  <a:lnTo>
                    <a:pt x="553333" y="11462"/>
                  </a:lnTo>
                  <a:lnTo>
                    <a:pt x="560254" y="4324"/>
                  </a:lnTo>
                  <a:lnTo>
                    <a:pt x="577336" y="6598"/>
                  </a:lnTo>
                  <a:lnTo>
                    <a:pt x="614864" y="38608"/>
                  </a:lnTo>
                  <a:lnTo>
                    <a:pt x="628073" y="28010"/>
                  </a:lnTo>
                  <a:lnTo>
                    <a:pt x="645281" y="36119"/>
                  </a:lnTo>
                  <a:lnTo>
                    <a:pt x="656012" y="24009"/>
                  </a:lnTo>
                  <a:lnTo>
                    <a:pt x="667188" y="27578"/>
                  </a:lnTo>
                  <a:lnTo>
                    <a:pt x="678873" y="48768"/>
                  </a:lnTo>
                  <a:lnTo>
                    <a:pt x="709352" y="67367"/>
                  </a:lnTo>
                  <a:lnTo>
                    <a:pt x="703764" y="93104"/>
                  </a:lnTo>
                  <a:lnTo>
                    <a:pt x="721290" y="102946"/>
                  </a:lnTo>
                  <a:lnTo>
                    <a:pt x="693604" y="138094"/>
                  </a:lnTo>
                  <a:lnTo>
                    <a:pt x="674110" y="151175"/>
                  </a:lnTo>
                  <a:lnTo>
                    <a:pt x="657663" y="2024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CE3E3F82-3777-DEE6-A0A3-75D60E80C071}"/>
                </a:ext>
              </a:extLst>
            </p:cNvPr>
            <p:cNvSpPr/>
            <p:nvPr/>
          </p:nvSpPr>
          <p:spPr>
            <a:xfrm>
              <a:off x="6713346" y="4501489"/>
              <a:ext cx="28575" cy="103924"/>
            </a:xfrm>
            <a:custGeom>
              <a:avLst/>
              <a:gdLst>
                <a:gd name="csX0" fmla="*/ 25336 w 28575"/>
                <a:gd name="csY0" fmla="*/ 0 h 103924"/>
                <a:gd name="csX1" fmla="*/ 28575 w 28575"/>
                <a:gd name="csY1" fmla="*/ 29851 h 103924"/>
                <a:gd name="csX2" fmla="*/ 16129 w 28575"/>
                <a:gd name="csY2" fmla="*/ 40119 h 103924"/>
                <a:gd name="csX3" fmla="*/ 0 w 28575"/>
                <a:gd name="csY3" fmla="*/ 67158 h 103924"/>
                <a:gd name="csX4" fmla="*/ 10985 w 28575"/>
                <a:gd name="csY4" fmla="*/ 103924 h 103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575" h="103924">
                  <a:moveTo>
                    <a:pt x="25336" y="0"/>
                  </a:moveTo>
                  <a:lnTo>
                    <a:pt x="28575" y="29851"/>
                  </a:lnTo>
                  <a:lnTo>
                    <a:pt x="16129" y="40119"/>
                  </a:lnTo>
                  <a:lnTo>
                    <a:pt x="0" y="67158"/>
                  </a:lnTo>
                  <a:lnTo>
                    <a:pt x="10985" y="1039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C7E999F7-A989-DDE8-9F97-665B7737F2B0}"/>
                </a:ext>
              </a:extLst>
            </p:cNvPr>
            <p:cNvSpPr/>
            <p:nvPr/>
          </p:nvSpPr>
          <p:spPr>
            <a:xfrm>
              <a:off x="6744207" y="4518793"/>
              <a:ext cx="82740" cy="123063"/>
            </a:xfrm>
            <a:custGeom>
              <a:avLst/>
              <a:gdLst>
                <a:gd name="csX0" fmla="*/ 0 w 82740"/>
                <a:gd name="csY0" fmla="*/ 123063 h 123063"/>
                <a:gd name="csX1" fmla="*/ 16383 w 82740"/>
                <a:gd name="csY1" fmla="*/ 120142 h 123063"/>
                <a:gd name="csX2" fmla="*/ 44641 w 82740"/>
                <a:gd name="csY2" fmla="*/ 84024 h 123063"/>
                <a:gd name="csX3" fmla="*/ 44958 w 82740"/>
                <a:gd name="csY3" fmla="*/ 73749 h 123063"/>
                <a:gd name="csX4" fmla="*/ 29337 w 82740"/>
                <a:gd name="csY4" fmla="*/ 69317 h 123063"/>
                <a:gd name="csX5" fmla="*/ 33465 w 82740"/>
                <a:gd name="csY5" fmla="*/ 52019 h 123063"/>
                <a:gd name="csX6" fmla="*/ 46101 w 82740"/>
                <a:gd name="csY6" fmla="*/ 49099 h 123063"/>
                <a:gd name="csX7" fmla="*/ 42799 w 82740"/>
                <a:gd name="csY7" fmla="*/ 17412 h 123063"/>
                <a:gd name="csX8" fmla="*/ 27051 w 82740"/>
                <a:gd name="csY8" fmla="*/ 0 h 123063"/>
                <a:gd name="csX9" fmla="*/ 82741 w 82740"/>
                <a:gd name="csY9" fmla="*/ 324 h 123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2740" h="123063">
                  <a:moveTo>
                    <a:pt x="0" y="123063"/>
                  </a:moveTo>
                  <a:lnTo>
                    <a:pt x="16383" y="120142"/>
                  </a:lnTo>
                  <a:lnTo>
                    <a:pt x="44641" y="84024"/>
                  </a:lnTo>
                  <a:lnTo>
                    <a:pt x="44958" y="73749"/>
                  </a:lnTo>
                  <a:lnTo>
                    <a:pt x="29337" y="69317"/>
                  </a:lnTo>
                  <a:lnTo>
                    <a:pt x="33465" y="52019"/>
                  </a:lnTo>
                  <a:lnTo>
                    <a:pt x="46101" y="49099"/>
                  </a:lnTo>
                  <a:lnTo>
                    <a:pt x="42799" y="17412"/>
                  </a:lnTo>
                  <a:lnTo>
                    <a:pt x="27051" y="0"/>
                  </a:lnTo>
                  <a:lnTo>
                    <a:pt x="82741" y="3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CC3E4903-FB70-2E17-7AE9-7AF4133348FB}"/>
                </a:ext>
              </a:extLst>
            </p:cNvPr>
            <p:cNvSpPr/>
            <p:nvPr/>
          </p:nvSpPr>
          <p:spPr>
            <a:xfrm>
              <a:off x="6741921" y="4518793"/>
              <a:ext cx="29336" cy="15468"/>
            </a:xfrm>
            <a:custGeom>
              <a:avLst/>
              <a:gdLst>
                <a:gd name="csX0" fmla="*/ 0 w 29336"/>
                <a:gd name="csY0" fmla="*/ 12548 h 15468"/>
                <a:gd name="csX1" fmla="*/ 14542 w 29336"/>
                <a:gd name="csY1" fmla="*/ 15469 h 15468"/>
                <a:gd name="csX2" fmla="*/ 29337 w 29336"/>
                <a:gd name="csY2" fmla="*/ 0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336" h="15468">
                  <a:moveTo>
                    <a:pt x="0" y="12548"/>
                  </a:moveTo>
                  <a:lnTo>
                    <a:pt x="14542" y="15469"/>
                  </a:lnTo>
                  <a:lnTo>
                    <a:pt x="29337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F89587B4-0BB2-8E40-E3D5-931E07FBC893}"/>
                </a:ext>
              </a:extLst>
            </p:cNvPr>
            <p:cNvSpPr/>
            <p:nvPr/>
          </p:nvSpPr>
          <p:spPr>
            <a:xfrm>
              <a:off x="6717283" y="4565726"/>
              <a:ext cx="60388" cy="18922"/>
            </a:xfrm>
            <a:custGeom>
              <a:avLst/>
              <a:gdLst>
                <a:gd name="csX0" fmla="*/ 0 w 60388"/>
                <a:gd name="csY0" fmla="*/ 15138 h 18922"/>
                <a:gd name="csX1" fmla="*/ 12573 w 60388"/>
                <a:gd name="csY1" fmla="*/ 10490 h 18922"/>
                <a:gd name="csX2" fmla="*/ 21527 w 60388"/>
                <a:gd name="csY2" fmla="*/ 18923 h 18922"/>
                <a:gd name="csX3" fmla="*/ 34544 w 60388"/>
                <a:gd name="csY3" fmla="*/ 17519 h 18922"/>
                <a:gd name="csX4" fmla="*/ 37529 w 60388"/>
                <a:gd name="csY4" fmla="*/ 1835 h 18922"/>
                <a:gd name="csX5" fmla="*/ 52260 w 60388"/>
                <a:gd name="csY5" fmla="*/ 0 h 18922"/>
                <a:gd name="csX6" fmla="*/ 60389 w 60388"/>
                <a:gd name="csY6" fmla="*/ 5080 h 18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388" h="18922">
                  <a:moveTo>
                    <a:pt x="0" y="15138"/>
                  </a:moveTo>
                  <a:lnTo>
                    <a:pt x="12573" y="10490"/>
                  </a:lnTo>
                  <a:lnTo>
                    <a:pt x="21527" y="18923"/>
                  </a:lnTo>
                  <a:lnTo>
                    <a:pt x="34544" y="17519"/>
                  </a:lnTo>
                  <a:lnTo>
                    <a:pt x="37529" y="1835"/>
                  </a:lnTo>
                  <a:lnTo>
                    <a:pt x="52260" y="0"/>
                  </a:lnTo>
                  <a:lnTo>
                    <a:pt x="60389" y="508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276503A5-5815-CD18-5F11-A4AFBC88D6E3}"/>
                </a:ext>
              </a:extLst>
            </p:cNvPr>
            <p:cNvSpPr/>
            <p:nvPr/>
          </p:nvSpPr>
          <p:spPr>
            <a:xfrm>
              <a:off x="6801040" y="4802657"/>
              <a:ext cx="103060" cy="38170"/>
            </a:xfrm>
            <a:custGeom>
              <a:avLst/>
              <a:gdLst>
                <a:gd name="csX0" fmla="*/ 0 w 103060"/>
                <a:gd name="csY0" fmla="*/ 0 h 38170"/>
                <a:gd name="csX1" fmla="*/ 14859 w 103060"/>
                <a:gd name="csY1" fmla="*/ 648 h 38170"/>
                <a:gd name="csX2" fmla="*/ 23813 w 103060"/>
                <a:gd name="csY2" fmla="*/ 13621 h 38170"/>
                <a:gd name="csX3" fmla="*/ 103060 w 103060"/>
                <a:gd name="csY3" fmla="*/ 38170 h 3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060" h="38170">
                  <a:moveTo>
                    <a:pt x="0" y="0"/>
                  </a:moveTo>
                  <a:lnTo>
                    <a:pt x="14859" y="648"/>
                  </a:lnTo>
                  <a:lnTo>
                    <a:pt x="23813" y="13621"/>
                  </a:lnTo>
                  <a:lnTo>
                    <a:pt x="103060" y="381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53973C54-B415-9D5B-0FAA-B031DEA0C3DE}"/>
                </a:ext>
              </a:extLst>
            </p:cNvPr>
            <p:cNvSpPr/>
            <p:nvPr/>
          </p:nvSpPr>
          <p:spPr>
            <a:xfrm>
              <a:off x="6857555" y="4829149"/>
              <a:ext cx="37845" cy="182753"/>
            </a:xfrm>
            <a:custGeom>
              <a:avLst/>
              <a:gdLst>
                <a:gd name="csX0" fmla="*/ 9080 w 37845"/>
                <a:gd name="csY0" fmla="*/ 0 h 182753"/>
                <a:gd name="csX1" fmla="*/ 12192 w 37845"/>
                <a:gd name="csY1" fmla="*/ 14599 h 182753"/>
                <a:gd name="csX2" fmla="*/ 25781 w 37845"/>
                <a:gd name="csY2" fmla="*/ 21844 h 182753"/>
                <a:gd name="csX3" fmla="*/ 37846 w 37845"/>
                <a:gd name="csY3" fmla="*/ 47365 h 182753"/>
                <a:gd name="csX4" fmla="*/ 21082 w 37845"/>
                <a:gd name="csY4" fmla="*/ 58287 h 182753"/>
                <a:gd name="csX5" fmla="*/ 20574 w 37845"/>
                <a:gd name="csY5" fmla="*/ 102838 h 182753"/>
                <a:gd name="csX6" fmla="*/ 33464 w 37845"/>
                <a:gd name="csY6" fmla="*/ 111271 h 182753"/>
                <a:gd name="csX7" fmla="*/ 9080 w 37845"/>
                <a:gd name="csY7" fmla="*/ 130632 h 182753"/>
                <a:gd name="csX8" fmla="*/ 9651 w 37845"/>
                <a:gd name="csY8" fmla="*/ 150311 h 182753"/>
                <a:gd name="csX9" fmla="*/ 0 w 37845"/>
                <a:gd name="csY9" fmla="*/ 158420 h 182753"/>
                <a:gd name="csX10" fmla="*/ 7112 w 37845"/>
                <a:gd name="csY10" fmla="*/ 171183 h 182753"/>
                <a:gd name="csX11" fmla="*/ 14477 w 37845"/>
                <a:gd name="csY11" fmla="*/ 169666 h 182753"/>
                <a:gd name="csX12" fmla="*/ 23813 w 37845"/>
                <a:gd name="csY12" fmla="*/ 182753 h 18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7845" h="182753">
                  <a:moveTo>
                    <a:pt x="9080" y="0"/>
                  </a:moveTo>
                  <a:lnTo>
                    <a:pt x="12192" y="14599"/>
                  </a:lnTo>
                  <a:lnTo>
                    <a:pt x="25781" y="21844"/>
                  </a:lnTo>
                  <a:lnTo>
                    <a:pt x="37846" y="47365"/>
                  </a:lnTo>
                  <a:lnTo>
                    <a:pt x="21082" y="58287"/>
                  </a:lnTo>
                  <a:lnTo>
                    <a:pt x="20574" y="102838"/>
                  </a:lnTo>
                  <a:lnTo>
                    <a:pt x="33464" y="111271"/>
                  </a:lnTo>
                  <a:lnTo>
                    <a:pt x="9080" y="130632"/>
                  </a:lnTo>
                  <a:lnTo>
                    <a:pt x="9651" y="150311"/>
                  </a:lnTo>
                  <a:lnTo>
                    <a:pt x="0" y="158420"/>
                  </a:lnTo>
                  <a:lnTo>
                    <a:pt x="7112" y="171183"/>
                  </a:lnTo>
                  <a:lnTo>
                    <a:pt x="14477" y="169666"/>
                  </a:lnTo>
                  <a:lnTo>
                    <a:pt x="23813" y="1827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A7E0AEE8-E566-D3BE-14F0-FC231B737FF5}"/>
                </a:ext>
              </a:extLst>
            </p:cNvPr>
            <p:cNvSpPr/>
            <p:nvPr/>
          </p:nvSpPr>
          <p:spPr>
            <a:xfrm>
              <a:off x="6907466" y="4517821"/>
              <a:ext cx="193928" cy="136791"/>
            </a:xfrm>
            <a:custGeom>
              <a:avLst/>
              <a:gdLst>
                <a:gd name="csX0" fmla="*/ 0 w 193928"/>
                <a:gd name="csY0" fmla="*/ 0 h 136791"/>
                <a:gd name="csX1" fmla="*/ 136461 w 193928"/>
                <a:gd name="csY1" fmla="*/ 76130 h 136791"/>
                <a:gd name="csX2" fmla="*/ 137858 w 193928"/>
                <a:gd name="csY2" fmla="*/ 85534 h 136791"/>
                <a:gd name="csX3" fmla="*/ 132461 w 193928"/>
                <a:gd name="csY3" fmla="*/ 92564 h 136791"/>
                <a:gd name="csX4" fmla="*/ 193928 w 193928"/>
                <a:gd name="csY4" fmla="*/ 136792 h 136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3928" h="136791">
                  <a:moveTo>
                    <a:pt x="0" y="0"/>
                  </a:moveTo>
                  <a:lnTo>
                    <a:pt x="136461" y="76130"/>
                  </a:lnTo>
                  <a:lnTo>
                    <a:pt x="137858" y="85534"/>
                  </a:lnTo>
                  <a:lnTo>
                    <a:pt x="132461" y="92564"/>
                  </a:lnTo>
                  <a:lnTo>
                    <a:pt x="193928" y="13679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0FA4277-E0B0-B59E-B4D8-2F576CA574B4}"/>
                </a:ext>
              </a:extLst>
            </p:cNvPr>
            <p:cNvSpPr/>
            <p:nvPr/>
          </p:nvSpPr>
          <p:spPr>
            <a:xfrm>
              <a:off x="6050546" y="4358646"/>
              <a:ext cx="278707" cy="265582"/>
            </a:xfrm>
            <a:custGeom>
              <a:avLst/>
              <a:gdLst>
                <a:gd name="csX0" fmla="*/ 278708 w 278707"/>
                <a:gd name="csY0" fmla="*/ 2699 h 265582"/>
                <a:gd name="csX1" fmla="*/ 255112 w 278707"/>
                <a:gd name="csY1" fmla="*/ 7353 h 265582"/>
                <a:gd name="csX2" fmla="*/ 235845 w 278707"/>
                <a:gd name="csY2" fmla="*/ 0 h 265582"/>
                <a:gd name="csX3" fmla="*/ 205321 w 278707"/>
                <a:gd name="csY3" fmla="*/ 7893 h 265582"/>
                <a:gd name="csX4" fmla="*/ 204350 w 278707"/>
                <a:gd name="csY4" fmla="*/ 31896 h 265582"/>
                <a:gd name="csX5" fmla="*/ 195904 w 278707"/>
                <a:gd name="csY5" fmla="*/ 43034 h 265582"/>
                <a:gd name="csX6" fmla="*/ 184544 w 278707"/>
                <a:gd name="csY6" fmla="*/ 43250 h 265582"/>
                <a:gd name="csX7" fmla="*/ 184544 w 278707"/>
                <a:gd name="csY7" fmla="*/ 48660 h 265582"/>
                <a:gd name="csX8" fmla="*/ 188976 w 278707"/>
                <a:gd name="csY8" fmla="*/ 56769 h 265582"/>
                <a:gd name="csX9" fmla="*/ 180105 w 278707"/>
                <a:gd name="csY9" fmla="*/ 61417 h 265582"/>
                <a:gd name="csX10" fmla="*/ 163005 w 278707"/>
                <a:gd name="csY10" fmla="*/ 47365 h 265582"/>
                <a:gd name="csX11" fmla="*/ 142869 w 278707"/>
                <a:gd name="csY11" fmla="*/ 48876 h 265582"/>
                <a:gd name="csX12" fmla="*/ 130531 w 278707"/>
                <a:gd name="csY12" fmla="*/ 40767 h 265582"/>
                <a:gd name="csX13" fmla="*/ 81178 w 278707"/>
                <a:gd name="csY13" fmla="*/ 40767 h 265582"/>
                <a:gd name="csX14" fmla="*/ 73597 w 278707"/>
                <a:gd name="csY14" fmla="*/ 76124 h 265582"/>
                <a:gd name="csX15" fmla="*/ 100114 w 278707"/>
                <a:gd name="csY15" fmla="*/ 68339 h 265582"/>
                <a:gd name="csX16" fmla="*/ 116675 w 278707"/>
                <a:gd name="csY16" fmla="*/ 71260 h 265582"/>
                <a:gd name="csX17" fmla="*/ 125337 w 278707"/>
                <a:gd name="csY17" fmla="*/ 89427 h 265582"/>
                <a:gd name="csX18" fmla="*/ 108991 w 278707"/>
                <a:gd name="csY18" fmla="*/ 102730 h 265582"/>
                <a:gd name="csX19" fmla="*/ 100330 w 278707"/>
                <a:gd name="csY19" fmla="*/ 128467 h 265582"/>
                <a:gd name="csX20" fmla="*/ 126308 w 278707"/>
                <a:gd name="csY20" fmla="*/ 145009 h 265582"/>
                <a:gd name="csX21" fmla="*/ 121329 w 278707"/>
                <a:gd name="csY21" fmla="*/ 159931 h 265582"/>
                <a:gd name="csX22" fmla="*/ 123711 w 278707"/>
                <a:gd name="csY22" fmla="*/ 191186 h 265582"/>
                <a:gd name="csX23" fmla="*/ 116675 w 278707"/>
                <a:gd name="csY23" fmla="*/ 195942 h 265582"/>
                <a:gd name="csX24" fmla="*/ 111049 w 278707"/>
                <a:gd name="csY24" fmla="*/ 215081 h 265582"/>
                <a:gd name="csX25" fmla="*/ 97085 w 278707"/>
                <a:gd name="csY25" fmla="*/ 214433 h 265582"/>
                <a:gd name="csX26" fmla="*/ 89618 w 278707"/>
                <a:gd name="csY26" fmla="*/ 203187 h 265582"/>
                <a:gd name="csX27" fmla="*/ 78575 w 278707"/>
                <a:gd name="csY27" fmla="*/ 211728 h 265582"/>
                <a:gd name="csX28" fmla="*/ 66129 w 278707"/>
                <a:gd name="csY28" fmla="*/ 210001 h 265582"/>
                <a:gd name="csX29" fmla="*/ 56496 w 278707"/>
                <a:gd name="csY29" fmla="*/ 189992 h 265582"/>
                <a:gd name="csX30" fmla="*/ 38856 w 278707"/>
                <a:gd name="csY30" fmla="*/ 192913 h 265582"/>
                <a:gd name="csX31" fmla="*/ 41021 w 278707"/>
                <a:gd name="csY31" fmla="*/ 208051 h 265582"/>
                <a:gd name="csX32" fmla="*/ 16561 w 278707"/>
                <a:gd name="csY32" fmla="*/ 209893 h 265582"/>
                <a:gd name="csX33" fmla="*/ 14935 w 278707"/>
                <a:gd name="csY33" fmla="*/ 226003 h 265582"/>
                <a:gd name="csX34" fmla="*/ 36259 w 278707"/>
                <a:gd name="csY34" fmla="*/ 246119 h 265582"/>
                <a:gd name="csX35" fmla="*/ 33338 w 278707"/>
                <a:gd name="csY35" fmla="*/ 260718 h 265582"/>
                <a:gd name="csX36" fmla="*/ 19806 w 278707"/>
                <a:gd name="csY36" fmla="*/ 259963 h 265582"/>
                <a:gd name="csX37" fmla="*/ 12986 w 278707"/>
                <a:gd name="csY37" fmla="*/ 251955 h 265582"/>
                <a:gd name="csX38" fmla="*/ 2274 w 278707"/>
                <a:gd name="csY38" fmla="*/ 258769 h 265582"/>
                <a:gd name="csX39" fmla="*/ 0 w 278707"/>
                <a:gd name="csY39" fmla="*/ 265582 h 26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78707" h="265582">
                  <a:moveTo>
                    <a:pt x="278708" y="2699"/>
                  </a:moveTo>
                  <a:lnTo>
                    <a:pt x="255112" y="7353"/>
                  </a:lnTo>
                  <a:lnTo>
                    <a:pt x="235845" y="0"/>
                  </a:lnTo>
                  <a:lnTo>
                    <a:pt x="205321" y="7893"/>
                  </a:lnTo>
                  <a:lnTo>
                    <a:pt x="204350" y="31896"/>
                  </a:lnTo>
                  <a:lnTo>
                    <a:pt x="195904" y="43034"/>
                  </a:lnTo>
                  <a:lnTo>
                    <a:pt x="184544" y="43250"/>
                  </a:lnTo>
                  <a:lnTo>
                    <a:pt x="184544" y="48660"/>
                  </a:lnTo>
                  <a:lnTo>
                    <a:pt x="188976" y="56769"/>
                  </a:lnTo>
                  <a:lnTo>
                    <a:pt x="180105" y="61417"/>
                  </a:lnTo>
                  <a:lnTo>
                    <a:pt x="163005" y="47365"/>
                  </a:lnTo>
                  <a:lnTo>
                    <a:pt x="142869" y="48876"/>
                  </a:lnTo>
                  <a:lnTo>
                    <a:pt x="130531" y="40767"/>
                  </a:lnTo>
                  <a:lnTo>
                    <a:pt x="81178" y="40767"/>
                  </a:lnTo>
                  <a:lnTo>
                    <a:pt x="73597" y="76124"/>
                  </a:lnTo>
                  <a:lnTo>
                    <a:pt x="100114" y="68339"/>
                  </a:lnTo>
                  <a:lnTo>
                    <a:pt x="116675" y="71260"/>
                  </a:lnTo>
                  <a:lnTo>
                    <a:pt x="125337" y="89427"/>
                  </a:lnTo>
                  <a:lnTo>
                    <a:pt x="108991" y="102730"/>
                  </a:lnTo>
                  <a:lnTo>
                    <a:pt x="100330" y="128467"/>
                  </a:lnTo>
                  <a:lnTo>
                    <a:pt x="126308" y="145009"/>
                  </a:lnTo>
                  <a:lnTo>
                    <a:pt x="121329" y="159931"/>
                  </a:lnTo>
                  <a:lnTo>
                    <a:pt x="123711" y="191186"/>
                  </a:lnTo>
                  <a:lnTo>
                    <a:pt x="116675" y="195942"/>
                  </a:lnTo>
                  <a:lnTo>
                    <a:pt x="111049" y="215081"/>
                  </a:lnTo>
                  <a:lnTo>
                    <a:pt x="97085" y="214433"/>
                  </a:lnTo>
                  <a:lnTo>
                    <a:pt x="89618" y="203187"/>
                  </a:lnTo>
                  <a:lnTo>
                    <a:pt x="78575" y="211728"/>
                  </a:lnTo>
                  <a:lnTo>
                    <a:pt x="66129" y="210001"/>
                  </a:lnTo>
                  <a:lnTo>
                    <a:pt x="56496" y="189992"/>
                  </a:lnTo>
                  <a:lnTo>
                    <a:pt x="38856" y="192913"/>
                  </a:lnTo>
                  <a:lnTo>
                    <a:pt x="41021" y="208051"/>
                  </a:lnTo>
                  <a:lnTo>
                    <a:pt x="16561" y="209893"/>
                  </a:lnTo>
                  <a:lnTo>
                    <a:pt x="14935" y="226003"/>
                  </a:lnTo>
                  <a:lnTo>
                    <a:pt x="36259" y="246119"/>
                  </a:lnTo>
                  <a:lnTo>
                    <a:pt x="33338" y="260718"/>
                  </a:lnTo>
                  <a:lnTo>
                    <a:pt x="19806" y="259963"/>
                  </a:lnTo>
                  <a:lnTo>
                    <a:pt x="12986" y="251955"/>
                  </a:lnTo>
                  <a:lnTo>
                    <a:pt x="2274" y="258769"/>
                  </a:lnTo>
                  <a:lnTo>
                    <a:pt x="0" y="2655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2CF11949-D6FC-4586-2B09-03A54A63F790}"/>
                </a:ext>
              </a:extLst>
            </p:cNvPr>
            <p:cNvSpPr/>
            <p:nvPr/>
          </p:nvSpPr>
          <p:spPr>
            <a:xfrm>
              <a:off x="6990016" y="4331608"/>
              <a:ext cx="210121" cy="206870"/>
            </a:xfrm>
            <a:custGeom>
              <a:avLst/>
              <a:gdLst>
                <a:gd name="csX0" fmla="*/ 0 w 210121"/>
                <a:gd name="csY0" fmla="*/ 0 h 206870"/>
                <a:gd name="csX1" fmla="*/ 25336 w 210121"/>
                <a:gd name="csY1" fmla="*/ 432 h 206870"/>
                <a:gd name="csX2" fmla="*/ 68390 w 210121"/>
                <a:gd name="csY2" fmla="*/ 31902 h 206870"/>
                <a:gd name="csX3" fmla="*/ 85725 w 210121"/>
                <a:gd name="csY3" fmla="*/ 29953 h 206870"/>
                <a:gd name="csX4" fmla="*/ 123952 w 210121"/>
                <a:gd name="csY4" fmla="*/ 39795 h 206870"/>
                <a:gd name="csX5" fmla="*/ 136271 w 210121"/>
                <a:gd name="csY5" fmla="*/ 21628 h 206870"/>
                <a:gd name="csX6" fmla="*/ 169926 w 210121"/>
                <a:gd name="csY6" fmla="*/ 6921 h 206870"/>
                <a:gd name="csX7" fmla="*/ 182372 w 210121"/>
                <a:gd name="csY7" fmla="*/ 19139 h 206870"/>
                <a:gd name="csX8" fmla="*/ 210121 w 210121"/>
                <a:gd name="csY8" fmla="*/ 18707 h 206870"/>
                <a:gd name="csX9" fmla="*/ 177419 w 210121"/>
                <a:gd name="csY9" fmla="*/ 60884 h 206870"/>
                <a:gd name="csX10" fmla="*/ 177419 w 210121"/>
                <a:gd name="csY10" fmla="*/ 182105 h 206870"/>
                <a:gd name="csX11" fmla="*/ 199389 w 210121"/>
                <a:gd name="csY11" fmla="*/ 206870 h 20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10121" h="206870">
                  <a:moveTo>
                    <a:pt x="0" y="0"/>
                  </a:moveTo>
                  <a:lnTo>
                    <a:pt x="25336" y="432"/>
                  </a:lnTo>
                  <a:lnTo>
                    <a:pt x="68390" y="31902"/>
                  </a:lnTo>
                  <a:lnTo>
                    <a:pt x="85725" y="29953"/>
                  </a:lnTo>
                  <a:lnTo>
                    <a:pt x="123952" y="39795"/>
                  </a:lnTo>
                  <a:lnTo>
                    <a:pt x="136271" y="21628"/>
                  </a:lnTo>
                  <a:lnTo>
                    <a:pt x="169926" y="6921"/>
                  </a:lnTo>
                  <a:lnTo>
                    <a:pt x="182372" y="19139"/>
                  </a:lnTo>
                  <a:lnTo>
                    <a:pt x="210121" y="18707"/>
                  </a:lnTo>
                  <a:lnTo>
                    <a:pt x="177419" y="60884"/>
                  </a:lnTo>
                  <a:lnTo>
                    <a:pt x="177419" y="182105"/>
                  </a:lnTo>
                  <a:lnTo>
                    <a:pt x="199389" y="2068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66CC89F7-BF3E-E4D8-FF4C-161AE490ED08}"/>
                </a:ext>
              </a:extLst>
            </p:cNvPr>
            <p:cNvSpPr/>
            <p:nvPr/>
          </p:nvSpPr>
          <p:spPr>
            <a:xfrm>
              <a:off x="6790435" y="4326204"/>
              <a:ext cx="189293" cy="40659"/>
            </a:xfrm>
            <a:custGeom>
              <a:avLst/>
              <a:gdLst>
                <a:gd name="csX0" fmla="*/ 0 w 189293"/>
                <a:gd name="csY0" fmla="*/ 40119 h 40659"/>
                <a:gd name="csX1" fmla="*/ 9779 w 189293"/>
                <a:gd name="csY1" fmla="*/ 28327 h 40659"/>
                <a:gd name="csX2" fmla="*/ 23305 w 189293"/>
                <a:gd name="csY2" fmla="*/ 26600 h 40659"/>
                <a:gd name="csX3" fmla="*/ 33147 w 189293"/>
                <a:gd name="csY3" fmla="*/ 37414 h 40659"/>
                <a:gd name="csX4" fmla="*/ 52070 w 189293"/>
                <a:gd name="csY4" fmla="*/ 40659 h 40659"/>
                <a:gd name="csX5" fmla="*/ 55118 w 189293"/>
                <a:gd name="csY5" fmla="*/ 33953 h 40659"/>
                <a:gd name="csX6" fmla="*/ 78994 w 189293"/>
                <a:gd name="csY6" fmla="*/ 26492 h 40659"/>
                <a:gd name="csX7" fmla="*/ 97536 w 189293"/>
                <a:gd name="csY7" fmla="*/ 30924 h 40659"/>
                <a:gd name="csX8" fmla="*/ 129984 w 189293"/>
                <a:gd name="csY8" fmla="*/ 0 h 40659"/>
                <a:gd name="csX9" fmla="*/ 189294 w 189293"/>
                <a:gd name="csY9" fmla="*/ 5944 h 40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9293" h="40659">
                  <a:moveTo>
                    <a:pt x="0" y="40119"/>
                  </a:moveTo>
                  <a:lnTo>
                    <a:pt x="9779" y="28327"/>
                  </a:lnTo>
                  <a:lnTo>
                    <a:pt x="23305" y="26600"/>
                  </a:lnTo>
                  <a:lnTo>
                    <a:pt x="33147" y="37414"/>
                  </a:lnTo>
                  <a:lnTo>
                    <a:pt x="52070" y="40659"/>
                  </a:lnTo>
                  <a:lnTo>
                    <a:pt x="55118" y="33953"/>
                  </a:lnTo>
                  <a:lnTo>
                    <a:pt x="78994" y="26492"/>
                  </a:lnTo>
                  <a:lnTo>
                    <a:pt x="97536" y="30924"/>
                  </a:lnTo>
                  <a:lnTo>
                    <a:pt x="129984" y="0"/>
                  </a:lnTo>
                  <a:lnTo>
                    <a:pt x="189294" y="59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903FC0B9-4297-199A-777D-A57B2AC62A72}"/>
                </a:ext>
              </a:extLst>
            </p:cNvPr>
            <p:cNvSpPr/>
            <p:nvPr/>
          </p:nvSpPr>
          <p:spPr>
            <a:xfrm>
              <a:off x="6906386" y="4339825"/>
              <a:ext cx="40322" cy="129552"/>
            </a:xfrm>
            <a:custGeom>
              <a:avLst/>
              <a:gdLst>
                <a:gd name="csX0" fmla="*/ 0 w 40322"/>
                <a:gd name="csY0" fmla="*/ 0 h 129552"/>
                <a:gd name="csX1" fmla="*/ 17844 w 40322"/>
                <a:gd name="csY1" fmla="*/ 18599 h 129552"/>
                <a:gd name="csX2" fmla="*/ 15367 w 40322"/>
                <a:gd name="csY2" fmla="*/ 29845 h 129552"/>
                <a:gd name="csX3" fmla="*/ 20447 w 40322"/>
                <a:gd name="csY3" fmla="*/ 44990 h 129552"/>
                <a:gd name="csX4" fmla="*/ 29972 w 40322"/>
                <a:gd name="csY4" fmla="*/ 52667 h 129552"/>
                <a:gd name="csX5" fmla="*/ 35496 w 40322"/>
                <a:gd name="csY5" fmla="*/ 52235 h 129552"/>
                <a:gd name="csX6" fmla="*/ 30924 w 40322"/>
                <a:gd name="csY6" fmla="*/ 58287 h 129552"/>
                <a:gd name="csX7" fmla="*/ 40322 w 40322"/>
                <a:gd name="csY7" fmla="*/ 75482 h 129552"/>
                <a:gd name="csX8" fmla="*/ 30035 w 40322"/>
                <a:gd name="csY8" fmla="*/ 87268 h 129552"/>
                <a:gd name="csX9" fmla="*/ 30924 w 40322"/>
                <a:gd name="csY9" fmla="*/ 94945 h 129552"/>
                <a:gd name="csX10" fmla="*/ 18288 w 40322"/>
                <a:gd name="csY10" fmla="*/ 100247 h 129552"/>
                <a:gd name="csX11" fmla="*/ 14288 w 40322"/>
                <a:gd name="csY11" fmla="*/ 116249 h 129552"/>
                <a:gd name="csX12" fmla="*/ 5397 w 40322"/>
                <a:gd name="csY12" fmla="*/ 118415 h 129552"/>
                <a:gd name="csX13" fmla="*/ 0 w 40322"/>
                <a:gd name="csY13" fmla="*/ 129553 h 129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322" h="129552">
                  <a:moveTo>
                    <a:pt x="0" y="0"/>
                  </a:moveTo>
                  <a:lnTo>
                    <a:pt x="17844" y="18599"/>
                  </a:lnTo>
                  <a:lnTo>
                    <a:pt x="15367" y="29845"/>
                  </a:lnTo>
                  <a:lnTo>
                    <a:pt x="20447" y="44990"/>
                  </a:lnTo>
                  <a:lnTo>
                    <a:pt x="29972" y="52667"/>
                  </a:lnTo>
                  <a:lnTo>
                    <a:pt x="35496" y="52235"/>
                  </a:lnTo>
                  <a:lnTo>
                    <a:pt x="30924" y="58287"/>
                  </a:lnTo>
                  <a:lnTo>
                    <a:pt x="40322" y="75482"/>
                  </a:lnTo>
                  <a:lnTo>
                    <a:pt x="30035" y="87268"/>
                  </a:lnTo>
                  <a:lnTo>
                    <a:pt x="30924" y="94945"/>
                  </a:lnTo>
                  <a:lnTo>
                    <a:pt x="18288" y="100247"/>
                  </a:lnTo>
                  <a:lnTo>
                    <a:pt x="14288" y="116249"/>
                  </a:lnTo>
                  <a:lnTo>
                    <a:pt x="5397" y="118415"/>
                  </a:lnTo>
                  <a:lnTo>
                    <a:pt x="0" y="1295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0AA270-9EFF-A357-9459-6A33D1F0940F}"/>
                </a:ext>
              </a:extLst>
            </p:cNvPr>
            <p:cNvSpPr/>
            <p:nvPr/>
          </p:nvSpPr>
          <p:spPr>
            <a:xfrm>
              <a:off x="5993498" y="4398765"/>
              <a:ext cx="138220" cy="41414"/>
            </a:xfrm>
            <a:custGeom>
              <a:avLst/>
              <a:gdLst>
                <a:gd name="csX0" fmla="*/ 0 w 138220"/>
                <a:gd name="csY0" fmla="*/ 41415 h 41414"/>
                <a:gd name="csX1" fmla="*/ 64402 w 138220"/>
                <a:gd name="csY1" fmla="*/ 41415 h 41414"/>
                <a:gd name="csX2" fmla="*/ 64402 w 138220"/>
                <a:gd name="csY2" fmla="*/ 0 h 41414"/>
                <a:gd name="csX3" fmla="*/ 131293 w 138220"/>
                <a:gd name="csY3" fmla="*/ 0 h 41414"/>
                <a:gd name="csX4" fmla="*/ 138221 w 138220"/>
                <a:gd name="csY4" fmla="*/ 648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220" h="41414">
                  <a:moveTo>
                    <a:pt x="0" y="41415"/>
                  </a:moveTo>
                  <a:lnTo>
                    <a:pt x="64402" y="41415"/>
                  </a:lnTo>
                  <a:lnTo>
                    <a:pt x="64402" y="0"/>
                  </a:lnTo>
                  <a:lnTo>
                    <a:pt x="131293" y="0"/>
                  </a:lnTo>
                  <a:lnTo>
                    <a:pt x="138221" y="64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F031E622-B043-85F5-3579-D4180E54E06E}"/>
                </a:ext>
              </a:extLst>
            </p:cNvPr>
            <p:cNvSpPr/>
            <p:nvPr/>
          </p:nvSpPr>
          <p:spPr>
            <a:xfrm>
              <a:off x="5998374" y="4399953"/>
              <a:ext cx="59639" cy="647"/>
            </a:xfrm>
            <a:custGeom>
              <a:avLst/>
              <a:gdLst>
                <a:gd name="csX0" fmla="*/ 59639 w 59639"/>
                <a:gd name="csY0" fmla="*/ 648 h 647"/>
                <a:gd name="csX1" fmla="*/ 9093 w 59639"/>
                <a:gd name="csY1" fmla="*/ 648 h 647"/>
                <a:gd name="csX2" fmla="*/ 0 w 59639"/>
                <a:gd name="csY2" fmla="*/ 0 h 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39" h="647">
                  <a:moveTo>
                    <a:pt x="59639" y="648"/>
                  </a:moveTo>
                  <a:lnTo>
                    <a:pt x="9093" y="64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16C82564-D185-90C5-61D0-F15E8370E9E1}"/>
                </a:ext>
              </a:extLst>
            </p:cNvPr>
            <p:cNvSpPr/>
            <p:nvPr/>
          </p:nvSpPr>
          <p:spPr>
            <a:xfrm>
              <a:off x="7200138" y="4064723"/>
              <a:ext cx="229361" cy="285591"/>
            </a:xfrm>
            <a:custGeom>
              <a:avLst/>
              <a:gdLst>
                <a:gd name="csX0" fmla="*/ 54229 w 229361"/>
                <a:gd name="csY0" fmla="*/ 0 h 285591"/>
                <a:gd name="csX1" fmla="*/ 30734 w 229361"/>
                <a:gd name="csY1" fmla="*/ 36443 h 285591"/>
                <a:gd name="csX2" fmla="*/ 39180 w 229361"/>
                <a:gd name="csY2" fmla="*/ 54502 h 285591"/>
                <a:gd name="csX3" fmla="*/ 52451 w 229361"/>
                <a:gd name="csY3" fmla="*/ 61747 h 285591"/>
                <a:gd name="csX4" fmla="*/ 76708 w 229361"/>
                <a:gd name="csY4" fmla="*/ 94405 h 285591"/>
                <a:gd name="csX5" fmla="*/ 197168 w 229361"/>
                <a:gd name="csY5" fmla="*/ 134632 h 285591"/>
                <a:gd name="csX6" fmla="*/ 229362 w 229361"/>
                <a:gd name="csY6" fmla="*/ 134632 h 285591"/>
                <a:gd name="csX7" fmla="*/ 116459 w 229361"/>
                <a:gd name="csY7" fmla="*/ 250127 h 285591"/>
                <a:gd name="csX8" fmla="*/ 74803 w 229361"/>
                <a:gd name="csY8" fmla="*/ 247205 h 285591"/>
                <a:gd name="csX9" fmla="*/ 43053 w 229361"/>
                <a:gd name="csY9" fmla="*/ 259531 h 285591"/>
                <a:gd name="csX10" fmla="*/ 40132 w 229361"/>
                <a:gd name="csY10" fmla="*/ 270345 h 285591"/>
                <a:gd name="csX11" fmla="*/ 8445 w 229361"/>
                <a:gd name="csY11" fmla="*/ 274777 h 285591"/>
                <a:gd name="csX12" fmla="*/ 0 w 229361"/>
                <a:gd name="csY12" fmla="*/ 285591 h 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9361" h="285591">
                  <a:moveTo>
                    <a:pt x="54229" y="0"/>
                  </a:moveTo>
                  <a:lnTo>
                    <a:pt x="30734" y="36443"/>
                  </a:lnTo>
                  <a:lnTo>
                    <a:pt x="39180" y="54502"/>
                  </a:lnTo>
                  <a:lnTo>
                    <a:pt x="52451" y="61747"/>
                  </a:lnTo>
                  <a:lnTo>
                    <a:pt x="76708" y="94405"/>
                  </a:lnTo>
                  <a:lnTo>
                    <a:pt x="197168" y="134632"/>
                  </a:lnTo>
                  <a:lnTo>
                    <a:pt x="229362" y="134632"/>
                  </a:lnTo>
                  <a:lnTo>
                    <a:pt x="116459" y="250127"/>
                  </a:lnTo>
                  <a:lnTo>
                    <a:pt x="74803" y="247205"/>
                  </a:lnTo>
                  <a:lnTo>
                    <a:pt x="43053" y="259531"/>
                  </a:lnTo>
                  <a:lnTo>
                    <a:pt x="40132" y="270345"/>
                  </a:lnTo>
                  <a:lnTo>
                    <a:pt x="8445" y="274777"/>
                  </a:lnTo>
                  <a:lnTo>
                    <a:pt x="0" y="2855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6556B189-3390-271D-190B-91A8B061110B}"/>
                </a:ext>
              </a:extLst>
            </p:cNvPr>
            <p:cNvSpPr/>
            <p:nvPr/>
          </p:nvSpPr>
          <p:spPr>
            <a:xfrm>
              <a:off x="7197852" y="4021251"/>
              <a:ext cx="53784" cy="66941"/>
            </a:xfrm>
            <a:custGeom>
              <a:avLst/>
              <a:gdLst>
                <a:gd name="csX0" fmla="*/ 53784 w 53784"/>
                <a:gd name="csY0" fmla="*/ 0 h 66941"/>
                <a:gd name="csX1" fmla="*/ 35496 w 53784"/>
                <a:gd name="csY1" fmla="*/ 14815 h 66941"/>
                <a:gd name="csX2" fmla="*/ 25400 w 53784"/>
                <a:gd name="csY2" fmla="*/ 7029 h 66941"/>
                <a:gd name="csX3" fmla="*/ 508 w 53784"/>
                <a:gd name="csY3" fmla="*/ 38608 h 66941"/>
                <a:gd name="csX4" fmla="*/ 0 w 53784"/>
                <a:gd name="csY4" fmla="*/ 65424 h 66941"/>
                <a:gd name="csX5" fmla="*/ 20129 w 53784"/>
                <a:gd name="csY5" fmla="*/ 65856 h 66941"/>
                <a:gd name="csX6" fmla="*/ 27813 w 53784"/>
                <a:gd name="csY6" fmla="*/ 60020 h 66941"/>
                <a:gd name="csX7" fmla="*/ 41339 w 53784"/>
                <a:gd name="csY7" fmla="*/ 66942 h 66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3784" h="66941">
                  <a:moveTo>
                    <a:pt x="53784" y="0"/>
                  </a:moveTo>
                  <a:lnTo>
                    <a:pt x="35496" y="14815"/>
                  </a:lnTo>
                  <a:lnTo>
                    <a:pt x="25400" y="7029"/>
                  </a:lnTo>
                  <a:lnTo>
                    <a:pt x="508" y="38608"/>
                  </a:lnTo>
                  <a:lnTo>
                    <a:pt x="0" y="65424"/>
                  </a:lnTo>
                  <a:lnTo>
                    <a:pt x="20129" y="65856"/>
                  </a:lnTo>
                  <a:lnTo>
                    <a:pt x="27813" y="60020"/>
                  </a:lnTo>
                  <a:lnTo>
                    <a:pt x="41339" y="669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A1B1AF86-F617-6973-83EF-11106E695C89}"/>
                </a:ext>
              </a:extLst>
            </p:cNvPr>
            <p:cNvSpPr/>
            <p:nvPr/>
          </p:nvSpPr>
          <p:spPr>
            <a:xfrm>
              <a:off x="6998017" y="3817092"/>
              <a:ext cx="82168" cy="145986"/>
            </a:xfrm>
            <a:custGeom>
              <a:avLst/>
              <a:gdLst>
                <a:gd name="csX0" fmla="*/ 82169 w 82168"/>
                <a:gd name="csY0" fmla="*/ 0 h 145986"/>
                <a:gd name="csX1" fmla="*/ 67373 w 82168"/>
                <a:gd name="csY1" fmla="*/ 21628 h 145986"/>
                <a:gd name="csX2" fmla="*/ 43116 w 82168"/>
                <a:gd name="csY2" fmla="*/ 25629 h 145986"/>
                <a:gd name="csX3" fmla="*/ 37592 w 82168"/>
                <a:gd name="csY3" fmla="*/ 40335 h 145986"/>
                <a:gd name="csX4" fmla="*/ 19812 w 82168"/>
                <a:gd name="csY4" fmla="*/ 40875 h 145986"/>
                <a:gd name="csX5" fmla="*/ 18859 w 82168"/>
                <a:gd name="csY5" fmla="*/ 69748 h 145986"/>
                <a:gd name="csX6" fmla="*/ 0 w 82168"/>
                <a:gd name="csY6" fmla="*/ 111055 h 145986"/>
                <a:gd name="csX7" fmla="*/ 2921 w 82168"/>
                <a:gd name="csY7" fmla="*/ 145986 h 14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2168" h="145986">
                  <a:moveTo>
                    <a:pt x="82169" y="0"/>
                  </a:moveTo>
                  <a:lnTo>
                    <a:pt x="67373" y="21628"/>
                  </a:lnTo>
                  <a:lnTo>
                    <a:pt x="43116" y="25629"/>
                  </a:lnTo>
                  <a:lnTo>
                    <a:pt x="37592" y="40335"/>
                  </a:lnTo>
                  <a:lnTo>
                    <a:pt x="19812" y="40875"/>
                  </a:lnTo>
                  <a:lnTo>
                    <a:pt x="18859" y="69748"/>
                  </a:lnTo>
                  <a:lnTo>
                    <a:pt x="0" y="111055"/>
                  </a:lnTo>
                  <a:lnTo>
                    <a:pt x="2921" y="1459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802E2921-BA2C-6842-39E5-38EFF09F8B22}"/>
                </a:ext>
              </a:extLst>
            </p:cNvPr>
            <p:cNvSpPr/>
            <p:nvPr/>
          </p:nvSpPr>
          <p:spPr>
            <a:xfrm>
              <a:off x="5135626" y="3941451"/>
              <a:ext cx="2087626" cy="287426"/>
            </a:xfrm>
            <a:custGeom>
              <a:avLst/>
              <a:gdLst>
                <a:gd name="csX0" fmla="*/ 0 w 2087626"/>
                <a:gd name="csY0" fmla="*/ 220167 h 287426"/>
                <a:gd name="csX1" fmla="*/ 8547 w 2087626"/>
                <a:gd name="csY1" fmla="*/ 219196 h 287426"/>
                <a:gd name="csX2" fmla="*/ 25870 w 2087626"/>
                <a:gd name="csY2" fmla="*/ 185775 h 287426"/>
                <a:gd name="csX3" fmla="*/ 69488 w 2087626"/>
                <a:gd name="csY3" fmla="*/ 181775 h 287426"/>
                <a:gd name="csX4" fmla="*/ 86157 w 2087626"/>
                <a:gd name="csY4" fmla="*/ 201460 h 287426"/>
                <a:gd name="csX5" fmla="*/ 83883 w 2087626"/>
                <a:gd name="csY5" fmla="*/ 212706 h 287426"/>
                <a:gd name="csX6" fmla="*/ 90373 w 2087626"/>
                <a:gd name="csY6" fmla="*/ 217678 h 287426"/>
                <a:gd name="csX7" fmla="*/ 83776 w 2087626"/>
                <a:gd name="csY7" fmla="*/ 237471 h 287426"/>
                <a:gd name="csX8" fmla="*/ 95028 w 2087626"/>
                <a:gd name="csY8" fmla="*/ 244494 h 287426"/>
                <a:gd name="csX9" fmla="*/ 101416 w 2087626"/>
                <a:gd name="csY9" fmla="*/ 237579 h 287426"/>
                <a:gd name="csX10" fmla="*/ 134645 w 2087626"/>
                <a:gd name="csY10" fmla="*/ 237687 h 287426"/>
                <a:gd name="csX11" fmla="*/ 145790 w 2087626"/>
                <a:gd name="csY11" fmla="*/ 266776 h 287426"/>
                <a:gd name="csX12" fmla="*/ 140919 w 2087626"/>
                <a:gd name="csY12" fmla="*/ 278562 h 287426"/>
                <a:gd name="csX13" fmla="*/ 155099 w 2087626"/>
                <a:gd name="csY13" fmla="*/ 287427 h 287426"/>
                <a:gd name="csX14" fmla="*/ 159105 w 2087626"/>
                <a:gd name="csY14" fmla="*/ 284182 h 287426"/>
                <a:gd name="csX15" fmla="*/ 164732 w 2087626"/>
                <a:gd name="csY15" fmla="*/ 269367 h 287426"/>
                <a:gd name="csX16" fmla="*/ 192011 w 2087626"/>
                <a:gd name="csY16" fmla="*/ 274885 h 287426"/>
                <a:gd name="csX17" fmla="*/ 198825 w 2087626"/>
                <a:gd name="csY17" fmla="*/ 256394 h 287426"/>
                <a:gd name="csX18" fmla="*/ 187033 w 2087626"/>
                <a:gd name="csY18" fmla="*/ 249472 h 287426"/>
                <a:gd name="csX19" fmla="*/ 192335 w 2087626"/>
                <a:gd name="csY19" fmla="*/ 232385 h 287426"/>
                <a:gd name="csX20" fmla="*/ 208896 w 2087626"/>
                <a:gd name="csY20" fmla="*/ 238119 h 287426"/>
                <a:gd name="csX21" fmla="*/ 208572 w 2087626"/>
                <a:gd name="csY21" fmla="*/ 215627 h 287426"/>
                <a:gd name="csX22" fmla="*/ 192227 w 2087626"/>
                <a:gd name="csY22" fmla="*/ 181667 h 287426"/>
                <a:gd name="csX23" fmla="*/ 211169 w 2087626"/>
                <a:gd name="csY23" fmla="*/ 167068 h 287426"/>
                <a:gd name="csX24" fmla="*/ 230543 w 2087626"/>
                <a:gd name="csY24" fmla="*/ 175940 h 287426"/>
                <a:gd name="csX25" fmla="*/ 249269 w 2087626"/>
                <a:gd name="csY25" fmla="*/ 157772 h 287426"/>
                <a:gd name="csX26" fmla="*/ 263227 w 2087626"/>
                <a:gd name="csY26" fmla="*/ 156254 h 287426"/>
                <a:gd name="csX27" fmla="*/ 263227 w 2087626"/>
                <a:gd name="csY27" fmla="*/ 170961 h 287426"/>
                <a:gd name="csX28" fmla="*/ 272104 w 2087626"/>
                <a:gd name="csY28" fmla="*/ 175940 h 287426"/>
                <a:gd name="csX29" fmla="*/ 290398 w 2087626"/>
                <a:gd name="csY29" fmla="*/ 164586 h 287426"/>
                <a:gd name="csX30" fmla="*/ 312045 w 2087626"/>
                <a:gd name="csY30" fmla="*/ 172047 h 287426"/>
                <a:gd name="csX31" fmla="*/ 318751 w 2087626"/>
                <a:gd name="csY31" fmla="*/ 194107 h 287426"/>
                <a:gd name="csX32" fmla="*/ 334448 w 2087626"/>
                <a:gd name="csY32" fmla="*/ 197676 h 287426"/>
                <a:gd name="csX33" fmla="*/ 337909 w 2087626"/>
                <a:gd name="csY33" fmla="*/ 190106 h 287426"/>
                <a:gd name="csX34" fmla="*/ 359994 w 2087626"/>
                <a:gd name="csY34" fmla="*/ 183077 h 287426"/>
                <a:gd name="csX35" fmla="*/ 377418 w 2087626"/>
                <a:gd name="csY35" fmla="*/ 205353 h 287426"/>
                <a:gd name="csX36" fmla="*/ 395815 w 2087626"/>
                <a:gd name="csY36" fmla="*/ 202000 h 287426"/>
                <a:gd name="csX37" fmla="*/ 393002 w 2087626"/>
                <a:gd name="csY37" fmla="*/ 167716 h 287426"/>
                <a:gd name="csX38" fmla="*/ 386181 w 2087626"/>
                <a:gd name="csY38" fmla="*/ 161665 h 287426"/>
                <a:gd name="csX39" fmla="*/ 390188 w 2087626"/>
                <a:gd name="csY39" fmla="*/ 145440 h 287426"/>
                <a:gd name="csX40" fmla="*/ 466820 w 2087626"/>
                <a:gd name="csY40" fmla="*/ 144469 h 287426"/>
                <a:gd name="csX41" fmla="*/ 475374 w 2087626"/>
                <a:gd name="csY41" fmla="*/ 148469 h 287426"/>
                <a:gd name="csX42" fmla="*/ 486518 w 2087626"/>
                <a:gd name="csY42" fmla="*/ 138957 h 287426"/>
                <a:gd name="csX43" fmla="*/ 531654 w 2087626"/>
                <a:gd name="csY43" fmla="*/ 144901 h 287426"/>
                <a:gd name="csX44" fmla="*/ 538906 w 2087626"/>
                <a:gd name="csY44" fmla="*/ 144037 h 287426"/>
                <a:gd name="csX45" fmla="*/ 551891 w 2087626"/>
                <a:gd name="csY45" fmla="*/ 127165 h 287426"/>
                <a:gd name="csX46" fmla="*/ 571157 w 2087626"/>
                <a:gd name="csY46" fmla="*/ 130410 h 287426"/>
                <a:gd name="csX47" fmla="*/ 584257 w 2087626"/>
                <a:gd name="csY47" fmla="*/ 117977 h 287426"/>
                <a:gd name="csX48" fmla="*/ 603523 w 2087626"/>
                <a:gd name="csY48" fmla="*/ 92456 h 287426"/>
                <a:gd name="csX49" fmla="*/ 629501 w 2087626"/>
                <a:gd name="csY49" fmla="*/ 119056 h 287426"/>
                <a:gd name="csX50" fmla="*/ 636213 w 2087626"/>
                <a:gd name="csY50" fmla="*/ 113868 h 287426"/>
                <a:gd name="csX51" fmla="*/ 633609 w 2087626"/>
                <a:gd name="csY51" fmla="*/ 85858 h 287426"/>
                <a:gd name="csX52" fmla="*/ 648113 w 2087626"/>
                <a:gd name="csY52" fmla="*/ 75152 h 287426"/>
                <a:gd name="csX53" fmla="*/ 651580 w 2087626"/>
                <a:gd name="csY53" fmla="*/ 53524 h 287426"/>
                <a:gd name="csX54" fmla="*/ 670090 w 2087626"/>
                <a:gd name="csY54" fmla="*/ 40659 h 287426"/>
                <a:gd name="csX55" fmla="*/ 692601 w 2087626"/>
                <a:gd name="csY55" fmla="*/ 41307 h 287426"/>
                <a:gd name="csX56" fmla="*/ 702773 w 2087626"/>
                <a:gd name="csY56" fmla="*/ 33953 h 287426"/>
                <a:gd name="csX57" fmla="*/ 733622 w 2087626"/>
                <a:gd name="csY57" fmla="*/ 42386 h 287426"/>
                <a:gd name="csX58" fmla="*/ 754729 w 2087626"/>
                <a:gd name="csY58" fmla="*/ 68878 h 287426"/>
                <a:gd name="csX59" fmla="*/ 769233 w 2087626"/>
                <a:gd name="csY59" fmla="*/ 69641 h 287426"/>
                <a:gd name="csX60" fmla="*/ 788175 w 2087626"/>
                <a:gd name="csY60" fmla="*/ 55258 h 287426"/>
                <a:gd name="csX61" fmla="*/ 801916 w 2087626"/>
                <a:gd name="csY61" fmla="*/ 56769 h 287426"/>
                <a:gd name="csX62" fmla="*/ 810901 w 2087626"/>
                <a:gd name="csY62" fmla="*/ 67475 h 287426"/>
                <a:gd name="csX63" fmla="*/ 856145 w 2087626"/>
                <a:gd name="csY63" fmla="*/ 77426 h 287426"/>
                <a:gd name="csX64" fmla="*/ 871836 w 2087626"/>
                <a:gd name="csY64" fmla="*/ 60122 h 287426"/>
                <a:gd name="csX65" fmla="*/ 924115 w 2087626"/>
                <a:gd name="csY65" fmla="*/ 52553 h 287426"/>
                <a:gd name="csX66" fmla="*/ 947820 w 2087626"/>
                <a:gd name="csY66" fmla="*/ 66288 h 287426"/>
                <a:gd name="csX67" fmla="*/ 966654 w 2087626"/>
                <a:gd name="csY67" fmla="*/ 66827 h 287426"/>
                <a:gd name="csX68" fmla="*/ 977583 w 2087626"/>
                <a:gd name="csY68" fmla="*/ 51149 h 287426"/>
                <a:gd name="csX69" fmla="*/ 989927 w 2087626"/>
                <a:gd name="csY69" fmla="*/ 51581 h 287426"/>
                <a:gd name="csX70" fmla="*/ 995445 w 2087626"/>
                <a:gd name="csY70" fmla="*/ 41739 h 287426"/>
                <a:gd name="csX71" fmla="*/ 1007351 w 2087626"/>
                <a:gd name="csY71" fmla="*/ 42710 h 287426"/>
                <a:gd name="csX72" fmla="*/ 1023372 w 2087626"/>
                <a:gd name="csY72" fmla="*/ 64878 h 287426"/>
                <a:gd name="csX73" fmla="*/ 1044905 w 2087626"/>
                <a:gd name="csY73" fmla="*/ 65640 h 287426"/>
                <a:gd name="csX74" fmla="*/ 1064285 w 2087626"/>
                <a:gd name="csY74" fmla="*/ 105429 h 287426"/>
                <a:gd name="csX75" fmla="*/ 1059847 w 2087626"/>
                <a:gd name="csY75" fmla="*/ 142958 h 287426"/>
                <a:gd name="csX76" fmla="*/ 1082897 w 2087626"/>
                <a:gd name="csY76" fmla="*/ 183509 h 287426"/>
                <a:gd name="csX77" fmla="*/ 1031596 w 2087626"/>
                <a:gd name="csY77" fmla="*/ 181343 h 287426"/>
                <a:gd name="csX78" fmla="*/ 1019689 w 2087626"/>
                <a:gd name="csY78" fmla="*/ 198323 h 287426"/>
                <a:gd name="csX79" fmla="*/ 1063524 w 2087626"/>
                <a:gd name="csY79" fmla="*/ 235090 h 287426"/>
                <a:gd name="csX80" fmla="*/ 1079868 w 2087626"/>
                <a:gd name="csY80" fmla="*/ 274885 h 287426"/>
                <a:gd name="csX81" fmla="*/ 1091019 w 2087626"/>
                <a:gd name="csY81" fmla="*/ 280073 h 287426"/>
                <a:gd name="csX82" fmla="*/ 1115263 w 2087626"/>
                <a:gd name="csY82" fmla="*/ 262446 h 287426"/>
                <a:gd name="csX83" fmla="*/ 1126191 w 2087626"/>
                <a:gd name="csY83" fmla="*/ 274238 h 287426"/>
                <a:gd name="csX84" fmla="*/ 1155961 w 2087626"/>
                <a:gd name="csY84" fmla="*/ 256502 h 287426"/>
                <a:gd name="csX85" fmla="*/ 1195572 w 2087626"/>
                <a:gd name="csY85" fmla="*/ 256502 h 287426"/>
                <a:gd name="csX86" fmla="*/ 1212349 w 2087626"/>
                <a:gd name="csY86" fmla="*/ 232925 h 287426"/>
                <a:gd name="csX87" fmla="*/ 1201528 w 2087626"/>
                <a:gd name="csY87" fmla="*/ 226003 h 287426"/>
                <a:gd name="csX88" fmla="*/ 1208888 w 2087626"/>
                <a:gd name="csY88" fmla="*/ 217678 h 287426"/>
                <a:gd name="csX89" fmla="*/ 1264983 w 2087626"/>
                <a:gd name="csY89" fmla="*/ 213785 h 287426"/>
                <a:gd name="csX90" fmla="*/ 1310196 w 2087626"/>
                <a:gd name="csY90" fmla="*/ 173990 h 287426"/>
                <a:gd name="csX91" fmla="*/ 1308798 w 2087626"/>
                <a:gd name="csY91" fmla="*/ 157772 h 287426"/>
                <a:gd name="csX92" fmla="*/ 1334008 w 2087626"/>
                <a:gd name="csY92" fmla="*/ 143713 h 287426"/>
                <a:gd name="csX93" fmla="*/ 1355090 w 2087626"/>
                <a:gd name="csY93" fmla="*/ 147390 h 287426"/>
                <a:gd name="csX94" fmla="*/ 1383792 w 2087626"/>
                <a:gd name="csY94" fmla="*/ 184804 h 287426"/>
                <a:gd name="csX95" fmla="*/ 1381823 w 2087626"/>
                <a:gd name="csY95" fmla="*/ 199942 h 287426"/>
                <a:gd name="csX96" fmla="*/ 1429893 w 2087626"/>
                <a:gd name="csY96" fmla="*/ 195510 h 287426"/>
                <a:gd name="csX97" fmla="*/ 1438783 w 2087626"/>
                <a:gd name="csY97" fmla="*/ 175940 h 287426"/>
                <a:gd name="csX98" fmla="*/ 1466025 w 2087626"/>
                <a:gd name="csY98" fmla="*/ 172479 h 287426"/>
                <a:gd name="csX99" fmla="*/ 1487360 w 2087626"/>
                <a:gd name="csY99" fmla="*/ 205353 h 287426"/>
                <a:gd name="csX100" fmla="*/ 1509141 w 2087626"/>
                <a:gd name="csY100" fmla="*/ 200482 h 287426"/>
                <a:gd name="csX101" fmla="*/ 1542352 w 2087626"/>
                <a:gd name="csY101" fmla="*/ 202432 h 287426"/>
                <a:gd name="csX102" fmla="*/ 1548320 w 2087626"/>
                <a:gd name="csY102" fmla="*/ 211843 h 287426"/>
                <a:gd name="csX103" fmla="*/ 1573085 w 2087626"/>
                <a:gd name="csY103" fmla="*/ 211843 h 287426"/>
                <a:gd name="csX104" fmla="*/ 1583944 w 2087626"/>
                <a:gd name="csY104" fmla="*/ 198000 h 287426"/>
                <a:gd name="csX105" fmla="*/ 1603312 w 2087626"/>
                <a:gd name="csY105" fmla="*/ 197022 h 287426"/>
                <a:gd name="csX106" fmla="*/ 1602295 w 2087626"/>
                <a:gd name="csY106" fmla="*/ 186214 h 287426"/>
                <a:gd name="csX107" fmla="*/ 1620076 w 2087626"/>
                <a:gd name="csY107" fmla="*/ 177451 h 287426"/>
                <a:gd name="csX108" fmla="*/ 1648333 w 2087626"/>
                <a:gd name="csY108" fmla="*/ 197022 h 287426"/>
                <a:gd name="csX109" fmla="*/ 1669225 w 2087626"/>
                <a:gd name="csY109" fmla="*/ 197022 h 287426"/>
                <a:gd name="csX110" fmla="*/ 1709230 w 2087626"/>
                <a:gd name="csY110" fmla="*/ 150850 h 287426"/>
                <a:gd name="csX111" fmla="*/ 1709230 w 2087626"/>
                <a:gd name="csY111" fmla="*/ 129654 h 287426"/>
                <a:gd name="csX112" fmla="*/ 1698307 w 2087626"/>
                <a:gd name="csY112" fmla="*/ 117977 h 287426"/>
                <a:gd name="csX113" fmla="*/ 1742059 w 2087626"/>
                <a:gd name="csY113" fmla="*/ 108134 h 287426"/>
                <a:gd name="csX114" fmla="*/ 1736027 w 2087626"/>
                <a:gd name="csY114" fmla="*/ 129007 h 287426"/>
                <a:gd name="csX115" fmla="*/ 1739646 w 2087626"/>
                <a:gd name="csY115" fmla="*/ 159931 h 287426"/>
                <a:gd name="csX116" fmla="*/ 1761554 w 2087626"/>
                <a:gd name="csY116" fmla="*/ 177883 h 287426"/>
                <a:gd name="csX117" fmla="*/ 1758505 w 2087626"/>
                <a:gd name="csY117" fmla="*/ 201460 h 287426"/>
                <a:gd name="csX118" fmla="*/ 1776158 w 2087626"/>
                <a:gd name="csY118" fmla="*/ 206324 h 287426"/>
                <a:gd name="csX119" fmla="*/ 1781366 w 2087626"/>
                <a:gd name="csY119" fmla="*/ 162852 h 287426"/>
                <a:gd name="csX120" fmla="*/ 1791716 w 2087626"/>
                <a:gd name="csY120" fmla="*/ 148901 h 287426"/>
                <a:gd name="csX121" fmla="*/ 1805940 w 2087626"/>
                <a:gd name="csY121" fmla="*/ 156254 h 287426"/>
                <a:gd name="csX122" fmla="*/ 1811845 w 2087626"/>
                <a:gd name="csY122" fmla="*/ 113544 h 287426"/>
                <a:gd name="csX123" fmla="*/ 1832673 w 2087626"/>
                <a:gd name="csY123" fmla="*/ 83261 h 287426"/>
                <a:gd name="csX124" fmla="*/ 1852676 w 2087626"/>
                <a:gd name="csY124" fmla="*/ 79585 h 287426"/>
                <a:gd name="csX125" fmla="*/ 1865313 w 2087626"/>
                <a:gd name="csY125" fmla="*/ 21628 h 287426"/>
                <a:gd name="csX126" fmla="*/ 1891284 w 2087626"/>
                <a:gd name="csY126" fmla="*/ 13297 h 287426"/>
                <a:gd name="csX127" fmla="*/ 1904746 w 2087626"/>
                <a:gd name="csY127" fmla="*/ 25845 h 287426"/>
                <a:gd name="csX128" fmla="*/ 1917382 w 2087626"/>
                <a:gd name="csY128" fmla="*/ 0 h 287426"/>
                <a:gd name="csX129" fmla="*/ 1942211 w 2087626"/>
                <a:gd name="csY129" fmla="*/ 14707 h 287426"/>
                <a:gd name="csX130" fmla="*/ 1962023 w 2087626"/>
                <a:gd name="csY130" fmla="*/ 4432 h 287426"/>
                <a:gd name="csX131" fmla="*/ 1970088 w 2087626"/>
                <a:gd name="csY131" fmla="*/ 14059 h 287426"/>
                <a:gd name="csX132" fmla="*/ 1997583 w 2087626"/>
                <a:gd name="csY132" fmla="*/ 11786 h 287426"/>
                <a:gd name="csX133" fmla="*/ 2031238 w 2087626"/>
                <a:gd name="csY133" fmla="*/ 28982 h 287426"/>
                <a:gd name="csX134" fmla="*/ 2039683 w 2087626"/>
                <a:gd name="csY134" fmla="*/ 48660 h 287426"/>
                <a:gd name="csX135" fmla="*/ 2060512 w 2087626"/>
                <a:gd name="csY135" fmla="*/ 58934 h 287426"/>
                <a:gd name="csX136" fmla="*/ 2066989 w 2087626"/>
                <a:gd name="csY136" fmla="*/ 74181 h 287426"/>
                <a:gd name="csX137" fmla="*/ 2087626 w 2087626"/>
                <a:gd name="csY137" fmla="*/ 86830 h 28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087626" h="287426">
                  <a:moveTo>
                    <a:pt x="0" y="220167"/>
                  </a:moveTo>
                  <a:lnTo>
                    <a:pt x="8547" y="219196"/>
                  </a:lnTo>
                  <a:lnTo>
                    <a:pt x="25870" y="185775"/>
                  </a:lnTo>
                  <a:lnTo>
                    <a:pt x="69488" y="181775"/>
                  </a:lnTo>
                  <a:lnTo>
                    <a:pt x="86157" y="201460"/>
                  </a:lnTo>
                  <a:lnTo>
                    <a:pt x="83883" y="212706"/>
                  </a:lnTo>
                  <a:lnTo>
                    <a:pt x="90373" y="217678"/>
                  </a:lnTo>
                  <a:lnTo>
                    <a:pt x="83776" y="237471"/>
                  </a:lnTo>
                  <a:lnTo>
                    <a:pt x="95028" y="244494"/>
                  </a:lnTo>
                  <a:lnTo>
                    <a:pt x="101416" y="237579"/>
                  </a:lnTo>
                  <a:lnTo>
                    <a:pt x="134645" y="237687"/>
                  </a:lnTo>
                  <a:lnTo>
                    <a:pt x="145790" y="266776"/>
                  </a:lnTo>
                  <a:lnTo>
                    <a:pt x="140919" y="278562"/>
                  </a:lnTo>
                  <a:lnTo>
                    <a:pt x="155099" y="287427"/>
                  </a:lnTo>
                  <a:lnTo>
                    <a:pt x="159105" y="284182"/>
                  </a:lnTo>
                  <a:lnTo>
                    <a:pt x="164732" y="269367"/>
                  </a:lnTo>
                  <a:lnTo>
                    <a:pt x="192011" y="274885"/>
                  </a:lnTo>
                  <a:lnTo>
                    <a:pt x="198825" y="256394"/>
                  </a:lnTo>
                  <a:lnTo>
                    <a:pt x="187033" y="249472"/>
                  </a:lnTo>
                  <a:lnTo>
                    <a:pt x="192335" y="232385"/>
                  </a:lnTo>
                  <a:lnTo>
                    <a:pt x="208896" y="238119"/>
                  </a:lnTo>
                  <a:lnTo>
                    <a:pt x="208572" y="215627"/>
                  </a:lnTo>
                  <a:lnTo>
                    <a:pt x="192227" y="181667"/>
                  </a:lnTo>
                  <a:lnTo>
                    <a:pt x="211169" y="167068"/>
                  </a:lnTo>
                  <a:lnTo>
                    <a:pt x="230543" y="175940"/>
                  </a:lnTo>
                  <a:lnTo>
                    <a:pt x="249269" y="157772"/>
                  </a:lnTo>
                  <a:lnTo>
                    <a:pt x="263227" y="156254"/>
                  </a:lnTo>
                  <a:lnTo>
                    <a:pt x="263227" y="170961"/>
                  </a:lnTo>
                  <a:lnTo>
                    <a:pt x="272104" y="175940"/>
                  </a:lnTo>
                  <a:lnTo>
                    <a:pt x="290398" y="164586"/>
                  </a:lnTo>
                  <a:lnTo>
                    <a:pt x="312045" y="172047"/>
                  </a:lnTo>
                  <a:lnTo>
                    <a:pt x="318751" y="194107"/>
                  </a:lnTo>
                  <a:lnTo>
                    <a:pt x="334448" y="197676"/>
                  </a:lnTo>
                  <a:lnTo>
                    <a:pt x="337909" y="190106"/>
                  </a:lnTo>
                  <a:lnTo>
                    <a:pt x="359994" y="183077"/>
                  </a:lnTo>
                  <a:lnTo>
                    <a:pt x="377418" y="205353"/>
                  </a:lnTo>
                  <a:lnTo>
                    <a:pt x="395815" y="202000"/>
                  </a:lnTo>
                  <a:lnTo>
                    <a:pt x="393002" y="167716"/>
                  </a:lnTo>
                  <a:lnTo>
                    <a:pt x="386181" y="161665"/>
                  </a:lnTo>
                  <a:lnTo>
                    <a:pt x="390188" y="145440"/>
                  </a:lnTo>
                  <a:lnTo>
                    <a:pt x="466820" y="144469"/>
                  </a:lnTo>
                  <a:lnTo>
                    <a:pt x="475374" y="148469"/>
                  </a:lnTo>
                  <a:lnTo>
                    <a:pt x="486518" y="138957"/>
                  </a:lnTo>
                  <a:lnTo>
                    <a:pt x="531654" y="144901"/>
                  </a:lnTo>
                  <a:lnTo>
                    <a:pt x="538906" y="144037"/>
                  </a:lnTo>
                  <a:lnTo>
                    <a:pt x="551891" y="127165"/>
                  </a:lnTo>
                  <a:lnTo>
                    <a:pt x="571157" y="130410"/>
                  </a:lnTo>
                  <a:lnTo>
                    <a:pt x="584257" y="117977"/>
                  </a:lnTo>
                  <a:lnTo>
                    <a:pt x="603523" y="92456"/>
                  </a:lnTo>
                  <a:lnTo>
                    <a:pt x="629501" y="119056"/>
                  </a:lnTo>
                  <a:lnTo>
                    <a:pt x="636213" y="113868"/>
                  </a:lnTo>
                  <a:lnTo>
                    <a:pt x="633609" y="85858"/>
                  </a:lnTo>
                  <a:lnTo>
                    <a:pt x="648113" y="75152"/>
                  </a:lnTo>
                  <a:lnTo>
                    <a:pt x="651580" y="53524"/>
                  </a:lnTo>
                  <a:lnTo>
                    <a:pt x="670090" y="40659"/>
                  </a:lnTo>
                  <a:lnTo>
                    <a:pt x="692601" y="41307"/>
                  </a:lnTo>
                  <a:lnTo>
                    <a:pt x="702773" y="33953"/>
                  </a:lnTo>
                  <a:lnTo>
                    <a:pt x="733622" y="42386"/>
                  </a:lnTo>
                  <a:lnTo>
                    <a:pt x="754729" y="68878"/>
                  </a:lnTo>
                  <a:lnTo>
                    <a:pt x="769233" y="69641"/>
                  </a:lnTo>
                  <a:lnTo>
                    <a:pt x="788175" y="55258"/>
                  </a:lnTo>
                  <a:lnTo>
                    <a:pt x="801916" y="56769"/>
                  </a:lnTo>
                  <a:lnTo>
                    <a:pt x="810901" y="67475"/>
                  </a:lnTo>
                  <a:lnTo>
                    <a:pt x="856145" y="77426"/>
                  </a:lnTo>
                  <a:lnTo>
                    <a:pt x="871836" y="60122"/>
                  </a:lnTo>
                  <a:lnTo>
                    <a:pt x="924115" y="52553"/>
                  </a:lnTo>
                  <a:lnTo>
                    <a:pt x="947820" y="66288"/>
                  </a:lnTo>
                  <a:lnTo>
                    <a:pt x="966654" y="66827"/>
                  </a:lnTo>
                  <a:lnTo>
                    <a:pt x="977583" y="51149"/>
                  </a:lnTo>
                  <a:lnTo>
                    <a:pt x="989927" y="51581"/>
                  </a:lnTo>
                  <a:lnTo>
                    <a:pt x="995445" y="41739"/>
                  </a:lnTo>
                  <a:lnTo>
                    <a:pt x="1007351" y="42710"/>
                  </a:lnTo>
                  <a:lnTo>
                    <a:pt x="1023372" y="64878"/>
                  </a:lnTo>
                  <a:lnTo>
                    <a:pt x="1044905" y="65640"/>
                  </a:lnTo>
                  <a:lnTo>
                    <a:pt x="1064285" y="105429"/>
                  </a:lnTo>
                  <a:lnTo>
                    <a:pt x="1059847" y="142958"/>
                  </a:lnTo>
                  <a:lnTo>
                    <a:pt x="1082897" y="183509"/>
                  </a:lnTo>
                  <a:lnTo>
                    <a:pt x="1031596" y="181343"/>
                  </a:lnTo>
                  <a:lnTo>
                    <a:pt x="1019689" y="198323"/>
                  </a:lnTo>
                  <a:lnTo>
                    <a:pt x="1063524" y="235090"/>
                  </a:lnTo>
                  <a:lnTo>
                    <a:pt x="1079868" y="274885"/>
                  </a:lnTo>
                  <a:lnTo>
                    <a:pt x="1091019" y="280073"/>
                  </a:lnTo>
                  <a:lnTo>
                    <a:pt x="1115263" y="262446"/>
                  </a:lnTo>
                  <a:lnTo>
                    <a:pt x="1126191" y="274238"/>
                  </a:lnTo>
                  <a:lnTo>
                    <a:pt x="1155961" y="256502"/>
                  </a:lnTo>
                  <a:lnTo>
                    <a:pt x="1195572" y="256502"/>
                  </a:lnTo>
                  <a:lnTo>
                    <a:pt x="1212349" y="232925"/>
                  </a:lnTo>
                  <a:lnTo>
                    <a:pt x="1201528" y="226003"/>
                  </a:lnTo>
                  <a:lnTo>
                    <a:pt x="1208888" y="217678"/>
                  </a:lnTo>
                  <a:lnTo>
                    <a:pt x="1264983" y="213785"/>
                  </a:lnTo>
                  <a:lnTo>
                    <a:pt x="1310196" y="173990"/>
                  </a:lnTo>
                  <a:lnTo>
                    <a:pt x="1308798" y="157772"/>
                  </a:lnTo>
                  <a:lnTo>
                    <a:pt x="1334008" y="143713"/>
                  </a:lnTo>
                  <a:lnTo>
                    <a:pt x="1355090" y="147390"/>
                  </a:lnTo>
                  <a:lnTo>
                    <a:pt x="1383792" y="184804"/>
                  </a:lnTo>
                  <a:lnTo>
                    <a:pt x="1381823" y="199942"/>
                  </a:lnTo>
                  <a:lnTo>
                    <a:pt x="1429893" y="195510"/>
                  </a:lnTo>
                  <a:lnTo>
                    <a:pt x="1438783" y="175940"/>
                  </a:lnTo>
                  <a:lnTo>
                    <a:pt x="1466025" y="172479"/>
                  </a:lnTo>
                  <a:lnTo>
                    <a:pt x="1487360" y="205353"/>
                  </a:lnTo>
                  <a:lnTo>
                    <a:pt x="1509141" y="200482"/>
                  </a:lnTo>
                  <a:lnTo>
                    <a:pt x="1542352" y="202432"/>
                  </a:lnTo>
                  <a:lnTo>
                    <a:pt x="1548320" y="211843"/>
                  </a:lnTo>
                  <a:lnTo>
                    <a:pt x="1573085" y="211843"/>
                  </a:lnTo>
                  <a:lnTo>
                    <a:pt x="1583944" y="198000"/>
                  </a:lnTo>
                  <a:lnTo>
                    <a:pt x="1603312" y="197022"/>
                  </a:lnTo>
                  <a:lnTo>
                    <a:pt x="1602295" y="186214"/>
                  </a:lnTo>
                  <a:lnTo>
                    <a:pt x="1620076" y="177451"/>
                  </a:lnTo>
                  <a:lnTo>
                    <a:pt x="1648333" y="197022"/>
                  </a:lnTo>
                  <a:lnTo>
                    <a:pt x="1669225" y="197022"/>
                  </a:lnTo>
                  <a:lnTo>
                    <a:pt x="1709230" y="150850"/>
                  </a:lnTo>
                  <a:lnTo>
                    <a:pt x="1709230" y="129654"/>
                  </a:lnTo>
                  <a:lnTo>
                    <a:pt x="1698307" y="117977"/>
                  </a:lnTo>
                  <a:lnTo>
                    <a:pt x="1742059" y="108134"/>
                  </a:lnTo>
                  <a:lnTo>
                    <a:pt x="1736027" y="129007"/>
                  </a:lnTo>
                  <a:lnTo>
                    <a:pt x="1739646" y="159931"/>
                  </a:lnTo>
                  <a:lnTo>
                    <a:pt x="1761554" y="177883"/>
                  </a:lnTo>
                  <a:lnTo>
                    <a:pt x="1758505" y="201460"/>
                  </a:lnTo>
                  <a:lnTo>
                    <a:pt x="1776158" y="206324"/>
                  </a:lnTo>
                  <a:lnTo>
                    <a:pt x="1781366" y="162852"/>
                  </a:lnTo>
                  <a:lnTo>
                    <a:pt x="1791716" y="148901"/>
                  </a:lnTo>
                  <a:lnTo>
                    <a:pt x="1805940" y="156254"/>
                  </a:lnTo>
                  <a:lnTo>
                    <a:pt x="1811845" y="113544"/>
                  </a:lnTo>
                  <a:lnTo>
                    <a:pt x="1832673" y="83261"/>
                  </a:lnTo>
                  <a:lnTo>
                    <a:pt x="1852676" y="79585"/>
                  </a:lnTo>
                  <a:lnTo>
                    <a:pt x="1865313" y="21628"/>
                  </a:lnTo>
                  <a:lnTo>
                    <a:pt x="1891284" y="13297"/>
                  </a:lnTo>
                  <a:lnTo>
                    <a:pt x="1904746" y="25845"/>
                  </a:lnTo>
                  <a:lnTo>
                    <a:pt x="1917382" y="0"/>
                  </a:lnTo>
                  <a:lnTo>
                    <a:pt x="1942211" y="14707"/>
                  </a:lnTo>
                  <a:lnTo>
                    <a:pt x="1962023" y="4432"/>
                  </a:lnTo>
                  <a:lnTo>
                    <a:pt x="1970088" y="14059"/>
                  </a:lnTo>
                  <a:lnTo>
                    <a:pt x="1997583" y="11786"/>
                  </a:lnTo>
                  <a:lnTo>
                    <a:pt x="2031238" y="28982"/>
                  </a:lnTo>
                  <a:lnTo>
                    <a:pt x="2039683" y="48660"/>
                  </a:lnTo>
                  <a:lnTo>
                    <a:pt x="2060512" y="58934"/>
                  </a:lnTo>
                  <a:lnTo>
                    <a:pt x="2066989" y="74181"/>
                  </a:lnTo>
                  <a:lnTo>
                    <a:pt x="2087626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0B1D817A-0863-EC93-30C9-59F0CDA253B9}"/>
                </a:ext>
              </a:extLst>
            </p:cNvPr>
            <p:cNvSpPr/>
            <p:nvPr/>
          </p:nvSpPr>
          <p:spPr>
            <a:xfrm>
              <a:off x="6866763" y="4147775"/>
              <a:ext cx="116649" cy="173234"/>
            </a:xfrm>
            <a:custGeom>
              <a:avLst/>
              <a:gdLst>
                <a:gd name="csX0" fmla="*/ 45021 w 116649"/>
                <a:gd name="csY0" fmla="*/ 0 h 173234"/>
                <a:gd name="csX1" fmla="*/ 45530 w 116649"/>
                <a:gd name="csY1" fmla="*/ 32010 h 173234"/>
                <a:gd name="csX2" fmla="*/ 8318 w 116649"/>
                <a:gd name="csY2" fmla="*/ 35471 h 173234"/>
                <a:gd name="csX3" fmla="*/ 8890 w 116649"/>
                <a:gd name="csY3" fmla="*/ 44767 h 173234"/>
                <a:gd name="csX4" fmla="*/ 0 w 116649"/>
                <a:gd name="csY4" fmla="*/ 54070 h 173234"/>
                <a:gd name="csX5" fmla="*/ 3429 w 116649"/>
                <a:gd name="csY5" fmla="*/ 60014 h 173234"/>
                <a:gd name="csX6" fmla="*/ 38100 w 116649"/>
                <a:gd name="csY6" fmla="*/ 69317 h 173234"/>
                <a:gd name="csX7" fmla="*/ 45974 w 116649"/>
                <a:gd name="csY7" fmla="*/ 85535 h 173234"/>
                <a:gd name="csX8" fmla="*/ 67310 w 116649"/>
                <a:gd name="csY8" fmla="*/ 100349 h 173234"/>
                <a:gd name="csX9" fmla="*/ 86995 w 116649"/>
                <a:gd name="csY9" fmla="*/ 150419 h 173234"/>
                <a:gd name="csX10" fmla="*/ 94615 w 116649"/>
                <a:gd name="csY10" fmla="*/ 144469 h 173234"/>
                <a:gd name="csX11" fmla="*/ 107061 w 116649"/>
                <a:gd name="csY11" fmla="*/ 151175 h 173234"/>
                <a:gd name="csX12" fmla="*/ 107061 w 116649"/>
                <a:gd name="csY12" fmla="*/ 167399 h 173234"/>
                <a:gd name="csX13" fmla="*/ 116649 w 116649"/>
                <a:gd name="csY13" fmla="*/ 173234 h 17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6649" h="173234">
                  <a:moveTo>
                    <a:pt x="45021" y="0"/>
                  </a:moveTo>
                  <a:lnTo>
                    <a:pt x="45530" y="32010"/>
                  </a:lnTo>
                  <a:lnTo>
                    <a:pt x="8318" y="35471"/>
                  </a:lnTo>
                  <a:lnTo>
                    <a:pt x="8890" y="44767"/>
                  </a:lnTo>
                  <a:lnTo>
                    <a:pt x="0" y="54070"/>
                  </a:lnTo>
                  <a:lnTo>
                    <a:pt x="3429" y="60014"/>
                  </a:lnTo>
                  <a:lnTo>
                    <a:pt x="38100" y="69317"/>
                  </a:lnTo>
                  <a:lnTo>
                    <a:pt x="45974" y="85535"/>
                  </a:lnTo>
                  <a:lnTo>
                    <a:pt x="67310" y="100349"/>
                  </a:lnTo>
                  <a:lnTo>
                    <a:pt x="86995" y="150419"/>
                  </a:lnTo>
                  <a:lnTo>
                    <a:pt x="94615" y="144469"/>
                  </a:lnTo>
                  <a:lnTo>
                    <a:pt x="107061" y="151175"/>
                  </a:lnTo>
                  <a:lnTo>
                    <a:pt x="107061" y="167399"/>
                  </a:lnTo>
                  <a:lnTo>
                    <a:pt x="116649" y="1732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84622D1-F3A5-7939-3C24-C3E6CDDEE6ED}"/>
                </a:ext>
              </a:extLst>
            </p:cNvPr>
            <p:cNvSpPr/>
            <p:nvPr/>
          </p:nvSpPr>
          <p:spPr>
            <a:xfrm>
              <a:off x="6510528" y="4141393"/>
              <a:ext cx="148652" cy="165665"/>
            </a:xfrm>
            <a:custGeom>
              <a:avLst/>
              <a:gdLst>
                <a:gd name="csX0" fmla="*/ 6921 w 148652"/>
                <a:gd name="csY0" fmla="*/ 0 h 165665"/>
                <a:gd name="csX1" fmla="*/ 0 w 148652"/>
                <a:gd name="csY1" fmla="*/ 30061 h 165665"/>
                <a:gd name="csX2" fmla="*/ 30670 w 148652"/>
                <a:gd name="csY2" fmla="*/ 31471 h 165665"/>
                <a:gd name="csX3" fmla="*/ 26733 w 148652"/>
                <a:gd name="csY3" fmla="*/ 44228 h 165665"/>
                <a:gd name="csX4" fmla="*/ 53467 w 148652"/>
                <a:gd name="csY4" fmla="*/ 51581 h 165665"/>
                <a:gd name="csX5" fmla="*/ 70358 w 148652"/>
                <a:gd name="csY5" fmla="*/ 68885 h 165665"/>
                <a:gd name="csX6" fmla="*/ 65405 w 148652"/>
                <a:gd name="csY6" fmla="*/ 75267 h 165665"/>
                <a:gd name="csX7" fmla="*/ 110934 w 148652"/>
                <a:gd name="csY7" fmla="*/ 105220 h 165665"/>
                <a:gd name="csX8" fmla="*/ 106934 w 148652"/>
                <a:gd name="csY8" fmla="*/ 117005 h 165665"/>
                <a:gd name="csX9" fmla="*/ 117348 w 148652"/>
                <a:gd name="csY9" fmla="*/ 130740 h 165665"/>
                <a:gd name="csX10" fmla="*/ 140208 w 148652"/>
                <a:gd name="csY10" fmla="*/ 139605 h 165665"/>
                <a:gd name="csX11" fmla="*/ 148653 w 148652"/>
                <a:gd name="csY11" fmla="*/ 165665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8652" h="165665">
                  <a:moveTo>
                    <a:pt x="6921" y="0"/>
                  </a:moveTo>
                  <a:lnTo>
                    <a:pt x="0" y="30061"/>
                  </a:lnTo>
                  <a:lnTo>
                    <a:pt x="30670" y="31471"/>
                  </a:lnTo>
                  <a:lnTo>
                    <a:pt x="26733" y="44228"/>
                  </a:lnTo>
                  <a:lnTo>
                    <a:pt x="53467" y="51581"/>
                  </a:lnTo>
                  <a:lnTo>
                    <a:pt x="70358" y="68885"/>
                  </a:lnTo>
                  <a:lnTo>
                    <a:pt x="65405" y="75267"/>
                  </a:lnTo>
                  <a:lnTo>
                    <a:pt x="110934" y="105220"/>
                  </a:lnTo>
                  <a:lnTo>
                    <a:pt x="106934" y="117005"/>
                  </a:lnTo>
                  <a:lnTo>
                    <a:pt x="117348" y="130740"/>
                  </a:lnTo>
                  <a:lnTo>
                    <a:pt x="140208" y="139605"/>
                  </a:lnTo>
                  <a:lnTo>
                    <a:pt x="148653" y="16566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0B143A4E-58ED-ABBC-E4AC-E0FD8E6BCA4A}"/>
                </a:ext>
              </a:extLst>
            </p:cNvPr>
            <p:cNvSpPr/>
            <p:nvPr/>
          </p:nvSpPr>
          <p:spPr>
            <a:xfrm>
              <a:off x="6171660" y="4216336"/>
              <a:ext cx="63430" cy="185559"/>
            </a:xfrm>
            <a:custGeom>
              <a:avLst/>
              <a:gdLst>
                <a:gd name="csX0" fmla="*/ 43834 w 63430"/>
                <a:gd name="csY0" fmla="*/ 0 h 185559"/>
                <a:gd name="csX1" fmla="*/ 19482 w 63430"/>
                <a:gd name="csY1" fmla="*/ 38818 h 185559"/>
                <a:gd name="csX2" fmla="*/ 0 w 63430"/>
                <a:gd name="csY2" fmla="*/ 52337 h 185559"/>
                <a:gd name="csX3" fmla="*/ 9957 w 63430"/>
                <a:gd name="csY3" fmla="*/ 68771 h 185559"/>
                <a:gd name="csX4" fmla="*/ 14396 w 63430"/>
                <a:gd name="csY4" fmla="*/ 111271 h 185559"/>
                <a:gd name="csX5" fmla="*/ 29223 w 63430"/>
                <a:gd name="csY5" fmla="*/ 114300 h 185559"/>
                <a:gd name="csX6" fmla="*/ 32690 w 63430"/>
                <a:gd name="csY6" fmla="*/ 126517 h 185559"/>
                <a:gd name="csX7" fmla="*/ 23813 w 63430"/>
                <a:gd name="csY7" fmla="*/ 131928 h 185559"/>
                <a:gd name="csX8" fmla="*/ 48489 w 63430"/>
                <a:gd name="csY8" fmla="*/ 162420 h 185559"/>
                <a:gd name="csX9" fmla="*/ 62452 w 63430"/>
                <a:gd name="csY9" fmla="*/ 168802 h 185559"/>
                <a:gd name="csX10" fmla="*/ 63430 w 63430"/>
                <a:gd name="csY10" fmla="*/ 185560 h 185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430" h="185559">
                  <a:moveTo>
                    <a:pt x="43834" y="0"/>
                  </a:moveTo>
                  <a:lnTo>
                    <a:pt x="19482" y="38818"/>
                  </a:lnTo>
                  <a:lnTo>
                    <a:pt x="0" y="52337"/>
                  </a:lnTo>
                  <a:lnTo>
                    <a:pt x="9957" y="68771"/>
                  </a:lnTo>
                  <a:lnTo>
                    <a:pt x="14396" y="111271"/>
                  </a:lnTo>
                  <a:lnTo>
                    <a:pt x="29223" y="114300"/>
                  </a:lnTo>
                  <a:lnTo>
                    <a:pt x="32690" y="126517"/>
                  </a:lnTo>
                  <a:lnTo>
                    <a:pt x="23813" y="131928"/>
                  </a:lnTo>
                  <a:lnTo>
                    <a:pt x="48489" y="162420"/>
                  </a:lnTo>
                  <a:lnTo>
                    <a:pt x="62452" y="168802"/>
                  </a:lnTo>
                  <a:lnTo>
                    <a:pt x="63430" y="1855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AE751ED5-0E3D-5F9A-377B-10C565C4F2EC}"/>
                </a:ext>
              </a:extLst>
            </p:cNvPr>
            <p:cNvSpPr/>
            <p:nvPr/>
          </p:nvSpPr>
          <p:spPr>
            <a:xfrm>
              <a:off x="5955296" y="4006329"/>
              <a:ext cx="221557" cy="309816"/>
            </a:xfrm>
            <a:custGeom>
              <a:avLst/>
              <a:gdLst>
                <a:gd name="csX0" fmla="*/ 203702 w 221557"/>
                <a:gd name="csY0" fmla="*/ 0 h 309816"/>
                <a:gd name="csX1" fmla="*/ 205975 w 221557"/>
                <a:gd name="csY1" fmla="*/ 28010 h 309816"/>
                <a:gd name="csX2" fmla="*/ 221558 w 221557"/>
                <a:gd name="csY2" fmla="*/ 36766 h 309816"/>
                <a:gd name="csX3" fmla="*/ 219825 w 221557"/>
                <a:gd name="csY3" fmla="*/ 63373 h 309816"/>
                <a:gd name="csX4" fmla="*/ 195040 w 221557"/>
                <a:gd name="csY4" fmla="*/ 71266 h 309816"/>
                <a:gd name="csX5" fmla="*/ 177724 w 221557"/>
                <a:gd name="csY5" fmla="*/ 122307 h 309816"/>
                <a:gd name="csX6" fmla="*/ 162135 w 221557"/>
                <a:gd name="csY6" fmla="*/ 137122 h 309816"/>
                <a:gd name="csX7" fmla="*/ 158350 w 221557"/>
                <a:gd name="csY7" fmla="*/ 162096 h 309816"/>
                <a:gd name="csX8" fmla="*/ 134862 w 221557"/>
                <a:gd name="csY8" fmla="*/ 178321 h 309816"/>
                <a:gd name="csX9" fmla="*/ 109862 w 221557"/>
                <a:gd name="csY9" fmla="*/ 246119 h 309816"/>
                <a:gd name="csX10" fmla="*/ 92977 w 221557"/>
                <a:gd name="csY10" fmla="*/ 253041 h 309816"/>
                <a:gd name="csX11" fmla="*/ 89294 w 221557"/>
                <a:gd name="csY11" fmla="*/ 235852 h 309816"/>
                <a:gd name="csX12" fmla="*/ 75222 w 221557"/>
                <a:gd name="csY12" fmla="*/ 226009 h 309816"/>
                <a:gd name="csX13" fmla="*/ 64510 w 221557"/>
                <a:gd name="csY13" fmla="*/ 236607 h 309816"/>
                <a:gd name="csX14" fmla="*/ 51410 w 221557"/>
                <a:gd name="csY14" fmla="*/ 230657 h 309816"/>
                <a:gd name="csX15" fmla="*/ 7576 w 221557"/>
                <a:gd name="csY15" fmla="*/ 272726 h 309816"/>
                <a:gd name="csX16" fmla="*/ 8763 w 221557"/>
                <a:gd name="csY16" fmla="*/ 292836 h 309816"/>
                <a:gd name="csX17" fmla="*/ 0 w 221557"/>
                <a:gd name="csY17" fmla="*/ 309816 h 309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21557" h="309816">
                  <a:moveTo>
                    <a:pt x="203702" y="0"/>
                  </a:moveTo>
                  <a:lnTo>
                    <a:pt x="205975" y="28010"/>
                  </a:lnTo>
                  <a:lnTo>
                    <a:pt x="221558" y="36766"/>
                  </a:lnTo>
                  <a:lnTo>
                    <a:pt x="219825" y="63373"/>
                  </a:lnTo>
                  <a:lnTo>
                    <a:pt x="195040" y="71266"/>
                  </a:lnTo>
                  <a:lnTo>
                    <a:pt x="177724" y="122307"/>
                  </a:lnTo>
                  <a:lnTo>
                    <a:pt x="162135" y="137122"/>
                  </a:lnTo>
                  <a:lnTo>
                    <a:pt x="158350" y="162096"/>
                  </a:lnTo>
                  <a:lnTo>
                    <a:pt x="134862" y="178321"/>
                  </a:lnTo>
                  <a:lnTo>
                    <a:pt x="109862" y="246119"/>
                  </a:lnTo>
                  <a:lnTo>
                    <a:pt x="92977" y="253041"/>
                  </a:lnTo>
                  <a:lnTo>
                    <a:pt x="89294" y="235852"/>
                  </a:lnTo>
                  <a:lnTo>
                    <a:pt x="75222" y="226009"/>
                  </a:lnTo>
                  <a:lnTo>
                    <a:pt x="64510" y="236607"/>
                  </a:lnTo>
                  <a:lnTo>
                    <a:pt x="51410" y="230657"/>
                  </a:lnTo>
                  <a:lnTo>
                    <a:pt x="7576" y="272726"/>
                  </a:lnTo>
                  <a:lnTo>
                    <a:pt x="8763" y="292836"/>
                  </a:lnTo>
                  <a:lnTo>
                    <a:pt x="0" y="30981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0C9BB780-DDC2-313A-8FFB-0107C48AC67A}"/>
                </a:ext>
              </a:extLst>
            </p:cNvPr>
            <p:cNvSpPr/>
            <p:nvPr/>
          </p:nvSpPr>
          <p:spPr>
            <a:xfrm>
              <a:off x="5736228" y="4060507"/>
              <a:ext cx="42100" cy="193890"/>
            </a:xfrm>
            <a:custGeom>
              <a:avLst/>
              <a:gdLst>
                <a:gd name="csX0" fmla="*/ 28899 w 42100"/>
                <a:gd name="csY0" fmla="*/ 0 h 193890"/>
                <a:gd name="csX1" fmla="*/ 25216 w 42100"/>
                <a:gd name="csY1" fmla="*/ 13627 h 193890"/>
                <a:gd name="csX2" fmla="*/ 42101 w 42100"/>
                <a:gd name="csY2" fmla="*/ 39148 h 193890"/>
                <a:gd name="csX3" fmla="*/ 14827 w 42100"/>
                <a:gd name="csY3" fmla="*/ 95701 h 193890"/>
                <a:gd name="csX4" fmla="*/ 1403 w 42100"/>
                <a:gd name="csY4" fmla="*/ 99054 h 193890"/>
                <a:gd name="csX5" fmla="*/ 0 w 42100"/>
                <a:gd name="csY5" fmla="*/ 193891 h 193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100" h="193890">
                  <a:moveTo>
                    <a:pt x="28899" y="0"/>
                  </a:moveTo>
                  <a:lnTo>
                    <a:pt x="25216" y="13627"/>
                  </a:lnTo>
                  <a:lnTo>
                    <a:pt x="42101" y="39148"/>
                  </a:lnTo>
                  <a:lnTo>
                    <a:pt x="14827" y="95701"/>
                  </a:lnTo>
                  <a:lnTo>
                    <a:pt x="1403" y="99054"/>
                  </a:lnTo>
                  <a:lnTo>
                    <a:pt x="0" y="1938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B59205FF-5FD4-5A59-FC86-C9A7D147A40F}"/>
                </a:ext>
              </a:extLst>
            </p:cNvPr>
            <p:cNvSpPr/>
            <p:nvPr/>
          </p:nvSpPr>
          <p:spPr>
            <a:xfrm>
              <a:off x="5666301" y="4086352"/>
              <a:ext cx="29222" cy="174535"/>
            </a:xfrm>
            <a:custGeom>
              <a:avLst/>
              <a:gdLst>
                <a:gd name="csX0" fmla="*/ 972 w 29222"/>
                <a:gd name="csY0" fmla="*/ 0 h 174535"/>
                <a:gd name="csX1" fmla="*/ 0 w 29222"/>
                <a:gd name="csY1" fmla="*/ 27248 h 174535"/>
                <a:gd name="csX2" fmla="*/ 17856 w 29222"/>
                <a:gd name="csY2" fmla="*/ 38392 h 174535"/>
                <a:gd name="csX3" fmla="*/ 16345 w 29222"/>
                <a:gd name="csY3" fmla="*/ 59258 h 174535"/>
                <a:gd name="csX4" fmla="*/ 28251 w 29222"/>
                <a:gd name="csY4" fmla="*/ 73209 h 174535"/>
                <a:gd name="csX5" fmla="*/ 29223 w 29222"/>
                <a:gd name="csY5" fmla="*/ 174536 h 174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22" h="174535">
                  <a:moveTo>
                    <a:pt x="972" y="0"/>
                  </a:moveTo>
                  <a:lnTo>
                    <a:pt x="0" y="27248"/>
                  </a:lnTo>
                  <a:lnTo>
                    <a:pt x="17856" y="38392"/>
                  </a:lnTo>
                  <a:lnTo>
                    <a:pt x="16345" y="59258"/>
                  </a:lnTo>
                  <a:lnTo>
                    <a:pt x="28251" y="73209"/>
                  </a:lnTo>
                  <a:lnTo>
                    <a:pt x="29223" y="17453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CE3F5DB-3E8A-80D5-D98B-36E575EB577F}"/>
                </a:ext>
              </a:extLst>
            </p:cNvPr>
            <p:cNvSpPr/>
            <p:nvPr/>
          </p:nvSpPr>
          <p:spPr>
            <a:xfrm>
              <a:off x="5630259" y="4082135"/>
              <a:ext cx="41128" cy="185349"/>
            </a:xfrm>
            <a:custGeom>
              <a:avLst/>
              <a:gdLst>
                <a:gd name="csX0" fmla="*/ 41129 w 41128"/>
                <a:gd name="csY0" fmla="*/ 185350 h 185349"/>
                <a:gd name="csX1" fmla="*/ 22301 w 41128"/>
                <a:gd name="csY1" fmla="*/ 157124 h 185349"/>
                <a:gd name="csX2" fmla="*/ 27172 w 41128"/>
                <a:gd name="csY2" fmla="*/ 105111 h 185349"/>
                <a:gd name="csX3" fmla="*/ 14503 w 41128"/>
                <a:gd name="csY3" fmla="*/ 90729 h 185349"/>
                <a:gd name="csX4" fmla="*/ 13748 w 41128"/>
                <a:gd name="csY4" fmla="*/ 32766 h 185349"/>
                <a:gd name="csX5" fmla="*/ 0 w 41128"/>
                <a:gd name="csY5" fmla="*/ 19247 h 185349"/>
                <a:gd name="csX6" fmla="*/ 4654 w 41128"/>
                <a:gd name="csY6" fmla="*/ 0 h 185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128" h="185349">
                  <a:moveTo>
                    <a:pt x="41129" y="185350"/>
                  </a:moveTo>
                  <a:lnTo>
                    <a:pt x="22301" y="157124"/>
                  </a:lnTo>
                  <a:lnTo>
                    <a:pt x="27172" y="105111"/>
                  </a:lnTo>
                  <a:lnTo>
                    <a:pt x="14503" y="90729"/>
                  </a:lnTo>
                  <a:lnTo>
                    <a:pt x="13748" y="32766"/>
                  </a:lnTo>
                  <a:lnTo>
                    <a:pt x="0" y="19247"/>
                  </a:lnTo>
                  <a:lnTo>
                    <a:pt x="465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BC68B232-EC3B-EBF1-5E23-8FC4DBB8A118}"/>
                </a:ext>
              </a:extLst>
            </p:cNvPr>
            <p:cNvSpPr/>
            <p:nvPr/>
          </p:nvSpPr>
          <p:spPr>
            <a:xfrm>
              <a:off x="5512498" y="4143451"/>
              <a:ext cx="28035" cy="162420"/>
            </a:xfrm>
            <a:custGeom>
              <a:avLst/>
              <a:gdLst>
                <a:gd name="csX0" fmla="*/ 16021 w 28035"/>
                <a:gd name="csY0" fmla="*/ 162420 h 162420"/>
                <a:gd name="csX1" fmla="*/ 17862 w 28035"/>
                <a:gd name="csY1" fmla="*/ 147390 h 162420"/>
                <a:gd name="csX2" fmla="*/ 8230 w 28035"/>
                <a:gd name="csY2" fmla="*/ 141440 h 162420"/>
                <a:gd name="csX3" fmla="*/ 0 w 28035"/>
                <a:gd name="csY3" fmla="*/ 104673 h 162420"/>
                <a:gd name="csX4" fmla="*/ 14180 w 28035"/>
                <a:gd name="csY4" fmla="*/ 60446 h 162420"/>
                <a:gd name="csX5" fmla="*/ 28035 w 28035"/>
                <a:gd name="csY5" fmla="*/ 46603 h 162420"/>
                <a:gd name="csX6" fmla="*/ 17431 w 28035"/>
                <a:gd name="csY6" fmla="*/ 17297 h 162420"/>
                <a:gd name="csX7" fmla="*/ 18942 w 28035"/>
                <a:gd name="csY7" fmla="*/ 0 h 16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035" h="162420">
                  <a:moveTo>
                    <a:pt x="16021" y="162420"/>
                  </a:moveTo>
                  <a:lnTo>
                    <a:pt x="17862" y="147390"/>
                  </a:lnTo>
                  <a:lnTo>
                    <a:pt x="8230" y="141440"/>
                  </a:lnTo>
                  <a:lnTo>
                    <a:pt x="0" y="104673"/>
                  </a:lnTo>
                  <a:lnTo>
                    <a:pt x="14180" y="60446"/>
                  </a:lnTo>
                  <a:lnTo>
                    <a:pt x="28035" y="46603"/>
                  </a:lnTo>
                  <a:lnTo>
                    <a:pt x="17431" y="17297"/>
                  </a:lnTo>
                  <a:lnTo>
                    <a:pt x="1894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1C3ED72-DC20-0E03-B2A3-0E86E2C04EA2}"/>
                </a:ext>
              </a:extLst>
            </p:cNvPr>
            <p:cNvSpPr/>
            <p:nvPr/>
          </p:nvSpPr>
          <p:spPr>
            <a:xfrm>
              <a:off x="5309635" y="4214063"/>
              <a:ext cx="46753" cy="115595"/>
            </a:xfrm>
            <a:custGeom>
              <a:avLst/>
              <a:gdLst>
                <a:gd name="csX0" fmla="*/ 5873 w 46753"/>
                <a:gd name="csY0" fmla="*/ 0 h 115595"/>
                <a:gd name="csX1" fmla="*/ 12585 w 46753"/>
                <a:gd name="csY1" fmla="*/ 26168 h 115595"/>
                <a:gd name="csX2" fmla="*/ 31 w 46753"/>
                <a:gd name="csY2" fmla="*/ 41415 h 115595"/>
                <a:gd name="csX3" fmla="*/ 28498 w 46753"/>
                <a:gd name="csY3" fmla="*/ 50286 h 115595"/>
                <a:gd name="csX4" fmla="*/ 30771 w 46753"/>
                <a:gd name="csY4" fmla="*/ 61532 h 115595"/>
                <a:gd name="csX5" fmla="*/ 46678 w 46753"/>
                <a:gd name="csY5" fmla="*/ 67691 h 115595"/>
                <a:gd name="csX6" fmla="*/ 38779 w 46753"/>
                <a:gd name="csY6" fmla="*/ 115595 h 115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753" h="115595">
                  <a:moveTo>
                    <a:pt x="5873" y="0"/>
                  </a:moveTo>
                  <a:lnTo>
                    <a:pt x="12585" y="26168"/>
                  </a:lnTo>
                  <a:cubicBezTo>
                    <a:pt x="12585" y="26168"/>
                    <a:pt x="-725" y="41415"/>
                    <a:pt x="31" y="41415"/>
                  </a:cubicBezTo>
                  <a:cubicBezTo>
                    <a:pt x="786" y="41415"/>
                    <a:pt x="28498" y="50286"/>
                    <a:pt x="28498" y="50286"/>
                  </a:cubicBezTo>
                  <a:lnTo>
                    <a:pt x="30771" y="61532"/>
                  </a:lnTo>
                  <a:cubicBezTo>
                    <a:pt x="30771" y="61532"/>
                    <a:pt x="45598" y="67907"/>
                    <a:pt x="46678" y="67691"/>
                  </a:cubicBezTo>
                  <a:cubicBezTo>
                    <a:pt x="47656" y="67475"/>
                    <a:pt x="38779" y="115595"/>
                    <a:pt x="38779" y="11559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B13A2F87-8794-5CB3-AC35-A2CB5B96A2BE}"/>
                </a:ext>
              </a:extLst>
            </p:cNvPr>
            <p:cNvSpPr/>
            <p:nvPr/>
          </p:nvSpPr>
          <p:spPr>
            <a:xfrm>
              <a:off x="5202186" y="4179131"/>
              <a:ext cx="51415" cy="58179"/>
            </a:xfrm>
            <a:custGeom>
              <a:avLst/>
              <a:gdLst>
                <a:gd name="csX0" fmla="*/ 51416 w 51415"/>
                <a:gd name="csY0" fmla="*/ 0 h 58179"/>
                <a:gd name="csX1" fmla="*/ 50114 w 51415"/>
                <a:gd name="csY1" fmla="*/ 20225 h 58179"/>
                <a:gd name="csX2" fmla="*/ 0 w 51415"/>
                <a:gd name="csY2" fmla="*/ 58179 h 58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415" h="58179">
                  <a:moveTo>
                    <a:pt x="51416" y="0"/>
                  </a:moveTo>
                  <a:lnTo>
                    <a:pt x="50114" y="20225"/>
                  </a:lnTo>
                  <a:lnTo>
                    <a:pt x="0" y="581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BBB64B16-5CE4-FD9C-FB3C-3E1BF4E3881D}"/>
                </a:ext>
              </a:extLst>
            </p:cNvPr>
            <p:cNvSpPr/>
            <p:nvPr/>
          </p:nvSpPr>
          <p:spPr>
            <a:xfrm>
              <a:off x="5010937" y="3548799"/>
              <a:ext cx="1960791" cy="399027"/>
            </a:xfrm>
            <a:custGeom>
              <a:avLst/>
              <a:gdLst>
                <a:gd name="csX0" fmla="*/ 0 w 1960791"/>
                <a:gd name="csY0" fmla="*/ 350367 h 399027"/>
                <a:gd name="csX1" fmla="*/ 15475 w 1960791"/>
                <a:gd name="csY1" fmla="*/ 348748 h 399027"/>
                <a:gd name="csX2" fmla="*/ 24028 w 1960791"/>
                <a:gd name="csY2" fmla="*/ 328523 h 399027"/>
                <a:gd name="csX3" fmla="*/ 80638 w 1960791"/>
                <a:gd name="csY3" fmla="*/ 323335 h 399027"/>
                <a:gd name="csX4" fmla="*/ 99574 w 1960791"/>
                <a:gd name="csY4" fmla="*/ 342474 h 399027"/>
                <a:gd name="csX5" fmla="*/ 116897 w 1960791"/>
                <a:gd name="csY5" fmla="*/ 342474 h 399027"/>
                <a:gd name="csX6" fmla="*/ 136271 w 1960791"/>
                <a:gd name="csY6" fmla="*/ 377399 h 399027"/>
                <a:gd name="csX7" fmla="*/ 166357 w 1960791"/>
                <a:gd name="csY7" fmla="*/ 399028 h 399027"/>
                <a:gd name="csX8" fmla="*/ 180321 w 1960791"/>
                <a:gd name="csY8" fmla="*/ 387782 h 399027"/>
                <a:gd name="csX9" fmla="*/ 180753 w 1960791"/>
                <a:gd name="csY9" fmla="*/ 367131 h 399027"/>
                <a:gd name="csX10" fmla="*/ 192659 w 1960791"/>
                <a:gd name="csY10" fmla="*/ 361181 h 399027"/>
                <a:gd name="csX11" fmla="*/ 212465 w 1960791"/>
                <a:gd name="csY11" fmla="*/ 381406 h 399027"/>
                <a:gd name="csX12" fmla="*/ 221450 w 1960791"/>
                <a:gd name="csY12" fmla="*/ 368535 h 399027"/>
                <a:gd name="csX13" fmla="*/ 262579 w 1960791"/>
                <a:gd name="csY13" fmla="*/ 370592 h 399027"/>
                <a:gd name="csX14" fmla="*/ 267017 w 1960791"/>
                <a:gd name="csY14" fmla="*/ 360210 h 399027"/>
                <a:gd name="csX15" fmla="*/ 283470 w 1960791"/>
                <a:gd name="csY15" fmla="*/ 359239 h 399027"/>
                <a:gd name="csX16" fmla="*/ 284880 w 1960791"/>
                <a:gd name="csY16" fmla="*/ 367131 h 399027"/>
                <a:gd name="csX17" fmla="*/ 414109 w 1960791"/>
                <a:gd name="csY17" fmla="*/ 367131 h 399027"/>
                <a:gd name="csX18" fmla="*/ 420605 w 1960791"/>
                <a:gd name="csY18" fmla="*/ 336200 h 399027"/>
                <a:gd name="csX19" fmla="*/ 410216 w 1960791"/>
                <a:gd name="csY19" fmla="*/ 328307 h 399027"/>
                <a:gd name="csX20" fmla="*/ 375469 w 1960791"/>
                <a:gd name="csY20" fmla="*/ 0 h 399027"/>
                <a:gd name="csX21" fmla="*/ 442900 w 1960791"/>
                <a:gd name="csY21" fmla="*/ 0 h 399027"/>
                <a:gd name="csX22" fmla="*/ 663810 w 1960791"/>
                <a:gd name="csY22" fmla="*/ 152368 h 399027"/>
                <a:gd name="csX23" fmla="*/ 667061 w 1960791"/>
                <a:gd name="csY23" fmla="*/ 167938 h 399027"/>
                <a:gd name="csX24" fmla="*/ 683508 w 1960791"/>
                <a:gd name="csY24" fmla="*/ 173780 h 399027"/>
                <a:gd name="csX25" fmla="*/ 690111 w 1960791"/>
                <a:gd name="csY25" fmla="*/ 185026 h 399027"/>
                <a:gd name="csX26" fmla="*/ 704723 w 1960791"/>
                <a:gd name="csY26" fmla="*/ 185458 h 399027"/>
                <a:gd name="csX27" fmla="*/ 714356 w 1960791"/>
                <a:gd name="csY27" fmla="*/ 194545 h 399027"/>
                <a:gd name="csX28" fmla="*/ 740226 w 1960791"/>
                <a:gd name="csY28" fmla="*/ 200812 h 399027"/>
                <a:gd name="csX29" fmla="*/ 744880 w 1960791"/>
                <a:gd name="csY29" fmla="*/ 216713 h 399027"/>
                <a:gd name="csX30" fmla="*/ 736219 w 1960791"/>
                <a:gd name="csY30" fmla="*/ 229254 h 399027"/>
                <a:gd name="csX31" fmla="*/ 748887 w 1960791"/>
                <a:gd name="csY31" fmla="*/ 236607 h 399027"/>
                <a:gd name="csX32" fmla="*/ 839152 w 1960791"/>
                <a:gd name="csY32" fmla="*/ 217360 h 399027"/>
                <a:gd name="csX33" fmla="*/ 900741 w 1960791"/>
                <a:gd name="csY33" fmla="*/ 159614 h 399027"/>
                <a:gd name="csX34" fmla="*/ 1070451 w 1960791"/>
                <a:gd name="csY34" fmla="*/ 58832 h 399027"/>
                <a:gd name="csX35" fmla="*/ 1129982 w 1960791"/>
                <a:gd name="csY35" fmla="*/ 71482 h 399027"/>
                <a:gd name="csX36" fmla="*/ 1154766 w 1960791"/>
                <a:gd name="csY36" fmla="*/ 93973 h 399027"/>
                <a:gd name="csX37" fmla="*/ 1220254 w 1960791"/>
                <a:gd name="csY37" fmla="*/ 58832 h 399027"/>
                <a:gd name="csX38" fmla="*/ 1519530 w 1960791"/>
                <a:gd name="csY38" fmla="*/ 214763 h 399027"/>
                <a:gd name="csX39" fmla="*/ 1519530 w 1960791"/>
                <a:gd name="csY39" fmla="*/ 194869 h 399027"/>
                <a:gd name="csX40" fmla="*/ 1558392 w 1960791"/>
                <a:gd name="csY40" fmla="*/ 194869 h 399027"/>
                <a:gd name="csX41" fmla="*/ 1558392 w 1960791"/>
                <a:gd name="csY41" fmla="*/ 117443 h 399027"/>
                <a:gd name="csX42" fmla="*/ 1783499 w 1960791"/>
                <a:gd name="csY42" fmla="*/ 117443 h 399027"/>
                <a:gd name="csX43" fmla="*/ 1789278 w 1960791"/>
                <a:gd name="csY43" fmla="*/ 108788 h 399027"/>
                <a:gd name="csX44" fmla="*/ 1804708 w 1960791"/>
                <a:gd name="csY44" fmla="*/ 108788 h 399027"/>
                <a:gd name="csX45" fmla="*/ 1802105 w 1960791"/>
                <a:gd name="csY45" fmla="*/ 117113 h 399027"/>
                <a:gd name="csX46" fmla="*/ 1864589 w 1960791"/>
                <a:gd name="csY46" fmla="*/ 117113 h 399027"/>
                <a:gd name="csX47" fmla="*/ 1880400 w 1960791"/>
                <a:gd name="csY47" fmla="*/ 128359 h 399027"/>
                <a:gd name="csX48" fmla="*/ 1896211 w 1960791"/>
                <a:gd name="csY48" fmla="*/ 126200 h 399027"/>
                <a:gd name="csX49" fmla="*/ 1901927 w 1960791"/>
                <a:gd name="csY49" fmla="*/ 109220 h 399027"/>
                <a:gd name="csX50" fmla="*/ 1921739 w 1960791"/>
                <a:gd name="csY50" fmla="*/ 106191 h 399027"/>
                <a:gd name="csX51" fmla="*/ 1931391 w 1960791"/>
                <a:gd name="csY51" fmla="*/ 84347 h 399027"/>
                <a:gd name="csX52" fmla="*/ 1941995 w 1960791"/>
                <a:gd name="csY52" fmla="*/ 87052 h 399027"/>
                <a:gd name="csX53" fmla="*/ 1960791 w 1960791"/>
                <a:gd name="csY53" fmla="*/ 67373 h 399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960791" h="399027">
                  <a:moveTo>
                    <a:pt x="0" y="350367"/>
                  </a:moveTo>
                  <a:lnTo>
                    <a:pt x="15475" y="348748"/>
                  </a:lnTo>
                  <a:lnTo>
                    <a:pt x="24028" y="328523"/>
                  </a:lnTo>
                  <a:lnTo>
                    <a:pt x="80638" y="323335"/>
                  </a:lnTo>
                  <a:lnTo>
                    <a:pt x="99574" y="342474"/>
                  </a:lnTo>
                  <a:lnTo>
                    <a:pt x="116897" y="342474"/>
                  </a:lnTo>
                  <a:lnTo>
                    <a:pt x="136271" y="377399"/>
                  </a:lnTo>
                  <a:lnTo>
                    <a:pt x="166357" y="399028"/>
                  </a:lnTo>
                  <a:lnTo>
                    <a:pt x="180321" y="387782"/>
                  </a:lnTo>
                  <a:lnTo>
                    <a:pt x="180753" y="367131"/>
                  </a:lnTo>
                  <a:lnTo>
                    <a:pt x="192659" y="361181"/>
                  </a:lnTo>
                  <a:lnTo>
                    <a:pt x="212465" y="381406"/>
                  </a:lnTo>
                  <a:lnTo>
                    <a:pt x="221450" y="368535"/>
                  </a:lnTo>
                  <a:lnTo>
                    <a:pt x="262579" y="370592"/>
                  </a:lnTo>
                  <a:lnTo>
                    <a:pt x="267017" y="360210"/>
                  </a:lnTo>
                  <a:lnTo>
                    <a:pt x="283470" y="359239"/>
                  </a:lnTo>
                  <a:lnTo>
                    <a:pt x="284880" y="367131"/>
                  </a:lnTo>
                  <a:lnTo>
                    <a:pt x="414109" y="367131"/>
                  </a:lnTo>
                  <a:lnTo>
                    <a:pt x="420605" y="336200"/>
                  </a:lnTo>
                  <a:lnTo>
                    <a:pt x="410216" y="328307"/>
                  </a:lnTo>
                  <a:lnTo>
                    <a:pt x="375469" y="0"/>
                  </a:lnTo>
                  <a:lnTo>
                    <a:pt x="442900" y="0"/>
                  </a:lnTo>
                  <a:lnTo>
                    <a:pt x="663810" y="152368"/>
                  </a:lnTo>
                  <a:lnTo>
                    <a:pt x="667061" y="167938"/>
                  </a:lnTo>
                  <a:lnTo>
                    <a:pt x="683508" y="173780"/>
                  </a:lnTo>
                  <a:lnTo>
                    <a:pt x="690111" y="185026"/>
                  </a:lnTo>
                  <a:lnTo>
                    <a:pt x="704723" y="185458"/>
                  </a:lnTo>
                  <a:lnTo>
                    <a:pt x="714356" y="194545"/>
                  </a:lnTo>
                  <a:lnTo>
                    <a:pt x="740226" y="200812"/>
                  </a:lnTo>
                  <a:lnTo>
                    <a:pt x="744880" y="216713"/>
                  </a:lnTo>
                  <a:lnTo>
                    <a:pt x="736219" y="229254"/>
                  </a:lnTo>
                  <a:lnTo>
                    <a:pt x="748887" y="236607"/>
                  </a:lnTo>
                  <a:lnTo>
                    <a:pt x="839152" y="217360"/>
                  </a:lnTo>
                  <a:lnTo>
                    <a:pt x="900741" y="159614"/>
                  </a:lnTo>
                  <a:lnTo>
                    <a:pt x="1070451" y="58832"/>
                  </a:lnTo>
                  <a:lnTo>
                    <a:pt x="1129982" y="71482"/>
                  </a:lnTo>
                  <a:lnTo>
                    <a:pt x="1154766" y="93973"/>
                  </a:lnTo>
                  <a:lnTo>
                    <a:pt x="1220254" y="58832"/>
                  </a:lnTo>
                  <a:lnTo>
                    <a:pt x="1519530" y="214763"/>
                  </a:lnTo>
                  <a:lnTo>
                    <a:pt x="1519530" y="194869"/>
                  </a:lnTo>
                  <a:lnTo>
                    <a:pt x="1558392" y="194869"/>
                  </a:lnTo>
                  <a:lnTo>
                    <a:pt x="1558392" y="117443"/>
                  </a:lnTo>
                  <a:lnTo>
                    <a:pt x="1783499" y="117443"/>
                  </a:lnTo>
                  <a:lnTo>
                    <a:pt x="1789278" y="108788"/>
                  </a:lnTo>
                  <a:lnTo>
                    <a:pt x="1804708" y="108788"/>
                  </a:lnTo>
                  <a:lnTo>
                    <a:pt x="1802105" y="117113"/>
                  </a:lnTo>
                  <a:lnTo>
                    <a:pt x="1864589" y="117113"/>
                  </a:lnTo>
                  <a:lnTo>
                    <a:pt x="1880400" y="128359"/>
                  </a:lnTo>
                  <a:lnTo>
                    <a:pt x="1896211" y="126200"/>
                  </a:lnTo>
                  <a:lnTo>
                    <a:pt x="1901927" y="109220"/>
                  </a:lnTo>
                  <a:lnTo>
                    <a:pt x="1921739" y="106191"/>
                  </a:lnTo>
                  <a:lnTo>
                    <a:pt x="1931391" y="84347"/>
                  </a:lnTo>
                  <a:lnTo>
                    <a:pt x="1941995" y="87052"/>
                  </a:lnTo>
                  <a:lnTo>
                    <a:pt x="1960791" y="673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4B7C6656-E730-418E-F863-99DC67D1500E}"/>
                </a:ext>
              </a:extLst>
            </p:cNvPr>
            <p:cNvSpPr/>
            <p:nvPr/>
          </p:nvSpPr>
          <p:spPr>
            <a:xfrm>
              <a:off x="6452234" y="3763562"/>
              <a:ext cx="78232" cy="325278"/>
            </a:xfrm>
            <a:custGeom>
              <a:avLst/>
              <a:gdLst>
                <a:gd name="csX0" fmla="*/ 78232 w 78232"/>
                <a:gd name="csY0" fmla="*/ 0 h 325278"/>
                <a:gd name="csX1" fmla="*/ 78232 w 78232"/>
                <a:gd name="csY1" fmla="*/ 142310 h 325278"/>
                <a:gd name="csX2" fmla="*/ 46736 w 78232"/>
                <a:gd name="csY2" fmla="*/ 142310 h 325278"/>
                <a:gd name="csX3" fmla="*/ 36322 w 78232"/>
                <a:gd name="csY3" fmla="*/ 150959 h 325278"/>
                <a:gd name="csX4" fmla="*/ 42609 w 78232"/>
                <a:gd name="csY4" fmla="*/ 161341 h 325278"/>
                <a:gd name="csX5" fmla="*/ 19241 w 78232"/>
                <a:gd name="csY5" fmla="*/ 187077 h 325278"/>
                <a:gd name="csX6" fmla="*/ 25210 w 78232"/>
                <a:gd name="csY6" fmla="*/ 203302 h 325278"/>
                <a:gd name="csX7" fmla="*/ 8065 w 78232"/>
                <a:gd name="csY7" fmla="*/ 215519 h 325278"/>
                <a:gd name="csX8" fmla="*/ 14478 w 78232"/>
                <a:gd name="csY8" fmla="*/ 234658 h 325278"/>
                <a:gd name="csX9" fmla="*/ 0 w 78232"/>
                <a:gd name="csY9" fmla="*/ 246012 h 325278"/>
                <a:gd name="csX10" fmla="*/ 762 w 78232"/>
                <a:gd name="csY10" fmla="*/ 262236 h 325278"/>
                <a:gd name="csX11" fmla="*/ 21082 w 78232"/>
                <a:gd name="csY11" fmla="*/ 261150 h 325278"/>
                <a:gd name="csX12" fmla="*/ 29655 w 78232"/>
                <a:gd name="csY12" fmla="*/ 276619 h 325278"/>
                <a:gd name="csX13" fmla="*/ 25527 w 78232"/>
                <a:gd name="csY13" fmla="*/ 295110 h 325278"/>
                <a:gd name="csX14" fmla="*/ 41212 w 78232"/>
                <a:gd name="csY14" fmla="*/ 303219 h 325278"/>
                <a:gd name="csX15" fmla="*/ 38481 w 78232"/>
                <a:gd name="csY15" fmla="*/ 325279 h 325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8232" h="325278">
                  <a:moveTo>
                    <a:pt x="78232" y="0"/>
                  </a:moveTo>
                  <a:lnTo>
                    <a:pt x="78232" y="142310"/>
                  </a:lnTo>
                  <a:lnTo>
                    <a:pt x="46736" y="142310"/>
                  </a:lnTo>
                  <a:lnTo>
                    <a:pt x="36322" y="150959"/>
                  </a:lnTo>
                  <a:lnTo>
                    <a:pt x="42609" y="161341"/>
                  </a:lnTo>
                  <a:lnTo>
                    <a:pt x="19241" y="187077"/>
                  </a:lnTo>
                  <a:lnTo>
                    <a:pt x="25210" y="203302"/>
                  </a:lnTo>
                  <a:lnTo>
                    <a:pt x="8065" y="215519"/>
                  </a:lnTo>
                  <a:lnTo>
                    <a:pt x="14478" y="234658"/>
                  </a:lnTo>
                  <a:lnTo>
                    <a:pt x="0" y="246012"/>
                  </a:lnTo>
                  <a:lnTo>
                    <a:pt x="762" y="262236"/>
                  </a:lnTo>
                  <a:lnTo>
                    <a:pt x="21082" y="261150"/>
                  </a:lnTo>
                  <a:lnTo>
                    <a:pt x="29655" y="276619"/>
                  </a:lnTo>
                  <a:lnTo>
                    <a:pt x="25527" y="295110"/>
                  </a:lnTo>
                  <a:lnTo>
                    <a:pt x="41212" y="303219"/>
                  </a:lnTo>
                  <a:lnTo>
                    <a:pt x="38481" y="3252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63B76D30-746C-5AC1-5F70-3A1C4D8B8EA6}"/>
                </a:ext>
              </a:extLst>
            </p:cNvPr>
            <p:cNvSpPr/>
            <p:nvPr/>
          </p:nvSpPr>
          <p:spPr>
            <a:xfrm>
              <a:off x="6135941" y="3627634"/>
              <a:ext cx="95898" cy="356527"/>
            </a:xfrm>
            <a:custGeom>
              <a:avLst/>
              <a:gdLst>
                <a:gd name="csX0" fmla="*/ 7036 w 95898"/>
                <a:gd name="csY0" fmla="*/ 356527 h 356527"/>
                <a:gd name="csX1" fmla="*/ 0 w 95898"/>
                <a:gd name="csY1" fmla="*/ 329279 h 356527"/>
                <a:gd name="csX2" fmla="*/ 10827 w 95898"/>
                <a:gd name="csY2" fmla="*/ 323437 h 356527"/>
                <a:gd name="csX3" fmla="*/ 16777 w 95898"/>
                <a:gd name="csY3" fmla="*/ 302025 h 356527"/>
                <a:gd name="csX4" fmla="*/ 77388 w 95898"/>
                <a:gd name="csY4" fmla="*/ 234226 h 356527"/>
                <a:gd name="csX5" fmla="*/ 83236 w 95898"/>
                <a:gd name="csY5" fmla="*/ 126632 h 356527"/>
                <a:gd name="csX6" fmla="*/ 95898 w 95898"/>
                <a:gd name="csY6" fmla="*/ 103702 h 356527"/>
                <a:gd name="csX7" fmla="*/ 80315 w 95898"/>
                <a:gd name="csY7" fmla="*/ 87592 h 356527"/>
                <a:gd name="csX8" fmla="*/ 81826 w 95898"/>
                <a:gd name="csY8" fmla="*/ 74288 h 356527"/>
                <a:gd name="csX9" fmla="*/ 66459 w 95898"/>
                <a:gd name="csY9" fmla="*/ 57747 h 356527"/>
                <a:gd name="csX10" fmla="*/ 58122 w 95898"/>
                <a:gd name="csY10" fmla="*/ 0 h 356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898" h="356527">
                  <a:moveTo>
                    <a:pt x="7036" y="356527"/>
                  </a:moveTo>
                  <a:lnTo>
                    <a:pt x="0" y="329279"/>
                  </a:lnTo>
                  <a:lnTo>
                    <a:pt x="10827" y="323437"/>
                  </a:lnTo>
                  <a:lnTo>
                    <a:pt x="16777" y="302025"/>
                  </a:lnTo>
                  <a:lnTo>
                    <a:pt x="77388" y="234226"/>
                  </a:lnTo>
                  <a:lnTo>
                    <a:pt x="83236" y="126632"/>
                  </a:lnTo>
                  <a:lnTo>
                    <a:pt x="95898" y="103702"/>
                  </a:lnTo>
                  <a:lnTo>
                    <a:pt x="80315" y="87592"/>
                  </a:lnTo>
                  <a:lnTo>
                    <a:pt x="81826" y="74288"/>
                  </a:lnTo>
                  <a:lnTo>
                    <a:pt x="66459" y="57747"/>
                  </a:lnTo>
                  <a:lnTo>
                    <a:pt x="5812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CD7D9430-551F-CC4D-B2F9-75F6F42FF1CD}"/>
                </a:ext>
              </a:extLst>
            </p:cNvPr>
            <p:cNvSpPr/>
            <p:nvPr/>
          </p:nvSpPr>
          <p:spPr>
            <a:xfrm>
              <a:off x="6555168" y="3276079"/>
              <a:ext cx="22796" cy="390163"/>
            </a:xfrm>
            <a:custGeom>
              <a:avLst/>
              <a:gdLst>
                <a:gd name="csX0" fmla="*/ 22796 w 22796"/>
                <a:gd name="csY0" fmla="*/ 0 h 390163"/>
                <a:gd name="csX1" fmla="*/ 5143 w 22796"/>
                <a:gd name="csY1" fmla="*/ 21628 h 390163"/>
                <a:gd name="csX2" fmla="*/ 14160 w 22796"/>
                <a:gd name="csY2" fmla="*/ 43688 h 390163"/>
                <a:gd name="csX3" fmla="*/ 0 w 22796"/>
                <a:gd name="csY3" fmla="*/ 63583 h 390163"/>
                <a:gd name="csX4" fmla="*/ 14160 w 22796"/>
                <a:gd name="csY4" fmla="*/ 98946 h 390163"/>
                <a:gd name="csX5" fmla="*/ 14160 w 22796"/>
                <a:gd name="csY5" fmla="*/ 390163 h 390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96" h="390163">
                  <a:moveTo>
                    <a:pt x="22796" y="0"/>
                  </a:moveTo>
                  <a:lnTo>
                    <a:pt x="5143" y="21628"/>
                  </a:lnTo>
                  <a:lnTo>
                    <a:pt x="14160" y="43688"/>
                  </a:lnTo>
                  <a:lnTo>
                    <a:pt x="0" y="63583"/>
                  </a:lnTo>
                  <a:lnTo>
                    <a:pt x="14160" y="98946"/>
                  </a:lnTo>
                  <a:lnTo>
                    <a:pt x="14160" y="3901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A81C5D10-8220-953C-36C2-23EB1FA84AAC}"/>
                </a:ext>
              </a:extLst>
            </p:cNvPr>
            <p:cNvSpPr/>
            <p:nvPr/>
          </p:nvSpPr>
          <p:spPr>
            <a:xfrm>
              <a:off x="5078260" y="4022985"/>
              <a:ext cx="259111" cy="92455"/>
            </a:xfrm>
            <a:custGeom>
              <a:avLst/>
              <a:gdLst>
                <a:gd name="csX0" fmla="*/ 0 w 259111"/>
                <a:gd name="csY0" fmla="*/ 60770 h 92455"/>
                <a:gd name="csX1" fmla="*/ 7899 w 259111"/>
                <a:gd name="csY1" fmla="*/ 44767 h 92455"/>
                <a:gd name="csX2" fmla="*/ 43186 w 259111"/>
                <a:gd name="csY2" fmla="*/ 37414 h 92455"/>
                <a:gd name="csX3" fmla="*/ 32467 w 259111"/>
                <a:gd name="csY3" fmla="*/ 20434 h 92455"/>
                <a:gd name="csX4" fmla="*/ 41669 w 259111"/>
                <a:gd name="csY4" fmla="*/ 12325 h 92455"/>
                <a:gd name="csX5" fmla="*/ 40151 w 259111"/>
                <a:gd name="csY5" fmla="*/ 0 h 92455"/>
                <a:gd name="csX6" fmla="*/ 64941 w 259111"/>
                <a:gd name="csY6" fmla="*/ 0 h 92455"/>
                <a:gd name="csX7" fmla="*/ 92646 w 259111"/>
                <a:gd name="csY7" fmla="*/ 14815 h 92455"/>
                <a:gd name="csX8" fmla="*/ 127394 w 259111"/>
                <a:gd name="csY8" fmla="*/ 9404 h 92455"/>
                <a:gd name="csX9" fmla="*/ 123927 w 259111"/>
                <a:gd name="csY9" fmla="*/ 19139 h 92455"/>
                <a:gd name="csX10" fmla="*/ 133776 w 259111"/>
                <a:gd name="csY10" fmla="*/ 26600 h 92455"/>
                <a:gd name="csX11" fmla="*/ 143732 w 259111"/>
                <a:gd name="csY11" fmla="*/ 19139 h 92455"/>
                <a:gd name="csX12" fmla="*/ 154127 w 259111"/>
                <a:gd name="csY12" fmla="*/ 29521 h 92455"/>
                <a:gd name="csX13" fmla="*/ 167437 w 259111"/>
                <a:gd name="csY13" fmla="*/ 17735 h 92455"/>
                <a:gd name="csX14" fmla="*/ 190709 w 259111"/>
                <a:gd name="csY14" fmla="*/ 24657 h 92455"/>
                <a:gd name="csX15" fmla="*/ 204127 w 259111"/>
                <a:gd name="csY15" fmla="*/ 15246 h 92455"/>
                <a:gd name="csX16" fmla="*/ 202616 w 259111"/>
                <a:gd name="csY16" fmla="*/ 6921 h 92455"/>
                <a:gd name="csX17" fmla="*/ 217983 w 259111"/>
                <a:gd name="csY17" fmla="*/ 12325 h 92455"/>
                <a:gd name="csX18" fmla="*/ 223723 w 259111"/>
                <a:gd name="csY18" fmla="*/ 34493 h 92455"/>
                <a:gd name="csX19" fmla="*/ 237356 w 259111"/>
                <a:gd name="csY19" fmla="*/ 47149 h 92455"/>
                <a:gd name="csX20" fmla="*/ 232702 w 259111"/>
                <a:gd name="csY20" fmla="*/ 64230 h 92455"/>
                <a:gd name="csX21" fmla="*/ 246018 w 259111"/>
                <a:gd name="csY21" fmla="*/ 69964 h 92455"/>
                <a:gd name="csX22" fmla="*/ 259112 w 259111"/>
                <a:gd name="csY22" fmla="*/ 92456 h 9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9111" h="92455">
                  <a:moveTo>
                    <a:pt x="0" y="60770"/>
                  </a:moveTo>
                  <a:lnTo>
                    <a:pt x="7899" y="44767"/>
                  </a:lnTo>
                  <a:lnTo>
                    <a:pt x="43186" y="37414"/>
                  </a:lnTo>
                  <a:lnTo>
                    <a:pt x="32467" y="20434"/>
                  </a:lnTo>
                  <a:lnTo>
                    <a:pt x="41669" y="12325"/>
                  </a:lnTo>
                  <a:lnTo>
                    <a:pt x="40151" y="0"/>
                  </a:lnTo>
                  <a:lnTo>
                    <a:pt x="64941" y="0"/>
                  </a:lnTo>
                  <a:lnTo>
                    <a:pt x="92646" y="14815"/>
                  </a:lnTo>
                  <a:lnTo>
                    <a:pt x="127394" y="9404"/>
                  </a:lnTo>
                  <a:lnTo>
                    <a:pt x="123927" y="19139"/>
                  </a:lnTo>
                  <a:lnTo>
                    <a:pt x="133776" y="26600"/>
                  </a:lnTo>
                  <a:lnTo>
                    <a:pt x="143732" y="19139"/>
                  </a:lnTo>
                  <a:lnTo>
                    <a:pt x="154127" y="29521"/>
                  </a:lnTo>
                  <a:lnTo>
                    <a:pt x="167437" y="17735"/>
                  </a:lnTo>
                  <a:lnTo>
                    <a:pt x="190709" y="24657"/>
                  </a:lnTo>
                  <a:lnTo>
                    <a:pt x="204127" y="15246"/>
                  </a:lnTo>
                  <a:lnTo>
                    <a:pt x="202616" y="6921"/>
                  </a:lnTo>
                  <a:lnTo>
                    <a:pt x="217983" y="12325"/>
                  </a:lnTo>
                  <a:lnTo>
                    <a:pt x="223723" y="34493"/>
                  </a:lnTo>
                  <a:lnTo>
                    <a:pt x="237356" y="47149"/>
                  </a:lnTo>
                  <a:lnTo>
                    <a:pt x="232702" y="64230"/>
                  </a:lnTo>
                  <a:lnTo>
                    <a:pt x="246018" y="69964"/>
                  </a:lnTo>
                  <a:lnTo>
                    <a:pt x="259112" y="92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48977746-F91E-168F-E376-41898FB06EA0}"/>
                </a:ext>
              </a:extLst>
            </p:cNvPr>
            <p:cNvSpPr/>
            <p:nvPr/>
          </p:nvSpPr>
          <p:spPr>
            <a:xfrm>
              <a:off x="5173941" y="3947826"/>
              <a:ext cx="31712" cy="84562"/>
            </a:xfrm>
            <a:custGeom>
              <a:avLst/>
              <a:gdLst>
                <a:gd name="csX0" fmla="*/ 3353 w 31712"/>
                <a:gd name="csY0" fmla="*/ 0 h 84562"/>
                <a:gd name="csX1" fmla="*/ 0 w 31712"/>
                <a:gd name="csY1" fmla="*/ 8331 h 84562"/>
                <a:gd name="csX2" fmla="*/ 9849 w 31712"/>
                <a:gd name="csY2" fmla="*/ 30931 h 84562"/>
                <a:gd name="csX3" fmla="*/ 3353 w 31712"/>
                <a:gd name="csY3" fmla="*/ 37852 h 84562"/>
                <a:gd name="csX4" fmla="*/ 13316 w 31712"/>
                <a:gd name="csY4" fmla="*/ 51149 h 84562"/>
                <a:gd name="csX5" fmla="*/ 21215 w 31712"/>
                <a:gd name="csY5" fmla="*/ 48120 h 84562"/>
                <a:gd name="csX6" fmla="*/ 31712 w 31712"/>
                <a:gd name="csY6" fmla="*/ 64345 h 84562"/>
                <a:gd name="csX7" fmla="*/ 31712 w 31712"/>
                <a:gd name="csY7" fmla="*/ 84563 h 84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1712" h="84562">
                  <a:moveTo>
                    <a:pt x="3353" y="0"/>
                  </a:moveTo>
                  <a:lnTo>
                    <a:pt x="0" y="8331"/>
                  </a:lnTo>
                  <a:lnTo>
                    <a:pt x="9849" y="30931"/>
                  </a:lnTo>
                  <a:lnTo>
                    <a:pt x="3353" y="37852"/>
                  </a:lnTo>
                  <a:lnTo>
                    <a:pt x="13316" y="51149"/>
                  </a:lnTo>
                  <a:lnTo>
                    <a:pt x="21215" y="48120"/>
                  </a:lnTo>
                  <a:lnTo>
                    <a:pt x="31712" y="64345"/>
                  </a:lnTo>
                  <a:lnTo>
                    <a:pt x="31712" y="845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20A2FFA2-F131-0AC0-E5CB-1DED1DB90AE7}"/>
                </a:ext>
              </a:extLst>
            </p:cNvPr>
            <p:cNvSpPr/>
            <p:nvPr/>
          </p:nvSpPr>
          <p:spPr>
            <a:xfrm>
              <a:off x="5000225" y="3963073"/>
              <a:ext cx="116351" cy="39363"/>
            </a:xfrm>
            <a:custGeom>
              <a:avLst/>
              <a:gdLst>
                <a:gd name="csX0" fmla="*/ 4324 w 116351"/>
                <a:gd name="csY0" fmla="*/ 10706 h 39363"/>
                <a:gd name="csX1" fmla="*/ 47295 w 116351"/>
                <a:gd name="csY1" fmla="*/ 10706 h 39363"/>
                <a:gd name="csX2" fmla="*/ 65373 w 116351"/>
                <a:gd name="csY2" fmla="*/ 0 h 39363"/>
                <a:gd name="csX3" fmla="*/ 92862 w 116351"/>
                <a:gd name="csY3" fmla="*/ 12116 h 39363"/>
                <a:gd name="csX4" fmla="*/ 102711 w 116351"/>
                <a:gd name="csY4" fmla="*/ 8115 h 39363"/>
                <a:gd name="csX5" fmla="*/ 116351 w 116351"/>
                <a:gd name="csY5" fmla="*/ 27146 h 39363"/>
                <a:gd name="csX6" fmla="*/ 95567 w 116351"/>
                <a:gd name="csY6" fmla="*/ 37421 h 39363"/>
                <a:gd name="csX7" fmla="*/ 68834 w 116351"/>
                <a:gd name="csY7" fmla="*/ 24117 h 39363"/>
                <a:gd name="csX8" fmla="*/ 39935 w 116351"/>
                <a:gd name="csY8" fmla="*/ 39363 h 39363"/>
                <a:gd name="csX9" fmla="*/ 0 w 116351"/>
                <a:gd name="csY9" fmla="*/ 39363 h 3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6351" h="39363">
                  <a:moveTo>
                    <a:pt x="4324" y="10706"/>
                  </a:moveTo>
                  <a:lnTo>
                    <a:pt x="47295" y="10706"/>
                  </a:lnTo>
                  <a:lnTo>
                    <a:pt x="65373" y="0"/>
                  </a:lnTo>
                  <a:lnTo>
                    <a:pt x="92862" y="12116"/>
                  </a:lnTo>
                  <a:lnTo>
                    <a:pt x="102711" y="8115"/>
                  </a:lnTo>
                  <a:lnTo>
                    <a:pt x="116351" y="27146"/>
                  </a:lnTo>
                  <a:lnTo>
                    <a:pt x="95567" y="37421"/>
                  </a:lnTo>
                  <a:lnTo>
                    <a:pt x="68834" y="24117"/>
                  </a:lnTo>
                  <a:lnTo>
                    <a:pt x="39935" y="39363"/>
                  </a:lnTo>
                  <a:lnTo>
                    <a:pt x="0" y="393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24700FA4-4907-374E-52DC-9A3E5B604431}"/>
                </a:ext>
              </a:extLst>
            </p:cNvPr>
            <p:cNvSpPr/>
            <p:nvPr/>
          </p:nvSpPr>
          <p:spPr>
            <a:xfrm>
              <a:off x="5019160" y="4022985"/>
              <a:ext cx="99250" cy="13734"/>
            </a:xfrm>
            <a:custGeom>
              <a:avLst/>
              <a:gdLst>
                <a:gd name="csX0" fmla="*/ 0 w 99250"/>
                <a:gd name="csY0" fmla="*/ 13735 h 13734"/>
                <a:gd name="csX1" fmla="*/ 22079 w 99250"/>
                <a:gd name="csY1" fmla="*/ 13735 h 13734"/>
                <a:gd name="csX2" fmla="*/ 43402 w 99250"/>
                <a:gd name="csY2" fmla="*/ 0 h 13734"/>
                <a:gd name="csX3" fmla="*/ 99251 w 99250"/>
                <a:gd name="csY3" fmla="*/ 0 h 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250" h="13734">
                  <a:moveTo>
                    <a:pt x="0" y="13735"/>
                  </a:moveTo>
                  <a:lnTo>
                    <a:pt x="22079" y="13735"/>
                  </a:lnTo>
                  <a:lnTo>
                    <a:pt x="43402" y="0"/>
                  </a:lnTo>
                  <a:lnTo>
                    <a:pt x="9925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3CB606C6-E69A-8F2A-7BF4-399A3B9929D0}"/>
                </a:ext>
              </a:extLst>
            </p:cNvPr>
            <p:cNvSpPr/>
            <p:nvPr/>
          </p:nvSpPr>
          <p:spPr>
            <a:xfrm>
              <a:off x="4996650" y="3129445"/>
              <a:ext cx="599846" cy="563181"/>
            </a:xfrm>
            <a:custGeom>
              <a:avLst/>
              <a:gdLst>
                <a:gd name="csX0" fmla="*/ 543668 w 599846"/>
                <a:gd name="csY0" fmla="*/ 0 h 563181"/>
                <a:gd name="csX1" fmla="*/ 570078 w 599846"/>
                <a:gd name="csY1" fmla="*/ 24333 h 563181"/>
                <a:gd name="csX2" fmla="*/ 576034 w 599846"/>
                <a:gd name="csY2" fmla="*/ 96025 h 563181"/>
                <a:gd name="csX3" fmla="*/ 599846 w 599846"/>
                <a:gd name="csY3" fmla="*/ 114732 h 563181"/>
                <a:gd name="csX4" fmla="*/ 590861 w 599846"/>
                <a:gd name="csY4" fmla="*/ 134417 h 563181"/>
                <a:gd name="csX5" fmla="*/ 527545 w 599846"/>
                <a:gd name="csY5" fmla="*/ 131496 h 563181"/>
                <a:gd name="csX6" fmla="*/ 520287 w 599846"/>
                <a:gd name="csY6" fmla="*/ 144901 h 563181"/>
                <a:gd name="csX7" fmla="*/ 491280 w 599846"/>
                <a:gd name="csY7" fmla="*/ 152368 h 563181"/>
                <a:gd name="csX8" fmla="*/ 501028 w 599846"/>
                <a:gd name="csY8" fmla="*/ 175184 h 563181"/>
                <a:gd name="csX9" fmla="*/ 451237 w 599846"/>
                <a:gd name="csY9" fmla="*/ 196596 h 563181"/>
                <a:gd name="csX10" fmla="*/ 435648 w 599846"/>
                <a:gd name="csY10" fmla="*/ 218656 h 563181"/>
                <a:gd name="csX11" fmla="*/ 394843 w 599846"/>
                <a:gd name="csY11" fmla="*/ 226765 h 563181"/>
                <a:gd name="csX12" fmla="*/ 389325 w 599846"/>
                <a:gd name="csY12" fmla="*/ 236169 h 563181"/>
                <a:gd name="csX13" fmla="*/ 368002 w 599846"/>
                <a:gd name="csY13" fmla="*/ 231953 h 563181"/>
                <a:gd name="csX14" fmla="*/ 310743 w 599846"/>
                <a:gd name="csY14" fmla="*/ 272504 h 563181"/>
                <a:gd name="csX15" fmla="*/ 310743 w 599846"/>
                <a:gd name="csY15" fmla="*/ 378587 h 563181"/>
                <a:gd name="csX16" fmla="*/ 186709 w 599846"/>
                <a:gd name="csY16" fmla="*/ 378587 h 563181"/>
                <a:gd name="csX17" fmla="*/ 186709 w 599846"/>
                <a:gd name="csY17" fmla="*/ 479590 h 563181"/>
                <a:gd name="csX18" fmla="*/ 144278 w 599846"/>
                <a:gd name="csY18" fmla="*/ 502406 h 563181"/>
                <a:gd name="csX19" fmla="*/ 148069 w 599846"/>
                <a:gd name="csY19" fmla="*/ 563182 h 563181"/>
                <a:gd name="csX20" fmla="*/ 0 w 599846"/>
                <a:gd name="csY20" fmla="*/ 563182 h 563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99846" h="563181">
                  <a:moveTo>
                    <a:pt x="543668" y="0"/>
                  </a:moveTo>
                  <a:lnTo>
                    <a:pt x="570078" y="24333"/>
                  </a:lnTo>
                  <a:lnTo>
                    <a:pt x="576034" y="96025"/>
                  </a:lnTo>
                  <a:lnTo>
                    <a:pt x="599846" y="114732"/>
                  </a:lnTo>
                  <a:lnTo>
                    <a:pt x="590861" y="134417"/>
                  </a:lnTo>
                  <a:lnTo>
                    <a:pt x="527545" y="131496"/>
                  </a:lnTo>
                  <a:lnTo>
                    <a:pt x="520287" y="144901"/>
                  </a:lnTo>
                  <a:lnTo>
                    <a:pt x="491280" y="152368"/>
                  </a:lnTo>
                  <a:lnTo>
                    <a:pt x="501028" y="175184"/>
                  </a:lnTo>
                  <a:lnTo>
                    <a:pt x="451237" y="196596"/>
                  </a:lnTo>
                  <a:lnTo>
                    <a:pt x="435648" y="218656"/>
                  </a:lnTo>
                  <a:lnTo>
                    <a:pt x="394843" y="226765"/>
                  </a:lnTo>
                  <a:lnTo>
                    <a:pt x="389325" y="236169"/>
                  </a:lnTo>
                  <a:lnTo>
                    <a:pt x="368002" y="231953"/>
                  </a:lnTo>
                  <a:lnTo>
                    <a:pt x="310743" y="272504"/>
                  </a:lnTo>
                  <a:lnTo>
                    <a:pt x="310743" y="378587"/>
                  </a:lnTo>
                  <a:lnTo>
                    <a:pt x="186709" y="378587"/>
                  </a:lnTo>
                  <a:lnTo>
                    <a:pt x="186709" y="479590"/>
                  </a:lnTo>
                  <a:lnTo>
                    <a:pt x="144278" y="502406"/>
                  </a:lnTo>
                  <a:lnTo>
                    <a:pt x="148069" y="563182"/>
                  </a:lnTo>
                  <a:lnTo>
                    <a:pt x="0" y="5631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199B871D-F7D4-AFEB-9ED4-4A0AB3480C72}"/>
                </a:ext>
              </a:extLst>
            </p:cNvPr>
            <p:cNvSpPr/>
            <p:nvPr/>
          </p:nvSpPr>
          <p:spPr>
            <a:xfrm>
              <a:off x="5136597" y="3441528"/>
              <a:ext cx="170579" cy="6350"/>
            </a:xfrm>
            <a:custGeom>
              <a:avLst/>
              <a:gdLst>
                <a:gd name="csX0" fmla="*/ 0 w 170579"/>
                <a:gd name="csY0" fmla="*/ 0 h 6350"/>
                <a:gd name="csX1" fmla="*/ 170580 w 170579"/>
                <a:gd name="csY1" fmla="*/ 0 h 6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579" h="6350">
                  <a:moveTo>
                    <a:pt x="0" y="0"/>
                  </a:moveTo>
                  <a:lnTo>
                    <a:pt x="17058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640F4B57-CF5A-6D92-97EA-CB415703F536}"/>
                </a:ext>
              </a:extLst>
            </p:cNvPr>
            <p:cNvSpPr/>
            <p:nvPr/>
          </p:nvSpPr>
          <p:spPr>
            <a:xfrm>
              <a:off x="5307399" y="3455047"/>
              <a:ext cx="146443" cy="93751"/>
            </a:xfrm>
            <a:custGeom>
              <a:avLst/>
              <a:gdLst>
                <a:gd name="csX0" fmla="*/ 0 w 146443"/>
                <a:gd name="csY0" fmla="*/ 0 h 93751"/>
                <a:gd name="csX1" fmla="*/ 146444 w 146443"/>
                <a:gd name="csY1" fmla="*/ 93752 h 93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6443" h="93751">
                  <a:moveTo>
                    <a:pt x="0" y="0"/>
                  </a:moveTo>
                  <a:lnTo>
                    <a:pt x="146444" y="937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9E2751CC-96FA-0B39-7134-6645175C4058}"/>
                </a:ext>
              </a:extLst>
            </p:cNvPr>
            <p:cNvSpPr/>
            <p:nvPr/>
          </p:nvSpPr>
          <p:spPr>
            <a:xfrm>
              <a:off x="5426018" y="3778593"/>
              <a:ext cx="365188" cy="327443"/>
            </a:xfrm>
            <a:custGeom>
              <a:avLst/>
              <a:gdLst>
                <a:gd name="csX0" fmla="*/ 365188 w 365188"/>
                <a:gd name="csY0" fmla="*/ 0 h 327443"/>
                <a:gd name="csX1" fmla="*/ 365188 w 365188"/>
                <a:gd name="csY1" fmla="*/ 102407 h 327443"/>
                <a:gd name="csX2" fmla="*/ 340620 w 365188"/>
                <a:gd name="csY2" fmla="*/ 142202 h 327443"/>
                <a:gd name="csX3" fmla="*/ 257384 w 365188"/>
                <a:gd name="csY3" fmla="*/ 144367 h 327443"/>
                <a:gd name="csX4" fmla="*/ 241040 w 365188"/>
                <a:gd name="csY4" fmla="*/ 159938 h 327443"/>
                <a:gd name="csX5" fmla="*/ 183350 w 365188"/>
                <a:gd name="csY5" fmla="*/ 153016 h 327443"/>
                <a:gd name="csX6" fmla="*/ 133998 w 365188"/>
                <a:gd name="csY6" fmla="*/ 171723 h 327443"/>
                <a:gd name="csX7" fmla="*/ 129559 w 365188"/>
                <a:gd name="csY7" fmla="*/ 189350 h 327443"/>
                <a:gd name="csX8" fmla="*/ 113976 w 365188"/>
                <a:gd name="csY8" fmla="*/ 183509 h 327443"/>
                <a:gd name="csX9" fmla="*/ 100660 w 365188"/>
                <a:gd name="csY9" fmla="*/ 192379 h 327443"/>
                <a:gd name="csX10" fmla="*/ 97091 w 365188"/>
                <a:gd name="csY10" fmla="*/ 207086 h 327443"/>
                <a:gd name="csX11" fmla="*/ 84315 w 365188"/>
                <a:gd name="csY11" fmla="*/ 209029 h 327443"/>
                <a:gd name="csX12" fmla="*/ 74898 w 365188"/>
                <a:gd name="csY12" fmla="*/ 227197 h 327443"/>
                <a:gd name="csX13" fmla="*/ 55524 w 365188"/>
                <a:gd name="csY13" fmla="*/ 215951 h 327443"/>
                <a:gd name="csX14" fmla="*/ 45136 w 365188"/>
                <a:gd name="csY14" fmla="*/ 226225 h 327443"/>
                <a:gd name="csX15" fmla="*/ 49574 w 365188"/>
                <a:gd name="csY15" fmla="*/ 240068 h 327443"/>
                <a:gd name="csX16" fmla="*/ 40157 w 365188"/>
                <a:gd name="csY16" fmla="*/ 245904 h 327443"/>
                <a:gd name="csX17" fmla="*/ 29223 w 365188"/>
                <a:gd name="csY17" fmla="*/ 270453 h 327443"/>
                <a:gd name="csX18" fmla="*/ 8985 w 365188"/>
                <a:gd name="csY18" fmla="*/ 274885 h 327443"/>
                <a:gd name="csX19" fmla="*/ 12446 w 365188"/>
                <a:gd name="csY19" fmla="*/ 295542 h 327443"/>
                <a:gd name="csX20" fmla="*/ 978 w 365188"/>
                <a:gd name="csY20" fmla="*/ 306356 h 327443"/>
                <a:gd name="csX21" fmla="*/ 0 w 365188"/>
                <a:gd name="csY21" fmla="*/ 327444 h 327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5188" h="327443">
                  <a:moveTo>
                    <a:pt x="365188" y="0"/>
                  </a:moveTo>
                  <a:lnTo>
                    <a:pt x="365188" y="102407"/>
                  </a:lnTo>
                  <a:lnTo>
                    <a:pt x="340620" y="142202"/>
                  </a:lnTo>
                  <a:lnTo>
                    <a:pt x="257384" y="144367"/>
                  </a:lnTo>
                  <a:lnTo>
                    <a:pt x="241040" y="159938"/>
                  </a:lnTo>
                  <a:lnTo>
                    <a:pt x="183350" y="153016"/>
                  </a:lnTo>
                  <a:lnTo>
                    <a:pt x="133998" y="171723"/>
                  </a:lnTo>
                  <a:lnTo>
                    <a:pt x="129559" y="189350"/>
                  </a:lnTo>
                  <a:lnTo>
                    <a:pt x="113976" y="183509"/>
                  </a:lnTo>
                  <a:lnTo>
                    <a:pt x="100660" y="192379"/>
                  </a:lnTo>
                  <a:lnTo>
                    <a:pt x="97091" y="207086"/>
                  </a:lnTo>
                  <a:lnTo>
                    <a:pt x="84315" y="209029"/>
                  </a:lnTo>
                  <a:lnTo>
                    <a:pt x="74898" y="227197"/>
                  </a:lnTo>
                  <a:lnTo>
                    <a:pt x="55524" y="215951"/>
                  </a:lnTo>
                  <a:lnTo>
                    <a:pt x="45136" y="226225"/>
                  </a:lnTo>
                  <a:lnTo>
                    <a:pt x="49574" y="240068"/>
                  </a:lnTo>
                  <a:lnTo>
                    <a:pt x="40157" y="245904"/>
                  </a:lnTo>
                  <a:lnTo>
                    <a:pt x="29223" y="270453"/>
                  </a:lnTo>
                  <a:lnTo>
                    <a:pt x="8985" y="274885"/>
                  </a:lnTo>
                  <a:lnTo>
                    <a:pt x="12446" y="295542"/>
                  </a:lnTo>
                  <a:lnTo>
                    <a:pt x="978" y="306356"/>
                  </a:lnTo>
                  <a:lnTo>
                    <a:pt x="0" y="327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E131A91D-5F6B-ECE0-C960-E8D56E36ED32}"/>
                </a:ext>
              </a:extLst>
            </p:cNvPr>
            <p:cNvSpPr/>
            <p:nvPr/>
          </p:nvSpPr>
          <p:spPr>
            <a:xfrm>
              <a:off x="5638488" y="3935177"/>
              <a:ext cx="81394" cy="124250"/>
            </a:xfrm>
            <a:custGeom>
              <a:avLst/>
              <a:gdLst>
                <a:gd name="csX0" fmla="*/ 2597 w 81394"/>
                <a:gd name="csY0" fmla="*/ 0 h 124250"/>
                <a:gd name="csX1" fmla="*/ 0 w 81394"/>
                <a:gd name="csY1" fmla="*/ 20326 h 124250"/>
                <a:gd name="csX2" fmla="*/ 15913 w 81394"/>
                <a:gd name="csY2" fmla="*/ 46393 h 124250"/>
                <a:gd name="csX3" fmla="*/ 39618 w 81394"/>
                <a:gd name="csY3" fmla="*/ 62503 h 124250"/>
                <a:gd name="csX4" fmla="*/ 30417 w 81394"/>
                <a:gd name="csY4" fmla="*/ 75914 h 124250"/>
                <a:gd name="csX5" fmla="*/ 68949 w 81394"/>
                <a:gd name="csY5" fmla="*/ 84887 h 124250"/>
                <a:gd name="csX6" fmla="*/ 77603 w 81394"/>
                <a:gd name="csY6" fmla="*/ 95485 h 124250"/>
                <a:gd name="csX7" fmla="*/ 67971 w 81394"/>
                <a:gd name="csY7" fmla="*/ 99593 h 124250"/>
                <a:gd name="csX8" fmla="*/ 81394 w 81394"/>
                <a:gd name="csY8" fmla="*/ 124251 h 124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394" h="124250">
                  <a:moveTo>
                    <a:pt x="2597" y="0"/>
                  </a:moveTo>
                  <a:lnTo>
                    <a:pt x="0" y="20326"/>
                  </a:lnTo>
                  <a:lnTo>
                    <a:pt x="15913" y="46393"/>
                  </a:lnTo>
                  <a:lnTo>
                    <a:pt x="39618" y="62503"/>
                  </a:lnTo>
                  <a:lnTo>
                    <a:pt x="30417" y="75914"/>
                  </a:lnTo>
                  <a:lnTo>
                    <a:pt x="68949" y="84887"/>
                  </a:lnTo>
                  <a:lnTo>
                    <a:pt x="77603" y="95485"/>
                  </a:lnTo>
                  <a:lnTo>
                    <a:pt x="67971" y="99593"/>
                  </a:lnTo>
                  <a:lnTo>
                    <a:pt x="81394" y="1242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ABDB93CC-768F-2641-974B-761977007FE2}"/>
                </a:ext>
              </a:extLst>
            </p:cNvPr>
            <p:cNvSpPr/>
            <p:nvPr/>
          </p:nvSpPr>
          <p:spPr>
            <a:xfrm>
              <a:off x="5914059" y="3050825"/>
              <a:ext cx="75653" cy="290245"/>
            </a:xfrm>
            <a:custGeom>
              <a:avLst/>
              <a:gdLst>
                <a:gd name="csX0" fmla="*/ 49892 w 75653"/>
                <a:gd name="csY0" fmla="*/ 0 h 290245"/>
                <a:gd name="csX1" fmla="*/ 28245 w 75653"/>
                <a:gd name="csY1" fmla="*/ 26283 h 290245"/>
                <a:gd name="csX2" fmla="*/ 33115 w 75653"/>
                <a:gd name="csY2" fmla="*/ 99054 h 290245"/>
                <a:gd name="csX3" fmla="*/ 0 w 75653"/>
                <a:gd name="csY3" fmla="*/ 125552 h 290245"/>
                <a:gd name="csX4" fmla="*/ 6382 w 75653"/>
                <a:gd name="csY4" fmla="*/ 160909 h 290245"/>
                <a:gd name="csX5" fmla="*/ 27273 w 75653"/>
                <a:gd name="csY5" fmla="*/ 170751 h 290245"/>
                <a:gd name="csX6" fmla="*/ 31172 w 75653"/>
                <a:gd name="csY6" fmla="*/ 192380 h 290245"/>
                <a:gd name="csX7" fmla="*/ 56928 w 75653"/>
                <a:gd name="csY7" fmla="*/ 212058 h 290245"/>
                <a:gd name="csX8" fmla="*/ 75654 w 75653"/>
                <a:gd name="csY8" fmla="*/ 290246 h 290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653" h="290245">
                  <a:moveTo>
                    <a:pt x="49892" y="0"/>
                  </a:moveTo>
                  <a:lnTo>
                    <a:pt x="28245" y="26283"/>
                  </a:lnTo>
                  <a:lnTo>
                    <a:pt x="33115" y="99054"/>
                  </a:lnTo>
                  <a:lnTo>
                    <a:pt x="0" y="125552"/>
                  </a:lnTo>
                  <a:lnTo>
                    <a:pt x="6382" y="160909"/>
                  </a:lnTo>
                  <a:lnTo>
                    <a:pt x="27273" y="170751"/>
                  </a:lnTo>
                  <a:lnTo>
                    <a:pt x="31172" y="192380"/>
                  </a:lnTo>
                  <a:lnTo>
                    <a:pt x="56928" y="212058"/>
                  </a:lnTo>
                  <a:lnTo>
                    <a:pt x="75654" y="2902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32927A02-CDB4-D565-FAF5-8182865DBEE3}"/>
                </a:ext>
              </a:extLst>
            </p:cNvPr>
            <p:cNvSpPr/>
            <p:nvPr/>
          </p:nvSpPr>
          <p:spPr>
            <a:xfrm>
              <a:off x="5981375" y="3210763"/>
              <a:ext cx="100012" cy="396862"/>
            </a:xfrm>
            <a:custGeom>
              <a:avLst/>
              <a:gdLst>
                <a:gd name="csX0" fmla="*/ 82258 w 100012"/>
                <a:gd name="csY0" fmla="*/ 0 h 396862"/>
                <a:gd name="csX1" fmla="*/ 84424 w 100012"/>
                <a:gd name="csY1" fmla="*/ 36767 h 396862"/>
                <a:gd name="csX2" fmla="*/ 52603 w 100012"/>
                <a:gd name="csY2" fmla="*/ 54070 h 396862"/>
                <a:gd name="csX3" fmla="*/ 46108 w 100012"/>
                <a:gd name="csY3" fmla="*/ 64884 h 396862"/>
                <a:gd name="csX4" fmla="*/ 35935 w 100012"/>
                <a:gd name="csY4" fmla="*/ 66828 h 396862"/>
                <a:gd name="csX5" fmla="*/ 29223 w 100012"/>
                <a:gd name="csY5" fmla="*/ 77102 h 396862"/>
                <a:gd name="csX6" fmla="*/ 36583 w 100012"/>
                <a:gd name="csY6" fmla="*/ 100787 h 396862"/>
                <a:gd name="csX7" fmla="*/ 23273 w 100012"/>
                <a:gd name="csY7" fmla="*/ 124790 h 396862"/>
                <a:gd name="csX8" fmla="*/ 1626 w 100012"/>
                <a:gd name="csY8" fmla="*/ 132683 h 396862"/>
                <a:gd name="csX9" fmla="*/ 21539 w 100012"/>
                <a:gd name="csY9" fmla="*/ 172155 h 396862"/>
                <a:gd name="csX10" fmla="*/ 14180 w 100012"/>
                <a:gd name="csY10" fmla="*/ 204381 h 396862"/>
                <a:gd name="csX11" fmla="*/ 24568 w 100012"/>
                <a:gd name="csY11" fmla="*/ 223628 h 396862"/>
                <a:gd name="csX12" fmla="*/ 14180 w 100012"/>
                <a:gd name="csY12" fmla="*/ 250882 h 396862"/>
                <a:gd name="csX13" fmla="*/ 23813 w 100012"/>
                <a:gd name="csY13" fmla="*/ 264827 h 396862"/>
                <a:gd name="csX14" fmla="*/ 20784 w 100012"/>
                <a:gd name="csY14" fmla="*/ 279641 h 396862"/>
                <a:gd name="csX15" fmla="*/ 0 w 100012"/>
                <a:gd name="csY15" fmla="*/ 288512 h 396862"/>
                <a:gd name="csX16" fmla="*/ 26734 w 100012"/>
                <a:gd name="csY16" fmla="*/ 325279 h 396862"/>
                <a:gd name="csX17" fmla="*/ 25330 w 100012"/>
                <a:gd name="csY17" fmla="*/ 342259 h 396862"/>
                <a:gd name="csX18" fmla="*/ 40913 w 100012"/>
                <a:gd name="csY18" fmla="*/ 359232 h 396862"/>
                <a:gd name="csX19" fmla="*/ 54985 w 100012"/>
                <a:gd name="csY19" fmla="*/ 355556 h 396862"/>
                <a:gd name="csX20" fmla="*/ 84747 w 100012"/>
                <a:gd name="csY20" fmla="*/ 365074 h 396862"/>
                <a:gd name="csX21" fmla="*/ 100013 w 100012"/>
                <a:gd name="csY21" fmla="*/ 396862 h 396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0012" h="396862">
                  <a:moveTo>
                    <a:pt x="82258" y="0"/>
                  </a:moveTo>
                  <a:lnTo>
                    <a:pt x="84424" y="36767"/>
                  </a:lnTo>
                  <a:lnTo>
                    <a:pt x="52603" y="54070"/>
                  </a:lnTo>
                  <a:lnTo>
                    <a:pt x="46108" y="64884"/>
                  </a:lnTo>
                  <a:lnTo>
                    <a:pt x="35935" y="66828"/>
                  </a:lnTo>
                  <a:lnTo>
                    <a:pt x="29223" y="77102"/>
                  </a:lnTo>
                  <a:lnTo>
                    <a:pt x="36583" y="100787"/>
                  </a:lnTo>
                  <a:lnTo>
                    <a:pt x="23273" y="124790"/>
                  </a:lnTo>
                  <a:lnTo>
                    <a:pt x="1626" y="132683"/>
                  </a:lnTo>
                  <a:lnTo>
                    <a:pt x="21539" y="172155"/>
                  </a:lnTo>
                  <a:lnTo>
                    <a:pt x="14180" y="204381"/>
                  </a:lnTo>
                  <a:lnTo>
                    <a:pt x="24568" y="223628"/>
                  </a:lnTo>
                  <a:lnTo>
                    <a:pt x="14180" y="250882"/>
                  </a:lnTo>
                  <a:lnTo>
                    <a:pt x="23813" y="264827"/>
                  </a:lnTo>
                  <a:lnTo>
                    <a:pt x="20784" y="279641"/>
                  </a:lnTo>
                  <a:lnTo>
                    <a:pt x="0" y="288512"/>
                  </a:lnTo>
                  <a:lnTo>
                    <a:pt x="26734" y="325279"/>
                  </a:lnTo>
                  <a:lnTo>
                    <a:pt x="25330" y="342259"/>
                  </a:lnTo>
                  <a:lnTo>
                    <a:pt x="40913" y="359232"/>
                  </a:lnTo>
                  <a:lnTo>
                    <a:pt x="54985" y="355556"/>
                  </a:lnTo>
                  <a:lnTo>
                    <a:pt x="84747" y="365074"/>
                  </a:lnTo>
                  <a:lnTo>
                    <a:pt x="100013" y="3968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F5B1AF2-0B2E-F34D-F1F9-D2E157B15706}"/>
                </a:ext>
              </a:extLst>
            </p:cNvPr>
            <p:cNvSpPr/>
            <p:nvPr/>
          </p:nvSpPr>
          <p:spPr>
            <a:xfrm>
              <a:off x="6105956" y="4704035"/>
              <a:ext cx="668604" cy="279965"/>
            </a:xfrm>
            <a:custGeom>
              <a:avLst/>
              <a:gdLst>
                <a:gd name="csX0" fmla="*/ 0 w 668604"/>
                <a:gd name="csY0" fmla="*/ 11678 h 279965"/>
                <a:gd name="csX1" fmla="*/ 27387 w 668604"/>
                <a:gd name="csY1" fmla="*/ 0 h 279965"/>
                <a:gd name="csX2" fmla="*/ 147091 w 668604"/>
                <a:gd name="csY2" fmla="*/ 864 h 279965"/>
                <a:gd name="csX3" fmla="*/ 151206 w 668604"/>
                <a:gd name="csY3" fmla="*/ 20434 h 279965"/>
                <a:gd name="csX4" fmla="*/ 160515 w 668604"/>
                <a:gd name="csY4" fmla="*/ 40551 h 279965"/>
                <a:gd name="csX5" fmla="*/ 185515 w 668604"/>
                <a:gd name="csY5" fmla="*/ 79807 h 279965"/>
                <a:gd name="csX6" fmla="*/ 221780 w 668604"/>
                <a:gd name="csY6" fmla="*/ 72885 h 279965"/>
                <a:gd name="csX7" fmla="*/ 252108 w 668604"/>
                <a:gd name="csY7" fmla="*/ 72885 h 279965"/>
                <a:gd name="csX8" fmla="*/ 259029 w 668604"/>
                <a:gd name="csY8" fmla="*/ 56553 h 279965"/>
                <a:gd name="csX9" fmla="*/ 256426 w 668604"/>
                <a:gd name="csY9" fmla="*/ 37630 h 279965"/>
                <a:gd name="csX10" fmla="*/ 299161 w 668604"/>
                <a:gd name="csY10" fmla="*/ 34277 h 279965"/>
                <a:gd name="csX11" fmla="*/ 294526 w 668604"/>
                <a:gd name="csY11" fmla="*/ 47580 h 279965"/>
                <a:gd name="csX12" fmla="*/ 344183 w 668604"/>
                <a:gd name="csY12" fmla="*/ 48012 h 279965"/>
                <a:gd name="csX13" fmla="*/ 338658 w 668604"/>
                <a:gd name="csY13" fmla="*/ 73964 h 279965"/>
                <a:gd name="csX14" fmla="*/ 348120 w 668604"/>
                <a:gd name="csY14" fmla="*/ 91700 h 279965"/>
                <a:gd name="csX15" fmla="*/ 342151 w 668604"/>
                <a:gd name="csY15" fmla="*/ 133439 h 279965"/>
                <a:gd name="csX16" fmla="*/ 356502 w 668604"/>
                <a:gd name="csY16" fmla="*/ 147174 h 279965"/>
                <a:gd name="csX17" fmla="*/ 362915 w 668604"/>
                <a:gd name="csY17" fmla="*/ 164801 h 279965"/>
                <a:gd name="csX18" fmla="*/ 354470 w 668604"/>
                <a:gd name="csY18" fmla="*/ 182537 h 279965"/>
                <a:gd name="csX19" fmla="*/ 362471 w 668604"/>
                <a:gd name="csY19" fmla="*/ 199834 h 279965"/>
                <a:gd name="csX20" fmla="*/ 373329 w 668604"/>
                <a:gd name="csY20" fmla="*/ 189452 h 279965"/>
                <a:gd name="csX21" fmla="*/ 395173 w 668604"/>
                <a:gd name="csY21" fmla="*/ 191941 h 279965"/>
                <a:gd name="csX22" fmla="*/ 423875 w 668604"/>
                <a:gd name="csY22" fmla="*/ 180587 h 279965"/>
                <a:gd name="csX23" fmla="*/ 445148 w 668604"/>
                <a:gd name="csY23" fmla="*/ 189890 h 279965"/>
                <a:gd name="csX24" fmla="*/ 455117 w 668604"/>
                <a:gd name="csY24" fmla="*/ 205676 h 279965"/>
                <a:gd name="csX25" fmla="*/ 481850 w 668604"/>
                <a:gd name="csY25" fmla="*/ 194862 h 279965"/>
                <a:gd name="csX26" fmla="*/ 488264 w 668604"/>
                <a:gd name="csY26" fmla="*/ 216059 h 279965"/>
                <a:gd name="csX27" fmla="*/ 522999 w 668604"/>
                <a:gd name="csY27" fmla="*/ 225355 h 279965"/>
                <a:gd name="csX28" fmla="*/ 534365 w 668604"/>
                <a:gd name="csY28" fmla="*/ 208166 h 279965"/>
                <a:gd name="csX29" fmla="*/ 547700 w 668604"/>
                <a:gd name="csY29" fmla="*/ 208597 h 279965"/>
                <a:gd name="csX30" fmla="*/ 548653 w 668604"/>
                <a:gd name="csY30" fmla="*/ 218434 h 279965"/>
                <a:gd name="csX31" fmla="*/ 562051 w 668604"/>
                <a:gd name="csY31" fmla="*/ 235629 h 279965"/>
                <a:gd name="csX32" fmla="*/ 588912 w 668604"/>
                <a:gd name="csY32" fmla="*/ 240601 h 279965"/>
                <a:gd name="csX33" fmla="*/ 615836 w 668604"/>
                <a:gd name="csY33" fmla="*/ 279965 h 279965"/>
                <a:gd name="csX34" fmla="*/ 631139 w 668604"/>
                <a:gd name="csY34" fmla="*/ 267748 h 279965"/>
                <a:gd name="csX35" fmla="*/ 634061 w 668604"/>
                <a:gd name="csY35" fmla="*/ 279641 h 279965"/>
                <a:gd name="csX36" fmla="*/ 650634 w 668604"/>
                <a:gd name="csY36" fmla="*/ 279641 h 279965"/>
                <a:gd name="csX37" fmla="*/ 650507 w 668604"/>
                <a:gd name="csY37" fmla="*/ 223088 h 279965"/>
                <a:gd name="csX38" fmla="*/ 631648 w 668604"/>
                <a:gd name="csY38" fmla="*/ 226333 h 279965"/>
                <a:gd name="csX39" fmla="*/ 630568 w 668604"/>
                <a:gd name="csY39" fmla="*/ 236061 h 279965"/>
                <a:gd name="csX40" fmla="*/ 614566 w 668604"/>
                <a:gd name="csY40" fmla="*/ 233578 h 279965"/>
                <a:gd name="csX41" fmla="*/ 604469 w 668604"/>
                <a:gd name="csY41" fmla="*/ 219087 h 279965"/>
                <a:gd name="csX42" fmla="*/ 593548 w 668604"/>
                <a:gd name="csY42" fmla="*/ 213893 h 279965"/>
                <a:gd name="csX43" fmla="*/ 588404 w 668604"/>
                <a:gd name="csY43" fmla="*/ 199187 h 279965"/>
                <a:gd name="csX44" fmla="*/ 601040 w 668604"/>
                <a:gd name="csY44" fmla="*/ 174530 h 279965"/>
                <a:gd name="csX45" fmla="*/ 595833 w 668604"/>
                <a:gd name="csY45" fmla="*/ 124142 h 279965"/>
                <a:gd name="csX46" fmla="*/ 608724 w 668604"/>
                <a:gd name="csY46" fmla="*/ 92995 h 279965"/>
                <a:gd name="csX47" fmla="*/ 668604 w 668604"/>
                <a:gd name="csY47" fmla="*/ 84455 h 279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668604" h="279965">
                  <a:moveTo>
                    <a:pt x="0" y="11678"/>
                  </a:moveTo>
                  <a:lnTo>
                    <a:pt x="27387" y="0"/>
                  </a:lnTo>
                  <a:lnTo>
                    <a:pt x="147091" y="864"/>
                  </a:lnTo>
                  <a:lnTo>
                    <a:pt x="151206" y="20434"/>
                  </a:lnTo>
                  <a:lnTo>
                    <a:pt x="160515" y="40551"/>
                  </a:lnTo>
                  <a:lnTo>
                    <a:pt x="185515" y="79807"/>
                  </a:lnTo>
                  <a:lnTo>
                    <a:pt x="221780" y="72885"/>
                  </a:lnTo>
                  <a:lnTo>
                    <a:pt x="252108" y="72885"/>
                  </a:lnTo>
                  <a:lnTo>
                    <a:pt x="259029" y="56553"/>
                  </a:lnTo>
                  <a:lnTo>
                    <a:pt x="256426" y="37630"/>
                  </a:lnTo>
                  <a:lnTo>
                    <a:pt x="299161" y="34277"/>
                  </a:lnTo>
                  <a:lnTo>
                    <a:pt x="294526" y="47580"/>
                  </a:lnTo>
                  <a:lnTo>
                    <a:pt x="344183" y="48012"/>
                  </a:lnTo>
                  <a:lnTo>
                    <a:pt x="338658" y="73964"/>
                  </a:lnTo>
                  <a:lnTo>
                    <a:pt x="348120" y="91700"/>
                  </a:lnTo>
                  <a:lnTo>
                    <a:pt x="342151" y="133439"/>
                  </a:lnTo>
                  <a:lnTo>
                    <a:pt x="356502" y="147174"/>
                  </a:lnTo>
                  <a:lnTo>
                    <a:pt x="362915" y="164801"/>
                  </a:lnTo>
                  <a:lnTo>
                    <a:pt x="354470" y="182537"/>
                  </a:lnTo>
                  <a:lnTo>
                    <a:pt x="362471" y="199834"/>
                  </a:lnTo>
                  <a:lnTo>
                    <a:pt x="373329" y="189452"/>
                  </a:lnTo>
                  <a:lnTo>
                    <a:pt x="395173" y="191941"/>
                  </a:lnTo>
                  <a:lnTo>
                    <a:pt x="423875" y="180587"/>
                  </a:lnTo>
                  <a:lnTo>
                    <a:pt x="445148" y="189890"/>
                  </a:lnTo>
                  <a:lnTo>
                    <a:pt x="455117" y="205676"/>
                  </a:lnTo>
                  <a:lnTo>
                    <a:pt x="481850" y="194862"/>
                  </a:lnTo>
                  <a:lnTo>
                    <a:pt x="488264" y="216059"/>
                  </a:lnTo>
                  <a:lnTo>
                    <a:pt x="522999" y="225355"/>
                  </a:lnTo>
                  <a:lnTo>
                    <a:pt x="534365" y="208166"/>
                  </a:lnTo>
                  <a:lnTo>
                    <a:pt x="547700" y="208597"/>
                  </a:lnTo>
                  <a:lnTo>
                    <a:pt x="548653" y="218434"/>
                  </a:lnTo>
                  <a:lnTo>
                    <a:pt x="562051" y="235629"/>
                  </a:lnTo>
                  <a:lnTo>
                    <a:pt x="588912" y="240601"/>
                  </a:lnTo>
                  <a:lnTo>
                    <a:pt x="615836" y="279965"/>
                  </a:lnTo>
                  <a:lnTo>
                    <a:pt x="631139" y="267748"/>
                  </a:lnTo>
                  <a:lnTo>
                    <a:pt x="634061" y="279641"/>
                  </a:lnTo>
                  <a:lnTo>
                    <a:pt x="650634" y="279641"/>
                  </a:lnTo>
                  <a:lnTo>
                    <a:pt x="650507" y="223088"/>
                  </a:lnTo>
                  <a:lnTo>
                    <a:pt x="631648" y="226333"/>
                  </a:lnTo>
                  <a:lnTo>
                    <a:pt x="630568" y="236061"/>
                  </a:lnTo>
                  <a:lnTo>
                    <a:pt x="614566" y="233578"/>
                  </a:lnTo>
                  <a:lnTo>
                    <a:pt x="604469" y="219087"/>
                  </a:lnTo>
                  <a:lnTo>
                    <a:pt x="593548" y="213893"/>
                  </a:lnTo>
                  <a:lnTo>
                    <a:pt x="588404" y="199187"/>
                  </a:lnTo>
                  <a:lnTo>
                    <a:pt x="601040" y="174530"/>
                  </a:lnTo>
                  <a:lnTo>
                    <a:pt x="595833" y="124142"/>
                  </a:lnTo>
                  <a:lnTo>
                    <a:pt x="608724" y="92995"/>
                  </a:lnTo>
                  <a:lnTo>
                    <a:pt x="668604" y="844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278A2079-73EE-D9DE-04A3-4302F8974DD6}"/>
                </a:ext>
              </a:extLst>
            </p:cNvPr>
            <p:cNvSpPr/>
            <p:nvPr/>
          </p:nvSpPr>
          <p:spPr>
            <a:xfrm>
              <a:off x="6250990" y="5315337"/>
              <a:ext cx="613295" cy="270776"/>
            </a:xfrm>
            <a:custGeom>
              <a:avLst/>
              <a:gdLst>
                <a:gd name="csX0" fmla="*/ 613296 w 613295"/>
                <a:gd name="csY0" fmla="*/ 187941 h 270776"/>
                <a:gd name="csX1" fmla="*/ 580593 w 613295"/>
                <a:gd name="csY1" fmla="*/ 187941 h 270776"/>
                <a:gd name="csX2" fmla="*/ 580593 w 613295"/>
                <a:gd name="csY2" fmla="*/ 205677 h 270776"/>
                <a:gd name="csX3" fmla="*/ 549859 w 613295"/>
                <a:gd name="csY3" fmla="*/ 202648 h 270776"/>
                <a:gd name="csX4" fmla="*/ 536397 w 613295"/>
                <a:gd name="csY4" fmla="*/ 169342 h 270776"/>
                <a:gd name="csX5" fmla="*/ 556209 w 613295"/>
                <a:gd name="csY5" fmla="*/ 143282 h 270776"/>
                <a:gd name="csX6" fmla="*/ 580593 w 613295"/>
                <a:gd name="csY6" fmla="*/ 153124 h 270776"/>
                <a:gd name="csX7" fmla="*/ 580593 w 613295"/>
                <a:gd name="csY7" fmla="*/ 91701 h 270776"/>
                <a:gd name="csX8" fmla="*/ 562178 w 613295"/>
                <a:gd name="csY8" fmla="*/ 54826 h 270776"/>
                <a:gd name="csX9" fmla="*/ 563702 w 613295"/>
                <a:gd name="csY9" fmla="*/ 40551 h 270776"/>
                <a:gd name="csX10" fmla="*/ 551764 w 613295"/>
                <a:gd name="csY10" fmla="*/ 9081 h 270776"/>
                <a:gd name="csX11" fmla="*/ 518109 w 613295"/>
                <a:gd name="csY11" fmla="*/ 10059 h 270776"/>
                <a:gd name="csX12" fmla="*/ 495948 w 613295"/>
                <a:gd name="csY12" fmla="*/ 0 h 270776"/>
                <a:gd name="csX13" fmla="*/ 469341 w 613295"/>
                <a:gd name="csY13" fmla="*/ 3893 h 270776"/>
                <a:gd name="csX14" fmla="*/ 464452 w 613295"/>
                <a:gd name="csY14" fmla="*/ 16110 h 270776"/>
                <a:gd name="csX15" fmla="*/ 439560 w 613295"/>
                <a:gd name="csY15" fmla="*/ 22816 h 270776"/>
                <a:gd name="csX16" fmla="*/ 396443 w 613295"/>
                <a:gd name="csY16" fmla="*/ 58934 h 270776"/>
                <a:gd name="csX17" fmla="*/ 386601 w 613295"/>
                <a:gd name="csY17" fmla="*/ 84239 h 270776"/>
                <a:gd name="csX18" fmla="*/ 352438 w 613295"/>
                <a:gd name="csY18" fmla="*/ 104889 h 270776"/>
                <a:gd name="csX19" fmla="*/ 340500 w 613295"/>
                <a:gd name="csY19" fmla="*/ 140253 h 270776"/>
                <a:gd name="csX20" fmla="*/ 315290 w 613295"/>
                <a:gd name="csY20" fmla="*/ 146958 h 270776"/>
                <a:gd name="csX21" fmla="*/ 279603 w 613295"/>
                <a:gd name="csY21" fmla="*/ 140253 h 270776"/>
                <a:gd name="csX22" fmla="*/ 261696 w 613295"/>
                <a:gd name="csY22" fmla="*/ 125546 h 270776"/>
                <a:gd name="csX23" fmla="*/ 240931 w 613295"/>
                <a:gd name="csY23" fmla="*/ 126302 h 270776"/>
                <a:gd name="csX24" fmla="*/ 232042 w 613295"/>
                <a:gd name="csY24" fmla="*/ 155067 h 270776"/>
                <a:gd name="csX25" fmla="*/ 197117 w 613295"/>
                <a:gd name="csY25" fmla="*/ 188157 h 270776"/>
                <a:gd name="csX26" fmla="*/ 155524 w 613295"/>
                <a:gd name="csY26" fmla="*/ 190430 h 270776"/>
                <a:gd name="csX27" fmla="*/ 152476 w 613295"/>
                <a:gd name="csY27" fmla="*/ 172695 h 270776"/>
                <a:gd name="csX28" fmla="*/ 163652 w 613295"/>
                <a:gd name="csY28" fmla="*/ 154312 h 270776"/>
                <a:gd name="csX29" fmla="*/ 130187 w 613295"/>
                <a:gd name="csY29" fmla="*/ 106407 h 270776"/>
                <a:gd name="csX30" fmla="*/ 130950 w 613295"/>
                <a:gd name="csY30" fmla="*/ 250876 h 270776"/>
                <a:gd name="csX31" fmla="*/ 103454 w 613295"/>
                <a:gd name="csY31" fmla="*/ 270777 h 270776"/>
                <a:gd name="csX32" fmla="*/ 41783 w 613295"/>
                <a:gd name="csY32" fmla="*/ 264071 h 270776"/>
                <a:gd name="csX33" fmla="*/ 21755 w 613295"/>
                <a:gd name="csY33" fmla="*/ 234658 h 270776"/>
                <a:gd name="csX34" fmla="*/ 0 w 613295"/>
                <a:gd name="csY34" fmla="*/ 259207 h 270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3295" h="270776">
                  <a:moveTo>
                    <a:pt x="613296" y="187941"/>
                  </a:moveTo>
                  <a:lnTo>
                    <a:pt x="580593" y="187941"/>
                  </a:lnTo>
                  <a:lnTo>
                    <a:pt x="580593" y="205677"/>
                  </a:lnTo>
                  <a:lnTo>
                    <a:pt x="549859" y="202648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593" y="153124"/>
                  </a:lnTo>
                  <a:lnTo>
                    <a:pt x="580593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341" y="3893"/>
                  </a:lnTo>
                  <a:lnTo>
                    <a:pt x="464452" y="16110"/>
                  </a:lnTo>
                  <a:lnTo>
                    <a:pt x="439560" y="22816"/>
                  </a:lnTo>
                  <a:lnTo>
                    <a:pt x="396443" y="58934"/>
                  </a:lnTo>
                  <a:lnTo>
                    <a:pt x="386601" y="84239"/>
                  </a:lnTo>
                  <a:lnTo>
                    <a:pt x="352438" y="104889"/>
                  </a:lnTo>
                  <a:lnTo>
                    <a:pt x="340500" y="140253"/>
                  </a:lnTo>
                  <a:lnTo>
                    <a:pt x="315290" y="146958"/>
                  </a:lnTo>
                  <a:lnTo>
                    <a:pt x="279603" y="140253"/>
                  </a:lnTo>
                  <a:lnTo>
                    <a:pt x="261696" y="125546"/>
                  </a:lnTo>
                  <a:lnTo>
                    <a:pt x="240931" y="126302"/>
                  </a:lnTo>
                  <a:lnTo>
                    <a:pt x="232042" y="155067"/>
                  </a:lnTo>
                  <a:lnTo>
                    <a:pt x="197117" y="188157"/>
                  </a:lnTo>
                  <a:lnTo>
                    <a:pt x="155524" y="190430"/>
                  </a:lnTo>
                  <a:lnTo>
                    <a:pt x="152476" y="172695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071"/>
                  </a:lnTo>
                  <a:lnTo>
                    <a:pt x="21755" y="234658"/>
                  </a:lnTo>
                  <a:lnTo>
                    <a:pt x="0" y="2592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CE4EA75D-1F14-056A-8774-3399CBBF7B37}"/>
                </a:ext>
              </a:extLst>
            </p:cNvPr>
            <p:cNvSpPr/>
            <p:nvPr/>
          </p:nvSpPr>
          <p:spPr>
            <a:xfrm>
              <a:off x="6831583" y="5468461"/>
              <a:ext cx="6350" cy="34817"/>
            </a:xfrm>
            <a:custGeom>
              <a:avLst/>
              <a:gdLst>
                <a:gd name="csX0" fmla="*/ 0 w 6350"/>
                <a:gd name="csY0" fmla="*/ 0 h 34817"/>
                <a:gd name="csX1" fmla="*/ 0 w 6350"/>
                <a:gd name="csY1" fmla="*/ 34817 h 34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34817">
                  <a:moveTo>
                    <a:pt x="0" y="0"/>
                  </a:moveTo>
                  <a:lnTo>
                    <a:pt x="0" y="3481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D9120D82-243F-3D08-F688-F3AF0076E392}"/>
                </a:ext>
              </a:extLst>
            </p:cNvPr>
            <p:cNvSpPr/>
            <p:nvPr/>
          </p:nvSpPr>
          <p:spPr>
            <a:xfrm>
              <a:off x="6645719" y="5572810"/>
              <a:ext cx="89217" cy="81858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79 w 89217"/>
                <a:gd name="csY3" fmla="*/ 67044 h 81858"/>
                <a:gd name="csX4" fmla="*/ 40196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79" y="67044"/>
                  </a:lnTo>
                  <a:lnTo>
                    <a:pt x="40196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48D15BEA-109C-C234-49B9-B8447BD2D456}"/>
                </a:ext>
              </a:extLst>
            </p:cNvPr>
            <p:cNvSpPr/>
            <p:nvPr/>
          </p:nvSpPr>
          <p:spPr>
            <a:xfrm>
              <a:off x="6241580" y="2604217"/>
              <a:ext cx="13633" cy="25412"/>
            </a:xfrm>
            <a:custGeom>
              <a:avLst/>
              <a:gdLst>
                <a:gd name="csX0" fmla="*/ 0 w 13633"/>
                <a:gd name="csY0" fmla="*/ 0 h 25412"/>
                <a:gd name="csX1" fmla="*/ 13633 w 13633"/>
                <a:gd name="csY1" fmla="*/ 25413 h 25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633" h="25412">
                  <a:moveTo>
                    <a:pt x="0" y="0"/>
                  </a:moveTo>
                  <a:lnTo>
                    <a:pt x="13633" y="254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13" name="Rectangle: Top Corners Rounded 12">
            <a:extLst>
              <a:ext uri="{FF2B5EF4-FFF2-40B4-BE49-F238E27FC236}">
                <a16:creationId xmlns:a16="http://schemas.microsoft.com/office/drawing/2014/main" id="{E482E3DD-7035-8498-7B4E-6FF0A20FA620}"/>
              </a:ext>
            </a:extLst>
          </p:cNvPr>
          <p:cNvSpPr/>
          <p:nvPr/>
        </p:nvSpPr>
        <p:spPr>
          <a:xfrm rot="5400000">
            <a:off x="10416010" y="186493"/>
            <a:ext cx="797986" cy="2522126"/>
          </a:xfrm>
          <a:prstGeom prst="round2SameRect">
            <a:avLst>
              <a:gd name="adj1" fmla="val 465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0B52A9B-930C-AFB3-2646-80D96CB9FAD8}"/>
              </a:ext>
            </a:extLst>
          </p:cNvPr>
          <p:cNvSpPr txBox="1"/>
          <p:nvPr/>
        </p:nvSpPr>
        <p:spPr>
          <a:xfrm>
            <a:off x="469900" y="3114675"/>
            <a:ext cx="1412463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Salt Lake City, Utah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B30AEF8-4E24-4ED5-8D9E-0819863DA25B}"/>
              </a:ext>
            </a:extLst>
          </p:cNvPr>
          <p:cNvSpPr txBox="1"/>
          <p:nvPr/>
        </p:nvSpPr>
        <p:spPr>
          <a:xfrm>
            <a:off x="4098924" y="2273140"/>
            <a:ext cx="127079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London, England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067DF02-F409-6024-57A0-656936698728}"/>
              </a:ext>
            </a:extLst>
          </p:cNvPr>
          <p:cNvSpPr txBox="1"/>
          <p:nvPr/>
        </p:nvSpPr>
        <p:spPr>
          <a:xfrm>
            <a:off x="4615655" y="2718434"/>
            <a:ext cx="161369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Lausanne, Switzerland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4312A71-FA3B-AD07-F813-94CD170660FE}"/>
              </a:ext>
            </a:extLst>
          </p:cNvPr>
          <p:cNvSpPr txBox="1"/>
          <p:nvPr/>
        </p:nvSpPr>
        <p:spPr>
          <a:xfrm>
            <a:off x="5922112" y="5859636"/>
            <a:ext cx="2242960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Cape Town &amp; Joburg, South Africa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4481463-FE9D-DE07-5975-0003CDCBA2EA}"/>
              </a:ext>
            </a:extLst>
          </p:cNvPr>
          <p:cNvSpPr txBox="1"/>
          <p:nvPr/>
        </p:nvSpPr>
        <p:spPr>
          <a:xfrm>
            <a:off x="9949040" y="5945370"/>
            <a:ext cx="173813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Perth &amp; Sydney, Australia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021A4FF-B527-989E-BF80-331039C7C0ED}"/>
              </a:ext>
            </a:extLst>
          </p:cNvPr>
          <p:cNvSpPr txBox="1"/>
          <p:nvPr/>
        </p:nvSpPr>
        <p:spPr>
          <a:xfrm rot="16200000">
            <a:off x="8925556" y="1218161"/>
            <a:ext cx="797983" cy="458784"/>
          </a:xfrm>
          <a:prstGeom prst="round2SameRect">
            <a:avLst>
              <a:gd name="adj1" fmla="val 11477"/>
              <a:gd name="adj2" fmla="val 0"/>
            </a:avLst>
          </a:prstGeom>
          <a:solidFill>
            <a:schemeClr val="accent4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Key</a:t>
            </a:r>
            <a:endParaRPr kumimoji="0" lang="en-US" sz="11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76E6EC-83A8-A44F-62A3-63912CFD717E}"/>
              </a:ext>
            </a:extLst>
          </p:cNvPr>
          <p:cNvSpPr txBox="1"/>
          <p:nvPr/>
        </p:nvSpPr>
        <p:spPr>
          <a:xfrm>
            <a:off x="10167890" y="1171866"/>
            <a:ext cx="2010187" cy="22734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-32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GLP Toxicology required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12E42E1-E714-8B4A-C94E-7F8210ECEC97}"/>
              </a:ext>
            </a:extLst>
          </p:cNvPr>
          <p:cNvSpPr txBox="1"/>
          <p:nvPr/>
        </p:nvSpPr>
        <p:spPr>
          <a:xfrm>
            <a:off x="10171065" y="1514793"/>
            <a:ext cx="2010187" cy="22734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-32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No GLP Tox requirement</a:t>
            </a: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E4060AB-56C3-B556-BDE4-B90BD48A5684}"/>
              </a:ext>
            </a:extLst>
          </p:cNvPr>
          <p:cNvSpPr/>
          <p:nvPr/>
        </p:nvSpPr>
        <p:spPr>
          <a:xfrm>
            <a:off x="9763078" y="1183932"/>
            <a:ext cx="198849" cy="198849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89338B14-7E95-A219-BFBF-9D0727DA1E71}"/>
              </a:ext>
            </a:extLst>
          </p:cNvPr>
          <p:cNvSpPr/>
          <p:nvPr/>
        </p:nvSpPr>
        <p:spPr>
          <a:xfrm>
            <a:off x="9763078" y="1522692"/>
            <a:ext cx="198849" cy="1988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A9EF5B1-EFE0-67DB-3B27-1DED7F47A04A}"/>
              </a:ext>
            </a:extLst>
          </p:cNvPr>
          <p:cNvGrpSpPr/>
          <p:nvPr/>
        </p:nvGrpSpPr>
        <p:grpSpPr>
          <a:xfrm>
            <a:off x="1219302" y="275191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18" name="Free-form: Shape 35">
              <a:extLst>
                <a:ext uri="{FF2B5EF4-FFF2-40B4-BE49-F238E27FC236}">
                  <a16:creationId xmlns:a16="http://schemas.microsoft.com/office/drawing/2014/main" id="{89BB3A60-F6F2-59C5-E2DF-02055A91F5FE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" name="Free-form: Shape 36">
              <a:extLst>
                <a:ext uri="{FF2B5EF4-FFF2-40B4-BE49-F238E27FC236}">
                  <a16:creationId xmlns:a16="http://schemas.microsoft.com/office/drawing/2014/main" id="{7757A6F9-AE08-2835-68B5-B363460622CB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5F82288D-D380-A216-B7AA-7F95F99021A6}"/>
              </a:ext>
            </a:extLst>
          </p:cNvPr>
          <p:cNvGrpSpPr/>
          <p:nvPr/>
        </p:nvGrpSpPr>
        <p:grpSpPr>
          <a:xfrm>
            <a:off x="1285977" y="267611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1" name="Free-form: Shape 35">
              <a:extLst>
                <a:ext uri="{FF2B5EF4-FFF2-40B4-BE49-F238E27FC236}">
                  <a16:creationId xmlns:a16="http://schemas.microsoft.com/office/drawing/2014/main" id="{481656C3-8350-9598-C011-A5D412F257F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" name="Free-form: Shape 36">
              <a:extLst>
                <a:ext uri="{FF2B5EF4-FFF2-40B4-BE49-F238E27FC236}">
                  <a16:creationId xmlns:a16="http://schemas.microsoft.com/office/drawing/2014/main" id="{A61891D9-2E69-7DE9-F952-0F68E97752E0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B4F78F5-6FAF-8D00-EBEA-8AC10DA8B0A6}"/>
              </a:ext>
            </a:extLst>
          </p:cNvPr>
          <p:cNvGrpSpPr/>
          <p:nvPr/>
        </p:nvGrpSpPr>
        <p:grpSpPr>
          <a:xfrm>
            <a:off x="1326458" y="282274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5" name="Free-form: Shape 35">
              <a:extLst>
                <a:ext uri="{FF2B5EF4-FFF2-40B4-BE49-F238E27FC236}">
                  <a16:creationId xmlns:a16="http://schemas.microsoft.com/office/drawing/2014/main" id="{3541B0E2-A69E-4CED-FE0E-7549FFDBABD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" name="Free-form: Shape 36">
              <a:extLst>
                <a:ext uri="{FF2B5EF4-FFF2-40B4-BE49-F238E27FC236}">
                  <a16:creationId xmlns:a16="http://schemas.microsoft.com/office/drawing/2014/main" id="{F29B989F-2074-FBA3-D357-F05A5279857D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9346718-92CC-59AB-550F-8FD1F139C3FA}"/>
              </a:ext>
            </a:extLst>
          </p:cNvPr>
          <p:cNvGrpSpPr/>
          <p:nvPr/>
        </p:nvGrpSpPr>
        <p:grpSpPr>
          <a:xfrm>
            <a:off x="5457876" y="2055827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8" name="Free-form: Shape 35">
              <a:extLst>
                <a:ext uri="{FF2B5EF4-FFF2-40B4-BE49-F238E27FC236}">
                  <a16:creationId xmlns:a16="http://schemas.microsoft.com/office/drawing/2014/main" id="{2E94EC3F-C1C0-86B8-9D92-7D0CC89514F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" name="Free-form: Shape 36">
              <a:extLst>
                <a:ext uri="{FF2B5EF4-FFF2-40B4-BE49-F238E27FC236}">
                  <a16:creationId xmlns:a16="http://schemas.microsoft.com/office/drawing/2014/main" id="{DF89A461-5E83-8FAF-EA51-61C2BEC7BADE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D320F3C-C792-F27C-4163-5BDCFB002B3B}"/>
              </a:ext>
            </a:extLst>
          </p:cNvPr>
          <p:cNvGrpSpPr/>
          <p:nvPr/>
        </p:nvGrpSpPr>
        <p:grpSpPr>
          <a:xfrm>
            <a:off x="5517408" y="2108215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1" name="Free-form: Shape 35">
              <a:extLst>
                <a:ext uri="{FF2B5EF4-FFF2-40B4-BE49-F238E27FC236}">
                  <a16:creationId xmlns:a16="http://schemas.microsoft.com/office/drawing/2014/main" id="{35F39B4A-72CF-3609-A583-E1D57C7FB645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" name="Free-form: Shape 36">
              <a:extLst>
                <a:ext uri="{FF2B5EF4-FFF2-40B4-BE49-F238E27FC236}">
                  <a16:creationId xmlns:a16="http://schemas.microsoft.com/office/drawing/2014/main" id="{35640ADD-5984-8C18-2DCC-4BFB4D67F83E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03937A2-030B-57A5-DF9C-59347B339AA7}"/>
              </a:ext>
            </a:extLst>
          </p:cNvPr>
          <p:cNvGrpSpPr/>
          <p:nvPr/>
        </p:nvGrpSpPr>
        <p:grpSpPr>
          <a:xfrm>
            <a:off x="5834115" y="231313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4" name="Free-form: Shape 35">
              <a:extLst>
                <a:ext uri="{FF2B5EF4-FFF2-40B4-BE49-F238E27FC236}">
                  <a16:creationId xmlns:a16="http://schemas.microsoft.com/office/drawing/2014/main" id="{F054C0C3-7B6E-E85F-888F-5B241DDDF661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" name="Free-form: Shape 36">
              <a:extLst>
                <a:ext uri="{FF2B5EF4-FFF2-40B4-BE49-F238E27FC236}">
                  <a16:creationId xmlns:a16="http://schemas.microsoft.com/office/drawing/2014/main" id="{32978232-363A-76D5-F16E-CDDB9C25B93A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3662A978-6915-546E-36E2-DA44F0F5BB75}"/>
              </a:ext>
            </a:extLst>
          </p:cNvPr>
          <p:cNvGrpSpPr/>
          <p:nvPr/>
        </p:nvGrpSpPr>
        <p:grpSpPr>
          <a:xfrm>
            <a:off x="6364376" y="5469253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7" name="Free-form: Shape 35">
              <a:extLst>
                <a:ext uri="{FF2B5EF4-FFF2-40B4-BE49-F238E27FC236}">
                  <a16:creationId xmlns:a16="http://schemas.microsoft.com/office/drawing/2014/main" id="{C5232C91-66D2-2004-76DC-0585484CB2B2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" name="Free-form: Shape 36">
              <a:extLst>
                <a:ext uri="{FF2B5EF4-FFF2-40B4-BE49-F238E27FC236}">
                  <a16:creationId xmlns:a16="http://schemas.microsoft.com/office/drawing/2014/main" id="{D63A9DE0-265B-F49B-BF4A-7C4FDCFC1FB2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CBCAE7-E7AD-C78E-95DB-DC31A0D47D63}"/>
              </a:ext>
            </a:extLst>
          </p:cNvPr>
          <p:cNvGrpSpPr/>
          <p:nvPr/>
        </p:nvGrpSpPr>
        <p:grpSpPr>
          <a:xfrm>
            <a:off x="6552495" y="525494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0" name="Free-form: Shape 35">
              <a:extLst>
                <a:ext uri="{FF2B5EF4-FFF2-40B4-BE49-F238E27FC236}">
                  <a16:creationId xmlns:a16="http://schemas.microsoft.com/office/drawing/2014/main" id="{0A23E604-A111-2456-9B6E-9016C40269AF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" name="Free-form: Shape 36">
              <a:extLst>
                <a:ext uri="{FF2B5EF4-FFF2-40B4-BE49-F238E27FC236}">
                  <a16:creationId xmlns:a16="http://schemas.microsoft.com/office/drawing/2014/main" id="{75BF513F-0B42-2783-EFB2-F3E8DFC7B327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454A8FB-C5DC-E363-22FE-6B125043671F}"/>
              </a:ext>
            </a:extLst>
          </p:cNvPr>
          <p:cNvGrpSpPr/>
          <p:nvPr/>
        </p:nvGrpSpPr>
        <p:grpSpPr>
          <a:xfrm>
            <a:off x="9928916" y="5133255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3" name="Free-form: Shape 35">
              <a:extLst>
                <a:ext uri="{FF2B5EF4-FFF2-40B4-BE49-F238E27FC236}">
                  <a16:creationId xmlns:a16="http://schemas.microsoft.com/office/drawing/2014/main" id="{1F1D84E7-1DAD-58E1-BD1A-0F9B96A2F84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" name="Free-form: Shape 36">
              <a:extLst>
                <a:ext uri="{FF2B5EF4-FFF2-40B4-BE49-F238E27FC236}">
                  <a16:creationId xmlns:a16="http://schemas.microsoft.com/office/drawing/2014/main" id="{87605D8A-ECA7-AF20-50D5-BBD06642DB44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80152B2-F7EC-DD73-3CB3-37B049D25715}"/>
              </a:ext>
            </a:extLst>
          </p:cNvPr>
          <p:cNvGrpSpPr/>
          <p:nvPr/>
        </p:nvGrpSpPr>
        <p:grpSpPr>
          <a:xfrm>
            <a:off x="11126685" y="5506807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6" name="Free-form: Shape 35">
              <a:extLst>
                <a:ext uri="{FF2B5EF4-FFF2-40B4-BE49-F238E27FC236}">
                  <a16:creationId xmlns:a16="http://schemas.microsoft.com/office/drawing/2014/main" id="{3554409E-3F10-4102-AFB1-0EA23BF1FB36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" name="Free-form: Shape 36">
              <a:extLst>
                <a:ext uri="{FF2B5EF4-FFF2-40B4-BE49-F238E27FC236}">
                  <a16:creationId xmlns:a16="http://schemas.microsoft.com/office/drawing/2014/main" id="{21AB1DD5-59DE-C668-769D-E8380EB8AD33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4C488CF-3E0E-F164-B489-7255EA0DF63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24</a:t>
            </a:fld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56172F-90A6-2895-D138-84031CC71B51}"/>
              </a:ext>
            </a:extLst>
          </p:cNvPr>
          <p:cNvSpPr txBox="1"/>
          <p:nvPr/>
        </p:nvSpPr>
        <p:spPr>
          <a:xfrm>
            <a:off x="9405257" y="3458723"/>
            <a:ext cx="1072803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Shanghai, China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ECB9614-1502-08EC-5567-8D5E987F325E}"/>
              </a:ext>
            </a:extLst>
          </p:cNvPr>
          <p:cNvGrpSpPr/>
          <p:nvPr/>
        </p:nvGrpSpPr>
        <p:grpSpPr>
          <a:xfrm>
            <a:off x="10082825" y="305342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3" name="Free-form: Shape 35">
              <a:extLst>
                <a:ext uri="{FF2B5EF4-FFF2-40B4-BE49-F238E27FC236}">
                  <a16:creationId xmlns:a16="http://schemas.microsoft.com/office/drawing/2014/main" id="{E5BB63D4-111D-86C9-2A99-C1BF1FEE2D8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2" name="Free-form: Shape 36">
              <a:extLst>
                <a:ext uri="{FF2B5EF4-FFF2-40B4-BE49-F238E27FC236}">
                  <a16:creationId xmlns:a16="http://schemas.microsoft.com/office/drawing/2014/main" id="{E0FBD78B-E576-96B7-3D8A-78F855A1EE54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1426" name="Title 3">
            <a:extLst>
              <a:ext uri="{FF2B5EF4-FFF2-40B4-BE49-F238E27FC236}">
                <a16:creationId xmlns:a16="http://schemas.microsoft.com/office/drawing/2014/main" id="{D4B4C4DC-A002-FC43-9D73-657A81CC7A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7181" y="1005324"/>
            <a:ext cx="4612112" cy="797984"/>
          </a:xfrm>
        </p:spPr>
        <p:txBody>
          <a:bodyPr/>
          <a:lstStyle/>
          <a:p>
            <a:r>
              <a:rPr lang="en-US"/>
              <a:t>Our global clinical trial network &amp; FIH regulatory approach</a:t>
            </a:r>
          </a:p>
        </p:txBody>
      </p:sp>
      <p:sp>
        <p:nvSpPr>
          <p:cNvPr id="1432" name="Rectangle: Rounded Corners 1431">
            <a:extLst>
              <a:ext uri="{FF2B5EF4-FFF2-40B4-BE49-F238E27FC236}">
                <a16:creationId xmlns:a16="http://schemas.microsoft.com/office/drawing/2014/main" id="{430961DB-A224-24B6-F749-4940489A9F93}"/>
              </a:ext>
            </a:extLst>
          </p:cNvPr>
          <p:cNvSpPr/>
          <p:nvPr/>
        </p:nvSpPr>
        <p:spPr>
          <a:xfrm>
            <a:off x="-343921" y="3707109"/>
            <a:ext cx="5740677" cy="2949388"/>
          </a:xfrm>
          <a:prstGeom prst="roundRect">
            <a:avLst>
              <a:gd name="adj" fmla="val 7914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1433" name="Text Placeholder 5">
            <a:extLst>
              <a:ext uri="{FF2B5EF4-FFF2-40B4-BE49-F238E27FC236}">
                <a16:creationId xmlns:a16="http://schemas.microsoft.com/office/drawing/2014/main" id="{8497CA8D-5DDE-BC0B-4B39-C1E94360F807}"/>
              </a:ext>
            </a:extLst>
          </p:cNvPr>
          <p:cNvSpPr txBox="1">
            <a:spLocks/>
          </p:cNvSpPr>
          <p:nvPr/>
        </p:nvSpPr>
        <p:spPr>
          <a:xfrm>
            <a:off x="180035" y="3787312"/>
            <a:ext cx="4943938" cy="218665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None/>
            </a:pPr>
            <a:r>
              <a:rPr lang="en-US" sz="1100" b="1">
                <a:solidFill>
                  <a:schemeClr val="tx1"/>
                </a:solidFill>
              </a:rPr>
              <a:t xml:space="preserve">Use of rapid regulatory paths (e.g. USFDA </a:t>
            </a:r>
            <a:r>
              <a:rPr lang="en-US" sz="1100" b="1" err="1">
                <a:solidFill>
                  <a:schemeClr val="tx1"/>
                </a:solidFill>
              </a:rPr>
              <a:t>eINDs</a:t>
            </a:r>
            <a:r>
              <a:rPr lang="en-US" sz="1100" b="1">
                <a:solidFill>
                  <a:schemeClr val="tx1"/>
                </a:solidFill>
              </a:rPr>
              <a:t>) to select lead therapeutic candidate in humans</a:t>
            </a:r>
          </a:p>
          <a:p>
            <a:endParaRPr lang="en-US" sz="1100"/>
          </a:p>
        </p:txBody>
      </p:sp>
      <p:sp>
        <p:nvSpPr>
          <p:cNvPr id="1434" name="Text Placeholder 6">
            <a:extLst>
              <a:ext uri="{FF2B5EF4-FFF2-40B4-BE49-F238E27FC236}">
                <a16:creationId xmlns:a16="http://schemas.microsoft.com/office/drawing/2014/main" id="{257EC33D-C71F-DEFB-AE3D-DA97D8619B5C}"/>
              </a:ext>
            </a:extLst>
          </p:cNvPr>
          <p:cNvSpPr txBox="1">
            <a:spLocks/>
          </p:cNvSpPr>
          <p:nvPr/>
        </p:nvSpPr>
        <p:spPr>
          <a:xfrm>
            <a:off x="180035" y="4122879"/>
            <a:ext cx="5216721" cy="1741662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FIH studies seek to answer</a:t>
            </a:r>
            <a:r>
              <a:rPr lang="en-US" sz="1100" i="1"/>
              <a:t>: Can you deliver enough dose (Gy) to kill tumor without reaching critical organ dose?</a:t>
            </a:r>
            <a:endParaRPr lang="en-US" sz="1100"/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Whole-body organ and tumor dosimetry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Estimate Maximal Tolerable Dose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 xml:space="preserve">Maximum Injected Dose 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Critical Organ Dose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Tumor Achieved Dose</a:t>
            </a:r>
          </a:p>
          <a:p>
            <a:pPr marL="258763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Justification for higher starting dose in Ph 1 dose escalation studies</a:t>
            </a:r>
          </a:p>
        </p:txBody>
      </p:sp>
      <p:sp>
        <p:nvSpPr>
          <p:cNvPr id="1435" name="Text Placeholder 7">
            <a:extLst>
              <a:ext uri="{FF2B5EF4-FFF2-40B4-BE49-F238E27FC236}">
                <a16:creationId xmlns:a16="http://schemas.microsoft.com/office/drawing/2014/main" id="{67F200A1-DB44-23B3-CFF1-620D136B560E}"/>
              </a:ext>
            </a:extLst>
          </p:cNvPr>
          <p:cNvSpPr txBox="1">
            <a:spLocks/>
          </p:cNvSpPr>
          <p:nvPr/>
        </p:nvSpPr>
        <p:spPr>
          <a:xfrm>
            <a:off x="180035" y="5701468"/>
            <a:ext cx="4943938" cy="218665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None/>
            </a:pPr>
            <a:r>
              <a:rPr lang="en-US" sz="1100" b="1">
                <a:solidFill>
                  <a:schemeClr val="tx1"/>
                </a:solidFill>
              </a:rPr>
              <a:t xml:space="preserve">Global Clinical Trial Network </a:t>
            </a:r>
          </a:p>
        </p:txBody>
      </p:sp>
      <p:sp>
        <p:nvSpPr>
          <p:cNvPr id="1436" name="Text Placeholder 8">
            <a:extLst>
              <a:ext uri="{FF2B5EF4-FFF2-40B4-BE49-F238E27FC236}">
                <a16:creationId xmlns:a16="http://schemas.microsoft.com/office/drawing/2014/main" id="{201529DC-5A6D-C7D3-631A-9C3B910806B3}"/>
              </a:ext>
            </a:extLst>
          </p:cNvPr>
          <p:cNvSpPr txBox="1">
            <a:spLocks/>
          </p:cNvSpPr>
          <p:nvPr/>
        </p:nvSpPr>
        <p:spPr>
          <a:xfrm>
            <a:off x="180035" y="5904465"/>
            <a:ext cx="4943933" cy="947971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 xml:space="preserve">&gt;5 global sites across US, EU, SA &amp; AUS will be contracted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 xml:space="preserve">Multicenter Ph0 trials enables rapid completion of studies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Early recruiters for Ph 1 / 2 therapy studies.</a:t>
            </a:r>
          </a:p>
        </p:txBody>
      </p:sp>
    </p:spTree>
    <p:extLst>
      <p:ext uri="{BB962C8B-B14F-4D97-AF65-F5344CB8AC3E}">
        <p14:creationId xmlns:p14="http://schemas.microsoft.com/office/powerpoint/2010/main" val="11797944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Top Corners Rounded 22">
            <a:extLst>
              <a:ext uri="{FF2B5EF4-FFF2-40B4-BE49-F238E27FC236}">
                <a16:creationId xmlns:a16="http://schemas.microsoft.com/office/drawing/2014/main" id="{14997EC4-AE79-54C4-1D8D-51099951AEDF}"/>
              </a:ext>
            </a:extLst>
          </p:cNvPr>
          <p:cNvSpPr/>
          <p:nvPr/>
        </p:nvSpPr>
        <p:spPr>
          <a:xfrm rot="10800000">
            <a:off x="6163762" y="1559859"/>
            <a:ext cx="5767123" cy="5031440"/>
          </a:xfrm>
          <a:prstGeom prst="round2SameRect">
            <a:avLst>
              <a:gd name="adj1" fmla="val 4317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7E6CC5A-7944-9D61-2F76-93B2297080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4802221" cy="414463"/>
          </a:xfrm>
        </p:spPr>
        <p:txBody>
          <a:bodyPr/>
          <a:lstStyle/>
          <a:p>
            <a:pPr>
              <a:lnSpc>
                <a:spcPct val="103000"/>
              </a:lnSpc>
            </a:pPr>
            <a:r>
              <a:rPr lang="en-US" spc="-24"/>
              <a:t>The world’s first radiopharmaceutical facility that houses research, development and commercialization under one roof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39FA8E6-24B5-3F18-E9BE-19F9BC3EB2F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25</a:t>
            </a:fld>
            <a:endParaRPr lang="en-GB"/>
          </a:p>
        </p:txBody>
      </p:sp>
      <p:sp>
        <p:nvSpPr>
          <p:cNvPr id="25" name="Subtitle 24">
            <a:extLst>
              <a:ext uri="{FF2B5EF4-FFF2-40B4-BE49-F238E27FC236}">
                <a16:creationId xmlns:a16="http://schemas.microsoft.com/office/drawing/2014/main" id="{2F1F167E-C9EB-F5F8-588C-E6BAF588108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Integrated Supply Chain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95C7EDC-EC71-5153-0F56-BF05BC7749F5}"/>
              </a:ext>
            </a:extLst>
          </p:cNvPr>
          <p:cNvSpPr txBox="1"/>
          <p:nvPr/>
        </p:nvSpPr>
        <p:spPr>
          <a:xfrm>
            <a:off x="2876551" y="3293228"/>
            <a:ext cx="2186781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-2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Our HQ building as of October 2025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592B27-E82E-4A59-BA61-0F6B1B4DEEED}"/>
              </a:ext>
            </a:extLst>
          </p:cNvPr>
          <p:cNvSpPr txBox="1"/>
          <p:nvPr/>
        </p:nvSpPr>
        <p:spPr>
          <a:xfrm>
            <a:off x="6362700" y="1739812"/>
            <a:ext cx="3022599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Research &amp; development labs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4C179EB-0AA2-8FF9-7846-A3DEE194FD6D}"/>
              </a:ext>
            </a:extLst>
          </p:cNvPr>
          <p:cNvSpPr txBox="1"/>
          <p:nvPr/>
        </p:nvSpPr>
        <p:spPr>
          <a:xfrm>
            <a:off x="6362700" y="1995477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Full hot/cold lab spaces for chemistry, in vitro and in vivo work, including in-house imaging and vivarium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97CBC32-22BC-2EAE-FF26-54E35756FA0B}"/>
              </a:ext>
            </a:extLst>
          </p:cNvPr>
          <p:cNvSpPr txBox="1"/>
          <p:nvPr/>
        </p:nvSpPr>
        <p:spPr>
          <a:xfrm>
            <a:off x="6362700" y="2733093"/>
            <a:ext cx="3022599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Clinical &amp; commercial manufacturing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46A5B1-F4FA-83B7-6500-E5DD52008CC3}"/>
              </a:ext>
            </a:extLst>
          </p:cNvPr>
          <p:cNvSpPr txBox="1"/>
          <p:nvPr/>
        </p:nvSpPr>
        <p:spPr>
          <a:xfrm>
            <a:off x="6362700" y="2988758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Planned capacity of 9 production lines for cGMP manufacturing, with 2</a:t>
            </a:r>
            <a:b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coming online in 202</a:t>
            </a:r>
            <a:r>
              <a:rPr lang="en-US" sz="1200" spc="-6">
                <a:solidFill>
                  <a:srgbClr val="656670"/>
                </a:solidFill>
                <a:latin typeface="Funnel Sans Light"/>
              </a:rPr>
              <a:t>6</a:t>
            </a:r>
            <a:endParaRPr kumimoji="0" lang="en-US" sz="1200" b="0" i="0" u="none" strike="noStrike" kern="1200" cap="none" spc="-6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807F21-FACE-1FB9-1EFE-D587621FA4C8}"/>
              </a:ext>
            </a:extLst>
          </p:cNvPr>
          <p:cNvSpPr txBox="1"/>
          <p:nvPr/>
        </p:nvSpPr>
        <p:spPr>
          <a:xfrm>
            <a:off x="6362700" y="3735289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Built to Sego’s specifications, with phased takedown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C30A00D-CC0B-12E4-47EC-9FE146DD300C}"/>
              </a:ext>
            </a:extLst>
          </p:cNvPr>
          <p:cNvSpPr txBox="1"/>
          <p:nvPr/>
        </p:nvSpPr>
        <p:spPr>
          <a:xfrm>
            <a:off x="6362700" y="3990954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Building lease includes a phased take down to match payments with utilized floor space. Generous landlord TI allowance to support fit out financing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1B4C2CF-7C36-D11F-C4FB-37B0ADFE0300}"/>
              </a:ext>
            </a:extLst>
          </p:cNvPr>
          <p:cNvSpPr txBox="1"/>
          <p:nvPr/>
        </p:nvSpPr>
        <p:spPr>
          <a:xfrm>
            <a:off x="6362700" y="4753922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 xml:space="preserve">Talent pool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A3CA5B-00F9-39EE-A65E-C94BBAB3E646}"/>
              </a:ext>
            </a:extLst>
          </p:cNvPr>
          <p:cNvSpPr txBox="1"/>
          <p:nvPr/>
        </p:nvSpPr>
        <p:spPr>
          <a:xfrm>
            <a:off x="6362700" y="5009587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Extensive local AI/ML talent and a thriving life science community. Attractive city for relocation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5EE00A2-A2AA-1B80-6259-CB3BEEB5F339}"/>
              </a:ext>
            </a:extLst>
          </p:cNvPr>
          <p:cNvSpPr txBox="1"/>
          <p:nvPr/>
        </p:nvSpPr>
        <p:spPr>
          <a:xfrm>
            <a:off x="6362700" y="5716771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Strategic location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2095612-B26E-C3B2-7355-C71AC9479578}"/>
              </a:ext>
            </a:extLst>
          </p:cNvPr>
          <p:cNvSpPr txBox="1"/>
          <p:nvPr/>
        </p:nvSpPr>
        <p:spPr>
          <a:xfrm>
            <a:off x="6362700" y="5972436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0.5 miles to </a:t>
            </a:r>
            <a:r>
              <a:rPr kumimoji="0" lang="en-US" sz="1200" b="0" i="0" u="none" strike="noStrike" kern="1200" cap="none" spc="-6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Nusano</a:t>
            </a: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isotope production facility; 4 miles to SLC airport, with unrivalled coverage of N. America, multiple daily flights to Europe and Asia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26E9B8E-EF32-A54E-2583-52B2D4E4508A}"/>
              </a:ext>
            </a:extLst>
          </p:cNvPr>
          <p:cNvCxnSpPr/>
          <p:nvPr/>
        </p:nvCxnSpPr>
        <p:spPr>
          <a:xfrm>
            <a:off x="6163767" y="2578249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7B13D86-74F4-FB35-E70F-A99DE7751435}"/>
              </a:ext>
            </a:extLst>
          </p:cNvPr>
          <p:cNvCxnSpPr/>
          <p:nvPr/>
        </p:nvCxnSpPr>
        <p:spPr>
          <a:xfrm>
            <a:off x="6163767" y="3573332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A30F13D-03B0-1497-AAB6-F4EA1DED9B22}"/>
              </a:ext>
            </a:extLst>
          </p:cNvPr>
          <p:cNvCxnSpPr/>
          <p:nvPr/>
        </p:nvCxnSpPr>
        <p:spPr>
          <a:xfrm>
            <a:off x="6163767" y="4575138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5FF1A44-F35A-5FD0-A2A7-1B1E5FA75A84}"/>
              </a:ext>
            </a:extLst>
          </p:cNvPr>
          <p:cNvCxnSpPr/>
          <p:nvPr/>
        </p:nvCxnSpPr>
        <p:spPr>
          <a:xfrm>
            <a:off x="6163767" y="5556774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: Top Corners Rounded 23">
            <a:extLst>
              <a:ext uri="{FF2B5EF4-FFF2-40B4-BE49-F238E27FC236}">
                <a16:creationId xmlns:a16="http://schemas.microsoft.com/office/drawing/2014/main" id="{C529FCC8-3C1E-BF19-E6C7-76AD9ABAC46E}"/>
              </a:ext>
            </a:extLst>
          </p:cNvPr>
          <p:cNvSpPr/>
          <p:nvPr/>
        </p:nvSpPr>
        <p:spPr>
          <a:xfrm>
            <a:off x="6163767" y="1063708"/>
            <a:ext cx="5767123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1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67K sq ft in prime Salt Lake City location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00AEE152-D9EA-6191-BFAE-BAA3EFCB5E5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53" t="843" r="4881" b="916"/>
          <a:stretch>
            <a:fillRect/>
          </a:stretch>
        </p:blipFill>
        <p:spPr>
          <a:xfrm>
            <a:off x="279959" y="3498056"/>
            <a:ext cx="4768095" cy="3064669"/>
          </a:xfrm>
          <a:prstGeom prst="roundRect">
            <a:avLst>
              <a:gd name="adj" fmla="val 4857"/>
            </a:avLst>
          </a:prstGeom>
          <a:effectLst>
            <a:outerShdw blurRad="50800" dist="38100" dir="5400000" algn="t" rotWithShape="0">
              <a:prstClr val="black">
                <a:alpha val="26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8040436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" name="Picture 164">
            <a:extLst>
              <a:ext uri="{FF2B5EF4-FFF2-40B4-BE49-F238E27FC236}">
                <a16:creationId xmlns:a16="http://schemas.microsoft.com/office/drawing/2014/main" id="{25967D1C-74FF-2857-D990-2AA59AF0D963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954" t="-1" r="39194" b="44795"/>
          <a:stretch>
            <a:fillRect/>
          </a:stretch>
        </p:blipFill>
        <p:spPr>
          <a:xfrm>
            <a:off x="350011" y="2851735"/>
            <a:ext cx="5136389" cy="3739566"/>
          </a:xfrm>
          <a:prstGeom prst="round2SameRect">
            <a:avLst>
              <a:gd name="adj1" fmla="val 0"/>
              <a:gd name="adj2" fmla="val 3643"/>
            </a:avLst>
          </a:prstGeom>
        </p:spPr>
      </p:pic>
      <p:pic>
        <p:nvPicPr>
          <p:cNvPr id="166" name="Picture 165">
            <a:extLst>
              <a:ext uri="{FF2B5EF4-FFF2-40B4-BE49-F238E27FC236}">
                <a16:creationId xmlns:a16="http://schemas.microsoft.com/office/drawing/2014/main" id="{89789480-F96A-E8CA-1B92-21CA6351162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86" t="25024" r="19401" b="24928"/>
          <a:stretch>
            <a:fillRect/>
          </a:stretch>
        </p:blipFill>
        <p:spPr>
          <a:xfrm>
            <a:off x="6462678" y="2851735"/>
            <a:ext cx="5136389" cy="3739566"/>
          </a:xfrm>
          <a:prstGeom prst="round2SameRect">
            <a:avLst>
              <a:gd name="adj1" fmla="val 0"/>
              <a:gd name="adj2" fmla="val 3643"/>
            </a:avLst>
          </a:prstGeom>
        </p:spPr>
      </p:pic>
      <p:sp>
        <p:nvSpPr>
          <p:cNvPr id="161" name="Graphic 159">
            <a:extLst>
              <a:ext uri="{FF2B5EF4-FFF2-40B4-BE49-F238E27FC236}">
                <a16:creationId xmlns:a16="http://schemas.microsoft.com/office/drawing/2014/main" id="{D2BDE2D3-3811-F556-A6B7-B70C79C013F6}"/>
              </a:ext>
            </a:extLst>
          </p:cNvPr>
          <p:cNvSpPr/>
          <p:nvPr/>
        </p:nvSpPr>
        <p:spPr>
          <a:xfrm>
            <a:off x="7140896" y="3794099"/>
            <a:ext cx="2390061" cy="2390061"/>
          </a:xfrm>
          <a:prstGeom prst="ellipse">
            <a:avLst/>
          </a:prstGeom>
          <a:noFill/>
          <a:ln w="31667" cap="flat">
            <a:solidFill>
              <a:srgbClr val="FFFFFF"/>
            </a:solidFill>
            <a:custDash>
              <a:ds d="300000" sp="300000"/>
            </a:custDash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BA88FCBE-827F-4AB8-A3B8-042870B62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8411549" cy="414463"/>
          </a:xfrm>
        </p:spPr>
        <p:txBody>
          <a:bodyPr/>
          <a:lstStyle/>
          <a:p>
            <a:r>
              <a:rPr lang="en-US" spc="-22"/>
              <a:t>Sego’s integration keeps RLT supply chain simple with the goal</a:t>
            </a:r>
            <a:br>
              <a:rPr lang="en-US" spc="-22"/>
            </a:br>
            <a:r>
              <a:rPr lang="en-US" spc="-22"/>
              <a:t xml:space="preserve">of delivering drugs to patients more quickly &amp; consistently </a:t>
            </a:r>
          </a:p>
        </p:txBody>
      </p:sp>
      <p:sp>
        <p:nvSpPr>
          <p:cNvPr id="2" name="Subtitle 1">
            <a:extLst>
              <a:ext uri="{FF2B5EF4-FFF2-40B4-BE49-F238E27FC236}">
                <a16:creationId xmlns:a16="http://schemas.microsoft.com/office/drawing/2014/main" id="{C7BA2AC2-F383-CEF5-2B7B-2F7D14B9F95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Integrated Supply Chain</a:t>
            </a:r>
          </a:p>
        </p:txBody>
      </p:sp>
      <p:sp>
        <p:nvSpPr>
          <p:cNvPr id="8" name="Rectangle: Top Corners Rounded 7">
            <a:extLst>
              <a:ext uri="{FF2B5EF4-FFF2-40B4-BE49-F238E27FC236}">
                <a16:creationId xmlns:a16="http://schemas.microsoft.com/office/drawing/2014/main" id="{AFE1E49B-BE72-5FD2-5244-BD4E9BEE9C6F}"/>
              </a:ext>
            </a:extLst>
          </p:cNvPr>
          <p:cNvSpPr/>
          <p:nvPr/>
        </p:nvSpPr>
        <p:spPr>
          <a:xfrm>
            <a:off x="350011" y="2374055"/>
            <a:ext cx="5136389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r>
              <a:rPr lang="en-US" sz="1400" spc="-14">
                <a:latin typeface="Funnel Sans Medium" pitchFamily="2" charset="0"/>
              </a:rPr>
              <a:t>Current state: Isotopes travel long distances</a:t>
            </a:r>
          </a:p>
        </p:txBody>
      </p:sp>
      <p:sp>
        <p:nvSpPr>
          <p:cNvPr id="9" name="Rectangle: Top Corners Rounded 8">
            <a:extLst>
              <a:ext uri="{FF2B5EF4-FFF2-40B4-BE49-F238E27FC236}">
                <a16:creationId xmlns:a16="http://schemas.microsoft.com/office/drawing/2014/main" id="{DF275E10-2F34-346D-E05B-D42F11169A33}"/>
              </a:ext>
            </a:extLst>
          </p:cNvPr>
          <p:cNvSpPr/>
          <p:nvPr/>
        </p:nvSpPr>
        <p:spPr>
          <a:xfrm>
            <a:off x="6462678" y="2374055"/>
            <a:ext cx="5136389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r>
              <a:rPr lang="en-US" sz="1400" spc="-14">
                <a:latin typeface="Funnel Sans Medium" pitchFamily="2" charset="0"/>
              </a:rPr>
              <a:t>Our vision: All supply and manufacture in 5mi radius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33856CB-4543-1375-8175-22ECB9C91634}"/>
              </a:ext>
            </a:extLst>
          </p:cNvPr>
          <p:cNvSpPr/>
          <p:nvPr/>
        </p:nvSpPr>
        <p:spPr>
          <a:xfrm>
            <a:off x="1135439" y="3733800"/>
            <a:ext cx="1409641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East Coast U.S.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Clear U.S. customs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CF616F53-AFF0-618A-69B3-4B1B9E9E8F24}"/>
              </a:ext>
            </a:extLst>
          </p:cNvPr>
          <p:cNvSpPr/>
          <p:nvPr/>
        </p:nvSpPr>
        <p:spPr>
          <a:xfrm>
            <a:off x="4005263" y="3586162"/>
            <a:ext cx="1084897" cy="49291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Western Russia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Isotope Supply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7DE5527A-ED6E-7D16-6AB7-9755927175B0}"/>
              </a:ext>
            </a:extLst>
          </p:cNvPr>
          <p:cNvSpPr/>
          <p:nvPr/>
        </p:nvSpPr>
        <p:spPr>
          <a:xfrm>
            <a:off x="3052950" y="4378325"/>
            <a:ext cx="1531750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Turkey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Required stop in transit</a:t>
            </a:r>
            <a:br>
              <a:rPr lang="en-US" sz="900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due to sanctions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A6F5D41-29F4-D6DA-83D8-C2C8C87AEF01}"/>
              </a:ext>
            </a:extLst>
          </p:cNvPr>
          <p:cNvSpPr/>
          <p:nvPr/>
        </p:nvSpPr>
        <p:spPr>
          <a:xfrm>
            <a:off x="437735" y="5074495"/>
            <a:ext cx="183397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Indianapolis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RLT Manufacturing Hub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ECF3562-0D0B-421D-7AE0-4558A239ADB5}"/>
              </a:ext>
            </a:extLst>
          </p:cNvPr>
          <p:cNvSpPr/>
          <p:nvPr/>
        </p:nvSpPr>
        <p:spPr>
          <a:xfrm>
            <a:off x="437735" y="5681714"/>
            <a:ext cx="183397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Indianapolis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 err="1">
                <a:solidFill>
                  <a:schemeClr val="accent1"/>
                </a:solidFill>
              </a:rPr>
              <a:t>Fedex</a:t>
            </a:r>
            <a:r>
              <a:rPr lang="en-US" sz="900">
                <a:solidFill>
                  <a:schemeClr val="accent1"/>
                </a:solidFill>
              </a:rPr>
              <a:t xml:space="preserve"> hub to global trial sites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CF6F6DB5-C4E3-5F7F-2C2C-9ECF889951A7}"/>
              </a:ext>
            </a:extLst>
          </p:cNvPr>
          <p:cNvSpPr/>
          <p:nvPr/>
        </p:nvSpPr>
        <p:spPr>
          <a:xfrm>
            <a:off x="3052951" y="3021382"/>
            <a:ext cx="2281050" cy="492919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r>
              <a:rPr lang="en-US" sz="900" b="1">
                <a:solidFill>
                  <a:schemeClr val="accent1"/>
                </a:solidFill>
              </a:rPr>
              <a:t>Longer transit, more isotope decay &amp; supply hiccups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DFC3E2B-0306-E1EB-72D5-6F2083AEC292}"/>
              </a:ext>
            </a:extLst>
          </p:cNvPr>
          <p:cNvSpPr/>
          <p:nvPr/>
        </p:nvSpPr>
        <p:spPr>
          <a:xfrm>
            <a:off x="3092244" y="3058890"/>
            <a:ext cx="416528" cy="4179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endParaRPr lang="en-US" sz="900">
              <a:solidFill>
                <a:srgbClr val="FF0000"/>
              </a:solidFill>
            </a:endParaRPr>
          </a:p>
        </p:txBody>
      </p:sp>
      <p:pic>
        <p:nvPicPr>
          <p:cNvPr id="18" name="Graphic 17">
            <a:extLst>
              <a:ext uri="{FF2B5EF4-FFF2-40B4-BE49-F238E27FC236}">
                <a16:creationId xmlns:a16="http://schemas.microsoft.com/office/drawing/2014/main" id="{0E4246FD-E0E0-9893-EED8-B14E9030FA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162298" y="3142825"/>
            <a:ext cx="286175" cy="286175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8D5C3041-0DF1-E8A9-252C-0A7E949F8D21}"/>
              </a:ext>
            </a:extLst>
          </p:cNvPr>
          <p:cNvSpPr/>
          <p:nvPr/>
        </p:nvSpPr>
        <p:spPr>
          <a:xfrm>
            <a:off x="9479943" y="3021382"/>
            <a:ext cx="1978632" cy="492919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r>
              <a:rPr lang="en-US" sz="900" b="1">
                <a:solidFill>
                  <a:schemeClr val="accent1"/>
                </a:solidFill>
              </a:rPr>
              <a:t>Short transit, less time for isotope to decay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6783350-000A-E4E2-5732-F86CA2EF6C65}"/>
              </a:ext>
            </a:extLst>
          </p:cNvPr>
          <p:cNvSpPr/>
          <p:nvPr/>
        </p:nvSpPr>
        <p:spPr>
          <a:xfrm>
            <a:off x="9519236" y="3058890"/>
            <a:ext cx="416528" cy="4179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endParaRPr lang="en-US" sz="900">
              <a:solidFill>
                <a:srgbClr val="FF0000"/>
              </a:solidFill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72FF5C5-F21B-6F4C-8C54-3D3ED2FD7EA3}"/>
              </a:ext>
            </a:extLst>
          </p:cNvPr>
          <p:cNvSpPr/>
          <p:nvPr/>
        </p:nvSpPr>
        <p:spPr>
          <a:xfrm>
            <a:off x="6927056" y="3837385"/>
            <a:ext cx="184308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SLC Int’l airport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 err="1">
                <a:solidFill>
                  <a:schemeClr val="accent1"/>
                </a:solidFill>
              </a:rPr>
              <a:t>Fedex</a:t>
            </a:r>
            <a:r>
              <a:rPr lang="en-US" sz="900">
                <a:solidFill>
                  <a:schemeClr val="accent1"/>
                </a:solidFill>
              </a:rPr>
              <a:t xml:space="preserve"> hub to global trial sites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396E60C-5D5B-032C-0343-53D39C3D4224}"/>
              </a:ext>
            </a:extLst>
          </p:cNvPr>
          <p:cNvSpPr/>
          <p:nvPr/>
        </p:nvSpPr>
        <p:spPr>
          <a:xfrm>
            <a:off x="6631780" y="5347692"/>
            <a:ext cx="1421607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Sego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Drug manufacturing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1B340B6A-6CD7-1852-1BC4-0D46AC7226BC}"/>
              </a:ext>
            </a:extLst>
          </p:cNvPr>
          <p:cNvSpPr/>
          <p:nvPr/>
        </p:nvSpPr>
        <p:spPr>
          <a:xfrm>
            <a:off x="8381205" y="5916811"/>
            <a:ext cx="1272383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 err="1">
                <a:solidFill>
                  <a:schemeClr val="accent1"/>
                </a:solidFill>
              </a:rPr>
              <a:t>Nusano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Isotope supply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96E27EC-6207-D807-0342-BF3AAA91EA87}"/>
              </a:ext>
            </a:extLst>
          </p:cNvPr>
          <p:cNvGrpSpPr/>
          <p:nvPr/>
        </p:nvGrpSpPr>
        <p:grpSpPr>
          <a:xfrm>
            <a:off x="541852" y="4400654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7" name="Free-form: Shape 35">
              <a:extLst>
                <a:ext uri="{FF2B5EF4-FFF2-40B4-BE49-F238E27FC236}">
                  <a16:creationId xmlns:a16="http://schemas.microsoft.com/office/drawing/2014/main" id="{E7100844-3E3C-FC07-9333-20838BFD951A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-form: Shape 36">
              <a:extLst>
                <a:ext uri="{FF2B5EF4-FFF2-40B4-BE49-F238E27FC236}">
                  <a16:creationId xmlns:a16="http://schemas.microsoft.com/office/drawing/2014/main" id="{2CB9EC69-E369-5392-1857-D38FA412ED90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649A381-84A4-3D9B-4071-04C3E39AC7CE}"/>
              </a:ext>
            </a:extLst>
          </p:cNvPr>
          <p:cNvGrpSpPr/>
          <p:nvPr/>
        </p:nvGrpSpPr>
        <p:grpSpPr>
          <a:xfrm>
            <a:off x="960534" y="437160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0" name="Free-form: Shape 35">
              <a:extLst>
                <a:ext uri="{FF2B5EF4-FFF2-40B4-BE49-F238E27FC236}">
                  <a16:creationId xmlns:a16="http://schemas.microsoft.com/office/drawing/2014/main" id="{A9DB4DF5-1EAB-EE9B-4D65-394D04F5ADB6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-form: Shape 36">
              <a:extLst>
                <a:ext uri="{FF2B5EF4-FFF2-40B4-BE49-F238E27FC236}">
                  <a16:creationId xmlns:a16="http://schemas.microsoft.com/office/drawing/2014/main" id="{0A7D3916-D476-DB10-9325-1D363E4C8CC9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42CF986-EB05-A4D2-9E6E-C89BE6BAFE3D}"/>
              </a:ext>
            </a:extLst>
          </p:cNvPr>
          <p:cNvGrpSpPr/>
          <p:nvPr/>
        </p:nvGrpSpPr>
        <p:grpSpPr>
          <a:xfrm>
            <a:off x="4826890" y="4321476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3" name="Free-form: Shape 35">
              <a:extLst>
                <a:ext uri="{FF2B5EF4-FFF2-40B4-BE49-F238E27FC236}">
                  <a16:creationId xmlns:a16="http://schemas.microsoft.com/office/drawing/2014/main" id="{F2B805B9-85AB-887B-8665-788904601992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-form: Shape 36">
              <a:extLst>
                <a:ext uri="{FF2B5EF4-FFF2-40B4-BE49-F238E27FC236}">
                  <a16:creationId xmlns:a16="http://schemas.microsoft.com/office/drawing/2014/main" id="{8A64C482-DDBD-C375-9978-4A1727624373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D22D8D5-87A2-420A-02DB-65420A3653E2}"/>
              </a:ext>
            </a:extLst>
          </p:cNvPr>
          <p:cNvGrpSpPr/>
          <p:nvPr/>
        </p:nvGrpSpPr>
        <p:grpSpPr>
          <a:xfrm>
            <a:off x="5246548" y="360835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5B9FB4C3-E790-8F22-198B-75D2ADCFD89B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FA8E47DC-BE79-0FAF-5A6F-4CE405FB51DD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59ECD20-C537-4F59-98E0-5A147825D70A}"/>
              </a:ext>
            </a:extLst>
          </p:cNvPr>
          <p:cNvGrpSpPr/>
          <p:nvPr/>
        </p:nvGrpSpPr>
        <p:grpSpPr>
          <a:xfrm>
            <a:off x="7710487" y="593769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9" name="Free-form: Shape 35">
              <a:extLst>
                <a:ext uri="{FF2B5EF4-FFF2-40B4-BE49-F238E27FC236}">
                  <a16:creationId xmlns:a16="http://schemas.microsoft.com/office/drawing/2014/main" id="{95ACB829-121F-F095-3196-DF69DF3C408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-form: Shape 36">
              <a:extLst>
                <a:ext uri="{FF2B5EF4-FFF2-40B4-BE49-F238E27FC236}">
                  <a16:creationId xmlns:a16="http://schemas.microsoft.com/office/drawing/2014/main" id="{9F9BB404-C248-2BFC-C0F2-47583BAE0A08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B343ECE-5A7E-D537-C8BE-63B4AF162AA9}"/>
              </a:ext>
            </a:extLst>
          </p:cNvPr>
          <p:cNvGrpSpPr/>
          <p:nvPr/>
        </p:nvGrpSpPr>
        <p:grpSpPr>
          <a:xfrm>
            <a:off x="8151018" y="6004373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2" name="Free-form: Shape 35">
              <a:extLst>
                <a:ext uri="{FF2B5EF4-FFF2-40B4-BE49-F238E27FC236}">
                  <a16:creationId xmlns:a16="http://schemas.microsoft.com/office/drawing/2014/main" id="{94C49548-473F-EE13-569C-FA94D509CA49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-form: Shape 36">
              <a:extLst>
                <a:ext uri="{FF2B5EF4-FFF2-40B4-BE49-F238E27FC236}">
                  <a16:creationId xmlns:a16="http://schemas.microsoft.com/office/drawing/2014/main" id="{1F2A6D2B-103C-ED2B-5F6F-52C37656BF98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45" name="Graphic 44">
            <a:extLst>
              <a:ext uri="{FF2B5EF4-FFF2-40B4-BE49-F238E27FC236}">
                <a16:creationId xmlns:a16="http://schemas.microsoft.com/office/drawing/2014/main" id="{7DA99CF2-B83F-2724-CF76-7E3166A3B7C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546807" y="3087835"/>
            <a:ext cx="363956" cy="363956"/>
          </a:xfrm>
          <a:prstGeom prst="rect">
            <a:avLst/>
          </a:prstGeom>
        </p:spPr>
      </p:pic>
      <p:grpSp>
        <p:nvGrpSpPr>
          <p:cNvPr id="46" name="Group 45">
            <a:extLst>
              <a:ext uri="{FF2B5EF4-FFF2-40B4-BE49-F238E27FC236}">
                <a16:creationId xmlns:a16="http://schemas.microsoft.com/office/drawing/2014/main" id="{CAFE21B2-CBAB-D5FC-F547-CA86D2686FA3}"/>
              </a:ext>
            </a:extLst>
          </p:cNvPr>
          <p:cNvGrpSpPr/>
          <p:nvPr/>
        </p:nvGrpSpPr>
        <p:grpSpPr>
          <a:xfrm>
            <a:off x="8309695" y="3612002"/>
            <a:ext cx="162067" cy="214804"/>
            <a:chOff x="8948439" y="3574611"/>
            <a:chExt cx="189222" cy="250795"/>
          </a:xfrm>
          <a:effectLst>
            <a:outerShdw blurRad="50800" dist="38100" dir="5400000" algn="ctr" rotWithShape="0">
              <a:srgbClr val="000000">
                <a:alpha val="10000"/>
              </a:srgbClr>
            </a:outerShdw>
          </a:effectLst>
        </p:grpSpPr>
        <p:sp>
          <p:nvSpPr>
            <p:cNvPr id="47" name="Free-form: Shape 21">
              <a:extLst>
                <a:ext uri="{FF2B5EF4-FFF2-40B4-BE49-F238E27FC236}">
                  <a16:creationId xmlns:a16="http://schemas.microsoft.com/office/drawing/2014/main" id="{0A0CDF09-976E-C40F-696C-3FE4B278B33E}"/>
                </a:ext>
              </a:extLst>
            </p:cNvPr>
            <p:cNvSpPr/>
            <p:nvPr/>
          </p:nvSpPr>
          <p:spPr>
            <a:xfrm>
              <a:off x="8955317" y="3581410"/>
              <a:ext cx="175496" cy="237231"/>
            </a:xfrm>
            <a:custGeom>
              <a:avLst/>
              <a:gdLst>
                <a:gd name="connsiteX0" fmla="*/ 93724 w 175496"/>
                <a:gd name="connsiteY0" fmla="*/ 338 h 237231"/>
                <a:gd name="connsiteX1" fmla="*/ 173339 w 175496"/>
                <a:gd name="connsiteY1" fmla="*/ 110987 h 237231"/>
                <a:gd name="connsiteX2" fmla="*/ 113441 w 175496"/>
                <a:gd name="connsiteY2" fmla="*/ 218249 h 237231"/>
                <a:gd name="connsiteX3" fmla="*/ 86745 w 175496"/>
                <a:gd name="connsiteY3" fmla="*/ 237221 h 237231"/>
                <a:gd name="connsiteX4" fmla="*/ 58354 w 175496"/>
                <a:gd name="connsiteY4" fmla="*/ 214183 h 237231"/>
                <a:gd name="connsiteX5" fmla="*/ 6858 w 175496"/>
                <a:gd name="connsiteY5" fmla="*/ 55832 h 237231"/>
                <a:gd name="connsiteX6" fmla="*/ 93588 w 175496"/>
                <a:gd name="connsiteY6" fmla="*/ 271 h 237231"/>
                <a:gd name="connsiteX7" fmla="*/ 93724 w 175496"/>
                <a:gd name="connsiteY7" fmla="*/ 271 h 23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496" h="237231">
                  <a:moveTo>
                    <a:pt x="93724" y="338"/>
                  </a:moveTo>
                  <a:cubicBezTo>
                    <a:pt x="147659" y="4268"/>
                    <a:pt x="185061" y="58204"/>
                    <a:pt x="173339" y="110987"/>
                  </a:cubicBezTo>
                  <a:cubicBezTo>
                    <a:pt x="165479" y="148593"/>
                    <a:pt x="138376" y="188435"/>
                    <a:pt x="113441" y="218249"/>
                  </a:cubicBezTo>
                  <a:cubicBezTo>
                    <a:pt x="106462" y="226312"/>
                    <a:pt x="97993" y="237627"/>
                    <a:pt x="86745" y="237221"/>
                  </a:cubicBezTo>
                  <a:cubicBezTo>
                    <a:pt x="74616" y="236340"/>
                    <a:pt x="66079" y="222856"/>
                    <a:pt x="58354" y="214183"/>
                  </a:cubicBezTo>
                  <a:cubicBezTo>
                    <a:pt x="24136" y="170479"/>
                    <a:pt x="-16383" y="112478"/>
                    <a:pt x="6858" y="55832"/>
                  </a:cubicBezTo>
                  <a:cubicBezTo>
                    <a:pt x="20681" y="21276"/>
                    <a:pt x="56593" y="-2846"/>
                    <a:pt x="93588" y="271"/>
                  </a:cubicBezTo>
                  <a:lnTo>
                    <a:pt x="93724" y="271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-form: Shape 23">
              <a:extLst>
                <a:ext uri="{FF2B5EF4-FFF2-40B4-BE49-F238E27FC236}">
                  <a16:creationId xmlns:a16="http://schemas.microsoft.com/office/drawing/2014/main" id="{0E1C3A7B-86AF-C7ED-2B42-A70783A543C5}"/>
                </a:ext>
              </a:extLst>
            </p:cNvPr>
            <p:cNvSpPr/>
            <p:nvPr/>
          </p:nvSpPr>
          <p:spPr>
            <a:xfrm>
              <a:off x="8948439" y="3574611"/>
              <a:ext cx="189222" cy="250795"/>
            </a:xfrm>
            <a:custGeom>
              <a:avLst/>
              <a:gdLst>
                <a:gd name="connsiteX0" fmla="*/ 94368 w 189222"/>
                <a:gd name="connsiteY0" fmla="*/ 250795 h 250795"/>
                <a:gd name="connsiteX1" fmla="*/ 93419 w 189222"/>
                <a:gd name="connsiteY1" fmla="*/ 250795 h 250795"/>
                <a:gd name="connsiteX2" fmla="*/ 64351 w 189222"/>
                <a:gd name="connsiteY2" fmla="*/ 230332 h 250795"/>
                <a:gd name="connsiteX3" fmla="*/ 60218 w 189222"/>
                <a:gd name="connsiteY3" fmla="*/ 225454 h 250795"/>
                <a:gd name="connsiteX4" fmla="*/ 7502 w 189222"/>
                <a:gd name="connsiteY4" fmla="*/ 60056 h 250795"/>
                <a:gd name="connsiteX5" fmla="*/ 101076 w 189222"/>
                <a:gd name="connsiteY5" fmla="*/ 294 h 250795"/>
                <a:gd name="connsiteX6" fmla="*/ 101550 w 189222"/>
                <a:gd name="connsiteY6" fmla="*/ 294 h 250795"/>
                <a:gd name="connsiteX7" fmla="*/ 103041 w 189222"/>
                <a:gd name="connsiteY7" fmla="*/ 429 h 250795"/>
                <a:gd name="connsiteX8" fmla="*/ 107310 w 189222"/>
                <a:gd name="connsiteY8" fmla="*/ 904 h 250795"/>
                <a:gd name="connsiteX9" fmla="*/ 169308 w 189222"/>
                <a:gd name="connsiteY9" fmla="*/ 38306 h 250795"/>
                <a:gd name="connsiteX10" fmla="*/ 186925 w 189222"/>
                <a:gd name="connsiteY10" fmla="*/ 119141 h 250795"/>
                <a:gd name="connsiteX11" fmla="*/ 125604 w 189222"/>
                <a:gd name="connsiteY11" fmla="*/ 229248 h 250795"/>
                <a:gd name="connsiteX12" fmla="*/ 123707 w 189222"/>
                <a:gd name="connsiteY12" fmla="*/ 231484 h 250795"/>
                <a:gd name="connsiteX13" fmla="*/ 94368 w 189222"/>
                <a:gd name="connsiteY13" fmla="*/ 250660 h 250795"/>
                <a:gd name="connsiteX14" fmla="*/ 93961 w 189222"/>
                <a:gd name="connsiteY14" fmla="*/ 13642 h 250795"/>
                <a:gd name="connsiteX15" fmla="*/ 20037 w 189222"/>
                <a:gd name="connsiteY15" fmla="*/ 65138 h 250795"/>
                <a:gd name="connsiteX16" fmla="*/ 70585 w 189222"/>
                <a:gd name="connsiteY16" fmla="*/ 216713 h 250795"/>
                <a:gd name="connsiteX17" fmla="*/ 74786 w 189222"/>
                <a:gd name="connsiteY17" fmla="*/ 221659 h 250795"/>
                <a:gd name="connsiteX18" fmla="*/ 94165 w 189222"/>
                <a:gd name="connsiteY18" fmla="*/ 237176 h 250795"/>
                <a:gd name="connsiteX19" fmla="*/ 113272 w 189222"/>
                <a:gd name="connsiteY19" fmla="*/ 222811 h 250795"/>
                <a:gd name="connsiteX20" fmla="*/ 115170 w 189222"/>
                <a:gd name="connsiteY20" fmla="*/ 220575 h 250795"/>
                <a:gd name="connsiteX21" fmla="*/ 173577 w 189222"/>
                <a:gd name="connsiteY21" fmla="*/ 116363 h 250795"/>
                <a:gd name="connsiteX22" fmla="*/ 158331 w 189222"/>
                <a:gd name="connsiteY22" fmla="*/ 46505 h 250795"/>
                <a:gd name="connsiteX23" fmla="*/ 100060 w 189222"/>
                <a:gd name="connsiteY23" fmla="*/ 13913 h 250795"/>
                <a:gd name="connsiteX24" fmla="*/ 97688 w 189222"/>
                <a:gd name="connsiteY24" fmla="*/ 13710 h 250795"/>
                <a:gd name="connsiteX25" fmla="*/ 93894 w 189222"/>
                <a:gd name="connsiteY25" fmla="*/ 13642 h 25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222" h="250795">
                  <a:moveTo>
                    <a:pt x="94368" y="250795"/>
                  </a:moveTo>
                  <a:cubicBezTo>
                    <a:pt x="94368" y="250795"/>
                    <a:pt x="93758" y="250795"/>
                    <a:pt x="93419" y="250795"/>
                  </a:cubicBezTo>
                  <a:cubicBezTo>
                    <a:pt x="80342" y="249847"/>
                    <a:pt x="71466" y="239006"/>
                    <a:pt x="64351" y="230332"/>
                  </a:cubicBezTo>
                  <a:cubicBezTo>
                    <a:pt x="62928" y="228639"/>
                    <a:pt x="61573" y="226945"/>
                    <a:pt x="60218" y="225454"/>
                  </a:cubicBezTo>
                  <a:cubicBezTo>
                    <a:pt x="18953" y="172874"/>
                    <a:pt x="-15806" y="116770"/>
                    <a:pt x="7502" y="60056"/>
                  </a:cubicBezTo>
                  <a:cubicBezTo>
                    <a:pt x="22612" y="22112"/>
                    <a:pt x="61980" y="-3026"/>
                    <a:pt x="101076" y="294"/>
                  </a:cubicBezTo>
                  <a:lnTo>
                    <a:pt x="101550" y="294"/>
                  </a:lnTo>
                  <a:cubicBezTo>
                    <a:pt x="102025" y="361"/>
                    <a:pt x="102567" y="429"/>
                    <a:pt x="103041" y="429"/>
                  </a:cubicBezTo>
                  <a:lnTo>
                    <a:pt x="107310" y="904"/>
                  </a:lnTo>
                  <a:cubicBezTo>
                    <a:pt x="131702" y="4359"/>
                    <a:pt x="154063" y="17775"/>
                    <a:pt x="169308" y="38306"/>
                  </a:cubicBezTo>
                  <a:cubicBezTo>
                    <a:pt x="186722" y="61683"/>
                    <a:pt x="193091" y="91157"/>
                    <a:pt x="186925" y="119141"/>
                  </a:cubicBezTo>
                  <a:cubicBezTo>
                    <a:pt x="178455" y="159729"/>
                    <a:pt x="148913" y="201468"/>
                    <a:pt x="125604" y="229248"/>
                  </a:cubicBezTo>
                  <a:lnTo>
                    <a:pt x="123707" y="231484"/>
                  </a:lnTo>
                  <a:cubicBezTo>
                    <a:pt x="116796" y="239615"/>
                    <a:pt x="107445" y="250660"/>
                    <a:pt x="94368" y="250660"/>
                  </a:cubicBezTo>
                  <a:close/>
                  <a:moveTo>
                    <a:pt x="93961" y="13642"/>
                  </a:moveTo>
                  <a:cubicBezTo>
                    <a:pt x="62657" y="13642"/>
                    <a:pt x="32234" y="34512"/>
                    <a:pt x="20037" y="65138"/>
                  </a:cubicBezTo>
                  <a:cubicBezTo>
                    <a:pt x="-629" y="115482"/>
                    <a:pt x="32098" y="167724"/>
                    <a:pt x="70585" y="216713"/>
                  </a:cubicBezTo>
                  <a:cubicBezTo>
                    <a:pt x="71737" y="218068"/>
                    <a:pt x="73227" y="219830"/>
                    <a:pt x="74786" y="221659"/>
                  </a:cubicBezTo>
                  <a:cubicBezTo>
                    <a:pt x="80545" y="228706"/>
                    <a:pt x="87118" y="236634"/>
                    <a:pt x="94165" y="237176"/>
                  </a:cubicBezTo>
                  <a:cubicBezTo>
                    <a:pt x="100737" y="237379"/>
                    <a:pt x="107445" y="229655"/>
                    <a:pt x="113272" y="222811"/>
                  </a:cubicBezTo>
                  <a:lnTo>
                    <a:pt x="115170" y="220575"/>
                  </a:lnTo>
                  <a:cubicBezTo>
                    <a:pt x="137394" y="194014"/>
                    <a:pt x="165581" y="154240"/>
                    <a:pt x="173577" y="116363"/>
                  </a:cubicBezTo>
                  <a:cubicBezTo>
                    <a:pt x="178930" y="92106"/>
                    <a:pt x="173374" y="66697"/>
                    <a:pt x="158331" y="46505"/>
                  </a:cubicBezTo>
                  <a:cubicBezTo>
                    <a:pt x="144102" y="27465"/>
                    <a:pt x="122894" y="15539"/>
                    <a:pt x="100060" y="13913"/>
                  </a:cubicBezTo>
                  <a:lnTo>
                    <a:pt x="97688" y="13710"/>
                  </a:lnTo>
                  <a:cubicBezTo>
                    <a:pt x="96401" y="13710"/>
                    <a:pt x="95181" y="13642"/>
                    <a:pt x="93894" y="13642"/>
                  </a:cubicBez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-form: Shape 24">
              <a:extLst>
                <a:ext uri="{FF2B5EF4-FFF2-40B4-BE49-F238E27FC236}">
                  <a16:creationId xmlns:a16="http://schemas.microsoft.com/office/drawing/2014/main" id="{3175D0EC-045C-0F57-0604-A6773B238F4D}"/>
                </a:ext>
              </a:extLst>
            </p:cNvPr>
            <p:cNvSpPr/>
            <p:nvPr/>
          </p:nvSpPr>
          <p:spPr>
            <a:xfrm>
              <a:off x="8983587" y="3612953"/>
              <a:ext cx="119118" cy="129191"/>
            </a:xfrm>
            <a:custGeom>
              <a:avLst/>
              <a:gdLst>
                <a:gd name="connsiteX0" fmla="*/ 119118 w 119118"/>
                <a:gd name="connsiteY0" fmla="*/ 89879 h 129191"/>
                <a:gd name="connsiteX1" fmla="*/ 118644 w 119118"/>
                <a:gd name="connsiteY1" fmla="*/ 90217 h 129191"/>
                <a:gd name="connsiteX2" fmla="*/ 69316 w 119118"/>
                <a:gd name="connsiteY2" fmla="*/ 74633 h 129191"/>
                <a:gd name="connsiteX3" fmla="*/ 68842 w 119118"/>
                <a:gd name="connsiteY3" fmla="*/ 74972 h 129191"/>
                <a:gd name="connsiteX4" fmla="*/ 68842 w 119118"/>
                <a:gd name="connsiteY4" fmla="*/ 110206 h 129191"/>
                <a:gd name="connsiteX5" fmla="*/ 68978 w 119118"/>
                <a:gd name="connsiteY5" fmla="*/ 110477 h 129191"/>
                <a:gd name="connsiteX6" fmla="*/ 80632 w 119118"/>
                <a:gd name="connsiteY6" fmla="*/ 118744 h 129191"/>
                <a:gd name="connsiteX7" fmla="*/ 80767 w 119118"/>
                <a:gd name="connsiteY7" fmla="*/ 119015 h 129191"/>
                <a:gd name="connsiteX8" fmla="*/ 81580 w 119118"/>
                <a:gd name="connsiteY8" fmla="*/ 128907 h 129191"/>
                <a:gd name="connsiteX9" fmla="*/ 81445 w 119118"/>
                <a:gd name="connsiteY9" fmla="*/ 129111 h 129191"/>
                <a:gd name="connsiteX10" fmla="*/ 59220 w 119118"/>
                <a:gd name="connsiteY10" fmla="*/ 122945 h 129191"/>
                <a:gd name="connsiteX11" fmla="*/ 37538 w 119118"/>
                <a:gd name="connsiteY11" fmla="*/ 129178 h 129191"/>
                <a:gd name="connsiteX12" fmla="*/ 37402 w 119118"/>
                <a:gd name="connsiteY12" fmla="*/ 128975 h 129191"/>
                <a:gd name="connsiteX13" fmla="*/ 37741 w 119118"/>
                <a:gd name="connsiteY13" fmla="*/ 119624 h 129191"/>
                <a:gd name="connsiteX14" fmla="*/ 37877 w 119118"/>
                <a:gd name="connsiteY14" fmla="*/ 119353 h 129191"/>
                <a:gd name="connsiteX15" fmla="*/ 50005 w 119118"/>
                <a:gd name="connsiteY15" fmla="*/ 109529 h 129191"/>
                <a:gd name="connsiteX16" fmla="*/ 50141 w 119118"/>
                <a:gd name="connsiteY16" fmla="*/ 109258 h 129191"/>
                <a:gd name="connsiteX17" fmla="*/ 50141 w 119118"/>
                <a:gd name="connsiteY17" fmla="*/ 75040 h 129191"/>
                <a:gd name="connsiteX18" fmla="*/ 49734 w 119118"/>
                <a:gd name="connsiteY18" fmla="*/ 74701 h 129191"/>
                <a:gd name="connsiteX19" fmla="*/ 407 w 119118"/>
                <a:gd name="connsiteY19" fmla="*/ 90285 h 129191"/>
                <a:gd name="connsiteX20" fmla="*/ 0 w 119118"/>
                <a:gd name="connsiteY20" fmla="*/ 89946 h 129191"/>
                <a:gd name="connsiteX21" fmla="*/ 0 w 119118"/>
                <a:gd name="connsiteY21" fmla="*/ 77818 h 129191"/>
                <a:gd name="connsiteX22" fmla="*/ 136 w 119118"/>
                <a:gd name="connsiteY22" fmla="*/ 77547 h 129191"/>
                <a:gd name="connsiteX23" fmla="*/ 49870 w 119118"/>
                <a:gd name="connsiteY23" fmla="*/ 45497 h 129191"/>
                <a:gd name="connsiteX24" fmla="*/ 50005 w 119118"/>
                <a:gd name="connsiteY24" fmla="*/ 45226 h 129191"/>
                <a:gd name="connsiteX25" fmla="*/ 50276 w 119118"/>
                <a:gd name="connsiteY25" fmla="*/ 7485 h 129191"/>
                <a:gd name="connsiteX26" fmla="*/ 50276 w 119118"/>
                <a:gd name="connsiteY26" fmla="*/ 7417 h 129191"/>
                <a:gd name="connsiteX27" fmla="*/ 68706 w 119118"/>
                <a:gd name="connsiteY27" fmla="*/ 8095 h 129191"/>
                <a:gd name="connsiteX28" fmla="*/ 68706 w 119118"/>
                <a:gd name="connsiteY28" fmla="*/ 8162 h 129191"/>
                <a:gd name="connsiteX29" fmla="*/ 69181 w 119118"/>
                <a:gd name="connsiteY29" fmla="*/ 45429 h 129191"/>
                <a:gd name="connsiteX30" fmla="*/ 69316 w 119118"/>
                <a:gd name="connsiteY30" fmla="*/ 45700 h 129191"/>
                <a:gd name="connsiteX31" fmla="*/ 118915 w 119118"/>
                <a:gd name="connsiteY31" fmla="*/ 77614 h 129191"/>
                <a:gd name="connsiteX32" fmla="*/ 119051 w 119118"/>
                <a:gd name="connsiteY32" fmla="*/ 77885 h 129191"/>
                <a:gd name="connsiteX33" fmla="*/ 119051 w 119118"/>
                <a:gd name="connsiteY33" fmla="*/ 90014 h 12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9118" h="129191">
                  <a:moveTo>
                    <a:pt x="119118" y="89879"/>
                  </a:moveTo>
                  <a:cubicBezTo>
                    <a:pt x="119118" y="89879"/>
                    <a:pt x="118915" y="90285"/>
                    <a:pt x="118644" y="90217"/>
                  </a:cubicBezTo>
                  <a:lnTo>
                    <a:pt x="69316" y="74633"/>
                  </a:lnTo>
                  <a:cubicBezTo>
                    <a:pt x="69316" y="74633"/>
                    <a:pt x="68842" y="74701"/>
                    <a:pt x="68842" y="74972"/>
                  </a:cubicBezTo>
                  <a:lnTo>
                    <a:pt x="68842" y="110206"/>
                  </a:lnTo>
                  <a:cubicBezTo>
                    <a:pt x="68842" y="110206"/>
                    <a:pt x="68842" y="110409"/>
                    <a:pt x="68978" y="110477"/>
                  </a:cubicBezTo>
                  <a:lnTo>
                    <a:pt x="80632" y="118744"/>
                  </a:lnTo>
                  <a:cubicBezTo>
                    <a:pt x="80632" y="118744"/>
                    <a:pt x="80767" y="118879"/>
                    <a:pt x="80767" y="119015"/>
                  </a:cubicBezTo>
                  <a:lnTo>
                    <a:pt x="81580" y="128907"/>
                  </a:lnTo>
                  <a:cubicBezTo>
                    <a:pt x="81580" y="128907"/>
                    <a:pt x="81580" y="129111"/>
                    <a:pt x="81445" y="129111"/>
                  </a:cubicBezTo>
                  <a:cubicBezTo>
                    <a:pt x="79412" y="129314"/>
                    <a:pt x="62541" y="122809"/>
                    <a:pt x="59220" y="122945"/>
                  </a:cubicBezTo>
                  <a:cubicBezTo>
                    <a:pt x="56171" y="123012"/>
                    <a:pt x="39300" y="129517"/>
                    <a:pt x="37538" y="129178"/>
                  </a:cubicBezTo>
                  <a:cubicBezTo>
                    <a:pt x="37470" y="129178"/>
                    <a:pt x="37402" y="129043"/>
                    <a:pt x="37402" y="128975"/>
                  </a:cubicBezTo>
                  <a:lnTo>
                    <a:pt x="37741" y="119624"/>
                  </a:lnTo>
                  <a:cubicBezTo>
                    <a:pt x="37741" y="119624"/>
                    <a:pt x="37741" y="119421"/>
                    <a:pt x="37877" y="119353"/>
                  </a:cubicBezTo>
                  <a:lnTo>
                    <a:pt x="50005" y="109529"/>
                  </a:lnTo>
                  <a:cubicBezTo>
                    <a:pt x="50005" y="109529"/>
                    <a:pt x="50141" y="109393"/>
                    <a:pt x="50141" y="109258"/>
                  </a:cubicBezTo>
                  <a:lnTo>
                    <a:pt x="50141" y="75040"/>
                  </a:lnTo>
                  <a:cubicBezTo>
                    <a:pt x="50141" y="75040"/>
                    <a:pt x="49938" y="74633"/>
                    <a:pt x="49734" y="74701"/>
                  </a:cubicBezTo>
                  <a:lnTo>
                    <a:pt x="407" y="90285"/>
                  </a:lnTo>
                  <a:cubicBezTo>
                    <a:pt x="407" y="90285"/>
                    <a:pt x="0" y="90217"/>
                    <a:pt x="0" y="89946"/>
                  </a:cubicBezTo>
                  <a:lnTo>
                    <a:pt x="0" y="77818"/>
                  </a:lnTo>
                  <a:cubicBezTo>
                    <a:pt x="0" y="77818"/>
                    <a:pt x="0" y="77614"/>
                    <a:pt x="136" y="77547"/>
                  </a:cubicBezTo>
                  <a:lnTo>
                    <a:pt x="49870" y="45497"/>
                  </a:lnTo>
                  <a:cubicBezTo>
                    <a:pt x="49870" y="45497"/>
                    <a:pt x="50005" y="45362"/>
                    <a:pt x="50005" y="45226"/>
                  </a:cubicBezTo>
                  <a:lnTo>
                    <a:pt x="50276" y="7485"/>
                  </a:lnTo>
                  <a:cubicBezTo>
                    <a:pt x="50276" y="7485"/>
                    <a:pt x="50276" y="7485"/>
                    <a:pt x="50276" y="7417"/>
                  </a:cubicBezTo>
                  <a:cubicBezTo>
                    <a:pt x="53393" y="-2814"/>
                    <a:pt x="66267" y="-2340"/>
                    <a:pt x="68706" y="8095"/>
                  </a:cubicBezTo>
                  <a:cubicBezTo>
                    <a:pt x="68706" y="8095"/>
                    <a:pt x="68706" y="8095"/>
                    <a:pt x="68706" y="8162"/>
                  </a:cubicBezTo>
                  <a:lnTo>
                    <a:pt x="69181" y="45429"/>
                  </a:lnTo>
                  <a:cubicBezTo>
                    <a:pt x="69181" y="45429"/>
                    <a:pt x="69181" y="45633"/>
                    <a:pt x="69316" y="45700"/>
                  </a:cubicBezTo>
                  <a:lnTo>
                    <a:pt x="118915" y="77614"/>
                  </a:lnTo>
                  <a:cubicBezTo>
                    <a:pt x="118915" y="77614"/>
                    <a:pt x="119051" y="77818"/>
                    <a:pt x="119051" y="77885"/>
                  </a:cubicBezTo>
                  <a:lnTo>
                    <a:pt x="119051" y="90014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B4205D9-3BD3-AF5B-E82D-35A416056E66}"/>
              </a:ext>
            </a:extLst>
          </p:cNvPr>
          <p:cNvGrpSpPr/>
          <p:nvPr/>
        </p:nvGrpSpPr>
        <p:grpSpPr>
          <a:xfrm>
            <a:off x="724321" y="4453764"/>
            <a:ext cx="206638" cy="205129"/>
            <a:chOff x="724321" y="4453764"/>
            <a:chExt cx="206638" cy="205129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BAF76D-3B02-93A1-5C3C-D4D66CAA9B13}"/>
                </a:ext>
              </a:extLst>
            </p:cNvPr>
            <p:cNvSpPr/>
            <p:nvPr/>
          </p:nvSpPr>
          <p:spPr>
            <a:xfrm>
              <a:off x="866033" y="4536915"/>
              <a:ext cx="28644" cy="35009"/>
            </a:xfrm>
            <a:custGeom>
              <a:avLst/>
              <a:gdLst>
                <a:gd name="csX0" fmla="*/ 5092 w 28644"/>
                <a:gd name="csY0" fmla="*/ 35010 h 35009"/>
                <a:gd name="csX1" fmla="*/ 28644 w 28644"/>
                <a:gd name="csY1" fmla="*/ 31827 h 35009"/>
                <a:gd name="csX2" fmla="*/ 27371 w 28644"/>
                <a:gd name="csY2" fmla="*/ 15913 h 35009"/>
                <a:gd name="csX3" fmla="*/ 26098 w 28644"/>
                <a:gd name="csY3" fmla="*/ 0 h 35009"/>
                <a:gd name="csX4" fmla="*/ 0 w 28644"/>
                <a:gd name="csY4" fmla="*/ 3183 h 35009"/>
                <a:gd name="csX5" fmla="*/ 2546 w 28644"/>
                <a:gd name="csY5" fmla="*/ 19096 h 35009"/>
                <a:gd name="csX6" fmla="*/ 5092 w 28644"/>
                <a:gd name="csY6" fmla="*/ 35010 h 35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44" h="35009">
                  <a:moveTo>
                    <a:pt x="5092" y="35010"/>
                  </a:moveTo>
                  <a:cubicBezTo>
                    <a:pt x="12731" y="33736"/>
                    <a:pt x="20369" y="32463"/>
                    <a:pt x="28644" y="31827"/>
                  </a:cubicBezTo>
                  <a:lnTo>
                    <a:pt x="27371" y="15913"/>
                  </a:lnTo>
                  <a:lnTo>
                    <a:pt x="26098" y="0"/>
                  </a:lnTo>
                  <a:cubicBezTo>
                    <a:pt x="17186" y="637"/>
                    <a:pt x="8275" y="1910"/>
                    <a:pt x="0" y="3183"/>
                  </a:cubicBezTo>
                  <a:lnTo>
                    <a:pt x="2546" y="19096"/>
                  </a:lnTo>
                  <a:lnTo>
                    <a:pt x="5092" y="3501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03EC141-9E71-F7C6-0403-D36F1D8539CF}"/>
                </a:ext>
              </a:extLst>
            </p:cNvPr>
            <p:cNvSpPr/>
            <p:nvPr/>
          </p:nvSpPr>
          <p:spPr>
            <a:xfrm>
              <a:off x="815110" y="4546463"/>
              <a:ext cx="33099" cy="38828"/>
            </a:xfrm>
            <a:custGeom>
              <a:avLst/>
              <a:gdLst>
                <a:gd name="csX0" fmla="*/ 10185 w 33099"/>
                <a:gd name="csY0" fmla="*/ 37556 h 38828"/>
                <a:gd name="csX1" fmla="*/ 33100 w 33099"/>
                <a:gd name="csY1" fmla="*/ 30554 h 38828"/>
                <a:gd name="csX2" fmla="*/ 29281 w 33099"/>
                <a:gd name="csY2" fmla="*/ 15277 h 38828"/>
                <a:gd name="csX3" fmla="*/ 25461 w 33099"/>
                <a:gd name="csY3" fmla="*/ 0 h 38828"/>
                <a:gd name="csX4" fmla="*/ 0 w 33099"/>
                <a:gd name="csY4" fmla="*/ 8275 h 38828"/>
                <a:gd name="csX5" fmla="*/ 5729 w 33099"/>
                <a:gd name="csY5" fmla="*/ 23552 h 38828"/>
                <a:gd name="csX6" fmla="*/ 11458 w 33099"/>
                <a:gd name="csY6" fmla="*/ 38829 h 3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099" h="38828">
                  <a:moveTo>
                    <a:pt x="10185" y="37556"/>
                  </a:moveTo>
                  <a:cubicBezTo>
                    <a:pt x="17823" y="35010"/>
                    <a:pt x="25461" y="32463"/>
                    <a:pt x="33100" y="30554"/>
                  </a:cubicBezTo>
                  <a:lnTo>
                    <a:pt x="29281" y="15277"/>
                  </a:lnTo>
                  <a:lnTo>
                    <a:pt x="25461" y="0"/>
                  </a:lnTo>
                  <a:cubicBezTo>
                    <a:pt x="16550" y="2546"/>
                    <a:pt x="8275" y="5092"/>
                    <a:pt x="0" y="8275"/>
                  </a:cubicBezTo>
                  <a:lnTo>
                    <a:pt x="5729" y="23552"/>
                  </a:lnTo>
                  <a:lnTo>
                    <a:pt x="11458" y="38829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604A6BF-0C92-7D50-6CE6-55D90EB46065}"/>
                </a:ext>
              </a:extLst>
            </p:cNvPr>
            <p:cNvSpPr/>
            <p:nvPr/>
          </p:nvSpPr>
          <p:spPr>
            <a:xfrm>
              <a:off x="917592" y="4535642"/>
              <a:ext cx="13367" cy="31826"/>
            </a:xfrm>
            <a:custGeom>
              <a:avLst/>
              <a:gdLst>
                <a:gd name="csX0" fmla="*/ 637 w 13367"/>
                <a:gd name="csY0" fmla="*/ 0 h 31826"/>
                <a:gd name="csX1" fmla="*/ 637 w 13367"/>
                <a:gd name="csY1" fmla="*/ 15913 h 31826"/>
                <a:gd name="csX2" fmla="*/ 1273 w 13367"/>
                <a:gd name="csY2" fmla="*/ 31827 h 31826"/>
                <a:gd name="csX3" fmla="*/ 13367 w 13367"/>
                <a:gd name="csY3" fmla="*/ 31827 h 31826"/>
                <a:gd name="csX4" fmla="*/ 13367 w 13367"/>
                <a:gd name="csY4" fmla="*/ 0 h 31826"/>
                <a:gd name="csX5" fmla="*/ 0 w 13367"/>
                <a:gd name="csY5" fmla="*/ 0 h 31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367" h="31826">
                  <a:moveTo>
                    <a:pt x="637" y="0"/>
                  </a:moveTo>
                  <a:lnTo>
                    <a:pt x="637" y="15913"/>
                  </a:lnTo>
                  <a:cubicBezTo>
                    <a:pt x="637" y="15913"/>
                    <a:pt x="1273" y="31827"/>
                    <a:pt x="1273" y="31827"/>
                  </a:cubicBezTo>
                  <a:cubicBezTo>
                    <a:pt x="5092" y="31827"/>
                    <a:pt x="9548" y="31827"/>
                    <a:pt x="13367" y="31827"/>
                  </a:cubicBezTo>
                  <a:lnTo>
                    <a:pt x="13367" y="0"/>
                  </a:lnTo>
                  <a:cubicBezTo>
                    <a:pt x="8912" y="0"/>
                    <a:pt x="445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0193854-37CC-1387-E031-521FA3DC853A}"/>
                </a:ext>
              </a:extLst>
            </p:cNvPr>
            <p:cNvSpPr/>
            <p:nvPr/>
          </p:nvSpPr>
          <p:spPr>
            <a:xfrm>
              <a:off x="724321" y="4453764"/>
              <a:ext cx="170120" cy="205129"/>
            </a:xfrm>
            <a:custGeom>
              <a:avLst/>
              <a:gdLst>
                <a:gd name="csX0" fmla="*/ 158898 w 170120"/>
                <a:gd name="csY0" fmla="*/ 174175 h 205129"/>
                <a:gd name="csX1" fmla="*/ 58962 w 170120"/>
                <a:gd name="csY1" fmla="*/ 149350 h 205129"/>
                <a:gd name="csX2" fmla="*/ 78695 w 170120"/>
                <a:gd name="csY2" fmla="*/ 139802 h 205129"/>
                <a:gd name="csX3" fmla="*/ 72329 w 170120"/>
                <a:gd name="csY3" fmla="*/ 125162 h 205129"/>
                <a:gd name="csX4" fmla="*/ 65964 w 170120"/>
                <a:gd name="csY4" fmla="*/ 110522 h 205129"/>
                <a:gd name="csX5" fmla="*/ 42412 w 170120"/>
                <a:gd name="csY5" fmla="*/ 121979 h 205129"/>
                <a:gd name="csX6" fmla="*/ 50051 w 170120"/>
                <a:gd name="csY6" fmla="*/ 135983 h 205129"/>
                <a:gd name="csX7" fmla="*/ 56416 w 170120"/>
                <a:gd name="csY7" fmla="*/ 148077 h 205129"/>
                <a:gd name="csX8" fmla="*/ 36047 w 170120"/>
                <a:gd name="csY8" fmla="*/ 142985 h 205129"/>
                <a:gd name="csX9" fmla="*/ 66601 w 170120"/>
                <a:gd name="csY9" fmla="*/ 19497 h 205129"/>
                <a:gd name="csX10" fmla="*/ 55143 w 170120"/>
                <a:gd name="csY10" fmla="*/ 401 h 205129"/>
                <a:gd name="csX11" fmla="*/ 36047 w 170120"/>
                <a:gd name="csY11" fmla="*/ 11859 h 205129"/>
                <a:gd name="csX12" fmla="*/ 401 w 170120"/>
                <a:gd name="csY12" fmla="*/ 150623 h 205129"/>
                <a:gd name="csX13" fmla="*/ 11859 w 170120"/>
                <a:gd name="csY13" fmla="*/ 169720 h 205129"/>
                <a:gd name="csX14" fmla="*/ 150623 w 170120"/>
                <a:gd name="csY14" fmla="*/ 204729 h 205129"/>
                <a:gd name="csX15" fmla="*/ 169720 w 170120"/>
                <a:gd name="csY15" fmla="*/ 193271 h 205129"/>
                <a:gd name="csX16" fmla="*/ 158262 w 170120"/>
                <a:gd name="csY16" fmla="*/ 174175 h 205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70120" h="205129">
                  <a:moveTo>
                    <a:pt x="158898" y="174175"/>
                  </a:moveTo>
                  <a:lnTo>
                    <a:pt x="58962" y="149350"/>
                  </a:lnTo>
                  <a:cubicBezTo>
                    <a:pt x="65328" y="146168"/>
                    <a:pt x="72329" y="142348"/>
                    <a:pt x="78695" y="139802"/>
                  </a:cubicBezTo>
                  <a:lnTo>
                    <a:pt x="72329" y="125162"/>
                  </a:lnTo>
                  <a:lnTo>
                    <a:pt x="65964" y="110522"/>
                  </a:lnTo>
                  <a:cubicBezTo>
                    <a:pt x="58326" y="114341"/>
                    <a:pt x="50051" y="118160"/>
                    <a:pt x="42412" y="121979"/>
                  </a:cubicBezTo>
                  <a:lnTo>
                    <a:pt x="50051" y="135983"/>
                  </a:lnTo>
                  <a:lnTo>
                    <a:pt x="56416" y="148077"/>
                  </a:lnTo>
                  <a:lnTo>
                    <a:pt x="36047" y="142985"/>
                  </a:lnTo>
                  <a:lnTo>
                    <a:pt x="66601" y="19497"/>
                  </a:lnTo>
                  <a:cubicBezTo>
                    <a:pt x="68510" y="11222"/>
                    <a:pt x="63418" y="2310"/>
                    <a:pt x="55143" y="401"/>
                  </a:cubicBezTo>
                  <a:cubicBezTo>
                    <a:pt x="46868" y="-1509"/>
                    <a:pt x="37957" y="3584"/>
                    <a:pt x="36047" y="11859"/>
                  </a:cubicBezTo>
                  <a:lnTo>
                    <a:pt x="401" y="150623"/>
                  </a:lnTo>
                  <a:cubicBezTo>
                    <a:pt x="-1509" y="158898"/>
                    <a:pt x="3584" y="167810"/>
                    <a:pt x="11859" y="169720"/>
                  </a:cubicBezTo>
                  <a:lnTo>
                    <a:pt x="150623" y="204729"/>
                  </a:lnTo>
                  <a:cubicBezTo>
                    <a:pt x="158898" y="206639"/>
                    <a:pt x="167810" y="201546"/>
                    <a:pt x="169720" y="193271"/>
                  </a:cubicBezTo>
                  <a:cubicBezTo>
                    <a:pt x="171629" y="184996"/>
                    <a:pt x="166537" y="176085"/>
                    <a:pt x="158262" y="174175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2EAFFAE3-AC04-876E-9E0F-7588228A3DA7}"/>
              </a:ext>
            </a:extLst>
          </p:cNvPr>
          <p:cNvGrpSpPr/>
          <p:nvPr/>
        </p:nvGrpSpPr>
        <p:grpSpPr>
          <a:xfrm>
            <a:off x="1177780" y="4362211"/>
            <a:ext cx="3700929" cy="981653"/>
            <a:chOff x="1177780" y="4362211"/>
            <a:chExt cx="3700929" cy="981653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F3C28F3-9575-EB08-B2A1-06166CE60E28}"/>
                </a:ext>
              </a:extLst>
            </p:cNvPr>
            <p:cNvSpPr/>
            <p:nvPr/>
          </p:nvSpPr>
          <p:spPr>
            <a:xfrm>
              <a:off x="2217021" y="4612944"/>
              <a:ext cx="36704" cy="39868"/>
            </a:xfrm>
            <a:custGeom>
              <a:avLst/>
              <a:gdLst>
                <a:gd name="csX0" fmla="*/ 6328 w 36704"/>
                <a:gd name="csY0" fmla="*/ 14555 h 39868"/>
                <a:gd name="csX1" fmla="*/ 0 w 36704"/>
                <a:gd name="csY1" fmla="*/ 29110 h 39868"/>
                <a:gd name="csX2" fmla="*/ 22782 w 36704"/>
                <a:gd name="csY2" fmla="*/ 39868 h 39868"/>
                <a:gd name="csX3" fmla="*/ 29743 w 36704"/>
                <a:gd name="csY3" fmla="*/ 25313 h 39868"/>
                <a:gd name="csX4" fmla="*/ 36704 w 36704"/>
                <a:gd name="csY4" fmla="*/ 10758 h 39868"/>
                <a:gd name="csX5" fmla="*/ 13289 w 36704"/>
                <a:gd name="csY5" fmla="*/ 0 h 39868"/>
                <a:gd name="csX6" fmla="*/ 6961 w 36704"/>
                <a:gd name="csY6" fmla="*/ 14555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868">
                  <a:moveTo>
                    <a:pt x="6328" y="14555"/>
                  </a:moveTo>
                  <a:lnTo>
                    <a:pt x="0" y="29110"/>
                  </a:lnTo>
                  <a:cubicBezTo>
                    <a:pt x="7594" y="32907"/>
                    <a:pt x="15188" y="36071"/>
                    <a:pt x="22782" y="39868"/>
                  </a:cubicBezTo>
                  <a:lnTo>
                    <a:pt x="29743" y="25313"/>
                  </a:lnTo>
                  <a:lnTo>
                    <a:pt x="36704" y="10758"/>
                  </a:lnTo>
                  <a:cubicBezTo>
                    <a:pt x="29110" y="6961"/>
                    <a:pt x="21516" y="3164"/>
                    <a:pt x="13289" y="0"/>
                  </a:cubicBezTo>
                  <a:lnTo>
                    <a:pt x="6961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C0FD0A-F324-138D-B6AE-11AD7F2D6029}"/>
                </a:ext>
              </a:extLst>
            </p:cNvPr>
            <p:cNvSpPr/>
            <p:nvPr/>
          </p:nvSpPr>
          <p:spPr>
            <a:xfrm>
              <a:off x="2607478" y="4847724"/>
              <a:ext cx="39235" cy="40501"/>
            </a:xfrm>
            <a:custGeom>
              <a:avLst/>
              <a:gdLst>
                <a:gd name="csX0" fmla="*/ 9492 w 39235"/>
                <a:gd name="csY0" fmla="*/ 12657 h 40501"/>
                <a:gd name="csX1" fmla="*/ 0 w 39235"/>
                <a:gd name="csY1" fmla="*/ 25313 h 40501"/>
                <a:gd name="csX2" fmla="*/ 20251 w 39235"/>
                <a:gd name="csY2" fmla="*/ 40501 h 40501"/>
                <a:gd name="csX3" fmla="*/ 29743 w 39235"/>
                <a:gd name="csY3" fmla="*/ 27845 h 40501"/>
                <a:gd name="csX4" fmla="*/ 39236 w 39235"/>
                <a:gd name="csY4" fmla="*/ 15188 h 40501"/>
                <a:gd name="csX5" fmla="*/ 18352 w 39235"/>
                <a:gd name="csY5" fmla="*/ 0 h 40501"/>
                <a:gd name="csX6" fmla="*/ 8860 w 39235"/>
                <a:gd name="csY6" fmla="*/ 12657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9492" y="12657"/>
                  </a:moveTo>
                  <a:lnTo>
                    <a:pt x="0" y="25313"/>
                  </a:lnTo>
                  <a:cubicBezTo>
                    <a:pt x="6961" y="30376"/>
                    <a:pt x="13289" y="35439"/>
                    <a:pt x="20251" y="40501"/>
                  </a:cubicBezTo>
                  <a:lnTo>
                    <a:pt x="29743" y="27845"/>
                  </a:lnTo>
                  <a:lnTo>
                    <a:pt x="39236" y="15188"/>
                  </a:lnTo>
                  <a:cubicBezTo>
                    <a:pt x="32274" y="10125"/>
                    <a:pt x="25313" y="5063"/>
                    <a:pt x="18352" y="0"/>
                  </a:cubicBezTo>
                  <a:lnTo>
                    <a:pt x="8860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5AA61F1-5F3D-985E-091C-8038CFB31166}"/>
                </a:ext>
              </a:extLst>
            </p:cNvPr>
            <p:cNvSpPr/>
            <p:nvPr/>
          </p:nvSpPr>
          <p:spPr>
            <a:xfrm>
              <a:off x="2566344" y="4818614"/>
              <a:ext cx="39868" cy="39868"/>
            </a:xfrm>
            <a:custGeom>
              <a:avLst/>
              <a:gdLst>
                <a:gd name="csX0" fmla="*/ 8860 w 39868"/>
                <a:gd name="csY0" fmla="*/ 12657 h 39868"/>
                <a:gd name="csX1" fmla="*/ 0 w 39868"/>
                <a:gd name="csY1" fmla="*/ 25313 h 39868"/>
                <a:gd name="csX2" fmla="*/ 20883 w 39868"/>
                <a:gd name="csY2" fmla="*/ 39868 h 39868"/>
                <a:gd name="csX3" fmla="*/ 30376 w 39868"/>
                <a:gd name="csY3" fmla="*/ 27212 h 39868"/>
                <a:gd name="csX4" fmla="*/ 39868 w 39868"/>
                <a:gd name="csY4" fmla="*/ 14555 h 39868"/>
                <a:gd name="csX5" fmla="*/ 18985 w 39868"/>
                <a:gd name="csY5" fmla="*/ 0 h 39868"/>
                <a:gd name="csX6" fmla="*/ 10125 w 39868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39868">
                  <a:moveTo>
                    <a:pt x="8860" y="12657"/>
                  </a:moveTo>
                  <a:lnTo>
                    <a:pt x="0" y="25313"/>
                  </a:lnTo>
                  <a:cubicBezTo>
                    <a:pt x="6961" y="30376"/>
                    <a:pt x="13922" y="34806"/>
                    <a:pt x="20883" y="39868"/>
                  </a:cubicBezTo>
                  <a:lnTo>
                    <a:pt x="30376" y="27212"/>
                  </a:lnTo>
                  <a:lnTo>
                    <a:pt x="39868" y="14555"/>
                  </a:lnTo>
                  <a:cubicBezTo>
                    <a:pt x="32907" y="9492"/>
                    <a:pt x="25946" y="4430"/>
                    <a:pt x="18985" y="0"/>
                  </a:cubicBezTo>
                  <a:lnTo>
                    <a:pt x="10125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DE2E462-26D7-B502-1879-4E9EC19DFCEF}"/>
                </a:ext>
              </a:extLst>
            </p:cNvPr>
            <p:cNvSpPr/>
            <p:nvPr/>
          </p:nvSpPr>
          <p:spPr>
            <a:xfrm>
              <a:off x="2482177" y="4761026"/>
              <a:ext cx="39235" cy="40501"/>
            </a:xfrm>
            <a:custGeom>
              <a:avLst/>
              <a:gdLst>
                <a:gd name="csX0" fmla="*/ 8860 w 39235"/>
                <a:gd name="csY0" fmla="*/ 13289 h 40501"/>
                <a:gd name="csX1" fmla="*/ 0 w 39235"/>
                <a:gd name="csY1" fmla="*/ 26579 h 40501"/>
                <a:gd name="csX2" fmla="*/ 21516 w 39235"/>
                <a:gd name="csY2" fmla="*/ 40501 h 40501"/>
                <a:gd name="csX3" fmla="*/ 30376 w 39235"/>
                <a:gd name="csY3" fmla="*/ 27212 h 40501"/>
                <a:gd name="csX4" fmla="*/ 39236 w 39235"/>
                <a:gd name="csY4" fmla="*/ 13922 h 40501"/>
                <a:gd name="csX5" fmla="*/ 17719 w 39235"/>
                <a:gd name="csY5" fmla="*/ 0 h 40501"/>
                <a:gd name="csX6" fmla="*/ 9492 w 39235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009"/>
                    <a:pt x="13922" y="35439"/>
                    <a:pt x="21516" y="40501"/>
                  </a:cubicBezTo>
                  <a:lnTo>
                    <a:pt x="30376" y="27212"/>
                  </a:lnTo>
                  <a:lnTo>
                    <a:pt x="39236" y="13922"/>
                  </a:lnTo>
                  <a:cubicBezTo>
                    <a:pt x="32274" y="9492"/>
                    <a:pt x="24680" y="4430"/>
                    <a:pt x="17719" y="0"/>
                  </a:cubicBezTo>
                  <a:lnTo>
                    <a:pt x="9492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28698FB-2938-EA02-59F2-82F17D616BCA}"/>
                </a:ext>
              </a:extLst>
            </p:cNvPr>
            <p:cNvSpPr/>
            <p:nvPr/>
          </p:nvSpPr>
          <p:spPr>
            <a:xfrm>
              <a:off x="2396112" y="4708501"/>
              <a:ext cx="37969" cy="39235"/>
            </a:xfrm>
            <a:custGeom>
              <a:avLst/>
              <a:gdLst>
                <a:gd name="csX0" fmla="*/ 8227 w 37969"/>
                <a:gd name="csY0" fmla="*/ 12657 h 39235"/>
                <a:gd name="csX1" fmla="*/ 0 w 37969"/>
                <a:gd name="csY1" fmla="*/ 26579 h 39235"/>
                <a:gd name="csX2" fmla="*/ 21516 w 37969"/>
                <a:gd name="csY2" fmla="*/ 39236 h 39235"/>
                <a:gd name="csX3" fmla="*/ 29743 w 37969"/>
                <a:gd name="csY3" fmla="*/ 25946 h 39235"/>
                <a:gd name="csX4" fmla="*/ 37970 w 37969"/>
                <a:gd name="csY4" fmla="*/ 12657 h 39235"/>
                <a:gd name="csX5" fmla="*/ 15821 w 37969"/>
                <a:gd name="csY5" fmla="*/ 0 h 39235"/>
                <a:gd name="csX6" fmla="*/ 7594 w 37969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235">
                  <a:moveTo>
                    <a:pt x="8227" y="12657"/>
                  </a:moveTo>
                  <a:lnTo>
                    <a:pt x="0" y="26579"/>
                  </a:lnTo>
                  <a:cubicBezTo>
                    <a:pt x="6961" y="31009"/>
                    <a:pt x="14555" y="34806"/>
                    <a:pt x="21516" y="39236"/>
                  </a:cubicBezTo>
                  <a:lnTo>
                    <a:pt x="29743" y="25946"/>
                  </a:lnTo>
                  <a:lnTo>
                    <a:pt x="37970" y="12657"/>
                  </a:lnTo>
                  <a:cubicBezTo>
                    <a:pt x="30376" y="8227"/>
                    <a:pt x="23415" y="3797"/>
                    <a:pt x="15821" y="0"/>
                  </a:cubicBezTo>
                  <a:lnTo>
                    <a:pt x="7594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F7BA12-0A8A-6411-39DE-66047E1F278C}"/>
                </a:ext>
              </a:extLst>
            </p:cNvPr>
            <p:cNvSpPr/>
            <p:nvPr/>
          </p:nvSpPr>
          <p:spPr>
            <a:xfrm>
              <a:off x="2307516" y="4658508"/>
              <a:ext cx="37337" cy="39868"/>
            </a:xfrm>
            <a:custGeom>
              <a:avLst/>
              <a:gdLst>
                <a:gd name="csX0" fmla="*/ 7594 w 37337"/>
                <a:gd name="csY0" fmla="*/ 13922 h 39868"/>
                <a:gd name="csX1" fmla="*/ 0 w 37337"/>
                <a:gd name="csY1" fmla="*/ 27845 h 39868"/>
                <a:gd name="csX2" fmla="*/ 22149 w 37337"/>
                <a:gd name="csY2" fmla="*/ 39868 h 39868"/>
                <a:gd name="csX3" fmla="*/ 29743 w 37337"/>
                <a:gd name="csY3" fmla="*/ 25946 h 39868"/>
                <a:gd name="csX4" fmla="*/ 37337 w 37337"/>
                <a:gd name="csY4" fmla="*/ 12024 h 39868"/>
                <a:gd name="csX5" fmla="*/ 14555 w 37337"/>
                <a:gd name="csY5" fmla="*/ 0 h 39868"/>
                <a:gd name="csX6" fmla="*/ 6961 w 37337"/>
                <a:gd name="csY6" fmla="*/ 13922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39868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1642"/>
                    <a:pt x="14555" y="35439"/>
                    <a:pt x="22149" y="39868"/>
                  </a:cubicBezTo>
                  <a:lnTo>
                    <a:pt x="29743" y="25946"/>
                  </a:lnTo>
                  <a:lnTo>
                    <a:pt x="37337" y="12024"/>
                  </a:lnTo>
                  <a:cubicBezTo>
                    <a:pt x="29743" y="8227"/>
                    <a:pt x="22149" y="3797"/>
                    <a:pt x="14555" y="0"/>
                  </a:cubicBezTo>
                  <a:lnTo>
                    <a:pt x="6961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647D939-6BFC-50F0-CF2E-97C6C70261BF}"/>
                </a:ext>
              </a:extLst>
            </p:cNvPr>
            <p:cNvSpPr/>
            <p:nvPr/>
          </p:nvSpPr>
          <p:spPr>
            <a:xfrm>
              <a:off x="2262585" y="4635093"/>
              <a:ext cx="36704" cy="39235"/>
            </a:xfrm>
            <a:custGeom>
              <a:avLst/>
              <a:gdLst>
                <a:gd name="csX0" fmla="*/ 6961 w 36704"/>
                <a:gd name="csY0" fmla="*/ 13922 h 39235"/>
                <a:gd name="csX1" fmla="*/ 0 w 36704"/>
                <a:gd name="csY1" fmla="*/ 27845 h 39235"/>
                <a:gd name="csX2" fmla="*/ 22782 w 36704"/>
                <a:gd name="csY2" fmla="*/ 39236 h 39235"/>
                <a:gd name="csX3" fmla="*/ 29743 w 36704"/>
                <a:gd name="csY3" fmla="*/ 25313 h 39235"/>
                <a:gd name="csX4" fmla="*/ 36704 w 36704"/>
                <a:gd name="csY4" fmla="*/ 11391 h 39235"/>
                <a:gd name="csX5" fmla="*/ 13922 w 36704"/>
                <a:gd name="csY5" fmla="*/ 0 h 39235"/>
                <a:gd name="csX6" fmla="*/ 6961 w 36704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6961" y="13922"/>
                  </a:moveTo>
                  <a:lnTo>
                    <a:pt x="0" y="27845"/>
                  </a:lnTo>
                  <a:cubicBezTo>
                    <a:pt x="7594" y="31642"/>
                    <a:pt x="15188" y="35439"/>
                    <a:pt x="22782" y="39236"/>
                  </a:cubicBezTo>
                  <a:lnTo>
                    <a:pt x="29743" y="25313"/>
                  </a:lnTo>
                  <a:lnTo>
                    <a:pt x="36704" y="11391"/>
                  </a:lnTo>
                  <a:cubicBezTo>
                    <a:pt x="29110" y="7594"/>
                    <a:pt x="21516" y="3797"/>
                    <a:pt x="13922" y="0"/>
                  </a:cubicBezTo>
                  <a:lnTo>
                    <a:pt x="6961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D823F97-F163-243F-294F-4C18D9CB666F}"/>
                </a:ext>
              </a:extLst>
            </p:cNvPr>
            <p:cNvSpPr/>
            <p:nvPr/>
          </p:nvSpPr>
          <p:spPr>
            <a:xfrm>
              <a:off x="2352447" y="4681922"/>
              <a:ext cx="37337" cy="40501"/>
            </a:xfrm>
            <a:custGeom>
              <a:avLst/>
              <a:gdLst>
                <a:gd name="csX0" fmla="*/ 7594 w 37337"/>
                <a:gd name="csY0" fmla="*/ 14555 h 40501"/>
                <a:gd name="csX1" fmla="*/ 0 w 37337"/>
                <a:gd name="csY1" fmla="*/ 28477 h 40501"/>
                <a:gd name="csX2" fmla="*/ 22149 w 37337"/>
                <a:gd name="csY2" fmla="*/ 40501 h 40501"/>
                <a:gd name="csX3" fmla="*/ 29743 w 37337"/>
                <a:gd name="csY3" fmla="*/ 26579 h 40501"/>
                <a:gd name="csX4" fmla="*/ 37337 w 37337"/>
                <a:gd name="csY4" fmla="*/ 12657 h 40501"/>
                <a:gd name="csX5" fmla="*/ 15188 w 37337"/>
                <a:gd name="csY5" fmla="*/ 0 h 40501"/>
                <a:gd name="csX6" fmla="*/ 7594 w 37337"/>
                <a:gd name="csY6" fmla="*/ 13922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40501">
                  <a:moveTo>
                    <a:pt x="7594" y="14555"/>
                  </a:moveTo>
                  <a:lnTo>
                    <a:pt x="0" y="28477"/>
                  </a:lnTo>
                  <a:cubicBezTo>
                    <a:pt x="7594" y="32274"/>
                    <a:pt x="14555" y="36704"/>
                    <a:pt x="22149" y="40501"/>
                  </a:cubicBezTo>
                  <a:lnTo>
                    <a:pt x="29743" y="26579"/>
                  </a:lnTo>
                  <a:lnTo>
                    <a:pt x="37337" y="12657"/>
                  </a:lnTo>
                  <a:cubicBezTo>
                    <a:pt x="29743" y="8227"/>
                    <a:pt x="22782" y="4430"/>
                    <a:pt x="15188" y="0"/>
                  </a:cubicBezTo>
                  <a:lnTo>
                    <a:pt x="7594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E231C1A-5C54-ED00-E598-650159ECEA74}"/>
                </a:ext>
              </a:extLst>
            </p:cNvPr>
            <p:cNvSpPr/>
            <p:nvPr/>
          </p:nvSpPr>
          <p:spPr>
            <a:xfrm>
              <a:off x="2439777" y="4733815"/>
              <a:ext cx="37969" cy="39868"/>
            </a:xfrm>
            <a:custGeom>
              <a:avLst/>
              <a:gdLst>
                <a:gd name="csX0" fmla="*/ 8227 w 37969"/>
                <a:gd name="csY0" fmla="*/ 13289 h 39868"/>
                <a:gd name="csX1" fmla="*/ 0 w 37969"/>
                <a:gd name="csY1" fmla="*/ 26579 h 39868"/>
                <a:gd name="csX2" fmla="*/ 21516 w 37969"/>
                <a:gd name="csY2" fmla="*/ 39868 h 39868"/>
                <a:gd name="csX3" fmla="*/ 29743 w 37969"/>
                <a:gd name="csY3" fmla="*/ 26579 h 39868"/>
                <a:gd name="csX4" fmla="*/ 37970 w 37969"/>
                <a:gd name="csY4" fmla="*/ 13289 h 39868"/>
                <a:gd name="csX5" fmla="*/ 16454 w 37969"/>
                <a:gd name="csY5" fmla="*/ 0 h 39868"/>
                <a:gd name="csX6" fmla="*/ 8227 w 37969"/>
                <a:gd name="csY6" fmla="*/ 13289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868">
                  <a:moveTo>
                    <a:pt x="8227" y="13289"/>
                  </a:moveTo>
                  <a:lnTo>
                    <a:pt x="0" y="26579"/>
                  </a:lnTo>
                  <a:cubicBezTo>
                    <a:pt x="6961" y="31009"/>
                    <a:pt x="14555" y="35439"/>
                    <a:pt x="21516" y="39868"/>
                  </a:cubicBezTo>
                  <a:lnTo>
                    <a:pt x="29743" y="26579"/>
                  </a:lnTo>
                  <a:lnTo>
                    <a:pt x="37970" y="13289"/>
                  </a:lnTo>
                  <a:cubicBezTo>
                    <a:pt x="31009" y="8860"/>
                    <a:pt x="23415" y="4430"/>
                    <a:pt x="16454" y="0"/>
                  </a:cubicBezTo>
                  <a:lnTo>
                    <a:pt x="8227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D0BE82D-46EB-7004-4BD0-9D5769581D49}"/>
                </a:ext>
              </a:extLst>
            </p:cNvPr>
            <p:cNvSpPr/>
            <p:nvPr/>
          </p:nvSpPr>
          <p:spPr>
            <a:xfrm>
              <a:off x="2524577" y="4788871"/>
              <a:ext cx="38602" cy="41134"/>
            </a:xfrm>
            <a:custGeom>
              <a:avLst/>
              <a:gdLst>
                <a:gd name="csX0" fmla="*/ 8860 w 38602"/>
                <a:gd name="csY0" fmla="*/ 13289 h 41134"/>
                <a:gd name="csX1" fmla="*/ 0 w 38602"/>
                <a:gd name="csY1" fmla="*/ 26579 h 41134"/>
                <a:gd name="csX2" fmla="*/ 20883 w 38602"/>
                <a:gd name="csY2" fmla="*/ 41134 h 41134"/>
                <a:gd name="csX3" fmla="*/ 29743 w 38602"/>
                <a:gd name="csY3" fmla="*/ 27845 h 41134"/>
                <a:gd name="csX4" fmla="*/ 38603 w 38602"/>
                <a:gd name="csY4" fmla="*/ 14555 h 41134"/>
                <a:gd name="csX5" fmla="*/ 17086 w 38602"/>
                <a:gd name="csY5" fmla="*/ 0 h 41134"/>
                <a:gd name="csX6" fmla="*/ 8227 w 38602"/>
                <a:gd name="csY6" fmla="*/ 13289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009"/>
                    <a:pt x="13922" y="36071"/>
                    <a:pt x="20883" y="41134"/>
                  </a:cubicBezTo>
                  <a:lnTo>
                    <a:pt x="29743" y="27845"/>
                  </a:lnTo>
                  <a:lnTo>
                    <a:pt x="38603" y="14555"/>
                  </a:lnTo>
                  <a:cubicBezTo>
                    <a:pt x="31642" y="9492"/>
                    <a:pt x="24680" y="5063"/>
                    <a:pt x="17086" y="0"/>
                  </a:cubicBezTo>
                  <a:lnTo>
                    <a:pt x="8227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44E408F-FFBF-2521-3ABE-C90669FD9788}"/>
                </a:ext>
              </a:extLst>
            </p:cNvPr>
            <p:cNvSpPr/>
            <p:nvPr/>
          </p:nvSpPr>
          <p:spPr>
            <a:xfrm>
              <a:off x="2932753" y="5092630"/>
              <a:ext cx="37969" cy="39868"/>
            </a:xfrm>
            <a:custGeom>
              <a:avLst/>
              <a:gdLst>
                <a:gd name="csX0" fmla="*/ 8860 w 37969"/>
                <a:gd name="csY0" fmla="*/ 12657 h 39868"/>
                <a:gd name="csX1" fmla="*/ 0 w 37969"/>
                <a:gd name="csY1" fmla="*/ 25946 h 39868"/>
                <a:gd name="csX2" fmla="*/ 21516 w 37969"/>
                <a:gd name="csY2" fmla="*/ 39868 h 39868"/>
                <a:gd name="csX3" fmla="*/ 29743 w 37969"/>
                <a:gd name="csY3" fmla="*/ 26579 h 39868"/>
                <a:gd name="csX4" fmla="*/ 37970 w 37969"/>
                <a:gd name="csY4" fmla="*/ 13289 h 39868"/>
                <a:gd name="csX5" fmla="*/ 16454 w 37969"/>
                <a:gd name="csY5" fmla="*/ 0 h 39868"/>
                <a:gd name="csX6" fmla="*/ 7594 w 37969"/>
                <a:gd name="csY6" fmla="*/ 13289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868">
                  <a:moveTo>
                    <a:pt x="8860" y="12657"/>
                  </a:moveTo>
                  <a:lnTo>
                    <a:pt x="0" y="25946"/>
                  </a:lnTo>
                  <a:cubicBezTo>
                    <a:pt x="6961" y="30376"/>
                    <a:pt x="14555" y="35439"/>
                    <a:pt x="21516" y="39868"/>
                  </a:cubicBezTo>
                  <a:lnTo>
                    <a:pt x="29743" y="26579"/>
                  </a:lnTo>
                  <a:lnTo>
                    <a:pt x="37970" y="13289"/>
                  </a:lnTo>
                  <a:cubicBezTo>
                    <a:pt x="31009" y="8860"/>
                    <a:pt x="23415" y="4430"/>
                    <a:pt x="16454" y="0"/>
                  </a:cubicBezTo>
                  <a:lnTo>
                    <a:pt x="7594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7A69711-D55F-18EB-0D9B-CA36239B80CA}"/>
                </a:ext>
              </a:extLst>
            </p:cNvPr>
            <p:cNvSpPr/>
            <p:nvPr/>
          </p:nvSpPr>
          <p:spPr>
            <a:xfrm>
              <a:off x="2977051" y="5117943"/>
              <a:ext cx="38602" cy="40501"/>
            </a:xfrm>
            <a:custGeom>
              <a:avLst/>
              <a:gdLst>
                <a:gd name="csX0" fmla="*/ 8227 w 38602"/>
                <a:gd name="csY0" fmla="*/ 13922 h 40501"/>
                <a:gd name="csX1" fmla="*/ 0 w 38602"/>
                <a:gd name="csY1" fmla="*/ 27212 h 40501"/>
                <a:gd name="csX2" fmla="*/ 22149 w 38602"/>
                <a:gd name="csY2" fmla="*/ 40501 h 40501"/>
                <a:gd name="csX3" fmla="*/ 30376 w 38602"/>
                <a:gd name="csY3" fmla="*/ 26579 h 40501"/>
                <a:gd name="csX4" fmla="*/ 38603 w 38602"/>
                <a:gd name="csY4" fmla="*/ 12657 h 40501"/>
                <a:gd name="csX5" fmla="*/ 17087 w 38602"/>
                <a:gd name="csY5" fmla="*/ 0 h 40501"/>
                <a:gd name="csX6" fmla="*/ 8860 w 38602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8227" y="13922"/>
                  </a:moveTo>
                  <a:lnTo>
                    <a:pt x="0" y="27212"/>
                  </a:lnTo>
                  <a:cubicBezTo>
                    <a:pt x="7594" y="31642"/>
                    <a:pt x="14555" y="36071"/>
                    <a:pt x="22149" y="40501"/>
                  </a:cubicBezTo>
                  <a:lnTo>
                    <a:pt x="30376" y="26579"/>
                  </a:lnTo>
                  <a:lnTo>
                    <a:pt x="38603" y="12657"/>
                  </a:lnTo>
                  <a:cubicBezTo>
                    <a:pt x="31642" y="8227"/>
                    <a:pt x="24048" y="4430"/>
                    <a:pt x="17087" y="0"/>
                  </a:cubicBezTo>
                  <a:lnTo>
                    <a:pt x="8860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1724FE0-1FCD-6DE3-2A25-075654809D0F}"/>
                </a:ext>
              </a:extLst>
            </p:cNvPr>
            <p:cNvSpPr/>
            <p:nvPr/>
          </p:nvSpPr>
          <p:spPr>
            <a:xfrm>
              <a:off x="3021349" y="5143256"/>
              <a:ext cx="37337" cy="39868"/>
            </a:xfrm>
            <a:custGeom>
              <a:avLst/>
              <a:gdLst>
                <a:gd name="csX0" fmla="*/ 7594 w 37337"/>
                <a:gd name="csY0" fmla="*/ 13922 h 39868"/>
                <a:gd name="csX1" fmla="*/ 0 w 37337"/>
                <a:gd name="csY1" fmla="*/ 27845 h 39868"/>
                <a:gd name="csX2" fmla="*/ 22149 w 37337"/>
                <a:gd name="csY2" fmla="*/ 39868 h 39868"/>
                <a:gd name="csX3" fmla="*/ 29743 w 37337"/>
                <a:gd name="csY3" fmla="*/ 25946 h 39868"/>
                <a:gd name="csX4" fmla="*/ 37337 w 37337"/>
                <a:gd name="csY4" fmla="*/ 12024 h 39868"/>
                <a:gd name="csX5" fmla="*/ 15821 w 37337"/>
                <a:gd name="csY5" fmla="*/ 0 h 39868"/>
                <a:gd name="csX6" fmla="*/ 8227 w 37337"/>
                <a:gd name="csY6" fmla="*/ 13922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39868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2274"/>
                    <a:pt x="14555" y="36071"/>
                    <a:pt x="22149" y="39868"/>
                  </a:cubicBezTo>
                  <a:lnTo>
                    <a:pt x="29743" y="25946"/>
                  </a:lnTo>
                  <a:lnTo>
                    <a:pt x="37337" y="12024"/>
                  </a:lnTo>
                  <a:cubicBezTo>
                    <a:pt x="30376" y="8227"/>
                    <a:pt x="22782" y="4430"/>
                    <a:pt x="15821" y="0"/>
                  </a:cubicBezTo>
                  <a:lnTo>
                    <a:pt x="8227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9966F6F-5305-88CA-EC74-D4ABF54F24AB}"/>
                </a:ext>
              </a:extLst>
            </p:cNvPr>
            <p:cNvSpPr/>
            <p:nvPr/>
          </p:nvSpPr>
          <p:spPr>
            <a:xfrm>
              <a:off x="2890986" y="5064153"/>
              <a:ext cx="38602" cy="40501"/>
            </a:xfrm>
            <a:custGeom>
              <a:avLst/>
              <a:gdLst>
                <a:gd name="csX0" fmla="*/ 8860 w 38602"/>
                <a:gd name="csY0" fmla="*/ 13289 h 40501"/>
                <a:gd name="csX1" fmla="*/ 0 w 38602"/>
                <a:gd name="csY1" fmla="*/ 26579 h 40501"/>
                <a:gd name="csX2" fmla="*/ 20883 w 38602"/>
                <a:gd name="csY2" fmla="*/ 40501 h 40501"/>
                <a:gd name="csX3" fmla="*/ 29743 w 38602"/>
                <a:gd name="csY3" fmla="*/ 27212 h 40501"/>
                <a:gd name="csX4" fmla="*/ 38603 w 38602"/>
                <a:gd name="csY4" fmla="*/ 13922 h 40501"/>
                <a:gd name="csX5" fmla="*/ 17719 w 38602"/>
                <a:gd name="csY5" fmla="*/ 0 h 40501"/>
                <a:gd name="csX6" fmla="*/ 8860 w 38602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642"/>
                    <a:pt x="13922" y="36071"/>
                    <a:pt x="20883" y="40501"/>
                  </a:cubicBezTo>
                  <a:lnTo>
                    <a:pt x="29743" y="27212"/>
                  </a:lnTo>
                  <a:lnTo>
                    <a:pt x="38603" y="13922"/>
                  </a:lnTo>
                  <a:cubicBezTo>
                    <a:pt x="31642" y="9492"/>
                    <a:pt x="24680" y="4430"/>
                    <a:pt x="17719" y="0"/>
                  </a:cubicBezTo>
                  <a:lnTo>
                    <a:pt x="8860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7A1BEFF-660C-D19A-CCFE-AA77CA3350EA}"/>
                </a:ext>
              </a:extLst>
            </p:cNvPr>
            <p:cNvSpPr/>
            <p:nvPr/>
          </p:nvSpPr>
          <p:spPr>
            <a:xfrm>
              <a:off x="3066281" y="5167937"/>
              <a:ext cx="36704" cy="39235"/>
            </a:xfrm>
            <a:custGeom>
              <a:avLst/>
              <a:gdLst>
                <a:gd name="csX0" fmla="*/ 7594 w 36704"/>
                <a:gd name="csY0" fmla="*/ 13922 h 39235"/>
                <a:gd name="csX1" fmla="*/ 0 w 36704"/>
                <a:gd name="csY1" fmla="*/ 27845 h 39235"/>
                <a:gd name="csX2" fmla="*/ 22782 w 36704"/>
                <a:gd name="csY2" fmla="*/ 39236 h 39235"/>
                <a:gd name="csX3" fmla="*/ 29743 w 36704"/>
                <a:gd name="csY3" fmla="*/ 25313 h 39235"/>
                <a:gd name="csX4" fmla="*/ 36704 w 36704"/>
                <a:gd name="csY4" fmla="*/ 11391 h 39235"/>
                <a:gd name="csX5" fmla="*/ 13922 w 36704"/>
                <a:gd name="csY5" fmla="*/ 0 h 39235"/>
                <a:gd name="csX6" fmla="*/ 6328 w 36704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1642"/>
                    <a:pt x="15188" y="35439"/>
                    <a:pt x="22782" y="39236"/>
                  </a:cubicBezTo>
                  <a:lnTo>
                    <a:pt x="29743" y="25313"/>
                  </a:lnTo>
                  <a:lnTo>
                    <a:pt x="36704" y="11391"/>
                  </a:lnTo>
                  <a:cubicBezTo>
                    <a:pt x="29110" y="7594"/>
                    <a:pt x="21516" y="3797"/>
                    <a:pt x="13922" y="0"/>
                  </a:cubicBezTo>
                  <a:lnTo>
                    <a:pt x="6328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ACCA44D-F34A-4566-855C-DC09BBB61846}"/>
                </a:ext>
              </a:extLst>
            </p:cNvPr>
            <p:cNvSpPr/>
            <p:nvPr/>
          </p:nvSpPr>
          <p:spPr>
            <a:xfrm>
              <a:off x="2767584" y="4974290"/>
              <a:ext cx="39235" cy="41134"/>
            </a:xfrm>
            <a:custGeom>
              <a:avLst/>
              <a:gdLst>
                <a:gd name="csX0" fmla="*/ 10125 w 39235"/>
                <a:gd name="csY0" fmla="*/ 12657 h 41134"/>
                <a:gd name="csX1" fmla="*/ 0 w 39235"/>
                <a:gd name="csY1" fmla="*/ 25313 h 41134"/>
                <a:gd name="csX2" fmla="*/ 20251 w 39235"/>
                <a:gd name="csY2" fmla="*/ 41134 h 41134"/>
                <a:gd name="csX3" fmla="*/ 29743 w 39235"/>
                <a:gd name="csY3" fmla="*/ 28477 h 41134"/>
                <a:gd name="csX4" fmla="*/ 39236 w 39235"/>
                <a:gd name="csY4" fmla="*/ 15821 h 41134"/>
                <a:gd name="csX5" fmla="*/ 19618 w 39235"/>
                <a:gd name="csY5" fmla="*/ 0 h 41134"/>
                <a:gd name="csX6" fmla="*/ 9492 w 39235"/>
                <a:gd name="csY6" fmla="*/ 12657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1134">
                  <a:moveTo>
                    <a:pt x="10125" y="12657"/>
                  </a:moveTo>
                  <a:lnTo>
                    <a:pt x="0" y="25313"/>
                  </a:lnTo>
                  <a:cubicBezTo>
                    <a:pt x="6961" y="31009"/>
                    <a:pt x="13289" y="36071"/>
                    <a:pt x="20251" y="41134"/>
                  </a:cubicBezTo>
                  <a:lnTo>
                    <a:pt x="29743" y="28477"/>
                  </a:lnTo>
                  <a:lnTo>
                    <a:pt x="39236" y="15821"/>
                  </a:lnTo>
                  <a:cubicBezTo>
                    <a:pt x="32907" y="10758"/>
                    <a:pt x="25946" y="5695"/>
                    <a:pt x="19618" y="0"/>
                  </a:cubicBezTo>
                  <a:lnTo>
                    <a:pt x="9492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2AECA09-826D-5C1A-11B8-C3FBBC8313AF}"/>
                </a:ext>
              </a:extLst>
            </p:cNvPr>
            <p:cNvSpPr/>
            <p:nvPr/>
          </p:nvSpPr>
          <p:spPr>
            <a:xfrm>
              <a:off x="2848587" y="5035675"/>
              <a:ext cx="39235" cy="39868"/>
            </a:xfrm>
            <a:custGeom>
              <a:avLst/>
              <a:gdLst>
                <a:gd name="csX0" fmla="*/ 9492 w 39235"/>
                <a:gd name="csY0" fmla="*/ 12024 h 39868"/>
                <a:gd name="csX1" fmla="*/ 0 w 39235"/>
                <a:gd name="csY1" fmla="*/ 24680 h 39868"/>
                <a:gd name="csX2" fmla="*/ 21516 w 39235"/>
                <a:gd name="csY2" fmla="*/ 39868 h 39868"/>
                <a:gd name="csX3" fmla="*/ 30376 w 39235"/>
                <a:gd name="csY3" fmla="*/ 27212 h 39868"/>
                <a:gd name="csX4" fmla="*/ 39236 w 39235"/>
                <a:gd name="csY4" fmla="*/ 14555 h 39868"/>
                <a:gd name="csX5" fmla="*/ 18352 w 39235"/>
                <a:gd name="csY5" fmla="*/ 0 h 39868"/>
                <a:gd name="csX6" fmla="*/ 8860 w 39235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39868">
                  <a:moveTo>
                    <a:pt x="9492" y="12024"/>
                  </a:moveTo>
                  <a:lnTo>
                    <a:pt x="0" y="24680"/>
                  </a:lnTo>
                  <a:cubicBezTo>
                    <a:pt x="6961" y="29743"/>
                    <a:pt x="13922" y="34806"/>
                    <a:pt x="21516" y="39868"/>
                  </a:cubicBezTo>
                  <a:lnTo>
                    <a:pt x="30376" y="27212"/>
                  </a:lnTo>
                  <a:lnTo>
                    <a:pt x="39236" y="14555"/>
                  </a:lnTo>
                  <a:cubicBezTo>
                    <a:pt x="32274" y="9492"/>
                    <a:pt x="25313" y="4430"/>
                    <a:pt x="18352" y="0"/>
                  </a:cubicBezTo>
                  <a:lnTo>
                    <a:pt x="8860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8FD00AC-C357-566D-A047-71AB9A1675CF}"/>
                </a:ext>
              </a:extLst>
            </p:cNvPr>
            <p:cNvSpPr/>
            <p:nvPr/>
          </p:nvSpPr>
          <p:spPr>
            <a:xfrm>
              <a:off x="2727083" y="4942016"/>
              <a:ext cx="40501" cy="40501"/>
            </a:xfrm>
            <a:custGeom>
              <a:avLst/>
              <a:gdLst>
                <a:gd name="csX0" fmla="*/ 20251 w 40501"/>
                <a:gd name="csY0" fmla="*/ 0 h 40501"/>
                <a:gd name="csX1" fmla="*/ 10125 w 40501"/>
                <a:gd name="csY1" fmla="*/ 12024 h 40501"/>
                <a:gd name="csX2" fmla="*/ 0 w 40501"/>
                <a:gd name="csY2" fmla="*/ 24048 h 40501"/>
                <a:gd name="csX3" fmla="*/ 10125 w 40501"/>
                <a:gd name="csY3" fmla="*/ 32274 h 40501"/>
                <a:gd name="csX4" fmla="*/ 20251 w 40501"/>
                <a:gd name="csY4" fmla="*/ 40501 h 40501"/>
                <a:gd name="csX5" fmla="*/ 30376 w 40501"/>
                <a:gd name="csY5" fmla="*/ 28477 h 40501"/>
                <a:gd name="csX6" fmla="*/ 40501 w 40501"/>
                <a:gd name="csY6" fmla="*/ 16454 h 40501"/>
                <a:gd name="csX7" fmla="*/ 30376 w 40501"/>
                <a:gd name="csY7" fmla="*/ 8227 h 40501"/>
                <a:gd name="csX8" fmla="*/ 20251 w 40501"/>
                <a:gd name="csY8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0501" h="40501">
                  <a:moveTo>
                    <a:pt x="20251" y="0"/>
                  </a:moveTo>
                  <a:lnTo>
                    <a:pt x="10125" y="12024"/>
                  </a:lnTo>
                  <a:lnTo>
                    <a:pt x="0" y="24048"/>
                  </a:lnTo>
                  <a:cubicBezTo>
                    <a:pt x="3164" y="26579"/>
                    <a:pt x="6328" y="29743"/>
                    <a:pt x="10125" y="32274"/>
                  </a:cubicBezTo>
                  <a:cubicBezTo>
                    <a:pt x="13289" y="34806"/>
                    <a:pt x="17086" y="37970"/>
                    <a:pt x="20251" y="40501"/>
                  </a:cubicBezTo>
                  <a:lnTo>
                    <a:pt x="30376" y="28477"/>
                  </a:lnTo>
                  <a:lnTo>
                    <a:pt x="40501" y="16454"/>
                  </a:lnTo>
                  <a:cubicBezTo>
                    <a:pt x="37337" y="13922"/>
                    <a:pt x="33540" y="10758"/>
                    <a:pt x="30376" y="8227"/>
                  </a:cubicBezTo>
                  <a:cubicBezTo>
                    <a:pt x="27212" y="5695"/>
                    <a:pt x="24048" y="2531"/>
                    <a:pt x="20251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054E56A-C685-526E-715E-78B848370853}"/>
                </a:ext>
              </a:extLst>
            </p:cNvPr>
            <p:cNvSpPr/>
            <p:nvPr/>
          </p:nvSpPr>
          <p:spPr>
            <a:xfrm>
              <a:off x="2688480" y="4909742"/>
              <a:ext cx="39868" cy="41134"/>
            </a:xfrm>
            <a:custGeom>
              <a:avLst/>
              <a:gdLst>
                <a:gd name="csX0" fmla="*/ 18985 w 39868"/>
                <a:gd name="csY0" fmla="*/ 0 h 41134"/>
                <a:gd name="csX1" fmla="*/ 9492 w 39868"/>
                <a:gd name="csY1" fmla="*/ 12657 h 41134"/>
                <a:gd name="csX2" fmla="*/ 0 w 39868"/>
                <a:gd name="csY2" fmla="*/ 25313 h 41134"/>
                <a:gd name="csX3" fmla="*/ 19618 w 39868"/>
                <a:gd name="csY3" fmla="*/ 41134 h 41134"/>
                <a:gd name="csX4" fmla="*/ 29743 w 39868"/>
                <a:gd name="csY4" fmla="*/ 29110 h 41134"/>
                <a:gd name="csX5" fmla="*/ 39868 w 39868"/>
                <a:gd name="csY5" fmla="*/ 17086 h 41134"/>
                <a:gd name="csX6" fmla="*/ 20251 w 39868"/>
                <a:gd name="csY6" fmla="*/ 1266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1134">
                  <a:moveTo>
                    <a:pt x="18985" y="0"/>
                  </a:moveTo>
                  <a:lnTo>
                    <a:pt x="9492" y="12657"/>
                  </a:lnTo>
                  <a:lnTo>
                    <a:pt x="0" y="25313"/>
                  </a:lnTo>
                  <a:cubicBezTo>
                    <a:pt x="6328" y="30376"/>
                    <a:pt x="13289" y="35439"/>
                    <a:pt x="19618" y="41134"/>
                  </a:cubicBezTo>
                  <a:lnTo>
                    <a:pt x="29743" y="29110"/>
                  </a:lnTo>
                  <a:lnTo>
                    <a:pt x="39868" y="17086"/>
                  </a:lnTo>
                  <a:cubicBezTo>
                    <a:pt x="33540" y="12024"/>
                    <a:pt x="26579" y="6328"/>
                    <a:pt x="20251" y="1266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959A13E-0A00-2D74-BD4E-16CDA38E7D2C}"/>
                </a:ext>
              </a:extLst>
            </p:cNvPr>
            <p:cNvSpPr/>
            <p:nvPr/>
          </p:nvSpPr>
          <p:spPr>
            <a:xfrm>
              <a:off x="2808085" y="5005932"/>
              <a:ext cx="39235" cy="39868"/>
            </a:xfrm>
            <a:custGeom>
              <a:avLst/>
              <a:gdLst>
                <a:gd name="csX0" fmla="*/ 9492 w 39235"/>
                <a:gd name="csY0" fmla="*/ 12024 h 39868"/>
                <a:gd name="csX1" fmla="*/ 0 w 39235"/>
                <a:gd name="csY1" fmla="*/ 24680 h 39868"/>
                <a:gd name="csX2" fmla="*/ 20250 w 39235"/>
                <a:gd name="csY2" fmla="*/ 39868 h 39868"/>
                <a:gd name="csX3" fmla="*/ 29743 w 39235"/>
                <a:gd name="csY3" fmla="*/ 27212 h 39868"/>
                <a:gd name="csX4" fmla="*/ 39235 w 39235"/>
                <a:gd name="csY4" fmla="*/ 14555 h 39868"/>
                <a:gd name="csX5" fmla="*/ 19618 w 39235"/>
                <a:gd name="csY5" fmla="*/ 0 h 39868"/>
                <a:gd name="csX6" fmla="*/ 10125 w 39235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39868">
                  <a:moveTo>
                    <a:pt x="9492" y="12024"/>
                  </a:moveTo>
                  <a:lnTo>
                    <a:pt x="0" y="24680"/>
                  </a:lnTo>
                  <a:cubicBezTo>
                    <a:pt x="6961" y="29743"/>
                    <a:pt x="13289" y="34806"/>
                    <a:pt x="20250" y="39868"/>
                  </a:cubicBezTo>
                  <a:lnTo>
                    <a:pt x="29743" y="27212"/>
                  </a:lnTo>
                  <a:lnTo>
                    <a:pt x="39235" y="14555"/>
                  </a:lnTo>
                  <a:cubicBezTo>
                    <a:pt x="32907" y="9492"/>
                    <a:pt x="25946" y="4430"/>
                    <a:pt x="19618" y="0"/>
                  </a:cubicBezTo>
                  <a:lnTo>
                    <a:pt x="10125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F7DC77D-8516-3AE8-02D1-D398BA8EFB55}"/>
                </a:ext>
              </a:extLst>
            </p:cNvPr>
            <p:cNvSpPr/>
            <p:nvPr/>
          </p:nvSpPr>
          <p:spPr>
            <a:xfrm>
              <a:off x="1483569" y="4449040"/>
              <a:ext cx="25946" cy="31641"/>
            </a:xfrm>
            <a:custGeom>
              <a:avLst/>
              <a:gdLst>
                <a:gd name="csX0" fmla="*/ 25946 w 25946"/>
                <a:gd name="csY0" fmla="*/ 0 h 31641"/>
                <a:gd name="csX1" fmla="*/ 0 w 25946"/>
                <a:gd name="csY1" fmla="*/ 0 h 31641"/>
                <a:gd name="csX2" fmla="*/ 0 w 25946"/>
                <a:gd name="csY2" fmla="*/ 15821 h 31641"/>
                <a:gd name="csX3" fmla="*/ 0 w 25946"/>
                <a:gd name="csY3" fmla="*/ 31642 h 31641"/>
                <a:gd name="csX4" fmla="*/ 25313 w 25946"/>
                <a:gd name="csY4" fmla="*/ 31642 h 31641"/>
                <a:gd name="csX5" fmla="*/ 25313 w 25946"/>
                <a:gd name="csY5" fmla="*/ 15821 h 31641"/>
                <a:gd name="csX6" fmla="*/ 25313 w 25946"/>
                <a:gd name="csY6" fmla="*/ 0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946" h="31641">
                  <a:moveTo>
                    <a:pt x="25946" y="0"/>
                  </a:moveTo>
                  <a:cubicBezTo>
                    <a:pt x="17086" y="0"/>
                    <a:pt x="8860" y="0"/>
                    <a:pt x="0" y="0"/>
                  </a:cubicBezTo>
                  <a:lnTo>
                    <a:pt x="0" y="15821"/>
                  </a:lnTo>
                  <a:cubicBezTo>
                    <a:pt x="0" y="15821"/>
                    <a:pt x="0" y="31642"/>
                    <a:pt x="0" y="31642"/>
                  </a:cubicBezTo>
                  <a:cubicBezTo>
                    <a:pt x="8227" y="31642"/>
                    <a:pt x="17086" y="31642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5313" y="0"/>
                    <a:pt x="25313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33E3E3C-326D-A5E4-0F0A-7BB8E47B203D}"/>
                </a:ext>
              </a:extLst>
            </p:cNvPr>
            <p:cNvSpPr/>
            <p:nvPr/>
          </p:nvSpPr>
          <p:spPr>
            <a:xfrm>
              <a:off x="1534828" y="4449040"/>
              <a:ext cx="25946" cy="31641"/>
            </a:xfrm>
            <a:custGeom>
              <a:avLst/>
              <a:gdLst>
                <a:gd name="csX0" fmla="*/ 0 w 25946"/>
                <a:gd name="csY0" fmla="*/ 15821 h 31641"/>
                <a:gd name="csX1" fmla="*/ 0 w 25946"/>
                <a:gd name="csY1" fmla="*/ 31642 h 31641"/>
                <a:gd name="csX2" fmla="*/ 24680 w 25946"/>
                <a:gd name="csY2" fmla="*/ 31642 h 31641"/>
                <a:gd name="csX3" fmla="*/ 24680 w 25946"/>
                <a:gd name="csY3" fmla="*/ 15821 h 31641"/>
                <a:gd name="csX4" fmla="*/ 25946 w 25946"/>
                <a:gd name="csY4" fmla="*/ 0 h 31641"/>
                <a:gd name="csX5" fmla="*/ 0 w 25946"/>
                <a:gd name="csY5" fmla="*/ 0 h 31641"/>
                <a:gd name="csX6" fmla="*/ 0 w 25946"/>
                <a:gd name="csY6" fmla="*/ 15821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946" h="31641">
                  <a:moveTo>
                    <a:pt x="0" y="15821"/>
                  </a:moveTo>
                  <a:lnTo>
                    <a:pt x="0" y="31642"/>
                  </a:lnTo>
                  <a:cubicBezTo>
                    <a:pt x="8227" y="31642"/>
                    <a:pt x="16454" y="31642"/>
                    <a:pt x="24680" y="31642"/>
                  </a:cubicBezTo>
                  <a:lnTo>
                    <a:pt x="24680" y="15821"/>
                  </a:lnTo>
                  <a:cubicBezTo>
                    <a:pt x="24680" y="15821"/>
                    <a:pt x="25946" y="0"/>
                    <a:pt x="25946" y="0"/>
                  </a:cubicBezTo>
                  <a:cubicBezTo>
                    <a:pt x="17086" y="0"/>
                    <a:pt x="8860" y="0"/>
                    <a:pt x="0" y="0"/>
                  </a:cubicBezTo>
                  <a:lnTo>
                    <a:pt x="0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928A4B6-4BE6-5D7A-6BAA-CBF97AFF0528}"/>
                </a:ext>
              </a:extLst>
            </p:cNvPr>
            <p:cNvSpPr/>
            <p:nvPr/>
          </p:nvSpPr>
          <p:spPr>
            <a:xfrm>
              <a:off x="1685442" y="4458533"/>
              <a:ext cx="29110" cy="34805"/>
            </a:xfrm>
            <a:custGeom>
              <a:avLst/>
              <a:gdLst>
                <a:gd name="csX0" fmla="*/ 1899 w 29110"/>
                <a:gd name="csY0" fmla="*/ 15821 h 34805"/>
                <a:gd name="csX1" fmla="*/ 0 w 29110"/>
                <a:gd name="csY1" fmla="*/ 31642 h 34805"/>
                <a:gd name="csX2" fmla="*/ 25313 w 29110"/>
                <a:gd name="csY2" fmla="*/ 34806 h 34805"/>
                <a:gd name="csX3" fmla="*/ 27212 w 29110"/>
                <a:gd name="csY3" fmla="*/ 18985 h 34805"/>
                <a:gd name="csX4" fmla="*/ 29110 w 29110"/>
                <a:gd name="csY4" fmla="*/ 3164 h 34805"/>
                <a:gd name="csX5" fmla="*/ 3797 w 29110"/>
                <a:gd name="csY5" fmla="*/ 0 h 34805"/>
                <a:gd name="csX6" fmla="*/ 1899 w 29110"/>
                <a:gd name="csY6" fmla="*/ 15821 h 34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805">
                  <a:moveTo>
                    <a:pt x="1899" y="15821"/>
                  </a:moveTo>
                  <a:lnTo>
                    <a:pt x="0" y="31642"/>
                  </a:lnTo>
                  <a:cubicBezTo>
                    <a:pt x="8227" y="32274"/>
                    <a:pt x="16454" y="33540"/>
                    <a:pt x="25313" y="34806"/>
                  </a:cubicBezTo>
                  <a:lnTo>
                    <a:pt x="27212" y="18985"/>
                  </a:lnTo>
                  <a:lnTo>
                    <a:pt x="29110" y="3164"/>
                  </a:lnTo>
                  <a:cubicBezTo>
                    <a:pt x="20883" y="1898"/>
                    <a:pt x="12024" y="1266"/>
                    <a:pt x="3797" y="0"/>
                  </a:cubicBezTo>
                  <a:lnTo>
                    <a:pt x="1899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CDA9C76-C1C9-14FD-E23F-90196A5E9A56}"/>
                </a:ext>
              </a:extLst>
            </p:cNvPr>
            <p:cNvSpPr/>
            <p:nvPr/>
          </p:nvSpPr>
          <p:spPr>
            <a:xfrm>
              <a:off x="1586088" y="4450939"/>
              <a:ext cx="27211" cy="32907"/>
            </a:xfrm>
            <a:custGeom>
              <a:avLst/>
              <a:gdLst>
                <a:gd name="csX0" fmla="*/ 0 w 27211"/>
                <a:gd name="csY0" fmla="*/ 15821 h 32907"/>
                <a:gd name="csX1" fmla="*/ 0 w 27211"/>
                <a:gd name="csY1" fmla="*/ 31642 h 32907"/>
                <a:gd name="csX2" fmla="*/ 24680 w 27211"/>
                <a:gd name="csY2" fmla="*/ 32907 h 32907"/>
                <a:gd name="csX3" fmla="*/ 25946 w 27211"/>
                <a:gd name="csY3" fmla="*/ 17086 h 32907"/>
                <a:gd name="csX4" fmla="*/ 27212 w 27211"/>
                <a:gd name="csY4" fmla="*/ 1266 h 32907"/>
                <a:gd name="csX5" fmla="*/ 1266 w 27211"/>
                <a:gd name="csY5" fmla="*/ 0 h 32907"/>
                <a:gd name="csX6" fmla="*/ 1266 w 27211"/>
                <a:gd name="csY6" fmla="*/ 15821 h 32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211" h="32907">
                  <a:moveTo>
                    <a:pt x="0" y="15821"/>
                  </a:moveTo>
                  <a:lnTo>
                    <a:pt x="0" y="31642"/>
                  </a:lnTo>
                  <a:cubicBezTo>
                    <a:pt x="7594" y="31642"/>
                    <a:pt x="15821" y="32274"/>
                    <a:pt x="24680" y="32907"/>
                  </a:cubicBezTo>
                  <a:lnTo>
                    <a:pt x="25946" y="17086"/>
                  </a:lnTo>
                  <a:lnTo>
                    <a:pt x="27212" y="1266"/>
                  </a:lnTo>
                  <a:cubicBezTo>
                    <a:pt x="18352" y="1266"/>
                    <a:pt x="10125" y="0"/>
                    <a:pt x="1266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76FDFE8-D2AF-4622-CADB-AC4AD0E51F21}"/>
                </a:ext>
              </a:extLst>
            </p:cNvPr>
            <p:cNvSpPr/>
            <p:nvPr/>
          </p:nvSpPr>
          <p:spPr>
            <a:xfrm>
              <a:off x="1635449" y="4454103"/>
              <a:ext cx="27844" cy="34172"/>
            </a:xfrm>
            <a:custGeom>
              <a:avLst/>
              <a:gdLst>
                <a:gd name="csX0" fmla="*/ 1266 w 27844"/>
                <a:gd name="csY0" fmla="*/ 15821 h 34172"/>
                <a:gd name="csX1" fmla="*/ 0 w 27844"/>
                <a:gd name="csY1" fmla="*/ 31642 h 34172"/>
                <a:gd name="csX2" fmla="*/ 25313 w 27844"/>
                <a:gd name="csY2" fmla="*/ 34173 h 34172"/>
                <a:gd name="csX3" fmla="*/ 26579 w 27844"/>
                <a:gd name="csY3" fmla="*/ 18352 h 34172"/>
                <a:gd name="csX4" fmla="*/ 27845 w 27844"/>
                <a:gd name="csY4" fmla="*/ 2531 h 34172"/>
                <a:gd name="csX5" fmla="*/ 2531 w 27844"/>
                <a:gd name="csY5" fmla="*/ 0 h 34172"/>
                <a:gd name="csX6" fmla="*/ 1266 w 27844"/>
                <a:gd name="csY6" fmla="*/ 15821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4172">
                  <a:moveTo>
                    <a:pt x="1266" y="15821"/>
                  </a:moveTo>
                  <a:lnTo>
                    <a:pt x="0" y="31642"/>
                  </a:lnTo>
                  <a:cubicBezTo>
                    <a:pt x="8227" y="32274"/>
                    <a:pt x="16454" y="32907"/>
                    <a:pt x="25313" y="34173"/>
                  </a:cubicBezTo>
                  <a:lnTo>
                    <a:pt x="26579" y="18352"/>
                  </a:lnTo>
                  <a:lnTo>
                    <a:pt x="27845" y="2531"/>
                  </a:lnTo>
                  <a:cubicBezTo>
                    <a:pt x="19618" y="1898"/>
                    <a:pt x="10758" y="633"/>
                    <a:pt x="2531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0649AA6-4072-F0FB-0EFA-EAA5614F76E5}"/>
                </a:ext>
              </a:extLst>
            </p:cNvPr>
            <p:cNvSpPr/>
            <p:nvPr/>
          </p:nvSpPr>
          <p:spPr>
            <a:xfrm>
              <a:off x="1432310" y="4449673"/>
              <a:ext cx="26578" cy="32907"/>
            </a:xfrm>
            <a:custGeom>
              <a:avLst/>
              <a:gdLst>
                <a:gd name="csX0" fmla="*/ 25946 w 26578"/>
                <a:gd name="csY0" fmla="*/ 0 h 32907"/>
                <a:gd name="csX1" fmla="*/ 0 w 26578"/>
                <a:gd name="csY1" fmla="*/ 1266 h 32907"/>
                <a:gd name="csX2" fmla="*/ 0 w 26578"/>
                <a:gd name="csY2" fmla="*/ 17086 h 32907"/>
                <a:gd name="csX3" fmla="*/ 1266 w 26578"/>
                <a:gd name="csY3" fmla="*/ 32907 h 32907"/>
                <a:gd name="csX4" fmla="*/ 26579 w 26578"/>
                <a:gd name="csY4" fmla="*/ 31642 h 32907"/>
                <a:gd name="csX5" fmla="*/ 26579 w 26578"/>
                <a:gd name="csY5" fmla="*/ 15821 h 32907"/>
                <a:gd name="csX6" fmla="*/ 25313 w 26578"/>
                <a:gd name="csY6" fmla="*/ 0 h 32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578" h="32907">
                  <a:moveTo>
                    <a:pt x="25946" y="0"/>
                  </a:moveTo>
                  <a:cubicBezTo>
                    <a:pt x="17086" y="0"/>
                    <a:pt x="8860" y="633"/>
                    <a:pt x="0" y="1266"/>
                  </a:cubicBezTo>
                  <a:lnTo>
                    <a:pt x="0" y="17086"/>
                  </a:lnTo>
                  <a:cubicBezTo>
                    <a:pt x="633" y="17086"/>
                    <a:pt x="1266" y="32907"/>
                    <a:pt x="1266" y="32907"/>
                  </a:cubicBezTo>
                  <a:cubicBezTo>
                    <a:pt x="9492" y="32907"/>
                    <a:pt x="17719" y="32274"/>
                    <a:pt x="26579" y="31642"/>
                  </a:cubicBezTo>
                  <a:lnTo>
                    <a:pt x="26579" y="15821"/>
                  </a:lnTo>
                  <a:cubicBezTo>
                    <a:pt x="26579" y="15821"/>
                    <a:pt x="25313" y="0"/>
                    <a:pt x="25313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C1CAD5A-182B-595B-AC33-13B7592BEFD9}"/>
                </a:ext>
              </a:extLst>
            </p:cNvPr>
            <p:cNvSpPr/>
            <p:nvPr/>
          </p:nvSpPr>
          <p:spPr>
            <a:xfrm>
              <a:off x="1381050" y="4452205"/>
              <a:ext cx="27844" cy="33540"/>
            </a:xfrm>
            <a:custGeom>
              <a:avLst/>
              <a:gdLst>
                <a:gd name="csX0" fmla="*/ 25946 w 27844"/>
                <a:gd name="csY0" fmla="*/ 0 h 33540"/>
                <a:gd name="csX1" fmla="*/ 0 w 27844"/>
                <a:gd name="csY1" fmla="*/ 1898 h 33540"/>
                <a:gd name="csX2" fmla="*/ 1266 w 27844"/>
                <a:gd name="csY2" fmla="*/ 17719 h 33540"/>
                <a:gd name="csX3" fmla="*/ 2531 w 27844"/>
                <a:gd name="csY3" fmla="*/ 33540 h 33540"/>
                <a:gd name="csX4" fmla="*/ 27845 w 27844"/>
                <a:gd name="csY4" fmla="*/ 31642 h 33540"/>
                <a:gd name="csX5" fmla="*/ 26579 w 27844"/>
                <a:gd name="csY5" fmla="*/ 15821 h 33540"/>
                <a:gd name="csX6" fmla="*/ 25313 w 27844"/>
                <a:gd name="csY6" fmla="*/ 0 h 33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3540">
                  <a:moveTo>
                    <a:pt x="25946" y="0"/>
                  </a:moveTo>
                  <a:cubicBezTo>
                    <a:pt x="17086" y="0"/>
                    <a:pt x="8860" y="1266"/>
                    <a:pt x="0" y="1898"/>
                  </a:cubicBezTo>
                  <a:lnTo>
                    <a:pt x="1266" y="17719"/>
                  </a:lnTo>
                  <a:lnTo>
                    <a:pt x="2531" y="33540"/>
                  </a:lnTo>
                  <a:cubicBezTo>
                    <a:pt x="10758" y="32907"/>
                    <a:pt x="18985" y="32274"/>
                    <a:pt x="27845" y="31642"/>
                  </a:cubicBezTo>
                  <a:lnTo>
                    <a:pt x="26579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7685997-18F2-DFBE-689A-59266836840A}"/>
                </a:ext>
              </a:extLst>
            </p:cNvPr>
            <p:cNvSpPr/>
            <p:nvPr/>
          </p:nvSpPr>
          <p:spPr>
            <a:xfrm>
              <a:off x="1279797" y="4461697"/>
              <a:ext cx="29110" cy="35438"/>
            </a:xfrm>
            <a:custGeom>
              <a:avLst/>
              <a:gdLst>
                <a:gd name="csX0" fmla="*/ 1898 w 29110"/>
                <a:gd name="csY0" fmla="*/ 19618 h 35438"/>
                <a:gd name="csX1" fmla="*/ 4430 w 29110"/>
                <a:gd name="csY1" fmla="*/ 35439 h 35438"/>
                <a:gd name="csX2" fmla="*/ 29110 w 29110"/>
                <a:gd name="csY2" fmla="*/ 31642 h 35438"/>
                <a:gd name="csX3" fmla="*/ 27212 w 29110"/>
                <a:gd name="csY3" fmla="*/ 15821 h 35438"/>
                <a:gd name="csX4" fmla="*/ 25313 w 29110"/>
                <a:gd name="csY4" fmla="*/ 0 h 35438"/>
                <a:gd name="csX5" fmla="*/ 0 w 29110"/>
                <a:gd name="csY5" fmla="*/ 3797 h 35438"/>
                <a:gd name="csX6" fmla="*/ 2531 w 29110"/>
                <a:gd name="csY6" fmla="*/ 19618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5438">
                  <a:moveTo>
                    <a:pt x="1898" y="19618"/>
                  </a:moveTo>
                  <a:lnTo>
                    <a:pt x="4430" y="35439"/>
                  </a:lnTo>
                  <a:cubicBezTo>
                    <a:pt x="12657" y="34173"/>
                    <a:pt x="20883" y="32907"/>
                    <a:pt x="29110" y="31642"/>
                  </a:cubicBezTo>
                  <a:lnTo>
                    <a:pt x="27212" y="15821"/>
                  </a:lnTo>
                  <a:lnTo>
                    <a:pt x="25313" y="0"/>
                  </a:lnTo>
                  <a:cubicBezTo>
                    <a:pt x="17086" y="1266"/>
                    <a:pt x="8227" y="2531"/>
                    <a:pt x="0" y="3797"/>
                  </a:cubicBezTo>
                  <a:lnTo>
                    <a:pt x="2531" y="1961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0430DD0-03F8-33CD-8B3E-A471B71F2163}"/>
                </a:ext>
              </a:extLst>
            </p:cNvPr>
            <p:cNvSpPr/>
            <p:nvPr/>
          </p:nvSpPr>
          <p:spPr>
            <a:xfrm>
              <a:off x="1177780" y="4362211"/>
              <a:ext cx="150876" cy="229347"/>
            </a:xfrm>
            <a:custGeom>
              <a:avLst/>
              <a:gdLst>
                <a:gd name="csX0" fmla="*/ 143784 w 150876"/>
                <a:gd name="csY0" fmla="*/ 200106 h 229347"/>
                <a:gd name="csX1" fmla="*/ 57086 w 150876"/>
                <a:gd name="csY1" fmla="*/ 143151 h 229347"/>
                <a:gd name="csX2" fmla="*/ 81134 w 150876"/>
                <a:gd name="csY2" fmla="*/ 138722 h 229347"/>
                <a:gd name="csX3" fmla="*/ 78603 w 150876"/>
                <a:gd name="csY3" fmla="*/ 122901 h 229347"/>
                <a:gd name="csX4" fmla="*/ 76071 w 150876"/>
                <a:gd name="csY4" fmla="*/ 107080 h 229347"/>
                <a:gd name="csX5" fmla="*/ 50758 w 150876"/>
                <a:gd name="csY5" fmla="*/ 111510 h 229347"/>
                <a:gd name="csX6" fmla="*/ 53289 w 150876"/>
                <a:gd name="csY6" fmla="*/ 127331 h 229347"/>
                <a:gd name="csX7" fmla="*/ 55821 w 150876"/>
                <a:gd name="csY7" fmla="*/ 141886 h 229347"/>
                <a:gd name="csX8" fmla="*/ 37468 w 150876"/>
                <a:gd name="csY8" fmla="*/ 129862 h 229347"/>
                <a:gd name="csX9" fmla="*/ 107713 w 150876"/>
                <a:gd name="csY9" fmla="*/ 24812 h 229347"/>
                <a:gd name="csX10" fmla="*/ 103283 w 150876"/>
                <a:gd name="csY10" fmla="*/ 2663 h 229347"/>
                <a:gd name="csX11" fmla="*/ 81134 w 150876"/>
                <a:gd name="csY11" fmla="*/ 7093 h 229347"/>
                <a:gd name="csX12" fmla="*/ 2663 w 150876"/>
                <a:gd name="csY12" fmla="*/ 126065 h 229347"/>
                <a:gd name="csX13" fmla="*/ 7093 w 150876"/>
                <a:gd name="csY13" fmla="*/ 148214 h 229347"/>
                <a:gd name="csX14" fmla="*/ 126065 w 150876"/>
                <a:gd name="csY14" fmla="*/ 226685 h 229347"/>
                <a:gd name="csX15" fmla="*/ 148214 w 150876"/>
                <a:gd name="csY15" fmla="*/ 222255 h 229347"/>
                <a:gd name="csX16" fmla="*/ 143784 w 150876"/>
                <a:gd name="csY16" fmla="*/ 200106 h 229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0876" h="229347">
                  <a:moveTo>
                    <a:pt x="143784" y="200106"/>
                  </a:moveTo>
                  <a:lnTo>
                    <a:pt x="57086" y="143151"/>
                  </a:lnTo>
                  <a:cubicBezTo>
                    <a:pt x="65313" y="141886"/>
                    <a:pt x="72907" y="140620"/>
                    <a:pt x="81134" y="138722"/>
                  </a:cubicBezTo>
                  <a:lnTo>
                    <a:pt x="78603" y="122901"/>
                  </a:lnTo>
                  <a:lnTo>
                    <a:pt x="76071" y="107080"/>
                  </a:lnTo>
                  <a:cubicBezTo>
                    <a:pt x="67844" y="108346"/>
                    <a:pt x="58985" y="110244"/>
                    <a:pt x="50758" y="111510"/>
                  </a:cubicBezTo>
                  <a:lnTo>
                    <a:pt x="53289" y="127331"/>
                  </a:lnTo>
                  <a:lnTo>
                    <a:pt x="55821" y="141886"/>
                  </a:lnTo>
                  <a:lnTo>
                    <a:pt x="37468" y="129862"/>
                  </a:lnTo>
                  <a:lnTo>
                    <a:pt x="107713" y="24812"/>
                  </a:lnTo>
                  <a:cubicBezTo>
                    <a:pt x="112775" y="17218"/>
                    <a:pt x="110244" y="7725"/>
                    <a:pt x="103283" y="2663"/>
                  </a:cubicBezTo>
                  <a:cubicBezTo>
                    <a:pt x="95689" y="-2400"/>
                    <a:pt x="86197" y="131"/>
                    <a:pt x="81134" y="7093"/>
                  </a:cubicBezTo>
                  <a:lnTo>
                    <a:pt x="2663" y="126065"/>
                  </a:lnTo>
                  <a:cubicBezTo>
                    <a:pt x="-2400" y="133659"/>
                    <a:pt x="131" y="143151"/>
                    <a:pt x="7093" y="148214"/>
                  </a:cubicBezTo>
                  <a:lnTo>
                    <a:pt x="126065" y="226685"/>
                  </a:lnTo>
                  <a:cubicBezTo>
                    <a:pt x="133659" y="231748"/>
                    <a:pt x="143151" y="229216"/>
                    <a:pt x="148214" y="222255"/>
                  </a:cubicBezTo>
                  <a:cubicBezTo>
                    <a:pt x="153277" y="214661"/>
                    <a:pt x="150745" y="205169"/>
                    <a:pt x="143784" y="200106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4417D78-AAA4-E768-6C2F-8FF7B91B0E74}"/>
                </a:ext>
              </a:extLst>
            </p:cNvPr>
            <p:cNvSpPr/>
            <p:nvPr/>
          </p:nvSpPr>
          <p:spPr>
            <a:xfrm>
              <a:off x="1330424" y="4456634"/>
              <a:ext cx="29110" cy="34172"/>
            </a:xfrm>
            <a:custGeom>
              <a:avLst/>
              <a:gdLst>
                <a:gd name="csX0" fmla="*/ 25313 w 29110"/>
                <a:gd name="csY0" fmla="*/ 0 h 34172"/>
                <a:gd name="csX1" fmla="*/ 0 w 29110"/>
                <a:gd name="csY1" fmla="*/ 2531 h 34172"/>
                <a:gd name="csX2" fmla="*/ 1898 w 29110"/>
                <a:gd name="csY2" fmla="*/ 18352 h 34172"/>
                <a:gd name="csX3" fmla="*/ 3797 w 29110"/>
                <a:gd name="csY3" fmla="*/ 34173 h 34172"/>
                <a:gd name="csX4" fmla="*/ 29110 w 29110"/>
                <a:gd name="csY4" fmla="*/ 31642 h 34172"/>
                <a:gd name="csX5" fmla="*/ 27845 w 29110"/>
                <a:gd name="csY5" fmla="*/ 15821 h 34172"/>
                <a:gd name="csX6" fmla="*/ 26579 w 29110"/>
                <a:gd name="csY6" fmla="*/ 0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172">
                  <a:moveTo>
                    <a:pt x="25313" y="0"/>
                  </a:moveTo>
                  <a:cubicBezTo>
                    <a:pt x="17086" y="633"/>
                    <a:pt x="8227" y="1898"/>
                    <a:pt x="0" y="2531"/>
                  </a:cubicBezTo>
                  <a:lnTo>
                    <a:pt x="1898" y="18352"/>
                  </a:lnTo>
                  <a:lnTo>
                    <a:pt x="3797" y="34173"/>
                  </a:lnTo>
                  <a:cubicBezTo>
                    <a:pt x="12024" y="32907"/>
                    <a:pt x="20251" y="32274"/>
                    <a:pt x="29110" y="31642"/>
                  </a:cubicBezTo>
                  <a:lnTo>
                    <a:pt x="27845" y="15821"/>
                  </a:lnTo>
                  <a:lnTo>
                    <a:pt x="2657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6758954-D371-AE91-1DBA-B7D0DCB37DB8}"/>
                </a:ext>
              </a:extLst>
            </p:cNvPr>
            <p:cNvSpPr/>
            <p:nvPr/>
          </p:nvSpPr>
          <p:spPr>
            <a:xfrm>
              <a:off x="2170824" y="4592060"/>
              <a:ext cx="36071" cy="39235"/>
            </a:xfrm>
            <a:custGeom>
              <a:avLst/>
              <a:gdLst>
                <a:gd name="csX0" fmla="*/ 6328 w 36071"/>
                <a:gd name="csY0" fmla="*/ 14555 h 39235"/>
                <a:gd name="csX1" fmla="*/ 0 w 36071"/>
                <a:gd name="csY1" fmla="*/ 29110 h 39235"/>
                <a:gd name="csX2" fmla="*/ 23415 w 36071"/>
                <a:gd name="csY2" fmla="*/ 39236 h 39235"/>
                <a:gd name="csX3" fmla="*/ 29743 w 36071"/>
                <a:gd name="csY3" fmla="*/ 24680 h 39235"/>
                <a:gd name="csX4" fmla="*/ 36071 w 36071"/>
                <a:gd name="csY4" fmla="*/ 10125 h 39235"/>
                <a:gd name="csX5" fmla="*/ 12657 w 36071"/>
                <a:gd name="csY5" fmla="*/ 0 h 39235"/>
                <a:gd name="csX6" fmla="*/ 6328 w 36071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235">
                  <a:moveTo>
                    <a:pt x="6328" y="14555"/>
                  </a:moveTo>
                  <a:lnTo>
                    <a:pt x="0" y="29110"/>
                  </a:lnTo>
                  <a:cubicBezTo>
                    <a:pt x="7594" y="32274"/>
                    <a:pt x="15188" y="36071"/>
                    <a:pt x="23415" y="39236"/>
                  </a:cubicBezTo>
                  <a:lnTo>
                    <a:pt x="29743" y="24680"/>
                  </a:lnTo>
                  <a:lnTo>
                    <a:pt x="36071" y="10125"/>
                  </a:lnTo>
                  <a:cubicBezTo>
                    <a:pt x="28477" y="6961"/>
                    <a:pt x="20251" y="3164"/>
                    <a:pt x="12657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E935163-4375-D6CE-3305-50D1F8217985}"/>
                </a:ext>
              </a:extLst>
            </p:cNvPr>
            <p:cNvSpPr/>
            <p:nvPr/>
          </p:nvSpPr>
          <p:spPr>
            <a:xfrm>
              <a:off x="2029070" y="4537004"/>
              <a:ext cx="34172" cy="38602"/>
            </a:xfrm>
            <a:custGeom>
              <a:avLst/>
              <a:gdLst>
                <a:gd name="csX0" fmla="*/ 5063 w 34172"/>
                <a:gd name="csY0" fmla="*/ 15188 h 38602"/>
                <a:gd name="csX1" fmla="*/ 0 w 34172"/>
                <a:gd name="csY1" fmla="*/ 30376 h 38602"/>
                <a:gd name="csX2" fmla="*/ 24048 w 34172"/>
                <a:gd name="csY2" fmla="*/ 38603 h 38602"/>
                <a:gd name="csX3" fmla="*/ 29110 w 34172"/>
                <a:gd name="csY3" fmla="*/ 23415 h 38602"/>
                <a:gd name="csX4" fmla="*/ 34173 w 34172"/>
                <a:gd name="csY4" fmla="*/ 8227 h 38602"/>
                <a:gd name="csX5" fmla="*/ 10125 w 34172"/>
                <a:gd name="csY5" fmla="*/ 0 h 38602"/>
                <a:gd name="csX6" fmla="*/ 5063 w 34172"/>
                <a:gd name="csY6" fmla="*/ 15188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72" h="38602">
                  <a:moveTo>
                    <a:pt x="5063" y="15188"/>
                  </a:moveTo>
                  <a:lnTo>
                    <a:pt x="0" y="30376"/>
                  </a:lnTo>
                  <a:cubicBezTo>
                    <a:pt x="8227" y="32907"/>
                    <a:pt x="15821" y="36071"/>
                    <a:pt x="24048" y="38603"/>
                  </a:cubicBezTo>
                  <a:lnTo>
                    <a:pt x="29110" y="23415"/>
                  </a:lnTo>
                  <a:lnTo>
                    <a:pt x="34173" y="8227"/>
                  </a:lnTo>
                  <a:cubicBezTo>
                    <a:pt x="25946" y="5695"/>
                    <a:pt x="17719" y="2531"/>
                    <a:pt x="10125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D5CFBD5-AEB1-4811-837B-C1C6CC2C1248}"/>
                </a:ext>
              </a:extLst>
            </p:cNvPr>
            <p:cNvSpPr/>
            <p:nvPr/>
          </p:nvSpPr>
          <p:spPr>
            <a:xfrm>
              <a:off x="1981607" y="4521816"/>
              <a:ext cx="34172" cy="37969"/>
            </a:xfrm>
            <a:custGeom>
              <a:avLst/>
              <a:gdLst>
                <a:gd name="csX0" fmla="*/ 4430 w 34172"/>
                <a:gd name="csY0" fmla="*/ 15188 h 37969"/>
                <a:gd name="csX1" fmla="*/ 0 w 34172"/>
                <a:gd name="csY1" fmla="*/ 30376 h 37969"/>
                <a:gd name="csX2" fmla="*/ 24048 w 34172"/>
                <a:gd name="csY2" fmla="*/ 37970 h 37969"/>
                <a:gd name="csX3" fmla="*/ 29110 w 34172"/>
                <a:gd name="csY3" fmla="*/ 22782 h 37969"/>
                <a:gd name="csX4" fmla="*/ 34173 w 34172"/>
                <a:gd name="csY4" fmla="*/ 7594 h 37969"/>
                <a:gd name="csX5" fmla="*/ 9492 w 34172"/>
                <a:gd name="csY5" fmla="*/ 0 h 37969"/>
                <a:gd name="csX6" fmla="*/ 5063 w 34172"/>
                <a:gd name="csY6" fmla="*/ 15188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72" h="37969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907"/>
                    <a:pt x="15821" y="35439"/>
                    <a:pt x="24048" y="37970"/>
                  </a:cubicBezTo>
                  <a:lnTo>
                    <a:pt x="29110" y="22782"/>
                  </a:lnTo>
                  <a:lnTo>
                    <a:pt x="34173" y="7594"/>
                  </a:lnTo>
                  <a:cubicBezTo>
                    <a:pt x="25946" y="5063"/>
                    <a:pt x="17719" y="2531"/>
                    <a:pt x="9492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3EBC52E-DDE8-0F34-56E6-CBF266D1B8A1}"/>
                </a:ext>
              </a:extLst>
            </p:cNvPr>
            <p:cNvSpPr/>
            <p:nvPr/>
          </p:nvSpPr>
          <p:spPr>
            <a:xfrm>
              <a:off x="2076532" y="4554723"/>
              <a:ext cx="34805" cy="37969"/>
            </a:xfrm>
            <a:custGeom>
              <a:avLst/>
              <a:gdLst>
                <a:gd name="csX0" fmla="*/ 5695 w 34805"/>
                <a:gd name="csY0" fmla="*/ 14555 h 37969"/>
                <a:gd name="csX1" fmla="*/ 0 w 34805"/>
                <a:gd name="csY1" fmla="*/ 29110 h 37969"/>
                <a:gd name="csX2" fmla="*/ 23415 w 34805"/>
                <a:gd name="csY2" fmla="*/ 37970 h 37969"/>
                <a:gd name="csX3" fmla="*/ 29110 w 34805"/>
                <a:gd name="csY3" fmla="*/ 23415 h 37969"/>
                <a:gd name="csX4" fmla="*/ 34806 w 34805"/>
                <a:gd name="csY4" fmla="*/ 8860 h 37969"/>
                <a:gd name="csX5" fmla="*/ 10758 w 34805"/>
                <a:gd name="csY5" fmla="*/ 0 h 37969"/>
                <a:gd name="csX6" fmla="*/ 5063 w 34805"/>
                <a:gd name="csY6" fmla="*/ 14555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7969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4806"/>
                    <a:pt x="23415" y="37970"/>
                  </a:cubicBezTo>
                  <a:lnTo>
                    <a:pt x="29110" y="23415"/>
                  </a:lnTo>
                  <a:lnTo>
                    <a:pt x="34806" y="8860"/>
                  </a:lnTo>
                  <a:cubicBezTo>
                    <a:pt x="26579" y="5695"/>
                    <a:pt x="18985" y="2531"/>
                    <a:pt x="10758" y="0"/>
                  </a:cubicBezTo>
                  <a:lnTo>
                    <a:pt x="5063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548EB80-B192-E413-5A81-53438CD773DB}"/>
                </a:ext>
              </a:extLst>
            </p:cNvPr>
            <p:cNvSpPr/>
            <p:nvPr/>
          </p:nvSpPr>
          <p:spPr>
            <a:xfrm>
              <a:off x="2123995" y="4572443"/>
              <a:ext cx="36071" cy="38602"/>
            </a:xfrm>
            <a:custGeom>
              <a:avLst/>
              <a:gdLst>
                <a:gd name="csX0" fmla="*/ 5695 w 36071"/>
                <a:gd name="csY0" fmla="*/ 14555 h 38602"/>
                <a:gd name="csX1" fmla="*/ 0 w 36071"/>
                <a:gd name="csY1" fmla="*/ 29110 h 38602"/>
                <a:gd name="csX2" fmla="*/ 23415 w 36071"/>
                <a:gd name="csY2" fmla="*/ 38603 h 38602"/>
                <a:gd name="csX3" fmla="*/ 29743 w 36071"/>
                <a:gd name="csY3" fmla="*/ 24048 h 38602"/>
                <a:gd name="csX4" fmla="*/ 36071 w 36071"/>
                <a:gd name="csY4" fmla="*/ 9492 h 38602"/>
                <a:gd name="csX5" fmla="*/ 12024 w 36071"/>
                <a:gd name="csY5" fmla="*/ 0 h 38602"/>
                <a:gd name="csX6" fmla="*/ 6328 w 36071"/>
                <a:gd name="csY6" fmla="*/ 14555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8602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5439"/>
                    <a:pt x="23415" y="38603"/>
                  </a:cubicBezTo>
                  <a:lnTo>
                    <a:pt x="29743" y="24048"/>
                  </a:lnTo>
                  <a:lnTo>
                    <a:pt x="36071" y="9492"/>
                  </a:lnTo>
                  <a:cubicBezTo>
                    <a:pt x="27845" y="6328"/>
                    <a:pt x="20251" y="3164"/>
                    <a:pt x="12024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66AD81A-A3AA-B653-82CD-8A6174D88A40}"/>
                </a:ext>
              </a:extLst>
            </p:cNvPr>
            <p:cNvSpPr/>
            <p:nvPr/>
          </p:nvSpPr>
          <p:spPr>
            <a:xfrm>
              <a:off x="1884151" y="4494604"/>
              <a:ext cx="32274" cy="36704"/>
            </a:xfrm>
            <a:custGeom>
              <a:avLst/>
              <a:gdLst>
                <a:gd name="csX0" fmla="*/ 3797 w 32274"/>
                <a:gd name="csY0" fmla="*/ 15188 h 36704"/>
                <a:gd name="csX1" fmla="*/ 0 w 32274"/>
                <a:gd name="csY1" fmla="*/ 30376 h 36704"/>
                <a:gd name="csX2" fmla="*/ 24680 w 32274"/>
                <a:gd name="csY2" fmla="*/ 36704 h 36704"/>
                <a:gd name="csX3" fmla="*/ 28477 w 32274"/>
                <a:gd name="csY3" fmla="*/ 21516 h 36704"/>
                <a:gd name="csX4" fmla="*/ 32274 w 32274"/>
                <a:gd name="csY4" fmla="*/ 6328 h 36704"/>
                <a:gd name="csX5" fmla="*/ 7594 w 32274"/>
                <a:gd name="csY5" fmla="*/ 0 h 36704"/>
                <a:gd name="csX6" fmla="*/ 3797 w 32274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274" h="36704">
                  <a:moveTo>
                    <a:pt x="3797" y="15188"/>
                  </a:moveTo>
                  <a:lnTo>
                    <a:pt x="0" y="30376"/>
                  </a:lnTo>
                  <a:cubicBezTo>
                    <a:pt x="8227" y="32274"/>
                    <a:pt x="16454" y="34173"/>
                    <a:pt x="24680" y="36704"/>
                  </a:cubicBezTo>
                  <a:lnTo>
                    <a:pt x="28477" y="21516"/>
                  </a:lnTo>
                  <a:lnTo>
                    <a:pt x="32274" y="6328"/>
                  </a:lnTo>
                  <a:cubicBezTo>
                    <a:pt x="24048" y="4430"/>
                    <a:pt x="15821" y="1899"/>
                    <a:pt x="7594" y="0"/>
                  </a:cubicBezTo>
                  <a:lnTo>
                    <a:pt x="3797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FC52B21-9EBE-0217-6018-014FDD279182}"/>
                </a:ext>
              </a:extLst>
            </p:cNvPr>
            <p:cNvSpPr/>
            <p:nvPr/>
          </p:nvSpPr>
          <p:spPr>
            <a:xfrm>
              <a:off x="1834791" y="4483213"/>
              <a:ext cx="31008" cy="36071"/>
            </a:xfrm>
            <a:custGeom>
              <a:avLst/>
              <a:gdLst>
                <a:gd name="csX0" fmla="*/ 3164 w 31008"/>
                <a:gd name="csY0" fmla="*/ 15821 h 36071"/>
                <a:gd name="csX1" fmla="*/ 0 w 31008"/>
                <a:gd name="csY1" fmla="*/ 31009 h 36071"/>
                <a:gd name="csX2" fmla="*/ 24680 w 31008"/>
                <a:gd name="csY2" fmla="*/ 36071 h 36071"/>
                <a:gd name="csX3" fmla="*/ 27845 w 31008"/>
                <a:gd name="csY3" fmla="*/ 20883 h 36071"/>
                <a:gd name="csX4" fmla="*/ 31009 w 31008"/>
                <a:gd name="csY4" fmla="*/ 5695 h 36071"/>
                <a:gd name="csX5" fmla="*/ 5695 w 31008"/>
                <a:gd name="csY5" fmla="*/ 0 h 36071"/>
                <a:gd name="csX6" fmla="*/ 2531 w 31008"/>
                <a:gd name="csY6" fmla="*/ 15188 h 36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6071">
                  <a:moveTo>
                    <a:pt x="3164" y="15821"/>
                  </a:moveTo>
                  <a:lnTo>
                    <a:pt x="0" y="31009"/>
                  </a:lnTo>
                  <a:cubicBezTo>
                    <a:pt x="8227" y="32907"/>
                    <a:pt x="16454" y="34806"/>
                    <a:pt x="24680" y="36071"/>
                  </a:cubicBezTo>
                  <a:lnTo>
                    <a:pt x="27845" y="20883"/>
                  </a:lnTo>
                  <a:lnTo>
                    <a:pt x="31009" y="5695"/>
                  </a:lnTo>
                  <a:cubicBezTo>
                    <a:pt x="22782" y="3797"/>
                    <a:pt x="14555" y="1898"/>
                    <a:pt x="5695" y="0"/>
                  </a:cubicBezTo>
                  <a:lnTo>
                    <a:pt x="2531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AF4D213-70A4-CA99-D5CE-CFDADCC0331B}"/>
                </a:ext>
              </a:extLst>
            </p:cNvPr>
            <p:cNvSpPr/>
            <p:nvPr/>
          </p:nvSpPr>
          <p:spPr>
            <a:xfrm>
              <a:off x="1785430" y="4473721"/>
              <a:ext cx="31008" cy="36071"/>
            </a:xfrm>
            <a:custGeom>
              <a:avLst/>
              <a:gdLst>
                <a:gd name="csX0" fmla="*/ 2531 w 31008"/>
                <a:gd name="csY0" fmla="*/ 15821 h 36071"/>
                <a:gd name="csX1" fmla="*/ 0 w 31008"/>
                <a:gd name="csY1" fmla="*/ 31642 h 36071"/>
                <a:gd name="csX2" fmla="*/ 24680 w 31008"/>
                <a:gd name="csY2" fmla="*/ 36071 h 36071"/>
                <a:gd name="csX3" fmla="*/ 27845 w 31008"/>
                <a:gd name="csY3" fmla="*/ 20251 h 36071"/>
                <a:gd name="csX4" fmla="*/ 31009 w 31008"/>
                <a:gd name="csY4" fmla="*/ 4430 h 36071"/>
                <a:gd name="csX5" fmla="*/ 5695 w 31008"/>
                <a:gd name="csY5" fmla="*/ 0 h 36071"/>
                <a:gd name="csX6" fmla="*/ 3164 w 31008"/>
                <a:gd name="csY6" fmla="*/ 15821 h 36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6071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6454" y="34806"/>
                    <a:pt x="24680" y="36071"/>
                  </a:cubicBezTo>
                  <a:lnTo>
                    <a:pt x="27845" y="20251"/>
                  </a:lnTo>
                  <a:lnTo>
                    <a:pt x="31009" y="4430"/>
                  </a:lnTo>
                  <a:cubicBezTo>
                    <a:pt x="22782" y="2531"/>
                    <a:pt x="13922" y="1266"/>
                    <a:pt x="5695" y="0"/>
                  </a:cubicBezTo>
                  <a:lnTo>
                    <a:pt x="3164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6AF0522-D76F-F8CE-3AB7-500A87CE83C1}"/>
                </a:ext>
              </a:extLst>
            </p:cNvPr>
            <p:cNvSpPr/>
            <p:nvPr/>
          </p:nvSpPr>
          <p:spPr>
            <a:xfrm>
              <a:off x="1735436" y="4465494"/>
              <a:ext cx="29743" cy="35438"/>
            </a:xfrm>
            <a:custGeom>
              <a:avLst/>
              <a:gdLst>
                <a:gd name="csX0" fmla="*/ 2531 w 29743"/>
                <a:gd name="csY0" fmla="*/ 15821 h 35438"/>
                <a:gd name="csX1" fmla="*/ 0 w 29743"/>
                <a:gd name="csY1" fmla="*/ 31642 h 35438"/>
                <a:gd name="csX2" fmla="*/ 24680 w 29743"/>
                <a:gd name="csY2" fmla="*/ 35439 h 35438"/>
                <a:gd name="csX3" fmla="*/ 27212 w 29743"/>
                <a:gd name="csY3" fmla="*/ 19618 h 35438"/>
                <a:gd name="csX4" fmla="*/ 29743 w 29743"/>
                <a:gd name="csY4" fmla="*/ 3797 h 35438"/>
                <a:gd name="csX5" fmla="*/ 4430 w 29743"/>
                <a:gd name="csY5" fmla="*/ 0 h 35438"/>
                <a:gd name="csX6" fmla="*/ 1899 w 29743"/>
                <a:gd name="csY6" fmla="*/ 15821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743" h="35438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6454" y="34173"/>
                    <a:pt x="24680" y="35439"/>
                  </a:cubicBezTo>
                  <a:lnTo>
                    <a:pt x="27212" y="19618"/>
                  </a:lnTo>
                  <a:lnTo>
                    <a:pt x="29743" y="3797"/>
                  </a:lnTo>
                  <a:cubicBezTo>
                    <a:pt x="21516" y="2531"/>
                    <a:pt x="12657" y="1266"/>
                    <a:pt x="4430" y="0"/>
                  </a:cubicBezTo>
                  <a:lnTo>
                    <a:pt x="1899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6034C8E-684C-799D-904C-46EF35422032}"/>
                </a:ext>
              </a:extLst>
            </p:cNvPr>
            <p:cNvSpPr/>
            <p:nvPr/>
          </p:nvSpPr>
          <p:spPr>
            <a:xfrm>
              <a:off x="1932247" y="4507261"/>
              <a:ext cx="32907" cy="37337"/>
            </a:xfrm>
            <a:custGeom>
              <a:avLst/>
              <a:gdLst>
                <a:gd name="csX0" fmla="*/ 4430 w 32907"/>
                <a:gd name="csY0" fmla="*/ 15188 h 37337"/>
                <a:gd name="csX1" fmla="*/ 0 w 32907"/>
                <a:gd name="csY1" fmla="*/ 30376 h 37337"/>
                <a:gd name="csX2" fmla="*/ 24048 w 32907"/>
                <a:gd name="csY2" fmla="*/ 37337 h 37337"/>
                <a:gd name="csX3" fmla="*/ 28477 w 32907"/>
                <a:gd name="csY3" fmla="*/ 22149 h 37337"/>
                <a:gd name="csX4" fmla="*/ 32907 w 32907"/>
                <a:gd name="csY4" fmla="*/ 6961 h 37337"/>
                <a:gd name="csX5" fmla="*/ 8227 w 32907"/>
                <a:gd name="csY5" fmla="*/ 0 h 37337"/>
                <a:gd name="csX6" fmla="*/ 3797 w 32907"/>
                <a:gd name="csY6" fmla="*/ 15188 h 37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7337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274"/>
                    <a:pt x="16454" y="34806"/>
                    <a:pt x="24048" y="37337"/>
                  </a:cubicBezTo>
                  <a:lnTo>
                    <a:pt x="28477" y="22149"/>
                  </a:lnTo>
                  <a:lnTo>
                    <a:pt x="32907" y="6961"/>
                  </a:lnTo>
                  <a:cubicBezTo>
                    <a:pt x="24680" y="4430"/>
                    <a:pt x="16454" y="2531"/>
                    <a:pt x="8227" y="0"/>
                  </a:cubicBezTo>
                  <a:lnTo>
                    <a:pt x="3797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39A7F2C-A616-287C-0A0A-2B78BDB5EB1C}"/>
                </a:ext>
              </a:extLst>
            </p:cNvPr>
            <p:cNvSpPr/>
            <p:nvPr/>
          </p:nvSpPr>
          <p:spPr>
            <a:xfrm>
              <a:off x="2647979" y="4877467"/>
              <a:ext cx="39235" cy="41134"/>
            </a:xfrm>
            <a:custGeom>
              <a:avLst/>
              <a:gdLst>
                <a:gd name="csX0" fmla="*/ 9492 w 39235"/>
                <a:gd name="csY0" fmla="*/ 13289 h 41134"/>
                <a:gd name="csX1" fmla="*/ 0 w 39235"/>
                <a:gd name="csY1" fmla="*/ 25946 h 41134"/>
                <a:gd name="csX2" fmla="*/ 20251 w 39235"/>
                <a:gd name="csY2" fmla="*/ 41134 h 41134"/>
                <a:gd name="csX3" fmla="*/ 29743 w 39235"/>
                <a:gd name="csY3" fmla="*/ 28477 h 41134"/>
                <a:gd name="csX4" fmla="*/ 39236 w 39235"/>
                <a:gd name="csY4" fmla="*/ 15821 h 41134"/>
                <a:gd name="csX5" fmla="*/ 18985 w 39235"/>
                <a:gd name="csY5" fmla="*/ 0 h 41134"/>
                <a:gd name="csX6" fmla="*/ 9492 w 39235"/>
                <a:gd name="csY6" fmla="*/ 12657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1134">
                  <a:moveTo>
                    <a:pt x="9492" y="13289"/>
                  </a:moveTo>
                  <a:lnTo>
                    <a:pt x="0" y="25946"/>
                  </a:lnTo>
                  <a:cubicBezTo>
                    <a:pt x="6961" y="31009"/>
                    <a:pt x="13289" y="36071"/>
                    <a:pt x="20251" y="41134"/>
                  </a:cubicBezTo>
                  <a:lnTo>
                    <a:pt x="29743" y="28477"/>
                  </a:lnTo>
                  <a:lnTo>
                    <a:pt x="39236" y="15821"/>
                  </a:lnTo>
                  <a:cubicBezTo>
                    <a:pt x="32274" y="10758"/>
                    <a:pt x="25946" y="5695"/>
                    <a:pt x="18985" y="0"/>
                  </a:cubicBezTo>
                  <a:lnTo>
                    <a:pt x="9492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7FB04A4-169C-4EE6-1103-0695720B5B67}"/>
                </a:ext>
              </a:extLst>
            </p:cNvPr>
            <p:cNvSpPr/>
            <p:nvPr/>
          </p:nvSpPr>
          <p:spPr>
            <a:xfrm>
              <a:off x="4360421" y="5060356"/>
              <a:ext cx="38602" cy="41134"/>
            </a:xfrm>
            <a:custGeom>
              <a:avLst/>
              <a:gdLst>
                <a:gd name="csX0" fmla="*/ 20884 w 38602"/>
                <a:gd name="csY0" fmla="*/ 633 h 41134"/>
                <a:gd name="csX1" fmla="*/ 0 w 38602"/>
                <a:gd name="csY1" fmla="*/ 14555 h 41134"/>
                <a:gd name="csX2" fmla="*/ 8860 w 38602"/>
                <a:gd name="csY2" fmla="*/ 27845 h 41134"/>
                <a:gd name="csX3" fmla="*/ 17719 w 38602"/>
                <a:gd name="csY3" fmla="*/ 41134 h 41134"/>
                <a:gd name="csX4" fmla="*/ 38603 w 38602"/>
                <a:gd name="csY4" fmla="*/ 26579 h 41134"/>
                <a:gd name="csX5" fmla="*/ 29743 w 38602"/>
                <a:gd name="csY5" fmla="*/ 13289 h 41134"/>
                <a:gd name="csX6" fmla="*/ 20884 w 38602"/>
                <a:gd name="csY6" fmla="*/ 0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20884" y="633"/>
                  </a:moveTo>
                  <a:cubicBezTo>
                    <a:pt x="13922" y="5063"/>
                    <a:pt x="6961" y="10125"/>
                    <a:pt x="0" y="14555"/>
                  </a:cubicBezTo>
                  <a:lnTo>
                    <a:pt x="8860" y="27845"/>
                  </a:lnTo>
                  <a:lnTo>
                    <a:pt x="17719" y="41134"/>
                  </a:lnTo>
                  <a:cubicBezTo>
                    <a:pt x="24680" y="36704"/>
                    <a:pt x="31642" y="31642"/>
                    <a:pt x="38603" y="26579"/>
                  </a:cubicBezTo>
                  <a:lnTo>
                    <a:pt x="29743" y="13289"/>
                  </a:lnTo>
                  <a:lnTo>
                    <a:pt x="20884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9835A973-00A0-B979-CCAF-A352AEAB34B4}"/>
                </a:ext>
              </a:extLst>
            </p:cNvPr>
            <p:cNvSpPr/>
            <p:nvPr/>
          </p:nvSpPr>
          <p:spPr>
            <a:xfrm>
              <a:off x="4522426" y="4938219"/>
              <a:ext cx="39868" cy="40501"/>
            </a:xfrm>
            <a:custGeom>
              <a:avLst/>
              <a:gdLst>
                <a:gd name="csX0" fmla="*/ 18985 w 39868"/>
                <a:gd name="csY0" fmla="*/ 633 h 40501"/>
                <a:gd name="csX1" fmla="*/ 0 w 39868"/>
                <a:gd name="csY1" fmla="*/ 16454 h 40501"/>
                <a:gd name="csX2" fmla="*/ 10125 w 39868"/>
                <a:gd name="csY2" fmla="*/ 28477 h 40501"/>
                <a:gd name="csX3" fmla="*/ 20251 w 39868"/>
                <a:gd name="csY3" fmla="*/ 40501 h 40501"/>
                <a:gd name="csX4" fmla="*/ 39868 w 39868"/>
                <a:gd name="csY4" fmla="*/ 24048 h 40501"/>
                <a:gd name="csX5" fmla="*/ 29743 w 39868"/>
                <a:gd name="csY5" fmla="*/ 12024 h 40501"/>
                <a:gd name="csX6" fmla="*/ 19618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8985" y="633"/>
                  </a:moveTo>
                  <a:cubicBezTo>
                    <a:pt x="12657" y="5695"/>
                    <a:pt x="6328" y="11391"/>
                    <a:pt x="0" y="16454"/>
                  </a:cubicBezTo>
                  <a:lnTo>
                    <a:pt x="10125" y="28477"/>
                  </a:lnTo>
                  <a:lnTo>
                    <a:pt x="20251" y="40501"/>
                  </a:lnTo>
                  <a:cubicBezTo>
                    <a:pt x="26579" y="34806"/>
                    <a:pt x="33540" y="29743"/>
                    <a:pt x="39868" y="24048"/>
                  </a:cubicBezTo>
                  <a:lnTo>
                    <a:pt x="29743" y="12024"/>
                  </a:lnTo>
                  <a:lnTo>
                    <a:pt x="1961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8B09D80-5513-1D50-CAB9-E7EEEF3B04D5}"/>
                </a:ext>
              </a:extLst>
            </p:cNvPr>
            <p:cNvSpPr/>
            <p:nvPr/>
          </p:nvSpPr>
          <p:spPr>
            <a:xfrm>
              <a:off x="4442689" y="5001502"/>
              <a:ext cx="39235" cy="40501"/>
            </a:xfrm>
            <a:custGeom>
              <a:avLst/>
              <a:gdLst>
                <a:gd name="csX0" fmla="*/ 20250 w 39235"/>
                <a:gd name="csY0" fmla="*/ 0 h 40501"/>
                <a:gd name="csX1" fmla="*/ 0 w 39235"/>
                <a:gd name="csY1" fmla="*/ 15188 h 40501"/>
                <a:gd name="csX2" fmla="*/ 9492 w 39235"/>
                <a:gd name="csY2" fmla="*/ 27845 h 40501"/>
                <a:gd name="csX3" fmla="*/ 18985 w 39235"/>
                <a:gd name="csY3" fmla="*/ 40501 h 40501"/>
                <a:gd name="csX4" fmla="*/ 39235 w 39235"/>
                <a:gd name="csY4" fmla="*/ 25313 h 40501"/>
                <a:gd name="csX5" fmla="*/ 29743 w 39235"/>
                <a:gd name="csY5" fmla="*/ 12657 h 40501"/>
                <a:gd name="csX6" fmla="*/ 20250 w 39235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20250" y="0"/>
                  </a:moveTo>
                  <a:cubicBezTo>
                    <a:pt x="13289" y="5063"/>
                    <a:pt x="6961" y="10125"/>
                    <a:pt x="0" y="15188"/>
                  </a:cubicBezTo>
                  <a:lnTo>
                    <a:pt x="9492" y="27845"/>
                  </a:lnTo>
                  <a:lnTo>
                    <a:pt x="18985" y="40501"/>
                  </a:lnTo>
                  <a:cubicBezTo>
                    <a:pt x="25946" y="35439"/>
                    <a:pt x="32907" y="30376"/>
                    <a:pt x="39235" y="25313"/>
                  </a:cubicBezTo>
                  <a:lnTo>
                    <a:pt x="29743" y="12657"/>
                  </a:lnTo>
                  <a:lnTo>
                    <a:pt x="2025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C6CC123-D4CF-E209-5BB3-5B2EB066EA78}"/>
                </a:ext>
              </a:extLst>
            </p:cNvPr>
            <p:cNvSpPr/>
            <p:nvPr/>
          </p:nvSpPr>
          <p:spPr>
            <a:xfrm>
              <a:off x="4095897" y="5208438"/>
              <a:ext cx="36071" cy="39235"/>
            </a:xfrm>
            <a:custGeom>
              <a:avLst/>
              <a:gdLst>
                <a:gd name="csX0" fmla="*/ 22782 w 36071"/>
                <a:gd name="csY0" fmla="*/ 0 h 39235"/>
                <a:gd name="csX1" fmla="*/ 0 w 36071"/>
                <a:gd name="csY1" fmla="*/ 10125 h 39235"/>
                <a:gd name="csX2" fmla="*/ 6328 w 36071"/>
                <a:gd name="csY2" fmla="*/ 24680 h 39235"/>
                <a:gd name="csX3" fmla="*/ 12657 w 36071"/>
                <a:gd name="csY3" fmla="*/ 39236 h 39235"/>
                <a:gd name="csX4" fmla="*/ 36071 w 36071"/>
                <a:gd name="csY4" fmla="*/ 29110 h 39235"/>
                <a:gd name="csX5" fmla="*/ 29743 w 36071"/>
                <a:gd name="csY5" fmla="*/ 14555 h 39235"/>
                <a:gd name="csX6" fmla="*/ 23415 w 36071"/>
                <a:gd name="csY6" fmla="*/ 0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235">
                  <a:moveTo>
                    <a:pt x="22782" y="0"/>
                  </a:moveTo>
                  <a:cubicBezTo>
                    <a:pt x="15188" y="3164"/>
                    <a:pt x="7594" y="6328"/>
                    <a:pt x="0" y="10125"/>
                  </a:cubicBezTo>
                  <a:lnTo>
                    <a:pt x="6328" y="24680"/>
                  </a:lnTo>
                  <a:lnTo>
                    <a:pt x="12657" y="39236"/>
                  </a:lnTo>
                  <a:cubicBezTo>
                    <a:pt x="20250" y="36071"/>
                    <a:pt x="28477" y="32274"/>
                    <a:pt x="36071" y="29110"/>
                  </a:cubicBezTo>
                  <a:lnTo>
                    <a:pt x="29743" y="14555"/>
                  </a:lnTo>
                  <a:lnTo>
                    <a:pt x="23415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D9B1436-CB33-E8EA-A3F0-10722DE915A0}"/>
                </a:ext>
              </a:extLst>
            </p:cNvPr>
            <p:cNvSpPr/>
            <p:nvPr/>
          </p:nvSpPr>
          <p:spPr>
            <a:xfrm>
              <a:off x="4482557" y="4971126"/>
              <a:ext cx="38602" cy="41134"/>
            </a:xfrm>
            <a:custGeom>
              <a:avLst/>
              <a:gdLst>
                <a:gd name="csX0" fmla="*/ 19618 w 38602"/>
                <a:gd name="csY0" fmla="*/ 0 h 41134"/>
                <a:gd name="csX1" fmla="*/ 0 w 38602"/>
                <a:gd name="csY1" fmla="*/ 15821 h 41134"/>
                <a:gd name="csX2" fmla="*/ 9492 w 38602"/>
                <a:gd name="csY2" fmla="*/ 28477 h 41134"/>
                <a:gd name="csX3" fmla="*/ 18985 w 38602"/>
                <a:gd name="csY3" fmla="*/ 41134 h 41134"/>
                <a:gd name="csX4" fmla="*/ 38603 w 38602"/>
                <a:gd name="csY4" fmla="*/ 25313 h 41134"/>
                <a:gd name="csX5" fmla="*/ 28477 w 38602"/>
                <a:gd name="csY5" fmla="*/ 13289 h 41134"/>
                <a:gd name="csX6" fmla="*/ 18352 w 38602"/>
                <a:gd name="csY6" fmla="*/ 1266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19618" y="0"/>
                  </a:moveTo>
                  <a:cubicBezTo>
                    <a:pt x="13289" y="5063"/>
                    <a:pt x="6961" y="10125"/>
                    <a:pt x="0" y="15821"/>
                  </a:cubicBezTo>
                  <a:lnTo>
                    <a:pt x="9492" y="28477"/>
                  </a:lnTo>
                  <a:lnTo>
                    <a:pt x="18985" y="41134"/>
                  </a:lnTo>
                  <a:cubicBezTo>
                    <a:pt x="25946" y="36071"/>
                    <a:pt x="32274" y="30376"/>
                    <a:pt x="38603" y="25313"/>
                  </a:cubicBezTo>
                  <a:lnTo>
                    <a:pt x="28477" y="13289"/>
                  </a:lnTo>
                  <a:lnTo>
                    <a:pt x="18352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E0445BE-528D-5ACC-0750-D2FF932EC3F8}"/>
                </a:ext>
              </a:extLst>
            </p:cNvPr>
            <p:cNvSpPr/>
            <p:nvPr/>
          </p:nvSpPr>
          <p:spPr>
            <a:xfrm>
              <a:off x="4402188" y="5031245"/>
              <a:ext cx="38602" cy="40501"/>
            </a:xfrm>
            <a:custGeom>
              <a:avLst/>
              <a:gdLst>
                <a:gd name="csX0" fmla="*/ 20251 w 38602"/>
                <a:gd name="csY0" fmla="*/ 633 h 40501"/>
                <a:gd name="csX1" fmla="*/ 0 w 38602"/>
                <a:gd name="csY1" fmla="*/ 15188 h 40501"/>
                <a:gd name="csX2" fmla="*/ 8860 w 38602"/>
                <a:gd name="csY2" fmla="*/ 27845 h 40501"/>
                <a:gd name="csX3" fmla="*/ 17719 w 38602"/>
                <a:gd name="csY3" fmla="*/ 40501 h 40501"/>
                <a:gd name="csX4" fmla="*/ 38603 w 38602"/>
                <a:gd name="csY4" fmla="*/ 25313 h 40501"/>
                <a:gd name="csX5" fmla="*/ 29110 w 38602"/>
                <a:gd name="csY5" fmla="*/ 12657 h 40501"/>
                <a:gd name="csX6" fmla="*/ 19618 w 38602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20251" y="633"/>
                  </a:moveTo>
                  <a:cubicBezTo>
                    <a:pt x="13289" y="5695"/>
                    <a:pt x="6328" y="10758"/>
                    <a:pt x="0" y="15188"/>
                  </a:cubicBezTo>
                  <a:lnTo>
                    <a:pt x="8860" y="27845"/>
                  </a:lnTo>
                  <a:lnTo>
                    <a:pt x="17719" y="40501"/>
                  </a:lnTo>
                  <a:cubicBezTo>
                    <a:pt x="24681" y="35439"/>
                    <a:pt x="31642" y="30376"/>
                    <a:pt x="38603" y="25313"/>
                  </a:cubicBezTo>
                  <a:lnTo>
                    <a:pt x="29110" y="12657"/>
                  </a:lnTo>
                  <a:lnTo>
                    <a:pt x="1961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318EA10-3A13-A385-2033-3F65F4C7423D}"/>
                </a:ext>
              </a:extLst>
            </p:cNvPr>
            <p:cNvSpPr/>
            <p:nvPr/>
          </p:nvSpPr>
          <p:spPr>
            <a:xfrm>
              <a:off x="4187025" y="5164773"/>
              <a:ext cx="36704" cy="39235"/>
            </a:xfrm>
            <a:custGeom>
              <a:avLst/>
              <a:gdLst>
                <a:gd name="csX0" fmla="*/ 22149 w 36704"/>
                <a:gd name="csY0" fmla="*/ 0 h 39235"/>
                <a:gd name="csX1" fmla="*/ 0 w 36704"/>
                <a:gd name="csY1" fmla="*/ 11391 h 39235"/>
                <a:gd name="csX2" fmla="*/ 6961 w 36704"/>
                <a:gd name="csY2" fmla="*/ 25313 h 39235"/>
                <a:gd name="csX3" fmla="*/ 13922 w 36704"/>
                <a:gd name="csY3" fmla="*/ 39236 h 39235"/>
                <a:gd name="csX4" fmla="*/ 36704 w 36704"/>
                <a:gd name="csY4" fmla="*/ 27845 h 39235"/>
                <a:gd name="csX5" fmla="*/ 29110 w 36704"/>
                <a:gd name="csY5" fmla="*/ 13922 h 39235"/>
                <a:gd name="csX6" fmla="*/ 21516 w 36704"/>
                <a:gd name="csY6" fmla="*/ 0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22149" y="0"/>
                  </a:moveTo>
                  <a:cubicBezTo>
                    <a:pt x="14555" y="3797"/>
                    <a:pt x="7594" y="7594"/>
                    <a:pt x="0" y="11391"/>
                  </a:cubicBezTo>
                  <a:lnTo>
                    <a:pt x="6961" y="25313"/>
                  </a:lnTo>
                  <a:lnTo>
                    <a:pt x="13922" y="39236"/>
                  </a:lnTo>
                  <a:cubicBezTo>
                    <a:pt x="21516" y="35439"/>
                    <a:pt x="29110" y="31642"/>
                    <a:pt x="36704" y="27845"/>
                  </a:cubicBezTo>
                  <a:lnTo>
                    <a:pt x="29110" y="13922"/>
                  </a:lnTo>
                  <a:lnTo>
                    <a:pt x="21516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CCAA7B8D-0860-08FA-0B8F-1E1EED127B89}"/>
                </a:ext>
              </a:extLst>
            </p:cNvPr>
            <p:cNvSpPr/>
            <p:nvPr/>
          </p:nvSpPr>
          <p:spPr>
            <a:xfrm>
              <a:off x="4274989" y="5115412"/>
              <a:ext cx="38602" cy="40501"/>
            </a:xfrm>
            <a:custGeom>
              <a:avLst/>
              <a:gdLst>
                <a:gd name="csX0" fmla="*/ 21516 w 38602"/>
                <a:gd name="csY0" fmla="*/ 0 h 40501"/>
                <a:gd name="csX1" fmla="*/ 0 w 38602"/>
                <a:gd name="csY1" fmla="*/ 12657 h 40501"/>
                <a:gd name="csX2" fmla="*/ 8227 w 38602"/>
                <a:gd name="csY2" fmla="*/ 26579 h 40501"/>
                <a:gd name="csX3" fmla="*/ 16454 w 38602"/>
                <a:gd name="csY3" fmla="*/ 40501 h 40501"/>
                <a:gd name="csX4" fmla="*/ 38603 w 38602"/>
                <a:gd name="csY4" fmla="*/ 27212 h 40501"/>
                <a:gd name="csX5" fmla="*/ 30376 w 38602"/>
                <a:gd name="csY5" fmla="*/ 13922 h 40501"/>
                <a:gd name="csX6" fmla="*/ 22149 w 38602"/>
                <a:gd name="csY6" fmla="*/ 633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21516" y="0"/>
                  </a:moveTo>
                  <a:cubicBezTo>
                    <a:pt x="14555" y="4430"/>
                    <a:pt x="6961" y="8860"/>
                    <a:pt x="0" y="12657"/>
                  </a:cubicBezTo>
                  <a:lnTo>
                    <a:pt x="8227" y="26579"/>
                  </a:lnTo>
                  <a:lnTo>
                    <a:pt x="16454" y="40501"/>
                  </a:lnTo>
                  <a:cubicBezTo>
                    <a:pt x="24048" y="36071"/>
                    <a:pt x="31009" y="31642"/>
                    <a:pt x="38603" y="27212"/>
                  </a:cubicBezTo>
                  <a:lnTo>
                    <a:pt x="30376" y="13922"/>
                  </a:lnTo>
                  <a:lnTo>
                    <a:pt x="22149" y="633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4A8C537-AB3A-7F95-7CD7-E0DD860D72F1}"/>
                </a:ext>
              </a:extLst>
            </p:cNvPr>
            <p:cNvSpPr/>
            <p:nvPr/>
          </p:nvSpPr>
          <p:spPr>
            <a:xfrm>
              <a:off x="4141461" y="5187555"/>
              <a:ext cx="36071" cy="39868"/>
            </a:xfrm>
            <a:custGeom>
              <a:avLst/>
              <a:gdLst>
                <a:gd name="csX0" fmla="*/ 22782 w 36071"/>
                <a:gd name="csY0" fmla="*/ 0 h 39868"/>
                <a:gd name="csX1" fmla="*/ 0 w 36071"/>
                <a:gd name="csY1" fmla="*/ 10758 h 39868"/>
                <a:gd name="csX2" fmla="*/ 6328 w 36071"/>
                <a:gd name="csY2" fmla="*/ 25313 h 39868"/>
                <a:gd name="csX3" fmla="*/ 12657 w 36071"/>
                <a:gd name="csY3" fmla="*/ 39868 h 39868"/>
                <a:gd name="csX4" fmla="*/ 36071 w 36071"/>
                <a:gd name="csY4" fmla="*/ 29110 h 39868"/>
                <a:gd name="csX5" fmla="*/ 29110 w 36071"/>
                <a:gd name="csY5" fmla="*/ 14555 h 39868"/>
                <a:gd name="csX6" fmla="*/ 22149 w 36071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868">
                  <a:moveTo>
                    <a:pt x="22782" y="0"/>
                  </a:moveTo>
                  <a:cubicBezTo>
                    <a:pt x="15188" y="3797"/>
                    <a:pt x="7594" y="6961"/>
                    <a:pt x="0" y="10758"/>
                  </a:cubicBezTo>
                  <a:lnTo>
                    <a:pt x="6328" y="25313"/>
                  </a:lnTo>
                  <a:lnTo>
                    <a:pt x="12657" y="39868"/>
                  </a:lnTo>
                  <a:cubicBezTo>
                    <a:pt x="20251" y="36071"/>
                    <a:pt x="28477" y="32907"/>
                    <a:pt x="36071" y="29110"/>
                  </a:cubicBezTo>
                  <a:lnTo>
                    <a:pt x="29110" y="14555"/>
                  </a:lnTo>
                  <a:lnTo>
                    <a:pt x="2214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B8C2BEE-FDE9-F23F-B0C0-F912B0A26CDA}"/>
                </a:ext>
              </a:extLst>
            </p:cNvPr>
            <p:cNvSpPr/>
            <p:nvPr/>
          </p:nvSpPr>
          <p:spPr>
            <a:xfrm>
              <a:off x="4231323" y="5140092"/>
              <a:ext cx="37337" cy="40501"/>
            </a:xfrm>
            <a:custGeom>
              <a:avLst/>
              <a:gdLst>
                <a:gd name="csX0" fmla="*/ 22149 w 37337"/>
                <a:gd name="csY0" fmla="*/ 633 h 40501"/>
                <a:gd name="csX1" fmla="*/ 0 w 37337"/>
                <a:gd name="csY1" fmla="*/ 12657 h 40501"/>
                <a:gd name="csX2" fmla="*/ 7594 w 37337"/>
                <a:gd name="csY2" fmla="*/ 26579 h 40501"/>
                <a:gd name="csX3" fmla="*/ 15188 w 37337"/>
                <a:gd name="csY3" fmla="*/ 40501 h 40501"/>
                <a:gd name="csX4" fmla="*/ 37337 w 37337"/>
                <a:gd name="csY4" fmla="*/ 27845 h 40501"/>
                <a:gd name="csX5" fmla="*/ 29743 w 37337"/>
                <a:gd name="csY5" fmla="*/ 13922 h 40501"/>
                <a:gd name="csX6" fmla="*/ 22149 w 37337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40501">
                  <a:moveTo>
                    <a:pt x="22149" y="633"/>
                  </a:moveTo>
                  <a:cubicBezTo>
                    <a:pt x="15188" y="4430"/>
                    <a:pt x="7594" y="8860"/>
                    <a:pt x="0" y="12657"/>
                  </a:cubicBezTo>
                  <a:lnTo>
                    <a:pt x="7594" y="26579"/>
                  </a:lnTo>
                  <a:lnTo>
                    <a:pt x="15188" y="40501"/>
                  </a:lnTo>
                  <a:cubicBezTo>
                    <a:pt x="22782" y="36704"/>
                    <a:pt x="30376" y="32274"/>
                    <a:pt x="37337" y="27845"/>
                  </a:cubicBezTo>
                  <a:lnTo>
                    <a:pt x="29743" y="13922"/>
                  </a:lnTo>
                  <a:lnTo>
                    <a:pt x="2214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BADF084-7EA1-D69D-21E6-B6B724C4BF54}"/>
                </a:ext>
              </a:extLst>
            </p:cNvPr>
            <p:cNvSpPr/>
            <p:nvPr/>
          </p:nvSpPr>
          <p:spPr>
            <a:xfrm>
              <a:off x="4318654" y="5088200"/>
              <a:ext cx="37969" cy="40501"/>
            </a:xfrm>
            <a:custGeom>
              <a:avLst/>
              <a:gdLst>
                <a:gd name="csX0" fmla="*/ 20884 w 37969"/>
                <a:gd name="csY0" fmla="*/ 633 h 40501"/>
                <a:gd name="csX1" fmla="*/ 0 w 37969"/>
                <a:gd name="csY1" fmla="*/ 13922 h 40501"/>
                <a:gd name="csX2" fmla="*/ 8227 w 37969"/>
                <a:gd name="csY2" fmla="*/ 27212 h 40501"/>
                <a:gd name="csX3" fmla="*/ 16454 w 37969"/>
                <a:gd name="csY3" fmla="*/ 40501 h 40501"/>
                <a:gd name="csX4" fmla="*/ 37970 w 37969"/>
                <a:gd name="csY4" fmla="*/ 26579 h 40501"/>
                <a:gd name="csX5" fmla="*/ 29110 w 37969"/>
                <a:gd name="csY5" fmla="*/ 13289 h 40501"/>
                <a:gd name="csX6" fmla="*/ 20251 w 37969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40501">
                  <a:moveTo>
                    <a:pt x="20884" y="633"/>
                  </a:moveTo>
                  <a:cubicBezTo>
                    <a:pt x="13922" y="5063"/>
                    <a:pt x="6961" y="9492"/>
                    <a:pt x="0" y="13922"/>
                  </a:cubicBezTo>
                  <a:lnTo>
                    <a:pt x="8227" y="27212"/>
                  </a:lnTo>
                  <a:lnTo>
                    <a:pt x="16454" y="40501"/>
                  </a:lnTo>
                  <a:cubicBezTo>
                    <a:pt x="23415" y="36071"/>
                    <a:pt x="31009" y="31642"/>
                    <a:pt x="37970" y="26579"/>
                  </a:cubicBezTo>
                  <a:lnTo>
                    <a:pt x="29110" y="13289"/>
                  </a:lnTo>
                  <a:lnTo>
                    <a:pt x="20251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41EA579-61CD-AD35-9FA4-A2EBD6294D26}"/>
                </a:ext>
              </a:extLst>
            </p:cNvPr>
            <p:cNvSpPr/>
            <p:nvPr/>
          </p:nvSpPr>
          <p:spPr>
            <a:xfrm>
              <a:off x="4743284" y="4730018"/>
              <a:ext cx="40500" cy="39868"/>
            </a:xfrm>
            <a:custGeom>
              <a:avLst/>
              <a:gdLst>
                <a:gd name="csX0" fmla="*/ 17086 w 40500"/>
                <a:gd name="csY0" fmla="*/ 0 h 39868"/>
                <a:gd name="csX1" fmla="*/ 0 w 40500"/>
                <a:gd name="csY1" fmla="*/ 18352 h 39868"/>
                <a:gd name="csX2" fmla="*/ 11391 w 40500"/>
                <a:gd name="csY2" fmla="*/ 29110 h 39868"/>
                <a:gd name="csX3" fmla="*/ 22782 w 40500"/>
                <a:gd name="csY3" fmla="*/ 39868 h 39868"/>
                <a:gd name="csX4" fmla="*/ 40501 w 40500"/>
                <a:gd name="csY4" fmla="*/ 21516 h 39868"/>
                <a:gd name="csX5" fmla="*/ 29110 w 40500"/>
                <a:gd name="csY5" fmla="*/ 10758 h 39868"/>
                <a:gd name="csX6" fmla="*/ 17719 w 40500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39868">
                  <a:moveTo>
                    <a:pt x="17086" y="0"/>
                  </a:moveTo>
                  <a:cubicBezTo>
                    <a:pt x="11391" y="5695"/>
                    <a:pt x="5695" y="12024"/>
                    <a:pt x="0" y="18352"/>
                  </a:cubicBezTo>
                  <a:lnTo>
                    <a:pt x="11391" y="29110"/>
                  </a:lnTo>
                  <a:lnTo>
                    <a:pt x="22782" y="39868"/>
                  </a:lnTo>
                  <a:cubicBezTo>
                    <a:pt x="28477" y="33540"/>
                    <a:pt x="34806" y="27845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246734A-C211-6074-C098-A5FF60796B7C}"/>
                </a:ext>
              </a:extLst>
            </p:cNvPr>
            <p:cNvSpPr/>
            <p:nvPr/>
          </p:nvSpPr>
          <p:spPr>
            <a:xfrm>
              <a:off x="4812262" y="4655976"/>
              <a:ext cx="40501" cy="40501"/>
            </a:xfrm>
            <a:custGeom>
              <a:avLst/>
              <a:gdLst>
                <a:gd name="csX0" fmla="*/ 17719 w 40501"/>
                <a:gd name="csY0" fmla="*/ 0 h 40501"/>
                <a:gd name="csX1" fmla="*/ 0 w 40501"/>
                <a:gd name="csY1" fmla="*/ 18985 h 40501"/>
                <a:gd name="csX2" fmla="*/ 11391 w 40501"/>
                <a:gd name="csY2" fmla="*/ 29743 h 40501"/>
                <a:gd name="csX3" fmla="*/ 22782 w 40501"/>
                <a:gd name="csY3" fmla="*/ 40501 h 40501"/>
                <a:gd name="csX4" fmla="*/ 40501 w 40501"/>
                <a:gd name="csY4" fmla="*/ 21516 h 40501"/>
                <a:gd name="csX5" fmla="*/ 29110 w 40501"/>
                <a:gd name="csY5" fmla="*/ 10758 h 40501"/>
                <a:gd name="csX6" fmla="*/ 17719 w 40501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1" h="40501">
                  <a:moveTo>
                    <a:pt x="17719" y="0"/>
                  </a:moveTo>
                  <a:cubicBezTo>
                    <a:pt x="12024" y="5695"/>
                    <a:pt x="6328" y="12024"/>
                    <a:pt x="0" y="18985"/>
                  </a:cubicBezTo>
                  <a:lnTo>
                    <a:pt x="11391" y="29743"/>
                  </a:lnTo>
                  <a:lnTo>
                    <a:pt x="22782" y="40501"/>
                  </a:lnTo>
                  <a:cubicBezTo>
                    <a:pt x="29110" y="33540"/>
                    <a:pt x="34806" y="27212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89B26FD9-6686-F769-F03A-59DEAE2363E0}"/>
                </a:ext>
              </a:extLst>
            </p:cNvPr>
            <p:cNvSpPr/>
            <p:nvPr/>
          </p:nvSpPr>
          <p:spPr>
            <a:xfrm>
              <a:off x="4560396" y="4905312"/>
              <a:ext cx="39868" cy="41134"/>
            </a:xfrm>
            <a:custGeom>
              <a:avLst/>
              <a:gdLst>
                <a:gd name="csX0" fmla="*/ 18985 w 39868"/>
                <a:gd name="csY0" fmla="*/ 633 h 41134"/>
                <a:gd name="csX1" fmla="*/ 0 w 39868"/>
                <a:gd name="csY1" fmla="*/ 17086 h 41134"/>
                <a:gd name="csX2" fmla="*/ 10125 w 39868"/>
                <a:gd name="csY2" fmla="*/ 29110 h 41134"/>
                <a:gd name="csX3" fmla="*/ 20251 w 39868"/>
                <a:gd name="csY3" fmla="*/ 41134 h 41134"/>
                <a:gd name="csX4" fmla="*/ 39868 w 39868"/>
                <a:gd name="csY4" fmla="*/ 24048 h 41134"/>
                <a:gd name="csX5" fmla="*/ 29110 w 39868"/>
                <a:gd name="csY5" fmla="*/ 12024 h 41134"/>
                <a:gd name="csX6" fmla="*/ 18352 w 39868"/>
                <a:gd name="csY6" fmla="*/ 0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1134">
                  <a:moveTo>
                    <a:pt x="18985" y="633"/>
                  </a:moveTo>
                  <a:cubicBezTo>
                    <a:pt x="12657" y="6328"/>
                    <a:pt x="6328" y="12024"/>
                    <a:pt x="0" y="17086"/>
                  </a:cubicBezTo>
                  <a:lnTo>
                    <a:pt x="10125" y="29110"/>
                  </a:lnTo>
                  <a:lnTo>
                    <a:pt x="20251" y="41134"/>
                  </a:lnTo>
                  <a:cubicBezTo>
                    <a:pt x="26579" y="35439"/>
                    <a:pt x="33540" y="29743"/>
                    <a:pt x="39868" y="24048"/>
                  </a:cubicBezTo>
                  <a:lnTo>
                    <a:pt x="29110" y="12024"/>
                  </a:lnTo>
                  <a:lnTo>
                    <a:pt x="18352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744B3CA-2D6E-1003-F60B-9D8D94FD14D1}"/>
                </a:ext>
              </a:extLst>
            </p:cNvPr>
            <p:cNvSpPr/>
            <p:nvPr/>
          </p:nvSpPr>
          <p:spPr>
            <a:xfrm>
              <a:off x="4847701" y="4628765"/>
              <a:ext cx="31008" cy="30375"/>
            </a:xfrm>
            <a:custGeom>
              <a:avLst/>
              <a:gdLst>
                <a:gd name="csX0" fmla="*/ 19618 w 31008"/>
                <a:gd name="csY0" fmla="*/ 10758 h 30375"/>
                <a:gd name="csX1" fmla="*/ 8227 w 31008"/>
                <a:gd name="csY1" fmla="*/ 0 h 30375"/>
                <a:gd name="csX2" fmla="*/ 0 w 31008"/>
                <a:gd name="csY2" fmla="*/ 8860 h 30375"/>
                <a:gd name="csX3" fmla="*/ 11391 w 31008"/>
                <a:gd name="csY3" fmla="*/ 19618 h 30375"/>
                <a:gd name="csX4" fmla="*/ 22782 w 31008"/>
                <a:gd name="csY4" fmla="*/ 30376 h 30375"/>
                <a:gd name="csX5" fmla="*/ 31009 w 31008"/>
                <a:gd name="csY5" fmla="*/ 22149 h 30375"/>
                <a:gd name="csX6" fmla="*/ 19618 w 31008"/>
                <a:gd name="csY6" fmla="*/ 11391 h 3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0375">
                  <a:moveTo>
                    <a:pt x="19618" y="10758"/>
                  </a:moveTo>
                  <a:lnTo>
                    <a:pt x="8227" y="0"/>
                  </a:lnTo>
                  <a:cubicBezTo>
                    <a:pt x="5695" y="2531"/>
                    <a:pt x="2531" y="5695"/>
                    <a:pt x="0" y="8860"/>
                  </a:cubicBezTo>
                  <a:lnTo>
                    <a:pt x="11391" y="19618"/>
                  </a:lnTo>
                  <a:lnTo>
                    <a:pt x="22782" y="30376"/>
                  </a:lnTo>
                  <a:cubicBezTo>
                    <a:pt x="25313" y="27212"/>
                    <a:pt x="28477" y="24680"/>
                    <a:pt x="31009" y="22149"/>
                  </a:cubicBezTo>
                  <a:lnTo>
                    <a:pt x="19618" y="1139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C94B43-1534-1D7D-AE40-FB96D1A57E23}"/>
                </a:ext>
              </a:extLst>
            </p:cNvPr>
            <p:cNvSpPr/>
            <p:nvPr/>
          </p:nvSpPr>
          <p:spPr>
            <a:xfrm>
              <a:off x="4778090" y="4693313"/>
              <a:ext cx="40500" cy="39868"/>
            </a:xfrm>
            <a:custGeom>
              <a:avLst/>
              <a:gdLst>
                <a:gd name="csX0" fmla="*/ 17086 w 40500"/>
                <a:gd name="csY0" fmla="*/ 0 h 39868"/>
                <a:gd name="csX1" fmla="*/ 0 w 40500"/>
                <a:gd name="csY1" fmla="*/ 18352 h 39868"/>
                <a:gd name="csX2" fmla="*/ 11391 w 40500"/>
                <a:gd name="csY2" fmla="*/ 29110 h 39868"/>
                <a:gd name="csX3" fmla="*/ 22782 w 40500"/>
                <a:gd name="csY3" fmla="*/ 39868 h 39868"/>
                <a:gd name="csX4" fmla="*/ 40501 w 40500"/>
                <a:gd name="csY4" fmla="*/ 21516 h 39868"/>
                <a:gd name="csX5" fmla="*/ 29110 w 40500"/>
                <a:gd name="csY5" fmla="*/ 10758 h 39868"/>
                <a:gd name="csX6" fmla="*/ 17719 w 40500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39868">
                  <a:moveTo>
                    <a:pt x="17086" y="0"/>
                  </a:moveTo>
                  <a:cubicBezTo>
                    <a:pt x="11391" y="5695"/>
                    <a:pt x="5695" y="12024"/>
                    <a:pt x="0" y="18352"/>
                  </a:cubicBezTo>
                  <a:lnTo>
                    <a:pt x="11391" y="29110"/>
                  </a:lnTo>
                  <a:lnTo>
                    <a:pt x="22782" y="39868"/>
                  </a:lnTo>
                  <a:cubicBezTo>
                    <a:pt x="29110" y="33540"/>
                    <a:pt x="34806" y="27212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416FA97-FD06-BD99-131B-2A90F3D36838}"/>
                </a:ext>
              </a:extLst>
            </p:cNvPr>
            <p:cNvSpPr/>
            <p:nvPr/>
          </p:nvSpPr>
          <p:spPr>
            <a:xfrm>
              <a:off x="4597733" y="4871772"/>
              <a:ext cx="40500" cy="41134"/>
            </a:xfrm>
            <a:custGeom>
              <a:avLst/>
              <a:gdLst>
                <a:gd name="csX0" fmla="*/ 18985 w 40500"/>
                <a:gd name="csY0" fmla="*/ 0 h 41134"/>
                <a:gd name="csX1" fmla="*/ 0 w 40500"/>
                <a:gd name="csY1" fmla="*/ 17086 h 41134"/>
                <a:gd name="csX2" fmla="*/ 10758 w 40500"/>
                <a:gd name="csY2" fmla="*/ 29110 h 41134"/>
                <a:gd name="csX3" fmla="*/ 21516 w 40500"/>
                <a:gd name="csY3" fmla="*/ 41134 h 41134"/>
                <a:gd name="csX4" fmla="*/ 40501 w 40500"/>
                <a:gd name="csY4" fmla="*/ 23415 h 41134"/>
                <a:gd name="csX5" fmla="*/ 29743 w 40500"/>
                <a:gd name="csY5" fmla="*/ 12024 h 41134"/>
                <a:gd name="csX6" fmla="*/ 18985 w 40500"/>
                <a:gd name="csY6" fmla="*/ 633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41134">
                  <a:moveTo>
                    <a:pt x="18985" y="0"/>
                  </a:moveTo>
                  <a:cubicBezTo>
                    <a:pt x="12657" y="5695"/>
                    <a:pt x="6328" y="11391"/>
                    <a:pt x="0" y="17086"/>
                  </a:cubicBezTo>
                  <a:lnTo>
                    <a:pt x="10758" y="29110"/>
                  </a:lnTo>
                  <a:lnTo>
                    <a:pt x="21516" y="41134"/>
                  </a:lnTo>
                  <a:cubicBezTo>
                    <a:pt x="27844" y="35439"/>
                    <a:pt x="34173" y="29743"/>
                    <a:pt x="40501" y="23415"/>
                  </a:cubicBezTo>
                  <a:lnTo>
                    <a:pt x="29743" y="12024"/>
                  </a:lnTo>
                  <a:lnTo>
                    <a:pt x="18985" y="633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BF1CF4D6-12EA-D989-DF91-7807FD79230E}"/>
                </a:ext>
              </a:extLst>
            </p:cNvPr>
            <p:cNvSpPr/>
            <p:nvPr/>
          </p:nvSpPr>
          <p:spPr>
            <a:xfrm>
              <a:off x="4635070" y="4836966"/>
              <a:ext cx="39868" cy="40501"/>
            </a:xfrm>
            <a:custGeom>
              <a:avLst/>
              <a:gdLst>
                <a:gd name="csX0" fmla="*/ 18352 w 39868"/>
                <a:gd name="csY0" fmla="*/ 633 h 40501"/>
                <a:gd name="csX1" fmla="*/ 0 w 39868"/>
                <a:gd name="csY1" fmla="*/ 17719 h 40501"/>
                <a:gd name="csX2" fmla="*/ 10758 w 39868"/>
                <a:gd name="csY2" fmla="*/ 29110 h 40501"/>
                <a:gd name="csX3" fmla="*/ 21516 w 39868"/>
                <a:gd name="csY3" fmla="*/ 40501 h 40501"/>
                <a:gd name="csX4" fmla="*/ 39868 w 39868"/>
                <a:gd name="csY4" fmla="*/ 22782 h 40501"/>
                <a:gd name="csX5" fmla="*/ 29110 w 39868"/>
                <a:gd name="csY5" fmla="*/ 11391 h 40501"/>
                <a:gd name="csX6" fmla="*/ 18352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8352" y="633"/>
                  </a:moveTo>
                  <a:cubicBezTo>
                    <a:pt x="12024" y="6328"/>
                    <a:pt x="6328" y="12024"/>
                    <a:pt x="0" y="17719"/>
                  </a:cubicBezTo>
                  <a:lnTo>
                    <a:pt x="10758" y="29110"/>
                  </a:lnTo>
                  <a:lnTo>
                    <a:pt x="21516" y="40501"/>
                  </a:lnTo>
                  <a:cubicBezTo>
                    <a:pt x="27845" y="34806"/>
                    <a:pt x="34173" y="28477"/>
                    <a:pt x="39868" y="22782"/>
                  </a:cubicBezTo>
                  <a:lnTo>
                    <a:pt x="29110" y="11391"/>
                  </a:lnTo>
                  <a:lnTo>
                    <a:pt x="18352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A93C20C-D578-CF60-8C0F-993AE3439492}"/>
                </a:ext>
              </a:extLst>
            </p:cNvPr>
            <p:cNvSpPr/>
            <p:nvPr/>
          </p:nvSpPr>
          <p:spPr>
            <a:xfrm>
              <a:off x="4707845" y="4766722"/>
              <a:ext cx="40501" cy="40501"/>
            </a:xfrm>
            <a:custGeom>
              <a:avLst/>
              <a:gdLst>
                <a:gd name="csX0" fmla="*/ 17719 w 40501"/>
                <a:gd name="csY0" fmla="*/ 0 h 40501"/>
                <a:gd name="csX1" fmla="*/ 0 w 40501"/>
                <a:gd name="csY1" fmla="*/ 17719 h 40501"/>
                <a:gd name="csX2" fmla="*/ 11391 w 40501"/>
                <a:gd name="csY2" fmla="*/ 29110 h 40501"/>
                <a:gd name="csX3" fmla="*/ 22782 w 40501"/>
                <a:gd name="csY3" fmla="*/ 40501 h 40501"/>
                <a:gd name="csX4" fmla="*/ 40501 w 40501"/>
                <a:gd name="csY4" fmla="*/ 22782 h 40501"/>
                <a:gd name="csX5" fmla="*/ 29110 w 40501"/>
                <a:gd name="csY5" fmla="*/ 12024 h 40501"/>
                <a:gd name="csX6" fmla="*/ 17719 w 40501"/>
                <a:gd name="csY6" fmla="*/ 1266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1" h="40501">
                  <a:moveTo>
                    <a:pt x="17719" y="0"/>
                  </a:moveTo>
                  <a:cubicBezTo>
                    <a:pt x="12024" y="5695"/>
                    <a:pt x="6328" y="12024"/>
                    <a:pt x="0" y="17719"/>
                  </a:cubicBezTo>
                  <a:lnTo>
                    <a:pt x="11391" y="29110"/>
                  </a:lnTo>
                  <a:lnTo>
                    <a:pt x="22782" y="40501"/>
                  </a:lnTo>
                  <a:cubicBezTo>
                    <a:pt x="29110" y="34173"/>
                    <a:pt x="34806" y="28477"/>
                    <a:pt x="40501" y="22782"/>
                  </a:cubicBezTo>
                  <a:lnTo>
                    <a:pt x="29110" y="12024"/>
                  </a:lnTo>
                  <a:lnTo>
                    <a:pt x="17719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BF91881-93BE-235E-3D29-7993329CCFD5}"/>
                </a:ext>
              </a:extLst>
            </p:cNvPr>
            <p:cNvSpPr/>
            <p:nvPr/>
          </p:nvSpPr>
          <p:spPr>
            <a:xfrm>
              <a:off x="4672407" y="4802160"/>
              <a:ext cx="39868" cy="40501"/>
            </a:xfrm>
            <a:custGeom>
              <a:avLst/>
              <a:gdLst>
                <a:gd name="csX0" fmla="*/ 17719 w 39868"/>
                <a:gd name="csY0" fmla="*/ 0 h 40501"/>
                <a:gd name="csX1" fmla="*/ 0 w 39868"/>
                <a:gd name="csY1" fmla="*/ 17719 h 40501"/>
                <a:gd name="csX2" fmla="*/ 10758 w 39868"/>
                <a:gd name="csY2" fmla="*/ 29110 h 40501"/>
                <a:gd name="csX3" fmla="*/ 21516 w 39868"/>
                <a:gd name="csY3" fmla="*/ 40501 h 40501"/>
                <a:gd name="csX4" fmla="*/ 39868 w 39868"/>
                <a:gd name="csY4" fmla="*/ 22782 h 40501"/>
                <a:gd name="csX5" fmla="*/ 28477 w 39868"/>
                <a:gd name="csY5" fmla="*/ 11391 h 40501"/>
                <a:gd name="csX6" fmla="*/ 17087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7719" y="0"/>
                  </a:moveTo>
                  <a:cubicBezTo>
                    <a:pt x="12024" y="5695"/>
                    <a:pt x="5695" y="11391"/>
                    <a:pt x="0" y="17719"/>
                  </a:cubicBezTo>
                  <a:lnTo>
                    <a:pt x="10758" y="29110"/>
                  </a:lnTo>
                  <a:lnTo>
                    <a:pt x="21516" y="40501"/>
                  </a:lnTo>
                  <a:cubicBezTo>
                    <a:pt x="27844" y="34806"/>
                    <a:pt x="33540" y="28477"/>
                    <a:pt x="39868" y="22782"/>
                  </a:cubicBezTo>
                  <a:lnTo>
                    <a:pt x="28477" y="11391"/>
                  </a:lnTo>
                  <a:lnTo>
                    <a:pt x="17087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070A24A-EDB5-61F7-33A5-45E0064D6283}"/>
                </a:ext>
              </a:extLst>
            </p:cNvPr>
            <p:cNvSpPr/>
            <p:nvPr/>
          </p:nvSpPr>
          <p:spPr>
            <a:xfrm>
              <a:off x="3303592" y="5262862"/>
              <a:ext cx="32907" cy="37337"/>
            </a:xfrm>
            <a:custGeom>
              <a:avLst/>
              <a:gdLst>
                <a:gd name="csX0" fmla="*/ 4430 w 32907"/>
                <a:gd name="csY0" fmla="*/ 15188 h 37337"/>
                <a:gd name="csX1" fmla="*/ 0 w 32907"/>
                <a:gd name="csY1" fmla="*/ 30376 h 37337"/>
                <a:gd name="csX2" fmla="*/ 24048 w 32907"/>
                <a:gd name="csY2" fmla="*/ 37337 h 37337"/>
                <a:gd name="csX3" fmla="*/ 28477 w 32907"/>
                <a:gd name="csY3" fmla="*/ 22149 h 37337"/>
                <a:gd name="csX4" fmla="*/ 32907 w 32907"/>
                <a:gd name="csY4" fmla="*/ 6961 h 37337"/>
                <a:gd name="csX5" fmla="*/ 9492 w 32907"/>
                <a:gd name="csY5" fmla="*/ 0 h 37337"/>
                <a:gd name="csX6" fmla="*/ 5063 w 32907"/>
                <a:gd name="csY6" fmla="*/ 15188 h 37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7337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907"/>
                    <a:pt x="16454" y="35439"/>
                    <a:pt x="24048" y="37337"/>
                  </a:cubicBezTo>
                  <a:lnTo>
                    <a:pt x="28477" y="22149"/>
                  </a:lnTo>
                  <a:lnTo>
                    <a:pt x="32907" y="6961"/>
                  </a:lnTo>
                  <a:cubicBezTo>
                    <a:pt x="25313" y="5063"/>
                    <a:pt x="17087" y="2531"/>
                    <a:pt x="9492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B1E9C31-CB0B-4A90-2C73-147FEE0D2217}"/>
                </a:ext>
              </a:extLst>
            </p:cNvPr>
            <p:cNvSpPr/>
            <p:nvPr/>
          </p:nvSpPr>
          <p:spPr>
            <a:xfrm>
              <a:off x="3453573" y="5297034"/>
              <a:ext cx="30375" cy="35438"/>
            </a:xfrm>
            <a:custGeom>
              <a:avLst/>
              <a:gdLst>
                <a:gd name="csX0" fmla="*/ 2531 w 30375"/>
                <a:gd name="csY0" fmla="*/ 15821 h 35438"/>
                <a:gd name="csX1" fmla="*/ 0 w 30375"/>
                <a:gd name="csY1" fmla="*/ 31642 h 35438"/>
                <a:gd name="csX2" fmla="*/ 25313 w 30375"/>
                <a:gd name="csY2" fmla="*/ 35439 h 35438"/>
                <a:gd name="csX3" fmla="*/ 27845 w 30375"/>
                <a:gd name="csY3" fmla="*/ 19618 h 35438"/>
                <a:gd name="csX4" fmla="*/ 30376 w 30375"/>
                <a:gd name="csY4" fmla="*/ 3797 h 35438"/>
                <a:gd name="csX5" fmla="*/ 5695 w 30375"/>
                <a:gd name="csY5" fmla="*/ 0 h 35438"/>
                <a:gd name="csX6" fmla="*/ 3164 w 30375"/>
                <a:gd name="csY6" fmla="*/ 15821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375" h="35438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7086" y="34173"/>
                    <a:pt x="25313" y="35439"/>
                  </a:cubicBezTo>
                  <a:lnTo>
                    <a:pt x="27845" y="19618"/>
                  </a:lnTo>
                  <a:lnTo>
                    <a:pt x="30376" y="3797"/>
                  </a:lnTo>
                  <a:cubicBezTo>
                    <a:pt x="22149" y="2531"/>
                    <a:pt x="13922" y="1266"/>
                    <a:pt x="5695" y="0"/>
                  </a:cubicBezTo>
                  <a:lnTo>
                    <a:pt x="3164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7EB6914-7107-2C67-9D19-0B1964FB55E4}"/>
                </a:ext>
              </a:extLst>
            </p:cNvPr>
            <p:cNvSpPr/>
            <p:nvPr/>
          </p:nvSpPr>
          <p:spPr>
            <a:xfrm>
              <a:off x="3402947" y="5286909"/>
              <a:ext cx="31641" cy="36704"/>
            </a:xfrm>
            <a:custGeom>
              <a:avLst/>
              <a:gdLst>
                <a:gd name="csX0" fmla="*/ 3164 w 31641"/>
                <a:gd name="csY0" fmla="*/ 16454 h 36704"/>
                <a:gd name="csX1" fmla="*/ 0 w 31641"/>
                <a:gd name="csY1" fmla="*/ 31642 h 36704"/>
                <a:gd name="csX2" fmla="*/ 25313 w 31641"/>
                <a:gd name="csY2" fmla="*/ 36704 h 36704"/>
                <a:gd name="csX3" fmla="*/ 28477 w 31641"/>
                <a:gd name="csY3" fmla="*/ 20883 h 36704"/>
                <a:gd name="csX4" fmla="*/ 31642 w 31641"/>
                <a:gd name="csY4" fmla="*/ 5063 h 36704"/>
                <a:gd name="csX5" fmla="*/ 7594 w 31641"/>
                <a:gd name="csY5" fmla="*/ 0 h 36704"/>
                <a:gd name="csX6" fmla="*/ 4430 w 31641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641" h="36704">
                  <a:moveTo>
                    <a:pt x="3164" y="16454"/>
                  </a:moveTo>
                  <a:lnTo>
                    <a:pt x="0" y="31642"/>
                  </a:lnTo>
                  <a:cubicBezTo>
                    <a:pt x="8227" y="33540"/>
                    <a:pt x="16454" y="34806"/>
                    <a:pt x="25313" y="36704"/>
                  </a:cubicBezTo>
                  <a:lnTo>
                    <a:pt x="28477" y="20883"/>
                  </a:lnTo>
                  <a:lnTo>
                    <a:pt x="31642" y="5063"/>
                  </a:lnTo>
                  <a:cubicBezTo>
                    <a:pt x="23415" y="3797"/>
                    <a:pt x="15188" y="1898"/>
                    <a:pt x="7594" y="0"/>
                  </a:cubicBezTo>
                  <a:lnTo>
                    <a:pt x="4430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3B8667F4-4C6E-A3C1-39AA-3CAA7AD44276}"/>
                </a:ext>
              </a:extLst>
            </p:cNvPr>
            <p:cNvSpPr/>
            <p:nvPr/>
          </p:nvSpPr>
          <p:spPr>
            <a:xfrm>
              <a:off x="3352953" y="5276151"/>
              <a:ext cx="32907" cy="36704"/>
            </a:xfrm>
            <a:custGeom>
              <a:avLst/>
              <a:gdLst>
                <a:gd name="csX0" fmla="*/ 3797 w 32907"/>
                <a:gd name="csY0" fmla="*/ 15188 h 36704"/>
                <a:gd name="csX1" fmla="*/ 0 w 32907"/>
                <a:gd name="csY1" fmla="*/ 30376 h 36704"/>
                <a:gd name="csX2" fmla="*/ 25313 w 32907"/>
                <a:gd name="csY2" fmla="*/ 36704 h 36704"/>
                <a:gd name="csX3" fmla="*/ 29110 w 32907"/>
                <a:gd name="csY3" fmla="*/ 21516 h 36704"/>
                <a:gd name="csX4" fmla="*/ 32907 w 32907"/>
                <a:gd name="csY4" fmla="*/ 6328 h 36704"/>
                <a:gd name="csX5" fmla="*/ 8227 w 32907"/>
                <a:gd name="csY5" fmla="*/ 0 h 36704"/>
                <a:gd name="csX6" fmla="*/ 4430 w 32907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6704">
                  <a:moveTo>
                    <a:pt x="3797" y="15188"/>
                  </a:moveTo>
                  <a:lnTo>
                    <a:pt x="0" y="30376"/>
                  </a:lnTo>
                  <a:cubicBezTo>
                    <a:pt x="8227" y="32274"/>
                    <a:pt x="16453" y="34806"/>
                    <a:pt x="25313" y="36704"/>
                  </a:cubicBezTo>
                  <a:lnTo>
                    <a:pt x="29110" y="21516"/>
                  </a:lnTo>
                  <a:lnTo>
                    <a:pt x="32907" y="6328"/>
                  </a:lnTo>
                  <a:cubicBezTo>
                    <a:pt x="24680" y="4430"/>
                    <a:pt x="16453" y="2531"/>
                    <a:pt x="8227" y="0"/>
                  </a:cubicBezTo>
                  <a:lnTo>
                    <a:pt x="4430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46D44E7-0E67-4573-88E9-668C3EE593CC}"/>
                </a:ext>
              </a:extLst>
            </p:cNvPr>
            <p:cNvSpPr/>
            <p:nvPr/>
          </p:nvSpPr>
          <p:spPr>
            <a:xfrm>
              <a:off x="3504200" y="5304628"/>
              <a:ext cx="28477" cy="34172"/>
            </a:xfrm>
            <a:custGeom>
              <a:avLst/>
              <a:gdLst>
                <a:gd name="csX0" fmla="*/ 1898 w 28477"/>
                <a:gd name="csY0" fmla="*/ 15188 h 34172"/>
                <a:gd name="csX1" fmla="*/ 0 w 28477"/>
                <a:gd name="csY1" fmla="*/ 31009 h 34172"/>
                <a:gd name="csX2" fmla="*/ 25946 w 28477"/>
                <a:gd name="csY2" fmla="*/ 34173 h 34172"/>
                <a:gd name="csX3" fmla="*/ 27212 w 28477"/>
                <a:gd name="csY3" fmla="*/ 18352 h 34172"/>
                <a:gd name="csX4" fmla="*/ 28477 w 28477"/>
                <a:gd name="csY4" fmla="*/ 2531 h 34172"/>
                <a:gd name="csX5" fmla="*/ 3797 w 28477"/>
                <a:gd name="csY5" fmla="*/ 0 h 34172"/>
                <a:gd name="csX6" fmla="*/ 1898 w 28477"/>
                <a:gd name="csY6" fmla="*/ 15821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477" h="34172">
                  <a:moveTo>
                    <a:pt x="1898" y="15188"/>
                  </a:moveTo>
                  <a:lnTo>
                    <a:pt x="0" y="31009"/>
                  </a:lnTo>
                  <a:cubicBezTo>
                    <a:pt x="8860" y="32274"/>
                    <a:pt x="17086" y="32907"/>
                    <a:pt x="25946" y="34173"/>
                  </a:cubicBezTo>
                  <a:lnTo>
                    <a:pt x="27212" y="18352"/>
                  </a:lnTo>
                  <a:lnTo>
                    <a:pt x="28477" y="2531"/>
                  </a:lnTo>
                  <a:cubicBezTo>
                    <a:pt x="20250" y="1899"/>
                    <a:pt x="12024" y="633"/>
                    <a:pt x="3797" y="0"/>
                  </a:cubicBezTo>
                  <a:lnTo>
                    <a:pt x="1898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DE3080A-5F86-26BF-B7D1-80492A38B6B0}"/>
                </a:ext>
              </a:extLst>
            </p:cNvPr>
            <p:cNvSpPr/>
            <p:nvPr/>
          </p:nvSpPr>
          <p:spPr>
            <a:xfrm>
              <a:off x="4049068" y="5227423"/>
              <a:ext cx="35438" cy="38602"/>
            </a:xfrm>
            <a:custGeom>
              <a:avLst/>
              <a:gdLst>
                <a:gd name="csX0" fmla="*/ 23415 w 35438"/>
                <a:gd name="csY0" fmla="*/ 633 h 38602"/>
                <a:gd name="csX1" fmla="*/ 0 w 35438"/>
                <a:gd name="csY1" fmla="*/ 9492 h 38602"/>
                <a:gd name="csX2" fmla="*/ 5695 w 35438"/>
                <a:gd name="csY2" fmla="*/ 24048 h 38602"/>
                <a:gd name="csX3" fmla="*/ 11391 w 35438"/>
                <a:gd name="csY3" fmla="*/ 38603 h 38602"/>
                <a:gd name="csX4" fmla="*/ 35438 w 35438"/>
                <a:gd name="csY4" fmla="*/ 29110 h 38602"/>
                <a:gd name="csX5" fmla="*/ 29743 w 35438"/>
                <a:gd name="csY5" fmla="*/ 14555 h 38602"/>
                <a:gd name="csX6" fmla="*/ 24048 w 35438"/>
                <a:gd name="csY6" fmla="*/ 0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438" h="38602">
                  <a:moveTo>
                    <a:pt x="23415" y="633"/>
                  </a:moveTo>
                  <a:cubicBezTo>
                    <a:pt x="15821" y="3797"/>
                    <a:pt x="7594" y="6961"/>
                    <a:pt x="0" y="9492"/>
                  </a:cubicBezTo>
                  <a:lnTo>
                    <a:pt x="5695" y="24048"/>
                  </a:lnTo>
                  <a:lnTo>
                    <a:pt x="11391" y="38603"/>
                  </a:lnTo>
                  <a:cubicBezTo>
                    <a:pt x="19618" y="35439"/>
                    <a:pt x="27212" y="32274"/>
                    <a:pt x="35438" y="29110"/>
                  </a:cubicBezTo>
                  <a:lnTo>
                    <a:pt x="29743" y="14555"/>
                  </a:lnTo>
                  <a:lnTo>
                    <a:pt x="2404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8D5382E-3267-06D7-6F44-3835EB018152}"/>
                </a:ext>
              </a:extLst>
            </p:cNvPr>
            <p:cNvSpPr/>
            <p:nvPr/>
          </p:nvSpPr>
          <p:spPr>
            <a:xfrm>
              <a:off x="3158674" y="5210969"/>
              <a:ext cx="36704" cy="39235"/>
            </a:xfrm>
            <a:custGeom>
              <a:avLst/>
              <a:gdLst>
                <a:gd name="csX0" fmla="*/ 6328 w 36704"/>
                <a:gd name="csY0" fmla="*/ 14555 h 39235"/>
                <a:gd name="csX1" fmla="*/ 0 w 36704"/>
                <a:gd name="csY1" fmla="*/ 29110 h 39235"/>
                <a:gd name="csX2" fmla="*/ 24048 w 36704"/>
                <a:gd name="csY2" fmla="*/ 39236 h 39235"/>
                <a:gd name="csX3" fmla="*/ 30376 w 36704"/>
                <a:gd name="csY3" fmla="*/ 24680 h 39235"/>
                <a:gd name="csX4" fmla="*/ 36704 w 36704"/>
                <a:gd name="csY4" fmla="*/ 10125 h 39235"/>
                <a:gd name="csX5" fmla="*/ 13289 w 36704"/>
                <a:gd name="csY5" fmla="*/ 0 h 39235"/>
                <a:gd name="csX6" fmla="*/ 6961 w 36704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6328" y="14555"/>
                  </a:moveTo>
                  <a:lnTo>
                    <a:pt x="0" y="29110"/>
                  </a:lnTo>
                  <a:cubicBezTo>
                    <a:pt x="8227" y="32274"/>
                    <a:pt x="15821" y="36071"/>
                    <a:pt x="24048" y="39236"/>
                  </a:cubicBezTo>
                  <a:lnTo>
                    <a:pt x="30376" y="24680"/>
                  </a:lnTo>
                  <a:lnTo>
                    <a:pt x="36704" y="10125"/>
                  </a:lnTo>
                  <a:cubicBezTo>
                    <a:pt x="29110" y="6961"/>
                    <a:pt x="20883" y="3797"/>
                    <a:pt x="13289" y="0"/>
                  </a:cubicBezTo>
                  <a:lnTo>
                    <a:pt x="6961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F7023BD-F8BA-68A6-9E08-8FC21EB00864}"/>
                </a:ext>
              </a:extLst>
            </p:cNvPr>
            <p:cNvSpPr/>
            <p:nvPr/>
          </p:nvSpPr>
          <p:spPr>
            <a:xfrm>
              <a:off x="3111844" y="5190086"/>
              <a:ext cx="35438" cy="39235"/>
            </a:xfrm>
            <a:custGeom>
              <a:avLst/>
              <a:gdLst>
                <a:gd name="csX0" fmla="*/ 6961 w 35438"/>
                <a:gd name="csY0" fmla="*/ 13922 h 39235"/>
                <a:gd name="csX1" fmla="*/ 0 w 35438"/>
                <a:gd name="csY1" fmla="*/ 28477 h 39235"/>
                <a:gd name="csX2" fmla="*/ 22782 w 35438"/>
                <a:gd name="csY2" fmla="*/ 39236 h 39235"/>
                <a:gd name="csX3" fmla="*/ 29110 w 35438"/>
                <a:gd name="csY3" fmla="*/ 24680 h 39235"/>
                <a:gd name="csX4" fmla="*/ 35439 w 35438"/>
                <a:gd name="csY4" fmla="*/ 10125 h 39235"/>
                <a:gd name="csX5" fmla="*/ 13289 w 35438"/>
                <a:gd name="csY5" fmla="*/ 0 h 39235"/>
                <a:gd name="csX6" fmla="*/ 6328 w 35438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438" h="39235">
                  <a:moveTo>
                    <a:pt x="6961" y="13922"/>
                  </a:moveTo>
                  <a:lnTo>
                    <a:pt x="0" y="28477"/>
                  </a:lnTo>
                  <a:cubicBezTo>
                    <a:pt x="7594" y="32274"/>
                    <a:pt x="15188" y="35439"/>
                    <a:pt x="22782" y="39236"/>
                  </a:cubicBezTo>
                  <a:lnTo>
                    <a:pt x="29110" y="24680"/>
                  </a:lnTo>
                  <a:lnTo>
                    <a:pt x="35439" y="10125"/>
                  </a:lnTo>
                  <a:cubicBezTo>
                    <a:pt x="27845" y="6961"/>
                    <a:pt x="20883" y="3164"/>
                    <a:pt x="13289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F97B06A-D245-B84E-EC68-3DE283FA5BFB}"/>
                </a:ext>
              </a:extLst>
            </p:cNvPr>
            <p:cNvSpPr/>
            <p:nvPr/>
          </p:nvSpPr>
          <p:spPr>
            <a:xfrm>
              <a:off x="3206136" y="5229954"/>
              <a:ext cx="34805" cy="37969"/>
            </a:xfrm>
            <a:custGeom>
              <a:avLst/>
              <a:gdLst>
                <a:gd name="csX0" fmla="*/ 5695 w 34805"/>
                <a:gd name="csY0" fmla="*/ 14555 h 37969"/>
                <a:gd name="csX1" fmla="*/ 0 w 34805"/>
                <a:gd name="csY1" fmla="*/ 29110 h 37969"/>
                <a:gd name="csX2" fmla="*/ 23415 w 34805"/>
                <a:gd name="csY2" fmla="*/ 37970 h 37969"/>
                <a:gd name="csX3" fmla="*/ 29110 w 34805"/>
                <a:gd name="csY3" fmla="*/ 23415 h 37969"/>
                <a:gd name="csX4" fmla="*/ 34806 w 34805"/>
                <a:gd name="csY4" fmla="*/ 8860 h 37969"/>
                <a:gd name="csX5" fmla="*/ 12024 w 34805"/>
                <a:gd name="csY5" fmla="*/ 0 h 37969"/>
                <a:gd name="csX6" fmla="*/ 6328 w 34805"/>
                <a:gd name="csY6" fmla="*/ 14555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7969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5439"/>
                    <a:pt x="23415" y="37970"/>
                  </a:cubicBezTo>
                  <a:lnTo>
                    <a:pt x="29110" y="23415"/>
                  </a:lnTo>
                  <a:lnTo>
                    <a:pt x="34806" y="8860"/>
                  </a:lnTo>
                  <a:cubicBezTo>
                    <a:pt x="27212" y="6328"/>
                    <a:pt x="19618" y="3164"/>
                    <a:pt x="12024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73DBC75-86B2-4B38-B014-03822D3060B2}"/>
                </a:ext>
              </a:extLst>
            </p:cNvPr>
            <p:cNvSpPr/>
            <p:nvPr/>
          </p:nvSpPr>
          <p:spPr>
            <a:xfrm>
              <a:off x="3555459" y="5309058"/>
              <a:ext cx="27211" cy="33539"/>
            </a:xfrm>
            <a:custGeom>
              <a:avLst/>
              <a:gdLst>
                <a:gd name="csX0" fmla="*/ 1266 w 27211"/>
                <a:gd name="csY0" fmla="*/ 15821 h 33539"/>
                <a:gd name="csX1" fmla="*/ 0 w 27211"/>
                <a:gd name="csY1" fmla="*/ 31642 h 33539"/>
                <a:gd name="csX2" fmla="*/ 25313 w 27211"/>
                <a:gd name="csY2" fmla="*/ 33540 h 33539"/>
                <a:gd name="csX3" fmla="*/ 25313 w 27211"/>
                <a:gd name="csY3" fmla="*/ 17719 h 33539"/>
                <a:gd name="csX4" fmla="*/ 27212 w 27211"/>
                <a:gd name="csY4" fmla="*/ 1898 h 33539"/>
                <a:gd name="csX5" fmla="*/ 2531 w 27211"/>
                <a:gd name="csY5" fmla="*/ 0 h 33539"/>
                <a:gd name="csX6" fmla="*/ 1266 w 27211"/>
                <a:gd name="csY6" fmla="*/ 15821 h 33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211" h="33539">
                  <a:moveTo>
                    <a:pt x="1266" y="15821"/>
                  </a:moveTo>
                  <a:lnTo>
                    <a:pt x="0" y="31642"/>
                  </a:lnTo>
                  <a:cubicBezTo>
                    <a:pt x="8860" y="32274"/>
                    <a:pt x="17086" y="32907"/>
                    <a:pt x="25313" y="33540"/>
                  </a:cubicBezTo>
                  <a:lnTo>
                    <a:pt x="25313" y="17719"/>
                  </a:lnTo>
                  <a:cubicBezTo>
                    <a:pt x="25946" y="17719"/>
                    <a:pt x="27212" y="1898"/>
                    <a:pt x="27212" y="1898"/>
                  </a:cubicBezTo>
                  <a:cubicBezTo>
                    <a:pt x="18985" y="1898"/>
                    <a:pt x="10758" y="633"/>
                    <a:pt x="2531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1E596400-860A-5F9E-729B-64A1282E15F0}"/>
                </a:ext>
              </a:extLst>
            </p:cNvPr>
            <p:cNvSpPr/>
            <p:nvPr/>
          </p:nvSpPr>
          <p:spPr>
            <a:xfrm>
              <a:off x="3254232" y="5247041"/>
              <a:ext cx="34805" cy="38602"/>
            </a:xfrm>
            <a:custGeom>
              <a:avLst/>
              <a:gdLst>
                <a:gd name="csX0" fmla="*/ 5063 w 34805"/>
                <a:gd name="csY0" fmla="*/ 15188 h 38602"/>
                <a:gd name="csX1" fmla="*/ 0 w 34805"/>
                <a:gd name="csY1" fmla="*/ 30376 h 38602"/>
                <a:gd name="csX2" fmla="*/ 24680 w 34805"/>
                <a:gd name="csY2" fmla="*/ 38603 h 38602"/>
                <a:gd name="csX3" fmla="*/ 29743 w 34805"/>
                <a:gd name="csY3" fmla="*/ 23415 h 38602"/>
                <a:gd name="csX4" fmla="*/ 34806 w 34805"/>
                <a:gd name="csY4" fmla="*/ 8227 h 38602"/>
                <a:gd name="csX5" fmla="*/ 10758 w 34805"/>
                <a:gd name="csY5" fmla="*/ 0 h 38602"/>
                <a:gd name="csX6" fmla="*/ 5695 w 34805"/>
                <a:gd name="csY6" fmla="*/ 15188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8602">
                  <a:moveTo>
                    <a:pt x="5063" y="15188"/>
                  </a:moveTo>
                  <a:lnTo>
                    <a:pt x="0" y="30376"/>
                  </a:lnTo>
                  <a:cubicBezTo>
                    <a:pt x="8227" y="33540"/>
                    <a:pt x="16454" y="36071"/>
                    <a:pt x="24680" y="38603"/>
                  </a:cubicBezTo>
                  <a:lnTo>
                    <a:pt x="29743" y="23415"/>
                  </a:lnTo>
                  <a:lnTo>
                    <a:pt x="34806" y="8227"/>
                  </a:lnTo>
                  <a:cubicBezTo>
                    <a:pt x="26579" y="5695"/>
                    <a:pt x="18985" y="3164"/>
                    <a:pt x="10758" y="0"/>
                  </a:cubicBezTo>
                  <a:lnTo>
                    <a:pt x="5695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C7054A8-F699-2882-F6F6-CDE8080BD2C9}"/>
                </a:ext>
              </a:extLst>
            </p:cNvPr>
            <p:cNvSpPr/>
            <p:nvPr/>
          </p:nvSpPr>
          <p:spPr>
            <a:xfrm>
              <a:off x="3905415" y="5274885"/>
              <a:ext cx="32274" cy="36704"/>
            </a:xfrm>
            <a:custGeom>
              <a:avLst/>
              <a:gdLst>
                <a:gd name="csX0" fmla="*/ 24048 w 32274"/>
                <a:gd name="csY0" fmla="*/ 0 h 36704"/>
                <a:gd name="csX1" fmla="*/ 0 w 32274"/>
                <a:gd name="csY1" fmla="*/ 6328 h 36704"/>
                <a:gd name="csX2" fmla="*/ 3797 w 32274"/>
                <a:gd name="csY2" fmla="*/ 21516 h 36704"/>
                <a:gd name="csX3" fmla="*/ 7594 w 32274"/>
                <a:gd name="csY3" fmla="*/ 36704 h 36704"/>
                <a:gd name="csX4" fmla="*/ 32274 w 32274"/>
                <a:gd name="csY4" fmla="*/ 30376 h 36704"/>
                <a:gd name="csX5" fmla="*/ 28477 w 32274"/>
                <a:gd name="csY5" fmla="*/ 15188 h 36704"/>
                <a:gd name="csX6" fmla="*/ 24680 w 32274"/>
                <a:gd name="csY6" fmla="*/ 0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274" h="36704">
                  <a:moveTo>
                    <a:pt x="24048" y="0"/>
                  </a:moveTo>
                  <a:cubicBezTo>
                    <a:pt x="15821" y="1899"/>
                    <a:pt x="8227" y="4430"/>
                    <a:pt x="0" y="6328"/>
                  </a:cubicBezTo>
                  <a:lnTo>
                    <a:pt x="3797" y="21516"/>
                  </a:lnTo>
                  <a:lnTo>
                    <a:pt x="7594" y="36704"/>
                  </a:lnTo>
                  <a:cubicBezTo>
                    <a:pt x="15821" y="34806"/>
                    <a:pt x="24048" y="32907"/>
                    <a:pt x="32274" y="30376"/>
                  </a:cubicBezTo>
                  <a:lnTo>
                    <a:pt x="28477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FEEFDA31-858A-AF21-828B-2122F18AD1BC}"/>
                </a:ext>
              </a:extLst>
            </p:cNvPr>
            <p:cNvSpPr/>
            <p:nvPr/>
          </p:nvSpPr>
          <p:spPr>
            <a:xfrm>
              <a:off x="3953510" y="5260330"/>
              <a:ext cx="33539" cy="37969"/>
            </a:xfrm>
            <a:custGeom>
              <a:avLst/>
              <a:gdLst>
                <a:gd name="csX0" fmla="*/ 24048 w 33539"/>
                <a:gd name="csY0" fmla="*/ 633 h 37969"/>
                <a:gd name="csX1" fmla="*/ 0 w 33539"/>
                <a:gd name="csY1" fmla="*/ 7594 h 37969"/>
                <a:gd name="csX2" fmla="*/ 4430 w 33539"/>
                <a:gd name="csY2" fmla="*/ 22782 h 37969"/>
                <a:gd name="csX3" fmla="*/ 8860 w 33539"/>
                <a:gd name="csY3" fmla="*/ 37970 h 37969"/>
                <a:gd name="csX4" fmla="*/ 33540 w 33539"/>
                <a:gd name="csY4" fmla="*/ 30376 h 37969"/>
                <a:gd name="csX5" fmla="*/ 29110 w 33539"/>
                <a:gd name="csY5" fmla="*/ 15188 h 37969"/>
                <a:gd name="csX6" fmla="*/ 24680 w 33539"/>
                <a:gd name="csY6" fmla="*/ 0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539" h="37969">
                  <a:moveTo>
                    <a:pt x="24048" y="633"/>
                  </a:moveTo>
                  <a:cubicBezTo>
                    <a:pt x="15821" y="3164"/>
                    <a:pt x="8227" y="5696"/>
                    <a:pt x="0" y="7594"/>
                  </a:cubicBezTo>
                  <a:lnTo>
                    <a:pt x="4430" y="22782"/>
                  </a:lnTo>
                  <a:lnTo>
                    <a:pt x="8860" y="37970"/>
                  </a:lnTo>
                  <a:cubicBezTo>
                    <a:pt x="17086" y="35439"/>
                    <a:pt x="25313" y="32907"/>
                    <a:pt x="33540" y="30376"/>
                  </a:cubicBezTo>
                  <a:lnTo>
                    <a:pt x="29110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9707A64-196D-EA20-8338-8786800BE446}"/>
                </a:ext>
              </a:extLst>
            </p:cNvPr>
            <p:cNvSpPr/>
            <p:nvPr/>
          </p:nvSpPr>
          <p:spPr>
            <a:xfrm>
              <a:off x="4001606" y="5245142"/>
              <a:ext cx="34805" cy="38602"/>
            </a:xfrm>
            <a:custGeom>
              <a:avLst/>
              <a:gdLst>
                <a:gd name="csX0" fmla="*/ 24048 w 34805"/>
                <a:gd name="csY0" fmla="*/ 0 h 38602"/>
                <a:gd name="csX1" fmla="*/ 0 w 34805"/>
                <a:gd name="csY1" fmla="*/ 8227 h 38602"/>
                <a:gd name="csX2" fmla="*/ 5063 w 34805"/>
                <a:gd name="csY2" fmla="*/ 23415 h 38602"/>
                <a:gd name="csX3" fmla="*/ 10125 w 34805"/>
                <a:gd name="csY3" fmla="*/ 38603 h 38602"/>
                <a:gd name="csX4" fmla="*/ 34806 w 34805"/>
                <a:gd name="csY4" fmla="*/ 30376 h 38602"/>
                <a:gd name="csX5" fmla="*/ 29743 w 34805"/>
                <a:gd name="csY5" fmla="*/ 15188 h 38602"/>
                <a:gd name="csX6" fmla="*/ 24680 w 34805"/>
                <a:gd name="csY6" fmla="*/ 0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8602">
                  <a:moveTo>
                    <a:pt x="24048" y="0"/>
                  </a:moveTo>
                  <a:cubicBezTo>
                    <a:pt x="16453" y="2531"/>
                    <a:pt x="8227" y="5695"/>
                    <a:pt x="0" y="8227"/>
                  </a:cubicBezTo>
                  <a:lnTo>
                    <a:pt x="5063" y="23415"/>
                  </a:lnTo>
                  <a:lnTo>
                    <a:pt x="10125" y="38603"/>
                  </a:lnTo>
                  <a:cubicBezTo>
                    <a:pt x="18352" y="36071"/>
                    <a:pt x="26579" y="32907"/>
                    <a:pt x="34806" y="30376"/>
                  </a:cubicBezTo>
                  <a:lnTo>
                    <a:pt x="29743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7D81859-B436-429C-C43F-406760949F12}"/>
                </a:ext>
              </a:extLst>
            </p:cNvPr>
            <p:cNvSpPr/>
            <p:nvPr/>
          </p:nvSpPr>
          <p:spPr>
            <a:xfrm>
              <a:off x="3607351" y="5312222"/>
              <a:ext cx="25313" cy="31641"/>
            </a:xfrm>
            <a:custGeom>
              <a:avLst/>
              <a:gdLst>
                <a:gd name="csX0" fmla="*/ 0 w 25313"/>
                <a:gd name="csY0" fmla="*/ 15821 h 31641"/>
                <a:gd name="csX1" fmla="*/ 0 w 25313"/>
                <a:gd name="csY1" fmla="*/ 31642 h 31641"/>
                <a:gd name="csX2" fmla="*/ 25313 w 25313"/>
                <a:gd name="csY2" fmla="*/ 31642 h 31641"/>
                <a:gd name="csX3" fmla="*/ 25313 w 25313"/>
                <a:gd name="csY3" fmla="*/ 15821 h 31641"/>
                <a:gd name="csX4" fmla="*/ 25313 w 25313"/>
                <a:gd name="csY4" fmla="*/ 0 h 31641"/>
                <a:gd name="csX5" fmla="*/ 0 w 25313"/>
                <a:gd name="csY5" fmla="*/ 0 h 31641"/>
                <a:gd name="csX6" fmla="*/ 0 w 25313"/>
                <a:gd name="csY6" fmla="*/ 15821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313" h="31641">
                  <a:moveTo>
                    <a:pt x="0" y="15821"/>
                  </a:moveTo>
                  <a:lnTo>
                    <a:pt x="0" y="31642"/>
                  </a:lnTo>
                  <a:cubicBezTo>
                    <a:pt x="8227" y="31642"/>
                    <a:pt x="17087" y="31642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5313" y="0"/>
                    <a:pt x="25313" y="0"/>
                  </a:cubicBezTo>
                  <a:cubicBezTo>
                    <a:pt x="17087" y="0"/>
                    <a:pt x="8860" y="0"/>
                    <a:pt x="0" y="0"/>
                  </a:cubicBezTo>
                  <a:lnTo>
                    <a:pt x="0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CE5811A-D471-6CAB-E238-36582DCE71D2}"/>
                </a:ext>
              </a:extLst>
            </p:cNvPr>
            <p:cNvSpPr/>
            <p:nvPr/>
          </p:nvSpPr>
          <p:spPr>
            <a:xfrm>
              <a:off x="3856054" y="5286276"/>
              <a:ext cx="31641" cy="36704"/>
            </a:xfrm>
            <a:custGeom>
              <a:avLst/>
              <a:gdLst>
                <a:gd name="csX0" fmla="*/ 24680 w 31641"/>
                <a:gd name="csY0" fmla="*/ 0 h 36704"/>
                <a:gd name="csX1" fmla="*/ 0 w 31641"/>
                <a:gd name="csY1" fmla="*/ 5063 h 36704"/>
                <a:gd name="csX2" fmla="*/ 3164 w 31641"/>
                <a:gd name="csY2" fmla="*/ 20883 h 36704"/>
                <a:gd name="csX3" fmla="*/ 6328 w 31641"/>
                <a:gd name="csY3" fmla="*/ 36704 h 36704"/>
                <a:gd name="csX4" fmla="*/ 31642 w 31641"/>
                <a:gd name="csY4" fmla="*/ 31642 h 36704"/>
                <a:gd name="csX5" fmla="*/ 28477 w 31641"/>
                <a:gd name="csY5" fmla="*/ 16454 h 36704"/>
                <a:gd name="csX6" fmla="*/ 25313 w 31641"/>
                <a:gd name="csY6" fmla="*/ 1266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641" h="36704">
                  <a:moveTo>
                    <a:pt x="24680" y="0"/>
                  </a:moveTo>
                  <a:cubicBezTo>
                    <a:pt x="16453" y="1899"/>
                    <a:pt x="8227" y="3164"/>
                    <a:pt x="0" y="5063"/>
                  </a:cubicBezTo>
                  <a:lnTo>
                    <a:pt x="3164" y="20883"/>
                  </a:lnTo>
                  <a:lnTo>
                    <a:pt x="6328" y="36704"/>
                  </a:lnTo>
                  <a:cubicBezTo>
                    <a:pt x="14555" y="34806"/>
                    <a:pt x="23415" y="33540"/>
                    <a:pt x="31642" y="31642"/>
                  </a:cubicBezTo>
                  <a:lnTo>
                    <a:pt x="28477" y="16454"/>
                  </a:lnTo>
                  <a:lnTo>
                    <a:pt x="25313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AB65118-D1ED-4FF1-A0B2-25F018E05763}"/>
                </a:ext>
              </a:extLst>
            </p:cNvPr>
            <p:cNvSpPr/>
            <p:nvPr/>
          </p:nvSpPr>
          <p:spPr>
            <a:xfrm>
              <a:off x="3657978" y="5311590"/>
              <a:ext cx="25313" cy="32274"/>
            </a:xfrm>
            <a:custGeom>
              <a:avLst/>
              <a:gdLst>
                <a:gd name="csX0" fmla="*/ 24680 w 25313"/>
                <a:gd name="csY0" fmla="*/ 0 h 32274"/>
                <a:gd name="csX1" fmla="*/ 0 w 25313"/>
                <a:gd name="csY1" fmla="*/ 633 h 32274"/>
                <a:gd name="csX2" fmla="*/ 0 w 25313"/>
                <a:gd name="csY2" fmla="*/ 16454 h 32274"/>
                <a:gd name="csX3" fmla="*/ 0 w 25313"/>
                <a:gd name="csY3" fmla="*/ 32274 h 32274"/>
                <a:gd name="csX4" fmla="*/ 25313 w 25313"/>
                <a:gd name="csY4" fmla="*/ 31642 h 32274"/>
                <a:gd name="csX5" fmla="*/ 25313 w 25313"/>
                <a:gd name="csY5" fmla="*/ 15821 h 32274"/>
                <a:gd name="csX6" fmla="*/ 24048 w 25313"/>
                <a:gd name="csY6" fmla="*/ 0 h 32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313" h="32274">
                  <a:moveTo>
                    <a:pt x="24680" y="0"/>
                  </a:moveTo>
                  <a:cubicBezTo>
                    <a:pt x="16454" y="0"/>
                    <a:pt x="8227" y="0"/>
                    <a:pt x="0" y="633"/>
                  </a:cubicBezTo>
                  <a:lnTo>
                    <a:pt x="0" y="16454"/>
                  </a:lnTo>
                  <a:cubicBezTo>
                    <a:pt x="0" y="16454"/>
                    <a:pt x="0" y="32274"/>
                    <a:pt x="0" y="32274"/>
                  </a:cubicBezTo>
                  <a:cubicBezTo>
                    <a:pt x="8860" y="32274"/>
                    <a:pt x="17087" y="32274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4048" y="0"/>
                    <a:pt x="24048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5B122D8-809C-D490-43FE-8DF7F1DC785E}"/>
                </a:ext>
              </a:extLst>
            </p:cNvPr>
            <p:cNvSpPr/>
            <p:nvPr/>
          </p:nvSpPr>
          <p:spPr>
            <a:xfrm>
              <a:off x="3807326" y="5296402"/>
              <a:ext cx="30375" cy="35438"/>
            </a:xfrm>
            <a:custGeom>
              <a:avLst/>
              <a:gdLst>
                <a:gd name="csX0" fmla="*/ 24680 w 30375"/>
                <a:gd name="csY0" fmla="*/ 0 h 35438"/>
                <a:gd name="csX1" fmla="*/ 0 w 30375"/>
                <a:gd name="csY1" fmla="*/ 3797 h 35438"/>
                <a:gd name="csX2" fmla="*/ 2531 w 30375"/>
                <a:gd name="csY2" fmla="*/ 19618 h 35438"/>
                <a:gd name="csX3" fmla="*/ 5063 w 30375"/>
                <a:gd name="csY3" fmla="*/ 35439 h 35438"/>
                <a:gd name="csX4" fmla="*/ 30376 w 30375"/>
                <a:gd name="csY4" fmla="*/ 31642 h 35438"/>
                <a:gd name="csX5" fmla="*/ 27845 w 30375"/>
                <a:gd name="csY5" fmla="*/ 15821 h 35438"/>
                <a:gd name="csX6" fmla="*/ 25313 w 30375"/>
                <a:gd name="csY6" fmla="*/ 0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375" h="35438">
                  <a:moveTo>
                    <a:pt x="24680" y="0"/>
                  </a:moveTo>
                  <a:cubicBezTo>
                    <a:pt x="16454" y="1266"/>
                    <a:pt x="8227" y="2531"/>
                    <a:pt x="0" y="3797"/>
                  </a:cubicBezTo>
                  <a:lnTo>
                    <a:pt x="2531" y="19618"/>
                  </a:lnTo>
                  <a:lnTo>
                    <a:pt x="5063" y="35439"/>
                  </a:lnTo>
                  <a:cubicBezTo>
                    <a:pt x="13289" y="34173"/>
                    <a:pt x="22149" y="32907"/>
                    <a:pt x="30376" y="31642"/>
                  </a:cubicBezTo>
                  <a:lnTo>
                    <a:pt x="27845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6DD6366-F028-731E-A7BB-370C44099714}"/>
                </a:ext>
              </a:extLst>
            </p:cNvPr>
            <p:cNvSpPr/>
            <p:nvPr/>
          </p:nvSpPr>
          <p:spPr>
            <a:xfrm>
              <a:off x="3707972" y="5309058"/>
              <a:ext cx="27844" cy="33539"/>
            </a:xfrm>
            <a:custGeom>
              <a:avLst/>
              <a:gdLst>
                <a:gd name="csX0" fmla="*/ 24681 w 27844"/>
                <a:gd name="csY0" fmla="*/ 0 h 33539"/>
                <a:gd name="csX1" fmla="*/ 0 w 27844"/>
                <a:gd name="csY1" fmla="*/ 1898 h 33539"/>
                <a:gd name="csX2" fmla="*/ 0 w 27844"/>
                <a:gd name="csY2" fmla="*/ 17719 h 33539"/>
                <a:gd name="csX3" fmla="*/ 1899 w 27844"/>
                <a:gd name="csY3" fmla="*/ 33540 h 33539"/>
                <a:gd name="csX4" fmla="*/ 27845 w 27844"/>
                <a:gd name="csY4" fmla="*/ 31642 h 33539"/>
                <a:gd name="csX5" fmla="*/ 26579 w 27844"/>
                <a:gd name="csY5" fmla="*/ 15821 h 33539"/>
                <a:gd name="csX6" fmla="*/ 25313 w 27844"/>
                <a:gd name="csY6" fmla="*/ 0 h 33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3539">
                  <a:moveTo>
                    <a:pt x="24681" y="0"/>
                  </a:moveTo>
                  <a:cubicBezTo>
                    <a:pt x="16454" y="633"/>
                    <a:pt x="8227" y="1266"/>
                    <a:pt x="0" y="1898"/>
                  </a:cubicBezTo>
                  <a:lnTo>
                    <a:pt x="0" y="17719"/>
                  </a:lnTo>
                  <a:cubicBezTo>
                    <a:pt x="633" y="17719"/>
                    <a:pt x="1899" y="33540"/>
                    <a:pt x="1899" y="33540"/>
                  </a:cubicBezTo>
                  <a:cubicBezTo>
                    <a:pt x="10758" y="33540"/>
                    <a:pt x="18985" y="32274"/>
                    <a:pt x="27845" y="31642"/>
                  </a:cubicBezTo>
                  <a:lnTo>
                    <a:pt x="26579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752F26E7-C06B-4AA8-BECB-B4B483678853}"/>
                </a:ext>
              </a:extLst>
            </p:cNvPr>
            <p:cNvSpPr/>
            <p:nvPr/>
          </p:nvSpPr>
          <p:spPr>
            <a:xfrm>
              <a:off x="3757965" y="5303363"/>
              <a:ext cx="29110" cy="34805"/>
            </a:xfrm>
            <a:custGeom>
              <a:avLst/>
              <a:gdLst>
                <a:gd name="csX0" fmla="*/ 24680 w 29110"/>
                <a:gd name="csY0" fmla="*/ 0 h 34805"/>
                <a:gd name="csX1" fmla="*/ 0 w 29110"/>
                <a:gd name="csY1" fmla="*/ 3164 h 34805"/>
                <a:gd name="csX2" fmla="*/ 1898 w 29110"/>
                <a:gd name="csY2" fmla="*/ 18985 h 34805"/>
                <a:gd name="csX3" fmla="*/ 3797 w 29110"/>
                <a:gd name="csY3" fmla="*/ 34806 h 34805"/>
                <a:gd name="csX4" fmla="*/ 29110 w 29110"/>
                <a:gd name="csY4" fmla="*/ 31642 h 34805"/>
                <a:gd name="csX5" fmla="*/ 27212 w 29110"/>
                <a:gd name="csY5" fmla="*/ 15821 h 34805"/>
                <a:gd name="csX6" fmla="*/ 25313 w 29110"/>
                <a:gd name="csY6" fmla="*/ 0 h 34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805">
                  <a:moveTo>
                    <a:pt x="24680" y="0"/>
                  </a:moveTo>
                  <a:cubicBezTo>
                    <a:pt x="16453" y="1266"/>
                    <a:pt x="8227" y="1899"/>
                    <a:pt x="0" y="3164"/>
                  </a:cubicBezTo>
                  <a:lnTo>
                    <a:pt x="1898" y="18985"/>
                  </a:lnTo>
                  <a:lnTo>
                    <a:pt x="3797" y="34806"/>
                  </a:lnTo>
                  <a:cubicBezTo>
                    <a:pt x="12657" y="34173"/>
                    <a:pt x="20883" y="32907"/>
                    <a:pt x="29110" y="31642"/>
                  </a:cubicBezTo>
                  <a:lnTo>
                    <a:pt x="27212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7ABB891-355B-7027-73E0-A1E129ED31CD}"/>
              </a:ext>
            </a:extLst>
          </p:cNvPr>
          <p:cNvGrpSpPr/>
          <p:nvPr/>
        </p:nvGrpSpPr>
        <p:grpSpPr>
          <a:xfrm>
            <a:off x="5057776" y="3885532"/>
            <a:ext cx="300183" cy="587694"/>
            <a:chOff x="5057776" y="3885532"/>
            <a:chExt cx="300183" cy="587694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E5056FF-8C00-6CB6-A6C5-C7283C4A185C}"/>
                </a:ext>
              </a:extLst>
            </p:cNvPr>
            <p:cNvSpPr/>
            <p:nvPr/>
          </p:nvSpPr>
          <p:spPr>
            <a:xfrm>
              <a:off x="5057776" y="4283110"/>
              <a:ext cx="183445" cy="190116"/>
            </a:xfrm>
            <a:custGeom>
              <a:avLst/>
              <a:gdLst>
                <a:gd name="csX0" fmla="*/ 167436 w 183445"/>
                <a:gd name="csY0" fmla="*/ 156763 h 190116"/>
                <a:gd name="csX1" fmla="*/ 34021 w 183445"/>
                <a:gd name="csY1" fmla="*/ 150759 h 190116"/>
                <a:gd name="csX2" fmla="*/ 35355 w 183445"/>
                <a:gd name="csY2" fmla="*/ 128079 h 190116"/>
                <a:gd name="csX3" fmla="*/ 46028 w 183445"/>
                <a:gd name="csY3" fmla="*/ 138752 h 190116"/>
                <a:gd name="csX4" fmla="*/ 58036 w 183445"/>
                <a:gd name="csY4" fmla="*/ 150759 h 190116"/>
                <a:gd name="csX5" fmla="*/ 77381 w 183445"/>
                <a:gd name="csY5" fmla="*/ 131414 h 190116"/>
                <a:gd name="csX6" fmla="*/ 65373 w 183445"/>
                <a:gd name="csY6" fmla="*/ 120074 h 190116"/>
                <a:gd name="csX7" fmla="*/ 53366 w 183445"/>
                <a:gd name="csY7" fmla="*/ 108733 h 190116"/>
                <a:gd name="csX8" fmla="*/ 36022 w 183445"/>
                <a:gd name="csY8" fmla="*/ 126077 h 190116"/>
                <a:gd name="csX9" fmla="*/ 40692 w 183445"/>
                <a:gd name="csY9" fmla="*/ 17344 h 190116"/>
                <a:gd name="csX10" fmla="*/ 24682 w 183445"/>
                <a:gd name="csY10" fmla="*/ 0 h 190116"/>
                <a:gd name="csX11" fmla="*/ 7338 w 183445"/>
                <a:gd name="csY11" fmla="*/ 16010 h 190116"/>
                <a:gd name="csX12" fmla="*/ 0 w 183445"/>
                <a:gd name="csY12" fmla="*/ 166102 h 190116"/>
                <a:gd name="csX13" fmla="*/ 16010 w 183445"/>
                <a:gd name="csY13" fmla="*/ 183446 h 190116"/>
                <a:gd name="csX14" fmla="*/ 166102 w 183445"/>
                <a:gd name="csY14" fmla="*/ 190117 h 190116"/>
                <a:gd name="csX15" fmla="*/ 183446 w 183445"/>
                <a:gd name="csY15" fmla="*/ 174107 h 190116"/>
                <a:gd name="csX16" fmla="*/ 167436 w 183445"/>
                <a:gd name="csY16" fmla="*/ 156763 h 19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83445" h="190116">
                  <a:moveTo>
                    <a:pt x="167436" y="156763"/>
                  </a:moveTo>
                  <a:lnTo>
                    <a:pt x="34021" y="150759"/>
                  </a:lnTo>
                  <a:lnTo>
                    <a:pt x="35355" y="128079"/>
                  </a:lnTo>
                  <a:lnTo>
                    <a:pt x="46028" y="138752"/>
                  </a:lnTo>
                  <a:lnTo>
                    <a:pt x="58036" y="150759"/>
                  </a:lnTo>
                  <a:cubicBezTo>
                    <a:pt x="64706" y="144089"/>
                    <a:pt x="70710" y="138085"/>
                    <a:pt x="77381" y="131414"/>
                  </a:cubicBezTo>
                  <a:lnTo>
                    <a:pt x="65373" y="120074"/>
                  </a:lnTo>
                  <a:lnTo>
                    <a:pt x="53366" y="108733"/>
                  </a:lnTo>
                  <a:cubicBezTo>
                    <a:pt x="47362" y="114737"/>
                    <a:pt x="42026" y="120741"/>
                    <a:pt x="36022" y="126077"/>
                  </a:cubicBezTo>
                  <a:lnTo>
                    <a:pt x="40692" y="17344"/>
                  </a:lnTo>
                  <a:cubicBezTo>
                    <a:pt x="40692" y="8005"/>
                    <a:pt x="34021" y="667"/>
                    <a:pt x="24682" y="0"/>
                  </a:cubicBezTo>
                  <a:cubicBezTo>
                    <a:pt x="15343" y="0"/>
                    <a:pt x="8005" y="6671"/>
                    <a:pt x="7338" y="16010"/>
                  </a:cubicBezTo>
                  <a:lnTo>
                    <a:pt x="0" y="166102"/>
                  </a:lnTo>
                  <a:cubicBezTo>
                    <a:pt x="0" y="175441"/>
                    <a:pt x="6671" y="182779"/>
                    <a:pt x="16010" y="183446"/>
                  </a:cubicBezTo>
                  <a:lnTo>
                    <a:pt x="166102" y="190117"/>
                  </a:lnTo>
                  <a:cubicBezTo>
                    <a:pt x="175441" y="190117"/>
                    <a:pt x="182779" y="183446"/>
                    <a:pt x="183446" y="174107"/>
                  </a:cubicBezTo>
                  <a:cubicBezTo>
                    <a:pt x="183446" y="164768"/>
                    <a:pt x="176775" y="157430"/>
                    <a:pt x="167436" y="156763"/>
                  </a:cubicBez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E442792-03F3-9ECB-EB59-29FE7A01B712}"/>
                </a:ext>
              </a:extLst>
            </p:cNvPr>
            <p:cNvSpPr/>
            <p:nvPr/>
          </p:nvSpPr>
          <p:spPr>
            <a:xfrm>
              <a:off x="5223210" y="4224407"/>
              <a:ext cx="42025" cy="40024"/>
            </a:xfrm>
            <a:custGeom>
              <a:avLst/>
              <a:gdLst>
                <a:gd name="csX0" fmla="*/ 13342 w 42025"/>
                <a:gd name="csY0" fmla="*/ 0 h 40024"/>
                <a:gd name="csX1" fmla="*/ 0 w 42025"/>
                <a:gd name="csY1" fmla="*/ 22681 h 40024"/>
                <a:gd name="csX2" fmla="*/ 14009 w 42025"/>
                <a:gd name="csY2" fmla="*/ 31353 h 40024"/>
                <a:gd name="csX3" fmla="*/ 28017 w 42025"/>
                <a:gd name="csY3" fmla="*/ 40025 h 40024"/>
                <a:gd name="csX4" fmla="*/ 42026 w 42025"/>
                <a:gd name="csY4" fmla="*/ 16677 h 40024"/>
                <a:gd name="csX5" fmla="*/ 27350 w 42025"/>
                <a:gd name="csY5" fmla="*/ 8672 h 40024"/>
                <a:gd name="csX6" fmla="*/ 12674 w 42025"/>
                <a:gd name="csY6" fmla="*/ 667 h 4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025" h="40024">
                  <a:moveTo>
                    <a:pt x="13342" y="0"/>
                  </a:moveTo>
                  <a:cubicBezTo>
                    <a:pt x="9339" y="7338"/>
                    <a:pt x="4670" y="15343"/>
                    <a:pt x="0" y="22681"/>
                  </a:cubicBezTo>
                  <a:lnTo>
                    <a:pt x="14009" y="31353"/>
                  </a:lnTo>
                  <a:lnTo>
                    <a:pt x="28017" y="40025"/>
                  </a:lnTo>
                  <a:cubicBezTo>
                    <a:pt x="32687" y="32020"/>
                    <a:pt x="37356" y="24682"/>
                    <a:pt x="42026" y="16677"/>
                  </a:cubicBezTo>
                  <a:lnTo>
                    <a:pt x="27350" y="8672"/>
                  </a:lnTo>
                  <a:lnTo>
                    <a:pt x="12674" y="667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C321A06-0D9A-69E3-6ECF-7F303870B1E4}"/>
                </a:ext>
              </a:extLst>
            </p:cNvPr>
            <p:cNvSpPr/>
            <p:nvPr/>
          </p:nvSpPr>
          <p:spPr>
            <a:xfrm>
              <a:off x="5128486" y="4352486"/>
              <a:ext cx="42692" cy="42692"/>
            </a:xfrm>
            <a:custGeom>
              <a:avLst/>
              <a:gdLst>
                <a:gd name="csX0" fmla="*/ 24682 w 42692"/>
                <a:gd name="csY0" fmla="*/ 42026 h 42692"/>
                <a:gd name="csX1" fmla="*/ 42693 w 42692"/>
                <a:gd name="csY1" fmla="*/ 21346 h 42692"/>
                <a:gd name="csX2" fmla="*/ 30018 w 42692"/>
                <a:gd name="csY2" fmla="*/ 10673 h 42692"/>
                <a:gd name="csX3" fmla="*/ 17344 w 42692"/>
                <a:gd name="csY3" fmla="*/ 0 h 42692"/>
                <a:gd name="csX4" fmla="*/ 0 w 42692"/>
                <a:gd name="csY4" fmla="*/ 20012 h 42692"/>
                <a:gd name="csX5" fmla="*/ 12007 w 42692"/>
                <a:gd name="csY5" fmla="*/ 31353 h 42692"/>
                <a:gd name="csX6" fmla="*/ 24015 w 42692"/>
                <a:gd name="csY6" fmla="*/ 42693 h 42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2692">
                  <a:moveTo>
                    <a:pt x="24682" y="42026"/>
                  </a:moveTo>
                  <a:cubicBezTo>
                    <a:pt x="30685" y="35355"/>
                    <a:pt x="36689" y="28684"/>
                    <a:pt x="42693" y="21346"/>
                  </a:cubicBezTo>
                  <a:lnTo>
                    <a:pt x="30018" y="10673"/>
                  </a:lnTo>
                  <a:lnTo>
                    <a:pt x="17344" y="0"/>
                  </a:lnTo>
                  <a:cubicBezTo>
                    <a:pt x="11340" y="6671"/>
                    <a:pt x="6004" y="13342"/>
                    <a:pt x="0" y="20012"/>
                  </a:cubicBezTo>
                  <a:lnTo>
                    <a:pt x="12007" y="31353"/>
                  </a:lnTo>
                  <a:lnTo>
                    <a:pt x="24015" y="42693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7B408ED-DEFD-A40A-34D1-536322BA42E3}"/>
                </a:ext>
              </a:extLst>
            </p:cNvPr>
            <p:cNvSpPr/>
            <p:nvPr/>
          </p:nvSpPr>
          <p:spPr>
            <a:xfrm>
              <a:off x="5194526" y="4268434"/>
              <a:ext cx="42692" cy="41358"/>
            </a:xfrm>
            <a:custGeom>
              <a:avLst/>
              <a:gdLst>
                <a:gd name="csX0" fmla="*/ 27350 w 42692"/>
                <a:gd name="csY0" fmla="*/ 41359 h 41358"/>
                <a:gd name="csX1" fmla="*/ 42693 w 42692"/>
                <a:gd name="csY1" fmla="*/ 18678 h 41358"/>
                <a:gd name="csX2" fmla="*/ 28684 w 42692"/>
                <a:gd name="csY2" fmla="*/ 9339 h 41358"/>
                <a:gd name="csX3" fmla="*/ 14676 w 42692"/>
                <a:gd name="csY3" fmla="*/ 0 h 41358"/>
                <a:gd name="csX4" fmla="*/ 0 w 42692"/>
                <a:gd name="csY4" fmla="*/ 21346 h 41358"/>
                <a:gd name="csX5" fmla="*/ 13342 w 42692"/>
                <a:gd name="csY5" fmla="*/ 30686 h 41358"/>
                <a:gd name="csX6" fmla="*/ 26683 w 42692"/>
                <a:gd name="csY6" fmla="*/ 40025 h 41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1358">
                  <a:moveTo>
                    <a:pt x="27350" y="41359"/>
                  </a:moveTo>
                  <a:cubicBezTo>
                    <a:pt x="32687" y="34021"/>
                    <a:pt x="38023" y="26683"/>
                    <a:pt x="42693" y="18678"/>
                  </a:cubicBezTo>
                  <a:lnTo>
                    <a:pt x="28684" y="9339"/>
                  </a:lnTo>
                  <a:lnTo>
                    <a:pt x="14676" y="0"/>
                  </a:lnTo>
                  <a:cubicBezTo>
                    <a:pt x="10006" y="7338"/>
                    <a:pt x="4670" y="14676"/>
                    <a:pt x="0" y="21346"/>
                  </a:cubicBezTo>
                  <a:lnTo>
                    <a:pt x="13342" y="30686"/>
                  </a:lnTo>
                  <a:lnTo>
                    <a:pt x="26683" y="40025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E65AE81-0992-4A92-EF60-FC6579156B59}"/>
                </a:ext>
              </a:extLst>
            </p:cNvPr>
            <p:cNvSpPr/>
            <p:nvPr/>
          </p:nvSpPr>
          <p:spPr>
            <a:xfrm>
              <a:off x="5249226" y="4176378"/>
              <a:ext cx="41358" cy="39357"/>
            </a:xfrm>
            <a:custGeom>
              <a:avLst/>
              <a:gdLst>
                <a:gd name="csX0" fmla="*/ 11340 w 41358"/>
                <a:gd name="csY0" fmla="*/ 1334 h 39357"/>
                <a:gd name="csX1" fmla="*/ 0 w 41358"/>
                <a:gd name="csY1" fmla="*/ 24682 h 39357"/>
                <a:gd name="csX2" fmla="*/ 14676 w 41358"/>
                <a:gd name="csY2" fmla="*/ 32020 h 39357"/>
                <a:gd name="csX3" fmla="*/ 29351 w 41358"/>
                <a:gd name="csY3" fmla="*/ 39358 h 39357"/>
                <a:gd name="csX4" fmla="*/ 41359 w 41358"/>
                <a:gd name="csY4" fmla="*/ 14676 h 39357"/>
                <a:gd name="csX5" fmla="*/ 26016 w 41358"/>
                <a:gd name="csY5" fmla="*/ 7338 h 39357"/>
                <a:gd name="csX6" fmla="*/ 10673 w 41358"/>
                <a:gd name="csY6" fmla="*/ 0 h 39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358" h="39357">
                  <a:moveTo>
                    <a:pt x="11340" y="1334"/>
                  </a:moveTo>
                  <a:cubicBezTo>
                    <a:pt x="7338" y="9339"/>
                    <a:pt x="4002" y="17344"/>
                    <a:pt x="0" y="24682"/>
                  </a:cubicBezTo>
                  <a:lnTo>
                    <a:pt x="14676" y="32020"/>
                  </a:lnTo>
                  <a:lnTo>
                    <a:pt x="29351" y="39358"/>
                  </a:lnTo>
                  <a:cubicBezTo>
                    <a:pt x="33354" y="31353"/>
                    <a:pt x="37356" y="23348"/>
                    <a:pt x="41359" y="14676"/>
                  </a:cubicBezTo>
                  <a:lnTo>
                    <a:pt x="26016" y="7338"/>
                  </a:lnTo>
                  <a:lnTo>
                    <a:pt x="10673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96EA802-47FA-36AD-0CB9-1A0FB7F8A2BE}"/>
                </a:ext>
              </a:extLst>
            </p:cNvPr>
            <p:cNvSpPr/>
            <p:nvPr/>
          </p:nvSpPr>
          <p:spPr>
            <a:xfrm>
              <a:off x="5162506" y="4311794"/>
              <a:ext cx="42692" cy="42025"/>
            </a:xfrm>
            <a:custGeom>
              <a:avLst/>
              <a:gdLst>
                <a:gd name="csX0" fmla="*/ 26016 w 42692"/>
                <a:gd name="csY0" fmla="*/ 41359 h 42025"/>
                <a:gd name="csX1" fmla="*/ 42693 w 42692"/>
                <a:gd name="csY1" fmla="*/ 20012 h 42025"/>
                <a:gd name="csX2" fmla="*/ 29351 w 42692"/>
                <a:gd name="csY2" fmla="*/ 10006 h 42025"/>
                <a:gd name="csX3" fmla="*/ 16010 w 42692"/>
                <a:gd name="csY3" fmla="*/ 0 h 42025"/>
                <a:gd name="csX4" fmla="*/ 0 w 42692"/>
                <a:gd name="csY4" fmla="*/ 20679 h 42025"/>
                <a:gd name="csX5" fmla="*/ 12674 w 42692"/>
                <a:gd name="csY5" fmla="*/ 31353 h 42025"/>
                <a:gd name="csX6" fmla="*/ 25349 w 42692"/>
                <a:gd name="csY6" fmla="*/ 42026 h 42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2025">
                  <a:moveTo>
                    <a:pt x="26016" y="41359"/>
                  </a:moveTo>
                  <a:cubicBezTo>
                    <a:pt x="32020" y="34021"/>
                    <a:pt x="37356" y="27350"/>
                    <a:pt x="42693" y="20012"/>
                  </a:cubicBezTo>
                  <a:lnTo>
                    <a:pt x="29351" y="10006"/>
                  </a:lnTo>
                  <a:lnTo>
                    <a:pt x="16010" y="0"/>
                  </a:lnTo>
                  <a:cubicBezTo>
                    <a:pt x="10673" y="6671"/>
                    <a:pt x="5337" y="14009"/>
                    <a:pt x="0" y="20679"/>
                  </a:cubicBezTo>
                  <a:lnTo>
                    <a:pt x="12674" y="31353"/>
                  </a:lnTo>
                  <a:lnTo>
                    <a:pt x="25349" y="42026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3B34127-C850-7513-6CF1-1C72EA68F978}"/>
                </a:ext>
              </a:extLst>
            </p:cNvPr>
            <p:cNvSpPr/>
            <p:nvPr/>
          </p:nvSpPr>
          <p:spPr>
            <a:xfrm>
              <a:off x="5314600" y="3977589"/>
              <a:ext cx="37356" cy="31352"/>
            </a:xfrm>
            <a:custGeom>
              <a:avLst/>
              <a:gdLst>
                <a:gd name="csX0" fmla="*/ 4002 w 37356"/>
                <a:gd name="csY0" fmla="*/ 0 h 31352"/>
                <a:gd name="csX1" fmla="*/ 0 w 37356"/>
                <a:gd name="csY1" fmla="*/ 26016 h 31352"/>
                <a:gd name="csX2" fmla="*/ 16677 w 37356"/>
                <a:gd name="csY2" fmla="*/ 28684 h 31352"/>
                <a:gd name="csX3" fmla="*/ 33354 w 37356"/>
                <a:gd name="csY3" fmla="*/ 31353 h 31352"/>
                <a:gd name="csX4" fmla="*/ 37356 w 37356"/>
                <a:gd name="csY4" fmla="*/ 4002 h 31352"/>
                <a:gd name="csX5" fmla="*/ 20679 w 37356"/>
                <a:gd name="csY5" fmla="*/ 2001 h 31352"/>
                <a:gd name="csX6" fmla="*/ 4002 w 37356"/>
                <a:gd name="csY6" fmla="*/ 0 h 31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56" h="31352">
                  <a:moveTo>
                    <a:pt x="4002" y="0"/>
                  </a:moveTo>
                  <a:cubicBezTo>
                    <a:pt x="2668" y="8672"/>
                    <a:pt x="1334" y="17344"/>
                    <a:pt x="0" y="26016"/>
                  </a:cubicBezTo>
                  <a:lnTo>
                    <a:pt x="16677" y="28684"/>
                  </a:lnTo>
                  <a:lnTo>
                    <a:pt x="33354" y="31353"/>
                  </a:lnTo>
                  <a:cubicBezTo>
                    <a:pt x="34688" y="22681"/>
                    <a:pt x="36022" y="13342"/>
                    <a:pt x="37356" y="4002"/>
                  </a:cubicBezTo>
                  <a:lnTo>
                    <a:pt x="20679" y="2001"/>
                  </a:lnTo>
                  <a:lnTo>
                    <a:pt x="4002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6C0DC9E-5B75-1723-EE75-5BEC026504C2}"/>
                </a:ext>
              </a:extLst>
            </p:cNvPr>
            <p:cNvSpPr/>
            <p:nvPr/>
          </p:nvSpPr>
          <p:spPr>
            <a:xfrm>
              <a:off x="5321270" y="3924890"/>
              <a:ext cx="35354" cy="29351"/>
            </a:xfrm>
            <a:custGeom>
              <a:avLst/>
              <a:gdLst>
                <a:gd name="csX0" fmla="*/ 2001 w 35354"/>
                <a:gd name="csY0" fmla="*/ 667 h 29351"/>
                <a:gd name="csX1" fmla="*/ 0 w 35354"/>
                <a:gd name="csY1" fmla="*/ 26683 h 29351"/>
                <a:gd name="csX2" fmla="*/ 16677 w 35354"/>
                <a:gd name="csY2" fmla="*/ 28017 h 29351"/>
                <a:gd name="csX3" fmla="*/ 33354 w 35354"/>
                <a:gd name="csY3" fmla="*/ 29351 h 29351"/>
                <a:gd name="csX4" fmla="*/ 35355 w 35354"/>
                <a:gd name="csY4" fmla="*/ 2001 h 29351"/>
                <a:gd name="csX5" fmla="*/ 18678 w 35354"/>
                <a:gd name="csY5" fmla="*/ 2001 h 29351"/>
                <a:gd name="csX6" fmla="*/ 2001 w 35354"/>
                <a:gd name="csY6" fmla="*/ 0 h 29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354" h="29351">
                  <a:moveTo>
                    <a:pt x="2001" y="667"/>
                  </a:moveTo>
                  <a:cubicBezTo>
                    <a:pt x="2001" y="9339"/>
                    <a:pt x="667" y="18011"/>
                    <a:pt x="0" y="26683"/>
                  </a:cubicBezTo>
                  <a:lnTo>
                    <a:pt x="16677" y="28017"/>
                  </a:lnTo>
                  <a:lnTo>
                    <a:pt x="33354" y="29351"/>
                  </a:lnTo>
                  <a:cubicBezTo>
                    <a:pt x="34021" y="20012"/>
                    <a:pt x="34688" y="11340"/>
                    <a:pt x="35355" y="2001"/>
                  </a:cubicBezTo>
                  <a:lnTo>
                    <a:pt x="18678" y="2001"/>
                  </a:lnTo>
                  <a:cubicBezTo>
                    <a:pt x="18678" y="1334"/>
                    <a:pt x="2001" y="0"/>
                    <a:pt x="2001" y="0"/>
                  </a:cubicBez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3F5F279-10D0-5DBB-513B-F12810DC619A}"/>
                </a:ext>
              </a:extLst>
            </p:cNvPr>
            <p:cNvSpPr/>
            <p:nvPr/>
          </p:nvSpPr>
          <p:spPr>
            <a:xfrm>
              <a:off x="5324606" y="3885532"/>
              <a:ext cx="33353" cy="14008"/>
            </a:xfrm>
            <a:custGeom>
              <a:avLst/>
              <a:gdLst>
                <a:gd name="csX0" fmla="*/ 16677 w 33353"/>
                <a:gd name="csY0" fmla="*/ 667 h 14008"/>
                <a:gd name="csX1" fmla="*/ 0 w 33353"/>
                <a:gd name="csY1" fmla="*/ 667 h 14008"/>
                <a:gd name="csX2" fmla="*/ 0 w 33353"/>
                <a:gd name="csY2" fmla="*/ 14009 h 14008"/>
                <a:gd name="csX3" fmla="*/ 16677 w 33353"/>
                <a:gd name="csY3" fmla="*/ 14009 h 14008"/>
                <a:gd name="csX4" fmla="*/ 33354 w 33353"/>
                <a:gd name="csY4" fmla="*/ 14009 h 14008"/>
                <a:gd name="csX5" fmla="*/ 33354 w 33353"/>
                <a:gd name="csY5" fmla="*/ 0 h 14008"/>
                <a:gd name="csX6" fmla="*/ 16677 w 33353"/>
                <a:gd name="csY6" fmla="*/ 0 h 14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353" h="14008">
                  <a:moveTo>
                    <a:pt x="16677" y="667"/>
                  </a:moveTo>
                  <a:lnTo>
                    <a:pt x="0" y="667"/>
                  </a:lnTo>
                  <a:cubicBezTo>
                    <a:pt x="0" y="5337"/>
                    <a:pt x="0" y="9339"/>
                    <a:pt x="0" y="14009"/>
                  </a:cubicBezTo>
                  <a:lnTo>
                    <a:pt x="16677" y="14009"/>
                  </a:lnTo>
                  <a:cubicBezTo>
                    <a:pt x="16677" y="14009"/>
                    <a:pt x="33354" y="14009"/>
                    <a:pt x="33354" y="14009"/>
                  </a:cubicBezTo>
                  <a:cubicBezTo>
                    <a:pt x="33354" y="9339"/>
                    <a:pt x="33354" y="4670"/>
                    <a:pt x="33354" y="0"/>
                  </a:cubicBezTo>
                  <a:lnTo>
                    <a:pt x="16677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D1A2512-2447-34AE-F8FD-8784AC8A8A3C}"/>
                </a:ext>
              </a:extLst>
            </p:cNvPr>
            <p:cNvSpPr/>
            <p:nvPr/>
          </p:nvSpPr>
          <p:spPr>
            <a:xfrm>
              <a:off x="5303926" y="4028954"/>
              <a:ext cx="38023" cy="33353"/>
            </a:xfrm>
            <a:custGeom>
              <a:avLst/>
              <a:gdLst>
                <a:gd name="csX0" fmla="*/ 6004 w 38023"/>
                <a:gd name="csY0" fmla="*/ 0 h 33353"/>
                <a:gd name="csX1" fmla="*/ 0 w 38023"/>
                <a:gd name="csY1" fmla="*/ 25349 h 33353"/>
                <a:gd name="csX2" fmla="*/ 16010 w 38023"/>
                <a:gd name="csY2" fmla="*/ 29351 h 33353"/>
                <a:gd name="csX3" fmla="*/ 32020 w 38023"/>
                <a:gd name="csY3" fmla="*/ 33354 h 33353"/>
                <a:gd name="csX4" fmla="*/ 38023 w 38023"/>
                <a:gd name="csY4" fmla="*/ 6671 h 33353"/>
                <a:gd name="csX5" fmla="*/ 22013 w 38023"/>
                <a:gd name="csY5" fmla="*/ 3335 h 33353"/>
                <a:gd name="csX6" fmla="*/ 6004 w 38023"/>
                <a:gd name="csY6" fmla="*/ 0 h 3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023" h="33353">
                  <a:moveTo>
                    <a:pt x="6004" y="0"/>
                  </a:moveTo>
                  <a:cubicBezTo>
                    <a:pt x="4002" y="8672"/>
                    <a:pt x="2001" y="17344"/>
                    <a:pt x="0" y="25349"/>
                  </a:cubicBezTo>
                  <a:lnTo>
                    <a:pt x="16010" y="29351"/>
                  </a:lnTo>
                  <a:lnTo>
                    <a:pt x="32020" y="33354"/>
                  </a:lnTo>
                  <a:cubicBezTo>
                    <a:pt x="34021" y="24682"/>
                    <a:pt x="36022" y="15343"/>
                    <a:pt x="38023" y="6671"/>
                  </a:cubicBezTo>
                  <a:lnTo>
                    <a:pt x="22013" y="3335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A3102F8-FA3D-D94E-E407-505203BB20C5}"/>
                </a:ext>
              </a:extLst>
            </p:cNvPr>
            <p:cNvSpPr/>
            <p:nvPr/>
          </p:nvSpPr>
          <p:spPr>
            <a:xfrm>
              <a:off x="5289251" y="4079652"/>
              <a:ext cx="40024" cy="35355"/>
            </a:xfrm>
            <a:custGeom>
              <a:avLst/>
              <a:gdLst>
                <a:gd name="csX0" fmla="*/ 8005 w 40024"/>
                <a:gd name="csY0" fmla="*/ 0 h 35355"/>
                <a:gd name="csX1" fmla="*/ 0 w 40024"/>
                <a:gd name="csY1" fmla="*/ 24682 h 35355"/>
                <a:gd name="csX2" fmla="*/ 16010 w 40024"/>
                <a:gd name="csY2" fmla="*/ 30018 h 35355"/>
                <a:gd name="csX3" fmla="*/ 32020 w 40024"/>
                <a:gd name="csY3" fmla="*/ 35355 h 35355"/>
                <a:gd name="csX4" fmla="*/ 40025 w 40024"/>
                <a:gd name="csY4" fmla="*/ 9339 h 35355"/>
                <a:gd name="csX5" fmla="*/ 24015 w 40024"/>
                <a:gd name="csY5" fmla="*/ 4670 h 35355"/>
                <a:gd name="csX6" fmla="*/ 8005 w 40024"/>
                <a:gd name="csY6" fmla="*/ 0 h 35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024" h="35355">
                  <a:moveTo>
                    <a:pt x="8005" y="0"/>
                  </a:moveTo>
                  <a:cubicBezTo>
                    <a:pt x="5337" y="8672"/>
                    <a:pt x="2668" y="16677"/>
                    <a:pt x="0" y="24682"/>
                  </a:cubicBezTo>
                  <a:lnTo>
                    <a:pt x="16010" y="30018"/>
                  </a:lnTo>
                  <a:lnTo>
                    <a:pt x="32020" y="35355"/>
                  </a:lnTo>
                  <a:cubicBezTo>
                    <a:pt x="34688" y="26683"/>
                    <a:pt x="37356" y="18011"/>
                    <a:pt x="40025" y="9339"/>
                  </a:cubicBezTo>
                  <a:lnTo>
                    <a:pt x="24015" y="4670"/>
                  </a:lnTo>
                  <a:lnTo>
                    <a:pt x="8005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47F0332-AECE-0289-0F65-1ADD5EDA74DA}"/>
                </a:ext>
              </a:extLst>
            </p:cNvPr>
            <p:cNvSpPr/>
            <p:nvPr/>
          </p:nvSpPr>
          <p:spPr>
            <a:xfrm>
              <a:off x="5270573" y="4129682"/>
              <a:ext cx="40691" cy="37356"/>
            </a:xfrm>
            <a:custGeom>
              <a:avLst/>
              <a:gdLst>
                <a:gd name="csX0" fmla="*/ 10006 w 40691"/>
                <a:gd name="csY0" fmla="*/ 0 h 37356"/>
                <a:gd name="csX1" fmla="*/ 0 w 40691"/>
                <a:gd name="csY1" fmla="*/ 24015 h 37356"/>
                <a:gd name="csX2" fmla="*/ 15343 w 40691"/>
                <a:gd name="csY2" fmla="*/ 30686 h 37356"/>
                <a:gd name="csX3" fmla="*/ 30685 w 40691"/>
                <a:gd name="csY3" fmla="*/ 37356 h 37356"/>
                <a:gd name="csX4" fmla="*/ 40692 w 40691"/>
                <a:gd name="csY4" fmla="*/ 12007 h 37356"/>
                <a:gd name="csX5" fmla="*/ 25349 w 40691"/>
                <a:gd name="csY5" fmla="*/ 6004 h 37356"/>
                <a:gd name="csX6" fmla="*/ 10006 w 40691"/>
                <a:gd name="csY6" fmla="*/ 0 h 373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691" h="37356">
                  <a:moveTo>
                    <a:pt x="10006" y="0"/>
                  </a:moveTo>
                  <a:cubicBezTo>
                    <a:pt x="6671" y="8005"/>
                    <a:pt x="3335" y="16010"/>
                    <a:pt x="0" y="24015"/>
                  </a:cubicBezTo>
                  <a:lnTo>
                    <a:pt x="15343" y="30686"/>
                  </a:lnTo>
                  <a:lnTo>
                    <a:pt x="30685" y="37356"/>
                  </a:lnTo>
                  <a:cubicBezTo>
                    <a:pt x="34021" y="28684"/>
                    <a:pt x="37356" y="20679"/>
                    <a:pt x="40692" y="12007"/>
                  </a:cubicBezTo>
                  <a:lnTo>
                    <a:pt x="25349" y="6004"/>
                  </a:lnTo>
                  <a:lnTo>
                    <a:pt x="10006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7" name="Rectangle: Rounded Corners 166">
            <a:extLst>
              <a:ext uri="{FF2B5EF4-FFF2-40B4-BE49-F238E27FC236}">
                <a16:creationId xmlns:a16="http://schemas.microsoft.com/office/drawing/2014/main" id="{0717F705-1CC8-05DA-DADF-8F76EB463D39}"/>
              </a:ext>
            </a:extLst>
          </p:cNvPr>
          <p:cNvSpPr/>
          <p:nvPr/>
        </p:nvSpPr>
        <p:spPr>
          <a:xfrm>
            <a:off x="7779544" y="4827034"/>
            <a:ext cx="1100137" cy="295275"/>
          </a:xfrm>
          <a:prstGeom prst="roundRect">
            <a:avLst>
              <a:gd name="adj" fmla="val 344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5 mile radius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0C930B8B-31F6-2725-EC51-B56EAD9E79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052436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42E405EF-554E-319D-06B6-E61586548DA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13DC6FBB-6AFD-0823-7D3C-6C5B47D5C97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5418F94C-89BE-7386-A085-4B572EC5371A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5F29209-2DB5-F5E4-F300-E19D498AC176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859FA7CD-2A63-9D51-928F-9983D438C89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2EFF96A-E953-8A9E-66EB-249A2DF76943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5C66ED4-1111-4193-E045-6D641B86D313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82BAF4F-8257-5371-4C69-115C0C5004B9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DC09641-5178-B4B5-C81F-D4D14D71E634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908A69B-BA70-811C-B167-30EB99D82ACF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C45B64F-BCB9-56D5-9F9C-543373A740FC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37B755E-DF9D-9FCF-D4E2-FF3127B1F766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D74C49E-F82F-129C-1704-C293FC01127C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C87E7674-A266-D629-CB96-7CEF6DC4950E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t>Fundraising to support our vision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2" name="Text 2">
            <a:extLst>
              <a:ext uri="{FF2B5EF4-FFF2-40B4-BE49-F238E27FC236}">
                <a16:creationId xmlns:a16="http://schemas.microsoft.com/office/drawing/2014/main" id="{B5557F73-9F36-A511-1F08-899F2046B7B9}"/>
              </a:ext>
            </a:extLst>
          </p:cNvPr>
          <p:cNvSpPr/>
          <p:nvPr/>
        </p:nvSpPr>
        <p:spPr>
          <a:xfrm>
            <a:off x="260351" y="1873251"/>
            <a:ext cx="1289051" cy="1905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1425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"/>
                <a:ea typeface="Funnel Sans" pitchFamily="34" charset="-122"/>
                <a:cs typeface="Funnel Sans" pitchFamily="34" charset="-120"/>
              </a:rPr>
              <a:t>Our Future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2" name="Text 4">
            <a:extLst>
              <a:ext uri="{FF2B5EF4-FFF2-40B4-BE49-F238E27FC236}">
                <a16:creationId xmlns:a16="http://schemas.microsoft.com/office/drawing/2014/main" id="{D48173FD-E0B4-A3A7-3C68-3943F6805819}"/>
              </a:ext>
            </a:extLst>
          </p:cNvPr>
          <p:cNvSpPr/>
          <p:nvPr/>
        </p:nvSpPr>
        <p:spPr>
          <a:xfrm>
            <a:off x="11795533" y="190501"/>
            <a:ext cx="129769" cy="133351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r" defTabSz="914400" rtl="0" eaLnBrk="1" fontAlgn="auto" latinLnBrk="0" hangingPunct="1">
              <a:lnSpc>
                <a:spcPts val="98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B28F4D-21C6-C54E-A52C-53105BD84126}" type="slidenum">
              <a:rPr kumimoji="0" lang="en-US" sz="760" b="0" i="0" u="none" strike="noStrike" kern="1200" cap="none" spc="0" normalizeH="0" baseline="0" noProof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pPr marL="0" marR="0" lvl="0" indent="0" algn="r" defTabSz="914400" rtl="0" eaLnBrk="1" fontAlgn="auto" latinLnBrk="0" hangingPunct="1">
                <a:lnSpc>
                  <a:spcPts val="988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76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6E1D40EC-6D17-A27E-AAD2-CF6866C5EFC2}"/>
              </a:ext>
            </a:extLst>
          </p:cNvPr>
          <p:cNvSpPr>
            <a:spLocks noChangeAspect="1"/>
          </p:cNvSpPr>
          <p:nvPr/>
        </p:nvSpPr>
        <p:spPr>
          <a:xfrm>
            <a:off x="5285995" y="1981201"/>
            <a:ext cx="6915149" cy="4873752"/>
          </a:xfrm>
          <a:custGeom>
            <a:avLst/>
            <a:gdLst>
              <a:gd name="csX0" fmla="*/ 812816 w 6915149"/>
              <a:gd name="csY0" fmla="*/ 0 h 4876799"/>
              <a:gd name="csX1" fmla="*/ 6102333 w 6915149"/>
              <a:gd name="csY1" fmla="*/ 0 h 4876799"/>
              <a:gd name="csX2" fmla="*/ 6915149 w 6915149"/>
              <a:gd name="csY2" fmla="*/ 812816 h 4876799"/>
              <a:gd name="csX3" fmla="*/ 6915149 w 6915149"/>
              <a:gd name="csY3" fmla="*/ 3258311 h 4876799"/>
              <a:gd name="csX4" fmla="*/ 6915149 w 6915149"/>
              <a:gd name="csY4" fmla="*/ 4063983 h 4876799"/>
              <a:gd name="csX5" fmla="*/ 6915149 w 6915149"/>
              <a:gd name="csY5" fmla="*/ 4876799 h 4876799"/>
              <a:gd name="csX6" fmla="*/ 6102333 w 6915149"/>
              <a:gd name="csY6" fmla="*/ 4876799 h 4876799"/>
              <a:gd name="csX7" fmla="*/ 5296661 w 6915149"/>
              <a:gd name="csY7" fmla="*/ 4876799 h 4876799"/>
              <a:gd name="csX8" fmla="*/ 812816 w 6915149"/>
              <a:gd name="csY8" fmla="*/ 4876799 h 4876799"/>
              <a:gd name="csX9" fmla="*/ 0 w 6915149"/>
              <a:gd name="csY9" fmla="*/ 4063983 h 4876799"/>
              <a:gd name="csX10" fmla="*/ 0 w 6915149"/>
              <a:gd name="csY10" fmla="*/ 812816 h 4876799"/>
              <a:gd name="csX11" fmla="*/ 812816 w 6915149"/>
              <a:gd name="csY11" fmla="*/ 0 h 4876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6915149" h="4876799">
                <a:moveTo>
                  <a:pt x="812816" y="0"/>
                </a:moveTo>
                <a:lnTo>
                  <a:pt x="6102333" y="0"/>
                </a:lnTo>
                <a:cubicBezTo>
                  <a:pt x="6551239" y="0"/>
                  <a:pt x="6915149" y="363910"/>
                  <a:pt x="6915149" y="812816"/>
                </a:cubicBezTo>
                <a:lnTo>
                  <a:pt x="6915149" y="3258311"/>
                </a:lnTo>
                <a:lnTo>
                  <a:pt x="6915149" y="4063983"/>
                </a:lnTo>
                <a:lnTo>
                  <a:pt x="6915149" y="4876799"/>
                </a:lnTo>
                <a:lnTo>
                  <a:pt x="6102333" y="4876799"/>
                </a:lnTo>
                <a:lnTo>
                  <a:pt x="5296661" y="4876799"/>
                </a:lnTo>
                <a:lnTo>
                  <a:pt x="812816" y="4876799"/>
                </a:lnTo>
                <a:cubicBezTo>
                  <a:pt x="363910" y="4876799"/>
                  <a:pt x="0" y="4512889"/>
                  <a:pt x="0" y="4063983"/>
                </a:cubicBezTo>
                <a:lnTo>
                  <a:pt x="0" y="812816"/>
                </a:lnTo>
                <a:cubicBezTo>
                  <a:pt x="0" y="363910"/>
                  <a:pt x="363910" y="0"/>
                  <a:pt x="812816" y="0"/>
                </a:cubicBezTo>
                <a:close/>
              </a:path>
            </a:pathLst>
          </a:custGeom>
          <a:blipFill dpi="0" rotWithShape="1">
            <a:blip r:embed="rId3">
              <a:alphaModFix amt="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7678" t="-7504" r="132" b="-5420"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3" name="Graphic 22">
            <a:extLst>
              <a:ext uri="{FF2B5EF4-FFF2-40B4-BE49-F238E27FC236}">
                <a16:creationId xmlns:a16="http://schemas.microsoft.com/office/drawing/2014/main" id="{274D9E69-58AF-7612-F123-7CABD983D0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49474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ED801-AD35-290F-3069-F3CF0FE7B3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s220">
            <a:extLst>
              <a:ext uri="{FF2B5EF4-FFF2-40B4-BE49-F238E27FC236}">
                <a16:creationId xmlns:a16="http://schemas.microsoft.com/office/drawing/2014/main" id="{E86F0278-4A63-7479-0F2A-677FB3CFA688}"/>
              </a:ext>
            </a:extLst>
          </p:cNvPr>
          <p:cNvSpPr>
            <a:spLocks noGrp="1"/>
          </p:cNvSpPr>
          <p:nvPr/>
        </p:nvSpPr>
        <p:spPr>
          <a:xfrm>
            <a:off x="211582" y="3884651"/>
            <a:ext cx="11754505" cy="27786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sz="2400"/>
          </a:p>
        </p:txBody>
      </p:sp>
      <p:graphicFrame>
        <p:nvGraphicFramePr>
          <p:cNvPr id="127" name="Table 126">
            <a:extLst>
              <a:ext uri="{FF2B5EF4-FFF2-40B4-BE49-F238E27FC236}">
                <a16:creationId xmlns:a16="http://schemas.microsoft.com/office/drawing/2014/main" id="{A753AF8E-6686-3136-0407-859509A47018}"/>
              </a:ext>
            </a:extLst>
          </p:cNvPr>
          <p:cNvGraphicFramePr>
            <a:graphicFrameLocks noGrp="1"/>
          </p:cNvGraphicFramePr>
          <p:nvPr/>
        </p:nvGraphicFramePr>
        <p:xfrm>
          <a:off x="211583" y="1929241"/>
          <a:ext cx="11764830" cy="17919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8472">
                  <a:extLst>
                    <a:ext uri="{9D8B030D-6E8A-4147-A177-3AD203B41FA5}">
                      <a16:colId xmlns:a16="http://schemas.microsoft.com/office/drawing/2014/main" val="2827697201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394271676"/>
                    </a:ext>
                  </a:extLst>
                </a:gridCol>
                <a:gridCol w="1383103">
                  <a:extLst>
                    <a:ext uri="{9D8B030D-6E8A-4147-A177-3AD203B41FA5}">
                      <a16:colId xmlns:a16="http://schemas.microsoft.com/office/drawing/2014/main" val="1185223465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1771099264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3490145458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559508547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22228637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1804984808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3179440019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/>
                      <a:endParaRPr lang="en-US" sz="1200" b="1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2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3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4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5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6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7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8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4374282"/>
                  </a:ext>
                </a:extLst>
              </a:tr>
              <a:tr h="758801">
                <a:tc>
                  <a:txBody>
                    <a:bodyPr/>
                    <a:lstStyle/>
                    <a:p>
                      <a:pPr algn="ctr"/>
                      <a:r>
                        <a:rPr lang="en-US" sz="1200" b="1" err="1">
                          <a:latin typeface="+mn-lt"/>
                        </a:rPr>
                        <a:t>Pgm</a:t>
                      </a:r>
                      <a:r>
                        <a:rPr lang="en-US" sz="1200" b="1">
                          <a:latin typeface="+mn-lt"/>
                        </a:rPr>
                        <a:t xml:space="preserve"> 1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039632"/>
                  </a:ext>
                </a:extLst>
              </a:tr>
              <a:tr h="758801">
                <a:tc>
                  <a:txBody>
                    <a:bodyPr/>
                    <a:lstStyle/>
                    <a:p>
                      <a:pPr algn="ctr"/>
                      <a:endParaRPr lang="en-US" sz="1200" b="1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9049"/>
                  </a:ext>
                </a:extLst>
              </a:tr>
            </a:tbl>
          </a:graphicData>
        </a:graphic>
      </p:graphicFrame>
      <p:sp>
        <p:nvSpPr>
          <p:cNvPr id="33" name="Rectangle 32">
            <a:extLst>
              <a:ext uri="{FF2B5EF4-FFF2-40B4-BE49-F238E27FC236}">
                <a16:creationId xmlns:a16="http://schemas.microsoft.com/office/drawing/2014/main" id="{49189A79-CDEB-DCB0-323F-E7D8DA93539C}"/>
              </a:ext>
            </a:extLst>
          </p:cNvPr>
          <p:cNvSpPr/>
          <p:nvPr/>
        </p:nvSpPr>
        <p:spPr>
          <a:xfrm>
            <a:off x="10725426" y="0"/>
            <a:ext cx="1466575" cy="534504"/>
          </a:xfrm>
          <a:prstGeom prst="rect">
            <a:avLst/>
          </a:prstGeom>
          <a:solidFill>
            <a:srgbClr val="F6F3F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>
              <a:solidFill>
                <a:prstClr val="white"/>
              </a:solidFill>
              <a:latin typeface="Funnel Sans"/>
            </a:endParaRPr>
          </a:p>
        </p:txBody>
      </p:sp>
      <p:sp>
        <p:nvSpPr>
          <p:cNvPr id="37" name="Slide Number Placeholder 2">
            <a:extLst>
              <a:ext uri="{FF2B5EF4-FFF2-40B4-BE49-F238E27FC236}">
                <a16:creationId xmlns:a16="http://schemas.microsoft.com/office/drawing/2014/main" id="{405A8541-6A48-78D1-CA12-B30E1F5CCBD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21" y="255985"/>
            <a:ext cx="306703" cy="133985"/>
          </a:xfrm>
        </p:spPr>
        <p:txBody>
          <a:bodyPr/>
          <a:lstStyle/>
          <a:p>
            <a:pPr defTabSz="914377">
              <a:defRPr/>
            </a:pPr>
            <a:fld id="{F41E5F93-45D3-472F-9EA1-BCB47A04FF6B}" type="slidenum">
              <a:rPr lang="en-GB">
                <a:solidFill>
                  <a:srgbClr val="656670"/>
                </a:solidFill>
                <a:latin typeface="Funnel Sans"/>
              </a:rPr>
              <a:pPr defTabSz="914377">
                <a:defRPr/>
              </a:pPr>
              <a:t>28</a:t>
            </a:fld>
            <a:endParaRPr lang="en-GB">
              <a:solidFill>
                <a:srgbClr val="656670"/>
              </a:solidFill>
              <a:latin typeface="Funnel San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A869485-FD5D-C2F0-5C52-0148F6515D0E}"/>
              </a:ext>
            </a:extLst>
          </p:cNvPr>
          <p:cNvSpPr txBox="1"/>
          <p:nvPr/>
        </p:nvSpPr>
        <p:spPr>
          <a:xfrm>
            <a:off x="252239" y="3019531"/>
            <a:ext cx="736455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1067">
                <a:solidFill>
                  <a:srgbClr val="000000"/>
                </a:solidFill>
                <a:latin typeface="Funnel Sans"/>
              </a:rPr>
              <a:t>Value inflection points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C7CCC998-2961-1060-157A-664735FAEF58}"/>
              </a:ext>
            </a:extLst>
          </p:cNvPr>
          <p:cNvSpPr txBox="1">
            <a:spLocks/>
          </p:cNvSpPr>
          <p:nvPr/>
        </p:nvSpPr>
        <p:spPr>
          <a:xfrm>
            <a:off x="261113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96000"/>
              </a:lnSpc>
              <a:spcBef>
                <a:spcPts val="1000"/>
              </a:spcBef>
              <a:buNone/>
              <a:defRPr sz="2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defTabSz="914377">
              <a:defRPr/>
            </a:pPr>
            <a:r>
              <a:rPr lang="en-US">
                <a:solidFill>
                  <a:srgbClr val="000000"/>
                </a:solidFill>
                <a:latin typeface="Funnel Sans Light"/>
              </a:rPr>
              <a:t>The value of a single RLT asset starts high &amp; rises rapidly as it progresses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855EF4B-989B-72A7-232A-4880340BD650}"/>
              </a:ext>
            </a:extLst>
          </p:cNvPr>
          <p:cNvSpPr txBox="1"/>
          <p:nvPr/>
        </p:nvSpPr>
        <p:spPr>
          <a:xfrm>
            <a:off x="259875" y="1071723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914377">
              <a:defRPr/>
            </a:pPr>
            <a:r>
              <a:rPr lang="en-US" sz="1200" spc="-11">
                <a:solidFill>
                  <a:srgbClr val="000000"/>
                </a:solidFill>
                <a:latin typeface="Funnel Sans Medium" pitchFamily="2" charset="0"/>
              </a:rPr>
              <a:t>Our Future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AB8D39D-79F4-4F27-5DD7-41F1F5693FC1}"/>
              </a:ext>
            </a:extLst>
          </p:cNvPr>
          <p:cNvSpPr txBox="1"/>
          <p:nvPr/>
        </p:nvSpPr>
        <p:spPr>
          <a:xfrm>
            <a:off x="4041338" y="3369780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A</a:t>
            </a:r>
          </a:p>
        </p:txBody>
      </p:sp>
      <p:sp>
        <p:nvSpPr>
          <p:cNvPr id="25" name="Isosceles Triangle 24">
            <a:extLst>
              <a:ext uri="{FF2B5EF4-FFF2-40B4-BE49-F238E27FC236}">
                <a16:creationId xmlns:a16="http://schemas.microsoft.com/office/drawing/2014/main" id="{39CF811B-524C-2BA7-A93B-24A7495A15FA}"/>
              </a:ext>
            </a:extLst>
          </p:cNvPr>
          <p:cNvSpPr/>
          <p:nvPr/>
        </p:nvSpPr>
        <p:spPr>
          <a:xfrm>
            <a:off x="2149487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Mouse efficacy data</a:t>
            </a:r>
          </a:p>
        </p:txBody>
      </p:sp>
      <p:sp>
        <p:nvSpPr>
          <p:cNvPr id="66" name="Arrow: Chevron 65">
            <a:extLst>
              <a:ext uri="{FF2B5EF4-FFF2-40B4-BE49-F238E27FC236}">
                <a16:creationId xmlns:a16="http://schemas.microsoft.com/office/drawing/2014/main" id="{3CE50334-401C-21C4-2AF0-F371B33C9659}"/>
              </a:ext>
            </a:extLst>
          </p:cNvPr>
          <p:cNvSpPr/>
          <p:nvPr/>
        </p:nvSpPr>
        <p:spPr>
          <a:xfrm>
            <a:off x="936401" y="2348909"/>
            <a:ext cx="2505919" cy="267515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srgbClr val="000000"/>
                </a:solidFill>
                <a:latin typeface="Funnel Sans"/>
              </a:rPr>
              <a:t>Preclinical</a:t>
            </a:r>
          </a:p>
        </p:txBody>
      </p:sp>
      <p:sp>
        <p:nvSpPr>
          <p:cNvPr id="67" name="Cold Op Bar 220">
            <a:extLst>
              <a:ext uri="{FF2B5EF4-FFF2-40B4-BE49-F238E27FC236}">
                <a16:creationId xmlns:a16="http://schemas.microsoft.com/office/drawing/2014/main" id="{F4699AE8-18FB-6228-51A2-85D4E8EEAB9C}"/>
              </a:ext>
            </a:extLst>
          </p:cNvPr>
          <p:cNvSpPr/>
          <p:nvPr/>
        </p:nvSpPr>
        <p:spPr>
          <a:xfrm>
            <a:off x="3448571" y="2348911"/>
            <a:ext cx="1369304" cy="267513"/>
          </a:xfrm>
          <a:prstGeom prst="roundRect">
            <a:avLst/>
          </a:prstGeom>
          <a:solidFill>
            <a:schemeClr val="accent2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latin typeface="Funnel Sans"/>
              </a:rPr>
              <a:t>Ph 0</a:t>
            </a:r>
          </a:p>
        </p:txBody>
      </p:sp>
      <p:sp>
        <p:nvSpPr>
          <p:cNvPr id="71" name="Cold Op Bar 220">
            <a:extLst>
              <a:ext uri="{FF2B5EF4-FFF2-40B4-BE49-F238E27FC236}">
                <a16:creationId xmlns:a16="http://schemas.microsoft.com/office/drawing/2014/main" id="{8404284A-BC34-C697-2836-DD890F2078D2}"/>
              </a:ext>
            </a:extLst>
          </p:cNvPr>
          <p:cNvSpPr/>
          <p:nvPr/>
        </p:nvSpPr>
        <p:spPr>
          <a:xfrm>
            <a:off x="4824127" y="2348911"/>
            <a:ext cx="2815068" cy="267513"/>
          </a:xfrm>
          <a:prstGeom prst="roundRect">
            <a:avLst/>
          </a:prstGeom>
          <a:solidFill>
            <a:schemeClr val="accent3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Ph 1 / 2</a:t>
            </a:r>
          </a:p>
        </p:txBody>
      </p:sp>
      <p:sp>
        <p:nvSpPr>
          <p:cNvPr id="72" name="Cold Op Bar 220">
            <a:extLst>
              <a:ext uri="{FF2B5EF4-FFF2-40B4-BE49-F238E27FC236}">
                <a16:creationId xmlns:a16="http://schemas.microsoft.com/office/drawing/2014/main" id="{78BD3BE5-9247-80E9-498B-1A13C332E944}"/>
              </a:ext>
            </a:extLst>
          </p:cNvPr>
          <p:cNvSpPr/>
          <p:nvPr/>
        </p:nvSpPr>
        <p:spPr>
          <a:xfrm>
            <a:off x="7645447" y="2348909"/>
            <a:ext cx="3499797" cy="267515"/>
          </a:xfrm>
          <a:prstGeom prst="roundRect">
            <a:avLst/>
          </a:prstGeom>
          <a:solidFill>
            <a:schemeClr val="accent1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Pivotal</a:t>
            </a:r>
          </a:p>
        </p:txBody>
      </p:sp>
      <p:sp>
        <p:nvSpPr>
          <p:cNvPr id="68" name="Flowchart: Alternate Process 22">
            <a:extLst>
              <a:ext uri="{FF2B5EF4-FFF2-40B4-BE49-F238E27FC236}">
                <a16:creationId xmlns:a16="http://schemas.microsoft.com/office/drawing/2014/main" id="{F7FA11D9-534D-4779-570F-1DD2CA6680C0}"/>
              </a:ext>
            </a:extLst>
          </p:cNvPr>
          <p:cNvSpPr/>
          <p:nvPr/>
        </p:nvSpPr>
        <p:spPr>
          <a:xfrm>
            <a:off x="11151498" y="2348909"/>
            <a:ext cx="656823" cy="267515"/>
          </a:xfrm>
          <a:prstGeom prst="roundRect">
            <a:avLst/>
          </a:prstGeom>
          <a:solidFill>
            <a:schemeClr val="accent4">
              <a:lumMod val="5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GB" sz="1200" spc="-3">
                <a:solidFill>
                  <a:prstClr val="white"/>
                </a:solidFill>
                <a:latin typeface="Funnel Sans"/>
              </a:rPr>
              <a:t>NDA</a:t>
            </a:r>
            <a:endParaRPr lang="en-US" sz="1200" spc="-3">
              <a:solidFill>
                <a:prstClr val="white"/>
              </a:solidFill>
              <a:latin typeface="Funnel Sans"/>
            </a:endParaRP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2205BAF2-23E8-21C0-E6B7-751DB5A1C9C3}"/>
              </a:ext>
            </a:extLst>
          </p:cNvPr>
          <p:cNvCxnSpPr>
            <a:cxnSpLocks/>
          </p:cNvCxnSpPr>
          <p:nvPr/>
        </p:nvCxnSpPr>
        <p:spPr>
          <a:xfrm>
            <a:off x="4824127" y="2316819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46ADA7A4-047E-D75F-B3E1-9EC4D1C0A372}"/>
              </a:ext>
            </a:extLst>
          </p:cNvPr>
          <p:cNvSpPr txBox="1"/>
          <p:nvPr/>
        </p:nvSpPr>
        <p:spPr>
          <a:xfrm>
            <a:off x="6872757" y="3369780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B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79F70D47-F00D-9EB7-230C-B6DD84D6E8BF}"/>
              </a:ext>
            </a:extLst>
          </p:cNvPr>
          <p:cNvCxnSpPr>
            <a:cxnSpLocks/>
          </p:cNvCxnSpPr>
          <p:nvPr/>
        </p:nvCxnSpPr>
        <p:spPr>
          <a:xfrm>
            <a:off x="7645447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25A02B49-D5A2-EAC5-BD6C-F74EE59545E9}"/>
              </a:ext>
            </a:extLst>
          </p:cNvPr>
          <p:cNvSpPr txBox="1"/>
          <p:nvPr/>
        </p:nvSpPr>
        <p:spPr>
          <a:xfrm>
            <a:off x="9075159" y="3349481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C / IPO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939097B-077B-CC5B-949E-8C192E3CA640}"/>
              </a:ext>
            </a:extLst>
          </p:cNvPr>
          <p:cNvCxnSpPr>
            <a:cxnSpLocks/>
          </p:cNvCxnSpPr>
          <p:nvPr/>
        </p:nvCxnSpPr>
        <p:spPr>
          <a:xfrm>
            <a:off x="9722196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Isosceles Triangle 40">
            <a:extLst>
              <a:ext uri="{FF2B5EF4-FFF2-40B4-BE49-F238E27FC236}">
                <a16:creationId xmlns:a16="http://schemas.microsoft.com/office/drawing/2014/main" id="{5ECF56EF-809B-304F-3B9A-A81D87AD9B67}"/>
              </a:ext>
            </a:extLst>
          </p:cNvPr>
          <p:cNvSpPr/>
          <p:nvPr/>
        </p:nvSpPr>
        <p:spPr>
          <a:xfrm>
            <a:off x="2386073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AACR Presentation</a:t>
            </a:r>
          </a:p>
        </p:txBody>
      </p:sp>
      <p:sp>
        <p:nvSpPr>
          <p:cNvPr id="42" name="Isosceles Triangle 41">
            <a:extLst>
              <a:ext uri="{FF2B5EF4-FFF2-40B4-BE49-F238E27FC236}">
                <a16:creationId xmlns:a16="http://schemas.microsoft.com/office/drawing/2014/main" id="{1F2B4B2E-3952-F6B7-F19A-381B18EB72EC}"/>
              </a:ext>
            </a:extLst>
          </p:cNvPr>
          <p:cNvSpPr/>
          <p:nvPr/>
        </p:nvSpPr>
        <p:spPr>
          <a:xfrm>
            <a:off x="3643058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FIH Data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5 compounds</a:t>
            </a:r>
          </a:p>
        </p:txBody>
      </p:sp>
      <p:sp>
        <p:nvSpPr>
          <p:cNvPr id="46" name="Isosceles Triangle 45">
            <a:extLst>
              <a:ext uri="{FF2B5EF4-FFF2-40B4-BE49-F238E27FC236}">
                <a16:creationId xmlns:a16="http://schemas.microsoft.com/office/drawing/2014/main" id="{539366B7-65A8-1849-13FC-ED7903CFFE4A}"/>
              </a:ext>
            </a:extLst>
          </p:cNvPr>
          <p:cNvSpPr/>
          <p:nvPr/>
        </p:nvSpPr>
        <p:spPr>
          <a:xfrm>
            <a:off x="4748494" y="297969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DC selected</a:t>
            </a:r>
          </a:p>
        </p:txBody>
      </p:sp>
      <p:sp>
        <p:nvSpPr>
          <p:cNvPr id="47" name="Isosceles Triangle 46">
            <a:extLst>
              <a:ext uri="{FF2B5EF4-FFF2-40B4-BE49-F238E27FC236}">
                <a16:creationId xmlns:a16="http://schemas.microsoft.com/office/drawing/2014/main" id="{6E0D68B3-C966-0986-F787-A65D2A603D4F}"/>
              </a:ext>
            </a:extLst>
          </p:cNvPr>
          <p:cNvSpPr/>
          <p:nvPr/>
        </p:nvSpPr>
        <p:spPr>
          <a:xfrm>
            <a:off x="5094373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SMMNI or EANM Presentation</a:t>
            </a:r>
          </a:p>
        </p:txBody>
      </p:sp>
      <p:sp>
        <p:nvSpPr>
          <p:cNvPr id="48" name="Isosceles Triangle 47">
            <a:extLst>
              <a:ext uri="{FF2B5EF4-FFF2-40B4-BE49-F238E27FC236}">
                <a16:creationId xmlns:a16="http://schemas.microsoft.com/office/drawing/2014/main" id="{372F79E6-8AB5-8840-1ED5-FF9B8D2B126B}"/>
              </a:ext>
            </a:extLst>
          </p:cNvPr>
          <p:cNvSpPr/>
          <p:nvPr/>
        </p:nvSpPr>
        <p:spPr>
          <a:xfrm>
            <a:off x="5355597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RP2D selection</a:t>
            </a:r>
          </a:p>
        </p:txBody>
      </p:sp>
      <p:sp>
        <p:nvSpPr>
          <p:cNvPr id="49" name="Isosceles Triangle 48">
            <a:extLst>
              <a:ext uri="{FF2B5EF4-FFF2-40B4-BE49-F238E27FC236}">
                <a16:creationId xmlns:a16="http://schemas.microsoft.com/office/drawing/2014/main" id="{240B7C37-9F4D-9F14-4736-62025C8AB6EC}"/>
              </a:ext>
            </a:extLst>
          </p:cNvPr>
          <p:cNvSpPr/>
          <p:nvPr/>
        </p:nvSpPr>
        <p:spPr>
          <a:xfrm>
            <a:off x="7567735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1</a:t>
            </a:r>
            <a:r>
              <a:rPr lang="en-US" sz="1051" baseline="30000">
                <a:solidFill>
                  <a:srgbClr val="000000"/>
                </a:solidFill>
                <a:latin typeface="Funnel Sans"/>
              </a:rPr>
              <a:t>st</a:t>
            </a: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Human 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Efficacy Data</a:t>
            </a:r>
          </a:p>
        </p:txBody>
      </p:sp>
      <p:sp>
        <p:nvSpPr>
          <p:cNvPr id="50" name="Isosceles Triangle 49">
            <a:extLst>
              <a:ext uri="{FF2B5EF4-FFF2-40B4-BE49-F238E27FC236}">
                <a16:creationId xmlns:a16="http://schemas.microsoft.com/office/drawing/2014/main" id="{BFC49B49-A188-6E74-EF3A-EEB134881BFD}"/>
              </a:ext>
            </a:extLst>
          </p:cNvPr>
          <p:cNvSpPr/>
          <p:nvPr/>
        </p:nvSpPr>
        <p:spPr>
          <a:xfrm>
            <a:off x="6597541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Interim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Efficacy Data</a:t>
            </a:r>
          </a:p>
        </p:txBody>
      </p:sp>
      <p:sp>
        <p:nvSpPr>
          <p:cNvPr id="51" name="Isosceles Triangle 50">
            <a:extLst>
              <a:ext uri="{FF2B5EF4-FFF2-40B4-BE49-F238E27FC236}">
                <a16:creationId xmlns:a16="http://schemas.microsoft.com/office/drawing/2014/main" id="{B093872F-B91D-B7E2-EDD7-5A9F7B511EE9}"/>
              </a:ext>
            </a:extLst>
          </p:cNvPr>
          <p:cNvSpPr/>
          <p:nvPr/>
        </p:nvSpPr>
        <p:spPr>
          <a:xfrm>
            <a:off x="7726831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ASCO Presentation</a:t>
            </a:r>
          </a:p>
        </p:txBody>
      </p:sp>
      <p:sp>
        <p:nvSpPr>
          <p:cNvPr id="52" name="Isosceles Triangle 51">
            <a:extLst>
              <a:ext uri="{FF2B5EF4-FFF2-40B4-BE49-F238E27FC236}">
                <a16:creationId xmlns:a16="http://schemas.microsoft.com/office/drawing/2014/main" id="{6E918C44-CE57-BD47-CCC6-085D7F51954B}"/>
              </a:ext>
            </a:extLst>
          </p:cNvPr>
          <p:cNvSpPr/>
          <p:nvPr/>
        </p:nvSpPr>
        <p:spPr>
          <a:xfrm>
            <a:off x="9411353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Interim data</a:t>
            </a:r>
          </a:p>
        </p:txBody>
      </p:sp>
      <p:sp>
        <p:nvSpPr>
          <p:cNvPr id="53" name="Isosceles Triangle 52">
            <a:extLst>
              <a:ext uri="{FF2B5EF4-FFF2-40B4-BE49-F238E27FC236}">
                <a16:creationId xmlns:a16="http://schemas.microsoft.com/office/drawing/2014/main" id="{F15D5A8C-131B-BCF8-9384-A0CBDB34AAD0}"/>
              </a:ext>
            </a:extLst>
          </p:cNvPr>
          <p:cNvSpPr/>
          <p:nvPr/>
        </p:nvSpPr>
        <p:spPr>
          <a:xfrm>
            <a:off x="9793455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ASCO Presentation</a:t>
            </a:r>
          </a:p>
        </p:txBody>
      </p:sp>
      <p:sp>
        <p:nvSpPr>
          <p:cNvPr id="54" name="Isosceles Triangle 53">
            <a:extLst>
              <a:ext uri="{FF2B5EF4-FFF2-40B4-BE49-F238E27FC236}">
                <a16:creationId xmlns:a16="http://schemas.microsoft.com/office/drawing/2014/main" id="{45C0E9E3-F6E1-7494-01D9-2FC16FF94272}"/>
              </a:ext>
            </a:extLst>
          </p:cNvPr>
          <p:cNvSpPr/>
          <p:nvPr/>
        </p:nvSpPr>
        <p:spPr>
          <a:xfrm>
            <a:off x="10964671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algn="r"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 Full data     </a:t>
            </a:r>
          </a:p>
        </p:txBody>
      </p:sp>
      <p:sp>
        <p:nvSpPr>
          <p:cNvPr id="55" name="Isosceles Triangle 54">
            <a:extLst>
              <a:ext uri="{FF2B5EF4-FFF2-40B4-BE49-F238E27FC236}">
                <a16:creationId xmlns:a16="http://schemas.microsoft.com/office/drawing/2014/main" id="{08029953-13AA-F18B-A2D9-6AE43B11E605}"/>
              </a:ext>
            </a:extLst>
          </p:cNvPr>
          <p:cNvSpPr/>
          <p:nvPr/>
        </p:nvSpPr>
        <p:spPr>
          <a:xfrm>
            <a:off x="11748711" y="2665839"/>
            <a:ext cx="155423" cy="133985"/>
          </a:xfrm>
          <a:prstGeom prst="triangle">
            <a:avLst/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algn="r"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 xml:space="preserve">Approval     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3D7BF80-F196-92C2-A93C-B803036380E4}"/>
              </a:ext>
            </a:extLst>
          </p:cNvPr>
          <p:cNvSpPr txBox="1"/>
          <p:nvPr/>
        </p:nvSpPr>
        <p:spPr>
          <a:xfrm>
            <a:off x="1265283" y="3369780"/>
            <a:ext cx="778515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Seed</a:t>
            </a: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EEAA0647-B804-7504-195B-660CFDF49F24}"/>
              </a:ext>
            </a:extLst>
          </p:cNvPr>
          <p:cNvCxnSpPr>
            <a:cxnSpLocks/>
          </p:cNvCxnSpPr>
          <p:nvPr/>
        </p:nvCxnSpPr>
        <p:spPr>
          <a:xfrm>
            <a:off x="1441380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vcLabel">
            <a:extLst>
              <a:ext uri="{FF2B5EF4-FFF2-40B4-BE49-F238E27FC236}">
                <a16:creationId xmlns:a16="http://schemas.microsoft.com/office/drawing/2014/main" id="{24923B03-3CAF-6B8D-7F98-343D91FA436B}"/>
              </a:ext>
            </a:extLst>
          </p:cNvPr>
          <p:cNvSpPr>
            <a:spLocks noGrp="1"/>
          </p:cNvSpPr>
          <p:nvPr/>
        </p:nvSpPr>
        <p:spPr>
          <a:xfrm>
            <a:off x="304800" y="3937438"/>
            <a:ext cx="5926667" cy="2032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r>
              <a:rPr lang="en-US" sz="1133" b="1">
                <a:latin typeface="Funnel Sans"/>
              </a:rPr>
              <a:t>Program Value By Stage of Development – Comparative Deals</a:t>
            </a:r>
            <a:endParaRPr lang="en-US" sz="1000" i="1">
              <a:latin typeface="Funnel Sans"/>
            </a:endParaRPr>
          </a:p>
        </p:txBody>
      </p:sp>
      <p:sp>
        <p:nvSpPr>
          <p:cNvPr id="64" name="s225">
            <a:extLst>
              <a:ext uri="{FF2B5EF4-FFF2-40B4-BE49-F238E27FC236}">
                <a16:creationId xmlns:a16="http://schemas.microsoft.com/office/drawing/2014/main" id="{8D6B0E81-182A-17E6-0FFB-8EFEDF51F22C}"/>
              </a:ext>
            </a:extLst>
          </p:cNvPr>
          <p:cNvSpPr>
            <a:spLocks noGrp="1"/>
          </p:cNvSpPr>
          <p:nvPr/>
        </p:nvSpPr>
        <p:spPr>
          <a:xfrm>
            <a:off x="316019" y="5306536"/>
            <a:ext cx="519154" cy="136896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200" b="1">
                <a:latin typeface="Funnel Sans"/>
              </a:rPr>
              <a:t>Value</a:t>
            </a:r>
            <a:endParaRPr lang="en-US" sz="1400" b="1">
              <a:latin typeface="Funnel Sans"/>
            </a:endParaRPr>
          </a:p>
        </p:txBody>
      </p:sp>
      <p:sp>
        <p:nvSpPr>
          <p:cNvPr id="65" name="s226">
            <a:extLst>
              <a:ext uri="{FF2B5EF4-FFF2-40B4-BE49-F238E27FC236}">
                <a16:creationId xmlns:a16="http://schemas.microsoft.com/office/drawing/2014/main" id="{8F0BF622-364B-E7F3-A9DC-E8D829F2F8C7}"/>
              </a:ext>
            </a:extLst>
          </p:cNvPr>
          <p:cNvSpPr>
            <a:spLocks noGrp="1"/>
          </p:cNvSpPr>
          <p:nvPr/>
        </p:nvSpPr>
        <p:spPr>
          <a:xfrm>
            <a:off x="496133" y="6400800"/>
            <a:ext cx="440267" cy="18626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933">
                <a:latin typeface="Funnel Sans"/>
              </a:rPr>
              <a:t>$0</a:t>
            </a:r>
          </a:p>
        </p:txBody>
      </p:sp>
      <p:sp>
        <p:nvSpPr>
          <p:cNvPr id="91" name="footer">
            <a:extLst>
              <a:ext uri="{FF2B5EF4-FFF2-40B4-BE49-F238E27FC236}">
                <a16:creationId xmlns:a16="http://schemas.microsoft.com/office/drawing/2014/main" id="{21976CAF-625B-1C78-972C-2D6714D8957C}"/>
              </a:ext>
            </a:extLst>
          </p:cNvPr>
          <p:cNvSpPr>
            <a:spLocks noGrp="1"/>
          </p:cNvSpPr>
          <p:nvPr/>
        </p:nvSpPr>
        <p:spPr>
          <a:xfrm>
            <a:off x="5852810" y="6546670"/>
            <a:ext cx="5858160" cy="3556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r>
              <a:rPr lang="en-US" sz="933" i="1">
                <a:latin typeface="Funnel Sans"/>
              </a:rPr>
              <a:t>Source: Company disclosures, public filings. Deal values as of announcement date. Illustrative timeline only.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A0BB0141-4008-7B41-2139-872A278D511A}"/>
              </a:ext>
            </a:extLst>
          </p:cNvPr>
          <p:cNvSpPr txBox="1"/>
          <p:nvPr/>
        </p:nvSpPr>
        <p:spPr>
          <a:xfrm>
            <a:off x="179821" y="1904463"/>
            <a:ext cx="1037825" cy="256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67" i="1">
                <a:latin typeface="Funnel Sans"/>
              </a:rPr>
              <a:t>(illustrative)</a:t>
            </a:r>
            <a:endParaRPr lang="en-US" sz="2400"/>
          </a:p>
        </p:txBody>
      </p:sp>
      <p:sp>
        <p:nvSpPr>
          <p:cNvPr id="117" name="Arrow: Chevron 65">
            <a:extLst>
              <a:ext uri="{FF2B5EF4-FFF2-40B4-BE49-F238E27FC236}">
                <a16:creationId xmlns:a16="http://schemas.microsoft.com/office/drawing/2014/main" id="{27A81BB1-DEDD-EA9A-C23D-CF64F179220F}"/>
              </a:ext>
            </a:extLst>
          </p:cNvPr>
          <p:cNvSpPr/>
          <p:nvPr/>
        </p:nvSpPr>
        <p:spPr>
          <a:xfrm>
            <a:off x="977675" y="4187131"/>
            <a:ext cx="2560320" cy="267515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srgbClr val="000000"/>
                </a:solidFill>
                <a:latin typeface="Funnel Sans"/>
              </a:rPr>
              <a:t>Preclinical</a:t>
            </a:r>
          </a:p>
        </p:txBody>
      </p:sp>
      <p:sp>
        <p:nvSpPr>
          <p:cNvPr id="118" name="Cold Op Bar 220">
            <a:extLst>
              <a:ext uri="{FF2B5EF4-FFF2-40B4-BE49-F238E27FC236}">
                <a16:creationId xmlns:a16="http://schemas.microsoft.com/office/drawing/2014/main" id="{C68B8D7C-51FB-ECDD-AC6A-FB182F8119D4}"/>
              </a:ext>
            </a:extLst>
          </p:cNvPr>
          <p:cNvSpPr/>
          <p:nvPr/>
        </p:nvSpPr>
        <p:spPr>
          <a:xfrm>
            <a:off x="3675188" y="4187132"/>
            <a:ext cx="2560320" cy="267513"/>
          </a:xfrm>
          <a:prstGeom prst="roundRect">
            <a:avLst/>
          </a:prstGeom>
          <a:solidFill>
            <a:schemeClr val="accent2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latin typeface="Funnel Sans"/>
              </a:rPr>
              <a:t>Ph 0</a:t>
            </a:r>
          </a:p>
        </p:txBody>
      </p:sp>
      <p:sp>
        <p:nvSpPr>
          <p:cNvPr id="119" name="Cold Op Bar 220">
            <a:extLst>
              <a:ext uri="{FF2B5EF4-FFF2-40B4-BE49-F238E27FC236}">
                <a16:creationId xmlns:a16="http://schemas.microsoft.com/office/drawing/2014/main" id="{26FE6F1C-233A-14D1-CE59-27FCA452180E}"/>
              </a:ext>
            </a:extLst>
          </p:cNvPr>
          <p:cNvSpPr/>
          <p:nvPr/>
        </p:nvSpPr>
        <p:spPr>
          <a:xfrm>
            <a:off x="6367390" y="4187132"/>
            <a:ext cx="2560320" cy="267513"/>
          </a:xfrm>
          <a:prstGeom prst="roundRect">
            <a:avLst/>
          </a:prstGeom>
          <a:solidFill>
            <a:schemeClr val="accent3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Ph 1 / 2</a:t>
            </a:r>
          </a:p>
        </p:txBody>
      </p:sp>
      <p:sp>
        <p:nvSpPr>
          <p:cNvPr id="120" name="Cold Op Bar 220">
            <a:extLst>
              <a:ext uri="{FF2B5EF4-FFF2-40B4-BE49-F238E27FC236}">
                <a16:creationId xmlns:a16="http://schemas.microsoft.com/office/drawing/2014/main" id="{51681B86-E1F7-8100-13AB-9148695154B6}"/>
              </a:ext>
            </a:extLst>
          </p:cNvPr>
          <p:cNvSpPr/>
          <p:nvPr/>
        </p:nvSpPr>
        <p:spPr>
          <a:xfrm>
            <a:off x="9070213" y="4187131"/>
            <a:ext cx="2560320" cy="267515"/>
          </a:xfrm>
          <a:prstGeom prst="roundRect">
            <a:avLst/>
          </a:prstGeom>
          <a:solidFill>
            <a:schemeClr val="accent1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Pivotal</a:t>
            </a:r>
          </a:p>
        </p:txBody>
      </p:sp>
      <p:sp>
        <p:nvSpPr>
          <p:cNvPr id="122" name="s226">
            <a:extLst>
              <a:ext uri="{FF2B5EF4-FFF2-40B4-BE49-F238E27FC236}">
                <a16:creationId xmlns:a16="http://schemas.microsoft.com/office/drawing/2014/main" id="{5A6A655D-F513-B82E-F75C-71093658C2D3}"/>
              </a:ext>
            </a:extLst>
          </p:cNvPr>
          <p:cNvSpPr>
            <a:spLocks noGrp="1"/>
          </p:cNvSpPr>
          <p:nvPr/>
        </p:nvSpPr>
        <p:spPr>
          <a:xfrm>
            <a:off x="496133" y="4510268"/>
            <a:ext cx="440267" cy="18626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933">
                <a:latin typeface="Funnel Sans"/>
              </a:rPr>
              <a:t>$4B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0BAB9446-3688-2004-2B89-0BF517D00EC2}"/>
              </a:ext>
            </a:extLst>
          </p:cNvPr>
          <p:cNvCxnSpPr/>
          <p:nvPr/>
        </p:nvCxnSpPr>
        <p:spPr>
          <a:xfrm>
            <a:off x="179821" y="3825821"/>
            <a:ext cx="11796592" cy="0"/>
          </a:xfrm>
          <a:prstGeom prst="line">
            <a:avLst/>
          </a:prstGeom>
          <a:ln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3DE958B-46EA-57AC-1B08-884CB0BBA12F}"/>
              </a:ext>
            </a:extLst>
          </p:cNvPr>
          <p:cNvSpPr/>
          <p:nvPr/>
        </p:nvSpPr>
        <p:spPr>
          <a:xfrm>
            <a:off x="998504" y="4454645"/>
            <a:ext cx="2518663" cy="2044004"/>
          </a:xfrm>
          <a:prstGeom prst="rect">
            <a:avLst/>
          </a:prstGeom>
          <a:solidFill>
            <a:srgbClr val="E0E0E3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AD72CF1-AFE2-D005-0C1C-9004585B4992}"/>
              </a:ext>
            </a:extLst>
          </p:cNvPr>
          <p:cNvSpPr/>
          <p:nvPr/>
        </p:nvSpPr>
        <p:spPr>
          <a:xfrm>
            <a:off x="3696017" y="4454645"/>
            <a:ext cx="2518663" cy="2044004"/>
          </a:xfrm>
          <a:prstGeom prst="rect">
            <a:avLst/>
          </a:prstGeom>
          <a:solidFill>
            <a:srgbClr val="EFF4E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D209822-499D-BF5D-D35E-9C54467522DB}"/>
              </a:ext>
            </a:extLst>
          </p:cNvPr>
          <p:cNvSpPr/>
          <p:nvPr/>
        </p:nvSpPr>
        <p:spPr>
          <a:xfrm>
            <a:off x="6388219" y="4454645"/>
            <a:ext cx="2518663" cy="2044004"/>
          </a:xfrm>
          <a:prstGeom prst="rect">
            <a:avLst/>
          </a:prstGeom>
          <a:solidFill>
            <a:srgbClr val="DFE8E2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02F4E6B-2942-05D7-3422-6E53386AAEE0}"/>
              </a:ext>
            </a:extLst>
          </p:cNvPr>
          <p:cNvSpPr/>
          <p:nvPr/>
        </p:nvSpPr>
        <p:spPr>
          <a:xfrm>
            <a:off x="9091042" y="4454645"/>
            <a:ext cx="2518663" cy="2044004"/>
          </a:xfrm>
          <a:prstGeom prst="rect">
            <a:avLst/>
          </a:prstGeom>
          <a:solidFill>
            <a:srgbClr val="002924">
              <a:alpha val="1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dot0">
            <a:extLst>
              <a:ext uri="{FF2B5EF4-FFF2-40B4-BE49-F238E27FC236}">
                <a16:creationId xmlns:a16="http://schemas.microsoft.com/office/drawing/2014/main" id="{57A63BA0-8FDC-CD50-E234-B1F75FA47A00}"/>
              </a:ext>
            </a:extLst>
          </p:cNvPr>
          <p:cNvSpPr>
            <a:spLocks noGrp="1"/>
          </p:cNvSpPr>
          <p:nvPr/>
        </p:nvSpPr>
        <p:spPr>
          <a:xfrm>
            <a:off x="958056" y="6204336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11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78" name="s234">
            <a:extLst>
              <a:ext uri="{FF2B5EF4-FFF2-40B4-BE49-F238E27FC236}">
                <a16:creationId xmlns:a16="http://schemas.microsoft.com/office/drawing/2014/main" id="{2EB93354-23C7-2B2A-07F6-173FC8FFFEEC}"/>
              </a:ext>
            </a:extLst>
          </p:cNvPr>
          <p:cNvSpPr>
            <a:spLocks noGrp="1"/>
          </p:cNvSpPr>
          <p:nvPr/>
        </p:nvSpPr>
        <p:spPr>
          <a:xfrm>
            <a:off x="1170708" y="6211695"/>
            <a:ext cx="1354667" cy="319741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$0.5B</a:t>
            </a:r>
          </a:p>
          <a:p>
            <a:r>
              <a:rPr lang="en-US" sz="1100"/>
              <a:t xml:space="preserve">Regeneron · </a:t>
            </a:r>
            <a:r>
              <a:rPr lang="en-US" sz="1100" err="1"/>
              <a:t>Telix</a:t>
            </a:r>
            <a:endParaRPr lang="en-US" sz="1100"/>
          </a:p>
        </p:txBody>
      </p:sp>
      <p:sp>
        <p:nvSpPr>
          <p:cNvPr id="79" name="dot1">
            <a:extLst>
              <a:ext uri="{FF2B5EF4-FFF2-40B4-BE49-F238E27FC236}">
                <a16:creationId xmlns:a16="http://schemas.microsoft.com/office/drawing/2014/main" id="{062ABF67-229B-D988-FD60-E86348FA8F99}"/>
              </a:ext>
            </a:extLst>
          </p:cNvPr>
          <p:cNvSpPr>
            <a:spLocks noGrp="1"/>
          </p:cNvSpPr>
          <p:nvPr/>
        </p:nvSpPr>
        <p:spPr>
          <a:xfrm>
            <a:off x="2439896" y="5497762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3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80" name="s236">
            <a:extLst>
              <a:ext uri="{FF2B5EF4-FFF2-40B4-BE49-F238E27FC236}">
                <a16:creationId xmlns:a16="http://schemas.microsoft.com/office/drawing/2014/main" id="{FD5C2E27-3BAC-7DAA-19B9-9AB6684E0362}"/>
              </a:ext>
            </a:extLst>
          </p:cNvPr>
          <p:cNvSpPr>
            <a:spLocks noGrp="1"/>
          </p:cNvSpPr>
          <p:nvPr/>
        </p:nvSpPr>
        <p:spPr>
          <a:xfrm>
            <a:off x="1875028" y="5374984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82" name="dot2">
            <a:extLst>
              <a:ext uri="{FF2B5EF4-FFF2-40B4-BE49-F238E27FC236}">
                <a16:creationId xmlns:a16="http://schemas.microsoft.com/office/drawing/2014/main" id="{A39707ED-0050-75BD-5D35-C38D61D29A12}"/>
              </a:ext>
            </a:extLst>
          </p:cNvPr>
          <p:cNvSpPr>
            <a:spLocks noGrp="1"/>
          </p:cNvSpPr>
          <p:nvPr/>
        </p:nvSpPr>
        <p:spPr>
          <a:xfrm>
            <a:off x="8572894" y="4573801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4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84" name="s240">
            <a:extLst>
              <a:ext uri="{FF2B5EF4-FFF2-40B4-BE49-F238E27FC236}">
                <a16:creationId xmlns:a16="http://schemas.microsoft.com/office/drawing/2014/main" id="{5E62B920-0E15-0927-3CB1-1E56D90CD294}"/>
              </a:ext>
            </a:extLst>
          </p:cNvPr>
          <p:cNvSpPr>
            <a:spLocks noGrp="1"/>
          </p:cNvSpPr>
          <p:nvPr/>
        </p:nvSpPr>
        <p:spPr>
          <a:xfrm>
            <a:off x="2704165" y="5481500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$1.7B</a:t>
            </a:r>
          </a:p>
          <a:p>
            <a:r>
              <a:rPr lang="en-US" sz="1100"/>
              <a:t>Novartis · Mariana</a:t>
            </a:r>
          </a:p>
        </p:txBody>
      </p:sp>
      <p:sp>
        <p:nvSpPr>
          <p:cNvPr id="85" name="dot3">
            <a:extLst>
              <a:ext uri="{FF2B5EF4-FFF2-40B4-BE49-F238E27FC236}">
                <a16:creationId xmlns:a16="http://schemas.microsoft.com/office/drawing/2014/main" id="{83F35621-C101-A0E6-BC1E-023A2C654B88}"/>
              </a:ext>
            </a:extLst>
          </p:cNvPr>
          <p:cNvSpPr>
            <a:spLocks noGrp="1"/>
          </p:cNvSpPr>
          <p:nvPr/>
        </p:nvSpPr>
        <p:spPr>
          <a:xfrm>
            <a:off x="6172610" y="5182776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10</a:t>
            </a:r>
            <a:endParaRPr sz="1200" b="1"/>
          </a:p>
        </p:txBody>
      </p:sp>
      <p:sp>
        <p:nvSpPr>
          <p:cNvPr id="87" name="s243">
            <a:extLst>
              <a:ext uri="{FF2B5EF4-FFF2-40B4-BE49-F238E27FC236}">
                <a16:creationId xmlns:a16="http://schemas.microsoft.com/office/drawing/2014/main" id="{F3931278-C096-9A09-89C4-85AFDCB35B9E}"/>
              </a:ext>
            </a:extLst>
          </p:cNvPr>
          <p:cNvSpPr>
            <a:spLocks noGrp="1"/>
          </p:cNvSpPr>
          <p:nvPr/>
        </p:nvSpPr>
        <p:spPr>
          <a:xfrm>
            <a:off x="6406789" y="5183030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$2.4B</a:t>
            </a:r>
          </a:p>
          <a:p>
            <a:r>
              <a:rPr lang="en-US" sz="1100"/>
              <a:t>AZ · Fusion</a:t>
            </a:r>
          </a:p>
        </p:txBody>
      </p:sp>
      <p:sp>
        <p:nvSpPr>
          <p:cNvPr id="88" name="dot4">
            <a:extLst>
              <a:ext uri="{FF2B5EF4-FFF2-40B4-BE49-F238E27FC236}">
                <a16:creationId xmlns:a16="http://schemas.microsoft.com/office/drawing/2014/main" id="{CBF601E3-B961-A48C-0D82-BA351BA57222}"/>
              </a:ext>
            </a:extLst>
          </p:cNvPr>
          <p:cNvSpPr>
            <a:spLocks noGrp="1"/>
          </p:cNvSpPr>
          <p:nvPr/>
        </p:nvSpPr>
        <p:spPr>
          <a:xfrm>
            <a:off x="9309753" y="5220492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2</a:t>
            </a:r>
            <a:endParaRPr sz="1200" b="1"/>
          </a:p>
        </p:txBody>
      </p:sp>
      <p:sp>
        <p:nvSpPr>
          <p:cNvPr id="90" name="s246">
            <a:extLst>
              <a:ext uri="{FF2B5EF4-FFF2-40B4-BE49-F238E27FC236}">
                <a16:creationId xmlns:a16="http://schemas.microsoft.com/office/drawing/2014/main" id="{7DA3A54E-FCE5-D9D9-8E4C-D4C7EC67E750}"/>
              </a:ext>
            </a:extLst>
          </p:cNvPr>
          <p:cNvSpPr>
            <a:spLocks noGrp="1"/>
          </p:cNvSpPr>
          <p:nvPr/>
        </p:nvSpPr>
        <p:spPr>
          <a:xfrm>
            <a:off x="9512953" y="5238636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$2.1B</a:t>
            </a:r>
          </a:p>
          <a:p>
            <a:r>
              <a:rPr lang="en-US" sz="1100"/>
              <a:t>Novartis · Pluvicto</a:t>
            </a:r>
          </a:p>
        </p:txBody>
      </p:sp>
      <p:sp>
        <p:nvSpPr>
          <p:cNvPr id="2" name="dot4">
            <a:extLst>
              <a:ext uri="{FF2B5EF4-FFF2-40B4-BE49-F238E27FC236}">
                <a16:creationId xmlns:a16="http://schemas.microsoft.com/office/drawing/2014/main" id="{1617A1F8-017E-8F48-E303-4ADAEBDD75AF}"/>
              </a:ext>
            </a:extLst>
          </p:cNvPr>
          <p:cNvSpPr>
            <a:spLocks noGrp="1"/>
          </p:cNvSpPr>
          <p:nvPr/>
        </p:nvSpPr>
        <p:spPr>
          <a:xfrm>
            <a:off x="11352573" y="4613331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6</a:t>
            </a:r>
            <a:endParaRPr sz="1200" b="1"/>
          </a:p>
        </p:txBody>
      </p:sp>
      <p:sp>
        <p:nvSpPr>
          <p:cNvPr id="3" name="s245">
            <a:extLst>
              <a:ext uri="{FF2B5EF4-FFF2-40B4-BE49-F238E27FC236}">
                <a16:creationId xmlns:a16="http://schemas.microsoft.com/office/drawing/2014/main" id="{CD71ED28-C834-53B9-634B-BC373038AD0E}"/>
              </a:ext>
            </a:extLst>
          </p:cNvPr>
          <p:cNvSpPr>
            <a:spLocks noGrp="1"/>
          </p:cNvSpPr>
          <p:nvPr/>
        </p:nvSpPr>
        <p:spPr>
          <a:xfrm>
            <a:off x="9981624" y="473257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4" name="s246">
            <a:extLst>
              <a:ext uri="{FF2B5EF4-FFF2-40B4-BE49-F238E27FC236}">
                <a16:creationId xmlns:a16="http://schemas.microsoft.com/office/drawing/2014/main" id="{518CB3A0-87D1-78E7-4E7E-6AEC2FFB74A7}"/>
              </a:ext>
            </a:extLst>
          </p:cNvPr>
          <p:cNvSpPr>
            <a:spLocks noGrp="1"/>
          </p:cNvSpPr>
          <p:nvPr/>
        </p:nvSpPr>
        <p:spPr>
          <a:xfrm>
            <a:off x="9722196" y="4662344"/>
            <a:ext cx="1614095" cy="19537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100" b="1">
                <a:latin typeface="Funnel Sans"/>
              </a:rPr>
              <a:t>$3.9B</a:t>
            </a:r>
          </a:p>
          <a:p>
            <a:pPr algn="r"/>
            <a:r>
              <a:rPr lang="en-US" sz="1100"/>
              <a:t>Novartis · Lutathera</a:t>
            </a:r>
          </a:p>
        </p:txBody>
      </p:sp>
      <p:sp>
        <p:nvSpPr>
          <p:cNvPr id="7" name="dot2">
            <a:extLst>
              <a:ext uri="{FF2B5EF4-FFF2-40B4-BE49-F238E27FC236}">
                <a16:creationId xmlns:a16="http://schemas.microsoft.com/office/drawing/2014/main" id="{2FEF6859-1C65-4E27-4423-8F1C523F9A06}"/>
              </a:ext>
            </a:extLst>
          </p:cNvPr>
          <p:cNvSpPr>
            <a:spLocks noGrp="1"/>
          </p:cNvSpPr>
          <p:nvPr/>
        </p:nvSpPr>
        <p:spPr>
          <a:xfrm>
            <a:off x="4391576" y="5708561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4</a:t>
            </a:r>
            <a:endParaRPr sz="1200" b="1"/>
          </a:p>
        </p:txBody>
      </p:sp>
      <p:sp>
        <p:nvSpPr>
          <p:cNvPr id="8" name="s239">
            <a:extLst>
              <a:ext uri="{FF2B5EF4-FFF2-40B4-BE49-F238E27FC236}">
                <a16:creationId xmlns:a16="http://schemas.microsoft.com/office/drawing/2014/main" id="{B49E9105-148C-5454-431D-E76CA903F491}"/>
              </a:ext>
            </a:extLst>
          </p:cNvPr>
          <p:cNvSpPr>
            <a:spLocks noGrp="1"/>
          </p:cNvSpPr>
          <p:nvPr/>
        </p:nvSpPr>
        <p:spPr>
          <a:xfrm>
            <a:off x="3949930" y="5583306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9" name="dot1">
            <a:extLst>
              <a:ext uri="{FF2B5EF4-FFF2-40B4-BE49-F238E27FC236}">
                <a16:creationId xmlns:a16="http://schemas.microsoft.com/office/drawing/2014/main" id="{31819FC2-E3E0-3204-68F0-D8426B0C8E45}"/>
              </a:ext>
            </a:extLst>
          </p:cNvPr>
          <p:cNvSpPr>
            <a:spLocks noGrp="1"/>
          </p:cNvSpPr>
          <p:nvPr/>
        </p:nvSpPr>
        <p:spPr>
          <a:xfrm>
            <a:off x="10179207" y="6220483"/>
            <a:ext cx="201168" cy="201168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endParaRPr sz="1050" b="1">
              <a:solidFill>
                <a:schemeClr val="bg1"/>
              </a:solidFill>
            </a:endParaRPr>
          </a:p>
        </p:txBody>
      </p:sp>
      <p:sp>
        <p:nvSpPr>
          <p:cNvPr id="11" name="dot2">
            <a:extLst>
              <a:ext uri="{FF2B5EF4-FFF2-40B4-BE49-F238E27FC236}">
                <a16:creationId xmlns:a16="http://schemas.microsoft.com/office/drawing/2014/main" id="{AB0D13AD-59ED-A2E9-6160-E81CFDA5ED30}"/>
              </a:ext>
            </a:extLst>
          </p:cNvPr>
          <p:cNvSpPr>
            <a:spLocks noGrp="1"/>
          </p:cNvSpPr>
          <p:nvPr/>
        </p:nvSpPr>
        <p:spPr>
          <a:xfrm>
            <a:off x="10179207" y="5931148"/>
            <a:ext cx="201168" cy="201168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endParaRPr sz="1050" b="1">
              <a:solidFill>
                <a:schemeClr val="bg1"/>
              </a:solidFill>
            </a:endParaRPr>
          </a:p>
        </p:txBody>
      </p:sp>
      <p:sp>
        <p:nvSpPr>
          <p:cNvPr id="13" name="s239">
            <a:extLst>
              <a:ext uri="{FF2B5EF4-FFF2-40B4-BE49-F238E27FC236}">
                <a16:creationId xmlns:a16="http://schemas.microsoft.com/office/drawing/2014/main" id="{4343D445-2B9B-A453-08B5-A358DC2B99E6}"/>
              </a:ext>
            </a:extLst>
          </p:cNvPr>
          <p:cNvSpPr>
            <a:spLocks noGrp="1"/>
          </p:cNvSpPr>
          <p:nvPr/>
        </p:nvSpPr>
        <p:spPr>
          <a:xfrm>
            <a:off x="10399451" y="593398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Asset led deal</a:t>
            </a:r>
          </a:p>
        </p:txBody>
      </p:sp>
      <p:sp>
        <p:nvSpPr>
          <p:cNvPr id="15" name="s239">
            <a:extLst>
              <a:ext uri="{FF2B5EF4-FFF2-40B4-BE49-F238E27FC236}">
                <a16:creationId xmlns:a16="http://schemas.microsoft.com/office/drawing/2014/main" id="{047C37DD-B16E-5C45-DFFF-D854A6B9837F}"/>
              </a:ext>
            </a:extLst>
          </p:cNvPr>
          <p:cNvSpPr>
            <a:spLocks noGrp="1"/>
          </p:cNvSpPr>
          <p:nvPr/>
        </p:nvSpPr>
        <p:spPr>
          <a:xfrm>
            <a:off x="10399451" y="6217395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Platform led deal</a:t>
            </a:r>
          </a:p>
        </p:txBody>
      </p:sp>
      <p:sp>
        <p:nvSpPr>
          <p:cNvPr id="123" name="dot0">
            <a:extLst>
              <a:ext uri="{FF2B5EF4-FFF2-40B4-BE49-F238E27FC236}">
                <a16:creationId xmlns:a16="http://schemas.microsoft.com/office/drawing/2014/main" id="{A1A4ED2B-39F0-0AF1-FAD5-5B59FD73A938}"/>
              </a:ext>
            </a:extLst>
          </p:cNvPr>
          <p:cNvSpPr>
            <a:spLocks noGrp="1"/>
          </p:cNvSpPr>
          <p:nvPr/>
        </p:nvSpPr>
        <p:spPr>
          <a:xfrm>
            <a:off x="958056" y="5848559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5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124" name="s233">
            <a:extLst>
              <a:ext uri="{FF2B5EF4-FFF2-40B4-BE49-F238E27FC236}">
                <a16:creationId xmlns:a16="http://schemas.microsoft.com/office/drawing/2014/main" id="{E0B4EA72-2FB8-372B-6C07-D33865DE436F}"/>
              </a:ext>
            </a:extLst>
          </p:cNvPr>
          <p:cNvSpPr>
            <a:spLocks noGrp="1"/>
          </p:cNvSpPr>
          <p:nvPr/>
        </p:nvSpPr>
        <p:spPr>
          <a:xfrm>
            <a:off x="1161256" y="5906578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125" name="s234">
            <a:extLst>
              <a:ext uri="{FF2B5EF4-FFF2-40B4-BE49-F238E27FC236}">
                <a16:creationId xmlns:a16="http://schemas.microsoft.com/office/drawing/2014/main" id="{C61D5B48-51C6-A605-BE94-A99E85A26AD3}"/>
              </a:ext>
            </a:extLst>
          </p:cNvPr>
          <p:cNvSpPr>
            <a:spLocks noGrp="1"/>
          </p:cNvSpPr>
          <p:nvPr/>
        </p:nvSpPr>
        <p:spPr>
          <a:xfrm>
            <a:off x="1161256" y="5872453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$1.1B</a:t>
            </a:r>
          </a:p>
          <a:p>
            <a:r>
              <a:rPr lang="en-US" sz="1100"/>
              <a:t xml:space="preserve">Lilly · </a:t>
            </a:r>
            <a:r>
              <a:rPr lang="en-US" sz="1100" err="1"/>
              <a:t>Aktis</a:t>
            </a:r>
            <a:r>
              <a:rPr lang="en-US" sz="1100"/>
              <a:t xml:space="preserve"> </a:t>
            </a:r>
          </a:p>
        </p:txBody>
      </p:sp>
      <p:sp>
        <p:nvSpPr>
          <p:cNvPr id="126" name="dot0">
            <a:extLst>
              <a:ext uri="{FF2B5EF4-FFF2-40B4-BE49-F238E27FC236}">
                <a16:creationId xmlns:a16="http://schemas.microsoft.com/office/drawing/2014/main" id="{97DA703F-1F93-646C-D1C0-354584564539}"/>
              </a:ext>
            </a:extLst>
          </p:cNvPr>
          <p:cNvSpPr>
            <a:spLocks noGrp="1"/>
          </p:cNvSpPr>
          <p:nvPr/>
        </p:nvSpPr>
        <p:spPr>
          <a:xfrm>
            <a:off x="2439896" y="5848559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3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128" name="s233">
            <a:extLst>
              <a:ext uri="{FF2B5EF4-FFF2-40B4-BE49-F238E27FC236}">
                <a16:creationId xmlns:a16="http://schemas.microsoft.com/office/drawing/2014/main" id="{4BB2ADC8-CF25-98F1-E073-1C103933F73F}"/>
              </a:ext>
            </a:extLst>
          </p:cNvPr>
          <p:cNvSpPr>
            <a:spLocks noGrp="1"/>
          </p:cNvSpPr>
          <p:nvPr/>
        </p:nvSpPr>
        <p:spPr>
          <a:xfrm>
            <a:off x="2654701" y="5906578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129" name="s234">
            <a:extLst>
              <a:ext uri="{FF2B5EF4-FFF2-40B4-BE49-F238E27FC236}">
                <a16:creationId xmlns:a16="http://schemas.microsoft.com/office/drawing/2014/main" id="{780AADED-1551-C5D7-DBF2-92B6EBFAE28D}"/>
              </a:ext>
            </a:extLst>
          </p:cNvPr>
          <p:cNvSpPr>
            <a:spLocks noGrp="1"/>
          </p:cNvSpPr>
          <p:nvPr/>
        </p:nvSpPr>
        <p:spPr>
          <a:xfrm>
            <a:off x="2711145" y="5903532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$1.1B</a:t>
            </a:r>
          </a:p>
          <a:p>
            <a:pPr>
              <a:buNone/>
            </a:pPr>
            <a:r>
              <a:rPr lang="en-US" sz="1100"/>
              <a:t xml:space="preserve">Lilly · </a:t>
            </a:r>
            <a:r>
              <a:rPr lang="en-US" sz="1100" err="1"/>
              <a:t>Radionetics</a:t>
            </a:r>
            <a:endParaRPr lang="en-US" sz="1100" b="1">
              <a:latin typeface="Funnel Sans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1F9C73E-531E-2A9A-5D6B-17F012B4AD7C}"/>
              </a:ext>
            </a:extLst>
          </p:cNvPr>
          <p:cNvCxnSpPr>
            <a:cxnSpLocks/>
          </p:cNvCxnSpPr>
          <p:nvPr/>
        </p:nvCxnSpPr>
        <p:spPr>
          <a:xfrm>
            <a:off x="909682" y="4502396"/>
            <a:ext cx="0" cy="201168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174B0B0-9C75-8F36-9ADD-85AE72A4830F}"/>
              </a:ext>
            </a:extLst>
          </p:cNvPr>
          <p:cNvCxnSpPr>
            <a:cxnSpLocks/>
          </p:cNvCxnSpPr>
          <p:nvPr/>
        </p:nvCxnSpPr>
        <p:spPr>
          <a:xfrm rot="16200000">
            <a:off x="6304643" y="1103690"/>
            <a:ext cx="0" cy="1078992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ValueCurve">
            <a:extLst>
              <a:ext uri="{FF2B5EF4-FFF2-40B4-BE49-F238E27FC236}">
                <a16:creationId xmlns:a16="http://schemas.microsoft.com/office/drawing/2014/main" id="{DF5DC496-7FDF-4267-86A3-837926ACE492}"/>
              </a:ext>
            </a:extLst>
          </p:cNvPr>
          <p:cNvSpPr>
            <a:spLocks noGrp="1"/>
          </p:cNvSpPr>
          <p:nvPr/>
        </p:nvSpPr>
        <p:spPr>
          <a:xfrm>
            <a:off x="878574" y="4549671"/>
            <a:ext cx="10731132" cy="1905638"/>
          </a:xfrm>
          <a:custGeom>
            <a:avLst/>
            <a:gdLst/>
            <a:ahLst/>
            <a:cxnLst/>
            <a:rect l="l" t="t" r="r" b="b"/>
            <a:pathLst>
              <a:path w="8305800" h="1898650">
                <a:moveTo>
                  <a:pt x="0" y="1622508"/>
                </a:moveTo>
                <a:cubicBezTo>
                  <a:pt x="4568190" y="1936750"/>
                  <a:pt x="4983480" y="63500"/>
                  <a:pt x="8305800" y="0"/>
                </a:cubicBezTo>
              </a:path>
            </a:pathLst>
          </a:custGeom>
          <a:noFill/>
          <a:ln w="25400">
            <a:solidFill>
              <a:srgbClr val="002924"/>
            </a:solidFill>
            <a:round/>
          </a:ln>
        </p:spPr>
        <p:txBody>
          <a:bodyPr/>
          <a:lstStyle/>
          <a:p>
            <a:endParaRPr sz="2400"/>
          </a:p>
        </p:txBody>
      </p:sp>
      <p:sp>
        <p:nvSpPr>
          <p:cNvPr id="81" name="s237">
            <a:extLst>
              <a:ext uri="{FF2B5EF4-FFF2-40B4-BE49-F238E27FC236}">
                <a16:creationId xmlns:a16="http://schemas.microsoft.com/office/drawing/2014/main" id="{FB5A1851-6280-6F26-8E9C-4DC7AD93ECFF}"/>
              </a:ext>
            </a:extLst>
          </p:cNvPr>
          <p:cNvSpPr>
            <a:spLocks noGrp="1"/>
          </p:cNvSpPr>
          <p:nvPr/>
        </p:nvSpPr>
        <p:spPr>
          <a:xfrm>
            <a:off x="7197399" y="4694924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100" b="1">
                <a:latin typeface="Funnel Sans"/>
              </a:rPr>
              <a:t>$4.1B</a:t>
            </a:r>
          </a:p>
          <a:p>
            <a:pPr algn="r"/>
            <a:r>
              <a:rPr lang="en-US" sz="1100"/>
              <a:t xml:space="preserve">BMS · </a:t>
            </a:r>
            <a:r>
              <a:rPr lang="en-US" sz="1100" err="1"/>
              <a:t>RayzeBio</a:t>
            </a:r>
            <a:endParaRPr lang="en-US" sz="1100"/>
          </a:p>
        </p:txBody>
      </p:sp>
      <p:sp>
        <p:nvSpPr>
          <p:cNvPr id="5" name="s237">
            <a:extLst>
              <a:ext uri="{FF2B5EF4-FFF2-40B4-BE49-F238E27FC236}">
                <a16:creationId xmlns:a16="http://schemas.microsoft.com/office/drawing/2014/main" id="{5AE2FAD3-4925-9D82-7E61-D03FD086A6AC}"/>
              </a:ext>
            </a:extLst>
          </p:cNvPr>
          <p:cNvSpPr>
            <a:spLocks noGrp="1"/>
          </p:cNvSpPr>
          <p:nvPr/>
        </p:nvSpPr>
        <p:spPr>
          <a:xfrm>
            <a:off x="4327867" y="5424733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$1.35B</a:t>
            </a:r>
          </a:p>
          <a:p>
            <a:r>
              <a:rPr lang="en-US" sz="1100"/>
              <a:t xml:space="preserve">BMS · </a:t>
            </a:r>
            <a:r>
              <a:rPr lang="en-US" sz="1100" err="1"/>
              <a:t>Philogen</a:t>
            </a:r>
            <a:endParaRPr lang="en-US" sz="1100"/>
          </a:p>
        </p:txBody>
      </p:sp>
      <p:sp>
        <p:nvSpPr>
          <p:cNvPr id="45" name="dot2">
            <a:extLst>
              <a:ext uri="{FF2B5EF4-FFF2-40B4-BE49-F238E27FC236}">
                <a16:creationId xmlns:a16="http://schemas.microsoft.com/office/drawing/2014/main" id="{FCF7BF13-92C1-81BD-4B43-635C5721F199}"/>
              </a:ext>
            </a:extLst>
          </p:cNvPr>
          <p:cNvSpPr>
            <a:spLocks noGrp="1"/>
          </p:cNvSpPr>
          <p:nvPr/>
        </p:nvSpPr>
        <p:spPr>
          <a:xfrm>
            <a:off x="10179207" y="5641813"/>
            <a:ext cx="201168" cy="201168"/>
          </a:xfrm>
          <a:prstGeom prst="ellipse">
            <a:avLst/>
          </a:prstGeom>
          <a:solidFill>
            <a:schemeClr val="tx2">
              <a:lumMod val="60000"/>
              <a:lumOff val="40000"/>
            </a:schemeClr>
          </a:solidFill>
          <a:ln w="6350">
            <a:noFill/>
          </a:ln>
        </p:spPr>
        <p:txBody>
          <a:bodyPr lIns="0" tIns="0" rIns="0" bIns="0"/>
          <a:lstStyle/>
          <a:p>
            <a:pPr algn="ctr"/>
            <a:r>
              <a:rPr lang="en-US" sz="1050" b="1">
                <a:solidFill>
                  <a:schemeClr val="bg1"/>
                </a:solidFill>
              </a:rPr>
              <a:t>X</a:t>
            </a:r>
            <a:endParaRPr sz="1050" b="1">
              <a:solidFill>
                <a:schemeClr val="bg1"/>
              </a:solidFill>
            </a:endParaRPr>
          </a:p>
        </p:txBody>
      </p:sp>
      <p:sp>
        <p:nvSpPr>
          <p:cNvPr id="58" name="s239">
            <a:extLst>
              <a:ext uri="{FF2B5EF4-FFF2-40B4-BE49-F238E27FC236}">
                <a16:creationId xmlns:a16="http://schemas.microsoft.com/office/drawing/2014/main" id="{C9EF8EDD-00B9-2A29-9D8D-FB7F81D2DBAB}"/>
              </a:ext>
            </a:extLst>
          </p:cNvPr>
          <p:cNvSpPr>
            <a:spLocks noGrp="1"/>
          </p:cNvSpPr>
          <p:nvPr/>
        </p:nvSpPr>
        <p:spPr>
          <a:xfrm>
            <a:off x="10399451" y="566419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Years to acquisition</a:t>
            </a:r>
          </a:p>
        </p:txBody>
      </p:sp>
    </p:spTree>
    <p:extLst>
      <p:ext uri="{BB962C8B-B14F-4D97-AF65-F5344CB8AC3E}">
        <p14:creationId xmlns:p14="http://schemas.microsoft.com/office/powerpoint/2010/main" val="31068521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8E7F-EEF2-37E2-0342-1F24981A66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B9E5B6C0-B823-3112-F717-F7D2F347994D}"/>
              </a:ext>
            </a:extLst>
          </p:cNvPr>
          <p:cNvSpPr/>
          <p:nvPr/>
        </p:nvSpPr>
        <p:spPr>
          <a:xfrm>
            <a:off x="259875" y="2394548"/>
            <a:ext cx="8714850" cy="4331372"/>
          </a:xfrm>
          <a:prstGeom prst="roundRect">
            <a:avLst>
              <a:gd name="adj" fmla="val 822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6CB7F45-6D4D-994C-165B-970AC040E1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6581240" cy="774128"/>
          </a:xfrm>
        </p:spPr>
        <p:txBody>
          <a:bodyPr/>
          <a:lstStyle/>
          <a:p>
            <a:r>
              <a:rPr lang="en-US"/>
              <a:t>5x returns common in RLT; with significantly higher returns for early investors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7E52CC-453A-3628-9F3E-FAE81D5D9C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29</a:t>
            </a:fld>
            <a:endParaRPr lang="en-GB"/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18DD2EF-8976-B0C5-C2B4-16BBE50121A4}"/>
              </a:ext>
            </a:extLst>
          </p:cNvPr>
          <p:cNvGraphicFramePr/>
          <p:nvPr/>
        </p:nvGraphicFramePr>
        <p:xfrm>
          <a:off x="144671" y="2538658"/>
          <a:ext cx="8714850" cy="4029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63A652D7-5312-EE41-4FF2-FE0D7D680753}"/>
              </a:ext>
            </a:extLst>
          </p:cNvPr>
          <p:cNvSpPr txBox="1"/>
          <p:nvPr/>
        </p:nvSpPr>
        <p:spPr>
          <a:xfrm>
            <a:off x="259875" y="1071723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914377">
              <a:defRPr/>
            </a:pPr>
            <a:r>
              <a:rPr lang="en-US" sz="1200" spc="-11">
                <a:solidFill>
                  <a:srgbClr val="000000"/>
                </a:solidFill>
                <a:latin typeface="Funnel Sans Medium" pitchFamily="2" charset="0"/>
              </a:rPr>
              <a:t>Funding Our Future</a:t>
            </a:r>
          </a:p>
        </p:txBody>
      </p:sp>
      <p:sp>
        <p:nvSpPr>
          <p:cNvPr id="9" name="Text 3">
            <a:extLst>
              <a:ext uri="{FF2B5EF4-FFF2-40B4-BE49-F238E27FC236}">
                <a16:creationId xmlns:a16="http://schemas.microsoft.com/office/drawing/2014/main" id="{4368780A-3BB6-98E4-B84E-58BE38B227CF}"/>
              </a:ext>
            </a:extLst>
          </p:cNvPr>
          <p:cNvSpPr/>
          <p:nvPr/>
        </p:nvSpPr>
        <p:spPr>
          <a:xfrm>
            <a:off x="9536353" y="1533771"/>
            <a:ext cx="2270093" cy="774125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Aktis</a:t>
            </a:r>
            <a:r>
              <a:rPr lang="en-US" sz="1333" b="1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  </a:t>
            </a:r>
          </a:p>
          <a:p>
            <a:r>
              <a:rPr lang="en-US" sz="1333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$649M Raised,  2x Return</a:t>
            </a:r>
          </a:p>
          <a:p>
            <a:r>
              <a:rPr lang="en-US" sz="1333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Est. 5x for Series A investors</a:t>
            </a: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IPO $1.2B valuation (Jan 2026)</a:t>
            </a:r>
            <a:endParaRPr lang="en-US" sz="1333"/>
          </a:p>
        </p:txBody>
      </p:sp>
      <p:sp>
        <p:nvSpPr>
          <p:cNvPr id="10" name="Text 4">
            <a:extLst>
              <a:ext uri="{FF2B5EF4-FFF2-40B4-BE49-F238E27FC236}">
                <a16:creationId xmlns:a16="http://schemas.microsoft.com/office/drawing/2014/main" id="{32CB829C-8EF8-44EF-5A41-4425FA0AB18A}"/>
              </a:ext>
            </a:extLst>
          </p:cNvPr>
          <p:cNvSpPr/>
          <p:nvPr/>
        </p:nvSpPr>
        <p:spPr>
          <a:xfrm>
            <a:off x="9536353" y="2451714"/>
            <a:ext cx="2532912" cy="774127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6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Point  </a:t>
            </a:r>
          </a:p>
          <a:p>
            <a:r>
              <a:rPr lang="en-US" sz="1333">
                <a:solidFill>
                  <a:schemeClr val="accent6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$432M Raised, &gt;</a:t>
            </a:r>
            <a:r>
              <a:rPr lang="en-US" sz="1333">
                <a:solidFill>
                  <a:schemeClr val="accent6"/>
                </a:solidFill>
                <a:latin typeface="Funnel Sans" pitchFamily="34" charset="0"/>
              </a:rPr>
              <a:t>3x Return</a:t>
            </a:r>
          </a:p>
          <a:p>
            <a:r>
              <a:rPr lang="en-US" sz="1333">
                <a:solidFill>
                  <a:schemeClr val="accent6"/>
                </a:solidFill>
                <a:latin typeface="Funnel Sans" pitchFamily="34" charset="0"/>
              </a:rPr>
              <a:t>Est. &gt;10x for Series A investors</a:t>
            </a:r>
            <a:endParaRPr lang="en-US" sz="1333">
              <a:solidFill>
                <a:schemeClr val="accent6"/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Lilly $1.4B (Dec 2023)</a:t>
            </a:r>
            <a:endParaRPr lang="en-US" sz="1333"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23C8F402-7851-972F-2FA6-00C21D5A9C74}"/>
              </a:ext>
            </a:extLst>
          </p:cNvPr>
          <p:cNvSpPr/>
          <p:nvPr/>
        </p:nvSpPr>
        <p:spPr>
          <a:xfrm>
            <a:off x="9536353" y="3369659"/>
            <a:ext cx="2270093" cy="774125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just"/>
            <a:r>
              <a:rPr lang="en-US" sz="1333" b="1">
                <a:solidFill>
                  <a:srgbClr val="5475E8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Fusion  </a:t>
            </a:r>
          </a:p>
          <a:p>
            <a:pPr algn="just"/>
            <a:r>
              <a:rPr lang="en-US" sz="1333">
                <a:solidFill>
                  <a:srgbClr val="5475E8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$364M Raised, &gt;6x Return</a:t>
            </a:r>
          </a:p>
          <a:p>
            <a:pPr algn="just"/>
            <a:r>
              <a:rPr lang="en-US" sz="1333">
                <a:solidFill>
                  <a:srgbClr val="5475E8"/>
                </a:solidFill>
                <a:latin typeface="Funnel Sans" pitchFamily="34" charset="0"/>
              </a:rPr>
              <a:t>Est. 11x for Series A investors</a:t>
            </a:r>
            <a:endParaRPr lang="en-US" sz="1333"/>
          </a:p>
          <a:p>
            <a:pPr algn="just"/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AZ $2.4B (Mar 2024)</a:t>
            </a:r>
            <a:endParaRPr lang="en-US" sz="1333"/>
          </a:p>
        </p:txBody>
      </p:sp>
      <p:sp>
        <p:nvSpPr>
          <p:cNvPr id="12" name="Text 6">
            <a:extLst>
              <a:ext uri="{FF2B5EF4-FFF2-40B4-BE49-F238E27FC236}">
                <a16:creationId xmlns:a16="http://schemas.microsoft.com/office/drawing/2014/main" id="{96AB9719-5E0F-69A5-280E-A46DB9014374}"/>
              </a:ext>
            </a:extLst>
          </p:cNvPr>
          <p:cNvSpPr/>
          <p:nvPr/>
        </p:nvSpPr>
        <p:spPr>
          <a:xfrm>
            <a:off x="9536353" y="4287602"/>
            <a:ext cx="2532912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Mariana  </a:t>
            </a:r>
          </a:p>
          <a:p>
            <a:r>
              <a:rPr lang="en-US" sz="1333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$250M Raised,</a:t>
            </a:r>
            <a:r>
              <a:rPr lang="en-US" sz="1333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</a:rPr>
              <a:t>4x Return</a:t>
            </a:r>
            <a:endParaRPr lang="en-US" sz="1333">
              <a:solidFill>
                <a:schemeClr val="accent4">
                  <a:lumMod val="50000"/>
                </a:schemeClr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NVS $1.0B (May 2024)</a:t>
            </a:r>
            <a:endParaRPr lang="en-US" sz="1333"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F5BDE6BA-855D-7195-30DF-553A4F106131}"/>
              </a:ext>
            </a:extLst>
          </p:cNvPr>
          <p:cNvSpPr/>
          <p:nvPr/>
        </p:nvSpPr>
        <p:spPr>
          <a:xfrm>
            <a:off x="9536353" y="5041020"/>
            <a:ext cx="2664571" cy="774127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Radionetics</a:t>
            </a:r>
            <a:r>
              <a:rPr lang="en-US" sz="1333" b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  </a:t>
            </a:r>
          </a:p>
          <a:p>
            <a:r>
              <a:rPr lang="en-US" sz="1333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$82M Raised, &gt;</a:t>
            </a:r>
            <a:r>
              <a:rPr lang="en-US" sz="1333">
                <a:solidFill>
                  <a:schemeClr val="tx2"/>
                </a:solidFill>
                <a:latin typeface="Funnel Sans" pitchFamily="34" charset="0"/>
              </a:rPr>
              <a:t>10x Return</a:t>
            </a:r>
            <a:endParaRPr lang="en-US" sz="1333">
              <a:solidFill>
                <a:schemeClr val="tx2"/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Lilly to </a:t>
            </a:r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. $140M upfront</a:t>
            </a: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$1B upon option (Jul 2024)</a:t>
            </a:r>
            <a:endParaRPr lang="en-US" sz="1333"/>
          </a:p>
        </p:txBody>
      </p:sp>
      <p:sp>
        <p:nvSpPr>
          <p:cNvPr id="14" name="Text 4">
            <a:extLst>
              <a:ext uri="{FF2B5EF4-FFF2-40B4-BE49-F238E27FC236}">
                <a16:creationId xmlns:a16="http://schemas.microsoft.com/office/drawing/2014/main" id="{7D315C6F-D36F-DC5C-65DD-15D2B80979DD}"/>
              </a:ext>
            </a:extLst>
          </p:cNvPr>
          <p:cNvSpPr/>
          <p:nvPr/>
        </p:nvSpPr>
        <p:spPr>
          <a:xfrm>
            <a:off x="9536353" y="615827"/>
            <a:ext cx="2270093" cy="774126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RayzeBio</a:t>
            </a:r>
            <a:r>
              <a:rPr lang="en-US" sz="1333" b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  </a:t>
            </a:r>
          </a:p>
          <a:p>
            <a:r>
              <a:rPr lang="en-US" sz="1333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$755M Raised, &gt;5x Return</a:t>
            </a:r>
          </a:p>
          <a:p>
            <a:r>
              <a:rPr lang="en-US" sz="1333">
                <a:solidFill>
                  <a:srgbClr val="002924"/>
                </a:solidFill>
                <a:latin typeface="Funnel Sans" pitchFamily="34" charset="0"/>
              </a:rPr>
              <a:t>Est. 13x for Series A investors</a:t>
            </a:r>
            <a:endParaRPr lang="en-US" sz="1333"/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BMS $4.1B (Dec 2023)</a:t>
            </a:r>
            <a:endParaRPr lang="en-US" sz="1333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8B1B09D-F5C2-0D9B-33CB-C92F2C5EDC0D}"/>
              </a:ext>
            </a:extLst>
          </p:cNvPr>
          <p:cNvSpPr txBox="1"/>
          <p:nvPr/>
        </p:nvSpPr>
        <p:spPr>
          <a:xfrm>
            <a:off x="7748411" y="2833934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1"/>
                </a:solidFill>
              </a:rPr>
              <a:t>IPO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605E34A-D255-D935-A4B7-10E2E5EBA442}"/>
              </a:ext>
            </a:extLst>
          </p:cNvPr>
          <p:cNvSpPr txBox="1"/>
          <p:nvPr/>
        </p:nvSpPr>
        <p:spPr>
          <a:xfrm>
            <a:off x="6260345" y="3294174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3"/>
                </a:solidFill>
              </a:rPr>
              <a:t>IPO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F9E5997-2BE4-D0E7-8D7C-FBD319D251CB}"/>
              </a:ext>
            </a:extLst>
          </p:cNvPr>
          <p:cNvSpPr txBox="1"/>
          <p:nvPr/>
        </p:nvSpPr>
        <p:spPr>
          <a:xfrm>
            <a:off x="4573216" y="4449749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rgbClr val="0070C0"/>
                </a:solidFill>
              </a:rPr>
              <a:t>IPO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9037E6E-202B-E227-F8AD-F3CD6A7114A9}"/>
              </a:ext>
            </a:extLst>
          </p:cNvPr>
          <p:cNvSpPr txBox="1"/>
          <p:nvPr/>
        </p:nvSpPr>
        <p:spPr>
          <a:xfrm>
            <a:off x="4586820" y="4135129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6"/>
                </a:solidFill>
              </a:rPr>
              <a:t>IPO</a:t>
            </a:r>
          </a:p>
        </p:txBody>
      </p:sp>
      <p:sp>
        <p:nvSpPr>
          <p:cNvPr id="17" name="Text 7">
            <a:extLst>
              <a:ext uri="{FF2B5EF4-FFF2-40B4-BE49-F238E27FC236}">
                <a16:creationId xmlns:a16="http://schemas.microsoft.com/office/drawing/2014/main" id="{9184F47B-A00E-A311-0B19-CED9B276A7A8}"/>
              </a:ext>
            </a:extLst>
          </p:cNvPr>
          <p:cNvSpPr/>
          <p:nvPr/>
        </p:nvSpPr>
        <p:spPr>
          <a:xfrm>
            <a:off x="9536353" y="5958965"/>
            <a:ext cx="2532912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Evergreen</a:t>
            </a:r>
            <a:r>
              <a:rPr lang="en-US" sz="1333" b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  </a:t>
            </a:r>
          </a:p>
          <a:p>
            <a:r>
              <a:rPr lang="en-US" sz="1333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$60M Raised, </a:t>
            </a:r>
            <a:r>
              <a:rPr lang="en-US" sz="1333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</a:rPr>
              <a:t>&gt;4x Return</a:t>
            </a:r>
            <a:endParaRPr lang="en-US" sz="1333">
              <a:solidFill>
                <a:schemeClr val="accent6">
                  <a:lumMod val="60000"/>
                  <a:lumOff val="40000"/>
                </a:schemeClr>
              </a:solidFill>
            </a:endParaRPr>
          </a:p>
          <a:p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. </a:t>
            </a:r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Lantheus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 xml:space="preserve">  &gt;=$250M (Jan 2025)</a:t>
            </a:r>
            <a:endParaRPr lang="en-US" sz="1333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3189407-C4F7-CD58-B7BF-CADCC4C99CE0}"/>
              </a:ext>
            </a:extLst>
          </p:cNvPr>
          <p:cNvSpPr/>
          <p:nvPr/>
        </p:nvSpPr>
        <p:spPr>
          <a:xfrm>
            <a:off x="9310285" y="680975"/>
            <a:ext cx="119023" cy="119023"/>
          </a:xfrm>
          <a:prstGeom prst="ellipse">
            <a:avLst/>
          </a:prstGeom>
          <a:solidFill>
            <a:srgbClr val="00292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B95371E-2034-971C-BBDD-34716E487D8E}"/>
              </a:ext>
            </a:extLst>
          </p:cNvPr>
          <p:cNvSpPr/>
          <p:nvPr/>
        </p:nvSpPr>
        <p:spPr>
          <a:xfrm>
            <a:off x="9310285" y="2487858"/>
            <a:ext cx="119023" cy="119023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161E1266-3245-8644-2752-11072BE236FA}"/>
              </a:ext>
            </a:extLst>
          </p:cNvPr>
          <p:cNvSpPr/>
          <p:nvPr/>
        </p:nvSpPr>
        <p:spPr>
          <a:xfrm>
            <a:off x="9310285" y="4344844"/>
            <a:ext cx="119023" cy="119023"/>
          </a:xfrm>
          <a:prstGeom prst="ellipse">
            <a:avLst/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E38CEE1-129F-4FE5-061C-BF7EF2597DC4}"/>
              </a:ext>
            </a:extLst>
          </p:cNvPr>
          <p:cNvSpPr/>
          <p:nvPr/>
        </p:nvSpPr>
        <p:spPr>
          <a:xfrm>
            <a:off x="9310285" y="6012568"/>
            <a:ext cx="119023" cy="119023"/>
          </a:xfrm>
          <a:prstGeom prst="ellipse">
            <a:avLst/>
          </a:prstGeom>
          <a:solidFill>
            <a:srgbClr val="E0528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EFCC1D7-8AC2-E4C6-E0A2-046897212603}"/>
              </a:ext>
            </a:extLst>
          </p:cNvPr>
          <p:cNvSpPr/>
          <p:nvPr/>
        </p:nvSpPr>
        <p:spPr>
          <a:xfrm>
            <a:off x="9310285" y="1597034"/>
            <a:ext cx="119023" cy="11902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AE99BFBE-3294-517B-ECFD-DF9D17418BD0}"/>
              </a:ext>
            </a:extLst>
          </p:cNvPr>
          <p:cNvSpPr/>
          <p:nvPr/>
        </p:nvSpPr>
        <p:spPr>
          <a:xfrm>
            <a:off x="9310285" y="3425153"/>
            <a:ext cx="119023" cy="119023"/>
          </a:xfrm>
          <a:prstGeom prst="ellipse">
            <a:avLst/>
          </a:prstGeom>
          <a:solidFill>
            <a:srgbClr val="5475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DE4FBF5B-464A-BF25-40E8-2145A410BB1A}"/>
              </a:ext>
            </a:extLst>
          </p:cNvPr>
          <p:cNvSpPr/>
          <p:nvPr/>
        </p:nvSpPr>
        <p:spPr>
          <a:xfrm>
            <a:off x="9310285" y="5117746"/>
            <a:ext cx="119023" cy="119023"/>
          </a:xfrm>
          <a:prstGeom prst="ellipse">
            <a:avLst/>
          </a:prstGeom>
          <a:solidFill>
            <a:srgbClr val="65667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154615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F02B57-3F37-C158-78D2-FCB15FB4C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3050562" cy="774128"/>
          </a:xfrm>
        </p:spPr>
        <p:txBody>
          <a:bodyPr/>
          <a:lstStyle/>
          <a:p>
            <a:pPr>
              <a:lnSpc>
                <a:spcPct val="99000"/>
              </a:lnSpc>
            </a:pPr>
            <a:r>
              <a:rPr lang="en-GB"/>
              <a:t>Strong value trajectory towards revenue generation driven by three phases of flawless execution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CDB4F2B-51B3-C54E-CFE9-19A1EF4FC00F}"/>
              </a:ext>
            </a:extLst>
          </p:cNvPr>
          <p:cNvSpPr txBox="1"/>
          <p:nvPr/>
        </p:nvSpPr>
        <p:spPr>
          <a:xfrm>
            <a:off x="259874" y="1071722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Funding Our Future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A503FD41-2F9F-3F49-2256-FC284C79C93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657601" y="1099339"/>
            <a:ext cx="8267702" cy="5428246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AA0268B1-D1BB-8659-54A1-EF70FF73D2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75662" y="1315522"/>
            <a:ext cx="6942627" cy="2501327"/>
          </a:xfrm>
          <a:prstGeom prst="rect">
            <a:avLst/>
          </a:prstGeom>
        </p:spPr>
      </p:pic>
      <p:sp>
        <p:nvSpPr>
          <p:cNvPr id="34" name="Freeform 33">
            <a:extLst>
              <a:ext uri="{FF2B5EF4-FFF2-40B4-BE49-F238E27FC236}">
                <a16:creationId xmlns:a16="http://schemas.microsoft.com/office/drawing/2014/main" id="{FBFEE730-BD81-6BE6-99CF-2AEE2EDCB9DA}"/>
              </a:ext>
            </a:extLst>
          </p:cNvPr>
          <p:cNvSpPr/>
          <p:nvPr/>
        </p:nvSpPr>
        <p:spPr>
          <a:xfrm>
            <a:off x="4935882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1–3 Years</a:t>
            </a: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B5913D39-3747-A0B8-57C8-58AAFFB042BA}"/>
              </a:ext>
            </a:extLst>
          </p:cNvPr>
          <p:cNvSpPr/>
          <p:nvPr/>
        </p:nvSpPr>
        <p:spPr>
          <a:xfrm>
            <a:off x="7229998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3–5 Years</a:t>
            </a:r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2C7716D9-B193-1608-E9BF-B83E4521CCE5}"/>
              </a:ext>
            </a:extLst>
          </p:cNvPr>
          <p:cNvSpPr/>
          <p:nvPr/>
        </p:nvSpPr>
        <p:spPr>
          <a:xfrm>
            <a:off x="9534937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5+ Years</a:t>
            </a:r>
          </a:p>
        </p:txBody>
      </p:sp>
      <p:sp>
        <p:nvSpPr>
          <p:cNvPr id="37" name="Freeform: Shape 23">
            <a:extLst>
              <a:ext uri="{FF2B5EF4-FFF2-40B4-BE49-F238E27FC236}">
                <a16:creationId xmlns:a16="http://schemas.microsoft.com/office/drawing/2014/main" id="{D001E585-FCF9-B1E6-D9FC-E6D4D08D89B3}"/>
              </a:ext>
            </a:extLst>
          </p:cNvPr>
          <p:cNvSpPr/>
          <p:nvPr/>
        </p:nvSpPr>
        <p:spPr>
          <a:xfrm>
            <a:off x="4935882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Build core business &amp; research capabilities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Seed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Develop 5 pre-clin programs against innovative targets 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Translate 2 programs to FIH imaging studies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Implement ML/AI capabilities to expedite discovery &amp; development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AF55FFC-220B-C456-F8E2-2B4265F52B87}"/>
              </a:ext>
            </a:extLst>
          </p:cNvPr>
          <p:cNvSpPr txBox="1"/>
          <p:nvPr/>
        </p:nvSpPr>
        <p:spPr>
          <a:xfrm rot="16200000">
            <a:off x="3050837" y="2503383"/>
            <a:ext cx="1949832" cy="38175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Benchmarked Valuation*</a:t>
            </a:r>
          </a:p>
        </p:txBody>
      </p:sp>
      <p:sp>
        <p:nvSpPr>
          <p:cNvPr id="39" name="Freeform: Shape 23">
            <a:extLst>
              <a:ext uri="{FF2B5EF4-FFF2-40B4-BE49-F238E27FC236}">
                <a16:creationId xmlns:a16="http://schemas.microsoft.com/office/drawing/2014/main" id="{86308293-F081-75F3-51A9-D5C139A2A468}"/>
              </a:ext>
            </a:extLst>
          </p:cNvPr>
          <p:cNvSpPr/>
          <p:nvPr/>
        </p:nvSpPr>
        <p:spPr>
          <a:xfrm>
            <a:off x="7221882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Translate assets &amp; broaden pipeline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Series A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Move 2-4 programs into Phase 1 &amp; beyond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Replenish pre-clinical pipeline with 6+ new programs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GMP manufacturing suite expansion &amp; operation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0" name="Freeform: Shape 23">
            <a:extLst>
              <a:ext uri="{FF2B5EF4-FFF2-40B4-BE49-F238E27FC236}">
                <a16:creationId xmlns:a16="http://schemas.microsoft.com/office/drawing/2014/main" id="{57BC7919-0F70-18D8-91EA-5F246FCFFA76}"/>
              </a:ext>
            </a:extLst>
          </p:cNvPr>
          <p:cNvSpPr/>
          <p:nvPr/>
        </p:nvSpPr>
        <p:spPr>
          <a:xfrm>
            <a:off x="9535314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Revenue-generating RLT biopharma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Series B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Readouts from first pivotal studies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Commercialize first assets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Full pipeline of programs from research through to clinical development generated through flywheel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B39B7A3E-A84B-F3A1-F8CA-2804483C132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06F42F7-76E7-A86F-0B8E-D67E975F29E7}"/>
              </a:ext>
            </a:extLst>
          </p:cNvPr>
          <p:cNvSpPr txBox="1"/>
          <p:nvPr/>
        </p:nvSpPr>
        <p:spPr>
          <a:xfrm>
            <a:off x="3518687" y="3649615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$100M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1C4F8A5-ABF1-E90D-92BD-B16BE97AAB3E}"/>
              </a:ext>
            </a:extLst>
          </p:cNvPr>
          <p:cNvSpPr txBox="1"/>
          <p:nvPr/>
        </p:nvSpPr>
        <p:spPr>
          <a:xfrm>
            <a:off x="3518687" y="2880479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$375M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B0DA53A-9CEF-D13F-8007-01C953FD69A6}"/>
              </a:ext>
            </a:extLst>
          </p:cNvPr>
          <p:cNvSpPr txBox="1"/>
          <p:nvPr/>
        </p:nvSpPr>
        <p:spPr>
          <a:xfrm>
            <a:off x="3518687" y="2050477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$1B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EE848A9-D9EC-5FB9-545D-D51A4BECCD63}"/>
              </a:ext>
            </a:extLst>
          </p:cNvPr>
          <p:cNvSpPr txBox="1"/>
          <p:nvPr/>
        </p:nvSpPr>
        <p:spPr>
          <a:xfrm>
            <a:off x="3518687" y="1300575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+$4B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04145B2-DC15-884B-2003-3CE977636FE7}"/>
              </a:ext>
            </a:extLst>
          </p:cNvPr>
          <p:cNvSpPr txBox="1"/>
          <p:nvPr/>
        </p:nvSpPr>
        <p:spPr>
          <a:xfrm>
            <a:off x="8755153" y="6667120"/>
            <a:ext cx="3436847" cy="38175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-10" normalizeH="0" baseline="0" noProof="0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*Benchmarks based on estimated </a:t>
            </a:r>
            <a:r>
              <a:rPr kumimoji="0" lang="en-US" sz="900" b="0" i="0" u="none" strike="noStrike" kern="1200" cap="none" spc="-10" normalizeH="0" baseline="0" noProof="0" err="1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RayzeBio</a:t>
            </a:r>
            <a:r>
              <a:rPr kumimoji="0" lang="en-US" sz="900" b="0" i="0" u="none" strike="noStrike" kern="1200" cap="none" spc="-10" normalizeH="0" baseline="0" noProof="0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 xml:space="preserve"> valuation step ups</a:t>
            </a:r>
          </a:p>
        </p:txBody>
      </p:sp>
    </p:spTree>
    <p:extLst>
      <p:ext uri="{BB962C8B-B14F-4D97-AF65-F5344CB8AC3E}">
        <p14:creationId xmlns:p14="http://schemas.microsoft.com/office/powerpoint/2010/main" val="104643309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F98C10-4E83-81A4-C7A1-79EE5627F5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15">
            <a:extLst>
              <a:ext uri="{FF2B5EF4-FFF2-40B4-BE49-F238E27FC236}">
                <a16:creationId xmlns:a16="http://schemas.microsoft.com/office/drawing/2014/main" id="{A68A2E79-90D7-9EF6-E788-68B827EE0B8E}"/>
              </a:ext>
            </a:extLst>
          </p:cNvPr>
          <p:cNvSpPr/>
          <p:nvPr/>
        </p:nvSpPr>
        <p:spPr>
          <a:xfrm rot="10800000">
            <a:off x="0" y="0"/>
            <a:ext cx="12192000" cy="6037943"/>
          </a:xfrm>
          <a:prstGeom prst="round2SameRect">
            <a:avLst>
              <a:gd name="adj1" fmla="val 11238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DFDA53B7-9790-77EE-DA43-FA4C3116BBC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73B2CF91-2B18-3013-3D2F-DDA190EF5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295" y="277126"/>
            <a:ext cx="1722626" cy="426744"/>
          </a:xfrm>
        </p:spPr>
        <p:txBody>
          <a:bodyPr/>
          <a:lstStyle/>
          <a:p>
            <a:r>
              <a:rPr lang="en-US"/>
              <a:t>Thank you</a:t>
            </a:r>
            <a:endParaRPr lang="en-GB"/>
          </a:p>
        </p:txBody>
      </p:sp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5B9D98FA-F11C-9B80-B52D-9463A3534E8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09794"/>
            <a:ext cx="906780" cy="109776"/>
          </a:xfrm>
        </p:spPr>
        <p:txBody>
          <a:bodyPr/>
          <a:lstStyle/>
          <a:p>
            <a:r>
              <a:rPr lang="en-GB" spc="0">
                <a:solidFill>
                  <a:schemeClr val="accent1"/>
                </a:solidFill>
              </a:rPr>
              <a:t>July 2026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D9B8389-3612-67D0-4665-9F17810AF01A}"/>
              </a:ext>
            </a:extLst>
          </p:cNvPr>
          <p:cNvSpPr txBox="1"/>
          <p:nvPr/>
        </p:nvSpPr>
        <p:spPr>
          <a:xfrm>
            <a:off x="277295" y="1078704"/>
            <a:ext cx="1722626" cy="6500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03000"/>
              </a:lnSpc>
              <a:spcAft>
                <a:spcPts val="500"/>
              </a:spcAft>
            </a:pPr>
            <a:r>
              <a:rPr lang="en-GB" sz="1200" spc="-15">
                <a:solidFill>
                  <a:schemeClr val="bg1"/>
                </a:solidFill>
              </a:rPr>
              <a:t>Contact</a:t>
            </a:r>
            <a:endParaRPr lang="en-US" sz="1200" spc="-15">
              <a:solidFill>
                <a:schemeClr val="bg1"/>
              </a:solidFill>
            </a:endParaRPr>
          </a:p>
          <a:p>
            <a:pPr>
              <a:lnSpc>
                <a:spcPct val="103000"/>
              </a:lnSpc>
              <a:spcAft>
                <a:spcPts val="600"/>
              </a:spcAft>
            </a:pPr>
            <a:r>
              <a:rPr lang="en-GB" sz="1200" spc="-11">
                <a:solidFill>
                  <a:schemeClr val="bg1"/>
                </a:solidFill>
                <a:latin typeface="+mj-lt"/>
              </a:rPr>
              <a:t>Jeevan Virk</a:t>
            </a:r>
            <a:br>
              <a:rPr lang="en-GB" sz="1200" spc="-11">
                <a:solidFill>
                  <a:schemeClr val="bg1"/>
                </a:solidFill>
                <a:latin typeface="+mj-lt"/>
              </a:rPr>
            </a:br>
            <a:r>
              <a:rPr lang="en-GB" sz="1200" spc="-11" err="1">
                <a:solidFill>
                  <a:schemeClr val="bg1"/>
                </a:solidFill>
                <a:latin typeface="+mj-lt"/>
              </a:rPr>
              <a:t>JVirk@segotx.com</a:t>
            </a:r>
            <a:endParaRPr lang="en-GB" sz="1200" spc="-1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B463040C-526A-8DC6-79D8-D97CBEEC5D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7175" y="6250336"/>
            <a:ext cx="1076950" cy="369465"/>
          </a:xfrm>
          <a:prstGeom prst="rect">
            <a:avLst/>
          </a:prstGeom>
        </p:spPr>
      </p:pic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B8C117D0-B86A-029A-8191-89E521139DE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929771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EA84ACEC-4E8E-C13E-AD14-2C073A59E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443209" cy="414463"/>
          </a:xfrm>
        </p:spPr>
        <p:txBody>
          <a:bodyPr/>
          <a:lstStyle/>
          <a:p>
            <a:r>
              <a:rPr lang="en-US" dirty="0"/>
              <a:t xml:space="preserve">Local investments will help Sego establish credibility &amp; expand our footprint in China 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6D885CB-471E-ADB6-A8AB-B4228F53ADC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latin typeface="+mj-lt"/>
              </a:rPr>
              <a:t>Confidential</a:t>
            </a:r>
            <a:endParaRPr lang="en-GB" spc="0">
              <a:latin typeface="+mj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E5B6F9-2935-342D-1EC5-2F2658F7052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>
                <a:latin typeface="+mj-lt"/>
              </a:rPr>
              <a:pPr/>
              <a:t>32</a:t>
            </a:fld>
            <a:endParaRPr lang="en-GB">
              <a:latin typeface="+mj-lt"/>
            </a:endParaRPr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AAE928EE-1479-4502-A963-22732050048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</p:txBody>
      </p:sp>
      <p:sp>
        <p:nvSpPr>
          <p:cNvPr id="43" name="Shape 4">
            <a:extLst>
              <a:ext uri="{FF2B5EF4-FFF2-40B4-BE49-F238E27FC236}">
                <a16:creationId xmlns:a16="http://schemas.microsoft.com/office/drawing/2014/main" id="{3C318D35-F1A2-CEEA-CA21-AA463E2A87E2}"/>
              </a:ext>
            </a:extLst>
          </p:cNvPr>
          <p:cNvSpPr/>
          <p:nvPr/>
        </p:nvSpPr>
        <p:spPr>
          <a:xfrm>
            <a:off x="609600" y="2247173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4" name="Shape 5">
            <a:extLst>
              <a:ext uri="{FF2B5EF4-FFF2-40B4-BE49-F238E27FC236}">
                <a16:creationId xmlns:a16="http://schemas.microsoft.com/office/drawing/2014/main" id="{073C248A-18AC-E038-4D7F-6E9B8C37CF5D}"/>
              </a:ext>
            </a:extLst>
          </p:cNvPr>
          <p:cNvSpPr/>
          <p:nvPr/>
        </p:nvSpPr>
        <p:spPr>
          <a:xfrm>
            <a:off x="609600" y="2247173"/>
            <a:ext cx="73152" cy="195072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5" name="Text 6">
            <a:extLst>
              <a:ext uri="{FF2B5EF4-FFF2-40B4-BE49-F238E27FC236}">
                <a16:creationId xmlns:a16="http://schemas.microsoft.com/office/drawing/2014/main" id="{64F7867C-3B44-4108-324F-9A852F5680E8}"/>
              </a:ext>
            </a:extLst>
          </p:cNvPr>
          <p:cNvSpPr/>
          <p:nvPr/>
        </p:nvSpPr>
        <p:spPr>
          <a:xfrm>
            <a:off x="975360" y="2491013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Deep, growing commitment to China</a:t>
            </a:r>
            <a:endParaRPr lang="en-US" dirty="0"/>
          </a:p>
        </p:txBody>
      </p:sp>
      <p:sp>
        <p:nvSpPr>
          <p:cNvPr id="46" name="Text 7">
            <a:extLst>
              <a:ext uri="{FF2B5EF4-FFF2-40B4-BE49-F238E27FC236}">
                <a16:creationId xmlns:a16="http://schemas.microsoft.com/office/drawing/2014/main" id="{ABE6B02F-EB93-0017-AA25-54A9698901F7}"/>
              </a:ext>
            </a:extLst>
          </p:cNvPr>
          <p:cNvSpPr/>
          <p:nvPr/>
        </p:nvSpPr>
        <p:spPr>
          <a:xfrm>
            <a:off x="975360" y="3039653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Ongoing work at multiple CROs, with plans to expand as we advance discovery efforts toward the clinic.</a:t>
            </a:r>
            <a:endParaRPr lang="en-US" sz="1200" dirty="0"/>
          </a:p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</a:rPr>
              <a:t>Actively seeking JV in China to deepen our local connection</a:t>
            </a:r>
            <a:endParaRPr lang="en-US" sz="1200" dirty="0"/>
          </a:p>
        </p:txBody>
      </p:sp>
      <p:sp>
        <p:nvSpPr>
          <p:cNvPr id="47" name="Shape 8">
            <a:extLst>
              <a:ext uri="{FF2B5EF4-FFF2-40B4-BE49-F238E27FC236}">
                <a16:creationId xmlns:a16="http://schemas.microsoft.com/office/drawing/2014/main" id="{745C809A-E656-632D-5E5E-CD6FF626EA55}"/>
              </a:ext>
            </a:extLst>
          </p:cNvPr>
          <p:cNvSpPr/>
          <p:nvPr/>
        </p:nvSpPr>
        <p:spPr>
          <a:xfrm>
            <a:off x="6278880" y="2247173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8" name="Shape 9">
            <a:extLst>
              <a:ext uri="{FF2B5EF4-FFF2-40B4-BE49-F238E27FC236}">
                <a16:creationId xmlns:a16="http://schemas.microsoft.com/office/drawing/2014/main" id="{1FA1F8D4-7910-CC92-7FA4-069A6ABFBC9B}"/>
              </a:ext>
            </a:extLst>
          </p:cNvPr>
          <p:cNvSpPr/>
          <p:nvPr/>
        </p:nvSpPr>
        <p:spPr>
          <a:xfrm>
            <a:off x="6278880" y="2247173"/>
            <a:ext cx="73152" cy="195072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9" name="Text 10">
            <a:extLst>
              <a:ext uri="{FF2B5EF4-FFF2-40B4-BE49-F238E27FC236}">
                <a16:creationId xmlns:a16="http://schemas.microsoft.com/office/drawing/2014/main" id="{37DBC466-1AD7-41F5-9066-FD8C98222D3E}"/>
              </a:ext>
            </a:extLst>
          </p:cNvPr>
          <p:cNvSpPr/>
          <p:nvPr/>
        </p:nvSpPr>
        <p:spPr>
          <a:xfrm>
            <a:off x="6644640" y="2491013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Credibility within the ecosystem</a:t>
            </a:r>
            <a:endParaRPr lang="en-US" dirty="0"/>
          </a:p>
        </p:txBody>
      </p:sp>
      <p:sp>
        <p:nvSpPr>
          <p:cNvPr id="50" name="Text 11">
            <a:extLst>
              <a:ext uri="{FF2B5EF4-FFF2-40B4-BE49-F238E27FC236}">
                <a16:creationId xmlns:a16="http://schemas.microsoft.com/office/drawing/2014/main" id="{F19C5204-B31C-1DE2-FFC8-E3A5A38005BA}"/>
              </a:ext>
            </a:extLst>
          </p:cNvPr>
          <p:cNvSpPr/>
          <p:nvPr/>
        </p:nvSpPr>
        <p:spPr>
          <a:xfrm>
            <a:off x="6644640" y="3039653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A recognized local investor signals Sego’s intentions of permanence in China and builds trust</a:t>
            </a:r>
            <a:r>
              <a:rPr lang="en-US" sz="1200" dirty="0"/>
              <a:t xml:space="preserve"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with CROs, regulators, KOLs, clinical sites and more.</a:t>
            </a:r>
            <a:endParaRPr lang="en-US" sz="1200" dirty="0"/>
          </a:p>
        </p:txBody>
      </p:sp>
      <p:sp>
        <p:nvSpPr>
          <p:cNvPr id="51" name="Shape 12">
            <a:extLst>
              <a:ext uri="{FF2B5EF4-FFF2-40B4-BE49-F238E27FC236}">
                <a16:creationId xmlns:a16="http://schemas.microsoft.com/office/drawing/2014/main" id="{47A60BF4-61F6-253C-9724-CFF4D565096B}"/>
              </a:ext>
            </a:extLst>
          </p:cNvPr>
          <p:cNvSpPr/>
          <p:nvPr/>
        </p:nvSpPr>
        <p:spPr>
          <a:xfrm>
            <a:off x="609600" y="4417349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2" name="Shape 13">
            <a:extLst>
              <a:ext uri="{FF2B5EF4-FFF2-40B4-BE49-F238E27FC236}">
                <a16:creationId xmlns:a16="http://schemas.microsoft.com/office/drawing/2014/main" id="{4D7A0AD8-54B0-051C-A4EE-BADD5C68E091}"/>
              </a:ext>
            </a:extLst>
          </p:cNvPr>
          <p:cNvSpPr/>
          <p:nvPr/>
        </p:nvSpPr>
        <p:spPr>
          <a:xfrm>
            <a:off x="609600" y="4417349"/>
            <a:ext cx="73152" cy="1950720"/>
          </a:xfrm>
          <a:prstGeom prst="rect">
            <a:avLst/>
          </a:prstGeom>
          <a:solidFill>
            <a:srgbClr val="B1C8B0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3" name="Text 14">
            <a:extLst>
              <a:ext uri="{FF2B5EF4-FFF2-40B4-BE49-F238E27FC236}">
                <a16:creationId xmlns:a16="http://schemas.microsoft.com/office/drawing/2014/main" id="{D3E52A0D-21E8-4953-6D3B-3558BAD16BAD}"/>
              </a:ext>
            </a:extLst>
          </p:cNvPr>
          <p:cNvSpPr/>
          <p:nvPr/>
        </p:nvSpPr>
        <p:spPr>
          <a:xfrm>
            <a:off x="975360" y="4661189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Joint ventures need aligned capital</a:t>
            </a:r>
            <a:endParaRPr lang="en-US" dirty="0"/>
          </a:p>
        </p:txBody>
      </p:sp>
      <p:sp>
        <p:nvSpPr>
          <p:cNvPr id="54" name="Text 15">
            <a:extLst>
              <a:ext uri="{FF2B5EF4-FFF2-40B4-BE49-F238E27FC236}">
                <a16:creationId xmlns:a16="http://schemas.microsoft.com/office/drawing/2014/main" id="{F4974580-1D44-8FFB-F968-27B850A898F7}"/>
              </a:ext>
            </a:extLst>
          </p:cNvPr>
          <p:cNvSpPr/>
          <p:nvPr/>
        </p:nvSpPr>
        <p:spPr>
          <a:xfrm>
            <a:off x="975360" y="5209829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Future JVs require investors who understand local deal structures,</a:t>
            </a:r>
            <a:r>
              <a:rPr lang="en-US" sz="1200" dirty="0"/>
              <a:t xml:space="preserve"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partner dynamics, and regulatory nuance. Investors can advise &amp; guide Sego in JV discussions.</a:t>
            </a:r>
            <a:endParaRPr lang="en-US" sz="1200" dirty="0"/>
          </a:p>
        </p:txBody>
      </p:sp>
      <p:sp>
        <p:nvSpPr>
          <p:cNvPr id="55" name="Shape 16">
            <a:extLst>
              <a:ext uri="{FF2B5EF4-FFF2-40B4-BE49-F238E27FC236}">
                <a16:creationId xmlns:a16="http://schemas.microsoft.com/office/drawing/2014/main" id="{CB647675-AA67-7CF7-1ED4-9E20495002AD}"/>
              </a:ext>
            </a:extLst>
          </p:cNvPr>
          <p:cNvSpPr/>
          <p:nvPr/>
        </p:nvSpPr>
        <p:spPr>
          <a:xfrm>
            <a:off x="6278880" y="4417349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6" name="Shape 17">
            <a:extLst>
              <a:ext uri="{FF2B5EF4-FFF2-40B4-BE49-F238E27FC236}">
                <a16:creationId xmlns:a16="http://schemas.microsoft.com/office/drawing/2014/main" id="{D0F8448E-D7D1-2D19-2777-17F866305B10}"/>
              </a:ext>
            </a:extLst>
          </p:cNvPr>
          <p:cNvSpPr/>
          <p:nvPr/>
        </p:nvSpPr>
        <p:spPr>
          <a:xfrm>
            <a:off x="6278880" y="4417349"/>
            <a:ext cx="73152" cy="195072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7" name="Text 18">
            <a:extLst>
              <a:ext uri="{FF2B5EF4-FFF2-40B4-BE49-F238E27FC236}">
                <a16:creationId xmlns:a16="http://schemas.microsoft.com/office/drawing/2014/main" id="{3769AB5A-8977-2B87-3A2F-104B65CD79C6}"/>
              </a:ext>
            </a:extLst>
          </p:cNvPr>
          <p:cNvSpPr/>
          <p:nvPr/>
        </p:nvSpPr>
        <p:spPr>
          <a:xfrm>
            <a:off x="6644640" y="4661189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Operational leverage with local partners</a:t>
            </a:r>
            <a:endParaRPr lang="en-US" dirty="0"/>
          </a:p>
        </p:txBody>
      </p:sp>
      <p:sp>
        <p:nvSpPr>
          <p:cNvPr id="58" name="Text 19">
            <a:extLst>
              <a:ext uri="{FF2B5EF4-FFF2-40B4-BE49-F238E27FC236}">
                <a16:creationId xmlns:a16="http://schemas.microsoft.com/office/drawing/2014/main" id="{D547AB6E-5C8C-F9F8-3747-9D09B951CE90}"/>
              </a:ext>
            </a:extLst>
          </p:cNvPr>
          <p:cNvSpPr/>
          <p:nvPr/>
        </p:nvSpPr>
        <p:spPr>
          <a:xfrm>
            <a:off x="6644640" y="5209829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A respected local investor brings relationship social capital and accountability</a:t>
            </a:r>
            <a:r>
              <a:rPr lang="en-US" sz="1200" dirty="0"/>
              <a:t xml:space="preserve"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that a foreign entity cannot provide on its own.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71904123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 a sea of Chinese assets, the right team wins twice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Opportunity</a:t>
            </a:r>
          </a:p>
        </p:txBody>
      </p:sp>
      <p:sp>
        <p:nvSpPr>
          <p:cNvPr id="14" name="Slide Number Placeholder 3"/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algn="r"/>
            <a:fld id="{F41E5F93-45D3-472F-9EA1-BCB47A04FF6B}" type="slidenum">
              <a:rPr lang="en-GB" sz="900">
                <a:solidFill>
                  <a:srgbClr val="656670"/>
                </a:solidFill>
                <a:latin typeface="Funnel Sans"/>
              </a:rPr>
              <a:t>6</a:t>
            </a:fld>
          </a:p>
        </p:txBody>
      </p:sp>
      <p:sp>
        <p:nvSpPr>
          <p:cNvPr id="40" name="TB40"/>
          <p:cNvSpPr txBox="1"/>
          <p:nvPr/>
        </p:nvSpPr>
        <p:spPr>
          <a:xfrm>
            <a:off x="457200" y="2060000"/>
            <a:ext cx="11277600" cy="47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400" b="0">
                <a:solidFill>
                  <a:srgbClr val="656670"/>
                </a:solidFill>
                <a:latin typeface="Funnel Sans" panose="00000500000000000000"/>
              </a:rPr>
              <a:t>China has more RLT assets than good ones — roughly 290 clinically staged programs, unevenly good.</a:t>
            </a:r>
          </a:p>
          <a:p>
            <a:pPr algn="l"/>
            <a:r>
              <a:rPr lang="en-US" sz="1400" b="1">
                <a:solidFill>
                  <a:srgbClr val="002924"/>
                </a:solidFill>
                <a:latin typeface="Funnel Sans" panose="00000500000000000000"/>
              </a:rPr>
              <a:t>The scarce ingredient is a team that can tell the difference.</a:t>
            </a:r>
          </a:p>
        </p:txBody>
      </p:sp>
      <p:sp>
        <p:nvSpPr>
          <p:cNvPr id="4" name="Panel"/>
          <p:cNvSpPr/>
          <p:nvPr/>
        </p:nvSpPr>
        <p:spPr>
          <a:xfrm>
            <a:off x="457200" y="2640000"/>
            <a:ext cx="11277600" cy="2500000"/>
          </a:xfrm>
          <a:prstGeom prst="roundRect">
            <a:avLst/>
          </a:prstGeom>
          <a:solidFill>
            <a:srgbClr val="FFFFF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1" name="TB41"/>
          <p:cNvSpPr txBox="1"/>
          <p:nvPr/>
        </p:nvSpPr>
        <p:spPr>
          <a:xfrm>
            <a:off x="830000" y="2800000"/>
            <a:ext cx="4600000" cy="36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500" b="1">
                <a:solidFill>
                  <a:srgbClr val="002924"/>
                </a:solidFill>
                <a:latin typeface="Funnel Sans" panose="00000500000000000000"/>
              </a:rPr>
              <a:t>What the right team must do</a:t>
            </a:r>
          </a:p>
        </p:txBody>
      </p:sp>
      <p:sp>
        <p:nvSpPr>
          <p:cNvPr id="42" name="TB42"/>
          <p:cNvSpPr txBox="1"/>
          <p:nvPr/>
        </p:nvSpPr>
        <p:spPr>
          <a:xfrm>
            <a:off x="6620000" y="2800000"/>
            <a:ext cx="4600000" cy="36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500" b="1">
                <a:solidFill>
                  <a:srgbClr val="002924"/>
                </a:solidFill>
                <a:latin typeface="Funnel Sans" panose="00000500000000000000"/>
              </a:rPr>
              <a:t>What it earns</a:t>
            </a:r>
          </a:p>
        </p:txBody>
      </p:sp>
      <p:sp>
        <p:nvSpPr>
          <p:cNvPr id="301" name="Num1"/>
          <p:cNvSpPr/>
          <p:nvPr/>
        </p:nvSpPr>
        <p:spPr>
          <a:xfrm>
            <a:off x="830000" y="328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1</a:t>
            </a:r>
          </a:p>
        </p:txBody>
      </p:sp>
      <p:sp>
        <p:nvSpPr>
          <p:cNvPr id="51" name="Term51"/>
          <p:cNvSpPr txBox="1"/>
          <p:nvPr/>
        </p:nvSpPr>
        <p:spPr>
          <a:xfrm>
            <a:off x="1300000" y="3250000"/>
            <a:ext cx="42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Search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Find the few exceptional assets in a deep, uneven field</a:t>
            </a:r>
          </a:p>
        </p:txBody>
      </p:sp>
      <p:sp>
        <p:nvSpPr>
          <p:cNvPr id="302" name="Num2"/>
          <p:cNvSpPr/>
          <p:nvPr/>
        </p:nvSpPr>
        <p:spPr>
          <a:xfrm>
            <a:off x="830000" y="389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2</a:t>
            </a:r>
          </a:p>
        </p:txBody>
      </p:sp>
      <p:sp>
        <p:nvSpPr>
          <p:cNvPr id="52" name="Term52"/>
          <p:cNvSpPr txBox="1"/>
          <p:nvPr/>
        </p:nvSpPr>
        <p:spPr>
          <a:xfrm>
            <a:off x="1300000" y="3860000"/>
            <a:ext cx="42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Enable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Assemble the regulatory and development pieces to run ex-China</a:t>
            </a:r>
          </a:p>
        </p:txBody>
      </p:sp>
      <p:sp>
        <p:nvSpPr>
          <p:cNvPr id="303" name="Num3"/>
          <p:cNvSpPr/>
          <p:nvPr/>
        </p:nvSpPr>
        <p:spPr>
          <a:xfrm>
            <a:off x="830000" y="450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3</a:t>
            </a:r>
          </a:p>
        </p:txBody>
      </p:sp>
      <p:sp>
        <p:nvSpPr>
          <p:cNvPr id="53" name="Term53"/>
          <p:cNvSpPr txBox="1"/>
          <p:nvPr/>
        </p:nvSpPr>
        <p:spPr>
          <a:xfrm>
            <a:off x="1300000" y="4470000"/>
            <a:ext cx="42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De-risk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Take early, low-cost risk to a human-data inflection</a:t>
            </a:r>
          </a:p>
        </p:txBody>
      </p:sp>
      <p:sp>
        <p:nvSpPr>
          <p:cNvPr id="301" name="Num1"/>
          <p:cNvSpPr/>
          <p:nvPr/>
        </p:nvSpPr>
        <p:spPr>
          <a:xfrm>
            <a:off x="6620000" y="340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1</a:t>
            </a:r>
          </a:p>
        </p:txBody>
      </p:sp>
      <p:sp>
        <p:nvSpPr>
          <p:cNvPr id="61" name="Term61"/>
          <p:cNvSpPr txBox="1"/>
          <p:nvPr/>
        </p:nvSpPr>
        <p:spPr>
          <a:xfrm>
            <a:off x="7090000" y="3370000"/>
            <a:ext cx="43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Valuable exit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Out-license or sale of the de-risked asset to Western pharma</a:t>
            </a:r>
          </a:p>
        </p:txBody>
      </p:sp>
      <p:sp>
        <p:nvSpPr>
          <p:cNvPr id="302" name="Num2"/>
          <p:cNvSpPr/>
          <p:nvPr/>
        </p:nvSpPr>
        <p:spPr>
          <a:xfrm>
            <a:off x="6620000" y="438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2</a:t>
            </a:r>
          </a:p>
        </p:txBody>
      </p:sp>
      <p:sp>
        <p:nvSpPr>
          <p:cNvPr id="62" name="Term62"/>
          <p:cNvSpPr txBox="1"/>
          <p:nvPr/>
        </p:nvSpPr>
        <p:spPr>
          <a:xfrm>
            <a:off x="7090000" y="4350000"/>
            <a:ext cx="43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Enduring partnerships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Trusted access to China's best innovators — a pipeline of future assets</a:t>
            </a:r>
          </a:p>
        </p:txBody>
      </p:sp>
      <p:sp>
        <p:nvSpPr>
          <p:cNvPr id="220" name="Callout"/>
          <p:cNvSpPr/>
          <p:nvPr/>
        </p:nvSpPr>
        <p:spPr>
          <a:xfrm>
            <a:off x="544563" y="5330000"/>
            <a:ext cx="11277600" cy="5200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algn="ctr"/>
            <a:r>
              <a:rPr lang="en-US" sz="1250" b="1">
                <a:solidFill>
                  <a:srgbClr val="D5ED99"/>
                </a:solidFill>
                <a:latin typeface="Funnel Sans" panose="00000500000000000000"/>
              </a:rPr>
              <a:t xml:space="preserve">Sego is that team: </a:t>
            </a:r>
            <a:r>
              <a:rPr lang="en-US" sz="1250" b="0">
                <a:solidFill>
                  <a:srgbClr val="FFFFFF"/>
                </a:solidFill>
                <a:latin typeface="Funnel Sans" panose="00000500000000000000"/>
              </a:rPr>
              <a:t>the discipline to select, the platform to develop ex-China, and the relationships that compound.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8715C-2D76-86DF-0D6D-2E938EEB76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0063989" cy="414463"/>
          </a:xfrm>
        </p:spPr>
        <p:txBody>
          <a:bodyPr/>
          <a:lstStyle/>
          <a:p>
            <a:r>
              <a:rPr lang="en-US" dirty="0"/>
              <a:t>We turn a good Chinese molecule into a great therapy; capital is the accelerant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F64540-2E8B-48D9-E981-E29132F0860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83098F6C-736E-7426-6D39-312C57DA7FD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Why Sego</a:t>
            </a:r>
          </a:p>
          <a:p>
            <a:endParaRPr lang="en-US" dirty="0"/>
          </a:p>
        </p:txBody>
      </p:sp>
      <p:sp>
        <p:nvSpPr>
          <p:cNvPr id="15" name="Shape 5">
            <a:extLst>
              <a:ext uri="{FF2B5EF4-FFF2-40B4-BE49-F238E27FC236}">
                <a16:creationId xmlns:a16="http://schemas.microsoft.com/office/drawing/2014/main" id="{B43966B5-D45A-2621-63CD-A5CCAA32A620}"/>
              </a:ext>
            </a:extLst>
          </p:cNvPr>
          <p:cNvSpPr/>
          <p:nvPr/>
        </p:nvSpPr>
        <p:spPr>
          <a:xfrm>
            <a:off x="609600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16" name="Image 0" descr="preencoded.png">
            <a:extLst>
              <a:ext uri="{FF2B5EF4-FFF2-40B4-BE49-F238E27FC236}">
                <a16:creationId xmlns:a16="http://schemas.microsoft.com/office/drawing/2014/main" id="{247ABB4C-D485-EDCD-303B-011DD08D73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93520" y="3101340"/>
            <a:ext cx="853440" cy="853440"/>
          </a:xfrm>
          <a:prstGeom prst="rect">
            <a:avLst/>
          </a:prstGeom>
        </p:spPr>
      </p:pic>
      <p:sp>
        <p:nvSpPr>
          <p:cNvPr id="17" name="Text 6">
            <a:extLst>
              <a:ext uri="{FF2B5EF4-FFF2-40B4-BE49-F238E27FC236}">
                <a16:creationId xmlns:a16="http://schemas.microsoft.com/office/drawing/2014/main" id="{99EA65BB-528E-9DE6-C466-703C7163520C}"/>
              </a:ext>
            </a:extLst>
          </p:cNvPr>
          <p:cNvSpPr/>
          <p:nvPr/>
        </p:nvSpPr>
        <p:spPr>
          <a:xfrm>
            <a:off x="731520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Deep translational RLT experience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8" name="Shape 7">
            <a:extLst>
              <a:ext uri="{FF2B5EF4-FFF2-40B4-BE49-F238E27FC236}">
                <a16:creationId xmlns:a16="http://schemas.microsoft.com/office/drawing/2014/main" id="{ABE6F6FB-1DCA-030A-581F-765BDAF6A81D}"/>
              </a:ext>
            </a:extLst>
          </p:cNvPr>
          <p:cNvSpPr/>
          <p:nvPr/>
        </p:nvSpPr>
        <p:spPr>
          <a:xfrm>
            <a:off x="1219200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9" name="Text 8">
            <a:extLst>
              <a:ext uri="{FF2B5EF4-FFF2-40B4-BE49-F238E27FC236}">
                <a16:creationId xmlns:a16="http://schemas.microsoft.com/office/drawing/2014/main" id="{142E2B5B-3EB6-F8A2-7ED5-EFDF371A7369}"/>
              </a:ext>
            </a:extLst>
          </p:cNvPr>
          <p:cNvSpPr/>
          <p:nvPr/>
        </p:nvSpPr>
        <p:spPr>
          <a:xfrm>
            <a:off x="755904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Pluvicto, Lutathera, Locametz and more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From the team that pioneered the field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/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/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/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/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" name="Shape 9">
            <a:extLst>
              <a:ext uri="{FF2B5EF4-FFF2-40B4-BE49-F238E27FC236}">
                <a16:creationId xmlns:a16="http://schemas.microsoft.com/office/drawing/2014/main" id="{4B0E47A6-CD48-15D4-8446-A79C49FEF981}"/>
              </a:ext>
            </a:extLst>
          </p:cNvPr>
          <p:cNvSpPr/>
          <p:nvPr/>
        </p:nvSpPr>
        <p:spPr>
          <a:xfrm>
            <a:off x="3389376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61896E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1" name="Image 1" descr="preencoded.png">
            <a:extLst>
              <a:ext uri="{FF2B5EF4-FFF2-40B4-BE49-F238E27FC236}">
                <a16:creationId xmlns:a16="http://schemas.microsoft.com/office/drawing/2014/main" id="{A54FC349-09DF-3F30-FD6C-197C4754BA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73296" y="3101340"/>
            <a:ext cx="853440" cy="853440"/>
          </a:xfrm>
          <a:prstGeom prst="rect">
            <a:avLst/>
          </a:prstGeom>
        </p:spPr>
      </p:pic>
      <p:sp>
        <p:nvSpPr>
          <p:cNvPr id="22" name="Text 10">
            <a:extLst>
              <a:ext uri="{FF2B5EF4-FFF2-40B4-BE49-F238E27FC236}">
                <a16:creationId xmlns:a16="http://schemas.microsoft.com/office/drawing/2014/main" id="{FFD0581C-E46F-1345-7F1F-C4DA44C666CB}"/>
              </a:ext>
            </a:extLst>
          </p:cNvPr>
          <p:cNvSpPr/>
          <p:nvPr/>
        </p:nvSpPr>
        <p:spPr>
          <a:xfrm>
            <a:off x="3511296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Established US footprint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3" name="Shape 11">
            <a:extLst>
              <a:ext uri="{FF2B5EF4-FFF2-40B4-BE49-F238E27FC236}">
                <a16:creationId xmlns:a16="http://schemas.microsoft.com/office/drawing/2014/main" id="{5B6F95AE-DF99-903C-E593-B6D050A8C626}"/>
              </a:ext>
            </a:extLst>
          </p:cNvPr>
          <p:cNvSpPr/>
          <p:nvPr/>
        </p:nvSpPr>
        <p:spPr>
          <a:xfrm>
            <a:off x="3998976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4" name="Text 12">
            <a:extLst>
              <a:ext uri="{FF2B5EF4-FFF2-40B4-BE49-F238E27FC236}">
                <a16:creationId xmlns:a16="http://schemas.microsoft.com/office/drawing/2014/main" id="{B836A90B-C560-3B6B-52DE-D0C9F3D4DBBA}"/>
              </a:ext>
            </a:extLst>
          </p:cNvPr>
          <p:cNvSpPr/>
          <p:nvPr/>
        </p:nvSpPr>
        <p:spPr>
          <a:xfrm>
            <a:off x="3535680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US manufacturing for US and EU supply</a:t>
            </a: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Integrated hot and cold GMP under one roof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5" name="Shape 13">
            <a:extLst>
              <a:ext uri="{FF2B5EF4-FFF2-40B4-BE49-F238E27FC236}">
                <a16:creationId xmlns:a16="http://schemas.microsoft.com/office/drawing/2014/main" id="{34A357CC-A50C-B161-7936-6286FA3ED6C8}"/>
              </a:ext>
            </a:extLst>
          </p:cNvPr>
          <p:cNvSpPr/>
          <p:nvPr/>
        </p:nvSpPr>
        <p:spPr>
          <a:xfrm>
            <a:off x="6169152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B1C8B0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6" name="Image 2" descr="preencoded.png">
            <a:extLst>
              <a:ext uri="{FF2B5EF4-FFF2-40B4-BE49-F238E27FC236}">
                <a16:creationId xmlns:a16="http://schemas.microsoft.com/office/drawing/2014/main" id="{C3471791-690C-7ECB-F3D6-933D48AC262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53072" y="3101340"/>
            <a:ext cx="853440" cy="853440"/>
          </a:xfrm>
          <a:prstGeom prst="rect">
            <a:avLst/>
          </a:prstGeom>
        </p:spPr>
      </p:pic>
      <p:sp>
        <p:nvSpPr>
          <p:cNvPr id="27" name="Text 14">
            <a:extLst>
              <a:ext uri="{FF2B5EF4-FFF2-40B4-BE49-F238E27FC236}">
                <a16:creationId xmlns:a16="http://schemas.microsoft.com/office/drawing/2014/main" id="{682A10B0-915C-0557-DEFD-FEF84F2AAC33}"/>
              </a:ext>
            </a:extLst>
          </p:cNvPr>
          <p:cNvSpPr/>
          <p:nvPr/>
        </p:nvSpPr>
        <p:spPr>
          <a:xfrm>
            <a:off x="6291072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Clinical and regulatory strategy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8" name="Shape 15">
            <a:extLst>
              <a:ext uri="{FF2B5EF4-FFF2-40B4-BE49-F238E27FC236}">
                <a16:creationId xmlns:a16="http://schemas.microsoft.com/office/drawing/2014/main" id="{FAB77779-BA44-3807-9A73-ABDE44DB6692}"/>
              </a:ext>
            </a:extLst>
          </p:cNvPr>
          <p:cNvSpPr/>
          <p:nvPr/>
        </p:nvSpPr>
        <p:spPr>
          <a:xfrm>
            <a:off x="6778752" y="4869180"/>
            <a:ext cx="1402080" cy="0"/>
          </a:xfrm>
          <a:prstGeom prst="line">
            <a:avLst/>
          </a:prstGeom>
          <a:noFill/>
          <a:ln w="19050">
            <a:solidFill>
              <a:srgbClr val="002924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9" name="Text 16">
            <a:extLst>
              <a:ext uri="{FF2B5EF4-FFF2-40B4-BE49-F238E27FC236}">
                <a16:creationId xmlns:a16="http://schemas.microsoft.com/office/drawing/2014/main" id="{09A33B27-1E12-A107-7845-5D24506D9227}"/>
              </a:ext>
            </a:extLst>
          </p:cNvPr>
          <p:cNvSpPr/>
          <p:nvPr/>
        </p:nvSpPr>
        <p:spPr>
          <a:xfrm>
            <a:off x="6315456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We turn a good molecule into a great therapy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Rapid FIH paths and a global trial network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0" name="Shape 17">
            <a:extLst>
              <a:ext uri="{FF2B5EF4-FFF2-40B4-BE49-F238E27FC236}">
                <a16:creationId xmlns:a16="http://schemas.microsoft.com/office/drawing/2014/main" id="{9D58F84D-68F4-EAF2-948D-793586D5D53F}"/>
              </a:ext>
            </a:extLst>
          </p:cNvPr>
          <p:cNvSpPr/>
          <p:nvPr/>
        </p:nvSpPr>
        <p:spPr>
          <a:xfrm>
            <a:off x="8948928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31" name="Image 3" descr="preencoded.png">
            <a:extLst>
              <a:ext uri="{FF2B5EF4-FFF2-40B4-BE49-F238E27FC236}">
                <a16:creationId xmlns:a16="http://schemas.microsoft.com/office/drawing/2014/main" id="{64A14D40-8A95-3212-0462-D70FE30EF3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32848" y="3101340"/>
            <a:ext cx="853440" cy="853440"/>
          </a:xfrm>
          <a:prstGeom prst="rect">
            <a:avLst/>
          </a:prstGeom>
        </p:spPr>
      </p:pic>
      <p:sp>
        <p:nvSpPr>
          <p:cNvPr id="32" name="Text 18">
            <a:extLst>
              <a:ext uri="{FF2B5EF4-FFF2-40B4-BE49-F238E27FC236}">
                <a16:creationId xmlns:a16="http://schemas.microsoft.com/office/drawing/2014/main" id="{2FD48EFC-3BC8-4A25-0B4E-C2CC1F37C552}"/>
              </a:ext>
            </a:extLst>
          </p:cNvPr>
          <p:cNvSpPr/>
          <p:nvPr/>
        </p:nvSpPr>
        <p:spPr>
          <a:xfrm>
            <a:off x="9070848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What we need: capital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3" name="Shape 19">
            <a:extLst>
              <a:ext uri="{FF2B5EF4-FFF2-40B4-BE49-F238E27FC236}">
                <a16:creationId xmlns:a16="http://schemas.microsoft.com/office/drawing/2014/main" id="{B548D6AF-4C78-CA51-6E68-1D8D6450B3AD}"/>
              </a:ext>
            </a:extLst>
          </p:cNvPr>
          <p:cNvSpPr/>
          <p:nvPr/>
        </p:nvSpPr>
        <p:spPr>
          <a:xfrm>
            <a:off x="9558528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4" name="Text 20">
            <a:extLst>
              <a:ext uri="{FF2B5EF4-FFF2-40B4-BE49-F238E27FC236}">
                <a16:creationId xmlns:a16="http://schemas.microsoft.com/office/drawing/2014/main" id="{879EA3CE-3C49-2B96-3899-DD888000FCAA}"/>
              </a:ext>
            </a:extLst>
          </p:cNvPr>
          <p:cNvSpPr/>
          <p:nvPr/>
        </p:nvSpPr>
        <p:spPr>
          <a:xfrm>
            <a:off x="9095232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To source, develop and de-risk the assets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/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/>
            </a: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+mn-ea"/>
                <a:cs typeface="Arial" pitchFamily="34" charset="-120"/>
              </a:rPr>
              <a:t>Blackstone funds the three bets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419416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209E6DF-1A75-FF1A-B010-71CBCC02DCAD}"/>
              </a:ext>
            </a:extLst>
          </p:cNvPr>
          <p:cNvSpPr/>
          <p:nvPr/>
        </p:nvSpPr>
        <p:spPr>
          <a:xfrm>
            <a:off x="-164387" y="2374900"/>
            <a:ext cx="12442005" cy="32142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Num1"/>
          <p:cNvSpPr/>
          <p:nvPr/>
        </p:nvSpPr>
        <p:spPr>
          <a:xfrm>
            <a:off x="4572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1</a:t>
            </a:r>
          </a:p>
        </p:txBody>
      </p:sp>
      <p:sp>
        <p:nvSpPr>
          <p:cNvPr id="205" name="Term1"/>
          <p:cNvSpPr txBox="1"/>
          <p:nvPr/>
        </p:nvSpPr>
        <p:spPr>
          <a:xfrm>
            <a:off x="889000" y="24897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License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$5-15M upfront per asset, sourced in China</a:t>
            </a:r>
          </a:p>
        </p:txBody>
      </p:sp>
      <p:sp>
        <p:nvSpPr>
          <p:cNvPr id="206" name="Div1"/>
          <p:cNvSpPr/>
          <p:nvPr/>
        </p:nvSpPr>
        <p:spPr>
          <a:xfrm>
            <a:off x="457200" y="32517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7" name="Num2"/>
          <p:cNvSpPr/>
          <p:nvPr/>
        </p:nvSpPr>
        <p:spPr>
          <a:xfrm>
            <a:off x="4572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2</a:t>
            </a:r>
          </a:p>
        </p:txBody>
      </p:sp>
      <p:sp>
        <p:nvSpPr>
          <p:cNvPr id="208" name="Term2"/>
          <p:cNvSpPr txBox="1"/>
          <p:nvPr/>
        </p:nvSpPr>
        <p:spPr>
          <a:xfrm>
            <a:off x="889000" y="33025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FIH imaging study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~$5M; Phase 0 microdose in US or EU, delivers human data</a:t>
            </a:r>
            <a:r>
              <a:rPr lang="en-GB" sz="1100">
                <a:solidFill>
                  <a:schemeClr val="tx2"/>
                </a:solidFill>
                <a:latin typeface="Funnel Sans" panose="00000500000000000000"/>
              </a:rPr>
              <a:t/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09" name="Div2"/>
          <p:cNvSpPr/>
          <p:nvPr/>
        </p:nvSpPr>
        <p:spPr>
          <a:xfrm>
            <a:off x="457200" y="40645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0" name="Num3"/>
          <p:cNvSpPr/>
          <p:nvPr/>
        </p:nvSpPr>
        <p:spPr>
          <a:xfrm>
            <a:off x="4572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3</a:t>
            </a:r>
          </a:p>
        </p:txBody>
      </p:sp>
      <p:sp>
        <p:nvSpPr>
          <p:cNvPr id="211" name="Term3"/>
          <p:cNvSpPr txBox="1"/>
          <p:nvPr/>
        </p:nvSpPr>
        <p:spPr>
          <a:xfrm>
            <a:off x="889000" y="41153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US therapeutic study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~$20M; Phase 1 dose-finding</a:t>
            </a:r>
          </a:p>
        </p:txBody>
      </p:sp>
      <p:sp>
        <p:nvSpPr>
          <p:cNvPr id="212" name="Num4"/>
          <p:cNvSpPr/>
          <p:nvPr/>
        </p:nvSpPr>
        <p:spPr>
          <a:xfrm>
            <a:off x="62230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4</a:t>
            </a:r>
          </a:p>
        </p:txBody>
      </p:sp>
      <p:sp>
        <p:nvSpPr>
          <p:cNvPr id="213" name="Term4"/>
          <p:cNvSpPr txBox="1"/>
          <p:nvPr/>
        </p:nvSpPr>
        <p:spPr>
          <a:xfrm>
            <a:off x="6654800" y="24897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Out-license upfront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$350M post-FIH, benchmarked to recent RLT deals</a:t>
            </a:r>
          </a:p>
        </p:txBody>
      </p:sp>
      <p:sp>
        <p:nvSpPr>
          <p:cNvPr id="214" name="Div4"/>
          <p:cNvSpPr/>
          <p:nvPr/>
        </p:nvSpPr>
        <p:spPr>
          <a:xfrm>
            <a:off x="6223000" y="32517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5" name="Num5"/>
          <p:cNvSpPr/>
          <p:nvPr/>
        </p:nvSpPr>
        <p:spPr>
          <a:xfrm>
            <a:off x="62230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5</a:t>
            </a:r>
          </a:p>
        </p:txBody>
      </p:sp>
      <p:sp>
        <p:nvSpPr>
          <p:cNvPr id="216" name="Term5"/>
          <p:cNvSpPr txBox="1"/>
          <p:nvPr/>
        </p:nvSpPr>
        <p:spPr>
          <a:xfrm>
            <a:off x="6654800" y="33025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Gross return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~10x on a single winning asset</a:t>
            </a:r>
          </a:p>
        </p:txBody>
      </p:sp>
      <p:sp>
        <p:nvSpPr>
          <p:cNvPr id="217" name="Div5"/>
          <p:cNvSpPr/>
          <p:nvPr/>
        </p:nvSpPr>
        <p:spPr>
          <a:xfrm>
            <a:off x="6223000" y="40645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8" name="Num6"/>
          <p:cNvSpPr/>
          <p:nvPr/>
        </p:nvSpPr>
        <p:spPr>
          <a:xfrm>
            <a:off x="62230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6</a:t>
            </a:r>
          </a:p>
        </p:txBody>
      </p:sp>
      <p:sp>
        <p:nvSpPr>
          <p:cNvPr id="219" name="Term6"/>
          <p:cNvSpPr txBox="1"/>
          <p:nvPr/>
        </p:nvSpPr>
        <p:spPr>
          <a:xfrm>
            <a:off x="6654800" y="41153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Three bets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~$105M total capital deployed across 3 targets</a:t>
            </a:r>
          </a:p>
        </p:txBody>
      </p:sp>
      <p:sp>
        <p:nvSpPr>
          <p:cNvPr id="224" name="Div3"/>
          <p:cNvSpPr/>
          <p:nvPr/>
        </p:nvSpPr>
        <p:spPr>
          <a:xfrm>
            <a:off x="457200" y="48773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8" name="Div6"/>
          <p:cNvSpPr/>
          <p:nvPr/>
        </p:nvSpPr>
        <p:spPr>
          <a:xfrm>
            <a:off x="6223000" y="48773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5" name="Num7"/>
          <p:cNvSpPr/>
          <p:nvPr/>
        </p:nvSpPr>
        <p:spPr>
          <a:xfrm>
            <a:off x="4572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7</a:t>
            </a:r>
          </a:p>
        </p:txBody>
      </p:sp>
      <p:sp>
        <p:nvSpPr>
          <p:cNvPr id="226" name="Term7"/>
          <p:cNvSpPr txBox="1"/>
          <p:nvPr/>
        </p:nvSpPr>
        <p:spPr>
          <a:xfrm>
            <a:off x="889000" y="49789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All-in to inflection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100">
                <a:solidFill>
                  <a:srgbClr val="656670"/>
                </a:solidFill>
                <a:latin typeface="Funnel Sans" panose="00000500000000000000"/>
              </a:rPr>
              <a:t>~$35M per asset to value-creating human data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/>
            </a:r>
          </a:p>
        </p:txBody>
      </p:sp>
      <p:sp>
        <p:nvSpPr>
          <p:cNvPr id="229" name="Num8"/>
          <p:cNvSpPr/>
          <p:nvPr/>
        </p:nvSpPr>
        <p:spPr>
          <a:xfrm>
            <a:off x="62230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8</a:t>
            </a:r>
          </a:p>
        </p:txBody>
      </p:sp>
      <p:sp>
        <p:nvSpPr>
          <p:cNvPr id="230" name="Term8"/>
          <p:cNvSpPr txBox="1"/>
          <p:nvPr/>
        </p:nvSpPr>
        <p:spPr>
          <a:xfrm>
            <a:off x="6654800" y="49789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One winner returns</a:t>
            </a:r>
          </a:p>
          <a:p>
            <a:pPr lvl="0"/>
            <a:r>
              <a:rPr lang="en-GB" sz="1100">
                <a:solidFill>
                  <a:srgbClr val="656670"/>
                </a:solidFill>
              </a:rPr>
              <a:t>~3.3x the portfolio; two winners ~6.7x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C6BE8951-178E-A7C3-4B65-E75A4EE8C972}"/>
              </a:ext>
            </a:extLst>
          </p:cNvPr>
          <p:cNvSpPr/>
          <p:nvPr/>
        </p:nvSpPr>
        <p:spPr>
          <a:xfrm>
            <a:off x="544563" y="5804436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 xml:space="preserve">Use of proceeds: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Blackstone capital funds license payments and ex-China development to the value inflection. Numbers illustrative.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5E168A-6DAE-C49E-2C54-038F14C6B4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Three bets, cheap in, big out: one winner returns the portfolio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679D5CE-BA15-646D-F7CA-21ADF2B601C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Investment</a:t>
            </a:r>
          </a:p>
        </p:txBody>
      </p:sp>
      <p:sp>
        <p:nvSpPr>
          <p:cNvPr id="14" name="Slide Number Placeholder 3">
            <a:extLst>
              <a:ext uri="{FF2B5EF4-FFF2-40B4-BE49-F238E27FC236}">
                <a16:creationId xmlns:a16="http://schemas.microsoft.com/office/drawing/2014/main" id="{B851A287-A339-39BE-68E0-67861D6BAB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253855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rgbClr val="000000"/>
      </a:dk1>
      <a:lt1>
        <a:sysClr val="window" lastClr="FFFFFF"/>
      </a:lt1>
      <a:dk2>
        <a:srgbClr val="656670"/>
      </a:dk2>
      <a:lt2>
        <a:srgbClr val="F6F3F2"/>
      </a:lt2>
      <a:accent1>
        <a:srgbClr val="002924"/>
      </a:accent1>
      <a:accent2>
        <a:srgbClr val="B1C8B0"/>
      </a:accent2>
      <a:accent3>
        <a:srgbClr val="61896E"/>
      </a:accent3>
      <a:accent4>
        <a:srgbClr val="D5ED99"/>
      </a:accent4>
      <a:accent5>
        <a:srgbClr val="DED6D3"/>
      </a:accent5>
      <a:accent6>
        <a:srgbClr val="8F1A43"/>
      </a:accent6>
      <a:hlink>
        <a:srgbClr val="002924"/>
      </a:hlink>
      <a:folHlink>
        <a:srgbClr val="B1C8B0"/>
      </a:folHlink>
    </a:clrScheme>
    <a:fontScheme name="Sego">
      <a:majorFont>
        <a:latin typeface="Funnel Sans Light"/>
        <a:ea typeface=""/>
        <a:cs typeface=""/>
      </a:majorFont>
      <a:minorFont>
        <a:latin typeface="Funnel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defRPr dirty="0" smtClean="0">
            <a:solidFill>
              <a:srgbClr val="FF0000"/>
            </a:solidFill>
            <a:latin typeface="+mj-lt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2_Office Theme">
  <a:themeElements>
    <a:clrScheme name="Office">
      <a:dk1>
        <a:srgbClr val="000000"/>
      </a:dk1>
      <a:lt1>
        <a:sysClr val="window" lastClr="FFFFFF"/>
      </a:lt1>
      <a:dk2>
        <a:srgbClr val="656670"/>
      </a:dk2>
      <a:lt2>
        <a:srgbClr val="F6F3F2"/>
      </a:lt2>
      <a:accent1>
        <a:srgbClr val="002924"/>
      </a:accent1>
      <a:accent2>
        <a:srgbClr val="B1C8B0"/>
      </a:accent2>
      <a:accent3>
        <a:srgbClr val="61896E"/>
      </a:accent3>
      <a:accent4>
        <a:srgbClr val="D5ED99"/>
      </a:accent4>
      <a:accent5>
        <a:srgbClr val="DED6D3"/>
      </a:accent5>
      <a:accent6>
        <a:srgbClr val="8F1A43"/>
      </a:accent6>
      <a:hlink>
        <a:srgbClr val="002924"/>
      </a:hlink>
      <a:folHlink>
        <a:srgbClr val="B1C8B0"/>
      </a:folHlink>
    </a:clrScheme>
    <a:fontScheme name="Sego">
      <a:majorFont>
        <a:latin typeface="Funnel Sans Light"/>
        <a:ea typeface=""/>
        <a:cs typeface=""/>
      </a:majorFont>
      <a:minorFont>
        <a:latin typeface="Funnel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?>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9DC3ECAD-C405-4723-B349-6312E80AE5DD}">
  <we:reference id="wa200010001" version="1.0.0.1" store="en-US" storeType="OMEX"/>
  <we:alternateReferences>
    <we:reference id="WA200010001" version="1.0.0.1" store="" storeType="OMEX"/>
  </we:alternateReferences>
  <we:properties>
    <we:property name="claude.fileId" value="&quot;7e2e425a-79ed-4954-82bf-97d81ed325ef&quot;"/>
  </we:properties>
  <we:bindings/>
  <we:snapshot xmlns:r="http://schemas.openxmlformats.org/officeDocument/2006/relationships"/>
</we:webextension>
</file>

<file path=customXml/_rels/item1.xml.rels><?xml version="1.0" encoding="UTF-8"?>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?>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?>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9b41257d-d9f1-45d2-83fb-79c2dd89ff18" xsi:nil="true"/>
    <lcf76f155ced4ddcb4097134ff3c332f xmlns="17a099e9-2c6f-4eed-a731-aa23c2084e1b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556EABB8B3F65B47BE025CC264113219" ma:contentTypeVersion="11" ma:contentTypeDescription="Create a new document." ma:contentTypeScope="" ma:versionID="372fbf92ab6f4a46db1f5cd6be12afea">
  <xsd:schema xmlns:xsd="http://www.w3.org/2001/XMLSchema" xmlns:xs="http://www.w3.org/2001/XMLSchema" xmlns:p="http://schemas.microsoft.com/office/2006/metadata/properties" xmlns:ns2="17a099e9-2c6f-4eed-a731-aa23c2084e1b" xmlns:ns3="9b41257d-d9f1-45d2-83fb-79c2dd89ff18" targetNamespace="http://schemas.microsoft.com/office/2006/metadata/properties" ma:root="true" ma:fieldsID="16bf60042c9b3853215886f36ce98b21" ns2:_="" ns3:_="">
    <xsd:import namespace="17a099e9-2c6f-4eed-a731-aa23c2084e1b"/>
    <xsd:import namespace="9b41257d-d9f1-45d2-83fb-79c2dd89ff18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7a099e9-2c6f-4eed-a731-aa23c2084e1b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9d5e21b9-9a91-448a-b7da-1ab90cd0a9bc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8" nillable="true" ma:displayName="Location" ma:indexed="true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b41257d-d9f1-45d2-83fb-79c2dd89ff18" elementFormDefault="qualified">
    <xsd:import namespace="http://schemas.microsoft.com/office/2006/documentManagement/types"/>
    <xsd:import namespace="http://schemas.microsoft.com/office/infopath/2007/PartnerControls"/>
    <xsd:element name="TaxCatchAll" ma:index="14" nillable="true" ma:displayName="Taxonomy Catch All Column" ma:hidden="true" ma:list="{7b56a1f0-8357-4b64-86fd-fd0a5fd73875}" ma:internalName="TaxCatchAll" ma:showField="CatchAllData" ma:web="9b41257d-d9f1-45d2-83fb-79c2dd89ff1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184431EB-F39F-4F6F-8D0D-1DE362EB9B94}">
  <ds:schemaRefs>
    <ds:schemaRef ds:uri="17a099e9-2c6f-4eed-a731-aa23c2084e1b"/>
    <ds:schemaRef ds:uri="9b41257d-d9f1-45d2-83fb-79c2dd89ff18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A11D0075-CF02-49D7-ADD6-642C1A0C992F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B5C3503-53A3-465A-91EA-234638C05AD5}">
  <ds:schemaRefs>
    <ds:schemaRef ds:uri="17a099e9-2c6f-4eed-a731-aa23c2084e1b"/>
    <ds:schemaRef ds:uri="9b41257d-d9f1-45d2-83fb-79c2dd89ff18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Metadata/LabelInfo.xml><?xml version="1.0" encoding="utf-8"?>
<clbl:labelList xmlns:clbl="http://schemas.microsoft.com/office/2020/mipLabelMetadata">
  <clbl:label id="{0d74513f-0122-4961-9f9d-1b0308a15633}" enabled="1" method="Privileged" siteId="{0ef4dffa-8c77-49f6-a7ba-d33398e9a99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1192</TotalTime>
  <Words>2778</Words>
  <Application>Microsoft Office PowerPoint</Application>
  <PresentationFormat>Widescreen</PresentationFormat>
  <Paragraphs>509</Paragraphs>
  <Slides>32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32</vt:i4>
      </vt:variant>
    </vt:vector>
  </HeadingPairs>
  <TitlesOfParts>
    <vt:vector size="43" baseType="lpstr">
      <vt:lpstr>Aptos</vt:lpstr>
      <vt:lpstr>Arial</vt:lpstr>
      <vt:lpstr>Calibri</vt:lpstr>
      <vt:lpstr>Funnel Sans</vt:lpstr>
      <vt:lpstr>Funnel Sans Light</vt:lpstr>
      <vt:lpstr>Funnel Sans Medium</vt:lpstr>
      <vt:lpstr>Funnel Sans SemiBold</vt:lpstr>
      <vt:lpstr>Season Mix</vt:lpstr>
      <vt:lpstr>1_Office Theme</vt:lpstr>
      <vt:lpstr>2_Office Theme</vt:lpstr>
      <vt:lpstr>Office Theme</vt:lpstr>
      <vt:lpstr>PowerPoint Presentation</vt:lpstr>
      <vt:lpstr>China strategy</vt:lpstr>
      <vt:lpstr>15+ domain area experts led by 4 founders with deep domain expertise in radiopharma</vt:lpstr>
      <vt:lpstr>PowerPoint Presentation</vt:lpstr>
      <vt:lpstr>Our view: there are gems, but innovation somewhat lower. Peptide repurposing common. </vt:lpstr>
      <vt:lpstr>Sego’s world class team and headquarters make for a unique opportunity to bridge between Chinese &amp; US/EU RLT ecosystems</vt:lpstr>
      <vt:lpstr>Four ways Sego is looking to engage with the China RLT ecosystem</vt:lpstr>
      <vt:lpstr>PowerPoint Presentation</vt:lpstr>
      <vt:lpstr>In license criteria</vt:lpstr>
      <vt:lpstr>Asset identification in china</vt:lpstr>
      <vt:lpstr>BFC</vt:lpstr>
      <vt:lpstr>Tentative target list in china</vt:lpstr>
      <vt:lpstr>PowerPoint Presentation</vt:lpstr>
      <vt:lpstr>Two capital formation exercises in China</vt:lpstr>
      <vt:lpstr>PowerPoint Presentation</vt:lpstr>
      <vt:lpstr>Initial terms for Sego China formation</vt:lpstr>
      <vt:lpstr>Path towards establishing a Sego JV in China</vt:lpstr>
      <vt:lpstr>Case Example: China Grand Pharma investment in Australia-based Telix yields 10x returns in 5 years </vt:lpstr>
      <vt:lpstr>Back up slides not needed</vt:lpstr>
      <vt:lpstr>PowerPoint Presentation</vt:lpstr>
      <vt:lpstr>PowerPoint Presentation</vt:lpstr>
      <vt:lpstr>We are prosecuting our first 5 targets based on criteria specifically matched to our mechanism of action</vt:lpstr>
      <vt:lpstr>PowerPoint Presentation</vt:lpstr>
      <vt:lpstr>Our global clinical trial network &amp; FIH regulatory approach</vt:lpstr>
      <vt:lpstr>The world’s first radiopharmaceutical facility that houses research, development and commercialization under one roof</vt:lpstr>
      <vt:lpstr>Sego’s integration keeps RLT supply chain simple with the goal of delivering drugs to patients more quickly &amp; consistently </vt:lpstr>
      <vt:lpstr>PowerPoint Presentation</vt:lpstr>
      <vt:lpstr>PowerPoint Presentation</vt:lpstr>
      <vt:lpstr>5x returns common in RLT; with significantly higher returns for early investors</vt:lpstr>
      <vt:lpstr>Strong value trajectory towards revenue generation driven by three phases of flawless execution</vt:lpstr>
      <vt:lpstr>Thank you</vt:lpstr>
      <vt:lpstr>Local investments will help Sego establish credibility &amp; expand our footprint in China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Greg Mullen</dc:creator>
  <cp:lastModifiedBy>Becca Levin</cp:lastModifiedBy>
  <cp:revision>2</cp:revision>
  <dcterms:created xsi:type="dcterms:W3CDTF">2026-01-09T14:29:23Z</dcterms:created>
  <dcterms:modified xsi:type="dcterms:W3CDTF">2026-07-08T15:06:04Z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0x010100556EABB8B3F65B47BE025CC264113219</vt:lpwstr>
  </property>
  <property fmtid="{D5CDD505-2E9C-101B-9397-08002B2CF9AE}" pid="3" name="MediaServiceImageTags">
    <vt:lpwstr/>
  </property>
  <property fmtid="{D5CDD505-2E9C-101B-9397-08002B2CF9AE}" pid="4" name="ClassificationContentMarkingFooterLocations">
    <vt:lpwstr>1_Office Theme:7\2_Office Theme:7\Office Theme:3</vt:lpwstr>
  </property>
  <property fmtid="{D5CDD505-2E9C-101B-9397-08002B2CF9AE}" pid="5" name="ClassificationContentMarkingFooterText">
    <vt:lpwstr>Confidential</vt:lpwstr>
  </property>
</Properties>
</file>